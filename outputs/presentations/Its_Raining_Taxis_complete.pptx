
<file path=[Content_Types].xml><?xml version="1.0" encoding="utf-8"?>
<Types xmlns="http://schemas.openxmlformats.org/package/2006/content-types">
  <Default Extension="xml" ContentType="application/vnd.openxmlformats-package.core-properties+xml"/>
  <Default Extension="dat" ContentType="application/x-fontdata"/>
  <Default Extension="png" ContentType="image/png"/>
  <Default Extension="rels" ContentType="application/vnd.openxmlformats-package.relationships+xml"/>
  <Override PartName="/docProps/app.xml" ContentType="application/vnd.openxmlformats-officedocument.extended-properties+xml"/>
  <Override PartName="/ppt/presentation.xml" ContentType="application/vnd.openxmlformats-officedocument.presentationml.presentation.main+xml"/>
  <Override PartName="/ppt/theme/theme1.xml" ContentType="application/vnd.openxmlformats-officedocument.theme+xml"/>
  <Override PartName="/ppt/slideMasters/slideMaster1.xml" ContentType="application/vnd.openxmlformats-officedocument.presentationml.slideMaster+xml"/>
  <Override PartName="/ppt/slideMasters/theme/theme2.xml" ContentType="application/vnd.openxmlformats-officedocument.theme+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notesMasters/notesMaster1.xml" ContentType="application/vnd.openxmlformats-officedocument.presentationml.notesMaster+xml"/>
  <Override PartName="/ppt/notesMasters/theme/theme3.xml" ContentType="application/vnd.openxmlformats-officedocument.theme+xml"/>
  <Override PartName="/ppt/presProps.xml" ContentType="application/vnd.openxmlformats-officedocument.presentationml.presProps+xml"/>
  <Override PartName="/ppt/viewProps.xml" ContentType="application/vnd.openxmlformats-officedocument.presentationml.viewProps+xml"/>
  <Override PartName="/ppt/tableStyles.xml" ContentType="application/vnd.openxmlformats-officedocument.presentationml.tableStyles+xml"/>
  <Override PartName="/ppt/slides/slide1.xml" ContentType="application/vnd.openxmlformats-officedocument.presentationml.slide+xml"/>
  <Override PartName="/ppt/notesSlides/notesSlide1.xml" ContentType="application/vnd.openxmlformats-officedocument.presentationml.notesSlide+xml"/>
  <Override PartName="/ppt/slides/slide2.xml" ContentType="application/vnd.openxmlformats-officedocument.presentationml.slide+xml"/>
  <Override PartName="/ppt/notesSlides/notesSlide2.xml" ContentType="application/vnd.openxmlformats-officedocument.presentationml.notesSlide+xml"/>
  <Override PartName="/ppt/slides/slide3.xml" ContentType="application/vnd.openxmlformats-officedocument.presentationml.slide+xml"/>
  <Override PartName="/ppt/notesSlides/notesSlide3.xml" ContentType="application/vnd.openxmlformats-officedocument.presentationml.notesSlide+xml"/>
  <Override PartName="/ppt/slides/slide4.xml" ContentType="application/vnd.openxmlformats-officedocument.presentationml.slide+xml"/>
  <Override PartName="/ppt/notesSlides/notesSlide4.xml" ContentType="application/vnd.openxmlformats-officedocument.presentationml.notesSlide+xml"/>
  <Override PartName="/ppt/slides/slide5.xml" ContentType="application/vnd.openxmlformats-officedocument.presentationml.slide+xml"/>
  <Override PartName="/ppt/notesSlides/notesSlide5.xml" ContentType="application/vnd.openxmlformats-officedocument.presentationml.notesSlide+xml"/>
  <Override PartName="/ppt/slides/slide6.xml" ContentType="application/vnd.openxmlformats-officedocument.presentationml.slide+xml"/>
  <Override PartName="/ppt/notesSlides/notesSlide6.xml" ContentType="application/vnd.openxmlformats-officedocument.presentationml.notesSlide+xml"/>
  <Override PartName="/ppt/slides/slide7.xml" ContentType="application/vnd.openxmlformats-officedocument.presentationml.slide+xml"/>
  <Override PartName="/ppt/notesSlides/notesSlide7.xml" ContentType="application/vnd.openxmlformats-officedocument.presentationml.notesSlide+xml"/>
  <Override PartName="/ppt/slides/slide8.xml" ContentType="application/vnd.openxmlformats-officedocument.presentationml.slide+xml"/>
  <Override PartName="/ppt/notesSlides/notesSlide8.xml" ContentType="application/vnd.openxmlformats-officedocument.presentationml.notesSlide+xml"/>
  <Override PartName="/ppt/slides/slide9.xml" ContentType="application/vnd.openxmlformats-officedocument.presentationml.slide+xml"/>
  <Override PartName="/ppt/notesSlides/notesSlide9.xml" ContentType="application/vnd.openxmlformats-officedocument.presentationml.notesSlide+xml"/>
  <Override PartName="/ppt/slides/slide10.xml" ContentType="application/vnd.openxmlformats-officedocument.presentationml.slide+xml"/>
  <Override PartName="/ppt/notesSlides/notesSlide10.xml" ContentType="application/vnd.openxmlformats-officedocument.presentationml.notesSlide+xml"/>
  <Override PartName="/ppt/slides/slide11.xml" ContentType="application/vnd.openxmlformats-officedocument.presentationml.slide+xml"/>
  <Override PartName="/ppt/notesSlides/notesSlide11.xml" ContentType="application/vnd.openxmlformats-officedocument.presentationml.notesSlide+xml"/>
  <Override PartName="/ppt/slides/slide12.xml" ContentType="application/vnd.openxmlformats-officedocument.presentationml.slide+xml"/>
  <Override PartName="/ppt/notesSlides/notesSlide12.xml" ContentType="application/vnd.openxmlformats-officedocument.presentationml.notesSlide+xml"/>
  <Override PartName="/ppt/slides/slide13.xml" ContentType="application/vnd.openxmlformats-officedocument.presentationml.slide+xml"/>
  <Override PartName="/ppt/notesSlides/notesSlide13.xml" ContentType="application/vnd.openxmlformats-officedocument.presentationml.notesSlide+xml"/>
  <Override PartName="/ppt/slides/slide14.xml" ContentType="application/vnd.openxmlformats-officedocument.presentationml.slide+xml"/>
  <Override PartName="/ppt/notesSlides/notesSlide14.xml" ContentType="application/vnd.openxmlformats-officedocument.presentationml.notesSlide+xml"/>
  <Override PartName="/ppt/slides/slide15.xml" ContentType="application/vnd.openxmlformats-officedocument.presentationml.slide+xml"/>
  <Override PartName="/ppt/notesSlides/notesSlide15.xml" ContentType="application/vnd.openxmlformats-officedocument.presentationml.notesSlide+xml"/>
  <Override PartName="/ppt/slides/slide16.xml" ContentType="application/vnd.openxmlformats-officedocument.presentationml.slide+xml"/>
  <Override PartName="/ppt/notesSlides/notesSlide16.xml" ContentType="application/vnd.openxmlformats-officedocument.presentationml.notesSlide+xml"/>
  <Override PartName="/ppt/slides/slide17.xml" ContentType="application/vnd.openxmlformats-officedocument.presentationml.slide+xml"/>
  <Override PartName="/ppt/notesSlides/notesSlide17.xml" ContentType="application/vnd.openxmlformats-officedocument.presentationml.notesSlide+xml"/>
  <Override PartName="/ppt/slides/slide18.xml" ContentType="application/vnd.openxmlformats-officedocument.presentationml.slide+xml"/>
  <Override PartName="/ppt/notesSlides/notesSlide18.xml" ContentType="application/vnd.openxmlformats-officedocument.presentationml.notesSlide+xml"/>
  <Override PartName="/ppt/slides/slide19.xml" ContentType="application/vnd.openxmlformats-officedocument.presentationml.slide+xml"/>
  <Override PartName="/ppt/notesSlides/notesSlide19.xml" ContentType="application/vnd.openxmlformats-officedocument.presentationml.notesSlide+xml"/>
  <Override PartName="/ppt/slides/slide20.xml" ContentType="application/vnd.openxmlformats-officedocument.presentationml.slide+xml"/>
  <Override PartName="/ppt/notesSlides/notesSlide20.xml" ContentType="application/vnd.openxmlformats-officedocument.presentationml.notesSlide+xml"/>
  <Override PartName="/ppt/slides/slide21.xml" ContentType="application/vnd.openxmlformats-officedocument.presentationml.slide+xml"/>
  <Override PartName="/ppt/notesSlides/notesSlide21.xml" ContentType="application/vnd.openxmlformats-officedocument.presentationml.notesSlide+xml"/>
  <Override PartName="/ppt/slides/slide22.xml" ContentType="application/vnd.openxmlformats-officedocument.presentationml.slide+xml"/>
  <Override PartName="/ppt/notesSlides/notesSlide22.xml" ContentType="application/vnd.openxmlformats-officedocument.presentationml.notesSlide+xml"/>
  <Override PartName="/ppt/slides/slide23.xml" ContentType="application/vnd.openxmlformats-officedocument.presentationml.slide+xml"/>
  <Override PartName="/ppt/notesSlides/notesSlide23.xml" ContentType="application/vnd.openxmlformats-officedocument.presentationml.notesSlide+xml"/>
  <Override PartName="/ppt/slides/slide24.xml" ContentType="application/vnd.openxmlformats-officedocument.presentationml.slide+xml"/>
  <Override PartName="/ppt/notesSlides/notesSlide24.xml" ContentType="application/vnd.openxmlformats-officedocument.presentationml.notesSlide+xml"/>
  <Override PartName="/ppt/slides/slide25.xml" ContentType="application/vnd.openxmlformats-officedocument.presentationml.slide+xml"/>
  <Override PartName="/ppt/notesSlides/notesSlide25.xml" ContentType="application/vnd.openxmlformats-officedocument.presentationml.notesSlide+xml"/>
  <Override PartName="/ppt/slides/slide26.xml" ContentType="application/vnd.openxmlformats-officedocument.presentationml.slide+xml"/>
  <Override PartName="/ppt/notesSlides/notesSlide26.xml" ContentType="application/vnd.openxmlformats-officedocument.presentationml.notesSlide+xml"/>
  <Override PartName="/ppt/slides/slide27.xml" ContentType="application/vnd.openxmlformats-officedocument.presentationml.slide+xml"/>
  <Override PartName="/ppt/notesSlides/notesSlide27.xml" ContentType="application/vnd.openxmlformats-officedocument.presentationml.notesSlide+xml"/>
  <Override PartName="/ppt/slides/slide28.xml" ContentType="application/vnd.openxmlformats-officedocument.presentationml.slide+xml"/>
  <Override PartName="/ppt/notesSlides/notesSlide28.xml" ContentType="application/vnd.openxmlformats-officedocument.presentationml.notesSlide+xml"/>
  <Override PartName="/ppt/slides/slide29.xml" ContentType="application/vnd.openxmlformats-officedocument.presentationml.slide+xml"/>
  <Override PartName="/ppt/notesSlides/notesSlide29.xml" ContentType="application/vnd.openxmlformats-officedocument.presentationml.notesSlide+xml"/>
  <Override PartName="/ppt/slides/slide30.xml" ContentType="application/vnd.openxmlformats-officedocument.presentationml.slide+xml"/>
  <Override PartName="/ppt/notesSlides/notesSlide30.xml" ContentType="application/vnd.openxmlformats-officedocument.presentationml.notesSlide+xml"/>
  <Override PartName="/ppt/slides/slide31.xml" ContentType="application/vnd.openxmlformats-officedocument.presentationml.slide+xml"/>
  <Override PartName="/ppt/notesSlides/notesSlide31.xml" ContentType="application/vnd.openxmlformats-officedocument.presentationml.notesSlide+xml"/>
  <Override PartName="/ppt/slides/slide32.xml" ContentType="application/vnd.openxmlformats-officedocument.presentationml.slide+xml"/>
  <Override PartName="/ppt/notesSlides/notesSlide32.xml" ContentType="application/vnd.openxmlformats-officedocument.presentationml.notesSlide+xml"/>
  <Override PartName="/ppt/slides/slide33.xml" ContentType="application/vnd.openxmlformats-officedocument.presentationml.slide+xml"/>
  <Override PartName="/ppt/notesSlides/notesSlide33.xml" ContentType="application/vnd.openxmlformats-officedocument.presentationml.notesSlide+xml"/>
  <Override PartName="/ppt/slides/slide34.xml" ContentType="application/vnd.openxmlformats-officedocument.presentationml.slide+xml"/>
  <Override PartName="/ppt/notesSlides/notesSlide34.xml" ContentType="application/vnd.openxmlformats-officedocument.presentationml.notesSlide+xml"/>
  <Override PartName="/ppt/slides/slide35.xml" ContentType="application/vnd.openxmlformats-officedocument.presentationml.slide+xml"/>
  <Override PartName="/ppt/notesSlides/notesSlide35.xml" ContentType="application/vnd.openxmlformats-officedocument.presentationml.notesSlide+xml"/>
  <Override PartName="/ppt/slides/slide36.xml" ContentType="application/vnd.openxmlformats-officedocument.presentationml.slide+xml"/>
  <Override PartName="/ppt/notesSlides/notesSlide36.xml" ContentType="application/vnd.openxmlformats-officedocument.presentationml.notesSlide+xml"/>
  <Override PartName="/ppt/slides/slide37.xml" ContentType="application/vnd.openxmlformats-officedocument.presentationml.slide+xml"/>
  <Override PartName="/ppt/notesSlides/notesSlide37.xml" ContentType="application/vnd.openxmlformats-officedocument.presentationml.notesSlide+xml"/>
  <Override PartName="/ppt/slides/slide38.xml" ContentType="application/vnd.openxmlformats-officedocument.presentationml.slide+xml"/>
  <Override PartName="/ppt/notesSlides/notesSlide38.xml" ContentType="application/vnd.openxmlformats-officedocument.presentationml.notesSlide+xml"/>
  <Override PartName="/ppt/slides/slide39.xml" ContentType="application/vnd.openxmlformats-officedocument.presentationml.slide+xml"/>
  <Override PartName="/ppt/notesSlides/notesSlide39.xml" ContentType="application/vnd.openxmlformats-officedocument.presentationml.notesSlide+xml"/>
  <Override PartName="/ppt/slides/slide40.xml" ContentType="application/vnd.openxmlformats-officedocument.presentationml.slide+xml"/>
  <Override PartName="/ppt/notesSlides/notesSlide40.xml" ContentType="application/vnd.openxmlformats-officedocument.presentationml.notesSlide+xml"/>
  <Override PartName="/ppt/slides/slide41.xml" ContentType="application/vnd.openxmlformats-officedocument.presentationml.slide+xml"/>
  <Override PartName="/ppt/notesSlides/notesSlide41.xml" ContentType="application/vnd.openxmlformats-officedocument.presentationml.notesSlide+xml"/>
  <Override PartName="/ppt/slides/slide42.xml" ContentType="application/vnd.openxmlformats-officedocument.presentationml.slide+xml"/>
  <Override PartName="/ppt/notesSlides/notesSlide42.xml" ContentType="application/vnd.openxmlformats-officedocument.presentationml.notesSlide+xml"/>
  <Override PartName="/ppt/slides/slide43.xml" ContentType="application/vnd.openxmlformats-officedocument.presentationml.slide+xml"/>
  <Override PartName="/ppt/notesSlides/notesSlide43.xml" ContentType="application/vnd.openxmlformats-officedocument.presentationml.notesSlide+xml"/>
  <Override PartName="/ppt/slides/slide44.xml" ContentType="application/vnd.openxmlformats-officedocument.presentationml.slide+xml"/>
  <Override PartName="/ppt/notesSlides/notesSlide44.xml" ContentType="application/vnd.openxmlformats-officedocument.presentationml.notesSlide+xml"/>
  <Override PartName="/ppt/slides/slide45.xml" ContentType="application/vnd.openxmlformats-officedocument.presentationml.slide+xml"/>
  <Override PartName="/ppt/notesSlides/notesSlide45.xml" ContentType="application/vnd.openxmlformats-officedocument.presentationml.notesSlide+xml"/>
  <Override PartName="/ppt/slides/slide46.xml" ContentType="application/vnd.openxmlformats-officedocument.presentationml.slide+xml"/>
  <Override PartName="/ppt/notesSlides/notesSlide46.xml" ContentType="application/vnd.openxmlformats-officedocument.presentationml.notesSlide+xml"/>
  <Override PartName="/ppt/slides/slide47.xml" ContentType="application/vnd.openxmlformats-officedocument.presentationml.slide+xml"/>
  <Override PartName="/ppt/notesSlides/notesSlide47.xml" ContentType="application/vnd.openxmlformats-officedocument.presentationml.notesSlide+xml"/>
  <Override PartName="/ppt/slides/slide48.xml" ContentType="application/vnd.openxmlformats-officedocument.presentationml.slide+xml"/>
  <Override PartName="/ppt/notesSlides/notesSlide48.xml" ContentType="application/vnd.openxmlformats-officedocument.presentationml.notesSlide+xml"/>
  <Override PartName="/ppt/slides/slide49.xml" ContentType="application/vnd.openxmlformats-officedocument.presentationml.slide+xml"/>
  <Override PartName="/ppt/notesSlides/notesSlide49.xml" ContentType="application/vnd.openxmlformats-officedocument.presentationml.notesSlide+xml"/>
  <Override PartName="/ppt/slides/slide50.xml" ContentType="application/vnd.openxmlformats-officedocument.presentationml.slide+xml"/>
  <Override PartName="/ppt/notesSlides/notesSlide50.xml" ContentType="application/vnd.openxmlformats-officedocument.presentationml.notesSlide+xml"/>
  <Override PartName="/ppt/slides/slide51.xml" ContentType="application/vnd.openxmlformats-officedocument.presentationml.slide+xml"/>
  <Override PartName="/ppt/notesSlides/notesSlide51.xml" ContentType="application/vnd.openxmlformats-officedocument.presentationml.notesSlide+xml"/>
  <Override PartName="/ppt/slides/slide52.xml" ContentType="application/vnd.openxmlformats-officedocument.presentationml.slide+xml"/>
  <Override PartName="/ppt/notesSlides/notesSlide52.xml" ContentType="application/vnd.openxmlformats-officedocument.presentationml.notesSlide+xml"/>
  <Override PartName="/ppt/slides/slide53.xml" ContentType="application/vnd.openxmlformats-officedocument.presentationml.slide+xml"/>
  <Override PartName="/ppt/notesSlides/notesSlide53.xml" ContentType="application/vnd.openxmlformats-officedocument.presentationml.notesSlide+xml"/>
  <Override PartName="/ppt/slides/slide54.xml" ContentType="application/vnd.openxmlformats-officedocument.presentationml.slide+xml"/>
  <Override PartName="/ppt/notesSlides/notesSlide54.xml" ContentType="application/vnd.openxmlformats-officedocument.presentationml.notesSlide+xml"/>
  <Override PartName="/ppt/slides/slide55.xml" ContentType="application/vnd.openxmlformats-officedocument.presentationml.slide+xml"/>
  <Override PartName="/ppt/notesSlides/notesSlide55.xml" ContentType="application/vnd.openxmlformats-officedocument.presentationml.notesSlide+xml"/>
  <Override PartName="/ppt/slides/slide56.xml" ContentType="application/vnd.openxmlformats-officedocument.presentationml.slide+xml"/>
  <Override PartName="/ppt/notesSlides/notesSlide56.xml" ContentType="application/vnd.openxmlformats-officedocument.presentationml.notesSlide+xml"/>
  <Override PartName="/ppt/slides/slide57.xml" ContentType="application/vnd.openxmlformats-officedocument.presentationml.slide+xml"/>
  <Override PartName="/ppt/notesSlides/notesSlide57.xml" ContentType="application/vnd.openxmlformats-officedocument.presentationml.notesSlide+xml"/>
  <Override PartName="/ppt/slides/slide58.xml" ContentType="application/vnd.openxmlformats-officedocument.presentationml.slide+xml"/>
  <Override PartName="/ppt/notesSlides/notesSlide58.xml" ContentType="application/vnd.openxmlformats-officedocument.presentationml.notesSlide+xml"/>
  <Override PartName="/ppt/slides/slide59.xml" ContentType="application/vnd.openxmlformats-officedocument.presentationml.slide+xml"/>
  <Override PartName="/ppt/notesSlides/notesSlide59.xml" ContentType="application/vnd.openxmlformats-officedocument.presentationml.notesSlide+xml"/>
  <Override PartName="/ppt/slides/slide60.xml" ContentType="application/vnd.openxmlformats-officedocument.presentationml.slide+xml"/>
  <Override PartName="/ppt/notesSlides/notesSlide60.xml" ContentType="application/vnd.openxmlformats-officedocument.presentationml.notesSlide+xml"/>
  <Override PartName="/ppt/slides/slide61.xml" ContentType="application/vnd.openxmlformats-officedocument.presentationml.slide+xml"/>
  <Override PartName="/ppt/notesSlides/notesSlide61.xml" ContentType="application/vnd.openxmlformats-officedocument.presentationml.notesSlide+xml"/>
  <Override PartName="/ppt/slides/slide62.xml" ContentType="application/vnd.openxmlformats-officedocument.presentationml.slide+xml"/>
  <Override PartName="/ppt/notesSlides/notesSlide62.xml" ContentType="application/vnd.openxmlformats-officedocument.presentationml.notesSlide+xml"/>
  <Override PartName="/ppt/slides/slide63.xml" ContentType="application/vnd.openxmlformats-officedocument.presentationml.slide+xml"/>
  <Override PartName="/ppt/notesSlides/notesSlide63.xml" ContentType="application/vnd.openxmlformats-officedocument.presentationml.notesSlide+xml"/>
  <Override PartName="/ppt/slides/slide64.xml" ContentType="application/vnd.openxmlformats-officedocument.presentationml.slide+xml"/>
  <Override PartName="/ppt/notesSlides/notesSlide64.xml" ContentType="application/vnd.openxmlformats-officedocument.presentationml.notesSlide+xml"/>
  <Override PartName="/ppt/slides/slide65.xml" ContentType="application/vnd.openxmlformats-officedocument.presentationml.slide+xml"/>
  <Override PartName="/ppt/notesSlides/notesSlide65.xml" ContentType="application/vnd.openxmlformats-officedocument.presentationml.notesSlide+xml"/>
  <Override PartName="/ppt/slides/slide66.xml" ContentType="application/vnd.openxmlformats-officedocument.presentationml.slide+xml"/>
  <Override PartName="/ppt/notesSlides/notesSlide66.xml" ContentType="application/vnd.openxmlformats-officedocument.presentationml.notesSlide+xml"/>
  <Override PartName="/ppt/slides/slide67.xml" ContentType="application/vnd.openxmlformats-officedocument.presentationml.slide+xml"/>
  <Override PartName="/ppt/notesSlides/notesSlide67.xml" ContentType="application/vnd.openxmlformats-officedocument.presentationml.notesSlide+xml"/>
  <Override PartName="/ppt/slides/slide68.xml" ContentType="application/vnd.openxmlformats-officedocument.presentationml.slide+xml"/>
  <Override PartName="/ppt/notesSlides/notesSlide68.xml" ContentType="application/vnd.openxmlformats-officedocument.presentationml.notesSlide+xml"/>
  <Override PartName="/ppt/slides/slide69.xml" ContentType="application/vnd.openxmlformats-officedocument.presentationml.slide+xml"/>
  <Override PartName="/ppt/notesSlides/notesSlide69.xml" ContentType="application/vnd.openxmlformats-officedocument.presentationml.notesSlide+xml"/>
  <Override PartName="/ppt/slides/slide70.xml" ContentType="application/vnd.openxmlformats-officedocument.presentationml.slide+xml"/>
  <Override PartName="/ppt/notesSlides/notesSlide70.xml" ContentType="application/vnd.openxmlformats-officedocument.presentationml.notesSlide+xml"/>
  <Override PartName="/ppt/slides/slide71.xml" ContentType="application/vnd.openxmlformats-officedocument.presentationml.slide+xml"/>
  <Override PartName="/ppt/notesSlides/notesSlide71.xml" ContentType="application/vnd.openxmlformats-officedocument.presentationml.notesSlide+xml"/>
  <Override PartName="/ppt/slides/slide72.xml" ContentType="application/vnd.openxmlformats-officedocument.presentationml.slide+xml"/>
  <Override PartName="/ppt/notesSlides/notesSlide72.xml" ContentType="application/vnd.openxmlformats-officedocument.presentationml.notesSlide+xml"/>
  <Override PartName="/ppt/slides/slide73.xml" ContentType="application/vnd.openxmlformats-officedocument.presentationml.slide+xml"/>
  <Override PartName="/ppt/notesSlides/notesSlide73.xml" ContentType="application/vnd.openxmlformats-officedocument.presentationml.notesSlide+xml"/>
  <Override PartName="/ppt/slides/slide74.xml" ContentType="application/vnd.openxmlformats-officedocument.presentationml.slide+xml"/>
  <Override PartName="/ppt/notesSlides/notesSlide74.xml" ContentType="application/vnd.openxmlformats-officedocument.presentationml.notesSlide+xml"/>
  <Override PartName="/ppt/slides/slide75.xml" ContentType="application/vnd.openxmlformats-officedocument.presentationml.slide+xml"/>
  <Override PartName="/ppt/notesSlides/notesSlide75.xml" ContentType="application/vnd.openxmlformats-officedocument.presentationml.notesSlide+xml"/>
  <Override PartName="/ppt/slides/slide76.xml" ContentType="application/vnd.openxmlformats-officedocument.presentationml.slide+xml"/>
  <Override PartName="/ppt/notesSlides/notesSlide76.xml" ContentType="application/vnd.openxmlformats-officedocument.presentationml.notesSlide+xml"/>
  <Override PartName="/ppt/slides/slide77.xml" ContentType="application/vnd.openxmlformats-officedocument.presentationml.slide+xml"/>
  <Override PartName="/ppt/notesSlides/notesSlide77.xml" ContentType="application/vnd.openxmlformats-officedocument.presentationml.notesSlide+xml"/>
  <Override PartName="/ppt/slides/slide78.xml" ContentType="application/vnd.openxmlformats-officedocument.presentationml.slide+xml"/>
  <Override PartName="/ppt/notesSlides/notesSlide78.xml" ContentType="application/vnd.openxmlformats-officedocument.presentationml.notesSlide+xml"/>
  <Override PartName="/ppt/slides/slide79.xml" ContentType="application/vnd.openxmlformats-officedocument.presentationml.slide+xml"/>
  <Override PartName="/ppt/notesSlides/notesSlide79.xml" ContentType="application/vnd.openxmlformats-officedocument.presentationml.notesSlide+xml"/>
  <Override PartName="/ppt/slides/slide80.xml" ContentType="application/vnd.openxmlformats-officedocument.presentationml.slide+xml"/>
  <Override PartName="/ppt/notesSlides/notesSlide80.xml" ContentType="application/vnd.openxmlformats-officedocument.presentationml.notesSlide+xml"/>
  <Override PartName="/ppt/slides/slide81.xml" ContentType="application/vnd.openxmlformats-officedocument.presentationml.slide+xml"/>
  <Override PartName="/ppt/notesSlides/notesSlide81.xml" ContentType="application/vnd.openxmlformats-officedocument.presentationml.notesSlide+xml"/>
  <Override PartName="/ppt/slides/slide82.xml" ContentType="application/vnd.openxmlformats-officedocument.presentationml.slide+xml"/>
  <Override PartName="/ppt/notesSlides/notesSlide82.xml" ContentType="application/vnd.openxmlformats-officedocument.presentationml.notesSlide+xml"/>
  <Override PartName="/ppt/slides/slide83.xml" ContentType="application/vnd.openxmlformats-officedocument.presentationml.slide+xml"/>
  <Override PartName="/ppt/notesSlides/notesSlide83.xml" ContentType="application/vnd.openxmlformats-officedocument.presentationml.notesSlide+xml"/>
  <Override PartName="/ppt/slides/slide84.xml" ContentType="application/vnd.openxmlformats-officedocument.presentationml.slide+xml"/>
  <Override PartName="/ppt/notesSlides/notesSlide84.xml" ContentType="application/vnd.openxmlformats-officedocument.presentationml.notesSlide+xml"/>
  <Override PartName="/ppt/slides/slide85.xml" ContentType="application/vnd.openxmlformats-officedocument.presentationml.slide+xml"/>
  <Override PartName="/ppt/notesSlides/notesSlide85.xml" ContentType="application/vnd.openxmlformats-officedocument.presentationml.notesSlide+xml"/>
  <Override PartName="/ppt/slides/slide86.xml" ContentType="application/vnd.openxmlformats-officedocument.presentationml.slide+xml"/>
  <Override PartName="/ppt/notesSlides/notesSlide86.xml" ContentType="application/vnd.openxmlformats-officedocument.presentationml.notesSlide+xml"/>
  <Override PartName="/ppt/slides/slide87.xml" ContentType="application/vnd.openxmlformats-officedocument.presentationml.slide+xml"/>
  <Override PartName="/ppt/notesSlides/notesSlide87.xml" ContentType="application/vnd.openxmlformats-officedocument.presentationml.notesSlide+xml"/>
  <Override PartName="/ppt/slides/slide88.xml" ContentType="application/vnd.openxmlformats-officedocument.presentationml.slide+xml"/>
  <Override PartName="/ppt/notesSlides/notesSlide88.xml" ContentType="application/vnd.openxmlformats-officedocument.presentationml.notesSlide+xml"/>
  <Override PartName="/ppt/slides/slide89.xml" ContentType="application/vnd.openxmlformats-officedocument.presentationml.slide+xml"/>
  <Override PartName="/ppt/notesSlides/notesSlide89.xml" ContentType="application/vnd.openxmlformats-officedocument.presentationml.notesSlide+xml"/>
  <Override PartName="/ppt/slides/slide90.xml" ContentType="application/vnd.openxmlformats-officedocument.presentationml.slide+xml"/>
  <Override PartName="/ppt/notesSlides/notesSlide90.xml" ContentType="application/vnd.openxmlformats-officedocument.presentationml.notesSlide+xml"/>
  <Override PartName="/ppt/slides/slide91.xml" ContentType="application/vnd.openxmlformats-officedocument.presentationml.slide+xml"/>
  <Override PartName="/ppt/notesSlides/notesSlide91.xml" ContentType="application/vnd.openxmlformats-officedocument.presentationml.notesSlide+xml"/>
  <Override PartName="/ppt/slides/slide92.xml" ContentType="application/vnd.openxmlformats-officedocument.presentationml.slide+xml"/>
  <Override PartName="/ppt/notesSlides/notesSlide92.xml" ContentType="application/vnd.openxmlformats-officedocument.presentationml.notesSlide+xml"/>
</Types>
</file>

<file path=_rels/.rels>&#65279;<?xml version="1.0" encoding="utf-8"?><Relationships xmlns="http://schemas.openxmlformats.org/package/2006/relationships"><Relationship Type="http://schemas.openxmlformats.org/package/2006/relationships/metadata/core-properties" Target="/docProps/core.xml" Id="R74643d1cb1d84b80" /><Relationship Type="http://schemas.openxmlformats.org/officeDocument/2006/relationships/extended-properties" Target="/docProps/app.xml" Id="Rb56766d8cb0b4c71" /><Relationship Type="http://schemas.openxmlformats.org/officeDocument/2006/relationships/officeDocument" Target="/ppt/presentation.xml" Id="Rb82ae55ddb5e446d" /></Relationships>
</file>

<file path=ppt/presentation.xml><?xml version="1.0" encoding="utf-8"?>
<p:presentation xmlns:p="http://schemas.openxmlformats.org/presentationml/2006/main" embedTrueTypeFonts="1" saveSubsetFonts="0">
  <p:sldMasterIdLst>
    <p:sldMasterId xmlns:r="http://schemas.openxmlformats.org/officeDocument/2006/relationships" id="2147483648" r:id="Rb59b318ebab04c1c"/>
  </p:sldMasterIdLst>
  <p:notesMasterIdLst>
    <p:notesMasterId xmlns:r="http://schemas.openxmlformats.org/officeDocument/2006/relationships" r:id="R4d1a335778934166"/>
  </p:notesMasterIdLst>
  <p:sldIdLst>
    <p:sldId xmlns:r="http://schemas.openxmlformats.org/officeDocument/2006/relationships" id="256" r:id="Rd71baff9111e4a56"/>
    <p:sldId xmlns:r="http://schemas.openxmlformats.org/officeDocument/2006/relationships" id="257" r:id="R5610ebec0ba84a74"/>
    <p:sldId xmlns:r="http://schemas.openxmlformats.org/officeDocument/2006/relationships" id="258" r:id="R3b8c8e0a46c14f64"/>
    <p:sldId xmlns:r="http://schemas.openxmlformats.org/officeDocument/2006/relationships" id="259" r:id="R2c121ba889e14e2f"/>
    <p:sldId xmlns:r="http://schemas.openxmlformats.org/officeDocument/2006/relationships" id="260" r:id="R57a4f09189c94ee3"/>
    <p:sldId xmlns:r="http://schemas.openxmlformats.org/officeDocument/2006/relationships" id="261" r:id="R1e31f1b10e9748f5"/>
    <p:sldId xmlns:r="http://schemas.openxmlformats.org/officeDocument/2006/relationships" id="262" r:id="R1fe0bc2345de4a47"/>
    <p:sldId xmlns:r="http://schemas.openxmlformats.org/officeDocument/2006/relationships" id="263" r:id="R2e550384a203438c"/>
    <p:sldId xmlns:r="http://schemas.openxmlformats.org/officeDocument/2006/relationships" id="264" r:id="R5b5f114073494084"/>
    <p:sldId xmlns:r="http://schemas.openxmlformats.org/officeDocument/2006/relationships" id="265" r:id="R98589f4df95b4564"/>
    <p:sldId xmlns:r="http://schemas.openxmlformats.org/officeDocument/2006/relationships" id="266" r:id="R9d480d1c93fd4d38"/>
    <p:sldId xmlns:r="http://schemas.openxmlformats.org/officeDocument/2006/relationships" id="267" r:id="R369c470ed3f4474b"/>
    <p:sldId xmlns:r="http://schemas.openxmlformats.org/officeDocument/2006/relationships" id="268" r:id="Rab3a41a6fe5544eb"/>
    <p:sldId xmlns:r="http://schemas.openxmlformats.org/officeDocument/2006/relationships" id="269" r:id="R8df7afc22a4f48f9"/>
    <p:sldId xmlns:r="http://schemas.openxmlformats.org/officeDocument/2006/relationships" id="270" r:id="R9180dafa85f04957"/>
    <p:sldId xmlns:r="http://schemas.openxmlformats.org/officeDocument/2006/relationships" id="271" r:id="R7b3c6fb7cbca4083"/>
    <p:sldId xmlns:r="http://schemas.openxmlformats.org/officeDocument/2006/relationships" id="272" r:id="R4ec28bf081144f9e"/>
    <p:sldId xmlns:r="http://schemas.openxmlformats.org/officeDocument/2006/relationships" id="273" r:id="Ra9c7d24a724d4212"/>
    <p:sldId xmlns:r="http://schemas.openxmlformats.org/officeDocument/2006/relationships" id="274" r:id="Rdc6cb7ca372f477a"/>
    <p:sldId xmlns:r="http://schemas.openxmlformats.org/officeDocument/2006/relationships" id="275" r:id="Reee8d8586b074973"/>
    <p:sldId xmlns:r="http://schemas.openxmlformats.org/officeDocument/2006/relationships" id="276" r:id="R94c1587d0ad24e36"/>
    <p:sldId xmlns:r="http://schemas.openxmlformats.org/officeDocument/2006/relationships" id="277" r:id="R4648ea6e4ea14f65"/>
    <p:sldId xmlns:r="http://schemas.openxmlformats.org/officeDocument/2006/relationships" id="278" r:id="R11e0fe790d9346ae"/>
    <p:sldId xmlns:r="http://schemas.openxmlformats.org/officeDocument/2006/relationships" id="279" r:id="Rd16e320b7f434518"/>
    <p:sldId xmlns:r="http://schemas.openxmlformats.org/officeDocument/2006/relationships" id="280" r:id="R4ab693e5aed24e56"/>
    <p:sldId xmlns:r="http://schemas.openxmlformats.org/officeDocument/2006/relationships" id="281" r:id="R78456a379a83446d"/>
    <p:sldId xmlns:r="http://schemas.openxmlformats.org/officeDocument/2006/relationships" id="282" r:id="Rd863e63bd2874543"/>
    <p:sldId xmlns:r="http://schemas.openxmlformats.org/officeDocument/2006/relationships" id="283" r:id="R1b4eabff3a954753"/>
    <p:sldId xmlns:r="http://schemas.openxmlformats.org/officeDocument/2006/relationships" id="284" r:id="Re27f4458445043ee"/>
    <p:sldId xmlns:r="http://schemas.openxmlformats.org/officeDocument/2006/relationships" id="285" r:id="R47a270e2d1c84463"/>
    <p:sldId xmlns:r="http://schemas.openxmlformats.org/officeDocument/2006/relationships" id="286" r:id="R57830ebfc7014e2e"/>
    <p:sldId xmlns:r="http://schemas.openxmlformats.org/officeDocument/2006/relationships" id="287" r:id="Rdf356f94d31e4fce"/>
    <p:sldId xmlns:r="http://schemas.openxmlformats.org/officeDocument/2006/relationships" id="288" r:id="R425aa0f5aa79447b"/>
    <p:sldId xmlns:r="http://schemas.openxmlformats.org/officeDocument/2006/relationships" id="289" r:id="Rfe88da72b1c8431e"/>
    <p:sldId xmlns:r="http://schemas.openxmlformats.org/officeDocument/2006/relationships" id="290" r:id="R7ec1c15f181f4d78"/>
    <p:sldId xmlns:r="http://schemas.openxmlformats.org/officeDocument/2006/relationships" id="291" r:id="Rb63194b81c9e4515"/>
    <p:sldId xmlns:r="http://schemas.openxmlformats.org/officeDocument/2006/relationships" id="292" r:id="R335a3e983fcf4f35"/>
    <p:sldId xmlns:r="http://schemas.openxmlformats.org/officeDocument/2006/relationships" id="293" r:id="R97888f0da9b545be"/>
    <p:sldId xmlns:r="http://schemas.openxmlformats.org/officeDocument/2006/relationships" id="294" r:id="Ra67ab6adf8ad485f"/>
    <p:sldId xmlns:r="http://schemas.openxmlformats.org/officeDocument/2006/relationships" id="295" r:id="Re2d2527834934aa8"/>
    <p:sldId xmlns:r="http://schemas.openxmlformats.org/officeDocument/2006/relationships" id="296" r:id="Rbe00d8f15f1f4373"/>
    <p:sldId xmlns:r="http://schemas.openxmlformats.org/officeDocument/2006/relationships" id="297" r:id="R67ea2fb9b72a499c"/>
    <p:sldId xmlns:r="http://schemas.openxmlformats.org/officeDocument/2006/relationships" id="298" r:id="Ra288c5bcfd664dd7"/>
    <p:sldId xmlns:r="http://schemas.openxmlformats.org/officeDocument/2006/relationships" id="299" r:id="R102a13d6677941c5"/>
    <p:sldId xmlns:r="http://schemas.openxmlformats.org/officeDocument/2006/relationships" id="300" r:id="R8b14b19ca826460e"/>
    <p:sldId xmlns:r="http://schemas.openxmlformats.org/officeDocument/2006/relationships" id="301" r:id="R4990450a63704868"/>
    <p:sldId xmlns:r="http://schemas.openxmlformats.org/officeDocument/2006/relationships" id="302" r:id="R011b19c5fdd94cba"/>
    <p:sldId xmlns:r="http://schemas.openxmlformats.org/officeDocument/2006/relationships" id="303" r:id="R70f2ad806b18457d"/>
    <p:sldId xmlns:r="http://schemas.openxmlformats.org/officeDocument/2006/relationships" id="304" r:id="R1ee5e27636b54f10"/>
    <p:sldId xmlns:r="http://schemas.openxmlformats.org/officeDocument/2006/relationships" id="305" r:id="R5315916b210f4656"/>
    <p:sldId xmlns:r="http://schemas.openxmlformats.org/officeDocument/2006/relationships" id="306" r:id="R8672febf04f841c5"/>
    <p:sldId xmlns:r="http://schemas.openxmlformats.org/officeDocument/2006/relationships" id="307" r:id="R9dacbf67b4124689"/>
    <p:sldId xmlns:r="http://schemas.openxmlformats.org/officeDocument/2006/relationships" id="308" r:id="Rc940a8d2d4204035"/>
    <p:sldId xmlns:r="http://schemas.openxmlformats.org/officeDocument/2006/relationships" id="309" r:id="R3ccb3b1bbb3745c8"/>
    <p:sldId xmlns:r="http://schemas.openxmlformats.org/officeDocument/2006/relationships" id="310" r:id="R11a0662008374432"/>
    <p:sldId xmlns:r="http://schemas.openxmlformats.org/officeDocument/2006/relationships" id="311" r:id="R5a73f15ff2ac4076"/>
    <p:sldId xmlns:r="http://schemas.openxmlformats.org/officeDocument/2006/relationships" id="312" r:id="Rcbf85a383dd147f5"/>
    <p:sldId xmlns:r="http://schemas.openxmlformats.org/officeDocument/2006/relationships" id="313" r:id="R0e913562852c43aa"/>
    <p:sldId xmlns:r="http://schemas.openxmlformats.org/officeDocument/2006/relationships" id="314" r:id="R21ddcdb5e6594649"/>
    <p:sldId xmlns:r="http://schemas.openxmlformats.org/officeDocument/2006/relationships" id="315" r:id="R41effa32682743a6"/>
    <p:sldId xmlns:r="http://schemas.openxmlformats.org/officeDocument/2006/relationships" id="316" r:id="R12c9be9c81ce4be6"/>
    <p:sldId xmlns:r="http://schemas.openxmlformats.org/officeDocument/2006/relationships" id="317" r:id="R3b8dc154c1ee4b60"/>
    <p:sldId xmlns:r="http://schemas.openxmlformats.org/officeDocument/2006/relationships" id="318" r:id="Rd8b4571d2ce34f09"/>
    <p:sldId xmlns:r="http://schemas.openxmlformats.org/officeDocument/2006/relationships" id="319" r:id="Rd752d34345534ca5"/>
    <p:sldId xmlns:r="http://schemas.openxmlformats.org/officeDocument/2006/relationships" id="320" r:id="R619ca0f0fd2246e8"/>
    <p:sldId xmlns:r="http://schemas.openxmlformats.org/officeDocument/2006/relationships" id="321" r:id="R1d4c12a27c074bf9"/>
    <p:sldId xmlns:r="http://schemas.openxmlformats.org/officeDocument/2006/relationships" id="322" r:id="R6fa4106930d84913"/>
    <p:sldId xmlns:r="http://schemas.openxmlformats.org/officeDocument/2006/relationships" id="323" r:id="R7b6bbc0210e649d5"/>
    <p:sldId xmlns:r="http://schemas.openxmlformats.org/officeDocument/2006/relationships" id="324" r:id="R884cad4efe09411d"/>
    <p:sldId xmlns:r="http://schemas.openxmlformats.org/officeDocument/2006/relationships" id="325" r:id="R021e3099d9ec48ba"/>
    <p:sldId xmlns:r="http://schemas.openxmlformats.org/officeDocument/2006/relationships" id="326" r:id="R2885fd244fc948e8"/>
    <p:sldId xmlns:r="http://schemas.openxmlformats.org/officeDocument/2006/relationships" id="327" r:id="R834fed1af82c41f8"/>
    <p:sldId xmlns:r="http://schemas.openxmlformats.org/officeDocument/2006/relationships" id="328" r:id="R96ae64df36774a1f"/>
    <p:sldId xmlns:r="http://schemas.openxmlformats.org/officeDocument/2006/relationships" id="329" r:id="R0defac7f42be4f19"/>
    <p:sldId xmlns:r="http://schemas.openxmlformats.org/officeDocument/2006/relationships" id="330" r:id="Rb2d58f67c2634e8a"/>
    <p:sldId xmlns:r="http://schemas.openxmlformats.org/officeDocument/2006/relationships" id="331" r:id="R86ddbc7402ac446b"/>
    <p:sldId xmlns:r="http://schemas.openxmlformats.org/officeDocument/2006/relationships" id="332" r:id="R93e41783300b427b"/>
    <p:sldId xmlns:r="http://schemas.openxmlformats.org/officeDocument/2006/relationships" id="333" r:id="R90d9a67fd99b4e6e"/>
    <p:sldId xmlns:r="http://schemas.openxmlformats.org/officeDocument/2006/relationships" id="334" r:id="R69e3077d19a147fc"/>
    <p:sldId xmlns:r="http://schemas.openxmlformats.org/officeDocument/2006/relationships" id="335" r:id="R0f98d717e024488f"/>
    <p:sldId xmlns:r="http://schemas.openxmlformats.org/officeDocument/2006/relationships" id="336" r:id="R68ae1b0af13b438f"/>
    <p:sldId xmlns:r="http://schemas.openxmlformats.org/officeDocument/2006/relationships" id="337" r:id="R9e9b991274bb43b1"/>
    <p:sldId xmlns:r="http://schemas.openxmlformats.org/officeDocument/2006/relationships" id="338" r:id="Rd713feab004340f5"/>
    <p:sldId xmlns:r="http://schemas.openxmlformats.org/officeDocument/2006/relationships" id="339" r:id="R2adcdd3f19e642c2"/>
    <p:sldId xmlns:r="http://schemas.openxmlformats.org/officeDocument/2006/relationships" id="340" r:id="Rc0899905b6a0489e"/>
    <p:sldId xmlns:r="http://schemas.openxmlformats.org/officeDocument/2006/relationships" id="341" r:id="Rfbd5e9eb510c454c"/>
    <p:sldId xmlns:r="http://schemas.openxmlformats.org/officeDocument/2006/relationships" id="342" r:id="R6e036dad88144aea"/>
    <p:sldId xmlns:r="http://schemas.openxmlformats.org/officeDocument/2006/relationships" id="343" r:id="Rbd35fb890d774505"/>
    <p:sldId xmlns:r="http://schemas.openxmlformats.org/officeDocument/2006/relationships" id="344" r:id="Rc0e55812b9b5493d"/>
    <p:sldId xmlns:r="http://schemas.openxmlformats.org/officeDocument/2006/relationships" id="345" r:id="R15560942d2b14fb2"/>
    <p:sldId xmlns:r="http://schemas.openxmlformats.org/officeDocument/2006/relationships" id="346" r:id="R7229ee2285c346f7"/>
    <p:sldId xmlns:r="http://schemas.openxmlformats.org/officeDocument/2006/relationships" id="347" r:id="R56667f58b58a4ff4"/>
  </p:sldIdLst>
  <p:sldSz cx="12192000" cy="6858000"/>
  <p:notesSz cx="6858000" cy="9144000"/>
  <p:embeddedFontLst>
    <p:embeddedFont>
      <p:font typeface="Poppins"/>
      <p:regular xmlns:r="http://schemas.openxmlformats.org/officeDocument/2006/relationships" r:id="Rf95471b126c44630"/>
      <p:bold xmlns:r="http://schemas.openxmlformats.org/officeDocument/2006/relationships" r:id="R902b692eb2a8495e"/>
    </p:embeddedFont>
    <p:embeddedFont>
      <p:font typeface="Anton"/>
      <p:regular xmlns:r="http://schemas.openxmlformats.org/officeDocument/2006/relationships" r:id="R6bca0cee641f44b8"/>
    </p:embeddedFont>
  </p:embeddedFontLst>
  <p:defaultTextStyle>
    <a:lvl1pPr xmlns:a="http://schemas.openxmlformats.org/drawingml/2006/main" marL="0" algn="l" defTabSz="914400">
      <a:buNone/>
      <a:defRPr sz="1800" kern="1200">
        <a:solidFill>
          <a:schemeClr val="tx1"/>
        </a:solidFill>
        <a:latin typeface="+mn-lt"/>
        <a:ea typeface="+mn-lt"/>
        <a:cs typeface="+mn-lt"/>
      </a:defRPr>
    </a:lvl1pPr>
    <a:lvl2pPr xmlns:a="http://schemas.openxmlformats.org/drawingml/2006/main" marL="457200" algn="l" defTabSz="914400">
      <a:buNone/>
      <a:defRPr sz="1800" kern="1200">
        <a:solidFill>
          <a:schemeClr val="tx1"/>
        </a:solidFill>
        <a:latin typeface="+mn-lt"/>
        <a:ea typeface="+mn-lt"/>
        <a:cs typeface="+mn-lt"/>
      </a:defRPr>
    </a:lvl2pPr>
    <a:lvl3pPr xmlns:a="http://schemas.openxmlformats.org/drawingml/2006/main" marL="914400" algn="l" defTabSz="914400">
      <a:buNone/>
      <a:defRPr sz="1800" kern="1200">
        <a:solidFill>
          <a:schemeClr val="tx1"/>
        </a:solidFill>
        <a:latin typeface="+mn-lt"/>
        <a:ea typeface="+mn-lt"/>
        <a:cs typeface="+mn-lt"/>
      </a:defRPr>
    </a:lvl3pPr>
    <a:lvl4pPr xmlns:a="http://schemas.openxmlformats.org/drawingml/2006/main" marL="1371600" algn="l" defTabSz="914400">
      <a:buNone/>
      <a:defRPr sz="1800" kern="1200">
        <a:solidFill>
          <a:schemeClr val="tx1"/>
        </a:solidFill>
        <a:latin typeface="+mn-lt"/>
        <a:ea typeface="+mn-lt"/>
        <a:cs typeface="+mn-lt"/>
      </a:defRPr>
    </a:lvl4pPr>
    <a:lvl5pPr xmlns:a="http://schemas.openxmlformats.org/drawingml/2006/main" marL="1828800" algn="l" defTabSz="914400">
      <a:buNone/>
      <a:defRPr sz="1800" kern="1200">
        <a:solidFill>
          <a:schemeClr val="tx1"/>
        </a:solidFill>
        <a:latin typeface="+mn-lt"/>
        <a:ea typeface="+mn-lt"/>
        <a:cs typeface="+mn-lt"/>
      </a:defRPr>
    </a:lvl5pPr>
    <a:lvl6pPr xmlns:a="http://schemas.openxmlformats.org/drawingml/2006/main" marL="2286000" algn="l" defTabSz="914400">
      <a:buNone/>
      <a:defRPr sz="1800" kern="1200">
        <a:solidFill>
          <a:schemeClr val="tx1"/>
        </a:solidFill>
        <a:latin typeface="+mn-lt"/>
        <a:ea typeface="+mn-lt"/>
        <a:cs typeface="+mn-lt"/>
      </a:defRPr>
    </a:lvl6pPr>
    <a:lvl7pPr xmlns:a="http://schemas.openxmlformats.org/drawingml/2006/main" marL="2743200" algn="l" defTabSz="914400">
      <a:buNone/>
      <a:defRPr sz="1800" kern="1200">
        <a:solidFill>
          <a:schemeClr val="tx1"/>
        </a:solidFill>
        <a:latin typeface="+mn-lt"/>
        <a:ea typeface="+mn-lt"/>
        <a:cs typeface="+mn-lt"/>
      </a:defRPr>
    </a:lvl7pPr>
    <a:lvl8pPr xmlns:a="http://schemas.openxmlformats.org/drawingml/2006/main" marL="3200400" algn="l" defTabSz="914400">
      <a:buNone/>
      <a:defRPr sz="1800" kern="1200">
        <a:solidFill>
          <a:schemeClr val="tx1"/>
        </a:solidFill>
        <a:latin typeface="+mn-lt"/>
        <a:ea typeface="+mn-lt"/>
        <a:cs typeface="+mn-lt"/>
      </a:defRPr>
    </a:lvl8pPr>
    <a:lvl9pPr xmlns:a="http://schemas.openxmlformats.org/drawingml/2006/main" marL="3657600" algn="l" defTabSz="914400">
      <a:buNone/>
      <a:defRPr sz="1800" kern="1200">
        <a:solidFill>
          <a:schemeClr val="tx1"/>
        </a:solidFill>
        <a:latin typeface="+mn-lt"/>
        <a:ea typeface="+mn-lt"/>
        <a:cs typeface="+mn-lt"/>
      </a:defRPr>
    </a:lvl9pPr>
  </p:defaultTextStyle>
</p:presentation>
</file>

<file path=ppt/presProps.xml><?xml version="1.0" encoding="utf-8"?>
<p:presentationPr xmlns:p="http://schemas.openxmlformats.org/presentationml/2006/main">
  <p:extLst>
    <p:ext xmlns:p14="http://schemas.microsoft.com/office/powerpoint/2010/main" uri="{E76CE94A-603C-4142-B9EB-6D1370010A27}">
      <p14:discardImageEditData val="0"/>
    </p:ext>
    <p:ext xmlns:p14="http://schemas.microsoft.com/office/powerpoint/2010/main" uri="{D31A062A-798A-4329-ABDD-BBA856620510}">
      <p14:defaultImageDpi val="32767"/>
    </p:ext>
    <p:ext xmlns:p15="http://schemas.microsoft.com/office/powerpoint/2012/main" uri="{FD5EFAAD-0ECE-453E-9831-46B23BE46B34}">
      <p15:chartTrackingRefBased val="1"/>
    </p:ext>
  </p:extLst>
</p:presentationPr>
</file>

<file path=ppt/tableStyles.xml><?xml version="1.0" encoding="utf-8"?>
<a:tblStyleLst xmlns:a="http://schemas.openxmlformats.org/drawingml/2006/main" def="{5C22544A-7EE6-4342-B048-85BDC9FD1C3A}"/>
</file>

<file path=ppt/viewProps.xml><?xml version="1.0" encoding="utf-8"?>
<p:viewPr xmlns:p="http://schemas.openxmlformats.org/presentationml/2006/main">
  <p:slideViewPr>
    <p:cSldViewPr snapToGrid="0" snapToObjects="1">
      <p:cViewPr>
        <p:scale>
          <a:sx xmlns:a="http://schemas.openxmlformats.org/drawingml/2006/main" n="1" d="1"/>
          <a:sy xmlns:a="http://schemas.openxmlformats.org/drawingml/2006/main" n="1" d="1"/>
        </p:scale>
        <p:origin x="0" y="0"/>
      </p:cViewPr>
      <p:guideLst/>
    </p:cSldViewPr>
  </p:slideViewPr>
  <p:gridSpacing cx="76200" cy="76200"/>
</p:viewPr>
</file>

<file path=ppt/_rels/presentation.xml.rels>&#65279;<?xml version="1.0" encoding="utf-8"?><Relationships xmlns="http://schemas.openxmlformats.org/package/2006/relationships"><Relationship Type="http://schemas.openxmlformats.org/officeDocument/2006/relationships/theme" Target="/ppt/theme/theme1.xml" Id="Re2faeb04c72b4385" /><Relationship Type="http://schemas.openxmlformats.org/officeDocument/2006/relationships/slideMaster" Target="/ppt/slideMasters/slideMaster1.xml" Id="Rb59b318ebab04c1c" /><Relationship Type="http://schemas.openxmlformats.org/officeDocument/2006/relationships/notesMaster" Target="/ppt/notesMasters/notesMaster1.xml" Id="R4d1a335778934166" /><Relationship Type="http://schemas.openxmlformats.org/officeDocument/2006/relationships/presProps" Target="/ppt/presProps.xml" Id="R0bf5342ef84d4546" /><Relationship Type="http://schemas.openxmlformats.org/officeDocument/2006/relationships/viewProps" Target="/ppt/viewProps.xml" Id="R0cdff51a94b7403f" /><Relationship Type="http://schemas.openxmlformats.org/officeDocument/2006/relationships/tableStyles" Target="/ppt/tableStyles.xml" Id="R318cce5fcb5d469b" /><Relationship Type="http://schemas.openxmlformats.org/officeDocument/2006/relationships/font" Target="/ppt/fonts/font.dat" Id="Rf95471b126c44630" /><Relationship Type="http://schemas.openxmlformats.org/officeDocument/2006/relationships/font" Target="/ppt/fonts/font2.dat" Id="R902b692eb2a8495e" /><Relationship Type="http://schemas.openxmlformats.org/officeDocument/2006/relationships/font" Target="/ppt/fonts/font3.dat" Id="R6bca0cee641f44b8" /><Relationship Type="http://schemas.openxmlformats.org/officeDocument/2006/relationships/slide" Target="/ppt/slides/slide1.xml" Id="Rd71baff9111e4a56" /><Relationship Type="http://schemas.openxmlformats.org/officeDocument/2006/relationships/slide" Target="/ppt/slides/slide2.xml" Id="R5610ebec0ba84a74" /><Relationship Type="http://schemas.openxmlformats.org/officeDocument/2006/relationships/slide" Target="/ppt/slides/slide3.xml" Id="R3b8c8e0a46c14f64" /><Relationship Type="http://schemas.openxmlformats.org/officeDocument/2006/relationships/slide" Target="/ppt/slides/slide4.xml" Id="R2c121ba889e14e2f" /><Relationship Type="http://schemas.openxmlformats.org/officeDocument/2006/relationships/slide" Target="/ppt/slides/slide5.xml" Id="R57a4f09189c94ee3" /><Relationship Type="http://schemas.openxmlformats.org/officeDocument/2006/relationships/slide" Target="/ppt/slides/slide6.xml" Id="R1e31f1b10e9748f5" /><Relationship Type="http://schemas.openxmlformats.org/officeDocument/2006/relationships/slide" Target="/ppt/slides/slide7.xml" Id="R1fe0bc2345de4a47" /><Relationship Type="http://schemas.openxmlformats.org/officeDocument/2006/relationships/slide" Target="/ppt/slides/slide8.xml" Id="R2e550384a203438c" /><Relationship Type="http://schemas.openxmlformats.org/officeDocument/2006/relationships/slide" Target="/ppt/slides/slide9.xml" Id="R5b5f114073494084" /><Relationship Type="http://schemas.openxmlformats.org/officeDocument/2006/relationships/slide" Target="/ppt/slides/slide10.xml" Id="R98589f4df95b4564" /><Relationship Type="http://schemas.openxmlformats.org/officeDocument/2006/relationships/slide" Target="/ppt/slides/slide11.xml" Id="R9d480d1c93fd4d38" /><Relationship Type="http://schemas.openxmlformats.org/officeDocument/2006/relationships/slide" Target="/ppt/slides/slide12.xml" Id="R369c470ed3f4474b" /><Relationship Type="http://schemas.openxmlformats.org/officeDocument/2006/relationships/slide" Target="/ppt/slides/slide13.xml" Id="Rab3a41a6fe5544eb" /><Relationship Type="http://schemas.openxmlformats.org/officeDocument/2006/relationships/slide" Target="/ppt/slides/slide14.xml" Id="R8df7afc22a4f48f9" /><Relationship Type="http://schemas.openxmlformats.org/officeDocument/2006/relationships/slide" Target="/ppt/slides/slide15.xml" Id="R9180dafa85f04957" /><Relationship Type="http://schemas.openxmlformats.org/officeDocument/2006/relationships/slide" Target="/ppt/slides/slide16.xml" Id="R7b3c6fb7cbca4083" /><Relationship Type="http://schemas.openxmlformats.org/officeDocument/2006/relationships/slide" Target="/ppt/slides/slide17.xml" Id="R4ec28bf081144f9e" /><Relationship Type="http://schemas.openxmlformats.org/officeDocument/2006/relationships/slide" Target="/ppt/slides/slide18.xml" Id="Ra9c7d24a724d4212" /><Relationship Type="http://schemas.openxmlformats.org/officeDocument/2006/relationships/slide" Target="/ppt/slides/slide19.xml" Id="Rdc6cb7ca372f477a" /><Relationship Type="http://schemas.openxmlformats.org/officeDocument/2006/relationships/slide" Target="/ppt/slides/slide20.xml" Id="Reee8d8586b074973" /><Relationship Type="http://schemas.openxmlformats.org/officeDocument/2006/relationships/slide" Target="/ppt/slides/slide21.xml" Id="R94c1587d0ad24e36" /><Relationship Type="http://schemas.openxmlformats.org/officeDocument/2006/relationships/slide" Target="/ppt/slides/slide22.xml" Id="R4648ea6e4ea14f65" /><Relationship Type="http://schemas.openxmlformats.org/officeDocument/2006/relationships/slide" Target="/ppt/slides/slide23.xml" Id="R11e0fe790d9346ae" /><Relationship Type="http://schemas.openxmlformats.org/officeDocument/2006/relationships/slide" Target="/ppt/slides/slide24.xml" Id="Rd16e320b7f434518" /><Relationship Type="http://schemas.openxmlformats.org/officeDocument/2006/relationships/slide" Target="/ppt/slides/slide25.xml" Id="R4ab693e5aed24e56" /><Relationship Type="http://schemas.openxmlformats.org/officeDocument/2006/relationships/slide" Target="/ppt/slides/slide26.xml" Id="R78456a379a83446d" /><Relationship Type="http://schemas.openxmlformats.org/officeDocument/2006/relationships/slide" Target="/ppt/slides/slide27.xml" Id="Rd863e63bd2874543" /><Relationship Type="http://schemas.openxmlformats.org/officeDocument/2006/relationships/slide" Target="/ppt/slides/slide28.xml" Id="R1b4eabff3a954753" /><Relationship Type="http://schemas.openxmlformats.org/officeDocument/2006/relationships/slide" Target="/ppt/slides/slide29.xml" Id="Re27f4458445043ee" /><Relationship Type="http://schemas.openxmlformats.org/officeDocument/2006/relationships/slide" Target="/ppt/slides/slide30.xml" Id="R47a270e2d1c84463" /><Relationship Type="http://schemas.openxmlformats.org/officeDocument/2006/relationships/slide" Target="/ppt/slides/slide31.xml" Id="R57830ebfc7014e2e" /><Relationship Type="http://schemas.openxmlformats.org/officeDocument/2006/relationships/slide" Target="/ppt/slides/slide32.xml" Id="Rdf356f94d31e4fce" /><Relationship Type="http://schemas.openxmlformats.org/officeDocument/2006/relationships/slide" Target="/ppt/slides/slide33.xml" Id="R425aa0f5aa79447b" /><Relationship Type="http://schemas.openxmlformats.org/officeDocument/2006/relationships/slide" Target="/ppt/slides/slide34.xml" Id="Rfe88da72b1c8431e" /><Relationship Type="http://schemas.openxmlformats.org/officeDocument/2006/relationships/slide" Target="/ppt/slides/slide35.xml" Id="R7ec1c15f181f4d78" /><Relationship Type="http://schemas.openxmlformats.org/officeDocument/2006/relationships/slide" Target="/ppt/slides/slide36.xml" Id="Rb63194b81c9e4515" /><Relationship Type="http://schemas.openxmlformats.org/officeDocument/2006/relationships/slide" Target="/ppt/slides/slide37.xml" Id="R335a3e983fcf4f35" /><Relationship Type="http://schemas.openxmlformats.org/officeDocument/2006/relationships/slide" Target="/ppt/slides/slide38.xml" Id="R97888f0da9b545be" /><Relationship Type="http://schemas.openxmlformats.org/officeDocument/2006/relationships/slide" Target="/ppt/slides/slide39.xml" Id="Ra67ab6adf8ad485f" /><Relationship Type="http://schemas.openxmlformats.org/officeDocument/2006/relationships/slide" Target="/ppt/slides/slide40.xml" Id="Re2d2527834934aa8" /><Relationship Type="http://schemas.openxmlformats.org/officeDocument/2006/relationships/slide" Target="/ppt/slides/slide41.xml" Id="Rbe00d8f15f1f4373" /><Relationship Type="http://schemas.openxmlformats.org/officeDocument/2006/relationships/slide" Target="/ppt/slides/slide42.xml" Id="R67ea2fb9b72a499c" /><Relationship Type="http://schemas.openxmlformats.org/officeDocument/2006/relationships/slide" Target="/ppt/slides/slide43.xml" Id="Ra288c5bcfd664dd7" /><Relationship Type="http://schemas.openxmlformats.org/officeDocument/2006/relationships/slide" Target="/ppt/slides/slide44.xml" Id="R102a13d6677941c5" /><Relationship Type="http://schemas.openxmlformats.org/officeDocument/2006/relationships/slide" Target="/ppt/slides/slide45.xml" Id="R8b14b19ca826460e" /><Relationship Type="http://schemas.openxmlformats.org/officeDocument/2006/relationships/slide" Target="/ppt/slides/slide46.xml" Id="R4990450a63704868" /><Relationship Type="http://schemas.openxmlformats.org/officeDocument/2006/relationships/slide" Target="/ppt/slides/slide47.xml" Id="R011b19c5fdd94cba" /><Relationship Type="http://schemas.openxmlformats.org/officeDocument/2006/relationships/slide" Target="/ppt/slides/slide48.xml" Id="R70f2ad806b18457d" /><Relationship Type="http://schemas.openxmlformats.org/officeDocument/2006/relationships/slide" Target="/ppt/slides/slide49.xml" Id="R1ee5e27636b54f10" /><Relationship Type="http://schemas.openxmlformats.org/officeDocument/2006/relationships/slide" Target="/ppt/slides/slide50.xml" Id="R5315916b210f4656" /><Relationship Type="http://schemas.openxmlformats.org/officeDocument/2006/relationships/slide" Target="/ppt/slides/slide51.xml" Id="R8672febf04f841c5" /><Relationship Type="http://schemas.openxmlformats.org/officeDocument/2006/relationships/slide" Target="/ppt/slides/slide52.xml" Id="R9dacbf67b4124689" /><Relationship Type="http://schemas.openxmlformats.org/officeDocument/2006/relationships/slide" Target="/ppt/slides/slide53.xml" Id="Rc940a8d2d4204035" /><Relationship Type="http://schemas.openxmlformats.org/officeDocument/2006/relationships/slide" Target="/ppt/slides/slide54.xml" Id="R3ccb3b1bbb3745c8" /><Relationship Type="http://schemas.openxmlformats.org/officeDocument/2006/relationships/slide" Target="/ppt/slides/slide55.xml" Id="R11a0662008374432" /><Relationship Type="http://schemas.openxmlformats.org/officeDocument/2006/relationships/slide" Target="/ppt/slides/slide56.xml" Id="R5a73f15ff2ac4076" /><Relationship Type="http://schemas.openxmlformats.org/officeDocument/2006/relationships/slide" Target="/ppt/slides/slide57.xml" Id="Rcbf85a383dd147f5" /><Relationship Type="http://schemas.openxmlformats.org/officeDocument/2006/relationships/slide" Target="/ppt/slides/slide58.xml" Id="R0e913562852c43aa" /><Relationship Type="http://schemas.openxmlformats.org/officeDocument/2006/relationships/slide" Target="/ppt/slides/slide59.xml" Id="R21ddcdb5e6594649" /><Relationship Type="http://schemas.openxmlformats.org/officeDocument/2006/relationships/slide" Target="/ppt/slides/slide60.xml" Id="R41effa32682743a6" /><Relationship Type="http://schemas.openxmlformats.org/officeDocument/2006/relationships/slide" Target="/ppt/slides/slide61.xml" Id="R12c9be9c81ce4be6" /><Relationship Type="http://schemas.openxmlformats.org/officeDocument/2006/relationships/slide" Target="/ppt/slides/slide62.xml" Id="R3b8dc154c1ee4b60" /><Relationship Type="http://schemas.openxmlformats.org/officeDocument/2006/relationships/slide" Target="/ppt/slides/slide63.xml" Id="Rd8b4571d2ce34f09" /><Relationship Type="http://schemas.openxmlformats.org/officeDocument/2006/relationships/slide" Target="/ppt/slides/slide64.xml" Id="Rd752d34345534ca5" /><Relationship Type="http://schemas.openxmlformats.org/officeDocument/2006/relationships/slide" Target="/ppt/slides/slide65.xml" Id="R619ca0f0fd2246e8" /><Relationship Type="http://schemas.openxmlformats.org/officeDocument/2006/relationships/slide" Target="/ppt/slides/slide66.xml" Id="R1d4c12a27c074bf9" /><Relationship Type="http://schemas.openxmlformats.org/officeDocument/2006/relationships/slide" Target="/ppt/slides/slide67.xml" Id="R6fa4106930d84913" /><Relationship Type="http://schemas.openxmlformats.org/officeDocument/2006/relationships/slide" Target="/ppt/slides/slide68.xml" Id="R7b6bbc0210e649d5" /><Relationship Type="http://schemas.openxmlformats.org/officeDocument/2006/relationships/slide" Target="/ppt/slides/slide69.xml" Id="R884cad4efe09411d" /><Relationship Type="http://schemas.openxmlformats.org/officeDocument/2006/relationships/slide" Target="/ppt/slides/slide70.xml" Id="R021e3099d9ec48ba" /><Relationship Type="http://schemas.openxmlformats.org/officeDocument/2006/relationships/slide" Target="/ppt/slides/slide71.xml" Id="R2885fd244fc948e8" /><Relationship Type="http://schemas.openxmlformats.org/officeDocument/2006/relationships/slide" Target="/ppt/slides/slide72.xml" Id="R834fed1af82c41f8" /><Relationship Type="http://schemas.openxmlformats.org/officeDocument/2006/relationships/slide" Target="/ppt/slides/slide73.xml" Id="R96ae64df36774a1f" /><Relationship Type="http://schemas.openxmlformats.org/officeDocument/2006/relationships/slide" Target="/ppt/slides/slide74.xml" Id="R0defac7f42be4f19" /><Relationship Type="http://schemas.openxmlformats.org/officeDocument/2006/relationships/slide" Target="/ppt/slides/slide75.xml" Id="Rb2d58f67c2634e8a" /><Relationship Type="http://schemas.openxmlformats.org/officeDocument/2006/relationships/slide" Target="/ppt/slides/slide76.xml" Id="R86ddbc7402ac446b" /><Relationship Type="http://schemas.openxmlformats.org/officeDocument/2006/relationships/slide" Target="/ppt/slides/slide77.xml" Id="R93e41783300b427b" /><Relationship Type="http://schemas.openxmlformats.org/officeDocument/2006/relationships/slide" Target="/ppt/slides/slide78.xml" Id="R90d9a67fd99b4e6e" /><Relationship Type="http://schemas.openxmlformats.org/officeDocument/2006/relationships/slide" Target="/ppt/slides/slide79.xml" Id="R69e3077d19a147fc" /><Relationship Type="http://schemas.openxmlformats.org/officeDocument/2006/relationships/slide" Target="/ppt/slides/slide80.xml" Id="R0f98d717e024488f" /><Relationship Type="http://schemas.openxmlformats.org/officeDocument/2006/relationships/slide" Target="/ppt/slides/slide81.xml" Id="R68ae1b0af13b438f" /><Relationship Type="http://schemas.openxmlformats.org/officeDocument/2006/relationships/slide" Target="/ppt/slides/slide82.xml" Id="R9e9b991274bb43b1" /><Relationship Type="http://schemas.openxmlformats.org/officeDocument/2006/relationships/slide" Target="/ppt/slides/slide83.xml" Id="Rd713feab004340f5" /><Relationship Type="http://schemas.openxmlformats.org/officeDocument/2006/relationships/slide" Target="/ppt/slides/slide84.xml" Id="R2adcdd3f19e642c2" /><Relationship Type="http://schemas.openxmlformats.org/officeDocument/2006/relationships/slide" Target="/ppt/slides/slide85.xml" Id="Rc0899905b6a0489e" /><Relationship Type="http://schemas.openxmlformats.org/officeDocument/2006/relationships/slide" Target="/ppt/slides/slide86.xml" Id="Rfbd5e9eb510c454c" /><Relationship Type="http://schemas.openxmlformats.org/officeDocument/2006/relationships/slide" Target="/ppt/slides/slide87.xml" Id="R6e036dad88144aea" /><Relationship Type="http://schemas.openxmlformats.org/officeDocument/2006/relationships/slide" Target="/ppt/slides/slide88.xml" Id="Rbd35fb890d774505" /><Relationship Type="http://schemas.openxmlformats.org/officeDocument/2006/relationships/slide" Target="/ppt/slides/slide89.xml" Id="Rc0e55812b9b5493d" /><Relationship Type="http://schemas.openxmlformats.org/officeDocument/2006/relationships/slide" Target="/ppt/slides/slide90.xml" Id="R15560942d2b14fb2" /><Relationship Type="http://schemas.openxmlformats.org/officeDocument/2006/relationships/slide" Target="/ppt/slides/slide91.xml" Id="R7229ee2285c346f7" /><Relationship Type="http://schemas.openxmlformats.org/officeDocument/2006/relationships/slide" Target="/ppt/slides/slide92.xml" Id="R56667f58b58a4ff4" /></Relationships>
</file>

<file path=ppt/notesMasters/_rels/notesMaster1.xml.rels>&#65279;<?xml version="1.0" encoding="utf-8"?><Relationships xmlns="http://schemas.openxmlformats.org/package/2006/relationships"><Relationship Type="http://schemas.openxmlformats.org/officeDocument/2006/relationships/theme" Target="/ppt/notesMasters/theme/theme3.xml" Id="Rf1b3b9c14e0f4ec1" /></Relationships>
</file>

<file path=ppt/notesMasters/notesMaster1.xml><?xml version="1.0" encoding="utf-8"?>
<p:notesMaster xmlns:p="http://schemas.openxmlformats.org/presentationml/2006/main">
  <p:cSld>
    <p:bg>
      <p:bgRef idx="1001">
        <a:schemeClr xmlns:a="http://schemas.openxmlformats.org/drawingml/2006/main" val="bg1"/>
      </p:bgRef>
    </p:bg>
    <p:spTree>
      <p:nvGrpSpPr>
        <p:cNvPr id="1" name=""/>
        <p:cNvGrpSpPr/>
        <p:nvPr/>
      </p:nvGrpSpPr>
      <p:grpSpPr>
        <a:xfrm xmlns:a="http://schemas.openxmlformats.org/drawingml/2006/main"/>
      </p:grpSpPr>
      <p:sp>
        <p:nvSpPr>
          <p:cNvPr id="2" name="Header Placeholder"/>
          <p:cNvSpPr/>
          <p:nvPr>
            <p:ph type="hdr" sz="quarter"/>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3" name="Date Placeholder"/>
          <p:cNvSpPr/>
          <p:nvPr>
            <p:ph type="dt" sz="quarter" idx="1"/>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4" name="Slide Image Placeholder"/>
          <p:cNvSpPr/>
          <p:nvPr>
            <p:ph type="sldImg" idx="2"/>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5" name="Notes Placeholder"/>
          <p:cNvSpPr/>
          <p:nvPr>
            <p:ph type="body" sz="quarter" idx="3"/>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6" name="Footer Placeholder"/>
          <p:cNvSpPr/>
          <p:nvPr>
            <p:ph type="ftr" sz="quarter" idx="4"/>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
        <p:nvSpPr>
          <p:cNvPr id="7" name="Slide Number Placeholder"/>
          <p:cNvSpPr/>
          <p:nvPr>
            <p:ph type="sldNum" sz="quarter" idx="5"/>
          </p:nvPr>
        </p:nvSpPr>
        <p:spPr>
          <a:prstGeom xmlns:a="http://schemas.openxmlformats.org/drawingml/2006/main" prst="rect">
            <a:avLst/>
          </a:prstGeom>
        </p:spPr>
        <p:txBody>
          <a:bodyPr xmlns:a="http://schemas.openxmlformats.org/drawingml/2006/main"/>
          <a:lstStyle xmlns:a="http://schemas.openxmlformats.org/drawingml/2006/main"/>
          <a:p xmlns:a="http://schemas.openxmlformats.org/drawingml/2006/main"/>
        </p:txBody>
      </p:sp>
    </p:spTree>
  </p:cSld>
  <p:clrMap bg1="lt1" tx1="dk1" bg2="lt2" tx2="dk2" accent1="accent1" accent2="accent2" accent3="accent3" accent4="accent4" accent5="accent5" accent6="accent6" hlink="hlink" folHlink="folHlink"/>
  <p:notesStyle>
    <a:lvl1pPr xmlns:a="http://schemas.openxmlformats.org/drawingml/2006/main" marL="0" algn="l" defTabSz="914400" rtl="0" eaLnBrk="1" latinLnBrk="0" hangingPunct="1">
      <a:defRPr sz="1200" kern="1200"/>
    </a:lvl1pPr>
  </p:notesStyle>
</p:notesMaster>
</file>

<file path=ppt/notesMasters/theme/theme3.xml><?xml version="1.0" encoding="utf-8"?>
<a:theme xmlns:a="http://schemas.openxmlformats.org/drawingml/2006/main" name="It's Raining Taxis">
  <a:themeElements>
    <a:clrScheme name="It's Raining Taxis">
      <a:dk1>
        <a:srgbClr val="14295B"/>
      </a:dk1>
      <a:lt1>
        <a:srgbClr val="EEF1F6"/>
      </a:lt1>
      <a:dk2>
        <a:srgbClr val="4B5B82"/>
      </a:dk2>
      <a:lt2>
        <a:srgbClr val="D8DDE7"/>
      </a:lt2>
      <a:accent1>
        <a:srgbClr val="5A6683"/>
      </a:accent1>
      <a:accent2>
        <a:srgbClr val="2C5EAA"/>
      </a:accent2>
      <a:accent3>
        <a:srgbClr val="C0453C"/>
      </a:accent3>
      <a:accent4>
        <a:srgbClr val="8FB8F2"/>
      </a:accent4>
      <a:accent5>
        <a:srgbClr val="9FB6DA"/>
      </a:accent5>
      <a:accent6>
        <a:srgbClr val="4A5672"/>
      </a:accent6>
      <a:hlink>
        <a:srgbClr val="0563C1"/>
      </a:hlink>
      <a:folHlink>
        <a:srgbClr val="954F72"/>
      </a:folHlink>
    </a:clrScheme>
    <a:fontScheme name="It's Raining Taxis">
      <a:majorFont>
        <a:latin typeface="Anton"/>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Poppins"/>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It's Raining Taxis">
      <a:fillStyleLst>
        <a:solidFill>
          <a:schemeClr val="phClr"/>
        </a:solidFill>
        <a:gradFill rotWithShape="1">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rotWithShape="1">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6350">
          <a:solidFill>
            <a:schemeClr val="phClr"/>
          </a:solidFill>
          <a:prstDash val="solid"/>
        </a:ln>
        <a:ln w="12700">
          <a:solidFill>
            <a:schemeClr val="phClr"/>
          </a:solidFill>
          <a:prstDash val="solid"/>
        </a:ln>
        <a:ln w="19050">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notesSlides/_rels/notesSlide1.xml.rels>&#65279;<?xml version="1.0" encoding="utf-8"?><Relationships xmlns="http://schemas.openxmlformats.org/package/2006/relationships"><Relationship Type="http://schemas.openxmlformats.org/officeDocument/2006/relationships/slide" Target="/ppt/slides/slide1.xml" Id="Rbaabc52c95af47c6" /><Relationship Type="http://schemas.openxmlformats.org/officeDocument/2006/relationships/notesMaster" Target="/ppt/notesMasters/notesMaster1.xml" Id="Rf9c0bf48633b45ed" /></Relationships>
</file>

<file path=ppt/notesSlides/_rels/notesSlide2.xml.rels>&#65279;<?xml version="1.0" encoding="utf-8"?><Relationships xmlns="http://schemas.openxmlformats.org/package/2006/relationships"><Relationship Type="http://schemas.openxmlformats.org/officeDocument/2006/relationships/slide" Target="/ppt/slides/slide2.xml" Id="Rbd1da36286e94280" /><Relationship Type="http://schemas.openxmlformats.org/officeDocument/2006/relationships/notesMaster" Target="/ppt/notesMasters/notesMaster1.xml" Id="R695616a44d1b4b3c" /></Relationships>
</file>

<file path=ppt/notesSlides/_rels/notesSlide3.xml.rels>&#65279;<?xml version="1.0" encoding="utf-8"?><Relationships xmlns="http://schemas.openxmlformats.org/package/2006/relationships"><Relationship Type="http://schemas.openxmlformats.org/officeDocument/2006/relationships/slide" Target="/ppt/slides/slide3.xml" Id="R38034975a8bd4dad" /><Relationship Type="http://schemas.openxmlformats.org/officeDocument/2006/relationships/notesMaster" Target="/ppt/notesMasters/notesMaster1.xml" Id="R5a900d80f5154ec8" /></Relationships>
</file>

<file path=ppt/notesSlides/_rels/notesSlide4.xml.rels>&#65279;<?xml version="1.0" encoding="utf-8"?><Relationships xmlns="http://schemas.openxmlformats.org/package/2006/relationships"><Relationship Type="http://schemas.openxmlformats.org/officeDocument/2006/relationships/slide" Target="/ppt/slides/slide4.xml" Id="Rc064f34cf4cc45e1" /><Relationship Type="http://schemas.openxmlformats.org/officeDocument/2006/relationships/notesMaster" Target="/ppt/notesMasters/notesMaster1.xml" Id="R3e766e9fc3e04b22" /></Relationships>
</file>

<file path=ppt/notesSlides/_rels/notesSlide5.xml.rels>&#65279;<?xml version="1.0" encoding="utf-8"?><Relationships xmlns="http://schemas.openxmlformats.org/package/2006/relationships"><Relationship Type="http://schemas.openxmlformats.org/officeDocument/2006/relationships/slide" Target="/ppt/slides/slide5.xml" Id="Rfc9d48bcd3bd44fb" /><Relationship Type="http://schemas.openxmlformats.org/officeDocument/2006/relationships/notesMaster" Target="/ppt/notesMasters/notesMaster1.xml" Id="R9d312356ca0d4946" /></Relationships>
</file>

<file path=ppt/notesSlides/_rels/notesSlide6.xml.rels>&#65279;<?xml version="1.0" encoding="utf-8"?><Relationships xmlns="http://schemas.openxmlformats.org/package/2006/relationships"><Relationship Type="http://schemas.openxmlformats.org/officeDocument/2006/relationships/slide" Target="/ppt/slides/slide6.xml" Id="Rad13a4f6c22e4517" /><Relationship Type="http://schemas.openxmlformats.org/officeDocument/2006/relationships/notesMaster" Target="/ppt/notesMasters/notesMaster1.xml" Id="R87a83f043dd74736" /></Relationships>
</file>

<file path=ppt/notesSlides/_rels/notesSlide7.xml.rels>&#65279;<?xml version="1.0" encoding="utf-8"?><Relationships xmlns="http://schemas.openxmlformats.org/package/2006/relationships"><Relationship Type="http://schemas.openxmlformats.org/officeDocument/2006/relationships/slide" Target="/ppt/slides/slide7.xml" Id="R02656ede74334c80" /><Relationship Type="http://schemas.openxmlformats.org/officeDocument/2006/relationships/notesMaster" Target="/ppt/notesMasters/notesMaster1.xml" Id="Raf3b6537014d4e0d" /></Relationships>
</file>

<file path=ppt/notesSlides/_rels/notesSlide8.xml.rels>&#65279;<?xml version="1.0" encoding="utf-8"?><Relationships xmlns="http://schemas.openxmlformats.org/package/2006/relationships"><Relationship Type="http://schemas.openxmlformats.org/officeDocument/2006/relationships/slide" Target="/ppt/slides/slide8.xml" Id="Rc4567e68b1a145a1" /><Relationship Type="http://schemas.openxmlformats.org/officeDocument/2006/relationships/notesMaster" Target="/ppt/notesMasters/notesMaster1.xml" Id="Rb525a188361446a1" /></Relationships>
</file>

<file path=ppt/notesSlides/_rels/notesSlide9.xml.rels>&#65279;<?xml version="1.0" encoding="utf-8"?><Relationships xmlns="http://schemas.openxmlformats.org/package/2006/relationships"><Relationship Type="http://schemas.openxmlformats.org/officeDocument/2006/relationships/slide" Target="/ppt/slides/slide9.xml" Id="R3e1828d0bc714a9e" /><Relationship Type="http://schemas.openxmlformats.org/officeDocument/2006/relationships/notesMaster" Target="/ppt/notesMasters/notesMaster1.xml" Id="R58d5ddb5b99a4267" /></Relationships>
</file>

<file path=ppt/notesSlides/_rels/notesSlide10.xml.rels>&#65279;<?xml version="1.0" encoding="utf-8"?><Relationships xmlns="http://schemas.openxmlformats.org/package/2006/relationships"><Relationship Type="http://schemas.openxmlformats.org/officeDocument/2006/relationships/slide" Target="/ppt/slides/slide10.xml" Id="Re7f26e6d41414ee5" /><Relationship Type="http://schemas.openxmlformats.org/officeDocument/2006/relationships/notesMaster" Target="/ppt/notesMasters/notesMaster1.xml" Id="R9f9dcd381eca4656" /></Relationships>
</file>

<file path=ppt/notesSlides/_rels/notesSlide11.xml.rels>&#65279;<?xml version="1.0" encoding="utf-8"?><Relationships xmlns="http://schemas.openxmlformats.org/package/2006/relationships"><Relationship Type="http://schemas.openxmlformats.org/officeDocument/2006/relationships/slide" Target="/ppt/slides/slide11.xml" Id="R1cf47460e2034875" /><Relationship Type="http://schemas.openxmlformats.org/officeDocument/2006/relationships/notesMaster" Target="/ppt/notesMasters/notesMaster1.xml" Id="Rbcaa185f5f4144ac" /></Relationships>
</file>

<file path=ppt/notesSlides/_rels/notesSlide12.xml.rels>&#65279;<?xml version="1.0" encoding="utf-8"?><Relationships xmlns="http://schemas.openxmlformats.org/package/2006/relationships"><Relationship Type="http://schemas.openxmlformats.org/officeDocument/2006/relationships/slide" Target="/ppt/slides/slide12.xml" Id="Rc7311376106e4e02" /><Relationship Type="http://schemas.openxmlformats.org/officeDocument/2006/relationships/notesMaster" Target="/ppt/notesMasters/notesMaster1.xml" Id="R147c29a96fe54d2e" /></Relationships>
</file>

<file path=ppt/notesSlides/_rels/notesSlide13.xml.rels>&#65279;<?xml version="1.0" encoding="utf-8"?><Relationships xmlns="http://schemas.openxmlformats.org/package/2006/relationships"><Relationship Type="http://schemas.openxmlformats.org/officeDocument/2006/relationships/slide" Target="/ppt/slides/slide13.xml" Id="Re52c9b30512b4200" /><Relationship Type="http://schemas.openxmlformats.org/officeDocument/2006/relationships/notesMaster" Target="/ppt/notesMasters/notesMaster1.xml" Id="R8e9a242d95ce421c" /></Relationships>
</file>

<file path=ppt/notesSlides/_rels/notesSlide14.xml.rels>&#65279;<?xml version="1.0" encoding="utf-8"?><Relationships xmlns="http://schemas.openxmlformats.org/package/2006/relationships"><Relationship Type="http://schemas.openxmlformats.org/officeDocument/2006/relationships/slide" Target="/ppt/slides/slide14.xml" Id="Rd585515287d44564" /><Relationship Type="http://schemas.openxmlformats.org/officeDocument/2006/relationships/notesMaster" Target="/ppt/notesMasters/notesMaster1.xml" Id="Rdf91c0d22a614dbd" /></Relationships>
</file>

<file path=ppt/notesSlides/_rels/notesSlide15.xml.rels>&#65279;<?xml version="1.0" encoding="utf-8"?><Relationships xmlns="http://schemas.openxmlformats.org/package/2006/relationships"><Relationship Type="http://schemas.openxmlformats.org/officeDocument/2006/relationships/slide" Target="/ppt/slides/slide15.xml" Id="Red85af22ed1e4867" /><Relationship Type="http://schemas.openxmlformats.org/officeDocument/2006/relationships/notesMaster" Target="/ppt/notesMasters/notesMaster1.xml" Id="Rd9624450235c4b47" /></Relationships>
</file>

<file path=ppt/notesSlides/_rels/notesSlide16.xml.rels>&#65279;<?xml version="1.0" encoding="utf-8"?><Relationships xmlns="http://schemas.openxmlformats.org/package/2006/relationships"><Relationship Type="http://schemas.openxmlformats.org/officeDocument/2006/relationships/slide" Target="/ppt/slides/slide16.xml" Id="R7f715329b97844f3" /><Relationship Type="http://schemas.openxmlformats.org/officeDocument/2006/relationships/notesMaster" Target="/ppt/notesMasters/notesMaster1.xml" Id="Rd18f1059178f4d74" /></Relationships>
</file>

<file path=ppt/notesSlides/_rels/notesSlide17.xml.rels>&#65279;<?xml version="1.0" encoding="utf-8"?><Relationships xmlns="http://schemas.openxmlformats.org/package/2006/relationships"><Relationship Type="http://schemas.openxmlformats.org/officeDocument/2006/relationships/slide" Target="/ppt/slides/slide17.xml" Id="Rce633bae6e1b4a4a" /><Relationship Type="http://schemas.openxmlformats.org/officeDocument/2006/relationships/notesMaster" Target="/ppt/notesMasters/notesMaster1.xml" Id="R7f7eab43ff254d12" /></Relationships>
</file>

<file path=ppt/notesSlides/_rels/notesSlide18.xml.rels>&#65279;<?xml version="1.0" encoding="utf-8"?><Relationships xmlns="http://schemas.openxmlformats.org/package/2006/relationships"><Relationship Type="http://schemas.openxmlformats.org/officeDocument/2006/relationships/slide" Target="/ppt/slides/slide18.xml" Id="Rafa32eea49f24de9" /><Relationship Type="http://schemas.openxmlformats.org/officeDocument/2006/relationships/notesMaster" Target="/ppt/notesMasters/notesMaster1.xml" Id="Rb739012ef61d469a" /></Relationships>
</file>

<file path=ppt/notesSlides/_rels/notesSlide19.xml.rels>&#65279;<?xml version="1.0" encoding="utf-8"?><Relationships xmlns="http://schemas.openxmlformats.org/package/2006/relationships"><Relationship Type="http://schemas.openxmlformats.org/officeDocument/2006/relationships/slide" Target="/ppt/slides/slide19.xml" Id="R07926256d8d74312" /><Relationship Type="http://schemas.openxmlformats.org/officeDocument/2006/relationships/notesMaster" Target="/ppt/notesMasters/notesMaster1.xml" Id="Rea1c8c3db40d4fc1" /></Relationships>
</file>

<file path=ppt/notesSlides/_rels/notesSlide20.xml.rels>&#65279;<?xml version="1.0" encoding="utf-8"?><Relationships xmlns="http://schemas.openxmlformats.org/package/2006/relationships"><Relationship Type="http://schemas.openxmlformats.org/officeDocument/2006/relationships/slide" Target="/ppt/slides/slide20.xml" Id="R67289ac32ca14607" /><Relationship Type="http://schemas.openxmlformats.org/officeDocument/2006/relationships/notesMaster" Target="/ppt/notesMasters/notesMaster1.xml" Id="R91e7ba99651345fa" /></Relationships>
</file>

<file path=ppt/notesSlides/_rels/notesSlide21.xml.rels>&#65279;<?xml version="1.0" encoding="utf-8"?><Relationships xmlns="http://schemas.openxmlformats.org/package/2006/relationships"><Relationship Type="http://schemas.openxmlformats.org/officeDocument/2006/relationships/slide" Target="/ppt/slides/slide21.xml" Id="R0a683303a0c84acc" /><Relationship Type="http://schemas.openxmlformats.org/officeDocument/2006/relationships/notesMaster" Target="/ppt/notesMasters/notesMaster1.xml" Id="R5339e604eb0e4430" /></Relationships>
</file>

<file path=ppt/notesSlides/_rels/notesSlide22.xml.rels>&#65279;<?xml version="1.0" encoding="utf-8"?><Relationships xmlns="http://schemas.openxmlformats.org/package/2006/relationships"><Relationship Type="http://schemas.openxmlformats.org/officeDocument/2006/relationships/slide" Target="/ppt/slides/slide22.xml" Id="R05a58536e3ab45f1" /><Relationship Type="http://schemas.openxmlformats.org/officeDocument/2006/relationships/notesMaster" Target="/ppt/notesMasters/notesMaster1.xml" Id="Ra84283ae5db94505" /></Relationships>
</file>

<file path=ppt/notesSlides/_rels/notesSlide23.xml.rels>&#65279;<?xml version="1.0" encoding="utf-8"?><Relationships xmlns="http://schemas.openxmlformats.org/package/2006/relationships"><Relationship Type="http://schemas.openxmlformats.org/officeDocument/2006/relationships/slide" Target="/ppt/slides/slide23.xml" Id="R27b8a8e66fad4d74" /><Relationship Type="http://schemas.openxmlformats.org/officeDocument/2006/relationships/notesMaster" Target="/ppt/notesMasters/notesMaster1.xml" Id="R865518cab0f0416e" /></Relationships>
</file>

<file path=ppt/notesSlides/_rels/notesSlide24.xml.rels>&#65279;<?xml version="1.0" encoding="utf-8"?><Relationships xmlns="http://schemas.openxmlformats.org/package/2006/relationships"><Relationship Type="http://schemas.openxmlformats.org/officeDocument/2006/relationships/slide" Target="/ppt/slides/slide24.xml" Id="R862558b8f45d44aa" /><Relationship Type="http://schemas.openxmlformats.org/officeDocument/2006/relationships/notesMaster" Target="/ppt/notesMasters/notesMaster1.xml" Id="R09526bfd9ad94c11" /></Relationships>
</file>

<file path=ppt/notesSlides/_rels/notesSlide25.xml.rels>&#65279;<?xml version="1.0" encoding="utf-8"?><Relationships xmlns="http://schemas.openxmlformats.org/package/2006/relationships"><Relationship Type="http://schemas.openxmlformats.org/officeDocument/2006/relationships/slide" Target="/ppt/slides/slide25.xml" Id="R2d05f28afb004fd1" /><Relationship Type="http://schemas.openxmlformats.org/officeDocument/2006/relationships/notesMaster" Target="/ppt/notesMasters/notesMaster1.xml" Id="R3a3b6fc169524c7a" /></Relationships>
</file>

<file path=ppt/notesSlides/_rels/notesSlide26.xml.rels>&#65279;<?xml version="1.0" encoding="utf-8"?><Relationships xmlns="http://schemas.openxmlformats.org/package/2006/relationships"><Relationship Type="http://schemas.openxmlformats.org/officeDocument/2006/relationships/slide" Target="/ppt/slides/slide26.xml" Id="R6fd1c3d024a749a8" /><Relationship Type="http://schemas.openxmlformats.org/officeDocument/2006/relationships/notesMaster" Target="/ppt/notesMasters/notesMaster1.xml" Id="R8263cada1fc34967" /></Relationships>
</file>

<file path=ppt/notesSlides/_rels/notesSlide27.xml.rels>&#65279;<?xml version="1.0" encoding="utf-8"?><Relationships xmlns="http://schemas.openxmlformats.org/package/2006/relationships"><Relationship Type="http://schemas.openxmlformats.org/officeDocument/2006/relationships/slide" Target="/ppt/slides/slide27.xml" Id="R081b7b86b57141af" /><Relationship Type="http://schemas.openxmlformats.org/officeDocument/2006/relationships/notesMaster" Target="/ppt/notesMasters/notesMaster1.xml" Id="R702942502c6a42af" /></Relationships>
</file>

<file path=ppt/notesSlides/_rels/notesSlide28.xml.rels>&#65279;<?xml version="1.0" encoding="utf-8"?><Relationships xmlns="http://schemas.openxmlformats.org/package/2006/relationships"><Relationship Type="http://schemas.openxmlformats.org/officeDocument/2006/relationships/slide" Target="/ppt/slides/slide28.xml" Id="Rbd48b704174f468f" /><Relationship Type="http://schemas.openxmlformats.org/officeDocument/2006/relationships/notesMaster" Target="/ppt/notesMasters/notesMaster1.xml" Id="R3f6d071db7c64239" /></Relationships>
</file>

<file path=ppt/notesSlides/_rels/notesSlide29.xml.rels>&#65279;<?xml version="1.0" encoding="utf-8"?><Relationships xmlns="http://schemas.openxmlformats.org/package/2006/relationships"><Relationship Type="http://schemas.openxmlformats.org/officeDocument/2006/relationships/slide" Target="/ppt/slides/slide29.xml" Id="Ra10e173e3b024b7d" /><Relationship Type="http://schemas.openxmlformats.org/officeDocument/2006/relationships/notesMaster" Target="/ppt/notesMasters/notesMaster1.xml" Id="R0d17b91ec82b4e03" /></Relationships>
</file>

<file path=ppt/notesSlides/_rels/notesSlide30.xml.rels>&#65279;<?xml version="1.0" encoding="utf-8"?><Relationships xmlns="http://schemas.openxmlformats.org/package/2006/relationships"><Relationship Type="http://schemas.openxmlformats.org/officeDocument/2006/relationships/slide" Target="/ppt/slides/slide30.xml" Id="R6b7d48a1ba674234" /><Relationship Type="http://schemas.openxmlformats.org/officeDocument/2006/relationships/notesMaster" Target="/ppt/notesMasters/notesMaster1.xml" Id="R323d4b2407ed40b7" /></Relationships>
</file>

<file path=ppt/notesSlides/_rels/notesSlide31.xml.rels>&#65279;<?xml version="1.0" encoding="utf-8"?><Relationships xmlns="http://schemas.openxmlformats.org/package/2006/relationships"><Relationship Type="http://schemas.openxmlformats.org/officeDocument/2006/relationships/slide" Target="/ppt/slides/slide31.xml" Id="R42c1b7f060bc4a47" /><Relationship Type="http://schemas.openxmlformats.org/officeDocument/2006/relationships/notesMaster" Target="/ppt/notesMasters/notesMaster1.xml" Id="Rcc6ad08922d24f7e" /></Relationships>
</file>

<file path=ppt/notesSlides/_rels/notesSlide32.xml.rels>&#65279;<?xml version="1.0" encoding="utf-8"?><Relationships xmlns="http://schemas.openxmlformats.org/package/2006/relationships"><Relationship Type="http://schemas.openxmlformats.org/officeDocument/2006/relationships/slide" Target="/ppt/slides/slide32.xml" Id="Rb973de27718548cd" /><Relationship Type="http://schemas.openxmlformats.org/officeDocument/2006/relationships/notesMaster" Target="/ppt/notesMasters/notesMaster1.xml" Id="Rd2fc1dd6c29d4a84" /></Relationships>
</file>

<file path=ppt/notesSlides/_rels/notesSlide33.xml.rels>&#65279;<?xml version="1.0" encoding="utf-8"?><Relationships xmlns="http://schemas.openxmlformats.org/package/2006/relationships"><Relationship Type="http://schemas.openxmlformats.org/officeDocument/2006/relationships/slide" Target="/ppt/slides/slide33.xml" Id="R319630243dad459b" /><Relationship Type="http://schemas.openxmlformats.org/officeDocument/2006/relationships/notesMaster" Target="/ppt/notesMasters/notesMaster1.xml" Id="R3dc805867eb746f8" /></Relationships>
</file>

<file path=ppt/notesSlides/_rels/notesSlide34.xml.rels>&#65279;<?xml version="1.0" encoding="utf-8"?><Relationships xmlns="http://schemas.openxmlformats.org/package/2006/relationships"><Relationship Type="http://schemas.openxmlformats.org/officeDocument/2006/relationships/slide" Target="/ppt/slides/slide34.xml" Id="Rbfdba0b0f8da4e7b" /><Relationship Type="http://schemas.openxmlformats.org/officeDocument/2006/relationships/notesMaster" Target="/ppt/notesMasters/notesMaster1.xml" Id="R24ab57f7d9644ba2" /></Relationships>
</file>

<file path=ppt/notesSlides/_rels/notesSlide35.xml.rels>&#65279;<?xml version="1.0" encoding="utf-8"?><Relationships xmlns="http://schemas.openxmlformats.org/package/2006/relationships"><Relationship Type="http://schemas.openxmlformats.org/officeDocument/2006/relationships/slide" Target="/ppt/slides/slide35.xml" Id="R1e5a7581d0154bdc" /><Relationship Type="http://schemas.openxmlformats.org/officeDocument/2006/relationships/notesMaster" Target="/ppt/notesMasters/notesMaster1.xml" Id="R5728710afe1d44bb" /></Relationships>
</file>

<file path=ppt/notesSlides/_rels/notesSlide36.xml.rels>&#65279;<?xml version="1.0" encoding="utf-8"?><Relationships xmlns="http://schemas.openxmlformats.org/package/2006/relationships"><Relationship Type="http://schemas.openxmlformats.org/officeDocument/2006/relationships/slide" Target="/ppt/slides/slide36.xml" Id="R17e0a3156ddc4d20" /><Relationship Type="http://schemas.openxmlformats.org/officeDocument/2006/relationships/notesMaster" Target="/ppt/notesMasters/notesMaster1.xml" Id="R90eccd33a7374d94" /></Relationships>
</file>

<file path=ppt/notesSlides/_rels/notesSlide37.xml.rels>&#65279;<?xml version="1.0" encoding="utf-8"?><Relationships xmlns="http://schemas.openxmlformats.org/package/2006/relationships"><Relationship Type="http://schemas.openxmlformats.org/officeDocument/2006/relationships/slide" Target="/ppt/slides/slide37.xml" Id="R30905c4f30e648bc" /><Relationship Type="http://schemas.openxmlformats.org/officeDocument/2006/relationships/notesMaster" Target="/ppt/notesMasters/notesMaster1.xml" Id="R4aeaed76319e41aa" /></Relationships>
</file>

<file path=ppt/notesSlides/_rels/notesSlide38.xml.rels>&#65279;<?xml version="1.0" encoding="utf-8"?><Relationships xmlns="http://schemas.openxmlformats.org/package/2006/relationships"><Relationship Type="http://schemas.openxmlformats.org/officeDocument/2006/relationships/slide" Target="/ppt/slides/slide38.xml" Id="Rb3370a9c13234ffb" /><Relationship Type="http://schemas.openxmlformats.org/officeDocument/2006/relationships/notesMaster" Target="/ppt/notesMasters/notesMaster1.xml" Id="R11d8cceb081c47a5" /></Relationships>
</file>

<file path=ppt/notesSlides/_rels/notesSlide39.xml.rels>&#65279;<?xml version="1.0" encoding="utf-8"?><Relationships xmlns="http://schemas.openxmlformats.org/package/2006/relationships"><Relationship Type="http://schemas.openxmlformats.org/officeDocument/2006/relationships/slide" Target="/ppt/slides/slide39.xml" Id="Rf7cf2f39b8c14def" /><Relationship Type="http://schemas.openxmlformats.org/officeDocument/2006/relationships/notesMaster" Target="/ppt/notesMasters/notesMaster1.xml" Id="R6fd36f0bbeb94534" /></Relationships>
</file>

<file path=ppt/notesSlides/_rels/notesSlide40.xml.rels>&#65279;<?xml version="1.0" encoding="utf-8"?><Relationships xmlns="http://schemas.openxmlformats.org/package/2006/relationships"><Relationship Type="http://schemas.openxmlformats.org/officeDocument/2006/relationships/slide" Target="/ppt/slides/slide40.xml" Id="R34e306cf8a284008" /><Relationship Type="http://schemas.openxmlformats.org/officeDocument/2006/relationships/notesMaster" Target="/ppt/notesMasters/notesMaster1.xml" Id="Rfac5dc81d2de41ef" /></Relationships>
</file>

<file path=ppt/notesSlides/_rels/notesSlide41.xml.rels>&#65279;<?xml version="1.0" encoding="utf-8"?><Relationships xmlns="http://schemas.openxmlformats.org/package/2006/relationships"><Relationship Type="http://schemas.openxmlformats.org/officeDocument/2006/relationships/slide" Target="/ppt/slides/slide41.xml" Id="R2d1c61260e4e488b" /><Relationship Type="http://schemas.openxmlformats.org/officeDocument/2006/relationships/notesMaster" Target="/ppt/notesMasters/notesMaster1.xml" Id="Rc76418b537254301" /></Relationships>
</file>

<file path=ppt/notesSlides/_rels/notesSlide42.xml.rels>&#65279;<?xml version="1.0" encoding="utf-8"?><Relationships xmlns="http://schemas.openxmlformats.org/package/2006/relationships"><Relationship Type="http://schemas.openxmlformats.org/officeDocument/2006/relationships/slide" Target="/ppt/slides/slide42.xml" Id="R309f03e3247a4fe9" /><Relationship Type="http://schemas.openxmlformats.org/officeDocument/2006/relationships/notesMaster" Target="/ppt/notesMasters/notesMaster1.xml" Id="R0566486bcc814da6" /></Relationships>
</file>

<file path=ppt/notesSlides/_rels/notesSlide43.xml.rels>&#65279;<?xml version="1.0" encoding="utf-8"?><Relationships xmlns="http://schemas.openxmlformats.org/package/2006/relationships"><Relationship Type="http://schemas.openxmlformats.org/officeDocument/2006/relationships/slide" Target="/ppt/slides/slide43.xml" Id="Ra4f9a810789b487d" /><Relationship Type="http://schemas.openxmlformats.org/officeDocument/2006/relationships/notesMaster" Target="/ppt/notesMasters/notesMaster1.xml" Id="Rcd5ba18fe78740c7" /></Relationships>
</file>

<file path=ppt/notesSlides/_rels/notesSlide44.xml.rels>&#65279;<?xml version="1.0" encoding="utf-8"?><Relationships xmlns="http://schemas.openxmlformats.org/package/2006/relationships"><Relationship Type="http://schemas.openxmlformats.org/officeDocument/2006/relationships/slide" Target="/ppt/slides/slide44.xml" Id="R78c0c63a57f54c97" /><Relationship Type="http://schemas.openxmlformats.org/officeDocument/2006/relationships/notesMaster" Target="/ppt/notesMasters/notesMaster1.xml" Id="R238f3e1decb14290" /></Relationships>
</file>

<file path=ppt/notesSlides/_rels/notesSlide45.xml.rels>&#65279;<?xml version="1.0" encoding="utf-8"?><Relationships xmlns="http://schemas.openxmlformats.org/package/2006/relationships"><Relationship Type="http://schemas.openxmlformats.org/officeDocument/2006/relationships/slide" Target="/ppt/slides/slide45.xml" Id="R7dd699333b7b4acc" /><Relationship Type="http://schemas.openxmlformats.org/officeDocument/2006/relationships/notesMaster" Target="/ppt/notesMasters/notesMaster1.xml" Id="R9a4509ef7bee428c" /></Relationships>
</file>

<file path=ppt/notesSlides/_rels/notesSlide46.xml.rels>&#65279;<?xml version="1.0" encoding="utf-8"?><Relationships xmlns="http://schemas.openxmlformats.org/package/2006/relationships"><Relationship Type="http://schemas.openxmlformats.org/officeDocument/2006/relationships/slide" Target="/ppt/slides/slide46.xml" Id="Rc3abdea1d7954b7d" /><Relationship Type="http://schemas.openxmlformats.org/officeDocument/2006/relationships/notesMaster" Target="/ppt/notesMasters/notesMaster1.xml" Id="Ra520c09af5df4af4" /></Relationships>
</file>

<file path=ppt/notesSlides/_rels/notesSlide47.xml.rels>&#65279;<?xml version="1.0" encoding="utf-8"?><Relationships xmlns="http://schemas.openxmlformats.org/package/2006/relationships"><Relationship Type="http://schemas.openxmlformats.org/officeDocument/2006/relationships/slide" Target="/ppt/slides/slide47.xml" Id="Rd5ccb9d855eb49f2" /><Relationship Type="http://schemas.openxmlformats.org/officeDocument/2006/relationships/notesMaster" Target="/ppt/notesMasters/notesMaster1.xml" Id="Rfb08dce8286049bf" /></Relationships>
</file>

<file path=ppt/notesSlides/_rels/notesSlide48.xml.rels>&#65279;<?xml version="1.0" encoding="utf-8"?><Relationships xmlns="http://schemas.openxmlformats.org/package/2006/relationships"><Relationship Type="http://schemas.openxmlformats.org/officeDocument/2006/relationships/slide" Target="/ppt/slides/slide48.xml" Id="R86ec490f1a554c77" /><Relationship Type="http://schemas.openxmlformats.org/officeDocument/2006/relationships/notesMaster" Target="/ppt/notesMasters/notesMaster1.xml" Id="R18695f6526c1483a" /></Relationships>
</file>

<file path=ppt/notesSlides/_rels/notesSlide49.xml.rels>&#65279;<?xml version="1.0" encoding="utf-8"?><Relationships xmlns="http://schemas.openxmlformats.org/package/2006/relationships"><Relationship Type="http://schemas.openxmlformats.org/officeDocument/2006/relationships/slide" Target="/ppt/slides/slide49.xml" Id="Rf8ccb648db8f4598" /><Relationship Type="http://schemas.openxmlformats.org/officeDocument/2006/relationships/notesMaster" Target="/ppt/notesMasters/notesMaster1.xml" Id="R224ee12107e64dad" /></Relationships>
</file>

<file path=ppt/notesSlides/_rels/notesSlide50.xml.rels>&#65279;<?xml version="1.0" encoding="utf-8"?><Relationships xmlns="http://schemas.openxmlformats.org/package/2006/relationships"><Relationship Type="http://schemas.openxmlformats.org/officeDocument/2006/relationships/slide" Target="/ppt/slides/slide50.xml" Id="R9de9b01550994269" /><Relationship Type="http://schemas.openxmlformats.org/officeDocument/2006/relationships/notesMaster" Target="/ppt/notesMasters/notesMaster1.xml" Id="Re926511b34494741" /></Relationships>
</file>

<file path=ppt/notesSlides/_rels/notesSlide51.xml.rels>&#65279;<?xml version="1.0" encoding="utf-8"?><Relationships xmlns="http://schemas.openxmlformats.org/package/2006/relationships"><Relationship Type="http://schemas.openxmlformats.org/officeDocument/2006/relationships/slide" Target="/ppt/slides/slide51.xml" Id="R51f88085642c4a31" /><Relationship Type="http://schemas.openxmlformats.org/officeDocument/2006/relationships/notesMaster" Target="/ppt/notesMasters/notesMaster1.xml" Id="Rf763f60bd88e4c75" /></Relationships>
</file>

<file path=ppt/notesSlides/_rels/notesSlide52.xml.rels>&#65279;<?xml version="1.0" encoding="utf-8"?><Relationships xmlns="http://schemas.openxmlformats.org/package/2006/relationships"><Relationship Type="http://schemas.openxmlformats.org/officeDocument/2006/relationships/slide" Target="/ppt/slides/slide52.xml" Id="R91678983d2624736" /><Relationship Type="http://schemas.openxmlformats.org/officeDocument/2006/relationships/notesMaster" Target="/ppt/notesMasters/notesMaster1.xml" Id="Ra63427ef18484523" /></Relationships>
</file>

<file path=ppt/notesSlides/_rels/notesSlide53.xml.rels>&#65279;<?xml version="1.0" encoding="utf-8"?><Relationships xmlns="http://schemas.openxmlformats.org/package/2006/relationships"><Relationship Type="http://schemas.openxmlformats.org/officeDocument/2006/relationships/slide" Target="/ppt/slides/slide53.xml" Id="Rce02d152d37f4758" /><Relationship Type="http://schemas.openxmlformats.org/officeDocument/2006/relationships/notesMaster" Target="/ppt/notesMasters/notesMaster1.xml" Id="Rb6d2a7a96e71406d" /></Relationships>
</file>

<file path=ppt/notesSlides/_rels/notesSlide54.xml.rels>&#65279;<?xml version="1.0" encoding="utf-8"?><Relationships xmlns="http://schemas.openxmlformats.org/package/2006/relationships"><Relationship Type="http://schemas.openxmlformats.org/officeDocument/2006/relationships/slide" Target="/ppt/slides/slide54.xml" Id="R09affda8b19d45e9" /><Relationship Type="http://schemas.openxmlformats.org/officeDocument/2006/relationships/notesMaster" Target="/ppt/notesMasters/notesMaster1.xml" Id="R064c2ec9ec3d4cf9" /></Relationships>
</file>

<file path=ppt/notesSlides/_rels/notesSlide55.xml.rels>&#65279;<?xml version="1.0" encoding="utf-8"?><Relationships xmlns="http://schemas.openxmlformats.org/package/2006/relationships"><Relationship Type="http://schemas.openxmlformats.org/officeDocument/2006/relationships/slide" Target="/ppt/slides/slide55.xml" Id="Rdb3d81b445e4412c" /><Relationship Type="http://schemas.openxmlformats.org/officeDocument/2006/relationships/notesMaster" Target="/ppt/notesMasters/notesMaster1.xml" Id="R7e683808ddc44c47" /></Relationships>
</file>

<file path=ppt/notesSlides/_rels/notesSlide56.xml.rels>&#65279;<?xml version="1.0" encoding="utf-8"?><Relationships xmlns="http://schemas.openxmlformats.org/package/2006/relationships"><Relationship Type="http://schemas.openxmlformats.org/officeDocument/2006/relationships/slide" Target="/ppt/slides/slide56.xml" Id="Rc807545c9f30490a" /><Relationship Type="http://schemas.openxmlformats.org/officeDocument/2006/relationships/notesMaster" Target="/ppt/notesMasters/notesMaster1.xml" Id="R77367fb8972b4bbf" /></Relationships>
</file>

<file path=ppt/notesSlides/_rels/notesSlide57.xml.rels>&#65279;<?xml version="1.0" encoding="utf-8"?><Relationships xmlns="http://schemas.openxmlformats.org/package/2006/relationships"><Relationship Type="http://schemas.openxmlformats.org/officeDocument/2006/relationships/slide" Target="/ppt/slides/slide57.xml" Id="R851ac2f351754518" /><Relationship Type="http://schemas.openxmlformats.org/officeDocument/2006/relationships/notesMaster" Target="/ppt/notesMasters/notesMaster1.xml" Id="R0acbf2d9ad9e4dbf" /></Relationships>
</file>

<file path=ppt/notesSlides/_rels/notesSlide58.xml.rels>&#65279;<?xml version="1.0" encoding="utf-8"?><Relationships xmlns="http://schemas.openxmlformats.org/package/2006/relationships"><Relationship Type="http://schemas.openxmlformats.org/officeDocument/2006/relationships/slide" Target="/ppt/slides/slide58.xml" Id="Rd98dedb7b4604946" /><Relationship Type="http://schemas.openxmlformats.org/officeDocument/2006/relationships/notesMaster" Target="/ppt/notesMasters/notesMaster1.xml" Id="R022105d65a084a49" /></Relationships>
</file>

<file path=ppt/notesSlides/_rels/notesSlide59.xml.rels>&#65279;<?xml version="1.0" encoding="utf-8"?><Relationships xmlns="http://schemas.openxmlformats.org/package/2006/relationships"><Relationship Type="http://schemas.openxmlformats.org/officeDocument/2006/relationships/slide" Target="/ppt/slides/slide59.xml" Id="R39db33eaa8164259" /><Relationship Type="http://schemas.openxmlformats.org/officeDocument/2006/relationships/notesMaster" Target="/ppt/notesMasters/notesMaster1.xml" Id="Rbb9d2a3bae1a4cb5" /></Relationships>
</file>

<file path=ppt/notesSlides/_rels/notesSlide60.xml.rels>&#65279;<?xml version="1.0" encoding="utf-8"?><Relationships xmlns="http://schemas.openxmlformats.org/package/2006/relationships"><Relationship Type="http://schemas.openxmlformats.org/officeDocument/2006/relationships/slide" Target="/ppt/slides/slide60.xml" Id="R62c5835ac6df4925" /><Relationship Type="http://schemas.openxmlformats.org/officeDocument/2006/relationships/notesMaster" Target="/ppt/notesMasters/notesMaster1.xml" Id="Ra29dcd34968d4d46" /></Relationships>
</file>

<file path=ppt/notesSlides/_rels/notesSlide61.xml.rels>&#65279;<?xml version="1.0" encoding="utf-8"?><Relationships xmlns="http://schemas.openxmlformats.org/package/2006/relationships"><Relationship Type="http://schemas.openxmlformats.org/officeDocument/2006/relationships/slide" Target="/ppt/slides/slide61.xml" Id="R3f1e4f0d6dda4f64" /><Relationship Type="http://schemas.openxmlformats.org/officeDocument/2006/relationships/notesMaster" Target="/ppt/notesMasters/notesMaster1.xml" Id="Rfd58c6e0bcf14403" /></Relationships>
</file>

<file path=ppt/notesSlides/_rels/notesSlide62.xml.rels>&#65279;<?xml version="1.0" encoding="utf-8"?><Relationships xmlns="http://schemas.openxmlformats.org/package/2006/relationships"><Relationship Type="http://schemas.openxmlformats.org/officeDocument/2006/relationships/slide" Target="/ppt/slides/slide62.xml" Id="Rc168ff0094554b76" /><Relationship Type="http://schemas.openxmlformats.org/officeDocument/2006/relationships/notesMaster" Target="/ppt/notesMasters/notesMaster1.xml" Id="R354c8eccbb1f4dc8" /></Relationships>
</file>

<file path=ppt/notesSlides/_rels/notesSlide63.xml.rels>&#65279;<?xml version="1.0" encoding="utf-8"?><Relationships xmlns="http://schemas.openxmlformats.org/package/2006/relationships"><Relationship Type="http://schemas.openxmlformats.org/officeDocument/2006/relationships/slide" Target="/ppt/slides/slide63.xml" Id="Ra670485e5173472f" /><Relationship Type="http://schemas.openxmlformats.org/officeDocument/2006/relationships/notesMaster" Target="/ppt/notesMasters/notesMaster1.xml" Id="Rd5044318f3544a9b" /></Relationships>
</file>

<file path=ppt/notesSlides/_rels/notesSlide64.xml.rels>&#65279;<?xml version="1.0" encoding="utf-8"?><Relationships xmlns="http://schemas.openxmlformats.org/package/2006/relationships"><Relationship Type="http://schemas.openxmlformats.org/officeDocument/2006/relationships/slide" Target="/ppt/slides/slide64.xml" Id="R9b0fc7cba3c946fc" /><Relationship Type="http://schemas.openxmlformats.org/officeDocument/2006/relationships/notesMaster" Target="/ppt/notesMasters/notesMaster1.xml" Id="R7fe80b30211d4657" /></Relationships>
</file>

<file path=ppt/notesSlides/_rels/notesSlide65.xml.rels>&#65279;<?xml version="1.0" encoding="utf-8"?><Relationships xmlns="http://schemas.openxmlformats.org/package/2006/relationships"><Relationship Type="http://schemas.openxmlformats.org/officeDocument/2006/relationships/slide" Target="/ppt/slides/slide65.xml" Id="R561ddd9321474828" /><Relationship Type="http://schemas.openxmlformats.org/officeDocument/2006/relationships/notesMaster" Target="/ppt/notesMasters/notesMaster1.xml" Id="R41e75ea944d1466f" /></Relationships>
</file>

<file path=ppt/notesSlides/_rels/notesSlide66.xml.rels>&#65279;<?xml version="1.0" encoding="utf-8"?><Relationships xmlns="http://schemas.openxmlformats.org/package/2006/relationships"><Relationship Type="http://schemas.openxmlformats.org/officeDocument/2006/relationships/slide" Target="/ppt/slides/slide66.xml" Id="R3b7f84e7e47e44ed" /><Relationship Type="http://schemas.openxmlformats.org/officeDocument/2006/relationships/notesMaster" Target="/ppt/notesMasters/notesMaster1.xml" Id="R0982eb0112474ad4" /></Relationships>
</file>

<file path=ppt/notesSlides/_rels/notesSlide67.xml.rels>&#65279;<?xml version="1.0" encoding="utf-8"?><Relationships xmlns="http://schemas.openxmlformats.org/package/2006/relationships"><Relationship Type="http://schemas.openxmlformats.org/officeDocument/2006/relationships/slide" Target="/ppt/slides/slide67.xml" Id="Rc146c7a4b38749b3" /><Relationship Type="http://schemas.openxmlformats.org/officeDocument/2006/relationships/notesMaster" Target="/ppt/notesMasters/notesMaster1.xml" Id="Rcb4d8fa3fe4f455d" /></Relationships>
</file>

<file path=ppt/notesSlides/_rels/notesSlide68.xml.rels>&#65279;<?xml version="1.0" encoding="utf-8"?><Relationships xmlns="http://schemas.openxmlformats.org/package/2006/relationships"><Relationship Type="http://schemas.openxmlformats.org/officeDocument/2006/relationships/slide" Target="/ppt/slides/slide68.xml" Id="Rc9a4d8f4122f41d0" /><Relationship Type="http://schemas.openxmlformats.org/officeDocument/2006/relationships/notesMaster" Target="/ppt/notesMasters/notesMaster1.xml" Id="R06beb614650d4645" /></Relationships>
</file>

<file path=ppt/notesSlides/_rels/notesSlide69.xml.rels>&#65279;<?xml version="1.0" encoding="utf-8"?><Relationships xmlns="http://schemas.openxmlformats.org/package/2006/relationships"><Relationship Type="http://schemas.openxmlformats.org/officeDocument/2006/relationships/slide" Target="/ppt/slides/slide69.xml" Id="Rcb59b5cff3884dba" /><Relationship Type="http://schemas.openxmlformats.org/officeDocument/2006/relationships/notesMaster" Target="/ppt/notesMasters/notesMaster1.xml" Id="Rc53c133ff7a14c21" /></Relationships>
</file>

<file path=ppt/notesSlides/_rels/notesSlide70.xml.rels>&#65279;<?xml version="1.0" encoding="utf-8"?><Relationships xmlns="http://schemas.openxmlformats.org/package/2006/relationships"><Relationship Type="http://schemas.openxmlformats.org/officeDocument/2006/relationships/slide" Target="/ppt/slides/slide70.xml" Id="R20185cc38d4e49ea" /><Relationship Type="http://schemas.openxmlformats.org/officeDocument/2006/relationships/notesMaster" Target="/ppt/notesMasters/notesMaster1.xml" Id="Rbf9776118c424103" /></Relationships>
</file>

<file path=ppt/notesSlides/_rels/notesSlide71.xml.rels>&#65279;<?xml version="1.0" encoding="utf-8"?><Relationships xmlns="http://schemas.openxmlformats.org/package/2006/relationships"><Relationship Type="http://schemas.openxmlformats.org/officeDocument/2006/relationships/slide" Target="/ppt/slides/slide71.xml" Id="Rb1320fb677e54094" /><Relationship Type="http://schemas.openxmlformats.org/officeDocument/2006/relationships/notesMaster" Target="/ppt/notesMasters/notesMaster1.xml" Id="R11d6dff85fc541da" /></Relationships>
</file>

<file path=ppt/notesSlides/_rels/notesSlide72.xml.rels>&#65279;<?xml version="1.0" encoding="utf-8"?><Relationships xmlns="http://schemas.openxmlformats.org/package/2006/relationships"><Relationship Type="http://schemas.openxmlformats.org/officeDocument/2006/relationships/slide" Target="/ppt/slides/slide72.xml" Id="Rec7c9f751975408c" /><Relationship Type="http://schemas.openxmlformats.org/officeDocument/2006/relationships/notesMaster" Target="/ppt/notesMasters/notesMaster1.xml" Id="R4595c32b75c44cd5" /></Relationships>
</file>

<file path=ppt/notesSlides/_rels/notesSlide73.xml.rels>&#65279;<?xml version="1.0" encoding="utf-8"?><Relationships xmlns="http://schemas.openxmlformats.org/package/2006/relationships"><Relationship Type="http://schemas.openxmlformats.org/officeDocument/2006/relationships/slide" Target="/ppt/slides/slide73.xml" Id="Rda1d52c62e9b4eb4" /><Relationship Type="http://schemas.openxmlformats.org/officeDocument/2006/relationships/notesMaster" Target="/ppt/notesMasters/notesMaster1.xml" Id="R7267a37080c54125" /></Relationships>
</file>

<file path=ppt/notesSlides/_rels/notesSlide74.xml.rels>&#65279;<?xml version="1.0" encoding="utf-8"?><Relationships xmlns="http://schemas.openxmlformats.org/package/2006/relationships"><Relationship Type="http://schemas.openxmlformats.org/officeDocument/2006/relationships/slide" Target="/ppt/slides/slide74.xml" Id="Ra2ec3f4f9f114496" /><Relationship Type="http://schemas.openxmlformats.org/officeDocument/2006/relationships/notesMaster" Target="/ppt/notesMasters/notesMaster1.xml" Id="Ra4ae6351942b4b3a" /></Relationships>
</file>

<file path=ppt/notesSlides/_rels/notesSlide75.xml.rels>&#65279;<?xml version="1.0" encoding="utf-8"?><Relationships xmlns="http://schemas.openxmlformats.org/package/2006/relationships"><Relationship Type="http://schemas.openxmlformats.org/officeDocument/2006/relationships/slide" Target="/ppt/slides/slide75.xml" Id="R6702a53de1b04cf7" /><Relationship Type="http://schemas.openxmlformats.org/officeDocument/2006/relationships/notesMaster" Target="/ppt/notesMasters/notesMaster1.xml" Id="R78dcf4b963044199" /></Relationships>
</file>

<file path=ppt/notesSlides/_rels/notesSlide76.xml.rels>&#65279;<?xml version="1.0" encoding="utf-8"?><Relationships xmlns="http://schemas.openxmlformats.org/package/2006/relationships"><Relationship Type="http://schemas.openxmlformats.org/officeDocument/2006/relationships/slide" Target="/ppt/slides/slide76.xml" Id="Rf1a0d080220947e0" /><Relationship Type="http://schemas.openxmlformats.org/officeDocument/2006/relationships/notesMaster" Target="/ppt/notesMasters/notesMaster1.xml" Id="R76ee7385f2594bdd" /></Relationships>
</file>

<file path=ppt/notesSlides/_rels/notesSlide77.xml.rels>&#65279;<?xml version="1.0" encoding="utf-8"?><Relationships xmlns="http://schemas.openxmlformats.org/package/2006/relationships"><Relationship Type="http://schemas.openxmlformats.org/officeDocument/2006/relationships/slide" Target="/ppt/slides/slide77.xml" Id="R13c62b7f881a4df5" /><Relationship Type="http://schemas.openxmlformats.org/officeDocument/2006/relationships/notesMaster" Target="/ppt/notesMasters/notesMaster1.xml" Id="R25c5591e2c9e4e8a" /></Relationships>
</file>

<file path=ppt/notesSlides/_rels/notesSlide78.xml.rels>&#65279;<?xml version="1.0" encoding="utf-8"?><Relationships xmlns="http://schemas.openxmlformats.org/package/2006/relationships"><Relationship Type="http://schemas.openxmlformats.org/officeDocument/2006/relationships/slide" Target="/ppt/slides/slide78.xml" Id="Rf7752032239d40cb" /><Relationship Type="http://schemas.openxmlformats.org/officeDocument/2006/relationships/notesMaster" Target="/ppt/notesMasters/notesMaster1.xml" Id="Rd3854561d76d426b" /></Relationships>
</file>

<file path=ppt/notesSlides/_rels/notesSlide79.xml.rels>&#65279;<?xml version="1.0" encoding="utf-8"?><Relationships xmlns="http://schemas.openxmlformats.org/package/2006/relationships"><Relationship Type="http://schemas.openxmlformats.org/officeDocument/2006/relationships/slide" Target="/ppt/slides/slide79.xml" Id="Rbafa91463e184d1b" /><Relationship Type="http://schemas.openxmlformats.org/officeDocument/2006/relationships/notesMaster" Target="/ppt/notesMasters/notesMaster1.xml" Id="Rb9a729bfd0e34e7f" /></Relationships>
</file>

<file path=ppt/notesSlides/_rels/notesSlide80.xml.rels>&#65279;<?xml version="1.0" encoding="utf-8"?><Relationships xmlns="http://schemas.openxmlformats.org/package/2006/relationships"><Relationship Type="http://schemas.openxmlformats.org/officeDocument/2006/relationships/slide" Target="/ppt/slides/slide80.xml" Id="R7251f7cd832a4f4b" /><Relationship Type="http://schemas.openxmlformats.org/officeDocument/2006/relationships/notesMaster" Target="/ppt/notesMasters/notesMaster1.xml" Id="R472ac791998c4e96" /></Relationships>
</file>

<file path=ppt/notesSlides/_rels/notesSlide81.xml.rels>&#65279;<?xml version="1.0" encoding="utf-8"?><Relationships xmlns="http://schemas.openxmlformats.org/package/2006/relationships"><Relationship Type="http://schemas.openxmlformats.org/officeDocument/2006/relationships/slide" Target="/ppt/slides/slide81.xml" Id="R749d9538b7d94cc1" /><Relationship Type="http://schemas.openxmlformats.org/officeDocument/2006/relationships/notesMaster" Target="/ppt/notesMasters/notesMaster1.xml" Id="R5f3569e34e0549f2" /></Relationships>
</file>

<file path=ppt/notesSlides/_rels/notesSlide82.xml.rels>&#65279;<?xml version="1.0" encoding="utf-8"?><Relationships xmlns="http://schemas.openxmlformats.org/package/2006/relationships"><Relationship Type="http://schemas.openxmlformats.org/officeDocument/2006/relationships/slide" Target="/ppt/slides/slide82.xml" Id="Rece2d29dfe1243cc" /><Relationship Type="http://schemas.openxmlformats.org/officeDocument/2006/relationships/notesMaster" Target="/ppt/notesMasters/notesMaster1.xml" Id="R1cf24a48ffa9459c" /></Relationships>
</file>

<file path=ppt/notesSlides/_rels/notesSlide83.xml.rels>&#65279;<?xml version="1.0" encoding="utf-8"?><Relationships xmlns="http://schemas.openxmlformats.org/package/2006/relationships"><Relationship Type="http://schemas.openxmlformats.org/officeDocument/2006/relationships/slide" Target="/ppt/slides/slide83.xml" Id="Rabbd2019506543b3" /><Relationship Type="http://schemas.openxmlformats.org/officeDocument/2006/relationships/notesMaster" Target="/ppt/notesMasters/notesMaster1.xml" Id="Rbb6dbe12961643eb" /></Relationships>
</file>

<file path=ppt/notesSlides/_rels/notesSlide84.xml.rels>&#65279;<?xml version="1.0" encoding="utf-8"?><Relationships xmlns="http://schemas.openxmlformats.org/package/2006/relationships"><Relationship Type="http://schemas.openxmlformats.org/officeDocument/2006/relationships/slide" Target="/ppt/slides/slide84.xml" Id="R2b3997d4a83245d1" /><Relationship Type="http://schemas.openxmlformats.org/officeDocument/2006/relationships/notesMaster" Target="/ppt/notesMasters/notesMaster1.xml" Id="R95f58fbf60014f6b" /></Relationships>
</file>

<file path=ppt/notesSlides/_rels/notesSlide85.xml.rels>&#65279;<?xml version="1.0" encoding="utf-8"?><Relationships xmlns="http://schemas.openxmlformats.org/package/2006/relationships"><Relationship Type="http://schemas.openxmlformats.org/officeDocument/2006/relationships/slide" Target="/ppt/slides/slide85.xml" Id="R379957d351164729" /><Relationship Type="http://schemas.openxmlformats.org/officeDocument/2006/relationships/notesMaster" Target="/ppt/notesMasters/notesMaster1.xml" Id="R69f653840e324d23" /></Relationships>
</file>

<file path=ppt/notesSlides/_rels/notesSlide86.xml.rels>&#65279;<?xml version="1.0" encoding="utf-8"?><Relationships xmlns="http://schemas.openxmlformats.org/package/2006/relationships"><Relationship Type="http://schemas.openxmlformats.org/officeDocument/2006/relationships/slide" Target="/ppt/slides/slide86.xml" Id="Ra3177add53e5412a" /><Relationship Type="http://schemas.openxmlformats.org/officeDocument/2006/relationships/notesMaster" Target="/ppt/notesMasters/notesMaster1.xml" Id="Rfd51eb0cc2414ae8" /></Relationships>
</file>

<file path=ppt/notesSlides/_rels/notesSlide87.xml.rels>&#65279;<?xml version="1.0" encoding="utf-8"?><Relationships xmlns="http://schemas.openxmlformats.org/package/2006/relationships"><Relationship Type="http://schemas.openxmlformats.org/officeDocument/2006/relationships/slide" Target="/ppt/slides/slide87.xml" Id="R47bc9abe19f8427e" /><Relationship Type="http://schemas.openxmlformats.org/officeDocument/2006/relationships/notesMaster" Target="/ppt/notesMasters/notesMaster1.xml" Id="R0bb6dffc41414085" /></Relationships>
</file>

<file path=ppt/notesSlides/_rels/notesSlide88.xml.rels>&#65279;<?xml version="1.0" encoding="utf-8"?><Relationships xmlns="http://schemas.openxmlformats.org/package/2006/relationships"><Relationship Type="http://schemas.openxmlformats.org/officeDocument/2006/relationships/slide" Target="/ppt/slides/slide88.xml" Id="R336aa4e54cf54f6b" /><Relationship Type="http://schemas.openxmlformats.org/officeDocument/2006/relationships/notesMaster" Target="/ppt/notesMasters/notesMaster1.xml" Id="R5939867e953a4f34" /></Relationships>
</file>

<file path=ppt/notesSlides/_rels/notesSlide89.xml.rels>&#65279;<?xml version="1.0" encoding="utf-8"?><Relationships xmlns="http://schemas.openxmlformats.org/package/2006/relationships"><Relationship Type="http://schemas.openxmlformats.org/officeDocument/2006/relationships/slide" Target="/ppt/slides/slide89.xml" Id="R878da55bd8e94454" /><Relationship Type="http://schemas.openxmlformats.org/officeDocument/2006/relationships/notesMaster" Target="/ppt/notesMasters/notesMaster1.xml" Id="Rf5310193037a4792" /></Relationships>
</file>

<file path=ppt/notesSlides/_rels/notesSlide90.xml.rels>&#65279;<?xml version="1.0" encoding="utf-8"?><Relationships xmlns="http://schemas.openxmlformats.org/package/2006/relationships"><Relationship Type="http://schemas.openxmlformats.org/officeDocument/2006/relationships/slide" Target="/ppt/slides/slide90.xml" Id="R3a9e211da338495c" /><Relationship Type="http://schemas.openxmlformats.org/officeDocument/2006/relationships/notesMaster" Target="/ppt/notesMasters/notesMaster1.xml" Id="R47791b3679e14e5b" /></Relationships>
</file>

<file path=ppt/notesSlides/_rels/notesSlide91.xml.rels>&#65279;<?xml version="1.0" encoding="utf-8"?><Relationships xmlns="http://schemas.openxmlformats.org/package/2006/relationships"><Relationship Type="http://schemas.openxmlformats.org/officeDocument/2006/relationships/slide" Target="/ppt/slides/slide91.xml" Id="Rae57e5c7bcee4ec1" /><Relationship Type="http://schemas.openxmlformats.org/officeDocument/2006/relationships/notesMaster" Target="/ppt/notesMasters/notesMaster1.xml" Id="R7f6fcb1f9d0a4249" /></Relationships>
</file>

<file path=ppt/notesSlides/_rels/notesSlide92.xml.rels>&#65279;<?xml version="1.0" encoding="utf-8"?><Relationships xmlns="http://schemas.openxmlformats.org/package/2006/relationships"><Relationship Type="http://schemas.openxmlformats.org/officeDocument/2006/relationships/slide" Target="/ppt/slides/slide92.xml" Id="R1fd60155de404807" /><Relationship Type="http://schemas.openxmlformats.org/officeDocument/2006/relationships/notesMaster" Target="/ppt/notesMasters/notesMaster1.xml" Id="Rdc55763261e8489b" /></Relationships>
</file>

<file path=ppt/notesSlides/notesSlide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Hi everyone. Our project asks one practical question for a taxi operator: when it rains, where should ComfortDelGro send its drivers? We used five years of Singapore’s public taxi feed, every vacant taxi every 30 minutes, and matched every snapshot to the rain that had just fallen nearby from NEA’s gauges and forecasts.</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The client is ComfortDelGro, Singapore’s largest taxi operator. We broke the problem into three questions. First, how much does rain take taxis off the street. Second, where and when does it bite hardest, and why there. Third, the main question: can weather data warn a dispatcher early enough to move drivers before shortages start.</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Everything comes from public data. The core is LTA’s taxi availability feed: the GPS of every vacant taxi in Singapore, every 30 minutes, from October 2021 to September 2026, 120,017 usable snapshots. We matched each snapshot to NEA’s rain gauges and forecasts, and later checked against a 100 m radar rainfall dataset from NUS. Two rules for reading every result: vacant taxis are supply, not demand, and rain results are associations, not proven causes. We also split the data once before any results: fit on April 2022 to March 2025, tune on April to September 2025, and test on October 2025 to September 2026. The feed’s coverage jumps between periods, and we found 18 such periods and controlled for them in every model.</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Before the results, here is how we did it, one method per question. Regression: a Poisson fixed-effects model that compares each square with itself at the same time of week, dry against rain. That tells us how much and where. Statistical tests check it’s real and not chance: bootstrap, a permutation test, false-discovery control across 374 squares, and a re-run with radar rainfall. An event study tells us when the drop starts and ends. Machine learning, mainly LightGBM, tests whether weather can warn a dispatcher in time, scored once on data the models never saw; a random forest helps explain which places lose more. Optimisation, a linear program, decides where to move idle CDG taxis. And an agent-based simulation shows how a storm could play out, tuned on 20 storms and tested on 10 unseen ones. The data was split once before any results: fit, tune, then test.</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outputs/figures/deck/data/deck_effects_main.csv.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outputs/figures/deck/data/deck_radar_check.csv.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outputs/figures/deck/data/deck_storm_peak.csv.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outputs/figures/deck/data/deck_event_timeline.csv.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9.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outputs/figures/deck/data/deck_dose.csv.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0.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outputs/figures/deck/data/deck_where_map.csv.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outputs/figures/deck/data/deck_places_bar.csv.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outputs/figures/deck/data/deck_islandwide_map.csv.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3.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outputs/figures/deck/data/deck_planning_heatmap.csv.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4.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Why do some places lose more? We built characteristics for every square: MRT stations and exits, HDB homes, residents, land use, malls, taxi stands, road access, distance to the city. Then we tested them three different ways. Only one thing holds up in all three: being in the URA Central Area, about 25% against 12%. Business and industrial land holds in two designs. MRT and taxi stands show effects in some designs and not others, so we don’t claim them. The practical point: building more taxi stands is not a reliable fix for rain shortages.</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5.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Results: outputs/figures/deck/README.md and outputs/figures/deck/data/deck_forecast_bars.csv. Supply associations. </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6.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A “no” is only worth something if you test it properly, so we gave weather every chance. Bigger areas and longer horizons: nothing. Then regional forecasts, scored only during storms, on completely fresh October 2026 data: a hint of a gain, but only two storms. So we took the same frozen models back to 2019, 49 storms the models had never seen: a real gain, but small, about a third of the bar we set in advance. Why so little? Rain moves expected counts by 5 to 15%, but a square’s count already swings more than that from one half hour to the next.</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7.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Sources: forecast_eval_both_labels.csv; s22_materiality.csv; s22b_materiality.csv; s22_storm_onsets.csv. The 1 km maximum is a descriptive maximum across saved combinations.</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8.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Here is where weather does help: planning the day. Using only information available at 9 in the morning, adding NEA’s 24-hour forecast improves predictions of how many low-availability half-hours an area will have later that day by about 6 to 10%, depending on how we define low. It met the bar we set in advance. To be transparent, this was scored a second time after a reviewer asked us to fix the timing of some inputs. So the message for ComfortDelGro: weather is a planning tool, not an alarm.</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19.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Source: policy_diagnosis.csv, test split, policy with forecast-risk weights: issue-time precision 0.4416; all eligible candidate cells: 0.2770. Different numbers of selected cells; not a fixed-workload forecast comparison or evidence of passenger benefits.</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0.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What this means for the budget. Spend on day-ahead planning from the morning forecast; on the CBD and its fringe in weekday rush hours, where the loss is biggest in share; on Changi, where it’s biggest in number of taxis; and, separately from rain, on dry-weather coverage in places like Punggol and Tengah, which have the fewest vacant taxis per resident. Don’t spend on rain-triggered real-time alerts, because in every test weather added little beyond watching current taxi numbers; don’t build taxi stands expecting them to fix rain shortages; and don’t plan to pull taxis from dry areas in island-wide rain, because there’s no surplus.</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Demo time. We built a storm simulator: a minute-by-minute virtual Singapore that starts from the real positions of vacant taxis before a storm. Rain can raise bookings, take drivers off the road, or both, and a dispatcher matches requests to nearby taxis. [Switch to the simulator here.] To be honest about it: we tuned it on 20 past storms and checked it on 10 it had never seen, and it passes our realism rule on only 4 of 10. That sounds bad, but a benchmark built straight from our measured rain effects only gets 3 of 10, so no model we have predicts individual storms well. It’s a tool to explain how a storm plays out, not a forecast.</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The obvious next question is why taxis disappear. There are four candidates: more people book, traffic slows so trips take longer, drivers stop working, or drivers move away. Our clues point to a booking surge made worse by slow traffic: the first millimetre matters most, the drop starts on a forecast, and long rain hurts more. Moving away is unlikely because the drop is citywide. We tried to test it directly by pulling the feed every minute and following individual taxis. Without taxi IDs, the matching was only 10 to 23% accurate, so the public data can’t answer it. ComfortDelGro’s own booking and driver-status data could, which is our main data recommendation.</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3.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How sure are we? The rain effect, the CBD difference and the weak value of weather for short-term alerts are strong: they survive every check and two extra holdouts. The morning forecast and the named place rankings are moderate. What explains the rest is weak, and the simulator is an illustration only. How we kept ourselves honest: every threshold and pass rule was written down before we saw the results it judges, the test year was scored once for the main question, the work went through three independent reviews which caught and fixed real bugs, and we checked on two extra periods no model had seen, October 2026 and 2019.</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4.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To close, three things to remember. One: rain reliably takes vacant taxis off the street, about 13% in heavy rain and about 25% in the CBD. Two: act early. The drop starts before the rain arrives, and the place weather really helps is planning the day from the morning forecast. Three: the next step is ComfortDelGro’s own booking and driver data, which would tell us why taxis vanish. Thank you, and we’re happy to take questions.</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5.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To close, three things to remember. One: rain reliably takes vacant taxis off the street, about 13% in heavy rain and about 25% in the CBD. Two: act early. The drop starts before the rain arrives, and the place weather really helps is planning the day from the morning forecast. Three: the next step is ComfortDelGro’s own booking and driver data, which would tell us why taxis vanish. Thank you, and we’re happy to take questions.</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6.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outputs/figures/audit_unusual_days.svg. Excluded days follow the saved audit. No new exclusions or model fitting.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7.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outputs/figures/desc_maps_dry_heavy.svg. Count maps retain taxi units. Percentage changes use the common ±40% scale.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8.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outputs/figures/desc_maps_dry_heavy.svg. Count maps retain taxi units. Percentage changes use the common ±40% scale.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29.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outputs/figures/desc_profile_rain_bands.svg. Ratios use each cell’s expected supply. Shaded bands are saved day-bootstrap intervals.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0.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outputs/figures/desc_rain_band_frequency.svg. Rain categories use the registered 30-minute gauge window.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outputs/figures/desc_storm_2023-07-20_peak.svg. 09:30 Singapore time. Count ratios are descriptive comparisons to saved expected supply.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outputs/figures/desc_trend_vs_fleet.svg. The feed measures public vacant supply and its coverage can change.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3.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outputs/figures/dose_intensity_hangover.svg. The after-rain reference is cells dry for at least six hours.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4.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outputs/figures/dry_supply_by_band.svg. These are dry snapshots. Supply geography does not establish passenger demand.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5.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outputs/figures/dry_supply_by_band.svg. These are dry snapshots. Supply geography does not establish passenger demand.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6.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outputs/figures/dry_supply_by_band.svg. These are dry snapshots. Supply geography does not establish passenger demand.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7.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outputs/figures/dry_supply_by_band.svg. These are dry snapshots. Supply geography does not establish passenger demand.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8.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outputs/figures/dry_supply_by_band.svg. These are dry snapshots. Supply geography does not establish passenger demand.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39.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outputs/figures/effects_approach_forecast.svg. The local cell remains dry in the approaching-rain comparison. Association does not identify the mechanism.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0.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outputs/figures/effects_by_regime.svg. Regime results differ in magnitude. A pooled result does not establish stability in every regime.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outputs/figures/effects_event_study.svg. Reference: 30 minutes before onset. Recovery means intervals include zero, not exact restoration.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outputs/figures/effects_interactions.svg. Differences between groups use the saved interaction models.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3.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outputs/figures/effects_main.svg. Absolute, share and citywide-offset specifications retain their saved estimates and CIs.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4.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outputs/figures/effects_robustness.svg. Use the saved point estimates and confidence intervals to judge each check.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5.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outputs/figures/effects_robustness.svg. Use the saved point estimates and confidence intervals to judge each check.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6.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outputs/figures/factors_contrasts.svg. Central Area is the consistent finding. Other designs do not agree on all traits.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7.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outputs/figures/factors_shap.svg. Spatial-block performance is weak. SHAP explains this fitted model, not causal mechanisms.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8.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outputs/figures/factors_shap.svg. Spatial-block performance is weak. SHAP explains this fitted model, not causal mechanisms.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49.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outputs/figures/feed_regimes.svg. Coverage regimes need explicit controls in comparisons over time.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0.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outputs/figures/fleet_trend.svg. Meta-regression has the registered coverage control and HAC errors. No extrapolation.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outputs/figures/forecast_pr_auc.svg. Saved test-year scores. Additional uses and label checks are disclosed in the scoring log.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outputs/figures/forecast_pr_auc.svg. Saved test-year scores. Additional uses and label checks are disclosed in the scoring log.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3.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outputs/figures/forecast_topk_both_labels.svg. Nineteen alerts per half-hour. Label versions have different information sets.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4.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outputs/figures/inference_hotspots.svg. Ratio-statistic estimates and BH q-values. This is a different design from the cell Poisson map.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5.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outputs/figures/inference_permutation.svg. Exchangeability is an assumption of the supporting permutation scheme.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6.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outputs/figures/inference_permutation.svg. Exchangeability is an assumption of the supporting permutation scheme.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7.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outputs/figures/minutes_to_taxi_maps.svg. Modelled minutes to a vacant taxi are not observed passenger waiting times.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8.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outputs/figures/minutes_to_taxi_maps.svg. Modelled minutes to a vacant taxi are not observed passenger waiting times.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59.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outputs/figures/mrt_did_event_study.svg. Pre-trends fail. The result cannot support a causal MRT-opening interpretation.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0.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outputs/figures/names_rain_hit_map.svg. Names meet the expected-count and q-value filters. Percentage map scales are capped at ±40%.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outputs/figures/names_rain_hit_map.svg. Names meet the expected-count and q-value filters. Percentage map scales are capped at ±40%.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outputs/figures/planning_forecast_rain.svg. Top 15 areas from the original planning figure. Negative gaps mean more taxis than expected.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3.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outputs/figures/policy_diagnosis.svg. Targeting success measures selected cells, not passengers served or operational benefits.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4.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outputs/figures/policy_targeting.svg. Travel times, staging and available CDG share are assumptions in the plan.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5.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outputs/figures/radar_measurement_check.svg. Same-sample comparisons use saved radar tables. Gauge results remain the headline.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6.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outputs/figures/radar_measurement_check.svg. Same-sample comparisons use saved radar tables. Gauge results remain the headline.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7.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outputs/figures/risk_odds.svg. Odds ratios describe relative odds, not percentage changes in vacant taxi counts.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8.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outputs/figures/risk_types.svg. The groups summarise saved response patterns, not taxi-driver behaviour.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69.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outputs/figures/risk_vulnerability.svg. Percentage-point changes in low-availability risk are not percentage changes in taxi counts.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0.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outputs/figures/s1_weather_gain.svg. All registered secondary comparisons appear. None reaches the saved materiality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outputs/figures/s22_weather_gain.svg. Two storm onsets fail the minimum-eight-onset power rule. Storm gains remain descriptive.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outputs/figures/s22_weather_gain.svg. Two storm onsets fail the minimum-eight-onset power rule. Storm gains remain descriptive.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3.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outputs/figures/s22b_weather_gain.svg. Forty-nine onsets. The primary 60-minute PR-AUC gain is positive but below +0.02.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4.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outputs/figures/s22b_weather_gain.svg. Forty-nine onsets. The primary 60-minute PR-AUC gain is positive but below +0.02.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5.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outputs/figures/s23_flows.svg. The fixed sampling rule produces two storm days and zero matched dry days. No flow effect is estimated.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6.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outputs/figures/s23_geography.svg. No matched dry controls means no estimated return ratio, relocation effect or place ranking.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7.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outputs/figures/s23_speed.svg. Synthetic matching diagnostics do not measure real traffic speeds.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8.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outputs/figures/sim2_diagnosis.svg. Level, timing and spatial diagnostics use saved outputs. The plausibility rule stays unchanged.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79.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outputs/figures/sim2_diagnosis.svg. Level, timing and spatial diagnostics use saved outputs. The plausibility rule stays unchanged.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0.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outputs/figures/sim2_heldout_storms.svg. Illustration only. Best v2 setting passes three of ten storms, below the registered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outputs/figures/sim2_heldout_storms.svg. Illustration only. Best v2 setting passes three of ten storms, below the registered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outputs/figures/sim2_heldout_storms.svg. Illustration only. Best v2 setting passes three of ten storms, below the registered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3.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outputs/figures/sim2_heldout_storms.svg. Illustration only. Best v2 setting passes three of ten storms, below the registered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4.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outputs/figures/sim2_heldout_storms.svg. Illustration only. Best v2 setting passes three of ten storms, below the registered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5.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outputs/figures/sim_heldout_storms.svg. Simulation only. No setting passes the unchanged overall plausibility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6.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outputs/figures/sim_heldout_storms.svg. Simulation only. No setting passes the unchanged overall plausibility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7.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outputs/figures/sim_heldout_storms.svg. Simulation only. No setting passes the unchanged overall plausibility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8.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outputs/figures/sim_heldout_storms.svg. Simulation only. No setting passes the unchanged overall plausibility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89.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outputs/figures/sim_heldout_storms.svg. Simulation only. No setting passes the unchanged overall plausibility rule.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90.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outputs/figures/spillover_islandwide_map.svg. Gaining share can coexist with losing taxis. Counts and percentages need separate interpretation.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91.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outputs/figures/stands_predicted_sensitivity.svg. Random-forest predictions reuse the saved training transform. Unanalysed cells use the no-data colour.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notesSlides/notesSlide92.xml><?xml version="1.0" encoding="utf-8"?>
<p:notes xmlns:p="http://schemas.openxmlformats.org/presentationml/2006/main">
  <p:cSld>
    <p:spTree>
      <p:nvGrpSpPr>
        <p:cNvPr id="1" name=""/>
        <p:cNvGrpSpPr/>
        <p:nvPr/>
      </p:nvGrpSpPr>
      <p:grpSpPr>
        <a:xfrm xmlns:a="http://schemas.openxmlformats.org/drawingml/2006/main"/>
      </p:grpSpPr>
      <p:sp>
        <p:nvSpPr>
          <p:cNvPr id="2" name="Slide Image Placeholder 1"/>
          <p:cNvSpPr>
            <a:spLocks xmlns:a="http://schemas.openxmlformats.org/drawingml/2006/main" noGrp="1"/>
          </p:cNvSpPr>
          <p:nvPr>
            <p:ph type="sldImg" idx="0"/>
          </p:nvPr>
        </p:nvSpPr>
        <p:spPr/>
      </p:sp>
      <p:sp>
        <p:nvSpPr>
          <p:cNvPr id="3" name="Notes Placeholder 2"/>
          <p:cNvSpPr>
            <a:spLocks xmlns:a="http://schemas.openxmlformats.org/drawingml/2006/main" noGrp="1"/>
          </p:cNvSpPr>
          <p:nvPr>
            <p:ph type="body" idx="1"/>
          </p:nvPr>
        </p:nvSpPr>
        <p:spPr/>
        <p:txBody>
          <a:bodyPr xmlns:a="http://schemas.openxmlformats.org/drawingml/2006/main"/>
          <a:lstStyle xmlns:a="http://schemas.openxmlformats.org/drawingml/2006/main"/>
          <a:p xmlns:a="http://schemas.openxmlformats.org/drawingml/2006/main">
            <a:r>
              <a:t>Figure: outputs/figures/taxi_deserts_map.svg. Residents use the saved areal allocation. The feed has no passenger-demand measure. Original numeric labels and curve/interval geometry are retained. The chart text and paths are editable. Percentage map fills use saved cell-ID joins and a common ±40% colour scale.</a:t>
            </a:r>
            <a:endParaRPr/>
          </a:p>
        </p:txBody>
      </p:sp>
      <p:sp>
        <p:nvSpPr>
          <p:cNvPr id="4" name="Slide Number Placeholder 3"/>
          <p:cNvSpPr>
            <a:spLocks xmlns:a="http://schemas.openxmlformats.org/drawingml/2006/main" noGrp="1"/>
          </p:cNvSpPr>
          <p:nvPr>
            <p:ph type="sldNum" idx="5"/>
          </p:nvPr>
        </p:nvSpPr>
        <p:spPr/>
        <p:txBody>
          <a:bodyPr xmlns:a="http://schemas.openxmlformats.org/drawingml/2006/main"/>
          <a:lstStyle xmlns:a="http://schemas.openxmlformats.org/drawingml/2006/main"/>
          <a:p xmlns:a="http://schemas.openxmlformats.org/drawingml/2006/main"/>
        </p:txBody>
      </p:sp>
    </p:spTree>
  </p:cSld>
  <p:clrMapOvr>
    <a:masterClrMapping xmlns:a="http://schemas.openxmlformats.org/drawingml/2006/main"/>
  </p:clrMapOvr>
</p:notes>
</file>

<file path=ppt/slideLayouts/_rels/slideLayout1.xml.rels>&#65279;<?xml version="1.0" encoding="utf-8"?><Relationships xmlns="http://schemas.openxmlformats.org/package/2006/relationships"><Relationship Type="http://schemas.openxmlformats.org/officeDocument/2006/relationships/slideMaster" Target="/ppt/slideMasters/slideMaster1.xml" Id="Re148354bf15b410b" /></Relationships>
</file>

<file path=ppt/slideLayouts/_rels/slideLayout2.xml.rels>&#65279;<?xml version="1.0" encoding="utf-8"?><Relationships xmlns="http://schemas.openxmlformats.org/package/2006/relationships"><Relationship Type="http://schemas.openxmlformats.org/officeDocument/2006/relationships/slideMaster" Target="/ppt/slideMasters/slideMaster1.xml" Id="Rac4724894183455d" /></Relationships>
</file>

<file path=ppt/slideLayouts/slideLayout1.xml><?xml version="1.0" encoding="utf-8"?>
<p:sldLayout xmlns:p="http://schemas.openxmlformats.org/presentationml/2006/main" preserve="1">
  <p:cSld name="DEFAULT">
    <p:bg>
      <p:bgRef idx="1001">
        <a:schemeClr xmlns:a="http://schemas.openxmlformats.org/drawingml/2006/main" val="bg1"/>
      </p:bgRef>
    </p:bg>
    <p:spTree>
      <p:nvGrpSpPr>
        <p:cNvPr id="1" name=""/>
        <p:cNvGrpSpPr/>
        <p:nvPr/>
      </p:nvGrpSpPr>
      <p:grpSpPr>
        <a:xfrm xmlns:a="http://schemas.openxmlformats.org/drawingml/2006/main"/>
      </p:grpSpPr>
    </p:spTree>
  </p:cSld>
</p:sldLayout>
</file>

<file path=ppt/slideLayouts/slideLayout2.xml><?xml version="1.0" encoding="utf-8"?>
<p:sldLayout xmlns:p="http://schemas.openxmlformats.org/presentationml/2006/main" preserve="1">
  <p:cSld name="Title and body">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itle Placeholder 1">
            <a:extLst xmlns:a="http://schemas.openxmlformats.org/drawingml/2006/main">
              <a:ext uri="{FF2B5EF4-FFF2-40B4-BE49-F238E27FC236}">
                <a16:creationId xmlns:a16="http://schemas.microsoft.com/office/drawing/2014/main" id="{0347C63A-1F6C-40FC-A956-6E7CB56B416B}"/>
              </a:ext>
            </a:extLst>
          </p:cNvPr>
          <p:cNvSpPr>
            <a:spLocks xmlns:a="http://schemas.openxmlformats.org/drawingml/2006/main" noGrp="1"/>
          </p:cNvSpPr>
          <p:nvPr>
            <p:ph type="title" idx="0"/>
          </p:nvPr>
        </p:nvSpPr>
        <p:spPr>
          <a:xfrm xmlns:a="http://schemas.openxmlformats.org/drawingml/2006/main">
            <a:off x="812800" y="1216620"/>
            <a:ext cx="1056640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lstStyle xmlns:a="http://schemas.openxmlformats.org/drawingml/2006/main">
            <a:lvl1pPr marL="0" indent="0" algn="l">
              <a:lnSpc>
                <a:spcPct val="115000"/>
              </a:lnSpc>
              <a:buNone/>
              <a:defRPr sz="4000">
                <a:solidFill>
                  <a:srgbClr val="14295B"/>
                </a:solidFill>
                <a:latin typeface="Anton"/>
                <a:ea typeface="Anton"/>
                <a:cs typeface="Anton"/>
              </a:defRPr>
            </a:lvl1pPr>
          </a:lstStyle>
          <a:p xmlns:a="http://schemas.openxmlformats.org/drawingml/2006/main">
            <a:pPr marL="0" indent="0" algn="l">
              <a:lnSpc>
                <a:spcPct val="115000"/>
              </a:lnSpc>
              <a:buNone/>
            </a:pPr>
            <a:endParaRPr sz="4000"/>
          </a:p>
        </p:txBody>
      </p:sp>
      <p:sp>
        <p:nvSpPr>
          <p:cNvPr id="3" name="Text Placeholder 2">
            <a:extLst xmlns:a="http://schemas.openxmlformats.org/drawingml/2006/main">
              <a:ext uri="{FF2B5EF4-FFF2-40B4-BE49-F238E27FC236}">
                <a16:creationId xmlns:a16="http://schemas.microsoft.com/office/drawing/2014/main" id="{B1505B0F-1C04-41D0-8BC6-F14331B1490A}"/>
              </a:ext>
            </a:extLst>
          </p:cNvPr>
          <p:cNvSpPr>
            <a:spLocks xmlns:a="http://schemas.openxmlformats.org/drawingml/2006/main" noGrp="1"/>
          </p:cNvSpPr>
          <p:nvPr>
            <p:ph type="body" idx="101"/>
          </p:nvPr>
        </p:nvSpPr>
        <p:spPr>
          <a:xfrm xmlns:a="http://schemas.openxmlformats.org/drawingml/2006/main">
            <a:off x="812800" y="2054820"/>
            <a:ext cx="10566400" cy="3990380"/>
          </a:xfrm>
          <a:prstGeom xmlns:a="http://schemas.openxmlformats.org/drawingml/2006/main" prst="rect">
            <a:avLst/>
          </a:prstGeom>
          <a:noFill xmlns:a="http://schemas.openxmlformats.org/drawingml/2006/main"/>
        </p:spPr>
        <p:txBody>
          <a:bodyPr xmlns:a="http://schemas.openxmlformats.org/drawingml/2006/main" wrap="square" lIns="0" tIns="0" rIns="0" bIns="0" anchor="t"/>
          <a:lstStyle xmlns:a="http://schemas.openxmlformats.org/drawingml/2006/main">
            <a:lvl1pPr marL="0" indent="0" algn="l">
              <a:lnSpc>
                <a:spcPct val="140000"/>
              </a:lnSpc>
              <a:buNone/>
              <a:defRPr sz="1600">
                <a:solidFill>
                  <a:srgbClr val="14295B"/>
                </a:solidFill>
                <a:latin typeface="Poppins"/>
                <a:ea typeface="Poppins"/>
                <a:cs typeface="Poppins"/>
              </a:defRPr>
            </a:lvl1pPr>
          </a:lstStyle>
          <a:p xmlns:a="http://schemas.openxmlformats.org/drawingml/2006/main">
            <a:pPr marL="0" indent="0" algn="l">
              <a:lnSpc>
                <a:spcPct val="140000"/>
              </a:lnSpc>
              <a:buNone/>
            </a:pPr>
            <a:endParaRPr sz="1600"/>
          </a:p>
        </p:txBody>
      </p:sp>
    </p:spTree>
  </p:cSld>
</p:sldLayout>
</file>

<file path=ppt/slideMasters/_rels/slideMaster1.xml.rels>&#65279;<?xml version="1.0" encoding="utf-8"?><Relationships xmlns="http://schemas.openxmlformats.org/package/2006/relationships"><Relationship Type="http://schemas.openxmlformats.org/officeDocument/2006/relationships/theme" Target="/ppt/slideMasters/theme/theme2.xml" Id="R217975df59dd4a5f" /><Relationship Type="http://schemas.openxmlformats.org/officeDocument/2006/relationships/slideLayout" Target="/ppt/slideLayouts/slideLayout1.xml" Id="R4a7facd4f0d94f78" /><Relationship Type="http://schemas.openxmlformats.org/officeDocument/2006/relationships/slideLayout" Target="/ppt/slideLayouts/slideLayout2.xml" Id="R2f88c609e8194831" /></Relationships>
</file>

<file path=ppt/slideMasters/slideMaster1.xml><?xml version="1.0" encoding="utf-8"?>
<p:sldMaster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itle Placeholder 1">
            <a:extLst xmlns:a="http://schemas.openxmlformats.org/drawingml/2006/main">
              <a:ext uri="{FF2B5EF4-FFF2-40B4-BE49-F238E27FC236}">
                <a16:creationId xmlns:a16="http://schemas.microsoft.com/office/drawing/2014/main" id="{28020EA4-5DDE-44AB-B65B-B411AF14440F}"/>
              </a:ext>
            </a:extLst>
          </p:cNvPr>
          <p:cNvSpPr>
            <a:spLocks xmlns:a="http://schemas.openxmlformats.org/drawingml/2006/main" noGrp="1"/>
          </p:cNvSpPr>
          <p:nvPr>
            <p:ph type="title" idx="0"/>
          </p:nvPr>
        </p:nvSpPr>
        <p:spPr>
          <a:xfrm xmlns:a="http://schemas.openxmlformats.org/drawingml/2006/main">
            <a:off x="812800" y="1216620"/>
            <a:ext cx="1056640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lstStyle xmlns:a="http://schemas.openxmlformats.org/drawingml/2006/main">
            <a:lvl1pPr marL="0" indent="0" algn="l">
              <a:lnSpc>
                <a:spcPct val="115000"/>
              </a:lnSpc>
              <a:buNone/>
              <a:defRPr sz="4000">
                <a:solidFill>
                  <a:srgbClr val="14295B"/>
                </a:solidFill>
                <a:latin typeface="Anton"/>
                <a:ea typeface="Anton"/>
                <a:cs typeface="Anton"/>
              </a:defRPr>
            </a:lvl1pPr>
          </a:lstStyle>
          <a:p xmlns:a="http://schemas.openxmlformats.org/drawingml/2006/main">
            <a:pPr marL="0" indent="0" algn="l">
              <a:lnSpc>
                <a:spcPct val="115000"/>
              </a:lnSpc>
              <a:buNone/>
            </a:pPr>
            <a:endParaRPr sz="4000"/>
          </a:p>
        </p:txBody>
      </p:sp>
      <p:sp>
        <p:nvSpPr>
          <p:cNvPr id="3" name="Text Placeholder 2">
            <a:extLst xmlns:a="http://schemas.openxmlformats.org/drawingml/2006/main">
              <a:ext uri="{FF2B5EF4-FFF2-40B4-BE49-F238E27FC236}">
                <a16:creationId xmlns:a16="http://schemas.microsoft.com/office/drawing/2014/main" id="{4362E9B0-5E09-4612-9336-D5152341A21B}"/>
              </a:ext>
            </a:extLst>
          </p:cNvPr>
          <p:cNvSpPr>
            <a:spLocks xmlns:a="http://schemas.openxmlformats.org/drawingml/2006/main" noGrp="1"/>
          </p:cNvSpPr>
          <p:nvPr>
            <p:ph type="body" idx="101"/>
          </p:nvPr>
        </p:nvSpPr>
        <p:spPr>
          <a:xfrm xmlns:a="http://schemas.openxmlformats.org/drawingml/2006/main">
            <a:off x="812800" y="2054820"/>
            <a:ext cx="10566400" cy="3990380"/>
          </a:xfrm>
          <a:prstGeom xmlns:a="http://schemas.openxmlformats.org/drawingml/2006/main" prst="rect">
            <a:avLst/>
          </a:prstGeom>
          <a:noFill xmlns:a="http://schemas.openxmlformats.org/drawingml/2006/main"/>
        </p:spPr>
        <p:txBody>
          <a:bodyPr xmlns:a="http://schemas.openxmlformats.org/drawingml/2006/main" wrap="square" lIns="0" tIns="0" rIns="0" bIns="0" anchor="t"/>
          <a:lstStyle xmlns:a="http://schemas.openxmlformats.org/drawingml/2006/main">
            <a:lvl1pPr marL="0" indent="0" algn="l">
              <a:lnSpc>
                <a:spcPct val="140000"/>
              </a:lnSpc>
              <a:buNone/>
              <a:defRPr sz="1600">
                <a:solidFill>
                  <a:srgbClr val="14295B"/>
                </a:solidFill>
                <a:latin typeface="Poppins"/>
                <a:ea typeface="Poppins"/>
                <a:cs typeface="Poppins"/>
              </a:defRPr>
            </a:lvl1pPr>
          </a:lstStyle>
          <a:p xmlns:a="http://schemas.openxmlformats.org/drawingml/2006/main">
            <a:pPr marL="0" indent="0" algn="l">
              <a:lnSpc>
                <a:spcPct val="140000"/>
              </a:lnSpc>
              <a:buNone/>
            </a:pPr>
            <a:endParaRPr sz="1600"/>
          </a:p>
        </p:txBody>
      </p:sp>
    </p:spTree>
  </p:cSld>
  <p:clrMap bg1="lt1" tx1="dk1" bg2="lt2" tx2="dk2" accent1="accent1" accent2="accent2" accent3="accent3" accent4="accent4" accent5="accent5" accent6="accent6" hlink="hlink" folHlink="folHlink"/>
  <p:sldLayoutIdLst>
    <p:sldLayoutId xmlns:r="http://schemas.openxmlformats.org/officeDocument/2006/relationships" id="2147483649" r:id="R4a7facd4f0d94f78"/>
    <p:sldLayoutId xmlns:r="http://schemas.openxmlformats.org/officeDocument/2006/relationships" id="2147483650" r:id="R2f88c609e8194831"/>
  </p:sldLayoutIdLst>
  <p:hf sldNum="0" hdr="0" ftr="0" dt="0"/>
  <p:txStyles>
    <p:titleStyle>
      <a:lvl1pPr xmlns:a="http://schemas.openxmlformats.org/drawingml/2006/main" algn="ctr" defTabSz="914400">
        <a:spcBef>
          <a:spcPct val="0"/>
        </a:spcBef>
        <a:buNone/>
        <a:defRPr sz="4400" kern="1200">
          <a:solidFill>
            <a:schemeClr val="tx1"/>
          </a:solidFill>
          <a:latin typeface="+mj-lt"/>
          <a:ea typeface="+mj-lt"/>
          <a:cs typeface="+mj-lt"/>
        </a:defRPr>
      </a:lvl1pPr>
    </p:titleStyle>
    <p:bodyStyle>
      <a:lvl1pPr xmlns:a="http://schemas.openxmlformats.org/drawingml/2006/main" marL="342900" indent="-342900" algn="l" defTabSz="914400">
        <a:spcBef>
          <a:spcPct val="20000"/>
        </a:spcBef>
        <a:buFont typeface="Arial"/>
        <a:buChar char="•"/>
        <a:defRPr sz="3200" kern="1200">
          <a:solidFill>
            <a:schemeClr val="tx1"/>
          </a:solidFill>
          <a:latin typeface="+mn-lt"/>
          <a:ea typeface="+mn-lt"/>
          <a:cs typeface="+mn-lt"/>
        </a:defRPr>
      </a:lvl1pPr>
      <a:lvl2pPr xmlns:a="http://schemas.openxmlformats.org/drawingml/2006/main" marL="742950" indent="-285750" algn="l" defTabSz="914400">
        <a:spcBef>
          <a:spcPct val="20000"/>
        </a:spcBef>
        <a:buFont typeface="Arial"/>
        <a:buChar char="–"/>
        <a:defRPr sz="2800" kern="1200">
          <a:solidFill>
            <a:schemeClr val="tx1"/>
          </a:solidFill>
          <a:latin typeface="+mn-lt"/>
          <a:ea typeface="+mn-lt"/>
          <a:cs typeface="+mn-lt"/>
        </a:defRPr>
      </a:lvl2pPr>
      <a:lvl3pPr xmlns:a="http://schemas.openxmlformats.org/drawingml/2006/main" marL="1143000" indent="-228600" algn="l" defTabSz="914400">
        <a:spcBef>
          <a:spcPct val="20000"/>
        </a:spcBef>
        <a:buFont typeface="Arial"/>
        <a:buChar char="•"/>
        <a:defRPr sz="2400" kern="1200">
          <a:solidFill>
            <a:schemeClr val="tx1"/>
          </a:solidFill>
          <a:latin typeface="+mn-lt"/>
          <a:ea typeface="+mn-lt"/>
          <a:cs typeface="+mn-lt"/>
        </a:defRPr>
      </a:lvl3pPr>
      <a:lvl4pPr xmlns:a="http://schemas.openxmlformats.org/drawingml/2006/main" marL="1600200" indent="-228600" algn="l" defTabSz="914400">
        <a:spcBef>
          <a:spcPct val="20000"/>
        </a:spcBef>
        <a:buFont typeface="Arial"/>
        <a:buChar char="–"/>
        <a:defRPr sz="2000" kern="1200">
          <a:solidFill>
            <a:schemeClr val="tx1"/>
          </a:solidFill>
          <a:latin typeface="+mn-lt"/>
          <a:ea typeface="+mn-lt"/>
          <a:cs typeface="+mn-lt"/>
        </a:defRPr>
      </a:lvl4pPr>
      <a:lvl5pPr xmlns:a="http://schemas.openxmlformats.org/drawingml/2006/main" marL="2057400" indent="-228600" algn="l" defTabSz="914400">
        <a:spcBef>
          <a:spcPct val="20000"/>
        </a:spcBef>
        <a:buFont typeface="Arial"/>
        <a:buChar char="»"/>
        <a:defRPr sz="2000" kern="1200">
          <a:solidFill>
            <a:schemeClr val="tx1"/>
          </a:solidFill>
          <a:latin typeface="+mn-lt"/>
          <a:ea typeface="+mn-lt"/>
          <a:cs typeface="+mn-lt"/>
        </a:defRPr>
      </a:lvl5pPr>
      <a:lvl6pPr xmlns:a="http://schemas.openxmlformats.org/drawingml/2006/main" marL="2514600" indent="-228600" algn="l" defTabSz="914400">
        <a:spcBef>
          <a:spcPct val="20000"/>
        </a:spcBef>
        <a:buFont typeface="Arial"/>
        <a:buChar char="•"/>
        <a:defRPr sz="2000" kern="1200">
          <a:solidFill>
            <a:schemeClr val="tx1"/>
          </a:solidFill>
          <a:latin typeface="+mn-lt"/>
          <a:ea typeface="+mn-lt"/>
          <a:cs typeface="+mn-lt"/>
        </a:defRPr>
      </a:lvl6pPr>
      <a:lvl7pPr xmlns:a="http://schemas.openxmlformats.org/drawingml/2006/main" marL="2971800" indent="-228600" algn="l" defTabSz="914400">
        <a:spcBef>
          <a:spcPct val="20000"/>
        </a:spcBef>
        <a:buFont typeface="Arial"/>
        <a:buChar char="•"/>
        <a:defRPr sz="2000" kern="1200">
          <a:solidFill>
            <a:schemeClr val="tx1"/>
          </a:solidFill>
          <a:latin typeface="+mn-lt"/>
          <a:ea typeface="+mn-lt"/>
          <a:cs typeface="+mn-lt"/>
        </a:defRPr>
      </a:lvl7pPr>
      <a:lvl8pPr xmlns:a="http://schemas.openxmlformats.org/drawingml/2006/main" marL="3429000" indent="-228600" algn="l" defTabSz="914400">
        <a:spcBef>
          <a:spcPct val="20000"/>
        </a:spcBef>
        <a:buFont typeface="Arial"/>
        <a:buChar char="•"/>
        <a:defRPr sz="2000" kern="1200">
          <a:solidFill>
            <a:schemeClr val="tx1"/>
          </a:solidFill>
          <a:latin typeface="+mn-lt"/>
          <a:ea typeface="+mn-lt"/>
          <a:cs typeface="+mn-lt"/>
        </a:defRPr>
      </a:lvl8pPr>
      <a:lvl9pPr xmlns:a="http://schemas.openxmlformats.org/drawingml/2006/main" marL="3886200" indent="-228600" algn="l" defTabSz="914400">
        <a:spcBef>
          <a:spcPct val="20000"/>
        </a:spcBef>
        <a:buFont typeface="Arial"/>
        <a:buChar char="•"/>
        <a:defRPr sz="2000" kern="1200">
          <a:solidFill>
            <a:schemeClr val="tx1"/>
          </a:solidFill>
          <a:latin typeface="+mn-lt"/>
          <a:ea typeface="+mn-lt"/>
          <a:cs typeface="+mn-lt"/>
        </a:defRPr>
      </a:lvl9pPr>
    </p:bodyStyle>
    <p:otherStyle>
      <a:lvl1pPr xmlns:a="http://schemas.openxmlformats.org/drawingml/2006/main" marL="0" algn="l" defTabSz="914400">
        <a:buNone/>
        <a:defRPr sz="1800" kern="1200">
          <a:solidFill>
            <a:schemeClr val="tx1"/>
          </a:solidFill>
          <a:latin typeface="+mn-lt"/>
          <a:ea typeface="+mn-lt"/>
          <a:cs typeface="+mn-lt"/>
        </a:defRPr>
      </a:lvl1pPr>
      <a:lvl2pPr xmlns:a="http://schemas.openxmlformats.org/drawingml/2006/main" marL="457200" algn="l" defTabSz="914400">
        <a:buNone/>
        <a:defRPr sz="1800" kern="1200">
          <a:solidFill>
            <a:schemeClr val="tx1"/>
          </a:solidFill>
          <a:latin typeface="+mn-lt"/>
          <a:ea typeface="+mn-lt"/>
          <a:cs typeface="+mn-lt"/>
        </a:defRPr>
      </a:lvl2pPr>
      <a:lvl3pPr xmlns:a="http://schemas.openxmlformats.org/drawingml/2006/main" marL="914400" algn="l" defTabSz="914400">
        <a:buNone/>
        <a:defRPr sz="1800" kern="1200">
          <a:solidFill>
            <a:schemeClr val="tx1"/>
          </a:solidFill>
          <a:latin typeface="+mn-lt"/>
          <a:ea typeface="+mn-lt"/>
          <a:cs typeface="+mn-lt"/>
        </a:defRPr>
      </a:lvl3pPr>
      <a:lvl4pPr xmlns:a="http://schemas.openxmlformats.org/drawingml/2006/main" marL="1371600" algn="l" defTabSz="914400">
        <a:buNone/>
        <a:defRPr sz="1800" kern="1200">
          <a:solidFill>
            <a:schemeClr val="tx1"/>
          </a:solidFill>
          <a:latin typeface="+mn-lt"/>
          <a:ea typeface="+mn-lt"/>
          <a:cs typeface="+mn-lt"/>
        </a:defRPr>
      </a:lvl4pPr>
      <a:lvl5pPr xmlns:a="http://schemas.openxmlformats.org/drawingml/2006/main" marL="1828800" algn="l" defTabSz="914400">
        <a:buNone/>
        <a:defRPr sz="1800" kern="1200">
          <a:solidFill>
            <a:schemeClr val="tx1"/>
          </a:solidFill>
          <a:latin typeface="+mn-lt"/>
          <a:ea typeface="+mn-lt"/>
          <a:cs typeface="+mn-lt"/>
        </a:defRPr>
      </a:lvl5pPr>
      <a:lvl6pPr xmlns:a="http://schemas.openxmlformats.org/drawingml/2006/main" marL="2286000" algn="l" defTabSz="914400">
        <a:buNone/>
        <a:defRPr sz="1800" kern="1200">
          <a:solidFill>
            <a:schemeClr val="tx1"/>
          </a:solidFill>
          <a:latin typeface="+mn-lt"/>
          <a:ea typeface="+mn-lt"/>
          <a:cs typeface="+mn-lt"/>
        </a:defRPr>
      </a:lvl6pPr>
      <a:lvl7pPr xmlns:a="http://schemas.openxmlformats.org/drawingml/2006/main" marL="2743200" algn="l" defTabSz="914400">
        <a:buNone/>
        <a:defRPr sz="1800" kern="1200">
          <a:solidFill>
            <a:schemeClr val="tx1"/>
          </a:solidFill>
          <a:latin typeface="+mn-lt"/>
          <a:ea typeface="+mn-lt"/>
          <a:cs typeface="+mn-lt"/>
        </a:defRPr>
      </a:lvl7pPr>
      <a:lvl8pPr xmlns:a="http://schemas.openxmlformats.org/drawingml/2006/main" marL="3200400" algn="l" defTabSz="914400">
        <a:buNone/>
        <a:defRPr sz="1800" kern="1200">
          <a:solidFill>
            <a:schemeClr val="tx1"/>
          </a:solidFill>
          <a:latin typeface="+mn-lt"/>
          <a:ea typeface="+mn-lt"/>
          <a:cs typeface="+mn-lt"/>
        </a:defRPr>
      </a:lvl8pPr>
      <a:lvl9pPr xmlns:a="http://schemas.openxmlformats.org/drawingml/2006/main" marL="3657600" algn="l" defTabSz="914400">
        <a:buNone/>
        <a:defRPr sz="1800" kern="1200">
          <a:solidFill>
            <a:schemeClr val="tx1"/>
          </a:solidFill>
          <a:latin typeface="+mn-lt"/>
          <a:ea typeface="+mn-lt"/>
          <a:cs typeface="+mn-lt"/>
        </a:defRPr>
      </a:lvl9pPr>
    </p:otherStyle>
  </p:txStyles>
</p:sldMaster>
</file>

<file path=ppt/slideMasters/theme/theme2.xml><?xml version="1.0" encoding="utf-8"?>
<a:theme xmlns:a="http://schemas.openxmlformats.org/drawingml/2006/main" name="It's Raining Taxis">
  <a:themeElements>
    <a:clrScheme name="It's Raining Taxis">
      <a:dk1>
        <a:srgbClr val="14295B"/>
      </a:dk1>
      <a:lt1>
        <a:srgbClr val="EEF1F6"/>
      </a:lt1>
      <a:dk2>
        <a:srgbClr val="4B5B82"/>
      </a:dk2>
      <a:lt2>
        <a:srgbClr val="D8DDE7"/>
      </a:lt2>
      <a:accent1>
        <a:srgbClr val="5A6683"/>
      </a:accent1>
      <a:accent2>
        <a:srgbClr val="2C5EAA"/>
      </a:accent2>
      <a:accent3>
        <a:srgbClr val="C0453C"/>
      </a:accent3>
      <a:accent4>
        <a:srgbClr val="8FB8F2"/>
      </a:accent4>
      <a:accent5>
        <a:srgbClr val="9FB6DA"/>
      </a:accent5>
      <a:accent6>
        <a:srgbClr val="4A5672"/>
      </a:accent6>
      <a:hlink>
        <a:srgbClr val="0563C1"/>
      </a:hlink>
      <a:folHlink>
        <a:srgbClr val="954F72"/>
      </a:folHlink>
    </a:clrScheme>
    <a:fontScheme name="It's Raining Taxis">
      <a:majorFont>
        <a:latin typeface="Anton"/>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Poppins"/>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It's Raining Taxis">
      <a:fillStyleLst>
        <a:solidFill>
          <a:schemeClr val="phClr"/>
        </a:solidFill>
        <a:gradFill rotWithShape="1">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rotWithShape="1">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6350">
          <a:solidFill>
            <a:schemeClr val="phClr"/>
          </a:solidFill>
          <a:prstDash val="solid"/>
        </a:ln>
        <a:ln w="12700">
          <a:solidFill>
            <a:schemeClr val="phClr"/>
          </a:solidFill>
          <a:prstDash val="solid"/>
        </a:ln>
        <a:ln w="19050">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ppt/slides/_rels/slide1.xml.rels>&#65279;<?xml version="1.0" encoding="utf-8"?><Relationships xmlns="http://schemas.openxmlformats.org/package/2006/relationships"><Relationship Type="http://schemas.openxmlformats.org/officeDocument/2006/relationships/slideLayout" Target="/ppt/slideLayouts/slideLayout2.xml" Id="Rab09ed1ab4094f12" /><Relationship Type="http://schemas.openxmlformats.org/officeDocument/2006/relationships/image" Target="/ppt/media/image.png" Id="R37cc17bcbd934f59" /><Relationship Type="http://schemas.openxmlformats.org/officeDocument/2006/relationships/notesSlide" Target="/ppt/notesSlides/notesSlide1.xml" Id="R5a03fa3d96774e62" /></Relationships>
</file>

<file path=ppt/slides/_rels/slide2.xml.rels>&#65279;<?xml version="1.0" encoding="utf-8"?><Relationships xmlns="http://schemas.openxmlformats.org/package/2006/relationships"><Relationship Type="http://schemas.openxmlformats.org/officeDocument/2006/relationships/slideLayout" Target="/ppt/slideLayouts/slideLayout2.xml" Id="R0e377ec42b214ffe" /><Relationship Type="http://schemas.openxmlformats.org/officeDocument/2006/relationships/notesSlide" Target="/ppt/notesSlides/notesSlide2.xml" Id="Rc78c1fb7319f4552" /></Relationships>
</file>

<file path=ppt/slides/_rels/slide3.xml.rels>&#65279;<?xml version="1.0" encoding="utf-8"?><Relationships xmlns="http://schemas.openxmlformats.org/package/2006/relationships"><Relationship Type="http://schemas.openxmlformats.org/officeDocument/2006/relationships/slideLayout" Target="/ppt/slideLayouts/slideLayout2.xml" Id="Rf21f925640ce49ec" /><Relationship Type="http://schemas.openxmlformats.org/officeDocument/2006/relationships/notesSlide" Target="/ppt/notesSlides/notesSlide3.xml" Id="R29bebb13fe9f455c" /></Relationships>
</file>

<file path=ppt/slides/_rels/slide4.xml.rels>&#65279;<?xml version="1.0" encoding="utf-8"?><Relationships xmlns="http://schemas.openxmlformats.org/package/2006/relationships"><Relationship Type="http://schemas.openxmlformats.org/officeDocument/2006/relationships/slideLayout" Target="/ppt/slideLayouts/slideLayout2.xml" Id="Rc9c00098fb3b44d2" /><Relationship Type="http://schemas.openxmlformats.org/officeDocument/2006/relationships/notesSlide" Target="/ppt/notesSlides/notesSlide4.xml" Id="R34169aa747084b50" /></Relationships>
</file>

<file path=ppt/slides/_rels/slide5.xml.rels>&#65279;<?xml version="1.0" encoding="utf-8"?><Relationships xmlns="http://schemas.openxmlformats.org/package/2006/relationships"><Relationship Type="http://schemas.openxmlformats.org/officeDocument/2006/relationships/slideLayout" Target="/ppt/slideLayouts/slideLayout2.xml" Id="R624ab3afeb7542df" /><Relationship Type="http://schemas.openxmlformats.org/officeDocument/2006/relationships/notesSlide" Target="/ppt/notesSlides/notesSlide5.xml" Id="Rf6319cfc7fbf4169" /></Relationships>
</file>

<file path=ppt/slides/_rels/slide6.xml.rels>&#65279;<?xml version="1.0" encoding="utf-8"?><Relationships xmlns="http://schemas.openxmlformats.org/package/2006/relationships"><Relationship Type="http://schemas.openxmlformats.org/officeDocument/2006/relationships/slideLayout" Target="/ppt/slideLayouts/slideLayout2.xml" Id="R2a51c219c4d34495" /><Relationship Type="http://schemas.openxmlformats.org/officeDocument/2006/relationships/notesSlide" Target="/ppt/notesSlides/notesSlide6.xml" Id="R3f28c8751a004c23" /></Relationships>
</file>

<file path=ppt/slides/_rels/slide7.xml.rels>&#65279;<?xml version="1.0" encoding="utf-8"?><Relationships xmlns="http://schemas.openxmlformats.org/package/2006/relationships"><Relationship Type="http://schemas.openxmlformats.org/officeDocument/2006/relationships/slideLayout" Target="/ppt/slideLayouts/slideLayout2.xml" Id="Re4e0a6eb7fdc4ef2" /><Relationship Type="http://schemas.openxmlformats.org/officeDocument/2006/relationships/image" Target="/ppt/media/image2.png" Id="R2e47aabf04724d83" /><Relationship Type="http://schemas.openxmlformats.org/officeDocument/2006/relationships/image" Target="/ppt/media/image3.png" Id="Rdfd238ea312b4cae" /><Relationship Type="http://schemas.openxmlformats.org/officeDocument/2006/relationships/notesSlide" Target="/ppt/notesSlides/notesSlide7.xml" Id="Rd135723e4eb04e38" /></Relationships>
</file>

<file path=ppt/slides/_rels/slide8.xml.rels>&#65279;<?xml version="1.0" encoding="utf-8"?><Relationships xmlns="http://schemas.openxmlformats.org/package/2006/relationships"><Relationship Type="http://schemas.openxmlformats.org/officeDocument/2006/relationships/slideLayout" Target="/ppt/slideLayouts/slideLayout2.xml" Id="R8ca5142bdb1e447c" /><Relationship Type="http://schemas.openxmlformats.org/officeDocument/2006/relationships/notesSlide" Target="/ppt/notesSlides/notesSlide8.xml" Id="R5e760cf174df4598" /></Relationships>
</file>

<file path=ppt/slides/_rels/slide9.xml.rels>&#65279;<?xml version="1.0" encoding="utf-8"?><Relationships xmlns="http://schemas.openxmlformats.org/package/2006/relationships"><Relationship Type="http://schemas.openxmlformats.org/officeDocument/2006/relationships/slideLayout" Target="/ppt/slideLayouts/slideLayout2.xml" Id="Ra2ed71ae80e44f6d" /><Relationship Type="http://schemas.openxmlformats.org/officeDocument/2006/relationships/notesSlide" Target="/ppt/notesSlides/notesSlide9.xml" Id="R0567dcdcaa664017" /></Relationships>
</file>

<file path=ppt/slides/_rels/slide10.xml.rels>&#65279;<?xml version="1.0" encoding="utf-8"?><Relationships xmlns="http://schemas.openxmlformats.org/package/2006/relationships"><Relationship Type="http://schemas.openxmlformats.org/officeDocument/2006/relationships/slideLayout" Target="/ppt/slideLayouts/slideLayout2.xml" Id="R029ace0e22eb4ac0" /><Relationship Type="http://schemas.openxmlformats.org/officeDocument/2006/relationships/image" Target="/ppt/media/image4.png" Id="R70cac34a22de4f3b" /><Relationship Type="http://schemas.openxmlformats.org/officeDocument/2006/relationships/image" Target="/ppt/media/image5.png" Id="R97769c2f80c840f5" /><Relationship Type="http://schemas.openxmlformats.org/officeDocument/2006/relationships/notesSlide" Target="/ppt/notesSlides/notesSlide10.xml" Id="Re08eea49c1a54028" /></Relationships>
</file>

<file path=ppt/slides/_rels/slide11.xml.rels>&#65279;<?xml version="1.0" encoding="utf-8"?><Relationships xmlns="http://schemas.openxmlformats.org/package/2006/relationships"><Relationship Type="http://schemas.openxmlformats.org/officeDocument/2006/relationships/slideLayout" Target="/ppt/slideLayouts/slideLayout2.xml" Id="R423c9475cff343ed" /><Relationship Type="http://schemas.openxmlformats.org/officeDocument/2006/relationships/notesSlide" Target="/ppt/notesSlides/notesSlide11.xml" Id="Re9e8a20aaed149cd" /></Relationships>
</file>

<file path=ppt/slides/_rels/slide12.xml.rels>&#65279;<?xml version="1.0" encoding="utf-8"?><Relationships xmlns="http://schemas.openxmlformats.org/package/2006/relationships"><Relationship Type="http://schemas.openxmlformats.org/officeDocument/2006/relationships/slideLayout" Target="/ppt/slideLayouts/slideLayout2.xml" Id="R26d369d4d7a74e38" /><Relationship Type="http://schemas.openxmlformats.org/officeDocument/2006/relationships/image" Target="/ppt/media/image6.png" Id="Re577c36ed40b45c9" /><Relationship Type="http://schemas.openxmlformats.org/officeDocument/2006/relationships/notesSlide" Target="/ppt/notesSlides/notesSlide12.xml" Id="Rf80f5fd0884f4fc0" /></Relationships>
</file>

<file path=ppt/slides/_rels/slide13.xml.rels>&#65279;<?xml version="1.0" encoding="utf-8"?><Relationships xmlns="http://schemas.openxmlformats.org/package/2006/relationships"><Relationship Type="http://schemas.openxmlformats.org/officeDocument/2006/relationships/slideLayout" Target="/ppt/slideLayouts/slideLayout2.xml" Id="Rebf2fb0ce6674564" /><Relationship Type="http://schemas.openxmlformats.org/officeDocument/2006/relationships/image" Target="/ppt/media/image7.png" Id="R2b59a248de9846dd" /><Relationship Type="http://schemas.openxmlformats.org/officeDocument/2006/relationships/image" Target="/ppt/media/image8.png" Id="Rcfe0aa3c70ac4b18" /><Relationship Type="http://schemas.openxmlformats.org/officeDocument/2006/relationships/notesSlide" Target="/ppt/notesSlides/notesSlide13.xml" Id="Ra043e8de66064ec3" /></Relationships>
</file>

<file path=ppt/slides/_rels/slide14.xml.rels>&#65279;<?xml version="1.0" encoding="utf-8"?><Relationships xmlns="http://schemas.openxmlformats.org/package/2006/relationships"><Relationship Type="http://schemas.openxmlformats.org/officeDocument/2006/relationships/slideLayout" Target="/ppt/slideLayouts/slideLayout2.xml" Id="Re59d832746274aa8" /><Relationship Type="http://schemas.openxmlformats.org/officeDocument/2006/relationships/notesSlide" Target="/ppt/notesSlides/notesSlide14.xml" Id="Re3d72731939343a7" /></Relationships>
</file>

<file path=ppt/slides/_rels/slide15.xml.rels>&#65279;<?xml version="1.0" encoding="utf-8"?><Relationships xmlns="http://schemas.openxmlformats.org/package/2006/relationships"><Relationship Type="http://schemas.openxmlformats.org/officeDocument/2006/relationships/slideLayout" Target="/ppt/slideLayouts/slideLayout2.xml" Id="R8bc94360895541b4" /><Relationship Type="http://schemas.openxmlformats.org/officeDocument/2006/relationships/notesSlide" Target="/ppt/notesSlides/notesSlide15.xml" Id="Rcdba58d51ee34754" /></Relationships>
</file>

<file path=ppt/slides/_rels/slide16.xml.rels>&#65279;<?xml version="1.0" encoding="utf-8"?><Relationships xmlns="http://schemas.openxmlformats.org/package/2006/relationships"><Relationship Type="http://schemas.openxmlformats.org/officeDocument/2006/relationships/slideLayout" Target="/ppt/slideLayouts/slideLayout2.xml" Id="R02093314da064b12" /><Relationship Type="http://schemas.openxmlformats.org/officeDocument/2006/relationships/notesSlide" Target="/ppt/notesSlides/notesSlide16.xml" Id="Ra44922e38fbb43ed" /></Relationships>
</file>

<file path=ppt/slides/_rels/slide17.xml.rels>&#65279;<?xml version="1.0" encoding="utf-8"?><Relationships xmlns="http://schemas.openxmlformats.org/package/2006/relationships"><Relationship Type="http://schemas.openxmlformats.org/officeDocument/2006/relationships/slideLayout" Target="/ppt/slideLayouts/slideLayout2.xml" Id="R50761170d76a4eca" /><Relationship Type="http://schemas.openxmlformats.org/officeDocument/2006/relationships/notesSlide" Target="/ppt/notesSlides/notesSlide17.xml" Id="R963d613e70a346c8" /></Relationships>
</file>

<file path=ppt/slides/_rels/slide18.xml.rels>&#65279;<?xml version="1.0" encoding="utf-8"?><Relationships xmlns="http://schemas.openxmlformats.org/package/2006/relationships"><Relationship Type="http://schemas.openxmlformats.org/officeDocument/2006/relationships/slideLayout" Target="/ppt/slideLayouts/slideLayout2.xml" Id="R2448c6838fba46fc" /><Relationship Type="http://schemas.openxmlformats.org/officeDocument/2006/relationships/image" Target="/ppt/media/image9.png" Id="R589187f542304f93" /><Relationship Type="http://schemas.openxmlformats.org/officeDocument/2006/relationships/notesSlide" Target="/ppt/notesSlides/notesSlide18.xml" Id="R22f623b96e49404a" /></Relationships>
</file>

<file path=ppt/slides/_rels/slide19.xml.rels>&#65279;<?xml version="1.0" encoding="utf-8"?><Relationships xmlns="http://schemas.openxmlformats.org/package/2006/relationships"><Relationship Type="http://schemas.openxmlformats.org/officeDocument/2006/relationships/slideLayout" Target="/ppt/slideLayouts/slideLayout2.xml" Id="R047b8cfdf5584ab9" /><Relationship Type="http://schemas.openxmlformats.org/officeDocument/2006/relationships/notesSlide" Target="/ppt/notesSlides/notesSlide19.xml" Id="Re3117bd99db64ca6" /></Relationships>
</file>

<file path=ppt/slides/_rels/slide20.xml.rels>&#65279;<?xml version="1.0" encoding="utf-8"?><Relationships xmlns="http://schemas.openxmlformats.org/package/2006/relationships"><Relationship Type="http://schemas.openxmlformats.org/officeDocument/2006/relationships/slideLayout" Target="/ppt/slideLayouts/slideLayout2.xml" Id="Ra423aa0c25854319" /><Relationship Type="http://schemas.openxmlformats.org/officeDocument/2006/relationships/notesSlide" Target="/ppt/notesSlides/notesSlide20.xml" Id="R25f7fe4e152a40b0" /></Relationships>
</file>

<file path=ppt/slides/_rels/slide21.xml.rels>&#65279;<?xml version="1.0" encoding="utf-8"?><Relationships xmlns="http://schemas.openxmlformats.org/package/2006/relationships"><Relationship Type="http://schemas.openxmlformats.org/officeDocument/2006/relationships/slideLayout" Target="/ppt/slideLayouts/slideLayout2.xml" Id="R6069d24b6dd2450e" /><Relationship Type="http://schemas.openxmlformats.org/officeDocument/2006/relationships/image" Target="/ppt/media/image10.png" Id="R1f606d5824ce45b8" /><Relationship Type="http://schemas.openxmlformats.org/officeDocument/2006/relationships/notesSlide" Target="/ppt/notesSlides/notesSlide21.xml" Id="Re83d03b6fb2b4f2c" /></Relationships>
</file>

<file path=ppt/slides/_rels/slide22.xml.rels>&#65279;<?xml version="1.0" encoding="utf-8"?><Relationships xmlns="http://schemas.openxmlformats.org/package/2006/relationships"><Relationship Type="http://schemas.openxmlformats.org/officeDocument/2006/relationships/slideLayout" Target="/ppt/slideLayouts/slideLayout2.xml" Id="R2f5deac6f38a46d6" /><Relationship Type="http://schemas.openxmlformats.org/officeDocument/2006/relationships/notesSlide" Target="/ppt/notesSlides/notesSlide22.xml" Id="R7ec7aec17dcd4762" /></Relationships>
</file>

<file path=ppt/slides/_rels/slide23.xml.rels>&#65279;<?xml version="1.0" encoding="utf-8"?><Relationships xmlns="http://schemas.openxmlformats.org/package/2006/relationships"><Relationship Type="http://schemas.openxmlformats.org/officeDocument/2006/relationships/slideLayout" Target="/ppt/slideLayouts/slideLayout2.xml" Id="R1927ac9be21b40f7" /><Relationship Type="http://schemas.openxmlformats.org/officeDocument/2006/relationships/notesSlide" Target="/ppt/notesSlides/notesSlide23.xml" Id="R95f08a180bd74d73" /></Relationships>
</file>

<file path=ppt/slides/_rels/slide24.xml.rels>&#65279;<?xml version="1.0" encoding="utf-8"?><Relationships xmlns="http://schemas.openxmlformats.org/package/2006/relationships"><Relationship Type="http://schemas.openxmlformats.org/officeDocument/2006/relationships/slideLayout" Target="/ppt/slideLayouts/slideLayout2.xml" Id="Rf006b6d446814649" /><Relationship Type="http://schemas.openxmlformats.org/officeDocument/2006/relationships/image" Target="/ppt/media/image11.png" Id="R4065b57160424663" /><Relationship Type="http://schemas.openxmlformats.org/officeDocument/2006/relationships/notesSlide" Target="/ppt/notesSlides/notesSlide24.xml" Id="R806d3df859234c8b" /></Relationships>
</file>

<file path=ppt/slides/_rels/slide25.xml.rels>&#65279;<?xml version="1.0" encoding="utf-8"?><Relationships xmlns="http://schemas.openxmlformats.org/package/2006/relationships"><Relationship Type="http://schemas.openxmlformats.org/officeDocument/2006/relationships/slideLayout" Target="/ppt/slideLayouts/slideLayout2.xml" Id="Rcbfc5479d8a8479a" /><Relationship Type="http://schemas.openxmlformats.org/officeDocument/2006/relationships/image" Target="/ppt/media/image11.png" Id="R9d50d44f3c8f4d5e" /><Relationship Type="http://schemas.openxmlformats.org/officeDocument/2006/relationships/notesSlide" Target="/ppt/notesSlides/notesSlide25.xml" Id="R87c1621043de4b78" /></Relationships>
</file>

<file path=ppt/slides/_rels/slide26.xml.rels>&#65279;<?xml version="1.0" encoding="utf-8"?><Relationships xmlns="http://schemas.openxmlformats.org/package/2006/relationships"><Relationship Type="http://schemas.openxmlformats.org/officeDocument/2006/relationships/slideLayout" Target="/ppt/slideLayouts/slideLayout2.xml" Id="R677f2daf0ff14fda" /><Relationship Type="http://schemas.openxmlformats.org/officeDocument/2006/relationships/notesSlide" Target="/ppt/notesSlides/notesSlide26.xml" Id="R35ad2a7fe8ce4770" /></Relationships>
</file>

<file path=ppt/slides/_rels/slide27.xml.rels>&#65279;<?xml version="1.0" encoding="utf-8"?><Relationships xmlns="http://schemas.openxmlformats.org/package/2006/relationships"><Relationship Type="http://schemas.openxmlformats.org/officeDocument/2006/relationships/slideLayout" Target="/ppt/slideLayouts/slideLayout2.xml" Id="Rf3d188a26e404771" /><Relationship Type="http://schemas.openxmlformats.org/officeDocument/2006/relationships/notesSlide" Target="/ppt/notesSlides/notesSlide27.xml" Id="Rc9071429b2894d55" /></Relationships>
</file>

<file path=ppt/slides/_rels/slide28.xml.rels>&#65279;<?xml version="1.0" encoding="utf-8"?><Relationships xmlns="http://schemas.openxmlformats.org/package/2006/relationships"><Relationship Type="http://schemas.openxmlformats.org/officeDocument/2006/relationships/slideLayout" Target="/ppt/slideLayouts/slideLayout2.xml" Id="R50f9ba38ea0d49a4" /><Relationship Type="http://schemas.openxmlformats.org/officeDocument/2006/relationships/notesSlide" Target="/ppt/notesSlides/notesSlide28.xml" Id="Rd0ea7122b40b45ee" /></Relationships>
</file>

<file path=ppt/slides/_rels/slide29.xml.rels>&#65279;<?xml version="1.0" encoding="utf-8"?><Relationships xmlns="http://schemas.openxmlformats.org/package/2006/relationships"><Relationship Type="http://schemas.openxmlformats.org/officeDocument/2006/relationships/slideLayout" Target="/ppt/slideLayouts/slideLayout2.xml" Id="R98bdf6b8f83c41d7" /><Relationship Type="http://schemas.openxmlformats.org/officeDocument/2006/relationships/notesSlide" Target="/ppt/notesSlides/notesSlide29.xml" Id="R57c166b2055d40d7" /></Relationships>
</file>

<file path=ppt/slides/_rels/slide30.xml.rels>&#65279;<?xml version="1.0" encoding="utf-8"?><Relationships xmlns="http://schemas.openxmlformats.org/package/2006/relationships"><Relationship Type="http://schemas.openxmlformats.org/officeDocument/2006/relationships/slideLayout" Target="/ppt/slideLayouts/slideLayout2.xml" Id="R60d3b722531c414c" /><Relationship Type="http://schemas.openxmlformats.org/officeDocument/2006/relationships/notesSlide" Target="/ppt/notesSlides/notesSlide30.xml" Id="R8853e155531341b0" /></Relationships>
</file>

<file path=ppt/slides/_rels/slide31.xml.rels>&#65279;<?xml version="1.0" encoding="utf-8"?><Relationships xmlns="http://schemas.openxmlformats.org/package/2006/relationships"><Relationship Type="http://schemas.openxmlformats.org/officeDocument/2006/relationships/slideLayout" Target="/ppt/slideLayouts/slideLayout2.xml" Id="R5daea9142e7b432d" /><Relationship Type="http://schemas.openxmlformats.org/officeDocument/2006/relationships/notesSlide" Target="/ppt/notesSlides/notesSlide31.xml" Id="R8b4c5d1aaec8441a" /></Relationships>
</file>

<file path=ppt/slides/_rels/slide32.xml.rels>&#65279;<?xml version="1.0" encoding="utf-8"?><Relationships xmlns="http://schemas.openxmlformats.org/package/2006/relationships"><Relationship Type="http://schemas.openxmlformats.org/officeDocument/2006/relationships/slideLayout" Target="/ppt/slideLayouts/slideLayout2.xml" Id="R706df7f5379041a5" /><Relationship Type="http://schemas.openxmlformats.org/officeDocument/2006/relationships/notesSlide" Target="/ppt/notesSlides/notesSlide32.xml" Id="R1e00d9debfad4abd" /></Relationships>
</file>

<file path=ppt/slides/_rels/slide33.xml.rels>&#65279;<?xml version="1.0" encoding="utf-8"?><Relationships xmlns="http://schemas.openxmlformats.org/package/2006/relationships"><Relationship Type="http://schemas.openxmlformats.org/officeDocument/2006/relationships/slideLayout" Target="/ppt/slideLayouts/slideLayout2.xml" Id="Rb3b310d5a1cf492b" /><Relationship Type="http://schemas.openxmlformats.org/officeDocument/2006/relationships/notesSlide" Target="/ppt/notesSlides/notesSlide33.xml" Id="R3cf707657b534dcd" /></Relationships>
</file>

<file path=ppt/slides/_rels/slide34.xml.rels>&#65279;<?xml version="1.0" encoding="utf-8"?><Relationships xmlns="http://schemas.openxmlformats.org/package/2006/relationships"><Relationship Type="http://schemas.openxmlformats.org/officeDocument/2006/relationships/slideLayout" Target="/ppt/slideLayouts/slideLayout2.xml" Id="Rd35dee08d3dd42f3" /><Relationship Type="http://schemas.openxmlformats.org/officeDocument/2006/relationships/notesSlide" Target="/ppt/notesSlides/notesSlide34.xml" Id="Rae6d7bdf11994ff6" /></Relationships>
</file>

<file path=ppt/slides/_rels/slide35.xml.rels>&#65279;<?xml version="1.0" encoding="utf-8"?><Relationships xmlns="http://schemas.openxmlformats.org/package/2006/relationships"><Relationship Type="http://schemas.openxmlformats.org/officeDocument/2006/relationships/slideLayout" Target="/ppt/slideLayouts/slideLayout2.xml" Id="Rc31b17a7d6af47cb" /><Relationship Type="http://schemas.openxmlformats.org/officeDocument/2006/relationships/notesSlide" Target="/ppt/notesSlides/notesSlide35.xml" Id="R294947bac9f14eb0" /></Relationships>
</file>

<file path=ppt/slides/_rels/slide36.xml.rels>&#65279;<?xml version="1.0" encoding="utf-8"?><Relationships xmlns="http://schemas.openxmlformats.org/package/2006/relationships"><Relationship Type="http://schemas.openxmlformats.org/officeDocument/2006/relationships/slideLayout" Target="/ppt/slideLayouts/slideLayout2.xml" Id="R1c20aa41fd07424b" /><Relationship Type="http://schemas.openxmlformats.org/officeDocument/2006/relationships/notesSlide" Target="/ppt/notesSlides/notesSlide36.xml" Id="R1023c01b5ed74196" /></Relationships>
</file>

<file path=ppt/slides/_rels/slide37.xml.rels>&#65279;<?xml version="1.0" encoding="utf-8"?><Relationships xmlns="http://schemas.openxmlformats.org/package/2006/relationships"><Relationship Type="http://schemas.openxmlformats.org/officeDocument/2006/relationships/slideLayout" Target="/ppt/slideLayouts/slideLayout2.xml" Id="R5f48f7eeb2b24de8" /><Relationship Type="http://schemas.openxmlformats.org/officeDocument/2006/relationships/notesSlide" Target="/ppt/notesSlides/notesSlide37.xml" Id="R319f281e821548d0" /></Relationships>
</file>

<file path=ppt/slides/_rels/slide38.xml.rels>&#65279;<?xml version="1.0" encoding="utf-8"?><Relationships xmlns="http://schemas.openxmlformats.org/package/2006/relationships"><Relationship Type="http://schemas.openxmlformats.org/officeDocument/2006/relationships/slideLayout" Target="/ppt/slideLayouts/slideLayout2.xml" Id="R878ed1aa5a7841a7" /><Relationship Type="http://schemas.openxmlformats.org/officeDocument/2006/relationships/notesSlide" Target="/ppt/notesSlides/notesSlide38.xml" Id="Rd831571f354340ef" /></Relationships>
</file>

<file path=ppt/slides/_rels/slide39.xml.rels>&#65279;<?xml version="1.0" encoding="utf-8"?><Relationships xmlns="http://schemas.openxmlformats.org/package/2006/relationships"><Relationship Type="http://schemas.openxmlformats.org/officeDocument/2006/relationships/slideLayout" Target="/ppt/slideLayouts/slideLayout2.xml" Id="R97b6657407084144" /><Relationship Type="http://schemas.openxmlformats.org/officeDocument/2006/relationships/notesSlide" Target="/ppt/notesSlides/notesSlide39.xml" Id="Rdcb02e78ca2d44d5" /></Relationships>
</file>

<file path=ppt/slides/_rels/slide40.xml.rels>&#65279;<?xml version="1.0" encoding="utf-8"?><Relationships xmlns="http://schemas.openxmlformats.org/package/2006/relationships"><Relationship Type="http://schemas.openxmlformats.org/officeDocument/2006/relationships/slideLayout" Target="/ppt/slideLayouts/slideLayout2.xml" Id="R8a958d0e8261416c" /><Relationship Type="http://schemas.openxmlformats.org/officeDocument/2006/relationships/notesSlide" Target="/ppt/notesSlides/notesSlide40.xml" Id="Rb0338e8bb0f244b7" /></Relationships>
</file>

<file path=ppt/slides/_rels/slide41.xml.rels>&#65279;<?xml version="1.0" encoding="utf-8"?><Relationships xmlns="http://schemas.openxmlformats.org/package/2006/relationships"><Relationship Type="http://schemas.openxmlformats.org/officeDocument/2006/relationships/slideLayout" Target="/ppt/slideLayouts/slideLayout2.xml" Id="R1c8153b43afd4d4c" /><Relationship Type="http://schemas.openxmlformats.org/officeDocument/2006/relationships/notesSlide" Target="/ppt/notesSlides/notesSlide41.xml" Id="Rcebdb51e94984d7d" /></Relationships>
</file>

<file path=ppt/slides/_rels/slide42.xml.rels>&#65279;<?xml version="1.0" encoding="utf-8"?><Relationships xmlns="http://schemas.openxmlformats.org/package/2006/relationships"><Relationship Type="http://schemas.openxmlformats.org/officeDocument/2006/relationships/slideLayout" Target="/ppt/slideLayouts/slideLayout2.xml" Id="R209f1976a0324ddc" /><Relationship Type="http://schemas.openxmlformats.org/officeDocument/2006/relationships/notesSlide" Target="/ppt/notesSlides/notesSlide42.xml" Id="Rc142ae413357434b" /></Relationships>
</file>

<file path=ppt/slides/_rels/slide43.xml.rels>&#65279;<?xml version="1.0" encoding="utf-8"?><Relationships xmlns="http://schemas.openxmlformats.org/package/2006/relationships"><Relationship Type="http://schemas.openxmlformats.org/officeDocument/2006/relationships/slideLayout" Target="/ppt/slideLayouts/slideLayout2.xml" Id="Ra49ded3e14a5499d" /><Relationship Type="http://schemas.openxmlformats.org/officeDocument/2006/relationships/notesSlide" Target="/ppt/notesSlides/notesSlide43.xml" Id="R1f1594510e254d74" /></Relationships>
</file>

<file path=ppt/slides/_rels/slide44.xml.rels>&#65279;<?xml version="1.0" encoding="utf-8"?><Relationships xmlns="http://schemas.openxmlformats.org/package/2006/relationships"><Relationship Type="http://schemas.openxmlformats.org/officeDocument/2006/relationships/slideLayout" Target="/ppt/slideLayouts/slideLayout2.xml" Id="Rdabd470db3c2441c" /><Relationship Type="http://schemas.openxmlformats.org/officeDocument/2006/relationships/notesSlide" Target="/ppt/notesSlides/notesSlide44.xml" Id="R2cd82085481b40d9" /></Relationships>
</file>

<file path=ppt/slides/_rels/slide45.xml.rels>&#65279;<?xml version="1.0" encoding="utf-8"?><Relationships xmlns="http://schemas.openxmlformats.org/package/2006/relationships"><Relationship Type="http://schemas.openxmlformats.org/officeDocument/2006/relationships/slideLayout" Target="/ppt/slideLayouts/slideLayout2.xml" Id="Rfcb561667b3147d7" /><Relationship Type="http://schemas.openxmlformats.org/officeDocument/2006/relationships/notesSlide" Target="/ppt/notesSlides/notesSlide45.xml" Id="Raaa9056fff044a3c" /></Relationships>
</file>

<file path=ppt/slides/_rels/slide46.xml.rels>&#65279;<?xml version="1.0" encoding="utf-8"?><Relationships xmlns="http://schemas.openxmlformats.org/package/2006/relationships"><Relationship Type="http://schemas.openxmlformats.org/officeDocument/2006/relationships/slideLayout" Target="/ppt/slideLayouts/slideLayout2.xml" Id="R6b96affecf93412a" /><Relationship Type="http://schemas.openxmlformats.org/officeDocument/2006/relationships/notesSlide" Target="/ppt/notesSlides/notesSlide46.xml" Id="R6f28f60c83f64173" /></Relationships>
</file>

<file path=ppt/slides/_rels/slide47.xml.rels>&#65279;<?xml version="1.0" encoding="utf-8"?><Relationships xmlns="http://schemas.openxmlformats.org/package/2006/relationships"><Relationship Type="http://schemas.openxmlformats.org/officeDocument/2006/relationships/slideLayout" Target="/ppt/slideLayouts/slideLayout2.xml" Id="Re005d90c05044721" /><Relationship Type="http://schemas.openxmlformats.org/officeDocument/2006/relationships/notesSlide" Target="/ppt/notesSlides/notesSlide47.xml" Id="R85ef0db787a14d5a" /></Relationships>
</file>

<file path=ppt/slides/_rels/slide48.xml.rels>&#65279;<?xml version="1.0" encoding="utf-8"?><Relationships xmlns="http://schemas.openxmlformats.org/package/2006/relationships"><Relationship Type="http://schemas.openxmlformats.org/officeDocument/2006/relationships/slideLayout" Target="/ppt/slideLayouts/slideLayout2.xml" Id="R4868bf7dab3a4eab" /><Relationship Type="http://schemas.openxmlformats.org/officeDocument/2006/relationships/notesSlide" Target="/ppt/notesSlides/notesSlide48.xml" Id="R409f62da1c0146e4" /></Relationships>
</file>

<file path=ppt/slides/_rels/slide49.xml.rels>&#65279;<?xml version="1.0" encoding="utf-8"?><Relationships xmlns="http://schemas.openxmlformats.org/package/2006/relationships"><Relationship Type="http://schemas.openxmlformats.org/officeDocument/2006/relationships/slideLayout" Target="/ppt/slideLayouts/slideLayout2.xml" Id="Rc325edf50b8045d7" /><Relationship Type="http://schemas.openxmlformats.org/officeDocument/2006/relationships/notesSlide" Target="/ppt/notesSlides/notesSlide49.xml" Id="Rf9754791b21f4d18" /></Relationships>
</file>

<file path=ppt/slides/_rels/slide50.xml.rels>&#65279;<?xml version="1.0" encoding="utf-8"?><Relationships xmlns="http://schemas.openxmlformats.org/package/2006/relationships"><Relationship Type="http://schemas.openxmlformats.org/officeDocument/2006/relationships/slideLayout" Target="/ppt/slideLayouts/slideLayout2.xml" Id="R2ff432d83e57482b" /><Relationship Type="http://schemas.openxmlformats.org/officeDocument/2006/relationships/notesSlide" Target="/ppt/notesSlides/notesSlide50.xml" Id="Rc07dacd72fe943a4" /></Relationships>
</file>

<file path=ppt/slides/_rels/slide51.xml.rels>&#65279;<?xml version="1.0" encoding="utf-8"?><Relationships xmlns="http://schemas.openxmlformats.org/package/2006/relationships"><Relationship Type="http://schemas.openxmlformats.org/officeDocument/2006/relationships/slideLayout" Target="/ppt/slideLayouts/slideLayout2.xml" Id="R616c40dc09474ddf" /><Relationship Type="http://schemas.openxmlformats.org/officeDocument/2006/relationships/notesSlide" Target="/ppt/notesSlides/notesSlide51.xml" Id="R9c10c19fd640498c" /></Relationships>
</file>

<file path=ppt/slides/_rels/slide52.xml.rels>&#65279;<?xml version="1.0" encoding="utf-8"?><Relationships xmlns="http://schemas.openxmlformats.org/package/2006/relationships"><Relationship Type="http://schemas.openxmlformats.org/officeDocument/2006/relationships/slideLayout" Target="/ppt/slideLayouts/slideLayout2.xml" Id="Rb157a2f084c948e6" /><Relationship Type="http://schemas.openxmlformats.org/officeDocument/2006/relationships/notesSlide" Target="/ppt/notesSlides/notesSlide52.xml" Id="R5d6e4614fbfb4bce" /></Relationships>
</file>

<file path=ppt/slides/_rels/slide53.xml.rels>&#65279;<?xml version="1.0" encoding="utf-8"?><Relationships xmlns="http://schemas.openxmlformats.org/package/2006/relationships"><Relationship Type="http://schemas.openxmlformats.org/officeDocument/2006/relationships/slideLayout" Target="/ppt/slideLayouts/slideLayout2.xml" Id="Rbd0dac634fd048ea" /><Relationship Type="http://schemas.openxmlformats.org/officeDocument/2006/relationships/notesSlide" Target="/ppt/notesSlides/notesSlide53.xml" Id="Ref4390abefb54c24" /></Relationships>
</file>

<file path=ppt/slides/_rels/slide54.xml.rels>&#65279;<?xml version="1.0" encoding="utf-8"?><Relationships xmlns="http://schemas.openxmlformats.org/package/2006/relationships"><Relationship Type="http://schemas.openxmlformats.org/officeDocument/2006/relationships/slideLayout" Target="/ppt/slideLayouts/slideLayout2.xml" Id="Rc0036bc11cab4e5c" /><Relationship Type="http://schemas.openxmlformats.org/officeDocument/2006/relationships/notesSlide" Target="/ppt/notesSlides/notesSlide54.xml" Id="R26999e8ad58a4349" /></Relationships>
</file>

<file path=ppt/slides/_rels/slide55.xml.rels>&#65279;<?xml version="1.0" encoding="utf-8"?><Relationships xmlns="http://schemas.openxmlformats.org/package/2006/relationships"><Relationship Type="http://schemas.openxmlformats.org/officeDocument/2006/relationships/slideLayout" Target="/ppt/slideLayouts/slideLayout2.xml" Id="R1efe66a473f94394" /><Relationship Type="http://schemas.openxmlformats.org/officeDocument/2006/relationships/notesSlide" Target="/ppt/notesSlides/notesSlide55.xml" Id="R196d068402dd4d4d" /></Relationships>
</file>

<file path=ppt/slides/_rels/slide56.xml.rels>&#65279;<?xml version="1.0" encoding="utf-8"?><Relationships xmlns="http://schemas.openxmlformats.org/package/2006/relationships"><Relationship Type="http://schemas.openxmlformats.org/officeDocument/2006/relationships/slideLayout" Target="/ppt/slideLayouts/slideLayout2.xml" Id="R2b0883d5ea864632" /><Relationship Type="http://schemas.openxmlformats.org/officeDocument/2006/relationships/notesSlide" Target="/ppt/notesSlides/notesSlide56.xml" Id="R13ce305a805741bc" /></Relationships>
</file>

<file path=ppt/slides/_rels/slide57.xml.rels>&#65279;<?xml version="1.0" encoding="utf-8"?><Relationships xmlns="http://schemas.openxmlformats.org/package/2006/relationships"><Relationship Type="http://schemas.openxmlformats.org/officeDocument/2006/relationships/slideLayout" Target="/ppt/slideLayouts/slideLayout2.xml" Id="Re227100ae7df4daa" /><Relationship Type="http://schemas.openxmlformats.org/officeDocument/2006/relationships/notesSlide" Target="/ppt/notesSlides/notesSlide57.xml" Id="R010e0ea17b9e44cf" /></Relationships>
</file>

<file path=ppt/slides/_rels/slide58.xml.rels>&#65279;<?xml version="1.0" encoding="utf-8"?><Relationships xmlns="http://schemas.openxmlformats.org/package/2006/relationships"><Relationship Type="http://schemas.openxmlformats.org/officeDocument/2006/relationships/slideLayout" Target="/ppt/slideLayouts/slideLayout2.xml" Id="R2841182608a64f8a" /><Relationship Type="http://schemas.openxmlformats.org/officeDocument/2006/relationships/image" Target="/ppt/media/image12.png" Id="R90e4f7ae2d064b96" /><Relationship Type="http://schemas.openxmlformats.org/officeDocument/2006/relationships/notesSlide" Target="/ppt/notesSlides/notesSlide58.xml" Id="R9240c5743ab140f5" /></Relationships>
</file>

<file path=ppt/slides/_rels/slide59.xml.rels>&#65279;<?xml version="1.0" encoding="utf-8"?><Relationships xmlns="http://schemas.openxmlformats.org/package/2006/relationships"><Relationship Type="http://schemas.openxmlformats.org/officeDocument/2006/relationships/slideLayout" Target="/ppt/slideLayouts/slideLayout2.xml" Id="R999afe7f86d6433a" /><Relationship Type="http://schemas.openxmlformats.org/officeDocument/2006/relationships/notesSlide" Target="/ppt/notesSlides/notesSlide59.xml" Id="Rf283089971c545c3" /></Relationships>
</file>

<file path=ppt/slides/_rels/slide60.xml.rels>&#65279;<?xml version="1.0" encoding="utf-8"?><Relationships xmlns="http://schemas.openxmlformats.org/package/2006/relationships"><Relationship Type="http://schemas.openxmlformats.org/officeDocument/2006/relationships/slideLayout" Target="/ppt/slideLayouts/slideLayout2.xml" Id="R72482ac2257d4c0c" /><Relationship Type="http://schemas.openxmlformats.org/officeDocument/2006/relationships/notesSlide" Target="/ppt/notesSlides/notesSlide60.xml" Id="Rc9e5dda857ac4016" /></Relationships>
</file>

<file path=ppt/slides/_rels/slide61.xml.rels>&#65279;<?xml version="1.0" encoding="utf-8"?><Relationships xmlns="http://schemas.openxmlformats.org/package/2006/relationships"><Relationship Type="http://schemas.openxmlformats.org/officeDocument/2006/relationships/slideLayout" Target="/ppt/slideLayouts/slideLayout2.xml" Id="Rb7dfac02b9d640e7" /><Relationship Type="http://schemas.openxmlformats.org/officeDocument/2006/relationships/notesSlide" Target="/ppt/notesSlides/notesSlide61.xml" Id="R2273e376e8e149dc" /></Relationships>
</file>

<file path=ppt/slides/_rels/slide62.xml.rels>&#65279;<?xml version="1.0" encoding="utf-8"?><Relationships xmlns="http://schemas.openxmlformats.org/package/2006/relationships"><Relationship Type="http://schemas.openxmlformats.org/officeDocument/2006/relationships/slideLayout" Target="/ppt/slideLayouts/slideLayout2.xml" Id="R1d59c4497020467b" /><Relationship Type="http://schemas.openxmlformats.org/officeDocument/2006/relationships/notesSlide" Target="/ppt/notesSlides/notesSlide62.xml" Id="R8f737a9247134ed3" /></Relationships>
</file>

<file path=ppt/slides/_rels/slide63.xml.rels>&#65279;<?xml version="1.0" encoding="utf-8"?><Relationships xmlns="http://schemas.openxmlformats.org/package/2006/relationships"><Relationship Type="http://schemas.openxmlformats.org/officeDocument/2006/relationships/slideLayout" Target="/ppt/slideLayouts/slideLayout2.xml" Id="R903a4d75337842a4" /><Relationship Type="http://schemas.openxmlformats.org/officeDocument/2006/relationships/notesSlide" Target="/ppt/notesSlides/notesSlide63.xml" Id="R55f24b92c3c04922" /></Relationships>
</file>

<file path=ppt/slides/_rels/slide64.xml.rels>&#65279;<?xml version="1.0" encoding="utf-8"?><Relationships xmlns="http://schemas.openxmlformats.org/package/2006/relationships"><Relationship Type="http://schemas.openxmlformats.org/officeDocument/2006/relationships/slideLayout" Target="/ppt/slideLayouts/slideLayout2.xml" Id="Re90c9ff775ed44a5" /><Relationship Type="http://schemas.openxmlformats.org/officeDocument/2006/relationships/notesSlide" Target="/ppt/notesSlides/notesSlide64.xml" Id="R6302667fa2a94d9c" /></Relationships>
</file>

<file path=ppt/slides/_rels/slide65.xml.rels>&#65279;<?xml version="1.0" encoding="utf-8"?><Relationships xmlns="http://schemas.openxmlformats.org/package/2006/relationships"><Relationship Type="http://schemas.openxmlformats.org/officeDocument/2006/relationships/slideLayout" Target="/ppt/slideLayouts/slideLayout2.xml" Id="Rb8af7ebfe2cc4ce9" /><Relationship Type="http://schemas.openxmlformats.org/officeDocument/2006/relationships/notesSlide" Target="/ppt/notesSlides/notesSlide65.xml" Id="R2f717155442744b6" /></Relationships>
</file>

<file path=ppt/slides/_rels/slide66.xml.rels>&#65279;<?xml version="1.0" encoding="utf-8"?><Relationships xmlns="http://schemas.openxmlformats.org/package/2006/relationships"><Relationship Type="http://schemas.openxmlformats.org/officeDocument/2006/relationships/slideLayout" Target="/ppt/slideLayouts/slideLayout2.xml" Id="Rfc19edada6b14607" /><Relationship Type="http://schemas.openxmlformats.org/officeDocument/2006/relationships/notesSlide" Target="/ppt/notesSlides/notesSlide66.xml" Id="R49ee952b60be4367" /></Relationships>
</file>

<file path=ppt/slides/_rels/slide67.xml.rels>&#65279;<?xml version="1.0" encoding="utf-8"?><Relationships xmlns="http://schemas.openxmlformats.org/package/2006/relationships"><Relationship Type="http://schemas.openxmlformats.org/officeDocument/2006/relationships/slideLayout" Target="/ppt/slideLayouts/slideLayout2.xml" Id="R59cb7c566e3e4f4f" /><Relationship Type="http://schemas.openxmlformats.org/officeDocument/2006/relationships/notesSlide" Target="/ppt/notesSlides/notesSlide67.xml" Id="R3b5f081408254a34" /></Relationships>
</file>

<file path=ppt/slides/_rels/slide68.xml.rels>&#65279;<?xml version="1.0" encoding="utf-8"?><Relationships xmlns="http://schemas.openxmlformats.org/package/2006/relationships"><Relationship Type="http://schemas.openxmlformats.org/officeDocument/2006/relationships/slideLayout" Target="/ppt/slideLayouts/slideLayout2.xml" Id="R736addd75e774ca1" /><Relationship Type="http://schemas.openxmlformats.org/officeDocument/2006/relationships/notesSlide" Target="/ppt/notesSlides/notesSlide68.xml" Id="Rde0ff301a2eb4869" /></Relationships>
</file>

<file path=ppt/slides/_rels/slide69.xml.rels>&#65279;<?xml version="1.0" encoding="utf-8"?><Relationships xmlns="http://schemas.openxmlformats.org/package/2006/relationships"><Relationship Type="http://schemas.openxmlformats.org/officeDocument/2006/relationships/slideLayout" Target="/ppt/slideLayouts/slideLayout2.xml" Id="Rc5278f8ee67d4a64" /><Relationship Type="http://schemas.openxmlformats.org/officeDocument/2006/relationships/notesSlide" Target="/ppt/notesSlides/notesSlide69.xml" Id="R82e745e30e2c4ad2" /></Relationships>
</file>

<file path=ppt/slides/_rels/slide70.xml.rels>&#65279;<?xml version="1.0" encoding="utf-8"?><Relationships xmlns="http://schemas.openxmlformats.org/package/2006/relationships"><Relationship Type="http://schemas.openxmlformats.org/officeDocument/2006/relationships/slideLayout" Target="/ppt/slideLayouts/slideLayout2.xml" Id="R7a27fa0bebb046f7" /><Relationship Type="http://schemas.openxmlformats.org/officeDocument/2006/relationships/notesSlide" Target="/ppt/notesSlides/notesSlide70.xml" Id="R9dd7f51b133f49b8" /></Relationships>
</file>

<file path=ppt/slides/_rels/slide71.xml.rels>&#65279;<?xml version="1.0" encoding="utf-8"?><Relationships xmlns="http://schemas.openxmlformats.org/package/2006/relationships"><Relationship Type="http://schemas.openxmlformats.org/officeDocument/2006/relationships/slideLayout" Target="/ppt/slideLayouts/slideLayout2.xml" Id="R770b1275f4de436d" /><Relationship Type="http://schemas.openxmlformats.org/officeDocument/2006/relationships/notesSlide" Target="/ppt/notesSlides/notesSlide71.xml" Id="R767ee68b12804e90" /></Relationships>
</file>

<file path=ppt/slides/_rels/slide72.xml.rels>&#65279;<?xml version="1.0" encoding="utf-8"?><Relationships xmlns="http://schemas.openxmlformats.org/package/2006/relationships"><Relationship Type="http://schemas.openxmlformats.org/officeDocument/2006/relationships/slideLayout" Target="/ppt/slideLayouts/slideLayout2.xml" Id="R445e0ebe3e834c34" /><Relationship Type="http://schemas.openxmlformats.org/officeDocument/2006/relationships/notesSlide" Target="/ppt/notesSlides/notesSlide72.xml" Id="R49cd8118e3604037" /></Relationships>
</file>

<file path=ppt/slides/_rels/slide73.xml.rels>&#65279;<?xml version="1.0" encoding="utf-8"?><Relationships xmlns="http://schemas.openxmlformats.org/package/2006/relationships"><Relationship Type="http://schemas.openxmlformats.org/officeDocument/2006/relationships/slideLayout" Target="/ppt/slideLayouts/slideLayout2.xml" Id="Rf857a2cd753147ab" /><Relationship Type="http://schemas.openxmlformats.org/officeDocument/2006/relationships/notesSlide" Target="/ppt/notesSlides/notesSlide73.xml" Id="R0ee31476a9614159" /></Relationships>
</file>

<file path=ppt/slides/_rels/slide74.xml.rels>&#65279;<?xml version="1.0" encoding="utf-8"?><Relationships xmlns="http://schemas.openxmlformats.org/package/2006/relationships"><Relationship Type="http://schemas.openxmlformats.org/officeDocument/2006/relationships/slideLayout" Target="/ppt/slideLayouts/slideLayout2.xml" Id="R8a4f72bcfd1a4e37" /><Relationship Type="http://schemas.openxmlformats.org/officeDocument/2006/relationships/notesSlide" Target="/ppt/notesSlides/notesSlide74.xml" Id="R68ad2437801842e4" /></Relationships>
</file>

<file path=ppt/slides/_rels/slide75.xml.rels>&#65279;<?xml version="1.0" encoding="utf-8"?><Relationships xmlns="http://schemas.openxmlformats.org/package/2006/relationships"><Relationship Type="http://schemas.openxmlformats.org/officeDocument/2006/relationships/slideLayout" Target="/ppt/slideLayouts/slideLayout2.xml" Id="R2ae2d52f5a244188" /><Relationship Type="http://schemas.openxmlformats.org/officeDocument/2006/relationships/notesSlide" Target="/ppt/notesSlides/notesSlide75.xml" Id="R18dd3a75cfa9493c" /></Relationships>
</file>

<file path=ppt/slides/_rels/slide76.xml.rels>&#65279;<?xml version="1.0" encoding="utf-8"?><Relationships xmlns="http://schemas.openxmlformats.org/package/2006/relationships"><Relationship Type="http://schemas.openxmlformats.org/officeDocument/2006/relationships/slideLayout" Target="/ppt/slideLayouts/slideLayout2.xml" Id="R66cb419612dc45e8" /><Relationship Type="http://schemas.openxmlformats.org/officeDocument/2006/relationships/notesSlide" Target="/ppt/notesSlides/notesSlide76.xml" Id="Ra38a579012bb4392" /></Relationships>
</file>

<file path=ppt/slides/_rels/slide77.xml.rels>&#65279;<?xml version="1.0" encoding="utf-8"?><Relationships xmlns="http://schemas.openxmlformats.org/package/2006/relationships"><Relationship Type="http://schemas.openxmlformats.org/officeDocument/2006/relationships/slideLayout" Target="/ppt/slideLayouts/slideLayout2.xml" Id="R810f0ff6697f4946" /><Relationship Type="http://schemas.openxmlformats.org/officeDocument/2006/relationships/notesSlide" Target="/ppt/notesSlides/notesSlide77.xml" Id="Rb20aa7a340504a9e" /></Relationships>
</file>

<file path=ppt/slides/_rels/slide78.xml.rels>&#65279;<?xml version="1.0" encoding="utf-8"?><Relationships xmlns="http://schemas.openxmlformats.org/package/2006/relationships"><Relationship Type="http://schemas.openxmlformats.org/officeDocument/2006/relationships/slideLayout" Target="/ppt/slideLayouts/slideLayout2.xml" Id="R3c321bcd4fd0420c" /><Relationship Type="http://schemas.openxmlformats.org/officeDocument/2006/relationships/notesSlide" Target="/ppt/notesSlides/notesSlide78.xml" Id="R21b8bde0cdcd487e" /></Relationships>
</file>

<file path=ppt/slides/_rels/slide79.xml.rels>&#65279;<?xml version="1.0" encoding="utf-8"?><Relationships xmlns="http://schemas.openxmlformats.org/package/2006/relationships"><Relationship Type="http://schemas.openxmlformats.org/officeDocument/2006/relationships/slideLayout" Target="/ppt/slideLayouts/slideLayout2.xml" Id="R281359989b774292" /><Relationship Type="http://schemas.openxmlformats.org/officeDocument/2006/relationships/notesSlide" Target="/ppt/notesSlides/notesSlide79.xml" Id="Rce6adf532f624339" /></Relationships>
</file>

<file path=ppt/slides/_rels/slide80.xml.rels>&#65279;<?xml version="1.0" encoding="utf-8"?><Relationships xmlns="http://schemas.openxmlformats.org/package/2006/relationships"><Relationship Type="http://schemas.openxmlformats.org/officeDocument/2006/relationships/slideLayout" Target="/ppt/slideLayouts/slideLayout2.xml" Id="R83d5c3b32b6c4446" /><Relationship Type="http://schemas.openxmlformats.org/officeDocument/2006/relationships/notesSlide" Target="/ppt/notesSlides/notesSlide80.xml" Id="Rdddc5c568a57480e" /></Relationships>
</file>

<file path=ppt/slides/_rels/slide81.xml.rels>&#65279;<?xml version="1.0" encoding="utf-8"?><Relationships xmlns="http://schemas.openxmlformats.org/package/2006/relationships"><Relationship Type="http://schemas.openxmlformats.org/officeDocument/2006/relationships/slideLayout" Target="/ppt/slideLayouts/slideLayout2.xml" Id="R6ac8f24b68304e94" /><Relationship Type="http://schemas.openxmlformats.org/officeDocument/2006/relationships/notesSlide" Target="/ppt/notesSlides/notesSlide81.xml" Id="Rf02bf236292e40b5" /></Relationships>
</file>

<file path=ppt/slides/_rels/slide82.xml.rels>&#65279;<?xml version="1.0" encoding="utf-8"?><Relationships xmlns="http://schemas.openxmlformats.org/package/2006/relationships"><Relationship Type="http://schemas.openxmlformats.org/officeDocument/2006/relationships/slideLayout" Target="/ppt/slideLayouts/slideLayout2.xml" Id="R059c237d4ce648a2" /><Relationship Type="http://schemas.openxmlformats.org/officeDocument/2006/relationships/notesSlide" Target="/ppt/notesSlides/notesSlide82.xml" Id="R4c8760d278124015" /></Relationships>
</file>

<file path=ppt/slides/_rels/slide83.xml.rels>&#65279;<?xml version="1.0" encoding="utf-8"?><Relationships xmlns="http://schemas.openxmlformats.org/package/2006/relationships"><Relationship Type="http://schemas.openxmlformats.org/officeDocument/2006/relationships/slideLayout" Target="/ppt/slideLayouts/slideLayout2.xml" Id="R311eb61f42714e69" /><Relationship Type="http://schemas.openxmlformats.org/officeDocument/2006/relationships/notesSlide" Target="/ppt/notesSlides/notesSlide83.xml" Id="Ra647bb1498b8406a" /></Relationships>
</file>

<file path=ppt/slides/_rels/slide84.xml.rels>&#65279;<?xml version="1.0" encoding="utf-8"?><Relationships xmlns="http://schemas.openxmlformats.org/package/2006/relationships"><Relationship Type="http://schemas.openxmlformats.org/officeDocument/2006/relationships/slideLayout" Target="/ppt/slideLayouts/slideLayout2.xml" Id="R13038c762d464f1d" /><Relationship Type="http://schemas.openxmlformats.org/officeDocument/2006/relationships/notesSlide" Target="/ppt/notesSlides/notesSlide84.xml" Id="R0d447aafd7b746ad" /></Relationships>
</file>

<file path=ppt/slides/_rels/slide85.xml.rels>&#65279;<?xml version="1.0" encoding="utf-8"?><Relationships xmlns="http://schemas.openxmlformats.org/package/2006/relationships"><Relationship Type="http://schemas.openxmlformats.org/officeDocument/2006/relationships/slideLayout" Target="/ppt/slideLayouts/slideLayout2.xml" Id="R5f21a8b0deaf47c1" /><Relationship Type="http://schemas.openxmlformats.org/officeDocument/2006/relationships/notesSlide" Target="/ppt/notesSlides/notesSlide85.xml" Id="R6b33ee937cfd49bc" /></Relationships>
</file>

<file path=ppt/slides/_rels/slide86.xml.rels>&#65279;<?xml version="1.0" encoding="utf-8"?><Relationships xmlns="http://schemas.openxmlformats.org/package/2006/relationships"><Relationship Type="http://schemas.openxmlformats.org/officeDocument/2006/relationships/slideLayout" Target="/ppt/slideLayouts/slideLayout2.xml" Id="R1894c9190d53403b" /><Relationship Type="http://schemas.openxmlformats.org/officeDocument/2006/relationships/notesSlide" Target="/ppt/notesSlides/notesSlide86.xml" Id="R3f7ef2b0e6c54ceb" /></Relationships>
</file>

<file path=ppt/slides/_rels/slide87.xml.rels>&#65279;<?xml version="1.0" encoding="utf-8"?><Relationships xmlns="http://schemas.openxmlformats.org/package/2006/relationships"><Relationship Type="http://schemas.openxmlformats.org/officeDocument/2006/relationships/slideLayout" Target="/ppt/slideLayouts/slideLayout2.xml" Id="R8c8faa8691374c85" /><Relationship Type="http://schemas.openxmlformats.org/officeDocument/2006/relationships/notesSlide" Target="/ppt/notesSlides/notesSlide87.xml" Id="Re8f76c1afe464922" /></Relationships>
</file>

<file path=ppt/slides/_rels/slide88.xml.rels>&#65279;<?xml version="1.0" encoding="utf-8"?><Relationships xmlns="http://schemas.openxmlformats.org/package/2006/relationships"><Relationship Type="http://schemas.openxmlformats.org/officeDocument/2006/relationships/slideLayout" Target="/ppt/slideLayouts/slideLayout2.xml" Id="Rcbb11ea22cc84276" /><Relationship Type="http://schemas.openxmlformats.org/officeDocument/2006/relationships/notesSlide" Target="/ppt/notesSlides/notesSlide88.xml" Id="R8e1d9609d7b24a2b" /></Relationships>
</file>

<file path=ppt/slides/_rels/slide89.xml.rels>&#65279;<?xml version="1.0" encoding="utf-8"?><Relationships xmlns="http://schemas.openxmlformats.org/package/2006/relationships"><Relationship Type="http://schemas.openxmlformats.org/officeDocument/2006/relationships/slideLayout" Target="/ppt/slideLayouts/slideLayout2.xml" Id="R24e263d1fe3444bd" /><Relationship Type="http://schemas.openxmlformats.org/officeDocument/2006/relationships/notesSlide" Target="/ppt/notesSlides/notesSlide89.xml" Id="R94ab8713c8de4687" /></Relationships>
</file>

<file path=ppt/slides/_rels/slide90.xml.rels>&#65279;<?xml version="1.0" encoding="utf-8"?><Relationships xmlns="http://schemas.openxmlformats.org/package/2006/relationships"><Relationship Type="http://schemas.openxmlformats.org/officeDocument/2006/relationships/slideLayout" Target="/ppt/slideLayouts/slideLayout2.xml" Id="R4deb35aa5cb6430c" /><Relationship Type="http://schemas.openxmlformats.org/officeDocument/2006/relationships/notesSlide" Target="/ppt/notesSlides/notesSlide90.xml" Id="R0de0f0fd1a974e7d" /></Relationships>
</file>

<file path=ppt/slides/_rels/slide91.xml.rels>&#65279;<?xml version="1.0" encoding="utf-8"?><Relationships xmlns="http://schemas.openxmlformats.org/package/2006/relationships"><Relationship Type="http://schemas.openxmlformats.org/officeDocument/2006/relationships/slideLayout" Target="/ppt/slideLayouts/slideLayout2.xml" Id="Rb89057260d7843f2" /><Relationship Type="http://schemas.openxmlformats.org/officeDocument/2006/relationships/notesSlide" Target="/ppt/notesSlides/notesSlide91.xml" Id="Re59db18b2c774fd2" /></Relationships>
</file>

<file path=ppt/slides/_rels/slide92.xml.rels>&#65279;<?xml version="1.0" encoding="utf-8"?><Relationships xmlns="http://schemas.openxmlformats.org/package/2006/relationships"><Relationship Type="http://schemas.openxmlformats.org/officeDocument/2006/relationships/slideLayout" Target="/ppt/slideLayouts/slideLayout2.xml" Id="Rf2d580319b234cf6" /><Relationship Type="http://schemas.openxmlformats.org/officeDocument/2006/relationships/image" Target="/ppt/media/image13.png" Id="Raeeef8ca6fef4a89" /><Relationship Type="http://schemas.openxmlformats.org/officeDocument/2006/relationships/notesSlide" Target="/ppt/notesSlides/notesSlide92.xml" Id="R8eadc6f2cef64327" /></Relationships>
</file>

<file path=ppt/slides/slide1.xml><?xml version="1.0" encoding="utf-8"?>
<p:sld xmlns:p="http://schemas.openxmlformats.org/presentationml/2006/main">
  <p:cSld>
    <p:bg>
      <p:bgPr>
        <a:solidFill xmlns:a="http://schemas.openxmlformats.org/drawingml/2006/main">
          <a:srgbClr val="14295B"/>
        </a:solidFill>
      </p:bgPr>
    </p:bg>
    <p:spTree>
      <p:nvGrpSpPr>
        <p:cNvPr id="1" name=""/>
        <p:cNvGrpSpPr/>
        <p:nvPr/>
      </p:nvGrpSpPr>
      <p:grpSpPr>
        <a:xfrm xmlns:a="http://schemas.openxmlformats.org/drawingml/2006/main"/>
      </p:grpSpPr>
      <p:pic>
        <p:nvPicPr>
          <p:cNvPr id="2" name="Image 0">
            <a:extLst xmlns:a="http://schemas.openxmlformats.org/drawingml/2006/main">
              <a:ext uri="{FF2B5EF4-FFF2-40B4-BE49-F238E27FC236}">
                <a16:creationId xmlns:a16="http://schemas.microsoft.com/office/drawing/2014/main" id="{4220543A-1713-4B91-97C5-FE5BE0252E7E}"/>
              </a:ext>
            </a:extLst>
          </p:cNvPr>
          <p:cNvPicPr>
            <a:picLocks xmlns:a="http://schemas.openxmlformats.org/drawingml/2006/main" noChangeAspect="1"/>
          </p:cNvPicPr>
          <p:nvPr/>
        </p:nvPicPr>
        <p:blipFill>
          <a:blip xmlns:r="http://schemas.openxmlformats.org/officeDocument/2006/relationships" xmlns:a="http://schemas.openxmlformats.org/drawingml/2006/main" r:embed="R37cc17bcbd934f59">
            <a:alphaModFix amt="90000"/>
          </a:blip>
          <a:srcRect xmlns:a="http://schemas.openxmlformats.org/drawingml/2006/main" l="0" t="0" r="0" b="0"/>
          <a:stretch xmlns:a="http://schemas.openxmlformats.org/drawingml/2006/main"/>
        </p:blipFill>
        <p:spPr>
          <a:xfrm xmlns:a="http://schemas.openxmlformats.org/drawingml/2006/main">
            <a:off x="9093200" y="609600"/>
            <a:ext cx="2286000" cy="1270000"/>
          </a:xfrm>
          <a:prstGeom xmlns:a="http://schemas.openxmlformats.org/drawingml/2006/main" prst="rect">
            <a:avLst/>
          </a:prstGeom>
        </p:spPr>
      </p:pic>
      <p:sp>
        <p:nvSpPr>
          <p:cNvPr id="3" name="Text 0">
            <a:extLst xmlns:a="http://schemas.openxmlformats.org/drawingml/2006/main">
              <a:ext uri="{FF2B5EF4-FFF2-40B4-BE49-F238E27FC236}">
                <a16:creationId xmlns:a16="http://schemas.microsoft.com/office/drawing/2014/main" id="{06971DA0-2855-448F-AA53-689B6D092116}"/>
              </a:ext>
            </a:extLst>
          </p:cNvPr>
          <p:cNvSpPr>
            <a:spLocks xmlns:a="http://schemas.openxmlformats.org/drawingml/2006/main" noGrp="1"/>
          </p:cNvSpPr>
          <p:nvPr/>
        </p:nvSpPr>
        <p:spPr>
          <a:xfrm xmlns:a="http://schemas.openxmlformats.org/drawingml/2006/main">
            <a:off x="812800" y="812800"/>
            <a:ext cx="3358406" cy="383530"/>
          </a:xfrm>
          <a:prstGeom xmlns:a="http://schemas.openxmlformats.org/drawingml/2006/main" prst="roundRect">
            <a:avLst>
              <a:gd name="adj" fmla="val 50000"/>
            </a:avLst>
          </a:prstGeom>
          <a:solidFill xmlns:a="http://schemas.openxmlformats.org/drawingml/2006/main">
            <a:srgbClr val="2C5EAA"/>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820"/>
              </a:lnSpc>
              <a:buNone/>
            </a:pPr>
            <a:r>
              <a:rPr sz="1300" b="1" spc="100">
                <a:solidFill>
                  <a:srgbClr val="FFFFFF"/>
                </a:solidFill>
                <a:latin typeface="Poppins"/>
                <a:ea typeface="Poppins"/>
                <a:cs typeface="Poppins"/>
              </a:rPr>
              <a:t>NUS DAO2702 · GROUP PROJECT</a:t>
            </a:r>
            <a:endParaRPr sz="1300"/>
          </a:p>
        </p:txBody>
      </p:sp>
      <p:sp>
        <p:nvSpPr>
          <p:cNvPr id="4" name="Text 1">
            <a:extLst xmlns:a="http://schemas.openxmlformats.org/drawingml/2006/main">
              <a:ext uri="{FF2B5EF4-FFF2-40B4-BE49-F238E27FC236}">
                <a16:creationId xmlns:a16="http://schemas.microsoft.com/office/drawing/2014/main" id="{0B0AA8BD-3488-416E-BDD6-6FC4A8BD0A8D}"/>
              </a:ext>
            </a:extLst>
          </p:cNvPr>
          <p:cNvSpPr>
            <a:spLocks xmlns:a="http://schemas.openxmlformats.org/drawingml/2006/main" noGrp="1"/>
          </p:cNvSpPr>
          <p:nvPr>
            <p:ph type="title" idx="0"/>
          </p:nvPr>
        </p:nvSpPr>
        <p:spPr>
          <a:xfrm xmlns:a="http://schemas.openxmlformats.org/drawingml/2006/main">
            <a:off x="812800" y="1424930"/>
            <a:ext cx="10883392" cy="2438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9500"/>
              </a:lnSpc>
              <a:buNone/>
            </a:pPr>
            <a:r>
              <a:rPr sz="10000" b="0" i="0" spc="100">
                <a:solidFill>
                  <a:srgbClr val="FFFFFF"/>
                </a:solidFill>
                <a:latin typeface="Anton"/>
                <a:ea typeface="Anton"/>
                <a:cs typeface="Anton"/>
              </a:rPr>
              <a:t>IT’S RAINING</a:t>
            </a:r>
            <a:endParaRPr sz="10000"/>
          </a:p>
          <a:p xmlns:a="http://schemas.openxmlformats.org/drawingml/2006/main">
            <a:pPr marL="0" indent="0" algn="l">
              <a:lnSpc>
                <a:spcPts val="9500"/>
              </a:lnSpc>
              <a:buNone/>
            </a:pPr>
            <a:r>
              <a:rPr sz="10000" b="0" i="0" spc="100">
                <a:solidFill>
                  <a:srgbClr val="8FB8F2"/>
                </a:solidFill>
                <a:latin typeface="Anton"/>
                <a:ea typeface="Anton"/>
                <a:cs typeface="Anton"/>
              </a:rPr>
              <a:t>TAXIS</a:t>
            </a:r>
            <a:endParaRPr sz="10000"/>
          </a:p>
        </p:txBody>
      </p:sp>
      <p:sp>
        <p:nvSpPr>
          <p:cNvPr id="5" name="Text 2">
            <a:extLst xmlns:a="http://schemas.openxmlformats.org/drawingml/2006/main">
              <a:ext uri="{FF2B5EF4-FFF2-40B4-BE49-F238E27FC236}">
                <a16:creationId xmlns:a16="http://schemas.microsoft.com/office/drawing/2014/main" id="{2C19DB2A-07FC-42A1-B43D-923653F1BCD7}"/>
              </a:ext>
            </a:extLst>
          </p:cNvPr>
          <p:cNvSpPr>
            <a:spLocks xmlns:a="http://schemas.openxmlformats.org/drawingml/2006/main" noGrp="1"/>
          </p:cNvSpPr>
          <p:nvPr/>
        </p:nvSpPr>
        <p:spPr>
          <a:xfrm xmlns:a="http://schemas.openxmlformats.org/drawingml/2006/main">
            <a:off x="812800" y="4066530"/>
            <a:ext cx="8502650" cy="75178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860"/>
              </a:lnSpc>
              <a:buNone/>
            </a:pPr>
            <a:r>
              <a:rPr sz="2200">
                <a:solidFill>
                  <a:srgbClr val="D5DEEE"/>
                </a:solidFill>
                <a:latin typeface="Poppins"/>
                <a:ea typeface="Poppins"/>
                <a:cs typeface="Poppins"/>
              </a:rPr>
              <a:t>When it rains, where should ComfortDelGro send its drivers?</a:t>
            </a:r>
            <a:endParaRPr sz="2200"/>
          </a:p>
        </p:txBody>
      </p:sp>
      <p:sp>
        <p:nvSpPr>
          <p:cNvPr id="6" name="Shape 3">
            <a:extLst xmlns:a="http://schemas.openxmlformats.org/drawingml/2006/main">
              <a:ext uri="{FF2B5EF4-FFF2-40B4-BE49-F238E27FC236}">
                <a16:creationId xmlns:a16="http://schemas.microsoft.com/office/drawing/2014/main" id="{9D940132-FC74-43ED-B8F2-326E512B9364}"/>
              </a:ext>
            </a:extLst>
          </p:cNvPr>
          <p:cNvSpPr>
            <a:spLocks xmlns:a="http://schemas.openxmlformats.org/drawingml/2006/main" noGrp="1"/>
          </p:cNvSpPr>
          <p:nvPr/>
        </p:nvSpPr>
        <p:spPr>
          <a:xfrm xmlns:a="http://schemas.openxmlformats.org/drawingml/2006/main">
            <a:off x="812800" y="5078809"/>
            <a:ext cx="10566400" cy="0"/>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7" name="Text 4">
            <a:extLst xmlns:a="http://schemas.openxmlformats.org/drawingml/2006/main">
              <a:ext uri="{FF2B5EF4-FFF2-40B4-BE49-F238E27FC236}">
                <a16:creationId xmlns:a16="http://schemas.microsoft.com/office/drawing/2014/main" id="{B8310674-F578-4BF6-B4C2-472D927597F0}"/>
              </a:ext>
            </a:extLst>
          </p:cNvPr>
          <p:cNvSpPr>
            <a:spLocks xmlns:a="http://schemas.openxmlformats.org/drawingml/2006/main" noGrp="1"/>
          </p:cNvSpPr>
          <p:nvPr/>
        </p:nvSpPr>
        <p:spPr>
          <a:xfrm xmlns:a="http://schemas.openxmlformats.org/drawingml/2006/main">
            <a:off x="812800" y="5313759"/>
            <a:ext cx="2511552"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780"/>
              </a:lnSpc>
              <a:buNone/>
            </a:pPr>
            <a:r>
              <a:rPr sz="3600">
                <a:solidFill>
                  <a:srgbClr val="8FB8F2"/>
                </a:solidFill>
                <a:latin typeface="Anton"/>
                <a:ea typeface="Anton"/>
                <a:cs typeface="Anton"/>
              </a:rPr>
              <a:t>5 years</a:t>
            </a:r>
            <a:endParaRPr sz="3600"/>
          </a:p>
        </p:txBody>
      </p:sp>
      <p:sp>
        <p:nvSpPr>
          <p:cNvPr id="8" name="Text 5">
            <a:extLst xmlns:a="http://schemas.openxmlformats.org/drawingml/2006/main">
              <a:ext uri="{FF2B5EF4-FFF2-40B4-BE49-F238E27FC236}">
                <a16:creationId xmlns:a16="http://schemas.microsoft.com/office/drawing/2014/main" id="{EA204F72-C2C7-4A9F-8CA9-7A74629C5A62}"/>
              </a:ext>
            </a:extLst>
          </p:cNvPr>
          <p:cNvSpPr>
            <a:spLocks xmlns:a="http://schemas.openxmlformats.org/drawingml/2006/main" noGrp="1"/>
          </p:cNvSpPr>
          <p:nvPr/>
        </p:nvSpPr>
        <p:spPr>
          <a:xfrm xmlns:a="http://schemas.openxmlformats.org/drawingml/2006/main">
            <a:off x="812800" y="5831880"/>
            <a:ext cx="2511552"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9FB6DA"/>
                </a:solidFill>
                <a:latin typeface="Poppins"/>
                <a:ea typeface="Poppins"/>
                <a:cs typeface="Poppins"/>
              </a:rPr>
              <a:t>Oct 2021 – Sep 2026</a:t>
            </a:r>
            <a:endParaRPr sz="1200"/>
          </a:p>
        </p:txBody>
      </p:sp>
      <p:sp>
        <p:nvSpPr>
          <p:cNvPr id="9" name="Shape 6">
            <a:extLst xmlns:a="http://schemas.openxmlformats.org/drawingml/2006/main">
              <a:ext uri="{FF2B5EF4-FFF2-40B4-BE49-F238E27FC236}">
                <a16:creationId xmlns:a16="http://schemas.microsoft.com/office/drawing/2014/main" id="{931535E7-33A1-4524-A64C-B4CA7B0943D3}"/>
              </a:ext>
            </a:extLst>
          </p:cNvPr>
          <p:cNvSpPr>
            <a:spLocks xmlns:a="http://schemas.openxmlformats.org/drawingml/2006/main" noGrp="1"/>
          </p:cNvSpPr>
          <p:nvPr/>
        </p:nvSpPr>
        <p:spPr>
          <a:xfrm xmlns:a="http://schemas.openxmlformats.org/drawingml/2006/main">
            <a:off x="3460750" y="5313759"/>
            <a:ext cx="0" cy="731441"/>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10" name="Text 7">
            <a:extLst xmlns:a="http://schemas.openxmlformats.org/drawingml/2006/main">
              <a:ext uri="{FF2B5EF4-FFF2-40B4-BE49-F238E27FC236}">
                <a16:creationId xmlns:a16="http://schemas.microsoft.com/office/drawing/2014/main" id="{23252F60-A3AA-4498-A364-041B0E21B884}"/>
              </a:ext>
            </a:extLst>
          </p:cNvPr>
          <p:cNvSpPr>
            <a:spLocks xmlns:a="http://schemas.openxmlformats.org/drawingml/2006/main" noGrp="1"/>
          </p:cNvSpPr>
          <p:nvPr/>
        </p:nvSpPr>
        <p:spPr>
          <a:xfrm xmlns:a="http://schemas.openxmlformats.org/drawingml/2006/main">
            <a:off x="3670300" y="5313759"/>
            <a:ext cx="2289175"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780"/>
              </a:lnSpc>
              <a:buNone/>
            </a:pPr>
            <a:r>
              <a:rPr sz="3600">
                <a:solidFill>
                  <a:srgbClr val="FFFFFF"/>
                </a:solidFill>
                <a:latin typeface="Anton"/>
                <a:ea typeface="Anton"/>
                <a:cs typeface="Anton"/>
              </a:rPr>
              <a:t>120,017</a:t>
            </a:r>
            <a:endParaRPr sz="3600"/>
          </a:p>
        </p:txBody>
      </p:sp>
      <p:sp>
        <p:nvSpPr>
          <p:cNvPr id="11" name="Text 8">
            <a:extLst xmlns:a="http://schemas.openxmlformats.org/drawingml/2006/main">
              <a:ext uri="{FF2B5EF4-FFF2-40B4-BE49-F238E27FC236}">
                <a16:creationId xmlns:a16="http://schemas.microsoft.com/office/drawing/2014/main" id="{51B9E55F-A200-4F53-A9EB-00A64FB97BA6}"/>
              </a:ext>
            </a:extLst>
          </p:cNvPr>
          <p:cNvSpPr>
            <a:spLocks xmlns:a="http://schemas.openxmlformats.org/drawingml/2006/main" noGrp="1"/>
          </p:cNvSpPr>
          <p:nvPr/>
        </p:nvSpPr>
        <p:spPr>
          <a:xfrm xmlns:a="http://schemas.openxmlformats.org/drawingml/2006/main">
            <a:off x="3670300" y="5831880"/>
            <a:ext cx="2289175"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9FB6DA"/>
                </a:solidFill>
                <a:latin typeface="Poppins"/>
                <a:ea typeface="Poppins"/>
                <a:cs typeface="Poppins"/>
              </a:rPr>
              <a:t>island-wide taxi snapshots</a:t>
            </a:r>
            <a:endParaRPr sz="1200"/>
          </a:p>
        </p:txBody>
      </p:sp>
      <p:sp>
        <p:nvSpPr>
          <p:cNvPr id="12" name="Shape 9">
            <a:extLst xmlns:a="http://schemas.openxmlformats.org/drawingml/2006/main">
              <a:ext uri="{FF2B5EF4-FFF2-40B4-BE49-F238E27FC236}">
                <a16:creationId xmlns:a16="http://schemas.microsoft.com/office/drawing/2014/main" id="{1A4F7346-4E4A-4FF8-A03B-1FD5578928FB}"/>
              </a:ext>
            </a:extLst>
          </p:cNvPr>
          <p:cNvSpPr>
            <a:spLocks xmlns:a="http://schemas.openxmlformats.org/drawingml/2006/main" noGrp="1"/>
          </p:cNvSpPr>
          <p:nvPr/>
        </p:nvSpPr>
        <p:spPr>
          <a:xfrm xmlns:a="http://schemas.openxmlformats.org/drawingml/2006/main">
            <a:off x="6102350" y="5313759"/>
            <a:ext cx="0" cy="731441"/>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13" name="Text 10">
            <a:extLst xmlns:a="http://schemas.openxmlformats.org/drawingml/2006/main">
              <a:ext uri="{FF2B5EF4-FFF2-40B4-BE49-F238E27FC236}">
                <a16:creationId xmlns:a16="http://schemas.microsoft.com/office/drawing/2014/main" id="{86B4ADBC-4898-4243-859B-175D24C8BABC}"/>
              </a:ext>
            </a:extLst>
          </p:cNvPr>
          <p:cNvSpPr>
            <a:spLocks xmlns:a="http://schemas.openxmlformats.org/drawingml/2006/main" noGrp="1"/>
          </p:cNvSpPr>
          <p:nvPr/>
        </p:nvSpPr>
        <p:spPr>
          <a:xfrm xmlns:a="http://schemas.openxmlformats.org/drawingml/2006/main">
            <a:off x="6311900" y="5313759"/>
            <a:ext cx="2289175"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780"/>
              </a:lnSpc>
              <a:buNone/>
            </a:pPr>
            <a:r>
              <a:rPr sz="3600">
                <a:solidFill>
                  <a:srgbClr val="FFFFFF"/>
                </a:solidFill>
                <a:latin typeface="Anton"/>
                <a:ea typeface="Anton"/>
                <a:cs typeface="Anton"/>
              </a:rPr>
              <a:t>374</a:t>
            </a:r>
            <a:endParaRPr sz="3600"/>
          </a:p>
        </p:txBody>
      </p:sp>
      <p:sp>
        <p:nvSpPr>
          <p:cNvPr id="14" name="Text 11">
            <a:extLst xmlns:a="http://schemas.openxmlformats.org/drawingml/2006/main">
              <a:ext uri="{FF2B5EF4-FFF2-40B4-BE49-F238E27FC236}">
                <a16:creationId xmlns:a16="http://schemas.microsoft.com/office/drawing/2014/main" id="{EDDE9C37-ACEF-412A-AFB7-ECCCDBEDB8EE}"/>
              </a:ext>
            </a:extLst>
          </p:cNvPr>
          <p:cNvSpPr>
            <a:spLocks xmlns:a="http://schemas.openxmlformats.org/drawingml/2006/main" noGrp="1"/>
          </p:cNvSpPr>
          <p:nvPr/>
        </p:nvSpPr>
        <p:spPr>
          <a:xfrm xmlns:a="http://schemas.openxmlformats.org/drawingml/2006/main">
            <a:off x="6311900" y="5831880"/>
            <a:ext cx="2289175"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9FB6DA"/>
                </a:solidFill>
                <a:latin typeface="Poppins"/>
                <a:ea typeface="Poppins"/>
                <a:cs typeface="Poppins"/>
              </a:rPr>
              <a:t>1 km squares analysed</a:t>
            </a:r>
            <a:endParaRPr sz="1200"/>
          </a:p>
        </p:txBody>
      </p:sp>
      <p:sp>
        <p:nvSpPr>
          <p:cNvPr id="15" name="Shape 12">
            <a:extLst xmlns:a="http://schemas.openxmlformats.org/drawingml/2006/main">
              <a:ext uri="{FF2B5EF4-FFF2-40B4-BE49-F238E27FC236}">
                <a16:creationId xmlns:a16="http://schemas.microsoft.com/office/drawing/2014/main" id="{1F861350-C30D-4E40-A1E5-4134C1CF362D}"/>
              </a:ext>
            </a:extLst>
          </p:cNvPr>
          <p:cNvSpPr>
            <a:spLocks xmlns:a="http://schemas.openxmlformats.org/drawingml/2006/main" noGrp="1"/>
          </p:cNvSpPr>
          <p:nvPr/>
        </p:nvSpPr>
        <p:spPr>
          <a:xfrm xmlns:a="http://schemas.openxmlformats.org/drawingml/2006/main">
            <a:off x="8743950" y="5313759"/>
            <a:ext cx="0" cy="731441"/>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16" name="Text 13">
            <a:extLst xmlns:a="http://schemas.openxmlformats.org/drawingml/2006/main">
              <a:ext uri="{FF2B5EF4-FFF2-40B4-BE49-F238E27FC236}">
                <a16:creationId xmlns:a16="http://schemas.microsoft.com/office/drawing/2014/main" id="{7D1DA845-CBAB-4332-B3B5-354E1F5A892A}"/>
              </a:ext>
            </a:extLst>
          </p:cNvPr>
          <p:cNvSpPr>
            <a:spLocks xmlns:a="http://schemas.openxmlformats.org/drawingml/2006/main" noGrp="1"/>
          </p:cNvSpPr>
          <p:nvPr/>
        </p:nvSpPr>
        <p:spPr>
          <a:xfrm xmlns:a="http://schemas.openxmlformats.org/drawingml/2006/main">
            <a:off x="8953500" y="5313759"/>
            <a:ext cx="2498471"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780"/>
              </a:lnSpc>
              <a:buNone/>
            </a:pPr>
            <a:r>
              <a:rPr sz="3600">
                <a:solidFill>
                  <a:srgbClr val="FFFFFF"/>
                </a:solidFill>
                <a:latin typeface="Anton"/>
                <a:ea typeface="Anton"/>
                <a:cs typeface="Anton"/>
              </a:rPr>
              <a:t>62–90</a:t>
            </a:r>
            <a:endParaRPr sz="3600"/>
          </a:p>
        </p:txBody>
      </p:sp>
      <p:sp>
        <p:nvSpPr>
          <p:cNvPr id="17" name="Text 14">
            <a:extLst xmlns:a="http://schemas.openxmlformats.org/drawingml/2006/main">
              <a:ext uri="{FF2B5EF4-FFF2-40B4-BE49-F238E27FC236}">
                <a16:creationId xmlns:a16="http://schemas.microsoft.com/office/drawing/2014/main" id="{A399E337-2DB9-465A-B5E4-1AFFBD9F8C1F}"/>
              </a:ext>
            </a:extLst>
          </p:cNvPr>
          <p:cNvSpPr>
            <a:spLocks xmlns:a="http://schemas.openxmlformats.org/drawingml/2006/main" noGrp="1"/>
          </p:cNvSpPr>
          <p:nvPr/>
        </p:nvSpPr>
        <p:spPr>
          <a:xfrm xmlns:a="http://schemas.openxmlformats.org/drawingml/2006/main">
            <a:off x="8953500" y="5831880"/>
            <a:ext cx="2498471"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9FB6DA"/>
                </a:solidFill>
                <a:latin typeface="Poppins"/>
                <a:ea typeface="Poppins"/>
                <a:cs typeface="Poppins"/>
              </a:rPr>
              <a:t>NEA rain gauges</a:t>
            </a:r>
            <a:endParaRPr sz="1200"/>
          </a:p>
        </p:txBody>
      </p:sp>
    </p:spTree>
    <p:extLst>
      <p:ext uri="{BB962C8B-B14F-4D97-AF65-F5344CB8AC3E}">
        <p14:creationId xmlns:p14="http://schemas.microsoft.com/office/powerpoint/2010/main" val="1106160427"/>
      </p:ext>
    </p:extLst>
  </p:cSld>
</p:sld>
</file>

<file path=ppt/slides/slide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30702F4B-D24E-474B-92C0-15C6F079EA1C}"/>
              </a:ext>
            </a:extLst>
          </p:cNvPr>
          <p:cNvSpPr>
            <a:spLocks xmlns:a="http://schemas.openxmlformats.org/drawingml/2006/main" noGrp="1"/>
          </p:cNvSpPr>
          <p:nvPr/>
        </p:nvSpPr>
        <p:spPr>
          <a:xfrm xmlns:a="http://schemas.openxmlformats.org/drawingml/2006/main">
            <a:off x="812800" y="812800"/>
            <a:ext cx="1133574"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THE BRIEF</a:t>
            </a:r>
            <a:endParaRPr sz="1200"/>
          </a:p>
        </p:txBody>
      </p:sp>
      <p:sp>
        <p:nvSpPr>
          <p:cNvPr id="3" name="Text 1">
            <a:extLst xmlns:a="http://schemas.openxmlformats.org/drawingml/2006/main">
              <a:ext uri="{FF2B5EF4-FFF2-40B4-BE49-F238E27FC236}">
                <a16:creationId xmlns:a16="http://schemas.microsoft.com/office/drawing/2014/main" id="{7628B80D-0DA7-4C8F-90C8-A26A9C2EB8E5}"/>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THREE QUESTIONS FOR A TAXI OPERATOR</a:t>
            </a:r>
            <a:endParaRPr sz="4000"/>
          </a:p>
        </p:txBody>
      </p:sp>
      <p:sp>
        <p:nvSpPr>
          <p:cNvPr id="4" name="Shape 2">
            <a:extLst xmlns:a="http://schemas.openxmlformats.org/drawingml/2006/main">
              <a:ext uri="{FF2B5EF4-FFF2-40B4-BE49-F238E27FC236}">
                <a16:creationId xmlns:a16="http://schemas.microsoft.com/office/drawing/2014/main" id="{E282A5D7-B051-4061-8094-D7310D6E1208}"/>
              </a:ext>
            </a:extLst>
          </p:cNvPr>
          <p:cNvSpPr>
            <a:spLocks xmlns:a="http://schemas.openxmlformats.org/drawingml/2006/main" noGrp="1"/>
          </p:cNvSpPr>
          <p:nvPr/>
        </p:nvSpPr>
        <p:spPr>
          <a:xfrm xmlns:a="http://schemas.openxmlformats.org/drawingml/2006/main">
            <a:off x="812800" y="2105620"/>
            <a:ext cx="3386634" cy="2641600"/>
          </a:xfrm>
          <a:prstGeom xmlns:a="http://schemas.openxmlformats.org/drawingml/2006/main" prst="roundRect">
            <a:avLst>
              <a:gd name="adj" fmla="val 6250"/>
            </a:avLst>
          </a:prstGeom>
          <a:solidFill xmlns:a="http://schemas.openxmlformats.org/drawingml/2006/main">
            <a:srgbClr val="FBFCFE"/>
          </a:solidFill>
        </p:spPr>
      </p:sp>
      <p:sp>
        <p:nvSpPr>
          <p:cNvPr id="5" name="Text 3">
            <a:extLst xmlns:a="http://schemas.openxmlformats.org/drawingml/2006/main">
              <a:ext uri="{FF2B5EF4-FFF2-40B4-BE49-F238E27FC236}">
                <a16:creationId xmlns:a16="http://schemas.microsoft.com/office/drawing/2014/main" id="{6F931511-E6F2-48D4-8EF9-534DEEF6C54E}"/>
              </a:ext>
            </a:extLst>
          </p:cNvPr>
          <p:cNvSpPr>
            <a:spLocks xmlns:a="http://schemas.openxmlformats.org/drawingml/2006/main" noGrp="1"/>
          </p:cNvSpPr>
          <p:nvPr/>
        </p:nvSpPr>
        <p:spPr>
          <a:xfrm xmlns:a="http://schemas.openxmlformats.org/drawingml/2006/main">
            <a:off x="1092200" y="2385020"/>
            <a:ext cx="2912669" cy="4826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600"/>
              </a:lnSpc>
              <a:buNone/>
            </a:pPr>
            <a:r>
              <a:rPr sz="3600">
                <a:solidFill>
                  <a:srgbClr val="2C5EAA"/>
                </a:solidFill>
                <a:latin typeface="Anton"/>
                <a:ea typeface="Anton"/>
                <a:cs typeface="Anton"/>
              </a:rPr>
              <a:t>Q1</a:t>
            </a:r>
            <a:endParaRPr sz="3600"/>
          </a:p>
        </p:txBody>
      </p:sp>
      <p:sp>
        <p:nvSpPr>
          <p:cNvPr id="6" name="Text 4">
            <a:extLst xmlns:a="http://schemas.openxmlformats.org/drawingml/2006/main">
              <a:ext uri="{FF2B5EF4-FFF2-40B4-BE49-F238E27FC236}">
                <a16:creationId xmlns:a16="http://schemas.microsoft.com/office/drawing/2014/main" id="{9B1018E2-9E18-485B-AF7C-E7F058C18467}"/>
              </a:ext>
            </a:extLst>
          </p:cNvPr>
          <p:cNvSpPr>
            <a:spLocks xmlns:a="http://schemas.openxmlformats.org/drawingml/2006/main" noGrp="1"/>
          </p:cNvSpPr>
          <p:nvPr/>
        </p:nvSpPr>
        <p:spPr>
          <a:xfrm xmlns:a="http://schemas.openxmlformats.org/drawingml/2006/main">
            <a:off x="1092200" y="2969220"/>
            <a:ext cx="2912669" cy="3302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400"/>
              </a:lnSpc>
              <a:buNone/>
            </a:pPr>
            <a:r>
              <a:rPr sz="2000" b="1">
                <a:solidFill>
                  <a:srgbClr val="14295B"/>
                </a:solidFill>
                <a:latin typeface="Poppins"/>
                <a:ea typeface="Poppins"/>
                <a:cs typeface="Poppins"/>
              </a:rPr>
              <a:t>How much?</a:t>
            </a:r>
            <a:endParaRPr sz="2000"/>
          </a:p>
        </p:txBody>
      </p:sp>
      <p:sp>
        <p:nvSpPr>
          <p:cNvPr id="7" name="Text 5">
            <a:extLst xmlns:a="http://schemas.openxmlformats.org/drawingml/2006/main">
              <a:ext uri="{FF2B5EF4-FFF2-40B4-BE49-F238E27FC236}">
                <a16:creationId xmlns:a16="http://schemas.microsoft.com/office/drawing/2014/main" id="{04E40B42-5533-42BA-A001-C9089655409C}"/>
              </a:ext>
            </a:extLst>
          </p:cNvPr>
          <p:cNvSpPr>
            <a:spLocks xmlns:a="http://schemas.openxmlformats.org/drawingml/2006/main" noGrp="1"/>
          </p:cNvSpPr>
          <p:nvPr/>
        </p:nvSpPr>
        <p:spPr>
          <a:xfrm xmlns:a="http://schemas.openxmlformats.org/drawingml/2006/main">
            <a:off x="1092200" y="3401020"/>
            <a:ext cx="2912669" cy="10922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100"/>
              </a:lnSpc>
              <a:buNone/>
            </a:pPr>
            <a:r>
              <a:rPr sz="1500">
                <a:solidFill>
                  <a:srgbClr val="4A5672"/>
                </a:solidFill>
                <a:latin typeface="Poppins"/>
                <a:ea typeface="Poppins"/>
                <a:cs typeface="Poppins"/>
              </a:rPr>
              <a:t>How many vacant taxis disappear when it rains, and does it hold up under every check?</a:t>
            </a:r>
            <a:endParaRPr sz="1500"/>
          </a:p>
        </p:txBody>
      </p:sp>
      <p:sp>
        <p:nvSpPr>
          <p:cNvPr id="8" name="Shape 6">
            <a:extLst xmlns:a="http://schemas.openxmlformats.org/drawingml/2006/main">
              <a:ext uri="{FF2B5EF4-FFF2-40B4-BE49-F238E27FC236}">
                <a16:creationId xmlns:a16="http://schemas.microsoft.com/office/drawing/2014/main" id="{F38B940F-5522-4CF2-BEDD-B8D40DF169A2}"/>
              </a:ext>
            </a:extLst>
          </p:cNvPr>
          <p:cNvSpPr>
            <a:spLocks xmlns:a="http://schemas.openxmlformats.org/drawingml/2006/main" noGrp="1"/>
          </p:cNvSpPr>
          <p:nvPr/>
        </p:nvSpPr>
        <p:spPr>
          <a:xfrm xmlns:a="http://schemas.openxmlformats.org/drawingml/2006/main">
            <a:off x="4402634" y="2105620"/>
            <a:ext cx="3386683" cy="2641600"/>
          </a:xfrm>
          <a:prstGeom xmlns:a="http://schemas.openxmlformats.org/drawingml/2006/main" prst="roundRect">
            <a:avLst>
              <a:gd name="adj" fmla="val 6250"/>
            </a:avLst>
          </a:prstGeom>
          <a:solidFill xmlns:a="http://schemas.openxmlformats.org/drawingml/2006/main">
            <a:srgbClr val="FBFCFE"/>
          </a:solidFill>
        </p:spPr>
      </p:sp>
      <p:sp>
        <p:nvSpPr>
          <p:cNvPr id="9" name="Text 7">
            <a:extLst xmlns:a="http://schemas.openxmlformats.org/drawingml/2006/main">
              <a:ext uri="{FF2B5EF4-FFF2-40B4-BE49-F238E27FC236}">
                <a16:creationId xmlns:a16="http://schemas.microsoft.com/office/drawing/2014/main" id="{612EE42A-8CCC-4F78-8892-2723B2552790}"/>
              </a:ext>
            </a:extLst>
          </p:cNvPr>
          <p:cNvSpPr>
            <a:spLocks xmlns:a="http://schemas.openxmlformats.org/drawingml/2006/main" noGrp="1"/>
          </p:cNvSpPr>
          <p:nvPr/>
        </p:nvSpPr>
        <p:spPr>
          <a:xfrm xmlns:a="http://schemas.openxmlformats.org/drawingml/2006/main">
            <a:off x="4682034" y="2385020"/>
            <a:ext cx="2912720" cy="4826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600"/>
              </a:lnSpc>
              <a:buNone/>
            </a:pPr>
            <a:r>
              <a:rPr sz="3600">
                <a:solidFill>
                  <a:srgbClr val="2C5EAA"/>
                </a:solidFill>
                <a:latin typeface="Anton"/>
                <a:ea typeface="Anton"/>
                <a:cs typeface="Anton"/>
              </a:rPr>
              <a:t>Q2</a:t>
            </a:r>
            <a:endParaRPr sz="3600"/>
          </a:p>
        </p:txBody>
      </p:sp>
      <p:sp>
        <p:nvSpPr>
          <p:cNvPr id="10" name="Text 8">
            <a:extLst xmlns:a="http://schemas.openxmlformats.org/drawingml/2006/main">
              <a:ext uri="{FF2B5EF4-FFF2-40B4-BE49-F238E27FC236}">
                <a16:creationId xmlns:a16="http://schemas.microsoft.com/office/drawing/2014/main" id="{72174291-3CCF-4872-BFA4-073CB5014A07}"/>
              </a:ext>
            </a:extLst>
          </p:cNvPr>
          <p:cNvSpPr>
            <a:spLocks xmlns:a="http://schemas.openxmlformats.org/drawingml/2006/main" noGrp="1"/>
          </p:cNvSpPr>
          <p:nvPr/>
        </p:nvSpPr>
        <p:spPr>
          <a:xfrm xmlns:a="http://schemas.openxmlformats.org/drawingml/2006/main">
            <a:off x="4682034" y="2969220"/>
            <a:ext cx="2912720" cy="3302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400"/>
              </a:lnSpc>
              <a:buNone/>
            </a:pPr>
            <a:r>
              <a:rPr sz="2000" b="1">
                <a:solidFill>
                  <a:srgbClr val="14295B"/>
                </a:solidFill>
                <a:latin typeface="Poppins"/>
                <a:ea typeface="Poppins"/>
                <a:cs typeface="Poppins"/>
              </a:rPr>
              <a:t>Where and when?</a:t>
            </a:r>
            <a:endParaRPr sz="2000"/>
          </a:p>
        </p:txBody>
      </p:sp>
      <p:sp>
        <p:nvSpPr>
          <p:cNvPr id="11" name="Text 9">
            <a:extLst xmlns:a="http://schemas.openxmlformats.org/drawingml/2006/main">
              <a:ext uri="{FF2B5EF4-FFF2-40B4-BE49-F238E27FC236}">
                <a16:creationId xmlns:a16="http://schemas.microsoft.com/office/drawing/2014/main" id="{9FDF0A7C-AD23-4826-A058-6E1A75BF3209}"/>
              </a:ext>
            </a:extLst>
          </p:cNvPr>
          <p:cNvSpPr>
            <a:spLocks xmlns:a="http://schemas.openxmlformats.org/drawingml/2006/main" noGrp="1"/>
          </p:cNvSpPr>
          <p:nvPr/>
        </p:nvSpPr>
        <p:spPr>
          <a:xfrm xmlns:a="http://schemas.openxmlformats.org/drawingml/2006/main">
            <a:off x="4682034" y="3401020"/>
            <a:ext cx="2912720" cy="10922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100"/>
              </a:lnSpc>
              <a:buNone/>
            </a:pPr>
            <a:r>
              <a:rPr sz="1500">
                <a:solidFill>
                  <a:srgbClr val="4A5672"/>
                </a:solidFill>
                <a:latin typeface="Poppins"/>
                <a:ea typeface="Poppins"/>
                <a:cs typeface="Poppins"/>
              </a:rPr>
              <a:t>Which places and times of day lose the most, and what makes those places different?</a:t>
            </a:r>
            <a:endParaRPr sz="1500"/>
          </a:p>
        </p:txBody>
      </p:sp>
      <p:sp>
        <p:nvSpPr>
          <p:cNvPr id="12" name="Shape 10">
            <a:extLst xmlns:a="http://schemas.openxmlformats.org/drawingml/2006/main">
              <a:ext uri="{FF2B5EF4-FFF2-40B4-BE49-F238E27FC236}">
                <a16:creationId xmlns:a16="http://schemas.microsoft.com/office/drawing/2014/main" id="{BB2476B9-661E-4BF3-B8D7-4C7AA179071C}"/>
              </a:ext>
            </a:extLst>
          </p:cNvPr>
          <p:cNvSpPr>
            <a:spLocks xmlns:a="http://schemas.openxmlformats.org/drawingml/2006/main" noGrp="1"/>
          </p:cNvSpPr>
          <p:nvPr/>
        </p:nvSpPr>
        <p:spPr>
          <a:xfrm xmlns:a="http://schemas.openxmlformats.org/drawingml/2006/main">
            <a:off x="7992517" y="2105620"/>
            <a:ext cx="3386634" cy="2641600"/>
          </a:xfrm>
          <a:prstGeom xmlns:a="http://schemas.openxmlformats.org/drawingml/2006/main" prst="roundRect">
            <a:avLst>
              <a:gd name="adj" fmla="val 6250"/>
            </a:avLst>
          </a:prstGeom>
          <a:solidFill xmlns:a="http://schemas.openxmlformats.org/drawingml/2006/main">
            <a:srgbClr val="14295B"/>
          </a:solidFill>
        </p:spPr>
      </p:sp>
      <p:sp>
        <p:nvSpPr>
          <p:cNvPr id="13" name="Text 11">
            <a:extLst xmlns:a="http://schemas.openxmlformats.org/drawingml/2006/main">
              <a:ext uri="{FF2B5EF4-FFF2-40B4-BE49-F238E27FC236}">
                <a16:creationId xmlns:a16="http://schemas.microsoft.com/office/drawing/2014/main" id="{967D0ED7-C458-4DEE-A7A3-EF3144C0D01E}"/>
              </a:ext>
            </a:extLst>
          </p:cNvPr>
          <p:cNvSpPr>
            <a:spLocks xmlns:a="http://schemas.openxmlformats.org/drawingml/2006/main" noGrp="1"/>
          </p:cNvSpPr>
          <p:nvPr/>
        </p:nvSpPr>
        <p:spPr>
          <a:xfrm xmlns:a="http://schemas.openxmlformats.org/drawingml/2006/main">
            <a:off x="8271917" y="2385020"/>
            <a:ext cx="2912669" cy="4826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600"/>
              </a:lnSpc>
              <a:buNone/>
            </a:pPr>
            <a:r>
              <a:rPr sz="3600">
                <a:solidFill>
                  <a:srgbClr val="8FB8F2"/>
                </a:solidFill>
                <a:latin typeface="Anton"/>
                <a:ea typeface="Anton"/>
                <a:cs typeface="Anton"/>
              </a:rPr>
              <a:t>Q3</a:t>
            </a:r>
            <a:endParaRPr sz="3600"/>
          </a:p>
        </p:txBody>
      </p:sp>
      <p:sp>
        <p:nvSpPr>
          <p:cNvPr id="14" name="Text 12">
            <a:extLst xmlns:a="http://schemas.openxmlformats.org/drawingml/2006/main">
              <a:ext uri="{FF2B5EF4-FFF2-40B4-BE49-F238E27FC236}">
                <a16:creationId xmlns:a16="http://schemas.microsoft.com/office/drawing/2014/main" id="{483CABE8-1837-4A0A-90BD-D93F9AACF8A2}"/>
              </a:ext>
            </a:extLst>
          </p:cNvPr>
          <p:cNvSpPr>
            <a:spLocks xmlns:a="http://schemas.openxmlformats.org/drawingml/2006/main" noGrp="1"/>
          </p:cNvSpPr>
          <p:nvPr/>
        </p:nvSpPr>
        <p:spPr>
          <a:xfrm xmlns:a="http://schemas.openxmlformats.org/drawingml/2006/main">
            <a:off x="8271917" y="2969220"/>
            <a:ext cx="2912669" cy="3302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400"/>
              </a:lnSpc>
              <a:buNone/>
            </a:pPr>
            <a:r>
              <a:rPr sz="2000" b="1">
                <a:solidFill>
                  <a:srgbClr val="FFFFFF"/>
                </a:solidFill>
                <a:latin typeface="Poppins"/>
                <a:ea typeface="Poppins"/>
                <a:cs typeface="Poppins"/>
              </a:rPr>
              <a:t>Warn in time?</a:t>
            </a:r>
            <a:endParaRPr sz="2000"/>
          </a:p>
        </p:txBody>
      </p:sp>
      <p:sp>
        <p:nvSpPr>
          <p:cNvPr id="15" name="Text 13">
            <a:extLst xmlns:a="http://schemas.openxmlformats.org/drawingml/2006/main">
              <a:ext uri="{FF2B5EF4-FFF2-40B4-BE49-F238E27FC236}">
                <a16:creationId xmlns:a16="http://schemas.microsoft.com/office/drawing/2014/main" id="{691D6F00-59D6-4811-9AFA-4275E9CC2CC8}"/>
              </a:ext>
            </a:extLst>
          </p:cNvPr>
          <p:cNvSpPr>
            <a:spLocks xmlns:a="http://schemas.openxmlformats.org/drawingml/2006/main" noGrp="1"/>
          </p:cNvSpPr>
          <p:nvPr/>
        </p:nvSpPr>
        <p:spPr>
          <a:xfrm xmlns:a="http://schemas.openxmlformats.org/drawingml/2006/main">
            <a:off x="8271917" y="3401020"/>
            <a:ext cx="2912669" cy="10922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100"/>
              </a:lnSpc>
              <a:buNone/>
            </a:pPr>
            <a:r>
              <a:rPr sz="1500">
                <a:solidFill>
                  <a:srgbClr val="D5DEEE"/>
                </a:solidFill>
                <a:latin typeface="Poppins"/>
                <a:ea typeface="Poppins"/>
                <a:cs typeface="Poppins"/>
              </a:rPr>
              <a:t>Can weather data warn a dispatcher early enough to move drivers before taxis run short?</a:t>
            </a:r>
            <a:endParaRPr sz="1500"/>
          </a:p>
        </p:txBody>
      </p:sp>
      <p:sp>
        <p:nvSpPr>
          <p:cNvPr id="16" name="Text 14">
            <a:extLst xmlns:a="http://schemas.openxmlformats.org/drawingml/2006/main">
              <a:ext uri="{FF2B5EF4-FFF2-40B4-BE49-F238E27FC236}">
                <a16:creationId xmlns:a16="http://schemas.microsoft.com/office/drawing/2014/main" id="{01259E6B-EB1F-4CA4-870A-3B48CA4F912F}"/>
              </a:ext>
            </a:extLst>
          </p:cNvPr>
          <p:cNvSpPr>
            <a:spLocks xmlns:a="http://schemas.openxmlformats.org/drawingml/2006/main" noGrp="1"/>
          </p:cNvSpPr>
          <p:nvPr/>
        </p:nvSpPr>
        <p:spPr>
          <a:xfrm xmlns:a="http://schemas.openxmlformats.org/drawingml/2006/main">
            <a:off x="812800" y="6248400"/>
            <a:ext cx="2435602"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It’s Raining Taxis · DAO2702</a:t>
            </a:r>
            <a:endParaRPr sz="1200"/>
          </a:p>
        </p:txBody>
      </p:sp>
      <p:sp>
        <p:nvSpPr>
          <p:cNvPr id="17" name="Text 15">
            <a:extLst xmlns:a="http://schemas.openxmlformats.org/drawingml/2006/main">
              <a:ext uri="{FF2B5EF4-FFF2-40B4-BE49-F238E27FC236}">
                <a16:creationId xmlns:a16="http://schemas.microsoft.com/office/drawing/2014/main" id="{EA5B1DC2-B601-4138-A4F7-764DE47BE204}"/>
              </a:ext>
            </a:extLst>
          </p:cNvPr>
          <p:cNvSpPr>
            <a:spLocks xmlns:a="http://schemas.openxmlformats.org/drawingml/2006/main" noGrp="1"/>
          </p:cNvSpPr>
          <p:nvPr/>
        </p:nvSpPr>
        <p:spPr>
          <a:xfrm xmlns:a="http://schemas.openxmlformats.org/drawingml/2006/main">
            <a:off x="11145044" y="6248400"/>
            <a:ext cx="234156"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02</a:t>
            </a:r>
            <a:endParaRPr sz="1200"/>
          </a:p>
        </p:txBody>
      </p:sp>
    </p:spTree>
    <p:extLst>
      <p:ext uri="{BB962C8B-B14F-4D97-AF65-F5344CB8AC3E}">
        <p14:creationId xmlns:p14="http://schemas.microsoft.com/office/powerpoint/2010/main" val="177453552"/>
      </p:ext>
    </p:extLst>
  </p:cSld>
</p:sld>
</file>

<file path=ppt/slides/slide3.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73D05F5C-CA1F-4187-B1EA-48613DFF523F}"/>
              </a:ext>
            </a:extLst>
          </p:cNvPr>
          <p:cNvSpPr>
            <a:spLocks xmlns:a="http://schemas.openxmlformats.org/drawingml/2006/main" noGrp="1"/>
          </p:cNvSpPr>
          <p:nvPr/>
        </p:nvSpPr>
        <p:spPr>
          <a:xfrm xmlns:a="http://schemas.openxmlformats.org/drawingml/2006/main">
            <a:off x="812800" y="812800"/>
            <a:ext cx="113640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THE DATA</a:t>
            </a:r>
            <a:endParaRPr sz="1200"/>
          </a:p>
        </p:txBody>
      </p:sp>
      <p:sp>
        <p:nvSpPr>
          <p:cNvPr id="3" name="Text 1">
            <a:extLst xmlns:a="http://schemas.openxmlformats.org/drawingml/2006/main">
              <a:ext uri="{FF2B5EF4-FFF2-40B4-BE49-F238E27FC236}">
                <a16:creationId xmlns:a16="http://schemas.microsoft.com/office/drawing/2014/main" id="{59E2D70E-D03B-4213-B0CC-D5050F43A5A6}"/>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PUBLIC DATA ONLY, FIVE YEARS DEEP</a:t>
            </a:r>
            <a:endParaRPr sz="4000"/>
          </a:p>
        </p:txBody>
      </p:sp>
      <p:sp>
        <p:nvSpPr>
          <p:cNvPr id="4" name="Shape 2">
            <a:extLst xmlns:a="http://schemas.openxmlformats.org/drawingml/2006/main">
              <a:ext uri="{FF2B5EF4-FFF2-40B4-BE49-F238E27FC236}">
                <a16:creationId xmlns:a16="http://schemas.microsoft.com/office/drawing/2014/main" id="{6AE9ADC9-3E9C-475A-AD73-8CF450F4E6FF}"/>
              </a:ext>
            </a:extLst>
          </p:cNvPr>
          <p:cNvSpPr>
            <a:spLocks xmlns:a="http://schemas.openxmlformats.org/drawingml/2006/main" noGrp="1"/>
          </p:cNvSpPr>
          <p:nvPr/>
        </p:nvSpPr>
        <p:spPr>
          <a:xfrm xmlns:a="http://schemas.openxmlformats.org/drawingml/2006/main">
            <a:off x="812800" y="2054820"/>
            <a:ext cx="6103243" cy="3301702"/>
          </a:xfrm>
          <a:prstGeom xmlns:a="http://schemas.openxmlformats.org/drawingml/2006/main" prst="roundRect">
            <a:avLst>
              <a:gd name="adj" fmla="val 5000"/>
            </a:avLst>
          </a:prstGeom>
          <a:solidFill xmlns:a="http://schemas.openxmlformats.org/drawingml/2006/main">
            <a:srgbClr val="FBFCFE"/>
          </a:solidFill>
        </p:spPr>
      </p:sp>
      <p:graphicFrame>
        <p:nvGraphicFramePr>
          <p:cNvPr id="5" name="Table 0">
            <a:extLst xmlns:a="http://schemas.openxmlformats.org/drawingml/2006/main">
              <a:ext uri="{FF2B5EF4-FFF2-40B4-BE49-F238E27FC236}">
                <a16:creationId xmlns:a16="http://schemas.microsoft.com/office/drawing/2014/main" id="{6ADE1A3E-9B50-42E9-8DEB-30DDBFAE5EBC}"/>
              </a:ext>
            </a:extLst>
          </p:cNvPr>
          <p:cNvGraphicFramePr/>
          <p:nvPr/>
        </p:nvGraphicFramePr>
        <p:xfrm>
          <a:off xmlns:a="http://schemas.openxmlformats.org/drawingml/2006/main" x="1079500" y="2296120"/>
          <a:ext xmlns:a="http://schemas.openxmlformats.org/drawingml/2006/main" cx="5582543" cy="2618184"/>
        </p:xfrm>
        <a:graphic xmlns:a="http://schemas.openxmlformats.org/drawingml/2006/main">
          <a:graphicData uri="http://schemas.openxmlformats.org/drawingml/2006/table">
            <a:tbl>
              <a:tblPr/>
              <a:tblGrid>
                <a:gridCol w="2344668"/>
                <a:gridCol w="3237875"/>
              </a:tblGrid>
              <a:tr h="359321">
                <a:tc>
                  <a:txBody>
                    <a:bodyPr/>
                    <a:lstStyle/>
                    <a:p>
                      <a:pPr marL="0" indent="0">
                        <a:lnSpc>
                          <a:spcPts val="1820"/>
                        </a:lnSpc>
                        <a:buNone/>
                      </a:pPr>
                      <a:r>
                        <a:rPr sz="1300" b="1">
                          <a:solidFill>
                            <a:srgbClr val="5A6683"/>
                          </a:solidFill>
                          <a:latin typeface="Poppins"/>
                          <a:ea typeface="Poppins"/>
                          <a:cs typeface="Poppins"/>
                        </a:rPr>
                        <a:t>Source</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c>
                  <a:txBody>
                    <a:bodyPr/>
                    <a:lstStyle/>
                    <a:p>
                      <a:pPr marL="0" indent="0">
                        <a:lnSpc>
                          <a:spcPts val="1820"/>
                        </a:lnSpc>
                        <a:buNone/>
                      </a:pPr>
                      <a:r>
                        <a:rPr sz="1300" b="1">
                          <a:solidFill>
                            <a:srgbClr val="5A6683"/>
                          </a:solidFill>
                          <a:latin typeface="Poppins"/>
                          <a:ea typeface="Poppins"/>
                          <a:cs typeface="Poppins"/>
                        </a:rPr>
                        <a:t>What it gives us</a:t>
                      </a:r>
                      <a:endParaRPr sz="1300">
                        <a:latin typeface="Poppins"/>
                        <a:ea typeface="Poppins"/>
                        <a:cs typeface="Poppins"/>
                      </a:endParaRPr>
                    </a:p>
                  </a:txBody>
                  <a:tcPr marL="57785" marR="57785" marT="57785" marB="57785" anchor="t">
                    <a:lnL w="12700" cmpd="sng">
                      <a:solidFill>
                        <a:srgbClr val="BABABB"/>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r>
              <a:tr h="590451">
                <a:tc>
                  <a:txBody>
                    <a:bodyPr/>
                    <a:lstStyle/>
                    <a:p>
                      <a:pPr marL="0" indent="0">
                        <a:lnSpc>
                          <a:spcPts val="1820"/>
                        </a:lnSpc>
                        <a:buNone/>
                      </a:pPr>
                      <a:r>
                        <a:rPr sz="1300">
                          <a:solidFill>
                            <a:srgbClr val="14203A"/>
                          </a:solidFill>
                          <a:latin typeface="Poppins"/>
                          <a:ea typeface="Poppins"/>
                          <a:cs typeface="Poppins"/>
                        </a:rPr>
                        <a:t>LTA taxi availability</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Every vacant taxi’s GPS, every 30 min, all operators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NEA rain gauges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5-minute rainfall, 62–90 stations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590451">
                <a:tc>
                  <a:txBody>
                    <a:bodyPr/>
                    <a:lstStyle/>
                    <a:p>
                      <a:pPr marL="0" indent="0">
                        <a:lnSpc>
                          <a:spcPts val="1820"/>
                        </a:lnSpc>
                        <a:buNone/>
                      </a:pPr>
                      <a:r>
                        <a:rPr sz="1300">
                          <a:solidFill>
                            <a:srgbClr val="14203A"/>
                          </a:solidFill>
                          <a:latin typeface="Poppins"/>
                          <a:ea typeface="Poppins"/>
                          <a:cs typeface="Poppins"/>
                        </a:rPr>
                        <a:t>NEA forecasts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2-hour and 24-hour, exactly as issued</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NUS radar rainfall</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100 m grid, every 5 min (a check)</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LTA, URA, HDB, OSM</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Stands, MRT, land use, homes, roads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bl>
          </a:graphicData>
        </a:graphic>
      </p:graphicFrame>
      <p:sp>
        <p:nvSpPr>
          <p:cNvPr id="6" name="Shape 3">
            <a:extLst xmlns:a="http://schemas.openxmlformats.org/drawingml/2006/main">
              <a:ext uri="{FF2B5EF4-FFF2-40B4-BE49-F238E27FC236}">
                <a16:creationId xmlns:a16="http://schemas.microsoft.com/office/drawing/2014/main" id="{B15F2F13-D382-4067-B2B7-1D046DAEC3AD}"/>
              </a:ext>
            </a:extLst>
          </p:cNvPr>
          <p:cNvSpPr>
            <a:spLocks xmlns:a="http://schemas.openxmlformats.org/drawingml/2006/main" noGrp="1"/>
          </p:cNvSpPr>
          <p:nvPr/>
        </p:nvSpPr>
        <p:spPr>
          <a:xfrm xmlns:a="http://schemas.openxmlformats.org/drawingml/2006/main">
            <a:off x="7170043" y="2054820"/>
            <a:ext cx="4209107" cy="3301702"/>
          </a:xfrm>
          <a:prstGeom xmlns:a="http://schemas.openxmlformats.org/drawingml/2006/main" prst="roundRect">
            <a:avLst>
              <a:gd name="adj" fmla="val 5000"/>
            </a:avLst>
          </a:prstGeom>
          <a:solidFill xmlns:a="http://schemas.openxmlformats.org/drawingml/2006/main">
            <a:srgbClr val="14295B"/>
          </a:solidFill>
        </p:spPr>
      </p:sp>
      <p:sp>
        <p:nvSpPr>
          <p:cNvPr id="7" name="Text 4">
            <a:extLst xmlns:a="http://schemas.openxmlformats.org/drawingml/2006/main">
              <a:ext uri="{FF2B5EF4-FFF2-40B4-BE49-F238E27FC236}">
                <a16:creationId xmlns:a16="http://schemas.microsoft.com/office/drawing/2014/main" id="{EC0720A9-51D5-48AF-98F7-4819A03F53E0}"/>
              </a:ext>
            </a:extLst>
          </p:cNvPr>
          <p:cNvSpPr>
            <a:spLocks xmlns:a="http://schemas.openxmlformats.org/drawingml/2006/main" noGrp="1"/>
          </p:cNvSpPr>
          <p:nvPr/>
        </p:nvSpPr>
        <p:spPr>
          <a:xfrm xmlns:a="http://schemas.openxmlformats.org/drawingml/2006/main">
            <a:off x="7449443" y="2334220"/>
            <a:ext cx="3759817"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spc="100">
                <a:solidFill>
                  <a:srgbClr val="9FB6DA"/>
                </a:solidFill>
                <a:latin typeface="Poppins"/>
                <a:ea typeface="Poppins"/>
                <a:cs typeface="Poppins"/>
              </a:rPr>
              <a:t>HOW TO READ EVERY RESULT</a:t>
            </a:r>
            <a:endParaRPr sz="1200"/>
          </a:p>
        </p:txBody>
      </p:sp>
      <p:sp>
        <p:nvSpPr>
          <p:cNvPr id="8" name="Text 5">
            <a:extLst xmlns:a="http://schemas.openxmlformats.org/drawingml/2006/main">
              <a:ext uri="{FF2B5EF4-FFF2-40B4-BE49-F238E27FC236}">
                <a16:creationId xmlns:a16="http://schemas.microsoft.com/office/drawing/2014/main" id="{AC7B959C-B7F0-43D4-A733-E7A80775A8E9}"/>
              </a:ext>
            </a:extLst>
          </p:cNvPr>
          <p:cNvSpPr>
            <a:spLocks xmlns:a="http://schemas.openxmlformats.org/drawingml/2006/main" noGrp="1"/>
          </p:cNvSpPr>
          <p:nvPr/>
        </p:nvSpPr>
        <p:spPr>
          <a:xfrm xmlns:a="http://schemas.openxmlformats.org/drawingml/2006/main">
            <a:off x="7449443" y="2725341"/>
            <a:ext cx="3759817" cy="3149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80"/>
              </a:lnSpc>
              <a:buNone/>
            </a:pPr>
            <a:r>
              <a:rPr sz="1900" b="1">
                <a:solidFill>
                  <a:srgbClr val="FFFFFF"/>
                </a:solidFill>
                <a:latin typeface="Poppins"/>
                <a:ea typeface="Poppins"/>
                <a:cs typeface="Poppins"/>
              </a:rPr>
              <a:t>Supply, not demand</a:t>
            </a:r>
            <a:endParaRPr sz="1900"/>
          </a:p>
        </p:txBody>
      </p:sp>
      <p:sp>
        <p:nvSpPr>
          <p:cNvPr id="9" name="Text 6">
            <a:extLst xmlns:a="http://schemas.openxmlformats.org/drawingml/2006/main">
              <a:ext uri="{FF2B5EF4-FFF2-40B4-BE49-F238E27FC236}">
                <a16:creationId xmlns:a16="http://schemas.microsoft.com/office/drawing/2014/main" id="{C2CF38F2-997C-4FBA-988C-E0D7DA173E88}"/>
              </a:ext>
            </a:extLst>
          </p:cNvPr>
          <p:cNvSpPr>
            <a:spLocks xmlns:a="http://schemas.openxmlformats.org/drawingml/2006/main" noGrp="1"/>
          </p:cNvSpPr>
          <p:nvPr/>
        </p:nvSpPr>
        <p:spPr>
          <a:xfrm xmlns:a="http://schemas.openxmlformats.org/drawingml/2006/main">
            <a:off x="7449443" y="3065661"/>
            <a:ext cx="3759817" cy="77207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960"/>
              </a:lnSpc>
              <a:buNone/>
            </a:pPr>
            <a:r>
              <a:rPr sz="1400">
                <a:solidFill>
                  <a:srgbClr val="D5DEEE"/>
                </a:solidFill>
                <a:latin typeface="Poppins"/>
                <a:ea typeface="Poppins"/>
                <a:cs typeface="Poppins"/>
              </a:rPr>
              <a:t>We see vacant taxis, not passengers. Nothing here measures waiting times or lost rides.</a:t>
            </a:r>
            <a:endParaRPr sz="1400"/>
          </a:p>
        </p:txBody>
      </p:sp>
      <p:sp>
        <p:nvSpPr>
          <p:cNvPr id="10" name="Text 7">
            <a:extLst xmlns:a="http://schemas.openxmlformats.org/drawingml/2006/main">
              <a:ext uri="{FF2B5EF4-FFF2-40B4-BE49-F238E27FC236}">
                <a16:creationId xmlns:a16="http://schemas.microsoft.com/office/drawing/2014/main" id="{7E3F3093-4244-4D4A-A213-5CF367676573}"/>
              </a:ext>
            </a:extLst>
          </p:cNvPr>
          <p:cNvSpPr>
            <a:spLocks xmlns:a="http://schemas.openxmlformats.org/drawingml/2006/main" noGrp="1"/>
          </p:cNvSpPr>
          <p:nvPr/>
        </p:nvSpPr>
        <p:spPr>
          <a:xfrm xmlns:a="http://schemas.openxmlformats.org/drawingml/2006/main">
            <a:off x="7449443" y="3990132"/>
            <a:ext cx="3759817" cy="3149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80"/>
              </a:lnSpc>
              <a:buNone/>
            </a:pPr>
            <a:r>
              <a:rPr sz="1900" b="1">
                <a:solidFill>
                  <a:srgbClr val="FFFFFF"/>
                </a:solidFill>
                <a:latin typeface="Poppins"/>
                <a:ea typeface="Poppins"/>
                <a:cs typeface="Poppins"/>
              </a:rPr>
              <a:t>Associated, not caused</a:t>
            </a:r>
            <a:endParaRPr sz="1900"/>
          </a:p>
        </p:txBody>
      </p:sp>
      <p:sp>
        <p:nvSpPr>
          <p:cNvPr id="11" name="Text 8">
            <a:extLst xmlns:a="http://schemas.openxmlformats.org/drawingml/2006/main">
              <a:ext uri="{FF2B5EF4-FFF2-40B4-BE49-F238E27FC236}">
                <a16:creationId xmlns:a16="http://schemas.microsoft.com/office/drawing/2014/main" id="{D78CAC13-D21C-40A2-BF3B-691CBC349269}"/>
              </a:ext>
            </a:extLst>
          </p:cNvPr>
          <p:cNvSpPr>
            <a:spLocks xmlns:a="http://schemas.openxmlformats.org/drawingml/2006/main" noGrp="1"/>
          </p:cNvSpPr>
          <p:nvPr/>
        </p:nvSpPr>
        <p:spPr>
          <a:xfrm xmlns:a="http://schemas.openxmlformats.org/drawingml/2006/main">
            <a:off x="7449443" y="4330452"/>
            <a:ext cx="3759817" cy="77207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960"/>
              </a:lnSpc>
              <a:buNone/>
            </a:pPr>
            <a:r>
              <a:rPr sz="1400">
                <a:solidFill>
                  <a:srgbClr val="D5DEEE"/>
                </a:solidFill>
                <a:latin typeface="Poppins"/>
                <a:ea typeface="Poppins"/>
                <a:cs typeface="Poppins"/>
              </a:rPr>
              <a:t>Rain always comes before the count it explains, but the mechanism stays unproven.</a:t>
            </a:r>
            <a:endParaRPr sz="1400"/>
          </a:p>
        </p:txBody>
      </p:sp>
      <p:sp>
        <p:nvSpPr>
          <p:cNvPr id="12" name="Text 9">
            <a:extLst xmlns:a="http://schemas.openxmlformats.org/drawingml/2006/main">
              <a:ext uri="{FF2B5EF4-FFF2-40B4-BE49-F238E27FC236}">
                <a16:creationId xmlns:a16="http://schemas.microsoft.com/office/drawing/2014/main" id="{E8F695E2-D856-4344-AEDA-2042A8F44C89}"/>
              </a:ext>
            </a:extLst>
          </p:cNvPr>
          <p:cNvSpPr>
            <a:spLocks xmlns:a="http://schemas.openxmlformats.org/drawingml/2006/main" noGrp="1"/>
          </p:cNvSpPr>
          <p:nvPr/>
        </p:nvSpPr>
        <p:spPr>
          <a:xfrm xmlns:a="http://schemas.openxmlformats.org/drawingml/2006/main">
            <a:off x="812800" y="6248400"/>
            <a:ext cx="2435602"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It’s Raining Taxis · DAO2702</a:t>
            </a:r>
            <a:endParaRPr sz="1200"/>
          </a:p>
        </p:txBody>
      </p:sp>
      <p:sp>
        <p:nvSpPr>
          <p:cNvPr id="13" name="Text 10">
            <a:extLst xmlns:a="http://schemas.openxmlformats.org/drawingml/2006/main">
              <a:ext uri="{FF2B5EF4-FFF2-40B4-BE49-F238E27FC236}">
                <a16:creationId xmlns:a16="http://schemas.microsoft.com/office/drawing/2014/main" id="{12F1B91C-88D6-48CA-B596-A39C2DC33CD1}"/>
              </a:ext>
            </a:extLst>
          </p:cNvPr>
          <p:cNvSpPr>
            <a:spLocks xmlns:a="http://schemas.openxmlformats.org/drawingml/2006/main" noGrp="1"/>
          </p:cNvSpPr>
          <p:nvPr/>
        </p:nvSpPr>
        <p:spPr>
          <a:xfrm xmlns:a="http://schemas.openxmlformats.org/drawingml/2006/main">
            <a:off x="11142911" y="6248400"/>
            <a:ext cx="236289"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03</a:t>
            </a:r>
            <a:endParaRPr sz="1200"/>
          </a:p>
        </p:txBody>
      </p:sp>
    </p:spTree>
    <p:extLst>
      <p:ext uri="{BB962C8B-B14F-4D97-AF65-F5344CB8AC3E}">
        <p14:creationId xmlns:p14="http://schemas.microsoft.com/office/powerpoint/2010/main" val="414775207"/>
      </p:ext>
    </p:extLst>
  </p:cSld>
</p:sld>
</file>

<file path=ppt/slides/slide4.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5DEF00DF-DFAF-4B7B-9F7D-B4D79E0F6C39}"/>
              </a:ext>
            </a:extLst>
          </p:cNvPr>
          <p:cNvSpPr>
            <a:spLocks xmlns:a="http://schemas.openxmlformats.org/drawingml/2006/main" noGrp="1"/>
          </p:cNvSpPr>
          <p:nvPr/>
        </p:nvSpPr>
        <p:spPr>
          <a:xfrm xmlns:a="http://schemas.openxmlformats.org/drawingml/2006/main">
            <a:off x="812800" y="812800"/>
            <a:ext cx="1592064"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HOW WE DID IT</a:t>
            </a:r>
            <a:endParaRPr sz="1200"/>
          </a:p>
        </p:txBody>
      </p:sp>
      <p:sp>
        <p:nvSpPr>
          <p:cNvPr id="3" name="Text 1">
            <a:extLst xmlns:a="http://schemas.openxmlformats.org/drawingml/2006/main">
              <a:ext uri="{FF2B5EF4-FFF2-40B4-BE49-F238E27FC236}">
                <a16:creationId xmlns:a16="http://schemas.microsoft.com/office/drawing/2014/main" id="{6944D360-D636-4FF1-9A48-1FEAC1251884}"/>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SIX METHODS, ONE PER QUESTION</a:t>
            </a:r>
            <a:endParaRPr sz="4000"/>
          </a:p>
        </p:txBody>
      </p:sp>
      <p:sp>
        <p:nvSpPr>
          <p:cNvPr id="4" name="Shape 2">
            <a:extLst xmlns:a="http://schemas.openxmlformats.org/drawingml/2006/main">
              <a:ext uri="{FF2B5EF4-FFF2-40B4-BE49-F238E27FC236}">
                <a16:creationId xmlns:a16="http://schemas.microsoft.com/office/drawing/2014/main" id="{6252A1B0-D325-4975-9376-AE6FB3E85827}"/>
              </a:ext>
            </a:extLst>
          </p:cNvPr>
          <p:cNvSpPr>
            <a:spLocks xmlns:a="http://schemas.openxmlformats.org/drawingml/2006/main" noGrp="1"/>
          </p:cNvSpPr>
          <p:nvPr/>
        </p:nvSpPr>
        <p:spPr>
          <a:xfrm xmlns:a="http://schemas.openxmlformats.org/drawingml/2006/main">
            <a:off x="812800" y="1953220"/>
            <a:ext cx="3420517" cy="1643856"/>
          </a:xfrm>
          <a:prstGeom xmlns:a="http://schemas.openxmlformats.org/drawingml/2006/main" prst="roundRect">
            <a:avLst>
              <a:gd name="adj" fmla="val 10043"/>
            </a:avLst>
          </a:prstGeom>
          <a:solidFill xmlns:a="http://schemas.openxmlformats.org/drawingml/2006/main">
            <a:srgbClr val="FBFCFE"/>
          </a:solidFill>
        </p:spPr>
      </p:sp>
      <p:sp>
        <p:nvSpPr>
          <p:cNvPr id="5" name="Text 3">
            <a:extLst xmlns:a="http://schemas.openxmlformats.org/drawingml/2006/main">
              <a:ext uri="{FF2B5EF4-FFF2-40B4-BE49-F238E27FC236}">
                <a16:creationId xmlns:a16="http://schemas.microsoft.com/office/drawing/2014/main" id="{A5B59F3A-11A2-4668-A9D7-1516E45FC1C5}"/>
              </a:ext>
            </a:extLst>
          </p:cNvPr>
          <p:cNvSpPr>
            <a:spLocks xmlns:a="http://schemas.openxmlformats.org/drawingml/2006/main" noGrp="1"/>
          </p:cNvSpPr>
          <p:nvPr/>
        </p:nvSpPr>
        <p:spPr>
          <a:xfrm xmlns:a="http://schemas.openxmlformats.org/drawingml/2006/main">
            <a:off x="1016000" y="2131020"/>
            <a:ext cx="3104540"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14295B"/>
                </a:solidFill>
                <a:latin typeface="Anton"/>
                <a:ea typeface="Anton"/>
                <a:cs typeface="Anton"/>
              </a:rPr>
              <a:t>REGRESSION</a:t>
            </a:r>
            <a:endParaRPr sz="2000"/>
          </a:p>
        </p:txBody>
      </p:sp>
      <p:sp>
        <p:nvSpPr>
          <p:cNvPr id="6" name="Text 4">
            <a:extLst xmlns:a="http://schemas.openxmlformats.org/drawingml/2006/main">
              <a:ext uri="{FF2B5EF4-FFF2-40B4-BE49-F238E27FC236}">
                <a16:creationId xmlns:a16="http://schemas.microsoft.com/office/drawing/2014/main" id="{5F3519B1-1ED3-4744-864E-6263C13A1DDA}"/>
              </a:ext>
            </a:extLst>
          </p:cNvPr>
          <p:cNvSpPr>
            <a:spLocks xmlns:a="http://schemas.openxmlformats.org/drawingml/2006/main" noGrp="1"/>
          </p:cNvSpPr>
          <p:nvPr/>
        </p:nvSpPr>
        <p:spPr>
          <a:xfrm xmlns:a="http://schemas.openxmlformats.org/drawingml/2006/main">
            <a:off x="1016000" y="2473920"/>
            <a:ext cx="3104540"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a:solidFill>
                  <a:srgbClr val="C0453C"/>
                </a:solidFill>
                <a:latin typeface="Poppins"/>
                <a:ea typeface="Poppins"/>
                <a:cs typeface="Poppins"/>
              </a:rPr>
              <a:t>How much, and where?</a:t>
            </a:r>
            <a:endParaRPr sz="1200"/>
          </a:p>
        </p:txBody>
      </p:sp>
      <p:sp>
        <p:nvSpPr>
          <p:cNvPr id="7" name="Text 5">
            <a:extLst xmlns:a="http://schemas.openxmlformats.org/drawingml/2006/main">
              <a:ext uri="{FF2B5EF4-FFF2-40B4-BE49-F238E27FC236}">
                <a16:creationId xmlns:a16="http://schemas.microsoft.com/office/drawing/2014/main" id="{3268BA96-DCA1-4D44-8D54-E47258EC5744}"/>
              </a:ext>
            </a:extLst>
          </p:cNvPr>
          <p:cNvSpPr>
            <a:spLocks xmlns:a="http://schemas.openxmlformats.org/drawingml/2006/main" noGrp="1"/>
          </p:cNvSpPr>
          <p:nvPr/>
        </p:nvSpPr>
        <p:spPr>
          <a:xfrm xmlns:a="http://schemas.openxmlformats.org/drawingml/2006/main">
            <a:off x="1016000" y="2750741"/>
            <a:ext cx="3104540" cy="693936"/>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Poisson fixed-effects model: each square vs itself at the same time of week, dry vs rain.</a:t>
            </a:r>
            <a:endParaRPr sz="1300"/>
          </a:p>
        </p:txBody>
      </p:sp>
      <p:sp>
        <p:nvSpPr>
          <p:cNvPr id="8" name="Shape 6">
            <a:extLst xmlns:a="http://schemas.openxmlformats.org/drawingml/2006/main">
              <a:ext uri="{FF2B5EF4-FFF2-40B4-BE49-F238E27FC236}">
                <a16:creationId xmlns:a16="http://schemas.microsoft.com/office/drawing/2014/main" id="{E6849918-A22F-4DAE-B1A9-0526C4986930}"/>
              </a:ext>
            </a:extLst>
          </p:cNvPr>
          <p:cNvSpPr>
            <a:spLocks xmlns:a="http://schemas.openxmlformats.org/drawingml/2006/main" noGrp="1"/>
          </p:cNvSpPr>
          <p:nvPr/>
        </p:nvSpPr>
        <p:spPr>
          <a:xfrm xmlns:a="http://schemas.openxmlformats.org/drawingml/2006/main">
            <a:off x="4385717" y="1953220"/>
            <a:ext cx="3420517" cy="1643856"/>
          </a:xfrm>
          <a:prstGeom xmlns:a="http://schemas.openxmlformats.org/drawingml/2006/main" prst="roundRect">
            <a:avLst>
              <a:gd name="adj" fmla="val 10043"/>
            </a:avLst>
          </a:prstGeom>
          <a:solidFill xmlns:a="http://schemas.openxmlformats.org/drawingml/2006/main">
            <a:srgbClr val="FBFCFE"/>
          </a:solidFill>
        </p:spPr>
      </p:sp>
      <p:sp>
        <p:nvSpPr>
          <p:cNvPr id="9" name="Text 7">
            <a:extLst xmlns:a="http://schemas.openxmlformats.org/drawingml/2006/main">
              <a:ext uri="{FF2B5EF4-FFF2-40B4-BE49-F238E27FC236}">
                <a16:creationId xmlns:a16="http://schemas.microsoft.com/office/drawing/2014/main" id="{D02BC3A8-2AF9-431E-9012-B7DC9863C4CC}"/>
              </a:ext>
            </a:extLst>
          </p:cNvPr>
          <p:cNvSpPr>
            <a:spLocks xmlns:a="http://schemas.openxmlformats.org/drawingml/2006/main" noGrp="1"/>
          </p:cNvSpPr>
          <p:nvPr/>
        </p:nvSpPr>
        <p:spPr>
          <a:xfrm xmlns:a="http://schemas.openxmlformats.org/drawingml/2006/main">
            <a:off x="4588917" y="2131020"/>
            <a:ext cx="3104540"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14295B"/>
                </a:solidFill>
                <a:latin typeface="Anton"/>
                <a:ea typeface="Anton"/>
                <a:cs typeface="Anton"/>
              </a:rPr>
              <a:t>STATISTICAL TESTS</a:t>
            </a:r>
            <a:endParaRPr sz="2000"/>
          </a:p>
        </p:txBody>
      </p:sp>
      <p:sp>
        <p:nvSpPr>
          <p:cNvPr id="10" name="Text 8">
            <a:extLst xmlns:a="http://schemas.openxmlformats.org/drawingml/2006/main">
              <a:ext uri="{FF2B5EF4-FFF2-40B4-BE49-F238E27FC236}">
                <a16:creationId xmlns:a16="http://schemas.microsoft.com/office/drawing/2014/main" id="{CB8886F6-6332-4D20-8626-6DDDB762546F}"/>
              </a:ext>
            </a:extLst>
          </p:cNvPr>
          <p:cNvSpPr>
            <a:spLocks xmlns:a="http://schemas.openxmlformats.org/drawingml/2006/main" noGrp="1"/>
          </p:cNvSpPr>
          <p:nvPr/>
        </p:nvSpPr>
        <p:spPr>
          <a:xfrm xmlns:a="http://schemas.openxmlformats.org/drawingml/2006/main">
            <a:off x="4588917" y="2473920"/>
            <a:ext cx="3104540"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a:solidFill>
                  <a:srgbClr val="C0453C"/>
                </a:solidFill>
                <a:latin typeface="Poppins"/>
                <a:ea typeface="Poppins"/>
                <a:cs typeface="Poppins"/>
              </a:rPr>
              <a:t>Is it real, not chance?</a:t>
            </a:r>
            <a:endParaRPr sz="1200"/>
          </a:p>
        </p:txBody>
      </p:sp>
      <p:sp>
        <p:nvSpPr>
          <p:cNvPr id="11" name="Text 9">
            <a:extLst xmlns:a="http://schemas.openxmlformats.org/drawingml/2006/main">
              <a:ext uri="{FF2B5EF4-FFF2-40B4-BE49-F238E27FC236}">
                <a16:creationId xmlns:a16="http://schemas.microsoft.com/office/drawing/2014/main" id="{DB4A2B68-8237-4A1B-A87C-D1E83A658D48}"/>
              </a:ext>
            </a:extLst>
          </p:cNvPr>
          <p:cNvSpPr>
            <a:spLocks xmlns:a="http://schemas.openxmlformats.org/drawingml/2006/main" noGrp="1"/>
          </p:cNvSpPr>
          <p:nvPr/>
        </p:nvSpPr>
        <p:spPr>
          <a:xfrm xmlns:a="http://schemas.openxmlformats.org/drawingml/2006/main">
            <a:off x="4588917" y="2750741"/>
            <a:ext cx="3104540" cy="693936"/>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Day bootstrap, permutation test, false-discovery control, radar re-run.</a:t>
            </a:r>
            <a:endParaRPr sz="1300"/>
          </a:p>
        </p:txBody>
      </p:sp>
      <p:sp>
        <p:nvSpPr>
          <p:cNvPr id="12" name="Shape 10">
            <a:extLst xmlns:a="http://schemas.openxmlformats.org/drawingml/2006/main">
              <a:ext uri="{FF2B5EF4-FFF2-40B4-BE49-F238E27FC236}">
                <a16:creationId xmlns:a16="http://schemas.microsoft.com/office/drawing/2014/main" id="{C4F7DCF1-C53E-4A28-9B53-BE158314F73F}"/>
              </a:ext>
            </a:extLst>
          </p:cNvPr>
          <p:cNvSpPr>
            <a:spLocks xmlns:a="http://schemas.openxmlformats.org/drawingml/2006/main" noGrp="1"/>
          </p:cNvSpPr>
          <p:nvPr/>
        </p:nvSpPr>
        <p:spPr>
          <a:xfrm xmlns:a="http://schemas.openxmlformats.org/drawingml/2006/main">
            <a:off x="7958634" y="1953220"/>
            <a:ext cx="3420566" cy="1643856"/>
          </a:xfrm>
          <a:prstGeom xmlns:a="http://schemas.openxmlformats.org/drawingml/2006/main" prst="roundRect">
            <a:avLst>
              <a:gd name="adj" fmla="val 10043"/>
            </a:avLst>
          </a:prstGeom>
          <a:solidFill xmlns:a="http://schemas.openxmlformats.org/drawingml/2006/main">
            <a:srgbClr val="FBFCFE"/>
          </a:solidFill>
        </p:spPr>
      </p:sp>
      <p:sp>
        <p:nvSpPr>
          <p:cNvPr id="13" name="Text 11">
            <a:extLst xmlns:a="http://schemas.openxmlformats.org/drawingml/2006/main">
              <a:ext uri="{FF2B5EF4-FFF2-40B4-BE49-F238E27FC236}">
                <a16:creationId xmlns:a16="http://schemas.microsoft.com/office/drawing/2014/main" id="{7961D01F-509F-4F6E-BF34-0C98E97A2550}"/>
              </a:ext>
            </a:extLst>
          </p:cNvPr>
          <p:cNvSpPr>
            <a:spLocks xmlns:a="http://schemas.openxmlformats.org/drawingml/2006/main" noGrp="1"/>
          </p:cNvSpPr>
          <p:nvPr/>
        </p:nvSpPr>
        <p:spPr>
          <a:xfrm xmlns:a="http://schemas.openxmlformats.org/drawingml/2006/main">
            <a:off x="8161834" y="2131020"/>
            <a:ext cx="3104591"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14295B"/>
                </a:solidFill>
                <a:latin typeface="Anton"/>
                <a:ea typeface="Anton"/>
                <a:cs typeface="Anton"/>
              </a:rPr>
              <a:t>EVENT STUDY</a:t>
            </a:r>
            <a:endParaRPr sz="2000"/>
          </a:p>
        </p:txBody>
      </p:sp>
      <p:sp>
        <p:nvSpPr>
          <p:cNvPr id="14" name="Text 12">
            <a:extLst xmlns:a="http://schemas.openxmlformats.org/drawingml/2006/main">
              <a:ext uri="{FF2B5EF4-FFF2-40B4-BE49-F238E27FC236}">
                <a16:creationId xmlns:a16="http://schemas.microsoft.com/office/drawing/2014/main" id="{F0C67B9D-BFEE-42AE-96C6-C39542C97966}"/>
              </a:ext>
            </a:extLst>
          </p:cNvPr>
          <p:cNvSpPr>
            <a:spLocks xmlns:a="http://schemas.openxmlformats.org/drawingml/2006/main" noGrp="1"/>
          </p:cNvSpPr>
          <p:nvPr/>
        </p:nvSpPr>
        <p:spPr>
          <a:xfrm xmlns:a="http://schemas.openxmlformats.org/drawingml/2006/main">
            <a:off x="8161834" y="2473920"/>
            <a:ext cx="3104591"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a:solidFill>
                  <a:srgbClr val="C0453C"/>
                </a:solidFill>
                <a:latin typeface="Poppins"/>
                <a:ea typeface="Poppins"/>
                <a:cs typeface="Poppins"/>
              </a:rPr>
              <a:t>When does it start and end?</a:t>
            </a:r>
            <a:endParaRPr sz="1200"/>
          </a:p>
        </p:txBody>
      </p:sp>
      <p:sp>
        <p:nvSpPr>
          <p:cNvPr id="15" name="Text 13">
            <a:extLst xmlns:a="http://schemas.openxmlformats.org/drawingml/2006/main">
              <a:ext uri="{FF2B5EF4-FFF2-40B4-BE49-F238E27FC236}">
                <a16:creationId xmlns:a16="http://schemas.microsoft.com/office/drawing/2014/main" id="{DB1C788B-A0CF-4BBE-B957-3DB8133A9F46}"/>
              </a:ext>
            </a:extLst>
          </p:cNvPr>
          <p:cNvSpPr>
            <a:spLocks xmlns:a="http://schemas.openxmlformats.org/drawingml/2006/main" noGrp="1"/>
          </p:cNvSpPr>
          <p:nvPr/>
        </p:nvSpPr>
        <p:spPr>
          <a:xfrm xmlns:a="http://schemas.openxmlformats.org/drawingml/2006/main">
            <a:off x="8161834" y="2750741"/>
            <a:ext cx="3104591"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Follow each square from 60 min before rain starts to 180 min after.</a:t>
            </a:r>
            <a:endParaRPr sz="1300"/>
          </a:p>
        </p:txBody>
      </p:sp>
      <p:sp>
        <p:nvSpPr>
          <p:cNvPr id="16" name="Shape 14">
            <a:extLst xmlns:a="http://schemas.openxmlformats.org/drawingml/2006/main">
              <a:ext uri="{FF2B5EF4-FFF2-40B4-BE49-F238E27FC236}">
                <a16:creationId xmlns:a16="http://schemas.microsoft.com/office/drawing/2014/main" id="{113C7616-225A-4315-B6B4-CCE4B7E9694E}"/>
              </a:ext>
            </a:extLst>
          </p:cNvPr>
          <p:cNvSpPr>
            <a:spLocks xmlns:a="http://schemas.openxmlformats.org/drawingml/2006/main" noGrp="1"/>
          </p:cNvSpPr>
          <p:nvPr/>
        </p:nvSpPr>
        <p:spPr>
          <a:xfrm xmlns:a="http://schemas.openxmlformats.org/drawingml/2006/main">
            <a:off x="812800" y="3749477"/>
            <a:ext cx="3420517" cy="1643856"/>
          </a:xfrm>
          <a:prstGeom xmlns:a="http://schemas.openxmlformats.org/drawingml/2006/main" prst="roundRect">
            <a:avLst>
              <a:gd name="adj" fmla="val 10043"/>
            </a:avLst>
          </a:prstGeom>
          <a:solidFill xmlns:a="http://schemas.openxmlformats.org/drawingml/2006/main">
            <a:srgbClr val="14295B"/>
          </a:solidFill>
        </p:spPr>
      </p:sp>
      <p:sp>
        <p:nvSpPr>
          <p:cNvPr id="17" name="Text 15">
            <a:extLst xmlns:a="http://schemas.openxmlformats.org/drawingml/2006/main">
              <a:ext uri="{FF2B5EF4-FFF2-40B4-BE49-F238E27FC236}">
                <a16:creationId xmlns:a16="http://schemas.microsoft.com/office/drawing/2014/main" id="{116CA1C9-2AC5-4EAE-8F81-95EBC08348DA}"/>
              </a:ext>
            </a:extLst>
          </p:cNvPr>
          <p:cNvSpPr>
            <a:spLocks xmlns:a="http://schemas.openxmlformats.org/drawingml/2006/main" noGrp="1"/>
          </p:cNvSpPr>
          <p:nvPr/>
        </p:nvSpPr>
        <p:spPr>
          <a:xfrm xmlns:a="http://schemas.openxmlformats.org/drawingml/2006/main">
            <a:off x="1016000" y="3927277"/>
            <a:ext cx="3104540"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8FB8F2"/>
                </a:solidFill>
                <a:latin typeface="Anton"/>
                <a:ea typeface="Anton"/>
                <a:cs typeface="Anton"/>
              </a:rPr>
              <a:t>MACHINE LEARNING</a:t>
            </a:r>
            <a:endParaRPr sz="2000"/>
          </a:p>
        </p:txBody>
      </p:sp>
      <p:sp>
        <p:nvSpPr>
          <p:cNvPr id="18" name="Text 16">
            <a:extLst xmlns:a="http://schemas.openxmlformats.org/drawingml/2006/main">
              <a:ext uri="{FF2B5EF4-FFF2-40B4-BE49-F238E27FC236}">
                <a16:creationId xmlns:a16="http://schemas.microsoft.com/office/drawing/2014/main" id="{7EC4F5CE-1A17-4C5C-8CC5-6410E31338ED}"/>
              </a:ext>
            </a:extLst>
          </p:cNvPr>
          <p:cNvSpPr>
            <a:spLocks xmlns:a="http://schemas.openxmlformats.org/drawingml/2006/main" noGrp="1"/>
          </p:cNvSpPr>
          <p:nvPr/>
        </p:nvSpPr>
        <p:spPr>
          <a:xfrm xmlns:a="http://schemas.openxmlformats.org/drawingml/2006/main">
            <a:off x="1016000" y="4270177"/>
            <a:ext cx="3104540"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a:solidFill>
                  <a:srgbClr val="F2B8B0"/>
                </a:solidFill>
                <a:latin typeface="Poppins"/>
                <a:ea typeface="Poppins"/>
                <a:cs typeface="Poppins"/>
              </a:rPr>
              <a:t>Can weather warn in time?</a:t>
            </a:r>
            <a:endParaRPr sz="1200"/>
          </a:p>
        </p:txBody>
      </p:sp>
      <p:sp>
        <p:nvSpPr>
          <p:cNvPr id="19" name="Text 17">
            <a:extLst xmlns:a="http://schemas.openxmlformats.org/drawingml/2006/main">
              <a:ext uri="{FF2B5EF4-FFF2-40B4-BE49-F238E27FC236}">
                <a16:creationId xmlns:a16="http://schemas.microsoft.com/office/drawing/2014/main" id="{691B6F33-D3E7-43DB-BF08-4E963E0E4617}"/>
              </a:ext>
            </a:extLst>
          </p:cNvPr>
          <p:cNvSpPr>
            <a:spLocks xmlns:a="http://schemas.openxmlformats.org/drawingml/2006/main" noGrp="1"/>
          </p:cNvSpPr>
          <p:nvPr/>
        </p:nvSpPr>
        <p:spPr>
          <a:xfrm xmlns:a="http://schemas.openxmlformats.org/drawingml/2006/main">
            <a:off x="1016000" y="4546997"/>
            <a:ext cx="3104540" cy="693936"/>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755"/>
              </a:lnSpc>
              <a:buNone/>
            </a:pPr>
            <a:r>
              <a:rPr sz="1300">
                <a:solidFill>
                  <a:srgbClr val="FFFFFF"/>
                </a:solidFill>
                <a:latin typeface="Poppins"/>
                <a:ea typeface="Poppins"/>
                <a:cs typeface="Poppins"/>
              </a:rPr>
              <a:t>LightGBM forecasts vs “nothing changes”, </a:t>
            </a:r>
            <a:r>
              <a:rPr sz="1300">
                <a:solidFill>
                  <a:srgbClr val="FFFFFF"/>
                </a:solidFill>
                <a:latin typeface="Poppins"/>
                <a:ea typeface="Poppins"/>
                <a:cs typeface="Poppins"/>
              </a:rPr>
              <a:t>evaluated on held-out data</a:t>
            </a:r>
            <a:r>
              <a:rPr sz="1300">
                <a:solidFill>
                  <a:srgbClr val="FFFFFF"/>
                </a:solidFill>
                <a:latin typeface="Poppins"/>
                <a:ea typeface="Poppins"/>
                <a:cs typeface="Poppins"/>
              </a:rPr>
              <a:t>. Random forest for place traits.</a:t>
            </a:r>
            <a:endParaRPr sz="1300"/>
          </a:p>
        </p:txBody>
      </p:sp>
      <p:sp>
        <p:nvSpPr>
          <p:cNvPr id="20" name="Shape 18">
            <a:extLst xmlns:a="http://schemas.openxmlformats.org/drawingml/2006/main">
              <a:ext uri="{FF2B5EF4-FFF2-40B4-BE49-F238E27FC236}">
                <a16:creationId xmlns:a16="http://schemas.microsoft.com/office/drawing/2014/main" id="{9DE3DFB9-65E9-4686-B553-F039191C85F2}"/>
              </a:ext>
            </a:extLst>
          </p:cNvPr>
          <p:cNvSpPr>
            <a:spLocks xmlns:a="http://schemas.openxmlformats.org/drawingml/2006/main" noGrp="1"/>
          </p:cNvSpPr>
          <p:nvPr/>
        </p:nvSpPr>
        <p:spPr>
          <a:xfrm xmlns:a="http://schemas.openxmlformats.org/drawingml/2006/main">
            <a:off x="4385717" y="3749477"/>
            <a:ext cx="3420517" cy="1643856"/>
          </a:xfrm>
          <a:prstGeom xmlns:a="http://schemas.openxmlformats.org/drawingml/2006/main" prst="roundRect">
            <a:avLst>
              <a:gd name="adj" fmla="val 10043"/>
            </a:avLst>
          </a:prstGeom>
          <a:solidFill xmlns:a="http://schemas.openxmlformats.org/drawingml/2006/main">
            <a:srgbClr val="FBFCFE"/>
          </a:solidFill>
        </p:spPr>
      </p:sp>
      <p:sp>
        <p:nvSpPr>
          <p:cNvPr id="21" name="Text 19">
            <a:extLst xmlns:a="http://schemas.openxmlformats.org/drawingml/2006/main">
              <a:ext uri="{FF2B5EF4-FFF2-40B4-BE49-F238E27FC236}">
                <a16:creationId xmlns:a16="http://schemas.microsoft.com/office/drawing/2014/main" id="{173DC5EA-691B-4EED-8E0F-3E67E3FBF059}"/>
              </a:ext>
            </a:extLst>
          </p:cNvPr>
          <p:cNvSpPr>
            <a:spLocks xmlns:a="http://schemas.openxmlformats.org/drawingml/2006/main" noGrp="1"/>
          </p:cNvSpPr>
          <p:nvPr/>
        </p:nvSpPr>
        <p:spPr>
          <a:xfrm xmlns:a="http://schemas.openxmlformats.org/drawingml/2006/main">
            <a:off x="4588917" y="3927277"/>
            <a:ext cx="3104540"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14295B"/>
                </a:solidFill>
                <a:latin typeface="Anton"/>
                <a:ea typeface="Anton"/>
                <a:cs typeface="Anton"/>
              </a:rPr>
              <a:t>OPTIMISATION</a:t>
            </a:r>
            <a:endParaRPr sz="2000"/>
          </a:p>
        </p:txBody>
      </p:sp>
      <p:sp>
        <p:nvSpPr>
          <p:cNvPr id="22" name="Text 20">
            <a:extLst xmlns:a="http://schemas.openxmlformats.org/drawingml/2006/main">
              <a:ext uri="{FF2B5EF4-FFF2-40B4-BE49-F238E27FC236}">
                <a16:creationId xmlns:a16="http://schemas.microsoft.com/office/drawing/2014/main" id="{DCC9E8BD-F80E-43DB-9827-8977AFB7521D}"/>
              </a:ext>
            </a:extLst>
          </p:cNvPr>
          <p:cNvSpPr>
            <a:spLocks xmlns:a="http://schemas.openxmlformats.org/drawingml/2006/main" noGrp="1"/>
          </p:cNvSpPr>
          <p:nvPr/>
        </p:nvSpPr>
        <p:spPr>
          <a:xfrm xmlns:a="http://schemas.openxmlformats.org/drawingml/2006/main">
            <a:off x="4588917" y="4270177"/>
            <a:ext cx="3104540"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a:solidFill>
                  <a:srgbClr val="C0453C"/>
                </a:solidFill>
                <a:latin typeface="Poppins"/>
                <a:ea typeface="Poppins"/>
                <a:cs typeface="Poppins"/>
              </a:rPr>
              <a:t>Where to send drivers?</a:t>
            </a:r>
            <a:endParaRPr sz="1200"/>
          </a:p>
        </p:txBody>
      </p:sp>
      <p:sp>
        <p:nvSpPr>
          <p:cNvPr id="23" name="Text 21">
            <a:extLst xmlns:a="http://schemas.openxmlformats.org/drawingml/2006/main">
              <a:ext uri="{FF2B5EF4-FFF2-40B4-BE49-F238E27FC236}">
                <a16:creationId xmlns:a16="http://schemas.microsoft.com/office/drawing/2014/main" id="{08478454-5FE5-4AB5-B7EA-BE6640F0DBF6}"/>
              </a:ext>
            </a:extLst>
          </p:cNvPr>
          <p:cNvSpPr>
            <a:spLocks xmlns:a="http://schemas.openxmlformats.org/drawingml/2006/main" noGrp="1"/>
          </p:cNvSpPr>
          <p:nvPr/>
        </p:nvSpPr>
        <p:spPr>
          <a:xfrm xmlns:a="http://schemas.openxmlformats.org/drawingml/2006/main">
            <a:off x="4588917" y="4546997"/>
            <a:ext cx="3104540" cy="693936"/>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Linear program moving idle CDG taxis to squares forecast to run short.</a:t>
            </a:r>
            <a:endParaRPr sz="1300"/>
          </a:p>
        </p:txBody>
      </p:sp>
      <p:sp>
        <p:nvSpPr>
          <p:cNvPr id="24" name="Shape 22">
            <a:extLst xmlns:a="http://schemas.openxmlformats.org/drawingml/2006/main">
              <a:ext uri="{FF2B5EF4-FFF2-40B4-BE49-F238E27FC236}">
                <a16:creationId xmlns:a16="http://schemas.microsoft.com/office/drawing/2014/main" id="{C9917CA9-0E9E-4BC6-A093-CF5BFFD1EED6}"/>
              </a:ext>
            </a:extLst>
          </p:cNvPr>
          <p:cNvSpPr>
            <a:spLocks xmlns:a="http://schemas.openxmlformats.org/drawingml/2006/main" noGrp="1"/>
          </p:cNvSpPr>
          <p:nvPr/>
        </p:nvSpPr>
        <p:spPr>
          <a:xfrm xmlns:a="http://schemas.openxmlformats.org/drawingml/2006/main">
            <a:off x="7958634" y="3749477"/>
            <a:ext cx="3420566" cy="1643856"/>
          </a:xfrm>
          <a:prstGeom xmlns:a="http://schemas.openxmlformats.org/drawingml/2006/main" prst="roundRect">
            <a:avLst>
              <a:gd name="adj" fmla="val 10043"/>
            </a:avLst>
          </a:prstGeom>
          <a:solidFill xmlns:a="http://schemas.openxmlformats.org/drawingml/2006/main">
            <a:srgbClr val="FBFCFE"/>
          </a:solidFill>
        </p:spPr>
      </p:sp>
      <p:sp>
        <p:nvSpPr>
          <p:cNvPr id="25" name="Text 23">
            <a:extLst xmlns:a="http://schemas.openxmlformats.org/drawingml/2006/main">
              <a:ext uri="{FF2B5EF4-FFF2-40B4-BE49-F238E27FC236}">
                <a16:creationId xmlns:a16="http://schemas.microsoft.com/office/drawing/2014/main" id="{B337C2D3-D5A8-4E94-8DD6-BAD819CEC864}"/>
              </a:ext>
            </a:extLst>
          </p:cNvPr>
          <p:cNvSpPr>
            <a:spLocks xmlns:a="http://schemas.openxmlformats.org/drawingml/2006/main" noGrp="1"/>
          </p:cNvSpPr>
          <p:nvPr/>
        </p:nvSpPr>
        <p:spPr>
          <a:xfrm xmlns:a="http://schemas.openxmlformats.org/drawingml/2006/main">
            <a:off x="8161834" y="3927277"/>
            <a:ext cx="3104591"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14295B"/>
                </a:solidFill>
                <a:latin typeface="Anton"/>
                <a:ea typeface="Anton"/>
                <a:cs typeface="Anton"/>
              </a:rPr>
              <a:t>SIMULATION</a:t>
            </a:r>
            <a:endParaRPr sz="2000"/>
          </a:p>
        </p:txBody>
      </p:sp>
      <p:sp>
        <p:nvSpPr>
          <p:cNvPr id="26" name="Text 24">
            <a:extLst xmlns:a="http://schemas.openxmlformats.org/drawingml/2006/main">
              <a:ext uri="{FF2B5EF4-FFF2-40B4-BE49-F238E27FC236}">
                <a16:creationId xmlns:a16="http://schemas.microsoft.com/office/drawing/2014/main" id="{4E1A47C6-07EE-4E56-ADCD-4A5F4A3FC9A4}"/>
              </a:ext>
            </a:extLst>
          </p:cNvPr>
          <p:cNvSpPr>
            <a:spLocks xmlns:a="http://schemas.openxmlformats.org/drawingml/2006/main" noGrp="1"/>
          </p:cNvSpPr>
          <p:nvPr/>
        </p:nvSpPr>
        <p:spPr>
          <a:xfrm xmlns:a="http://schemas.openxmlformats.org/drawingml/2006/main">
            <a:off x="8161834" y="4270177"/>
            <a:ext cx="3104591"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a:solidFill>
                  <a:srgbClr val="C0453C"/>
                </a:solidFill>
                <a:latin typeface="Poppins"/>
                <a:ea typeface="Poppins"/>
                <a:cs typeface="Poppins"/>
              </a:rPr>
              <a:t>How could a storm play out?</a:t>
            </a:r>
            <a:endParaRPr sz="1200"/>
          </a:p>
        </p:txBody>
      </p:sp>
      <p:sp>
        <p:nvSpPr>
          <p:cNvPr id="27" name="Text 25">
            <a:extLst xmlns:a="http://schemas.openxmlformats.org/drawingml/2006/main">
              <a:ext uri="{FF2B5EF4-FFF2-40B4-BE49-F238E27FC236}">
                <a16:creationId xmlns:a16="http://schemas.microsoft.com/office/drawing/2014/main" id="{5E62120C-CF00-495E-9FE8-667FB7C9FF4C}"/>
              </a:ext>
            </a:extLst>
          </p:cNvPr>
          <p:cNvSpPr>
            <a:spLocks xmlns:a="http://schemas.openxmlformats.org/drawingml/2006/main" noGrp="1"/>
          </p:cNvSpPr>
          <p:nvPr/>
        </p:nvSpPr>
        <p:spPr>
          <a:xfrm xmlns:a="http://schemas.openxmlformats.org/drawingml/2006/main">
            <a:off x="8161834" y="4546997"/>
            <a:ext cx="3104591" cy="693936"/>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Agent-based, minute by minute. Tuned on 20 storms, tested on 10 unseen ones.</a:t>
            </a:r>
            <a:endParaRPr sz="1300"/>
          </a:p>
        </p:txBody>
      </p:sp>
      <p:sp>
        <p:nvSpPr>
          <p:cNvPr id="28" name="Text 26">
            <a:extLst xmlns:a="http://schemas.openxmlformats.org/drawingml/2006/main">
              <a:ext uri="{FF2B5EF4-FFF2-40B4-BE49-F238E27FC236}">
                <a16:creationId xmlns:a16="http://schemas.microsoft.com/office/drawing/2014/main" id="{2DCB8D3C-2D77-4FF5-AE72-8965D3299FBB}"/>
              </a:ext>
            </a:extLst>
          </p:cNvPr>
          <p:cNvSpPr>
            <a:spLocks xmlns:a="http://schemas.openxmlformats.org/drawingml/2006/main" noGrp="1"/>
          </p:cNvSpPr>
          <p:nvPr/>
        </p:nvSpPr>
        <p:spPr>
          <a:xfrm xmlns:a="http://schemas.openxmlformats.org/drawingml/2006/main">
            <a:off x="812800" y="6248400"/>
            <a:ext cx="7899499"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93697"/>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Fixed windows: fit Apr 2022–Mar 2025; tune Apr–Sep 2025; test Oct 2025–Sep 2026. Repeated scoring is logged.</a:t>
            </a:r>
            <a:endParaRPr sz="1200"/>
          </a:p>
        </p:txBody>
      </p:sp>
      <p:sp>
        <p:nvSpPr>
          <p:cNvPr id="29" name="Text 27">
            <a:extLst xmlns:a="http://schemas.openxmlformats.org/drawingml/2006/main">
              <a:ext uri="{FF2B5EF4-FFF2-40B4-BE49-F238E27FC236}">
                <a16:creationId xmlns:a16="http://schemas.microsoft.com/office/drawing/2014/main" id="{14144693-A32B-4450-8C57-029E163813CD}"/>
              </a:ext>
            </a:extLst>
          </p:cNvPr>
          <p:cNvSpPr>
            <a:spLocks xmlns:a="http://schemas.openxmlformats.org/drawingml/2006/main" noGrp="1"/>
          </p:cNvSpPr>
          <p:nvPr/>
        </p:nvSpPr>
        <p:spPr>
          <a:xfrm xmlns:a="http://schemas.openxmlformats.org/drawingml/2006/main">
            <a:off x="11136809" y="6248400"/>
            <a:ext cx="242391"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04</a:t>
            </a:r>
            <a:endParaRPr sz="1200"/>
          </a:p>
        </p:txBody>
      </p:sp>
    </p:spTree>
    <p:extLst>
      <p:ext uri="{BB962C8B-B14F-4D97-AF65-F5344CB8AC3E}">
        <p14:creationId xmlns:p14="http://schemas.microsoft.com/office/powerpoint/2010/main" val="194583859"/>
      </p:ext>
    </p:extLst>
  </p:cSld>
</p:sld>
</file>

<file path=ppt/slides/slide5.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DA0C00CD-D738-4AF4-A351-4A5FC9EF5EFD}"/>
              </a:ext>
            </a:extLst>
          </p:cNvPr>
          <p:cNvSpPr>
            <a:spLocks xmlns:a="http://schemas.openxmlformats.org/drawingml/2006/main" noGrp="1"/>
          </p:cNvSpPr>
          <p:nvPr/>
        </p:nvSpPr>
        <p:spPr>
          <a:xfrm xmlns:a="http://schemas.openxmlformats.org/drawingml/2006/main">
            <a:off x="812800" y="812800"/>
            <a:ext cx="3672284"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Q1 · HOW MUCH · POISSON REGRESSION</a:t>
            </a:r>
            <a:endParaRPr sz="1200"/>
          </a:p>
        </p:txBody>
      </p:sp>
      <p:sp>
        <p:nvSpPr>
          <p:cNvPr id="3" name="Text 1">
            <a:extLst xmlns:a="http://schemas.openxmlformats.org/drawingml/2006/main">
              <a:ext uri="{FF2B5EF4-FFF2-40B4-BE49-F238E27FC236}">
                <a16:creationId xmlns:a16="http://schemas.microsoft.com/office/drawing/2014/main" id="{C1E2B148-0DAD-4BEB-9687-0134B0D8D3C5}"/>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RAIN IS ASSOCIATED WITH LOWER TAXI SUPPLY</a:t>
            </a:r>
            <a:endParaRPr sz="4000"/>
          </a:p>
        </p:txBody>
      </p:sp>
      <p:sp>
        <p:nvSpPr>
          <p:cNvPr id="4" name="Text 2">
            <a:extLst xmlns:a="http://schemas.openxmlformats.org/drawingml/2006/main">
              <a:ext uri="{FF2B5EF4-FFF2-40B4-BE49-F238E27FC236}">
                <a16:creationId xmlns:a16="http://schemas.microsoft.com/office/drawing/2014/main" id="{9261B465-87CE-4A72-8531-61BEB18B9F3D}"/>
              </a:ext>
            </a:extLst>
          </p:cNvPr>
          <p:cNvSpPr>
            <a:spLocks xmlns:a="http://schemas.openxmlformats.org/drawingml/2006/main" noGrp="1"/>
          </p:cNvSpPr>
          <p:nvPr/>
        </p:nvSpPr>
        <p:spPr>
          <a:xfrm xmlns:a="http://schemas.openxmlformats.org/drawingml/2006/main">
            <a:off x="812800" y="2219920"/>
            <a:ext cx="3662680" cy="9779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7500"/>
              </a:lnSpc>
              <a:buNone/>
            </a:pPr>
            <a:r>
              <a:rPr sz="7500">
                <a:solidFill>
                  <a:srgbClr val="C0453C"/>
                </a:solidFill>
                <a:latin typeface="Anton"/>
                <a:ea typeface="Anton"/>
                <a:cs typeface="Anton"/>
              </a:rPr>
              <a:t>−12.9%</a:t>
            </a:r>
            <a:endParaRPr sz="7500"/>
          </a:p>
        </p:txBody>
      </p:sp>
      <p:sp>
        <p:nvSpPr>
          <p:cNvPr id="5" name="Text 3">
            <a:extLst xmlns:a="http://schemas.openxmlformats.org/drawingml/2006/main">
              <a:ext uri="{FF2B5EF4-FFF2-40B4-BE49-F238E27FC236}">
                <a16:creationId xmlns:a16="http://schemas.microsoft.com/office/drawing/2014/main" id="{FC360C8F-96CC-41B4-A53B-3F246318A4D8}"/>
              </a:ext>
            </a:extLst>
          </p:cNvPr>
          <p:cNvSpPr>
            <a:spLocks xmlns:a="http://schemas.openxmlformats.org/drawingml/2006/main" noGrp="1"/>
          </p:cNvSpPr>
          <p:nvPr/>
        </p:nvSpPr>
        <p:spPr>
          <a:xfrm xmlns:a="http://schemas.openxmlformats.org/drawingml/2006/main">
            <a:off x="812800" y="3197820"/>
            <a:ext cx="3662680" cy="53975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025"/>
              </a:lnSpc>
              <a:buNone/>
            </a:pPr>
            <a:r>
              <a:rPr sz="1500">
                <a:solidFill>
                  <a:srgbClr val="14203A"/>
                </a:solidFill>
                <a:latin typeface="Poppins"/>
                <a:ea typeface="Poppins"/>
                <a:cs typeface="Poppins"/>
              </a:rPr>
              <a:t>vacant taxis in heavy rain, same place and time vs dry</a:t>
            </a:r>
            <a:endParaRPr sz="1500"/>
          </a:p>
        </p:txBody>
      </p:sp>
      <p:sp>
        <p:nvSpPr>
          <p:cNvPr id="6" name="Shape 4">
            <a:extLst xmlns:a="http://schemas.openxmlformats.org/drawingml/2006/main">
              <a:ext uri="{FF2B5EF4-FFF2-40B4-BE49-F238E27FC236}">
                <a16:creationId xmlns:a16="http://schemas.microsoft.com/office/drawing/2014/main" id="{EC24BB29-4CAF-49C3-86A7-0DBFA8F09491}"/>
              </a:ext>
            </a:extLst>
          </p:cNvPr>
          <p:cNvSpPr>
            <a:spLocks xmlns:a="http://schemas.openxmlformats.org/drawingml/2006/main" noGrp="1"/>
          </p:cNvSpPr>
          <p:nvPr/>
        </p:nvSpPr>
        <p:spPr>
          <a:xfrm xmlns:a="http://schemas.openxmlformats.org/drawingml/2006/main">
            <a:off x="812800" y="3896320"/>
            <a:ext cx="3556000" cy="0"/>
          </a:xfrm>
          <a:prstGeom xmlns:a="http://schemas.openxmlformats.org/drawingml/2006/main" prst="line">
            <a:avLst/>
          </a:prstGeom>
          <a:noFill xmlns:a="http://schemas.openxmlformats.org/drawingml/2006/main"/>
          <a:ln xmlns:a="http://schemas.openxmlformats.org/drawingml/2006/main" w="12700">
            <a:solidFill>
              <a:srgbClr val="CBD6E8"/>
            </a:solidFill>
            <a:prstDash val="solid"/>
          </a:ln>
        </p:spPr>
      </p:sp>
      <p:sp>
        <p:nvSpPr>
          <p:cNvPr id="7" name="Text 5">
            <a:extLst xmlns:a="http://schemas.openxmlformats.org/drawingml/2006/main">
              <a:ext uri="{FF2B5EF4-FFF2-40B4-BE49-F238E27FC236}">
                <a16:creationId xmlns:a16="http://schemas.microsoft.com/office/drawing/2014/main" id="{BB5ECBA9-1A1E-422C-B2F5-ED7208D684F4}"/>
              </a:ext>
            </a:extLst>
          </p:cNvPr>
          <p:cNvSpPr>
            <a:spLocks xmlns:a="http://schemas.openxmlformats.org/drawingml/2006/main" noGrp="1"/>
          </p:cNvSpPr>
          <p:nvPr/>
        </p:nvSpPr>
        <p:spPr>
          <a:xfrm xmlns:a="http://schemas.openxmlformats.org/drawingml/2006/main">
            <a:off x="812800" y="4055070"/>
            <a:ext cx="3662680" cy="6350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4800"/>
              </a:lnSpc>
              <a:buNone/>
            </a:pPr>
            <a:r>
              <a:rPr sz="4800">
                <a:solidFill>
                  <a:srgbClr val="14295B"/>
                </a:solidFill>
                <a:latin typeface="Anton"/>
                <a:ea typeface="Anton"/>
                <a:cs typeface="Anton"/>
              </a:rPr>
              <a:t>−24.5%</a:t>
            </a:r>
            <a:endParaRPr sz="4800"/>
          </a:p>
        </p:txBody>
      </p:sp>
      <p:sp>
        <p:nvSpPr>
          <p:cNvPr id="8" name="Text 6">
            <a:extLst xmlns:a="http://schemas.openxmlformats.org/drawingml/2006/main">
              <a:ext uri="{FF2B5EF4-FFF2-40B4-BE49-F238E27FC236}">
                <a16:creationId xmlns:a16="http://schemas.microsoft.com/office/drawing/2014/main" id="{5E3F6E52-3D90-47A2-8363-84E5E65F62E3}"/>
              </a:ext>
            </a:extLst>
          </p:cNvPr>
          <p:cNvSpPr>
            <a:spLocks xmlns:a="http://schemas.openxmlformats.org/drawingml/2006/main" noGrp="1"/>
          </p:cNvSpPr>
          <p:nvPr/>
        </p:nvSpPr>
        <p:spPr>
          <a:xfrm xmlns:a="http://schemas.openxmlformats.org/drawingml/2006/main">
            <a:off x="812800" y="4690070"/>
            <a:ext cx="3662680" cy="53975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025"/>
              </a:lnSpc>
              <a:buNone/>
            </a:pPr>
            <a:r>
              <a:rPr sz="1500">
                <a:solidFill>
                  <a:srgbClr val="14203A"/>
                </a:solidFill>
                <a:latin typeface="Poppins"/>
                <a:ea typeface="Poppins"/>
                <a:cs typeface="Poppins"/>
              </a:rPr>
              <a:t>in the CBD (URA Central Area), vs −12.0% elsewhere</a:t>
            </a:r>
            <a:endParaRPr sz="1500"/>
          </a:p>
        </p:txBody>
      </p:sp>
      <p:sp>
        <p:nvSpPr>
          <p:cNvPr id="9" name="Shape 7">
            <a:extLst xmlns:a="http://schemas.openxmlformats.org/drawingml/2006/main">
              <a:ext uri="{FF2B5EF4-FFF2-40B4-BE49-F238E27FC236}">
                <a16:creationId xmlns:a16="http://schemas.microsoft.com/office/drawing/2014/main" id="{F4828985-942A-4D19-816D-B98BE7720B22}"/>
              </a:ext>
            </a:extLst>
          </p:cNvPr>
          <p:cNvSpPr>
            <a:spLocks xmlns:a="http://schemas.openxmlformats.org/drawingml/2006/main" noGrp="1"/>
          </p:cNvSpPr>
          <p:nvPr/>
        </p:nvSpPr>
        <p:spPr>
          <a:xfrm xmlns:a="http://schemas.openxmlformats.org/drawingml/2006/main">
            <a:off x="4622800" y="2004020"/>
            <a:ext cx="6756400" cy="3416300"/>
          </a:xfrm>
          <a:prstGeom xmlns:a="http://schemas.openxmlformats.org/drawingml/2006/main" prst="roundRect">
            <a:avLst>
              <a:gd name="adj" fmla="val 4833"/>
            </a:avLst>
          </a:prstGeom>
          <a:solidFill xmlns:a="http://schemas.openxmlformats.org/drawingml/2006/main">
            <a:srgbClr val="FBFCFE"/>
          </a:solidFill>
        </p:spPr>
      </p:sp>
      <p:sp>
        <p:nvSpPr>
          <p:cNvPr id="11" name="Text 8">
            <a:extLst xmlns:a="http://schemas.openxmlformats.org/drawingml/2006/main">
              <a:ext uri="{FF2B5EF4-FFF2-40B4-BE49-F238E27FC236}">
                <a16:creationId xmlns:a16="http://schemas.microsoft.com/office/drawing/2014/main" id="{D20BE725-EE82-4E2C-9973-1988A88CC64B}"/>
              </a:ext>
            </a:extLst>
          </p:cNvPr>
          <p:cNvSpPr>
            <a:spLocks xmlns:a="http://schemas.openxmlformats.org/drawingml/2006/main" noGrp="1"/>
          </p:cNvSpPr>
          <p:nvPr/>
        </p:nvSpPr>
        <p:spPr>
          <a:xfrm xmlns:a="http://schemas.openxmlformats.org/drawingml/2006/main">
            <a:off x="812800" y="6248400"/>
            <a:ext cx="9000679"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Poisson model, square + time-of-week + period effects, day-clustered 95% CIs · Apr 2022 – Mar 2025</a:t>
            </a:r>
            <a:endParaRPr sz="1200"/>
          </a:p>
        </p:txBody>
      </p:sp>
      <p:sp>
        <p:nvSpPr>
          <p:cNvPr id="12" name="Text 9">
            <a:extLst xmlns:a="http://schemas.openxmlformats.org/drawingml/2006/main">
              <a:ext uri="{FF2B5EF4-FFF2-40B4-BE49-F238E27FC236}">
                <a16:creationId xmlns:a16="http://schemas.microsoft.com/office/drawing/2014/main" id="{6F71DA83-C5A1-4415-B7B7-71DB801FF0A0}"/>
              </a:ext>
            </a:extLst>
          </p:cNvPr>
          <p:cNvSpPr>
            <a:spLocks xmlns:a="http://schemas.openxmlformats.org/drawingml/2006/main" noGrp="1"/>
          </p:cNvSpPr>
          <p:nvPr/>
        </p:nvSpPr>
        <p:spPr>
          <a:xfrm xmlns:a="http://schemas.openxmlformats.org/drawingml/2006/main">
            <a:off x="11136957" y="6248400"/>
            <a:ext cx="242243"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05</a:t>
            </a:r>
            <a:endParaRPr sz="1200"/>
          </a:p>
        </p:txBody>
      </p:sp>
      <p:sp>
        <p:nvSpPr>
          <p:cNvPr id="13" name="Editable chart path">
            <a:extLst xmlns:a="http://schemas.openxmlformats.org/drawingml/2006/main">
              <a:ext uri="{FF2B5EF4-FFF2-40B4-BE49-F238E27FC236}">
                <a16:creationId xmlns:a16="http://schemas.microsoft.com/office/drawing/2014/main" id="{68CF03A1-1D5F-4A84-9861-1ED7B552296B}"/>
              </a:ext>
            </a:extLst>
          </p:cNvPr>
          <p:cNvSpPr>
            <a:spLocks xmlns:a="http://schemas.openxmlformats.org/drawingml/2006/main" noGrp="1"/>
          </p:cNvSpPr>
          <p:nvPr/>
        </p:nvSpPr>
        <p:spPr>
          <a:xfrm xmlns:a="http://schemas.openxmlformats.org/drawingml/2006/main">
            <a:off x="4775200" y="2156420"/>
            <a:ext cx="6451600" cy="3111500"/>
          </a:xfrm>
          <a:custGeom xmlns:a="http://schemas.openxmlformats.org/drawingml/2006/main">
            <a:pathLst>
              <a:path w="6967728" h="3360420">
                <a:moveTo>
                  <a:pt x="0" y="3360420"/>
                </a:moveTo>
                <a:lnTo>
                  <a:pt x="6967728" y="3360420"/>
                </a:lnTo>
                <a:lnTo>
                  <a:pt x="6967728" y="0"/>
                </a:lnTo>
                <a:lnTo>
                  <a:pt x="0" y="0"/>
                </a:lnTo>
                <a:close/>
              </a:path>
            </a:pathLst>
          </a:custGeom>
          <a:solidFill xmlns:a="http://schemas.openxmlformats.org/drawingml/2006/main">
            <a:srgbClr val="FBFCFE"/>
          </a:solidFill>
          <a:ln xmlns:a="http://schemas.openxmlformats.org/drawingml/2006/main" w="0">
            <a:noFill/>
            <a:prstDash val="solid"/>
          </a:ln>
        </p:spPr>
      </p:sp>
      <p:sp>
        <p:nvSpPr>
          <p:cNvPr id="14" name="Editable chart path">
            <a:extLst xmlns:a="http://schemas.openxmlformats.org/drawingml/2006/main">
              <a:ext uri="{FF2B5EF4-FFF2-40B4-BE49-F238E27FC236}">
                <a16:creationId xmlns:a16="http://schemas.microsoft.com/office/drawing/2014/main" id="{61A3AD5D-3E14-42A6-8546-D974B4C8D2BC}"/>
              </a:ext>
            </a:extLst>
          </p:cNvPr>
          <p:cNvSpPr>
            <a:spLocks xmlns:a="http://schemas.openxmlformats.org/drawingml/2006/main" noGrp="1"/>
          </p:cNvSpPr>
          <p:nvPr/>
        </p:nvSpPr>
        <p:spPr>
          <a:xfrm xmlns:a="http://schemas.openxmlformats.org/drawingml/2006/main">
            <a:off x="5807456" y="2436455"/>
            <a:ext cx="5096764" cy="2240280"/>
          </a:xfrm>
          <a:custGeom xmlns:a="http://schemas.openxmlformats.org/drawingml/2006/main">
            <a:pathLst>
              <a:path w="5504505" h="2419502">
                <a:moveTo>
                  <a:pt x="0" y="2419502"/>
                </a:moveTo>
                <a:lnTo>
                  <a:pt x="5504505" y="2419502"/>
                </a:lnTo>
                <a:lnTo>
                  <a:pt x="5504505" y="0"/>
                </a:lnTo>
                <a:lnTo>
                  <a:pt x="0" y="0"/>
                </a:lnTo>
                <a:close/>
              </a:path>
            </a:pathLst>
          </a:custGeom>
          <a:solidFill xmlns:a="http://schemas.openxmlformats.org/drawingml/2006/main">
            <a:srgbClr val="FBFCFE"/>
          </a:solidFill>
          <a:ln xmlns:a="http://schemas.openxmlformats.org/drawingml/2006/main" w="0">
            <a:noFill/>
            <a:prstDash val="solid"/>
          </a:ln>
        </p:spPr>
      </p:sp>
      <p:sp>
        <p:nvSpPr>
          <p:cNvPr id="15" name="">
            <a:extLst xmlns:a="http://schemas.openxmlformats.org/drawingml/2006/main">
              <a:ext uri="{FF2B5EF4-FFF2-40B4-BE49-F238E27FC236}">
                <a16:creationId xmlns:a16="http://schemas.microsoft.com/office/drawing/2014/main" id="{817A6680-2B60-4A3D-AAED-2C965EDD22FB}"/>
              </a:ext>
            </a:extLst>
          </p:cNvPr>
          <p:cNvSpPr>
            <a:spLocks xmlns:a="http://schemas.openxmlformats.org/drawingml/2006/main" noGrp="1"/>
          </p:cNvSpPr>
          <p:nvPr/>
        </p:nvSpPr>
        <p:spPr>
          <a:xfrm xmlns:a="http://schemas.openxmlformats.org/drawingml/2006/main" rot="0">
            <a:off x="6562287" y="4764929"/>
            <a:ext cx="31994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16" name="">
            <a:extLst xmlns:a="http://schemas.openxmlformats.org/drawingml/2006/main">
              <a:ext uri="{FF2B5EF4-FFF2-40B4-BE49-F238E27FC236}">
                <a16:creationId xmlns:a16="http://schemas.microsoft.com/office/drawing/2014/main" id="{C64D2B9B-20E7-48B4-A3EB-4DAC436AE55C}"/>
              </a:ext>
            </a:extLst>
          </p:cNvPr>
          <p:cNvSpPr>
            <a:spLocks xmlns:a="http://schemas.openxmlformats.org/drawingml/2006/main" noGrp="1"/>
          </p:cNvSpPr>
          <p:nvPr/>
        </p:nvSpPr>
        <p:spPr>
          <a:xfrm xmlns:a="http://schemas.openxmlformats.org/drawingml/2006/main" rot="0">
            <a:off x="7869150" y="4764929"/>
            <a:ext cx="31994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17" name="">
            <a:extLst xmlns:a="http://schemas.openxmlformats.org/drawingml/2006/main">
              <a:ext uri="{FF2B5EF4-FFF2-40B4-BE49-F238E27FC236}">
                <a16:creationId xmlns:a16="http://schemas.microsoft.com/office/drawing/2014/main" id="{E5DADB5A-E4C9-4491-A6BE-AF7EFBDE4A13}"/>
              </a:ext>
            </a:extLst>
          </p:cNvPr>
          <p:cNvSpPr>
            <a:spLocks xmlns:a="http://schemas.openxmlformats.org/drawingml/2006/main" noGrp="1"/>
          </p:cNvSpPr>
          <p:nvPr/>
        </p:nvSpPr>
        <p:spPr>
          <a:xfrm xmlns:a="http://schemas.openxmlformats.org/drawingml/2006/main" rot="0">
            <a:off x="9198349" y="4764929"/>
            <a:ext cx="27527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18" name="">
            <a:extLst xmlns:a="http://schemas.openxmlformats.org/drawingml/2006/main">
              <a:ext uri="{FF2B5EF4-FFF2-40B4-BE49-F238E27FC236}">
                <a16:creationId xmlns:a16="http://schemas.microsoft.com/office/drawing/2014/main" id="{BA159A0D-59F2-4655-A186-196F225664E4}"/>
              </a:ext>
            </a:extLst>
          </p:cNvPr>
          <p:cNvSpPr>
            <a:spLocks xmlns:a="http://schemas.openxmlformats.org/drawingml/2006/main" noGrp="1"/>
          </p:cNvSpPr>
          <p:nvPr/>
        </p:nvSpPr>
        <p:spPr>
          <a:xfrm xmlns:a="http://schemas.openxmlformats.org/drawingml/2006/main" rot="0">
            <a:off x="10596651" y="4764929"/>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9" name="">
            <a:extLst xmlns:a="http://schemas.openxmlformats.org/drawingml/2006/main">
              <a:ext uri="{FF2B5EF4-FFF2-40B4-BE49-F238E27FC236}">
                <a16:creationId xmlns:a16="http://schemas.microsoft.com/office/drawing/2014/main" id="{082F4EBE-6DF8-4ED5-B48A-6F6D26D25C53}"/>
              </a:ext>
            </a:extLst>
          </p:cNvPr>
          <p:cNvSpPr>
            <a:spLocks xmlns:a="http://schemas.openxmlformats.org/drawingml/2006/main" noGrp="1"/>
          </p:cNvSpPr>
          <p:nvPr/>
        </p:nvSpPr>
        <p:spPr>
          <a:xfrm xmlns:a="http://schemas.openxmlformats.org/drawingml/2006/main" rot="0">
            <a:off x="7787100" y="4995787"/>
            <a:ext cx="113747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 change vs dry</a:t>
            </a:r>
          </a:p>
        </p:txBody>
      </p:sp>
      <p:sp>
        <p:nvSpPr>
          <p:cNvPr id="20" name="Editable chart path">
            <a:extLst xmlns:a="http://schemas.openxmlformats.org/drawingml/2006/main">
              <a:ext uri="{FF2B5EF4-FFF2-40B4-BE49-F238E27FC236}">
                <a16:creationId xmlns:a16="http://schemas.microsoft.com/office/drawing/2014/main" id="{97812AF9-7433-466C-A2BA-DB5CB7D7D096}"/>
              </a:ext>
            </a:extLst>
          </p:cNvPr>
          <p:cNvSpPr>
            <a:spLocks xmlns:a="http://schemas.openxmlformats.org/drawingml/2006/main" noGrp="1"/>
          </p:cNvSpPr>
          <p:nvPr/>
        </p:nvSpPr>
        <p:spPr>
          <a:xfrm xmlns:a="http://schemas.openxmlformats.org/drawingml/2006/main">
            <a:off x="5807456" y="2911666"/>
            <a:ext cx="5096764" cy="95"/>
          </a:xfrm>
          <a:custGeom xmlns:a="http://schemas.openxmlformats.org/drawingml/2006/main">
            <a:pathLst>
              <a:path w="5504505" h="95">
                <a:moveTo>
                  <a:pt x="0" y="0"/>
                </a:moveTo>
                <a:lnTo>
                  <a:pt x="5504505" y="0"/>
                </a:lnTo>
              </a:path>
            </a:pathLst>
          </a:custGeom>
          <a:noFill xmlns:a="http://schemas.openxmlformats.org/drawingml/2006/main"/>
          <a:ln xmlns:a="http://schemas.openxmlformats.org/drawingml/2006/main" w="6174">
            <a:solidFill>
              <a:srgbClr val="E4EAF4"/>
            </a:solidFill>
            <a:prstDash val="solid"/>
          </a:ln>
        </p:spPr>
      </p:sp>
      <p:sp>
        <p:nvSpPr>
          <p:cNvPr id="21" name="">
            <a:extLst xmlns:a="http://schemas.openxmlformats.org/drawingml/2006/main">
              <a:ext uri="{FF2B5EF4-FFF2-40B4-BE49-F238E27FC236}">
                <a16:creationId xmlns:a16="http://schemas.microsoft.com/office/drawing/2014/main" id="{240479A2-BE9F-4A22-8BB8-B5BD6358819D}"/>
              </a:ext>
            </a:extLst>
          </p:cNvPr>
          <p:cNvSpPr>
            <a:spLocks xmlns:a="http://schemas.openxmlformats.org/drawingml/2006/main" noGrp="1"/>
          </p:cNvSpPr>
          <p:nvPr/>
        </p:nvSpPr>
        <p:spPr>
          <a:xfrm xmlns:a="http://schemas.openxmlformats.org/drawingml/2006/main" rot="0">
            <a:off x="5385315" y="2838323"/>
            <a:ext cx="33394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a:t>
            </a:r>
          </a:p>
        </p:txBody>
      </p:sp>
      <p:sp>
        <p:nvSpPr>
          <p:cNvPr id="22" name="Editable chart path">
            <a:extLst xmlns:a="http://schemas.openxmlformats.org/drawingml/2006/main">
              <a:ext uri="{FF2B5EF4-FFF2-40B4-BE49-F238E27FC236}">
                <a16:creationId xmlns:a16="http://schemas.microsoft.com/office/drawing/2014/main" id="{D792BCEB-83D6-4971-A150-F1E1F9A08BBB}"/>
              </a:ext>
            </a:extLst>
          </p:cNvPr>
          <p:cNvSpPr>
            <a:spLocks xmlns:a="http://schemas.openxmlformats.org/drawingml/2006/main" noGrp="1"/>
          </p:cNvSpPr>
          <p:nvPr/>
        </p:nvSpPr>
        <p:spPr>
          <a:xfrm xmlns:a="http://schemas.openxmlformats.org/drawingml/2006/main">
            <a:off x="5807456" y="3590539"/>
            <a:ext cx="5096764" cy="95"/>
          </a:xfrm>
          <a:custGeom xmlns:a="http://schemas.openxmlformats.org/drawingml/2006/main">
            <a:pathLst>
              <a:path w="5504505" h="95">
                <a:moveTo>
                  <a:pt x="0" y="0"/>
                </a:moveTo>
                <a:lnTo>
                  <a:pt x="5504505" y="0"/>
                </a:lnTo>
              </a:path>
            </a:pathLst>
          </a:custGeom>
          <a:noFill xmlns:a="http://schemas.openxmlformats.org/drawingml/2006/main"/>
          <a:ln xmlns:a="http://schemas.openxmlformats.org/drawingml/2006/main" w="6174">
            <a:solidFill>
              <a:srgbClr val="E4EAF4"/>
            </a:solidFill>
            <a:prstDash val="solid"/>
          </a:ln>
        </p:spPr>
      </p:sp>
      <p:sp>
        <p:nvSpPr>
          <p:cNvPr id="23" name="">
            <a:extLst xmlns:a="http://schemas.openxmlformats.org/drawingml/2006/main">
              <a:ext uri="{FF2B5EF4-FFF2-40B4-BE49-F238E27FC236}">
                <a16:creationId xmlns:a16="http://schemas.microsoft.com/office/drawing/2014/main" id="{B4E4DD48-7F1F-4CEE-8AC6-33BBD4D535DE}"/>
              </a:ext>
            </a:extLst>
          </p:cNvPr>
          <p:cNvSpPr>
            <a:spLocks xmlns:a="http://schemas.openxmlformats.org/drawingml/2006/main" noGrp="1"/>
          </p:cNvSpPr>
          <p:nvPr/>
        </p:nvSpPr>
        <p:spPr>
          <a:xfrm xmlns:a="http://schemas.openxmlformats.org/drawingml/2006/main" rot="0">
            <a:off x="5040224" y="3517196"/>
            <a:ext cx="67903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Moderate</a:t>
            </a:r>
          </a:p>
        </p:txBody>
      </p:sp>
      <p:sp>
        <p:nvSpPr>
          <p:cNvPr id="24" name="Editable chart path">
            <a:extLst xmlns:a="http://schemas.openxmlformats.org/drawingml/2006/main">
              <a:ext uri="{FF2B5EF4-FFF2-40B4-BE49-F238E27FC236}">
                <a16:creationId xmlns:a16="http://schemas.microsoft.com/office/drawing/2014/main" id="{8E074DA8-1462-497C-AF1F-3CE3EA424D89}"/>
              </a:ext>
            </a:extLst>
          </p:cNvPr>
          <p:cNvSpPr>
            <a:spLocks xmlns:a="http://schemas.openxmlformats.org/drawingml/2006/main" noGrp="1"/>
          </p:cNvSpPr>
          <p:nvPr/>
        </p:nvSpPr>
        <p:spPr>
          <a:xfrm xmlns:a="http://schemas.openxmlformats.org/drawingml/2006/main">
            <a:off x="5807456" y="4269411"/>
            <a:ext cx="5096764" cy="95"/>
          </a:xfrm>
          <a:custGeom xmlns:a="http://schemas.openxmlformats.org/drawingml/2006/main">
            <a:pathLst>
              <a:path w="5504505" h="95">
                <a:moveTo>
                  <a:pt x="0" y="0"/>
                </a:moveTo>
                <a:lnTo>
                  <a:pt x="5504505" y="0"/>
                </a:lnTo>
              </a:path>
            </a:pathLst>
          </a:custGeom>
          <a:noFill xmlns:a="http://schemas.openxmlformats.org/drawingml/2006/main"/>
          <a:ln xmlns:a="http://schemas.openxmlformats.org/drawingml/2006/main" w="6174">
            <a:solidFill>
              <a:srgbClr val="E4EAF4"/>
            </a:solidFill>
            <a:prstDash val="solid"/>
          </a:ln>
        </p:spPr>
      </p:sp>
      <p:sp>
        <p:nvSpPr>
          <p:cNvPr id="25" name="">
            <a:extLst xmlns:a="http://schemas.openxmlformats.org/drawingml/2006/main">
              <a:ext uri="{FF2B5EF4-FFF2-40B4-BE49-F238E27FC236}">
                <a16:creationId xmlns:a16="http://schemas.microsoft.com/office/drawing/2014/main" id="{DB935928-8C12-46EF-99FB-4AB1A5F04721}"/>
              </a:ext>
            </a:extLst>
          </p:cNvPr>
          <p:cNvSpPr>
            <a:spLocks xmlns:a="http://schemas.openxmlformats.org/drawingml/2006/main" noGrp="1"/>
          </p:cNvSpPr>
          <p:nvPr/>
        </p:nvSpPr>
        <p:spPr>
          <a:xfrm xmlns:a="http://schemas.openxmlformats.org/drawingml/2006/main" rot="0">
            <a:off x="5280064" y="4196069"/>
            <a:ext cx="43919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a:t>
            </a:r>
          </a:p>
        </p:txBody>
      </p:sp>
      <p:sp>
        <p:nvSpPr>
          <p:cNvPr id="26" name="Editable chart path">
            <a:extLst xmlns:a="http://schemas.openxmlformats.org/drawingml/2006/main">
              <a:ext uri="{FF2B5EF4-FFF2-40B4-BE49-F238E27FC236}">
                <a16:creationId xmlns:a16="http://schemas.microsoft.com/office/drawing/2014/main" id="{C99EE854-A373-46AE-98E8-1241D3DD6C90}"/>
              </a:ext>
            </a:extLst>
          </p:cNvPr>
          <p:cNvSpPr>
            <a:spLocks xmlns:a="http://schemas.openxmlformats.org/drawingml/2006/main" noGrp="1"/>
          </p:cNvSpPr>
          <p:nvPr/>
        </p:nvSpPr>
        <p:spPr>
          <a:xfrm xmlns:a="http://schemas.openxmlformats.org/drawingml/2006/main">
            <a:off x="10642847" y="2436455"/>
            <a:ext cx="95" cy="2240280"/>
          </a:xfrm>
          <a:custGeom xmlns:a="http://schemas.openxmlformats.org/drawingml/2006/main">
            <a:pathLst>
              <a:path w="95" h="2419502">
                <a:moveTo>
                  <a:pt x="0" y="2419502"/>
                </a:moveTo>
                <a:lnTo>
                  <a:pt x="0" y="0"/>
                </a:lnTo>
              </a:path>
            </a:pathLst>
          </a:custGeom>
          <a:noFill xmlns:a="http://schemas.openxmlformats.org/drawingml/2006/main"/>
          <a:ln xmlns:a="http://schemas.openxmlformats.org/drawingml/2006/main" w="7056">
            <a:solidFill>
              <a:srgbClr val="5A6683"/>
            </a:solidFill>
            <a:prstDash val="solid"/>
          </a:ln>
        </p:spPr>
      </p:sp>
      <p:sp>
        <p:nvSpPr>
          <p:cNvPr id="27" name="Editable chart path">
            <a:extLst xmlns:a="http://schemas.openxmlformats.org/drawingml/2006/main">
              <a:ext uri="{FF2B5EF4-FFF2-40B4-BE49-F238E27FC236}">
                <a16:creationId xmlns:a16="http://schemas.microsoft.com/office/drawing/2014/main" id="{9D6E8018-2991-431E-AB9D-00E4BE037B66}"/>
              </a:ext>
            </a:extLst>
          </p:cNvPr>
          <p:cNvSpPr>
            <a:spLocks xmlns:a="http://schemas.openxmlformats.org/drawingml/2006/main" noGrp="1"/>
          </p:cNvSpPr>
          <p:nvPr/>
        </p:nvSpPr>
        <p:spPr>
          <a:xfrm xmlns:a="http://schemas.openxmlformats.org/drawingml/2006/main">
            <a:off x="5807456" y="4676735"/>
            <a:ext cx="5096764" cy="95"/>
          </a:xfrm>
          <a:custGeom xmlns:a="http://schemas.openxmlformats.org/drawingml/2006/main">
            <a:pathLst>
              <a:path w="5504505" h="95">
                <a:moveTo>
                  <a:pt x="0" y="0"/>
                </a:moveTo>
                <a:lnTo>
                  <a:pt x="5504505" y="0"/>
                </a:lnTo>
              </a:path>
            </a:pathLst>
          </a:custGeom>
          <a:noFill xmlns:a="http://schemas.openxmlformats.org/drawingml/2006/main"/>
          <a:ln xmlns:a="http://schemas.openxmlformats.org/drawingml/2006/main" w="7056">
            <a:solidFill>
              <a:srgbClr val="E4EAF4"/>
            </a:solidFill>
            <a:prstDash val="solid"/>
          </a:ln>
        </p:spPr>
      </p:sp>
      <p:sp>
        <p:nvSpPr>
          <p:cNvPr id="28" name="">
            <a:extLst xmlns:a="http://schemas.openxmlformats.org/drawingml/2006/main">
              <a:ext uri="{FF2B5EF4-FFF2-40B4-BE49-F238E27FC236}">
                <a16:creationId xmlns:a16="http://schemas.microsoft.com/office/drawing/2014/main" id="{97B12ACA-7C60-47ED-866E-FA95E6435643}"/>
              </a:ext>
            </a:extLst>
          </p:cNvPr>
          <p:cNvSpPr>
            <a:spLocks xmlns:a="http://schemas.openxmlformats.org/drawingml/2006/main" noGrp="1"/>
          </p:cNvSpPr>
          <p:nvPr/>
        </p:nvSpPr>
        <p:spPr>
          <a:xfrm xmlns:a="http://schemas.openxmlformats.org/drawingml/2006/main" rot="0">
            <a:off x="7773148" y="2709944"/>
            <a:ext cx="40281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−7.7%</a:t>
            </a:r>
          </a:p>
        </p:txBody>
      </p:sp>
      <p:sp>
        <p:nvSpPr>
          <p:cNvPr id="29" name="">
            <a:extLst xmlns:a="http://schemas.openxmlformats.org/drawingml/2006/main">
              <a:ext uri="{FF2B5EF4-FFF2-40B4-BE49-F238E27FC236}">
                <a16:creationId xmlns:a16="http://schemas.microsoft.com/office/drawing/2014/main" id="{9860450F-D3D5-49FF-ABC1-5A548A587943}"/>
              </a:ext>
            </a:extLst>
          </p:cNvPr>
          <p:cNvSpPr>
            <a:spLocks xmlns:a="http://schemas.openxmlformats.org/drawingml/2006/main" noGrp="1"/>
          </p:cNvSpPr>
          <p:nvPr/>
        </p:nvSpPr>
        <p:spPr>
          <a:xfrm xmlns:a="http://schemas.openxmlformats.org/drawingml/2006/main" rot="0">
            <a:off x="10401538" y="2900028"/>
            <a:ext cx="38119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2C5EAA"/>
                </a:solidFill>
                <a:latin typeface="Poppins"/>
                <a:ea typeface="Poppins"/>
                <a:cs typeface="Poppins"/>
              </a:defRPr>
            </a:defPPr>
            <a:lvl1pPr>
              <a:defRPr sz="1200" b="0">
                <a:solidFill>
                  <a:srgbClr val="2C5EAA"/>
                </a:solidFill>
                <a:latin typeface="Poppins"/>
                <a:ea typeface="Poppins"/>
                <a:cs typeface="Poppins"/>
              </a:defRPr>
            </a:lvl1pPr>
            <a:lvl2pPr>
              <a:defRPr sz="1200" b="0">
                <a:solidFill>
                  <a:srgbClr val="2C5EAA"/>
                </a:solidFill>
                <a:latin typeface="Poppins"/>
                <a:ea typeface="Poppins"/>
                <a:cs typeface="Poppins"/>
              </a:defRPr>
            </a:lvl2pPr>
            <a:lvl3pPr>
              <a:defRPr sz="1200" b="0">
                <a:solidFill>
                  <a:srgbClr val="2C5EAA"/>
                </a:solidFill>
                <a:latin typeface="Poppins"/>
                <a:ea typeface="Poppins"/>
                <a:cs typeface="Poppins"/>
              </a:defRPr>
            </a:lvl3pPr>
            <a:lvl4pPr>
              <a:defRPr sz="1200" b="0">
                <a:solidFill>
                  <a:srgbClr val="2C5EAA"/>
                </a:solidFill>
                <a:latin typeface="Poppins"/>
                <a:ea typeface="Poppins"/>
                <a:cs typeface="Poppins"/>
              </a:defRPr>
            </a:lvl4pPr>
            <a:lvl5pPr>
              <a:defRPr sz="1200" b="0">
                <a:solidFill>
                  <a:srgbClr val="2C5EAA"/>
                </a:solidFill>
                <a:latin typeface="Poppins"/>
                <a:ea typeface="Poppins"/>
                <a:cs typeface="Poppins"/>
              </a:defRPr>
            </a:lvl5pPr>
            <a:lvl6pPr>
              <a:defRPr sz="1200" b="0">
                <a:solidFill>
                  <a:srgbClr val="2C5EAA"/>
                </a:solidFill>
                <a:latin typeface="Poppins"/>
                <a:ea typeface="Poppins"/>
                <a:cs typeface="Poppins"/>
              </a:defRPr>
            </a:lvl6pPr>
            <a:lvl7pPr>
              <a:defRPr sz="1200" b="0">
                <a:solidFill>
                  <a:srgbClr val="2C5EAA"/>
                </a:solidFill>
                <a:latin typeface="Poppins"/>
                <a:ea typeface="Poppins"/>
                <a:cs typeface="Poppins"/>
              </a:defRPr>
            </a:lvl7pPr>
            <a:lvl8pPr>
              <a:defRPr sz="1200" b="0">
                <a:solidFill>
                  <a:srgbClr val="2C5EAA"/>
                </a:solidFill>
                <a:latin typeface="Poppins"/>
                <a:ea typeface="Poppins"/>
                <a:cs typeface="Poppins"/>
              </a:defRPr>
            </a:lvl8pPr>
            <a:lvl9pPr>
              <a:defRPr sz="1200" b="0">
                <a:solidFill>
                  <a:srgbClr val="2C5EAA"/>
                </a:solidFill>
                <a:latin typeface="Poppins"/>
                <a:ea typeface="Poppins"/>
                <a:cs typeface="Poppins"/>
              </a:defRPr>
            </a:lvl9pPr>
          </a:lstStyle>
          <a:p xmlns:a="http://schemas.openxmlformats.org/drawingml/2006/main">
            <a:pPr>
              <a:defRPr sz="1200" b="0">
                <a:solidFill>
                  <a:srgbClr val="2C5EAA"/>
                </a:solidFill>
                <a:latin typeface="Poppins"/>
                <a:ea typeface="Poppins"/>
                <a:cs typeface="Poppins"/>
              </a:defRPr>
            </a:pPr>
            <a:r>
              <a:rPr sz="1200" b="0">
                <a:solidFill>
                  <a:srgbClr val="2C5EAA"/>
                </a:solidFill>
                <a:latin typeface="Poppins"/>
                <a:ea typeface="Poppins"/>
                <a:cs typeface="Poppins"/>
              </a:rPr>
              <a:t>−1.9%</a:t>
            </a:r>
          </a:p>
        </p:txBody>
      </p:sp>
      <p:sp>
        <p:nvSpPr>
          <p:cNvPr id="30" name="">
            <a:extLst xmlns:a="http://schemas.openxmlformats.org/drawingml/2006/main">
              <a:ext uri="{FF2B5EF4-FFF2-40B4-BE49-F238E27FC236}">
                <a16:creationId xmlns:a16="http://schemas.microsoft.com/office/drawing/2014/main" id="{9032AA25-C61F-42BB-B535-117DE9479DD8}"/>
              </a:ext>
            </a:extLst>
          </p:cNvPr>
          <p:cNvSpPr>
            <a:spLocks xmlns:a="http://schemas.openxmlformats.org/drawingml/2006/main" noGrp="1"/>
          </p:cNvSpPr>
          <p:nvPr/>
        </p:nvSpPr>
        <p:spPr>
          <a:xfrm xmlns:a="http://schemas.openxmlformats.org/drawingml/2006/main" rot="0">
            <a:off x="6870391" y="3388816"/>
            <a:ext cx="47701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−10.8%</a:t>
            </a:r>
          </a:p>
        </p:txBody>
      </p:sp>
      <p:sp>
        <p:nvSpPr>
          <p:cNvPr id="31" name="">
            <a:extLst xmlns:a="http://schemas.openxmlformats.org/drawingml/2006/main">
              <a:ext uri="{FF2B5EF4-FFF2-40B4-BE49-F238E27FC236}">
                <a16:creationId xmlns:a16="http://schemas.microsoft.com/office/drawing/2014/main" id="{573BC335-02D6-4C7B-B74B-B80150441128}"/>
              </a:ext>
            </a:extLst>
          </p:cNvPr>
          <p:cNvSpPr>
            <a:spLocks xmlns:a="http://schemas.openxmlformats.org/drawingml/2006/main" noGrp="1"/>
          </p:cNvSpPr>
          <p:nvPr/>
        </p:nvSpPr>
        <p:spPr>
          <a:xfrm xmlns:a="http://schemas.openxmlformats.org/drawingml/2006/main" rot="0">
            <a:off x="9820387" y="3578901"/>
            <a:ext cx="427958"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2C5EAA"/>
                </a:solidFill>
                <a:latin typeface="Poppins"/>
                <a:ea typeface="Poppins"/>
                <a:cs typeface="Poppins"/>
              </a:defRPr>
            </a:defPPr>
            <a:lvl1pPr>
              <a:defRPr sz="1200" b="0">
                <a:solidFill>
                  <a:srgbClr val="2C5EAA"/>
                </a:solidFill>
                <a:latin typeface="Poppins"/>
                <a:ea typeface="Poppins"/>
                <a:cs typeface="Poppins"/>
              </a:defRPr>
            </a:lvl1pPr>
            <a:lvl2pPr>
              <a:defRPr sz="1200" b="0">
                <a:solidFill>
                  <a:srgbClr val="2C5EAA"/>
                </a:solidFill>
                <a:latin typeface="Poppins"/>
                <a:ea typeface="Poppins"/>
                <a:cs typeface="Poppins"/>
              </a:defRPr>
            </a:lvl2pPr>
            <a:lvl3pPr>
              <a:defRPr sz="1200" b="0">
                <a:solidFill>
                  <a:srgbClr val="2C5EAA"/>
                </a:solidFill>
                <a:latin typeface="Poppins"/>
                <a:ea typeface="Poppins"/>
                <a:cs typeface="Poppins"/>
              </a:defRPr>
            </a:lvl3pPr>
            <a:lvl4pPr>
              <a:defRPr sz="1200" b="0">
                <a:solidFill>
                  <a:srgbClr val="2C5EAA"/>
                </a:solidFill>
                <a:latin typeface="Poppins"/>
                <a:ea typeface="Poppins"/>
                <a:cs typeface="Poppins"/>
              </a:defRPr>
            </a:lvl4pPr>
            <a:lvl5pPr>
              <a:defRPr sz="1200" b="0">
                <a:solidFill>
                  <a:srgbClr val="2C5EAA"/>
                </a:solidFill>
                <a:latin typeface="Poppins"/>
                <a:ea typeface="Poppins"/>
                <a:cs typeface="Poppins"/>
              </a:defRPr>
            </a:lvl5pPr>
            <a:lvl6pPr>
              <a:defRPr sz="1200" b="0">
                <a:solidFill>
                  <a:srgbClr val="2C5EAA"/>
                </a:solidFill>
                <a:latin typeface="Poppins"/>
                <a:ea typeface="Poppins"/>
                <a:cs typeface="Poppins"/>
              </a:defRPr>
            </a:lvl6pPr>
            <a:lvl7pPr>
              <a:defRPr sz="1200" b="0">
                <a:solidFill>
                  <a:srgbClr val="2C5EAA"/>
                </a:solidFill>
                <a:latin typeface="Poppins"/>
                <a:ea typeface="Poppins"/>
                <a:cs typeface="Poppins"/>
              </a:defRPr>
            </a:lvl7pPr>
            <a:lvl8pPr>
              <a:defRPr sz="1200" b="0">
                <a:solidFill>
                  <a:srgbClr val="2C5EAA"/>
                </a:solidFill>
                <a:latin typeface="Poppins"/>
                <a:ea typeface="Poppins"/>
                <a:cs typeface="Poppins"/>
              </a:defRPr>
            </a:lvl8pPr>
            <a:lvl9pPr>
              <a:defRPr sz="1200" b="0">
                <a:solidFill>
                  <a:srgbClr val="2C5EAA"/>
                </a:solidFill>
                <a:latin typeface="Poppins"/>
                <a:ea typeface="Poppins"/>
                <a:cs typeface="Poppins"/>
              </a:defRPr>
            </a:lvl9pPr>
          </a:lstStyle>
          <a:p xmlns:a="http://schemas.openxmlformats.org/drawingml/2006/main">
            <a:pPr>
              <a:defRPr sz="1200" b="0">
                <a:solidFill>
                  <a:srgbClr val="2C5EAA"/>
                </a:solidFill>
                <a:latin typeface="Poppins"/>
                <a:ea typeface="Poppins"/>
                <a:cs typeface="Poppins"/>
              </a:defRPr>
            </a:pPr>
            <a:r>
              <a:rPr sz="1200" b="0">
                <a:solidFill>
                  <a:srgbClr val="2C5EAA"/>
                </a:solidFill>
                <a:latin typeface="Poppins"/>
                <a:ea typeface="Poppins"/>
                <a:cs typeface="Poppins"/>
              </a:rPr>
              <a:t>−4.5%</a:t>
            </a:r>
          </a:p>
        </p:txBody>
      </p:sp>
      <p:sp>
        <p:nvSpPr>
          <p:cNvPr id="32" name="">
            <a:extLst xmlns:a="http://schemas.openxmlformats.org/drawingml/2006/main">
              <a:ext uri="{FF2B5EF4-FFF2-40B4-BE49-F238E27FC236}">
                <a16:creationId xmlns:a16="http://schemas.microsoft.com/office/drawing/2014/main" id="{A3A11008-42E3-4FA7-B2EE-4B1CDB91A9CF}"/>
              </a:ext>
            </a:extLst>
          </p:cNvPr>
          <p:cNvSpPr>
            <a:spLocks xmlns:a="http://schemas.openxmlformats.org/drawingml/2006/main" noGrp="1"/>
          </p:cNvSpPr>
          <p:nvPr/>
        </p:nvSpPr>
        <p:spPr>
          <a:xfrm xmlns:a="http://schemas.openxmlformats.org/drawingml/2006/main" rot="0">
            <a:off x="6331184" y="4067689"/>
            <a:ext cx="46882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−12.9%</a:t>
            </a:r>
          </a:p>
        </p:txBody>
      </p:sp>
      <p:sp>
        <p:nvSpPr>
          <p:cNvPr id="33" name="">
            <a:extLst xmlns:a="http://schemas.openxmlformats.org/drawingml/2006/main">
              <a:ext uri="{FF2B5EF4-FFF2-40B4-BE49-F238E27FC236}">
                <a16:creationId xmlns:a16="http://schemas.microsoft.com/office/drawing/2014/main" id="{58FBCBFE-88AE-46ED-AEF3-0BB5B468C1AF}"/>
              </a:ext>
            </a:extLst>
          </p:cNvPr>
          <p:cNvSpPr>
            <a:spLocks xmlns:a="http://schemas.openxmlformats.org/drawingml/2006/main" noGrp="1"/>
          </p:cNvSpPr>
          <p:nvPr/>
        </p:nvSpPr>
        <p:spPr>
          <a:xfrm xmlns:a="http://schemas.openxmlformats.org/drawingml/2006/main" rot="0">
            <a:off x="9577355" y="4257774"/>
            <a:ext cx="41529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2C5EAA"/>
                </a:solidFill>
                <a:latin typeface="Poppins"/>
                <a:ea typeface="Poppins"/>
                <a:cs typeface="Poppins"/>
              </a:defRPr>
            </a:defPPr>
            <a:lvl1pPr>
              <a:defRPr sz="1200" b="0">
                <a:solidFill>
                  <a:srgbClr val="2C5EAA"/>
                </a:solidFill>
                <a:latin typeface="Poppins"/>
                <a:ea typeface="Poppins"/>
                <a:cs typeface="Poppins"/>
              </a:defRPr>
            </a:lvl1pPr>
            <a:lvl2pPr>
              <a:defRPr sz="1200" b="0">
                <a:solidFill>
                  <a:srgbClr val="2C5EAA"/>
                </a:solidFill>
                <a:latin typeface="Poppins"/>
                <a:ea typeface="Poppins"/>
                <a:cs typeface="Poppins"/>
              </a:defRPr>
            </a:lvl2pPr>
            <a:lvl3pPr>
              <a:defRPr sz="1200" b="0">
                <a:solidFill>
                  <a:srgbClr val="2C5EAA"/>
                </a:solidFill>
                <a:latin typeface="Poppins"/>
                <a:ea typeface="Poppins"/>
                <a:cs typeface="Poppins"/>
              </a:defRPr>
            </a:lvl3pPr>
            <a:lvl4pPr>
              <a:defRPr sz="1200" b="0">
                <a:solidFill>
                  <a:srgbClr val="2C5EAA"/>
                </a:solidFill>
                <a:latin typeface="Poppins"/>
                <a:ea typeface="Poppins"/>
                <a:cs typeface="Poppins"/>
              </a:defRPr>
            </a:lvl4pPr>
            <a:lvl5pPr>
              <a:defRPr sz="1200" b="0">
                <a:solidFill>
                  <a:srgbClr val="2C5EAA"/>
                </a:solidFill>
                <a:latin typeface="Poppins"/>
                <a:ea typeface="Poppins"/>
                <a:cs typeface="Poppins"/>
              </a:defRPr>
            </a:lvl5pPr>
            <a:lvl6pPr>
              <a:defRPr sz="1200" b="0">
                <a:solidFill>
                  <a:srgbClr val="2C5EAA"/>
                </a:solidFill>
                <a:latin typeface="Poppins"/>
                <a:ea typeface="Poppins"/>
                <a:cs typeface="Poppins"/>
              </a:defRPr>
            </a:lvl6pPr>
            <a:lvl7pPr>
              <a:defRPr sz="1200" b="0">
                <a:solidFill>
                  <a:srgbClr val="2C5EAA"/>
                </a:solidFill>
                <a:latin typeface="Poppins"/>
                <a:ea typeface="Poppins"/>
                <a:cs typeface="Poppins"/>
              </a:defRPr>
            </a:lvl7pPr>
            <a:lvl8pPr>
              <a:defRPr sz="1200" b="0">
                <a:solidFill>
                  <a:srgbClr val="2C5EAA"/>
                </a:solidFill>
                <a:latin typeface="Poppins"/>
                <a:ea typeface="Poppins"/>
                <a:cs typeface="Poppins"/>
              </a:defRPr>
            </a:lvl8pPr>
            <a:lvl9pPr>
              <a:defRPr sz="1200" b="0">
                <a:solidFill>
                  <a:srgbClr val="2C5EAA"/>
                </a:solidFill>
                <a:latin typeface="Poppins"/>
                <a:ea typeface="Poppins"/>
                <a:cs typeface="Poppins"/>
              </a:defRPr>
            </a:lvl9pPr>
          </a:lstStyle>
          <a:p xmlns:a="http://schemas.openxmlformats.org/drawingml/2006/main">
            <a:pPr>
              <a:defRPr sz="1200" b="0">
                <a:solidFill>
                  <a:srgbClr val="2C5EAA"/>
                </a:solidFill>
                <a:latin typeface="Poppins"/>
                <a:ea typeface="Poppins"/>
                <a:cs typeface="Poppins"/>
              </a:defRPr>
            </a:pPr>
            <a:r>
              <a:rPr sz="1200" b="0">
                <a:solidFill>
                  <a:srgbClr val="2C5EAA"/>
                </a:solidFill>
                <a:latin typeface="Poppins"/>
                <a:ea typeface="Poppins"/>
                <a:cs typeface="Poppins"/>
              </a:rPr>
              <a:t>−5.7%</a:t>
            </a:r>
          </a:p>
        </p:txBody>
      </p:sp>
      <p:sp>
        <p:nvSpPr>
          <p:cNvPr id="34" name="">
            <a:extLst xmlns:a="http://schemas.openxmlformats.org/drawingml/2006/main">
              <a:ext uri="{FF2B5EF4-FFF2-40B4-BE49-F238E27FC236}">
                <a16:creationId xmlns:a16="http://schemas.microsoft.com/office/drawing/2014/main" id="{F290021D-BE5A-4B72-A585-7DCF7BED6D28}"/>
              </a:ext>
            </a:extLst>
          </p:cNvPr>
          <p:cNvSpPr>
            <a:spLocks xmlns:a="http://schemas.openxmlformats.org/drawingml/2006/main" noGrp="1"/>
          </p:cNvSpPr>
          <p:nvPr/>
        </p:nvSpPr>
        <p:spPr>
          <a:xfrm xmlns:a="http://schemas.openxmlformats.org/drawingml/2006/main" rot="0">
            <a:off x="8139089" y="2357657"/>
            <a:ext cx="61645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Absolute</a:t>
            </a:r>
          </a:p>
        </p:txBody>
      </p:sp>
      <p:sp>
        <p:nvSpPr>
          <p:cNvPr id="35" name="">
            <a:extLst xmlns:a="http://schemas.openxmlformats.org/drawingml/2006/main">
              <a:ext uri="{FF2B5EF4-FFF2-40B4-BE49-F238E27FC236}">
                <a16:creationId xmlns:a16="http://schemas.microsoft.com/office/drawing/2014/main" id="{14DE1590-8AB9-409B-A0A4-CFA5FF099BDA}"/>
              </a:ext>
            </a:extLst>
          </p:cNvPr>
          <p:cNvSpPr>
            <a:spLocks xmlns:a="http://schemas.openxmlformats.org/drawingml/2006/main" noGrp="1"/>
          </p:cNvSpPr>
          <p:nvPr/>
        </p:nvSpPr>
        <p:spPr>
          <a:xfrm xmlns:a="http://schemas.openxmlformats.org/drawingml/2006/main" rot="0">
            <a:off x="9705396" y="2357657"/>
            <a:ext cx="103851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2C5EAA"/>
                </a:solidFill>
                <a:latin typeface="Poppins"/>
                <a:ea typeface="Poppins"/>
                <a:cs typeface="Poppins"/>
              </a:defRPr>
            </a:defPPr>
            <a:lvl1pPr>
              <a:defRPr sz="1100" b="0">
                <a:solidFill>
                  <a:srgbClr val="2C5EAA"/>
                </a:solidFill>
                <a:latin typeface="Poppins"/>
                <a:ea typeface="Poppins"/>
                <a:cs typeface="Poppins"/>
              </a:defRPr>
            </a:lvl1pPr>
            <a:lvl2pPr>
              <a:defRPr sz="1100" b="0">
                <a:solidFill>
                  <a:srgbClr val="2C5EAA"/>
                </a:solidFill>
                <a:latin typeface="Poppins"/>
                <a:ea typeface="Poppins"/>
                <a:cs typeface="Poppins"/>
              </a:defRPr>
            </a:lvl2pPr>
            <a:lvl3pPr>
              <a:defRPr sz="1100" b="0">
                <a:solidFill>
                  <a:srgbClr val="2C5EAA"/>
                </a:solidFill>
                <a:latin typeface="Poppins"/>
                <a:ea typeface="Poppins"/>
                <a:cs typeface="Poppins"/>
              </a:defRPr>
            </a:lvl3pPr>
            <a:lvl4pPr>
              <a:defRPr sz="1100" b="0">
                <a:solidFill>
                  <a:srgbClr val="2C5EAA"/>
                </a:solidFill>
                <a:latin typeface="Poppins"/>
                <a:ea typeface="Poppins"/>
                <a:cs typeface="Poppins"/>
              </a:defRPr>
            </a:lvl4pPr>
            <a:lvl5pPr>
              <a:defRPr sz="1100" b="0">
                <a:solidFill>
                  <a:srgbClr val="2C5EAA"/>
                </a:solidFill>
                <a:latin typeface="Poppins"/>
                <a:ea typeface="Poppins"/>
                <a:cs typeface="Poppins"/>
              </a:defRPr>
            </a:lvl5pPr>
            <a:lvl6pPr>
              <a:defRPr sz="1100" b="0">
                <a:solidFill>
                  <a:srgbClr val="2C5EAA"/>
                </a:solidFill>
                <a:latin typeface="Poppins"/>
                <a:ea typeface="Poppins"/>
                <a:cs typeface="Poppins"/>
              </a:defRPr>
            </a:lvl6pPr>
            <a:lvl7pPr>
              <a:defRPr sz="1100" b="0">
                <a:solidFill>
                  <a:srgbClr val="2C5EAA"/>
                </a:solidFill>
                <a:latin typeface="Poppins"/>
                <a:ea typeface="Poppins"/>
                <a:cs typeface="Poppins"/>
              </a:defRPr>
            </a:lvl7pPr>
            <a:lvl8pPr>
              <a:defRPr sz="1100" b="0">
                <a:solidFill>
                  <a:srgbClr val="2C5EAA"/>
                </a:solidFill>
                <a:latin typeface="Poppins"/>
                <a:ea typeface="Poppins"/>
                <a:cs typeface="Poppins"/>
              </a:defRPr>
            </a:lvl8pPr>
            <a:lvl9pPr>
              <a:defRPr sz="1100" b="0">
                <a:solidFill>
                  <a:srgbClr val="2C5EAA"/>
                </a:solidFill>
                <a:latin typeface="Poppins"/>
                <a:ea typeface="Poppins"/>
                <a:cs typeface="Poppins"/>
              </a:defRPr>
            </a:lvl9pPr>
          </a:lstStyle>
          <a:p xmlns:a="http://schemas.openxmlformats.org/drawingml/2006/main">
            <a:pPr>
              <a:defRPr sz="1100" b="0">
                <a:solidFill>
                  <a:srgbClr val="2C5EAA"/>
                </a:solidFill>
                <a:latin typeface="Poppins"/>
                <a:ea typeface="Poppins"/>
                <a:cs typeface="Poppins"/>
              </a:defRPr>
            </a:pPr>
            <a:r>
              <a:rPr sz="1100" b="0">
                <a:solidFill>
                  <a:srgbClr val="2C5EAA"/>
                </a:solidFill>
                <a:latin typeface="Poppins"/>
                <a:ea typeface="Poppins"/>
                <a:cs typeface="Poppins"/>
              </a:rPr>
              <a:t>Citywide share</a:t>
            </a:r>
          </a:p>
        </p:txBody>
      </p:sp>
      <p:sp>
        <p:nvSpPr>
          <p:cNvPr id="36" name="Editable chart path">
            <a:extLst xmlns:a="http://schemas.openxmlformats.org/drawingml/2006/main">
              <a:ext uri="{FF2B5EF4-FFF2-40B4-BE49-F238E27FC236}">
                <a16:creationId xmlns:a16="http://schemas.microsoft.com/office/drawing/2014/main" id="{E2AA7EDC-EA8A-4E4E-B1C0-522BC66221AC}"/>
              </a:ext>
            </a:extLst>
          </p:cNvPr>
          <p:cNvSpPr>
            <a:spLocks xmlns:a="http://schemas.openxmlformats.org/drawingml/2006/main" noGrp="1"/>
          </p:cNvSpPr>
          <p:nvPr/>
        </p:nvSpPr>
        <p:spPr>
          <a:xfrm xmlns:a="http://schemas.openxmlformats.org/drawingml/2006/main">
            <a:off x="8280509" y="2816624"/>
            <a:ext cx="722109" cy="95"/>
          </a:xfrm>
          <a:custGeom xmlns:a="http://schemas.openxmlformats.org/drawingml/2006/main">
            <a:pathLst>
              <a:path w="779878" h="95">
                <a:moveTo>
                  <a:pt x="0" y="0"/>
                </a:moveTo>
                <a:lnTo>
                  <a:pt x="779878" y="0"/>
                </a:lnTo>
              </a:path>
            </a:pathLst>
          </a:custGeom>
          <a:noFill xmlns:a="http://schemas.openxmlformats.org/drawingml/2006/main"/>
          <a:ln xmlns:a="http://schemas.openxmlformats.org/drawingml/2006/main" w="14111">
            <a:solidFill>
              <a:srgbClr val="14295B"/>
            </a:solidFill>
            <a:prstDash val="solid"/>
          </a:ln>
        </p:spPr>
      </p:sp>
      <p:sp>
        <p:nvSpPr>
          <p:cNvPr id="37" name="Editable chart path">
            <a:extLst xmlns:a="http://schemas.openxmlformats.org/drawingml/2006/main">
              <a:ext uri="{FF2B5EF4-FFF2-40B4-BE49-F238E27FC236}">
                <a16:creationId xmlns:a16="http://schemas.microsoft.com/office/drawing/2014/main" id="{F15569DE-3507-4CD4-B0AC-2B446088F90D}"/>
              </a:ext>
            </a:extLst>
          </p:cNvPr>
          <p:cNvSpPr>
            <a:spLocks xmlns:a="http://schemas.openxmlformats.org/drawingml/2006/main" noGrp="1"/>
          </p:cNvSpPr>
          <p:nvPr/>
        </p:nvSpPr>
        <p:spPr>
          <a:xfrm xmlns:a="http://schemas.openxmlformats.org/drawingml/2006/main">
            <a:off x="8280509" y="2781346"/>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38" name="Editable chart path">
            <a:extLst xmlns:a="http://schemas.openxmlformats.org/drawingml/2006/main">
              <a:ext uri="{FF2B5EF4-FFF2-40B4-BE49-F238E27FC236}">
                <a16:creationId xmlns:a16="http://schemas.microsoft.com/office/drawing/2014/main" id="{7235B486-CA8A-4501-B4EC-6E8FB0110D5E}"/>
              </a:ext>
            </a:extLst>
          </p:cNvPr>
          <p:cNvSpPr>
            <a:spLocks xmlns:a="http://schemas.openxmlformats.org/drawingml/2006/main" noGrp="1"/>
          </p:cNvSpPr>
          <p:nvPr/>
        </p:nvSpPr>
        <p:spPr>
          <a:xfrm xmlns:a="http://schemas.openxmlformats.org/drawingml/2006/main">
            <a:off x="9002618" y="2781346"/>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39" name="Editable chart path">
            <a:extLst xmlns:a="http://schemas.openxmlformats.org/drawingml/2006/main">
              <a:ext uri="{FF2B5EF4-FFF2-40B4-BE49-F238E27FC236}">
                <a16:creationId xmlns:a16="http://schemas.microsoft.com/office/drawing/2014/main" id="{7A840383-35B9-4D16-AC77-3C8D3A36FEEF}"/>
              </a:ext>
            </a:extLst>
          </p:cNvPr>
          <p:cNvSpPr>
            <a:spLocks xmlns:a="http://schemas.openxmlformats.org/drawingml/2006/main" noGrp="1"/>
          </p:cNvSpPr>
          <p:nvPr/>
        </p:nvSpPr>
        <p:spPr>
          <a:xfrm xmlns:a="http://schemas.openxmlformats.org/drawingml/2006/main">
            <a:off x="9984818" y="3006708"/>
            <a:ext cx="312172" cy="95"/>
          </a:xfrm>
          <a:custGeom xmlns:a="http://schemas.openxmlformats.org/drawingml/2006/main">
            <a:pathLst>
              <a:path w="337145" h="95">
                <a:moveTo>
                  <a:pt x="0" y="0"/>
                </a:moveTo>
                <a:lnTo>
                  <a:pt x="337145" y="0"/>
                </a:lnTo>
              </a:path>
            </a:pathLst>
          </a:custGeom>
          <a:noFill xmlns:a="http://schemas.openxmlformats.org/drawingml/2006/main"/>
          <a:ln xmlns:a="http://schemas.openxmlformats.org/drawingml/2006/main" w="14111">
            <a:solidFill>
              <a:srgbClr val="8FB8F2"/>
            </a:solidFill>
            <a:prstDash val="solid"/>
          </a:ln>
        </p:spPr>
      </p:sp>
      <p:sp>
        <p:nvSpPr>
          <p:cNvPr id="40" name="Editable chart path">
            <a:extLst xmlns:a="http://schemas.openxmlformats.org/drawingml/2006/main">
              <a:ext uri="{FF2B5EF4-FFF2-40B4-BE49-F238E27FC236}">
                <a16:creationId xmlns:a16="http://schemas.microsoft.com/office/drawing/2014/main" id="{6F74424E-95B3-4B80-A4EF-B6BBD5992DEF}"/>
              </a:ext>
            </a:extLst>
          </p:cNvPr>
          <p:cNvSpPr>
            <a:spLocks xmlns:a="http://schemas.openxmlformats.org/drawingml/2006/main" noGrp="1"/>
          </p:cNvSpPr>
          <p:nvPr/>
        </p:nvSpPr>
        <p:spPr>
          <a:xfrm xmlns:a="http://schemas.openxmlformats.org/drawingml/2006/main">
            <a:off x="9984818" y="2971430"/>
            <a:ext cx="95" cy="70556"/>
          </a:xfrm>
          <a:custGeom xmlns:a="http://schemas.openxmlformats.org/drawingml/2006/main">
            <a:pathLst>
              <a:path w="95" h="76200">
                <a:moveTo>
                  <a:pt x="0" y="76200"/>
                </a:moveTo>
                <a:lnTo>
                  <a:pt x="0" y="0"/>
                </a:lnTo>
              </a:path>
            </a:pathLst>
          </a:custGeom>
          <a:solidFill xmlns:a="http://schemas.openxmlformats.org/drawingml/2006/main">
            <a:srgbClr val="8FB8F2"/>
          </a:solidFill>
          <a:ln xmlns:a="http://schemas.openxmlformats.org/drawingml/2006/main" w="8819">
            <a:solidFill>
              <a:srgbClr val="8FB8F2"/>
            </a:solidFill>
            <a:prstDash val="solid"/>
          </a:ln>
        </p:spPr>
      </p:sp>
      <p:sp>
        <p:nvSpPr>
          <p:cNvPr id="41" name="Editable chart path">
            <a:extLst xmlns:a="http://schemas.openxmlformats.org/drawingml/2006/main">
              <a:ext uri="{FF2B5EF4-FFF2-40B4-BE49-F238E27FC236}">
                <a16:creationId xmlns:a16="http://schemas.microsoft.com/office/drawing/2014/main" id="{E91A7261-A00B-4C5C-9FCF-C5C08A8712BD}"/>
              </a:ext>
            </a:extLst>
          </p:cNvPr>
          <p:cNvSpPr>
            <a:spLocks xmlns:a="http://schemas.openxmlformats.org/drawingml/2006/main" noGrp="1"/>
          </p:cNvSpPr>
          <p:nvPr/>
        </p:nvSpPr>
        <p:spPr>
          <a:xfrm xmlns:a="http://schemas.openxmlformats.org/drawingml/2006/main">
            <a:off x="10296989" y="2971430"/>
            <a:ext cx="95" cy="70556"/>
          </a:xfrm>
          <a:custGeom xmlns:a="http://schemas.openxmlformats.org/drawingml/2006/main">
            <a:pathLst>
              <a:path w="95" h="76200">
                <a:moveTo>
                  <a:pt x="0" y="76200"/>
                </a:moveTo>
                <a:lnTo>
                  <a:pt x="0" y="0"/>
                </a:lnTo>
              </a:path>
            </a:pathLst>
          </a:custGeom>
          <a:solidFill xmlns:a="http://schemas.openxmlformats.org/drawingml/2006/main">
            <a:srgbClr val="8FB8F2"/>
          </a:solidFill>
          <a:ln xmlns:a="http://schemas.openxmlformats.org/drawingml/2006/main" w="8819">
            <a:solidFill>
              <a:srgbClr val="8FB8F2"/>
            </a:solidFill>
            <a:prstDash val="solid"/>
          </a:ln>
        </p:spPr>
      </p:sp>
      <p:sp>
        <p:nvSpPr>
          <p:cNvPr id="42" name="Editable chart path">
            <a:extLst xmlns:a="http://schemas.openxmlformats.org/drawingml/2006/main">
              <a:ext uri="{FF2B5EF4-FFF2-40B4-BE49-F238E27FC236}">
                <a16:creationId xmlns:a16="http://schemas.microsoft.com/office/drawing/2014/main" id="{862141AC-FAB6-4BE6-9360-CEB8A3D3AA32}"/>
              </a:ext>
            </a:extLst>
          </p:cNvPr>
          <p:cNvSpPr>
            <a:spLocks xmlns:a="http://schemas.openxmlformats.org/drawingml/2006/main" noGrp="1"/>
          </p:cNvSpPr>
          <p:nvPr/>
        </p:nvSpPr>
        <p:spPr>
          <a:xfrm xmlns:a="http://schemas.openxmlformats.org/drawingml/2006/main">
            <a:off x="7451952" y="3495496"/>
            <a:ext cx="729075" cy="95"/>
          </a:xfrm>
          <a:custGeom xmlns:a="http://schemas.openxmlformats.org/drawingml/2006/main">
            <a:pathLst>
              <a:path w="787401" h="95">
                <a:moveTo>
                  <a:pt x="0" y="0"/>
                </a:moveTo>
                <a:lnTo>
                  <a:pt x="787401" y="0"/>
                </a:lnTo>
              </a:path>
            </a:pathLst>
          </a:custGeom>
          <a:noFill xmlns:a="http://schemas.openxmlformats.org/drawingml/2006/main"/>
          <a:ln xmlns:a="http://schemas.openxmlformats.org/drawingml/2006/main" w="14111">
            <a:solidFill>
              <a:srgbClr val="14295B"/>
            </a:solidFill>
            <a:prstDash val="solid"/>
          </a:ln>
        </p:spPr>
      </p:sp>
      <p:sp>
        <p:nvSpPr>
          <p:cNvPr id="43" name="Editable chart path">
            <a:extLst xmlns:a="http://schemas.openxmlformats.org/drawingml/2006/main">
              <a:ext uri="{FF2B5EF4-FFF2-40B4-BE49-F238E27FC236}">
                <a16:creationId xmlns:a16="http://schemas.microsoft.com/office/drawing/2014/main" id="{E0CB35E5-37BB-4744-8CE0-32DD59D32202}"/>
              </a:ext>
            </a:extLst>
          </p:cNvPr>
          <p:cNvSpPr>
            <a:spLocks xmlns:a="http://schemas.openxmlformats.org/drawingml/2006/main" noGrp="1"/>
          </p:cNvSpPr>
          <p:nvPr/>
        </p:nvSpPr>
        <p:spPr>
          <a:xfrm xmlns:a="http://schemas.openxmlformats.org/drawingml/2006/main">
            <a:off x="7451952" y="3460219"/>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44" name="Editable chart path">
            <a:extLst xmlns:a="http://schemas.openxmlformats.org/drawingml/2006/main">
              <a:ext uri="{FF2B5EF4-FFF2-40B4-BE49-F238E27FC236}">
                <a16:creationId xmlns:a16="http://schemas.microsoft.com/office/drawing/2014/main" id="{2B695EBF-1984-4B43-9F3E-0D647A973D61}"/>
              </a:ext>
            </a:extLst>
          </p:cNvPr>
          <p:cNvSpPr>
            <a:spLocks xmlns:a="http://schemas.openxmlformats.org/drawingml/2006/main" noGrp="1"/>
          </p:cNvSpPr>
          <p:nvPr/>
        </p:nvSpPr>
        <p:spPr>
          <a:xfrm xmlns:a="http://schemas.openxmlformats.org/drawingml/2006/main">
            <a:off x="8181027" y="3460219"/>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45" name="Editable chart path">
            <a:extLst xmlns:a="http://schemas.openxmlformats.org/drawingml/2006/main">
              <a:ext uri="{FF2B5EF4-FFF2-40B4-BE49-F238E27FC236}">
                <a16:creationId xmlns:a16="http://schemas.microsoft.com/office/drawing/2014/main" id="{F053AB30-51ED-48B5-83D8-485CBC157FC2}"/>
              </a:ext>
            </a:extLst>
          </p:cNvPr>
          <p:cNvSpPr>
            <a:spLocks xmlns:a="http://schemas.openxmlformats.org/drawingml/2006/main" noGrp="1"/>
          </p:cNvSpPr>
          <p:nvPr/>
        </p:nvSpPr>
        <p:spPr>
          <a:xfrm xmlns:a="http://schemas.openxmlformats.org/drawingml/2006/main">
            <a:off x="9226845" y="3685581"/>
            <a:ext cx="488992" cy="95"/>
          </a:xfrm>
          <a:custGeom xmlns:a="http://schemas.openxmlformats.org/drawingml/2006/main">
            <a:pathLst>
              <a:path w="528112" h="95">
                <a:moveTo>
                  <a:pt x="0" y="0"/>
                </a:moveTo>
                <a:lnTo>
                  <a:pt x="528112" y="0"/>
                </a:lnTo>
              </a:path>
            </a:pathLst>
          </a:custGeom>
          <a:noFill xmlns:a="http://schemas.openxmlformats.org/drawingml/2006/main"/>
          <a:ln xmlns:a="http://schemas.openxmlformats.org/drawingml/2006/main" w="14111">
            <a:solidFill>
              <a:srgbClr val="8FB8F2"/>
            </a:solidFill>
            <a:prstDash val="solid"/>
          </a:ln>
        </p:spPr>
      </p:sp>
      <p:sp>
        <p:nvSpPr>
          <p:cNvPr id="46" name="Editable chart path">
            <a:extLst xmlns:a="http://schemas.openxmlformats.org/drawingml/2006/main">
              <a:ext uri="{FF2B5EF4-FFF2-40B4-BE49-F238E27FC236}">
                <a16:creationId xmlns:a16="http://schemas.microsoft.com/office/drawing/2014/main" id="{EDD976BF-BA13-4364-BE44-F8E75BAAE78F}"/>
              </a:ext>
            </a:extLst>
          </p:cNvPr>
          <p:cNvSpPr>
            <a:spLocks xmlns:a="http://schemas.openxmlformats.org/drawingml/2006/main" noGrp="1"/>
          </p:cNvSpPr>
          <p:nvPr/>
        </p:nvSpPr>
        <p:spPr>
          <a:xfrm xmlns:a="http://schemas.openxmlformats.org/drawingml/2006/main">
            <a:off x="9226845" y="3650303"/>
            <a:ext cx="95" cy="70556"/>
          </a:xfrm>
          <a:custGeom xmlns:a="http://schemas.openxmlformats.org/drawingml/2006/main">
            <a:pathLst>
              <a:path w="95" h="76200">
                <a:moveTo>
                  <a:pt x="0" y="76200"/>
                </a:moveTo>
                <a:lnTo>
                  <a:pt x="0" y="0"/>
                </a:lnTo>
              </a:path>
            </a:pathLst>
          </a:custGeom>
          <a:solidFill xmlns:a="http://schemas.openxmlformats.org/drawingml/2006/main">
            <a:srgbClr val="8FB8F2"/>
          </a:solidFill>
          <a:ln xmlns:a="http://schemas.openxmlformats.org/drawingml/2006/main" w="8819">
            <a:solidFill>
              <a:srgbClr val="8FB8F2"/>
            </a:solidFill>
            <a:prstDash val="solid"/>
          </a:ln>
        </p:spPr>
      </p:sp>
      <p:sp>
        <p:nvSpPr>
          <p:cNvPr id="47" name="Editable chart path">
            <a:extLst xmlns:a="http://schemas.openxmlformats.org/drawingml/2006/main">
              <a:ext uri="{FF2B5EF4-FFF2-40B4-BE49-F238E27FC236}">
                <a16:creationId xmlns:a16="http://schemas.microsoft.com/office/drawing/2014/main" id="{C78E5F6F-7C4E-4C9E-BA54-A16FF8725C8A}"/>
              </a:ext>
            </a:extLst>
          </p:cNvPr>
          <p:cNvSpPr>
            <a:spLocks xmlns:a="http://schemas.openxmlformats.org/drawingml/2006/main" noGrp="1"/>
          </p:cNvSpPr>
          <p:nvPr/>
        </p:nvSpPr>
        <p:spPr>
          <a:xfrm xmlns:a="http://schemas.openxmlformats.org/drawingml/2006/main">
            <a:off x="9715838" y="3650303"/>
            <a:ext cx="95" cy="70556"/>
          </a:xfrm>
          <a:custGeom xmlns:a="http://schemas.openxmlformats.org/drawingml/2006/main">
            <a:pathLst>
              <a:path w="95" h="76200">
                <a:moveTo>
                  <a:pt x="0" y="76200"/>
                </a:moveTo>
                <a:lnTo>
                  <a:pt x="0" y="0"/>
                </a:lnTo>
              </a:path>
            </a:pathLst>
          </a:custGeom>
          <a:solidFill xmlns:a="http://schemas.openxmlformats.org/drawingml/2006/main">
            <a:srgbClr val="8FB8F2"/>
          </a:solidFill>
          <a:ln xmlns:a="http://schemas.openxmlformats.org/drawingml/2006/main" w="8819">
            <a:solidFill>
              <a:srgbClr val="8FB8F2"/>
            </a:solidFill>
            <a:prstDash val="solid"/>
          </a:ln>
        </p:spPr>
      </p:sp>
      <p:sp>
        <p:nvSpPr>
          <p:cNvPr id="48" name="Editable chart path">
            <a:extLst xmlns:a="http://schemas.openxmlformats.org/drawingml/2006/main">
              <a:ext uri="{FF2B5EF4-FFF2-40B4-BE49-F238E27FC236}">
                <a16:creationId xmlns:a16="http://schemas.microsoft.com/office/drawing/2014/main" id="{B7AEDF21-D5A9-442C-B666-78E65EF848A7}"/>
              </a:ext>
            </a:extLst>
          </p:cNvPr>
          <p:cNvSpPr>
            <a:spLocks xmlns:a="http://schemas.openxmlformats.org/drawingml/2006/main" noGrp="1"/>
          </p:cNvSpPr>
          <p:nvPr/>
        </p:nvSpPr>
        <p:spPr>
          <a:xfrm xmlns:a="http://schemas.openxmlformats.org/drawingml/2006/main">
            <a:off x="6904554" y="4174369"/>
            <a:ext cx="737051" cy="95"/>
          </a:xfrm>
          <a:custGeom xmlns:a="http://schemas.openxmlformats.org/drawingml/2006/main">
            <a:pathLst>
              <a:path w="796015" h="95">
                <a:moveTo>
                  <a:pt x="0" y="0"/>
                </a:moveTo>
                <a:lnTo>
                  <a:pt x="796015" y="0"/>
                </a:lnTo>
              </a:path>
            </a:pathLst>
          </a:custGeom>
          <a:noFill xmlns:a="http://schemas.openxmlformats.org/drawingml/2006/main"/>
          <a:ln xmlns:a="http://schemas.openxmlformats.org/drawingml/2006/main" w="14111">
            <a:solidFill>
              <a:srgbClr val="C0453C"/>
            </a:solidFill>
            <a:prstDash val="solid"/>
          </a:ln>
        </p:spPr>
      </p:sp>
      <p:sp>
        <p:nvSpPr>
          <p:cNvPr id="49" name="Editable chart path">
            <a:extLst xmlns:a="http://schemas.openxmlformats.org/drawingml/2006/main">
              <a:ext uri="{FF2B5EF4-FFF2-40B4-BE49-F238E27FC236}">
                <a16:creationId xmlns:a16="http://schemas.microsoft.com/office/drawing/2014/main" id="{00F609E2-5095-47AB-A0FB-2A94912C2860}"/>
              </a:ext>
            </a:extLst>
          </p:cNvPr>
          <p:cNvSpPr>
            <a:spLocks xmlns:a="http://schemas.openxmlformats.org/drawingml/2006/main" noGrp="1"/>
          </p:cNvSpPr>
          <p:nvPr/>
        </p:nvSpPr>
        <p:spPr>
          <a:xfrm xmlns:a="http://schemas.openxmlformats.org/drawingml/2006/main">
            <a:off x="6904554" y="4139091"/>
            <a:ext cx="95" cy="70556"/>
          </a:xfrm>
          <a:custGeom xmlns:a="http://schemas.openxmlformats.org/drawingml/2006/main">
            <a:pathLst>
              <a:path w="95" h="76200">
                <a:moveTo>
                  <a:pt x="0" y="76200"/>
                </a:moveTo>
                <a:lnTo>
                  <a:pt x="0" y="0"/>
                </a:lnTo>
              </a:path>
            </a:pathLst>
          </a:custGeom>
          <a:solidFill xmlns:a="http://schemas.openxmlformats.org/drawingml/2006/main">
            <a:srgbClr val="C0453C"/>
          </a:solidFill>
          <a:ln xmlns:a="http://schemas.openxmlformats.org/drawingml/2006/main" w="8819">
            <a:solidFill>
              <a:srgbClr val="C0453C"/>
            </a:solidFill>
            <a:prstDash val="solid"/>
          </a:ln>
        </p:spPr>
      </p:sp>
      <p:sp>
        <p:nvSpPr>
          <p:cNvPr id="50" name="Editable chart path">
            <a:extLst xmlns:a="http://schemas.openxmlformats.org/drawingml/2006/main">
              <a:ext uri="{FF2B5EF4-FFF2-40B4-BE49-F238E27FC236}">
                <a16:creationId xmlns:a16="http://schemas.microsoft.com/office/drawing/2014/main" id="{8D66B5FC-08D8-4F7B-B2FC-38E9E26AB980}"/>
              </a:ext>
            </a:extLst>
          </p:cNvPr>
          <p:cNvSpPr>
            <a:spLocks xmlns:a="http://schemas.openxmlformats.org/drawingml/2006/main" noGrp="1"/>
          </p:cNvSpPr>
          <p:nvPr/>
        </p:nvSpPr>
        <p:spPr>
          <a:xfrm xmlns:a="http://schemas.openxmlformats.org/drawingml/2006/main">
            <a:off x="7641605" y="4139091"/>
            <a:ext cx="95" cy="70556"/>
          </a:xfrm>
          <a:custGeom xmlns:a="http://schemas.openxmlformats.org/drawingml/2006/main">
            <a:pathLst>
              <a:path w="95" h="76200">
                <a:moveTo>
                  <a:pt x="0" y="76200"/>
                </a:moveTo>
                <a:lnTo>
                  <a:pt x="0" y="0"/>
                </a:lnTo>
              </a:path>
            </a:pathLst>
          </a:custGeom>
          <a:solidFill xmlns:a="http://schemas.openxmlformats.org/drawingml/2006/main">
            <a:srgbClr val="C0453C"/>
          </a:solidFill>
          <a:ln xmlns:a="http://schemas.openxmlformats.org/drawingml/2006/main" w="8819">
            <a:solidFill>
              <a:srgbClr val="C0453C"/>
            </a:solidFill>
            <a:prstDash val="solid"/>
          </a:ln>
        </p:spPr>
      </p:sp>
      <p:sp>
        <p:nvSpPr>
          <p:cNvPr id="51" name="Editable chart path">
            <a:extLst xmlns:a="http://schemas.openxmlformats.org/drawingml/2006/main">
              <a:ext uri="{FF2B5EF4-FFF2-40B4-BE49-F238E27FC236}">
                <a16:creationId xmlns:a16="http://schemas.microsoft.com/office/drawing/2014/main" id="{F51F3A72-CC3B-4005-AFFA-15AFD5F37B45}"/>
              </a:ext>
            </a:extLst>
          </p:cNvPr>
          <p:cNvSpPr>
            <a:spLocks xmlns:a="http://schemas.openxmlformats.org/drawingml/2006/main" noGrp="1"/>
          </p:cNvSpPr>
          <p:nvPr/>
        </p:nvSpPr>
        <p:spPr>
          <a:xfrm xmlns:a="http://schemas.openxmlformats.org/drawingml/2006/main">
            <a:off x="8821858" y="4364454"/>
            <a:ext cx="650949" cy="95"/>
          </a:xfrm>
          <a:custGeom xmlns:a="http://schemas.openxmlformats.org/drawingml/2006/main">
            <a:pathLst>
              <a:path w="703024" h="95">
                <a:moveTo>
                  <a:pt x="0" y="0"/>
                </a:moveTo>
                <a:lnTo>
                  <a:pt x="703024" y="0"/>
                </a:lnTo>
              </a:path>
            </a:pathLst>
          </a:custGeom>
          <a:noFill xmlns:a="http://schemas.openxmlformats.org/drawingml/2006/main"/>
          <a:ln xmlns:a="http://schemas.openxmlformats.org/drawingml/2006/main" w="14111">
            <a:solidFill>
              <a:srgbClr val="8FB8F2"/>
            </a:solidFill>
            <a:prstDash val="solid"/>
          </a:ln>
        </p:spPr>
      </p:sp>
      <p:sp>
        <p:nvSpPr>
          <p:cNvPr id="52" name="Editable chart path">
            <a:extLst xmlns:a="http://schemas.openxmlformats.org/drawingml/2006/main">
              <a:ext uri="{FF2B5EF4-FFF2-40B4-BE49-F238E27FC236}">
                <a16:creationId xmlns:a16="http://schemas.microsoft.com/office/drawing/2014/main" id="{122E6EB1-76F7-45BF-9106-2BBB2E77C883}"/>
              </a:ext>
            </a:extLst>
          </p:cNvPr>
          <p:cNvSpPr>
            <a:spLocks xmlns:a="http://schemas.openxmlformats.org/drawingml/2006/main" noGrp="1"/>
          </p:cNvSpPr>
          <p:nvPr/>
        </p:nvSpPr>
        <p:spPr>
          <a:xfrm xmlns:a="http://schemas.openxmlformats.org/drawingml/2006/main">
            <a:off x="8821858" y="4329176"/>
            <a:ext cx="95" cy="70556"/>
          </a:xfrm>
          <a:custGeom xmlns:a="http://schemas.openxmlformats.org/drawingml/2006/main">
            <a:pathLst>
              <a:path w="95" h="76200">
                <a:moveTo>
                  <a:pt x="0" y="76200"/>
                </a:moveTo>
                <a:lnTo>
                  <a:pt x="0" y="0"/>
                </a:lnTo>
              </a:path>
            </a:pathLst>
          </a:custGeom>
          <a:solidFill xmlns:a="http://schemas.openxmlformats.org/drawingml/2006/main">
            <a:srgbClr val="8FB8F2"/>
          </a:solidFill>
          <a:ln xmlns:a="http://schemas.openxmlformats.org/drawingml/2006/main" w="8819">
            <a:solidFill>
              <a:srgbClr val="8FB8F2"/>
            </a:solidFill>
            <a:prstDash val="solid"/>
          </a:ln>
        </p:spPr>
      </p:sp>
      <p:sp>
        <p:nvSpPr>
          <p:cNvPr id="53" name="Editable chart path">
            <a:extLst xmlns:a="http://schemas.openxmlformats.org/drawingml/2006/main">
              <a:ext uri="{FF2B5EF4-FFF2-40B4-BE49-F238E27FC236}">
                <a16:creationId xmlns:a16="http://schemas.microsoft.com/office/drawing/2014/main" id="{A77F1FFE-C125-4F3A-A0A6-F02DB73F3674}"/>
              </a:ext>
            </a:extLst>
          </p:cNvPr>
          <p:cNvSpPr>
            <a:spLocks xmlns:a="http://schemas.openxmlformats.org/drawingml/2006/main" noGrp="1"/>
          </p:cNvSpPr>
          <p:nvPr/>
        </p:nvSpPr>
        <p:spPr>
          <a:xfrm xmlns:a="http://schemas.openxmlformats.org/drawingml/2006/main">
            <a:off x="9472806" y="4329176"/>
            <a:ext cx="95" cy="70556"/>
          </a:xfrm>
          <a:custGeom xmlns:a="http://schemas.openxmlformats.org/drawingml/2006/main">
            <a:pathLst>
              <a:path w="95" h="76200">
                <a:moveTo>
                  <a:pt x="0" y="76200"/>
                </a:moveTo>
                <a:lnTo>
                  <a:pt x="0" y="0"/>
                </a:lnTo>
              </a:path>
            </a:pathLst>
          </a:custGeom>
          <a:solidFill xmlns:a="http://schemas.openxmlformats.org/drawingml/2006/main">
            <a:srgbClr val="8FB8F2"/>
          </a:solidFill>
          <a:ln xmlns:a="http://schemas.openxmlformats.org/drawingml/2006/main" w="8819">
            <a:solidFill>
              <a:srgbClr val="8FB8F2"/>
            </a:solidFill>
            <a:prstDash val="solid"/>
          </a:ln>
        </p:spPr>
      </p:sp>
      <p:sp>
        <p:nvSpPr>
          <p:cNvPr id="54" name="Editable chart path">
            <a:extLst xmlns:a="http://schemas.openxmlformats.org/drawingml/2006/main">
              <a:ext uri="{FF2B5EF4-FFF2-40B4-BE49-F238E27FC236}">
                <a16:creationId xmlns:a16="http://schemas.microsoft.com/office/drawing/2014/main" id="{635626B4-2C13-46FA-8871-C51289137C61}"/>
              </a:ext>
            </a:extLst>
          </p:cNvPr>
          <p:cNvSpPr>
            <a:spLocks xmlns:a="http://schemas.openxmlformats.org/drawingml/2006/main" noGrp="1"/>
          </p:cNvSpPr>
          <p:nvPr/>
        </p:nvSpPr>
        <p:spPr>
          <a:xfrm xmlns:a="http://schemas.openxmlformats.org/drawingml/2006/main">
            <a:off x="8594765" y="2772527"/>
            <a:ext cx="88194" cy="88194"/>
          </a:xfrm>
          <a:custGeom xmlns:a="http://schemas.openxmlformats.org/drawingml/2006/main">
            <a:pathLst>
              <a:path w="95250" h="95250">
                <a:moveTo>
                  <a:pt x="47625" y="95250"/>
                </a:moveTo>
                <a:cubicBezTo>
                  <a:pt x="60255" y="95250"/>
                  <a:pt x="72370" y="90232"/>
                  <a:pt x="81301" y="81301"/>
                </a:cubicBezTo>
                <a:cubicBezTo>
                  <a:pt x="90232" y="72370"/>
                  <a:pt x="95250" y="60255"/>
                  <a:pt x="95250" y="47625"/>
                </a:cubicBezTo>
                <a:cubicBezTo>
                  <a:pt x="95250" y="34995"/>
                  <a:pt x="90232" y="22880"/>
                  <a:pt x="81301" y="13949"/>
                </a:cubicBezTo>
                <a:cubicBezTo>
                  <a:pt x="72370" y="5018"/>
                  <a:pt x="60255" y="0"/>
                  <a:pt x="47625" y="0"/>
                </a:cubicBezTo>
                <a:cubicBezTo>
                  <a:pt x="34995" y="0"/>
                  <a:pt x="22880" y="5018"/>
                  <a:pt x="13949" y="13949"/>
                </a:cubicBezTo>
                <a:cubicBezTo>
                  <a:pt x="5018" y="22880"/>
                  <a:pt x="0" y="34995"/>
                  <a:pt x="0" y="47625"/>
                </a:cubicBezTo>
                <a:cubicBezTo>
                  <a:pt x="0" y="60255"/>
                  <a:pt x="5018" y="72370"/>
                  <a:pt x="13949" y="81301"/>
                </a:cubicBezTo>
                <a:cubicBezTo>
                  <a:pt x="22880" y="90232"/>
                  <a:pt x="34995" y="95250"/>
                  <a:pt x="47625" y="95250"/>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55" name="Editable chart path">
            <a:extLst xmlns:a="http://schemas.openxmlformats.org/drawingml/2006/main">
              <a:ext uri="{FF2B5EF4-FFF2-40B4-BE49-F238E27FC236}">
                <a16:creationId xmlns:a16="http://schemas.microsoft.com/office/drawing/2014/main" id="{5832458F-578F-4F5D-887B-3189181DD3CE}"/>
              </a:ext>
            </a:extLst>
          </p:cNvPr>
          <p:cNvSpPr>
            <a:spLocks xmlns:a="http://schemas.openxmlformats.org/drawingml/2006/main" noGrp="1"/>
          </p:cNvSpPr>
          <p:nvPr/>
        </p:nvSpPr>
        <p:spPr>
          <a:xfrm xmlns:a="http://schemas.openxmlformats.org/drawingml/2006/main">
            <a:off x="10096331" y="2962611"/>
            <a:ext cx="88194" cy="88194"/>
          </a:xfrm>
          <a:custGeom xmlns:a="http://schemas.openxmlformats.org/drawingml/2006/main">
            <a:pathLst>
              <a:path w="95250" h="95250">
                <a:moveTo>
                  <a:pt x="47625" y="95250"/>
                </a:moveTo>
                <a:cubicBezTo>
                  <a:pt x="60255" y="95250"/>
                  <a:pt x="72370" y="90232"/>
                  <a:pt x="81301" y="81301"/>
                </a:cubicBezTo>
                <a:cubicBezTo>
                  <a:pt x="90232" y="72370"/>
                  <a:pt x="95250" y="60255"/>
                  <a:pt x="95250" y="47625"/>
                </a:cubicBezTo>
                <a:cubicBezTo>
                  <a:pt x="95250" y="34995"/>
                  <a:pt x="90232" y="22880"/>
                  <a:pt x="81301" y="13949"/>
                </a:cubicBezTo>
                <a:cubicBezTo>
                  <a:pt x="72370" y="5018"/>
                  <a:pt x="60255" y="0"/>
                  <a:pt x="47625" y="0"/>
                </a:cubicBezTo>
                <a:cubicBezTo>
                  <a:pt x="34995" y="0"/>
                  <a:pt x="22880" y="5018"/>
                  <a:pt x="13949" y="13949"/>
                </a:cubicBezTo>
                <a:cubicBezTo>
                  <a:pt x="5018" y="22880"/>
                  <a:pt x="0" y="34995"/>
                  <a:pt x="0" y="47625"/>
                </a:cubicBezTo>
                <a:cubicBezTo>
                  <a:pt x="0" y="60255"/>
                  <a:pt x="5018" y="72370"/>
                  <a:pt x="13949" y="81301"/>
                </a:cubicBezTo>
                <a:cubicBezTo>
                  <a:pt x="22880" y="90232"/>
                  <a:pt x="34995" y="95250"/>
                  <a:pt x="47625" y="95250"/>
                </a:cubicBezTo>
                <a:close/>
              </a:path>
            </a:pathLst>
          </a:custGeom>
          <a:solidFill xmlns:a="http://schemas.openxmlformats.org/drawingml/2006/main">
            <a:srgbClr val="8FB8F2"/>
          </a:solidFill>
          <a:ln xmlns:a="http://schemas.openxmlformats.org/drawingml/2006/main" w="8819">
            <a:solidFill>
              <a:srgbClr val="8FB8F2"/>
            </a:solidFill>
            <a:prstDash val="solid"/>
          </a:ln>
        </p:spPr>
      </p:sp>
      <p:sp>
        <p:nvSpPr>
          <p:cNvPr id="56" name="Editable chart path">
            <a:extLst xmlns:a="http://schemas.openxmlformats.org/drawingml/2006/main">
              <a:ext uri="{FF2B5EF4-FFF2-40B4-BE49-F238E27FC236}">
                <a16:creationId xmlns:a16="http://schemas.microsoft.com/office/drawing/2014/main" id="{81983672-078B-476F-9F15-5BB5BB4FB893}"/>
              </a:ext>
            </a:extLst>
          </p:cNvPr>
          <p:cNvSpPr>
            <a:spLocks xmlns:a="http://schemas.openxmlformats.org/drawingml/2006/main" noGrp="1"/>
          </p:cNvSpPr>
          <p:nvPr/>
        </p:nvSpPr>
        <p:spPr>
          <a:xfrm xmlns:a="http://schemas.openxmlformats.org/drawingml/2006/main">
            <a:off x="7769542" y="3451399"/>
            <a:ext cx="88194" cy="88194"/>
          </a:xfrm>
          <a:custGeom xmlns:a="http://schemas.openxmlformats.org/drawingml/2006/main">
            <a:pathLst>
              <a:path w="95250" h="95250">
                <a:moveTo>
                  <a:pt x="47625" y="95250"/>
                </a:moveTo>
                <a:cubicBezTo>
                  <a:pt x="60255" y="95250"/>
                  <a:pt x="72370" y="90232"/>
                  <a:pt x="81301" y="81301"/>
                </a:cubicBezTo>
                <a:cubicBezTo>
                  <a:pt x="90232" y="72370"/>
                  <a:pt x="95250" y="60255"/>
                  <a:pt x="95250" y="47625"/>
                </a:cubicBezTo>
                <a:cubicBezTo>
                  <a:pt x="95250" y="34995"/>
                  <a:pt x="90232" y="22880"/>
                  <a:pt x="81301" y="13949"/>
                </a:cubicBezTo>
                <a:cubicBezTo>
                  <a:pt x="72370" y="5018"/>
                  <a:pt x="60255" y="0"/>
                  <a:pt x="47625" y="0"/>
                </a:cubicBezTo>
                <a:cubicBezTo>
                  <a:pt x="34995" y="0"/>
                  <a:pt x="22880" y="5018"/>
                  <a:pt x="13949" y="13949"/>
                </a:cubicBezTo>
                <a:cubicBezTo>
                  <a:pt x="5018" y="22880"/>
                  <a:pt x="0" y="34995"/>
                  <a:pt x="0" y="47625"/>
                </a:cubicBezTo>
                <a:cubicBezTo>
                  <a:pt x="0" y="60255"/>
                  <a:pt x="5018" y="72370"/>
                  <a:pt x="13949" y="81301"/>
                </a:cubicBezTo>
                <a:cubicBezTo>
                  <a:pt x="22880" y="90232"/>
                  <a:pt x="34995" y="95250"/>
                  <a:pt x="47625" y="95250"/>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57" name="Editable chart path">
            <a:extLst xmlns:a="http://schemas.openxmlformats.org/drawingml/2006/main">
              <a:ext uri="{FF2B5EF4-FFF2-40B4-BE49-F238E27FC236}">
                <a16:creationId xmlns:a16="http://schemas.microsoft.com/office/drawing/2014/main" id="{A7FFD1DC-C4AC-4135-A81B-67F5DC4B069C}"/>
              </a:ext>
            </a:extLst>
          </p:cNvPr>
          <p:cNvSpPr>
            <a:spLocks xmlns:a="http://schemas.openxmlformats.org/drawingml/2006/main" noGrp="1"/>
          </p:cNvSpPr>
          <p:nvPr/>
        </p:nvSpPr>
        <p:spPr>
          <a:xfrm xmlns:a="http://schemas.openxmlformats.org/drawingml/2006/main">
            <a:off x="9426047" y="3641484"/>
            <a:ext cx="88194" cy="88194"/>
          </a:xfrm>
          <a:custGeom xmlns:a="http://schemas.openxmlformats.org/drawingml/2006/main">
            <a:pathLst>
              <a:path w="95250" h="95250">
                <a:moveTo>
                  <a:pt x="47625" y="95250"/>
                </a:moveTo>
                <a:cubicBezTo>
                  <a:pt x="60255" y="95250"/>
                  <a:pt x="72370" y="90232"/>
                  <a:pt x="81301" y="81301"/>
                </a:cubicBezTo>
                <a:cubicBezTo>
                  <a:pt x="90232" y="72370"/>
                  <a:pt x="95250" y="60255"/>
                  <a:pt x="95250" y="47625"/>
                </a:cubicBezTo>
                <a:cubicBezTo>
                  <a:pt x="95250" y="34995"/>
                  <a:pt x="90232" y="22880"/>
                  <a:pt x="81301" y="13949"/>
                </a:cubicBezTo>
                <a:cubicBezTo>
                  <a:pt x="72370" y="5018"/>
                  <a:pt x="60255" y="0"/>
                  <a:pt x="47625" y="0"/>
                </a:cubicBezTo>
                <a:cubicBezTo>
                  <a:pt x="34995" y="0"/>
                  <a:pt x="22880" y="5018"/>
                  <a:pt x="13949" y="13949"/>
                </a:cubicBezTo>
                <a:cubicBezTo>
                  <a:pt x="5018" y="22880"/>
                  <a:pt x="0" y="34995"/>
                  <a:pt x="0" y="47625"/>
                </a:cubicBezTo>
                <a:cubicBezTo>
                  <a:pt x="0" y="60255"/>
                  <a:pt x="5018" y="72370"/>
                  <a:pt x="13949" y="81301"/>
                </a:cubicBezTo>
                <a:cubicBezTo>
                  <a:pt x="22880" y="90232"/>
                  <a:pt x="34995" y="95250"/>
                  <a:pt x="47625" y="95250"/>
                </a:cubicBezTo>
                <a:close/>
              </a:path>
            </a:pathLst>
          </a:custGeom>
          <a:solidFill xmlns:a="http://schemas.openxmlformats.org/drawingml/2006/main">
            <a:srgbClr val="8FB8F2"/>
          </a:solidFill>
          <a:ln xmlns:a="http://schemas.openxmlformats.org/drawingml/2006/main" w="8819">
            <a:solidFill>
              <a:srgbClr val="8FB8F2"/>
            </a:solidFill>
            <a:prstDash val="solid"/>
          </a:ln>
        </p:spPr>
      </p:sp>
      <p:sp>
        <p:nvSpPr>
          <p:cNvPr id="58" name="Editable chart path">
            <a:extLst xmlns:a="http://schemas.openxmlformats.org/drawingml/2006/main">
              <a:ext uri="{FF2B5EF4-FFF2-40B4-BE49-F238E27FC236}">
                <a16:creationId xmlns:a16="http://schemas.microsoft.com/office/drawing/2014/main" id="{B1C0D8E3-91A1-4A6E-B232-BFF4CCD16F79}"/>
              </a:ext>
            </a:extLst>
          </p:cNvPr>
          <p:cNvSpPr>
            <a:spLocks xmlns:a="http://schemas.openxmlformats.org/drawingml/2006/main" noGrp="1"/>
          </p:cNvSpPr>
          <p:nvPr/>
        </p:nvSpPr>
        <p:spPr>
          <a:xfrm xmlns:a="http://schemas.openxmlformats.org/drawingml/2006/main">
            <a:off x="7225999" y="4130272"/>
            <a:ext cx="88194" cy="88194"/>
          </a:xfrm>
          <a:custGeom xmlns:a="http://schemas.openxmlformats.org/drawingml/2006/main">
            <a:pathLst>
              <a:path w="95250" h="95250">
                <a:moveTo>
                  <a:pt x="47625" y="95250"/>
                </a:moveTo>
                <a:cubicBezTo>
                  <a:pt x="60255" y="95250"/>
                  <a:pt x="72370" y="90232"/>
                  <a:pt x="81301" y="81301"/>
                </a:cubicBezTo>
                <a:cubicBezTo>
                  <a:pt x="90232" y="72370"/>
                  <a:pt x="95250" y="60255"/>
                  <a:pt x="95250" y="47625"/>
                </a:cubicBezTo>
                <a:cubicBezTo>
                  <a:pt x="95250" y="34995"/>
                  <a:pt x="90232" y="22880"/>
                  <a:pt x="81301" y="13949"/>
                </a:cubicBezTo>
                <a:cubicBezTo>
                  <a:pt x="72370" y="5018"/>
                  <a:pt x="60255" y="0"/>
                  <a:pt x="47625" y="0"/>
                </a:cubicBezTo>
                <a:cubicBezTo>
                  <a:pt x="34995" y="0"/>
                  <a:pt x="22880" y="5018"/>
                  <a:pt x="13949" y="13949"/>
                </a:cubicBezTo>
                <a:cubicBezTo>
                  <a:pt x="5018" y="22880"/>
                  <a:pt x="0" y="34995"/>
                  <a:pt x="0" y="47625"/>
                </a:cubicBezTo>
                <a:cubicBezTo>
                  <a:pt x="0" y="60255"/>
                  <a:pt x="5018" y="72370"/>
                  <a:pt x="13949" y="81301"/>
                </a:cubicBezTo>
                <a:cubicBezTo>
                  <a:pt x="22880" y="90232"/>
                  <a:pt x="34995" y="95250"/>
                  <a:pt x="47625" y="95250"/>
                </a:cubicBezTo>
                <a:close/>
              </a:path>
            </a:pathLst>
          </a:custGeom>
          <a:solidFill xmlns:a="http://schemas.openxmlformats.org/drawingml/2006/main">
            <a:srgbClr val="C0453C"/>
          </a:solidFill>
          <a:ln xmlns:a="http://schemas.openxmlformats.org/drawingml/2006/main" w="8819">
            <a:solidFill>
              <a:srgbClr val="C0453C"/>
            </a:solidFill>
            <a:prstDash val="solid"/>
          </a:ln>
        </p:spPr>
      </p:sp>
      <p:sp>
        <p:nvSpPr>
          <p:cNvPr id="59" name="Editable chart path">
            <a:extLst xmlns:a="http://schemas.openxmlformats.org/drawingml/2006/main">
              <a:ext uri="{FF2B5EF4-FFF2-40B4-BE49-F238E27FC236}">
                <a16:creationId xmlns:a16="http://schemas.microsoft.com/office/drawing/2014/main" id="{47E6F32F-9E4C-496D-A5A2-0670D7AA0439}"/>
              </a:ext>
            </a:extLst>
          </p:cNvPr>
          <p:cNvSpPr>
            <a:spLocks xmlns:a="http://schemas.openxmlformats.org/drawingml/2006/main" noGrp="1"/>
          </p:cNvSpPr>
          <p:nvPr/>
        </p:nvSpPr>
        <p:spPr>
          <a:xfrm xmlns:a="http://schemas.openxmlformats.org/drawingml/2006/main">
            <a:off x="9101085" y="4320356"/>
            <a:ext cx="88194" cy="88194"/>
          </a:xfrm>
          <a:custGeom xmlns:a="http://schemas.openxmlformats.org/drawingml/2006/main">
            <a:pathLst>
              <a:path w="95250" h="95250">
                <a:moveTo>
                  <a:pt x="47625" y="95250"/>
                </a:moveTo>
                <a:cubicBezTo>
                  <a:pt x="60255" y="95250"/>
                  <a:pt x="72370" y="90232"/>
                  <a:pt x="81301" y="81301"/>
                </a:cubicBezTo>
                <a:cubicBezTo>
                  <a:pt x="90232" y="72370"/>
                  <a:pt x="95250" y="60255"/>
                  <a:pt x="95250" y="47625"/>
                </a:cubicBezTo>
                <a:cubicBezTo>
                  <a:pt x="95250" y="34995"/>
                  <a:pt x="90232" y="22880"/>
                  <a:pt x="81301" y="13949"/>
                </a:cubicBezTo>
                <a:cubicBezTo>
                  <a:pt x="72370" y="5018"/>
                  <a:pt x="60255" y="0"/>
                  <a:pt x="47625" y="0"/>
                </a:cubicBezTo>
                <a:cubicBezTo>
                  <a:pt x="34995" y="0"/>
                  <a:pt x="22880" y="5018"/>
                  <a:pt x="13949" y="13949"/>
                </a:cubicBezTo>
                <a:cubicBezTo>
                  <a:pt x="5018" y="22880"/>
                  <a:pt x="0" y="34995"/>
                  <a:pt x="0" y="47625"/>
                </a:cubicBezTo>
                <a:cubicBezTo>
                  <a:pt x="0" y="60255"/>
                  <a:pt x="5018" y="72370"/>
                  <a:pt x="13949" y="81301"/>
                </a:cubicBezTo>
                <a:cubicBezTo>
                  <a:pt x="22880" y="90232"/>
                  <a:pt x="34995" y="95250"/>
                  <a:pt x="47625" y="95250"/>
                </a:cubicBezTo>
                <a:close/>
              </a:path>
            </a:pathLst>
          </a:custGeom>
          <a:solidFill xmlns:a="http://schemas.openxmlformats.org/drawingml/2006/main">
            <a:srgbClr val="8FB8F2"/>
          </a:solidFill>
          <a:ln xmlns:a="http://schemas.openxmlformats.org/drawingml/2006/main" w="8819">
            <a:solidFill>
              <a:srgbClr val="8FB8F2"/>
            </a:solidFill>
            <a:prstDash val="solid"/>
          </a:ln>
        </p:spPr>
      </p:sp>
    </p:spTree>
    <p:extLst>
      <p:ext uri="{BB962C8B-B14F-4D97-AF65-F5344CB8AC3E}">
        <p14:creationId xmlns:p14="http://schemas.microsoft.com/office/powerpoint/2010/main" val="1203846057"/>
      </p:ext>
    </p:extLst>
  </p:cSld>
</p:sld>
</file>

<file path=ppt/slides/slide6.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Q1 · STATISTICAL TESTS · BOOTSTRAP, PERMUTATION, RADAR</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CHECKS SUPPORT THE MAIN ASSOCIATION</a:t>
            </a:r>
            <a:endParaRPr sz="4000"/>
          </a:p>
        </p:txBody>
      </p:sp>
      <p:sp>
        <p:nvSpPr>
          <p:cNvPr id="4" name="Shape 2">
            <a:extLst xmlns:a="http://schemas.openxmlformats.org/drawingml/2006/main">
              <a:ext uri="{FF2B5EF4-FFF2-40B4-BE49-F238E27FC236}">
                <a16:creationId xmlns:a16="http://schemas.microsoft.com/office/drawing/2014/main" id="{E33A63AF-594B-4C66-AE68-7EFDA80D4AB2}"/>
              </a:ext>
            </a:extLst>
          </p:cNvPr>
          <p:cNvSpPr>
            <a:spLocks xmlns:a="http://schemas.openxmlformats.org/drawingml/2006/main" noGrp="1"/>
          </p:cNvSpPr>
          <p:nvPr/>
        </p:nvSpPr>
        <p:spPr>
          <a:xfrm xmlns:a="http://schemas.openxmlformats.org/drawingml/2006/main">
            <a:off x="812800" y="1953220"/>
            <a:ext cx="10566400" cy="3098800"/>
          </a:xfrm>
          <a:prstGeom xmlns:a="http://schemas.openxmlformats.org/drawingml/2006/main" prst="roundRect">
            <a:avLst>
              <a:gd name="adj" fmla="val 5328"/>
            </a:avLst>
          </a:prstGeom>
          <a:solidFill xmlns:a="http://schemas.openxmlformats.org/drawingml/2006/main">
            <a:srgbClr val="FBFCFE"/>
          </a:solidFill>
        </p:spPr>
      </p:sp>
      <p:sp>
        <p:nvSpPr>
          <p:cNvPr id="6" name="Text 3">
            <a:extLst xmlns:a="http://schemas.openxmlformats.org/drawingml/2006/main">
              <a:ext uri="{FF2B5EF4-FFF2-40B4-BE49-F238E27FC236}">
                <a16:creationId xmlns:a16="http://schemas.microsoft.com/office/drawing/2014/main" id="{5BA57E1B-4E62-4675-B842-323E764914E2}"/>
              </a:ext>
            </a:extLst>
          </p:cNvPr>
          <p:cNvSpPr>
            <a:spLocks xmlns:a="http://schemas.openxmlformats.org/drawingml/2006/main" noGrp="1"/>
          </p:cNvSpPr>
          <p:nvPr/>
        </p:nvSpPr>
        <p:spPr>
          <a:xfrm xmlns:a="http://schemas.openxmlformats.org/drawingml/2006/main">
            <a:off x="812800" y="5309791"/>
            <a:ext cx="1688405" cy="25653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820"/>
              </a:lnSpc>
              <a:buNone/>
            </a:pPr>
            <a:r>
              <a:rPr sz="1300" b="1">
                <a:solidFill>
                  <a:srgbClr val="14295B"/>
                </a:solidFill>
                <a:latin typeface="Poppins"/>
                <a:ea typeface="Poppins"/>
                <a:cs typeface="Poppins"/>
              </a:rPr>
              <a:t>Checks include:</a:t>
            </a:r>
            <a:endParaRPr sz="1300"/>
          </a:p>
        </p:txBody>
      </p:sp>
      <p:sp>
        <p:nvSpPr>
          <p:cNvPr id="7" name="Text 4">
            <a:extLst xmlns:a="http://schemas.openxmlformats.org/drawingml/2006/main">
              <a:ext uri="{FF2B5EF4-FFF2-40B4-BE49-F238E27FC236}">
                <a16:creationId xmlns:a16="http://schemas.microsoft.com/office/drawing/2014/main" id="{12E2C471-9C67-40FE-A3E5-CE146575F6AC}"/>
              </a:ext>
            </a:extLst>
          </p:cNvPr>
          <p:cNvSpPr>
            <a:spLocks xmlns:a="http://schemas.openxmlformats.org/drawingml/2006/main" noGrp="1"/>
          </p:cNvSpPr>
          <p:nvPr/>
        </p:nvSpPr>
        <p:spPr>
          <a:xfrm xmlns:a="http://schemas.openxmlformats.org/drawingml/2006/main">
            <a:off x="2501205" y="5255220"/>
            <a:ext cx="1558776" cy="340320"/>
          </a:xfrm>
          <a:prstGeom xmlns:a="http://schemas.openxmlformats.org/drawingml/2006/main" prst="roundRect">
            <a:avLst>
              <a:gd name="adj" fmla="val 50000"/>
            </a:avLst>
          </a:prstGeom>
          <a:solidFill xmlns:a="http://schemas.openxmlformats.org/drawingml/2006/main">
            <a:srgbClr val="14295B"/>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a:solidFill>
                  <a:srgbClr val="FFFFFF"/>
                </a:solidFill>
                <a:latin typeface="Poppins"/>
                <a:ea typeface="Poppins"/>
                <a:cs typeface="Poppins"/>
              </a:rPr>
              <a:t>100 m radar rain</a:t>
            </a:r>
            <a:endParaRPr sz="1200"/>
          </a:p>
        </p:txBody>
      </p:sp>
      <p:sp>
        <p:nvSpPr>
          <p:cNvPr id="8" name="Text 5">
            <a:extLst xmlns:a="http://schemas.openxmlformats.org/drawingml/2006/main">
              <a:ext uri="{FF2B5EF4-FFF2-40B4-BE49-F238E27FC236}">
                <a16:creationId xmlns:a16="http://schemas.microsoft.com/office/drawing/2014/main" id="{6124780B-DFFC-4CEA-B53C-BDB84BF4C8BC}"/>
              </a:ext>
            </a:extLst>
          </p:cNvPr>
          <p:cNvSpPr>
            <a:spLocks xmlns:a="http://schemas.openxmlformats.org/drawingml/2006/main" noGrp="1"/>
          </p:cNvSpPr>
          <p:nvPr/>
        </p:nvSpPr>
        <p:spPr>
          <a:xfrm xmlns:a="http://schemas.openxmlformats.org/drawingml/2006/main">
            <a:off x="4161582" y="5255220"/>
            <a:ext cx="1715591" cy="340320"/>
          </a:xfrm>
          <a:prstGeom xmlns:a="http://schemas.openxmlformats.org/drawingml/2006/main" prst="roundRect">
            <a:avLst>
              <a:gd name="adj" fmla="val 50000"/>
            </a:avLst>
          </a:prstGeom>
          <a:solidFill xmlns:a="http://schemas.openxmlformats.org/drawingml/2006/main">
            <a:srgbClr val="2C5EAA"/>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a:solidFill>
                  <a:srgbClr val="FFFFFF"/>
                </a:solidFill>
                <a:latin typeface="Poppins"/>
                <a:ea typeface="Poppins"/>
                <a:cs typeface="Poppins"/>
              </a:rPr>
              <a:t>Negative binomial</a:t>
            </a:r>
            <a:endParaRPr sz="1200"/>
          </a:p>
        </p:txBody>
      </p:sp>
      <p:sp>
        <p:nvSpPr>
          <p:cNvPr id="9" name="Text 6">
            <a:extLst xmlns:a="http://schemas.openxmlformats.org/drawingml/2006/main">
              <a:ext uri="{FF2B5EF4-FFF2-40B4-BE49-F238E27FC236}">
                <a16:creationId xmlns:a16="http://schemas.microsoft.com/office/drawing/2014/main" id="{2724ACB5-EF21-4DB6-AD76-9C52DB325DDD}"/>
              </a:ext>
            </a:extLst>
          </p:cNvPr>
          <p:cNvSpPr>
            <a:spLocks xmlns:a="http://schemas.openxmlformats.org/drawingml/2006/main" noGrp="1"/>
          </p:cNvSpPr>
          <p:nvPr/>
        </p:nvSpPr>
        <p:spPr>
          <a:xfrm xmlns:a="http://schemas.openxmlformats.org/drawingml/2006/main">
            <a:off x="5978773" y="5255220"/>
            <a:ext cx="1456035" cy="340320"/>
          </a:xfrm>
          <a:prstGeom xmlns:a="http://schemas.openxmlformats.org/drawingml/2006/main" prst="roundRect">
            <a:avLst>
              <a:gd name="adj" fmla="val 50000"/>
            </a:avLst>
          </a:prstGeom>
          <a:solidFill xmlns:a="http://schemas.openxmlformats.org/drawingml/2006/main">
            <a:srgbClr val="2C5EAA"/>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a:solidFill>
                  <a:srgbClr val="FFFFFF"/>
                </a:solidFill>
                <a:latin typeface="Poppins"/>
                <a:ea typeface="Poppins"/>
                <a:cs typeface="Poppins"/>
              </a:rPr>
              <a:t>500 m squares</a:t>
            </a:r>
            <a:endParaRPr sz="1200"/>
          </a:p>
        </p:txBody>
      </p:sp>
      <p:sp>
        <p:nvSpPr>
          <p:cNvPr id="10" name="Text 7">
            <a:extLst xmlns:a="http://schemas.openxmlformats.org/drawingml/2006/main">
              <a:ext uri="{FF2B5EF4-FFF2-40B4-BE49-F238E27FC236}">
                <a16:creationId xmlns:a16="http://schemas.microsoft.com/office/drawing/2014/main" id="{23A80FF1-AAE4-412F-A4B6-423691B2BC6B}"/>
              </a:ext>
            </a:extLst>
          </p:cNvPr>
          <p:cNvSpPr>
            <a:spLocks xmlns:a="http://schemas.openxmlformats.org/drawingml/2006/main" noGrp="1"/>
          </p:cNvSpPr>
          <p:nvPr/>
        </p:nvSpPr>
        <p:spPr>
          <a:xfrm xmlns:a="http://schemas.openxmlformats.org/drawingml/2006/main">
            <a:off x="7536408" y="5255220"/>
            <a:ext cx="1062534" cy="340320"/>
          </a:xfrm>
          <a:prstGeom xmlns:a="http://schemas.openxmlformats.org/drawingml/2006/main" prst="roundRect">
            <a:avLst>
              <a:gd name="adj" fmla="val 50000"/>
            </a:avLst>
          </a:prstGeom>
          <a:solidFill xmlns:a="http://schemas.openxmlformats.org/drawingml/2006/main">
            <a:srgbClr val="2C5EAA"/>
          </a:solidFill>
        </p:spPr>
        <p:txBody>
          <a:bodyPr xmlns:a="http://schemas.openxmlformats.org/drawingml/2006/main" wrap="none" lIns="0" tIns="0" rIns="0" bIns="0" anchor="ctr">
            <a:normAutofit fontScale="99128"/>
          </a:bodyPr>
          <a:lstStyle xmlns:a="http://schemas.openxmlformats.org/drawingml/2006/main"/>
          <a:p xmlns:a="http://schemas.openxmlformats.org/drawingml/2006/main">
            <a:pPr marL="0" indent="0" algn="ctr">
              <a:lnSpc>
                <a:spcPts val="1680"/>
              </a:lnSpc>
              <a:buNone/>
            </a:pPr>
            <a:r>
              <a:rPr sz="1200">
                <a:solidFill>
                  <a:srgbClr val="FFFFFF"/>
                </a:solidFill>
                <a:latin typeface="Poppins"/>
                <a:ea typeface="Poppins"/>
                <a:cs typeface="Poppins"/>
              </a:rPr>
              <a:t>Across years</a:t>
            </a:r>
            <a:endParaRPr sz="1200"/>
          </a:p>
        </p:txBody>
      </p:sp>
      <p:sp>
        <p:nvSpPr>
          <p:cNvPr id="11" name="Text 8">
            <a:extLst xmlns:a="http://schemas.openxmlformats.org/drawingml/2006/main">
              <a:ext uri="{FF2B5EF4-FFF2-40B4-BE49-F238E27FC236}">
                <a16:creationId xmlns:a16="http://schemas.microsoft.com/office/drawing/2014/main" id="{748740AD-49C2-4ADD-8D95-60FE43D853E7}"/>
              </a:ext>
            </a:extLst>
          </p:cNvPr>
          <p:cNvSpPr>
            <a:spLocks xmlns:a="http://schemas.openxmlformats.org/drawingml/2006/main" noGrp="1"/>
          </p:cNvSpPr>
          <p:nvPr/>
        </p:nvSpPr>
        <p:spPr>
          <a:xfrm xmlns:a="http://schemas.openxmlformats.org/drawingml/2006/main">
            <a:off x="8700542" y="5255220"/>
            <a:ext cx="1956991" cy="340320"/>
          </a:xfrm>
          <a:prstGeom xmlns:a="http://schemas.openxmlformats.org/drawingml/2006/main" prst="roundRect">
            <a:avLst>
              <a:gd name="adj" fmla="val 50000"/>
            </a:avLst>
          </a:prstGeom>
          <a:solidFill xmlns:a="http://schemas.openxmlformats.org/drawingml/2006/main">
            <a:srgbClr val="2C5EAA"/>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a:solidFill>
                  <a:srgbClr val="FFFFFF"/>
                </a:solidFill>
                <a:latin typeface="Poppins"/>
                <a:ea typeface="Poppins"/>
                <a:cs typeface="Poppins"/>
              </a:rPr>
              <a:t>Permutation p &lt; 0.001</a:t>
            </a:r>
            <a:endParaRPr sz="12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800" y="6248400"/>
            <a:ext cx="8678763"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Radar: Zhuang et al. (2026), Zenodo 19642566, CC BY 4.0 · identical sample Apr 2022 – Dec 2024</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06</a:t>
            </a:r>
            <a:endParaRPr sz="1200"/>
          </a:p>
        </p:txBody>
      </p:sp>
      <p:sp>
        <p:nvSpPr>
          <p:cNvPr id="14" name="Editable chart path">
            <a:extLst xmlns:a="http://schemas.openxmlformats.org/drawingml/2006/main">
              <a:ext uri="{FF2B5EF4-FFF2-40B4-BE49-F238E27FC236}">
                <a16:creationId xmlns:a16="http://schemas.microsoft.com/office/drawing/2014/main" id="{64F5CDDF-6474-49B1-8247-23C5C9D552AA}"/>
              </a:ext>
            </a:extLst>
          </p:cNvPr>
          <p:cNvSpPr>
            <a:spLocks xmlns:a="http://schemas.openxmlformats.org/drawingml/2006/main" noGrp="1"/>
          </p:cNvSpPr>
          <p:nvPr/>
        </p:nvSpPr>
        <p:spPr>
          <a:xfrm xmlns:a="http://schemas.openxmlformats.org/drawingml/2006/main">
            <a:off x="2457450" y="2105620"/>
            <a:ext cx="7277100" cy="2794000"/>
          </a:xfrm>
          <a:custGeom xmlns:a="http://schemas.openxmlformats.org/drawingml/2006/main">
            <a:pathLst>
              <a:path w="7859268" h="3017520">
                <a:moveTo>
                  <a:pt x="0" y="3017520"/>
                </a:moveTo>
                <a:lnTo>
                  <a:pt x="7859268" y="3017520"/>
                </a:lnTo>
                <a:lnTo>
                  <a:pt x="7859268" y="0"/>
                </a:lnTo>
                <a:lnTo>
                  <a:pt x="0" y="0"/>
                </a:lnTo>
                <a:close/>
              </a:path>
            </a:pathLst>
          </a:custGeom>
          <a:solidFill xmlns:a="http://schemas.openxmlformats.org/drawingml/2006/main">
            <a:srgbClr val="FBFCFE"/>
          </a:solidFill>
          <a:ln xmlns:a="http://schemas.openxmlformats.org/drawingml/2006/main" w="0">
            <a:noFill/>
            <a:prstDash val="solid"/>
          </a:ln>
        </p:spPr>
      </p:sp>
      <p:sp>
        <p:nvSpPr>
          <p:cNvPr id="15" name="Editable chart path">
            <a:extLst xmlns:a="http://schemas.openxmlformats.org/drawingml/2006/main">
              <a:ext uri="{FF2B5EF4-FFF2-40B4-BE49-F238E27FC236}">
                <a16:creationId xmlns:a16="http://schemas.microsoft.com/office/drawing/2014/main" id="{56C6C732-F465-4711-8FC6-8D2066093E16}"/>
              </a:ext>
            </a:extLst>
          </p:cNvPr>
          <p:cNvSpPr>
            <a:spLocks xmlns:a="http://schemas.openxmlformats.org/drawingml/2006/main" noGrp="1"/>
          </p:cNvSpPr>
          <p:nvPr/>
        </p:nvSpPr>
        <p:spPr>
          <a:xfrm xmlns:a="http://schemas.openxmlformats.org/drawingml/2006/main">
            <a:off x="4131183" y="2245320"/>
            <a:ext cx="5385054" cy="2095500"/>
          </a:xfrm>
          <a:custGeom xmlns:a="http://schemas.openxmlformats.org/drawingml/2006/main">
            <a:pathLst>
              <a:path w="5815858" h="2263140">
                <a:moveTo>
                  <a:pt x="0" y="2263140"/>
                </a:moveTo>
                <a:lnTo>
                  <a:pt x="5815858" y="2263140"/>
                </a:lnTo>
                <a:lnTo>
                  <a:pt x="5815858" y="0"/>
                </a:lnTo>
                <a:lnTo>
                  <a:pt x="0" y="0"/>
                </a:lnTo>
                <a:close/>
              </a:path>
            </a:pathLst>
          </a:custGeom>
          <a:solidFill xmlns:a="http://schemas.openxmlformats.org/drawingml/2006/main">
            <a:srgbClr val="FBFCFE"/>
          </a:solidFill>
          <a:ln xmlns:a="http://schemas.openxmlformats.org/drawingml/2006/main" w="0">
            <a:noFill/>
            <a:prstDash val="solid"/>
          </a:ln>
        </p:spPr>
      </p:sp>
      <p:sp>
        <p:nvSpPr>
          <p:cNvPr id="16" name="">
            <a:extLst xmlns:a="http://schemas.openxmlformats.org/drawingml/2006/main">
              <a:ext uri="{FF2B5EF4-FFF2-40B4-BE49-F238E27FC236}">
                <a16:creationId xmlns:a16="http://schemas.microsoft.com/office/drawing/2014/main" id="{CA5E2DDE-F715-4104-B231-232691FD0AF1}"/>
              </a:ext>
            </a:extLst>
          </p:cNvPr>
          <p:cNvSpPr>
            <a:spLocks xmlns:a="http://schemas.openxmlformats.org/drawingml/2006/main" noGrp="1"/>
          </p:cNvSpPr>
          <p:nvPr/>
        </p:nvSpPr>
        <p:spPr>
          <a:xfrm xmlns:a="http://schemas.openxmlformats.org/drawingml/2006/main" rot="0">
            <a:off x="4356056" y="4429014"/>
            <a:ext cx="36309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17" name="">
            <a:extLst xmlns:a="http://schemas.openxmlformats.org/drawingml/2006/main">
              <a:ext uri="{FF2B5EF4-FFF2-40B4-BE49-F238E27FC236}">
                <a16:creationId xmlns:a16="http://schemas.microsoft.com/office/drawing/2014/main" id="{EBA27016-2CC8-460F-A523-A8C87994E3A7}"/>
              </a:ext>
            </a:extLst>
          </p:cNvPr>
          <p:cNvSpPr>
            <a:spLocks xmlns:a="http://schemas.openxmlformats.org/drawingml/2006/main" noGrp="1"/>
          </p:cNvSpPr>
          <p:nvPr/>
        </p:nvSpPr>
        <p:spPr>
          <a:xfrm xmlns:a="http://schemas.openxmlformats.org/drawingml/2006/main" rot="0">
            <a:off x="5374866" y="4429014"/>
            <a:ext cx="35756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18" name="">
            <a:extLst xmlns:a="http://schemas.openxmlformats.org/drawingml/2006/main">
              <a:ext uri="{FF2B5EF4-FFF2-40B4-BE49-F238E27FC236}">
                <a16:creationId xmlns:a16="http://schemas.microsoft.com/office/drawing/2014/main" id="{9C09D09A-E37E-4AA9-8EFE-27DEEBEDA391}"/>
              </a:ext>
            </a:extLst>
          </p:cNvPr>
          <p:cNvSpPr>
            <a:spLocks xmlns:a="http://schemas.openxmlformats.org/drawingml/2006/main" noGrp="1"/>
          </p:cNvSpPr>
          <p:nvPr/>
        </p:nvSpPr>
        <p:spPr>
          <a:xfrm xmlns:a="http://schemas.openxmlformats.org/drawingml/2006/main" rot="0">
            <a:off x="6391914" y="4429014"/>
            <a:ext cx="35556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19" name="">
            <a:extLst xmlns:a="http://schemas.openxmlformats.org/drawingml/2006/main">
              <a:ext uri="{FF2B5EF4-FFF2-40B4-BE49-F238E27FC236}">
                <a16:creationId xmlns:a16="http://schemas.microsoft.com/office/drawing/2014/main" id="{064D9CD4-05F3-484B-9D9A-4445F8BF7693}"/>
              </a:ext>
            </a:extLst>
          </p:cNvPr>
          <p:cNvSpPr>
            <a:spLocks xmlns:a="http://schemas.openxmlformats.org/drawingml/2006/main" noGrp="1"/>
          </p:cNvSpPr>
          <p:nvPr/>
        </p:nvSpPr>
        <p:spPr>
          <a:xfrm xmlns:a="http://schemas.openxmlformats.org/drawingml/2006/main" rot="0">
            <a:off x="7425774" y="4429014"/>
            <a:ext cx="31994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0" name="">
            <a:extLst xmlns:a="http://schemas.openxmlformats.org/drawingml/2006/main">
              <a:ext uri="{FF2B5EF4-FFF2-40B4-BE49-F238E27FC236}">
                <a16:creationId xmlns:a16="http://schemas.microsoft.com/office/drawing/2014/main" id="{9A0BA139-F44A-49B8-AA35-A5DAE5E95378}"/>
              </a:ext>
            </a:extLst>
          </p:cNvPr>
          <p:cNvSpPr>
            <a:spLocks xmlns:a="http://schemas.openxmlformats.org/drawingml/2006/main" noGrp="1"/>
          </p:cNvSpPr>
          <p:nvPr/>
        </p:nvSpPr>
        <p:spPr>
          <a:xfrm xmlns:a="http://schemas.openxmlformats.org/drawingml/2006/main" rot="0">
            <a:off x="8555598" y="4429014"/>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1" name="">
            <a:extLst xmlns:a="http://schemas.openxmlformats.org/drawingml/2006/main">
              <a:ext uri="{FF2B5EF4-FFF2-40B4-BE49-F238E27FC236}">
                <a16:creationId xmlns:a16="http://schemas.microsoft.com/office/drawing/2014/main" id="{01B64A5E-BF7B-4A2C-B439-B046C731AE6E}"/>
              </a:ext>
            </a:extLst>
          </p:cNvPr>
          <p:cNvSpPr>
            <a:spLocks xmlns:a="http://schemas.openxmlformats.org/drawingml/2006/main" noGrp="1"/>
          </p:cNvSpPr>
          <p:nvPr/>
        </p:nvSpPr>
        <p:spPr>
          <a:xfrm xmlns:a="http://schemas.openxmlformats.org/drawingml/2006/main" rot="0">
            <a:off x="5464635" y="4659872"/>
            <a:ext cx="271814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 vacant taxis vs dry · identical sample</a:t>
            </a:r>
          </a:p>
        </p:txBody>
      </p:sp>
      <p:sp>
        <p:nvSpPr>
          <p:cNvPr id="22" name="Editable chart path">
            <a:extLst xmlns:a="http://schemas.openxmlformats.org/drawingml/2006/main">
              <a:ext uri="{FF2B5EF4-FFF2-40B4-BE49-F238E27FC236}">
                <a16:creationId xmlns:a16="http://schemas.microsoft.com/office/drawing/2014/main" id="{E8234470-610C-40DB-8105-9093E8F801F8}"/>
              </a:ext>
            </a:extLst>
          </p:cNvPr>
          <p:cNvSpPr>
            <a:spLocks xmlns:a="http://schemas.openxmlformats.org/drawingml/2006/main" noGrp="1"/>
          </p:cNvSpPr>
          <p:nvPr/>
        </p:nvSpPr>
        <p:spPr>
          <a:xfrm xmlns:a="http://schemas.openxmlformats.org/drawingml/2006/main">
            <a:off x="4131183" y="4016516"/>
            <a:ext cx="5385054" cy="95"/>
          </a:xfrm>
          <a:custGeom xmlns:a="http://schemas.openxmlformats.org/drawingml/2006/main">
            <a:pathLst>
              <a:path w="5815858" h="95">
                <a:moveTo>
                  <a:pt x="0" y="0"/>
                </a:moveTo>
                <a:lnTo>
                  <a:pt x="5815858" y="0"/>
                </a:lnTo>
              </a:path>
            </a:pathLst>
          </a:custGeom>
          <a:noFill xmlns:a="http://schemas.openxmlformats.org/drawingml/2006/main"/>
          <a:ln xmlns:a="http://schemas.openxmlformats.org/drawingml/2006/main" w="6174">
            <a:solidFill>
              <a:srgbClr val="E4EAF4"/>
            </a:solidFill>
            <a:prstDash val="solid"/>
          </a:ln>
        </p:spPr>
      </p:sp>
      <p:sp>
        <p:nvSpPr>
          <p:cNvPr id="23" name="">
            <a:extLst xmlns:a="http://schemas.openxmlformats.org/drawingml/2006/main">
              <a:ext uri="{FF2B5EF4-FFF2-40B4-BE49-F238E27FC236}">
                <a16:creationId xmlns:a16="http://schemas.microsoft.com/office/drawing/2014/main" id="{2DA2D230-C9B8-4E55-959B-723BA9EF771A}"/>
              </a:ext>
            </a:extLst>
          </p:cNvPr>
          <p:cNvSpPr>
            <a:spLocks xmlns:a="http://schemas.openxmlformats.org/drawingml/2006/main" noGrp="1"/>
          </p:cNvSpPr>
          <p:nvPr/>
        </p:nvSpPr>
        <p:spPr>
          <a:xfrm xmlns:a="http://schemas.openxmlformats.org/drawingml/2006/main" rot="0">
            <a:off x="3162748" y="3841891"/>
            <a:ext cx="88439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 Area</a:t>
            </a:r>
          </a:p>
        </p:txBody>
      </p:sp>
      <p:sp>
        <p:nvSpPr>
          <p:cNvPr id="24" name="">
            <a:extLst xmlns:a="http://schemas.openxmlformats.org/drawingml/2006/main">
              <a:ext uri="{FF2B5EF4-FFF2-40B4-BE49-F238E27FC236}">
                <a16:creationId xmlns:a16="http://schemas.microsoft.com/office/drawing/2014/main" id="{DBF27609-6F0F-48AF-B100-DE6711F80001}"/>
              </a:ext>
            </a:extLst>
          </p:cNvPr>
          <p:cNvSpPr>
            <a:spLocks xmlns:a="http://schemas.openxmlformats.org/drawingml/2006/main" noGrp="1"/>
          </p:cNvSpPr>
          <p:nvPr/>
        </p:nvSpPr>
        <p:spPr>
          <a:xfrm xmlns:a="http://schemas.openxmlformats.org/drawingml/2006/main" rot="0">
            <a:off x="3615528" y="4051441"/>
            <a:ext cx="43195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a:t>
            </a:r>
          </a:p>
        </p:txBody>
      </p:sp>
      <p:sp>
        <p:nvSpPr>
          <p:cNvPr id="25" name="Editable chart path">
            <a:extLst xmlns:a="http://schemas.openxmlformats.org/drawingml/2006/main">
              <a:ext uri="{FF2B5EF4-FFF2-40B4-BE49-F238E27FC236}">
                <a16:creationId xmlns:a16="http://schemas.microsoft.com/office/drawing/2014/main" id="{0E144DB7-E804-449E-8FD1-B985855C4187}"/>
              </a:ext>
            </a:extLst>
          </p:cNvPr>
          <p:cNvSpPr>
            <a:spLocks xmlns:a="http://schemas.openxmlformats.org/drawingml/2006/main" noGrp="1"/>
          </p:cNvSpPr>
          <p:nvPr/>
        </p:nvSpPr>
        <p:spPr>
          <a:xfrm xmlns:a="http://schemas.openxmlformats.org/drawingml/2006/main">
            <a:off x="4131183" y="3517588"/>
            <a:ext cx="5385054" cy="95"/>
          </a:xfrm>
          <a:custGeom xmlns:a="http://schemas.openxmlformats.org/drawingml/2006/main">
            <a:pathLst>
              <a:path w="5815858" h="95">
                <a:moveTo>
                  <a:pt x="0" y="0"/>
                </a:moveTo>
                <a:lnTo>
                  <a:pt x="5815858" y="0"/>
                </a:lnTo>
              </a:path>
            </a:pathLst>
          </a:custGeom>
          <a:noFill xmlns:a="http://schemas.openxmlformats.org/drawingml/2006/main"/>
          <a:ln xmlns:a="http://schemas.openxmlformats.org/drawingml/2006/main" w="6174">
            <a:solidFill>
              <a:srgbClr val="E4EAF4"/>
            </a:solidFill>
            <a:prstDash val="solid"/>
          </a:ln>
        </p:spPr>
      </p:sp>
      <p:sp>
        <p:nvSpPr>
          <p:cNvPr id="26" name="">
            <a:extLst xmlns:a="http://schemas.openxmlformats.org/drawingml/2006/main">
              <a:ext uri="{FF2B5EF4-FFF2-40B4-BE49-F238E27FC236}">
                <a16:creationId xmlns:a16="http://schemas.microsoft.com/office/drawing/2014/main" id="{A8DE97C8-5F94-4578-A353-F47AD80FDFAF}"/>
              </a:ext>
            </a:extLst>
          </p:cNvPr>
          <p:cNvSpPr>
            <a:spLocks xmlns:a="http://schemas.openxmlformats.org/drawingml/2006/main" noGrp="1"/>
          </p:cNvSpPr>
          <p:nvPr/>
        </p:nvSpPr>
        <p:spPr>
          <a:xfrm xmlns:a="http://schemas.openxmlformats.org/drawingml/2006/main" rot="0">
            <a:off x="3603791" y="3444245"/>
            <a:ext cx="43919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a:t>
            </a:r>
          </a:p>
        </p:txBody>
      </p:sp>
      <p:sp>
        <p:nvSpPr>
          <p:cNvPr id="27" name="Editable chart path">
            <a:extLst xmlns:a="http://schemas.openxmlformats.org/drawingml/2006/main">
              <a:ext uri="{FF2B5EF4-FFF2-40B4-BE49-F238E27FC236}">
                <a16:creationId xmlns:a16="http://schemas.microsoft.com/office/drawing/2014/main" id="{F73E1EB3-1659-4054-BD47-5F83472BE90C}"/>
              </a:ext>
            </a:extLst>
          </p:cNvPr>
          <p:cNvSpPr>
            <a:spLocks xmlns:a="http://schemas.openxmlformats.org/drawingml/2006/main" noGrp="1"/>
          </p:cNvSpPr>
          <p:nvPr/>
        </p:nvSpPr>
        <p:spPr>
          <a:xfrm xmlns:a="http://schemas.openxmlformats.org/drawingml/2006/main">
            <a:off x="4131183" y="3018659"/>
            <a:ext cx="5385054" cy="95"/>
          </a:xfrm>
          <a:custGeom xmlns:a="http://schemas.openxmlformats.org/drawingml/2006/main">
            <a:pathLst>
              <a:path w="5815858" h="95">
                <a:moveTo>
                  <a:pt x="0" y="0"/>
                </a:moveTo>
                <a:lnTo>
                  <a:pt x="5815858" y="0"/>
                </a:lnTo>
              </a:path>
            </a:pathLst>
          </a:custGeom>
          <a:noFill xmlns:a="http://schemas.openxmlformats.org/drawingml/2006/main"/>
          <a:ln xmlns:a="http://schemas.openxmlformats.org/drawingml/2006/main" w="6174">
            <a:solidFill>
              <a:srgbClr val="E4EAF4"/>
            </a:solidFill>
            <a:prstDash val="solid"/>
          </a:ln>
        </p:spPr>
      </p:sp>
      <p:sp>
        <p:nvSpPr>
          <p:cNvPr id="28" name="">
            <a:extLst xmlns:a="http://schemas.openxmlformats.org/drawingml/2006/main">
              <a:ext uri="{FF2B5EF4-FFF2-40B4-BE49-F238E27FC236}">
                <a16:creationId xmlns:a16="http://schemas.microsoft.com/office/drawing/2014/main" id="{56C0C49C-DA42-479E-A671-28D30AE8CFC5}"/>
              </a:ext>
            </a:extLst>
          </p:cNvPr>
          <p:cNvSpPr>
            <a:spLocks xmlns:a="http://schemas.openxmlformats.org/drawingml/2006/main" noGrp="1"/>
          </p:cNvSpPr>
          <p:nvPr/>
        </p:nvSpPr>
        <p:spPr>
          <a:xfrm xmlns:a="http://schemas.openxmlformats.org/drawingml/2006/main" rot="0">
            <a:off x="3363951" y="2945317"/>
            <a:ext cx="67903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Moderate</a:t>
            </a:r>
          </a:p>
        </p:txBody>
      </p:sp>
      <p:sp>
        <p:nvSpPr>
          <p:cNvPr id="29" name="Editable chart path">
            <a:extLst xmlns:a="http://schemas.openxmlformats.org/drawingml/2006/main">
              <a:ext uri="{FF2B5EF4-FFF2-40B4-BE49-F238E27FC236}">
                <a16:creationId xmlns:a16="http://schemas.microsoft.com/office/drawing/2014/main" id="{F1BE4F25-D587-4148-8ED9-C0DDE6C4DEEB}"/>
              </a:ext>
            </a:extLst>
          </p:cNvPr>
          <p:cNvSpPr>
            <a:spLocks xmlns:a="http://schemas.openxmlformats.org/drawingml/2006/main" noGrp="1"/>
          </p:cNvSpPr>
          <p:nvPr/>
        </p:nvSpPr>
        <p:spPr>
          <a:xfrm xmlns:a="http://schemas.openxmlformats.org/drawingml/2006/main">
            <a:off x="4131183" y="2519731"/>
            <a:ext cx="5385054" cy="95"/>
          </a:xfrm>
          <a:custGeom xmlns:a="http://schemas.openxmlformats.org/drawingml/2006/main">
            <a:pathLst>
              <a:path w="5815858" h="95">
                <a:moveTo>
                  <a:pt x="0" y="0"/>
                </a:moveTo>
                <a:lnTo>
                  <a:pt x="5815858" y="0"/>
                </a:lnTo>
              </a:path>
            </a:pathLst>
          </a:custGeom>
          <a:noFill xmlns:a="http://schemas.openxmlformats.org/drawingml/2006/main"/>
          <a:ln xmlns:a="http://schemas.openxmlformats.org/drawingml/2006/main" w="6174">
            <a:solidFill>
              <a:srgbClr val="E4EAF4"/>
            </a:solidFill>
            <a:prstDash val="solid"/>
          </a:ln>
        </p:spPr>
      </p:sp>
      <p:sp>
        <p:nvSpPr>
          <p:cNvPr id="30" name="">
            <a:extLst xmlns:a="http://schemas.openxmlformats.org/drawingml/2006/main">
              <a:ext uri="{FF2B5EF4-FFF2-40B4-BE49-F238E27FC236}">
                <a16:creationId xmlns:a16="http://schemas.microsoft.com/office/drawing/2014/main" id="{CD31A5A7-51C7-4150-9809-C1ECD8FE69CA}"/>
              </a:ext>
            </a:extLst>
          </p:cNvPr>
          <p:cNvSpPr>
            <a:spLocks xmlns:a="http://schemas.openxmlformats.org/drawingml/2006/main" noGrp="1"/>
          </p:cNvSpPr>
          <p:nvPr/>
        </p:nvSpPr>
        <p:spPr>
          <a:xfrm xmlns:a="http://schemas.openxmlformats.org/drawingml/2006/main" rot="0">
            <a:off x="3709042" y="2446388"/>
            <a:ext cx="33394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a:t>
            </a:r>
          </a:p>
        </p:txBody>
      </p:sp>
      <p:sp>
        <p:nvSpPr>
          <p:cNvPr id="31" name="Editable chart path">
            <a:extLst xmlns:a="http://schemas.openxmlformats.org/drawingml/2006/main">
              <a:ext uri="{FF2B5EF4-FFF2-40B4-BE49-F238E27FC236}">
                <a16:creationId xmlns:a16="http://schemas.microsoft.com/office/drawing/2014/main" id="{EFDFB11C-2E87-4A10-B3EB-7A63FC727742}"/>
              </a:ext>
            </a:extLst>
          </p:cNvPr>
          <p:cNvSpPr>
            <a:spLocks xmlns:a="http://schemas.openxmlformats.org/drawingml/2006/main" noGrp="1"/>
          </p:cNvSpPr>
          <p:nvPr/>
        </p:nvSpPr>
        <p:spPr>
          <a:xfrm xmlns:a="http://schemas.openxmlformats.org/drawingml/2006/main">
            <a:off x="7796980" y="2459859"/>
            <a:ext cx="277616" cy="119743"/>
          </a:xfrm>
          <a:custGeom xmlns:a="http://schemas.openxmlformats.org/drawingml/2006/main">
            <a:pathLst>
              <a:path w="299826" h="129322">
                <a:moveTo>
                  <a:pt x="0" y="0"/>
                </a:moveTo>
                <a:lnTo>
                  <a:pt x="299826" y="129322"/>
                </a:lnTo>
              </a:path>
            </a:pathLst>
          </a:custGeom>
          <a:noFill xmlns:a="http://schemas.openxmlformats.org/drawingml/2006/main"/>
          <a:ln xmlns:a="http://schemas.openxmlformats.org/drawingml/2006/main" w="26458">
            <a:solidFill>
              <a:srgbClr val="DCE6F4"/>
            </a:solidFill>
            <a:prstDash val="solid"/>
          </a:ln>
        </p:spPr>
      </p:sp>
      <p:sp>
        <p:nvSpPr>
          <p:cNvPr id="32" name="Editable chart path">
            <a:extLst xmlns:a="http://schemas.openxmlformats.org/drawingml/2006/main">
              <a:ext uri="{FF2B5EF4-FFF2-40B4-BE49-F238E27FC236}">
                <a16:creationId xmlns:a16="http://schemas.microsoft.com/office/drawing/2014/main" id="{7ADEFCF4-1359-43AC-BB57-A6009DE95B08}"/>
              </a:ext>
            </a:extLst>
          </p:cNvPr>
          <p:cNvSpPr>
            <a:spLocks xmlns:a="http://schemas.openxmlformats.org/drawingml/2006/main" noGrp="1"/>
          </p:cNvSpPr>
          <p:nvPr/>
        </p:nvSpPr>
        <p:spPr>
          <a:xfrm xmlns:a="http://schemas.openxmlformats.org/drawingml/2006/main">
            <a:off x="7533364" y="2958788"/>
            <a:ext cx="123038" cy="119743"/>
          </a:xfrm>
          <a:custGeom xmlns:a="http://schemas.openxmlformats.org/drawingml/2006/main">
            <a:pathLst>
              <a:path w="132881" h="129322">
                <a:moveTo>
                  <a:pt x="0" y="0"/>
                </a:moveTo>
                <a:lnTo>
                  <a:pt x="132881" y="129322"/>
                </a:lnTo>
              </a:path>
            </a:pathLst>
          </a:custGeom>
          <a:noFill xmlns:a="http://schemas.openxmlformats.org/drawingml/2006/main"/>
          <a:ln xmlns:a="http://schemas.openxmlformats.org/drawingml/2006/main" w="26458">
            <a:solidFill>
              <a:srgbClr val="DCE6F4"/>
            </a:solidFill>
            <a:prstDash val="solid"/>
          </a:ln>
        </p:spPr>
      </p:sp>
      <p:sp>
        <p:nvSpPr>
          <p:cNvPr id="33" name="Editable chart path">
            <a:extLst xmlns:a="http://schemas.openxmlformats.org/drawingml/2006/main">
              <a:ext uri="{FF2B5EF4-FFF2-40B4-BE49-F238E27FC236}">
                <a16:creationId xmlns:a16="http://schemas.microsoft.com/office/drawing/2014/main" id="{95F876B9-E0B6-4EAD-9A78-9BD44EF35BF8}"/>
              </a:ext>
            </a:extLst>
          </p:cNvPr>
          <p:cNvSpPr>
            <a:spLocks xmlns:a="http://schemas.openxmlformats.org/drawingml/2006/main" noGrp="1"/>
          </p:cNvSpPr>
          <p:nvPr/>
        </p:nvSpPr>
        <p:spPr>
          <a:xfrm xmlns:a="http://schemas.openxmlformats.org/drawingml/2006/main">
            <a:off x="7370240" y="3457716"/>
            <a:ext cx="11236" cy="119743"/>
          </a:xfrm>
          <a:custGeom xmlns:a="http://schemas.openxmlformats.org/drawingml/2006/main">
            <a:pathLst>
              <a:path w="12135" h="129322">
                <a:moveTo>
                  <a:pt x="0" y="0"/>
                </a:moveTo>
                <a:lnTo>
                  <a:pt x="12135" y="129322"/>
                </a:lnTo>
              </a:path>
            </a:pathLst>
          </a:custGeom>
          <a:noFill xmlns:a="http://schemas.openxmlformats.org/drawingml/2006/main"/>
          <a:ln xmlns:a="http://schemas.openxmlformats.org/drawingml/2006/main" w="26458">
            <a:solidFill>
              <a:srgbClr val="DCE6F4"/>
            </a:solidFill>
            <a:prstDash val="solid"/>
          </a:ln>
        </p:spPr>
      </p:sp>
      <p:sp>
        <p:nvSpPr>
          <p:cNvPr id="34" name="Editable chart path">
            <a:extLst xmlns:a="http://schemas.openxmlformats.org/drawingml/2006/main">
              <a:ext uri="{FF2B5EF4-FFF2-40B4-BE49-F238E27FC236}">
                <a16:creationId xmlns:a16="http://schemas.microsoft.com/office/drawing/2014/main" id="{F0023895-15EE-4469-85FC-3D3F68ADE9A5}"/>
              </a:ext>
            </a:extLst>
          </p:cNvPr>
          <p:cNvSpPr>
            <a:spLocks xmlns:a="http://schemas.openxmlformats.org/drawingml/2006/main" noGrp="1"/>
          </p:cNvSpPr>
          <p:nvPr/>
        </p:nvSpPr>
        <p:spPr>
          <a:xfrm xmlns:a="http://schemas.openxmlformats.org/drawingml/2006/main">
            <a:off x="6166651" y="3956645"/>
            <a:ext cx="66193" cy="119743"/>
          </a:xfrm>
          <a:custGeom xmlns:a="http://schemas.openxmlformats.org/drawingml/2006/main">
            <a:pathLst>
              <a:path w="71488" h="129322">
                <a:moveTo>
                  <a:pt x="71488" y="0"/>
                </a:moveTo>
                <a:lnTo>
                  <a:pt x="0" y="129322"/>
                </a:lnTo>
              </a:path>
            </a:pathLst>
          </a:custGeom>
          <a:noFill xmlns:a="http://schemas.openxmlformats.org/drawingml/2006/main"/>
          <a:ln xmlns:a="http://schemas.openxmlformats.org/drawingml/2006/main" w="26458">
            <a:solidFill>
              <a:srgbClr val="DCE6F4"/>
            </a:solidFill>
            <a:prstDash val="solid"/>
          </a:ln>
        </p:spPr>
      </p:sp>
      <p:sp>
        <p:nvSpPr>
          <p:cNvPr id="35" name="Editable chart path">
            <a:extLst xmlns:a="http://schemas.openxmlformats.org/drawingml/2006/main">
              <a:ext uri="{FF2B5EF4-FFF2-40B4-BE49-F238E27FC236}">
                <a16:creationId xmlns:a16="http://schemas.microsoft.com/office/drawing/2014/main" id="{900ED5A3-D586-4BE1-8EDC-DAA1C3F0CAF8}"/>
              </a:ext>
            </a:extLst>
          </p:cNvPr>
          <p:cNvSpPr>
            <a:spLocks xmlns:a="http://schemas.openxmlformats.org/drawingml/2006/main" noGrp="1"/>
          </p:cNvSpPr>
          <p:nvPr/>
        </p:nvSpPr>
        <p:spPr>
          <a:xfrm xmlns:a="http://schemas.openxmlformats.org/drawingml/2006/main">
            <a:off x="8601794" y="2245320"/>
            <a:ext cx="95" cy="2095500"/>
          </a:xfrm>
          <a:custGeom xmlns:a="http://schemas.openxmlformats.org/drawingml/2006/main">
            <a:pathLst>
              <a:path w="95" h="2263140">
                <a:moveTo>
                  <a:pt x="0" y="2263140"/>
                </a:moveTo>
                <a:lnTo>
                  <a:pt x="0" y="0"/>
                </a:lnTo>
              </a:path>
            </a:pathLst>
          </a:custGeom>
          <a:noFill xmlns:a="http://schemas.openxmlformats.org/drawingml/2006/main"/>
          <a:ln xmlns:a="http://schemas.openxmlformats.org/drawingml/2006/main" w="7056">
            <a:solidFill>
              <a:srgbClr val="5A6683"/>
            </a:solidFill>
            <a:prstDash val="solid"/>
          </a:ln>
        </p:spPr>
      </p:sp>
      <p:sp>
        <p:nvSpPr>
          <p:cNvPr id="36" name="Editable chart path">
            <a:extLst xmlns:a="http://schemas.openxmlformats.org/drawingml/2006/main">
              <a:ext uri="{FF2B5EF4-FFF2-40B4-BE49-F238E27FC236}">
                <a16:creationId xmlns:a16="http://schemas.microsoft.com/office/drawing/2014/main" id="{1592A41D-626E-46FC-8EC4-D87CE5234D39}"/>
              </a:ext>
            </a:extLst>
          </p:cNvPr>
          <p:cNvSpPr>
            <a:spLocks xmlns:a="http://schemas.openxmlformats.org/drawingml/2006/main" noGrp="1"/>
          </p:cNvSpPr>
          <p:nvPr/>
        </p:nvSpPr>
        <p:spPr>
          <a:xfrm xmlns:a="http://schemas.openxmlformats.org/drawingml/2006/main">
            <a:off x="4131183" y="4340820"/>
            <a:ext cx="5385054" cy="95"/>
          </a:xfrm>
          <a:custGeom xmlns:a="http://schemas.openxmlformats.org/drawingml/2006/main">
            <a:pathLst>
              <a:path w="5815858" h="95">
                <a:moveTo>
                  <a:pt x="0" y="0"/>
                </a:moveTo>
                <a:lnTo>
                  <a:pt x="5815858" y="0"/>
                </a:lnTo>
              </a:path>
            </a:pathLst>
          </a:custGeom>
          <a:noFill xmlns:a="http://schemas.openxmlformats.org/drawingml/2006/main"/>
          <a:ln xmlns:a="http://schemas.openxmlformats.org/drawingml/2006/main" w="7056">
            <a:solidFill>
              <a:srgbClr val="E4EAF4"/>
            </a:solidFill>
            <a:prstDash val="solid"/>
          </a:ln>
        </p:spPr>
      </p:sp>
      <p:sp>
        <p:nvSpPr>
          <p:cNvPr id="37" name="">
            <a:extLst xmlns:a="http://schemas.openxmlformats.org/drawingml/2006/main">
              <a:ext uri="{FF2B5EF4-FFF2-40B4-BE49-F238E27FC236}">
                <a16:creationId xmlns:a16="http://schemas.microsoft.com/office/drawing/2014/main" id="{D36FF26A-B79A-4C9E-9179-9B0AF6DD0531}"/>
              </a:ext>
            </a:extLst>
          </p:cNvPr>
          <p:cNvSpPr>
            <a:spLocks xmlns:a="http://schemas.openxmlformats.org/drawingml/2006/main" noGrp="1"/>
          </p:cNvSpPr>
          <p:nvPr/>
        </p:nvSpPr>
        <p:spPr>
          <a:xfrm xmlns:a="http://schemas.openxmlformats.org/drawingml/2006/main" rot="0">
            <a:off x="6601810" y="2353179"/>
            <a:ext cx="97297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Gauge −7.9%</a:t>
            </a:r>
          </a:p>
        </p:txBody>
      </p:sp>
      <p:sp>
        <p:nvSpPr>
          <p:cNvPr id="38" name="">
            <a:extLst xmlns:a="http://schemas.openxmlformats.org/drawingml/2006/main">
              <a:ext uri="{FF2B5EF4-FFF2-40B4-BE49-F238E27FC236}">
                <a16:creationId xmlns:a16="http://schemas.microsoft.com/office/drawing/2014/main" id="{F460E3C3-B359-4EA9-9B20-19FF81C5B93C}"/>
              </a:ext>
            </a:extLst>
          </p:cNvPr>
          <p:cNvSpPr>
            <a:spLocks xmlns:a="http://schemas.openxmlformats.org/drawingml/2006/main" noGrp="1"/>
          </p:cNvSpPr>
          <p:nvPr/>
        </p:nvSpPr>
        <p:spPr>
          <a:xfrm xmlns:a="http://schemas.openxmlformats.org/drawingml/2006/main" rot="0">
            <a:off x="8251248" y="2472922"/>
            <a:ext cx="91897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2C5EAA"/>
                </a:solidFill>
                <a:latin typeface="Poppins"/>
                <a:ea typeface="Poppins"/>
                <a:cs typeface="Poppins"/>
              </a:defRPr>
            </a:defPPr>
            <a:lvl1pPr>
              <a:defRPr sz="1200" b="0">
                <a:solidFill>
                  <a:srgbClr val="2C5EAA"/>
                </a:solidFill>
                <a:latin typeface="Poppins"/>
                <a:ea typeface="Poppins"/>
                <a:cs typeface="Poppins"/>
              </a:defRPr>
            </a:lvl1pPr>
            <a:lvl2pPr>
              <a:defRPr sz="1200" b="0">
                <a:solidFill>
                  <a:srgbClr val="2C5EAA"/>
                </a:solidFill>
                <a:latin typeface="Poppins"/>
                <a:ea typeface="Poppins"/>
                <a:cs typeface="Poppins"/>
              </a:defRPr>
            </a:lvl2pPr>
            <a:lvl3pPr>
              <a:defRPr sz="1200" b="0">
                <a:solidFill>
                  <a:srgbClr val="2C5EAA"/>
                </a:solidFill>
                <a:latin typeface="Poppins"/>
                <a:ea typeface="Poppins"/>
                <a:cs typeface="Poppins"/>
              </a:defRPr>
            </a:lvl3pPr>
            <a:lvl4pPr>
              <a:defRPr sz="1200" b="0">
                <a:solidFill>
                  <a:srgbClr val="2C5EAA"/>
                </a:solidFill>
                <a:latin typeface="Poppins"/>
                <a:ea typeface="Poppins"/>
                <a:cs typeface="Poppins"/>
              </a:defRPr>
            </a:lvl4pPr>
            <a:lvl5pPr>
              <a:defRPr sz="1200" b="0">
                <a:solidFill>
                  <a:srgbClr val="2C5EAA"/>
                </a:solidFill>
                <a:latin typeface="Poppins"/>
                <a:ea typeface="Poppins"/>
                <a:cs typeface="Poppins"/>
              </a:defRPr>
            </a:lvl5pPr>
            <a:lvl6pPr>
              <a:defRPr sz="1200" b="0">
                <a:solidFill>
                  <a:srgbClr val="2C5EAA"/>
                </a:solidFill>
                <a:latin typeface="Poppins"/>
                <a:ea typeface="Poppins"/>
                <a:cs typeface="Poppins"/>
              </a:defRPr>
            </a:lvl6pPr>
            <a:lvl7pPr>
              <a:defRPr sz="1200" b="0">
                <a:solidFill>
                  <a:srgbClr val="2C5EAA"/>
                </a:solidFill>
                <a:latin typeface="Poppins"/>
                <a:ea typeface="Poppins"/>
                <a:cs typeface="Poppins"/>
              </a:defRPr>
            </a:lvl7pPr>
            <a:lvl8pPr>
              <a:defRPr sz="1200" b="0">
                <a:solidFill>
                  <a:srgbClr val="2C5EAA"/>
                </a:solidFill>
                <a:latin typeface="Poppins"/>
                <a:ea typeface="Poppins"/>
                <a:cs typeface="Poppins"/>
              </a:defRPr>
            </a:lvl8pPr>
            <a:lvl9pPr>
              <a:defRPr sz="1200" b="0">
                <a:solidFill>
                  <a:srgbClr val="2C5EAA"/>
                </a:solidFill>
                <a:latin typeface="Poppins"/>
                <a:ea typeface="Poppins"/>
                <a:cs typeface="Poppins"/>
              </a:defRPr>
            </a:lvl9pPr>
          </a:lstStyle>
          <a:p xmlns:a="http://schemas.openxmlformats.org/drawingml/2006/main">
            <a:pPr>
              <a:defRPr sz="1200" b="0">
                <a:solidFill>
                  <a:srgbClr val="2C5EAA"/>
                </a:solidFill>
                <a:latin typeface="Poppins"/>
                <a:ea typeface="Poppins"/>
                <a:cs typeface="Poppins"/>
              </a:defRPr>
            </a:pPr>
            <a:r>
              <a:rPr sz="1200" b="0">
                <a:solidFill>
                  <a:srgbClr val="2C5EAA"/>
                </a:solidFill>
                <a:latin typeface="Poppins"/>
                <a:ea typeface="Poppins"/>
                <a:cs typeface="Poppins"/>
              </a:rPr>
              <a:t>Radar −5.2%</a:t>
            </a:r>
          </a:p>
        </p:txBody>
      </p:sp>
      <p:sp>
        <p:nvSpPr>
          <p:cNvPr id="39" name="">
            <a:extLst xmlns:a="http://schemas.openxmlformats.org/drawingml/2006/main">
              <a:ext uri="{FF2B5EF4-FFF2-40B4-BE49-F238E27FC236}">
                <a16:creationId xmlns:a16="http://schemas.microsoft.com/office/drawing/2014/main" id="{C3DF0BB9-47CB-4E88-AFB5-7E3812B6F9D2}"/>
              </a:ext>
            </a:extLst>
          </p:cNvPr>
          <p:cNvSpPr>
            <a:spLocks xmlns:a="http://schemas.openxmlformats.org/drawingml/2006/main" noGrp="1"/>
          </p:cNvSpPr>
          <p:nvPr/>
        </p:nvSpPr>
        <p:spPr>
          <a:xfrm xmlns:a="http://schemas.openxmlformats.org/drawingml/2006/main" rot="0">
            <a:off x="6279606" y="2852108"/>
            <a:ext cx="103393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Gauge −10.5%</a:t>
            </a:r>
          </a:p>
        </p:txBody>
      </p:sp>
      <p:sp>
        <p:nvSpPr>
          <p:cNvPr id="40" name="">
            <a:extLst xmlns:a="http://schemas.openxmlformats.org/drawingml/2006/main">
              <a:ext uri="{FF2B5EF4-FFF2-40B4-BE49-F238E27FC236}">
                <a16:creationId xmlns:a16="http://schemas.microsoft.com/office/drawing/2014/main" id="{33021B98-170E-45B0-BD97-AA9E8C76111B}"/>
              </a:ext>
            </a:extLst>
          </p:cNvPr>
          <p:cNvSpPr>
            <a:spLocks xmlns:a="http://schemas.openxmlformats.org/drawingml/2006/main" noGrp="1"/>
          </p:cNvSpPr>
          <p:nvPr/>
        </p:nvSpPr>
        <p:spPr>
          <a:xfrm xmlns:a="http://schemas.openxmlformats.org/drawingml/2006/main" rot="0">
            <a:off x="7866075" y="2971851"/>
            <a:ext cx="921448"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2C5EAA"/>
                </a:solidFill>
                <a:latin typeface="Poppins"/>
                <a:ea typeface="Poppins"/>
                <a:cs typeface="Poppins"/>
              </a:defRPr>
            </a:defPPr>
            <a:lvl1pPr>
              <a:defRPr sz="1200" b="0">
                <a:solidFill>
                  <a:srgbClr val="2C5EAA"/>
                </a:solidFill>
                <a:latin typeface="Poppins"/>
                <a:ea typeface="Poppins"/>
                <a:cs typeface="Poppins"/>
              </a:defRPr>
            </a:lvl1pPr>
            <a:lvl2pPr>
              <a:defRPr sz="1200" b="0">
                <a:solidFill>
                  <a:srgbClr val="2C5EAA"/>
                </a:solidFill>
                <a:latin typeface="Poppins"/>
                <a:ea typeface="Poppins"/>
                <a:cs typeface="Poppins"/>
              </a:defRPr>
            </a:lvl2pPr>
            <a:lvl3pPr>
              <a:defRPr sz="1200" b="0">
                <a:solidFill>
                  <a:srgbClr val="2C5EAA"/>
                </a:solidFill>
                <a:latin typeface="Poppins"/>
                <a:ea typeface="Poppins"/>
                <a:cs typeface="Poppins"/>
              </a:defRPr>
            </a:lvl3pPr>
            <a:lvl4pPr>
              <a:defRPr sz="1200" b="0">
                <a:solidFill>
                  <a:srgbClr val="2C5EAA"/>
                </a:solidFill>
                <a:latin typeface="Poppins"/>
                <a:ea typeface="Poppins"/>
                <a:cs typeface="Poppins"/>
              </a:defRPr>
            </a:lvl4pPr>
            <a:lvl5pPr>
              <a:defRPr sz="1200" b="0">
                <a:solidFill>
                  <a:srgbClr val="2C5EAA"/>
                </a:solidFill>
                <a:latin typeface="Poppins"/>
                <a:ea typeface="Poppins"/>
                <a:cs typeface="Poppins"/>
              </a:defRPr>
            </a:lvl5pPr>
            <a:lvl6pPr>
              <a:defRPr sz="1200" b="0">
                <a:solidFill>
                  <a:srgbClr val="2C5EAA"/>
                </a:solidFill>
                <a:latin typeface="Poppins"/>
                <a:ea typeface="Poppins"/>
                <a:cs typeface="Poppins"/>
              </a:defRPr>
            </a:lvl6pPr>
            <a:lvl7pPr>
              <a:defRPr sz="1200" b="0">
                <a:solidFill>
                  <a:srgbClr val="2C5EAA"/>
                </a:solidFill>
                <a:latin typeface="Poppins"/>
                <a:ea typeface="Poppins"/>
                <a:cs typeface="Poppins"/>
              </a:defRPr>
            </a:lvl7pPr>
            <a:lvl8pPr>
              <a:defRPr sz="1200" b="0">
                <a:solidFill>
                  <a:srgbClr val="2C5EAA"/>
                </a:solidFill>
                <a:latin typeface="Poppins"/>
                <a:ea typeface="Poppins"/>
                <a:cs typeface="Poppins"/>
              </a:defRPr>
            </a:lvl8pPr>
            <a:lvl9pPr>
              <a:defRPr sz="1200" b="0">
                <a:solidFill>
                  <a:srgbClr val="2C5EAA"/>
                </a:solidFill>
                <a:latin typeface="Poppins"/>
                <a:ea typeface="Poppins"/>
                <a:cs typeface="Poppins"/>
              </a:defRPr>
            </a:lvl9pPr>
          </a:lstStyle>
          <a:p xmlns:a="http://schemas.openxmlformats.org/drawingml/2006/main">
            <a:pPr>
              <a:defRPr sz="1200" b="0">
                <a:solidFill>
                  <a:srgbClr val="2C5EAA"/>
                </a:solidFill>
                <a:latin typeface="Poppins"/>
                <a:ea typeface="Poppins"/>
                <a:cs typeface="Poppins"/>
              </a:defRPr>
            </a:pPr>
            <a:r>
              <a:rPr sz="1200" b="0">
                <a:solidFill>
                  <a:srgbClr val="2C5EAA"/>
                </a:solidFill>
                <a:latin typeface="Poppins"/>
                <a:ea typeface="Poppins"/>
                <a:cs typeface="Poppins"/>
              </a:rPr>
              <a:t>Radar −9.3%</a:t>
            </a:r>
          </a:p>
        </p:txBody>
      </p:sp>
      <p:sp>
        <p:nvSpPr>
          <p:cNvPr id="41" name="">
            <a:extLst xmlns:a="http://schemas.openxmlformats.org/drawingml/2006/main">
              <a:ext uri="{FF2B5EF4-FFF2-40B4-BE49-F238E27FC236}">
                <a16:creationId xmlns:a16="http://schemas.microsoft.com/office/drawing/2014/main" id="{FD922D16-8D83-4F9A-880B-8648587D3AE9}"/>
              </a:ext>
            </a:extLst>
          </p:cNvPr>
          <p:cNvSpPr>
            <a:spLocks xmlns:a="http://schemas.openxmlformats.org/drawingml/2006/main" noGrp="1"/>
          </p:cNvSpPr>
          <p:nvPr/>
        </p:nvSpPr>
        <p:spPr>
          <a:xfrm xmlns:a="http://schemas.openxmlformats.org/drawingml/2006/main" rot="0">
            <a:off x="6172236" y="3351036"/>
            <a:ext cx="97888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Gauge −12.1%</a:t>
            </a:r>
          </a:p>
        </p:txBody>
      </p:sp>
      <p:sp>
        <p:nvSpPr>
          <p:cNvPr id="42" name="">
            <a:extLst xmlns:a="http://schemas.openxmlformats.org/drawingml/2006/main">
              <a:ext uri="{FF2B5EF4-FFF2-40B4-BE49-F238E27FC236}">
                <a16:creationId xmlns:a16="http://schemas.microsoft.com/office/drawing/2014/main" id="{6AB0C8EC-2C4F-4E19-8E46-805EBE7930F8}"/>
              </a:ext>
            </a:extLst>
          </p:cNvPr>
          <p:cNvSpPr>
            <a:spLocks xmlns:a="http://schemas.openxmlformats.org/drawingml/2006/main" noGrp="1"/>
          </p:cNvSpPr>
          <p:nvPr/>
        </p:nvSpPr>
        <p:spPr>
          <a:xfrm xmlns:a="http://schemas.openxmlformats.org/drawingml/2006/main" rot="0">
            <a:off x="7606436" y="3470779"/>
            <a:ext cx="96774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2C5EAA"/>
                </a:solidFill>
                <a:latin typeface="Poppins"/>
                <a:ea typeface="Poppins"/>
                <a:cs typeface="Poppins"/>
              </a:defRPr>
            </a:defPPr>
            <a:lvl1pPr>
              <a:defRPr sz="1200" b="0">
                <a:solidFill>
                  <a:srgbClr val="2C5EAA"/>
                </a:solidFill>
                <a:latin typeface="Poppins"/>
                <a:ea typeface="Poppins"/>
                <a:cs typeface="Poppins"/>
              </a:defRPr>
            </a:lvl1pPr>
            <a:lvl2pPr>
              <a:defRPr sz="1200" b="0">
                <a:solidFill>
                  <a:srgbClr val="2C5EAA"/>
                </a:solidFill>
                <a:latin typeface="Poppins"/>
                <a:ea typeface="Poppins"/>
                <a:cs typeface="Poppins"/>
              </a:defRPr>
            </a:lvl2pPr>
            <a:lvl3pPr>
              <a:defRPr sz="1200" b="0">
                <a:solidFill>
                  <a:srgbClr val="2C5EAA"/>
                </a:solidFill>
                <a:latin typeface="Poppins"/>
                <a:ea typeface="Poppins"/>
                <a:cs typeface="Poppins"/>
              </a:defRPr>
            </a:lvl3pPr>
            <a:lvl4pPr>
              <a:defRPr sz="1200" b="0">
                <a:solidFill>
                  <a:srgbClr val="2C5EAA"/>
                </a:solidFill>
                <a:latin typeface="Poppins"/>
                <a:ea typeface="Poppins"/>
                <a:cs typeface="Poppins"/>
              </a:defRPr>
            </a:lvl4pPr>
            <a:lvl5pPr>
              <a:defRPr sz="1200" b="0">
                <a:solidFill>
                  <a:srgbClr val="2C5EAA"/>
                </a:solidFill>
                <a:latin typeface="Poppins"/>
                <a:ea typeface="Poppins"/>
                <a:cs typeface="Poppins"/>
              </a:defRPr>
            </a:lvl5pPr>
            <a:lvl6pPr>
              <a:defRPr sz="1200" b="0">
                <a:solidFill>
                  <a:srgbClr val="2C5EAA"/>
                </a:solidFill>
                <a:latin typeface="Poppins"/>
                <a:ea typeface="Poppins"/>
                <a:cs typeface="Poppins"/>
              </a:defRPr>
            </a:lvl6pPr>
            <a:lvl7pPr>
              <a:defRPr sz="1200" b="0">
                <a:solidFill>
                  <a:srgbClr val="2C5EAA"/>
                </a:solidFill>
                <a:latin typeface="Poppins"/>
                <a:ea typeface="Poppins"/>
                <a:cs typeface="Poppins"/>
              </a:defRPr>
            </a:lvl7pPr>
            <a:lvl8pPr>
              <a:defRPr sz="1200" b="0">
                <a:solidFill>
                  <a:srgbClr val="2C5EAA"/>
                </a:solidFill>
                <a:latin typeface="Poppins"/>
                <a:ea typeface="Poppins"/>
                <a:cs typeface="Poppins"/>
              </a:defRPr>
            </a:lvl8pPr>
            <a:lvl9pPr>
              <a:defRPr sz="1200" b="0">
                <a:solidFill>
                  <a:srgbClr val="2C5EAA"/>
                </a:solidFill>
                <a:latin typeface="Poppins"/>
                <a:ea typeface="Poppins"/>
                <a:cs typeface="Poppins"/>
              </a:defRPr>
            </a:lvl9pPr>
          </a:lstStyle>
          <a:p xmlns:a="http://schemas.openxmlformats.org/drawingml/2006/main">
            <a:pPr>
              <a:defRPr sz="1200" b="0">
                <a:solidFill>
                  <a:srgbClr val="2C5EAA"/>
                </a:solidFill>
                <a:latin typeface="Poppins"/>
                <a:ea typeface="Poppins"/>
                <a:cs typeface="Poppins"/>
              </a:defRPr>
            </a:pPr>
            <a:r>
              <a:rPr sz="1200" b="0">
                <a:solidFill>
                  <a:srgbClr val="2C5EAA"/>
                </a:solidFill>
                <a:latin typeface="Poppins"/>
                <a:ea typeface="Poppins"/>
                <a:cs typeface="Poppins"/>
              </a:rPr>
              <a:t>Radar −12.0%</a:t>
            </a:r>
          </a:p>
        </p:txBody>
      </p:sp>
      <p:sp>
        <p:nvSpPr>
          <p:cNvPr id="43" name="">
            <a:extLst xmlns:a="http://schemas.openxmlformats.org/drawingml/2006/main">
              <a:ext uri="{FF2B5EF4-FFF2-40B4-BE49-F238E27FC236}">
                <a16:creationId xmlns:a16="http://schemas.microsoft.com/office/drawing/2014/main" id="{352A2CC5-371D-4A08-8511-947AF7D98280}"/>
              </a:ext>
            </a:extLst>
          </p:cNvPr>
          <p:cNvSpPr>
            <a:spLocks xmlns:a="http://schemas.openxmlformats.org/drawingml/2006/main" noGrp="1"/>
          </p:cNvSpPr>
          <p:nvPr/>
        </p:nvSpPr>
        <p:spPr>
          <a:xfrm xmlns:a="http://schemas.openxmlformats.org/drawingml/2006/main" rot="0">
            <a:off x="4722700" y="3849965"/>
            <a:ext cx="106089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Gauge −23.3%</a:t>
            </a:r>
          </a:p>
        </p:txBody>
      </p:sp>
      <p:sp>
        <p:nvSpPr>
          <p:cNvPr id="44" name="">
            <a:extLst xmlns:a="http://schemas.openxmlformats.org/drawingml/2006/main">
              <a:ext uri="{FF2B5EF4-FFF2-40B4-BE49-F238E27FC236}">
                <a16:creationId xmlns:a16="http://schemas.microsoft.com/office/drawing/2014/main" id="{AF0DF7D1-CCD1-48A7-A1E1-3006A19AFA05}"/>
              </a:ext>
            </a:extLst>
          </p:cNvPr>
          <p:cNvSpPr>
            <a:spLocks xmlns:a="http://schemas.openxmlformats.org/drawingml/2006/main" noGrp="1"/>
          </p:cNvSpPr>
          <p:nvPr/>
        </p:nvSpPr>
        <p:spPr>
          <a:xfrm xmlns:a="http://schemas.openxmlformats.org/drawingml/2006/main" rot="0">
            <a:off x="6636988" y="3969708"/>
            <a:ext cx="101488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Radar −24.0%</a:t>
            </a:r>
          </a:p>
        </p:txBody>
      </p:sp>
      <p:sp>
        <p:nvSpPr>
          <p:cNvPr id="45" name="Editable chart path">
            <a:extLst xmlns:a="http://schemas.openxmlformats.org/drawingml/2006/main">
              <a:ext uri="{FF2B5EF4-FFF2-40B4-BE49-F238E27FC236}">
                <a16:creationId xmlns:a16="http://schemas.microsoft.com/office/drawing/2014/main" id="{8CB8804B-0885-4920-A523-7F89C0551FCD}"/>
              </a:ext>
            </a:extLst>
          </p:cNvPr>
          <p:cNvSpPr>
            <a:spLocks xmlns:a="http://schemas.openxmlformats.org/drawingml/2006/main" noGrp="1"/>
          </p:cNvSpPr>
          <p:nvPr/>
        </p:nvSpPr>
        <p:spPr>
          <a:xfrm xmlns:a="http://schemas.openxmlformats.org/drawingml/2006/main">
            <a:off x="7645912" y="2459859"/>
            <a:ext cx="304615" cy="95"/>
          </a:xfrm>
          <a:custGeom xmlns:a="http://schemas.openxmlformats.org/drawingml/2006/main">
            <a:pathLst>
              <a:path w="328984" h="95">
                <a:moveTo>
                  <a:pt x="0" y="0"/>
                </a:moveTo>
                <a:lnTo>
                  <a:pt x="328984" y="0"/>
                </a:lnTo>
              </a:path>
            </a:pathLst>
          </a:custGeom>
          <a:noFill xmlns:a="http://schemas.openxmlformats.org/drawingml/2006/main"/>
          <a:ln xmlns:a="http://schemas.openxmlformats.org/drawingml/2006/main" w="14111">
            <a:solidFill>
              <a:srgbClr val="14295B"/>
            </a:solidFill>
            <a:prstDash val="solid"/>
          </a:ln>
        </p:spPr>
      </p:sp>
      <p:sp>
        <p:nvSpPr>
          <p:cNvPr id="46" name="Editable chart path">
            <a:extLst xmlns:a="http://schemas.openxmlformats.org/drawingml/2006/main">
              <a:ext uri="{FF2B5EF4-FFF2-40B4-BE49-F238E27FC236}">
                <a16:creationId xmlns:a16="http://schemas.microsoft.com/office/drawing/2014/main" id="{8C53A251-D447-4472-BC3D-2A342050F57D}"/>
              </a:ext>
            </a:extLst>
          </p:cNvPr>
          <p:cNvSpPr>
            <a:spLocks xmlns:a="http://schemas.openxmlformats.org/drawingml/2006/main" noGrp="1"/>
          </p:cNvSpPr>
          <p:nvPr/>
        </p:nvSpPr>
        <p:spPr>
          <a:xfrm xmlns:a="http://schemas.openxmlformats.org/drawingml/2006/main">
            <a:off x="7645912" y="2424582"/>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47" name="Editable chart path">
            <a:extLst xmlns:a="http://schemas.openxmlformats.org/drawingml/2006/main">
              <a:ext uri="{FF2B5EF4-FFF2-40B4-BE49-F238E27FC236}">
                <a16:creationId xmlns:a16="http://schemas.microsoft.com/office/drawing/2014/main" id="{A319152F-DCF2-4D7F-9B11-ECA68B81A8BA}"/>
              </a:ext>
            </a:extLst>
          </p:cNvPr>
          <p:cNvSpPr>
            <a:spLocks xmlns:a="http://schemas.openxmlformats.org/drawingml/2006/main" noGrp="1"/>
          </p:cNvSpPr>
          <p:nvPr/>
        </p:nvSpPr>
        <p:spPr>
          <a:xfrm xmlns:a="http://schemas.openxmlformats.org/drawingml/2006/main">
            <a:off x="7950527" y="2424582"/>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48" name="Editable chart path">
            <a:extLst xmlns:a="http://schemas.openxmlformats.org/drawingml/2006/main">
              <a:ext uri="{FF2B5EF4-FFF2-40B4-BE49-F238E27FC236}">
                <a16:creationId xmlns:a16="http://schemas.microsoft.com/office/drawing/2014/main" id="{E15F1EE4-C8D0-4B3C-B99C-8E6DB1CF9DD9}"/>
              </a:ext>
            </a:extLst>
          </p:cNvPr>
          <p:cNvSpPr>
            <a:spLocks xmlns:a="http://schemas.openxmlformats.org/drawingml/2006/main" noGrp="1"/>
          </p:cNvSpPr>
          <p:nvPr/>
        </p:nvSpPr>
        <p:spPr>
          <a:xfrm xmlns:a="http://schemas.openxmlformats.org/drawingml/2006/main">
            <a:off x="7970211" y="2579602"/>
            <a:ext cx="209914" cy="95"/>
          </a:xfrm>
          <a:custGeom xmlns:a="http://schemas.openxmlformats.org/drawingml/2006/main">
            <a:pathLst>
              <a:path w="226707" h="95">
                <a:moveTo>
                  <a:pt x="0" y="0"/>
                </a:moveTo>
                <a:lnTo>
                  <a:pt x="226707" y="0"/>
                </a:lnTo>
              </a:path>
            </a:pathLst>
          </a:custGeom>
          <a:noFill xmlns:a="http://schemas.openxmlformats.org/drawingml/2006/main"/>
          <a:ln xmlns:a="http://schemas.openxmlformats.org/drawingml/2006/main" w="14111">
            <a:solidFill>
              <a:srgbClr val="2C5EAA"/>
            </a:solidFill>
            <a:prstDash val="solid"/>
          </a:ln>
        </p:spPr>
      </p:sp>
      <p:sp>
        <p:nvSpPr>
          <p:cNvPr id="49" name="Editable chart path">
            <a:extLst xmlns:a="http://schemas.openxmlformats.org/drawingml/2006/main">
              <a:ext uri="{FF2B5EF4-FFF2-40B4-BE49-F238E27FC236}">
                <a16:creationId xmlns:a16="http://schemas.microsoft.com/office/drawing/2014/main" id="{4194DC96-A47E-4083-BB95-49F256F58269}"/>
              </a:ext>
            </a:extLst>
          </p:cNvPr>
          <p:cNvSpPr>
            <a:spLocks xmlns:a="http://schemas.openxmlformats.org/drawingml/2006/main" noGrp="1"/>
          </p:cNvSpPr>
          <p:nvPr/>
        </p:nvSpPr>
        <p:spPr>
          <a:xfrm xmlns:a="http://schemas.openxmlformats.org/drawingml/2006/main">
            <a:off x="7970211" y="2544324"/>
            <a:ext cx="95" cy="70556"/>
          </a:xfrm>
          <a:custGeom xmlns:a="http://schemas.openxmlformats.org/drawingml/2006/main">
            <a:pathLst>
              <a:path w="95" h="76200">
                <a:moveTo>
                  <a:pt x="0" y="7620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50" name="Editable chart path">
            <a:extLst xmlns:a="http://schemas.openxmlformats.org/drawingml/2006/main">
              <a:ext uri="{FF2B5EF4-FFF2-40B4-BE49-F238E27FC236}">
                <a16:creationId xmlns:a16="http://schemas.microsoft.com/office/drawing/2014/main" id="{7BDD4042-9630-41A4-BB02-AA1F74D7BFC3}"/>
              </a:ext>
            </a:extLst>
          </p:cNvPr>
          <p:cNvSpPr>
            <a:spLocks xmlns:a="http://schemas.openxmlformats.org/drawingml/2006/main" noGrp="1"/>
          </p:cNvSpPr>
          <p:nvPr/>
        </p:nvSpPr>
        <p:spPr>
          <a:xfrm xmlns:a="http://schemas.openxmlformats.org/drawingml/2006/main">
            <a:off x="8180125" y="2544324"/>
            <a:ext cx="95" cy="70556"/>
          </a:xfrm>
          <a:custGeom xmlns:a="http://schemas.openxmlformats.org/drawingml/2006/main">
            <a:pathLst>
              <a:path w="95" h="76200">
                <a:moveTo>
                  <a:pt x="0" y="7620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51" name="Editable chart path">
            <a:extLst xmlns:a="http://schemas.openxmlformats.org/drawingml/2006/main">
              <a:ext uri="{FF2B5EF4-FFF2-40B4-BE49-F238E27FC236}">
                <a16:creationId xmlns:a16="http://schemas.microsoft.com/office/drawing/2014/main" id="{119741BD-8262-4216-9C54-D79B66C91647}"/>
              </a:ext>
            </a:extLst>
          </p:cNvPr>
          <p:cNvSpPr>
            <a:spLocks xmlns:a="http://schemas.openxmlformats.org/drawingml/2006/main" noGrp="1"/>
          </p:cNvSpPr>
          <p:nvPr/>
        </p:nvSpPr>
        <p:spPr>
          <a:xfrm xmlns:a="http://schemas.openxmlformats.org/drawingml/2006/main">
            <a:off x="7384668" y="2958788"/>
            <a:ext cx="299864" cy="95"/>
          </a:xfrm>
          <a:custGeom xmlns:a="http://schemas.openxmlformats.org/drawingml/2006/main">
            <a:pathLst>
              <a:path w="323853" h="95">
                <a:moveTo>
                  <a:pt x="0" y="0"/>
                </a:moveTo>
                <a:lnTo>
                  <a:pt x="323853" y="0"/>
                </a:lnTo>
              </a:path>
            </a:pathLst>
          </a:custGeom>
          <a:noFill xmlns:a="http://schemas.openxmlformats.org/drawingml/2006/main"/>
          <a:ln xmlns:a="http://schemas.openxmlformats.org/drawingml/2006/main" w="14111">
            <a:solidFill>
              <a:srgbClr val="14295B"/>
            </a:solidFill>
            <a:prstDash val="solid"/>
          </a:ln>
        </p:spPr>
      </p:sp>
      <p:sp>
        <p:nvSpPr>
          <p:cNvPr id="52" name="Editable chart path">
            <a:extLst xmlns:a="http://schemas.openxmlformats.org/drawingml/2006/main">
              <a:ext uri="{FF2B5EF4-FFF2-40B4-BE49-F238E27FC236}">
                <a16:creationId xmlns:a16="http://schemas.microsoft.com/office/drawing/2014/main" id="{CCC99868-1C00-4DBB-9390-AE7EB99E5C53}"/>
              </a:ext>
            </a:extLst>
          </p:cNvPr>
          <p:cNvSpPr>
            <a:spLocks xmlns:a="http://schemas.openxmlformats.org/drawingml/2006/main" noGrp="1"/>
          </p:cNvSpPr>
          <p:nvPr/>
        </p:nvSpPr>
        <p:spPr>
          <a:xfrm xmlns:a="http://schemas.openxmlformats.org/drawingml/2006/main">
            <a:off x="7384668" y="2923510"/>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53" name="Editable chart path">
            <a:extLst xmlns:a="http://schemas.openxmlformats.org/drawingml/2006/main">
              <a:ext uri="{FF2B5EF4-FFF2-40B4-BE49-F238E27FC236}">
                <a16:creationId xmlns:a16="http://schemas.microsoft.com/office/drawing/2014/main" id="{514AD164-2802-4E19-AACD-9B57965D600D}"/>
              </a:ext>
            </a:extLst>
          </p:cNvPr>
          <p:cNvSpPr>
            <a:spLocks xmlns:a="http://schemas.openxmlformats.org/drawingml/2006/main" noGrp="1"/>
          </p:cNvSpPr>
          <p:nvPr/>
        </p:nvSpPr>
        <p:spPr>
          <a:xfrm xmlns:a="http://schemas.openxmlformats.org/drawingml/2006/main">
            <a:off x="7684532" y="2923510"/>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54" name="Editable chart path">
            <a:extLst xmlns:a="http://schemas.openxmlformats.org/drawingml/2006/main">
              <a:ext uri="{FF2B5EF4-FFF2-40B4-BE49-F238E27FC236}">
                <a16:creationId xmlns:a16="http://schemas.microsoft.com/office/drawing/2014/main" id="{FCC2AEC0-0C74-4579-889B-723E42D36FB1}"/>
              </a:ext>
            </a:extLst>
          </p:cNvPr>
          <p:cNvSpPr>
            <a:spLocks xmlns:a="http://schemas.openxmlformats.org/drawingml/2006/main" noGrp="1"/>
          </p:cNvSpPr>
          <p:nvPr/>
        </p:nvSpPr>
        <p:spPr>
          <a:xfrm xmlns:a="http://schemas.openxmlformats.org/drawingml/2006/main">
            <a:off x="7519904" y="3078531"/>
            <a:ext cx="275047" cy="95"/>
          </a:xfrm>
          <a:custGeom xmlns:a="http://schemas.openxmlformats.org/drawingml/2006/main">
            <a:pathLst>
              <a:path w="297051" h="95">
                <a:moveTo>
                  <a:pt x="0" y="0"/>
                </a:moveTo>
                <a:lnTo>
                  <a:pt x="297051" y="0"/>
                </a:lnTo>
              </a:path>
            </a:pathLst>
          </a:custGeom>
          <a:noFill xmlns:a="http://schemas.openxmlformats.org/drawingml/2006/main"/>
          <a:ln xmlns:a="http://schemas.openxmlformats.org/drawingml/2006/main" w="14111">
            <a:solidFill>
              <a:srgbClr val="2C5EAA"/>
            </a:solidFill>
            <a:prstDash val="solid"/>
          </a:ln>
        </p:spPr>
      </p:sp>
      <p:sp>
        <p:nvSpPr>
          <p:cNvPr id="55" name="Editable chart path">
            <a:extLst xmlns:a="http://schemas.openxmlformats.org/drawingml/2006/main">
              <a:ext uri="{FF2B5EF4-FFF2-40B4-BE49-F238E27FC236}">
                <a16:creationId xmlns:a16="http://schemas.microsoft.com/office/drawing/2014/main" id="{B4B99F3A-F61F-4273-904E-4EDAFDED918C}"/>
              </a:ext>
            </a:extLst>
          </p:cNvPr>
          <p:cNvSpPr>
            <a:spLocks xmlns:a="http://schemas.openxmlformats.org/drawingml/2006/main" noGrp="1"/>
          </p:cNvSpPr>
          <p:nvPr/>
        </p:nvSpPr>
        <p:spPr>
          <a:xfrm xmlns:a="http://schemas.openxmlformats.org/drawingml/2006/main">
            <a:off x="7519904" y="3043253"/>
            <a:ext cx="95" cy="70556"/>
          </a:xfrm>
          <a:custGeom xmlns:a="http://schemas.openxmlformats.org/drawingml/2006/main">
            <a:pathLst>
              <a:path w="95" h="76200">
                <a:moveTo>
                  <a:pt x="0" y="7620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56" name="Editable chart path">
            <a:extLst xmlns:a="http://schemas.openxmlformats.org/drawingml/2006/main">
              <a:ext uri="{FF2B5EF4-FFF2-40B4-BE49-F238E27FC236}">
                <a16:creationId xmlns:a16="http://schemas.microsoft.com/office/drawing/2014/main" id="{EEA7497A-C9B8-4E0B-B2B4-A8F66FF62469}"/>
              </a:ext>
            </a:extLst>
          </p:cNvPr>
          <p:cNvSpPr>
            <a:spLocks xmlns:a="http://schemas.openxmlformats.org/drawingml/2006/main" noGrp="1"/>
          </p:cNvSpPr>
          <p:nvPr/>
        </p:nvSpPr>
        <p:spPr>
          <a:xfrm xmlns:a="http://schemas.openxmlformats.org/drawingml/2006/main">
            <a:off x="7794952" y="3043253"/>
            <a:ext cx="95" cy="70556"/>
          </a:xfrm>
          <a:custGeom xmlns:a="http://schemas.openxmlformats.org/drawingml/2006/main">
            <a:pathLst>
              <a:path w="95" h="76200">
                <a:moveTo>
                  <a:pt x="0" y="7620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57" name="Editable chart path">
            <a:extLst xmlns:a="http://schemas.openxmlformats.org/drawingml/2006/main">
              <a:ext uri="{FF2B5EF4-FFF2-40B4-BE49-F238E27FC236}">
                <a16:creationId xmlns:a16="http://schemas.microsoft.com/office/drawing/2014/main" id="{D79083DB-0420-494A-B13C-F84795DF469F}"/>
              </a:ext>
            </a:extLst>
          </p:cNvPr>
          <p:cNvSpPr>
            <a:spLocks xmlns:a="http://schemas.openxmlformats.org/drawingml/2006/main" noGrp="1"/>
          </p:cNvSpPr>
          <p:nvPr/>
        </p:nvSpPr>
        <p:spPr>
          <a:xfrm xmlns:a="http://schemas.openxmlformats.org/drawingml/2006/main">
            <a:off x="7222244" y="3457716"/>
            <a:ext cx="298487" cy="95"/>
          </a:xfrm>
          <a:custGeom xmlns:a="http://schemas.openxmlformats.org/drawingml/2006/main">
            <a:pathLst>
              <a:path w="322366" h="95">
                <a:moveTo>
                  <a:pt x="0" y="0"/>
                </a:moveTo>
                <a:lnTo>
                  <a:pt x="322366" y="0"/>
                </a:lnTo>
              </a:path>
            </a:pathLst>
          </a:custGeom>
          <a:noFill xmlns:a="http://schemas.openxmlformats.org/drawingml/2006/main"/>
          <a:ln xmlns:a="http://schemas.openxmlformats.org/drawingml/2006/main" w="14111">
            <a:solidFill>
              <a:srgbClr val="14295B"/>
            </a:solidFill>
            <a:prstDash val="solid"/>
          </a:ln>
        </p:spPr>
      </p:sp>
      <p:sp>
        <p:nvSpPr>
          <p:cNvPr id="58" name="Editable chart path">
            <a:extLst xmlns:a="http://schemas.openxmlformats.org/drawingml/2006/main">
              <a:ext uri="{FF2B5EF4-FFF2-40B4-BE49-F238E27FC236}">
                <a16:creationId xmlns:a16="http://schemas.microsoft.com/office/drawing/2014/main" id="{E6CA41F2-9FA7-47AB-B998-C0AFFD1D6E73}"/>
              </a:ext>
            </a:extLst>
          </p:cNvPr>
          <p:cNvSpPr>
            <a:spLocks xmlns:a="http://schemas.openxmlformats.org/drawingml/2006/main" noGrp="1"/>
          </p:cNvSpPr>
          <p:nvPr/>
        </p:nvSpPr>
        <p:spPr>
          <a:xfrm xmlns:a="http://schemas.openxmlformats.org/drawingml/2006/main">
            <a:off x="7222244" y="3422439"/>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59" name="Editable chart path">
            <a:extLst xmlns:a="http://schemas.openxmlformats.org/drawingml/2006/main">
              <a:ext uri="{FF2B5EF4-FFF2-40B4-BE49-F238E27FC236}">
                <a16:creationId xmlns:a16="http://schemas.microsoft.com/office/drawing/2014/main" id="{A16F58C8-AB56-4880-8717-9B926DAFBBB6}"/>
              </a:ext>
            </a:extLst>
          </p:cNvPr>
          <p:cNvSpPr>
            <a:spLocks xmlns:a="http://schemas.openxmlformats.org/drawingml/2006/main" noGrp="1"/>
          </p:cNvSpPr>
          <p:nvPr/>
        </p:nvSpPr>
        <p:spPr>
          <a:xfrm xmlns:a="http://schemas.openxmlformats.org/drawingml/2006/main">
            <a:off x="7520731" y="3422439"/>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60" name="Editable chart path">
            <a:extLst xmlns:a="http://schemas.openxmlformats.org/drawingml/2006/main">
              <a:ext uri="{FF2B5EF4-FFF2-40B4-BE49-F238E27FC236}">
                <a16:creationId xmlns:a16="http://schemas.microsoft.com/office/drawing/2014/main" id="{7E7F3392-A946-4E54-B9FD-A3401E844695}"/>
              </a:ext>
            </a:extLst>
          </p:cNvPr>
          <p:cNvSpPr>
            <a:spLocks xmlns:a="http://schemas.openxmlformats.org/drawingml/2006/main" noGrp="1"/>
          </p:cNvSpPr>
          <p:nvPr/>
        </p:nvSpPr>
        <p:spPr>
          <a:xfrm xmlns:a="http://schemas.openxmlformats.org/drawingml/2006/main">
            <a:off x="7230242" y="3577459"/>
            <a:ext cx="305071" cy="95"/>
          </a:xfrm>
          <a:custGeom xmlns:a="http://schemas.openxmlformats.org/drawingml/2006/main">
            <a:pathLst>
              <a:path w="329476" h="95">
                <a:moveTo>
                  <a:pt x="0" y="0"/>
                </a:moveTo>
                <a:lnTo>
                  <a:pt x="329476" y="0"/>
                </a:lnTo>
              </a:path>
            </a:pathLst>
          </a:custGeom>
          <a:noFill xmlns:a="http://schemas.openxmlformats.org/drawingml/2006/main"/>
          <a:ln xmlns:a="http://schemas.openxmlformats.org/drawingml/2006/main" w="14111">
            <a:solidFill>
              <a:srgbClr val="2C5EAA"/>
            </a:solidFill>
            <a:prstDash val="solid"/>
          </a:ln>
        </p:spPr>
      </p:sp>
      <p:sp>
        <p:nvSpPr>
          <p:cNvPr id="61" name="Editable chart path">
            <a:extLst xmlns:a="http://schemas.openxmlformats.org/drawingml/2006/main">
              <a:ext uri="{FF2B5EF4-FFF2-40B4-BE49-F238E27FC236}">
                <a16:creationId xmlns:a16="http://schemas.microsoft.com/office/drawing/2014/main" id="{5FAE15E3-39B0-434E-8504-3B56BC4D54CF}"/>
              </a:ext>
            </a:extLst>
          </p:cNvPr>
          <p:cNvSpPr>
            <a:spLocks xmlns:a="http://schemas.openxmlformats.org/drawingml/2006/main" noGrp="1"/>
          </p:cNvSpPr>
          <p:nvPr/>
        </p:nvSpPr>
        <p:spPr>
          <a:xfrm xmlns:a="http://schemas.openxmlformats.org/drawingml/2006/main">
            <a:off x="7230242" y="3542182"/>
            <a:ext cx="95" cy="70556"/>
          </a:xfrm>
          <a:custGeom xmlns:a="http://schemas.openxmlformats.org/drawingml/2006/main">
            <a:pathLst>
              <a:path w="95" h="76200">
                <a:moveTo>
                  <a:pt x="0" y="7620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62" name="Editable chart path">
            <a:extLst xmlns:a="http://schemas.openxmlformats.org/drawingml/2006/main">
              <a:ext uri="{FF2B5EF4-FFF2-40B4-BE49-F238E27FC236}">
                <a16:creationId xmlns:a16="http://schemas.microsoft.com/office/drawing/2014/main" id="{FADFB559-CBF5-411D-85A0-946CA542A532}"/>
              </a:ext>
            </a:extLst>
          </p:cNvPr>
          <p:cNvSpPr>
            <a:spLocks xmlns:a="http://schemas.openxmlformats.org/drawingml/2006/main" noGrp="1"/>
          </p:cNvSpPr>
          <p:nvPr/>
        </p:nvSpPr>
        <p:spPr>
          <a:xfrm xmlns:a="http://schemas.openxmlformats.org/drawingml/2006/main">
            <a:off x="7535313" y="3542182"/>
            <a:ext cx="95" cy="70556"/>
          </a:xfrm>
          <a:custGeom xmlns:a="http://schemas.openxmlformats.org/drawingml/2006/main">
            <a:pathLst>
              <a:path w="95" h="76200">
                <a:moveTo>
                  <a:pt x="0" y="7620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63" name="Editable chart path">
            <a:extLst xmlns:a="http://schemas.openxmlformats.org/drawingml/2006/main">
              <a:ext uri="{FF2B5EF4-FFF2-40B4-BE49-F238E27FC236}">
                <a16:creationId xmlns:a16="http://schemas.microsoft.com/office/drawing/2014/main" id="{6CC2884E-AEF7-4DB2-9708-7DC7751CA268}"/>
              </a:ext>
            </a:extLst>
          </p:cNvPr>
          <p:cNvSpPr>
            <a:spLocks xmlns:a="http://schemas.openxmlformats.org/drawingml/2006/main" noGrp="1"/>
          </p:cNvSpPr>
          <p:nvPr/>
        </p:nvSpPr>
        <p:spPr>
          <a:xfrm xmlns:a="http://schemas.openxmlformats.org/drawingml/2006/main">
            <a:off x="5854718" y="3956645"/>
            <a:ext cx="775539" cy="95"/>
          </a:xfrm>
          <a:custGeom xmlns:a="http://schemas.openxmlformats.org/drawingml/2006/main">
            <a:pathLst>
              <a:path w="837582" h="95">
                <a:moveTo>
                  <a:pt x="0" y="0"/>
                </a:moveTo>
                <a:lnTo>
                  <a:pt x="837582" y="0"/>
                </a:lnTo>
              </a:path>
            </a:pathLst>
          </a:custGeom>
          <a:noFill xmlns:a="http://schemas.openxmlformats.org/drawingml/2006/main"/>
          <a:ln xmlns:a="http://schemas.openxmlformats.org/drawingml/2006/main" w="14111">
            <a:solidFill>
              <a:srgbClr val="14295B"/>
            </a:solidFill>
            <a:prstDash val="solid"/>
          </a:ln>
        </p:spPr>
      </p:sp>
      <p:sp>
        <p:nvSpPr>
          <p:cNvPr id="64" name="Editable chart path">
            <a:extLst xmlns:a="http://schemas.openxmlformats.org/drawingml/2006/main">
              <a:ext uri="{FF2B5EF4-FFF2-40B4-BE49-F238E27FC236}">
                <a16:creationId xmlns:a16="http://schemas.microsoft.com/office/drawing/2014/main" id="{8CD53A25-85E4-4B34-AB0C-28F6626D39ED}"/>
              </a:ext>
            </a:extLst>
          </p:cNvPr>
          <p:cNvSpPr>
            <a:spLocks xmlns:a="http://schemas.openxmlformats.org/drawingml/2006/main" noGrp="1"/>
          </p:cNvSpPr>
          <p:nvPr/>
        </p:nvSpPr>
        <p:spPr>
          <a:xfrm xmlns:a="http://schemas.openxmlformats.org/drawingml/2006/main">
            <a:off x="5854718" y="3921367"/>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65" name="Editable chart path">
            <a:extLst xmlns:a="http://schemas.openxmlformats.org/drawingml/2006/main">
              <a:ext uri="{FF2B5EF4-FFF2-40B4-BE49-F238E27FC236}">
                <a16:creationId xmlns:a16="http://schemas.microsoft.com/office/drawing/2014/main" id="{822A58AF-A2D5-42AE-A911-50177937A18E}"/>
              </a:ext>
            </a:extLst>
          </p:cNvPr>
          <p:cNvSpPr>
            <a:spLocks xmlns:a="http://schemas.openxmlformats.org/drawingml/2006/main" noGrp="1"/>
          </p:cNvSpPr>
          <p:nvPr/>
        </p:nvSpPr>
        <p:spPr>
          <a:xfrm xmlns:a="http://schemas.openxmlformats.org/drawingml/2006/main">
            <a:off x="6630257" y="3921367"/>
            <a:ext cx="95" cy="70556"/>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66" name="Editable chart path">
            <a:extLst xmlns:a="http://schemas.openxmlformats.org/drawingml/2006/main">
              <a:ext uri="{FF2B5EF4-FFF2-40B4-BE49-F238E27FC236}">
                <a16:creationId xmlns:a16="http://schemas.microsoft.com/office/drawing/2014/main" id="{BBED75F9-D447-4E4F-8319-EF067C97E123}"/>
              </a:ext>
            </a:extLst>
          </p:cNvPr>
          <p:cNvSpPr>
            <a:spLocks xmlns:a="http://schemas.openxmlformats.org/drawingml/2006/main" noGrp="1"/>
          </p:cNvSpPr>
          <p:nvPr/>
        </p:nvSpPr>
        <p:spPr>
          <a:xfrm xmlns:a="http://schemas.openxmlformats.org/drawingml/2006/main">
            <a:off x="5787054" y="4076388"/>
            <a:ext cx="778811" cy="95"/>
          </a:xfrm>
          <a:custGeom xmlns:a="http://schemas.openxmlformats.org/drawingml/2006/main">
            <a:pathLst>
              <a:path w="841115" h="95">
                <a:moveTo>
                  <a:pt x="0" y="0"/>
                </a:moveTo>
                <a:lnTo>
                  <a:pt x="841115" y="0"/>
                </a:lnTo>
              </a:path>
            </a:pathLst>
          </a:custGeom>
          <a:noFill xmlns:a="http://schemas.openxmlformats.org/drawingml/2006/main"/>
          <a:ln xmlns:a="http://schemas.openxmlformats.org/drawingml/2006/main" w="14111">
            <a:solidFill>
              <a:srgbClr val="C0453C"/>
            </a:solidFill>
            <a:prstDash val="solid"/>
          </a:ln>
        </p:spPr>
      </p:sp>
      <p:sp>
        <p:nvSpPr>
          <p:cNvPr id="67" name="Editable chart path">
            <a:extLst xmlns:a="http://schemas.openxmlformats.org/drawingml/2006/main">
              <a:ext uri="{FF2B5EF4-FFF2-40B4-BE49-F238E27FC236}">
                <a16:creationId xmlns:a16="http://schemas.microsoft.com/office/drawing/2014/main" id="{1F33FA77-2DB1-4747-9ED4-354B1AFFB209}"/>
              </a:ext>
            </a:extLst>
          </p:cNvPr>
          <p:cNvSpPr>
            <a:spLocks xmlns:a="http://schemas.openxmlformats.org/drawingml/2006/main" noGrp="1"/>
          </p:cNvSpPr>
          <p:nvPr/>
        </p:nvSpPr>
        <p:spPr>
          <a:xfrm xmlns:a="http://schemas.openxmlformats.org/drawingml/2006/main">
            <a:off x="5787054" y="4041110"/>
            <a:ext cx="95" cy="70556"/>
          </a:xfrm>
          <a:custGeom xmlns:a="http://schemas.openxmlformats.org/drawingml/2006/main">
            <a:pathLst>
              <a:path w="95" h="76200">
                <a:moveTo>
                  <a:pt x="0" y="76200"/>
                </a:moveTo>
                <a:lnTo>
                  <a:pt x="0" y="0"/>
                </a:lnTo>
              </a:path>
            </a:pathLst>
          </a:custGeom>
          <a:solidFill xmlns:a="http://schemas.openxmlformats.org/drawingml/2006/main">
            <a:srgbClr val="C0453C"/>
          </a:solidFill>
          <a:ln xmlns:a="http://schemas.openxmlformats.org/drawingml/2006/main" w="8819">
            <a:solidFill>
              <a:srgbClr val="C0453C"/>
            </a:solidFill>
            <a:prstDash val="solid"/>
          </a:ln>
        </p:spPr>
      </p:sp>
      <p:sp>
        <p:nvSpPr>
          <p:cNvPr id="68" name="Editable chart path">
            <a:extLst xmlns:a="http://schemas.openxmlformats.org/drawingml/2006/main">
              <a:ext uri="{FF2B5EF4-FFF2-40B4-BE49-F238E27FC236}">
                <a16:creationId xmlns:a16="http://schemas.microsoft.com/office/drawing/2014/main" id="{7276CE2D-76AD-4667-82CE-F8505CCDAA77}"/>
              </a:ext>
            </a:extLst>
          </p:cNvPr>
          <p:cNvSpPr>
            <a:spLocks xmlns:a="http://schemas.openxmlformats.org/drawingml/2006/main" noGrp="1"/>
          </p:cNvSpPr>
          <p:nvPr/>
        </p:nvSpPr>
        <p:spPr>
          <a:xfrm xmlns:a="http://schemas.openxmlformats.org/drawingml/2006/main">
            <a:off x="6565865" y="4041110"/>
            <a:ext cx="95" cy="70556"/>
          </a:xfrm>
          <a:custGeom xmlns:a="http://schemas.openxmlformats.org/drawingml/2006/main">
            <a:pathLst>
              <a:path w="95" h="76200">
                <a:moveTo>
                  <a:pt x="0" y="76200"/>
                </a:moveTo>
                <a:lnTo>
                  <a:pt x="0" y="0"/>
                </a:lnTo>
              </a:path>
            </a:pathLst>
          </a:custGeom>
          <a:solidFill xmlns:a="http://schemas.openxmlformats.org/drawingml/2006/main">
            <a:srgbClr val="C0453C"/>
          </a:solidFill>
          <a:ln xmlns:a="http://schemas.openxmlformats.org/drawingml/2006/main" w="8819">
            <a:solidFill>
              <a:srgbClr val="C0453C"/>
            </a:solidFill>
            <a:prstDash val="solid"/>
          </a:ln>
        </p:spPr>
      </p:sp>
      <p:sp>
        <p:nvSpPr>
          <p:cNvPr id="69" name="Editable chart path">
            <a:extLst xmlns:a="http://schemas.openxmlformats.org/drawingml/2006/main">
              <a:ext uri="{FF2B5EF4-FFF2-40B4-BE49-F238E27FC236}">
                <a16:creationId xmlns:a16="http://schemas.microsoft.com/office/drawing/2014/main" id="{CE5FEC44-9079-4C01-BDE4-63AB13F5BBFB}"/>
              </a:ext>
            </a:extLst>
          </p:cNvPr>
          <p:cNvSpPr>
            <a:spLocks xmlns:a="http://schemas.openxmlformats.org/drawingml/2006/main" noGrp="1"/>
          </p:cNvSpPr>
          <p:nvPr/>
        </p:nvSpPr>
        <p:spPr>
          <a:xfrm xmlns:a="http://schemas.openxmlformats.org/drawingml/2006/main">
            <a:off x="7761702" y="2424582"/>
            <a:ext cx="70556" cy="70556"/>
          </a:xfrm>
          <a:custGeom xmlns:a="http://schemas.openxmlformats.org/drawingml/2006/main">
            <a:pathLst>
              <a:path w="76200" h="76200">
                <a:moveTo>
                  <a:pt x="38100" y="76200"/>
                </a:moveTo>
                <a:cubicBezTo>
                  <a:pt x="48204" y="76200"/>
                  <a:pt x="57896" y="72186"/>
                  <a:pt x="65041" y="65041"/>
                </a:cubicBezTo>
                <a:cubicBezTo>
                  <a:pt x="72186" y="57896"/>
                  <a:pt x="76200" y="48204"/>
                  <a:pt x="76200" y="38100"/>
                </a:cubicBezTo>
                <a:cubicBezTo>
                  <a:pt x="76200" y="27996"/>
                  <a:pt x="72186" y="18304"/>
                  <a:pt x="65041" y="11159"/>
                </a:cubicBezTo>
                <a:cubicBezTo>
                  <a:pt x="57896" y="4014"/>
                  <a:pt x="48204" y="0"/>
                  <a:pt x="38100" y="0"/>
                </a:cubicBezTo>
                <a:cubicBezTo>
                  <a:pt x="27996" y="0"/>
                  <a:pt x="18304" y="4014"/>
                  <a:pt x="11159" y="11159"/>
                </a:cubicBezTo>
                <a:cubicBezTo>
                  <a:pt x="4014" y="18304"/>
                  <a:pt x="0" y="27996"/>
                  <a:pt x="0" y="38100"/>
                </a:cubicBezTo>
                <a:cubicBezTo>
                  <a:pt x="0" y="48204"/>
                  <a:pt x="4014" y="57896"/>
                  <a:pt x="11159" y="65041"/>
                </a:cubicBezTo>
                <a:cubicBezTo>
                  <a:pt x="18304" y="72186"/>
                  <a:pt x="27996" y="76200"/>
                  <a:pt x="38100" y="76200"/>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70" name="Editable chart path">
            <a:extLst xmlns:a="http://schemas.openxmlformats.org/drawingml/2006/main">
              <a:ext uri="{FF2B5EF4-FFF2-40B4-BE49-F238E27FC236}">
                <a16:creationId xmlns:a16="http://schemas.microsoft.com/office/drawing/2014/main" id="{6731C57A-8190-4AA8-8C10-4A5059270D38}"/>
              </a:ext>
            </a:extLst>
          </p:cNvPr>
          <p:cNvSpPr>
            <a:spLocks xmlns:a="http://schemas.openxmlformats.org/drawingml/2006/main" noGrp="1"/>
          </p:cNvSpPr>
          <p:nvPr/>
        </p:nvSpPr>
        <p:spPr>
          <a:xfrm xmlns:a="http://schemas.openxmlformats.org/drawingml/2006/main">
            <a:off x="8039319" y="2544324"/>
            <a:ext cx="70556" cy="70556"/>
          </a:xfrm>
          <a:custGeom xmlns:a="http://schemas.openxmlformats.org/drawingml/2006/main">
            <a:pathLst>
              <a:path w="76200" h="76200">
                <a:moveTo>
                  <a:pt x="38100" y="76200"/>
                </a:moveTo>
                <a:cubicBezTo>
                  <a:pt x="48204" y="76200"/>
                  <a:pt x="57896" y="72186"/>
                  <a:pt x="65041" y="65041"/>
                </a:cubicBezTo>
                <a:cubicBezTo>
                  <a:pt x="72186" y="57896"/>
                  <a:pt x="76200" y="48204"/>
                  <a:pt x="76200" y="38100"/>
                </a:cubicBezTo>
                <a:cubicBezTo>
                  <a:pt x="76200" y="27996"/>
                  <a:pt x="72186" y="18304"/>
                  <a:pt x="65041" y="11159"/>
                </a:cubicBezTo>
                <a:cubicBezTo>
                  <a:pt x="57896" y="4014"/>
                  <a:pt x="48204" y="0"/>
                  <a:pt x="38100" y="0"/>
                </a:cubicBezTo>
                <a:cubicBezTo>
                  <a:pt x="27996" y="0"/>
                  <a:pt x="18304" y="4014"/>
                  <a:pt x="11159" y="11159"/>
                </a:cubicBezTo>
                <a:cubicBezTo>
                  <a:pt x="4014" y="18304"/>
                  <a:pt x="0" y="27996"/>
                  <a:pt x="0" y="38100"/>
                </a:cubicBezTo>
                <a:cubicBezTo>
                  <a:pt x="0" y="48204"/>
                  <a:pt x="4014" y="57896"/>
                  <a:pt x="11159" y="65041"/>
                </a:cubicBezTo>
                <a:cubicBezTo>
                  <a:pt x="18304" y="72186"/>
                  <a:pt x="27996" y="76200"/>
                  <a:pt x="38100" y="76200"/>
                </a:cubicBezTo>
                <a:close/>
              </a:path>
            </a:pathLst>
          </a:custGeom>
          <a:solidFill xmlns:a="http://schemas.openxmlformats.org/drawingml/2006/main">
            <a:srgbClr val="2C5EAA"/>
          </a:solidFill>
          <a:ln xmlns:a="http://schemas.openxmlformats.org/drawingml/2006/main" w="8819">
            <a:solidFill>
              <a:srgbClr val="2C5EAA"/>
            </a:solidFill>
            <a:prstDash val="solid"/>
          </a:ln>
        </p:spPr>
      </p:sp>
      <p:sp>
        <p:nvSpPr>
          <p:cNvPr id="71" name="Editable chart path">
            <a:extLst xmlns:a="http://schemas.openxmlformats.org/drawingml/2006/main">
              <a:ext uri="{FF2B5EF4-FFF2-40B4-BE49-F238E27FC236}">
                <a16:creationId xmlns:a16="http://schemas.microsoft.com/office/drawing/2014/main" id="{CCF11E73-57BD-4E8F-9921-9427E8D8EC6B}"/>
              </a:ext>
            </a:extLst>
          </p:cNvPr>
          <p:cNvSpPr>
            <a:spLocks xmlns:a="http://schemas.openxmlformats.org/drawingml/2006/main" noGrp="1"/>
          </p:cNvSpPr>
          <p:nvPr/>
        </p:nvSpPr>
        <p:spPr>
          <a:xfrm xmlns:a="http://schemas.openxmlformats.org/drawingml/2006/main">
            <a:off x="7498086" y="2923510"/>
            <a:ext cx="70556" cy="70556"/>
          </a:xfrm>
          <a:custGeom xmlns:a="http://schemas.openxmlformats.org/drawingml/2006/main">
            <a:pathLst>
              <a:path w="76200" h="76200">
                <a:moveTo>
                  <a:pt x="38100" y="76200"/>
                </a:moveTo>
                <a:cubicBezTo>
                  <a:pt x="48204" y="76200"/>
                  <a:pt x="57896" y="72186"/>
                  <a:pt x="65041" y="65041"/>
                </a:cubicBezTo>
                <a:cubicBezTo>
                  <a:pt x="72186" y="57896"/>
                  <a:pt x="76200" y="48204"/>
                  <a:pt x="76200" y="38100"/>
                </a:cubicBezTo>
                <a:cubicBezTo>
                  <a:pt x="76200" y="27996"/>
                  <a:pt x="72186" y="18304"/>
                  <a:pt x="65041" y="11159"/>
                </a:cubicBezTo>
                <a:cubicBezTo>
                  <a:pt x="57896" y="4014"/>
                  <a:pt x="48204" y="0"/>
                  <a:pt x="38100" y="0"/>
                </a:cubicBezTo>
                <a:cubicBezTo>
                  <a:pt x="27996" y="0"/>
                  <a:pt x="18304" y="4014"/>
                  <a:pt x="11159" y="11159"/>
                </a:cubicBezTo>
                <a:cubicBezTo>
                  <a:pt x="4014" y="18304"/>
                  <a:pt x="0" y="27996"/>
                  <a:pt x="0" y="38100"/>
                </a:cubicBezTo>
                <a:cubicBezTo>
                  <a:pt x="0" y="48204"/>
                  <a:pt x="4014" y="57896"/>
                  <a:pt x="11159" y="65041"/>
                </a:cubicBezTo>
                <a:cubicBezTo>
                  <a:pt x="18304" y="72186"/>
                  <a:pt x="27996" y="76200"/>
                  <a:pt x="38100" y="76200"/>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72" name="Editable chart path">
            <a:extLst xmlns:a="http://schemas.openxmlformats.org/drawingml/2006/main">
              <a:ext uri="{FF2B5EF4-FFF2-40B4-BE49-F238E27FC236}">
                <a16:creationId xmlns:a16="http://schemas.microsoft.com/office/drawing/2014/main" id="{2723F2A6-6FC9-41CD-B27D-849121AF4959}"/>
              </a:ext>
            </a:extLst>
          </p:cNvPr>
          <p:cNvSpPr>
            <a:spLocks xmlns:a="http://schemas.openxmlformats.org/drawingml/2006/main" noGrp="1"/>
          </p:cNvSpPr>
          <p:nvPr/>
        </p:nvSpPr>
        <p:spPr>
          <a:xfrm xmlns:a="http://schemas.openxmlformats.org/drawingml/2006/main">
            <a:off x="7621124" y="3043253"/>
            <a:ext cx="70556" cy="70556"/>
          </a:xfrm>
          <a:custGeom xmlns:a="http://schemas.openxmlformats.org/drawingml/2006/main">
            <a:pathLst>
              <a:path w="76200" h="76200">
                <a:moveTo>
                  <a:pt x="38100" y="76200"/>
                </a:moveTo>
                <a:cubicBezTo>
                  <a:pt x="48204" y="76200"/>
                  <a:pt x="57896" y="72186"/>
                  <a:pt x="65041" y="65041"/>
                </a:cubicBezTo>
                <a:cubicBezTo>
                  <a:pt x="72186" y="57896"/>
                  <a:pt x="76200" y="48204"/>
                  <a:pt x="76200" y="38100"/>
                </a:cubicBezTo>
                <a:cubicBezTo>
                  <a:pt x="76200" y="27996"/>
                  <a:pt x="72186" y="18304"/>
                  <a:pt x="65041" y="11159"/>
                </a:cubicBezTo>
                <a:cubicBezTo>
                  <a:pt x="57896" y="4014"/>
                  <a:pt x="48204" y="0"/>
                  <a:pt x="38100" y="0"/>
                </a:cubicBezTo>
                <a:cubicBezTo>
                  <a:pt x="27996" y="0"/>
                  <a:pt x="18304" y="4014"/>
                  <a:pt x="11159" y="11159"/>
                </a:cubicBezTo>
                <a:cubicBezTo>
                  <a:pt x="4014" y="18304"/>
                  <a:pt x="0" y="27996"/>
                  <a:pt x="0" y="38100"/>
                </a:cubicBezTo>
                <a:cubicBezTo>
                  <a:pt x="0" y="48204"/>
                  <a:pt x="4014" y="57896"/>
                  <a:pt x="11159" y="65041"/>
                </a:cubicBezTo>
                <a:cubicBezTo>
                  <a:pt x="18304" y="72186"/>
                  <a:pt x="27996" y="76200"/>
                  <a:pt x="38100" y="76200"/>
                </a:cubicBezTo>
                <a:close/>
              </a:path>
            </a:pathLst>
          </a:custGeom>
          <a:solidFill xmlns:a="http://schemas.openxmlformats.org/drawingml/2006/main">
            <a:srgbClr val="2C5EAA"/>
          </a:solidFill>
          <a:ln xmlns:a="http://schemas.openxmlformats.org/drawingml/2006/main" w="8819">
            <a:solidFill>
              <a:srgbClr val="2C5EAA"/>
            </a:solidFill>
            <a:prstDash val="solid"/>
          </a:ln>
        </p:spPr>
      </p:sp>
      <p:sp>
        <p:nvSpPr>
          <p:cNvPr id="73" name="Editable chart path">
            <a:extLst xmlns:a="http://schemas.openxmlformats.org/drawingml/2006/main">
              <a:ext uri="{FF2B5EF4-FFF2-40B4-BE49-F238E27FC236}">
                <a16:creationId xmlns:a16="http://schemas.microsoft.com/office/drawing/2014/main" id="{57835FDC-8A02-4285-9A4E-8CAB34B65947}"/>
              </a:ext>
            </a:extLst>
          </p:cNvPr>
          <p:cNvSpPr>
            <a:spLocks xmlns:a="http://schemas.openxmlformats.org/drawingml/2006/main" noGrp="1"/>
          </p:cNvSpPr>
          <p:nvPr/>
        </p:nvSpPr>
        <p:spPr>
          <a:xfrm xmlns:a="http://schemas.openxmlformats.org/drawingml/2006/main">
            <a:off x="7334962" y="3422439"/>
            <a:ext cx="70556" cy="70556"/>
          </a:xfrm>
          <a:custGeom xmlns:a="http://schemas.openxmlformats.org/drawingml/2006/main">
            <a:pathLst>
              <a:path w="76200" h="76200">
                <a:moveTo>
                  <a:pt x="38100" y="76200"/>
                </a:moveTo>
                <a:cubicBezTo>
                  <a:pt x="48204" y="76200"/>
                  <a:pt x="57896" y="72186"/>
                  <a:pt x="65041" y="65041"/>
                </a:cubicBezTo>
                <a:cubicBezTo>
                  <a:pt x="72186" y="57896"/>
                  <a:pt x="76200" y="48204"/>
                  <a:pt x="76200" y="38100"/>
                </a:cubicBezTo>
                <a:cubicBezTo>
                  <a:pt x="76200" y="27996"/>
                  <a:pt x="72186" y="18304"/>
                  <a:pt x="65041" y="11159"/>
                </a:cubicBezTo>
                <a:cubicBezTo>
                  <a:pt x="57896" y="4014"/>
                  <a:pt x="48204" y="0"/>
                  <a:pt x="38100" y="0"/>
                </a:cubicBezTo>
                <a:cubicBezTo>
                  <a:pt x="27996" y="0"/>
                  <a:pt x="18304" y="4014"/>
                  <a:pt x="11159" y="11159"/>
                </a:cubicBezTo>
                <a:cubicBezTo>
                  <a:pt x="4014" y="18304"/>
                  <a:pt x="0" y="27996"/>
                  <a:pt x="0" y="38100"/>
                </a:cubicBezTo>
                <a:cubicBezTo>
                  <a:pt x="0" y="48204"/>
                  <a:pt x="4014" y="57896"/>
                  <a:pt x="11159" y="65041"/>
                </a:cubicBezTo>
                <a:cubicBezTo>
                  <a:pt x="18304" y="72186"/>
                  <a:pt x="27996" y="76200"/>
                  <a:pt x="38100" y="76200"/>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74" name="Editable chart path">
            <a:extLst xmlns:a="http://schemas.openxmlformats.org/drawingml/2006/main">
              <a:ext uri="{FF2B5EF4-FFF2-40B4-BE49-F238E27FC236}">
                <a16:creationId xmlns:a16="http://schemas.microsoft.com/office/drawing/2014/main" id="{0E815C0B-BDCF-4422-929D-5348A69B8F76}"/>
              </a:ext>
            </a:extLst>
          </p:cNvPr>
          <p:cNvSpPr>
            <a:spLocks xmlns:a="http://schemas.openxmlformats.org/drawingml/2006/main" noGrp="1"/>
          </p:cNvSpPr>
          <p:nvPr/>
        </p:nvSpPr>
        <p:spPr>
          <a:xfrm xmlns:a="http://schemas.openxmlformats.org/drawingml/2006/main">
            <a:off x="7346199" y="3542182"/>
            <a:ext cx="70556" cy="70556"/>
          </a:xfrm>
          <a:custGeom xmlns:a="http://schemas.openxmlformats.org/drawingml/2006/main">
            <a:pathLst>
              <a:path w="76200" h="76200">
                <a:moveTo>
                  <a:pt x="38100" y="76200"/>
                </a:moveTo>
                <a:cubicBezTo>
                  <a:pt x="48204" y="76200"/>
                  <a:pt x="57896" y="72186"/>
                  <a:pt x="65041" y="65041"/>
                </a:cubicBezTo>
                <a:cubicBezTo>
                  <a:pt x="72186" y="57896"/>
                  <a:pt x="76200" y="48204"/>
                  <a:pt x="76200" y="38100"/>
                </a:cubicBezTo>
                <a:cubicBezTo>
                  <a:pt x="76200" y="27996"/>
                  <a:pt x="72186" y="18304"/>
                  <a:pt x="65041" y="11159"/>
                </a:cubicBezTo>
                <a:cubicBezTo>
                  <a:pt x="57896" y="4014"/>
                  <a:pt x="48204" y="0"/>
                  <a:pt x="38100" y="0"/>
                </a:cubicBezTo>
                <a:cubicBezTo>
                  <a:pt x="27996" y="0"/>
                  <a:pt x="18304" y="4014"/>
                  <a:pt x="11159" y="11159"/>
                </a:cubicBezTo>
                <a:cubicBezTo>
                  <a:pt x="4014" y="18304"/>
                  <a:pt x="0" y="27996"/>
                  <a:pt x="0" y="38100"/>
                </a:cubicBezTo>
                <a:cubicBezTo>
                  <a:pt x="0" y="48204"/>
                  <a:pt x="4014" y="57896"/>
                  <a:pt x="11159" y="65041"/>
                </a:cubicBezTo>
                <a:cubicBezTo>
                  <a:pt x="18304" y="72186"/>
                  <a:pt x="27996" y="76200"/>
                  <a:pt x="38100" y="76200"/>
                </a:cubicBezTo>
                <a:close/>
              </a:path>
            </a:pathLst>
          </a:custGeom>
          <a:solidFill xmlns:a="http://schemas.openxmlformats.org/drawingml/2006/main">
            <a:srgbClr val="2C5EAA"/>
          </a:solidFill>
          <a:ln xmlns:a="http://schemas.openxmlformats.org/drawingml/2006/main" w="8819">
            <a:solidFill>
              <a:srgbClr val="2C5EAA"/>
            </a:solidFill>
            <a:prstDash val="solid"/>
          </a:ln>
        </p:spPr>
      </p:sp>
      <p:sp>
        <p:nvSpPr>
          <p:cNvPr id="75" name="Editable chart path">
            <a:extLst xmlns:a="http://schemas.openxmlformats.org/drawingml/2006/main">
              <a:ext uri="{FF2B5EF4-FFF2-40B4-BE49-F238E27FC236}">
                <a16:creationId xmlns:a16="http://schemas.microsoft.com/office/drawing/2014/main" id="{53B9E7A7-D355-4EA9-AB21-0175CD9DC76A}"/>
              </a:ext>
            </a:extLst>
          </p:cNvPr>
          <p:cNvSpPr>
            <a:spLocks xmlns:a="http://schemas.openxmlformats.org/drawingml/2006/main" noGrp="1"/>
          </p:cNvSpPr>
          <p:nvPr/>
        </p:nvSpPr>
        <p:spPr>
          <a:xfrm xmlns:a="http://schemas.openxmlformats.org/drawingml/2006/main">
            <a:off x="6197567" y="3921367"/>
            <a:ext cx="70556" cy="70556"/>
          </a:xfrm>
          <a:custGeom xmlns:a="http://schemas.openxmlformats.org/drawingml/2006/main">
            <a:pathLst>
              <a:path w="76200" h="76200">
                <a:moveTo>
                  <a:pt x="38100" y="76200"/>
                </a:moveTo>
                <a:cubicBezTo>
                  <a:pt x="48204" y="76200"/>
                  <a:pt x="57896" y="72186"/>
                  <a:pt x="65041" y="65041"/>
                </a:cubicBezTo>
                <a:cubicBezTo>
                  <a:pt x="72186" y="57896"/>
                  <a:pt x="76200" y="48204"/>
                  <a:pt x="76200" y="38100"/>
                </a:cubicBezTo>
                <a:cubicBezTo>
                  <a:pt x="76200" y="27996"/>
                  <a:pt x="72186" y="18304"/>
                  <a:pt x="65041" y="11159"/>
                </a:cubicBezTo>
                <a:cubicBezTo>
                  <a:pt x="57896" y="4014"/>
                  <a:pt x="48204" y="0"/>
                  <a:pt x="38100" y="0"/>
                </a:cubicBezTo>
                <a:cubicBezTo>
                  <a:pt x="27996" y="0"/>
                  <a:pt x="18304" y="4014"/>
                  <a:pt x="11159" y="11159"/>
                </a:cubicBezTo>
                <a:cubicBezTo>
                  <a:pt x="4014" y="18304"/>
                  <a:pt x="0" y="27996"/>
                  <a:pt x="0" y="38100"/>
                </a:cubicBezTo>
                <a:cubicBezTo>
                  <a:pt x="0" y="48204"/>
                  <a:pt x="4014" y="57896"/>
                  <a:pt x="11159" y="65041"/>
                </a:cubicBezTo>
                <a:cubicBezTo>
                  <a:pt x="18304" y="72186"/>
                  <a:pt x="27996" y="76200"/>
                  <a:pt x="38100" y="76200"/>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76" name="Editable chart path">
            <a:extLst xmlns:a="http://schemas.openxmlformats.org/drawingml/2006/main">
              <a:ext uri="{FF2B5EF4-FFF2-40B4-BE49-F238E27FC236}">
                <a16:creationId xmlns:a16="http://schemas.microsoft.com/office/drawing/2014/main" id="{2AEDDC10-A8EA-4A01-A6E4-5C633E0B946C}"/>
              </a:ext>
            </a:extLst>
          </p:cNvPr>
          <p:cNvSpPr>
            <a:spLocks xmlns:a="http://schemas.openxmlformats.org/drawingml/2006/main" noGrp="1"/>
          </p:cNvSpPr>
          <p:nvPr/>
        </p:nvSpPr>
        <p:spPr>
          <a:xfrm xmlns:a="http://schemas.openxmlformats.org/drawingml/2006/main">
            <a:off x="6131374" y="4041110"/>
            <a:ext cx="70556" cy="70556"/>
          </a:xfrm>
          <a:custGeom xmlns:a="http://schemas.openxmlformats.org/drawingml/2006/main">
            <a:pathLst>
              <a:path w="76200" h="76200">
                <a:moveTo>
                  <a:pt x="38100" y="76200"/>
                </a:moveTo>
                <a:cubicBezTo>
                  <a:pt x="48204" y="76200"/>
                  <a:pt x="57896" y="72186"/>
                  <a:pt x="65041" y="65041"/>
                </a:cubicBezTo>
                <a:cubicBezTo>
                  <a:pt x="72186" y="57896"/>
                  <a:pt x="76200" y="48204"/>
                  <a:pt x="76200" y="38100"/>
                </a:cubicBezTo>
                <a:cubicBezTo>
                  <a:pt x="76200" y="27996"/>
                  <a:pt x="72186" y="18304"/>
                  <a:pt x="65041" y="11159"/>
                </a:cubicBezTo>
                <a:cubicBezTo>
                  <a:pt x="57896" y="4014"/>
                  <a:pt x="48204" y="0"/>
                  <a:pt x="38100" y="0"/>
                </a:cubicBezTo>
                <a:cubicBezTo>
                  <a:pt x="27996" y="0"/>
                  <a:pt x="18304" y="4014"/>
                  <a:pt x="11159" y="11159"/>
                </a:cubicBezTo>
                <a:cubicBezTo>
                  <a:pt x="4014" y="18304"/>
                  <a:pt x="0" y="27996"/>
                  <a:pt x="0" y="38100"/>
                </a:cubicBezTo>
                <a:cubicBezTo>
                  <a:pt x="0" y="48204"/>
                  <a:pt x="4014" y="57896"/>
                  <a:pt x="11159" y="65041"/>
                </a:cubicBezTo>
                <a:cubicBezTo>
                  <a:pt x="18304" y="72186"/>
                  <a:pt x="27996" y="76200"/>
                  <a:pt x="38100" y="76200"/>
                </a:cubicBezTo>
                <a:close/>
              </a:path>
            </a:pathLst>
          </a:custGeom>
          <a:solidFill xmlns:a="http://schemas.openxmlformats.org/drawingml/2006/main">
            <a:srgbClr val="C0453C"/>
          </a:solidFill>
          <a:ln xmlns:a="http://schemas.openxmlformats.org/drawingml/2006/main" w="8819">
            <a:solidFill>
              <a:srgbClr val="C0453C"/>
            </a:solidFill>
            <a:prstDash val="solid"/>
          </a:ln>
        </p:spPr>
      </p:sp>
    </p:spTree>
    <p:extLst>
      <p:ext uri="{BB962C8B-B14F-4D97-AF65-F5344CB8AC3E}">
        <p14:creationId xmlns:p14="http://schemas.microsoft.com/office/powerpoint/2010/main" val="597896415"/>
      </p:ext>
    </p:extLst>
  </p:cSld>
</p:sld>
</file>

<file path=ppt/slides/slide7.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3241EDE1-572A-4089-BFA8-76727EB3996D}"/>
              </a:ext>
            </a:extLst>
          </p:cNvPr>
          <p:cNvSpPr>
            <a:spLocks xmlns:a="http://schemas.openxmlformats.org/drawingml/2006/main" noGrp="1"/>
          </p:cNvSpPr>
          <p:nvPr/>
        </p:nvSpPr>
        <p:spPr>
          <a:xfrm xmlns:a="http://schemas.openxmlformats.org/drawingml/2006/main">
            <a:off x="812800" y="812800"/>
            <a:ext cx="3178076"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ONE STORM · 20 JULY 2023, 09:30</a:t>
            </a:r>
            <a:endParaRPr sz="1200"/>
          </a:p>
        </p:txBody>
      </p:sp>
      <p:sp>
        <p:nvSpPr>
          <p:cNvPr id="3" name="Text 1">
            <a:extLst xmlns:a="http://schemas.openxmlformats.org/drawingml/2006/main">
              <a:ext uri="{FF2B5EF4-FFF2-40B4-BE49-F238E27FC236}">
                <a16:creationId xmlns:a16="http://schemas.microsoft.com/office/drawing/2014/main" id="{543F6E50-E2BC-4AD8-98D3-566224C70CE4}"/>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TAXIS THIN OUT FAR BEYOND THE RAIN</a:t>
            </a:r>
            <a:endParaRPr sz="4000"/>
          </a:p>
        </p:txBody>
      </p:sp>
      <p:sp>
        <p:nvSpPr>
          <p:cNvPr id="4" name="Shape 2">
            <a:extLst xmlns:a="http://schemas.openxmlformats.org/drawingml/2006/main">
              <a:ext uri="{FF2B5EF4-FFF2-40B4-BE49-F238E27FC236}">
                <a16:creationId xmlns:a16="http://schemas.microsoft.com/office/drawing/2014/main" id="{A7BF45D1-1496-4A96-9C37-0A3233FBD64E}"/>
              </a:ext>
            </a:extLst>
          </p:cNvPr>
          <p:cNvSpPr>
            <a:spLocks xmlns:a="http://schemas.openxmlformats.org/drawingml/2006/main" noGrp="1"/>
          </p:cNvSpPr>
          <p:nvPr/>
        </p:nvSpPr>
        <p:spPr>
          <a:xfrm xmlns:a="http://schemas.openxmlformats.org/drawingml/2006/main">
            <a:off x="812800" y="2004020"/>
            <a:ext cx="10566400" cy="3581400"/>
          </a:xfrm>
          <a:prstGeom xmlns:a="http://schemas.openxmlformats.org/drawingml/2006/main" prst="roundRect">
            <a:avLst>
              <a:gd name="adj" fmla="val 4610"/>
            </a:avLst>
          </a:prstGeom>
          <a:solidFill xmlns:a="http://schemas.openxmlformats.org/drawingml/2006/main">
            <a:srgbClr val="FBFCFE"/>
          </a:solidFill>
        </p:spPr>
      </p:sp>
      <p:sp>
        <p:nvSpPr>
          <p:cNvPr id="6" name="Text 3">
            <a:extLst xmlns:a="http://schemas.openxmlformats.org/drawingml/2006/main">
              <a:ext uri="{FF2B5EF4-FFF2-40B4-BE49-F238E27FC236}">
                <a16:creationId xmlns:a16="http://schemas.microsoft.com/office/drawing/2014/main" id="{95C4379F-9A71-410A-B2B4-328347EA3756}"/>
              </a:ext>
            </a:extLst>
          </p:cNvPr>
          <p:cNvSpPr>
            <a:spLocks xmlns:a="http://schemas.openxmlformats.org/drawingml/2006/main" noGrp="1"/>
          </p:cNvSpPr>
          <p:nvPr/>
        </p:nvSpPr>
        <p:spPr>
          <a:xfrm xmlns:a="http://schemas.openxmlformats.org/drawingml/2006/main">
            <a:off x="812800" y="6248400"/>
            <a:ext cx="7943255"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Left: rain in previous 30 min (mm/h) · Right: vacant taxis vs usual level (</a:t>
            </a:r>
            <a:r>
              <a:rPr sz="1200">
                <a:solidFill>
                  <a:srgbClr val="5A6683"/>
                </a:solidFill>
                <a:latin typeface="Poppins"/>
                <a:ea typeface="Poppins"/>
                <a:cs typeface="Poppins"/>
              </a:rPr>
              <a:t>red = fewer</a:t>
            </a:r>
            <a:r>
              <a:rPr sz="1200">
                <a:solidFill>
                  <a:srgbClr val="5A6683"/>
                </a:solidFill>
                <a:latin typeface="Poppins"/>
                <a:ea typeface="Poppins"/>
                <a:cs typeface="Poppins"/>
              </a:rPr>
              <a:t>)</a:t>
            </a:r>
            <a:endParaRPr sz="1200"/>
          </a:p>
        </p:txBody>
      </p:sp>
      <p:sp>
        <p:nvSpPr>
          <p:cNvPr id="7" name="Text 4">
            <a:extLst xmlns:a="http://schemas.openxmlformats.org/drawingml/2006/main">
              <a:ext uri="{FF2B5EF4-FFF2-40B4-BE49-F238E27FC236}">
                <a16:creationId xmlns:a16="http://schemas.microsoft.com/office/drawing/2014/main" id="{59269DDE-9CF7-4478-B255-C6AA96AFB517}"/>
              </a:ext>
            </a:extLst>
          </p:cNvPr>
          <p:cNvSpPr>
            <a:spLocks xmlns:a="http://schemas.openxmlformats.org/drawingml/2006/main" noGrp="1"/>
          </p:cNvSpPr>
          <p:nvPr/>
        </p:nvSpPr>
        <p:spPr>
          <a:xfrm xmlns:a="http://schemas.openxmlformats.org/drawingml/2006/main">
            <a:off x="11149459" y="6248400"/>
            <a:ext cx="229741"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07</a:t>
            </a:r>
            <a:endParaRPr sz="1200"/>
          </a:p>
        </p:txBody>
      </p:sp>
      <p:sp>
        <p:nvSpPr>
          <p:cNvPr id="8" name="Editable chart path">
            <a:extLst xmlns:a="http://schemas.openxmlformats.org/drawingml/2006/main">
              <a:ext uri="{FF2B5EF4-FFF2-40B4-BE49-F238E27FC236}">
                <a16:creationId xmlns:a16="http://schemas.microsoft.com/office/drawing/2014/main" id="{A714460D-952A-4D87-A999-F6630CBBBA05}"/>
              </a:ext>
            </a:extLst>
          </p:cNvPr>
          <p:cNvSpPr>
            <a:spLocks xmlns:a="http://schemas.openxmlformats.org/drawingml/2006/main" noGrp="1"/>
          </p:cNvSpPr>
          <p:nvPr/>
        </p:nvSpPr>
        <p:spPr>
          <a:xfrm xmlns:a="http://schemas.openxmlformats.org/drawingml/2006/main">
            <a:off x="1143000" y="2156420"/>
            <a:ext cx="9906000" cy="3276600"/>
          </a:xfrm>
          <a:custGeom xmlns:a="http://schemas.openxmlformats.org/drawingml/2006/main">
            <a:pathLst>
              <a:path w="10698480" h="3538728">
                <a:moveTo>
                  <a:pt x="0" y="3538728"/>
                </a:moveTo>
                <a:lnTo>
                  <a:pt x="10698480" y="3538728"/>
                </a:lnTo>
                <a:lnTo>
                  <a:pt x="10698480" y="0"/>
                </a:lnTo>
                <a:lnTo>
                  <a:pt x="0" y="0"/>
                </a:lnTo>
                <a:close/>
              </a:path>
            </a:pathLst>
          </a:custGeom>
          <a:solidFill xmlns:a="http://schemas.openxmlformats.org/drawingml/2006/main">
            <a:srgbClr val="FBFCFE"/>
          </a:solidFill>
          <a:ln xmlns:a="http://schemas.openxmlformats.org/drawingml/2006/main" w="0">
            <a:noFill/>
            <a:prstDash val="solid"/>
          </a:ln>
        </p:spPr>
      </p:sp>
      <p:sp>
        <p:nvSpPr>
          <p:cNvPr id="9" name="Editable chart path">
            <a:extLst xmlns:a="http://schemas.openxmlformats.org/drawingml/2006/main">
              <a:ext uri="{FF2B5EF4-FFF2-40B4-BE49-F238E27FC236}">
                <a16:creationId xmlns:a16="http://schemas.microsoft.com/office/drawing/2014/main" id="{CF9FEF2B-5786-4893-A543-E22EA8479B8C}"/>
              </a:ext>
            </a:extLst>
          </p:cNvPr>
          <p:cNvSpPr>
            <a:spLocks xmlns:a="http://schemas.openxmlformats.org/drawingml/2006/main" noGrp="1"/>
          </p:cNvSpPr>
          <p:nvPr/>
        </p:nvSpPr>
        <p:spPr>
          <a:xfrm xmlns:a="http://schemas.openxmlformats.org/drawingml/2006/main">
            <a:off x="1296737" y="2584367"/>
            <a:ext cx="3028103" cy="1787180"/>
          </a:xfrm>
          <a:custGeom xmlns:a="http://schemas.openxmlformats.org/drawingml/2006/main">
            <a:pathLst>
              <a:path w="3270351" h="1930154">
                <a:moveTo>
                  <a:pt x="684034" y="1211253"/>
                </a:moveTo>
                <a:lnTo>
                  <a:pt x="668798" y="1208211"/>
                </a:lnTo>
                <a:lnTo>
                  <a:pt x="672831" y="1217412"/>
                </a:lnTo>
                <a:lnTo>
                  <a:pt x="681270" y="1219490"/>
                </a:lnTo>
                <a:lnTo>
                  <a:pt x="699643" y="1242271"/>
                </a:lnTo>
                <a:lnTo>
                  <a:pt x="699867" y="1270692"/>
                </a:lnTo>
                <a:lnTo>
                  <a:pt x="675744" y="1270024"/>
                </a:lnTo>
                <a:lnTo>
                  <a:pt x="675893" y="1266536"/>
                </a:lnTo>
                <a:lnTo>
                  <a:pt x="671487" y="1263568"/>
                </a:lnTo>
                <a:lnTo>
                  <a:pt x="669097" y="1243755"/>
                </a:lnTo>
                <a:lnTo>
                  <a:pt x="662226" y="1230769"/>
                </a:lnTo>
                <a:lnTo>
                  <a:pt x="664466" y="1223423"/>
                </a:lnTo>
                <a:lnTo>
                  <a:pt x="671188" y="1218006"/>
                </a:lnTo>
                <a:lnTo>
                  <a:pt x="667379" y="1208879"/>
                </a:lnTo>
                <a:lnTo>
                  <a:pt x="659686" y="1218154"/>
                </a:lnTo>
                <a:lnTo>
                  <a:pt x="656102" y="1229434"/>
                </a:lnTo>
                <a:lnTo>
                  <a:pt x="657595" y="1260229"/>
                </a:lnTo>
                <a:lnTo>
                  <a:pt x="636833" y="1268020"/>
                </a:lnTo>
                <a:lnTo>
                  <a:pt x="621075" y="1266982"/>
                </a:lnTo>
                <a:lnTo>
                  <a:pt x="583882" y="1273883"/>
                </a:lnTo>
                <a:lnTo>
                  <a:pt x="573650" y="1200790"/>
                </a:lnTo>
                <a:lnTo>
                  <a:pt x="569393" y="1198861"/>
                </a:lnTo>
                <a:lnTo>
                  <a:pt x="560580" y="1201236"/>
                </a:lnTo>
                <a:lnTo>
                  <a:pt x="569094" y="1282045"/>
                </a:lnTo>
                <a:lnTo>
                  <a:pt x="555801" y="1288130"/>
                </a:lnTo>
                <a:lnTo>
                  <a:pt x="553261" y="1285162"/>
                </a:lnTo>
                <a:lnTo>
                  <a:pt x="543254" y="1292360"/>
                </a:lnTo>
                <a:lnTo>
                  <a:pt x="502775" y="1247688"/>
                </a:lnTo>
                <a:lnTo>
                  <a:pt x="500534" y="1216670"/>
                </a:lnTo>
                <a:lnTo>
                  <a:pt x="471183" y="1220306"/>
                </a:lnTo>
                <a:lnTo>
                  <a:pt x="476486" y="1264013"/>
                </a:lnTo>
                <a:lnTo>
                  <a:pt x="512633" y="1301042"/>
                </a:lnTo>
                <a:lnTo>
                  <a:pt x="510019" y="1299929"/>
                </a:lnTo>
                <a:lnTo>
                  <a:pt x="512110" y="1303416"/>
                </a:lnTo>
                <a:lnTo>
                  <a:pt x="501356" y="1314770"/>
                </a:lnTo>
                <a:lnTo>
                  <a:pt x="454753" y="1351205"/>
                </a:lnTo>
                <a:lnTo>
                  <a:pt x="444372" y="1338738"/>
                </a:lnTo>
                <a:lnTo>
                  <a:pt x="446164" y="1335992"/>
                </a:lnTo>
                <a:lnTo>
                  <a:pt x="440936" y="1327459"/>
                </a:lnTo>
                <a:lnTo>
                  <a:pt x="395379" y="1304900"/>
                </a:lnTo>
                <a:lnTo>
                  <a:pt x="398217" y="1298816"/>
                </a:lnTo>
                <a:lnTo>
                  <a:pt x="388358" y="1291024"/>
                </a:lnTo>
                <a:lnTo>
                  <a:pt x="380143" y="1297851"/>
                </a:lnTo>
                <a:lnTo>
                  <a:pt x="374691" y="1291840"/>
                </a:lnTo>
                <a:lnTo>
                  <a:pt x="381786" y="1285755"/>
                </a:lnTo>
                <a:lnTo>
                  <a:pt x="358858" y="1259561"/>
                </a:lnTo>
                <a:lnTo>
                  <a:pt x="344145" y="1271953"/>
                </a:lnTo>
                <a:lnTo>
                  <a:pt x="329432" y="1254663"/>
                </a:lnTo>
                <a:lnTo>
                  <a:pt x="386790" y="1192554"/>
                </a:lnTo>
                <a:lnTo>
                  <a:pt x="384325" y="1184762"/>
                </a:lnTo>
                <a:lnTo>
                  <a:pt x="376260" y="1181868"/>
                </a:lnTo>
                <a:lnTo>
                  <a:pt x="337424" y="1223497"/>
                </a:lnTo>
                <a:lnTo>
                  <a:pt x="325848" y="1227430"/>
                </a:lnTo>
                <a:lnTo>
                  <a:pt x="306803" y="1209176"/>
                </a:lnTo>
                <a:lnTo>
                  <a:pt x="303517" y="1199900"/>
                </a:lnTo>
                <a:lnTo>
                  <a:pt x="344817" y="1157380"/>
                </a:lnTo>
                <a:lnTo>
                  <a:pt x="346386" y="1153522"/>
                </a:lnTo>
                <a:lnTo>
                  <a:pt x="342203" y="1148624"/>
                </a:lnTo>
                <a:lnTo>
                  <a:pt x="328163" y="1137642"/>
                </a:lnTo>
                <a:lnTo>
                  <a:pt x="303890" y="1164207"/>
                </a:lnTo>
                <a:lnTo>
                  <a:pt x="280216" y="1182684"/>
                </a:lnTo>
                <a:lnTo>
                  <a:pt x="262291" y="1170663"/>
                </a:lnTo>
                <a:lnTo>
                  <a:pt x="238542" y="1146992"/>
                </a:lnTo>
                <a:lnTo>
                  <a:pt x="215390" y="1179939"/>
                </a:lnTo>
                <a:lnTo>
                  <a:pt x="241305" y="1201681"/>
                </a:lnTo>
                <a:lnTo>
                  <a:pt x="293733" y="1262603"/>
                </a:lnTo>
                <a:lnTo>
                  <a:pt x="304637" y="1328201"/>
                </a:lnTo>
                <a:lnTo>
                  <a:pt x="328536" y="1371982"/>
                </a:lnTo>
                <a:lnTo>
                  <a:pt x="332121" y="1384003"/>
                </a:lnTo>
                <a:lnTo>
                  <a:pt x="328611" y="1403594"/>
                </a:lnTo>
                <a:lnTo>
                  <a:pt x="313525" y="1418731"/>
                </a:lnTo>
                <a:lnTo>
                  <a:pt x="299484" y="1422367"/>
                </a:lnTo>
                <a:lnTo>
                  <a:pt x="261544" y="1419770"/>
                </a:lnTo>
                <a:lnTo>
                  <a:pt x="259453" y="1422442"/>
                </a:lnTo>
                <a:lnTo>
                  <a:pt x="254225" y="1491230"/>
                </a:lnTo>
                <a:lnTo>
                  <a:pt x="281186" y="1491230"/>
                </a:lnTo>
                <a:lnTo>
                  <a:pt x="281261" y="1557718"/>
                </a:lnTo>
                <a:lnTo>
                  <a:pt x="86933" y="1557718"/>
                </a:lnTo>
                <a:lnTo>
                  <a:pt x="86933" y="1608697"/>
                </a:lnTo>
                <a:lnTo>
                  <a:pt x="288655" y="1608697"/>
                </a:lnTo>
                <a:lnTo>
                  <a:pt x="288655" y="1653369"/>
                </a:lnTo>
                <a:lnTo>
                  <a:pt x="239662" y="1675111"/>
                </a:lnTo>
                <a:lnTo>
                  <a:pt x="86933" y="1675111"/>
                </a:lnTo>
                <a:lnTo>
                  <a:pt x="86933" y="1726164"/>
                </a:lnTo>
                <a:lnTo>
                  <a:pt x="329657" y="1726164"/>
                </a:lnTo>
                <a:lnTo>
                  <a:pt x="329657" y="1792578"/>
                </a:lnTo>
                <a:lnTo>
                  <a:pt x="87007" y="1792578"/>
                </a:lnTo>
                <a:lnTo>
                  <a:pt x="87007" y="1848974"/>
                </a:lnTo>
                <a:lnTo>
                  <a:pt x="382533" y="1848900"/>
                </a:lnTo>
                <a:lnTo>
                  <a:pt x="394931" y="1881847"/>
                </a:lnTo>
                <a:lnTo>
                  <a:pt x="316363" y="1910713"/>
                </a:lnTo>
                <a:lnTo>
                  <a:pt x="291119" y="1925776"/>
                </a:lnTo>
                <a:lnTo>
                  <a:pt x="274689" y="1930154"/>
                </a:lnTo>
                <a:lnTo>
                  <a:pt x="26961" y="1868341"/>
                </a:lnTo>
                <a:lnTo>
                  <a:pt x="9261" y="1858769"/>
                </a:lnTo>
                <a:lnTo>
                  <a:pt x="971" y="1843928"/>
                </a:lnTo>
                <a:lnTo>
                  <a:pt x="0" y="1685128"/>
                </a:lnTo>
                <a:lnTo>
                  <a:pt x="50263" y="1685128"/>
                </a:lnTo>
                <a:lnTo>
                  <a:pt x="50337" y="1665019"/>
                </a:lnTo>
                <a:lnTo>
                  <a:pt x="23526" y="1665019"/>
                </a:lnTo>
                <a:lnTo>
                  <a:pt x="23526" y="1616340"/>
                </a:lnTo>
                <a:lnTo>
                  <a:pt x="46976" y="1616340"/>
                </a:lnTo>
                <a:lnTo>
                  <a:pt x="46976" y="1596231"/>
                </a:lnTo>
                <a:lnTo>
                  <a:pt x="30247" y="1596231"/>
                </a:lnTo>
                <a:lnTo>
                  <a:pt x="30247" y="1562319"/>
                </a:lnTo>
                <a:lnTo>
                  <a:pt x="75" y="1562319"/>
                </a:lnTo>
                <a:lnTo>
                  <a:pt x="896" y="1549036"/>
                </a:lnTo>
                <a:lnTo>
                  <a:pt x="42645" y="1437951"/>
                </a:lnTo>
                <a:lnTo>
                  <a:pt x="53175" y="1427710"/>
                </a:lnTo>
                <a:lnTo>
                  <a:pt x="74983" y="1419696"/>
                </a:lnTo>
                <a:lnTo>
                  <a:pt x="89248" y="1410495"/>
                </a:lnTo>
                <a:lnTo>
                  <a:pt x="100002" y="1397954"/>
                </a:lnTo>
                <a:lnTo>
                  <a:pt x="106500" y="1384003"/>
                </a:lnTo>
                <a:lnTo>
                  <a:pt x="109188" y="1367678"/>
                </a:lnTo>
                <a:lnTo>
                  <a:pt x="107023" y="1350834"/>
                </a:lnTo>
                <a:lnTo>
                  <a:pt x="93505" y="1316551"/>
                </a:lnTo>
                <a:lnTo>
                  <a:pt x="88202" y="1315957"/>
                </a:lnTo>
                <a:lnTo>
                  <a:pt x="89472" y="1308165"/>
                </a:lnTo>
                <a:lnTo>
                  <a:pt x="87082" y="1311059"/>
                </a:lnTo>
                <a:lnTo>
                  <a:pt x="90517" y="1291469"/>
                </a:lnTo>
                <a:lnTo>
                  <a:pt x="91787" y="1294883"/>
                </a:lnTo>
                <a:lnTo>
                  <a:pt x="92982" y="1288278"/>
                </a:lnTo>
                <a:lnTo>
                  <a:pt x="97090" y="1288946"/>
                </a:lnTo>
                <a:lnTo>
                  <a:pt x="192536" y="1035313"/>
                </a:lnTo>
                <a:lnTo>
                  <a:pt x="201797" y="999991"/>
                </a:lnTo>
                <a:lnTo>
                  <a:pt x="217107" y="964595"/>
                </a:lnTo>
                <a:lnTo>
                  <a:pt x="213746" y="959475"/>
                </a:lnTo>
                <a:lnTo>
                  <a:pt x="217481" y="955542"/>
                </a:lnTo>
                <a:lnTo>
                  <a:pt x="215315" y="953538"/>
                </a:lnTo>
                <a:lnTo>
                  <a:pt x="223904" y="944708"/>
                </a:lnTo>
                <a:lnTo>
                  <a:pt x="230102" y="930089"/>
                </a:lnTo>
                <a:lnTo>
                  <a:pt x="229206" y="926750"/>
                </a:lnTo>
                <a:lnTo>
                  <a:pt x="221962" y="929867"/>
                </a:lnTo>
                <a:lnTo>
                  <a:pt x="216136" y="923485"/>
                </a:lnTo>
                <a:lnTo>
                  <a:pt x="212253" y="910722"/>
                </a:lnTo>
                <a:lnTo>
                  <a:pt x="214792" y="898255"/>
                </a:lnTo>
                <a:lnTo>
                  <a:pt x="205158" y="892096"/>
                </a:lnTo>
                <a:lnTo>
                  <a:pt x="206129" y="890241"/>
                </a:lnTo>
                <a:lnTo>
                  <a:pt x="215688" y="896549"/>
                </a:lnTo>
                <a:lnTo>
                  <a:pt x="223679" y="887867"/>
                </a:lnTo>
                <a:lnTo>
                  <a:pt x="234210" y="883711"/>
                </a:lnTo>
                <a:lnTo>
                  <a:pt x="239513" y="886011"/>
                </a:lnTo>
                <a:lnTo>
                  <a:pt x="242799" y="892764"/>
                </a:lnTo>
                <a:lnTo>
                  <a:pt x="247130" y="873248"/>
                </a:lnTo>
                <a:lnTo>
                  <a:pt x="257287" y="849428"/>
                </a:lnTo>
                <a:lnTo>
                  <a:pt x="259080" y="836071"/>
                </a:lnTo>
                <a:lnTo>
                  <a:pt x="261171" y="839262"/>
                </a:lnTo>
                <a:lnTo>
                  <a:pt x="275212" y="828131"/>
                </a:lnTo>
                <a:lnTo>
                  <a:pt x="284248" y="816481"/>
                </a:lnTo>
                <a:lnTo>
                  <a:pt x="306952" y="765502"/>
                </a:lnTo>
                <a:lnTo>
                  <a:pt x="323981" y="740643"/>
                </a:lnTo>
                <a:lnTo>
                  <a:pt x="325997" y="728177"/>
                </a:lnTo>
                <a:lnTo>
                  <a:pt x="338768" y="724244"/>
                </a:lnTo>
                <a:lnTo>
                  <a:pt x="337648" y="715710"/>
                </a:lnTo>
                <a:lnTo>
                  <a:pt x="341307" y="712816"/>
                </a:lnTo>
                <a:lnTo>
                  <a:pt x="351091" y="725431"/>
                </a:lnTo>
                <a:lnTo>
                  <a:pt x="351166" y="713261"/>
                </a:lnTo>
                <a:lnTo>
                  <a:pt x="357588" y="712000"/>
                </a:lnTo>
                <a:lnTo>
                  <a:pt x="368194" y="685212"/>
                </a:lnTo>
                <a:lnTo>
                  <a:pt x="384774" y="656791"/>
                </a:lnTo>
                <a:lnTo>
                  <a:pt x="382757" y="647590"/>
                </a:lnTo>
                <a:lnTo>
                  <a:pt x="390524" y="648703"/>
                </a:lnTo>
                <a:lnTo>
                  <a:pt x="386566" y="642173"/>
                </a:lnTo>
                <a:lnTo>
                  <a:pt x="399113" y="630819"/>
                </a:lnTo>
                <a:lnTo>
                  <a:pt x="404117" y="629484"/>
                </a:lnTo>
                <a:lnTo>
                  <a:pt x="404714" y="635865"/>
                </a:lnTo>
                <a:lnTo>
                  <a:pt x="406731" y="635569"/>
                </a:lnTo>
                <a:lnTo>
                  <a:pt x="408822" y="629113"/>
                </a:lnTo>
                <a:lnTo>
                  <a:pt x="404266" y="621692"/>
                </a:lnTo>
                <a:lnTo>
                  <a:pt x="408673" y="613901"/>
                </a:lnTo>
                <a:lnTo>
                  <a:pt x="417485" y="607816"/>
                </a:lnTo>
                <a:lnTo>
                  <a:pt x="417560" y="595349"/>
                </a:lnTo>
                <a:lnTo>
                  <a:pt x="425999" y="580657"/>
                </a:lnTo>
                <a:lnTo>
                  <a:pt x="423236" y="563293"/>
                </a:lnTo>
                <a:lnTo>
                  <a:pt x="426821" y="545112"/>
                </a:lnTo>
                <a:lnTo>
                  <a:pt x="420846" y="534575"/>
                </a:lnTo>
                <a:lnTo>
                  <a:pt x="425626" y="523222"/>
                </a:lnTo>
                <a:lnTo>
                  <a:pt x="428464" y="525225"/>
                </a:lnTo>
                <a:lnTo>
                  <a:pt x="429808" y="522776"/>
                </a:lnTo>
                <a:lnTo>
                  <a:pt x="425925" y="520031"/>
                </a:lnTo>
                <a:lnTo>
                  <a:pt x="427717" y="514317"/>
                </a:lnTo>
                <a:lnTo>
                  <a:pt x="434513" y="510607"/>
                </a:lnTo>
                <a:lnTo>
                  <a:pt x="428165" y="500960"/>
                </a:lnTo>
                <a:lnTo>
                  <a:pt x="424132" y="484115"/>
                </a:lnTo>
                <a:lnTo>
                  <a:pt x="437725" y="478327"/>
                </a:lnTo>
                <a:lnTo>
                  <a:pt x="443475" y="467642"/>
                </a:lnTo>
                <a:lnTo>
                  <a:pt x="443924" y="458960"/>
                </a:lnTo>
                <a:lnTo>
                  <a:pt x="456844" y="455769"/>
                </a:lnTo>
                <a:lnTo>
                  <a:pt x="465657" y="460296"/>
                </a:lnTo>
                <a:lnTo>
                  <a:pt x="467598" y="454211"/>
                </a:lnTo>
                <a:lnTo>
                  <a:pt x="477158" y="449313"/>
                </a:lnTo>
                <a:lnTo>
                  <a:pt x="478950" y="443377"/>
                </a:lnTo>
                <a:lnTo>
                  <a:pt x="484701" y="438331"/>
                </a:lnTo>
                <a:lnTo>
                  <a:pt x="482535" y="429500"/>
                </a:lnTo>
                <a:lnTo>
                  <a:pt x="484552" y="426606"/>
                </a:lnTo>
                <a:lnTo>
                  <a:pt x="489108" y="423490"/>
                </a:lnTo>
                <a:lnTo>
                  <a:pt x="496053" y="425048"/>
                </a:lnTo>
                <a:lnTo>
                  <a:pt x="500460" y="422822"/>
                </a:lnTo>
                <a:lnTo>
                  <a:pt x="493663" y="416663"/>
                </a:lnTo>
                <a:lnTo>
                  <a:pt x="491647" y="406942"/>
                </a:lnTo>
                <a:lnTo>
                  <a:pt x="496352" y="391507"/>
                </a:lnTo>
                <a:lnTo>
                  <a:pt x="502775" y="393288"/>
                </a:lnTo>
                <a:lnTo>
                  <a:pt x="503298" y="387649"/>
                </a:lnTo>
                <a:lnTo>
                  <a:pt x="497173" y="382380"/>
                </a:lnTo>
                <a:lnTo>
                  <a:pt x="509571" y="375701"/>
                </a:lnTo>
                <a:lnTo>
                  <a:pt x="516293" y="382306"/>
                </a:lnTo>
                <a:lnTo>
                  <a:pt x="512857" y="376815"/>
                </a:lnTo>
                <a:lnTo>
                  <a:pt x="517039" y="371472"/>
                </a:lnTo>
                <a:lnTo>
                  <a:pt x="511139" y="372882"/>
                </a:lnTo>
                <a:lnTo>
                  <a:pt x="506434" y="361825"/>
                </a:lnTo>
                <a:lnTo>
                  <a:pt x="512334" y="338302"/>
                </a:lnTo>
                <a:lnTo>
                  <a:pt x="524508" y="330510"/>
                </a:lnTo>
                <a:lnTo>
                  <a:pt x="531827" y="331549"/>
                </a:lnTo>
                <a:lnTo>
                  <a:pt x="528018" y="329917"/>
                </a:lnTo>
                <a:lnTo>
                  <a:pt x="529213" y="325539"/>
                </a:lnTo>
                <a:lnTo>
                  <a:pt x="540416" y="309065"/>
                </a:lnTo>
                <a:lnTo>
                  <a:pt x="547436" y="313443"/>
                </a:lnTo>
                <a:lnTo>
                  <a:pt x="565360" y="308917"/>
                </a:lnTo>
                <a:lnTo>
                  <a:pt x="579625" y="293853"/>
                </a:lnTo>
                <a:lnTo>
                  <a:pt x="587467" y="298751"/>
                </a:lnTo>
                <a:lnTo>
                  <a:pt x="596130" y="299493"/>
                </a:lnTo>
                <a:lnTo>
                  <a:pt x="598445" y="302758"/>
                </a:lnTo>
                <a:lnTo>
                  <a:pt x="598819" y="291182"/>
                </a:lnTo>
                <a:lnTo>
                  <a:pt x="603599" y="287991"/>
                </a:lnTo>
                <a:lnTo>
                  <a:pt x="613009" y="289846"/>
                </a:lnTo>
                <a:lnTo>
                  <a:pt x="619133" y="279977"/>
                </a:lnTo>
                <a:lnTo>
                  <a:pt x="654010" y="276192"/>
                </a:lnTo>
                <a:lnTo>
                  <a:pt x="661554" y="270182"/>
                </a:lnTo>
                <a:lnTo>
                  <a:pt x="675146" y="265358"/>
                </a:lnTo>
                <a:lnTo>
                  <a:pt x="675071" y="262242"/>
                </a:lnTo>
                <a:lnTo>
                  <a:pt x="705020" y="231595"/>
                </a:lnTo>
                <a:lnTo>
                  <a:pt x="723318" y="221206"/>
                </a:lnTo>
                <a:lnTo>
                  <a:pt x="752743" y="192563"/>
                </a:lnTo>
                <a:lnTo>
                  <a:pt x="753639" y="184845"/>
                </a:lnTo>
                <a:lnTo>
                  <a:pt x="759166" y="188407"/>
                </a:lnTo>
                <a:lnTo>
                  <a:pt x="778061" y="170598"/>
                </a:lnTo>
                <a:lnTo>
                  <a:pt x="798151" y="159393"/>
                </a:lnTo>
                <a:lnTo>
                  <a:pt x="830041" y="150117"/>
                </a:lnTo>
                <a:lnTo>
                  <a:pt x="834821" y="151750"/>
                </a:lnTo>
                <a:lnTo>
                  <a:pt x="836987" y="149153"/>
                </a:lnTo>
                <a:lnTo>
                  <a:pt x="864620" y="144404"/>
                </a:lnTo>
                <a:lnTo>
                  <a:pt x="908759" y="145368"/>
                </a:lnTo>
                <a:lnTo>
                  <a:pt x="921380" y="148559"/>
                </a:lnTo>
                <a:lnTo>
                  <a:pt x="938856" y="162361"/>
                </a:lnTo>
                <a:lnTo>
                  <a:pt x="940051" y="167852"/>
                </a:lnTo>
                <a:lnTo>
                  <a:pt x="936541" y="161693"/>
                </a:lnTo>
                <a:lnTo>
                  <a:pt x="936616" y="166443"/>
                </a:lnTo>
                <a:lnTo>
                  <a:pt x="932882" y="169856"/>
                </a:lnTo>
                <a:lnTo>
                  <a:pt x="937886" y="168594"/>
                </a:lnTo>
                <a:lnTo>
                  <a:pt x="947968" y="175644"/>
                </a:lnTo>
                <a:lnTo>
                  <a:pt x="937661" y="182842"/>
                </a:lnTo>
                <a:lnTo>
                  <a:pt x="943562" y="177944"/>
                </a:lnTo>
                <a:lnTo>
                  <a:pt x="948939" y="177648"/>
                </a:lnTo>
                <a:lnTo>
                  <a:pt x="943786" y="182174"/>
                </a:lnTo>
                <a:lnTo>
                  <a:pt x="945877" y="180913"/>
                </a:lnTo>
                <a:lnTo>
                  <a:pt x="948192" y="183807"/>
                </a:lnTo>
                <a:lnTo>
                  <a:pt x="948267" y="179280"/>
                </a:lnTo>
                <a:lnTo>
                  <a:pt x="954391" y="182174"/>
                </a:lnTo>
                <a:lnTo>
                  <a:pt x="956482" y="189743"/>
                </a:lnTo>
                <a:lnTo>
                  <a:pt x="962606" y="189075"/>
                </a:lnTo>
                <a:lnTo>
                  <a:pt x="987327" y="207923"/>
                </a:lnTo>
                <a:lnTo>
                  <a:pt x="988372" y="212821"/>
                </a:lnTo>
                <a:lnTo>
                  <a:pt x="977244" y="225213"/>
                </a:lnTo>
                <a:lnTo>
                  <a:pt x="979111" y="237754"/>
                </a:lnTo>
                <a:lnTo>
                  <a:pt x="981875" y="237828"/>
                </a:lnTo>
                <a:lnTo>
                  <a:pt x="982771" y="229962"/>
                </a:lnTo>
                <a:lnTo>
                  <a:pt x="989567" y="220464"/>
                </a:lnTo>
                <a:lnTo>
                  <a:pt x="993376" y="236492"/>
                </a:lnTo>
                <a:lnTo>
                  <a:pt x="1019889" y="236418"/>
                </a:lnTo>
                <a:lnTo>
                  <a:pt x="1023100" y="233673"/>
                </a:lnTo>
                <a:lnTo>
                  <a:pt x="1025191" y="237902"/>
                </a:lnTo>
                <a:lnTo>
                  <a:pt x="1025042" y="187814"/>
                </a:lnTo>
                <a:lnTo>
                  <a:pt x="1031540" y="181655"/>
                </a:lnTo>
                <a:lnTo>
                  <a:pt x="1136919" y="203100"/>
                </a:lnTo>
                <a:lnTo>
                  <a:pt x="1166345" y="196050"/>
                </a:lnTo>
                <a:lnTo>
                  <a:pt x="1184269" y="203619"/>
                </a:lnTo>
                <a:lnTo>
                  <a:pt x="1205106" y="197312"/>
                </a:lnTo>
                <a:lnTo>
                  <a:pt x="1203463" y="191227"/>
                </a:lnTo>
                <a:lnTo>
                  <a:pt x="1207421" y="180764"/>
                </a:lnTo>
                <a:lnTo>
                  <a:pt x="1219371" y="170821"/>
                </a:lnTo>
                <a:lnTo>
                  <a:pt x="1225569" y="159764"/>
                </a:lnTo>
                <a:lnTo>
                  <a:pt x="1219968" y="135647"/>
                </a:lnTo>
                <a:lnTo>
                  <a:pt x="1222657" y="134163"/>
                </a:lnTo>
                <a:lnTo>
                  <a:pt x="1233486" y="165329"/>
                </a:lnTo>
                <a:lnTo>
                  <a:pt x="1248199" y="154495"/>
                </a:lnTo>
                <a:lnTo>
                  <a:pt x="1274338" y="144775"/>
                </a:lnTo>
                <a:lnTo>
                  <a:pt x="1321912" y="113757"/>
                </a:lnTo>
                <a:lnTo>
                  <a:pt x="1327663" y="112718"/>
                </a:lnTo>
                <a:lnTo>
                  <a:pt x="1344168" y="95651"/>
                </a:lnTo>
                <a:lnTo>
                  <a:pt x="1372175" y="75764"/>
                </a:lnTo>
                <a:lnTo>
                  <a:pt x="1383676" y="70940"/>
                </a:lnTo>
                <a:lnTo>
                  <a:pt x="1441258" y="29163"/>
                </a:lnTo>
                <a:lnTo>
                  <a:pt x="1450220" y="29460"/>
                </a:lnTo>
                <a:lnTo>
                  <a:pt x="1462916" y="16993"/>
                </a:lnTo>
                <a:lnTo>
                  <a:pt x="1473820" y="12912"/>
                </a:lnTo>
                <a:lnTo>
                  <a:pt x="1515643" y="1484"/>
                </a:lnTo>
                <a:lnTo>
                  <a:pt x="1523560" y="7346"/>
                </a:lnTo>
                <a:lnTo>
                  <a:pt x="1540364" y="3042"/>
                </a:lnTo>
                <a:lnTo>
                  <a:pt x="1580469" y="0"/>
                </a:lnTo>
                <a:lnTo>
                  <a:pt x="1611165" y="11353"/>
                </a:lnTo>
                <a:lnTo>
                  <a:pt x="1616691" y="15806"/>
                </a:lnTo>
                <a:lnTo>
                  <a:pt x="1602501" y="25675"/>
                </a:lnTo>
                <a:lnTo>
                  <a:pt x="1589954" y="43113"/>
                </a:lnTo>
                <a:lnTo>
                  <a:pt x="1596004" y="46824"/>
                </a:lnTo>
                <a:lnTo>
                  <a:pt x="1604443" y="34283"/>
                </a:lnTo>
                <a:lnTo>
                  <a:pt x="1621770" y="26788"/>
                </a:lnTo>
                <a:lnTo>
                  <a:pt x="1619305" y="35693"/>
                </a:lnTo>
                <a:lnTo>
                  <a:pt x="1625803" y="37028"/>
                </a:lnTo>
                <a:lnTo>
                  <a:pt x="1613032" y="59735"/>
                </a:lnTo>
                <a:lnTo>
                  <a:pt x="1616841" y="61739"/>
                </a:lnTo>
                <a:lnTo>
                  <a:pt x="1632524" y="37399"/>
                </a:lnTo>
                <a:lnTo>
                  <a:pt x="1625429" y="50089"/>
                </a:lnTo>
                <a:lnTo>
                  <a:pt x="1628267" y="52018"/>
                </a:lnTo>
                <a:lnTo>
                  <a:pt x="1617513" y="70866"/>
                </a:lnTo>
                <a:lnTo>
                  <a:pt x="1620201" y="72350"/>
                </a:lnTo>
                <a:lnTo>
                  <a:pt x="1630657" y="53428"/>
                </a:lnTo>
                <a:lnTo>
                  <a:pt x="1634466" y="55283"/>
                </a:lnTo>
                <a:lnTo>
                  <a:pt x="1656797" y="16177"/>
                </a:lnTo>
                <a:lnTo>
                  <a:pt x="1707283" y="44968"/>
                </a:lnTo>
                <a:lnTo>
                  <a:pt x="1689732" y="76135"/>
                </a:lnTo>
                <a:lnTo>
                  <a:pt x="1696827" y="80216"/>
                </a:lnTo>
                <a:lnTo>
                  <a:pt x="1714528" y="49198"/>
                </a:lnTo>
                <a:lnTo>
                  <a:pt x="1722594" y="48976"/>
                </a:lnTo>
                <a:lnTo>
                  <a:pt x="1729763" y="44226"/>
                </a:lnTo>
                <a:lnTo>
                  <a:pt x="1824762" y="83407"/>
                </a:lnTo>
                <a:lnTo>
                  <a:pt x="1855606" y="98693"/>
                </a:lnTo>
                <a:lnTo>
                  <a:pt x="1885704" y="118061"/>
                </a:lnTo>
                <a:lnTo>
                  <a:pt x="1884658" y="125778"/>
                </a:lnTo>
                <a:lnTo>
                  <a:pt x="1862179" y="135647"/>
                </a:lnTo>
                <a:lnTo>
                  <a:pt x="1881820" y="183139"/>
                </a:lnTo>
                <a:lnTo>
                  <a:pt x="1889886" y="210520"/>
                </a:lnTo>
                <a:lnTo>
                  <a:pt x="1924391" y="254747"/>
                </a:lnTo>
                <a:lnTo>
                  <a:pt x="1920059" y="258234"/>
                </a:lnTo>
                <a:lnTo>
                  <a:pt x="1926183" y="272037"/>
                </a:lnTo>
                <a:lnTo>
                  <a:pt x="1936116" y="268326"/>
                </a:lnTo>
                <a:lnTo>
                  <a:pt x="1939253" y="274931"/>
                </a:lnTo>
                <a:lnTo>
                  <a:pt x="1932158" y="289475"/>
                </a:lnTo>
                <a:lnTo>
                  <a:pt x="1894143" y="320715"/>
                </a:lnTo>
                <a:lnTo>
                  <a:pt x="1885405" y="323387"/>
                </a:lnTo>
                <a:lnTo>
                  <a:pt x="1882642" y="328284"/>
                </a:lnTo>
                <a:lnTo>
                  <a:pt x="1927527" y="348394"/>
                </a:lnTo>
                <a:lnTo>
                  <a:pt x="1937834" y="343051"/>
                </a:lnTo>
                <a:lnTo>
                  <a:pt x="1950903" y="341196"/>
                </a:lnTo>
                <a:lnTo>
                  <a:pt x="1967931" y="326355"/>
                </a:lnTo>
                <a:lnTo>
                  <a:pt x="1968230" y="318341"/>
                </a:lnTo>
                <a:lnTo>
                  <a:pt x="1973234" y="311959"/>
                </a:lnTo>
                <a:lnTo>
                  <a:pt x="2001166" y="293853"/>
                </a:lnTo>
                <a:lnTo>
                  <a:pt x="2018941" y="288139"/>
                </a:lnTo>
                <a:lnTo>
                  <a:pt x="2037836" y="289475"/>
                </a:lnTo>
                <a:lnTo>
                  <a:pt x="2050084" y="294744"/>
                </a:lnTo>
                <a:lnTo>
                  <a:pt x="2109234" y="333924"/>
                </a:lnTo>
                <a:lnTo>
                  <a:pt x="2097509" y="350101"/>
                </a:lnTo>
                <a:lnTo>
                  <a:pt x="2102886" y="353217"/>
                </a:lnTo>
                <a:lnTo>
                  <a:pt x="2113417" y="336373"/>
                </a:lnTo>
                <a:lnTo>
                  <a:pt x="2174583" y="372140"/>
                </a:lnTo>
                <a:lnTo>
                  <a:pt x="2179661" y="378744"/>
                </a:lnTo>
                <a:lnTo>
                  <a:pt x="2181753" y="388687"/>
                </a:lnTo>
                <a:lnTo>
                  <a:pt x="2171670" y="411617"/>
                </a:lnTo>
                <a:lnTo>
                  <a:pt x="2183993" y="415847"/>
                </a:lnTo>
                <a:lnTo>
                  <a:pt x="2196167" y="395440"/>
                </a:lnTo>
                <a:lnTo>
                  <a:pt x="2226713" y="375627"/>
                </a:lnTo>
                <a:lnTo>
                  <a:pt x="2238065" y="373995"/>
                </a:lnTo>
                <a:lnTo>
                  <a:pt x="2249939" y="376592"/>
                </a:lnTo>
                <a:lnTo>
                  <a:pt x="2257184" y="369097"/>
                </a:lnTo>
                <a:lnTo>
                  <a:pt x="2277797" y="365535"/>
                </a:lnTo>
                <a:lnTo>
                  <a:pt x="2291912" y="368504"/>
                </a:lnTo>
                <a:lnTo>
                  <a:pt x="2301920" y="387797"/>
                </a:lnTo>
                <a:lnTo>
                  <a:pt x="2303339" y="404567"/>
                </a:lnTo>
                <a:lnTo>
                  <a:pt x="2310210" y="403603"/>
                </a:lnTo>
                <a:lnTo>
                  <a:pt x="2314093" y="396850"/>
                </a:lnTo>
                <a:lnTo>
                  <a:pt x="2319695" y="397295"/>
                </a:lnTo>
                <a:lnTo>
                  <a:pt x="2337469" y="413695"/>
                </a:lnTo>
                <a:lnTo>
                  <a:pt x="2336947" y="420225"/>
                </a:lnTo>
                <a:lnTo>
                  <a:pt x="2340681" y="424009"/>
                </a:lnTo>
                <a:lnTo>
                  <a:pt x="2357335" y="430836"/>
                </a:lnTo>
                <a:lnTo>
                  <a:pt x="2373467" y="442041"/>
                </a:lnTo>
                <a:lnTo>
                  <a:pt x="2428510" y="496434"/>
                </a:lnTo>
                <a:lnTo>
                  <a:pt x="2429555" y="507639"/>
                </a:lnTo>
                <a:lnTo>
                  <a:pt x="2420593" y="513278"/>
                </a:lnTo>
                <a:lnTo>
                  <a:pt x="2422908" y="515579"/>
                </a:lnTo>
                <a:lnTo>
                  <a:pt x="2423058" y="527377"/>
                </a:lnTo>
                <a:lnTo>
                  <a:pt x="2455172" y="516469"/>
                </a:lnTo>
                <a:lnTo>
                  <a:pt x="2485344" y="544296"/>
                </a:lnTo>
                <a:lnTo>
                  <a:pt x="2486166" y="550455"/>
                </a:lnTo>
                <a:lnTo>
                  <a:pt x="2469661" y="567300"/>
                </a:lnTo>
                <a:lnTo>
                  <a:pt x="2467943" y="574127"/>
                </a:lnTo>
                <a:lnTo>
                  <a:pt x="2470109" y="577095"/>
                </a:lnTo>
                <a:lnTo>
                  <a:pt x="2478548" y="575240"/>
                </a:lnTo>
                <a:lnTo>
                  <a:pt x="2498638" y="559211"/>
                </a:lnTo>
                <a:lnTo>
                  <a:pt x="2518430" y="576353"/>
                </a:lnTo>
                <a:lnTo>
                  <a:pt x="2520819" y="582660"/>
                </a:lnTo>
                <a:lnTo>
                  <a:pt x="2516488" y="607593"/>
                </a:lnTo>
                <a:lnTo>
                  <a:pt x="2518131" y="616572"/>
                </a:lnTo>
                <a:lnTo>
                  <a:pt x="2524778" y="623844"/>
                </a:lnTo>
                <a:lnTo>
                  <a:pt x="2565705" y="651374"/>
                </a:lnTo>
                <a:lnTo>
                  <a:pt x="2602897" y="660353"/>
                </a:lnTo>
                <a:lnTo>
                  <a:pt x="2631950" y="663618"/>
                </a:lnTo>
                <a:lnTo>
                  <a:pt x="2681615" y="658053"/>
                </a:lnTo>
                <a:lnTo>
                  <a:pt x="2692519" y="669035"/>
                </a:lnTo>
                <a:lnTo>
                  <a:pt x="2702153" y="665473"/>
                </a:lnTo>
                <a:lnTo>
                  <a:pt x="2704393" y="658721"/>
                </a:lnTo>
                <a:lnTo>
                  <a:pt x="2701107" y="649668"/>
                </a:lnTo>
                <a:lnTo>
                  <a:pt x="2715148" y="640986"/>
                </a:lnTo>
                <a:lnTo>
                  <a:pt x="2725977" y="627925"/>
                </a:lnTo>
                <a:lnTo>
                  <a:pt x="2741437" y="619318"/>
                </a:lnTo>
                <a:lnTo>
                  <a:pt x="2749727" y="595572"/>
                </a:lnTo>
                <a:lnTo>
                  <a:pt x="2755627" y="594385"/>
                </a:lnTo>
                <a:lnTo>
                  <a:pt x="2760183" y="586519"/>
                </a:lnTo>
                <a:lnTo>
                  <a:pt x="2770041" y="581324"/>
                </a:lnTo>
                <a:lnTo>
                  <a:pt x="2799765" y="579247"/>
                </a:lnTo>
                <a:lnTo>
                  <a:pt x="2805889" y="574794"/>
                </a:lnTo>
                <a:lnTo>
                  <a:pt x="2803275" y="573607"/>
                </a:lnTo>
                <a:lnTo>
                  <a:pt x="2815524" y="571307"/>
                </a:lnTo>
                <a:lnTo>
                  <a:pt x="2813059" y="572939"/>
                </a:lnTo>
                <a:lnTo>
                  <a:pt x="2819034" y="575388"/>
                </a:lnTo>
                <a:lnTo>
                  <a:pt x="2826428" y="575907"/>
                </a:lnTo>
                <a:lnTo>
                  <a:pt x="2826950" y="573310"/>
                </a:lnTo>
                <a:lnTo>
                  <a:pt x="2855405" y="576130"/>
                </a:lnTo>
                <a:lnTo>
                  <a:pt x="2893345" y="587632"/>
                </a:lnTo>
                <a:lnTo>
                  <a:pt x="2907983" y="588968"/>
                </a:lnTo>
                <a:lnTo>
                  <a:pt x="2938305" y="607296"/>
                </a:lnTo>
                <a:lnTo>
                  <a:pt x="2990808" y="714300"/>
                </a:lnTo>
                <a:lnTo>
                  <a:pt x="3001637" y="721943"/>
                </a:lnTo>
                <a:lnTo>
                  <a:pt x="3010973" y="720756"/>
                </a:lnTo>
                <a:lnTo>
                  <a:pt x="3009778" y="728548"/>
                </a:lnTo>
                <a:lnTo>
                  <a:pt x="2995737" y="729141"/>
                </a:lnTo>
                <a:lnTo>
                  <a:pt x="2987148" y="751255"/>
                </a:lnTo>
                <a:lnTo>
                  <a:pt x="2991704" y="753703"/>
                </a:lnTo>
                <a:lnTo>
                  <a:pt x="2993571" y="749325"/>
                </a:lnTo>
                <a:lnTo>
                  <a:pt x="3020308" y="757785"/>
                </a:lnTo>
                <a:lnTo>
                  <a:pt x="3046448" y="747025"/>
                </a:lnTo>
                <a:lnTo>
                  <a:pt x="3153918" y="794516"/>
                </a:lnTo>
                <a:lnTo>
                  <a:pt x="3205525" y="825237"/>
                </a:lnTo>
                <a:lnTo>
                  <a:pt x="3253622" y="860336"/>
                </a:lnTo>
                <a:lnTo>
                  <a:pt x="3264750" y="875252"/>
                </a:lnTo>
                <a:lnTo>
                  <a:pt x="3270351" y="894990"/>
                </a:lnTo>
                <a:lnTo>
                  <a:pt x="3267438" y="905453"/>
                </a:lnTo>
                <a:lnTo>
                  <a:pt x="3258327" y="904934"/>
                </a:lnTo>
                <a:lnTo>
                  <a:pt x="3257132" y="899368"/>
                </a:lnTo>
                <a:lnTo>
                  <a:pt x="3263630" y="887941"/>
                </a:lnTo>
                <a:lnTo>
                  <a:pt x="3260343" y="874435"/>
                </a:lnTo>
                <a:lnTo>
                  <a:pt x="3252502" y="864121"/>
                </a:lnTo>
                <a:lnTo>
                  <a:pt x="3227557" y="844753"/>
                </a:lnTo>
                <a:lnTo>
                  <a:pt x="3218744" y="843863"/>
                </a:lnTo>
                <a:lnTo>
                  <a:pt x="3204181" y="834216"/>
                </a:lnTo>
                <a:lnTo>
                  <a:pt x="3194547" y="831322"/>
                </a:lnTo>
                <a:lnTo>
                  <a:pt x="3182821" y="833919"/>
                </a:lnTo>
                <a:lnTo>
                  <a:pt x="3178415" y="839930"/>
                </a:lnTo>
                <a:lnTo>
                  <a:pt x="3185883" y="845124"/>
                </a:lnTo>
                <a:lnTo>
                  <a:pt x="3188049" y="852619"/>
                </a:lnTo>
                <a:lnTo>
                  <a:pt x="3102834" y="1052306"/>
                </a:lnTo>
                <a:lnTo>
                  <a:pt x="3099324" y="1064624"/>
                </a:lnTo>
                <a:lnTo>
                  <a:pt x="3099847" y="1076793"/>
                </a:lnTo>
                <a:lnTo>
                  <a:pt x="3104552" y="1086737"/>
                </a:lnTo>
                <a:lnTo>
                  <a:pt x="3187900" y="1084659"/>
                </a:lnTo>
                <a:lnTo>
                  <a:pt x="3189319" y="1133709"/>
                </a:lnTo>
                <a:lnTo>
                  <a:pt x="3195368" y="1137864"/>
                </a:lnTo>
                <a:lnTo>
                  <a:pt x="3188945" y="1147140"/>
                </a:lnTo>
                <a:lnTo>
                  <a:pt x="3161835" y="1147882"/>
                </a:lnTo>
                <a:lnTo>
                  <a:pt x="3161013" y="1115974"/>
                </a:lnTo>
                <a:lnTo>
                  <a:pt x="3114037" y="1117235"/>
                </a:lnTo>
                <a:lnTo>
                  <a:pt x="3114933" y="1149069"/>
                </a:lnTo>
                <a:lnTo>
                  <a:pt x="3025013" y="1154264"/>
                </a:lnTo>
                <a:lnTo>
                  <a:pt x="2983115" y="1182239"/>
                </a:lnTo>
                <a:lnTo>
                  <a:pt x="2961009" y="1189956"/>
                </a:lnTo>
                <a:lnTo>
                  <a:pt x="2939052" y="1187062"/>
                </a:lnTo>
                <a:lnTo>
                  <a:pt x="2879603" y="1161684"/>
                </a:lnTo>
                <a:lnTo>
                  <a:pt x="2824635" y="1178009"/>
                </a:lnTo>
                <a:lnTo>
                  <a:pt x="2832029" y="1173557"/>
                </a:lnTo>
                <a:lnTo>
                  <a:pt x="2834344" y="1167769"/>
                </a:lnTo>
                <a:lnTo>
                  <a:pt x="2826726" y="1143578"/>
                </a:lnTo>
                <a:lnTo>
                  <a:pt x="2816495" y="1146175"/>
                </a:lnTo>
                <a:lnTo>
                  <a:pt x="2790206" y="1144098"/>
                </a:lnTo>
                <a:lnTo>
                  <a:pt x="2770788" y="1152705"/>
                </a:lnTo>
                <a:lnTo>
                  <a:pt x="2770340" y="1146695"/>
                </a:lnTo>
                <a:lnTo>
                  <a:pt x="2739122" y="1147956"/>
                </a:lnTo>
                <a:lnTo>
                  <a:pt x="2729114" y="1151963"/>
                </a:lnTo>
                <a:lnTo>
                  <a:pt x="2724409" y="1149292"/>
                </a:lnTo>
                <a:lnTo>
                  <a:pt x="2711937" y="1155228"/>
                </a:lnTo>
                <a:lnTo>
                  <a:pt x="2707605" y="1153596"/>
                </a:lnTo>
                <a:lnTo>
                  <a:pt x="2681017" y="1162500"/>
                </a:lnTo>
                <a:lnTo>
                  <a:pt x="2666528" y="1158864"/>
                </a:lnTo>
                <a:lnTo>
                  <a:pt x="2654803" y="1166656"/>
                </a:lnTo>
                <a:lnTo>
                  <a:pt x="2653757" y="1164281"/>
                </a:lnTo>
                <a:lnTo>
                  <a:pt x="2649276" y="1165617"/>
                </a:lnTo>
                <a:lnTo>
                  <a:pt x="2633966" y="1175932"/>
                </a:lnTo>
                <a:lnTo>
                  <a:pt x="2629634" y="1174373"/>
                </a:lnTo>
                <a:lnTo>
                  <a:pt x="2614324" y="1184094"/>
                </a:lnTo>
                <a:lnTo>
                  <a:pt x="2613577" y="1181349"/>
                </a:lnTo>
                <a:lnTo>
                  <a:pt x="2609022" y="1180978"/>
                </a:lnTo>
                <a:lnTo>
                  <a:pt x="2596624" y="1186543"/>
                </a:lnTo>
                <a:lnTo>
                  <a:pt x="2594458" y="1184836"/>
                </a:lnTo>
                <a:lnTo>
                  <a:pt x="2580417" y="1189214"/>
                </a:lnTo>
                <a:lnTo>
                  <a:pt x="2575787" y="1186988"/>
                </a:lnTo>
                <a:lnTo>
                  <a:pt x="2560701" y="1190253"/>
                </a:lnTo>
                <a:lnTo>
                  <a:pt x="2527168" y="1198935"/>
                </a:lnTo>
                <a:lnTo>
                  <a:pt x="2519624" y="1204055"/>
                </a:lnTo>
                <a:lnTo>
                  <a:pt x="2516040" y="1202571"/>
                </a:lnTo>
                <a:lnTo>
                  <a:pt x="2506704" y="1206727"/>
                </a:lnTo>
                <a:lnTo>
                  <a:pt x="2505808" y="1204501"/>
                </a:lnTo>
                <a:lnTo>
                  <a:pt x="2506181" y="1207024"/>
                </a:lnTo>
                <a:lnTo>
                  <a:pt x="2495277" y="1213034"/>
                </a:lnTo>
                <a:lnTo>
                  <a:pt x="2472648" y="1221123"/>
                </a:lnTo>
                <a:lnTo>
                  <a:pt x="2469511" y="1219490"/>
                </a:lnTo>
                <a:lnTo>
                  <a:pt x="2448600" y="1230992"/>
                </a:lnTo>
                <a:lnTo>
                  <a:pt x="2448450" y="1228766"/>
                </a:lnTo>
                <a:lnTo>
                  <a:pt x="2438368" y="1225649"/>
                </a:lnTo>
                <a:lnTo>
                  <a:pt x="2407673" y="1240119"/>
                </a:lnTo>
                <a:lnTo>
                  <a:pt x="2397068" y="1240045"/>
                </a:lnTo>
                <a:lnTo>
                  <a:pt x="2392213" y="1243681"/>
                </a:lnTo>
                <a:lnTo>
                  <a:pt x="2390794" y="1240713"/>
                </a:lnTo>
                <a:lnTo>
                  <a:pt x="2386164" y="1240564"/>
                </a:lnTo>
                <a:lnTo>
                  <a:pt x="2376231" y="1246352"/>
                </a:lnTo>
                <a:lnTo>
                  <a:pt x="2371750" y="1243458"/>
                </a:lnTo>
                <a:lnTo>
                  <a:pt x="2345610" y="1253699"/>
                </a:lnTo>
                <a:lnTo>
                  <a:pt x="2328582" y="1253847"/>
                </a:lnTo>
                <a:lnTo>
                  <a:pt x="2286759" y="1273363"/>
                </a:lnTo>
                <a:lnTo>
                  <a:pt x="2238587" y="1284123"/>
                </a:lnTo>
                <a:lnTo>
                  <a:pt x="2188922" y="1301042"/>
                </a:lnTo>
                <a:lnTo>
                  <a:pt x="2165770" y="1311208"/>
                </a:lnTo>
                <a:lnTo>
                  <a:pt x="2159497" y="1317515"/>
                </a:lnTo>
                <a:lnTo>
                  <a:pt x="2154119" y="1314399"/>
                </a:lnTo>
                <a:lnTo>
                  <a:pt x="2148145" y="1315141"/>
                </a:lnTo>
                <a:lnTo>
                  <a:pt x="2123947" y="1338515"/>
                </a:lnTo>
                <a:lnTo>
                  <a:pt x="2113491" y="1335399"/>
                </a:lnTo>
                <a:lnTo>
                  <a:pt x="2088920" y="1358031"/>
                </a:lnTo>
                <a:lnTo>
                  <a:pt x="2083617" y="1355508"/>
                </a:lnTo>
                <a:lnTo>
                  <a:pt x="2077419" y="1357364"/>
                </a:lnTo>
                <a:lnTo>
                  <a:pt x="2050607" y="1386823"/>
                </a:lnTo>
                <a:lnTo>
                  <a:pt x="2018269" y="1409753"/>
                </a:lnTo>
                <a:lnTo>
                  <a:pt x="2029247" y="1408046"/>
                </a:lnTo>
                <a:lnTo>
                  <a:pt x="2029845" y="1411311"/>
                </a:lnTo>
                <a:lnTo>
                  <a:pt x="2019613" y="1411459"/>
                </a:lnTo>
                <a:lnTo>
                  <a:pt x="2001913" y="1399364"/>
                </a:lnTo>
                <a:lnTo>
                  <a:pt x="1984661" y="1411979"/>
                </a:lnTo>
                <a:lnTo>
                  <a:pt x="1985557" y="1415615"/>
                </a:lnTo>
                <a:lnTo>
                  <a:pt x="1987648" y="1414279"/>
                </a:lnTo>
                <a:lnTo>
                  <a:pt x="1985632" y="1415763"/>
                </a:lnTo>
                <a:lnTo>
                  <a:pt x="1989665" y="1426746"/>
                </a:lnTo>
                <a:lnTo>
                  <a:pt x="1985781" y="1439583"/>
                </a:lnTo>
                <a:lnTo>
                  <a:pt x="1898998" y="1506219"/>
                </a:lnTo>
                <a:lnTo>
                  <a:pt x="1912142" y="1524400"/>
                </a:lnTo>
                <a:lnTo>
                  <a:pt x="1905570" y="1529149"/>
                </a:lnTo>
                <a:lnTo>
                  <a:pt x="1892500" y="1510969"/>
                </a:lnTo>
                <a:lnTo>
                  <a:pt x="1878236" y="1520689"/>
                </a:lnTo>
                <a:lnTo>
                  <a:pt x="1868303" y="1522174"/>
                </a:lnTo>
                <a:lnTo>
                  <a:pt x="1859490" y="1518686"/>
                </a:lnTo>
                <a:lnTo>
                  <a:pt x="1844030" y="1503845"/>
                </a:lnTo>
                <a:lnTo>
                  <a:pt x="1836263" y="1503845"/>
                </a:lnTo>
                <a:lnTo>
                  <a:pt x="1837981" y="1537534"/>
                </a:lnTo>
                <a:lnTo>
                  <a:pt x="1829541" y="1541467"/>
                </a:lnTo>
                <a:lnTo>
                  <a:pt x="1839997" y="1553191"/>
                </a:lnTo>
                <a:lnTo>
                  <a:pt x="1833948" y="1558608"/>
                </a:lnTo>
                <a:lnTo>
                  <a:pt x="1792423" y="1513269"/>
                </a:lnTo>
                <a:lnTo>
                  <a:pt x="1781818" y="1522916"/>
                </a:lnTo>
                <a:lnTo>
                  <a:pt x="1800116" y="1545994"/>
                </a:lnTo>
                <a:lnTo>
                  <a:pt x="1794216" y="1552598"/>
                </a:lnTo>
                <a:lnTo>
                  <a:pt x="1745746" y="1507481"/>
                </a:lnTo>
                <a:lnTo>
                  <a:pt x="1690703" y="1509039"/>
                </a:lnTo>
                <a:lnTo>
                  <a:pt x="1631255" y="1541170"/>
                </a:lnTo>
                <a:lnTo>
                  <a:pt x="1633420" y="1562615"/>
                </a:lnTo>
                <a:lnTo>
                  <a:pt x="1678306" y="1537089"/>
                </a:lnTo>
                <a:lnTo>
                  <a:pt x="1720652" y="1535456"/>
                </a:lnTo>
                <a:lnTo>
                  <a:pt x="1768375" y="1579905"/>
                </a:lnTo>
                <a:lnTo>
                  <a:pt x="1722668" y="1602538"/>
                </a:lnTo>
                <a:lnTo>
                  <a:pt x="1684579" y="1590591"/>
                </a:lnTo>
                <a:lnTo>
                  <a:pt x="1689359" y="1585100"/>
                </a:lnTo>
                <a:lnTo>
                  <a:pt x="1685177" y="1583838"/>
                </a:lnTo>
                <a:lnTo>
                  <a:pt x="1684505" y="1585916"/>
                </a:lnTo>
                <a:lnTo>
                  <a:pt x="1684355" y="1583541"/>
                </a:lnTo>
                <a:lnTo>
                  <a:pt x="1683608" y="1585619"/>
                </a:lnTo>
                <a:lnTo>
                  <a:pt x="1683086" y="1583022"/>
                </a:lnTo>
                <a:lnTo>
                  <a:pt x="1678903" y="1588142"/>
                </a:lnTo>
                <a:lnTo>
                  <a:pt x="1665460" y="1585322"/>
                </a:lnTo>
                <a:lnTo>
                  <a:pt x="1663518" y="1588736"/>
                </a:lnTo>
                <a:lnTo>
                  <a:pt x="1658963" y="1586881"/>
                </a:lnTo>
                <a:lnTo>
                  <a:pt x="1664340" y="1587697"/>
                </a:lnTo>
                <a:lnTo>
                  <a:pt x="1665311" y="1585174"/>
                </a:lnTo>
                <a:lnTo>
                  <a:pt x="1646640" y="1579312"/>
                </a:lnTo>
                <a:lnTo>
                  <a:pt x="1630508" y="1562838"/>
                </a:lnTo>
                <a:lnTo>
                  <a:pt x="1630433" y="1591110"/>
                </a:lnTo>
                <a:lnTo>
                  <a:pt x="1633495" y="1594004"/>
                </a:lnTo>
                <a:lnTo>
                  <a:pt x="1639470" y="1599125"/>
                </a:lnTo>
                <a:lnTo>
                  <a:pt x="1654556" y="1603874"/>
                </a:lnTo>
                <a:lnTo>
                  <a:pt x="1695782" y="1604319"/>
                </a:lnTo>
                <a:lnTo>
                  <a:pt x="1712212" y="1614040"/>
                </a:lnTo>
                <a:lnTo>
                  <a:pt x="1728568" y="1614559"/>
                </a:lnTo>
                <a:lnTo>
                  <a:pt x="1737530" y="1607955"/>
                </a:lnTo>
                <a:lnTo>
                  <a:pt x="1752691" y="1612110"/>
                </a:lnTo>
                <a:lnTo>
                  <a:pt x="1761728" y="1610923"/>
                </a:lnTo>
                <a:lnTo>
                  <a:pt x="1763521" y="1620644"/>
                </a:lnTo>
                <a:lnTo>
                  <a:pt x="1766807" y="1621906"/>
                </a:lnTo>
                <a:lnTo>
                  <a:pt x="1795336" y="1614188"/>
                </a:lnTo>
                <a:lnTo>
                  <a:pt x="1812737" y="1622573"/>
                </a:lnTo>
                <a:lnTo>
                  <a:pt x="1810049" y="1632368"/>
                </a:lnTo>
                <a:lnTo>
                  <a:pt x="1781221" y="1675037"/>
                </a:lnTo>
                <a:lnTo>
                  <a:pt x="1747837" y="1709245"/>
                </a:lnTo>
                <a:lnTo>
                  <a:pt x="1729838" y="1721563"/>
                </a:lnTo>
                <a:lnTo>
                  <a:pt x="1723042" y="1722899"/>
                </a:lnTo>
                <a:lnTo>
                  <a:pt x="1728195" y="1718447"/>
                </a:lnTo>
                <a:lnTo>
                  <a:pt x="1725357" y="1716740"/>
                </a:lnTo>
                <a:lnTo>
                  <a:pt x="1711690" y="1720005"/>
                </a:lnTo>
                <a:lnTo>
                  <a:pt x="1698396" y="1728687"/>
                </a:lnTo>
                <a:lnTo>
                  <a:pt x="1686894" y="1723864"/>
                </a:lnTo>
                <a:lnTo>
                  <a:pt x="1677335" y="1714662"/>
                </a:lnTo>
                <a:lnTo>
                  <a:pt x="1673675" y="1715256"/>
                </a:lnTo>
                <a:lnTo>
                  <a:pt x="1673601" y="1711768"/>
                </a:lnTo>
                <a:lnTo>
                  <a:pt x="1677858" y="1712659"/>
                </a:lnTo>
                <a:lnTo>
                  <a:pt x="1677559" y="1707390"/>
                </a:lnTo>
                <a:lnTo>
                  <a:pt x="1674646" y="1703309"/>
                </a:lnTo>
                <a:lnTo>
                  <a:pt x="1668597" y="1701825"/>
                </a:lnTo>
                <a:lnTo>
                  <a:pt x="1664041" y="1692994"/>
                </a:lnTo>
                <a:lnTo>
                  <a:pt x="1655452" y="1691807"/>
                </a:lnTo>
                <a:lnTo>
                  <a:pt x="1653436" y="1694182"/>
                </a:lnTo>
                <a:lnTo>
                  <a:pt x="1656573" y="1696259"/>
                </a:lnTo>
                <a:lnTo>
                  <a:pt x="1653884" y="1698263"/>
                </a:lnTo>
                <a:lnTo>
                  <a:pt x="1626624" y="1669100"/>
                </a:lnTo>
                <a:lnTo>
                  <a:pt x="1625131" y="1663980"/>
                </a:lnTo>
                <a:lnTo>
                  <a:pt x="1628939" y="1666355"/>
                </a:lnTo>
                <a:lnTo>
                  <a:pt x="1630956" y="1661902"/>
                </a:lnTo>
                <a:lnTo>
                  <a:pt x="1628491" y="1655892"/>
                </a:lnTo>
                <a:lnTo>
                  <a:pt x="1619230" y="1652404"/>
                </a:lnTo>
                <a:lnTo>
                  <a:pt x="1608102" y="1640234"/>
                </a:lnTo>
                <a:lnTo>
                  <a:pt x="1600709" y="1641199"/>
                </a:lnTo>
                <a:lnTo>
                  <a:pt x="1604070" y="1644241"/>
                </a:lnTo>
                <a:lnTo>
                  <a:pt x="1599514" y="1647135"/>
                </a:lnTo>
                <a:lnTo>
                  <a:pt x="1583233" y="1638157"/>
                </a:lnTo>
                <a:lnTo>
                  <a:pt x="1578602" y="1631181"/>
                </a:lnTo>
                <a:lnTo>
                  <a:pt x="1570910" y="1628213"/>
                </a:lnTo>
                <a:lnTo>
                  <a:pt x="1572777" y="1626284"/>
                </a:lnTo>
                <a:lnTo>
                  <a:pt x="1569416" y="1621015"/>
                </a:lnTo>
                <a:lnTo>
                  <a:pt x="1562022" y="1619012"/>
                </a:lnTo>
                <a:lnTo>
                  <a:pt x="1558512" y="1611962"/>
                </a:lnTo>
                <a:lnTo>
                  <a:pt x="1551566" y="1609810"/>
                </a:lnTo>
                <a:lnTo>
                  <a:pt x="1548654" y="1603428"/>
                </a:lnTo>
                <a:lnTo>
                  <a:pt x="1540588" y="1600238"/>
                </a:lnTo>
                <a:lnTo>
                  <a:pt x="1533642" y="1592669"/>
                </a:lnTo>
                <a:lnTo>
                  <a:pt x="1525651" y="1592298"/>
                </a:lnTo>
                <a:lnTo>
                  <a:pt x="1528638" y="1598011"/>
                </a:lnTo>
                <a:lnTo>
                  <a:pt x="1532746" y="1599273"/>
                </a:lnTo>
                <a:lnTo>
                  <a:pt x="1529385" y="1602612"/>
                </a:lnTo>
                <a:lnTo>
                  <a:pt x="1516689" y="1583319"/>
                </a:lnTo>
                <a:lnTo>
                  <a:pt x="1501229" y="1568404"/>
                </a:lnTo>
                <a:lnTo>
                  <a:pt x="1501379" y="1565287"/>
                </a:lnTo>
                <a:lnTo>
                  <a:pt x="1516540" y="1563654"/>
                </a:lnTo>
                <a:lnTo>
                  <a:pt x="1544397" y="1571223"/>
                </a:lnTo>
                <a:lnTo>
                  <a:pt x="1561201" y="1572707"/>
                </a:lnTo>
                <a:lnTo>
                  <a:pt x="1572403" y="1565658"/>
                </a:lnTo>
                <a:lnTo>
                  <a:pt x="1584726" y="1563877"/>
                </a:lnTo>
                <a:lnTo>
                  <a:pt x="1597199" y="1568923"/>
                </a:lnTo>
                <a:lnTo>
                  <a:pt x="1598543" y="1572262"/>
                </a:lnTo>
                <a:lnTo>
                  <a:pt x="1598842" y="1569442"/>
                </a:lnTo>
                <a:lnTo>
                  <a:pt x="1600111" y="1571594"/>
                </a:lnTo>
                <a:lnTo>
                  <a:pt x="1601381" y="1569888"/>
                </a:lnTo>
                <a:lnTo>
                  <a:pt x="1609372" y="1580722"/>
                </a:lnTo>
                <a:lnTo>
                  <a:pt x="1610119" y="1575972"/>
                </a:lnTo>
                <a:lnTo>
                  <a:pt x="1623039" y="1581686"/>
                </a:lnTo>
                <a:lnTo>
                  <a:pt x="1625429" y="1569368"/>
                </a:lnTo>
                <a:lnTo>
                  <a:pt x="1624757" y="1541244"/>
                </a:lnTo>
                <a:lnTo>
                  <a:pt x="1599813" y="1541096"/>
                </a:lnTo>
                <a:lnTo>
                  <a:pt x="1599439" y="1549555"/>
                </a:lnTo>
                <a:lnTo>
                  <a:pt x="1585996" y="1549481"/>
                </a:lnTo>
                <a:lnTo>
                  <a:pt x="1597721" y="1547923"/>
                </a:lnTo>
                <a:lnTo>
                  <a:pt x="1597273" y="1539983"/>
                </a:lnTo>
                <a:lnTo>
                  <a:pt x="1568819" y="1535531"/>
                </a:lnTo>
                <a:lnTo>
                  <a:pt x="1563516" y="1531301"/>
                </a:lnTo>
                <a:lnTo>
                  <a:pt x="1549027" y="1537831"/>
                </a:lnTo>
                <a:lnTo>
                  <a:pt x="1551268" y="1541912"/>
                </a:lnTo>
                <a:lnTo>
                  <a:pt x="1535584" y="1544880"/>
                </a:lnTo>
                <a:lnTo>
                  <a:pt x="1534763" y="1542135"/>
                </a:lnTo>
                <a:lnTo>
                  <a:pt x="1528862" y="1541022"/>
                </a:lnTo>
                <a:lnTo>
                  <a:pt x="1527892" y="1536718"/>
                </a:lnTo>
                <a:lnTo>
                  <a:pt x="1533866" y="1533898"/>
                </a:lnTo>
                <a:lnTo>
                  <a:pt x="1537526" y="1527962"/>
                </a:lnTo>
                <a:lnTo>
                  <a:pt x="1541858" y="1527962"/>
                </a:lnTo>
                <a:lnTo>
                  <a:pt x="1544247" y="1532488"/>
                </a:lnTo>
                <a:lnTo>
                  <a:pt x="1547758" y="1531227"/>
                </a:lnTo>
                <a:lnTo>
                  <a:pt x="1548355" y="1536792"/>
                </a:lnTo>
                <a:lnTo>
                  <a:pt x="1562694" y="1530559"/>
                </a:lnTo>
                <a:lnTo>
                  <a:pt x="1547011" y="1516534"/>
                </a:lnTo>
                <a:lnTo>
                  <a:pt x="1537302" y="1516237"/>
                </a:lnTo>
                <a:lnTo>
                  <a:pt x="1527219" y="1526997"/>
                </a:lnTo>
                <a:lnTo>
                  <a:pt x="1515270" y="1526923"/>
                </a:lnTo>
                <a:lnTo>
                  <a:pt x="1505038" y="1520393"/>
                </a:lnTo>
                <a:lnTo>
                  <a:pt x="1498018" y="1526849"/>
                </a:lnTo>
                <a:lnTo>
                  <a:pt x="1499885" y="1529223"/>
                </a:lnTo>
                <a:lnTo>
                  <a:pt x="1493238" y="1537460"/>
                </a:lnTo>
                <a:lnTo>
                  <a:pt x="1491296" y="1536273"/>
                </a:lnTo>
                <a:lnTo>
                  <a:pt x="1489504" y="1546958"/>
                </a:lnTo>
                <a:lnTo>
                  <a:pt x="1458585" y="1520318"/>
                </a:lnTo>
                <a:lnTo>
                  <a:pt x="1460825" y="1516163"/>
                </a:lnTo>
                <a:lnTo>
                  <a:pt x="1445216" y="1503177"/>
                </a:lnTo>
                <a:lnTo>
                  <a:pt x="1438494" y="1514827"/>
                </a:lnTo>
                <a:lnTo>
                  <a:pt x="1406231" y="1495682"/>
                </a:lnTo>
                <a:lnTo>
                  <a:pt x="1342899" y="1601054"/>
                </a:lnTo>
                <a:lnTo>
                  <a:pt x="1291068" y="1570110"/>
                </a:lnTo>
                <a:lnTo>
                  <a:pt x="1351263" y="1469117"/>
                </a:lnTo>
                <a:lnTo>
                  <a:pt x="1278371" y="1425484"/>
                </a:lnTo>
                <a:lnTo>
                  <a:pt x="1232067" y="1502880"/>
                </a:lnTo>
                <a:lnTo>
                  <a:pt x="1079487" y="1411979"/>
                </a:lnTo>
                <a:lnTo>
                  <a:pt x="1100175" y="1376509"/>
                </a:lnTo>
                <a:lnTo>
                  <a:pt x="1126165" y="1372205"/>
                </a:lnTo>
                <a:lnTo>
                  <a:pt x="1220566" y="1428155"/>
                </a:lnTo>
                <a:lnTo>
                  <a:pt x="1244166" y="1388530"/>
                </a:lnTo>
                <a:lnTo>
                  <a:pt x="1157831" y="1336957"/>
                </a:lnTo>
                <a:lnTo>
                  <a:pt x="1175232" y="1308314"/>
                </a:lnTo>
                <a:lnTo>
                  <a:pt x="1141699" y="1272473"/>
                </a:lnTo>
                <a:lnTo>
                  <a:pt x="1117725" y="1288575"/>
                </a:lnTo>
                <a:lnTo>
                  <a:pt x="1070824" y="1293176"/>
                </a:lnTo>
                <a:lnTo>
                  <a:pt x="1034004" y="1281674"/>
                </a:lnTo>
                <a:lnTo>
                  <a:pt x="1032062" y="1273957"/>
                </a:lnTo>
                <a:lnTo>
                  <a:pt x="1039083" y="1260674"/>
                </a:lnTo>
                <a:lnTo>
                  <a:pt x="1028627" y="1257409"/>
                </a:lnTo>
                <a:lnTo>
                  <a:pt x="1009433" y="1276035"/>
                </a:lnTo>
                <a:lnTo>
                  <a:pt x="925712" y="1255109"/>
                </a:lnTo>
                <a:lnTo>
                  <a:pt x="910476" y="1265201"/>
                </a:lnTo>
                <a:lnTo>
                  <a:pt x="872387" y="1246723"/>
                </a:lnTo>
                <a:lnTo>
                  <a:pt x="822648" y="1204723"/>
                </a:lnTo>
                <a:lnTo>
                  <a:pt x="795388" y="1204575"/>
                </a:lnTo>
                <a:lnTo>
                  <a:pt x="798599" y="1219193"/>
                </a:lnTo>
                <a:lnTo>
                  <a:pt x="818988" y="1223423"/>
                </a:lnTo>
                <a:lnTo>
                  <a:pt x="860513" y="1258448"/>
                </a:lnTo>
                <a:lnTo>
                  <a:pt x="856629" y="1268614"/>
                </a:lnTo>
                <a:lnTo>
                  <a:pt x="874030" y="1269653"/>
                </a:lnTo>
                <a:lnTo>
                  <a:pt x="792998" y="1270098"/>
                </a:lnTo>
                <a:lnTo>
                  <a:pt x="792475" y="1318628"/>
                </a:lnTo>
                <a:lnTo>
                  <a:pt x="796209" y="1327756"/>
                </a:lnTo>
                <a:lnTo>
                  <a:pt x="834373" y="1336438"/>
                </a:lnTo>
                <a:lnTo>
                  <a:pt x="839900" y="1326643"/>
                </a:lnTo>
                <a:lnTo>
                  <a:pt x="852073" y="1330501"/>
                </a:lnTo>
                <a:lnTo>
                  <a:pt x="845202" y="1341484"/>
                </a:lnTo>
                <a:lnTo>
                  <a:pt x="855135" y="1332950"/>
                </a:lnTo>
                <a:lnTo>
                  <a:pt x="861110" y="1331466"/>
                </a:lnTo>
                <a:lnTo>
                  <a:pt x="887399" y="1344378"/>
                </a:lnTo>
                <a:lnTo>
                  <a:pt x="897705" y="1361964"/>
                </a:lnTo>
                <a:lnTo>
                  <a:pt x="901888" y="1384671"/>
                </a:lnTo>
                <a:lnTo>
                  <a:pt x="922277" y="1408565"/>
                </a:lnTo>
                <a:lnTo>
                  <a:pt x="925115" y="1410717"/>
                </a:lnTo>
                <a:lnTo>
                  <a:pt x="931015" y="1408639"/>
                </a:lnTo>
                <a:lnTo>
                  <a:pt x="930716" y="1411533"/>
                </a:lnTo>
                <a:lnTo>
                  <a:pt x="934973" y="1412721"/>
                </a:lnTo>
                <a:lnTo>
                  <a:pt x="934898" y="1420512"/>
                </a:lnTo>
                <a:lnTo>
                  <a:pt x="940201" y="1417618"/>
                </a:lnTo>
                <a:lnTo>
                  <a:pt x="942889" y="1425558"/>
                </a:lnTo>
                <a:lnTo>
                  <a:pt x="972091" y="1430159"/>
                </a:lnTo>
                <a:lnTo>
                  <a:pt x="1003309" y="1461622"/>
                </a:lnTo>
                <a:lnTo>
                  <a:pt x="1003981" y="1466816"/>
                </a:lnTo>
                <a:lnTo>
                  <a:pt x="992181" y="1478986"/>
                </a:lnTo>
                <a:lnTo>
                  <a:pt x="981725" y="1485219"/>
                </a:lnTo>
                <a:lnTo>
                  <a:pt x="963876" y="1489004"/>
                </a:lnTo>
                <a:lnTo>
                  <a:pt x="949611" y="1495534"/>
                </a:lnTo>
                <a:lnTo>
                  <a:pt x="940350" y="1486852"/>
                </a:lnTo>
                <a:lnTo>
                  <a:pt x="926085" y="1485961"/>
                </a:lnTo>
                <a:lnTo>
                  <a:pt x="899722" y="1477428"/>
                </a:lnTo>
                <a:lnTo>
                  <a:pt x="880229" y="1495311"/>
                </a:lnTo>
                <a:lnTo>
                  <a:pt x="884934" y="1496795"/>
                </a:lnTo>
                <a:lnTo>
                  <a:pt x="900319" y="1482696"/>
                </a:lnTo>
                <a:lnTo>
                  <a:pt x="905547" y="1482919"/>
                </a:lnTo>
                <a:lnTo>
                  <a:pt x="937736" y="1490191"/>
                </a:lnTo>
                <a:lnTo>
                  <a:pt x="950134" y="1502138"/>
                </a:lnTo>
                <a:lnTo>
                  <a:pt x="951627" y="1508223"/>
                </a:lnTo>
                <a:lnTo>
                  <a:pt x="936840" y="1539463"/>
                </a:lnTo>
                <a:lnTo>
                  <a:pt x="923173" y="1549852"/>
                </a:lnTo>
                <a:lnTo>
                  <a:pt x="872313" y="1571743"/>
                </a:lnTo>
                <a:lnTo>
                  <a:pt x="836838" y="1541986"/>
                </a:lnTo>
                <a:lnTo>
                  <a:pt x="784932" y="1514011"/>
                </a:lnTo>
                <a:lnTo>
                  <a:pt x="784185" y="1503029"/>
                </a:lnTo>
                <a:lnTo>
                  <a:pt x="780376" y="1495163"/>
                </a:lnTo>
                <a:lnTo>
                  <a:pt x="769547" y="1512453"/>
                </a:lnTo>
                <a:lnTo>
                  <a:pt x="749980" y="1502064"/>
                </a:lnTo>
                <a:lnTo>
                  <a:pt x="740196" y="1522545"/>
                </a:lnTo>
                <a:lnTo>
                  <a:pt x="807561" y="1562393"/>
                </a:lnTo>
                <a:lnTo>
                  <a:pt x="809429" y="1571298"/>
                </a:lnTo>
                <a:lnTo>
                  <a:pt x="750054" y="1604616"/>
                </a:lnTo>
                <a:lnTo>
                  <a:pt x="660359" y="1636301"/>
                </a:lnTo>
                <a:lnTo>
                  <a:pt x="632651" y="1538870"/>
                </a:lnTo>
                <a:lnTo>
                  <a:pt x="592022" y="1501693"/>
                </a:lnTo>
                <a:lnTo>
                  <a:pt x="555875" y="1541319"/>
                </a:lnTo>
                <a:lnTo>
                  <a:pt x="599043" y="1580870"/>
                </a:lnTo>
                <a:lnTo>
                  <a:pt x="632427" y="1697595"/>
                </a:lnTo>
                <a:lnTo>
                  <a:pt x="632501" y="1712213"/>
                </a:lnTo>
                <a:lnTo>
                  <a:pt x="627871" y="1721860"/>
                </a:lnTo>
                <a:lnTo>
                  <a:pt x="613457" y="1736998"/>
                </a:lnTo>
                <a:lnTo>
                  <a:pt x="606959" y="1730394"/>
                </a:lnTo>
                <a:lnTo>
                  <a:pt x="574248" y="1765196"/>
                </a:lnTo>
                <a:lnTo>
                  <a:pt x="577534" y="1772765"/>
                </a:lnTo>
                <a:lnTo>
                  <a:pt x="513156" y="1837472"/>
                </a:lnTo>
                <a:lnTo>
                  <a:pt x="505613" y="1841405"/>
                </a:lnTo>
                <a:lnTo>
                  <a:pt x="497173" y="1840292"/>
                </a:lnTo>
                <a:lnTo>
                  <a:pt x="490900" y="1834578"/>
                </a:lnTo>
                <a:lnTo>
                  <a:pt x="478726" y="1809200"/>
                </a:lnTo>
                <a:lnTo>
                  <a:pt x="477681" y="1798663"/>
                </a:lnTo>
                <a:lnTo>
                  <a:pt x="479996" y="1799034"/>
                </a:lnTo>
                <a:lnTo>
                  <a:pt x="481340" y="1808161"/>
                </a:lnTo>
                <a:lnTo>
                  <a:pt x="493365" y="1833168"/>
                </a:lnTo>
                <a:lnTo>
                  <a:pt x="496352" y="1834281"/>
                </a:lnTo>
                <a:lnTo>
                  <a:pt x="525180" y="1806232"/>
                </a:lnTo>
                <a:lnTo>
                  <a:pt x="526674" y="1796214"/>
                </a:lnTo>
                <a:lnTo>
                  <a:pt x="514127" y="1769871"/>
                </a:lnTo>
                <a:lnTo>
                  <a:pt x="508974" y="1766309"/>
                </a:lnTo>
                <a:lnTo>
                  <a:pt x="501953" y="1753323"/>
                </a:lnTo>
                <a:lnTo>
                  <a:pt x="471258" y="1750578"/>
                </a:lnTo>
                <a:lnTo>
                  <a:pt x="443251" y="1692846"/>
                </a:lnTo>
                <a:lnTo>
                  <a:pt x="428090" y="1675482"/>
                </a:lnTo>
                <a:lnTo>
                  <a:pt x="358709" y="1504587"/>
                </a:lnTo>
                <a:lnTo>
                  <a:pt x="358709" y="1468226"/>
                </a:lnTo>
                <a:lnTo>
                  <a:pt x="396275" y="1438989"/>
                </a:lnTo>
                <a:lnTo>
                  <a:pt x="411511" y="1460138"/>
                </a:lnTo>
                <a:lnTo>
                  <a:pt x="531005" y="1376954"/>
                </a:lnTo>
                <a:lnTo>
                  <a:pt x="581492" y="1346901"/>
                </a:lnTo>
                <a:lnTo>
                  <a:pt x="619506" y="1335325"/>
                </a:lnTo>
                <a:lnTo>
                  <a:pt x="650127" y="1336289"/>
                </a:lnTo>
                <a:lnTo>
                  <a:pt x="677013" y="1332356"/>
                </a:lnTo>
                <a:lnTo>
                  <a:pt x="681196" y="1337031"/>
                </a:lnTo>
                <a:lnTo>
                  <a:pt x="641837" y="1379996"/>
                </a:lnTo>
                <a:lnTo>
                  <a:pt x="637207" y="1396618"/>
                </a:lnTo>
                <a:lnTo>
                  <a:pt x="608901" y="1424074"/>
                </a:lnTo>
                <a:lnTo>
                  <a:pt x="586496" y="1441364"/>
                </a:lnTo>
                <a:lnTo>
                  <a:pt x="615100" y="1469414"/>
                </a:lnTo>
                <a:lnTo>
                  <a:pt x="645198" y="1437357"/>
                </a:lnTo>
                <a:lnTo>
                  <a:pt x="654757" y="1445297"/>
                </a:lnTo>
                <a:lnTo>
                  <a:pt x="665587" y="1438544"/>
                </a:lnTo>
                <a:lnTo>
                  <a:pt x="672308" y="1438322"/>
                </a:lnTo>
                <a:lnTo>
                  <a:pt x="669769" y="1433201"/>
                </a:lnTo>
                <a:lnTo>
                  <a:pt x="673652" y="1432979"/>
                </a:lnTo>
                <a:lnTo>
                  <a:pt x="674399" y="1436095"/>
                </a:lnTo>
                <a:lnTo>
                  <a:pt x="678880" y="1434240"/>
                </a:lnTo>
                <a:lnTo>
                  <a:pt x="671263" y="1421922"/>
                </a:lnTo>
                <a:lnTo>
                  <a:pt x="676864" y="1408862"/>
                </a:lnTo>
                <a:lnTo>
                  <a:pt x="672308" y="1405226"/>
                </a:lnTo>
                <a:lnTo>
                  <a:pt x="689112" y="1389272"/>
                </a:lnTo>
                <a:lnTo>
                  <a:pt x="734371" y="1334805"/>
                </a:lnTo>
                <a:lnTo>
                  <a:pt x="743856" y="1333766"/>
                </a:lnTo>
                <a:lnTo>
                  <a:pt x="745200" y="1327310"/>
                </a:lnTo>
                <a:lnTo>
                  <a:pt x="752146" y="1323155"/>
                </a:lnTo>
                <a:lnTo>
                  <a:pt x="767755" y="1321226"/>
                </a:lnTo>
                <a:lnTo>
                  <a:pt x="792774" y="1329537"/>
                </a:lnTo>
                <a:lnTo>
                  <a:pt x="788592" y="1317961"/>
                </a:lnTo>
                <a:lnTo>
                  <a:pt x="789637" y="1215483"/>
                </a:lnTo>
                <a:lnTo>
                  <a:pt x="785007" y="1204797"/>
                </a:lnTo>
                <a:lnTo>
                  <a:pt x="777688" y="1209695"/>
                </a:lnTo>
                <a:lnTo>
                  <a:pt x="766933" y="1210660"/>
                </a:lnTo>
                <a:lnTo>
                  <a:pt x="767531" y="1227207"/>
                </a:lnTo>
                <a:lnTo>
                  <a:pt x="762676" y="1231140"/>
                </a:lnTo>
                <a:lnTo>
                  <a:pt x="759091" y="1245685"/>
                </a:lnTo>
                <a:lnTo>
                  <a:pt x="762153" y="1245536"/>
                </a:lnTo>
                <a:lnTo>
                  <a:pt x="762377" y="1251918"/>
                </a:lnTo>
                <a:lnTo>
                  <a:pt x="722272" y="1253550"/>
                </a:lnTo>
                <a:lnTo>
                  <a:pt x="721525" y="1237448"/>
                </a:lnTo>
                <a:lnTo>
                  <a:pt x="699194" y="122995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 name="Editable chart path">
            <a:extLst xmlns:a="http://schemas.openxmlformats.org/drawingml/2006/main">
              <a:ext uri="{FF2B5EF4-FFF2-40B4-BE49-F238E27FC236}">
                <a16:creationId xmlns:a16="http://schemas.microsoft.com/office/drawing/2014/main" id="{9C94BBEE-D4A1-4FDE-9A21-6C082CB9B765}"/>
              </a:ext>
            </a:extLst>
          </p:cNvPr>
          <p:cNvSpPr>
            <a:spLocks xmlns:a="http://schemas.openxmlformats.org/drawingml/2006/main" noGrp="1"/>
          </p:cNvSpPr>
          <p:nvPr/>
        </p:nvSpPr>
        <p:spPr>
          <a:xfrm xmlns:a="http://schemas.openxmlformats.org/drawingml/2006/main">
            <a:off x="3514377" y="2877547"/>
            <a:ext cx="530743" cy="196781"/>
          </a:xfrm>
          <a:custGeom xmlns:a="http://schemas.openxmlformats.org/drawingml/2006/main">
            <a:pathLst>
              <a:path w="573202" h="212524">
                <a:moveTo>
                  <a:pt x="12398" y="62555"/>
                </a:moveTo>
                <a:lnTo>
                  <a:pt x="13966" y="58771"/>
                </a:lnTo>
                <a:lnTo>
                  <a:pt x="9037" y="55283"/>
                </a:lnTo>
                <a:lnTo>
                  <a:pt x="8141" y="46527"/>
                </a:lnTo>
                <a:lnTo>
                  <a:pt x="0" y="42445"/>
                </a:lnTo>
                <a:lnTo>
                  <a:pt x="2016" y="34209"/>
                </a:lnTo>
                <a:lnTo>
                  <a:pt x="75" y="33021"/>
                </a:lnTo>
                <a:lnTo>
                  <a:pt x="20837" y="27975"/>
                </a:lnTo>
                <a:lnTo>
                  <a:pt x="30546" y="15064"/>
                </a:lnTo>
                <a:lnTo>
                  <a:pt x="44885" y="10760"/>
                </a:lnTo>
                <a:lnTo>
                  <a:pt x="54669" y="0"/>
                </a:lnTo>
                <a:lnTo>
                  <a:pt x="89024" y="11799"/>
                </a:lnTo>
                <a:lnTo>
                  <a:pt x="123603" y="27901"/>
                </a:lnTo>
                <a:lnTo>
                  <a:pt x="144664" y="31389"/>
                </a:lnTo>
                <a:lnTo>
                  <a:pt x="162065" y="40590"/>
                </a:lnTo>
                <a:lnTo>
                  <a:pt x="169384" y="48233"/>
                </a:lnTo>
                <a:lnTo>
                  <a:pt x="172297" y="57435"/>
                </a:lnTo>
                <a:lnTo>
                  <a:pt x="200975" y="69901"/>
                </a:lnTo>
                <a:lnTo>
                  <a:pt x="202843" y="66043"/>
                </a:lnTo>
                <a:lnTo>
                  <a:pt x="216286" y="66933"/>
                </a:lnTo>
                <a:lnTo>
                  <a:pt x="221514" y="77174"/>
                </a:lnTo>
                <a:lnTo>
                  <a:pt x="245039" y="75467"/>
                </a:lnTo>
                <a:lnTo>
                  <a:pt x="261470" y="77470"/>
                </a:lnTo>
                <a:lnTo>
                  <a:pt x="281112" y="70198"/>
                </a:lnTo>
                <a:lnTo>
                  <a:pt x="320097" y="66933"/>
                </a:lnTo>
                <a:lnTo>
                  <a:pt x="328910" y="62407"/>
                </a:lnTo>
                <a:lnTo>
                  <a:pt x="346983" y="66117"/>
                </a:lnTo>
                <a:lnTo>
                  <a:pt x="356767" y="73389"/>
                </a:lnTo>
                <a:lnTo>
                  <a:pt x="367970" y="71682"/>
                </a:lnTo>
                <a:lnTo>
                  <a:pt x="391495" y="77693"/>
                </a:lnTo>
                <a:lnTo>
                  <a:pt x="427344" y="75764"/>
                </a:lnTo>
                <a:lnTo>
                  <a:pt x="437501" y="72202"/>
                </a:lnTo>
                <a:lnTo>
                  <a:pt x="443027" y="66711"/>
                </a:lnTo>
                <a:lnTo>
                  <a:pt x="504492" y="65004"/>
                </a:lnTo>
                <a:lnTo>
                  <a:pt x="527197" y="74873"/>
                </a:lnTo>
                <a:lnTo>
                  <a:pt x="543702" y="92682"/>
                </a:lnTo>
                <a:lnTo>
                  <a:pt x="559684" y="130082"/>
                </a:lnTo>
                <a:lnTo>
                  <a:pt x="573202" y="180022"/>
                </a:lnTo>
                <a:lnTo>
                  <a:pt x="569991" y="185216"/>
                </a:lnTo>
                <a:lnTo>
                  <a:pt x="561178" y="187739"/>
                </a:lnTo>
                <a:lnTo>
                  <a:pt x="523164" y="178390"/>
                </a:lnTo>
                <a:lnTo>
                  <a:pt x="465731" y="178093"/>
                </a:lnTo>
                <a:lnTo>
                  <a:pt x="460802" y="188259"/>
                </a:lnTo>
                <a:lnTo>
                  <a:pt x="455350" y="184103"/>
                </a:lnTo>
                <a:lnTo>
                  <a:pt x="457068" y="179206"/>
                </a:lnTo>
                <a:lnTo>
                  <a:pt x="452886" y="178019"/>
                </a:lnTo>
                <a:lnTo>
                  <a:pt x="386939" y="177573"/>
                </a:lnTo>
                <a:lnTo>
                  <a:pt x="360651" y="190188"/>
                </a:lnTo>
                <a:lnTo>
                  <a:pt x="347207" y="182768"/>
                </a:lnTo>
                <a:lnTo>
                  <a:pt x="342726" y="188482"/>
                </a:lnTo>
                <a:lnTo>
                  <a:pt x="331076" y="192934"/>
                </a:lnTo>
                <a:lnTo>
                  <a:pt x="328536" y="189446"/>
                </a:lnTo>
                <a:lnTo>
                  <a:pt x="323383" y="191004"/>
                </a:lnTo>
                <a:lnTo>
                  <a:pt x="311882" y="200206"/>
                </a:lnTo>
                <a:lnTo>
                  <a:pt x="304189" y="202135"/>
                </a:lnTo>
                <a:lnTo>
                  <a:pt x="297468" y="200132"/>
                </a:lnTo>
                <a:lnTo>
                  <a:pt x="268042" y="210446"/>
                </a:lnTo>
                <a:lnTo>
                  <a:pt x="239363" y="212524"/>
                </a:lnTo>
                <a:lnTo>
                  <a:pt x="218228" y="187814"/>
                </a:lnTo>
                <a:lnTo>
                  <a:pt x="213149" y="172156"/>
                </a:lnTo>
                <a:lnTo>
                  <a:pt x="202320" y="165626"/>
                </a:lnTo>
                <a:lnTo>
                  <a:pt x="179989" y="167259"/>
                </a:lnTo>
                <a:lnTo>
                  <a:pt x="166397" y="141806"/>
                </a:lnTo>
                <a:lnTo>
                  <a:pt x="167816" y="134683"/>
                </a:lnTo>
                <a:lnTo>
                  <a:pt x="164530" y="136018"/>
                </a:lnTo>
                <a:lnTo>
                  <a:pt x="151534" y="126965"/>
                </a:lnTo>
                <a:lnTo>
                  <a:pt x="136523" y="125704"/>
                </a:lnTo>
                <a:lnTo>
                  <a:pt x="131146" y="120213"/>
                </a:lnTo>
                <a:lnTo>
                  <a:pt x="109935" y="114128"/>
                </a:lnTo>
                <a:lnTo>
                  <a:pt x="93803" y="102552"/>
                </a:lnTo>
                <a:lnTo>
                  <a:pt x="89024" y="100771"/>
                </a:lnTo>
                <a:lnTo>
                  <a:pt x="90069" y="103665"/>
                </a:lnTo>
                <a:lnTo>
                  <a:pt x="84692" y="102997"/>
                </a:lnTo>
                <a:lnTo>
                  <a:pt x="78717" y="95799"/>
                </a:lnTo>
                <a:lnTo>
                  <a:pt x="59972" y="92311"/>
                </a:lnTo>
                <a:lnTo>
                  <a:pt x="54370" y="80661"/>
                </a:lnTo>
                <a:lnTo>
                  <a:pt x="43018" y="78658"/>
                </a:lnTo>
                <a:lnTo>
                  <a:pt x="38761" y="82368"/>
                </a:lnTo>
                <a:lnTo>
                  <a:pt x="31890" y="81032"/>
                </a:lnTo>
                <a:lnTo>
                  <a:pt x="17775" y="66340"/>
                </a:lnTo>
                <a:lnTo>
                  <a:pt x="14862" y="67601"/>
                </a:lnTo>
                <a:lnTo>
                  <a:pt x="16207" y="6270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1" name="Editable chart path">
            <a:extLst xmlns:a="http://schemas.openxmlformats.org/drawingml/2006/main">
              <a:ext uri="{FF2B5EF4-FFF2-40B4-BE49-F238E27FC236}">
                <a16:creationId xmlns:a16="http://schemas.microsoft.com/office/drawing/2014/main" id="{6ECC4CA5-ACE6-4FF3-9EB0-607985FBD995}"/>
              </a:ext>
            </a:extLst>
          </p:cNvPr>
          <p:cNvSpPr>
            <a:spLocks xmlns:a="http://schemas.openxmlformats.org/drawingml/2006/main" noGrp="1"/>
          </p:cNvSpPr>
          <p:nvPr/>
        </p:nvSpPr>
        <p:spPr>
          <a:xfrm xmlns:a="http://schemas.openxmlformats.org/drawingml/2006/main">
            <a:off x="2938893" y="4221419"/>
            <a:ext cx="112303" cy="131577"/>
          </a:xfrm>
          <a:custGeom xmlns:a="http://schemas.openxmlformats.org/drawingml/2006/main">
            <a:pathLst>
              <a:path w="121287" h="142103">
                <a:moveTo>
                  <a:pt x="41375" y="12095"/>
                </a:moveTo>
                <a:lnTo>
                  <a:pt x="47574" y="21000"/>
                </a:lnTo>
                <a:lnTo>
                  <a:pt x="51831" y="16548"/>
                </a:lnTo>
                <a:lnTo>
                  <a:pt x="59822" y="16845"/>
                </a:lnTo>
                <a:lnTo>
                  <a:pt x="63855" y="13951"/>
                </a:lnTo>
                <a:lnTo>
                  <a:pt x="59449" y="10092"/>
                </a:lnTo>
                <a:lnTo>
                  <a:pt x="58403" y="12170"/>
                </a:lnTo>
                <a:lnTo>
                  <a:pt x="61017" y="7421"/>
                </a:lnTo>
                <a:lnTo>
                  <a:pt x="109263" y="1336"/>
                </a:lnTo>
                <a:lnTo>
                  <a:pt x="113445" y="4304"/>
                </a:lnTo>
                <a:lnTo>
                  <a:pt x="113445" y="10760"/>
                </a:lnTo>
                <a:lnTo>
                  <a:pt x="105977" y="22929"/>
                </a:lnTo>
                <a:lnTo>
                  <a:pt x="87381" y="29905"/>
                </a:lnTo>
                <a:lnTo>
                  <a:pt x="88352" y="25898"/>
                </a:lnTo>
                <a:lnTo>
                  <a:pt x="81555" y="25081"/>
                </a:lnTo>
                <a:lnTo>
                  <a:pt x="76626" y="29979"/>
                </a:lnTo>
                <a:lnTo>
                  <a:pt x="75058" y="37325"/>
                </a:lnTo>
                <a:lnTo>
                  <a:pt x="81929" y="51498"/>
                </a:lnTo>
                <a:lnTo>
                  <a:pt x="89995" y="51573"/>
                </a:lnTo>
                <a:lnTo>
                  <a:pt x="91638" y="48753"/>
                </a:lnTo>
                <a:lnTo>
                  <a:pt x="89024" y="46972"/>
                </a:lnTo>
                <a:lnTo>
                  <a:pt x="94774" y="48976"/>
                </a:lnTo>
                <a:lnTo>
                  <a:pt x="98210" y="65894"/>
                </a:lnTo>
                <a:lnTo>
                  <a:pt x="113072" y="78509"/>
                </a:lnTo>
                <a:lnTo>
                  <a:pt x="116059" y="86449"/>
                </a:lnTo>
                <a:lnTo>
                  <a:pt x="120989" y="89863"/>
                </a:lnTo>
                <a:lnTo>
                  <a:pt x="121287" y="94686"/>
                </a:lnTo>
                <a:lnTo>
                  <a:pt x="117927" y="91569"/>
                </a:lnTo>
                <a:lnTo>
                  <a:pt x="112848" y="93796"/>
                </a:lnTo>
                <a:lnTo>
                  <a:pt x="109711" y="102774"/>
                </a:lnTo>
                <a:lnTo>
                  <a:pt x="113968" y="106188"/>
                </a:lnTo>
                <a:lnTo>
                  <a:pt x="103214" y="110714"/>
                </a:lnTo>
                <a:lnTo>
                  <a:pt x="105678" y="108637"/>
                </a:lnTo>
                <a:lnTo>
                  <a:pt x="97463" y="104629"/>
                </a:lnTo>
                <a:lnTo>
                  <a:pt x="92160" y="96690"/>
                </a:lnTo>
                <a:lnTo>
                  <a:pt x="79165" y="86672"/>
                </a:lnTo>
                <a:lnTo>
                  <a:pt x="69680" y="73166"/>
                </a:lnTo>
                <a:lnTo>
                  <a:pt x="60644" y="86523"/>
                </a:lnTo>
                <a:lnTo>
                  <a:pt x="62809" y="99880"/>
                </a:lnTo>
                <a:lnTo>
                  <a:pt x="62735" y="95428"/>
                </a:lnTo>
                <a:lnTo>
                  <a:pt x="56685" y="96467"/>
                </a:lnTo>
                <a:lnTo>
                  <a:pt x="59449" y="111160"/>
                </a:lnTo>
                <a:lnTo>
                  <a:pt x="62137" y="112050"/>
                </a:lnTo>
                <a:lnTo>
                  <a:pt x="63108" y="109379"/>
                </a:lnTo>
                <a:lnTo>
                  <a:pt x="63930" y="121845"/>
                </a:lnTo>
                <a:lnTo>
                  <a:pt x="60569" y="121103"/>
                </a:lnTo>
                <a:lnTo>
                  <a:pt x="59747" y="128746"/>
                </a:lnTo>
                <a:lnTo>
                  <a:pt x="62735" y="132011"/>
                </a:lnTo>
                <a:lnTo>
                  <a:pt x="66544" y="130601"/>
                </a:lnTo>
                <a:lnTo>
                  <a:pt x="67515" y="136389"/>
                </a:lnTo>
                <a:lnTo>
                  <a:pt x="62809" y="142103"/>
                </a:lnTo>
                <a:lnTo>
                  <a:pt x="53250" y="132308"/>
                </a:lnTo>
                <a:lnTo>
                  <a:pt x="45931" y="130453"/>
                </a:lnTo>
                <a:lnTo>
                  <a:pt x="37417" y="115909"/>
                </a:lnTo>
                <a:lnTo>
                  <a:pt x="0" y="76728"/>
                </a:lnTo>
                <a:lnTo>
                  <a:pt x="8738" y="69011"/>
                </a:lnTo>
                <a:lnTo>
                  <a:pt x="17700" y="67082"/>
                </a:lnTo>
                <a:lnTo>
                  <a:pt x="22704" y="68937"/>
                </a:lnTo>
                <a:lnTo>
                  <a:pt x="20239" y="69456"/>
                </a:lnTo>
                <a:lnTo>
                  <a:pt x="23974" y="72795"/>
                </a:lnTo>
                <a:lnTo>
                  <a:pt x="27334" y="72870"/>
                </a:lnTo>
                <a:lnTo>
                  <a:pt x="26737" y="70569"/>
                </a:lnTo>
                <a:lnTo>
                  <a:pt x="31741" y="75615"/>
                </a:lnTo>
                <a:lnTo>
                  <a:pt x="40554" y="77099"/>
                </a:lnTo>
                <a:lnTo>
                  <a:pt x="38612" y="81700"/>
                </a:lnTo>
                <a:lnTo>
                  <a:pt x="52652" y="89343"/>
                </a:lnTo>
                <a:lnTo>
                  <a:pt x="55266" y="85188"/>
                </a:lnTo>
                <a:lnTo>
                  <a:pt x="49665" y="80735"/>
                </a:lnTo>
                <a:lnTo>
                  <a:pt x="59971" y="85707"/>
                </a:lnTo>
                <a:lnTo>
                  <a:pt x="68037" y="72647"/>
                </a:lnTo>
                <a:lnTo>
                  <a:pt x="66544" y="66043"/>
                </a:lnTo>
                <a:lnTo>
                  <a:pt x="69083" y="62036"/>
                </a:lnTo>
                <a:lnTo>
                  <a:pt x="66096" y="57435"/>
                </a:lnTo>
                <a:lnTo>
                  <a:pt x="63631" y="59290"/>
                </a:lnTo>
                <a:lnTo>
                  <a:pt x="52727" y="50014"/>
                </a:lnTo>
                <a:lnTo>
                  <a:pt x="59075" y="44375"/>
                </a:lnTo>
                <a:lnTo>
                  <a:pt x="63407" y="47937"/>
                </a:lnTo>
                <a:lnTo>
                  <a:pt x="67589" y="46378"/>
                </a:lnTo>
                <a:lnTo>
                  <a:pt x="66992" y="34209"/>
                </a:lnTo>
                <a:lnTo>
                  <a:pt x="52802" y="34802"/>
                </a:lnTo>
                <a:lnTo>
                  <a:pt x="50935" y="24933"/>
                </a:lnTo>
                <a:lnTo>
                  <a:pt x="36969" y="43262"/>
                </a:lnTo>
                <a:lnTo>
                  <a:pt x="27036" y="44523"/>
                </a:lnTo>
                <a:lnTo>
                  <a:pt x="28305" y="38661"/>
                </a:lnTo>
                <a:lnTo>
                  <a:pt x="43317" y="32947"/>
                </a:lnTo>
                <a:lnTo>
                  <a:pt x="46678" y="22113"/>
                </a:lnTo>
                <a:lnTo>
                  <a:pt x="37716" y="12244"/>
                </a:lnTo>
                <a:lnTo>
                  <a:pt x="34878" y="16028"/>
                </a:lnTo>
                <a:lnTo>
                  <a:pt x="36670" y="17364"/>
                </a:lnTo>
                <a:lnTo>
                  <a:pt x="31666" y="16770"/>
                </a:lnTo>
                <a:lnTo>
                  <a:pt x="17476" y="2820"/>
                </a:lnTo>
                <a:lnTo>
                  <a:pt x="20165" y="0"/>
                </a:lnTo>
                <a:lnTo>
                  <a:pt x="39583" y="5936"/>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 name="Editable chart path">
            <a:extLst xmlns:a="http://schemas.openxmlformats.org/drawingml/2006/main">
              <a:ext uri="{FF2B5EF4-FFF2-40B4-BE49-F238E27FC236}">
                <a16:creationId xmlns:a16="http://schemas.microsoft.com/office/drawing/2014/main" id="{7D967482-2C5B-4D3D-A2D4-DF445FE39310}"/>
              </a:ext>
            </a:extLst>
          </p:cNvPr>
          <p:cNvSpPr>
            <a:spLocks xmlns:a="http://schemas.openxmlformats.org/drawingml/2006/main" noGrp="1"/>
          </p:cNvSpPr>
          <p:nvPr/>
        </p:nvSpPr>
        <p:spPr>
          <a:xfrm xmlns:a="http://schemas.openxmlformats.org/drawingml/2006/main">
            <a:off x="2949681" y="4131960"/>
            <a:ext cx="73716" cy="53524"/>
          </a:xfrm>
          <a:custGeom xmlns:a="http://schemas.openxmlformats.org/drawingml/2006/main">
            <a:pathLst>
              <a:path w="79613" h="57806">
                <a:moveTo>
                  <a:pt x="79613" y="34431"/>
                </a:moveTo>
                <a:lnTo>
                  <a:pt x="77896" y="44523"/>
                </a:lnTo>
                <a:lnTo>
                  <a:pt x="69755" y="49495"/>
                </a:lnTo>
                <a:lnTo>
                  <a:pt x="41151" y="37177"/>
                </a:lnTo>
                <a:lnTo>
                  <a:pt x="32189" y="40219"/>
                </a:lnTo>
                <a:lnTo>
                  <a:pt x="9709" y="57806"/>
                </a:lnTo>
                <a:lnTo>
                  <a:pt x="3435" y="57583"/>
                </a:lnTo>
                <a:lnTo>
                  <a:pt x="0" y="52537"/>
                </a:lnTo>
                <a:lnTo>
                  <a:pt x="3510" y="42594"/>
                </a:lnTo>
                <a:lnTo>
                  <a:pt x="33981" y="22187"/>
                </a:lnTo>
                <a:lnTo>
                  <a:pt x="54968" y="0"/>
                </a:lnTo>
                <a:lnTo>
                  <a:pt x="62287" y="2449"/>
                </a:lnTo>
                <a:lnTo>
                  <a:pt x="70726" y="1098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3" name="Editable chart path">
            <a:extLst xmlns:a="http://schemas.openxmlformats.org/drawingml/2006/main">
              <a:ext uri="{FF2B5EF4-FFF2-40B4-BE49-F238E27FC236}">
                <a16:creationId xmlns:a16="http://schemas.microsoft.com/office/drawing/2014/main" id="{B84FF113-CE8F-4FD9-BF9C-77251908543B}"/>
              </a:ext>
            </a:extLst>
          </p:cNvPr>
          <p:cNvSpPr>
            <a:spLocks xmlns:a="http://schemas.openxmlformats.org/drawingml/2006/main" noGrp="1"/>
          </p:cNvSpPr>
          <p:nvPr/>
        </p:nvSpPr>
        <p:spPr>
          <a:xfrm xmlns:a="http://schemas.openxmlformats.org/drawingml/2006/main">
            <a:off x="2884609" y="4205753"/>
            <a:ext cx="36581" cy="49882"/>
          </a:xfrm>
          <a:custGeom xmlns:a="http://schemas.openxmlformats.org/drawingml/2006/main">
            <a:pathLst>
              <a:path w="39508" h="53873">
                <a:moveTo>
                  <a:pt x="39508" y="44968"/>
                </a:moveTo>
                <a:lnTo>
                  <a:pt x="37790" y="52389"/>
                </a:lnTo>
                <a:lnTo>
                  <a:pt x="33608" y="53873"/>
                </a:lnTo>
                <a:lnTo>
                  <a:pt x="13667" y="42668"/>
                </a:lnTo>
                <a:lnTo>
                  <a:pt x="0" y="13951"/>
                </a:lnTo>
                <a:lnTo>
                  <a:pt x="4780" y="0"/>
                </a:lnTo>
                <a:lnTo>
                  <a:pt x="17999" y="4007"/>
                </a:lnTo>
                <a:lnTo>
                  <a:pt x="29799" y="18997"/>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4" name="Editable chart path">
            <a:extLst xmlns:a="http://schemas.openxmlformats.org/drawingml/2006/main">
              <a:ext uri="{FF2B5EF4-FFF2-40B4-BE49-F238E27FC236}">
                <a16:creationId xmlns:a16="http://schemas.microsoft.com/office/drawing/2014/main" id="{A923FFE2-A224-4468-82E4-B2F8E5C59227}"/>
              </a:ext>
            </a:extLst>
          </p:cNvPr>
          <p:cNvSpPr>
            <a:spLocks xmlns:a="http://schemas.openxmlformats.org/drawingml/2006/main" noGrp="1"/>
          </p:cNvSpPr>
          <p:nvPr/>
        </p:nvSpPr>
        <p:spPr>
          <a:xfrm xmlns:a="http://schemas.openxmlformats.org/drawingml/2006/main">
            <a:off x="3041446" y="4269996"/>
            <a:ext cx="32916" cy="31812"/>
          </a:xfrm>
          <a:custGeom xmlns:a="http://schemas.openxmlformats.org/drawingml/2006/main">
            <a:pathLst>
              <a:path w="35550" h="34357">
                <a:moveTo>
                  <a:pt x="19418" y="8534"/>
                </a:moveTo>
                <a:lnTo>
                  <a:pt x="25393" y="6456"/>
                </a:lnTo>
                <a:lnTo>
                  <a:pt x="21360" y="3413"/>
                </a:lnTo>
                <a:lnTo>
                  <a:pt x="24721" y="5417"/>
                </a:lnTo>
                <a:lnTo>
                  <a:pt x="33533" y="19219"/>
                </a:lnTo>
                <a:lnTo>
                  <a:pt x="35550" y="26269"/>
                </a:lnTo>
                <a:lnTo>
                  <a:pt x="29724" y="34357"/>
                </a:lnTo>
                <a:lnTo>
                  <a:pt x="25542" y="32725"/>
                </a:lnTo>
                <a:lnTo>
                  <a:pt x="29575" y="34060"/>
                </a:lnTo>
                <a:lnTo>
                  <a:pt x="34131" y="28124"/>
                </a:lnTo>
                <a:lnTo>
                  <a:pt x="33010" y="29756"/>
                </a:lnTo>
                <a:lnTo>
                  <a:pt x="18074" y="23152"/>
                </a:lnTo>
                <a:lnTo>
                  <a:pt x="18074" y="21074"/>
                </a:lnTo>
                <a:lnTo>
                  <a:pt x="19343" y="25304"/>
                </a:lnTo>
                <a:lnTo>
                  <a:pt x="12099" y="15138"/>
                </a:lnTo>
                <a:lnTo>
                  <a:pt x="16057" y="16103"/>
                </a:lnTo>
                <a:lnTo>
                  <a:pt x="17850" y="12763"/>
                </a:lnTo>
                <a:lnTo>
                  <a:pt x="11725" y="10982"/>
                </a:lnTo>
                <a:lnTo>
                  <a:pt x="8887" y="14915"/>
                </a:lnTo>
                <a:lnTo>
                  <a:pt x="0" y="4527"/>
                </a:lnTo>
                <a:lnTo>
                  <a:pt x="896" y="668"/>
                </a:lnTo>
                <a:lnTo>
                  <a:pt x="8141" y="0"/>
                </a:lnTo>
                <a:lnTo>
                  <a:pt x="8514" y="2671"/>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5" name="Editable chart path">
            <a:extLst xmlns:a="http://schemas.openxmlformats.org/drawingml/2006/main">
              <a:ext uri="{FF2B5EF4-FFF2-40B4-BE49-F238E27FC236}">
                <a16:creationId xmlns:a16="http://schemas.microsoft.com/office/drawing/2014/main" id="{9B3A9615-E1DB-4D9F-802A-C4A6E0547FB3}"/>
              </a:ext>
            </a:extLst>
          </p:cNvPr>
          <p:cNvSpPr>
            <a:spLocks xmlns:a="http://schemas.openxmlformats.org/drawingml/2006/main" noGrp="1"/>
          </p:cNvSpPr>
          <p:nvPr/>
        </p:nvSpPr>
        <p:spPr>
          <a:xfrm xmlns:a="http://schemas.openxmlformats.org/drawingml/2006/main">
            <a:off x="2871539" y="4337742"/>
            <a:ext cx="22198" cy="22330"/>
          </a:xfrm>
          <a:custGeom xmlns:a="http://schemas.openxmlformats.org/drawingml/2006/main">
            <a:pathLst>
              <a:path w="23974" h="24117">
                <a:moveTo>
                  <a:pt x="11576" y="0"/>
                </a:moveTo>
                <a:lnTo>
                  <a:pt x="21210" y="5862"/>
                </a:lnTo>
                <a:lnTo>
                  <a:pt x="23974" y="11428"/>
                </a:lnTo>
                <a:lnTo>
                  <a:pt x="22480" y="8608"/>
                </a:lnTo>
                <a:lnTo>
                  <a:pt x="19194" y="9721"/>
                </a:lnTo>
                <a:lnTo>
                  <a:pt x="12771" y="20777"/>
                </a:lnTo>
                <a:lnTo>
                  <a:pt x="15460" y="22484"/>
                </a:lnTo>
                <a:lnTo>
                  <a:pt x="6722" y="24117"/>
                </a:lnTo>
                <a:lnTo>
                  <a:pt x="0" y="1558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6" name="Editable chart path">
            <a:extLst xmlns:a="http://schemas.openxmlformats.org/drawingml/2006/main">
              <a:ext uri="{FF2B5EF4-FFF2-40B4-BE49-F238E27FC236}">
                <a16:creationId xmlns:a16="http://schemas.microsoft.com/office/drawing/2014/main" id="{6809FCC4-FB3A-45B8-BAA0-AD5CFFD02C68}"/>
              </a:ext>
            </a:extLst>
          </p:cNvPr>
          <p:cNvSpPr>
            <a:spLocks xmlns:a="http://schemas.openxmlformats.org/drawingml/2006/main" noGrp="1"/>
          </p:cNvSpPr>
          <p:nvPr/>
        </p:nvSpPr>
        <p:spPr>
          <a:xfrm xmlns:a="http://schemas.openxmlformats.org/drawingml/2006/main">
            <a:off x="2859437" y="4327642"/>
            <a:ext cx="13900" cy="15734"/>
          </a:xfrm>
          <a:custGeom xmlns:a="http://schemas.openxmlformats.org/drawingml/2006/main">
            <a:pathLst>
              <a:path w="15012" h="16993">
                <a:moveTo>
                  <a:pt x="3211" y="0"/>
                </a:moveTo>
                <a:lnTo>
                  <a:pt x="11053" y="1781"/>
                </a:lnTo>
                <a:lnTo>
                  <a:pt x="15012" y="5862"/>
                </a:lnTo>
                <a:lnTo>
                  <a:pt x="6348" y="16993"/>
                </a:lnTo>
                <a:lnTo>
                  <a:pt x="672" y="11057"/>
                </a:lnTo>
                <a:lnTo>
                  <a:pt x="0" y="3710"/>
                </a:lnTo>
                <a:lnTo>
                  <a:pt x="523" y="6159"/>
                </a:lnTo>
                <a:lnTo>
                  <a:pt x="3211" y="393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7" name="Editable chart path">
            <a:extLst xmlns:a="http://schemas.openxmlformats.org/drawingml/2006/main">
              <a:ext uri="{FF2B5EF4-FFF2-40B4-BE49-F238E27FC236}">
                <a16:creationId xmlns:a16="http://schemas.microsoft.com/office/drawing/2014/main" id="{B236495F-C468-4066-A5F3-B15D73A36BE8}"/>
              </a:ext>
            </a:extLst>
          </p:cNvPr>
          <p:cNvSpPr>
            <a:spLocks xmlns:a="http://schemas.openxmlformats.org/drawingml/2006/main" noGrp="1"/>
          </p:cNvSpPr>
          <p:nvPr/>
        </p:nvSpPr>
        <p:spPr>
          <a:xfrm xmlns:a="http://schemas.openxmlformats.org/drawingml/2006/main">
            <a:off x="3038887" y="2708455"/>
            <a:ext cx="103867" cy="119347"/>
          </a:xfrm>
          <a:custGeom xmlns:a="http://schemas.openxmlformats.org/drawingml/2006/main">
            <a:pathLst>
              <a:path w="112176" h="128895">
                <a:moveTo>
                  <a:pt x="110010" y="93944"/>
                </a:moveTo>
                <a:lnTo>
                  <a:pt x="112176" y="102923"/>
                </a:lnTo>
                <a:lnTo>
                  <a:pt x="109188" y="109601"/>
                </a:lnTo>
                <a:lnTo>
                  <a:pt x="88725" y="125630"/>
                </a:lnTo>
                <a:lnTo>
                  <a:pt x="73415" y="128895"/>
                </a:lnTo>
                <a:lnTo>
                  <a:pt x="59747" y="124071"/>
                </a:lnTo>
                <a:lnTo>
                  <a:pt x="44960" y="107895"/>
                </a:lnTo>
                <a:lnTo>
                  <a:pt x="30546" y="82294"/>
                </a:lnTo>
                <a:lnTo>
                  <a:pt x="17028" y="72202"/>
                </a:lnTo>
                <a:lnTo>
                  <a:pt x="15758" y="50608"/>
                </a:lnTo>
                <a:lnTo>
                  <a:pt x="1568" y="22410"/>
                </a:lnTo>
                <a:lnTo>
                  <a:pt x="0" y="9795"/>
                </a:lnTo>
                <a:lnTo>
                  <a:pt x="20464" y="0"/>
                </a:lnTo>
                <a:lnTo>
                  <a:pt x="29052" y="1558"/>
                </a:lnTo>
                <a:lnTo>
                  <a:pt x="65199" y="3970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8" name="Editable chart path">
            <a:extLst xmlns:a="http://schemas.openxmlformats.org/drawingml/2006/main">
              <a:ext uri="{FF2B5EF4-FFF2-40B4-BE49-F238E27FC236}">
                <a16:creationId xmlns:a16="http://schemas.microsoft.com/office/drawing/2014/main" id="{EAFFD812-2FCD-45CB-9BF2-A2D9DAB5048E}"/>
              </a:ext>
            </a:extLst>
          </p:cNvPr>
          <p:cNvSpPr>
            <a:spLocks xmlns:a="http://schemas.openxmlformats.org/drawingml/2006/main" noGrp="1"/>
          </p:cNvSpPr>
          <p:nvPr/>
        </p:nvSpPr>
        <p:spPr>
          <a:xfrm xmlns:a="http://schemas.openxmlformats.org/drawingml/2006/main">
            <a:off x="4086334" y="2791936"/>
            <a:ext cx="548653" cy="707630"/>
          </a:xfrm>
          <a:custGeom xmlns:a="http://schemas.openxmlformats.org/drawingml/2006/main">
            <a:pathLst>
              <a:path w="592545" h="764241">
                <a:moveTo>
                  <a:pt x="335930" y="61219"/>
                </a:moveTo>
                <a:lnTo>
                  <a:pt x="341531" y="68492"/>
                </a:lnTo>
                <a:lnTo>
                  <a:pt x="348626" y="64707"/>
                </a:lnTo>
                <a:lnTo>
                  <a:pt x="367148" y="66562"/>
                </a:lnTo>
                <a:lnTo>
                  <a:pt x="407328" y="80216"/>
                </a:lnTo>
                <a:lnTo>
                  <a:pt x="422863" y="87859"/>
                </a:lnTo>
                <a:lnTo>
                  <a:pt x="423311" y="90530"/>
                </a:lnTo>
                <a:lnTo>
                  <a:pt x="425626" y="89046"/>
                </a:lnTo>
                <a:lnTo>
                  <a:pt x="453558" y="99955"/>
                </a:lnTo>
                <a:lnTo>
                  <a:pt x="474992" y="113163"/>
                </a:lnTo>
                <a:lnTo>
                  <a:pt x="513380" y="148040"/>
                </a:lnTo>
                <a:lnTo>
                  <a:pt x="533321" y="160061"/>
                </a:lnTo>
                <a:lnTo>
                  <a:pt x="567526" y="225733"/>
                </a:lnTo>
                <a:lnTo>
                  <a:pt x="567451" y="234415"/>
                </a:lnTo>
                <a:lnTo>
                  <a:pt x="556323" y="245397"/>
                </a:lnTo>
                <a:lnTo>
                  <a:pt x="557294" y="247697"/>
                </a:lnTo>
                <a:lnTo>
                  <a:pt x="578579" y="254524"/>
                </a:lnTo>
                <a:lnTo>
                  <a:pt x="590977" y="271814"/>
                </a:lnTo>
                <a:lnTo>
                  <a:pt x="592545" y="302312"/>
                </a:lnTo>
                <a:lnTo>
                  <a:pt x="586869" y="329026"/>
                </a:lnTo>
                <a:lnTo>
                  <a:pt x="573575" y="357373"/>
                </a:lnTo>
                <a:lnTo>
                  <a:pt x="540341" y="411246"/>
                </a:lnTo>
                <a:lnTo>
                  <a:pt x="526002" y="440854"/>
                </a:lnTo>
                <a:lnTo>
                  <a:pt x="500982" y="511497"/>
                </a:lnTo>
                <a:lnTo>
                  <a:pt x="489182" y="574943"/>
                </a:lnTo>
                <a:lnTo>
                  <a:pt x="489630" y="610710"/>
                </a:lnTo>
                <a:lnTo>
                  <a:pt x="495978" y="636236"/>
                </a:lnTo>
                <a:lnTo>
                  <a:pt x="523089" y="686696"/>
                </a:lnTo>
                <a:lnTo>
                  <a:pt x="559983" y="742350"/>
                </a:lnTo>
                <a:lnTo>
                  <a:pt x="559385" y="754891"/>
                </a:lnTo>
                <a:lnTo>
                  <a:pt x="549079" y="763944"/>
                </a:lnTo>
                <a:lnTo>
                  <a:pt x="540192" y="764241"/>
                </a:lnTo>
                <a:lnTo>
                  <a:pt x="533321" y="760753"/>
                </a:lnTo>
                <a:lnTo>
                  <a:pt x="174761" y="458218"/>
                </a:lnTo>
                <a:lnTo>
                  <a:pt x="93206" y="384606"/>
                </a:lnTo>
                <a:lnTo>
                  <a:pt x="65125" y="342903"/>
                </a:lnTo>
                <a:lnTo>
                  <a:pt x="54071" y="315818"/>
                </a:lnTo>
                <a:lnTo>
                  <a:pt x="48097" y="291849"/>
                </a:lnTo>
                <a:lnTo>
                  <a:pt x="55416" y="286061"/>
                </a:lnTo>
                <a:lnTo>
                  <a:pt x="118151" y="287842"/>
                </a:lnTo>
                <a:lnTo>
                  <a:pt x="133610" y="284206"/>
                </a:lnTo>
                <a:lnTo>
                  <a:pt x="145037" y="277676"/>
                </a:lnTo>
                <a:lnTo>
                  <a:pt x="153402" y="266026"/>
                </a:lnTo>
                <a:lnTo>
                  <a:pt x="152580" y="258012"/>
                </a:lnTo>
                <a:lnTo>
                  <a:pt x="144962" y="250740"/>
                </a:lnTo>
                <a:lnTo>
                  <a:pt x="143693" y="240722"/>
                </a:lnTo>
                <a:lnTo>
                  <a:pt x="157435" y="216383"/>
                </a:lnTo>
                <a:lnTo>
                  <a:pt x="146008" y="211114"/>
                </a:lnTo>
                <a:lnTo>
                  <a:pt x="133461" y="212301"/>
                </a:lnTo>
                <a:lnTo>
                  <a:pt x="115761" y="230407"/>
                </a:lnTo>
                <a:lnTo>
                  <a:pt x="99480" y="236938"/>
                </a:lnTo>
                <a:lnTo>
                  <a:pt x="39359" y="234192"/>
                </a:lnTo>
                <a:lnTo>
                  <a:pt x="29799" y="228701"/>
                </a:lnTo>
                <a:lnTo>
                  <a:pt x="23451" y="220761"/>
                </a:lnTo>
                <a:lnTo>
                  <a:pt x="1344" y="162361"/>
                </a:lnTo>
                <a:lnTo>
                  <a:pt x="0" y="134237"/>
                </a:lnTo>
                <a:lnTo>
                  <a:pt x="12472" y="108562"/>
                </a:lnTo>
                <a:lnTo>
                  <a:pt x="90891" y="38290"/>
                </a:lnTo>
                <a:lnTo>
                  <a:pt x="114939" y="25452"/>
                </a:lnTo>
                <a:lnTo>
                  <a:pt x="204112" y="816"/>
                </a:lnTo>
                <a:lnTo>
                  <a:pt x="233613" y="0"/>
                </a:lnTo>
                <a:lnTo>
                  <a:pt x="258706" y="7198"/>
                </a:lnTo>
                <a:lnTo>
                  <a:pt x="281485" y="40961"/>
                </a:lnTo>
                <a:lnTo>
                  <a:pt x="332270" y="50460"/>
                </a:lnTo>
                <a:lnTo>
                  <a:pt x="337872" y="5491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9" name="Editable chart path">
            <a:extLst xmlns:a="http://schemas.openxmlformats.org/drawingml/2006/main">
              <a:ext uri="{FF2B5EF4-FFF2-40B4-BE49-F238E27FC236}">
                <a16:creationId xmlns:a16="http://schemas.microsoft.com/office/drawing/2014/main" id="{A342BF6B-4D79-4AD4-8944-122F9287D185}"/>
              </a:ext>
            </a:extLst>
          </p:cNvPr>
          <p:cNvSpPr>
            <a:spLocks xmlns:a="http://schemas.openxmlformats.org/drawingml/2006/main" noGrp="1"/>
          </p:cNvSpPr>
          <p:nvPr/>
        </p:nvSpPr>
        <p:spPr>
          <a:xfrm xmlns:a="http://schemas.openxmlformats.org/drawingml/2006/main">
            <a:off x="3636569" y="3014277"/>
            <a:ext cx="72333" cy="66373"/>
          </a:xfrm>
          <a:custGeom xmlns:a="http://schemas.openxmlformats.org/drawingml/2006/main">
            <a:pathLst>
              <a:path w="78120" h="71682">
                <a:moveTo>
                  <a:pt x="22107" y="4527"/>
                </a:moveTo>
                <a:lnTo>
                  <a:pt x="41076" y="29385"/>
                </a:lnTo>
                <a:lnTo>
                  <a:pt x="71025" y="38958"/>
                </a:lnTo>
                <a:lnTo>
                  <a:pt x="78120" y="64855"/>
                </a:lnTo>
                <a:lnTo>
                  <a:pt x="75058" y="71237"/>
                </a:lnTo>
                <a:lnTo>
                  <a:pt x="71025" y="71682"/>
                </a:lnTo>
                <a:lnTo>
                  <a:pt x="61316" y="63446"/>
                </a:lnTo>
                <a:lnTo>
                  <a:pt x="5676" y="9498"/>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0" name="Editable chart path">
            <a:extLst xmlns:a="http://schemas.openxmlformats.org/drawingml/2006/main">
              <a:ext uri="{FF2B5EF4-FFF2-40B4-BE49-F238E27FC236}">
                <a16:creationId xmlns:a16="http://schemas.microsoft.com/office/drawing/2014/main" id="{572A7AFF-CE0D-471B-95E0-1D2A41210AF1}"/>
              </a:ext>
            </a:extLst>
          </p:cNvPr>
          <p:cNvSpPr>
            <a:spLocks xmlns:a="http://schemas.openxmlformats.org/drawingml/2006/main" noGrp="1"/>
          </p:cNvSpPr>
          <p:nvPr/>
        </p:nvSpPr>
        <p:spPr>
          <a:xfrm xmlns:a="http://schemas.openxmlformats.org/drawingml/2006/main">
            <a:off x="2347504" y="4326405"/>
            <a:ext cx="166657" cy="198774"/>
          </a:xfrm>
          <a:custGeom xmlns:a="http://schemas.openxmlformats.org/drawingml/2006/main">
            <a:pathLst>
              <a:path w="179989" h="214676">
                <a:moveTo>
                  <a:pt x="17551" y="31018"/>
                </a:moveTo>
                <a:lnTo>
                  <a:pt x="28903" y="32354"/>
                </a:lnTo>
                <a:lnTo>
                  <a:pt x="25169" y="40145"/>
                </a:lnTo>
                <a:lnTo>
                  <a:pt x="28828" y="53205"/>
                </a:lnTo>
                <a:lnTo>
                  <a:pt x="23824" y="54689"/>
                </a:lnTo>
                <a:lnTo>
                  <a:pt x="31890" y="52241"/>
                </a:lnTo>
                <a:lnTo>
                  <a:pt x="33235" y="54541"/>
                </a:lnTo>
                <a:lnTo>
                  <a:pt x="36371" y="50534"/>
                </a:lnTo>
                <a:lnTo>
                  <a:pt x="39284" y="54170"/>
                </a:lnTo>
                <a:lnTo>
                  <a:pt x="35475" y="64113"/>
                </a:lnTo>
                <a:lnTo>
                  <a:pt x="40031" y="67082"/>
                </a:lnTo>
                <a:lnTo>
                  <a:pt x="29799" y="73092"/>
                </a:lnTo>
                <a:lnTo>
                  <a:pt x="23899" y="68937"/>
                </a:lnTo>
                <a:lnTo>
                  <a:pt x="22181" y="70347"/>
                </a:lnTo>
                <a:lnTo>
                  <a:pt x="29351" y="73760"/>
                </a:lnTo>
                <a:lnTo>
                  <a:pt x="41674" y="68937"/>
                </a:lnTo>
                <a:lnTo>
                  <a:pt x="36297" y="73834"/>
                </a:lnTo>
                <a:lnTo>
                  <a:pt x="43242" y="72870"/>
                </a:lnTo>
                <a:lnTo>
                  <a:pt x="41599" y="82442"/>
                </a:lnTo>
                <a:lnTo>
                  <a:pt x="44288" y="75096"/>
                </a:lnTo>
                <a:lnTo>
                  <a:pt x="62063" y="67378"/>
                </a:lnTo>
                <a:lnTo>
                  <a:pt x="71846" y="66414"/>
                </a:lnTo>
                <a:lnTo>
                  <a:pt x="92384" y="71608"/>
                </a:lnTo>
                <a:lnTo>
                  <a:pt x="116657" y="58993"/>
                </a:lnTo>
                <a:lnTo>
                  <a:pt x="131743" y="54541"/>
                </a:lnTo>
                <a:lnTo>
                  <a:pt x="131743" y="51498"/>
                </a:lnTo>
                <a:lnTo>
                  <a:pt x="170056" y="50905"/>
                </a:lnTo>
                <a:lnTo>
                  <a:pt x="178346" y="84891"/>
                </a:lnTo>
                <a:lnTo>
                  <a:pt x="179989" y="114573"/>
                </a:lnTo>
                <a:lnTo>
                  <a:pt x="177002" y="126372"/>
                </a:lnTo>
                <a:lnTo>
                  <a:pt x="166994" y="138541"/>
                </a:lnTo>
                <a:lnTo>
                  <a:pt x="138539" y="153976"/>
                </a:lnTo>
                <a:lnTo>
                  <a:pt x="131967" y="185068"/>
                </a:lnTo>
                <a:lnTo>
                  <a:pt x="115089" y="201393"/>
                </a:lnTo>
                <a:lnTo>
                  <a:pt x="99704" y="211485"/>
                </a:lnTo>
                <a:lnTo>
                  <a:pt x="82825" y="214676"/>
                </a:lnTo>
                <a:lnTo>
                  <a:pt x="66170" y="209259"/>
                </a:lnTo>
                <a:lnTo>
                  <a:pt x="22032" y="165033"/>
                </a:lnTo>
                <a:lnTo>
                  <a:pt x="21434" y="155609"/>
                </a:lnTo>
                <a:lnTo>
                  <a:pt x="40927" y="131640"/>
                </a:lnTo>
                <a:lnTo>
                  <a:pt x="45632" y="116428"/>
                </a:lnTo>
                <a:lnTo>
                  <a:pt x="42122" y="99287"/>
                </a:lnTo>
                <a:lnTo>
                  <a:pt x="38537" y="105001"/>
                </a:lnTo>
                <a:lnTo>
                  <a:pt x="36894" y="99213"/>
                </a:lnTo>
                <a:lnTo>
                  <a:pt x="29276" y="97061"/>
                </a:lnTo>
                <a:lnTo>
                  <a:pt x="36969" y="100400"/>
                </a:lnTo>
                <a:lnTo>
                  <a:pt x="37342" y="106633"/>
                </a:lnTo>
                <a:lnTo>
                  <a:pt x="29799" y="113534"/>
                </a:lnTo>
                <a:lnTo>
                  <a:pt x="24347" y="105965"/>
                </a:lnTo>
                <a:lnTo>
                  <a:pt x="22779" y="112347"/>
                </a:lnTo>
                <a:lnTo>
                  <a:pt x="14937" y="120287"/>
                </a:lnTo>
                <a:lnTo>
                  <a:pt x="5676" y="104852"/>
                </a:lnTo>
                <a:lnTo>
                  <a:pt x="0" y="82591"/>
                </a:lnTo>
                <a:lnTo>
                  <a:pt x="2913" y="62184"/>
                </a:lnTo>
                <a:lnTo>
                  <a:pt x="8514" y="54986"/>
                </a:lnTo>
                <a:lnTo>
                  <a:pt x="11651" y="38142"/>
                </a:lnTo>
                <a:lnTo>
                  <a:pt x="8514" y="371"/>
                </a:lnTo>
                <a:lnTo>
                  <a:pt x="1068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1" name="Editable chart path">
            <a:extLst xmlns:a="http://schemas.openxmlformats.org/drawingml/2006/main">
              <a:ext uri="{FF2B5EF4-FFF2-40B4-BE49-F238E27FC236}">
                <a16:creationId xmlns:a16="http://schemas.microsoft.com/office/drawing/2014/main" id="{2710F71D-BBC7-4DE6-8B00-AB2B13D823A2}"/>
              </a:ext>
            </a:extLst>
          </p:cNvPr>
          <p:cNvSpPr>
            <a:spLocks xmlns:a="http://schemas.openxmlformats.org/drawingml/2006/main" noGrp="1"/>
          </p:cNvSpPr>
          <p:nvPr/>
        </p:nvSpPr>
        <p:spPr>
          <a:xfrm xmlns:a="http://schemas.openxmlformats.org/drawingml/2006/main">
            <a:off x="1998009" y="4353202"/>
            <a:ext cx="183530" cy="74411"/>
          </a:xfrm>
          <a:custGeom xmlns:a="http://schemas.openxmlformats.org/drawingml/2006/main">
            <a:pathLst>
              <a:path w="198212" h="80364">
                <a:moveTo>
                  <a:pt x="116881" y="148"/>
                </a:moveTo>
                <a:lnTo>
                  <a:pt x="132863" y="5046"/>
                </a:lnTo>
                <a:lnTo>
                  <a:pt x="122856" y="2078"/>
                </a:lnTo>
                <a:lnTo>
                  <a:pt x="120615" y="9053"/>
                </a:lnTo>
                <a:lnTo>
                  <a:pt x="127785" y="20184"/>
                </a:lnTo>
                <a:lnTo>
                  <a:pt x="135925" y="24933"/>
                </a:lnTo>
                <a:lnTo>
                  <a:pt x="148846" y="23597"/>
                </a:lnTo>
                <a:lnTo>
                  <a:pt x="159526" y="16325"/>
                </a:lnTo>
                <a:lnTo>
                  <a:pt x="160646" y="14470"/>
                </a:lnTo>
                <a:lnTo>
                  <a:pt x="156762" y="12170"/>
                </a:lnTo>
                <a:lnTo>
                  <a:pt x="165650" y="16770"/>
                </a:lnTo>
                <a:lnTo>
                  <a:pt x="175657" y="40293"/>
                </a:lnTo>
                <a:lnTo>
                  <a:pt x="170952" y="29163"/>
                </a:lnTo>
                <a:lnTo>
                  <a:pt x="164978" y="27382"/>
                </a:lnTo>
                <a:lnTo>
                  <a:pt x="156464" y="31018"/>
                </a:lnTo>
                <a:lnTo>
                  <a:pt x="151385" y="40145"/>
                </a:lnTo>
                <a:lnTo>
                  <a:pt x="159152" y="48233"/>
                </a:lnTo>
                <a:lnTo>
                  <a:pt x="168338" y="49198"/>
                </a:lnTo>
                <a:lnTo>
                  <a:pt x="183201" y="60106"/>
                </a:lnTo>
                <a:lnTo>
                  <a:pt x="188877" y="58919"/>
                </a:lnTo>
                <a:lnTo>
                  <a:pt x="185740" y="54689"/>
                </a:lnTo>
                <a:lnTo>
                  <a:pt x="198212" y="72647"/>
                </a:lnTo>
                <a:lnTo>
                  <a:pt x="184097" y="74354"/>
                </a:lnTo>
                <a:lnTo>
                  <a:pt x="186711" y="70272"/>
                </a:lnTo>
                <a:lnTo>
                  <a:pt x="183947" y="65969"/>
                </a:lnTo>
                <a:lnTo>
                  <a:pt x="169608" y="62555"/>
                </a:lnTo>
                <a:lnTo>
                  <a:pt x="168562" y="75764"/>
                </a:lnTo>
                <a:lnTo>
                  <a:pt x="177375" y="74725"/>
                </a:lnTo>
                <a:lnTo>
                  <a:pt x="147800" y="80364"/>
                </a:lnTo>
                <a:lnTo>
                  <a:pt x="120092" y="74725"/>
                </a:lnTo>
                <a:lnTo>
                  <a:pt x="72892" y="79993"/>
                </a:lnTo>
                <a:lnTo>
                  <a:pt x="5004" y="68714"/>
                </a:lnTo>
                <a:lnTo>
                  <a:pt x="0" y="63891"/>
                </a:lnTo>
                <a:lnTo>
                  <a:pt x="2614" y="56619"/>
                </a:lnTo>
                <a:lnTo>
                  <a:pt x="26588" y="41703"/>
                </a:lnTo>
                <a:lnTo>
                  <a:pt x="50412" y="15732"/>
                </a:lnTo>
                <a:lnTo>
                  <a:pt x="104633"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2" name="Editable chart path">
            <a:extLst xmlns:a="http://schemas.openxmlformats.org/drawingml/2006/main">
              <a:ext uri="{FF2B5EF4-FFF2-40B4-BE49-F238E27FC236}">
                <a16:creationId xmlns:a16="http://schemas.microsoft.com/office/drawing/2014/main" id="{07191C32-BF40-4A42-A7FB-E7F1FF188EB5}"/>
              </a:ext>
            </a:extLst>
          </p:cNvPr>
          <p:cNvSpPr>
            <a:spLocks xmlns:a="http://schemas.openxmlformats.org/drawingml/2006/main" noGrp="1"/>
          </p:cNvSpPr>
          <p:nvPr/>
        </p:nvSpPr>
        <p:spPr>
          <a:xfrm xmlns:a="http://schemas.openxmlformats.org/drawingml/2006/main">
            <a:off x="2223168" y="4188507"/>
            <a:ext cx="215132" cy="84512"/>
          </a:xfrm>
          <a:custGeom xmlns:a="http://schemas.openxmlformats.org/drawingml/2006/main">
            <a:pathLst>
              <a:path w="232343" h="91273">
                <a:moveTo>
                  <a:pt x="81182" y="9201"/>
                </a:moveTo>
                <a:lnTo>
                  <a:pt x="110607" y="22410"/>
                </a:lnTo>
                <a:lnTo>
                  <a:pt x="114192" y="14396"/>
                </a:lnTo>
                <a:lnTo>
                  <a:pt x="125470" y="5714"/>
                </a:lnTo>
                <a:lnTo>
                  <a:pt x="132415" y="4749"/>
                </a:lnTo>
                <a:lnTo>
                  <a:pt x="135701" y="7866"/>
                </a:lnTo>
                <a:lnTo>
                  <a:pt x="147053" y="42223"/>
                </a:lnTo>
                <a:lnTo>
                  <a:pt x="150713" y="45265"/>
                </a:lnTo>
                <a:lnTo>
                  <a:pt x="178794" y="55877"/>
                </a:lnTo>
                <a:lnTo>
                  <a:pt x="188503" y="53057"/>
                </a:lnTo>
                <a:lnTo>
                  <a:pt x="206203" y="53947"/>
                </a:lnTo>
                <a:lnTo>
                  <a:pt x="224874" y="64707"/>
                </a:lnTo>
                <a:lnTo>
                  <a:pt x="232343" y="73241"/>
                </a:lnTo>
                <a:lnTo>
                  <a:pt x="218302" y="91273"/>
                </a:lnTo>
                <a:lnTo>
                  <a:pt x="180437" y="89714"/>
                </a:lnTo>
                <a:lnTo>
                  <a:pt x="144888" y="81997"/>
                </a:lnTo>
                <a:lnTo>
                  <a:pt x="93057" y="55283"/>
                </a:lnTo>
                <a:lnTo>
                  <a:pt x="41749" y="44152"/>
                </a:lnTo>
                <a:lnTo>
                  <a:pt x="22405" y="44301"/>
                </a:lnTo>
                <a:lnTo>
                  <a:pt x="3660" y="32873"/>
                </a:lnTo>
                <a:lnTo>
                  <a:pt x="0" y="23672"/>
                </a:lnTo>
                <a:lnTo>
                  <a:pt x="2539" y="17809"/>
                </a:lnTo>
                <a:lnTo>
                  <a:pt x="27409" y="4230"/>
                </a:lnTo>
                <a:lnTo>
                  <a:pt x="49441" y="0"/>
                </a:lnTo>
                <a:lnTo>
                  <a:pt x="72070" y="2449"/>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3" name="Editable chart path">
            <a:extLst xmlns:a="http://schemas.openxmlformats.org/drawingml/2006/main">
              <a:ext uri="{FF2B5EF4-FFF2-40B4-BE49-F238E27FC236}">
                <a16:creationId xmlns:a16="http://schemas.microsoft.com/office/drawing/2014/main" id="{880F9282-3EF4-4670-88AE-8EE86DB231B3}"/>
              </a:ext>
            </a:extLst>
          </p:cNvPr>
          <p:cNvSpPr>
            <a:spLocks xmlns:a="http://schemas.openxmlformats.org/drawingml/2006/main" noGrp="1"/>
          </p:cNvSpPr>
          <p:nvPr/>
        </p:nvSpPr>
        <p:spPr>
          <a:xfrm xmlns:a="http://schemas.openxmlformats.org/drawingml/2006/main">
            <a:off x="2361127" y="4167482"/>
            <a:ext cx="134501" cy="112064"/>
          </a:xfrm>
          <a:custGeom xmlns:a="http://schemas.openxmlformats.org/drawingml/2006/main">
            <a:pathLst>
              <a:path w="145261" h="121029">
                <a:moveTo>
                  <a:pt x="11949" y="0"/>
                </a:moveTo>
                <a:lnTo>
                  <a:pt x="40404" y="5046"/>
                </a:lnTo>
                <a:lnTo>
                  <a:pt x="73191" y="32502"/>
                </a:lnTo>
                <a:lnTo>
                  <a:pt x="81182" y="45933"/>
                </a:lnTo>
                <a:lnTo>
                  <a:pt x="87157" y="49272"/>
                </a:lnTo>
                <a:lnTo>
                  <a:pt x="90219" y="44894"/>
                </a:lnTo>
                <a:lnTo>
                  <a:pt x="93281" y="47640"/>
                </a:lnTo>
                <a:lnTo>
                  <a:pt x="91638" y="49495"/>
                </a:lnTo>
                <a:lnTo>
                  <a:pt x="97687" y="54986"/>
                </a:lnTo>
                <a:lnTo>
                  <a:pt x="99480" y="53428"/>
                </a:lnTo>
                <a:lnTo>
                  <a:pt x="104035" y="57806"/>
                </a:lnTo>
                <a:lnTo>
                  <a:pt x="102318" y="59513"/>
                </a:lnTo>
                <a:lnTo>
                  <a:pt x="107919" y="65004"/>
                </a:lnTo>
                <a:lnTo>
                  <a:pt x="110085" y="63000"/>
                </a:lnTo>
                <a:lnTo>
                  <a:pt x="126665" y="80587"/>
                </a:lnTo>
                <a:lnTo>
                  <a:pt x="130623" y="86523"/>
                </a:lnTo>
                <a:lnTo>
                  <a:pt x="128308" y="94983"/>
                </a:lnTo>
                <a:lnTo>
                  <a:pt x="134730" y="97728"/>
                </a:lnTo>
                <a:lnTo>
                  <a:pt x="145261" y="117467"/>
                </a:lnTo>
                <a:lnTo>
                  <a:pt x="144664" y="121029"/>
                </a:lnTo>
                <a:lnTo>
                  <a:pt x="124648" y="115760"/>
                </a:lnTo>
                <a:lnTo>
                  <a:pt x="101944" y="114647"/>
                </a:lnTo>
                <a:lnTo>
                  <a:pt x="96492" y="93944"/>
                </a:lnTo>
                <a:lnTo>
                  <a:pt x="83348" y="81848"/>
                </a:lnTo>
                <a:lnTo>
                  <a:pt x="56013" y="71460"/>
                </a:lnTo>
                <a:lnTo>
                  <a:pt x="25094" y="68417"/>
                </a:lnTo>
                <a:lnTo>
                  <a:pt x="8141" y="58696"/>
                </a:lnTo>
                <a:lnTo>
                  <a:pt x="0" y="11428"/>
                </a:lnTo>
                <a:lnTo>
                  <a:pt x="3809" y="9276"/>
                </a:lnTo>
                <a:lnTo>
                  <a:pt x="3361" y="378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4" name="Editable chart path">
            <a:extLst xmlns:a="http://schemas.openxmlformats.org/drawingml/2006/main">
              <a:ext uri="{FF2B5EF4-FFF2-40B4-BE49-F238E27FC236}">
                <a16:creationId xmlns:a16="http://schemas.microsoft.com/office/drawing/2014/main" id="{9230B2FD-5CE0-4925-B10B-ECAE2C35706B}"/>
              </a:ext>
            </a:extLst>
          </p:cNvPr>
          <p:cNvSpPr>
            <a:spLocks xmlns:a="http://schemas.openxmlformats.org/drawingml/2006/main" noGrp="1"/>
          </p:cNvSpPr>
          <p:nvPr/>
        </p:nvSpPr>
        <p:spPr>
          <a:xfrm xmlns:a="http://schemas.openxmlformats.org/drawingml/2006/main">
            <a:off x="2067714" y="4498108"/>
            <a:ext cx="100547" cy="83550"/>
          </a:xfrm>
          <a:custGeom xmlns:a="http://schemas.openxmlformats.org/drawingml/2006/main">
            <a:pathLst>
              <a:path w="108591" h="90234">
                <a:moveTo>
                  <a:pt x="72220" y="0"/>
                </a:moveTo>
                <a:lnTo>
                  <a:pt x="89995" y="1707"/>
                </a:lnTo>
                <a:lnTo>
                  <a:pt x="92534" y="6159"/>
                </a:lnTo>
                <a:lnTo>
                  <a:pt x="80510" y="9795"/>
                </a:lnTo>
                <a:lnTo>
                  <a:pt x="79240" y="13580"/>
                </a:lnTo>
                <a:lnTo>
                  <a:pt x="88277" y="7643"/>
                </a:lnTo>
                <a:lnTo>
                  <a:pt x="96940" y="8608"/>
                </a:lnTo>
                <a:lnTo>
                  <a:pt x="108143" y="27159"/>
                </a:lnTo>
                <a:lnTo>
                  <a:pt x="102467" y="32057"/>
                </a:lnTo>
                <a:lnTo>
                  <a:pt x="103064" y="34431"/>
                </a:lnTo>
                <a:lnTo>
                  <a:pt x="104334" y="31908"/>
                </a:lnTo>
                <a:lnTo>
                  <a:pt x="108591" y="32279"/>
                </a:lnTo>
                <a:lnTo>
                  <a:pt x="107172" y="41407"/>
                </a:lnTo>
                <a:lnTo>
                  <a:pt x="99255" y="39626"/>
                </a:lnTo>
                <a:lnTo>
                  <a:pt x="90517" y="46453"/>
                </a:lnTo>
                <a:lnTo>
                  <a:pt x="83198" y="29311"/>
                </a:lnTo>
                <a:lnTo>
                  <a:pt x="83049" y="33838"/>
                </a:lnTo>
                <a:lnTo>
                  <a:pt x="89696" y="42594"/>
                </a:lnTo>
                <a:lnTo>
                  <a:pt x="87381" y="47343"/>
                </a:lnTo>
                <a:lnTo>
                  <a:pt x="83049" y="38735"/>
                </a:lnTo>
                <a:lnTo>
                  <a:pt x="76626" y="36806"/>
                </a:lnTo>
                <a:lnTo>
                  <a:pt x="70801" y="39477"/>
                </a:lnTo>
                <a:lnTo>
                  <a:pt x="77149" y="37251"/>
                </a:lnTo>
                <a:lnTo>
                  <a:pt x="82900" y="39255"/>
                </a:lnTo>
                <a:lnTo>
                  <a:pt x="85962" y="45191"/>
                </a:lnTo>
                <a:lnTo>
                  <a:pt x="83646" y="65969"/>
                </a:lnTo>
                <a:lnTo>
                  <a:pt x="73116" y="65226"/>
                </a:lnTo>
                <a:lnTo>
                  <a:pt x="61615" y="71682"/>
                </a:lnTo>
                <a:lnTo>
                  <a:pt x="57358" y="66859"/>
                </a:lnTo>
                <a:lnTo>
                  <a:pt x="53623" y="66859"/>
                </a:lnTo>
                <a:lnTo>
                  <a:pt x="35848" y="77693"/>
                </a:lnTo>
                <a:lnTo>
                  <a:pt x="36371" y="79993"/>
                </a:lnTo>
                <a:lnTo>
                  <a:pt x="29874" y="81774"/>
                </a:lnTo>
                <a:lnTo>
                  <a:pt x="26588" y="78064"/>
                </a:lnTo>
                <a:lnTo>
                  <a:pt x="14190" y="90234"/>
                </a:lnTo>
                <a:lnTo>
                  <a:pt x="16729" y="84668"/>
                </a:lnTo>
                <a:lnTo>
                  <a:pt x="13144" y="68788"/>
                </a:lnTo>
                <a:lnTo>
                  <a:pt x="5228" y="45636"/>
                </a:lnTo>
                <a:lnTo>
                  <a:pt x="0" y="42668"/>
                </a:lnTo>
                <a:lnTo>
                  <a:pt x="597" y="38884"/>
                </a:lnTo>
                <a:lnTo>
                  <a:pt x="30621" y="34505"/>
                </a:lnTo>
                <a:lnTo>
                  <a:pt x="38462" y="40590"/>
                </a:lnTo>
                <a:lnTo>
                  <a:pt x="40479" y="39106"/>
                </a:lnTo>
                <a:lnTo>
                  <a:pt x="36521" y="29756"/>
                </a:lnTo>
                <a:lnTo>
                  <a:pt x="49142" y="8311"/>
                </a:lnTo>
                <a:lnTo>
                  <a:pt x="59747" y="230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5" name="Editable chart path">
            <a:extLst xmlns:a="http://schemas.openxmlformats.org/drawingml/2006/main">
              <a:ext uri="{FF2B5EF4-FFF2-40B4-BE49-F238E27FC236}">
                <a16:creationId xmlns:a16="http://schemas.microsoft.com/office/drawing/2014/main" id="{F7927169-049D-4940-B7A1-5BDEB2612224}"/>
              </a:ext>
            </a:extLst>
          </p:cNvPr>
          <p:cNvSpPr>
            <a:spLocks xmlns:a="http://schemas.openxmlformats.org/drawingml/2006/main" noGrp="1"/>
          </p:cNvSpPr>
          <p:nvPr/>
        </p:nvSpPr>
        <p:spPr>
          <a:xfrm xmlns:a="http://schemas.openxmlformats.org/drawingml/2006/main">
            <a:off x="2143920" y="4606943"/>
            <a:ext cx="91627" cy="68502"/>
          </a:xfrm>
          <a:custGeom xmlns:a="http://schemas.openxmlformats.org/drawingml/2006/main">
            <a:pathLst>
              <a:path w="98957" h="73983">
                <a:moveTo>
                  <a:pt x="34579" y="0"/>
                </a:moveTo>
                <a:lnTo>
                  <a:pt x="47200" y="5491"/>
                </a:lnTo>
                <a:lnTo>
                  <a:pt x="50113" y="11947"/>
                </a:lnTo>
                <a:lnTo>
                  <a:pt x="63706" y="6085"/>
                </a:lnTo>
                <a:lnTo>
                  <a:pt x="62660" y="17883"/>
                </a:lnTo>
                <a:lnTo>
                  <a:pt x="64527" y="5936"/>
                </a:lnTo>
                <a:lnTo>
                  <a:pt x="70577" y="4452"/>
                </a:lnTo>
                <a:lnTo>
                  <a:pt x="84393" y="9053"/>
                </a:lnTo>
                <a:lnTo>
                  <a:pt x="87754" y="15509"/>
                </a:lnTo>
                <a:lnTo>
                  <a:pt x="89771" y="13134"/>
                </a:lnTo>
                <a:lnTo>
                  <a:pt x="98957" y="14989"/>
                </a:lnTo>
                <a:lnTo>
                  <a:pt x="98509" y="22707"/>
                </a:lnTo>
                <a:lnTo>
                  <a:pt x="91414" y="32279"/>
                </a:lnTo>
                <a:lnTo>
                  <a:pt x="81779" y="27382"/>
                </a:lnTo>
                <a:lnTo>
                  <a:pt x="77373" y="31018"/>
                </a:lnTo>
                <a:lnTo>
                  <a:pt x="83198" y="29608"/>
                </a:lnTo>
                <a:lnTo>
                  <a:pt x="86484" y="33615"/>
                </a:lnTo>
                <a:lnTo>
                  <a:pt x="84991" y="46081"/>
                </a:lnTo>
                <a:lnTo>
                  <a:pt x="82078" y="48382"/>
                </a:lnTo>
                <a:lnTo>
                  <a:pt x="85289" y="67898"/>
                </a:lnTo>
                <a:lnTo>
                  <a:pt x="73489" y="73983"/>
                </a:lnTo>
                <a:lnTo>
                  <a:pt x="63556" y="72424"/>
                </a:lnTo>
                <a:lnTo>
                  <a:pt x="52503" y="65226"/>
                </a:lnTo>
                <a:lnTo>
                  <a:pt x="49068" y="69085"/>
                </a:lnTo>
                <a:lnTo>
                  <a:pt x="43018" y="68937"/>
                </a:lnTo>
                <a:lnTo>
                  <a:pt x="28679" y="52092"/>
                </a:lnTo>
                <a:lnTo>
                  <a:pt x="21658" y="31240"/>
                </a:lnTo>
                <a:lnTo>
                  <a:pt x="15758" y="27233"/>
                </a:lnTo>
                <a:lnTo>
                  <a:pt x="11128" y="28643"/>
                </a:lnTo>
                <a:lnTo>
                  <a:pt x="672" y="25156"/>
                </a:lnTo>
                <a:lnTo>
                  <a:pt x="0" y="19516"/>
                </a:lnTo>
                <a:lnTo>
                  <a:pt x="9858" y="8014"/>
                </a:lnTo>
                <a:lnTo>
                  <a:pt x="14265" y="10018"/>
                </a:lnTo>
                <a:lnTo>
                  <a:pt x="23750" y="742"/>
                </a:lnTo>
                <a:lnTo>
                  <a:pt x="26065" y="4452"/>
                </a:lnTo>
                <a:lnTo>
                  <a:pt x="26812" y="1558"/>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6" name="Editable chart path">
            <a:extLst xmlns:a="http://schemas.openxmlformats.org/drawingml/2006/main">
              <a:ext uri="{FF2B5EF4-FFF2-40B4-BE49-F238E27FC236}">
                <a16:creationId xmlns:a16="http://schemas.microsoft.com/office/drawing/2014/main" id="{0DA4AE55-1981-45CD-A9F8-04F3BC711FF7}"/>
              </a:ext>
            </a:extLst>
          </p:cNvPr>
          <p:cNvSpPr>
            <a:spLocks xmlns:a="http://schemas.openxmlformats.org/drawingml/2006/main" noGrp="1"/>
          </p:cNvSpPr>
          <p:nvPr/>
        </p:nvSpPr>
        <p:spPr>
          <a:xfrm xmlns:a="http://schemas.openxmlformats.org/drawingml/2006/main">
            <a:off x="2583866" y="4370379"/>
            <a:ext cx="66040" cy="69808"/>
          </a:xfrm>
          <a:custGeom xmlns:a="http://schemas.openxmlformats.org/drawingml/2006/main">
            <a:pathLst>
              <a:path w="71324" h="75393">
                <a:moveTo>
                  <a:pt x="8962" y="2078"/>
                </a:moveTo>
                <a:lnTo>
                  <a:pt x="26140" y="18106"/>
                </a:lnTo>
                <a:lnTo>
                  <a:pt x="35699" y="21668"/>
                </a:lnTo>
                <a:lnTo>
                  <a:pt x="49068" y="44968"/>
                </a:lnTo>
                <a:lnTo>
                  <a:pt x="70950" y="67007"/>
                </a:lnTo>
                <a:lnTo>
                  <a:pt x="71324" y="75393"/>
                </a:lnTo>
                <a:lnTo>
                  <a:pt x="49292" y="69753"/>
                </a:lnTo>
                <a:lnTo>
                  <a:pt x="12696" y="46824"/>
                </a:lnTo>
                <a:lnTo>
                  <a:pt x="523" y="21668"/>
                </a:lnTo>
                <a:lnTo>
                  <a:pt x="0" y="2004"/>
                </a:lnTo>
                <a:lnTo>
                  <a:pt x="4332"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7" name="Editable chart path">
            <a:extLst xmlns:a="http://schemas.openxmlformats.org/drawingml/2006/main">
              <a:ext uri="{FF2B5EF4-FFF2-40B4-BE49-F238E27FC236}">
                <a16:creationId xmlns:a16="http://schemas.microsoft.com/office/drawing/2014/main" id="{0024C425-F60C-43CC-AB07-BEFF1696611B}"/>
              </a:ext>
            </a:extLst>
          </p:cNvPr>
          <p:cNvSpPr>
            <a:spLocks xmlns:a="http://schemas.openxmlformats.org/drawingml/2006/main" noGrp="1"/>
          </p:cNvSpPr>
          <p:nvPr/>
        </p:nvSpPr>
        <p:spPr>
          <a:xfrm xmlns:a="http://schemas.openxmlformats.org/drawingml/2006/main">
            <a:off x="2271990" y="4250207"/>
            <a:ext cx="25379" cy="36690"/>
          </a:xfrm>
          <a:custGeom xmlns:a="http://schemas.openxmlformats.org/drawingml/2006/main">
            <a:pathLst>
              <a:path w="27409" h="39626">
                <a:moveTo>
                  <a:pt x="4854" y="0"/>
                </a:moveTo>
                <a:lnTo>
                  <a:pt x="12622" y="2523"/>
                </a:lnTo>
                <a:lnTo>
                  <a:pt x="2539" y="816"/>
                </a:lnTo>
                <a:lnTo>
                  <a:pt x="6049" y="15212"/>
                </a:lnTo>
                <a:lnTo>
                  <a:pt x="25841" y="18774"/>
                </a:lnTo>
                <a:lnTo>
                  <a:pt x="19642" y="30721"/>
                </a:lnTo>
                <a:lnTo>
                  <a:pt x="27409" y="35915"/>
                </a:lnTo>
                <a:lnTo>
                  <a:pt x="14339" y="39626"/>
                </a:lnTo>
                <a:lnTo>
                  <a:pt x="1419" y="30127"/>
                </a:lnTo>
                <a:lnTo>
                  <a:pt x="7543" y="32428"/>
                </a:lnTo>
                <a:lnTo>
                  <a:pt x="9784" y="28495"/>
                </a:lnTo>
                <a:lnTo>
                  <a:pt x="4630" y="20555"/>
                </a:lnTo>
                <a:lnTo>
                  <a:pt x="1792" y="20406"/>
                </a:lnTo>
                <a:lnTo>
                  <a:pt x="0" y="24636"/>
                </a:lnTo>
                <a:lnTo>
                  <a:pt x="3660" y="12986"/>
                </a:lnTo>
                <a:lnTo>
                  <a:pt x="672" y="215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CDFE89EC-B137-4937-A49F-AF9A5B5DC5A6}"/>
              </a:ext>
            </a:extLst>
          </p:cNvPr>
          <p:cNvSpPr>
            <a:spLocks xmlns:a="http://schemas.openxmlformats.org/drawingml/2006/main" noGrp="1"/>
          </p:cNvSpPr>
          <p:nvPr/>
        </p:nvSpPr>
        <p:spPr>
          <a:xfrm xmlns:a="http://schemas.openxmlformats.org/drawingml/2006/main">
            <a:off x="2331599" y="4463754"/>
            <a:ext cx="24342" cy="6390"/>
          </a:xfrm>
          <a:custGeom xmlns:a="http://schemas.openxmlformats.org/drawingml/2006/main">
            <a:pathLst>
              <a:path w="26289" h="6901">
                <a:moveTo>
                  <a:pt x="14115" y="0"/>
                </a:moveTo>
                <a:lnTo>
                  <a:pt x="26289" y="0"/>
                </a:lnTo>
                <a:lnTo>
                  <a:pt x="26289" y="6901"/>
                </a:lnTo>
                <a:lnTo>
                  <a:pt x="0" y="6901"/>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9" name="Editable chart path">
            <a:extLst xmlns:a="http://schemas.openxmlformats.org/drawingml/2006/main">
              <a:ext uri="{FF2B5EF4-FFF2-40B4-BE49-F238E27FC236}">
                <a16:creationId xmlns:a16="http://schemas.microsoft.com/office/drawing/2014/main" id="{FD496C39-9496-4630-8655-77DD38366CCB}"/>
              </a:ext>
            </a:extLst>
          </p:cNvPr>
          <p:cNvSpPr>
            <a:spLocks xmlns:a="http://schemas.openxmlformats.org/drawingml/2006/main" noGrp="1"/>
          </p:cNvSpPr>
          <p:nvPr/>
        </p:nvSpPr>
        <p:spPr>
          <a:xfrm xmlns:a="http://schemas.openxmlformats.org/drawingml/2006/main">
            <a:off x="2289347" y="4254399"/>
            <a:ext cx="32640" cy="29682"/>
          </a:xfrm>
          <a:custGeom xmlns:a="http://schemas.openxmlformats.org/drawingml/2006/main">
            <a:pathLst>
              <a:path w="35251" h="32057">
                <a:moveTo>
                  <a:pt x="22629" y="11205"/>
                </a:moveTo>
                <a:lnTo>
                  <a:pt x="35251" y="22855"/>
                </a:lnTo>
                <a:lnTo>
                  <a:pt x="30172" y="17958"/>
                </a:lnTo>
                <a:lnTo>
                  <a:pt x="26812" y="23968"/>
                </a:lnTo>
                <a:lnTo>
                  <a:pt x="27484" y="29163"/>
                </a:lnTo>
                <a:lnTo>
                  <a:pt x="34803" y="27308"/>
                </a:lnTo>
                <a:lnTo>
                  <a:pt x="15161" y="32057"/>
                </a:lnTo>
                <a:lnTo>
                  <a:pt x="22480" y="28346"/>
                </a:lnTo>
                <a:lnTo>
                  <a:pt x="17252" y="12021"/>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24F51E8C-475E-4855-A381-1A48969EB37C}"/>
              </a:ext>
            </a:extLst>
          </p:cNvPr>
          <p:cNvSpPr>
            <a:spLocks xmlns:a="http://schemas.openxmlformats.org/drawingml/2006/main" noGrp="1"/>
          </p:cNvSpPr>
          <p:nvPr/>
        </p:nvSpPr>
        <p:spPr>
          <a:xfrm xmlns:a="http://schemas.openxmlformats.org/drawingml/2006/main">
            <a:off x="2194539" y="4505941"/>
            <a:ext cx="16112" cy="16696"/>
          </a:xfrm>
          <a:custGeom xmlns:a="http://schemas.openxmlformats.org/drawingml/2006/main">
            <a:pathLst>
              <a:path w="17401" h="18032">
                <a:moveTo>
                  <a:pt x="9560" y="16993"/>
                </a:moveTo>
                <a:lnTo>
                  <a:pt x="3809" y="18032"/>
                </a:lnTo>
                <a:lnTo>
                  <a:pt x="0" y="15435"/>
                </a:lnTo>
                <a:lnTo>
                  <a:pt x="4780" y="11947"/>
                </a:lnTo>
                <a:lnTo>
                  <a:pt x="5975" y="6530"/>
                </a:lnTo>
                <a:lnTo>
                  <a:pt x="17401"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1" name="Editable chart path">
            <a:extLst xmlns:a="http://schemas.openxmlformats.org/drawingml/2006/main">
              <a:ext uri="{FF2B5EF4-FFF2-40B4-BE49-F238E27FC236}">
                <a16:creationId xmlns:a16="http://schemas.microsoft.com/office/drawing/2014/main" id="{794F65B3-DA88-4A2C-AC12-093A5BC15352}"/>
              </a:ext>
            </a:extLst>
          </p:cNvPr>
          <p:cNvSpPr>
            <a:spLocks xmlns:a="http://schemas.openxmlformats.org/drawingml/2006/main" noGrp="1"/>
          </p:cNvSpPr>
          <p:nvPr/>
        </p:nvSpPr>
        <p:spPr>
          <a:xfrm xmlns:a="http://schemas.openxmlformats.org/drawingml/2006/main">
            <a:off x="1674239" y="3075840"/>
            <a:ext cx="11203" cy="16696"/>
          </a:xfrm>
          <a:custGeom xmlns:a="http://schemas.openxmlformats.org/drawingml/2006/main">
            <a:pathLst>
              <a:path w="12099" h="18032">
                <a:moveTo>
                  <a:pt x="6273" y="18032"/>
                </a:moveTo>
                <a:lnTo>
                  <a:pt x="0" y="16028"/>
                </a:lnTo>
                <a:lnTo>
                  <a:pt x="7170" y="0"/>
                </a:lnTo>
                <a:lnTo>
                  <a:pt x="12099" y="9721"/>
                </a:lnTo>
                <a:lnTo>
                  <a:pt x="11875" y="1358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02E88E2C-AE66-40FE-A909-757B1D6EDBAB}"/>
              </a:ext>
            </a:extLst>
          </p:cNvPr>
          <p:cNvSpPr>
            <a:spLocks xmlns:a="http://schemas.openxmlformats.org/drawingml/2006/main" noGrp="1"/>
          </p:cNvSpPr>
          <p:nvPr/>
        </p:nvSpPr>
        <p:spPr>
          <a:xfrm xmlns:a="http://schemas.openxmlformats.org/drawingml/2006/main">
            <a:off x="2154313" y="460192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 name="Editable chart path">
            <a:extLst xmlns:a="http://schemas.openxmlformats.org/drawingml/2006/main">
              <a:ext uri="{FF2B5EF4-FFF2-40B4-BE49-F238E27FC236}">
                <a16:creationId xmlns:a16="http://schemas.microsoft.com/office/drawing/2014/main" id="{0C245060-9377-4D5F-8987-04A7FF6E47C4}"/>
              </a:ext>
            </a:extLst>
          </p:cNvPr>
          <p:cNvSpPr>
            <a:spLocks xmlns:a="http://schemas.openxmlformats.org/drawingml/2006/main" noGrp="1"/>
          </p:cNvSpPr>
          <p:nvPr/>
        </p:nvSpPr>
        <p:spPr>
          <a:xfrm xmlns:a="http://schemas.openxmlformats.org/drawingml/2006/main">
            <a:off x="2092175" y="447764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 name="Editable chart path">
            <a:extLst xmlns:a="http://schemas.openxmlformats.org/drawingml/2006/main">
              <a:ext uri="{FF2B5EF4-FFF2-40B4-BE49-F238E27FC236}">
                <a16:creationId xmlns:a16="http://schemas.microsoft.com/office/drawing/2014/main" id="{7EC3A5B6-9264-4755-B059-FD01A473BE49}"/>
              </a:ext>
            </a:extLst>
          </p:cNvPr>
          <p:cNvSpPr>
            <a:spLocks xmlns:a="http://schemas.openxmlformats.org/drawingml/2006/main" noGrp="1"/>
          </p:cNvSpPr>
          <p:nvPr/>
        </p:nvSpPr>
        <p:spPr>
          <a:xfrm xmlns:a="http://schemas.openxmlformats.org/drawingml/2006/main">
            <a:off x="2402863" y="447764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 name="Editable chart path">
            <a:extLst xmlns:a="http://schemas.openxmlformats.org/drawingml/2006/main">
              <a:ext uri="{FF2B5EF4-FFF2-40B4-BE49-F238E27FC236}">
                <a16:creationId xmlns:a16="http://schemas.microsoft.com/office/drawing/2014/main" id="{BCC18DF2-27C3-497C-8256-873E2C307CAD}"/>
              </a:ext>
            </a:extLst>
          </p:cNvPr>
          <p:cNvSpPr>
            <a:spLocks xmlns:a="http://schemas.openxmlformats.org/drawingml/2006/main" noGrp="1"/>
          </p:cNvSpPr>
          <p:nvPr/>
        </p:nvSpPr>
        <p:spPr>
          <a:xfrm xmlns:a="http://schemas.openxmlformats.org/drawingml/2006/main">
            <a:off x="2402863" y="441550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 name="Editable chart path">
            <a:extLst xmlns:a="http://schemas.openxmlformats.org/drawingml/2006/main">
              <a:ext uri="{FF2B5EF4-FFF2-40B4-BE49-F238E27FC236}">
                <a16:creationId xmlns:a16="http://schemas.microsoft.com/office/drawing/2014/main" id="{CEF38317-5964-472D-A038-224FD62B56EF}"/>
              </a:ext>
            </a:extLst>
          </p:cNvPr>
          <p:cNvSpPr>
            <a:spLocks xmlns:a="http://schemas.openxmlformats.org/drawingml/2006/main" noGrp="1"/>
          </p:cNvSpPr>
          <p:nvPr/>
        </p:nvSpPr>
        <p:spPr>
          <a:xfrm xmlns:a="http://schemas.openxmlformats.org/drawingml/2006/main">
            <a:off x="2465001" y="441550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 name="Editable chart path">
            <a:extLst xmlns:a="http://schemas.openxmlformats.org/drawingml/2006/main">
              <a:ext uri="{FF2B5EF4-FFF2-40B4-BE49-F238E27FC236}">
                <a16:creationId xmlns:a16="http://schemas.microsoft.com/office/drawing/2014/main" id="{2D586723-7807-4591-9BF0-CBD3D418BA95}"/>
              </a:ext>
            </a:extLst>
          </p:cNvPr>
          <p:cNvSpPr>
            <a:spLocks xmlns:a="http://schemas.openxmlformats.org/drawingml/2006/main" noGrp="1"/>
          </p:cNvSpPr>
          <p:nvPr/>
        </p:nvSpPr>
        <p:spPr>
          <a:xfrm xmlns:a="http://schemas.openxmlformats.org/drawingml/2006/main">
            <a:off x="2030037" y="435337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 name="Editable chart path">
            <a:extLst xmlns:a="http://schemas.openxmlformats.org/drawingml/2006/main">
              <a:ext uri="{FF2B5EF4-FFF2-40B4-BE49-F238E27FC236}">
                <a16:creationId xmlns:a16="http://schemas.microsoft.com/office/drawing/2014/main" id="{8C3E7271-EF2D-41C3-892A-F3B9B8182244}"/>
              </a:ext>
            </a:extLst>
          </p:cNvPr>
          <p:cNvSpPr>
            <a:spLocks xmlns:a="http://schemas.openxmlformats.org/drawingml/2006/main" noGrp="1"/>
          </p:cNvSpPr>
          <p:nvPr/>
        </p:nvSpPr>
        <p:spPr>
          <a:xfrm xmlns:a="http://schemas.openxmlformats.org/drawingml/2006/main">
            <a:off x="2092175" y="435337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 name="Editable chart path">
            <a:extLst xmlns:a="http://schemas.openxmlformats.org/drawingml/2006/main">
              <a:ext uri="{FF2B5EF4-FFF2-40B4-BE49-F238E27FC236}">
                <a16:creationId xmlns:a16="http://schemas.microsoft.com/office/drawing/2014/main" id="{89E152FB-2598-437F-8D71-2F688454DEED}"/>
              </a:ext>
            </a:extLst>
          </p:cNvPr>
          <p:cNvSpPr>
            <a:spLocks xmlns:a="http://schemas.openxmlformats.org/drawingml/2006/main" noGrp="1"/>
          </p:cNvSpPr>
          <p:nvPr/>
        </p:nvSpPr>
        <p:spPr>
          <a:xfrm xmlns:a="http://schemas.openxmlformats.org/drawingml/2006/main">
            <a:off x="2340725" y="435337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 name="Editable chart path">
            <a:extLst xmlns:a="http://schemas.openxmlformats.org/drawingml/2006/main">
              <a:ext uri="{FF2B5EF4-FFF2-40B4-BE49-F238E27FC236}">
                <a16:creationId xmlns:a16="http://schemas.microsoft.com/office/drawing/2014/main" id="{BC063A86-9047-44EA-BC0C-82862F95D1FE}"/>
              </a:ext>
            </a:extLst>
          </p:cNvPr>
          <p:cNvSpPr>
            <a:spLocks xmlns:a="http://schemas.openxmlformats.org/drawingml/2006/main" noGrp="1"/>
          </p:cNvSpPr>
          <p:nvPr/>
        </p:nvSpPr>
        <p:spPr>
          <a:xfrm xmlns:a="http://schemas.openxmlformats.org/drawingml/2006/main">
            <a:off x="2465001" y="435337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 name="Editable chart path">
            <a:extLst xmlns:a="http://schemas.openxmlformats.org/drawingml/2006/main">
              <a:ext uri="{FF2B5EF4-FFF2-40B4-BE49-F238E27FC236}">
                <a16:creationId xmlns:a16="http://schemas.microsoft.com/office/drawing/2014/main" id="{8D952B0E-F60E-4A60-9FB4-B367BB70AE8D}"/>
              </a:ext>
            </a:extLst>
          </p:cNvPr>
          <p:cNvSpPr>
            <a:spLocks xmlns:a="http://schemas.openxmlformats.org/drawingml/2006/main" noGrp="1"/>
          </p:cNvSpPr>
          <p:nvPr/>
        </p:nvSpPr>
        <p:spPr>
          <a:xfrm xmlns:a="http://schemas.openxmlformats.org/drawingml/2006/main">
            <a:off x="1346523"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 name="Editable chart path">
            <a:extLst xmlns:a="http://schemas.openxmlformats.org/drawingml/2006/main">
              <a:ext uri="{FF2B5EF4-FFF2-40B4-BE49-F238E27FC236}">
                <a16:creationId xmlns:a16="http://schemas.microsoft.com/office/drawing/2014/main" id="{E385B032-8B5D-47F6-B477-58FC758D11F0}"/>
              </a:ext>
            </a:extLst>
          </p:cNvPr>
          <p:cNvSpPr>
            <a:spLocks xmlns:a="http://schemas.openxmlformats.org/drawingml/2006/main" noGrp="1"/>
          </p:cNvSpPr>
          <p:nvPr/>
        </p:nvSpPr>
        <p:spPr>
          <a:xfrm xmlns:a="http://schemas.openxmlformats.org/drawingml/2006/main">
            <a:off x="1408661"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 name="Editable chart path">
            <a:extLst xmlns:a="http://schemas.openxmlformats.org/drawingml/2006/main">
              <a:ext uri="{FF2B5EF4-FFF2-40B4-BE49-F238E27FC236}">
                <a16:creationId xmlns:a16="http://schemas.microsoft.com/office/drawing/2014/main" id="{B116CEAE-459C-4141-810A-539D7BFB72ED}"/>
              </a:ext>
            </a:extLst>
          </p:cNvPr>
          <p:cNvSpPr>
            <a:spLocks xmlns:a="http://schemas.openxmlformats.org/drawingml/2006/main" noGrp="1"/>
          </p:cNvSpPr>
          <p:nvPr/>
        </p:nvSpPr>
        <p:spPr>
          <a:xfrm xmlns:a="http://schemas.openxmlformats.org/drawingml/2006/main">
            <a:off x="1470799"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 name="Editable chart path">
            <a:extLst xmlns:a="http://schemas.openxmlformats.org/drawingml/2006/main">
              <a:ext uri="{FF2B5EF4-FFF2-40B4-BE49-F238E27FC236}">
                <a16:creationId xmlns:a16="http://schemas.microsoft.com/office/drawing/2014/main" id="{F63477C0-BB50-40A1-A5C2-6012AEA8F65B}"/>
              </a:ext>
            </a:extLst>
          </p:cNvPr>
          <p:cNvSpPr>
            <a:spLocks xmlns:a="http://schemas.openxmlformats.org/drawingml/2006/main" noGrp="1"/>
          </p:cNvSpPr>
          <p:nvPr/>
        </p:nvSpPr>
        <p:spPr>
          <a:xfrm xmlns:a="http://schemas.openxmlformats.org/drawingml/2006/main">
            <a:off x="1532936"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 name="Editable chart path">
            <a:extLst xmlns:a="http://schemas.openxmlformats.org/drawingml/2006/main">
              <a:ext uri="{FF2B5EF4-FFF2-40B4-BE49-F238E27FC236}">
                <a16:creationId xmlns:a16="http://schemas.microsoft.com/office/drawing/2014/main" id="{A0FCEC9E-7A04-40E3-A443-206788E4D1A2}"/>
              </a:ext>
            </a:extLst>
          </p:cNvPr>
          <p:cNvSpPr>
            <a:spLocks xmlns:a="http://schemas.openxmlformats.org/drawingml/2006/main" noGrp="1"/>
          </p:cNvSpPr>
          <p:nvPr/>
        </p:nvSpPr>
        <p:spPr>
          <a:xfrm xmlns:a="http://schemas.openxmlformats.org/drawingml/2006/main">
            <a:off x="1595074"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 name="Editable chart path">
            <a:extLst xmlns:a="http://schemas.openxmlformats.org/drawingml/2006/main">
              <a:ext uri="{FF2B5EF4-FFF2-40B4-BE49-F238E27FC236}">
                <a16:creationId xmlns:a16="http://schemas.microsoft.com/office/drawing/2014/main" id="{9BEC914D-7A41-4BBC-BE75-8445C4D44260}"/>
              </a:ext>
            </a:extLst>
          </p:cNvPr>
          <p:cNvSpPr>
            <a:spLocks xmlns:a="http://schemas.openxmlformats.org/drawingml/2006/main" noGrp="1"/>
          </p:cNvSpPr>
          <p:nvPr/>
        </p:nvSpPr>
        <p:spPr>
          <a:xfrm xmlns:a="http://schemas.openxmlformats.org/drawingml/2006/main">
            <a:off x="2962102"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 name="Editable chart path">
            <a:extLst xmlns:a="http://schemas.openxmlformats.org/drawingml/2006/main">
              <a:ext uri="{FF2B5EF4-FFF2-40B4-BE49-F238E27FC236}">
                <a16:creationId xmlns:a16="http://schemas.microsoft.com/office/drawing/2014/main" id="{51A5FF99-7522-4AE9-BAEB-84BB9532FB47}"/>
              </a:ext>
            </a:extLst>
          </p:cNvPr>
          <p:cNvSpPr>
            <a:spLocks xmlns:a="http://schemas.openxmlformats.org/drawingml/2006/main" noGrp="1"/>
          </p:cNvSpPr>
          <p:nvPr/>
        </p:nvSpPr>
        <p:spPr>
          <a:xfrm xmlns:a="http://schemas.openxmlformats.org/drawingml/2006/main">
            <a:off x="1284386" y="422909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 name="Editable chart path">
            <a:extLst xmlns:a="http://schemas.openxmlformats.org/drawingml/2006/main">
              <a:ext uri="{FF2B5EF4-FFF2-40B4-BE49-F238E27FC236}">
                <a16:creationId xmlns:a16="http://schemas.microsoft.com/office/drawing/2014/main" id="{78BF4A81-3F7B-49A1-A87B-F7AD0E3313CB}"/>
              </a:ext>
            </a:extLst>
          </p:cNvPr>
          <p:cNvSpPr>
            <a:spLocks xmlns:a="http://schemas.openxmlformats.org/drawingml/2006/main" noGrp="1"/>
          </p:cNvSpPr>
          <p:nvPr/>
        </p:nvSpPr>
        <p:spPr>
          <a:xfrm xmlns:a="http://schemas.openxmlformats.org/drawingml/2006/main">
            <a:off x="2340725" y="422909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 name="Editable chart path">
            <a:extLst xmlns:a="http://schemas.openxmlformats.org/drawingml/2006/main">
              <a:ext uri="{FF2B5EF4-FFF2-40B4-BE49-F238E27FC236}">
                <a16:creationId xmlns:a16="http://schemas.microsoft.com/office/drawing/2014/main" id="{F24426E3-0D05-44A7-9126-65FE1AA8A690}"/>
              </a:ext>
            </a:extLst>
          </p:cNvPr>
          <p:cNvSpPr>
            <a:spLocks xmlns:a="http://schemas.openxmlformats.org/drawingml/2006/main" noGrp="1"/>
          </p:cNvSpPr>
          <p:nvPr/>
        </p:nvSpPr>
        <p:spPr>
          <a:xfrm xmlns:a="http://schemas.openxmlformats.org/drawingml/2006/main">
            <a:off x="2402863" y="422909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 name="Editable chart path">
            <a:extLst xmlns:a="http://schemas.openxmlformats.org/drawingml/2006/main">
              <a:ext uri="{FF2B5EF4-FFF2-40B4-BE49-F238E27FC236}">
                <a16:creationId xmlns:a16="http://schemas.microsoft.com/office/drawing/2014/main" id="{F7AAF22B-457A-4F10-97B0-9C8B16BB6DE0}"/>
              </a:ext>
            </a:extLst>
          </p:cNvPr>
          <p:cNvSpPr>
            <a:spLocks xmlns:a="http://schemas.openxmlformats.org/drawingml/2006/main" noGrp="1"/>
          </p:cNvSpPr>
          <p:nvPr/>
        </p:nvSpPr>
        <p:spPr>
          <a:xfrm xmlns:a="http://schemas.openxmlformats.org/drawingml/2006/main">
            <a:off x="1284386"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 name="Editable chart path">
            <a:extLst xmlns:a="http://schemas.openxmlformats.org/drawingml/2006/main">
              <a:ext uri="{FF2B5EF4-FFF2-40B4-BE49-F238E27FC236}">
                <a16:creationId xmlns:a16="http://schemas.microsoft.com/office/drawing/2014/main" id="{DD31D1DD-8151-4635-9F22-DF6EC1051D26}"/>
              </a:ext>
            </a:extLst>
          </p:cNvPr>
          <p:cNvSpPr>
            <a:spLocks xmlns:a="http://schemas.openxmlformats.org/drawingml/2006/main" noGrp="1"/>
          </p:cNvSpPr>
          <p:nvPr/>
        </p:nvSpPr>
        <p:spPr>
          <a:xfrm xmlns:a="http://schemas.openxmlformats.org/drawingml/2006/main">
            <a:off x="1346523"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 name="Editable chart path">
            <a:extLst xmlns:a="http://schemas.openxmlformats.org/drawingml/2006/main">
              <a:ext uri="{FF2B5EF4-FFF2-40B4-BE49-F238E27FC236}">
                <a16:creationId xmlns:a16="http://schemas.microsoft.com/office/drawing/2014/main" id="{619113C4-C731-465F-A319-06E12E481BE4}"/>
              </a:ext>
            </a:extLst>
          </p:cNvPr>
          <p:cNvSpPr>
            <a:spLocks xmlns:a="http://schemas.openxmlformats.org/drawingml/2006/main" noGrp="1"/>
          </p:cNvSpPr>
          <p:nvPr/>
        </p:nvSpPr>
        <p:spPr>
          <a:xfrm xmlns:a="http://schemas.openxmlformats.org/drawingml/2006/main">
            <a:off x="1408661"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 name="Editable chart path">
            <a:extLst xmlns:a="http://schemas.openxmlformats.org/drawingml/2006/main">
              <a:ext uri="{FF2B5EF4-FFF2-40B4-BE49-F238E27FC236}">
                <a16:creationId xmlns:a16="http://schemas.microsoft.com/office/drawing/2014/main" id="{BC14DF4A-C6BA-4311-AA81-FC2F6C1B16B2}"/>
              </a:ext>
            </a:extLst>
          </p:cNvPr>
          <p:cNvSpPr>
            <a:spLocks xmlns:a="http://schemas.openxmlformats.org/drawingml/2006/main" noGrp="1"/>
          </p:cNvSpPr>
          <p:nvPr/>
        </p:nvSpPr>
        <p:spPr>
          <a:xfrm xmlns:a="http://schemas.openxmlformats.org/drawingml/2006/main">
            <a:off x="1470799"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 name="Editable chart path">
            <a:extLst xmlns:a="http://schemas.openxmlformats.org/drawingml/2006/main">
              <a:ext uri="{FF2B5EF4-FFF2-40B4-BE49-F238E27FC236}">
                <a16:creationId xmlns:a16="http://schemas.microsoft.com/office/drawing/2014/main" id="{4C9A0DD0-CC70-4A07-B3E2-18AD55FCAADB}"/>
              </a:ext>
            </a:extLst>
          </p:cNvPr>
          <p:cNvSpPr>
            <a:spLocks xmlns:a="http://schemas.openxmlformats.org/drawingml/2006/main" noGrp="1"/>
          </p:cNvSpPr>
          <p:nvPr/>
        </p:nvSpPr>
        <p:spPr>
          <a:xfrm xmlns:a="http://schemas.openxmlformats.org/drawingml/2006/main">
            <a:off x="1532936"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 name="Editable chart path">
            <a:extLst xmlns:a="http://schemas.openxmlformats.org/drawingml/2006/main">
              <a:ext uri="{FF2B5EF4-FFF2-40B4-BE49-F238E27FC236}">
                <a16:creationId xmlns:a16="http://schemas.microsoft.com/office/drawing/2014/main" id="{7FB54948-46AE-4046-AAD7-30F7C4DC2184}"/>
              </a:ext>
            </a:extLst>
          </p:cNvPr>
          <p:cNvSpPr>
            <a:spLocks xmlns:a="http://schemas.openxmlformats.org/drawingml/2006/main" noGrp="1"/>
          </p:cNvSpPr>
          <p:nvPr/>
        </p:nvSpPr>
        <p:spPr>
          <a:xfrm xmlns:a="http://schemas.openxmlformats.org/drawingml/2006/main">
            <a:off x="1719349"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 name="Editable chart path">
            <a:extLst xmlns:a="http://schemas.openxmlformats.org/drawingml/2006/main">
              <a:ext uri="{FF2B5EF4-FFF2-40B4-BE49-F238E27FC236}">
                <a16:creationId xmlns:a16="http://schemas.microsoft.com/office/drawing/2014/main" id="{E0E6031A-3C2C-4578-89D9-D799CEF7C520}"/>
              </a:ext>
            </a:extLst>
          </p:cNvPr>
          <p:cNvSpPr>
            <a:spLocks xmlns:a="http://schemas.openxmlformats.org/drawingml/2006/main" noGrp="1"/>
          </p:cNvSpPr>
          <p:nvPr/>
        </p:nvSpPr>
        <p:spPr>
          <a:xfrm xmlns:a="http://schemas.openxmlformats.org/drawingml/2006/main">
            <a:off x="1781487"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 name="Editable chart path">
            <a:extLst xmlns:a="http://schemas.openxmlformats.org/drawingml/2006/main">
              <a:ext uri="{FF2B5EF4-FFF2-40B4-BE49-F238E27FC236}">
                <a16:creationId xmlns:a16="http://schemas.microsoft.com/office/drawing/2014/main" id="{8A1D3C63-1A70-4F45-8F2F-F3B74599D81F}"/>
              </a:ext>
            </a:extLst>
          </p:cNvPr>
          <p:cNvSpPr>
            <a:spLocks xmlns:a="http://schemas.openxmlformats.org/drawingml/2006/main" noGrp="1"/>
          </p:cNvSpPr>
          <p:nvPr/>
        </p:nvSpPr>
        <p:spPr>
          <a:xfrm xmlns:a="http://schemas.openxmlformats.org/drawingml/2006/main">
            <a:off x="2216450"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 name="Editable chart path">
            <a:extLst xmlns:a="http://schemas.openxmlformats.org/drawingml/2006/main">
              <a:ext uri="{FF2B5EF4-FFF2-40B4-BE49-F238E27FC236}">
                <a16:creationId xmlns:a16="http://schemas.microsoft.com/office/drawing/2014/main" id="{099A2905-1F0F-4494-876E-0F4D6808A9A5}"/>
              </a:ext>
            </a:extLst>
          </p:cNvPr>
          <p:cNvSpPr>
            <a:spLocks xmlns:a="http://schemas.openxmlformats.org/drawingml/2006/main" noGrp="1"/>
          </p:cNvSpPr>
          <p:nvPr/>
        </p:nvSpPr>
        <p:spPr>
          <a:xfrm xmlns:a="http://schemas.openxmlformats.org/drawingml/2006/main">
            <a:off x="2340725"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 name="Editable chart path">
            <a:extLst xmlns:a="http://schemas.openxmlformats.org/drawingml/2006/main">
              <a:ext uri="{FF2B5EF4-FFF2-40B4-BE49-F238E27FC236}">
                <a16:creationId xmlns:a16="http://schemas.microsoft.com/office/drawing/2014/main" id="{7257C9F0-6717-4E40-B585-685C39D291CB}"/>
              </a:ext>
            </a:extLst>
          </p:cNvPr>
          <p:cNvSpPr>
            <a:spLocks xmlns:a="http://schemas.openxmlformats.org/drawingml/2006/main" noGrp="1"/>
          </p:cNvSpPr>
          <p:nvPr/>
        </p:nvSpPr>
        <p:spPr>
          <a:xfrm xmlns:a="http://schemas.openxmlformats.org/drawingml/2006/main">
            <a:off x="1719349"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 name="Editable chart path">
            <a:extLst xmlns:a="http://schemas.openxmlformats.org/drawingml/2006/main">
              <a:ext uri="{FF2B5EF4-FFF2-40B4-BE49-F238E27FC236}">
                <a16:creationId xmlns:a16="http://schemas.microsoft.com/office/drawing/2014/main" id="{3542106D-C592-4316-BF02-F4001C79F64E}"/>
              </a:ext>
            </a:extLst>
          </p:cNvPr>
          <p:cNvSpPr>
            <a:spLocks xmlns:a="http://schemas.openxmlformats.org/drawingml/2006/main" noGrp="1"/>
          </p:cNvSpPr>
          <p:nvPr/>
        </p:nvSpPr>
        <p:spPr>
          <a:xfrm xmlns:a="http://schemas.openxmlformats.org/drawingml/2006/main">
            <a:off x="1781487"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 name="Editable chart path">
            <a:extLst xmlns:a="http://schemas.openxmlformats.org/drawingml/2006/main">
              <a:ext uri="{FF2B5EF4-FFF2-40B4-BE49-F238E27FC236}">
                <a16:creationId xmlns:a16="http://schemas.microsoft.com/office/drawing/2014/main" id="{21531573-B730-4427-92F5-C28F76259696}"/>
              </a:ext>
            </a:extLst>
          </p:cNvPr>
          <p:cNvSpPr>
            <a:spLocks xmlns:a="http://schemas.openxmlformats.org/drawingml/2006/main" noGrp="1"/>
          </p:cNvSpPr>
          <p:nvPr/>
        </p:nvSpPr>
        <p:spPr>
          <a:xfrm xmlns:a="http://schemas.openxmlformats.org/drawingml/2006/main">
            <a:off x="1843624"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 name="Editable chart path">
            <a:extLst xmlns:a="http://schemas.openxmlformats.org/drawingml/2006/main">
              <a:ext uri="{FF2B5EF4-FFF2-40B4-BE49-F238E27FC236}">
                <a16:creationId xmlns:a16="http://schemas.microsoft.com/office/drawing/2014/main" id="{64E42831-2D4C-4267-A0C6-1F7C2CEF17EB}"/>
              </a:ext>
            </a:extLst>
          </p:cNvPr>
          <p:cNvSpPr>
            <a:spLocks xmlns:a="http://schemas.openxmlformats.org/drawingml/2006/main" noGrp="1"/>
          </p:cNvSpPr>
          <p:nvPr/>
        </p:nvSpPr>
        <p:spPr>
          <a:xfrm xmlns:a="http://schemas.openxmlformats.org/drawingml/2006/main">
            <a:off x="2837827"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1614409E-265A-4A1C-B48A-1494F40D36A9}"/>
              </a:ext>
            </a:extLst>
          </p:cNvPr>
          <p:cNvSpPr>
            <a:spLocks xmlns:a="http://schemas.openxmlformats.org/drawingml/2006/main" noGrp="1"/>
          </p:cNvSpPr>
          <p:nvPr/>
        </p:nvSpPr>
        <p:spPr>
          <a:xfrm xmlns:a="http://schemas.openxmlformats.org/drawingml/2006/main">
            <a:off x="2899964"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818D0DFA-32A4-47C0-9060-D6C940E4DEF2}"/>
              </a:ext>
            </a:extLst>
          </p:cNvPr>
          <p:cNvSpPr>
            <a:spLocks xmlns:a="http://schemas.openxmlformats.org/drawingml/2006/main" noGrp="1"/>
          </p:cNvSpPr>
          <p:nvPr/>
        </p:nvSpPr>
        <p:spPr>
          <a:xfrm xmlns:a="http://schemas.openxmlformats.org/drawingml/2006/main">
            <a:off x="1657211"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DFC5E58B-286E-4F64-82E8-276D48012C01}"/>
              </a:ext>
            </a:extLst>
          </p:cNvPr>
          <p:cNvSpPr>
            <a:spLocks xmlns:a="http://schemas.openxmlformats.org/drawingml/2006/main" noGrp="1"/>
          </p:cNvSpPr>
          <p:nvPr/>
        </p:nvSpPr>
        <p:spPr>
          <a:xfrm xmlns:a="http://schemas.openxmlformats.org/drawingml/2006/main">
            <a:off x="1719349"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C3E20F7B-39DF-474C-9DB0-53023593B59A}"/>
              </a:ext>
            </a:extLst>
          </p:cNvPr>
          <p:cNvSpPr>
            <a:spLocks xmlns:a="http://schemas.openxmlformats.org/drawingml/2006/main" noGrp="1"/>
          </p:cNvSpPr>
          <p:nvPr/>
        </p:nvSpPr>
        <p:spPr>
          <a:xfrm xmlns:a="http://schemas.openxmlformats.org/drawingml/2006/main">
            <a:off x="1781487"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A0DDC0BC-6892-4C5A-87B4-823A65D46BA0}"/>
              </a:ext>
            </a:extLst>
          </p:cNvPr>
          <p:cNvSpPr>
            <a:spLocks xmlns:a="http://schemas.openxmlformats.org/drawingml/2006/main" noGrp="1"/>
          </p:cNvSpPr>
          <p:nvPr/>
        </p:nvSpPr>
        <p:spPr>
          <a:xfrm xmlns:a="http://schemas.openxmlformats.org/drawingml/2006/main">
            <a:off x="1905762"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397BF8A6-A320-47CF-9E10-7F982E0934AE}"/>
              </a:ext>
            </a:extLst>
          </p:cNvPr>
          <p:cNvSpPr>
            <a:spLocks xmlns:a="http://schemas.openxmlformats.org/drawingml/2006/main" noGrp="1"/>
          </p:cNvSpPr>
          <p:nvPr/>
        </p:nvSpPr>
        <p:spPr>
          <a:xfrm xmlns:a="http://schemas.openxmlformats.org/drawingml/2006/main">
            <a:off x="2713551"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7E12392F-62CB-4857-9E21-8515559A3FFD}"/>
              </a:ext>
            </a:extLst>
          </p:cNvPr>
          <p:cNvSpPr>
            <a:spLocks xmlns:a="http://schemas.openxmlformats.org/drawingml/2006/main" noGrp="1"/>
          </p:cNvSpPr>
          <p:nvPr/>
        </p:nvSpPr>
        <p:spPr>
          <a:xfrm xmlns:a="http://schemas.openxmlformats.org/drawingml/2006/main">
            <a:off x="2775689"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CB8DAF25-F294-4472-AA01-1707222042E1}"/>
              </a:ext>
            </a:extLst>
          </p:cNvPr>
          <p:cNvSpPr>
            <a:spLocks xmlns:a="http://schemas.openxmlformats.org/drawingml/2006/main" noGrp="1"/>
          </p:cNvSpPr>
          <p:nvPr/>
        </p:nvSpPr>
        <p:spPr>
          <a:xfrm xmlns:a="http://schemas.openxmlformats.org/drawingml/2006/main">
            <a:off x="2837827"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35965B49-A5EA-4EDA-9EF3-9FD53C5F872A}"/>
              </a:ext>
            </a:extLst>
          </p:cNvPr>
          <p:cNvSpPr>
            <a:spLocks xmlns:a="http://schemas.openxmlformats.org/drawingml/2006/main" noGrp="1"/>
          </p:cNvSpPr>
          <p:nvPr/>
        </p:nvSpPr>
        <p:spPr>
          <a:xfrm xmlns:a="http://schemas.openxmlformats.org/drawingml/2006/main">
            <a:off x="1346523"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215098F7-EA40-4F69-BD11-3AA4229FAFE6}"/>
              </a:ext>
            </a:extLst>
          </p:cNvPr>
          <p:cNvSpPr>
            <a:spLocks xmlns:a="http://schemas.openxmlformats.org/drawingml/2006/main" noGrp="1"/>
          </p:cNvSpPr>
          <p:nvPr/>
        </p:nvSpPr>
        <p:spPr>
          <a:xfrm xmlns:a="http://schemas.openxmlformats.org/drawingml/2006/main">
            <a:off x="1408661"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E74F9636-8E50-4B64-8DDA-0128717389DE}"/>
              </a:ext>
            </a:extLst>
          </p:cNvPr>
          <p:cNvSpPr>
            <a:spLocks xmlns:a="http://schemas.openxmlformats.org/drawingml/2006/main" noGrp="1"/>
          </p:cNvSpPr>
          <p:nvPr/>
        </p:nvSpPr>
        <p:spPr>
          <a:xfrm xmlns:a="http://schemas.openxmlformats.org/drawingml/2006/main">
            <a:off x="147079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9CA0521A-7F58-43F0-A6BD-FD8C30926528}"/>
              </a:ext>
            </a:extLst>
          </p:cNvPr>
          <p:cNvSpPr>
            <a:spLocks xmlns:a="http://schemas.openxmlformats.org/drawingml/2006/main" noGrp="1"/>
          </p:cNvSpPr>
          <p:nvPr/>
        </p:nvSpPr>
        <p:spPr>
          <a:xfrm xmlns:a="http://schemas.openxmlformats.org/drawingml/2006/main">
            <a:off x="1657211"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90B5CBC0-E37D-4B92-B2BB-052362AFACA2}"/>
              </a:ext>
            </a:extLst>
          </p:cNvPr>
          <p:cNvSpPr>
            <a:spLocks xmlns:a="http://schemas.openxmlformats.org/drawingml/2006/main" noGrp="1"/>
          </p:cNvSpPr>
          <p:nvPr/>
        </p:nvSpPr>
        <p:spPr>
          <a:xfrm xmlns:a="http://schemas.openxmlformats.org/drawingml/2006/main">
            <a:off x="171934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8DB99047-33BC-4EAB-92EA-972208EF5749}"/>
              </a:ext>
            </a:extLst>
          </p:cNvPr>
          <p:cNvSpPr>
            <a:spLocks xmlns:a="http://schemas.openxmlformats.org/drawingml/2006/main" noGrp="1"/>
          </p:cNvSpPr>
          <p:nvPr/>
        </p:nvSpPr>
        <p:spPr>
          <a:xfrm xmlns:a="http://schemas.openxmlformats.org/drawingml/2006/main">
            <a:off x="1905762"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325D9B0C-C1FD-4A1B-9976-05C63D92B0D3}"/>
              </a:ext>
            </a:extLst>
          </p:cNvPr>
          <p:cNvSpPr>
            <a:spLocks xmlns:a="http://schemas.openxmlformats.org/drawingml/2006/main" noGrp="1"/>
          </p:cNvSpPr>
          <p:nvPr/>
        </p:nvSpPr>
        <p:spPr>
          <a:xfrm xmlns:a="http://schemas.openxmlformats.org/drawingml/2006/main">
            <a:off x="1967900"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CDFE8974-E268-47F8-AA94-52942649E959}"/>
              </a:ext>
            </a:extLst>
          </p:cNvPr>
          <p:cNvSpPr>
            <a:spLocks xmlns:a="http://schemas.openxmlformats.org/drawingml/2006/main" noGrp="1"/>
          </p:cNvSpPr>
          <p:nvPr/>
        </p:nvSpPr>
        <p:spPr>
          <a:xfrm xmlns:a="http://schemas.openxmlformats.org/drawingml/2006/main">
            <a:off x="2092175"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5E398AC4-29C4-4E4B-BCEB-BF13A6EE140B}"/>
              </a:ext>
            </a:extLst>
          </p:cNvPr>
          <p:cNvSpPr>
            <a:spLocks xmlns:a="http://schemas.openxmlformats.org/drawingml/2006/main" noGrp="1"/>
          </p:cNvSpPr>
          <p:nvPr/>
        </p:nvSpPr>
        <p:spPr>
          <a:xfrm xmlns:a="http://schemas.openxmlformats.org/drawingml/2006/main">
            <a:off x="2527138"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542E5C4C-AF55-43DD-9F05-CEC48925B9F7}"/>
              </a:ext>
            </a:extLst>
          </p:cNvPr>
          <p:cNvSpPr>
            <a:spLocks xmlns:a="http://schemas.openxmlformats.org/drawingml/2006/main" noGrp="1"/>
          </p:cNvSpPr>
          <p:nvPr/>
        </p:nvSpPr>
        <p:spPr>
          <a:xfrm xmlns:a="http://schemas.openxmlformats.org/drawingml/2006/main">
            <a:off x="277568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25481F29-D7F2-48EA-929D-2A926B11FD56}"/>
              </a:ext>
            </a:extLst>
          </p:cNvPr>
          <p:cNvSpPr>
            <a:spLocks xmlns:a="http://schemas.openxmlformats.org/drawingml/2006/main" noGrp="1"/>
          </p:cNvSpPr>
          <p:nvPr/>
        </p:nvSpPr>
        <p:spPr>
          <a:xfrm xmlns:a="http://schemas.openxmlformats.org/drawingml/2006/main">
            <a:off x="2837827"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D78115DC-1780-4D4E-8E33-1BF4160DD8A4}"/>
              </a:ext>
            </a:extLst>
          </p:cNvPr>
          <p:cNvSpPr>
            <a:spLocks xmlns:a="http://schemas.openxmlformats.org/drawingml/2006/main" noGrp="1"/>
          </p:cNvSpPr>
          <p:nvPr/>
        </p:nvSpPr>
        <p:spPr>
          <a:xfrm xmlns:a="http://schemas.openxmlformats.org/drawingml/2006/main">
            <a:off x="1346523"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A1E14274-DE64-4D45-B433-FFB7E7B15384}"/>
              </a:ext>
            </a:extLst>
          </p:cNvPr>
          <p:cNvSpPr>
            <a:spLocks xmlns:a="http://schemas.openxmlformats.org/drawingml/2006/main" noGrp="1"/>
          </p:cNvSpPr>
          <p:nvPr/>
        </p:nvSpPr>
        <p:spPr>
          <a:xfrm xmlns:a="http://schemas.openxmlformats.org/drawingml/2006/main">
            <a:off x="1408661"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6C09B8AC-BD8A-4986-AFDA-9F143B1B6C04}"/>
              </a:ext>
            </a:extLst>
          </p:cNvPr>
          <p:cNvSpPr>
            <a:spLocks xmlns:a="http://schemas.openxmlformats.org/drawingml/2006/main" noGrp="1"/>
          </p:cNvSpPr>
          <p:nvPr/>
        </p:nvSpPr>
        <p:spPr>
          <a:xfrm xmlns:a="http://schemas.openxmlformats.org/drawingml/2006/main">
            <a:off x="147079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010094CA-E260-4AA9-8324-60C3AFC44AAC}"/>
              </a:ext>
            </a:extLst>
          </p:cNvPr>
          <p:cNvSpPr>
            <a:spLocks xmlns:a="http://schemas.openxmlformats.org/drawingml/2006/main" noGrp="1"/>
          </p:cNvSpPr>
          <p:nvPr/>
        </p:nvSpPr>
        <p:spPr>
          <a:xfrm xmlns:a="http://schemas.openxmlformats.org/drawingml/2006/main">
            <a:off x="1657211"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23155C56-2BD6-4CFF-A6EE-9A947CA11E48}"/>
              </a:ext>
            </a:extLst>
          </p:cNvPr>
          <p:cNvSpPr>
            <a:spLocks xmlns:a="http://schemas.openxmlformats.org/drawingml/2006/main" noGrp="1"/>
          </p:cNvSpPr>
          <p:nvPr/>
        </p:nvSpPr>
        <p:spPr>
          <a:xfrm xmlns:a="http://schemas.openxmlformats.org/drawingml/2006/main">
            <a:off x="171934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941A2A93-8811-4981-B974-112CD0B7A5C7}"/>
              </a:ext>
            </a:extLst>
          </p:cNvPr>
          <p:cNvSpPr>
            <a:spLocks xmlns:a="http://schemas.openxmlformats.org/drawingml/2006/main" noGrp="1"/>
          </p:cNvSpPr>
          <p:nvPr/>
        </p:nvSpPr>
        <p:spPr>
          <a:xfrm xmlns:a="http://schemas.openxmlformats.org/drawingml/2006/main">
            <a:off x="1781487"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91BC71CC-02DA-4698-ACC5-54982FFE7599}"/>
              </a:ext>
            </a:extLst>
          </p:cNvPr>
          <p:cNvSpPr>
            <a:spLocks xmlns:a="http://schemas.openxmlformats.org/drawingml/2006/main" noGrp="1"/>
          </p:cNvSpPr>
          <p:nvPr/>
        </p:nvSpPr>
        <p:spPr>
          <a:xfrm xmlns:a="http://schemas.openxmlformats.org/drawingml/2006/main">
            <a:off x="184362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7F609A42-6013-4EA9-867E-45EDC270538E}"/>
              </a:ext>
            </a:extLst>
          </p:cNvPr>
          <p:cNvSpPr>
            <a:spLocks xmlns:a="http://schemas.openxmlformats.org/drawingml/2006/main" noGrp="1"/>
          </p:cNvSpPr>
          <p:nvPr/>
        </p:nvSpPr>
        <p:spPr>
          <a:xfrm xmlns:a="http://schemas.openxmlformats.org/drawingml/2006/main">
            <a:off x="1905762"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47861EA9-5024-403F-B710-E050524DCA78}"/>
              </a:ext>
            </a:extLst>
          </p:cNvPr>
          <p:cNvSpPr>
            <a:spLocks xmlns:a="http://schemas.openxmlformats.org/drawingml/2006/main" noGrp="1"/>
          </p:cNvSpPr>
          <p:nvPr/>
        </p:nvSpPr>
        <p:spPr>
          <a:xfrm xmlns:a="http://schemas.openxmlformats.org/drawingml/2006/main">
            <a:off x="1967900"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4DC1CD17-5DAE-4C93-9D30-9716B99C9205}"/>
              </a:ext>
            </a:extLst>
          </p:cNvPr>
          <p:cNvSpPr>
            <a:spLocks xmlns:a="http://schemas.openxmlformats.org/drawingml/2006/main" noGrp="1"/>
          </p:cNvSpPr>
          <p:nvPr/>
        </p:nvSpPr>
        <p:spPr>
          <a:xfrm xmlns:a="http://schemas.openxmlformats.org/drawingml/2006/main">
            <a:off x="2030037"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B8B16CB7-641C-401F-B599-410FCE74AD2B}"/>
              </a:ext>
            </a:extLst>
          </p:cNvPr>
          <p:cNvSpPr>
            <a:spLocks xmlns:a="http://schemas.openxmlformats.org/drawingml/2006/main" noGrp="1"/>
          </p:cNvSpPr>
          <p:nvPr/>
        </p:nvSpPr>
        <p:spPr>
          <a:xfrm xmlns:a="http://schemas.openxmlformats.org/drawingml/2006/main">
            <a:off x="2092175"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D4327775-4371-4793-9EB5-14649DA5C359}"/>
              </a:ext>
            </a:extLst>
          </p:cNvPr>
          <p:cNvSpPr>
            <a:spLocks xmlns:a="http://schemas.openxmlformats.org/drawingml/2006/main" noGrp="1"/>
          </p:cNvSpPr>
          <p:nvPr/>
        </p:nvSpPr>
        <p:spPr>
          <a:xfrm xmlns:a="http://schemas.openxmlformats.org/drawingml/2006/main">
            <a:off x="2154313"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C6D11121-27C8-4AD5-8DC3-AAED54F963E4}"/>
              </a:ext>
            </a:extLst>
          </p:cNvPr>
          <p:cNvSpPr>
            <a:spLocks xmlns:a="http://schemas.openxmlformats.org/drawingml/2006/main" noGrp="1"/>
          </p:cNvSpPr>
          <p:nvPr/>
        </p:nvSpPr>
        <p:spPr>
          <a:xfrm xmlns:a="http://schemas.openxmlformats.org/drawingml/2006/main">
            <a:off x="2402863"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15DFC958-EE61-4266-A7FB-E37C3AF65356}"/>
              </a:ext>
            </a:extLst>
          </p:cNvPr>
          <p:cNvSpPr>
            <a:spLocks xmlns:a="http://schemas.openxmlformats.org/drawingml/2006/main" noGrp="1"/>
          </p:cNvSpPr>
          <p:nvPr/>
        </p:nvSpPr>
        <p:spPr>
          <a:xfrm xmlns:a="http://schemas.openxmlformats.org/drawingml/2006/main">
            <a:off x="2527138"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D300409E-83DF-456F-9476-3BB6B6541BB9}"/>
              </a:ext>
            </a:extLst>
          </p:cNvPr>
          <p:cNvSpPr>
            <a:spLocks xmlns:a="http://schemas.openxmlformats.org/drawingml/2006/main" noGrp="1"/>
          </p:cNvSpPr>
          <p:nvPr/>
        </p:nvSpPr>
        <p:spPr>
          <a:xfrm xmlns:a="http://schemas.openxmlformats.org/drawingml/2006/main">
            <a:off x="2589276"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AE30D986-1812-4B5A-830E-D860503D3C87}"/>
              </a:ext>
            </a:extLst>
          </p:cNvPr>
          <p:cNvSpPr>
            <a:spLocks xmlns:a="http://schemas.openxmlformats.org/drawingml/2006/main" noGrp="1"/>
          </p:cNvSpPr>
          <p:nvPr/>
        </p:nvSpPr>
        <p:spPr>
          <a:xfrm xmlns:a="http://schemas.openxmlformats.org/drawingml/2006/main">
            <a:off x="265141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3E3312D3-FAF8-47DE-B277-9AEE78370F82}"/>
              </a:ext>
            </a:extLst>
          </p:cNvPr>
          <p:cNvSpPr>
            <a:spLocks xmlns:a="http://schemas.openxmlformats.org/drawingml/2006/main" noGrp="1"/>
          </p:cNvSpPr>
          <p:nvPr/>
        </p:nvSpPr>
        <p:spPr>
          <a:xfrm xmlns:a="http://schemas.openxmlformats.org/drawingml/2006/main">
            <a:off x="2713551"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AAC72E71-A3CD-4F67-A0A5-58CC1727CDE2}"/>
              </a:ext>
            </a:extLst>
          </p:cNvPr>
          <p:cNvSpPr>
            <a:spLocks xmlns:a="http://schemas.openxmlformats.org/drawingml/2006/main" noGrp="1"/>
          </p:cNvSpPr>
          <p:nvPr/>
        </p:nvSpPr>
        <p:spPr>
          <a:xfrm xmlns:a="http://schemas.openxmlformats.org/drawingml/2006/main">
            <a:off x="277568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047609DA-63AA-4775-8DA5-A4AB71D32F18}"/>
              </a:ext>
            </a:extLst>
          </p:cNvPr>
          <p:cNvSpPr>
            <a:spLocks xmlns:a="http://schemas.openxmlformats.org/drawingml/2006/main" noGrp="1"/>
          </p:cNvSpPr>
          <p:nvPr/>
        </p:nvSpPr>
        <p:spPr>
          <a:xfrm xmlns:a="http://schemas.openxmlformats.org/drawingml/2006/main">
            <a:off x="2837827"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57B84452-6DE2-47A3-8540-626F0A52B4AE}"/>
              </a:ext>
            </a:extLst>
          </p:cNvPr>
          <p:cNvSpPr>
            <a:spLocks xmlns:a="http://schemas.openxmlformats.org/drawingml/2006/main" noGrp="1"/>
          </p:cNvSpPr>
          <p:nvPr/>
        </p:nvSpPr>
        <p:spPr>
          <a:xfrm xmlns:a="http://schemas.openxmlformats.org/drawingml/2006/main">
            <a:off x="289996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E497948D-2B9A-41EB-9B58-D53380FA7916}"/>
              </a:ext>
            </a:extLst>
          </p:cNvPr>
          <p:cNvSpPr>
            <a:spLocks xmlns:a="http://schemas.openxmlformats.org/drawingml/2006/main" noGrp="1"/>
          </p:cNvSpPr>
          <p:nvPr/>
        </p:nvSpPr>
        <p:spPr>
          <a:xfrm xmlns:a="http://schemas.openxmlformats.org/drawingml/2006/main">
            <a:off x="2962102"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AE2E3D5B-066A-4D26-98B1-27120765E64A}"/>
              </a:ext>
            </a:extLst>
          </p:cNvPr>
          <p:cNvSpPr>
            <a:spLocks xmlns:a="http://schemas.openxmlformats.org/drawingml/2006/main" noGrp="1"/>
          </p:cNvSpPr>
          <p:nvPr/>
        </p:nvSpPr>
        <p:spPr>
          <a:xfrm xmlns:a="http://schemas.openxmlformats.org/drawingml/2006/main">
            <a:off x="302423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4108B4AB-1A8C-46CD-B84E-67C7C0403225}"/>
              </a:ext>
            </a:extLst>
          </p:cNvPr>
          <p:cNvSpPr>
            <a:spLocks xmlns:a="http://schemas.openxmlformats.org/drawingml/2006/main" noGrp="1"/>
          </p:cNvSpPr>
          <p:nvPr/>
        </p:nvSpPr>
        <p:spPr>
          <a:xfrm xmlns:a="http://schemas.openxmlformats.org/drawingml/2006/main">
            <a:off x="1408661"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422B63E5-52E2-4E3B-9736-7022BA6B4074}"/>
              </a:ext>
            </a:extLst>
          </p:cNvPr>
          <p:cNvSpPr>
            <a:spLocks xmlns:a="http://schemas.openxmlformats.org/drawingml/2006/main" noGrp="1"/>
          </p:cNvSpPr>
          <p:nvPr/>
        </p:nvSpPr>
        <p:spPr>
          <a:xfrm xmlns:a="http://schemas.openxmlformats.org/drawingml/2006/main">
            <a:off x="147079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4A107B83-A47B-4436-8A16-429B9937FFC1}"/>
              </a:ext>
            </a:extLst>
          </p:cNvPr>
          <p:cNvSpPr>
            <a:spLocks xmlns:a="http://schemas.openxmlformats.org/drawingml/2006/main" noGrp="1"/>
          </p:cNvSpPr>
          <p:nvPr/>
        </p:nvSpPr>
        <p:spPr>
          <a:xfrm xmlns:a="http://schemas.openxmlformats.org/drawingml/2006/main">
            <a:off x="1532936"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A49EF419-F56C-4B58-8077-2BED622C9E20}"/>
              </a:ext>
            </a:extLst>
          </p:cNvPr>
          <p:cNvSpPr>
            <a:spLocks xmlns:a="http://schemas.openxmlformats.org/drawingml/2006/main" noGrp="1"/>
          </p:cNvSpPr>
          <p:nvPr/>
        </p:nvSpPr>
        <p:spPr>
          <a:xfrm xmlns:a="http://schemas.openxmlformats.org/drawingml/2006/main">
            <a:off x="171934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24B27AA7-D766-4462-8930-F3BA5BC75CCB}"/>
              </a:ext>
            </a:extLst>
          </p:cNvPr>
          <p:cNvSpPr>
            <a:spLocks xmlns:a="http://schemas.openxmlformats.org/drawingml/2006/main" noGrp="1"/>
          </p:cNvSpPr>
          <p:nvPr/>
        </p:nvSpPr>
        <p:spPr>
          <a:xfrm xmlns:a="http://schemas.openxmlformats.org/drawingml/2006/main">
            <a:off x="178148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EE4473DF-DC30-4E6C-AA4D-97144D15B80C}"/>
              </a:ext>
            </a:extLst>
          </p:cNvPr>
          <p:cNvSpPr>
            <a:spLocks xmlns:a="http://schemas.openxmlformats.org/drawingml/2006/main" noGrp="1"/>
          </p:cNvSpPr>
          <p:nvPr/>
        </p:nvSpPr>
        <p:spPr>
          <a:xfrm xmlns:a="http://schemas.openxmlformats.org/drawingml/2006/main">
            <a:off x="184362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1D7087E1-897E-414B-A6DA-143EF69DCFA4}"/>
              </a:ext>
            </a:extLst>
          </p:cNvPr>
          <p:cNvSpPr>
            <a:spLocks xmlns:a="http://schemas.openxmlformats.org/drawingml/2006/main" noGrp="1"/>
          </p:cNvSpPr>
          <p:nvPr/>
        </p:nvSpPr>
        <p:spPr>
          <a:xfrm xmlns:a="http://schemas.openxmlformats.org/drawingml/2006/main">
            <a:off x="1905762"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98E67D25-7FFF-4932-A462-9AB0D3C41865}"/>
              </a:ext>
            </a:extLst>
          </p:cNvPr>
          <p:cNvSpPr>
            <a:spLocks xmlns:a="http://schemas.openxmlformats.org/drawingml/2006/main" noGrp="1"/>
          </p:cNvSpPr>
          <p:nvPr/>
        </p:nvSpPr>
        <p:spPr>
          <a:xfrm xmlns:a="http://schemas.openxmlformats.org/drawingml/2006/main">
            <a:off x="1967900"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D9C54070-29B6-47B6-8B2B-A4DC546CCD70}"/>
              </a:ext>
            </a:extLst>
          </p:cNvPr>
          <p:cNvSpPr>
            <a:spLocks xmlns:a="http://schemas.openxmlformats.org/drawingml/2006/main" noGrp="1"/>
          </p:cNvSpPr>
          <p:nvPr/>
        </p:nvSpPr>
        <p:spPr>
          <a:xfrm xmlns:a="http://schemas.openxmlformats.org/drawingml/2006/main">
            <a:off x="203003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33443C5C-B4C1-479F-B645-62B9781121AB}"/>
              </a:ext>
            </a:extLst>
          </p:cNvPr>
          <p:cNvSpPr>
            <a:spLocks xmlns:a="http://schemas.openxmlformats.org/drawingml/2006/main" noGrp="1"/>
          </p:cNvSpPr>
          <p:nvPr/>
        </p:nvSpPr>
        <p:spPr>
          <a:xfrm xmlns:a="http://schemas.openxmlformats.org/drawingml/2006/main">
            <a:off x="2092175"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E1BB0956-224E-4E72-B183-06BC1924B6F1}"/>
              </a:ext>
            </a:extLst>
          </p:cNvPr>
          <p:cNvSpPr>
            <a:spLocks xmlns:a="http://schemas.openxmlformats.org/drawingml/2006/main" noGrp="1"/>
          </p:cNvSpPr>
          <p:nvPr/>
        </p:nvSpPr>
        <p:spPr>
          <a:xfrm xmlns:a="http://schemas.openxmlformats.org/drawingml/2006/main">
            <a:off x="2278588"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FBCEF7A4-B5CD-4013-BEFB-66DBCCAA7A16}"/>
              </a:ext>
            </a:extLst>
          </p:cNvPr>
          <p:cNvSpPr>
            <a:spLocks xmlns:a="http://schemas.openxmlformats.org/drawingml/2006/main" noGrp="1"/>
          </p:cNvSpPr>
          <p:nvPr/>
        </p:nvSpPr>
        <p:spPr>
          <a:xfrm xmlns:a="http://schemas.openxmlformats.org/drawingml/2006/main">
            <a:off x="2340725"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9C69F4ED-9897-4E8B-B25E-3849891A9880}"/>
              </a:ext>
            </a:extLst>
          </p:cNvPr>
          <p:cNvSpPr>
            <a:spLocks xmlns:a="http://schemas.openxmlformats.org/drawingml/2006/main" noGrp="1"/>
          </p:cNvSpPr>
          <p:nvPr/>
        </p:nvSpPr>
        <p:spPr>
          <a:xfrm xmlns:a="http://schemas.openxmlformats.org/drawingml/2006/main">
            <a:off x="2465001"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E90689CA-3170-4A56-966F-B027D67B9A9F}"/>
              </a:ext>
            </a:extLst>
          </p:cNvPr>
          <p:cNvSpPr>
            <a:spLocks xmlns:a="http://schemas.openxmlformats.org/drawingml/2006/main" noGrp="1"/>
          </p:cNvSpPr>
          <p:nvPr/>
        </p:nvSpPr>
        <p:spPr>
          <a:xfrm xmlns:a="http://schemas.openxmlformats.org/drawingml/2006/main">
            <a:off x="2527138"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946EC410-5276-46E3-9D61-B7B259CE85CE}"/>
              </a:ext>
            </a:extLst>
          </p:cNvPr>
          <p:cNvSpPr>
            <a:spLocks xmlns:a="http://schemas.openxmlformats.org/drawingml/2006/main" noGrp="1"/>
          </p:cNvSpPr>
          <p:nvPr/>
        </p:nvSpPr>
        <p:spPr>
          <a:xfrm xmlns:a="http://schemas.openxmlformats.org/drawingml/2006/main">
            <a:off x="2589276"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F12D213E-2FD6-4418-88F9-743C646F4562}"/>
              </a:ext>
            </a:extLst>
          </p:cNvPr>
          <p:cNvSpPr>
            <a:spLocks xmlns:a="http://schemas.openxmlformats.org/drawingml/2006/main" noGrp="1"/>
          </p:cNvSpPr>
          <p:nvPr/>
        </p:nvSpPr>
        <p:spPr>
          <a:xfrm xmlns:a="http://schemas.openxmlformats.org/drawingml/2006/main">
            <a:off x="265141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A777DE08-1100-47AF-ACE8-56E97546CE06}"/>
              </a:ext>
            </a:extLst>
          </p:cNvPr>
          <p:cNvSpPr>
            <a:spLocks xmlns:a="http://schemas.openxmlformats.org/drawingml/2006/main" noGrp="1"/>
          </p:cNvSpPr>
          <p:nvPr/>
        </p:nvSpPr>
        <p:spPr>
          <a:xfrm xmlns:a="http://schemas.openxmlformats.org/drawingml/2006/main">
            <a:off x="2713551"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EC082334-2497-4627-B57C-A4CA89F98635}"/>
              </a:ext>
            </a:extLst>
          </p:cNvPr>
          <p:cNvSpPr>
            <a:spLocks xmlns:a="http://schemas.openxmlformats.org/drawingml/2006/main" noGrp="1"/>
          </p:cNvSpPr>
          <p:nvPr/>
        </p:nvSpPr>
        <p:spPr>
          <a:xfrm xmlns:a="http://schemas.openxmlformats.org/drawingml/2006/main">
            <a:off x="277568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F7212D80-8DB0-4028-9303-C7780560D9A4}"/>
              </a:ext>
            </a:extLst>
          </p:cNvPr>
          <p:cNvSpPr>
            <a:spLocks xmlns:a="http://schemas.openxmlformats.org/drawingml/2006/main" noGrp="1"/>
          </p:cNvSpPr>
          <p:nvPr/>
        </p:nvSpPr>
        <p:spPr>
          <a:xfrm xmlns:a="http://schemas.openxmlformats.org/drawingml/2006/main">
            <a:off x="283782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DC74CAD8-5624-4501-81AF-C047AFC7EA7F}"/>
              </a:ext>
            </a:extLst>
          </p:cNvPr>
          <p:cNvSpPr>
            <a:spLocks xmlns:a="http://schemas.openxmlformats.org/drawingml/2006/main" noGrp="1"/>
          </p:cNvSpPr>
          <p:nvPr/>
        </p:nvSpPr>
        <p:spPr>
          <a:xfrm xmlns:a="http://schemas.openxmlformats.org/drawingml/2006/main">
            <a:off x="289996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4BE1349D-359D-4BF5-B0A3-ED08DE0ED3D6}"/>
              </a:ext>
            </a:extLst>
          </p:cNvPr>
          <p:cNvSpPr>
            <a:spLocks xmlns:a="http://schemas.openxmlformats.org/drawingml/2006/main" noGrp="1"/>
          </p:cNvSpPr>
          <p:nvPr/>
        </p:nvSpPr>
        <p:spPr>
          <a:xfrm xmlns:a="http://schemas.openxmlformats.org/drawingml/2006/main">
            <a:off x="2962102"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49A02397-F54A-4D6D-86F8-9FC3D38513AB}"/>
              </a:ext>
            </a:extLst>
          </p:cNvPr>
          <p:cNvSpPr>
            <a:spLocks xmlns:a="http://schemas.openxmlformats.org/drawingml/2006/main" noGrp="1"/>
          </p:cNvSpPr>
          <p:nvPr/>
        </p:nvSpPr>
        <p:spPr>
          <a:xfrm xmlns:a="http://schemas.openxmlformats.org/drawingml/2006/main">
            <a:off x="302423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B5DFF5F1-D001-4BEA-B75C-799A9E5964DC}"/>
              </a:ext>
            </a:extLst>
          </p:cNvPr>
          <p:cNvSpPr>
            <a:spLocks xmlns:a="http://schemas.openxmlformats.org/drawingml/2006/main" noGrp="1"/>
          </p:cNvSpPr>
          <p:nvPr/>
        </p:nvSpPr>
        <p:spPr>
          <a:xfrm xmlns:a="http://schemas.openxmlformats.org/drawingml/2006/main">
            <a:off x="308637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3E183B55-078D-4134-9B41-D868846922A1}"/>
              </a:ext>
            </a:extLst>
          </p:cNvPr>
          <p:cNvSpPr>
            <a:spLocks xmlns:a="http://schemas.openxmlformats.org/drawingml/2006/main" noGrp="1"/>
          </p:cNvSpPr>
          <p:nvPr/>
        </p:nvSpPr>
        <p:spPr>
          <a:xfrm xmlns:a="http://schemas.openxmlformats.org/drawingml/2006/main">
            <a:off x="140866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6552E1E7-C558-41C5-A093-BED25F82450F}"/>
              </a:ext>
            </a:extLst>
          </p:cNvPr>
          <p:cNvSpPr>
            <a:spLocks xmlns:a="http://schemas.openxmlformats.org/drawingml/2006/main" noGrp="1"/>
          </p:cNvSpPr>
          <p:nvPr/>
        </p:nvSpPr>
        <p:spPr>
          <a:xfrm xmlns:a="http://schemas.openxmlformats.org/drawingml/2006/main">
            <a:off x="147079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F9405CE2-52A3-4CB3-B6EA-7D73E6AC4390}"/>
              </a:ext>
            </a:extLst>
          </p:cNvPr>
          <p:cNvSpPr>
            <a:spLocks xmlns:a="http://schemas.openxmlformats.org/drawingml/2006/main" noGrp="1"/>
          </p:cNvSpPr>
          <p:nvPr/>
        </p:nvSpPr>
        <p:spPr>
          <a:xfrm xmlns:a="http://schemas.openxmlformats.org/drawingml/2006/main">
            <a:off x="1532936"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F2D6964D-BC9F-48D2-A164-4C51418FA9CF}"/>
              </a:ext>
            </a:extLst>
          </p:cNvPr>
          <p:cNvSpPr>
            <a:spLocks xmlns:a="http://schemas.openxmlformats.org/drawingml/2006/main" noGrp="1"/>
          </p:cNvSpPr>
          <p:nvPr/>
        </p:nvSpPr>
        <p:spPr>
          <a:xfrm xmlns:a="http://schemas.openxmlformats.org/drawingml/2006/main">
            <a:off x="184362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3AC969DF-F28D-4B67-8730-6F2B926F1BED}"/>
              </a:ext>
            </a:extLst>
          </p:cNvPr>
          <p:cNvSpPr>
            <a:spLocks xmlns:a="http://schemas.openxmlformats.org/drawingml/2006/main" noGrp="1"/>
          </p:cNvSpPr>
          <p:nvPr/>
        </p:nvSpPr>
        <p:spPr>
          <a:xfrm xmlns:a="http://schemas.openxmlformats.org/drawingml/2006/main">
            <a:off x="1967900"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127CEF24-2742-4DAB-AEC2-E546B9D4633F}"/>
              </a:ext>
            </a:extLst>
          </p:cNvPr>
          <p:cNvSpPr>
            <a:spLocks xmlns:a="http://schemas.openxmlformats.org/drawingml/2006/main" noGrp="1"/>
          </p:cNvSpPr>
          <p:nvPr/>
        </p:nvSpPr>
        <p:spPr>
          <a:xfrm xmlns:a="http://schemas.openxmlformats.org/drawingml/2006/main">
            <a:off x="2030037"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6080BD7A-3AF7-416F-A5A3-37FCE8FDFDD9}"/>
              </a:ext>
            </a:extLst>
          </p:cNvPr>
          <p:cNvSpPr>
            <a:spLocks xmlns:a="http://schemas.openxmlformats.org/drawingml/2006/main" noGrp="1"/>
          </p:cNvSpPr>
          <p:nvPr/>
        </p:nvSpPr>
        <p:spPr>
          <a:xfrm xmlns:a="http://schemas.openxmlformats.org/drawingml/2006/main">
            <a:off x="2402863"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3C20E182-1D5C-4D25-807F-6951E4A173D4}"/>
              </a:ext>
            </a:extLst>
          </p:cNvPr>
          <p:cNvSpPr>
            <a:spLocks xmlns:a="http://schemas.openxmlformats.org/drawingml/2006/main" noGrp="1"/>
          </p:cNvSpPr>
          <p:nvPr/>
        </p:nvSpPr>
        <p:spPr>
          <a:xfrm xmlns:a="http://schemas.openxmlformats.org/drawingml/2006/main">
            <a:off x="246500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D0959420-2F4D-4D18-A3CD-6B34F4399D88}"/>
              </a:ext>
            </a:extLst>
          </p:cNvPr>
          <p:cNvSpPr>
            <a:spLocks xmlns:a="http://schemas.openxmlformats.org/drawingml/2006/main" noGrp="1"/>
          </p:cNvSpPr>
          <p:nvPr/>
        </p:nvSpPr>
        <p:spPr>
          <a:xfrm xmlns:a="http://schemas.openxmlformats.org/drawingml/2006/main">
            <a:off x="2527138"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1C6C5E45-65F7-4E10-8CB4-887B1D969764}"/>
              </a:ext>
            </a:extLst>
          </p:cNvPr>
          <p:cNvSpPr>
            <a:spLocks xmlns:a="http://schemas.openxmlformats.org/drawingml/2006/main" noGrp="1"/>
          </p:cNvSpPr>
          <p:nvPr/>
        </p:nvSpPr>
        <p:spPr>
          <a:xfrm xmlns:a="http://schemas.openxmlformats.org/drawingml/2006/main">
            <a:off x="2589276"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248079E6-5BEA-4023-A696-3EA9C6876983}"/>
              </a:ext>
            </a:extLst>
          </p:cNvPr>
          <p:cNvSpPr>
            <a:spLocks xmlns:a="http://schemas.openxmlformats.org/drawingml/2006/main" noGrp="1"/>
          </p:cNvSpPr>
          <p:nvPr/>
        </p:nvSpPr>
        <p:spPr>
          <a:xfrm xmlns:a="http://schemas.openxmlformats.org/drawingml/2006/main">
            <a:off x="265141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EAF40CF5-7526-45B7-A715-8BB5424FD79F}"/>
              </a:ext>
            </a:extLst>
          </p:cNvPr>
          <p:cNvSpPr>
            <a:spLocks xmlns:a="http://schemas.openxmlformats.org/drawingml/2006/main" noGrp="1"/>
          </p:cNvSpPr>
          <p:nvPr/>
        </p:nvSpPr>
        <p:spPr>
          <a:xfrm xmlns:a="http://schemas.openxmlformats.org/drawingml/2006/main">
            <a:off x="271355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CA3D260E-842C-44B9-AA32-3E8D508F86BA}"/>
              </a:ext>
            </a:extLst>
          </p:cNvPr>
          <p:cNvSpPr>
            <a:spLocks xmlns:a="http://schemas.openxmlformats.org/drawingml/2006/main" noGrp="1"/>
          </p:cNvSpPr>
          <p:nvPr/>
        </p:nvSpPr>
        <p:spPr>
          <a:xfrm xmlns:a="http://schemas.openxmlformats.org/drawingml/2006/main">
            <a:off x="277568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41F74882-399A-4A96-AD97-0AB760BD8C04}"/>
              </a:ext>
            </a:extLst>
          </p:cNvPr>
          <p:cNvSpPr>
            <a:spLocks xmlns:a="http://schemas.openxmlformats.org/drawingml/2006/main" noGrp="1"/>
          </p:cNvSpPr>
          <p:nvPr/>
        </p:nvSpPr>
        <p:spPr>
          <a:xfrm xmlns:a="http://schemas.openxmlformats.org/drawingml/2006/main">
            <a:off x="2837827"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4595AB59-75B6-4A94-8318-95E67B976C05}"/>
              </a:ext>
            </a:extLst>
          </p:cNvPr>
          <p:cNvSpPr>
            <a:spLocks xmlns:a="http://schemas.openxmlformats.org/drawingml/2006/main" noGrp="1"/>
          </p:cNvSpPr>
          <p:nvPr/>
        </p:nvSpPr>
        <p:spPr>
          <a:xfrm xmlns:a="http://schemas.openxmlformats.org/drawingml/2006/main">
            <a:off x="289996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543A603E-14F6-49D3-984E-19788CA5FBCF}"/>
              </a:ext>
            </a:extLst>
          </p:cNvPr>
          <p:cNvSpPr>
            <a:spLocks xmlns:a="http://schemas.openxmlformats.org/drawingml/2006/main" noGrp="1"/>
          </p:cNvSpPr>
          <p:nvPr/>
        </p:nvSpPr>
        <p:spPr>
          <a:xfrm xmlns:a="http://schemas.openxmlformats.org/drawingml/2006/main">
            <a:off x="2962102"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1498F5E0-26ED-46CB-853A-0B488B0A0EB4}"/>
              </a:ext>
            </a:extLst>
          </p:cNvPr>
          <p:cNvSpPr>
            <a:spLocks xmlns:a="http://schemas.openxmlformats.org/drawingml/2006/main" noGrp="1"/>
          </p:cNvSpPr>
          <p:nvPr/>
        </p:nvSpPr>
        <p:spPr>
          <a:xfrm xmlns:a="http://schemas.openxmlformats.org/drawingml/2006/main">
            <a:off x="302423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35309329-39FC-46BF-AB75-AB9CB59103B2}"/>
              </a:ext>
            </a:extLst>
          </p:cNvPr>
          <p:cNvSpPr>
            <a:spLocks xmlns:a="http://schemas.openxmlformats.org/drawingml/2006/main" noGrp="1"/>
          </p:cNvSpPr>
          <p:nvPr/>
        </p:nvSpPr>
        <p:spPr>
          <a:xfrm xmlns:a="http://schemas.openxmlformats.org/drawingml/2006/main">
            <a:off x="3086377"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9ADF4787-0245-4EF0-9218-F00A53FE3465}"/>
              </a:ext>
            </a:extLst>
          </p:cNvPr>
          <p:cNvSpPr>
            <a:spLocks xmlns:a="http://schemas.openxmlformats.org/drawingml/2006/main" noGrp="1"/>
          </p:cNvSpPr>
          <p:nvPr/>
        </p:nvSpPr>
        <p:spPr>
          <a:xfrm xmlns:a="http://schemas.openxmlformats.org/drawingml/2006/main">
            <a:off x="3148515"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2BC33668-EC7C-4C2D-AE75-D560A034124F}"/>
              </a:ext>
            </a:extLst>
          </p:cNvPr>
          <p:cNvSpPr>
            <a:spLocks xmlns:a="http://schemas.openxmlformats.org/drawingml/2006/main" noGrp="1"/>
          </p:cNvSpPr>
          <p:nvPr/>
        </p:nvSpPr>
        <p:spPr>
          <a:xfrm xmlns:a="http://schemas.openxmlformats.org/drawingml/2006/main">
            <a:off x="3210652"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159B1C33-8377-4F5F-9DE3-3E638FA28789}"/>
              </a:ext>
            </a:extLst>
          </p:cNvPr>
          <p:cNvSpPr>
            <a:spLocks xmlns:a="http://schemas.openxmlformats.org/drawingml/2006/main" noGrp="1"/>
          </p:cNvSpPr>
          <p:nvPr/>
        </p:nvSpPr>
        <p:spPr>
          <a:xfrm xmlns:a="http://schemas.openxmlformats.org/drawingml/2006/main">
            <a:off x="140866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C2936636-DA5D-4E1B-81D4-0B48F5BBF912}"/>
              </a:ext>
            </a:extLst>
          </p:cNvPr>
          <p:cNvSpPr>
            <a:spLocks xmlns:a="http://schemas.openxmlformats.org/drawingml/2006/main" noGrp="1"/>
          </p:cNvSpPr>
          <p:nvPr/>
        </p:nvSpPr>
        <p:spPr>
          <a:xfrm xmlns:a="http://schemas.openxmlformats.org/drawingml/2006/main">
            <a:off x="147079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47EBE6C8-FC60-40E4-803A-9FE02E4F5BC7}"/>
              </a:ext>
            </a:extLst>
          </p:cNvPr>
          <p:cNvSpPr>
            <a:spLocks xmlns:a="http://schemas.openxmlformats.org/drawingml/2006/main" noGrp="1"/>
          </p:cNvSpPr>
          <p:nvPr/>
        </p:nvSpPr>
        <p:spPr>
          <a:xfrm xmlns:a="http://schemas.openxmlformats.org/drawingml/2006/main">
            <a:off x="1532936"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5ACDE90D-7081-4FA8-B744-633B1E7F8960}"/>
              </a:ext>
            </a:extLst>
          </p:cNvPr>
          <p:cNvSpPr>
            <a:spLocks xmlns:a="http://schemas.openxmlformats.org/drawingml/2006/main" noGrp="1"/>
          </p:cNvSpPr>
          <p:nvPr/>
        </p:nvSpPr>
        <p:spPr>
          <a:xfrm xmlns:a="http://schemas.openxmlformats.org/drawingml/2006/main">
            <a:off x="165721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28400C4C-ED4C-4944-82F0-CAF859C59C53}"/>
              </a:ext>
            </a:extLst>
          </p:cNvPr>
          <p:cNvSpPr>
            <a:spLocks xmlns:a="http://schemas.openxmlformats.org/drawingml/2006/main" noGrp="1"/>
          </p:cNvSpPr>
          <p:nvPr/>
        </p:nvSpPr>
        <p:spPr>
          <a:xfrm xmlns:a="http://schemas.openxmlformats.org/drawingml/2006/main">
            <a:off x="178148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0FB3F3A1-6686-442F-91E2-5524670DC95B}"/>
              </a:ext>
            </a:extLst>
          </p:cNvPr>
          <p:cNvSpPr>
            <a:spLocks xmlns:a="http://schemas.openxmlformats.org/drawingml/2006/main" noGrp="1"/>
          </p:cNvSpPr>
          <p:nvPr/>
        </p:nvSpPr>
        <p:spPr>
          <a:xfrm xmlns:a="http://schemas.openxmlformats.org/drawingml/2006/main">
            <a:off x="227858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E0585EAC-09CE-4E8D-9419-F9C73281ADCB}"/>
              </a:ext>
            </a:extLst>
          </p:cNvPr>
          <p:cNvSpPr>
            <a:spLocks xmlns:a="http://schemas.openxmlformats.org/drawingml/2006/main" noGrp="1"/>
          </p:cNvSpPr>
          <p:nvPr/>
        </p:nvSpPr>
        <p:spPr>
          <a:xfrm xmlns:a="http://schemas.openxmlformats.org/drawingml/2006/main">
            <a:off x="234072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E8770987-B571-4FA6-9B5D-5F135748FE1B}"/>
              </a:ext>
            </a:extLst>
          </p:cNvPr>
          <p:cNvSpPr>
            <a:spLocks xmlns:a="http://schemas.openxmlformats.org/drawingml/2006/main" noGrp="1"/>
          </p:cNvSpPr>
          <p:nvPr/>
        </p:nvSpPr>
        <p:spPr>
          <a:xfrm xmlns:a="http://schemas.openxmlformats.org/drawingml/2006/main">
            <a:off x="2402863"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EC62F8CF-B023-4652-8CA0-5BA937863905}"/>
              </a:ext>
            </a:extLst>
          </p:cNvPr>
          <p:cNvSpPr>
            <a:spLocks xmlns:a="http://schemas.openxmlformats.org/drawingml/2006/main" noGrp="1"/>
          </p:cNvSpPr>
          <p:nvPr/>
        </p:nvSpPr>
        <p:spPr>
          <a:xfrm xmlns:a="http://schemas.openxmlformats.org/drawingml/2006/main">
            <a:off x="246500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E682DFF0-8B17-4BC1-9433-4294F6BD97A7}"/>
              </a:ext>
            </a:extLst>
          </p:cNvPr>
          <p:cNvSpPr>
            <a:spLocks xmlns:a="http://schemas.openxmlformats.org/drawingml/2006/main" noGrp="1"/>
          </p:cNvSpPr>
          <p:nvPr/>
        </p:nvSpPr>
        <p:spPr>
          <a:xfrm xmlns:a="http://schemas.openxmlformats.org/drawingml/2006/main">
            <a:off x="252713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D490A3A6-3D3E-40BA-A1B3-F88AAD7D300A}"/>
              </a:ext>
            </a:extLst>
          </p:cNvPr>
          <p:cNvSpPr>
            <a:spLocks xmlns:a="http://schemas.openxmlformats.org/drawingml/2006/main" noGrp="1"/>
          </p:cNvSpPr>
          <p:nvPr/>
        </p:nvSpPr>
        <p:spPr>
          <a:xfrm xmlns:a="http://schemas.openxmlformats.org/drawingml/2006/main">
            <a:off x="2589276"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9D0A28F9-B010-4DF2-8972-3CADA1BC5EA5}"/>
              </a:ext>
            </a:extLst>
          </p:cNvPr>
          <p:cNvSpPr>
            <a:spLocks xmlns:a="http://schemas.openxmlformats.org/drawingml/2006/main" noGrp="1"/>
          </p:cNvSpPr>
          <p:nvPr/>
        </p:nvSpPr>
        <p:spPr>
          <a:xfrm xmlns:a="http://schemas.openxmlformats.org/drawingml/2006/main">
            <a:off x="2651414"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807B20DF-DC92-439B-BC08-89AD5A8DF5B4}"/>
              </a:ext>
            </a:extLst>
          </p:cNvPr>
          <p:cNvSpPr>
            <a:spLocks xmlns:a="http://schemas.openxmlformats.org/drawingml/2006/main" noGrp="1"/>
          </p:cNvSpPr>
          <p:nvPr/>
        </p:nvSpPr>
        <p:spPr>
          <a:xfrm xmlns:a="http://schemas.openxmlformats.org/drawingml/2006/main">
            <a:off x="271355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5961F4E8-4C57-44E5-AA4D-9844C0D7D8EA}"/>
              </a:ext>
            </a:extLst>
          </p:cNvPr>
          <p:cNvSpPr>
            <a:spLocks xmlns:a="http://schemas.openxmlformats.org/drawingml/2006/main" noGrp="1"/>
          </p:cNvSpPr>
          <p:nvPr/>
        </p:nvSpPr>
        <p:spPr>
          <a:xfrm xmlns:a="http://schemas.openxmlformats.org/drawingml/2006/main">
            <a:off x="277568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FBD60EBD-6B6B-4950-97A4-4A76E3786EE2}"/>
              </a:ext>
            </a:extLst>
          </p:cNvPr>
          <p:cNvSpPr>
            <a:spLocks xmlns:a="http://schemas.openxmlformats.org/drawingml/2006/main" noGrp="1"/>
          </p:cNvSpPr>
          <p:nvPr/>
        </p:nvSpPr>
        <p:spPr>
          <a:xfrm xmlns:a="http://schemas.openxmlformats.org/drawingml/2006/main">
            <a:off x="283782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4529003B-8C41-47A3-BA24-CCE3850654F7}"/>
              </a:ext>
            </a:extLst>
          </p:cNvPr>
          <p:cNvSpPr>
            <a:spLocks xmlns:a="http://schemas.openxmlformats.org/drawingml/2006/main" noGrp="1"/>
          </p:cNvSpPr>
          <p:nvPr/>
        </p:nvSpPr>
        <p:spPr>
          <a:xfrm xmlns:a="http://schemas.openxmlformats.org/drawingml/2006/main">
            <a:off x="2899964"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B2F22557-6406-4652-A9AC-831BDB04EAE7}"/>
              </a:ext>
            </a:extLst>
          </p:cNvPr>
          <p:cNvSpPr>
            <a:spLocks xmlns:a="http://schemas.openxmlformats.org/drawingml/2006/main" noGrp="1"/>
          </p:cNvSpPr>
          <p:nvPr/>
        </p:nvSpPr>
        <p:spPr>
          <a:xfrm xmlns:a="http://schemas.openxmlformats.org/drawingml/2006/main">
            <a:off x="2962102"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5588EBC2-143D-4236-924C-EBBB97085D58}"/>
              </a:ext>
            </a:extLst>
          </p:cNvPr>
          <p:cNvSpPr>
            <a:spLocks xmlns:a="http://schemas.openxmlformats.org/drawingml/2006/main" noGrp="1"/>
          </p:cNvSpPr>
          <p:nvPr/>
        </p:nvSpPr>
        <p:spPr>
          <a:xfrm xmlns:a="http://schemas.openxmlformats.org/drawingml/2006/main">
            <a:off x="302423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2672A664-BBD5-4D7F-AA8A-879630D392D2}"/>
              </a:ext>
            </a:extLst>
          </p:cNvPr>
          <p:cNvSpPr>
            <a:spLocks xmlns:a="http://schemas.openxmlformats.org/drawingml/2006/main" noGrp="1"/>
          </p:cNvSpPr>
          <p:nvPr/>
        </p:nvSpPr>
        <p:spPr>
          <a:xfrm xmlns:a="http://schemas.openxmlformats.org/drawingml/2006/main">
            <a:off x="308637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B461DAD6-9C70-42CE-906E-0E2B5B711693}"/>
              </a:ext>
            </a:extLst>
          </p:cNvPr>
          <p:cNvSpPr>
            <a:spLocks xmlns:a="http://schemas.openxmlformats.org/drawingml/2006/main" noGrp="1"/>
          </p:cNvSpPr>
          <p:nvPr/>
        </p:nvSpPr>
        <p:spPr>
          <a:xfrm xmlns:a="http://schemas.openxmlformats.org/drawingml/2006/main">
            <a:off x="314851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658231B6-0E97-4B44-BCFB-A5A694EF68F2}"/>
              </a:ext>
            </a:extLst>
          </p:cNvPr>
          <p:cNvSpPr>
            <a:spLocks xmlns:a="http://schemas.openxmlformats.org/drawingml/2006/main" noGrp="1"/>
          </p:cNvSpPr>
          <p:nvPr/>
        </p:nvSpPr>
        <p:spPr>
          <a:xfrm xmlns:a="http://schemas.openxmlformats.org/drawingml/2006/main">
            <a:off x="3210652"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7D8A55C0-B05E-4DFB-BB75-E0261708EF86}"/>
              </a:ext>
            </a:extLst>
          </p:cNvPr>
          <p:cNvSpPr>
            <a:spLocks xmlns:a="http://schemas.openxmlformats.org/drawingml/2006/main" noGrp="1"/>
          </p:cNvSpPr>
          <p:nvPr/>
        </p:nvSpPr>
        <p:spPr>
          <a:xfrm xmlns:a="http://schemas.openxmlformats.org/drawingml/2006/main">
            <a:off x="3272790"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FEADF681-839A-46F9-AF00-FDE7CAE52CA9}"/>
              </a:ext>
            </a:extLst>
          </p:cNvPr>
          <p:cNvSpPr>
            <a:spLocks xmlns:a="http://schemas.openxmlformats.org/drawingml/2006/main" noGrp="1"/>
          </p:cNvSpPr>
          <p:nvPr/>
        </p:nvSpPr>
        <p:spPr>
          <a:xfrm xmlns:a="http://schemas.openxmlformats.org/drawingml/2006/main">
            <a:off x="333492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BC59D80F-938A-43EF-BBEC-22B62697D1FC}"/>
              </a:ext>
            </a:extLst>
          </p:cNvPr>
          <p:cNvSpPr>
            <a:spLocks xmlns:a="http://schemas.openxmlformats.org/drawingml/2006/main" noGrp="1"/>
          </p:cNvSpPr>
          <p:nvPr/>
        </p:nvSpPr>
        <p:spPr>
          <a:xfrm xmlns:a="http://schemas.openxmlformats.org/drawingml/2006/main">
            <a:off x="140866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BDE7D0DB-D205-4305-90FF-5DF1C1464D38}"/>
              </a:ext>
            </a:extLst>
          </p:cNvPr>
          <p:cNvSpPr>
            <a:spLocks xmlns:a="http://schemas.openxmlformats.org/drawingml/2006/main" noGrp="1"/>
          </p:cNvSpPr>
          <p:nvPr/>
        </p:nvSpPr>
        <p:spPr>
          <a:xfrm xmlns:a="http://schemas.openxmlformats.org/drawingml/2006/main">
            <a:off x="147079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3F46C6C7-7A5C-400A-9462-D96D6152F659}"/>
              </a:ext>
            </a:extLst>
          </p:cNvPr>
          <p:cNvSpPr>
            <a:spLocks xmlns:a="http://schemas.openxmlformats.org/drawingml/2006/main" noGrp="1"/>
          </p:cNvSpPr>
          <p:nvPr/>
        </p:nvSpPr>
        <p:spPr>
          <a:xfrm xmlns:a="http://schemas.openxmlformats.org/drawingml/2006/main">
            <a:off x="1532936"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655EF6FF-D653-4AB3-B699-C61A94A696C7}"/>
              </a:ext>
            </a:extLst>
          </p:cNvPr>
          <p:cNvSpPr>
            <a:spLocks xmlns:a="http://schemas.openxmlformats.org/drawingml/2006/main" noGrp="1"/>
          </p:cNvSpPr>
          <p:nvPr/>
        </p:nvSpPr>
        <p:spPr>
          <a:xfrm xmlns:a="http://schemas.openxmlformats.org/drawingml/2006/main">
            <a:off x="165721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8F434A76-38DB-45EB-9975-4D7B19476E29}"/>
              </a:ext>
            </a:extLst>
          </p:cNvPr>
          <p:cNvSpPr>
            <a:spLocks xmlns:a="http://schemas.openxmlformats.org/drawingml/2006/main" noGrp="1"/>
          </p:cNvSpPr>
          <p:nvPr/>
        </p:nvSpPr>
        <p:spPr>
          <a:xfrm xmlns:a="http://schemas.openxmlformats.org/drawingml/2006/main">
            <a:off x="171934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8782CB1A-A61F-4B4A-AC02-DA9085601B9C}"/>
              </a:ext>
            </a:extLst>
          </p:cNvPr>
          <p:cNvSpPr>
            <a:spLocks xmlns:a="http://schemas.openxmlformats.org/drawingml/2006/main" noGrp="1"/>
          </p:cNvSpPr>
          <p:nvPr/>
        </p:nvSpPr>
        <p:spPr>
          <a:xfrm xmlns:a="http://schemas.openxmlformats.org/drawingml/2006/main">
            <a:off x="178148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EEFB0068-7F55-4106-835B-80D53D7CE68B}"/>
              </a:ext>
            </a:extLst>
          </p:cNvPr>
          <p:cNvSpPr>
            <a:spLocks xmlns:a="http://schemas.openxmlformats.org/drawingml/2006/main" noGrp="1"/>
          </p:cNvSpPr>
          <p:nvPr/>
        </p:nvSpPr>
        <p:spPr>
          <a:xfrm xmlns:a="http://schemas.openxmlformats.org/drawingml/2006/main">
            <a:off x="184362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E6C64B2F-AB8C-4791-8F89-7D954BD5524F}"/>
              </a:ext>
            </a:extLst>
          </p:cNvPr>
          <p:cNvSpPr>
            <a:spLocks xmlns:a="http://schemas.openxmlformats.org/drawingml/2006/main" noGrp="1"/>
          </p:cNvSpPr>
          <p:nvPr/>
        </p:nvSpPr>
        <p:spPr>
          <a:xfrm xmlns:a="http://schemas.openxmlformats.org/drawingml/2006/main">
            <a:off x="190576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3833681B-2527-412A-AAEE-FAF76C1C90EE}"/>
              </a:ext>
            </a:extLst>
          </p:cNvPr>
          <p:cNvSpPr>
            <a:spLocks xmlns:a="http://schemas.openxmlformats.org/drawingml/2006/main" noGrp="1"/>
          </p:cNvSpPr>
          <p:nvPr/>
        </p:nvSpPr>
        <p:spPr>
          <a:xfrm xmlns:a="http://schemas.openxmlformats.org/drawingml/2006/main">
            <a:off x="1967900"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A4A24B9E-DAC7-4136-9B65-115685FF10BD}"/>
              </a:ext>
            </a:extLst>
          </p:cNvPr>
          <p:cNvSpPr>
            <a:spLocks xmlns:a="http://schemas.openxmlformats.org/drawingml/2006/main" noGrp="1"/>
          </p:cNvSpPr>
          <p:nvPr/>
        </p:nvSpPr>
        <p:spPr>
          <a:xfrm xmlns:a="http://schemas.openxmlformats.org/drawingml/2006/main">
            <a:off x="203003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D73A79F8-194F-483E-99A5-04B8B411D586}"/>
              </a:ext>
            </a:extLst>
          </p:cNvPr>
          <p:cNvSpPr>
            <a:spLocks xmlns:a="http://schemas.openxmlformats.org/drawingml/2006/main" noGrp="1"/>
          </p:cNvSpPr>
          <p:nvPr/>
        </p:nvSpPr>
        <p:spPr>
          <a:xfrm xmlns:a="http://schemas.openxmlformats.org/drawingml/2006/main">
            <a:off x="209217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B5FE01EF-C766-4A81-8541-218996173FA9}"/>
              </a:ext>
            </a:extLst>
          </p:cNvPr>
          <p:cNvSpPr>
            <a:spLocks xmlns:a="http://schemas.openxmlformats.org/drawingml/2006/main" noGrp="1"/>
          </p:cNvSpPr>
          <p:nvPr/>
        </p:nvSpPr>
        <p:spPr>
          <a:xfrm xmlns:a="http://schemas.openxmlformats.org/drawingml/2006/main">
            <a:off x="215431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540B47EE-9A46-440F-B851-5F60A8E7E096}"/>
              </a:ext>
            </a:extLst>
          </p:cNvPr>
          <p:cNvSpPr>
            <a:spLocks xmlns:a="http://schemas.openxmlformats.org/drawingml/2006/main" noGrp="1"/>
          </p:cNvSpPr>
          <p:nvPr/>
        </p:nvSpPr>
        <p:spPr>
          <a:xfrm xmlns:a="http://schemas.openxmlformats.org/drawingml/2006/main">
            <a:off x="2216450"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0CE0779E-405D-475D-BD1B-75BA2F5543A1}"/>
              </a:ext>
            </a:extLst>
          </p:cNvPr>
          <p:cNvSpPr>
            <a:spLocks xmlns:a="http://schemas.openxmlformats.org/drawingml/2006/main" noGrp="1"/>
          </p:cNvSpPr>
          <p:nvPr/>
        </p:nvSpPr>
        <p:spPr>
          <a:xfrm xmlns:a="http://schemas.openxmlformats.org/drawingml/2006/main">
            <a:off x="227858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0C0E8B72-4171-4BEB-9D2C-ABCE284C5338}"/>
              </a:ext>
            </a:extLst>
          </p:cNvPr>
          <p:cNvSpPr>
            <a:spLocks xmlns:a="http://schemas.openxmlformats.org/drawingml/2006/main" noGrp="1"/>
          </p:cNvSpPr>
          <p:nvPr/>
        </p:nvSpPr>
        <p:spPr>
          <a:xfrm xmlns:a="http://schemas.openxmlformats.org/drawingml/2006/main">
            <a:off x="234072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BE456F6F-F352-45EA-8855-EB4A91ACC660}"/>
              </a:ext>
            </a:extLst>
          </p:cNvPr>
          <p:cNvSpPr>
            <a:spLocks xmlns:a="http://schemas.openxmlformats.org/drawingml/2006/main" noGrp="1"/>
          </p:cNvSpPr>
          <p:nvPr/>
        </p:nvSpPr>
        <p:spPr>
          <a:xfrm xmlns:a="http://schemas.openxmlformats.org/drawingml/2006/main">
            <a:off x="240286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48B87B57-1F86-4CA9-9AF8-BA9E8E2411E7}"/>
              </a:ext>
            </a:extLst>
          </p:cNvPr>
          <p:cNvSpPr>
            <a:spLocks xmlns:a="http://schemas.openxmlformats.org/drawingml/2006/main" noGrp="1"/>
          </p:cNvSpPr>
          <p:nvPr/>
        </p:nvSpPr>
        <p:spPr>
          <a:xfrm xmlns:a="http://schemas.openxmlformats.org/drawingml/2006/main">
            <a:off x="246500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BA1E81A0-7D63-4F1E-ACE5-C5EB331EED44}"/>
              </a:ext>
            </a:extLst>
          </p:cNvPr>
          <p:cNvSpPr>
            <a:spLocks xmlns:a="http://schemas.openxmlformats.org/drawingml/2006/main" noGrp="1"/>
          </p:cNvSpPr>
          <p:nvPr/>
        </p:nvSpPr>
        <p:spPr>
          <a:xfrm xmlns:a="http://schemas.openxmlformats.org/drawingml/2006/main">
            <a:off x="252713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0F1C6C23-1ADC-4F5B-B104-19EEEEAE3C07}"/>
              </a:ext>
            </a:extLst>
          </p:cNvPr>
          <p:cNvSpPr>
            <a:spLocks xmlns:a="http://schemas.openxmlformats.org/drawingml/2006/main" noGrp="1"/>
          </p:cNvSpPr>
          <p:nvPr/>
        </p:nvSpPr>
        <p:spPr>
          <a:xfrm xmlns:a="http://schemas.openxmlformats.org/drawingml/2006/main">
            <a:off x="2589276"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1256CD41-C33F-454F-88F7-8BB53024DF06}"/>
              </a:ext>
            </a:extLst>
          </p:cNvPr>
          <p:cNvSpPr>
            <a:spLocks xmlns:a="http://schemas.openxmlformats.org/drawingml/2006/main" noGrp="1"/>
          </p:cNvSpPr>
          <p:nvPr/>
        </p:nvSpPr>
        <p:spPr>
          <a:xfrm xmlns:a="http://schemas.openxmlformats.org/drawingml/2006/main">
            <a:off x="265141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772075F0-3BB5-496C-8D3F-0870A37DF050}"/>
              </a:ext>
            </a:extLst>
          </p:cNvPr>
          <p:cNvSpPr>
            <a:spLocks xmlns:a="http://schemas.openxmlformats.org/drawingml/2006/main" noGrp="1"/>
          </p:cNvSpPr>
          <p:nvPr/>
        </p:nvSpPr>
        <p:spPr>
          <a:xfrm xmlns:a="http://schemas.openxmlformats.org/drawingml/2006/main">
            <a:off x="271355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BD6E0379-F908-4F06-878E-4E455D5E6512}"/>
              </a:ext>
            </a:extLst>
          </p:cNvPr>
          <p:cNvSpPr>
            <a:spLocks xmlns:a="http://schemas.openxmlformats.org/drawingml/2006/main" noGrp="1"/>
          </p:cNvSpPr>
          <p:nvPr/>
        </p:nvSpPr>
        <p:spPr>
          <a:xfrm xmlns:a="http://schemas.openxmlformats.org/drawingml/2006/main">
            <a:off x="277568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66F557DD-28D6-49AD-AB9F-0534B1096436}"/>
              </a:ext>
            </a:extLst>
          </p:cNvPr>
          <p:cNvSpPr>
            <a:spLocks xmlns:a="http://schemas.openxmlformats.org/drawingml/2006/main" noGrp="1"/>
          </p:cNvSpPr>
          <p:nvPr/>
        </p:nvSpPr>
        <p:spPr>
          <a:xfrm xmlns:a="http://schemas.openxmlformats.org/drawingml/2006/main">
            <a:off x="283782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3A51B61E-DF19-412D-8E99-21E887DBA265}"/>
              </a:ext>
            </a:extLst>
          </p:cNvPr>
          <p:cNvSpPr>
            <a:spLocks xmlns:a="http://schemas.openxmlformats.org/drawingml/2006/main" noGrp="1"/>
          </p:cNvSpPr>
          <p:nvPr/>
        </p:nvSpPr>
        <p:spPr>
          <a:xfrm xmlns:a="http://schemas.openxmlformats.org/drawingml/2006/main">
            <a:off x="289996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B3357B43-120A-4039-8911-4143C0E952E4}"/>
              </a:ext>
            </a:extLst>
          </p:cNvPr>
          <p:cNvSpPr>
            <a:spLocks xmlns:a="http://schemas.openxmlformats.org/drawingml/2006/main" noGrp="1"/>
          </p:cNvSpPr>
          <p:nvPr/>
        </p:nvSpPr>
        <p:spPr>
          <a:xfrm xmlns:a="http://schemas.openxmlformats.org/drawingml/2006/main">
            <a:off x="296210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2A19C9B7-9FD3-419C-86AB-AA622EDA0A25}"/>
              </a:ext>
            </a:extLst>
          </p:cNvPr>
          <p:cNvSpPr>
            <a:spLocks xmlns:a="http://schemas.openxmlformats.org/drawingml/2006/main" noGrp="1"/>
          </p:cNvSpPr>
          <p:nvPr/>
        </p:nvSpPr>
        <p:spPr>
          <a:xfrm xmlns:a="http://schemas.openxmlformats.org/drawingml/2006/main">
            <a:off x="302423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3B0DCD25-9CA8-47B0-8928-A492E7A42C6D}"/>
              </a:ext>
            </a:extLst>
          </p:cNvPr>
          <p:cNvSpPr>
            <a:spLocks xmlns:a="http://schemas.openxmlformats.org/drawingml/2006/main" noGrp="1"/>
          </p:cNvSpPr>
          <p:nvPr/>
        </p:nvSpPr>
        <p:spPr>
          <a:xfrm xmlns:a="http://schemas.openxmlformats.org/drawingml/2006/main">
            <a:off x="308637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21A4837E-64A4-4282-BE4C-16A218525C41}"/>
              </a:ext>
            </a:extLst>
          </p:cNvPr>
          <p:cNvSpPr>
            <a:spLocks xmlns:a="http://schemas.openxmlformats.org/drawingml/2006/main" noGrp="1"/>
          </p:cNvSpPr>
          <p:nvPr/>
        </p:nvSpPr>
        <p:spPr>
          <a:xfrm xmlns:a="http://schemas.openxmlformats.org/drawingml/2006/main">
            <a:off x="314851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9D6E6E5B-43BC-4D01-9CEA-D8EF58664F89}"/>
              </a:ext>
            </a:extLst>
          </p:cNvPr>
          <p:cNvSpPr>
            <a:spLocks xmlns:a="http://schemas.openxmlformats.org/drawingml/2006/main" noGrp="1"/>
          </p:cNvSpPr>
          <p:nvPr/>
        </p:nvSpPr>
        <p:spPr>
          <a:xfrm xmlns:a="http://schemas.openxmlformats.org/drawingml/2006/main">
            <a:off x="321065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5BDFFD92-AAD2-4874-A79C-2FE8D2D1D795}"/>
              </a:ext>
            </a:extLst>
          </p:cNvPr>
          <p:cNvSpPr>
            <a:spLocks xmlns:a="http://schemas.openxmlformats.org/drawingml/2006/main" noGrp="1"/>
          </p:cNvSpPr>
          <p:nvPr/>
        </p:nvSpPr>
        <p:spPr>
          <a:xfrm xmlns:a="http://schemas.openxmlformats.org/drawingml/2006/main">
            <a:off x="3272790"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6A8A4236-F904-424F-9505-31AE10D063D5}"/>
              </a:ext>
            </a:extLst>
          </p:cNvPr>
          <p:cNvSpPr>
            <a:spLocks xmlns:a="http://schemas.openxmlformats.org/drawingml/2006/main" noGrp="1"/>
          </p:cNvSpPr>
          <p:nvPr/>
        </p:nvSpPr>
        <p:spPr>
          <a:xfrm xmlns:a="http://schemas.openxmlformats.org/drawingml/2006/main">
            <a:off x="333492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313B18EB-4ACB-47FF-B1C4-B53E4609D6B8}"/>
              </a:ext>
            </a:extLst>
          </p:cNvPr>
          <p:cNvSpPr>
            <a:spLocks xmlns:a="http://schemas.openxmlformats.org/drawingml/2006/main" noGrp="1"/>
          </p:cNvSpPr>
          <p:nvPr/>
        </p:nvSpPr>
        <p:spPr>
          <a:xfrm xmlns:a="http://schemas.openxmlformats.org/drawingml/2006/main">
            <a:off x="339706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A9ED91DF-B50C-4C21-B2CD-C4340EFD1B64}"/>
              </a:ext>
            </a:extLst>
          </p:cNvPr>
          <p:cNvSpPr>
            <a:spLocks xmlns:a="http://schemas.openxmlformats.org/drawingml/2006/main" noGrp="1"/>
          </p:cNvSpPr>
          <p:nvPr/>
        </p:nvSpPr>
        <p:spPr>
          <a:xfrm xmlns:a="http://schemas.openxmlformats.org/drawingml/2006/main">
            <a:off x="345920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B54CB1AE-0C21-420A-A2D2-95FAF9058CD7}"/>
              </a:ext>
            </a:extLst>
          </p:cNvPr>
          <p:cNvSpPr>
            <a:spLocks xmlns:a="http://schemas.openxmlformats.org/drawingml/2006/main" noGrp="1"/>
          </p:cNvSpPr>
          <p:nvPr/>
        </p:nvSpPr>
        <p:spPr>
          <a:xfrm xmlns:a="http://schemas.openxmlformats.org/drawingml/2006/main">
            <a:off x="352134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2E72845A-F2A2-4C22-8443-110A1D72B1F6}"/>
              </a:ext>
            </a:extLst>
          </p:cNvPr>
          <p:cNvSpPr>
            <a:spLocks xmlns:a="http://schemas.openxmlformats.org/drawingml/2006/main" noGrp="1"/>
          </p:cNvSpPr>
          <p:nvPr/>
        </p:nvSpPr>
        <p:spPr>
          <a:xfrm xmlns:a="http://schemas.openxmlformats.org/drawingml/2006/main">
            <a:off x="358347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3891000F-F368-493F-B034-AA956E367B24}"/>
              </a:ext>
            </a:extLst>
          </p:cNvPr>
          <p:cNvSpPr>
            <a:spLocks xmlns:a="http://schemas.openxmlformats.org/drawingml/2006/main" noGrp="1"/>
          </p:cNvSpPr>
          <p:nvPr/>
        </p:nvSpPr>
        <p:spPr>
          <a:xfrm xmlns:a="http://schemas.openxmlformats.org/drawingml/2006/main">
            <a:off x="140866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67B69448-4374-49A0-A6F4-0604BA09A9DE}"/>
              </a:ext>
            </a:extLst>
          </p:cNvPr>
          <p:cNvSpPr>
            <a:spLocks xmlns:a="http://schemas.openxmlformats.org/drawingml/2006/main" noGrp="1"/>
          </p:cNvSpPr>
          <p:nvPr/>
        </p:nvSpPr>
        <p:spPr>
          <a:xfrm xmlns:a="http://schemas.openxmlformats.org/drawingml/2006/main">
            <a:off x="147079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1D11671F-A57C-4621-9984-C10CEC7F22A3}"/>
              </a:ext>
            </a:extLst>
          </p:cNvPr>
          <p:cNvSpPr>
            <a:spLocks xmlns:a="http://schemas.openxmlformats.org/drawingml/2006/main" noGrp="1"/>
          </p:cNvSpPr>
          <p:nvPr/>
        </p:nvSpPr>
        <p:spPr>
          <a:xfrm xmlns:a="http://schemas.openxmlformats.org/drawingml/2006/main">
            <a:off x="153293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39A01931-3F24-4CB7-82D1-AB61366EEDD1}"/>
              </a:ext>
            </a:extLst>
          </p:cNvPr>
          <p:cNvSpPr>
            <a:spLocks xmlns:a="http://schemas.openxmlformats.org/drawingml/2006/main" noGrp="1"/>
          </p:cNvSpPr>
          <p:nvPr/>
        </p:nvSpPr>
        <p:spPr>
          <a:xfrm xmlns:a="http://schemas.openxmlformats.org/drawingml/2006/main">
            <a:off x="159507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4DFA28AC-1517-41F6-AEDD-9E65986CFCC2}"/>
              </a:ext>
            </a:extLst>
          </p:cNvPr>
          <p:cNvSpPr>
            <a:spLocks xmlns:a="http://schemas.openxmlformats.org/drawingml/2006/main" noGrp="1"/>
          </p:cNvSpPr>
          <p:nvPr/>
        </p:nvSpPr>
        <p:spPr>
          <a:xfrm xmlns:a="http://schemas.openxmlformats.org/drawingml/2006/main">
            <a:off x="165721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8B9B355D-CEE6-4DC3-AE29-12328A7B8BDF}"/>
              </a:ext>
            </a:extLst>
          </p:cNvPr>
          <p:cNvSpPr>
            <a:spLocks xmlns:a="http://schemas.openxmlformats.org/drawingml/2006/main" noGrp="1"/>
          </p:cNvSpPr>
          <p:nvPr/>
        </p:nvSpPr>
        <p:spPr>
          <a:xfrm xmlns:a="http://schemas.openxmlformats.org/drawingml/2006/main">
            <a:off x="171934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CE627E02-9CB8-45E7-9F84-03838140F7AE}"/>
              </a:ext>
            </a:extLst>
          </p:cNvPr>
          <p:cNvSpPr>
            <a:spLocks xmlns:a="http://schemas.openxmlformats.org/drawingml/2006/main" noGrp="1"/>
          </p:cNvSpPr>
          <p:nvPr/>
        </p:nvSpPr>
        <p:spPr>
          <a:xfrm xmlns:a="http://schemas.openxmlformats.org/drawingml/2006/main">
            <a:off x="178148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281B3606-2E67-4305-9687-92C08D27FF0E}"/>
              </a:ext>
            </a:extLst>
          </p:cNvPr>
          <p:cNvSpPr>
            <a:spLocks xmlns:a="http://schemas.openxmlformats.org/drawingml/2006/main" noGrp="1"/>
          </p:cNvSpPr>
          <p:nvPr/>
        </p:nvSpPr>
        <p:spPr>
          <a:xfrm xmlns:a="http://schemas.openxmlformats.org/drawingml/2006/main">
            <a:off x="184362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0FB88ECF-AFDD-449D-97AD-DA8841042B1F}"/>
              </a:ext>
            </a:extLst>
          </p:cNvPr>
          <p:cNvSpPr>
            <a:spLocks xmlns:a="http://schemas.openxmlformats.org/drawingml/2006/main" noGrp="1"/>
          </p:cNvSpPr>
          <p:nvPr/>
        </p:nvSpPr>
        <p:spPr>
          <a:xfrm xmlns:a="http://schemas.openxmlformats.org/drawingml/2006/main">
            <a:off x="190576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FE76443B-8E00-4D14-9EB3-1B6F7F25D6A1}"/>
              </a:ext>
            </a:extLst>
          </p:cNvPr>
          <p:cNvSpPr>
            <a:spLocks xmlns:a="http://schemas.openxmlformats.org/drawingml/2006/main" noGrp="1"/>
          </p:cNvSpPr>
          <p:nvPr/>
        </p:nvSpPr>
        <p:spPr>
          <a:xfrm xmlns:a="http://schemas.openxmlformats.org/drawingml/2006/main">
            <a:off x="196790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F9117737-49DF-42D5-A0CB-28378188BDD0}"/>
              </a:ext>
            </a:extLst>
          </p:cNvPr>
          <p:cNvSpPr>
            <a:spLocks xmlns:a="http://schemas.openxmlformats.org/drawingml/2006/main" noGrp="1"/>
          </p:cNvSpPr>
          <p:nvPr/>
        </p:nvSpPr>
        <p:spPr>
          <a:xfrm xmlns:a="http://schemas.openxmlformats.org/drawingml/2006/main">
            <a:off x="203003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97BA13D4-E2A9-48C0-A2B7-04A1143BF263}"/>
              </a:ext>
            </a:extLst>
          </p:cNvPr>
          <p:cNvSpPr>
            <a:spLocks xmlns:a="http://schemas.openxmlformats.org/drawingml/2006/main" noGrp="1"/>
          </p:cNvSpPr>
          <p:nvPr/>
        </p:nvSpPr>
        <p:spPr>
          <a:xfrm xmlns:a="http://schemas.openxmlformats.org/drawingml/2006/main">
            <a:off x="209217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9B5BC9AB-47D4-422F-BD72-C2A815B8B0E5}"/>
              </a:ext>
            </a:extLst>
          </p:cNvPr>
          <p:cNvSpPr>
            <a:spLocks xmlns:a="http://schemas.openxmlformats.org/drawingml/2006/main" noGrp="1"/>
          </p:cNvSpPr>
          <p:nvPr/>
        </p:nvSpPr>
        <p:spPr>
          <a:xfrm xmlns:a="http://schemas.openxmlformats.org/drawingml/2006/main">
            <a:off x="215431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2C5F81D3-AF99-4623-BBD7-37BD264A98EA}"/>
              </a:ext>
            </a:extLst>
          </p:cNvPr>
          <p:cNvSpPr>
            <a:spLocks xmlns:a="http://schemas.openxmlformats.org/drawingml/2006/main" noGrp="1"/>
          </p:cNvSpPr>
          <p:nvPr/>
        </p:nvSpPr>
        <p:spPr>
          <a:xfrm xmlns:a="http://schemas.openxmlformats.org/drawingml/2006/main">
            <a:off x="221645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57FCDA89-222F-49B4-867A-927AF3FCD343}"/>
              </a:ext>
            </a:extLst>
          </p:cNvPr>
          <p:cNvSpPr>
            <a:spLocks xmlns:a="http://schemas.openxmlformats.org/drawingml/2006/main" noGrp="1"/>
          </p:cNvSpPr>
          <p:nvPr/>
        </p:nvSpPr>
        <p:spPr>
          <a:xfrm xmlns:a="http://schemas.openxmlformats.org/drawingml/2006/main">
            <a:off x="227858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49FBF130-4C65-45D4-ACE8-55F9C404F34B}"/>
              </a:ext>
            </a:extLst>
          </p:cNvPr>
          <p:cNvSpPr>
            <a:spLocks xmlns:a="http://schemas.openxmlformats.org/drawingml/2006/main" noGrp="1"/>
          </p:cNvSpPr>
          <p:nvPr/>
        </p:nvSpPr>
        <p:spPr>
          <a:xfrm xmlns:a="http://schemas.openxmlformats.org/drawingml/2006/main">
            <a:off x="234072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4D71829C-1D84-4C81-BF6C-38146653CB70}"/>
              </a:ext>
            </a:extLst>
          </p:cNvPr>
          <p:cNvSpPr>
            <a:spLocks xmlns:a="http://schemas.openxmlformats.org/drawingml/2006/main" noGrp="1"/>
          </p:cNvSpPr>
          <p:nvPr/>
        </p:nvSpPr>
        <p:spPr>
          <a:xfrm xmlns:a="http://schemas.openxmlformats.org/drawingml/2006/main">
            <a:off x="240286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48CD4721-8F03-48B0-A71C-CCC6E170B800}"/>
              </a:ext>
            </a:extLst>
          </p:cNvPr>
          <p:cNvSpPr>
            <a:spLocks xmlns:a="http://schemas.openxmlformats.org/drawingml/2006/main" noGrp="1"/>
          </p:cNvSpPr>
          <p:nvPr/>
        </p:nvSpPr>
        <p:spPr>
          <a:xfrm xmlns:a="http://schemas.openxmlformats.org/drawingml/2006/main">
            <a:off x="246500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B463B0FF-28A8-4D1A-8F05-FF9D1EF73704}"/>
              </a:ext>
            </a:extLst>
          </p:cNvPr>
          <p:cNvSpPr>
            <a:spLocks xmlns:a="http://schemas.openxmlformats.org/drawingml/2006/main" noGrp="1"/>
          </p:cNvSpPr>
          <p:nvPr/>
        </p:nvSpPr>
        <p:spPr>
          <a:xfrm xmlns:a="http://schemas.openxmlformats.org/drawingml/2006/main">
            <a:off x="252713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50ED8AAD-AF68-46CF-BABC-0B52038F1038}"/>
              </a:ext>
            </a:extLst>
          </p:cNvPr>
          <p:cNvSpPr>
            <a:spLocks xmlns:a="http://schemas.openxmlformats.org/drawingml/2006/main" noGrp="1"/>
          </p:cNvSpPr>
          <p:nvPr/>
        </p:nvSpPr>
        <p:spPr>
          <a:xfrm xmlns:a="http://schemas.openxmlformats.org/drawingml/2006/main">
            <a:off x="258927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44621E62-92E2-46C2-8A75-050BE8726D34}"/>
              </a:ext>
            </a:extLst>
          </p:cNvPr>
          <p:cNvSpPr>
            <a:spLocks xmlns:a="http://schemas.openxmlformats.org/drawingml/2006/main" noGrp="1"/>
          </p:cNvSpPr>
          <p:nvPr/>
        </p:nvSpPr>
        <p:spPr>
          <a:xfrm xmlns:a="http://schemas.openxmlformats.org/drawingml/2006/main">
            <a:off x="265141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43A3C245-9154-41FA-BEB9-F9DAC57E6079}"/>
              </a:ext>
            </a:extLst>
          </p:cNvPr>
          <p:cNvSpPr>
            <a:spLocks xmlns:a="http://schemas.openxmlformats.org/drawingml/2006/main" noGrp="1"/>
          </p:cNvSpPr>
          <p:nvPr/>
        </p:nvSpPr>
        <p:spPr>
          <a:xfrm xmlns:a="http://schemas.openxmlformats.org/drawingml/2006/main">
            <a:off x="271355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19F76BFC-92C8-4477-86B7-32E89DAA89C2}"/>
              </a:ext>
            </a:extLst>
          </p:cNvPr>
          <p:cNvSpPr>
            <a:spLocks xmlns:a="http://schemas.openxmlformats.org/drawingml/2006/main" noGrp="1"/>
          </p:cNvSpPr>
          <p:nvPr/>
        </p:nvSpPr>
        <p:spPr>
          <a:xfrm xmlns:a="http://schemas.openxmlformats.org/drawingml/2006/main">
            <a:off x="277568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8C9F7900-9BEA-4D55-B84E-1B67BFC2D9A1}"/>
              </a:ext>
            </a:extLst>
          </p:cNvPr>
          <p:cNvSpPr>
            <a:spLocks xmlns:a="http://schemas.openxmlformats.org/drawingml/2006/main" noGrp="1"/>
          </p:cNvSpPr>
          <p:nvPr/>
        </p:nvSpPr>
        <p:spPr>
          <a:xfrm xmlns:a="http://schemas.openxmlformats.org/drawingml/2006/main">
            <a:off x="283782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D9D9D82E-A49D-43A7-BDBD-517D0998962F}"/>
              </a:ext>
            </a:extLst>
          </p:cNvPr>
          <p:cNvSpPr>
            <a:spLocks xmlns:a="http://schemas.openxmlformats.org/drawingml/2006/main" noGrp="1"/>
          </p:cNvSpPr>
          <p:nvPr/>
        </p:nvSpPr>
        <p:spPr>
          <a:xfrm xmlns:a="http://schemas.openxmlformats.org/drawingml/2006/main">
            <a:off x="289996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CECFCD97-7789-4C12-B4A0-6F897B3F21D7}"/>
              </a:ext>
            </a:extLst>
          </p:cNvPr>
          <p:cNvSpPr>
            <a:spLocks xmlns:a="http://schemas.openxmlformats.org/drawingml/2006/main" noGrp="1"/>
          </p:cNvSpPr>
          <p:nvPr/>
        </p:nvSpPr>
        <p:spPr>
          <a:xfrm xmlns:a="http://schemas.openxmlformats.org/drawingml/2006/main">
            <a:off x="296210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85F33D01-A8FE-43F3-BB49-C103FD4811CD}"/>
              </a:ext>
            </a:extLst>
          </p:cNvPr>
          <p:cNvSpPr>
            <a:spLocks xmlns:a="http://schemas.openxmlformats.org/drawingml/2006/main" noGrp="1"/>
          </p:cNvSpPr>
          <p:nvPr/>
        </p:nvSpPr>
        <p:spPr>
          <a:xfrm xmlns:a="http://schemas.openxmlformats.org/drawingml/2006/main">
            <a:off x="302423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A2319A58-6591-4FB6-AE39-E2C314C3D0EA}"/>
              </a:ext>
            </a:extLst>
          </p:cNvPr>
          <p:cNvSpPr>
            <a:spLocks xmlns:a="http://schemas.openxmlformats.org/drawingml/2006/main" noGrp="1"/>
          </p:cNvSpPr>
          <p:nvPr/>
        </p:nvSpPr>
        <p:spPr>
          <a:xfrm xmlns:a="http://schemas.openxmlformats.org/drawingml/2006/main">
            <a:off x="308637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13D583D8-13FE-47EA-8BCC-5EC8D163BF0B}"/>
              </a:ext>
            </a:extLst>
          </p:cNvPr>
          <p:cNvSpPr>
            <a:spLocks xmlns:a="http://schemas.openxmlformats.org/drawingml/2006/main" noGrp="1"/>
          </p:cNvSpPr>
          <p:nvPr/>
        </p:nvSpPr>
        <p:spPr>
          <a:xfrm xmlns:a="http://schemas.openxmlformats.org/drawingml/2006/main">
            <a:off x="314851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082CC552-17FC-4EB7-BD12-28F87C1744BE}"/>
              </a:ext>
            </a:extLst>
          </p:cNvPr>
          <p:cNvSpPr>
            <a:spLocks xmlns:a="http://schemas.openxmlformats.org/drawingml/2006/main" noGrp="1"/>
          </p:cNvSpPr>
          <p:nvPr/>
        </p:nvSpPr>
        <p:spPr>
          <a:xfrm xmlns:a="http://schemas.openxmlformats.org/drawingml/2006/main">
            <a:off x="321065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723162E7-77AC-4081-997D-37FB1FFC1E3F}"/>
              </a:ext>
            </a:extLst>
          </p:cNvPr>
          <p:cNvSpPr>
            <a:spLocks xmlns:a="http://schemas.openxmlformats.org/drawingml/2006/main" noGrp="1"/>
          </p:cNvSpPr>
          <p:nvPr/>
        </p:nvSpPr>
        <p:spPr>
          <a:xfrm xmlns:a="http://schemas.openxmlformats.org/drawingml/2006/main">
            <a:off x="327279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B2926638-385F-40F7-B0AA-80575A415441}"/>
              </a:ext>
            </a:extLst>
          </p:cNvPr>
          <p:cNvSpPr>
            <a:spLocks xmlns:a="http://schemas.openxmlformats.org/drawingml/2006/main" noGrp="1"/>
          </p:cNvSpPr>
          <p:nvPr/>
        </p:nvSpPr>
        <p:spPr>
          <a:xfrm xmlns:a="http://schemas.openxmlformats.org/drawingml/2006/main">
            <a:off x="333492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84EE39D8-C765-48D4-A986-436EF1840227}"/>
              </a:ext>
            </a:extLst>
          </p:cNvPr>
          <p:cNvSpPr>
            <a:spLocks xmlns:a="http://schemas.openxmlformats.org/drawingml/2006/main" noGrp="1"/>
          </p:cNvSpPr>
          <p:nvPr/>
        </p:nvSpPr>
        <p:spPr>
          <a:xfrm xmlns:a="http://schemas.openxmlformats.org/drawingml/2006/main">
            <a:off x="339706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AF016352-936E-4186-AD8F-7475E5D9AC9C}"/>
              </a:ext>
            </a:extLst>
          </p:cNvPr>
          <p:cNvSpPr>
            <a:spLocks xmlns:a="http://schemas.openxmlformats.org/drawingml/2006/main" noGrp="1"/>
          </p:cNvSpPr>
          <p:nvPr/>
        </p:nvSpPr>
        <p:spPr>
          <a:xfrm xmlns:a="http://schemas.openxmlformats.org/drawingml/2006/main">
            <a:off x="345920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776370D0-BB7F-4504-BA9F-93A27814C540}"/>
              </a:ext>
            </a:extLst>
          </p:cNvPr>
          <p:cNvSpPr>
            <a:spLocks xmlns:a="http://schemas.openxmlformats.org/drawingml/2006/main" noGrp="1"/>
          </p:cNvSpPr>
          <p:nvPr/>
        </p:nvSpPr>
        <p:spPr>
          <a:xfrm xmlns:a="http://schemas.openxmlformats.org/drawingml/2006/main">
            <a:off x="352134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37B46CD3-875A-4277-805B-B2FB7EC9A751}"/>
              </a:ext>
            </a:extLst>
          </p:cNvPr>
          <p:cNvSpPr>
            <a:spLocks xmlns:a="http://schemas.openxmlformats.org/drawingml/2006/main" noGrp="1"/>
          </p:cNvSpPr>
          <p:nvPr/>
        </p:nvSpPr>
        <p:spPr>
          <a:xfrm xmlns:a="http://schemas.openxmlformats.org/drawingml/2006/main">
            <a:off x="358347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120667FC-62ED-4784-A354-DC509E10AFD7}"/>
              </a:ext>
            </a:extLst>
          </p:cNvPr>
          <p:cNvSpPr>
            <a:spLocks xmlns:a="http://schemas.openxmlformats.org/drawingml/2006/main" noGrp="1"/>
          </p:cNvSpPr>
          <p:nvPr/>
        </p:nvSpPr>
        <p:spPr>
          <a:xfrm xmlns:a="http://schemas.openxmlformats.org/drawingml/2006/main">
            <a:off x="364561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730D189A-A938-4121-8CDD-1BE32AE225EF}"/>
              </a:ext>
            </a:extLst>
          </p:cNvPr>
          <p:cNvSpPr>
            <a:spLocks xmlns:a="http://schemas.openxmlformats.org/drawingml/2006/main" noGrp="1"/>
          </p:cNvSpPr>
          <p:nvPr/>
        </p:nvSpPr>
        <p:spPr>
          <a:xfrm xmlns:a="http://schemas.openxmlformats.org/drawingml/2006/main">
            <a:off x="370775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02C7FB90-26D3-466A-849A-E03C36A32BAA}"/>
              </a:ext>
            </a:extLst>
          </p:cNvPr>
          <p:cNvSpPr>
            <a:spLocks xmlns:a="http://schemas.openxmlformats.org/drawingml/2006/main" noGrp="1"/>
          </p:cNvSpPr>
          <p:nvPr/>
        </p:nvSpPr>
        <p:spPr>
          <a:xfrm xmlns:a="http://schemas.openxmlformats.org/drawingml/2006/main">
            <a:off x="376989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72173D00-DDF2-42F0-AD97-ED32E3387A18}"/>
              </a:ext>
            </a:extLst>
          </p:cNvPr>
          <p:cNvSpPr>
            <a:spLocks xmlns:a="http://schemas.openxmlformats.org/drawingml/2006/main" noGrp="1"/>
          </p:cNvSpPr>
          <p:nvPr/>
        </p:nvSpPr>
        <p:spPr>
          <a:xfrm xmlns:a="http://schemas.openxmlformats.org/drawingml/2006/main">
            <a:off x="383202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B2FB2517-6438-4EFA-BFBD-47F4C7918B5E}"/>
              </a:ext>
            </a:extLst>
          </p:cNvPr>
          <p:cNvSpPr>
            <a:spLocks xmlns:a="http://schemas.openxmlformats.org/drawingml/2006/main" noGrp="1"/>
          </p:cNvSpPr>
          <p:nvPr/>
        </p:nvSpPr>
        <p:spPr>
          <a:xfrm xmlns:a="http://schemas.openxmlformats.org/drawingml/2006/main">
            <a:off x="389416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8DD076C8-7746-4288-ADFD-4D9E2AFA403A}"/>
              </a:ext>
            </a:extLst>
          </p:cNvPr>
          <p:cNvSpPr>
            <a:spLocks xmlns:a="http://schemas.openxmlformats.org/drawingml/2006/main" noGrp="1"/>
          </p:cNvSpPr>
          <p:nvPr/>
        </p:nvSpPr>
        <p:spPr>
          <a:xfrm xmlns:a="http://schemas.openxmlformats.org/drawingml/2006/main">
            <a:off x="395630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E45DBC4F-6323-48B9-ACD6-E80B10A8A18E}"/>
              </a:ext>
            </a:extLst>
          </p:cNvPr>
          <p:cNvSpPr>
            <a:spLocks xmlns:a="http://schemas.openxmlformats.org/drawingml/2006/main" noGrp="1"/>
          </p:cNvSpPr>
          <p:nvPr/>
        </p:nvSpPr>
        <p:spPr>
          <a:xfrm xmlns:a="http://schemas.openxmlformats.org/drawingml/2006/main">
            <a:off x="401844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BA95883C-81C2-438B-AD69-F334FE7D2E08}"/>
              </a:ext>
            </a:extLst>
          </p:cNvPr>
          <p:cNvSpPr>
            <a:spLocks xmlns:a="http://schemas.openxmlformats.org/drawingml/2006/main" noGrp="1"/>
          </p:cNvSpPr>
          <p:nvPr/>
        </p:nvSpPr>
        <p:spPr>
          <a:xfrm xmlns:a="http://schemas.openxmlformats.org/drawingml/2006/main">
            <a:off x="408057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3F145914-1FCA-47D1-AE0C-AF604B70E373}"/>
              </a:ext>
            </a:extLst>
          </p:cNvPr>
          <p:cNvSpPr>
            <a:spLocks xmlns:a="http://schemas.openxmlformats.org/drawingml/2006/main" noGrp="1"/>
          </p:cNvSpPr>
          <p:nvPr/>
        </p:nvSpPr>
        <p:spPr>
          <a:xfrm xmlns:a="http://schemas.openxmlformats.org/drawingml/2006/main">
            <a:off x="414271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A4F7E53F-A35F-4EDE-915F-0F624712F0BE}"/>
              </a:ext>
            </a:extLst>
          </p:cNvPr>
          <p:cNvSpPr>
            <a:spLocks xmlns:a="http://schemas.openxmlformats.org/drawingml/2006/main" noGrp="1"/>
          </p:cNvSpPr>
          <p:nvPr/>
        </p:nvSpPr>
        <p:spPr>
          <a:xfrm xmlns:a="http://schemas.openxmlformats.org/drawingml/2006/main">
            <a:off x="420485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279E28E6-825E-413C-836E-D93B15AA562D}"/>
              </a:ext>
            </a:extLst>
          </p:cNvPr>
          <p:cNvSpPr>
            <a:spLocks xmlns:a="http://schemas.openxmlformats.org/drawingml/2006/main" noGrp="1"/>
          </p:cNvSpPr>
          <p:nvPr/>
        </p:nvSpPr>
        <p:spPr>
          <a:xfrm xmlns:a="http://schemas.openxmlformats.org/drawingml/2006/main">
            <a:off x="140866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239B8B62-5EDE-47CB-9C52-E24BF15DBF3C}"/>
              </a:ext>
            </a:extLst>
          </p:cNvPr>
          <p:cNvSpPr>
            <a:spLocks xmlns:a="http://schemas.openxmlformats.org/drawingml/2006/main" noGrp="1"/>
          </p:cNvSpPr>
          <p:nvPr/>
        </p:nvSpPr>
        <p:spPr>
          <a:xfrm xmlns:a="http://schemas.openxmlformats.org/drawingml/2006/main">
            <a:off x="147079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743E4E5F-7063-4786-897B-295B12F72661}"/>
              </a:ext>
            </a:extLst>
          </p:cNvPr>
          <p:cNvSpPr>
            <a:spLocks xmlns:a="http://schemas.openxmlformats.org/drawingml/2006/main" noGrp="1"/>
          </p:cNvSpPr>
          <p:nvPr/>
        </p:nvSpPr>
        <p:spPr>
          <a:xfrm xmlns:a="http://schemas.openxmlformats.org/drawingml/2006/main">
            <a:off x="153293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6F44711A-D0B3-499A-8E5F-386616D926DD}"/>
              </a:ext>
            </a:extLst>
          </p:cNvPr>
          <p:cNvSpPr>
            <a:spLocks xmlns:a="http://schemas.openxmlformats.org/drawingml/2006/main" noGrp="1"/>
          </p:cNvSpPr>
          <p:nvPr/>
        </p:nvSpPr>
        <p:spPr>
          <a:xfrm xmlns:a="http://schemas.openxmlformats.org/drawingml/2006/main">
            <a:off x="159507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0993578F-CEDB-4FE6-B0FE-64149D1B67B0}"/>
              </a:ext>
            </a:extLst>
          </p:cNvPr>
          <p:cNvSpPr>
            <a:spLocks xmlns:a="http://schemas.openxmlformats.org/drawingml/2006/main" noGrp="1"/>
          </p:cNvSpPr>
          <p:nvPr/>
        </p:nvSpPr>
        <p:spPr>
          <a:xfrm xmlns:a="http://schemas.openxmlformats.org/drawingml/2006/main">
            <a:off x="165721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FA9B1418-311B-4C70-B5D2-EB55613D3292}"/>
              </a:ext>
            </a:extLst>
          </p:cNvPr>
          <p:cNvSpPr>
            <a:spLocks xmlns:a="http://schemas.openxmlformats.org/drawingml/2006/main" noGrp="1"/>
          </p:cNvSpPr>
          <p:nvPr/>
        </p:nvSpPr>
        <p:spPr>
          <a:xfrm xmlns:a="http://schemas.openxmlformats.org/drawingml/2006/main">
            <a:off x="171934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92F23A4D-AC17-45BB-A76C-99640F510DFE}"/>
              </a:ext>
            </a:extLst>
          </p:cNvPr>
          <p:cNvSpPr>
            <a:spLocks xmlns:a="http://schemas.openxmlformats.org/drawingml/2006/main" noGrp="1"/>
          </p:cNvSpPr>
          <p:nvPr/>
        </p:nvSpPr>
        <p:spPr>
          <a:xfrm xmlns:a="http://schemas.openxmlformats.org/drawingml/2006/main">
            <a:off x="178148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39295E73-C081-4877-B52A-583FF38EEC30}"/>
              </a:ext>
            </a:extLst>
          </p:cNvPr>
          <p:cNvSpPr>
            <a:spLocks xmlns:a="http://schemas.openxmlformats.org/drawingml/2006/main" noGrp="1"/>
          </p:cNvSpPr>
          <p:nvPr/>
        </p:nvSpPr>
        <p:spPr>
          <a:xfrm xmlns:a="http://schemas.openxmlformats.org/drawingml/2006/main">
            <a:off x="184362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0C8A171D-B7F7-4025-A454-025B1FADAE4E}"/>
              </a:ext>
            </a:extLst>
          </p:cNvPr>
          <p:cNvSpPr>
            <a:spLocks xmlns:a="http://schemas.openxmlformats.org/drawingml/2006/main" noGrp="1"/>
          </p:cNvSpPr>
          <p:nvPr/>
        </p:nvSpPr>
        <p:spPr>
          <a:xfrm xmlns:a="http://schemas.openxmlformats.org/drawingml/2006/main">
            <a:off x="190576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A20559C7-597D-47B9-B458-C22EEAE69B99}"/>
              </a:ext>
            </a:extLst>
          </p:cNvPr>
          <p:cNvSpPr>
            <a:spLocks xmlns:a="http://schemas.openxmlformats.org/drawingml/2006/main" noGrp="1"/>
          </p:cNvSpPr>
          <p:nvPr/>
        </p:nvSpPr>
        <p:spPr>
          <a:xfrm xmlns:a="http://schemas.openxmlformats.org/drawingml/2006/main">
            <a:off x="196790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2D10246B-F177-40C6-AA90-D2C3DCADEFF3}"/>
              </a:ext>
            </a:extLst>
          </p:cNvPr>
          <p:cNvSpPr>
            <a:spLocks xmlns:a="http://schemas.openxmlformats.org/drawingml/2006/main" noGrp="1"/>
          </p:cNvSpPr>
          <p:nvPr/>
        </p:nvSpPr>
        <p:spPr>
          <a:xfrm xmlns:a="http://schemas.openxmlformats.org/drawingml/2006/main">
            <a:off x="203003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64B20DCF-E1DE-4F20-8E2A-E1D29E5E2135}"/>
              </a:ext>
            </a:extLst>
          </p:cNvPr>
          <p:cNvSpPr>
            <a:spLocks xmlns:a="http://schemas.openxmlformats.org/drawingml/2006/main" noGrp="1"/>
          </p:cNvSpPr>
          <p:nvPr/>
        </p:nvSpPr>
        <p:spPr>
          <a:xfrm xmlns:a="http://schemas.openxmlformats.org/drawingml/2006/main">
            <a:off x="209217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F6689F7B-22ED-4EA0-82DD-8E7CA2786027}"/>
              </a:ext>
            </a:extLst>
          </p:cNvPr>
          <p:cNvSpPr>
            <a:spLocks xmlns:a="http://schemas.openxmlformats.org/drawingml/2006/main" noGrp="1"/>
          </p:cNvSpPr>
          <p:nvPr/>
        </p:nvSpPr>
        <p:spPr>
          <a:xfrm xmlns:a="http://schemas.openxmlformats.org/drawingml/2006/main">
            <a:off x="215431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9017F2C1-C56C-4DBC-94D8-5A27C7F78993}"/>
              </a:ext>
            </a:extLst>
          </p:cNvPr>
          <p:cNvSpPr>
            <a:spLocks xmlns:a="http://schemas.openxmlformats.org/drawingml/2006/main" noGrp="1"/>
          </p:cNvSpPr>
          <p:nvPr/>
        </p:nvSpPr>
        <p:spPr>
          <a:xfrm xmlns:a="http://schemas.openxmlformats.org/drawingml/2006/main">
            <a:off x="221645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852FE872-11F9-460C-8B87-92BB2E8AF325}"/>
              </a:ext>
            </a:extLst>
          </p:cNvPr>
          <p:cNvSpPr>
            <a:spLocks xmlns:a="http://schemas.openxmlformats.org/drawingml/2006/main" noGrp="1"/>
          </p:cNvSpPr>
          <p:nvPr/>
        </p:nvSpPr>
        <p:spPr>
          <a:xfrm xmlns:a="http://schemas.openxmlformats.org/drawingml/2006/main">
            <a:off x="227858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8B4B9567-2C65-4EDE-A93F-B2885ACC4A66}"/>
              </a:ext>
            </a:extLst>
          </p:cNvPr>
          <p:cNvSpPr>
            <a:spLocks xmlns:a="http://schemas.openxmlformats.org/drawingml/2006/main" noGrp="1"/>
          </p:cNvSpPr>
          <p:nvPr/>
        </p:nvSpPr>
        <p:spPr>
          <a:xfrm xmlns:a="http://schemas.openxmlformats.org/drawingml/2006/main">
            <a:off x="234072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57519710-4286-48B9-B983-3887944708FD}"/>
              </a:ext>
            </a:extLst>
          </p:cNvPr>
          <p:cNvSpPr>
            <a:spLocks xmlns:a="http://schemas.openxmlformats.org/drawingml/2006/main" noGrp="1"/>
          </p:cNvSpPr>
          <p:nvPr/>
        </p:nvSpPr>
        <p:spPr>
          <a:xfrm xmlns:a="http://schemas.openxmlformats.org/drawingml/2006/main">
            <a:off x="240286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96711EFB-BDAD-4344-9739-53F94117B1E0}"/>
              </a:ext>
            </a:extLst>
          </p:cNvPr>
          <p:cNvSpPr>
            <a:spLocks xmlns:a="http://schemas.openxmlformats.org/drawingml/2006/main" noGrp="1"/>
          </p:cNvSpPr>
          <p:nvPr/>
        </p:nvSpPr>
        <p:spPr>
          <a:xfrm xmlns:a="http://schemas.openxmlformats.org/drawingml/2006/main">
            <a:off x="246500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2C588205-0453-47CD-8497-7528FE3B0142}"/>
              </a:ext>
            </a:extLst>
          </p:cNvPr>
          <p:cNvSpPr>
            <a:spLocks xmlns:a="http://schemas.openxmlformats.org/drawingml/2006/main" noGrp="1"/>
          </p:cNvSpPr>
          <p:nvPr/>
        </p:nvSpPr>
        <p:spPr>
          <a:xfrm xmlns:a="http://schemas.openxmlformats.org/drawingml/2006/main">
            <a:off x="252713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A6B019C0-DE9A-4118-A0E6-E98A21A33B26}"/>
              </a:ext>
            </a:extLst>
          </p:cNvPr>
          <p:cNvSpPr>
            <a:spLocks xmlns:a="http://schemas.openxmlformats.org/drawingml/2006/main" noGrp="1"/>
          </p:cNvSpPr>
          <p:nvPr/>
        </p:nvSpPr>
        <p:spPr>
          <a:xfrm xmlns:a="http://schemas.openxmlformats.org/drawingml/2006/main">
            <a:off x="258927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735A0F96-DB01-468F-A8D3-D2689E5E80E8}"/>
              </a:ext>
            </a:extLst>
          </p:cNvPr>
          <p:cNvSpPr>
            <a:spLocks xmlns:a="http://schemas.openxmlformats.org/drawingml/2006/main" noGrp="1"/>
          </p:cNvSpPr>
          <p:nvPr/>
        </p:nvSpPr>
        <p:spPr>
          <a:xfrm xmlns:a="http://schemas.openxmlformats.org/drawingml/2006/main">
            <a:off x="265141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07327B80-9B16-4DBF-93EA-1386276EEBED}"/>
              </a:ext>
            </a:extLst>
          </p:cNvPr>
          <p:cNvSpPr>
            <a:spLocks xmlns:a="http://schemas.openxmlformats.org/drawingml/2006/main" noGrp="1"/>
          </p:cNvSpPr>
          <p:nvPr/>
        </p:nvSpPr>
        <p:spPr>
          <a:xfrm xmlns:a="http://schemas.openxmlformats.org/drawingml/2006/main">
            <a:off x="271355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47148F25-18F8-4B63-B456-88E6F662F989}"/>
              </a:ext>
            </a:extLst>
          </p:cNvPr>
          <p:cNvSpPr>
            <a:spLocks xmlns:a="http://schemas.openxmlformats.org/drawingml/2006/main" noGrp="1"/>
          </p:cNvSpPr>
          <p:nvPr/>
        </p:nvSpPr>
        <p:spPr>
          <a:xfrm xmlns:a="http://schemas.openxmlformats.org/drawingml/2006/main">
            <a:off x="277568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CB7C02C2-DF94-49DD-997C-E935482E9899}"/>
              </a:ext>
            </a:extLst>
          </p:cNvPr>
          <p:cNvSpPr>
            <a:spLocks xmlns:a="http://schemas.openxmlformats.org/drawingml/2006/main" noGrp="1"/>
          </p:cNvSpPr>
          <p:nvPr/>
        </p:nvSpPr>
        <p:spPr>
          <a:xfrm xmlns:a="http://schemas.openxmlformats.org/drawingml/2006/main">
            <a:off x="283782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292D8E64-2741-49F2-930E-B3C71B14E18B}"/>
              </a:ext>
            </a:extLst>
          </p:cNvPr>
          <p:cNvSpPr>
            <a:spLocks xmlns:a="http://schemas.openxmlformats.org/drawingml/2006/main" noGrp="1"/>
          </p:cNvSpPr>
          <p:nvPr/>
        </p:nvSpPr>
        <p:spPr>
          <a:xfrm xmlns:a="http://schemas.openxmlformats.org/drawingml/2006/main">
            <a:off x="289996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7586DEAD-E368-4CEE-AA25-DEBE8F68D25C}"/>
              </a:ext>
            </a:extLst>
          </p:cNvPr>
          <p:cNvSpPr>
            <a:spLocks xmlns:a="http://schemas.openxmlformats.org/drawingml/2006/main" noGrp="1"/>
          </p:cNvSpPr>
          <p:nvPr/>
        </p:nvSpPr>
        <p:spPr>
          <a:xfrm xmlns:a="http://schemas.openxmlformats.org/drawingml/2006/main">
            <a:off x="296210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75FCBAC6-1BA3-41BA-9AC9-4608F3507E96}"/>
              </a:ext>
            </a:extLst>
          </p:cNvPr>
          <p:cNvSpPr>
            <a:spLocks xmlns:a="http://schemas.openxmlformats.org/drawingml/2006/main" noGrp="1"/>
          </p:cNvSpPr>
          <p:nvPr/>
        </p:nvSpPr>
        <p:spPr>
          <a:xfrm xmlns:a="http://schemas.openxmlformats.org/drawingml/2006/main">
            <a:off x="302423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00C1E325-8CCF-4253-BBF6-111E3B41FC63}"/>
              </a:ext>
            </a:extLst>
          </p:cNvPr>
          <p:cNvSpPr>
            <a:spLocks xmlns:a="http://schemas.openxmlformats.org/drawingml/2006/main" noGrp="1"/>
          </p:cNvSpPr>
          <p:nvPr/>
        </p:nvSpPr>
        <p:spPr>
          <a:xfrm xmlns:a="http://schemas.openxmlformats.org/drawingml/2006/main">
            <a:off x="308637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41A8697E-1A87-49BC-AB98-D1E3258A9ABB}"/>
              </a:ext>
            </a:extLst>
          </p:cNvPr>
          <p:cNvSpPr>
            <a:spLocks xmlns:a="http://schemas.openxmlformats.org/drawingml/2006/main" noGrp="1"/>
          </p:cNvSpPr>
          <p:nvPr/>
        </p:nvSpPr>
        <p:spPr>
          <a:xfrm xmlns:a="http://schemas.openxmlformats.org/drawingml/2006/main">
            <a:off x="314851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34FCD852-66B5-402E-B63F-65E7BBC42303}"/>
              </a:ext>
            </a:extLst>
          </p:cNvPr>
          <p:cNvSpPr>
            <a:spLocks xmlns:a="http://schemas.openxmlformats.org/drawingml/2006/main" noGrp="1"/>
          </p:cNvSpPr>
          <p:nvPr/>
        </p:nvSpPr>
        <p:spPr>
          <a:xfrm xmlns:a="http://schemas.openxmlformats.org/drawingml/2006/main">
            <a:off x="321065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7F8FF946-0BB8-4332-B755-986D5721E5D5}"/>
              </a:ext>
            </a:extLst>
          </p:cNvPr>
          <p:cNvSpPr>
            <a:spLocks xmlns:a="http://schemas.openxmlformats.org/drawingml/2006/main" noGrp="1"/>
          </p:cNvSpPr>
          <p:nvPr/>
        </p:nvSpPr>
        <p:spPr>
          <a:xfrm xmlns:a="http://schemas.openxmlformats.org/drawingml/2006/main">
            <a:off x="327279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0CF66593-8E37-4A67-8CE7-2F89E792395F}"/>
              </a:ext>
            </a:extLst>
          </p:cNvPr>
          <p:cNvSpPr>
            <a:spLocks xmlns:a="http://schemas.openxmlformats.org/drawingml/2006/main" noGrp="1"/>
          </p:cNvSpPr>
          <p:nvPr/>
        </p:nvSpPr>
        <p:spPr>
          <a:xfrm xmlns:a="http://schemas.openxmlformats.org/drawingml/2006/main">
            <a:off x="333492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D947DDDC-730B-4766-91D7-32B9866D51F7}"/>
              </a:ext>
            </a:extLst>
          </p:cNvPr>
          <p:cNvSpPr>
            <a:spLocks xmlns:a="http://schemas.openxmlformats.org/drawingml/2006/main" noGrp="1"/>
          </p:cNvSpPr>
          <p:nvPr/>
        </p:nvSpPr>
        <p:spPr>
          <a:xfrm xmlns:a="http://schemas.openxmlformats.org/drawingml/2006/main">
            <a:off x="339706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0E89D2B3-922D-43F2-AFF0-465DBBD5F702}"/>
              </a:ext>
            </a:extLst>
          </p:cNvPr>
          <p:cNvSpPr>
            <a:spLocks xmlns:a="http://schemas.openxmlformats.org/drawingml/2006/main" noGrp="1"/>
          </p:cNvSpPr>
          <p:nvPr/>
        </p:nvSpPr>
        <p:spPr>
          <a:xfrm xmlns:a="http://schemas.openxmlformats.org/drawingml/2006/main">
            <a:off x="345920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47D926DE-DA38-406D-9F88-8D94AE9B7BD2}"/>
              </a:ext>
            </a:extLst>
          </p:cNvPr>
          <p:cNvSpPr>
            <a:spLocks xmlns:a="http://schemas.openxmlformats.org/drawingml/2006/main" noGrp="1"/>
          </p:cNvSpPr>
          <p:nvPr/>
        </p:nvSpPr>
        <p:spPr>
          <a:xfrm xmlns:a="http://schemas.openxmlformats.org/drawingml/2006/main">
            <a:off x="352134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2CC40780-AC24-4028-8B5D-1EBCB63B5DBA}"/>
              </a:ext>
            </a:extLst>
          </p:cNvPr>
          <p:cNvSpPr>
            <a:spLocks xmlns:a="http://schemas.openxmlformats.org/drawingml/2006/main" noGrp="1"/>
          </p:cNvSpPr>
          <p:nvPr/>
        </p:nvSpPr>
        <p:spPr>
          <a:xfrm xmlns:a="http://schemas.openxmlformats.org/drawingml/2006/main">
            <a:off x="358347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729A1ED1-6A2D-415B-B3CF-CB4BF4A52489}"/>
              </a:ext>
            </a:extLst>
          </p:cNvPr>
          <p:cNvSpPr>
            <a:spLocks xmlns:a="http://schemas.openxmlformats.org/drawingml/2006/main" noGrp="1"/>
          </p:cNvSpPr>
          <p:nvPr/>
        </p:nvSpPr>
        <p:spPr>
          <a:xfrm xmlns:a="http://schemas.openxmlformats.org/drawingml/2006/main">
            <a:off x="364561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9BE48DB4-D9A8-43EE-BA7E-8A0E33620B9B}"/>
              </a:ext>
            </a:extLst>
          </p:cNvPr>
          <p:cNvSpPr>
            <a:spLocks xmlns:a="http://schemas.openxmlformats.org/drawingml/2006/main" noGrp="1"/>
          </p:cNvSpPr>
          <p:nvPr/>
        </p:nvSpPr>
        <p:spPr>
          <a:xfrm xmlns:a="http://schemas.openxmlformats.org/drawingml/2006/main">
            <a:off x="370775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8FB8D49A-08B0-48B8-8092-EBAA8A0D5217}"/>
              </a:ext>
            </a:extLst>
          </p:cNvPr>
          <p:cNvSpPr>
            <a:spLocks xmlns:a="http://schemas.openxmlformats.org/drawingml/2006/main" noGrp="1"/>
          </p:cNvSpPr>
          <p:nvPr/>
        </p:nvSpPr>
        <p:spPr>
          <a:xfrm xmlns:a="http://schemas.openxmlformats.org/drawingml/2006/main">
            <a:off x="376989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21F17705-4109-4D24-88A4-791D1E1307DA}"/>
              </a:ext>
            </a:extLst>
          </p:cNvPr>
          <p:cNvSpPr>
            <a:spLocks xmlns:a="http://schemas.openxmlformats.org/drawingml/2006/main" noGrp="1"/>
          </p:cNvSpPr>
          <p:nvPr/>
        </p:nvSpPr>
        <p:spPr>
          <a:xfrm xmlns:a="http://schemas.openxmlformats.org/drawingml/2006/main">
            <a:off x="383202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DAB2A368-C4DA-44BA-A535-C575D1A28111}"/>
              </a:ext>
            </a:extLst>
          </p:cNvPr>
          <p:cNvSpPr>
            <a:spLocks xmlns:a="http://schemas.openxmlformats.org/drawingml/2006/main" noGrp="1"/>
          </p:cNvSpPr>
          <p:nvPr/>
        </p:nvSpPr>
        <p:spPr>
          <a:xfrm xmlns:a="http://schemas.openxmlformats.org/drawingml/2006/main">
            <a:off x="389416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82CC6984-A1A4-40F7-9B06-F816BF55898C}"/>
              </a:ext>
            </a:extLst>
          </p:cNvPr>
          <p:cNvSpPr>
            <a:spLocks xmlns:a="http://schemas.openxmlformats.org/drawingml/2006/main" noGrp="1"/>
          </p:cNvSpPr>
          <p:nvPr/>
        </p:nvSpPr>
        <p:spPr>
          <a:xfrm xmlns:a="http://schemas.openxmlformats.org/drawingml/2006/main">
            <a:off x="395630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CED0FB8B-CDA4-4F9C-A194-2413D7FFB71B}"/>
              </a:ext>
            </a:extLst>
          </p:cNvPr>
          <p:cNvSpPr>
            <a:spLocks xmlns:a="http://schemas.openxmlformats.org/drawingml/2006/main" noGrp="1"/>
          </p:cNvSpPr>
          <p:nvPr/>
        </p:nvSpPr>
        <p:spPr>
          <a:xfrm xmlns:a="http://schemas.openxmlformats.org/drawingml/2006/main">
            <a:off x="401844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2C6E2B94-152F-4E49-823E-BD122DDC6FA1}"/>
              </a:ext>
            </a:extLst>
          </p:cNvPr>
          <p:cNvSpPr>
            <a:spLocks xmlns:a="http://schemas.openxmlformats.org/drawingml/2006/main" noGrp="1"/>
          </p:cNvSpPr>
          <p:nvPr/>
        </p:nvSpPr>
        <p:spPr>
          <a:xfrm xmlns:a="http://schemas.openxmlformats.org/drawingml/2006/main">
            <a:off x="408057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3C0CF0D9-5B58-409F-B2B4-1F87AF520250}"/>
              </a:ext>
            </a:extLst>
          </p:cNvPr>
          <p:cNvSpPr>
            <a:spLocks xmlns:a="http://schemas.openxmlformats.org/drawingml/2006/main" noGrp="1"/>
          </p:cNvSpPr>
          <p:nvPr/>
        </p:nvSpPr>
        <p:spPr>
          <a:xfrm xmlns:a="http://schemas.openxmlformats.org/drawingml/2006/main">
            <a:off x="147079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C40ACF81-722F-4A15-88FA-6AF6163AB562}"/>
              </a:ext>
            </a:extLst>
          </p:cNvPr>
          <p:cNvSpPr>
            <a:spLocks xmlns:a="http://schemas.openxmlformats.org/drawingml/2006/main" noGrp="1"/>
          </p:cNvSpPr>
          <p:nvPr/>
        </p:nvSpPr>
        <p:spPr>
          <a:xfrm xmlns:a="http://schemas.openxmlformats.org/drawingml/2006/main">
            <a:off x="153293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C0840BC2-D61A-4684-B409-6BF658AB4199}"/>
              </a:ext>
            </a:extLst>
          </p:cNvPr>
          <p:cNvSpPr>
            <a:spLocks xmlns:a="http://schemas.openxmlformats.org/drawingml/2006/main" noGrp="1"/>
          </p:cNvSpPr>
          <p:nvPr/>
        </p:nvSpPr>
        <p:spPr>
          <a:xfrm xmlns:a="http://schemas.openxmlformats.org/drawingml/2006/main">
            <a:off x="159507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8AC7732B-7A0E-412C-9B6A-EB6461FC5459}"/>
              </a:ext>
            </a:extLst>
          </p:cNvPr>
          <p:cNvSpPr>
            <a:spLocks xmlns:a="http://schemas.openxmlformats.org/drawingml/2006/main" noGrp="1"/>
          </p:cNvSpPr>
          <p:nvPr/>
        </p:nvSpPr>
        <p:spPr>
          <a:xfrm xmlns:a="http://schemas.openxmlformats.org/drawingml/2006/main">
            <a:off x="165721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1284E655-99FA-4B64-890E-887989ACB553}"/>
              </a:ext>
            </a:extLst>
          </p:cNvPr>
          <p:cNvSpPr>
            <a:spLocks xmlns:a="http://schemas.openxmlformats.org/drawingml/2006/main" noGrp="1"/>
          </p:cNvSpPr>
          <p:nvPr/>
        </p:nvSpPr>
        <p:spPr>
          <a:xfrm xmlns:a="http://schemas.openxmlformats.org/drawingml/2006/main">
            <a:off x="171934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19696DF2-BE78-4F67-9359-737733B44EAE}"/>
              </a:ext>
            </a:extLst>
          </p:cNvPr>
          <p:cNvSpPr>
            <a:spLocks xmlns:a="http://schemas.openxmlformats.org/drawingml/2006/main" noGrp="1"/>
          </p:cNvSpPr>
          <p:nvPr/>
        </p:nvSpPr>
        <p:spPr>
          <a:xfrm xmlns:a="http://schemas.openxmlformats.org/drawingml/2006/main">
            <a:off x="178148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4D599111-5865-46C9-BC56-1D29D68E0398}"/>
              </a:ext>
            </a:extLst>
          </p:cNvPr>
          <p:cNvSpPr>
            <a:spLocks xmlns:a="http://schemas.openxmlformats.org/drawingml/2006/main" noGrp="1"/>
          </p:cNvSpPr>
          <p:nvPr/>
        </p:nvSpPr>
        <p:spPr>
          <a:xfrm xmlns:a="http://schemas.openxmlformats.org/drawingml/2006/main">
            <a:off x="184362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DE054CD6-D54B-4AFA-B600-8CC0BB6B678F}"/>
              </a:ext>
            </a:extLst>
          </p:cNvPr>
          <p:cNvSpPr>
            <a:spLocks xmlns:a="http://schemas.openxmlformats.org/drawingml/2006/main" noGrp="1"/>
          </p:cNvSpPr>
          <p:nvPr/>
        </p:nvSpPr>
        <p:spPr>
          <a:xfrm xmlns:a="http://schemas.openxmlformats.org/drawingml/2006/main">
            <a:off x="190576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0A99ABD3-EB27-4236-BE03-C0EDA0B112E0}"/>
              </a:ext>
            </a:extLst>
          </p:cNvPr>
          <p:cNvSpPr>
            <a:spLocks xmlns:a="http://schemas.openxmlformats.org/drawingml/2006/main" noGrp="1"/>
          </p:cNvSpPr>
          <p:nvPr/>
        </p:nvSpPr>
        <p:spPr>
          <a:xfrm xmlns:a="http://schemas.openxmlformats.org/drawingml/2006/main">
            <a:off x="196790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BFBF38B0-4692-42CB-9AB6-0DD3360CCB4F}"/>
              </a:ext>
            </a:extLst>
          </p:cNvPr>
          <p:cNvSpPr>
            <a:spLocks xmlns:a="http://schemas.openxmlformats.org/drawingml/2006/main" noGrp="1"/>
          </p:cNvSpPr>
          <p:nvPr/>
        </p:nvSpPr>
        <p:spPr>
          <a:xfrm xmlns:a="http://schemas.openxmlformats.org/drawingml/2006/main">
            <a:off x="203003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42C73237-ACD2-4874-9A5F-7302DF8FBADA}"/>
              </a:ext>
            </a:extLst>
          </p:cNvPr>
          <p:cNvSpPr>
            <a:spLocks xmlns:a="http://schemas.openxmlformats.org/drawingml/2006/main" noGrp="1"/>
          </p:cNvSpPr>
          <p:nvPr/>
        </p:nvSpPr>
        <p:spPr>
          <a:xfrm xmlns:a="http://schemas.openxmlformats.org/drawingml/2006/main">
            <a:off x="209217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C511739C-6E73-4A73-A451-73BED3B40FFC}"/>
              </a:ext>
            </a:extLst>
          </p:cNvPr>
          <p:cNvSpPr>
            <a:spLocks xmlns:a="http://schemas.openxmlformats.org/drawingml/2006/main" noGrp="1"/>
          </p:cNvSpPr>
          <p:nvPr/>
        </p:nvSpPr>
        <p:spPr>
          <a:xfrm xmlns:a="http://schemas.openxmlformats.org/drawingml/2006/main">
            <a:off x="215431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399F8B34-B427-42C8-A47B-FB301CC1B801}"/>
              </a:ext>
            </a:extLst>
          </p:cNvPr>
          <p:cNvSpPr>
            <a:spLocks xmlns:a="http://schemas.openxmlformats.org/drawingml/2006/main" noGrp="1"/>
          </p:cNvSpPr>
          <p:nvPr/>
        </p:nvSpPr>
        <p:spPr>
          <a:xfrm xmlns:a="http://schemas.openxmlformats.org/drawingml/2006/main">
            <a:off x="221645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E1DA443D-8FDA-4BD1-94A8-845CD35F4FC1}"/>
              </a:ext>
            </a:extLst>
          </p:cNvPr>
          <p:cNvSpPr>
            <a:spLocks xmlns:a="http://schemas.openxmlformats.org/drawingml/2006/main" noGrp="1"/>
          </p:cNvSpPr>
          <p:nvPr/>
        </p:nvSpPr>
        <p:spPr>
          <a:xfrm xmlns:a="http://schemas.openxmlformats.org/drawingml/2006/main">
            <a:off x="227858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5E3523C1-F270-431A-B71D-DBFDE91E6FB5}"/>
              </a:ext>
            </a:extLst>
          </p:cNvPr>
          <p:cNvSpPr>
            <a:spLocks xmlns:a="http://schemas.openxmlformats.org/drawingml/2006/main" noGrp="1"/>
          </p:cNvSpPr>
          <p:nvPr/>
        </p:nvSpPr>
        <p:spPr>
          <a:xfrm xmlns:a="http://schemas.openxmlformats.org/drawingml/2006/main">
            <a:off x="234072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98ABD341-3261-48C9-AB27-341B7DE5DC55}"/>
              </a:ext>
            </a:extLst>
          </p:cNvPr>
          <p:cNvSpPr>
            <a:spLocks xmlns:a="http://schemas.openxmlformats.org/drawingml/2006/main" noGrp="1"/>
          </p:cNvSpPr>
          <p:nvPr/>
        </p:nvSpPr>
        <p:spPr>
          <a:xfrm xmlns:a="http://schemas.openxmlformats.org/drawingml/2006/main">
            <a:off x="240286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2421ABD7-50DE-4801-ABD5-A75F8B35F113}"/>
              </a:ext>
            </a:extLst>
          </p:cNvPr>
          <p:cNvSpPr>
            <a:spLocks xmlns:a="http://schemas.openxmlformats.org/drawingml/2006/main" noGrp="1"/>
          </p:cNvSpPr>
          <p:nvPr/>
        </p:nvSpPr>
        <p:spPr>
          <a:xfrm xmlns:a="http://schemas.openxmlformats.org/drawingml/2006/main">
            <a:off x="246500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30160CA8-B6DF-49C3-9076-71369DF6263E}"/>
              </a:ext>
            </a:extLst>
          </p:cNvPr>
          <p:cNvSpPr>
            <a:spLocks xmlns:a="http://schemas.openxmlformats.org/drawingml/2006/main" noGrp="1"/>
          </p:cNvSpPr>
          <p:nvPr/>
        </p:nvSpPr>
        <p:spPr>
          <a:xfrm xmlns:a="http://schemas.openxmlformats.org/drawingml/2006/main">
            <a:off x="252713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782C1C72-7AB0-4B2B-9229-C4BF7ECF9EC2}"/>
              </a:ext>
            </a:extLst>
          </p:cNvPr>
          <p:cNvSpPr>
            <a:spLocks xmlns:a="http://schemas.openxmlformats.org/drawingml/2006/main" noGrp="1"/>
          </p:cNvSpPr>
          <p:nvPr/>
        </p:nvSpPr>
        <p:spPr>
          <a:xfrm xmlns:a="http://schemas.openxmlformats.org/drawingml/2006/main">
            <a:off x="258927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F4E7855A-9A68-4BE1-8852-ECFB9D750939}"/>
              </a:ext>
            </a:extLst>
          </p:cNvPr>
          <p:cNvSpPr>
            <a:spLocks xmlns:a="http://schemas.openxmlformats.org/drawingml/2006/main" noGrp="1"/>
          </p:cNvSpPr>
          <p:nvPr/>
        </p:nvSpPr>
        <p:spPr>
          <a:xfrm xmlns:a="http://schemas.openxmlformats.org/drawingml/2006/main">
            <a:off x="265141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AD7B176B-4C87-4394-B795-EE423CC8B589}"/>
              </a:ext>
            </a:extLst>
          </p:cNvPr>
          <p:cNvSpPr>
            <a:spLocks xmlns:a="http://schemas.openxmlformats.org/drawingml/2006/main" noGrp="1"/>
          </p:cNvSpPr>
          <p:nvPr/>
        </p:nvSpPr>
        <p:spPr>
          <a:xfrm xmlns:a="http://schemas.openxmlformats.org/drawingml/2006/main">
            <a:off x="271355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78E40472-9F07-4038-B9A6-D20D58F54A1C}"/>
              </a:ext>
            </a:extLst>
          </p:cNvPr>
          <p:cNvSpPr>
            <a:spLocks xmlns:a="http://schemas.openxmlformats.org/drawingml/2006/main" noGrp="1"/>
          </p:cNvSpPr>
          <p:nvPr/>
        </p:nvSpPr>
        <p:spPr>
          <a:xfrm xmlns:a="http://schemas.openxmlformats.org/drawingml/2006/main">
            <a:off x="277568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5B245384-8939-40DB-B594-27FF073B6445}"/>
              </a:ext>
            </a:extLst>
          </p:cNvPr>
          <p:cNvSpPr>
            <a:spLocks xmlns:a="http://schemas.openxmlformats.org/drawingml/2006/main" noGrp="1"/>
          </p:cNvSpPr>
          <p:nvPr/>
        </p:nvSpPr>
        <p:spPr>
          <a:xfrm xmlns:a="http://schemas.openxmlformats.org/drawingml/2006/main">
            <a:off x="283782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F6A82DC3-6EFB-454D-B157-9FCDA0CA66D7}"/>
              </a:ext>
            </a:extLst>
          </p:cNvPr>
          <p:cNvSpPr>
            <a:spLocks xmlns:a="http://schemas.openxmlformats.org/drawingml/2006/main" noGrp="1"/>
          </p:cNvSpPr>
          <p:nvPr/>
        </p:nvSpPr>
        <p:spPr>
          <a:xfrm xmlns:a="http://schemas.openxmlformats.org/drawingml/2006/main">
            <a:off x="289996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A3954925-C19B-46D0-B607-EECE46065416}"/>
              </a:ext>
            </a:extLst>
          </p:cNvPr>
          <p:cNvSpPr>
            <a:spLocks xmlns:a="http://schemas.openxmlformats.org/drawingml/2006/main" noGrp="1"/>
          </p:cNvSpPr>
          <p:nvPr/>
        </p:nvSpPr>
        <p:spPr>
          <a:xfrm xmlns:a="http://schemas.openxmlformats.org/drawingml/2006/main">
            <a:off x="296210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6465E2DD-ACA4-4998-A7CC-AF3FEF613FD4}"/>
              </a:ext>
            </a:extLst>
          </p:cNvPr>
          <p:cNvSpPr>
            <a:spLocks xmlns:a="http://schemas.openxmlformats.org/drawingml/2006/main" noGrp="1"/>
          </p:cNvSpPr>
          <p:nvPr/>
        </p:nvSpPr>
        <p:spPr>
          <a:xfrm xmlns:a="http://schemas.openxmlformats.org/drawingml/2006/main">
            <a:off x="302423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8E7920FD-A0DD-4AE2-826C-018F072584A5}"/>
              </a:ext>
            </a:extLst>
          </p:cNvPr>
          <p:cNvSpPr>
            <a:spLocks xmlns:a="http://schemas.openxmlformats.org/drawingml/2006/main" noGrp="1"/>
          </p:cNvSpPr>
          <p:nvPr/>
        </p:nvSpPr>
        <p:spPr>
          <a:xfrm xmlns:a="http://schemas.openxmlformats.org/drawingml/2006/main">
            <a:off x="308637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A7A39C29-39E3-4289-84AF-7867E276E03A}"/>
              </a:ext>
            </a:extLst>
          </p:cNvPr>
          <p:cNvSpPr>
            <a:spLocks xmlns:a="http://schemas.openxmlformats.org/drawingml/2006/main" noGrp="1"/>
          </p:cNvSpPr>
          <p:nvPr/>
        </p:nvSpPr>
        <p:spPr>
          <a:xfrm xmlns:a="http://schemas.openxmlformats.org/drawingml/2006/main">
            <a:off x="314851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E2B84494-B77F-4740-A091-6273074E078A}"/>
              </a:ext>
            </a:extLst>
          </p:cNvPr>
          <p:cNvSpPr>
            <a:spLocks xmlns:a="http://schemas.openxmlformats.org/drawingml/2006/main" noGrp="1"/>
          </p:cNvSpPr>
          <p:nvPr/>
        </p:nvSpPr>
        <p:spPr>
          <a:xfrm xmlns:a="http://schemas.openxmlformats.org/drawingml/2006/main">
            <a:off x="321065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0D1BAC96-502C-4EC3-834E-374F53ADB2AF}"/>
              </a:ext>
            </a:extLst>
          </p:cNvPr>
          <p:cNvSpPr>
            <a:spLocks xmlns:a="http://schemas.openxmlformats.org/drawingml/2006/main" noGrp="1"/>
          </p:cNvSpPr>
          <p:nvPr/>
        </p:nvSpPr>
        <p:spPr>
          <a:xfrm xmlns:a="http://schemas.openxmlformats.org/drawingml/2006/main">
            <a:off x="327279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F853A7C6-2919-4778-9DC2-B93FBC51D97B}"/>
              </a:ext>
            </a:extLst>
          </p:cNvPr>
          <p:cNvSpPr>
            <a:spLocks xmlns:a="http://schemas.openxmlformats.org/drawingml/2006/main" noGrp="1"/>
          </p:cNvSpPr>
          <p:nvPr/>
        </p:nvSpPr>
        <p:spPr>
          <a:xfrm xmlns:a="http://schemas.openxmlformats.org/drawingml/2006/main">
            <a:off x="333492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B483AC76-7322-4C39-90F7-67225F37542F}"/>
              </a:ext>
            </a:extLst>
          </p:cNvPr>
          <p:cNvSpPr>
            <a:spLocks xmlns:a="http://schemas.openxmlformats.org/drawingml/2006/main" noGrp="1"/>
          </p:cNvSpPr>
          <p:nvPr/>
        </p:nvSpPr>
        <p:spPr>
          <a:xfrm xmlns:a="http://schemas.openxmlformats.org/drawingml/2006/main">
            <a:off x="339706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1345C4AB-2B5E-4AE7-860A-BE85960CBFE5}"/>
              </a:ext>
            </a:extLst>
          </p:cNvPr>
          <p:cNvSpPr>
            <a:spLocks xmlns:a="http://schemas.openxmlformats.org/drawingml/2006/main" noGrp="1"/>
          </p:cNvSpPr>
          <p:nvPr/>
        </p:nvSpPr>
        <p:spPr>
          <a:xfrm xmlns:a="http://schemas.openxmlformats.org/drawingml/2006/main">
            <a:off x="345920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C14E6068-08E5-4ACF-8644-09D5A2C976D6}"/>
              </a:ext>
            </a:extLst>
          </p:cNvPr>
          <p:cNvSpPr>
            <a:spLocks xmlns:a="http://schemas.openxmlformats.org/drawingml/2006/main" noGrp="1"/>
          </p:cNvSpPr>
          <p:nvPr/>
        </p:nvSpPr>
        <p:spPr>
          <a:xfrm xmlns:a="http://schemas.openxmlformats.org/drawingml/2006/main">
            <a:off x="352134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F29F278A-ECCD-471E-B3F4-31428F31FE8F}"/>
              </a:ext>
            </a:extLst>
          </p:cNvPr>
          <p:cNvSpPr>
            <a:spLocks xmlns:a="http://schemas.openxmlformats.org/drawingml/2006/main" noGrp="1"/>
          </p:cNvSpPr>
          <p:nvPr/>
        </p:nvSpPr>
        <p:spPr>
          <a:xfrm xmlns:a="http://schemas.openxmlformats.org/drawingml/2006/main">
            <a:off x="358347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A433B3E1-0F01-4447-81B1-3EA63D5EF678}"/>
              </a:ext>
            </a:extLst>
          </p:cNvPr>
          <p:cNvSpPr>
            <a:spLocks xmlns:a="http://schemas.openxmlformats.org/drawingml/2006/main" noGrp="1"/>
          </p:cNvSpPr>
          <p:nvPr/>
        </p:nvSpPr>
        <p:spPr>
          <a:xfrm xmlns:a="http://schemas.openxmlformats.org/drawingml/2006/main">
            <a:off x="364561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C58735B1-80AF-40B2-972C-9960F37234FC}"/>
              </a:ext>
            </a:extLst>
          </p:cNvPr>
          <p:cNvSpPr>
            <a:spLocks xmlns:a="http://schemas.openxmlformats.org/drawingml/2006/main" noGrp="1"/>
          </p:cNvSpPr>
          <p:nvPr/>
        </p:nvSpPr>
        <p:spPr>
          <a:xfrm xmlns:a="http://schemas.openxmlformats.org/drawingml/2006/main">
            <a:off x="370775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3E76DF57-05E1-4433-A55E-441865EF926D}"/>
              </a:ext>
            </a:extLst>
          </p:cNvPr>
          <p:cNvSpPr>
            <a:spLocks xmlns:a="http://schemas.openxmlformats.org/drawingml/2006/main" noGrp="1"/>
          </p:cNvSpPr>
          <p:nvPr/>
        </p:nvSpPr>
        <p:spPr>
          <a:xfrm xmlns:a="http://schemas.openxmlformats.org/drawingml/2006/main">
            <a:off x="376989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F321BB31-DD94-4543-BA0C-1E20E62D5D34}"/>
              </a:ext>
            </a:extLst>
          </p:cNvPr>
          <p:cNvSpPr>
            <a:spLocks xmlns:a="http://schemas.openxmlformats.org/drawingml/2006/main" noGrp="1"/>
          </p:cNvSpPr>
          <p:nvPr/>
        </p:nvSpPr>
        <p:spPr>
          <a:xfrm xmlns:a="http://schemas.openxmlformats.org/drawingml/2006/main">
            <a:off x="383202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DC97592D-29DE-4BDE-ABC5-68B585915C56}"/>
              </a:ext>
            </a:extLst>
          </p:cNvPr>
          <p:cNvSpPr>
            <a:spLocks xmlns:a="http://schemas.openxmlformats.org/drawingml/2006/main" noGrp="1"/>
          </p:cNvSpPr>
          <p:nvPr/>
        </p:nvSpPr>
        <p:spPr>
          <a:xfrm xmlns:a="http://schemas.openxmlformats.org/drawingml/2006/main">
            <a:off x="389416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4D694DB2-9AF7-4E64-AC1A-137934FB4B8B}"/>
              </a:ext>
            </a:extLst>
          </p:cNvPr>
          <p:cNvSpPr>
            <a:spLocks xmlns:a="http://schemas.openxmlformats.org/drawingml/2006/main" noGrp="1"/>
          </p:cNvSpPr>
          <p:nvPr/>
        </p:nvSpPr>
        <p:spPr>
          <a:xfrm xmlns:a="http://schemas.openxmlformats.org/drawingml/2006/main">
            <a:off x="395630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2D7076B4-57EC-48BF-B86E-3D1DD7C284D1}"/>
              </a:ext>
            </a:extLst>
          </p:cNvPr>
          <p:cNvSpPr>
            <a:spLocks xmlns:a="http://schemas.openxmlformats.org/drawingml/2006/main" noGrp="1"/>
          </p:cNvSpPr>
          <p:nvPr/>
        </p:nvSpPr>
        <p:spPr>
          <a:xfrm xmlns:a="http://schemas.openxmlformats.org/drawingml/2006/main">
            <a:off x="401844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5820597F-811C-4A65-A8DE-B3E735A6062A}"/>
              </a:ext>
            </a:extLst>
          </p:cNvPr>
          <p:cNvSpPr>
            <a:spLocks xmlns:a="http://schemas.openxmlformats.org/drawingml/2006/main" noGrp="1"/>
          </p:cNvSpPr>
          <p:nvPr/>
        </p:nvSpPr>
        <p:spPr>
          <a:xfrm xmlns:a="http://schemas.openxmlformats.org/drawingml/2006/main">
            <a:off x="408057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0FB12309-3626-4630-86BD-BF6803C51F76}"/>
              </a:ext>
            </a:extLst>
          </p:cNvPr>
          <p:cNvSpPr>
            <a:spLocks xmlns:a="http://schemas.openxmlformats.org/drawingml/2006/main" noGrp="1"/>
          </p:cNvSpPr>
          <p:nvPr/>
        </p:nvSpPr>
        <p:spPr>
          <a:xfrm xmlns:a="http://schemas.openxmlformats.org/drawingml/2006/main">
            <a:off x="414271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D0C620E6-3E72-4A6E-8240-04AAFAF55C78}"/>
              </a:ext>
            </a:extLst>
          </p:cNvPr>
          <p:cNvSpPr>
            <a:spLocks xmlns:a="http://schemas.openxmlformats.org/drawingml/2006/main" noGrp="1"/>
          </p:cNvSpPr>
          <p:nvPr/>
        </p:nvSpPr>
        <p:spPr>
          <a:xfrm xmlns:a="http://schemas.openxmlformats.org/drawingml/2006/main">
            <a:off x="153293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C8F88A46-9C33-460C-AA56-E215B143B0ED}"/>
              </a:ext>
            </a:extLst>
          </p:cNvPr>
          <p:cNvSpPr>
            <a:spLocks xmlns:a="http://schemas.openxmlformats.org/drawingml/2006/main" noGrp="1"/>
          </p:cNvSpPr>
          <p:nvPr/>
        </p:nvSpPr>
        <p:spPr>
          <a:xfrm xmlns:a="http://schemas.openxmlformats.org/drawingml/2006/main">
            <a:off x="159507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1A6A4F90-F25F-41F4-AC8D-D367B55A5B8A}"/>
              </a:ext>
            </a:extLst>
          </p:cNvPr>
          <p:cNvSpPr>
            <a:spLocks xmlns:a="http://schemas.openxmlformats.org/drawingml/2006/main" noGrp="1"/>
          </p:cNvSpPr>
          <p:nvPr/>
        </p:nvSpPr>
        <p:spPr>
          <a:xfrm xmlns:a="http://schemas.openxmlformats.org/drawingml/2006/main">
            <a:off x="165721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57997EE3-1BB2-4E80-8160-23ABC541E629}"/>
              </a:ext>
            </a:extLst>
          </p:cNvPr>
          <p:cNvSpPr>
            <a:spLocks xmlns:a="http://schemas.openxmlformats.org/drawingml/2006/main" noGrp="1"/>
          </p:cNvSpPr>
          <p:nvPr/>
        </p:nvSpPr>
        <p:spPr>
          <a:xfrm xmlns:a="http://schemas.openxmlformats.org/drawingml/2006/main">
            <a:off x="171934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8ED4DD80-3A29-4B21-BD26-EB3A51C1DFB7}"/>
              </a:ext>
            </a:extLst>
          </p:cNvPr>
          <p:cNvSpPr>
            <a:spLocks xmlns:a="http://schemas.openxmlformats.org/drawingml/2006/main" noGrp="1"/>
          </p:cNvSpPr>
          <p:nvPr/>
        </p:nvSpPr>
        <p:spPr>
          <a:xfrm xmlns:a="http://schemas.openxmlformats.org/drawingml/2006/main">
            <a:off x="178148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7EC881F4-D915-4C43-B119-A649FC9A9C4C}"/>
              </a:ext>
            </a:extLst>
          </p:cNvPr>
          <p:cNvSpPr>
            <a:spLocks xmlns:a="http://schemas.openxmlformats.org/drawingml/2006/main" noGrp="1"/>
          </p:cNvSpPr>
          <p:nvPr/>
        </p:nvSpPr>
        <p:spPr>
          <a:xfrm xmlns:a="http://schemas.openxmlformats.org/drawingml/2006/main">
            <a:off x="184362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6485A662-9948-4A4F-B474-115F14AEEB61}"/>
              </a:ext>
            </a:extLst>
          </p:cNvPr>
          <p:cNvSpPr>
            <a:spLocks xmlns:a="http://schemas.openxmlformats.org/drawingml/2006/main" noGrp="1"/>
          </p:cNvSpPr>
          <p:nvPr/>
        </p:nvSpPr>
        <p:spPr>
          <a:xfrm xmlns:a="http://schemas.openxmlformats.org/drawingml/2006/main">
            <a:off x="190576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A8D793C3-449B-48DC-97C9-8C2C67076F88}"/>
              </a:ext>
            </a:extLst>
          </p:cNvPr>
          <p:cNvSpPr>
            <a:spLocks xmlns:a="http://schemas.openxmlformats.org/drawingml/2006/main" noGrp="1"/>
          </p:cNvSpPr>
          <p:nvPr/>
        </p:nvSpPr>
        <p:spPr>
          <a:xfrm xmlns:a="http://schemas.openxmlformats.org/drawingml/2006/main">
            <a:off x="196790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37A85A4F-88AB-4FAF-9AE9-3ED6D52CD3AF}"/>
              </a:ext>
            </a:extLst>
          </p:cNvPr>
          <p:cNvSpPr>
            <a:spLocks xmlns:a="http://schemas.openxmlformats.org/drawingml/2006/main" noGrp="1"/>
          </p:cNvSpPr>
          <p:nvPr/>
        </p:nvSpPr>
        <p:spPr>
          <a:xfrm xmlns:a="http://schemas.openxmlformats.org/drawingml/2006/main">
            <a:off x="203003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CCBE819B-501D-4FA2-A306-ACEC5C6293CD}"/>
              </a:ext>
            </a:extLst>
          </p:cNvPr>
          <p:cNvSpPr>
            <a:spLocks xmlns:a="http://schemas.openxmlformats.org/drawingml/2006/main" noGrp="1"/>
          </p:cNvSpPr>
          <p:nvPr/>
        </p:nvSpPr>
        <p:spPr>
          <a:xfrm xmlns:a="http://schemas.openxmlformats.org/drawingml/2006/main">
            <a:off x="209217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D5DCADA0-87F2-4E65-9B69-6837790F1BED}"/>
              </a:ext>
            </a:extLst>
          </p:cNvPr>
          <p:cNvSpPr>
            <a:spLocks xmlns:a="http://schemas.openxmlformats.org/drawingml/2006/main" noGrp="1"/>
          </p:cNvSpPr>
          <p:nvPr/>
        </p:nvSpPr>
        <p:spPr>
          <a:xfrm xmlns:a="http://schemas.openxmlformats.org/drawingml/2006/main">
            <a:off x="215431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D875E893-F283-4E2C-9E97-5AB39C005EFF}"/>
              </a:ext>
            </a:extLst>
          </p:cNvPr>
          <p:cNvSpPr>
            <a:spLocks xmlns:a="http://schemas.openxmlformats.org/drawingml/2006/main" noGrp="1"/>
          </p:cNvSpPr>
          <p:nvPr/>
        </p:nvSpPr>
        <p:spPr>
          <a:xfrm xmlns:a="http://schemas.openxmlformats.org/drawingml/2006/main">
            <a:off x="221645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F04E8E0B-E1F9-4238-8CDE-07F3F7C75531}"/>
              </a:ext>
            </a:extLst>
          </p:cNvPr>
          <p:cNvSpPr>
            <a:spLocks xmlns:a="http://schemas.openxmlformats.org/drawingml/2006/main" noGrp="1"/>
          </p:cNvSpPr>
          <p:nvPr/>
        </p:nvSpPr>
        <p:spPr>
          <a:xfrm xmlns:a="http://schemas.openxmlformats.org/drawingml/2006/main">
            <a:off x="227858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CD81E2A6-881A-49BB-885C-C8B261A6B1C4}"/>
              </a:ext>
            </a:extLst>
          </p:cNvPr>
          <p:cNvSpPr>
            <a:spLocks xmlns:a="http://schemas.openxmlformats.org/drawingml/2006/main" noGrp="1"/>
          </p:cNvSpPr>
          <p:nvPr/>
        </p:nvSpPr>
        <p:spPr>
          <a:xfrm xmlns:a="http://schemas.openxmlformats.org/drawingml/2006/main">
            <a:off x="234072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121C0B9A-8A29-4EFC-B59E-09992E4DCB44}"/>
              </a:ext>
            </a:extLst>
          </p:cNvPr>
          <p:cNvSpPr>
            <a:spLocks xmlns:a="http://schemas.openxmlformats.org/drawingml/2006/main" noGrp="1"/>
          </p:cNvSpPr>
          <p:nvPr/>
        </p:nvSpPr>
        <p:spPr>
          <a:xfrm xmlns:a="http://schemas.openxmlformats.org/drawingml/2006/main">
            <a:off x="240286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B9062226-068E-4BC0-A9B6-CF3AD7DD5E1A}"/>
              </a:ext>
            </a:extLst>
          </p:cNvPr>
          <p:cNvSpPr>
            <a:spLocks xmlns:a="http://schemas.openxmlformats.org/drawingml/2006/main" noGrp="1"/>
          </p:cNvSpPr>
          <p:nvPr/>
        </p:nvSpPr>
        <p:spPr>
          <a:xfrm xmlns:a="http://schemas.openxmlformats.org/drawingml/2006/main">
            <a:off x="246500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4678906B-A48F-42B9-A3DD-539AA7085B24}"/>
              </a:ext>
            </a:extLst>
          </p:cNvPr>
          <p:cNvSpPr>
            <a:spLocks xmlns:a="http://schemas.openxmlformats.org/drawingml/2006/main" noGrp="1"/>
          </p:cNvSpPr>
          <p:nvPr/>
        </p:nvSpPr>
        <p:spPr>
          <a:xfrm xmlns:a="http://schemas.openxmlformats.org/drawingml/2006/main">
            <a:off x="252713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9CFDC9B5-6A06-4636-979A-BFFB7444C5B5}"/>
              </a:ext>
            </a:extLst>
          </p:cNvPr>
          <p:cNvSpPr>
            <a:spLocks xmlns:a="http://schemas.openxmlformats.org/drawingml/2006/main" noGrp="1"/>
          </p:cNvSpPr>
          <p:nvPr/>
        </p:nvSpPr>
        <p:spPr>
          <a:xfrm xmlns:a="http://schemas.openxmlformats.org/drawingml/2006/main">
            <a:off x="258927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E7D0D102-3656-4D3D-80AE-F6390C55F50D}"/>
              </a:ext>
            </a:extLst>
          </p:cNvPr>
          <p:cNvSpPr>
            <a:spLocks xmlns:a="http://schemas.openxmlformats.org/drawingml/2006/main" noGrp="1"/>
          </p:cNvSpPr>
          <p:nvPr/>
        </p:nvSpPr>
        <p:spPr>
          <a:xfrm xmlns:a="http://schemas.openxmlformats.org/drawingml/2006/main">
            <a:off x="265141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9761AA28-48A6-4ED2-900F-559DA9547955}"/>
              </a:ext>
            </a:extLst>
          </p:cNvPr>
          <p:cNvSpPr>
            <a:spLocks xmlns:a="http://schemas.openxmlformats.org/drawingml/2006/main" noGrp="1"/>
          </p:cNvSpPr>
          <p:nvPr/>
        </p:nvSpPr>
        <p:spPr>
          <a:xfrm xmlns:a="http://schemas.openxmlformats.org/drawingml/2006/main">
            <a:off x="271355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85E0BC0A-903C-475F-8162-A905C6B0DF1B}"/>
              </a:ext>
            </a:extLst>
          </p:cNvPr>
          <p:cNvSpPr>
            <a:spLocks xmlns:a="http://schemas.openxmlformats.org/drawingml/2006/main" noGrp="1"/>
          </p:cNvSpPr>
          <p:nvPr/>
        </p:nvSpPr>
        <p:spPr>
          <a:xfrm xmlns:a="http://schemas.openxmlformats.org/drawingml/2006/main">
            <a:off x="277568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41A476AF-BBB1-4C38-94A5-AC834F59E66E}"/>
              </a:ext>
            </a:extLst>
          </p:cNvPr>
          <p:cNvSpPr>
            <a:spLocks xmlns:a="http://schemas.openxmlformats.org/drawingml/2006/main" noGrp="1"/>
          </p:cNvSpPr>
          <p:nvPr/>
        </p:nvSpPr>
        <p:spPr>
          <a:xfrm xmlns:a="http://schemas.openxmlformats.org/drawingml/2006/main">
            <a:off x="283782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2B626C35-AA8B-4BC8-AB50-A65D85ECF919}"/>
              </a:ext>
            </a:extLst>
          </p:cNvPr>
          <p:cNvSpPr>
            <a:spLocks xmlns:a="http://schemas.openxmlformats.org/drawingml/2006/main" noGrp="1"/>
          </p:cNvSpPr>
          <p:nvPr/>
        </p:nvSpPr>
        <p:spPr>
          <a:xfrm xmlns:a="http://schemas.openxmlformats.org/drawingml/2006/main">
            <a:off x="289996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78801839-3A2F-41A4-AFBA-832BED83DFE5}"/>
              </a:ext>
            </a:extLst>
          </p:cNvPr>
          <p:cNvSpPr>
            <a:spLocks xmlns:a="http://schemas.openxmlformats.org/drawingml/2006/main" noGrp="1"/>
          </p:cNvSpPr>
          <p:nvPr/>
        </p:nvSpPr>
        <p:spPr>
          <a:xfrm xmlns:a="http://schemas.openxmlformats.org/drawingml/2006/main">
            <a:off x="296210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45AF0921-5B65-4A2E-BB71-F24D243CFCF6}"/>
              </a:ext>
            </a:extLst>
          </p:cNvPr>
          <p:cNvSpPr>
            <a:spLocks xmlns:a="http://schemas.openxmlformats.org/drawingml/2006/main" noGrp="1"/>
          </p:cNvSpPr>
          <p:nvPr/>
        </p:nvSpPr>
        <p:spPr>
          <a:xfrm xmlns:a="http://schemas.openxmlformats.org/drawingml/2006/main">
            <a:off x="302423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E75047C8-78C3-46A9-9D0E-9569E091E407}"/>
              </a:ext>
            </a:extLst>
          </p:cNvPr>
          <p:cNvSpPr>
            <a:spLocks xmlns:a="http://schemas.openxmlformats.org/drawingml/2006/main" noGrp="1"/>
          </p:cNvSpPr>
          <p:nvPr/>
        </p:nvSpPr>
        <p:spPr>
          <a:xfrm xmlns:a="http://schemas.openxmlformats.org/drawingml/2006/main">
            <a:off x="308637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C1C597FE-040F-4F12-AFC9-E1A6220F7FF9}"/>
              </a:ext>
            </a:extLst>
          </p:cNvPr>
          <p:cNvSpPr>
            <a:spLocks xmlns:a="http://schemas.openxmlformats.org/drawingml/2006/main" noGrp="1"/>
          </p:cNvSpPr>
          <p:nvPr/>
        </p:nvSpPr>
        <p:spPr>
          <a:xfrm xmlns:a="http://schemas.openxmlformats.org/drawingml/2006/main">
            <a:off x="314851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78E5B839-96B3-4143-83D4-7750B2B73422}"/>
              </a:ext>
            </a:extLst>
          </p:cNvPr>
          <p:cNvSpPr>
            <a:spLocks xmlns:a="http://schemas.openxmlformats.org/drawingml/2006/main" noGrp="1"/>
          </p:cNvSpPr>
          <p:nvPr/>
        </p:nvSpPr>
        <p:spPr>
          <a:xfrm xmlns:a="http://schemas.openxmlformats.org/drawingml/2006/main">
            <a:off x="321065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79E1BE0C-DA90-42F8-BC87-F607DEDC3F5D}"/>
              </a:ext>
            </a:extLst>
          </p:cNvPr>
          <p:cNvSpPr>
            <a:spLocks xmlns:a="http://schemas.openxmlformats.org/drawingml/2006/main" noGrp="1"/>
          </p:cNvSpPr>
          <p:nvPr/>
        </p:nvSpPr>
        <p:spPr>
          <a:xfrm xmlns:a="http://schemas.openxmlformats.org/drawingml/2006/main">
            <a:off x="327279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45BB2C85-C822-42F5-934D-9C752E0EF5C6}"/>
              </a:ext>
            </a:extLst>
          </p:cNvPr>
          <p:cNvSpPr>
            <a:spLocks xmlns:a="http://schemas.openxmlformats.org/drawingml/2006/main" noGrp="1"/>
          </p:cNvSpPr>
          <p:nvPr/>
        </p:nvSpPr>
        <p:spPr>
          <a:xfrm xmlns:a="http://schemas.openxmlformats.org/drawingml/2006/main">
            <a:off x="333492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3944EF7D-88CA-446D-B2F3-BBC18123A1FA}"/>
              </a:ext>
            </a:extLst>
          </p:cNvPr>
          <p:cNvSpPr>
            <a:spLocks xmlns:a="http://schemas.openxmlformats.org/drawingml/2006/main" noGrp="1"/>
          </p:cNvSpPr>
          <p:nvPr/>
        </p:nvSpPr>
        <p:spPr>
          <a:xfrm xmlns:a="http://schemas.openxmlformats.org/drawingml/2006/main">
            <a:off x="339706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85B17FA5-3104-4B59-8566-1DB8419F92A7}"/>
              </a:ext>
            </a:extLst>
          </p:cNvPr>
          <p:cNvSpPr>
            <a:spLocks xmlns:a="http://schemas.openxmlformats.org/drawingml/2006/main" noGrp="1"/>
          </p:cNvSpPr>
          <p:nvPr/>
        </p:nvSpPr>
        <p:spPr>
          <a:xfrm xmlns:a="http://schemas.openxmlformats.org/drawingml/2006/main">
            <a:off x="345920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5A25421D-D35A-4018-A88E-9A3D0963B350}"/>
              </a:ext>
            </a:extLst>
          </p:cNvPr>
          <p:cNvSpPr>
            <a:spLocks xmlns:a="http://schemas.openxmlformats.org/drawingml/2006/main" noGrp="1"/>
          </p:cNvSpPr>
          <p:nvPr/>
        </p:nvSpPr>
        <p:spPr>
          <a:xfrm xmlns:a="http://schemas.openxmlformats.org/drawingml/2006/main">
            <a:off x="352134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373232BA-6DED-4AF5-A180-F945745BCB59}"/>
              </a:ext>
            </a:extLst>
          </p:cNvPr>
          <p:cNvSpPr>
            <a:spLocks xmlns:a="http://schemas.openxmlformats.org/drawingml/2006/main" noGrp="1"/>
          </p:cNvSpPr>
          <p:nvPr/>
        </p:nvSpPr>
        <p:spPr>
          <a:xfrm xmlns:a="http://schemas.openxmlformats.org/drawingml/2006/main">
            <a:off x="358347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3FFF09FA-7084-44C1-8B3B-AD0DE06176A6}"/>
              </a:ext>
            </a:extLst>
          </p:cNvPr>
          <p:cNvSpPr>
            <a:spLocks xmlns:a="http://schemas.openxmlformats.org/drawingml/2006/main" noGrp="1"/>
          </p:cNvSpPr>
          <p:nvPr/>
        </p:nvSpPr>
        <p:spPr>
          <a:xfrm xmlns:a="http://schemas.openxmlformats.org/drawingml/2006/main">
            <a:off x="364561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CC0C2DB8-2641-490A-8E09-13D3285B487E}"/>
              </a:ext>
            </a:extLst>
          </p:cNvPr>
          <p:cNvSpPr>
            <a:spLocks xmlns:a="http://schemas.openxmlformats.org/drawingml/2006/main" noGrp="1"/>
          </p:cNvSpPr>
          <p:nvPr/>
        </p:nvSpPr>
        <p:spPr>
          <a:xfrm xmlns:a="http://schemas.openxmlformats.org/drawingml/2006/main">
            <a:off x="370775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C859B312-C392-4AB2-8E73-EFD157C54C43}"/>
              </a:ext>
            </a:extLst>
          </p:cNvPr>
          <p:cNvSpPr>
            <a:spLocks xmlns:a="http://schemas.openxmlformats.org/drawingml/2006/main" noGrp="1"/>
          </p:cNvSpPr>
          <p:nvPr/>
        </p:nvSpPr>
        <p:spPr>
          <a:xfrm xmlns:a="http://schemas.openxmlformats.org/drawingml/2006/main">
            <a:off x="376989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1197AB44-A52A-4E79-BF2C-F92833C7F34B}"/>
              </a:ext>
            </a:extLst>
          </p:cNvPr>
          <p:cNvSpPr>
            <a:spLocks xmlns:a="http://schemas.openxmlformats.org/drawingml/2006/main" noGrp="1"/>
          </p:cNvSpPr>
          <p:nvPr/>
        </p:nvSpPr>
        <p:spPr>
          <a:xfrm xmlns:a="http://schemas.openxmlformats.org/drawingml/2006/main">
            <a:off x="383202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A72D96BE-9D62-4C36-A79A-2FF9FC82BF35}"/>
              </a:ext>
            </a:extLst>
          </p:cNvPr>
          <p:cNvSpPr>
            <a:spLocks xmlns:a="http://schemas.openxmlformats.org/drawingml/2006/main" noGrp="1"/>
          </p:cNvSpPr>
          <p:nvPr/>
        </p:nvSpPr>
        <p:spPr>
          <a:xfrm xmlns:a="http://schemas.openxmlformats.org/drawingml/2006/main">
            <a:off x="389416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2F16049A-E8E2-411E-BDF5-405E4506F3DE}"/>
              </a:ext>
            </a:extLst>
          </p:cNvPr>
          <p:cNvSpPr>
            <a:spLocks xmlns:a="http://schemas.openxmlformats.org/drawingml/2006/main" noGrp="1"/>
          </p:cNvSpPr>
          <p:nvPr/>
        </p:nvSpPr>
        <p:spPr>
          <a:xfrm xmlns:a="http://schemas.openxmlformats.org/drawingml/2006/main">
            <a:off x="395630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AFE8DC85-C4F8-43D2-9C5F-51B1C953014B}"/>
              </a:ext>
            </a:extLst>
          </p:cNvPr>
          <p:cNvSpPr>
            <a:spLocks xmlns:a="http://schemas.openxmlformats.org/drawingml/2006/main" noGrp="1"/>
          </p:cNvSpPr>
          <p:nvPr/>
        </p:nvSpPr>
        <p:spPr>
          <a:xfrm xmlns:a="http://schemas.openxmlformats.org/drawingml/2006/main">
            <a:off x="401844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74B7E397-4B6F-4E47-8EE1-788A01F78FDF}"/>
              </a:ext>
            </a:extLst>
          </p:cNvPr>
          <p:cNvSpPr>
            <a:spLocks xmlns:a="http://schemas.openxmlformats.org/drawingml/2006/main" noGrp="1"/>
          </p:cNvSpPr>
          <p:nvPr/>
        </p:nvSpPr>
        <p:spPr>
          <a:xfrm xmlns:a="http://schemas.openxmlformats.org/drawingml/2006/main">
            <a:off x="408057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F9F9298E-1F7B-415D-ACB5-ACCA95392E23}"/>
              </a:ext>
            </a:extLst>
          </p:cNvPr>
          <p:cNvSpPr>
            <a:spLocks xmlns:a="http://schemas.openxmlformats.org/drawingml/2006/main" noGrp="1"/>
          </p:cNvSpPr>
          <p:nvPr/>
        </p:nvSpPr>
        <p:spPr>
          <a:xfrm xmlns:a="http://schemas.openxmlformats.org/drawingml/2006/main">
            <a:off x="414271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01AD940F-3582-40EF-AE28-36D70176EEB6}"/>
              </a:ext>
            </a:extLst>
          </p:cNvPr>
          <p:cNvSpPr>
            <a:spLocks xmlns:a="http://schemas.openxmlformats.org/drawingml/2006/main" noGrp="1"/>
          </p:cNvSpPr>
          <p:nvPr/>
        </p:nvSpPr>
        <p:spPr>
          <a:xfrm xmlns:a="http://schemas.openxmlformats.org/drawingml/2006/main">
            <a:off x="451554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09B93B84-0EAE-4963-BB88-8E663A4D7FEC}"/>
              </a:ext>
            </a:extLst>
          </p:cNvPr>
          <p:cNvSpPr>
            <a:spLocks xmlns:a="http://schemas.openxmlformats.org/drawingml/2006/main" noGrp="1"/>
          </p:cNvSpPr>
          <p:nvPr/>
        </p:nvSpPr>
        <p:spPr>
          <a:xfrm xmlns:a="http://schemas.openxmlformats.org/drawingml/2006/main">
            <a:off x="153293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C68A967D-D0D8-444A-B3C0-899958D9AF96}"/>
              </a:ext>
            </a:extLst>
          </p:cNvPr>
          <p:cNvSpPr>
            <a:spLocks xmlns:a="http://schemas.openxmlformats.org/drawingml/2006/main" noGrp="1"/>
          </p:cNvSpPr>
          <p:nvPr/>
        </p:nvSpPr>
        <p:spPr>
          <a:xfrm xmlns:a="http://schemas.openxmlformats.org/drawingml/2006/main">
            <a:off x="159507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D3B42C0E-F10A-4908-A55C-7C21312CA5CD}"/>
              </a:ext>
            </a:extLst>
          </p:cNvPr>
          <p:cNvSpPr>
            <a:spLocks xmlns:a="http://schemas.openxmlformats.org/drawingml/2006/main" noGrp="1"/>
          </p:cNvSpPr>
          <p:nvPr/>
        </p:nvSpPr>
        <p:spPr>
          <a:xfrm xmlns:a="http://schemas.openxmlformats.org/drawingml/2006/main">
            <a:off x="165721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D8561A7B-B1FE-400E-B17C-CCD4334DC53B}"/>
              </a:ext>
            </a:extLst>
          </p:cNvPr>
          <p:cNvSpPr>
            <a:spLocks xmlns:a="http://schemas.openxmlformats.org/drawingml/2006/main" noGrp="1"/>
          </p:cNvSpPr>
          <p:nvPr/>
        </p:nvSpPr>
        <p:spPr>
          <a:xfrm xmlns:a="http://schemas.openxmlformats.org/drawingml/2006/main">
            <a:off x="171934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F2D3023D-E3AC-4489-8966-09F9A5E0EFB7}"/>
              </a:ext>
            </a:extLst>
          </p:cNvPr>
          <p:cNvSpPr>
            <a:spLocks xmlns:a="http://schemas.openxmlformats.org/drawingml/2006/main" noGrp="1"/>
          </p:cNvSpPr>
          <p:nvPr/>
        </p:nvSpPr>
        <p:spPr>
          <a:xfrm xmlns:a="http://schemas.openxmlformats.org/drawingml/2006/main">
            <a:off x="178148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76347D0E-75E0-4FBE-82A6-27337D23978A}"/>
              </a:ext>
            </a:extLst>
          </p:cNvPr>
          <p:cNvSpPr>
            <a:spLocks xmlns:a="http://schemas.openxmlformats.org/drawingml/2006/main" noGrp="1"/>
          </p:cNvSpPr>
          <p:nvPr/>
        </p:nvSpPr>
        <p:spPr>
          <a:xfrm xmlns:a="http://schemas.openxmlformats.org/drawingml/2006/main">
            <a:off x="184362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4518F8A0-6556-4D06-99AC-1383C0AC3CBC}"/>
              </a:ext>
            </a:extLst>
          </p:cNvPr>
          <p:cNvSpPr>
            <a:spLocks xmlns:a="http://schemas.openxmlformats.org/drawingml/2006/main" noGrp="1"/>
          </p:cNvSpPr>
          <p:nvPr/>
        </p:nvSpPr>
        <p:spPr>
          <a:xfrm xmlns:a="http://schemas.openxmlformats.org/drawingml/2006/main">
            <a:off x="190576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BB3A0746-6516-4AD1-A76A-95ECF6649A3F}"/>
              </a:ext>
            </a:extLst>
          </p:cNvPr>
          <p:cNvSpPr>
            <a:spLocks xmlns:a="http://schemas.openxmlformats.org/drawingml/2006/main" noGrp="1"/>
          </p:cNvSpPr>
          <p:nvPr/>
        </p:nvSpPr>
        <p:spPr>
          <a:xfrm xmlns:a="http://schemas.openxmlformats.org/drawingml/2006/main">
            <a:off x="196790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992E0711-BD63-412C-8750-1DBD34B28C47}"/>
              </a:ext>
            </a:extLst>
          </p:cNvPr>
          <p:cNvSpPr>
            <a:spLocks xmlns:a="http://schemas.openxmlformats.org/drawingml/2006/main" noGrp="1"/>
          </p:cNvSpPr>
          <p:nvPr/>
        </p:nvSpPr>
        <p:spPr>
          <a:xfrm xmlns:a="http://schemas.openxmlformats.org/drawingml/2006/main">
            <a:off x="203003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54A72B18-764A-4062-B264-823192E442EB}"/>
              </a:ext>
            </a:extLst>
          </p:cNvPr>
          <p:cNvSpPr>
            <a:spLocks xmlns:a="http://schemas.openxmlformats.org/drawingml/2006/main" noGrp="1"/>
          </p:cNvSpPr>
          <p:nvPr/>
        </p:nvSpPr>
        <p:spPr>
          <a:xfrm xmlns:a="http://schemas.openxmlformats.org/drawingml/2006/main">
            <a:off x="209217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3FAAF104-159B-4B29-AE8C-95A214EB3863}"/>
              </a:ext>
            </a:extLst>
          </p:cNvPr>
          <p:cNvSpPr>
            <a:spLocks xmlns:a="http://schemas.openxmlformats.org/drawingml/2006/main" noGrp="1"/>
          </p:cNvSpPr>
          <p:nvPr/>
        </p:nvSpPr>
        <p:spPr>
          <a:xfrm xmlns:a="http://schemas.openxmlformats.org/drawingml/2006/main">
            <a:off x="215431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69B2C191-E524-450C-8470-8F7F8414C061}"/>
              </a:ext>
            </a:extLst>
          </p:cNvPr>
          <p:cNvSpPr>
            <a:spLocks xmlns:a="http://schemas.openxmlformats.org/drawingml/2006/main" noGrp="1"/>
          </p:cNvSpPr>
          <p:nvPr/>
        </p:nvSpPr>
        <p:spPr>
          <a:xfrm xmlns:a="http://schemas.openxmlformats.org/drawingml/2006/main">
            <a:off x="221645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102BDE9A-B475-48FE-A6B2-173BD2483284}"/>
              </a:ext>
            </a:extLst>
          </p:cNvPr>
          <p:cNvSpPr>
            <a:spLocks xmlns:a="http://schemas.openxmlformats.org/drawingml/2006/main" noGrp="1"/>
          </p:cNvSpPr>
          <p:nvPr/>
        </p:nvSpPr>
        <p:spPr>
          <a:xfrm xmlns:a="http://schemas.openxmlformats.org/drawingml/2006/main">
            <a:off x="227858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5C344A63-1231-43DB-B61A-26FC6A2D2A6F}"/>
              </a:ext>
            </a:extLst>
          </p:cNvPr>
          <p:cNvSpPr>
            <a:spLocks xmlns:a="http://schemas.openxmlformats.org/drawingml/2006/main" noGrp="1"/>
          </p:cNvSpPr>
          <p:nvPr/>
        </p:nvSpPr>
        <p:spPr>
          <a:xfrm xmlns:a="http://schemas.openxmlformats.org/drawingml/2006/main">
            <a:off x="234072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3908825B-D294-4260-ACD1-F7080816DDC7}"/>
              </a:ext>
            </a:extLst>
          </p:cNvPr>
          <p:cNvSpPr>
            <a:spLocks xmlns:a="http://schemas.openxmlformats.org/drawingml/2006/main" noGrp="1"/>
          </p:cNvSpPr>
          <p:nvPr/>
        </p:nvSpPr>
        <p:spPr>
          <a:xfrm xmlns:a="http://schemas.openxmlformats.org/drawingml/2006/main">
            <a:off x="240286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CA55A70D-06F3-4AA6-AF78-B88CB6A6753A}"/>
              </a:ext>
            </a:extLst>
          </p:cNvPr>
          <p:cNvSpPr>
            <a:spLocks xmlns:a="http://schemas.openxmlformats.org/drawingml/2006/main" noGrp="1"/>
          </p:cNvSpPr>
          <p:nvPr/>
        </p:nvSpPr>
        <p:spPr>
          <a:xfrm xmlns:a="http://schemas.openxmlformats.org/drawingml/2006/main">
            <a:off x="246500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3E7B85AE-855F-4F1A-8E30-B9369BADB82E}"/>
              </a:ext>
            </a:extLst>
          </p:cNvPr>
          <p:cNvSpPr>
            <a:spLocks xmlns:a="http://schemas.openxmlformats.org/drawingml/2006/main" noGrp="1"/>
          </p:cNvSpPr>
          <p:nvPr/>
        </p:nvSpPr>
        <p:spPr>
          <a:xfrm xmlns:a="http://schemas.openxmlformats.org/drawingml/2006/main">
            <a:off x="252713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B53289DF-C0DD-4981-96E6-D5974EC62BA0}"/>
              </a:ext>
            </a:extLst>
          </p:cNvPr>
          <p:cNvSpPr>
            <a:spLocks xmlns:a="http://schemas.openxmlformats.org/drawingml/2006/main" noGrp="1"/>
          </p:cNvSpPr>
          <p:nvPr/>
        </p:nvSpPr>
        <p:spPr>
          <a:xfrm xmlns:a="http://schemas.openxmlformats.org/drawingml/2006/main">
            <a:off x="258927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A70D3CBA-F4C4-4092-8EE6-FAE4DDD76D7C}"/>
              </a:ext>
            </a:extLst>
          </p:cNvPr>
          <p:cNvSpPr>
            <a:spLocks xmlns:a="http://schemas.openxmlformats.org/drawingml/2006/main" noGrp="1"/>
          </p:cNvSpPr>
          <p:nvPr/>
        </p:nvSpPr>
        <p:spPr>
          <a:xfrm xmlns:a="http://schemas.openxmlformats.org/drawingml/2006/main">
            <a:off x="265141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ECCCA364-062D-483C-BF22-485D5EDE96DC}"/>
              </a:ext>
            </a:extLst>
          </p:cNvPr>
          <p:cNvSpPr>
            <a:spLocks xmlns:a="http://schemas.openxmlformats.org/drawingml/2006/main" noGrp="1"/>
          </p:cNvSpPr>
          <p:nvPr/>
        </p:nvSpPr>
        <p:spPr>
          <a:xfrm xmlns:a="http://schemas.openxmlformats.org/drawingml/2006/main">
            <a:off x="271355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CF6D6013-9276-4312-957F-C295DD96774E}"/>
              </a:ext>
            </a:extLst>
          </p:cNvPr>
          <p:cNvSpPr>
            <a:spLocks xmlns:a="http://schemas.openxmlformats.org/drawingml/2006/main" noGrp="1"/>
          </p:cNvSpPr>
          <p:nvPr/>
        </p:nvSpPr>
        <p:spPr>
          <a:xfrm xmlns:a="http://schemas.openxmlformats.org/drawingml/2006/main">
            <a:off x="277568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2ED0F531-22F9-4F78-99EF-0D19A6E126B8}"/>
              </a:ext>
            </a:extLst>
          </p:cNvPr>
          <p:cNvSpPr>
            <a:spLocks xmlns:a="http://schemas.openxmlformats.org/drawingml/2006/main" noGrp="1"/>
          </p:cNvSpPr>
          <p:nvPr/>
        </p:nvSpPr>
        <p:spPr>
          <a:xfrm xmlns:a="http://schemas.openxmlformats.org/drawingml/2006/main">
            <a:off x="283782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E06B00B1-48DF-45B6-AF9C-131C9977C0DC}"/>
              </a:ext>
            </a:extLst>
          </p:cNvPr>
          <p:cNvSpPr>
            <a:spLocks xmlns:a="http://schemas.openxmlformats.org/drawingml/2006/main" noGrp="1"/>
          </p:cNvSpPr>
          <p:nvPr/>
        </p:nvSpPr>
        <p:spPr>
          <a:xfrm xmlns:a="http://schemas.openxmlformats.org/drawingml/2006/main">
            <a:off x="289996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AE821770-04D1-4F93-BAB5-D8ECF10C0472}"/>
              </a:ext>
            </a:extLst>
          </p:cNvPr>
          <p:cNvSpPr>
            <a:spLocks xmlns:a="http://schemas.openxmlformats.org/drawingml/2006/main" noGrp="1"/>
          </p:cNvSpPr>
          <p:nvPr/>
        </p:nvSpPr>
        <p:spPr>
          <a:xfrm xmlns:a="http://schemas.openxmlformats.org/drawingml/2006/main">
            <a:off x="296210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EA5DC811-E15B-4304-8482-E2557F5286F9}"/>
              </a:ext>
            </a:extLst>
          </p:cNvPr>
          <p:cNvSpPr>
            <a:spLocks xmlns:a="http://schemas.openxmlformats.org/drawingml/2006/main" noGrp="1"/>
          </p:cNvSpPr>
          <p:nvPr/>
        </p:nvSpPr>
        <p:spPr>
          <a:xfrm xmlns:a="http://schemas.openxmlformats.org/drawingml/2006/main">
            <a:off x="302423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A6A2F952-F5CF-402F-A16C-1F848135DD6F}"/>
              </a:ext>
            </a:extLst>
          </p:cNvPr>
          <p:cNvSpPr>
            <a:spLocks xmlns:a="http://schemas.openxmlformats.org/drawingml/2006/main" noGrp="1"/>
          </p:cNvSpPr>
          <p:nvPr/>
        </p:nvSpPr>
        <p:spPr>
          <a:xfrm xmlns:a="http://schemas.openxmlformats.org/drawingml/2006/main">
            <a:off x="308637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EB5D8414-B187-4D9D-A27B-AE42FA1091F6}"/>
              </a:ext>
            </a:extLst>
          </p:cNvPr>
          <p:cNvSpPr>
            <a:spLocks xmlns:a="http://schemas.openxmlformats.org/drawingml/2006/main" noGrp="1"/>
          </p:cNvSpPr>
          <p:nvPr/>
        </p:nvSpPr>
        <p:spPr>
          <a:xfrm xmlns:a="http://schemas.openxmlformats.org/drawingml/2006/main">
            <a:off x="314851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50944D24-6EB7-4DCF-AF7B-8DB01D3AA396}"/>
              </a:ext>
            </a:extLst>
          </p:cNvPr>
          <p:cNvSpPr>
            <a:spLocks xmlns:a="http://schemas.openxmlformats.org/drawingml/2006/main" noGrp="1"/>
          </p:cNvSpPr>
          <p:nvPr/>
        </p:nvSpPr>
        <p:spPr>
          <a:xfrm xmlns:a="http://schemas.openxmlformats.org/drawingml/2006/main">
            <a:off x="321065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21AFE30B-B484-4920-BD8E-7BE76AD767E2}"/>
              </a:ext>
            </a:extLst>
          </p:cNvPr>
          <p:cNvSpPr>
            <a:spLocks xmlns:a="http://schemas.openxmlformats.org/drawingml/2006/main" noGrp="1"/>
          </p:cNvSpPr>
          <p:nvPr/>
        </p:nvSpPr>
        <p:spPr>
          <a:xfrm xmlns:a="http://schemas.openxmlformats.org/drawingml/2006/main">
            <a:off x="327279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A73FCB69-15F5-496A-A4F3-BE02B7EE6EC5}"/>
              </a:ext>
            </a:extLst>
          </p:cNvPr>
          <p:cNvSpPr>
            <a:spLocks xmlns:a="http://schemas.openxmlformats.org/drawingml/2006/main" noGrp="1"/>
          </p:cNvSpPr>
          <p:nvPr/>
        </p:nvSpPr>
        <p:spPr>
          <a:xfrm xmlns:a="http://schemas.openxmlformats.org/drawingml/2006/main">
            <a:off x="333492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09C57352-7E84-435E-B6EA-4F1E206D4FE9}"/>
              </a:ext>
            </a:extLst>
          </p:cNvPr>
          <p:cNvSpPr>
            <a:spLocks xmlns:a="http://schemas.openxmlformats.org/drawingml/2006/main" noGrp="1"/>
          </p:cNvSpPr>
          <p:nvPr/>
        </p:nvSpPr>
        <p:spPr>
          <a:xfrm xmlns:a="http://schemas.openxmlformats.org/drawingml/2006/main">
            <a:off x="339706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FB812756-AF4F-43E9-A016-34591BCAA266}"/>
              </a:ext>
            </a:extLst>
          </p:cNvPr>
          <p:cNvSpPr>
            <a:spLocks xmlns:a="http://schemas.openxmlformats.org/drawingml/2006/main" noGrp="1"/>
          </p:cNvSpPr>
          <p:nvPr/>
        </p:nvSpPr>
        <p:spPr>
          <a:xfrm xmlns:a="http://schemas.openxmlformats.org/drawingml/2006/main">
            <a:off x="345920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2592BDF1-8A3A-4773-9F64-2AA223ABA06E}"/>
              </a:ext>
            </a:extLst>
          </p:cNvPr>
          <p:cNvSpPr>
            <a:spLocks xmlns:a="http://schemas.openxmlformats.org/drawingml/2006/main" noGrp="1"/>
          </p:cNvSpPr>
          <p:nvPr/>
        </p:nvSpPr>
        <p:spPr>
          <a:xfrm xmlns:a="http://schemas.openxmlformats.org/drawingml/2006/main">
            <a:off x="352134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9D01C7FD-2760-4A71-BCD3-DE18BD5875AE}"/>
              </a:ext>
            </a:extLst>
          </p:cNvPr>
          <p:cNvSpPr>
            <a:spLocks xmlns:a="http://schemas.openxmlformats.org/drawingml/2006/main" noGrp="1"/>
          </p:cNvSpPr>
          <p:nvPr/>
        </p:nvSpPr>
        <p:spPr>
          <a:xfrm xmlns:a="http://schemas.openxmlformats.org/drawingml/2006/main">
            <a:off x="358347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BDA2DAF4-BB3F-4AE5-B90F-02E965350A21}"/>
              </a:ext>
            </a:extLst>
          </p:cNvPr>
          <p:cNvSpPr>
            <a:spLocks xmlns:a="http://schemas.openxmlformats.org/drawingml/2006/main" noGrp="1"/>
          </p:cNvSpPr>
          <p:nvPr/>
        </p:nvSpPr>
        <p:spPr>
          <a:xfrm xmlns:a="http://schemas.openxmlformats.org/drawingml/2006/main">
            <a:off x="364561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A6153408-E937-4E91-A8D5-B196E99876E5}"/>
              </a:ext>
            </a:extLst>
          </p:cNvPr>
          <p:cNvSpPr>
            <a:spLocks xmlns:a="http://schemas.openxmlformats.org/drawingml/2006/main" noGrp="1"/>
          </p:cNvSpPr>
          <p:nvPr/>
        </p:nvSpPr>
        <p:spPr>
          <a:xfrm xmlns:a="http://schemas.openxmlformats.org/drawingml/2006/main">
            <a:off x="370775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D8A45D89-5BC8-4522-8325-379706E6C4D6}"/>
              </a:ext>
            </a:extLst>
          </p:cNvPr>
          <p:cNvSpPr>
            <a:spLocks xmlns:a="http://schemas.openxmlformats.org/drawingml/2006/main" noGrp="1"/>
          </p:cNvSpPr>
          <p:nvPr/>
        </p:nvSpPr>
        <p:spPr>
          <a:xfrm xmlns:a="http://schemas.openxmlformats.org/drawingml/2006/main">
            <a:off x="376989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EEEBBB60-1255-4F2E-A9A2-2524AD937CF2}"/>
              </a:ext>
            </a:extLst>
          </p:cNvPr>
          <p:cNvSpPr>
            <a:spLocks xmlns:a="http://schemas.openxmlformats.org/drawingml/2006/main" noGrp="1"/>
          </p:cNvSpPr>
          <p:nvPr/>
        </p:nvSpPr>
        <p:spPr>
          <a:xfrm xmlns:a="http://schemas.openxmlformats.org/drawingml/2006/main">
            <a:off x="383202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86DB4BE7-D9DC-4FB4-BD94-63E926AB4C8D}"/>
              </a:ext>
            </a:extLst>
          </p:cNvPr>
          <p:cNvSpPr>
            <a:spLocks xmlns:a="http://schemas.openxmlformats.org/drawingml/2006/main" noGrp="1"/>
          </p:cNvSpPr>
          <p:nvPr/>
        </p:nvSpPr>
        <p:spPr>
          <a:xfrm xmlns:a="http://schemas.openxmlformats.org/drawingml/2006/main">
            <a:off x="389416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4FCA1273-20B3-4594-9EDE-4A2A9DEBA15C}"/>
              </a:ext>
            </a:extLst>
          </p:cNvPr>
          <p:cNvSpPr>
            <a:spLocks xmlns:a="http://schemas.openxmlformats.org/drawingml/2006/main" noGrp="1"/>
          </p:cNvSpPr>
          <p:nvPr/>
        </p:nvSpPr>
        <p:spPr>
          <a:xfrm xmlns:a="http://schemas.openxmlformats.org/drawingml/2006/main">
            <a:off x="395630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CA869387-58F7-471D-8FF8-76489C6ED22F}"/>
              </a:ext>
            </a:extLst>
          </p:cNvPr>
          <p:cNvSpPr>
            <a:spLocks xmlns:a="http://schemas.openxmlformats.org/drawingml/2006/main" noGrp="1"/>
          </p:cNvSpPr>
          <p:nvPr/>
        </p:nvSpPr>
        <p:spPr>
          <a:xfrm xmlns:a="http://schemas.openxmlformats.org/drawingml/2006/main">
            <a:off x="401844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4CA58732-1C7D-43F0-9AA7-CDDA34597891}"/>
              </a:ext>
            </a:extLst>
          </p:cNvPr>
          <p:cNvSpPr>
            <a:spLocks xmlns:a="http://schemas.openxmlformats.org/drawingml/2006/main" noGrp="1"/>
          </p:cNvSpPr>
          <p:nvPr/>
        </p:nvSpPr>
        <p:spPr>
          <a:xfrm xmlns:a="http://schemas.openxmlformats.org/drawingml/2006/main">
            <a:off x="408057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447841FD-0F01-4A19-9ECC-A5A957E5394B}"/>
              </a:ext>
            </a:extLst>
          </p:cNvPr>
          <p:cNvSpPr>
            <a:spLocks xmlns:a="http://schemas.openxmlformats.org/drawingml/2006/main" noGrp="1"/>
          </p:cNvSpPr>
          <p:nvPr/>
        </p:nvSpPr>
        <p:spPr>
          <a:xfrm xmlns:a="http://schemas.openxmlformats.org/drawingml/2006/main">
            <a:off x="414271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C93DE755-D992-4294-9E14-46A9B2DC4FFA}"/>
              </a:ext>
            </a:extLst>
          </p:cNvPr>
          <p:cNvSpPr>
            <a:spLocks xmlns:a="http://schemas.openxmlformats.org/drawingml/2006/main" noGrp="1"/>
          </p:cNvSpPr>
          <p:nvPr/>
        </p:nvSpPr>
        <p:spPr>
          <a:xfrm xmlns:a="http://schemas.openxmlformats.org/drawingml/2006/main">
            <a:off x="420485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1B46E9DE-842A-4317-BBCC-A37983C76242}"/>
              </a:ext>
            </a:extLst>
          </p:cNvPr>
          <p:cNvSpPr>
            <a:spLocks xmlns:a="http://schemas.openxmlformats.org/drawingml/2006/main" noGrp="1"/>
          </p:cNvSpPr>
          <p:nvPr/>
        </p:nvSpPr>
        <p:spPr>
          <a:xfrm xmlns:a="http://schemas.openxmlformats.org/drawingml/2006/main">
            <a:off x="445340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084A62FF-216D-4B83-94CB-601B6227E49B}"/>
              </a:ext>
            </a:extLst>
          </p:cNvPr>
          <p:cNvSpPr>
            <a:spLocks xmlns:a="http://schemas.openxmlformats.org/drawingml/2006/main" noGrp="1"/>
          </p:cNvSpPr>
          <p:nvPr/>
        </p:nvSpPr>
        <p:spPr>
          <a:xfrm xmlns:a="http://schemas.openxmlformats.org/drawingml/2006/main">
            <a:off x="451554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5D146E2F-CD64-42D3-ADD0-B46004A2D832}"/>
              </a:ext>
            </a:extLst>
          </p:cNvPr>
          <p:cNvSpPr>
            <a:spLocks xmlns:a="http://schemas.openxmlformats.org/drawingml/2006/main" noGrp="1"/>
          </p:cNvSpPr>
          <p:nvPr/>
        </p:nvSpPr>
        <p:spPr>
          <a:xfrm xmlns:a="http://schemas.openxmlformats.org/drawingml/2006/main">
            <a:off x="159507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A7741C86-A974-4ED1-9EAC-4AA35DDFC9BE}"/>
              </a:ext>
            </a:extLst>
          </p:cNvPr>
          <p:cNvSpPr>
            <a:spLocks xmlns:a="http://schemas.openxmlformats.org/drawingml/2006/main" noGrp="1"/>
          </p:cNvSpPr>
          <p:nvPr/>
        </p:nvSpPr>
        <p:spPr>
          <a:xfrm xmlns:a="http://schemas.openxmlformats.org/drawingml/2006/main">
            <a:off x="165721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ED829796-6DFC-408D-BC9E-79FC515F877A}"/>
              </a:ext>
            </a:extLst>
          </p:cNvPr>
          <p:cNvSpPr>
            <a:spLocks xmlns:a="http://schemas.openxmlformats.org/drawingml/2006/main" noGrp="1"/>
          </p:cNvSpPr>
          <p:nvPr/>
        </p:nvSpPr>
        <p:spPr>
          <a:xfrm xmlns:a="http://schemas.openxmlformats.org/drawingml/2006/main">
            <a:off x="171934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5AC933A6-D04E-4BF5-AC80-50CF45E9C415}"/>
              </a:ext>
            </a:extLst>
          </p:cNvPr>
          <p:cNvSpPr>
            <a:spLocks xmlns:a="http://schemas.openxmlformats.org/drawingml/2006/main" noGrp="1"/>
          </p:cNvSpPr>
          <p:nvPr/>
        </p:nvSpPr>
        <p:spPr>
          <a:xfrm xmlns:a="http://schemas.openxmlformats.org/drawingml/2006/main">
            <a:off x="178148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F38D2428-496C-4F64-A3CD-BEDA00DD30CD}"/>
              </a:ext>
            </a:extLst>
          </p:cNvPr>
          <p:cNvSpPr>
            <a:spLocks xmlns:a="http://schemas.openxmlformats.org/drawingml/2006/main" noGrp="1"/>
          </p:cNvSpPr>
          <p:nvPr/>
        </p:nvSpPr>
        <p:spPr>
          <a:xfrm xmlns:a="http://schemas.openxmlformats.org/drawingml/2006/main">
            <a:off x="184362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7D0C3C3B-39FE-433D-8E95-52D79E997A6E}"/>
              </a:ext>
            </a:extLst>
          </p:cNvPr>
          <p:cNvSpPr>
            <a:spLocks xmlns:a="http://schemas.openxmlformats.org/drawingml/2006/main" noGrp="1"/>
          </p:cNvSpPr>
          <p:nvPr/>
        </p:nvSpPr>
        <p:spPr>
          <a:xfrm xmlns:a="http://schemas.openxmlformats.org/drawingml/2006/main">
            <a:off x="190576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4907EF81-80FE-481E-8D91-C420FFF881E5}"/>
              </a:ext>
            </a:extLst>
          </p:cNvPr>
          <p:cNvSpPr>
            <a:spLocks xmlns:a="http://schemas.openxmlformats.org/drawingml/2006/main" noGrp="1"/>
          </p:cNvSpPr>
          <p:nvPr/>
        </p:nvSpPr>
        <p:spPr>
          <a:xfrm xmlns:a="http://schemas.openxmlformats.org/drawingml/2006/main">
            <a:off x="196790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BBE1C06D-AB6A-4769-8F13-ABA1767C38EF}"/>
              </a:ext>
            </a:extLst>
          </p:cNvPr>
          <p:cNvSpPr>
            <a:spLocks xmlns:a="http://schemas.openxmlformats.org/drawingml/2006/main" noGrp="1"/>
          </p:cNvSpPr>
          <p:nvPr/>
        </p:nvSpPr>
        <p:spPr>
          <a:xfrm xmlns:a="http://schemas.openxmlformats.org/drawingml/2006/main">
            <a:off x="203003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47843806-706A-4C3C-9614-395876178935}"/>
              </a:ext>
            </a:extLst>
          </p:cNvPr>
          <p:cNvSpPr>
            <a:spLocks xmlns:a="http://schemas.openxmlformats.org/drawingml/2006/main" noGrp="1"/>
          </p:cNvSpPr>
          <p:nvPr/>
        </p:nvSpPr>
        <p:spPr>
          <a:xfrm xmlns:a="http://schemas.openxmlformats.org/drawingml/2006/main">
            <a:off x="209217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95657885-0E96-4D3C-9774-A7ADF5375500}"/>
              </a:ext>
            </a:extLst>
          </p:cNvPr>
          <p:cNvSpPr>
            <a:spLocks xmlns:a="http://schemas.openxmlformats.org/drawingml/2006/main" noGrp="1"/>
          </p:cNvSpPr>
          <p:nvPr/>
        </p:nvSpPr>
        <p:spPr>
          <a:xfrm xmlns:a="http://schemas.openxmlformats.org/drawingml/2006/main">
            <a:off x="215431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C97869B3-B7D6-4250-82D4-925FB00A1D4F}"/>
              </a:ext>
            </a:extLst>
          </p:cNvPr>
          <p:cNvSpPr>
            <a:spLocks xmlns:a="http://schemas.openxmlformats.org/drawingml/2006/main" noGrp="1"/>
          </p:cNvSpPr>
          <p:nvPr/>
        </p:nvSpPr>
        <p:spPr>
          <a:xfrm xmlns:a="http://schemas.openxmlformats.org/drawingml/2006/main">
            <a:off x="221645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240C6FF6-C3B5-4C34-8814-DBBB2C95F33B}"/>
              </a:ext>
            </a:extLst>
          </p:cNvPr>
          <p:cNvSpPr>
            <a:spLocks xmlns:a="http://schemas.openxmlformats.org/drawingml/2006/main" noGrp="1"/>
          </p:cNvSpPr>
          <p:nvPr/>
        </p:nvSpPr>
        <p:spPr>
          <a:xfrm xmlns:a="http://schemas.openxmlformats.org/drawingml/2006/main">
            <a:off x="227858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E2A244DD-6939-43D5-8C8E-CEFCEF321DE0}"/>
              </a:ext>
            </a:extLst>
          </p:cNvPr>
          <p:cNvSpPr>
            <a:spLocks xmlns:a="http://schemas.openxmlformats.org/drawingml/2006/main" noGrp="1"/>
          </p:cNvSpPr>
          <p:nvPr/>
        </p:nvSpPr>
        <p:spPr>
          <a:xfrm xmlns:a="http://schemas.openxmlformats.org/drawingml/2006/main">
            <a:off x="234072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0A9704BF-5F35-4B0A-B16B-B33C457FADE9}"/>
              </a:ext>
            </a:extLst>
          </p:cNvPr>
          <p:cNvSpPr>
            <a:spLocks xmlns:a="http://schemas.openxmlformats.org/drawingml/2006/main" noGrp="1"/>
          </p:cNvSpPr>
          <p:nvPr/>
        </p:nvSpPr>
        <p:spPr>
          <a:xfrm xmlns:a="http://schemas.openxmlformats.org/drawingml/2006/main">
            <a:off x="240286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4614D0FB-3769-4567-8936-E808C756CCD9}"/>
              </a:ext>
            </a:extLst>
          </p:cNvPr>
          <p:cNvSpPr>
            <a:spLocks xmlns:a="http://schemas.openxmlformats.org/drawingml/2006/main" noGrp="1"/>
          </p:cNvSpPr>
          <p:nvPr/>
        </p:nvSpPr>
        <p:spPr>
          <a:xfrm xmlns:a="http://schemas.openxmlformats.org/drawingml/2006/main">
            <a:off x="246500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E11C0E7B-0EDD-4E81-ACF1-876AAAA4A902}"/>
              </a:ext>
            </a:extLst>
          </p:cNvPr>
          <p:cNvSpPr>
            <a:spLocks xmlns:a="http://schemas.openxmlformats.org/drawingml/2006/main" noGrp="1"/>
          </p:cNvSpPr>
          <p:nvPr/>
        </p:nvSpPr>
        <p:spPr>
          <a:xfrm xmlns:a="http://schemas.openxmlformats.org/drawingml/2006/main">
            <a:off x="252713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CFE521B8-5113-4752-B824-270EF9D97FAD}"/>
              </a:ext>
            </a:extLst>
          </p:cNvPr>
          <p:cNvSpPr>
            <a:spLocks xmlns:a="http://schemas.openxmlformats.org/drawingml/2006/main" noGrp="1"/>
          </p:cNvSpPr>
          <p:nvPr/>
        </p:nvSpPr>
        <p:spPr>
          <a:xfrm xmlns:a="http://schemas.openxmlformats.org/drawingml/2006/main">
            <a:off x="258927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16BBF3D8-1444-44C0-B0A9-D4751CB39DE2}"/>
              </a:ext>
            </a:extLst>
          </p:cNvPr>
          <p:cNvSpPr>
            <a:spLocks xmlns:a="http://schemas.openxmlformats.org/drawingml/2006/main" noGrp="1"/>
          </p:cNvSpPr>
          <p:nvPr/>
        </p:nvSpPr>
        <p:spPr>
          <a:xfrm xmlns:a="http://schemas.openxmlformats.org/drawingml/2006/main">
            <a:off x="265141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9E3270E1-7C55-43BA-809A-7C093C8AEC44}"/>
              </a:ext>
            </a:extLst>
          </p:cNvPr>
          <p:cNvSpPr>
            <a:spLocks xmlns:a="http://schemas.openxmlformats.org/drawingml/2006/main" noGrp="1"/>
          </p:cNvSpPr>
          <p:nvPr/>
        </p:nvSpPr>
        <p:spPr>
          <a:xfrm xmlns:a="http://schemas.openxmlformats.org/drawingml/2006/main">
            <a:off x="271355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6D29BA12-15F7-4193-BC07-3D5A074652FD}"/>
              </a:ext>
            </a:extLst>
          </p:cNvPr>
          <p:cNvSpPr>
            <a:spLocks xmlns:a="http://schemas.openxmlformats.org/drawingml/2006/main" noGrp="1"/>
          </p:cNvSpPr>
          <p:nvPr/>
        </p:nvSpPr>
        <p:spPr>
          <a:xfrm xmlns:a="http://schemas.openxmlformats.org/drawingml/2006/main">
            <a:off x="277568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81F82782-1900-4AF7-9230-FAACF9BDD8A7}"/>
              </a:ext>
            </a:extLst>
          </p:cNvPr>
          <p:cNvSpPr>
            <a:spLocks xmlns:a="http://schemas.openxmlformats.org/drawingml/2006/main" noGrp="1"/>
          </p:cNvSpPr>
          <p:nvPr/>
        </p:nvSpPr>
        <p:spPr>
          <a:xfrm xmlns:a="http://schemas.openxmlformats.org/drawingml/2006/main">
            <a:off x="283782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D8927EA5-CC86-4123-96C7-A30792CAE3A9}"/>
              </a:ext>
            </a:extLst>
          </p:cNvPr>
          <p:cNvSpPr>
            <a:spLocks xmlns:a="http://schemas.openxmlformats.org/drawingml/2006/main" noGrp="1"/>
          </p:cNvSpPr>
          <p:nvPr/>
        </p:nvSpPr>
        <p:spPr>
          <a:xfrm xmlns:a="http://schemas.openxmlformats.org/drawingml/2006/main">
            <a:off x="289996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757ED3BB-FC1B-43A4-BB5E-53B659994E25}"/>
              </a:ext>
            </a:extLst>
          </p:cNvPr>
          <p:cNvSpPr>
            <a:spLocks xmlns:a="http://schemas.openxmlformats.org/drawingml/2006/main" noGrp="1"/>
          </p:cNvSpPr>
          <p:nvPr/>
        </p:nvSpPr>
        <p:spPr>
          <a:xfrm xmlns:a="http://schemas.openxmlformats.org/drawingml/2006/main">
            <a:off x="296210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F33ED0C3-81EA-4005-912D-E4EACA35F20C}"/>
              </a:ext>
            </a:extLst>
          </p:cNvPr>
          <p:cNvSpPr>
            <a:spLocks xmlns:a="http://schemas.openxmlformats.org/drawingml/2006/main" noGrp="1"/>
          </p:cNvSpPr>
          <p:nvPr/>
        </p:nvSpPr>
        <p:spPr>
          <a:xfrm xmlns:a="http://schemas.openxmlformats.org/drawingml/2006/main">
            <a:off x="302423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275B116E-03C3-45DB-850C-025C9D6CC04A}"/>
              </a:ext>
            </a:extLst>
          </p:cNvPr>
          <p:cNvSpPr>
            <a:spLocks xmlns:a="http://schemas.openxmlformats.org/drawingml/2006/main" noGrp="1"/>
          </p:cNvSpPr>
          <p:nvPr/>
        </p:nvSpPr>
        <p:spPr>
          <a:xfrm xmlns:a="http://schemas.openxmlformats.org/drawingml/2006/main">
            <a:off x="308637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27A40166-6DFE-4F32-83A1-3384A67BE2A8}"/>
              </a:ext>
            </a:extLst>
          </p:cNvPr>
          <p:cNvSpPr>
            <a:spLocks xmlns:a="http://schemas.openxmlformats.org/drawingml/2006/main" noGrp="1"/>
          </p:cNvSpPr>
          <p:nvPr/>
        </p:nvSpPr>
        <p:spPr>
          <a:xfrm xmlns:a="http://schemas.openxmlformats.org/drawingml/2006/main">
            <a:off x="314851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E9B61C4A-A9D4-42E3-9AC0-879C573DCF3A}"/>
              </a:ext>
            </a:extLst>
          </p:cNvPr>
          <p:cNvSpPr>
            <a:spLocks xmlns:a="http://schemas.openxmlformats.org/drawingml/2006/main" noGrp="1"/>
          </p:cNvSpPr>
          <p:nvPr/>
        </p:nvSpPr>
        <p:spPr>
          <a:xfrm xmlns:a="http://schemas.openxmlformats.org/drawingml/2006/main">
            <a:off x="321065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10136461-58C5-4265-BC7F-96CE2C6BB693}"/>
              </a:ext>
            </a:extLst>
          </p:cNvPr>
          <p:cNvSpPr>
            <a:spLocks xmlns:a="http://schemas.openxmlformats.org/drawingml/2006/main" noGrp="1"/>
          </p:cNvSpPr>
          <p:nvPr/>
        </p:nvSpPr>
        <p:spPr>
          <a:xfrm xmlns:a="http://schemas.openxmlformats.org/drawingml/2006/main">
            <a:off x="327279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4FDF4B65-E035-42D3-830B-E6443736F936}"/>
              </a:ext>
            </a:extLst>
          </p:cNvPr>
          <p:cNvSpPr>
            <a:spLocks xmlns:a="http://schemas.openxmlformats.org/drawingml/2006/main" noGrp="1"/>
          </p:cNvSpPr>
          <p:nvPr/>
        </p:nvSpPr>
        <p:spPr>
          <a:xfrm xmlns:a="http://schemas.openxmlformats.org/drawingml/2006/main">
            <a:off x="333492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99138D36-ABA6-411F-B855-FEFB80AC03E4}"/>
              </a:ext>
            </a:extLst>
          </p:cNvPr>
          <p:cNvSpPr>
            <a:spLocks xmlns:a="http://schemas.openxmlformats.org/drawingml/2006/main" noGrp="1"/>
          </p:cNvSpPr>
          <p:nvPr/>
        </p:nvSpPr>
        <p:spPr>
          <a:xfrm xmlns:a="http://schemas.openxmlformats.org/drawingml/2006/main">
            <a:off x="339706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19B40A0C-6BC2-4673-8081-AD8E1D428DC6}"/>
              </a:ext>
            </a:extLst>
          </p:cNvPr>
          <p:cNvSpPr>
            <a:spLocks xmlns:a="http://schemas.openxmlformats.org/drawingml/2006/main" noGrp="1"/>
          </p:cNvSpPr>
          <p:nvPr/>
        </p:nvSpPr>
        <p:spPr>
          <a:xfrm xmlns:a="http://schemas.openxmlformats.org/drawingml/2006/main">
            <a:off x="345920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A90C75DD-A3CB-4A1A-B679-1653AD473248}"/>
              </a:ext>
            </a:extLst>
          </p:cNvPr>
          <p:cNvSpPr>
            <a:spLocks xmlns:a="http://schemas.openxmlformats.org/drawingml/2006/main" noGrp="1"/>
          </p:cNvSpPr>
          <p:nvPr/>
        </p:nvSpPr>
        <p:spPr>
          <a:xfrm xmlns:a="http://schemas.openxmlformats.org/drawingml/2006/main">
            <a:off x="352134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AC9CBDDE-3F3B-455D-91C7-E26C6118CB1B}"/>
              </a:ext>
            </a:extLst>
          </p:cNvPr>
          <p:cNvSpPr>
            <a:spLocks xmlns:a="http://schemas.openxmlformats.org/drawingml/2006/main" noGrp="1"/>
          </p:cNvSpPr>
          <p:nvPr/>
        </p:nvSpPr>
        <p:spPr>
          <a:xfrm xmlns:a="http://schemas.openxmlformats.org/drawingml/2006/main">
            <a:off x="358347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91BD5535-FB1D-4923-867C-CAEE088841F8}"/>
              </a:ext>
            </a:extLst>
          </p:cNvPr>
          <p:cNvSpPr>
            <a:spLocks xmlns:a="http://schemas.openxmlformats.org/drawingml/2006/main" noGrp="1"/>
          </p:cNvSpPr>
          <p:nvPr/>
        </p:nvSpPr>
        <p:spPr>
          <a:xfrm xmlns:a="http://schemas.openxmlformats.org/drawingml/2006/main">
            <a:off x="364561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9B411C5F-B12F-4601-8973-0D66632F784B}"/>
              </a:ext>
            </a:extLst>
          </p:cNvPr>
          <p:cNvSpPr>
            <a:spLocks xmlns:a="http://schemas.openxmlformats.org/drawingml/2006/main" noGrp="1"/>
          </p:cNvSpPr>
          <p:nvPr/>
        </p:nvSpPr>
        <p:spPr>
          <a:xfrm xmlns:a="http://schemas.openxmlformats.org/drawingml/2006/main">
            <a:off x="370775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86B7358E-16C4-416F-9D5A-3A66E336F03D}"/>
              </a:ext>
            </a:extLst>
          </p:cNvPr>
          <p:cNvSpPr>
            <a:spLocks xmlns:a="http://schemas.openxmlformats.org/drawingml/2006/main" noGrp="1"/>
          </p:cNvSpPr>
          <p:nvPr/>
        </p:nvSpPr>
        <p:spPr>
          <a:xfrm xmlns:a="http://schemas.openxmlformats.org/drawingml/2006/main">
            <a:off x="376989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53D3504F-8243-41EB-86D0-ABABFA758B89}"/>
              </a:ext>
            </a:extLst>
          </p:cNvPr>
          <p:cNvSpPr>
            <a:spLocks xmlns:a="http://schemas.openxmlformats.org/drawingml/2006/main" noGrp="1"/>
          </p:cNvSpPr>
          <p:nvPr/>
        </p:nvSpPr>
        <p:spPr>
          <a:xfrm xmlns:a="http://schemas.openxmlformats.org/drawingml/2006/main">
            <a:off x="383202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1E852AE9-408D-412A-BF9A-0B40509E9D33}"/>
              </a:ext>
            </a:extLst>
          </p:cNvPr>
          <p:cNvSpPr>
            <a:spLocks xmlns:a="http://schemas.openxmlformats.org/drawingml/2006/main" noGrp="1"/>
          </p:cNvSpPr>
          <p:nvPr/>
        </p:nvSpPr>
        <p:spPr>
          <a:xfrm xmlns:a="http://schemas.openxmlformats.org/drawingml/2006/main">
            <a:off x="389416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924CC2F8-D46B-45AB-B046-73271B8260A2}"/>
              </a:ext>
            </a:extLst>
          </p:cNvPr>
          <p:cNvSpPr>
            <a:spLocks xmlns:a="http://schemas.openxmlformats.org/drawingml/2006/main" noGrp="1"/>
          </p:cNvSpPr>
          <p:nvPr/>
        </p:nvSpPr>
        <p:spPr>
          <a:xfrm xmlns:a="http://schemas.openxmlformats.org/drawingml/2006/main">
            <a:off x="395630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1D09FACE-4DBD-4568-94D4-33480172C512}"/>
              </a:ext>
            </a:extLst>
          </p:cNvPr>
          <p:cNvSpPr>
            <a:spLocks xmlns:a="http://schemas.openxmlformats.org/drawingml/2006/main" noGrp="1"/>
          </p:cNvSpPr>
          <p:nvPr/>
        </p:nvSpPr>
        <p:spPr>
          <a:xfrm xmlns:a="http://schemas.openxmlformats.org/drawingml/2006/main">
            <a:off x="401844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00BCD53D-0895-403A-81BA-D7EA67FC32FF}"/>
              </a:ext>
            </a:extLst>
          </p:cNvPr>
          <p:cNvSpPr>
            <a:spLocks xmlns:a="http://schemas.openxmlformats.org/drawingml/2006/main" noGrp="1"/>
          </p:cNvSpPr>
          <p:nvPr/>
        </p:nvSpPr>
        <p:spPr>
          <a:xfrm xmlns:a="http://schemas.openxmlformats.org/drawingml/2006/main">
            <a:off x="408057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CE794EDB-1100-4778-B4D3-FDF72AA69572}"/>
              </a:ext>
            </a:extLst>
          </p:cNvPr>
          <p:cNvSpPr>
            <a:spLocks xmlns:a="http://schemas.openxmlformats.org/drawingml/2006/main" noGrp="1"/>
          </p:cNvSpPr>
          <p:nvPr/>
        </p:nvSpPr>
        <p:spPr>
          <a:xfrm xmlns:a="http://schemas.openxmlformats.org/drawingml/2006/main">
            <a:off x="414271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6C7B9850-8EAF-44B0-A97C-410C328499F9}"/>
              </a:ext>
            </a:extLst>
          </p:cNvPr>
          <p:cNvSpPr>
            <a:spLocks xmlns:a="http://schemas.openxmlformats.org/drawingml/2006/main" noGrp="1"/>
          </p:cNvSpPr>
          <p:nvPr/>
        </p:nvSpPr>
        <p:spPr>
          <a:xfrm xmlns:a="http://schemas.openxmlformats.org/drawingml/2006/main">
            <a:off x="439126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DDF4636E-FBA3-4CD3-BE1C-59AADE94811F}"/>
              </a:ext>
            </a:extLst>
          </p:cNvPr>
          <p:cNvSpPr>
            <a:spLocks xmlns:a="http://schemas.openxmlformats.org/drawingml/2006/main" noGrp="1"/>
          </p:cNvSpPr>
          <p:nvPr/>
        </p:nvSpPr>
        <p:spPr>
          <a:xfrm xmlns:a="http://schemas.openxmlformats.org/drawingml/2006/main">
            <a:off x="445340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6239D981-0DC2-428D-8C73-10210F4F734C}"/>
              </a:ext>
            </a:extLst>
          </p:cNvPr>
          <p:cNvSpPr>
            <a:spLocks xmlns:a="http://schemas.openxmlformats.org/drawingml/2006/main" noGrp="1"/>
          </p:cNvSpPr>
          <p:nvPr/>
        </p:nvSpPr>
        <p:spPr>
          <a:xfrm xmlns:a="http://schemas.openxmlformats.org/drawingml/2006/main">
            <a:off x="159507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2F938A14-CED3-413F-9056-99E89F9AE66D}"/>
              </a:ext>
            </a:extLst>
          </p:cNvPr>
          <p:cNvSpPr>
            <a:spLocks xmlns:a="http://schemas.openxmlformats.org/drawingml/2006/main" noGrp="1"/>
          </p:cNvSpPr>
          <p:nvPr/>
        </p:nvSpPr>
        <p:spPr>
          <a:xfrm xmlns:a="http://schemas.openxmlformats.org/drawingml/2006/main">
            <a:off x="165721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65929D30-05CA-4131-9C2D-3F678D77F582}"/>
              </a:ext>
            </a:extLst>
          </p:cNvPr>
          <p:cNvSpPr>
            <a:spLocks xmlns:a="http://schemas.openxmlformats.org/drawingml/2006/main" noGrp="1"/>
          </p:cNvSpPr>
          <p:nvPr/>
        </p:nvSpPr>
        <p:spPr>
          <a:xfrm xmlns:a="http://schemas.openxmlformats.org/drawingml/2006/main">
            <a:off x="171934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D7D9E6BA-6397-4C13-9D8E-8CA94D5BD407}"/>
              </a:ext>
            </a:extLst>
          </p:cNvPr>
          <p:cNvSpPr>
            <a:spLocks xmlns:a="http://schemas.openxmlformats.org/drawingml/2006/main" noGrp="1"/>
          </p:cNvSpPr>
          <p:nvPr/>
        </p:nvSpPr>
        <p:spPr>
          <a:xfrm xmlns:a="http://schemas.openxmlformats.org/drawingml/2006/main">
            <a:off x="178148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C9B72A15-F4ED-47C0-B578-6B32C1E2399D}"/>
              </a:ext>
            </a:extLst>
          </p:cNvPr>
          <p:cNvSpPr>
            <a:spLocks xmlns:a="http://schemas.openxmlformats.org/drawingml/2006/main" noGrp="1"/>
          </p:cNvSpPr>
          <p:nvPr/>
        </p:nvSpPr>
        <p:spPr>
          <a:xfrm xmlns:a="http://schemas.openxmlformats.org/drawingml/2006/main">
            <a:off x="184362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D8A3A35E-B3A8-496D-96B6-06B2731374C2}"/>
              </a:ext>
            </a:extLst>
          </p:cNvPr>
          <p:cNvSpPr>
            <a:spLocks xmlns:a="http://schemas.openxmlformats.org/drawingml/2006/main" noGrp="1"/>
          </p:cNvSpPr>
          <p:nvPr/>
        </p:nvSpPr>
        <p:spPr>
          <a:xfrm xmlns:a="http://schemas.openxmlformats.org/drawingml/2006/main">
            <a:off x="190576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5D9A841B-4B31-438B-993D-72E0979F0022}"/>
              </a:ext>
            </a:extLst>
          </p:cNvPr>
          <p:cNvSpPr>
            <a:spLocks xmlns:a="http://schemas.openxmlformats.org/drawingml/2006/main" noGrp="1"/>
          </p:cNvSpPr>
          <p:nvPr/>
        </p:nvSpPr>
        <p:spPr>
          <a:xfrm xmlns:a="http://schemas.openxmlformats.org/drawingml/2006/main">
            <a:off x="196790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BC6417A0-F976-4DEB-A0E4-C847ECC25C6E}"/>
              </a:ext>
            </a:extLst>
          </p:cNvPr>
          <p:cNvSpPr>
            <a:spLocks xmlns:a="http://schemas.openxmlformats.org/drawingml/2006/main" noGrp="1"/>
          </p:cNvSpPr>
          <p:nvPr/>
        </p:nvSpPr>
        <p:spPr>
          <a:xfrm xmlns:a="http://schemas.openxmlformats.org/drawingml/2006/main">
            <a:off x="203003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39F09AF2-7011-4E05-B259-BC019FDB0900}"/>
              </a:ext>
            </a:extLst>
          </p:cNvPr>
          <p:cNvSpPr>
            <a:spLocks xmlns:a="http://schemas.openxmlformats.org/drawingml/2006/main" noGrp="1"/>
          </p:cNvSpPr>
          <p:nvPr/>
        </p:nvSpPr>
        <p:spPr>
          <a:xfrm xmlns:a="http://schemas.openxmlformats.org/drawingml/2006/main">
            <a:off x="209217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93056949-97FE-4C9A-9D21-43D9C17DADA8}"/>
              </a:ext>
            </a:extLst>
          </p:cNvPr>
          <p:cNvSpPr>
            <a:spLocks xmlns:a="http://schemas.openxmlformats.org/drawingml/2006/main" noGrp="1"/>
          </p:cNvSpPr>
          <p:nvPr/>
        </p:nvSpPr>
        <p:spPr>
          <a:xfrm xmlns:a="http://schemas.openxmlformats.org/drawingml/2006/main">
            <a:off x="215431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841A1A88-CD57-49E2-9700-CA8CA461BDB9}"/>
              </a:ext>
            </a:extLst>
          </p:cNvPr>
          <p:cNvSpPr>
            <a:spLocks xmlns:a="http://schemas.openxmlformats.org/drawingml/2006/main" noGrp="1"/>
          </p:cNvSpPr>
          <p:nvPr/>
        </p:nvSpPr>
        <p:spPr>
          <a:xfrm xmlns:a="http://schemas.openxmlformats.org/drawingml/2006/main">
            <a:off x="221645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85BEDC6B-B873-4514-9DE1-99D9AAACFBB9}"/>
              </a:ext>
            </a:extLst>
          </p:cNvPr>
          <p:cNvSpPr>
            <a:spLocks xmlns:a="http://schemas.openxmlformats.org/drawingml/2006/main" noGrp="1"/>
          </p:cNvSpPr>
          <p:nvPr/>
        </p:nvSpPr>
        <p:spPr>
          <a:xfrm xmlns:a="http://schemas.openxmlformats.org/drawingml/2006/main">
            <a:off x="227858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755EC095-EA1D-48FD-BC58-AAB5741306B3}"/>
              </a:ext>
            </a:extLst>
          </p:cNvPr>
          <p:cNvSpPr>
            <a:spLocks xmlns:a="http://schemas.openxmlformats.org/drawingml/2006/main" noGrp="1"/>
          </p:cNvSpPr>
          <p:nvPr/>
        </p:nvSpPr>
        <p:spPr>
          <a:xfrm xmlns:a="http://schemas.openxmlformats.org/drawingml/2006/main">
            <a:off x="234072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23EA848A-C076-46CE-9C68-810F93AF3A7B}"/>
              </a:ext>
            </a:extLst>
          </p:cNvPr>
          <p:cNvSpPr>
            <a:spLocks xmlns:a="http://schemas.openxmlformats.org/drawingml/2006/main" noGrp="1"/>
          </p:cNvSpPr>
          <p:nvPr/>
        </p:nvSpPr>
        <p:spPr>
          <a:xfrm xmlns:a="http://schemas.openxmlformats.org/drawingml/2006/main">
            <a:off x="240286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4C41573F-93E2-40C9-AE65-4FD57976D38A}"/>
              </a:ext>
            </a:extLst>
          </p:cNvPr>
          <p:cNvSpPr>
            <a:spLocks xmlns:a="http://schemas.openxmlformats.org/drawingml/2006/main" noGrp="1"/>
          </p:cNvSpPr>
          <p:nvPr/>
        </p:nvSpPr>
        <p:spPr>
          <a:xfrm xmlns:a="http://schemas.openxmlformats.org/drawingml/2006/main">
            <a:off x="246500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8B687868-3F99-40AA-8022-FB762EBA6699}"/>
              </a:ext>
            </a:extLst>
          </p:cNvPr>
          <p:cNvSpPr>
            <a:spLocks xmlns:a="http://schemas.openxmlformats.org/drawingml/2006/main" noGrp="1"/>
          </p:cNvSpPr>
          <p:nvPr/>
        </p:nvSpPr>
        <p:spPr>
          <a:xfrm xmlns:a="http://schemas.openxmlformats.org/drawingml/2006/main">
            <a:off x="252713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413A496F-6EA0-4EF3-819C-4BFC6B57C26D}"/>
              </a:ext>
            </a:extLst>
          </p:cNvPr>
          <p:cNvSpPr>
            <a:spLocks xmlns:a="http://schemas.openxmlformats.org/drawingml/2006/main" noGrp="1"/>
          </p:cNvSpPr>
          <p:nvPr/>
        </p:nvSpPr>
        <p:spPr>
          <a:xfrm xmlns:a="http://schemas.openxmlformats.org/drawingml/2006/main">
            <a:off x="2589276"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0673FD3A-C6C6-4AEB-B223-CF0C0AA03536}"/>
              </a:ext>
            </a:extLst>
          </p:cNvPr>
          <p:cNvSpPr>
            <a:spLocks xmlns:a="http://schemas.openxmlformats.org/drawingml/2006/main" noGrp="1"/>
          </p:cNvSpPr>
          <p:nvPr/>
        </p:nvSpPr>
        <p:spPr>
          <a:xfrm xmlns:a="http://schemas.openxmlformats.org/drawingml/2006/main">
            <a:off x="265141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4D030B80-8D4F-4A24-9FFF-A7C0980C59AC}"/>
              </a:ext>
            </a:extLst>
          </p:cNvPr>
          <p:cNvSpPr>
            <a:spLocks xmlns:a="http://schemas.openxmlformats.org/drawingml/2006/main" noGrp="1"/>
          </p:cNvSpPr>
          <p:nvPr/>
        </p:nvSpPr>
        <p:spPr>
          <a:xfrm xmlns:a="http://schemas.openxmlformats.org/drawingml/2006/main">
            <a:off x="271355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83775228-E97E-4A8F-ACAF-35114648CE68}"/>
              </a:ext>
            </a:extLst>
          </p:cNvPr>
          <p:cNvSpPr>
            <a:spLocks xmlns:a="http://schemas.openxmlformats.org/drawingml/2006/main" noGrp="1"/>
          </p:cNvSpPr>
          <p:nvPr/>
        </p:nvSpPr>
        <p:spPr>
          <a:xfrm xmlns:a="http://schemas.openxmlformats.org/drawingml/2006/main">
            <a:off x="277568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B65B5636-377F-4098-B3E8-D2332FF02A3E}"/>
              </a:ext>
            </a:extLst>
          </p:cNvPr>
          <p:cNvSpPr>
            <a:spLocks xmlns:a="http://schemas.openxmlformats.org/drawingml/2006/main" noGrp="1"/>
          </p:cNvSpPr>
          <p:nvPr/>
        </p:nvSpPr>
        <p:spPr>
          <a:xfrm xmlns:a="http://schemas.openxmlformats.org/drawingml/2006/main">
            <a:off x="283782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EB977E1F-E2CE-4B6C-AFE7-C68E39FAD5DA}"/>
              </a:ext>
            </a:extLst>
          </p:cNvPr>
          <p:cNvSpPr>
            <a:spLocks xmlns:a="http://schemas.openxmlformats.org/drawingml/2006/main" noGrp="1"/>
          </p:cNvSpPr>
          <p:nvPr/>
        </p:nvSpPr>
        <p:spPr>
          <a:xfrm xmlns:a="http://schemas.openxmlformats.org/drawingml/2006/main">
            <a:off x="289996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49D09311-6618-4FF0-9BD5-24BCBD0D5B07}"/>
              </a:ext>
            </a:extLst>
          </p:cNvPr>
          <p:cNvSpPr>
            <a:spLocks xmlns:a="http://schemas.openxmlformats.org/drawingml/2006/main" noGrp="1"/>
          </p:cNvSpPr>
          <p:nvPr/>
        </p:nvSpPr>
        <p:spPr>
          <a:xfrm xmlns:a="http://schemas.openxmlformats.org/drawingml/2006/main">
            <a:off x="296210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A724D80B-FACC-48D7-BF8B-F86547914F25}"/>
              </a:ext>
            </a:extLst>
          </p:cNvPr>
          <p:cNvSpPr>
            <a:spLocks xmlns:a="http://schemas.openxmlformats.org/drawingml/2006/main" noGrp="1"/>
          </p:cNvSpPr>
          <p:nvPr/>
        </p:nvSpPr>
        <p:spPr>
          <a:xfrm xmlns:a="http://schemas.openxmlformats.org/drawingml/2006/main">
            <a:off x="302423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81F95F2B-ED06-4F29-A606-FDA6F5C2574B}"/>
              </a:ext>
            </a:extLst>
          </p:cNvPr>
          <p:cNvSpPr>
            <a:spLocks xmlns:a="http://schemas.openxmlformats.org/drawingml/2006/main" noGrp="1"/>
          </p:cNvSpPr>
          <p:nvPr/>
        </p:nvSpPr>
        <p:spPr>
          <a:xfrm xmlns:a="http://schemas.openxmlformats.org/drawingml/2006/main">
            <a:off x="308637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D802392B-241D-412B-B306-F996B6A7AFD5}"/>
              </a:ext>
            </a:extLst>
          </p:cNvPr>
          <p:cNvSpPr>
            <a:spLocks xmlns:a="http://schemas.openxmlformats.org/drawingml/2006/main" noGrp="1"/>
          </p:cNvSpPr>
          <p:nvPr/>
        </p:nvSpPr>
        <p:spPr>
          <a:xfrm xmlns:a="http://schemas.openxmlformats.org/drawingml/2006/main">
            <a:off x="314851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968458A1-606B-4964-96EF-47029AE7AAA4}"/>
              </a:ext>
            </a:extLst>
          </p:cNvPr>
          <p:cNvSpPr>
            <a:spLocks xmlns:a="http://schemas.openxmlformats.org/drawingml/2006/main" noGrp="1"/>
          </p:cNvSpPr>
          <p:nvPr/>
        </p:nvSpPr>
        <p:spPr>
          <a:xfrm xmlns:a="http://schemas.openxmlformats.org/drawingml/2006/main">
            <a:off x="321065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0944898B-045B-488D-8E8C-9815B80B10E0}"/>
              </a:ext>
            </a:extLst>
          </p:cNvPr>
          <p:cNvSpPr>
            <a:spLocks xmlns:a="http://schemas.openxmlformats.org/drawingml/2006/main" noGrp="1"/>
          </p:cNvSpPr>
          <p:nvPr/>
        </p:nvSpPr>
        <p:spPr>
          <a:xfrm xmlns:a="http://schemas.openxmlformats.org/drawingml/2006/main">
            <a:off x="327279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41789E0D-AF0C-45E8-8445-3AD1B730BD57}"/>
              </a:ext>
            </a:extLst>
          </p:cNvPr>
          <p:cNvSpPr>
            <a:spLocks xmlns:a="http://schemas.openxmlformats.org/drawingml/2006/main" noGrp="1"/>
          </p:cNvSpPr>
          <p:nvPr/>
        </p:nvSpPr>
        <p:spPr>
          <a:xfrm xmlns:a="http://schemas.openxmlformats.org/drawingml/2006/main">
            <a:off x="333492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813FB609-80D4-494A-A0DA-AA91100493C1}"/>
              </a:ext>
            </a:extLst>
          </p:cNvPr>
          <p:cNvSpPr>
            <a:spLocks xmlns:a="http://schemas.openxmlformats.org/drawingml/2006/main" noGrp="1"/>
          </p:cNvSpPr>
          <p:nvPr/>
        </p:nvSpPr>
        <p:spPr>
          <a:xfrm xmlns:a="http://schemas.openxmlformats.org/drawingml/2006/main">
            <a:off x="339706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A7C20789-797E-40EF-B589-4C0EDAC2A9F5}"/>
              </a:ext>
            </a:extLst>
          </p:cNvPr>
          <p:cNvSpPr>
            <a:spLocks xmlns:a="http://schemas.openxmlformats.org/drawingml/2006/main" noGrp="1"/>
          </p:cNvSpPr>
          <p:nvPr/>
        </p:nvSpPr>
        <p:spPr>
          <a:xfrm xmlns:a="http://schemas.openxmlformats.org/drawingml/2006/main">
            <a:off x="345920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9911FF31-8D6E-4C06-9485-9AB8CE0C0326}"/>
              </a:ext>
            </a:extLst>
          </p:cNvPr>
          <p:cNvSpPr>
            <a:spLocks xmlns:a="http://schemas.openxmlformats.org/drawingml/2006/main" noGrp="1"/>
          </p:cNvSpPr>
          <p:nvPr/>
        </p:nvSpPr>
        <p:spPr>
          <a:xfrm xmlns:a="http://schemas.openxmlformats.org/drawingml/2006/main">
            <a:off x="352134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9A981C59-1DFE-4599-91E8-6CEDD9924564}"/>
              </a:ext>
            </a:extLst>
          </p:cNvPr>
          <p:cNvSpPr>
            <a:spLocks xmlns:a="http://schemas.openxmlformats.org/drawingml/2006/main" noGrp="1"/>
          </p:cNvSpPr>
          <p:nvPr/>
        </p:nvSpPr>
        <p:spPr>
          <a:xfrm xmlns:a="http://schemas.openxmlformats.org/drawingml/2006/main">
            <a:off x="358347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0B86B07A-2311-422C-86FF-5054CE18A673}"/>
              </a:ext>
            </a:extLst>
          </p:cNvPr>
          <p:cNvSpPr>
            <a:spLocks xmlns:a="http://schemas.openxmlformats.org/drawingml/2006/main" noGrp="1"/>
          </p:cNvSpPr>
          <p:nvPr/>
        </p:nvSpPr>
        <p:spPr>
          <a:xfrm xmlns:a="http://schemas.openxmlformats.org/drawingml/2006/main">
            <a:off x="3645616"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78D631FB-4805-42B2-9AB7-EFAEB0C1A77D}"/>
              </a:ext>
            </a:extLst>
          </p:cNvPr>
          <p:cNvSpPr>
            <a:spLocks xmlns:a="http://schemas.openxmlformats.org/drawingml/2006/main" noGrp="1"/>
          </p:cNvSpPr>
          <p:nvPr/>
        </p:nvSpPr>
        <p:spPr>
          <a:xfrm xmlns:a="http://schemas.openxmlformats.org/drawingml/2006/main">
            <a:off x="370775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DE5CAB9A-6B99-4B74-B375-2693A7D589AE}"/>
              </a:ext>
            </a:extLst>
          </p:cNvPr>
          <p:cNvSpPr>
            <a:spLocks xmlns:a="http://schemas.openxmlformats.org/drawingml/2006/main" noGrp="1"/>
          </p:cNvSpPr>
          <p:nvPr/>
        </p:nvSpPr>
        <p:spPr>
          <a:xfrm xmlns:a="http://schemas.openxmlformats.org/drawingml/2006/main">
            <a:off x="376989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C498EBA5-388F-40F5-9134-B5A7D1155832}"/>
              </a:ext>
            </a:extLst>
          </p:cNvPr>
          <p:cNvSpPr>
            <a:spLocks xmlns:a="http://schemas.openxmlformats.org/drawingml/2006/main" noGrp="1"/>
          </p:cNvSpPr>
          <p:nvPr/>
        </p:nvSpPr>
        <p:spPr>
          <a:xfrm xmlns:a="http://schemas.openxmlformats.org/drawingml/2006/main">
            <a:off x="383202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2E4BD9F3-48F7-49EC-92AD-26FCFD870E4A}"/>
              </a:ext>
            </a:extLst>
          </p:cNvPr>
          <p:cNvSpPr>
            <a:spLocks xmlns:a="http://schemas.openxmlformats.org/drawingml/2006/main" noGrp="1"/>
          </p:cNvSpPr>
          <p:nvPr/>
        </p:nvSpPr>
        <p:spPr>
          <a:xfrm xmlns:a="http://schemas.openxmlformats.org/drawingml/2006/main">
            <a:off x="3894166"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5557C1CC-515E-4B5E-B858-60CCD74D2F16}"/>
              </a:ext>
            </a:extLst>
          </p:cNvPr>
          <p:cNvSpPr>
            <a:spLocks xmlns:a="http://schemas.openxmlformats.org/drawingml/2006/main" noGrp="1"/>
          </p:cNvSpPr>
          <p:nvPr/>
        </p:nvSpPr>
        <p:spPr>
          <a:xfrm xmlns:a="http://schemas.openxmlformats.org/drawingml/2006/main">
            <a:off x="395630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F4800004-845D-43C5-950A-7AB5C6EAB0A3}"/>
              </a:ext>
            </a:extLst>
          </p:cNvPr>
          <p:cNvSpPr>
            <a:spLocks xmlns:a="http://schemas.openxmlformats.org/drawingml/2006/main" noGrp="1"/>
          </p:cNvSpPr>
          <p:nvPr/>
        </p:nvSpPr>
        <p:spPr>
          <a:xfrm xmlns:a="http://schemas.openxmlformats.org/drawingml/2006/main">
            <a:off x="401844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35E146C5-C420-4064-9B8C-92821EF5D2DA}"/>
              </a:ext>
            </a:extLst>
          </p:cNvPr>
          <p:cNvSpPr>
            <a:spLocks xmlns:a="http://schemas.openxmlformats.org/drawingml/2006/main" noGrp="1"/>
          </p:cNvSpPr>
          <p:nvPr/>
        </p:nvSpPr>
        <p:spPr>
          <a:xfrm xmlns:a="http://schemas.openxmlformats.org/drawingml/2006/main">
            <a:off x="432913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BEB779C5-238C-438A-B1D2-A69477DCEF1C}"/>
              </a:ext>
            </a:extLst>
          </p:cNvPr>
          <p:cNvSpPr>
            <a:spLocks xmlns:a="http://schemas.openxmlformats.org/drawingml/2006/main" noGrp="1"/>
          </p:cNvSpPr>
          <p:nvPr/>
        </p:nvSpPr>
        <p:spPr>
          <a:xfrm xmlns:a="http://schemas.openxmlformats.org/drawingml/2006/main">
            <a:off x="439126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C350396F-8CCD-494A-B77B-CB1132D8CE1B}"/>
              </a:ext>
            </a:extLst>
          </p:cNvPr>
          <p:cNvSpPr>
            <a:spLocks xmlns:a="http://schemas.openxmlformats.org/drawingml/2006/main" noGrp="1"/>
          </p:cNvSpPr>
          <p:nvPr/>
        </p:nvSpPr>
        <p:spPr>
          <a:xfrm xmlns:a="http://schemas.openxmlformats.org/drawingml/2006/main">
            <a:off x="445340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D2F04AF4-A9AF-4781-AA72-B2EDCF971A64}"/>
              </a:ext>
            </a:extLst>
          </p:cNvPr>
          <p:cNvSpPr>
            <a:spLocks xmlns:a="http://schemas.openxmlformats.org/drawingml/2006/main" noGrp="1"/>
          </p:cNvSpPr>
          <p:nvPr/>
        </p:nvSpPr>
        <p:spPr>
          <a:xfrm xmlns:a="http://schemas.openxmlformats.org/drawingml/2006/main">
            <a:off x="451554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E2DA2C77-868C-4972-8A07-1538AFD7C67B}"/>
              </a:ext>
            </a:extLst>
          </p:cNvPr>
          <p:cNvSpPr>
            <a:spLocks xmlns:a="http://schemas.openxmlformats.org/drawingml/2006/main" noGrp="1"/>
          </p:cNvSpPr>
          <p:nvPr/>
        </p:nvSpPr>
        <p:spPr>
          <a:xfrm xmlns:a="http://schemas.openxmlformats.org/drawingml/2006/main">
            <a:off x="165721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34E94C5C-D883-4D63-8FB9-EC294482AD75}"/>
              </a:ext>
            </a:extLst>
          </p:cNvPr>
          <p:cNvSpPr>
            <a:spLocks xmlns:a="http://schemas.openxmlformats.org/drawingml/2006/main" noGrp="1"/>
          </p:cNvSpPr>
          <p:nvPr/>
        </p:nvSpPr>
        <p:spPr>
          <a:xfrm xmlns:a="http://schemas.openxmlformats.org/drawingml/2006/main">
            <a:off x="171934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1B7AC8EB-29B5-4A5D-99C6-9AE878843930}"/>
              </a:ext>
            </a:extLst>
          </p:cNvPr>
          <p:cNvSpPr>
            <a:spLocks xmlns:a="http://schemas.openxmlformats.org/drawingml/2006/main" noGrp="1"/>
          </p:cNvSpPr>
          <p:nvPr/>
        </p:nvSpPr>
        <p:spPr>
          <a:xfrm xmlns:a="http://schemas.openxmlformats.org/drawingml/2006/main">
            <a:off x="178148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AD7C0CA0-9DBA-4519-A9FA-CD4C6B74FF9D}"/>
              </a:ext>
            </a:extLst>
          </p:cNvPr>
          <p:cNvSpPr>
            <a:spLocks xmlns:a="http://schemas.openxmlformats.org/drawingml/2006/main" noGrp="1"/>
          </p:cNvSpPr>
          <p:nvPr/>
        </p:nvSpPr>
        <p:spPr>
          <a:xfrm xmlns:a="http://schemas.openxmlformats.org/drawingml/2006/main">
            <a:off x="184362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F0EFDCC3-F1C7-4905-BC67-DBF01D30DA2D}"/>
              </a:ext>
            </a:extLst>
          </p:cNvPr>
          <p:cNvSpPr>
            <a:spLocks xmlns:a="http://schemas.openxmlformats.org/drawingml/2006/main" noGrp="1"/>
          </p:cNvSpPr>
          <p:nvPr/>
        </p:nvSpPr>
        <p:spPr>
          <a:xfrm xmlns:a="http://schemas.openxmlformats.org/drawingml/2006/main">
            <a:off x="190576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423E7891-03B8-49C7-97FB-37E55D969376}"/>
              </a:ext>
            </a:extLst>
          </p:cNvPr>
          <p:cNvSpPr>
            <a:spLocks xmlns:a="http://schemas.openxmlformats.org/drawingml/2006/main" noGrp="1"/>
          </p:cNvSpPr>
          <p:nvPr/>
        </p:nvSpPr>
        <p:spPr>
          <a:xfrm xmlns:a="http://schemas.openxmlformats.org/drawingml/2006/main">
            <a:off x="196790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29B855FD-EE03-4640-A2EE-1F7A02FA6AFC}"/>
              </a:ext>
            </a:extLst>
          </p:cNvPr>
          <p:cNvSpPr>
            <a:spLocks xmlns:a="http://schemas.openxmlformats.org/drawingml/2006/main" noGrp="1"/>
          </p:cNvSpPr>
          <p:nvPr/>
        </p:nvSpPr>
        <p:spPr>
          <a:xfrm xmlns:a="http://schemas.openxmlformats.org/drawingml/2006/main">
            <a:off x="203003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36F3449F-CC52-4F3B-9C21-827A65A0FDDA}"/>
              </a:ext>
            </a:extLst>
          </p:cNvPr>
          <p:cNvSpPr>
            <a:spLocks xmlns:a="http://schemas.openxmlformats.org/drawingml/2006/main" noGrp="1"/>
          </p:cNvSpPr>
          <p:nvPr/>
        </p:nvSpPr>
        <p:spPr>
          <a:xfrm xmlns:a="http://schemas.openxmlformats.org/drawingml/2006/main">
            <a:off x="209217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B480FE4E-B7EA-4F6B-B807-3D818B0D1408}"/>
              </a:ext>
            </a:extLst>
          </p:cNvPr>
          <p:cNvSpPr>
            <a:spLocks xmlns:a="http://schemas.openxmlformats.org/drawingml/2006/main" noGrp="1"/>
          </p:cNvSpPr>
          <p:nvPr/>
        </p:nvSpPr>
        <p:spPr>
          <a:xfrm xmlns:a="http://schemas.openxmlformats.org/drawingml/2006/main">
            <a:off x="215431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2908EE7A-1EA9-450C-AECC-75462EA788E2}"/>
              </a:ext>
            </a:extLst>
          </p:cNvPr>
          <p:cNvSpPr>
            <a:spLocks xmlns:a="http://schemas.openxmlformats.org/drawingml/2006/main" noGrp="1"/>
          </p:cNvSpPr>
          <p:nvPr/>
        </p:nvSpPr>
        <p:spPr>
          <a:xfrm xmlns:a="http://schemas.openxmlformats.org/drawingml/2006/main">
            <a:off x="221645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714673C3-B0C9-4913-AB38-654DDCA9EF0A}"/>
              </a:ext>
            </a:extLst>
          </p:cNvPr>
          <p:cNvSpPr>
            <a:spLocks xmlns:a="http://schemas.openxmlformats.org/drawingml/2006/main" noGrp="1"/>
          </p:cNvSpPr>
          <p:nvPr/>
        </p:nvSpPr>
        <p:spPr>
          <a:xfrm xmlns:a="http://schemas.openxmlformats.org/drawingml/2006/main">
            <a:off x="227858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024DF396-F483-42C4-97E4-0A5A2D2AA506}"/>
              </a:ext>
            </a:extLst>
          </p:cNvPr>
          <p:cNvSpPr>
            <a:spLocks xmlns:a="http://schemas.openxmlformats.org/drawingml/2006/main" noGrp="1"/>
          </p:cNvSpPr>
          <p:nvPr/>
        </p:nvSpPr>
        <p:spPr>
          <a:xfrm xmlns:a="http://schemas.openxmlformats.org/drawingml/2006/main">
            <a:off x="234072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CCDFBD27-44D1-4EC0-81D2-AEB9C7C7ECA9}"/>
              </a:ext>
            </a:extLst>
          </p:cNvPr>
          <p:cNvSpPr>
            <a:spLocks xmlns:a="http://schemas.openxmlformats.org/drawingml/2006/main" noGrp="1"/>
          </p:cNvSpPr>
          <p:nvPr/>
        </p:nvSpPr>
        <p:spPr>
          <a:xfrm xmlns:a="http://schemas.openxmlformats.org/drawingml/2006/main">
            <a:off x="240286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660F1BF7-C820-46D2-B5DA-039787130625}"/>
              </a:ext>
            </a:extLst>
          </p:cNvPr>
          <p:cNvSpPr>
            <a:spLocks xmlns:a="http://schemas.openxmlformats.org/drawingml/2006/main" noGrp="1"/>
          </p:cNvSpPr>
          <p:nvPr/>
        </p:nvSpPr>
        <p:spPr>
          <a:xfrm xmlns:a="http://schemas.openxmlformats.org/drawingml/2006/main">
            <a:off x="246500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2C63F6BF-1882-4EDA-95C0-EF72645EA022}"/>
              </a:ext>
            </a:extLst>
          </p:cNvPr>
          <p:cNvSpPr>
            <a:spLocks xmlns:a="http://schemas.openxmlformats.org/drawingml/2006/main" noGrp="1"/>
          </p:cNvSpPr>
          <p:nvPr/>
        </p:nvSpPr>
        <p:spPr>
          <a:xfrm xmlns:a="http://schemas.openxmlformats.org/drawingml/2006/main">
            <a:off x="252713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EFA33844-EB2A-4CAE-9401-47CF016742DB}"/>
              </a:ext>
            </a:extLst>
          </p:cNvPr>
          <p:cNvSpPr>
            <a:spLocks xmlns:a="http://schemas.openxmlformats.org/drawingml/2006/main" noGrp="1"/>
          </p:cNvSpPr>
          <p:nvPr/>
        </p:nvSpPr>
        <p:spPr>
          <a:xfrm xmlns:a="http://schemas.openxmlformats.org/drawingml/2006/main">
            <a:off x="2589276"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4C54A8D2-D833-48E9-A65C-8BC298B5474A}"/>
              </a:ext>
            </a:extLst>
          </p:cNvPr>
          <p:cNvSpPr>
            <a:spLocks xmlns:a="http://schemas.openxmlformats.org/drawingml/2006/main" noGrp="1"/>
          </p:cNvSpPr>
          <p:nvPr/>
        </p:nvSpPr>
        <p:spPr>
          <a:xfrm xmlns:a="http://schemas.openxmlformats.org/drawingml/2006/main">
            <a:off x="265141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137F3749-C4BE-4B33-9142-07427B949826}"/>
              </a:ext>
            </a:extLst>
          </p:cNvPr>
          <p:cNvSpPr>
            <a:spLocks xmlns:a="http://schemas.openxmlformats.org/drawingml/2006/main" noGrp="1"/>
          </p:cNvSpPr>
          <p:nvPr/>
        </p:nvSpPr>
        <p:spPr>
          <a:xfrm xmlns:a="http://schemas.openxmlformats.org/drawingml/2006/main">
            <a:off x="271355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8CF60A49-5A16-4279-B83B-C295E71D3BB9}"/>
              </a:ext>
            </a:extLst>
          </p:cNvPr>
          <p:cNvSpPr>
            <a:spLocks xmlns:a="http://schemas.openxmlformats.org/drawingml/2006/main" noGrp="1"/>
          </p:cNvSpPr>
          <p:nvPr/>
        </p:nvSpPr>
        <p:spPr>
          <a:xfrm xmlns:a="http://schemas.openxmlformats.org/drawingml/2006/main">
            <a:off x="277568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EAD72855-F550-4154-A348-FA825F3CAC9B}"/>
              </a:ext>
            </a:extLst>
          </p:cNvPr>
          <p:cNvSpPr>
            <a:spLocks xmlns:a="http://schemas.openxmlformats.org/drawingml/2006/main" noGrp="1"/>
          </p:cNvSpPr>
          <p:nvPr/>
        </p:nvSpPr>
        <p:spPr>
          <a:xfrm xmlns:a="http://schemas.openxmlformats.org/drawingml/2006/main">
            <a:off x="283782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577D2E7A-7C15-458D-8441-C266C52A7A64}"/>
              </a:ext>
            </a:extLst>
          </p:cNvPr>
          <p:cNvSpPr>
            <a:spLocks xmlns:a="http://schemas.openxmlformats.org/drawingml/2006/main" noGrp="1"/>
          </p:cNvSpPr>
          <p:nvPr/>
        </p:nvSpPr>
        <p:spPr>
          <a:xfrm xmlns:a="http://schemas.openxmlformats.org/drawingml/2006/main">
            <a:off x="289996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349E925F-C01B-4647-A30F-550FB29B6188}"/>
              </a:ext>
            </a:extLst>
          </p:cNvPr>
          <p:cNvSpPr>
            <a:spLocks xmlns:a="http://schemas.openxmlformats.org/drawingml/2006/main" noGrp="1"/>
          </p:cNvSpPr>
          <p:nvPr/>
        </p:nvSpPr>
        <p:spPr>
          <a:xfrm xmlns:a="http://schemas.openxmlformats.org/drawingml/2006/main">
            <a:off x="296210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B7110068-DAC8-4814-BC1D-A15FE19FEAB8}"/>
              </a:ext>
            </a:extLst>
          </p:cNvPr>
          <p:cNvSpPr>
            <a:spLocks xmlns:a="http://schemas.openxmlformats.org/drawingml/2006/main" noGrp="1"/>
          </p:cNvSpPr>
          <p:nvPr/>
        </p:nvSpPr>
        <p:spPr>
          <a:xfrm xmlns:a="http://schemas.openxmlformats.org/drawingml/2006/main">
            <a:off x="302423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A2C57005-9ECA-4C97-BAD3-7B1C889DFAA3}"/>
              </a:ext>
            </a:extLst>
          </p:cNvPr>
          <p:cNvSpPr>
            <a:spLocks xmlns:a="http://schemas.openxmlformats.org/drawingml/2006/main" noGrp="1"/>
          </p:cNvSpPr>
          <p:nvPr/>
        </p:nvSpPr>
        <p:spPr>
          <a:xfrm xmlns:a="http://schemas.openxmlformats.org/drawingml/2006/main">
            <a:off x="308637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DBB17DCB-53BA-4907-B24C-AC7012C787F2}"/>
              </a:ext>
            </a:extLst>
          </p:cNvPr>
          <p:cNvSpPr>
            <a:spLocks xmlns:a="http://schemas.openxmlformats.org/drawingml/2006/main" noGrp="1"/>
          </p:cNvSpPr>
          <p:nvPr/>
        </p:nvSpPr>
        <p:spPr>
          <a:xfrm xmlns:a="http://schemas.openxmlformats.org/drawingml/2006/main">
            <a:off x="314851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1B738AF5-05B3-44D8-820D-390A0E6ACCF1}"/>
              </a:ext>
            </a:extLst>
          </p:cNvPr>
          <p:cNvSpPr>
            <a:spLocks xmlns:a="http://schemas.openxmlformats.org/drawingml/2006/main" noGrp="1"/>
          </p:cNvSpPr>
          <p:nvPr/>
        </p:nvSpPr>
        <p:spPr>
          <a:xfrm xmlns:a="http://schemas.openxmlformats.org/drawingml/2006/main">
            <a:off x="321065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51E39F35-A760-4EE7-8E9F-30A927A21970}"/>
              </a:ext>
            </a:extLst>
          </p:cNvPr>
          <p:cNvSpPr>
            <a:spLocks xmlns:a="http://schemas.openxmlformats.org/drawingml/2006/main" noGrp="1"/>
          </p:cNvSpPr>
          <p:nvPr/>
        </p:nvSpPr>
        <p:spPr>
          <a:xfrm xmlns:a="http://schemas.openxmlformats.org/drawingml/2006/main">
            <a:off x="327279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BCF8102D-0D1E-4444-A5D4-6F697D389D61}"/>
              </a:ext>
            </a:extLst>
          </p:cNvPr>
          <p:cNvSpPr>
            <a:spLocks xmlns:a="http://schemas.openxmlformats.org/drawingml/2006/main" noGrp="1"/>
          </p:cNvSpPr>
          <p:nvPr/>
        </p:nvSpPr>
        <p:spPr>
          <a:xfrm xmlns:a="http://schemas.openxmlformats.org/drawingml/2006/main">
            <a:off x="333492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48834EB4-49AA-456D-9E9F-E7B1351AF4AB}"/>
              </a:ext>
            </a:extLst>
          </p:cNvPr>
          <p:cNvSpPr>
            <a:spLocks xmlns:a="http://schemas.openxmlformats.org/drawingml/2006/main" noGrp="1"/>
          </p:cNvSpPr>
          <p:nvPr/>
        </p:nvSpPr>
        <p:spPr>
          <a:xfrm xmlns:a="http://schemas.openxmlformats.org/drawingml/2006/main">
            <a:off x="339706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28A78DA9-91C3-4F7F-9566-B09B27C7EB1E}"/>
              </a:ext>
            </a:extLst>
          </p:cNvPr>
          <p:cNvSpPr>
            <a:spLocks xmlns:a="http://schemas.openxmlformats.org/drawingml/2006/main" noGrp="1"/>
          </p:cNvSpPr>
          <p:nvPr/>
        </p:nvSpPr>
        <p:spPr>
          <a:xfrm xmlns:a="http://schemas.openxmlformats.org/drawingml/2006/main">
            <a:off x="345920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2267CEB3-3FA7-40A2-959A-640AF0F347AC}"/>
              </a:ext>
            </a:extLst>
          </p:cNvPr>
          <p:cNvSpPr>
            <a:spLocks xmlns:a="http://schemas.openxmlformats.org/drawingml/2006/main" noGrp="1"/>
          </p:cNvSpPr>
          <p:nvPr/>
        </p:nvSpPr>
        <p:spPr>
          <a:xfrm xmlns:a="http://schemas.openxmlformats.org/drawingml/2006/main">
            <a:off x="352134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FE21B23E-BE1D-41C8-BBDB-7ECB9E750F2F}"/>
              </a:ext>
            </a:extLst>
          </p:cNvPr>
          <p:cNvSpPr>
            <a:spLocks xmlns:a="http://schemas.openxmlformats.org/drawingml/2006/main" noGrp="1"/>
          </p:cNvSpPr>
          <p:nvPr/>
        </p:nvSpPr>
        <p:spPr>
          <a:xfrm xmlns:a="http://schemas.openxmlformats.org/drawingml/2006/main">
            <a:off x="358347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DF729B9A-2128-472A-A616-701C8E0492AA}"/>
              </a:ext>
            </a:extLst>
          </p:cNvPr>
          <p:cNvSpPr>
            <a:spLocks xmlns:a="http://schemas.openxmlformats.org/drawingml/2006/main" noGrp="1"/>
          </p:cNvSpPr>
          <p:nvPr/>
        </p:nvSpPr>
        <p:spPr>
          <a:xfrm xmlns:a="http://schemas.openxmlformats.org/drawingml/2006/main">
            <a:off x="3645616"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4FA2D2C6-08CB-4F51-AADB-02A7F79DBE56}"/>
              </a:ext>
            </a:extLst>
          </p:cNvPr>
          <p:cNvSpPr>
            <a:spLocks xmlns:a="http://schemas.openxmlformats.org/drawingml/2006/main" noGrp="1"/>
          </p:cNvSpPr>
          <p:nvPr/>
        </p:nvSpPr>
        <p:spPr>
          <a:xfrm xmlns:a="http://schemas.openxmlformats.org/drawingml/2006/main">
            <a:off x="370775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DB57BC53-2CE2-40B3-A185-44F6973EE7C3}"/>
              </a:ext>
            </a:extLst>
          </p:cNvPr>
          <p:cNvSpPr>
            <a:spLocks xmlns:a="http://schemas.openxmlformats.org/drawingml/2006/main" noGrp="1"/>
          </p:cNvSpPr>
          <p:nvPr/>
        </p:nvSpPr>
        <p:spPr>
          <a:xfrm xmlns:a="http://schemas.openxmlformats.org/drawingml/2006/main">
            <a:off x="376989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E95B2669-ACB4-42BD-9B8A-B7A2E5D66DBD}"/>
              </a:ext>
            </a:extLst>
          </p:cNvPr>
          <p:cNvSpPr>
            <a:spLocks xmlns:a="http://schemas.openxmlformats.org/drawingml/2006/main" noGrp="1"/>
          </p:cNvSpPr>
          <p:nvPr/>
        </p:nvSpPr>
        <p:spPr>
          <a:xfrm xmlns:a="http://schemas.openxmlformats.org/drawingml/2006/main">
            <a:off x="383202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4D634ED2-A5C6-4306-82C3-269DDC2CE88F}"/>
              </a:ext>
            </a:extLst>
          </p:cNvPr>
          <p:cNvSpPr>
            <a:spLocks xmlns:a="http://schemas.openxmlformats.org/drawingml/2006/main" noGrp="1"/>
          </p:cNvSpPr>
          <p:nvPr/>
        </p:nvSpPr>
        <p:spPr>
          <a:xfrm xmlns:a="http://schemas.openxmlformats.org/drawingml/2006/main">
            <a:off x="3894166"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8A855D7E-2445-4465-9C99-B628D305A21B}"/>
              </a:ext>
            </a:extLst>
          </p:cNvPr>
          <p:cNvSpPr>
            <a:spLocks xmlns:a="http://schemas.openxmlformats.org/drawingml/2006/main" noGrp="1"/>
          </p:cNvSpPr>
          <p:nvPr/>
        </p:nvSpPr>
        <p:spPr>
          <a:xfrm xmlns:a="http://schemas.openxmlformats.org/drawingml/2006/main">
            <a:off x="395630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8CA0C354-D9AF-4964-BB75-FFE04BC70D7F}"/>
              </a:ext>
            </a:extLst>
          </p:cNvPr>
          <p:cNvSpPr>
            <a:spLocks xmlns:a="http://schemas.openxmlformats.org/drawingml/2006/main" noGrp="1"/>
          </p:cNvSpPr>
          <p:nvPr/>
        </p:nvSpPr>
        <p:spPr>
          <a:xfrm xmlns:a="http://schemas.openxmlformats.org/drawingml/2006/main">
            <a:off x="420485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34A849D7-D473-4C51-9467-A1A5AF0863DF}"/>
              </a:ext>
            </a:extLst>
          </p:cNvPr>
          <p:cNvSpPr>
            <a:spLocks xmlns:a="http://schemas.openxmlformats.org/drawingml/2006/main" noGrp="1"/>
          </p:cNvSpPr>
          <p:nvPr/>
        </p:nvSpPr>
        <p:spPr>
          <a:xfrm xmlns:a="http://schemas.openxmlformats.org/drawingml/2006/main">
            <a:off x="426699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68A72C9E-0697-478C-86DB-3E2C63CC8F0C}"/>
              </a:ext>
            </a:extLst>
          </p:cNvPr>
          <p:cNvSpPr>
            <a:spLocks xmlns:a="http://schemas.openxmlformats.org/drawingml/2006/main" noGrp="1"/>
          </p:cNvSpPr>
          <p:nvPr/>
        </p:nvSpPr>
        <p:spPr>
          <a:xfrm xmlns:a="http://schemas.openxmlformats.org/drawingml/2006/main">
            <a:off x="432913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60A1CFE3-70DB-4503-954D-CA18C41CE5F5}"/>
              </a:ext>
            </a:extLst>
          </p:cNvPr>
          <p:cNvSpPr>
            <a:spLocks xmlns:a="http://schemas.openxmlformats.org/drawingml/2006/main" noGrp="1"/>
          </p:cNvSpPr>
          <p:nvPr/>
        </p:nvSpPr>
        <p:spPr>
          <a:xfrm xmlns:a="http://schemas.openxmlformats.org/drawingml/2006/main">
            <a:off x="439126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87C0F1E2-170E-434A-9844-FE210CC11650}"/>
              </a:ext>
            </a:extLst>
          </p:cNvPr>
          <p:cNvSpPr>
            <a:spLocks xmlns:a="http://schemas.openxmlformats.org/drawingml/2006/main" noGrp="1"/>
          </p:cNvSpPr>
          <p:nvPr/>
        </p:nvSpPr>
        <p:spPr>
          <a:xfrm xmlns:a="http://schemas.openxmlformats.org/drawingml/2006/main">
            <a:off x="445340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166441E1-3E6A-443E-8BE6-29DCC46CB6DB}"/>
              </a:ext>
            </a:extLst>
          </p:cNvPr>
          <p:cNvSpPr>
            <a:spLocks xmlns:a="http://schemas.openxmlformats.org/drawingml/2006/main" noGrp="1"/>
          </p:cNvSpPr>
          <p:nvPr/>
        </p:nvSpPr>
        <p:spPr>
          <a:xfrm xmlns:a="http://schemas.openxmlformats.org/drawingml/2006/main">
            <a:off x="451554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CCB1A6C0-1B1F-4AA9-9FDB-E004CAFBDA8B}"/>
              </a:ext>
            </a:extLst>
          </p:cNvPr>
          <p:cNvSpPr>
            <a:spLocks xmlns:a="http://schemas.openxmlformats.org/drawingml/2006/main" noGrp="1"/>
          </p:cNvSpPr>
          <p:nvPr/>
        </p:nvSpPr>
        <p:spPr>
          <a:xfrm xmlns:a="http://schemas.openxmlformats.org/drawingml/2006/main">
            <a:off x="1657211"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3D278BDD-806F-4EA8-AF30-1BC619E78C82}"/>
              </a:ext>
            </a:extLst>
          </p:cNvPr>
          <p:cNvSpPr>
            <a:spLocks xmlns:a="http://schemas.openxmlformats.org/drawingml/2006/main" noGrp="1"/>
          </p:cNvSpPr>
          <p:nvPr/>
        </p:nvSpPr>
        <p:spPr>
          <a:xfrm xmlns:a="http://schemas.openxmlformats.org/drawingml/2006/main">
            <a:off x="171934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308752DD-C827-468E-BE0E-61F34EDBAAB3}"/>
              </a:ext>
            </a:extLst>
          </p:cNvPr>
          <p:cNvSpPr>
            <a:spLocks xmlns:a="http://schemas.openxmlformats.org/drawingml/2006/main" noGrp="1"/>
          </p:cNvSpPr>
          <p:nvPr/>
        </p:nvSpPr>
        <p:spPr>
          <a:xfrm xmlns:a="http://schemas.openxmlformats.org/drawingml/2006/main">
            <a:off x="178148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8C34CED0-FFA1-4FA3-8832-76BEF270CB32}"/>
              </a:ext>
            </a:extLst>
          </p:cNvPr>
          <p:cNvSpPr>
            <a:spLocks xmlns:a="http://schemas.openxmlformats.org/drawingml/2006/main" noGrp="1"/>
          </p:cNvSpPr>
          <p:nvPr/>
        </p:nvSpPr>
        <p:spPr>
          <a:xfrm xmlns:a="http://schemas.openxmlformats.org/drawingml/2006/main">
            <a:off x="184362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A6A87386-CFBC-4C98-BC21-25DE8CD5573B}"/>
              </a:ext>
            </a:extLst>
          </p:cNvPr>
          <p:cNvSpPr>
            <a:spLocks xmlns:a="http://schemas.openxmlformats.org/drawingml/2006/main" noGrp="1"/>
          </p:cNvSpPr>
          <p:nvPr/>
        </p:nvSpPr>
        <p:spPr>
          <a:xfrm xmlns:a="http://schemas.openxmlformats.org/drawingml/2006/main">
            <a:off x="190576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8E500D78-C540-4E06-A09B-6A1518795D36}"/>
              </a:ext>
            </a:extLst>
          </p:cNvPr>
          <p:cNvSpPr>
            <a:spLocks xmlns:a="http://schemas.openxmlformats.org/drawingml/2006/main" noGrp="1"/>
          </p:cNvSpPr>
          <p:nvPr/>
        </p:nvSpPr>
        <p:spPr>
          <a:xfrm xmlns:a="http://schemas.openxmlformats.org/drawingml/2006/main">
            <a:off x="196790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62BC22D2-74A1-47F0-A767-EA9F46CAF265}"/>
              </a:ext>
            </a:extLst>
          </p:cNvPr>
          <p:cNvSpPr>
            <a:spLocks xmlns:a="http://schemas.openxmlformats.org/drawingml/2006/main" noGrp="1"/>
          </p:cNvSpPr>
          <p:nvPr/>
        </p:nvSpPr>
        <p:spPr>
          <a:xfrm xmlns:a="http://schemas.openxmlformats.org/drawingml/2006/main">
            <a:off x="203003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6A274F45-C6D4-4BC2-96DF-C5B66528A038}"/>
              </a:ext>
            </a:extLst>
          </p:cNvPr>
          <p:cNvSpPr>
            <a:spLocks xmlns:a="http://schemas.openxmlformats.org/drawingml/2006/main" noGrp="1"/>
          </p:cNvSpPr>
          <p:nvPr/>
        </p:nvSpPr>
        <p:spPr>
          <a:xfrm xmlns:a="http://schemas.openxmlformats.org/drawingml/2006/main">
            <a:off x="209217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B9F261DC-31AE-455C-8A86-9FD526910F28}"/>
              </a:ext>
            </a:extLst>
          </p:cNvPr>
          <p:cNvSpPr>
            <a:spLocks xmlns:a="http://schemas.openxmlformats.org/drawingml/2006/main" noGrp="1"/>
          </p:cNvSpPr>
          <p:nvPr/>
        </p:nvSpPr>
        <p:spPr>
          <a:xfrm xmlns:a="http://schemas.openxmlformats.org/drawingml/2006/main">
            <a:off x="215431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5AEB94E6-F5C1-4FAC-AA44-26D9D20B60C5}"/>
              </a:ext>
            </a:extLst>
          </p:cNvPr>
          <p:cNvSpPr>
            <a:spLocks xmlns:a="http://schemas.openxmlformats.org/drawingml/2006/main" noGrp="1"/>
          </p:cNvSpPr>
          <p:nvPr/>
        </p:nvSpPr>
        <p:spPr>
          <a:xfrm xmlns:a="http://schemas.openxmlformats.org/drawingml/2006/main">
            <a:off x="221645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27DD9FDE-7D67-4D97-AD2E-54170A1EFBF9}"/>
              </a:ext>
            </a:extLst>
          </p:cNvPr>
          <p:cNvSpPr>
            <a:spLocks xmlns:a="http://schemas.openxmlformats.org/drawingml/2006/main" noGrp="1"/>
          </p:cNvSpPr>
          <p:nvPr/>
        </p:nvSpPr>
        <p:spPr>
          <a:xfrm xmlns:a="http://schemas.openxmlformats.org/drawingml/2006/main">
            <a:off x="227858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70A062B7-9226-44BC-A8AD-5743C7982C74}"/>
              </a:ext>
            </a:extLst>
          </p:cNvPr>
          <p:cNvSpPr>
            <a:spLocks xmlns:a="http://schemas.openxmlformats.org/drawingml/2006/main" noGrp="1"/>
          </p:cNvSpPr>
          <p:nvPr/>
        </p:nvSpPr>
        <p:spPr>
          <a:xfrm xmlns:a="http://schemas.openxmlformats.org/drawingml/2006/main">
            <a:off x="234072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24E20F97-5FA7-495F-BC04-F75EC04309C2}"/>
              </a:ext>
            </a:extLst>
          </p:cNvPr>
          <p:cNvSpPr>
            <a:spLocks xmlns:a="http://schemas.openxmlformats.org/drawingml/2006/main" noGrp="1"/>
          </p:cNvSpPr>
          <p:nvPr/>
        </p:nvSpPr>
        <p:spPr>
          <a:xfrm xmlns:a="http://schemas.openxmlformats.org/drawingml/2006/main">
            <a:off x="240286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684A920B-9F11-4565-9D07-5230FCC2414D}"/>
              </a:ext>
            </a:extLst>
          </p:cNvPr>
          <p:cNvSpPr>
            <a:spLocks xmlns:a="http://schemas.openxmlformats.org/drawingml/2006/main" noGrp="1"/>
          </p:cNvSpPr>
          <p:nvPr/>
        </p:nvSpPr>
        <p:spPr>
          <a:xfrm xmlns:a="http://schemas.openxmlformats.org/drawingml/2006/main">
            <a:off x="2465001"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DF90BE78-EC00-48E2-A525-F69AAB3CCD1D}"/>
              </a:ext>
            </a:extLst>
          </p:cNvPr>
          <p:cNvSpPr>
            <a:spLocks xmlns:a="http://schemas.openxmlformats.org/drawingml/2006/main" noGrp="1"/>
          </p:cNvSpPr>
          <p:nvPr/>
        </p:nvSpPr>
        <p:spPr>
          <a:xfrm xmlns:a="http://schemas.openxmlformats.org/drawingml/2006/main">
            <a:off x="252713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DCDBEA98-845A-4A91-B4C9-46375155AC92}"/>
              </a:ext>
            </a:extLst>
          </p:cNvPr>
          <p:cNvSpPr>
            <a:spLocks xmlns:a="http://schemas.openxmlformats.org/drawingml/2006/main" noGrp="1"/>
          </p:cNvSpPr>
          <p:nvPr/>
        </p:nvSpPr>
        <p:spPr>
          <a:xfrm xmlns:a="http://schemas.openxmlformats.org/drawingml/2006/main">
            <a:off x="2589276"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F24F225F-3681-404D-B01B-D199E05A8C4F}"/>
              </a:ext>
            </a:extLst>
          </p:cNvPr>
          <p:cNvSpPr>
            <a:spLocks xmlns:a="http://schemas.openxmlformats.org/drawingml/2006/main" noGrp="1"/>
          </p:cNvSpPr>
          <p:nvPr/>
        </p:nvSpPr>
        <p:spPr>
          <a:xfrm xmlns:a="http://schemas.openxmlformats.org/drawingml/2006/main">
            <a:off x="265141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275D1261-B11B-45C9-A630-3AB1612ADEB5}"/>
              </a:ext>
            </a:extLst>
          </p:cNvPr>
          <p:cNvSpPr>
            <a:spLocks xmlns:a="http://schemas.openxmlformats.org/drawingml/2006/main" noGrp="1"/>
          </p:cNvSpPr>
          <p:nvPr/>
        </p:nvSpPr>
        <p:spPr>
          <a:xfrm xmlns:a="http://schemas.openxmlformats.org/drawingml/2006/main">
            <a:off x="2713551"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504239FA-5C85-40E2-B2C1-273C65240F79}"/>
              </a:ext>
            </a:extLst>
          </p:cNvPr>
          <p:cNvSpPr>
            <a:spLocks xmlns:a="http://schemas.openxmlformats.org/drawingml/2006/main" noGrp="1"/>
          </p:cNvSpPr>
          <p:nvPr/>
        </p:nvSpPr>
        <p:spPr>
          <a:xfrm xmlns:a="http://schemas.openxmlformats.org/drawingml/2006/main">
            <a:off x="277568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43EF5807-0653-47AF-B22E-30A85D9B3ABF}"/>
              </a:ext>
            </a:extLst>
          </p:cNvPr>
          <p:cNvSpPr>
            <a:spLocks xmlns:a="http://schemas.openxmlformats.org/drawingml/2006/main" noGrp="1"/>
          </p:cNvSpPr>
          <p:nvPr/>
        </p:nvSpPr>
        <p:spPr>
          <a:xfrm xmlns:a="http://schemas.openxmlformats.org/drawingml/2006/main">
            <a:off x="283782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BB87EACA-B248-42DD-8350-F4B4A970532B}"/>
              </a:ext>
            </a:extLst>
          </p:cNvPr>
          <p:cNvSpPr>
            <a:spLocks xmlns:a="http://schemas.openxmlformats.org/drawingml/2006/main" noGrp="1"/>
          </p:cNvSpPr>
          <p:nvPr/>
        </p:nvSpPr>
        <p:spPr>
          <a:xfrm xmlns:a="http://schemas.openxmlformats.org/drawingml/2006/main">
            <a:off x="289996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731C74E6-4919-4AB0-83FC-4FEA05FE7BF3}"/>
              </a:ext>
            </a:extLst>
          </p:cNvPr>
          <p:cNvSpPr>
            <a:spLocks xmlns:a="http://schemas.openxmlformats.org/drawingml/2006/main" noGrp="1"/>
          </p:cNvSpPr>
          <p:nvPr/>
        </p:nvSpPr>
        <p:spPr>
          <a:xfrm xmlns:a="http://schemas.openxmlformats.org/drawingml/2006/main">
            <a:off x="296210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B8526BF8-E0D8-4A61-882E-020060B5754E}"/>
              </a:ext>
            </a:extLst>
          </p:cNvPr>
          <p:cNvSpPr>
            <a:spLocks xmlns:a="http://schemas.openxmlformats.org/drawingml/2006/main" noGrp="1"/>
          </p:cNvSpPr>
          <p:nvPr/>
        </p:nvSpPr>
        <p:spPr>
          <a:xfrm xmlns:a="http://schemas.openxmlformats.org/drawingml/2006/main">
            <a:off x="302423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B8A6A3F4-A6F4-43B0-B4F9-46BEA5375928}"/>
              </a:ext>
            </a:extLst>
          </p:cNvPr>
          <p:cNvSpPr>
            <a:spLocks xmlns:a="http://schemas.openxmlformats.org/drawingml/2006/main" noGrp="1"/>
          </p:cNvSpPr>
          <p:nvPr/>
        </p:nvSpPr>
        <p:spPr>
          <a:xfrm xmlns:a="http://schemas.openxmlformats.org/drawingml/2006/main">
            <a:off x="308637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BCAD772D-4CF9-4727-A171-F8861F564B5C}"/>
              </a:ext>
            </a:extLst>
          </p:cNvPr>
          <p:cNvSpPr>
            <a:spLocks xmlns:a="http://schemas.openxmlformats.org/drawingml/2006/main" noGrp="1"/>
          </p:cNvSpPr>
          <p:nvPr/>
        </p:nvSpPr>
        <p:spPr>
          <a:xfrm xmlns:a="http://schemas.openxmlformats.org/drawingml/2006/main">
            <a:off x="314851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CA38FFD8-1549-43D6-96F5-7E7A06D57A20}"/>
              </a:ext>
            </a:extLst>
          </p:cNvPr>
          <p:cNvSpPr>
            <a:spLocks xmlns:a="http://schemas.openxmlformats.org/drawingml/2006/main" noGrp="1"/>
          </p:cNvSpPr>
          <p:nvPr/>
        </p:nvSpPr>
        <p:spPr>
          <a:xfrm xmlns:a="http://schemas.openxmlformats.org/drawingml/2006/main">
            <a:off x="321065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F1767E88-FAE4-460C-8F8D-D95FE46E14C0}"/>
              </a:ext>
            </a:extLst>
          </p:cNvPr>
          <p:cNvSpPr>
            <a:spLocks xmlns:a="http://schemas.openxmlformats.org/drawingml/2006/main" noGrp="1"/>
          </p:cNvSpPr>
          <p:nvPr/>
        </p:nvSpPr>
        <p:spPr>
          <a:xfrm xmlns:a="http://schemas.openxmlformats.org/drawingml/2006/main">
            <a:off x="327279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7A530D32-183D-41B3-B4B8-4E87565C61BA}"/>
              </a:ext>
            </a:extLst>
          </p:cNvPr>
          <p:cNvSpPr>
            <a:spLocks xmlns:a="http://schemas.openxmlformats.org/drawingml/2006/main" noGrp="1"/>
          </p:cNvSpPr>
          <p:nvPr/>
        </p:nvSpPr>
        <p:spPr>
          <a:xfrm xmlns:a="http://schemas.openxmlformats.org/drawingml/2006/main">
            <a:off x="333492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6C4FCE13-2EA2-416C-9028-C5BE3154826C}"/>
              </a:ext>
            </a:extLst>
          </p:cNvPr>
          <p:cNvSpPr>
            <a:spLocks xmlns:a="http://schemas.openxmlformats.org/drawingml/2006/main" noGrp="1"/>
          </p:cNvSpPr>
          <p:nvPr/>
        </p:nvSpPr>
        <p:spPr>
          <a:xfrm xmlns:a="http://schemas.openxmlformats.org/drawingml/2006/main">
            <a:off x="339706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77721443-94FF-45F0-AD82-88A445761E2A}"/>
              </a:ext>
            </a:extLst>
          </p:cNvPr>
          <p:cNvSpPr>
            <a:spLocks xmlns:a="http://schemas.openxmlformats.org/drawingml/2006/main" noGrp="1"/>
          </p:cNvSpPr>
          <p:nvPr/>
        </p:nvSpPr>
        <p:spPr>
          <a:xfrm xmlns:a="http://schemas.openxmlformats.org/drawingml/2006/main">
            <a:off x="345920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A44730B0-57BE-47E0-AA45-4001A4ECC332}"/>
              </a:ext>
            </a:extLst>
          </p:cNvPr>
          <p:cNvSpPr>
            <a:spLocks xmlns:a="http://schemas.openxmlformats.org/drawingml/2006/main" noGrp="1"/>
          </p:cNvSpPr>
          <p:nvPr/>
        </p:nvSpPr>
        <p:spPr>
          <a:xfrm xmlns:a="http://schemas.openxmlformats.org/drawingml/2006/main">
            <a:off x="3521341"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5968E0C8-8148-405D-A2F8-1CAF05DBCF19}"/>
              </a:ext>
            </a:extLst>
          </p:cNvPr>
          <p:cNvSpPr>
            <a:spLocks xmlns:a="http://schemas.openxmlformats.org/drawingml/2006/main" noGrp="1"/>
          </p:cNvSpPr>
          <p:nvPr/>
        </p:nvSpPr>
        <p:spPr>
          <a:xfrm xmlns:a="http://schemas.openxmlformats.org/drawingml/2006/main">
            <a:off x="358347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F2AA3ED2-E6B7-4842-AA18-C73894AC2174}"/>
              </a:ext>
            </a:extLst>
          </p:cNvPr>
          <p:cNvSpPr>
            <a:spLocks xmlns:a="http://schemas.openxmlformats.org/drawingml/2006/main" noGrp="1"/>
          </p:cNvSpPr>
          <p:nvPr/>
        </p:nvSpPr>
        <p:spPr>
          <a:xfrm xmlns:a="http://schemas.openxmlformats.org/drawingml/2006/main">
            <a:off x="383202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F3D68AB1-3109-4D6F-8324-FC68614897F8}"/>
              </a:ext>
            </a:extLst>
          </p:cNvPr>
          <p:cNvSpPr>
            <a:spLocks xmlns:a="http://schemas.openxmlformats.org/drawingml/2006/main" noGrp="1"/>
          </p:cNvSpPr>
          <p:nvPr/>
        </p:nvSpPr>
        <p:spPr>
          <a:xfrm xmlns:a="http://schemas.openxmlformats.org/drawingml/2006/main">
            <a:off x="3894166"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2CA8D58A-D65D-4188-9EAC-D274ACD8E20C}"/>
              </a:ext>
            </a:extLst>
          </p:cNvPr>
          <p:cNvSpPr>
            <a:spLocks xmlns:a="http://schemas.openxmlformats.org/drawingml/2006/main" noGrp="1"/>
          </p:cNvSpPr>
          <p:nvPr/>
        </p:nvSpPr>
        <p:spPr>
          <a:xfrm xmlns:a="http://schemas.openxmlformats.org/drawingml/2006/main">
            <a:off x="395630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E87E0632-CEE9-40EA-B262-67A178B8E5DB}"/>
              </a:ext>
            </a:extLst>
          </p:cNvPr>
          <p:cNvSpPr>
            <a:spLocks xmlns:a="http://schemas.openxmlformats.org/drawingml/2006/main" noGrp="1"/>
          </p:cNvSpPr>
          <p:nvPr/>
        </p:nvSpPr>
        <p:spPr>
          <a:xfrm xmlns:a="http://schemas.openxmlformats.org/drawingml/2006/main">
            <a:off x="414271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168ECAA1-FF68-4DD4-A935-CE9840204044}"/>
              </a:ext>
            </a:extLst>
          </p:cNvPr>
          <p:cNvSpPr>
            <a:spLocks xmlns:a="http://schemas.openxmlformats.org/drawingml/2006/main" noGrp="1"/>
          </p:cNvSpPr>
          <p:nvPr/>
        </p:nvSpPr>
        <p:spPr>
          <a:xfrm xmlns:a="http://schemas.openxmlformats.org/drawingml/2006/main">
            <a:off x="420485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DA7A2043-217A-400B-BBFD-0C7478EAF052}"/>
              </a:ext>
            </a:extLst>
          </p:cNvPr>
          <p:cNvSpPr>
            <a:spLocks xmlns:a="http://schemas.openxmlformats.org/drawingml/2006/main" noGrp="1"/>
          </p:cNvSpPr>
          <p:nvPr/>
        </p:nvSpPr>
        <p:spPr>
          <a:xfrm xmlns:a="http://schemas.openxmlformats.org/drawingml/2006/main">
            <a:off x="426699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83F524EC-470B-4281-B89E-32E61B0DF249}"/>
              </a:ext>
            </a:extLst>
          </p:cNvPr>
          <p:cNvSpPr>
            <a:spLocks xmlns:a="http://schemas.openxmlformats.org/drawingml/2006/main" noGrp="1"/>
          </p:cNvSpPr>
          <p:nvPr/>
        </p:nvSpPr>
        <p:spPr>
          <a:xfrm xmlns:a="http://schemas.openxmlformats.org/drawingml/2006/main">
            <a:off x="432913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41490B1F-44C9-42EA-8736-30FE2CD9A381}"/>
              </a:ext>
            </a:extLst>
          </p:cNvPr>
          <p:cNvSpPr>
            <a:spLocks xmlns:a="http://schemas.openxmlformats.org/drawingml/2006/main" noGrp="1"/>
          </p:cNvSpPr>
          <p:nvPr/>
        </p:nvSpPr>
        <p:spPr>
          <a:xfrm xmlns:a="http://schemas.openxmlformats.org/drawingml/2006/main">
            <a:off x="439126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E8EBD1E2-B746-4701-A39A-87124AE3809D}"/>
              </a:ext>
            </a:extLst>
          </p:cNvPr>
          <p:cNvSpPr>
            <a:spLocks xmlns:a="http://schemas.openxmlformats.org/drawingml/2006/main" noGrp="1"/>
          </p:cNvSpPr>
          <p:nvPr/>
        </p:nvSpPr>
        <p:spPr>
          <a:xfrm xmlns:a="http://schemas.openxmlformats.org/drawingml/2006/main">
            <a:off x="445340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5255FEE8-647E-4722-A522-97100DED434A}"/>
              </a:ext>
            </a:extLst>
          </p:cNvPr>
          <p:cNvSpPr>
            <a:spLocks xmlns:a="http://schemas.openxmlformats.org/drawingml/2006/main" noGrp="1"/>
          </p:cNvSpPr>
          <p:nvPr/>
        </p:nvSpPr>
        <p:spPr>
          <a:xfrm xmlns:a="http://schemas.openxmlformats.org/drawingml/2006/main">
            <a:off x="451554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EF0D7A50-FDEC-49B3-90CA-3108BAD0FA63}"/>
              </a:ext>
            </a:extLst>
          </p:cNvPr>
          <p:cNvSpPr>
            <a:spLocks xmlns:a="http://schemas.openxmlformats.org/drawingml/2006/main" noGrp="1"/>
          </p:cNvSpPr>
          <p:nvPr/>
        </p:nvSpPr>
        <p:spPr>
          <a:xfrm xmlns:a="http://schemas.openxmlformats.org/drawingml/2006/main">
            <a:off x="165721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54AB8D8D-0D33-444F-B65F-C430EB6832D7}"/>
              </a:ext>
            </a:extLst>
          </p:cNvPr>
          <p:cNvSpPr>
            <a:spLocks xmlns:a="http://schemas.openxmlformats.org/drawingml/2006/main" noGrp="1"/>
          </p:cNvSpPr>
          <p:nvPr/>
        </p:nvSpPr>
        <p:spPr>
          <a:xfrm xmlns:a="http://schemas.openxmlformats.org/drawingml/2006/main">
            <a:off x="1719349"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F598B1FB-DE29-4572-8B53-B0039E1D2DFC}"/>
              </a:ext>
            </a:extLst>
          </p:cNvPr>
          <p:cNvSpPr>
            <a:spLocks xmlns:a="http://schemas.openxmlformats.org/drawingml/2006/main" noGrp="1"/>
          </p:cNvSpPr>
          <p:nvPr/>
        </p:nvSpPr>
        <p:spPr>
          <a:xfrm xmlns:a="http://schemas.openxmlformats.org/drawingml/2006/main">
            <a:off x="178148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404FBCBD-45FE-4CF1-BB77-1076A04B412F}"/>
              </a:ext>
            </a:extLst>
          </p:cNvPr>
          <p:cNvSpPr>
            <a:spLocks xmlns:a="http://schemas.openxmlformats.org/drawingml/2006/main" noGrp="1"/>
          </p:cNvSpPr>
          <p:nvPr/>
        </p:nvSpPr>
        <p:spPr>
          <a:xfrm xmlns:a="http://schemas.openxmlformats.org/drawingml/2006/main">
            <a:off x="1843624"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A523F5E3-AE67-494E-8E07-463B55D0E250}"/>
              </a:ext>
            </a:extLst>
          </p:cNvPr>
          <p:cNvSpPr>
            <a:spLocks xmlns:a="http://schemas.openxmlformats.org/drawingml/2006/main" noGrp="1"/>
          </p:cNvSpPr>
          <p:nvPr/>
        </p:nvSpPr>
        <p:spPr>
          <a:xfrm xmlns:a="http://schemas.openxmlformats.org/drawingml/2006/main">
            <a:off x="190576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36020AF4-1162-41B1-8F3B-162783AD9FF1}"/>
              </a:ext>
            </a:extLst>
          </p:cNvPr>
          <p:cNvSpPr>
            <a:spLocks xmlns:a="http://schemas.openxmlformats.org/drawingml/2006/main" noGrp="1"/>
          </p:cNvSpPr>
          <p:nvPr/>
        </p:nvSpPr>
        <p:spPr>
          <a:xfrm xmlns:a="http://schemas.openxmlformats.org/drawingml/2006/main">
            <a:off x="196790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CF32FB6D-1629-4799-B5A7-B0F88387B570}"/>
              </a:ext>
            </a:extLst>
          </p:cNvPr>
          <p:cNvSpPr>
            <a:spLocks xmlns:a="http://schemas.openxmlformats.org/drawingml/2006/main" noGrp="1"/>
          </p:cNvSpPr>
          <p:nvPr/>
        </p:nvSpPr>
        <p:spPr>
          <a:xfrm xmlns:a="http://schemas.openxmlformats.org/drawingml/2006/main">
            <a:off x="203003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FC6A3605-E12B-4C31-8BAA-A7582A32CF6F}"/>
              </a:ext>
            </a:extLst>
          </p:cNvPr>
          <p:cNvSpPr>
            <a:spLocks xmlns:a="http://schemas.openxmlformats.org/drawingml/2006/main" noGrp="1"/>
          </p:cNvSpPr>
          <p:nvPr/>
        </p:nvSpPr>
        <p:spPr>
          <a:xfrm xmlns:a="http://schemas.openxmlformats.org/drawingml/2006/main">
            <a:off x="209217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65725102-CEF0-4668-A5C4-8452A35186D8}"/>
              </a:ext>
            </a:extLst>
          </p:cNvPr>
          <p:cNvSpPr>
            <a:spLocks xmlns:a="http://schemas.openxmlformats.org/drawingml/2006/main" noGrp="1"/>
          </p:cNvSpPr>
          <p:nvPr/>
        </p:nvSpPr>
        <p:spPr>
          <a:xfrm xmlns:a="http://schemas.openxmlformats.org/drawingml/2006/main">
            <a:off x="2154313"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3ED9D18F-10BA-4C3B-B7ED-2D10C1030B47}"/>
              </a:ext>
            </a:extLst>
          </p:cNvPr>
          <p:cNvSpPr>
            <a:spLocks xmlns:a="http://schemas.openxmlformats.org/drawingml/2006/main" noGrp="1"/>
          </p:cNvSpPr>
          <p:nvPr/>
        </p:nvSpPr>
        <p:spPr>
          <a:xfrm xmlns:a="http://schemas.openxmlformats.org/drawingml/2006/main">
            <a:off x="221645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293BF9BE-159D-45F0-B22F-DF11C19787B9}"/>
              </a:ext>
            </a:extLst>
          </p:cNvPr>
          <p:cNvSpPr>
            <a:spLocks xmlns:a="http://schemas.openxmlformats.org/drawingml/2006/main" noGrp="1"/>
          </p:cNvSpPr>
          <p:nvPr/>
        </p:nvSpPr>
        <p:spPr>
          <a:xfrm xmlns:a="http://schemas.openxmlformats.org/drawingml/2006/main">
            <a:off x="227858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B3007EF5-99C5-4999-81D8-081391B023B9}"/>
              </a:ext>
            </a:extLst>
          </p:cNvPr>
          <p:cNvSpPr>
            <a:spLocks xmlns:a="http://schemas.openxmlformats.org/drawingml/2006/main" noGrp="1"/>
          </p:cNvSpPr>
          <p:nvPr/>
        </p:nvSpPr>
        <p:spPr>
          <a:xfrm xmlns:a="http://schemas.openxmlformats.org/drawingml/2006/main">
            <a:off x="234072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78933E5F-8CCF-4766-935C-A83BBA6F8C15}"/>
              </a:ext>
            </a:extLst>
          </p:cNvPr>
          <p:cNvSpPr>
            <a:spLocks xmlns:a="http://schemas.openxmlformats.org/drawingml/2006/main" noGrp="1"/>
          </p:cNvSpPr>
          <p:nvPr/>
        </p:nvSpPr>
        <p:spPr>
          <a:xfrm xmlns:a="http://schemas.openxmlformats.org/drawingml/2006/main">
            <a:off x="2402863"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68E89B98-A994-40DA-8CBA-AA3298F07218}"/>
              </a:ext>
            </a:extLst>
          </p:cNvPr>
          <p:cNvSpPr>
            <a:spLocks xmlns:a="http://schemas.openxmlformats.org/drawingml/2006/main" noGrp="1"/>
          </p:cNvSpPr>
          <p:nvPr/>
        </p:nvSpPr>
        <p:spPr>
          <a:xfrm xmlns:a="http://schemas.openxmlformats.org/drawingml/2006/main">
            <a:off x="246500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70CB6C6D-40DC-4EB6-8696-3FFC56DD85F5}"/>
              </a:ext>
            </a:extLst>
          </p:cNvPr>
          <p:cNvSpPr>
            <a:spLocks xmlns:a="http://schemas.openxmlformats.org/drawingml/2006/main" noGrp="1"/>
          </p:cNvSpPr>
          <p:nvPr/>
        </p:nvSpPr>
        <p:spPr>
          <a:xfrm xmlns:a="http://schemas.openxmlformats.org/drawingml/2006/main">
            <a:off x="252713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320A0E86-AAEE-404C-96D4-C07F59AEF2E1}"/>
              </a:ext>
            </a:extLst>
          </p:cNvPr>
          <p:cNvSpPr>
            <a:spLocks xmlns:a="http://schemas.openxmlformats.org/drawingml/2006/main" noGrp="1"/>
          </p:cNvSpPr>
          <p:nvPr/>
        </p:nvSpPr>
        <p:spPr>
          <a:xfrm xmlns:a="http://schemas.openxmlformats.org/drawingml/2006/main">
            <a:off x="2589276"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C6C25D25-C49B-49D9-B17C-6546C9C53EA7}"/>
              </a:ext>
            </a:extLst>
          </p:cNvPr>
          <p:cNvSpPr>
            <a:spLocks xmlns:a="http://schemas.openxmlformats.org/drawingml/2006/main" noGrp="1"/>
          </p:cNvSpPr>
          <p:nvPr/>
        </p:nvSpPr>
        <p:spPr>
          <a:xfrm xmlns:a="http://schemas.openxmlformats.org/drawingml/2006/main">
            <a:off x="2651414"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B5A00E9B-DB57-498F-9DC7-2926B01B8A87}"/>
              </a:ext>
            </a:extLst>
          </p:cNvPr>
          <p:cNvSpPr>
            <a:spLocks xmlns:a="http://schemas.openxmlformats.org/drawingml/2006/main" noGrp="1"/>
          </p:cNvSpPr>
          <p:nvPr/>
        </p:nvSpPr>
        <p:spPr>
          <a:xfrm xmlns:a="http://schemas.openxmlformats.org/drawingml/2006/main">
            <a:off x="271355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C7F63801-5FFA-4794-BD5A-AE656924305B}"/>
              </a:ext>
            </a:extLst>
          </p:cNvPr>
          <p:cNvSpPr>
            <a:spLocks xmlns:a="http://schemas.openxmlformats.org/drawingml/2006/main" noGrp="1"/>
          </p:cNvSpPr>
          <p:nvPr/>
        </p:nvSpPr>
        <p:spPr>
          <a:xfrm xmlns:a="http://schemas.openxmlformats.org/drawingml/2006/main">
            <a:off x="2775689"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0E191922-41B5-4F11-9F48-BBE503C9D3D3}"/>
              </a:ext>
            </a:extLst>
          </p:cNvPr>
          <p:cNvSpPr>
            <a:spLocks xmlns:a="http://schemas.openxmlformats.org/drawingml/2006/main" noGrp="1"/>
          </p:cNvSpPr>
          <p:nvPr/>
        </p:nvSpPr>
        <p:spPr>
          <a:xfrm xmlns:a="http://schemas.openxmlformats.org/drawingml/2006/main">
            <a:off x="283782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5EBA10AE-AF3A-4EB6-BE7B-FB8E285B88BF}"/>
              </a:ext>
            </a:extLst>
          </p:cNvPr>
          <p:cNvSpPr>
            <a:spLocks xmlns:a="http://schemas.openxmlformats.org/drawingml/2006/main" noGrp="1"/>
          </p:cNvSpPr>
          <p:nvPr/>
        </p:nvSpPr>
        <p:spPr>
          <a:xfrm xmlns:a="http://schemas.openxmlformats.org/drawingml/2006/main">
            <a:off x="2899964"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130F3A44-700A-49EE-B5A3-5CCCC5D2ACAC}"/>
              </a:ext>
            </a:extLst>
          </p:cNvPr>
          <p:cNvSpPr>
            <a:spLocks xmlns:a="http://schemas.openxmlformats.org/drawingml/2006/main" noGrp="1"/>
          </p:cNvSpPr>
          <p:nvPr/>
        </p:nvSpPr>
        <p:spPr>
          <a:xfrm xmlns:a="http://schemas.openxmlformats.org/drawingml/2006/main">
            <a:off x="296210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47FC24FE-7536-449F-A7E2-D466EF54BA2D}"/>
              </a:ext>
            </a:extLst>
          </p:cNvPr>
          <p:cNvSpPr>
            <a:spLocks xmlns:a="http://schemas.openxmlformats.org/drawingml/2006/main" noGrp="1"/>
          </p:cNvSpPr>
          <p:nvPr/>
        </p:nvSpPr>
        <p:spPr>
          <a:xfrm xmlns:a="http://schemas.openxmlformats.org/drawingml/2006/main">
            <a:off x="3024239"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7CE174C1-3B22-43AA-85C7-0AA58D54A746}"/>
              </a:ext>
            </a:extLst>
          </p:cNvPr>
          <p:cNvSpPr>
            <a:spLocks xmlns:a="http://schemas.openxmlformats.org/drawingml/2006/main" noGrp="1"/>
          </p:cNvSpPr>
          <p:nvPr/>
        </p:nvSpPr>
        <p:spPr>
          <a:xfrm xmlns:a="http://schemas.openxmlformats.org/drawingml/2006/main">
            <a:off x="308637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31F260E8-81D7-49DC-94D3-56272C382F0B}"/>
              </a:ext>
            </a:extLst>
          </p:cNvPr>
          <p:cNvSpPr>
            <a:spLocks xmlns:a="http://schemas.openxmlformats.org/drawingml/2006/main" noGrp="1"/>
          </p:cNvSpPr>
          <p:nvPr/>
        </p:nvSpPr>
        <p:spPr>
          <a:xfrm xmlns:a="http://schemas.openxmlformats.org/drawingml/2006/main">
            <a:off x="314851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1A9CDA1E-B726-44E0-BCAE-3178385931C5}"/>
              </a:ext>
            </a:extLst>
          </p:cNvPr>
          <p:cNvSpPr>
            <a:spLocks xmlns:a="http://schemas.openxmlformats.org/drawingml/2006/main" noGrp="1"/>
          </p:cNvSpPr>
          <p:nvPr/>
        </p:nvSpPr>
        <p:spPr>
          <a:xfrm xmlns:a="http://schemas.openxmlformats.org/drawingml/2006/main">
            <a:off x="321065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BCBB2619-58A7-4DF9-A1DD-3AE3E281D8E5}"/>
              </a:ext>
            </a:extLst>
          </p:cNvPr>
          <p:cNvSpPr>
            <a:spLocks xmlns:a="http://schemas.openxmlformats.org/drawingml/2006/main" noGrp="1"/>
          </p:cNvSpPr>
          <p:nvPr/>
        </p:nvSpPr>
        <p:spPr>
          <a:xfrm xmlns:a="http://schemas.openxmlformats.org/drawingml/2006/main">
            <a:off x="327279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A7372735-EBD9-40DB-843B-EE3ED6C54D04}"/>
              </a:ext>
            </a:extLst>
          </p:cNvPr>
          <p:cNvSpPr>
            <a:spLocks xmlns:a="http://schemas.openxmlformats.org/drawingml/2006/main" noGrp="1"/>
          </p:cNvSpPr>
          <p:nvPr/>
        </p:nvSpPr>
        <p:spPr>
          <a:xfrm xmlns:a="http://schemas.openxmlformats.org/drawingml/2006/main">
            <a:off x="333492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180D87CC-801A-46E5-9D0C-8BBF43F1B6DA}"/>
              </a:ext>
            </a:extLst>
          </p:cNvPr>
          <p:cNvSpPr>
            <a:spLocks xmlns:a="http://schemas.openxmlformats.org/drawingml/2006/main" noGrp="1"/>
          </p:cNvSpPr>
          <p:nvPr/>
        </p:nvSpPr>
        <p:spPr>
          <a:xfrm xmlns:a="http://schemas.openxmlformats.org/drawingml/2006/main">
            <a:off x="339706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76A90EEC-76B3-4E74-8284-52AE1BA08EF4}"/>
              </a:ext>
            </a:extLst>
          </p:cNvPr>
          <p:cNvSpPr>
            <a:spLocks xmlns:a="http://schemas.openxmlformats.org/drawingml/2006/main" noGrp="1"/>
          </p:cNvSpPr>
          <p:nvPr/>
        </p:nvSpPr>
        <p:spPr>
          <a:xfrm xmlns:a="http://schemas.openxmlformats.org/drawingml/2006/main">
            <a:off x="3459203"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CAB438F6-13F6-4F6E-ADFA-EED0B19FC1AC}"/>
              </a:ext>
            </a:extLst>
          </p:cNvPr>
          <p:cNvSpPr>
            <a:spLocks xmlns:a="http://schemas.openxmlformats.org/drawingml/2006/main" noGrp="1"/>
          </p:cNvSpPr>
          <p:nvPr/>
        </p:nvSpPr>
        <p:spPr>
          <a:xfrm xmlns:a="http://schemas.openxmlformats.org/drawingml/2006/main">
            <a:off x="352134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0EA0C1AF-F194-4609-9751-663EFAE08F47}"/>
              </a:ext>
            </a:extLst>
          </p:cNvPr>
          <p:cNvSpPr>
            <a:spLocks xmlns:a="http://schemas.openxmlformats.org/drawingml/2006/main" noGrp="1"/>
          </p:cNvSpPr>
          <p:nvPr/>
        </p:nvSpPr>
        <p:spPr>
          <a:xfrm xmlns:a="http://schemas.openxmlformats.org/drawingml/2006/main">
            <a:off x="414271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5AC5012F-6612-4DC9-B053-D1016A3D5583}"/>
              </a:ext>
            </a:extLst>
          </p:cNvPr>
          <p:cNvSpPr>
            <a:spLocks xmlns:a="http://schemas.openxmlformats.org/drawingml/2006/main" noGrp="1"/>
          </p:cNvSpPr>
          <p:nvPr/>
        </p:nvSpPr>
        <p:spPr>
          <a:xfrm xmlns:a="http://schemas.openxmlformats.org/drawingml/2006/main">
            <a:off x="420485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A1866465-B568-4038-B1A6-15AB24BB751C}"/>
              </a:ext>
            </a:extLst>
          </p:cNvPr>
          <p:cNvSpPr>
            <a:spLocks xmlns:a="http://schemas.openxmlformats.org/drawingml/2006/main" noGrp="1"/>
          </p:cNvSpPr>
          <p:nvPr/>
        </p:nvSpPr>
        <p:spPr>
          <a:xfrm xmlns:a="http://schemas.openxmlformats.org/drawingml/2006/main">
            <a:off x="426699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EA13BE11-9308-4E9A-ADA2-398676181472}"/>
              </a:ext>
            </a:extLst>
          </p:cNvPr>
          <p:cNvSpPr>
            <a:spLocks xmlns:a="http://schemas.openxmlformats.org/drawingml/2006/main" noGrp="1"/>
          </p:cNvSpPr>
          <p:nvPr/>
        </p:nvSpPr>
        <p:spPr>
          <a:xfrm xmlns:a="http://schemas.openxmlformats.org/drawingml/2006/main">
            <a:off x="432913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9C9523E2-0D83-4064-9233-5FE6F8B15A6C}"/>
              </a:ext>
            </a:extLst>
          </p:cNvPr>
          <p:cNvSpPr>
            <a:spLocks xmlns:a="http://schemas.openxmlformats.org/drawingml/2006/main" noGrp="1"/>
          </p:cNvSpPr>
          <p:nvPr/>
        </p:nvSpPr>
        <p:spPr>
          <a:xfrm xmlns:a="http://schemas.openxmlformats.org/drawingml/2006/main">
            <a:off x="439126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253C6112-1A9C-4629-A902-26511153B27C}"/>
              </a:ext>
            </a:extLst>
          </p:cNvPr>
          <p:cNvSpPr>
            <a:spLocks xmlns:a="http://schemas.openxmlformats.org/drawingml/2006/main" noGrp="1"/>
          </p:cNvSpPr>
          <p:nvPr/>
        </p:nvSpPr>
        <p:spPr>
          <a:xfrm xmlns:a="http://schemas.openxmlformats.org/drawingml/2006/main">
            <a:off x="445340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A4478F89-FD3B-4148-9388-5B5F99CC5815}"/>
              </a:ext>
            </a:extLst>
          </p:cNvPr>
          <p:cNvSpPr>
            <a:spLocks xmlns:a="http://schemas.openxmlformats.org/drawingml/2006/main" noGrp="1"/>
          </p:cNvSpPr>
          <p:nvPr/>
        </p:nvSpPr>
        <p:spPr>
          <a:xfrm xmlns:a="http://schemas.openxmlformats.org/drawingml/2006/main">
            <a:off x="4515543"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3C2EB7E4-927F-4B4F-931E-2A1D1CA9CDD0}"/>
              </a:ext>
            </a:extLst>
          </p:cNvPr>
          <p:cNvSpPr>
            <a:spLocks xmlns:a="http://schemas.openxmlformats.org/drawingml/2006/main" noGrp="1"/>
          </p:cNvSpPr>
          <p:nvPr/>
        </p:nvSpPr>
        <p:spPr>
          <a:xfrm xmlns:a="http://schemas.openxmlformats.org/drawingml/2006/main">
            <a:off x="457768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003A4FAE-3375-48DD-9885-3F1196206159}"/>
              </a:ext>
            </a:extLst>
          </p:cNvPr>
          <p:cNvSpPr>
            <a:spLocks xmlns:a="http://schemas.openxmlformats.org/drawingml/2006/main" noGrp="1"/>
          </p:cNvSpPr>
          <p:nvPr/>
        </p:nvSpPr>
        <p:spPr>
          <a:xfrm xmlns:a="http://schemas.openxmlformats.org/drawingml/2006/main">
            <a:off x="171934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7F3F60D9-99D3-4863-8269-E52A04348FA1}"/>
              </a:ext>
            </a:extLst>
          </p:cNvPr>
          <p:cNvSpPr>
            <a:spLocks xmlns:a="http://schemas.openxmlformats.org/drawingml/2006/main" noGrp="1"/>
          </p:cNvSpPr>
          <p:nvPr/>
        </p:nvSpPr>
        <p:spPr>
          <a:xfrm xmlns:a="http://schemas.openxmlformats.org/drawingml/2006/main">
            <a:off x="178148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9571D2E0-89A4-43F5-B5BB-B68780ABAEC3}"/>
              </a:ext>
            </a:extLst>
          </p:cNvPr>
          <p:cNvSpPr>
            <a:spLocks xmlns:a="http://schemas.openxmlformats.org/drawingml/2006/main" noGrp="1"/>
          </p:cNvSpPr>
          <p:nvPr/>
        </p:nvSpPr>
        <p:spPr>
          <a:xfrm xmlns:a="http://schemas.openxmlformats.org/drawingml/2006/main">
            <a:off x="1843624"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6CE91490-1886-4CA1-B301-CA5BD2EB8A41}"/>
              </a:ext>
            </a:extLst>
          </p:cNvPr>
          <p:cNvSpPr>
            <a:spLocks xmlns:a="http://schemas.openxmlformats.org/drawingml/2006/main" noGrp="1"/>
          </p:cNvSpPr>
          <p:nvPr/>
        </p:nvSpPr>
        <p:spPr>
          <a:xfrm xmlns:a="http://schemas.openxmlformats.org/drawingml/2006/main">
            <a:off x="1905762"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9757F932-E412-458A-91D1-D0042F371A42}"/>
              </a:ext>
            </a:extLst>
          </p:cNvPr>
          <p:cNvSpPr>
            <a:spLocks xmlns:a="http://schemas.openxmlformats.org/drawingml/2006/main" noGrp="1"/>
          </p:cNvSpPr>
          <p:nvPr/>
        </p:nvSpPr>
        <p:spPr>
          <a:xfrm xmlns:a="http://schemas.openxmlformats.org/drawingml/2006/main">
            <a:off x="196790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A3F34F8C-B240-45C8-B482-AFF68FD526F0}"/>
              </a:ext>
            </a:extLst>
          </p:cNvPr>
          <p:cNvSpPr>
            <a:spLocks xmlns:a="http://schemas.openxmlformats.org/drawingml/2006/main" noGrp="1"/>
          </p:cNvSpPr>
          <p:nvPr/>
        </p:nvSpPr>
        <p:spPr>
          <a:xfrm xmlns:a="http://schemas.openxmlformats.org/drawingml/2006/main">
            <a:off x="203003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F8C9850E-CC35-4C94-B8AB-821D71909FD4}"/>
              </a:ext>
            </a:extLst>
          </p:cNvPr>
          <p:cNvSpPr>
            <a:spLocks xmlns:a="http://schemas.openxmlformats.org/drawingml/2006/main" noGrp="1"/>
          </p:cNvSpPr>
          <p:nvPr/>
        </p:nvSpPr>
        <p:spPr>
          <a:xfrm xmlns:a="http://schemas.openxmlformats.org/drawingml/2006/main">
            <a:off x="209217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0BDAF56A-A582-4D3C-9BD4-936ADA7735AA}"/>
              </a:ext>
            </a:extLst>
          </p:cNvPr>
          <p:cNvSpPr>
            <a:spLocks xmlns:a="http://schemas.openxmlformats.org/drawingml/2006/main" noGrp="1"/>
          </p:cNvSpPr>
          <p:nvPr/>
        </p:nvSpPr>
        <p:spPr>
          <a:xfrm xmlns:a="http://schemas.openxmlformats.org/drawingml/2006/main">
            <a:off x="215431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D321AEFE-A46C-4FD3-84CD-438FFFA5A1BE}"/>
              </a:ext>
            </a:extLst>
          </p:cNvPr>
          <p:cNvSpPr>
            <a:spLocks xmlns:a="http://schemas.openxmlformats.org/drawingml/2006/main" noGrp="1"/>
          </p:cNvSpPr>
          <p:nvPr/>
        </p:nvSpPr>
        <p:spPr>
          <a:xfrm xmlns:a="http://schemas.openxmlformats.org/drawingml/2006/main">
            <a:off x="221645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70DBB574-CDB2-4C02-8519-557FB84AD173}"/>
              </a:ext>
            </a:extLst>
          </p:cNvPr>
          <p:cNvSpPr>
            <a:spLocks xmlns:a="http://schemas.openxmlformats.org/drawingml/2006/main" noGrp="1"/>
          </p:cNvSpPr>
          <p:nvPr/>
        </p:nvSpPr>
        <p:spPr>
          <a:xfrm xmlns:a="http://schemas.openxmlformats.org/drawingml/2006/main">
            <a:off x="227858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8362B92C-E9E3-49D7-9AAA-4C8D158275A2}"/>
              </a:ext>
            </a:extLst>
          </p:cNvPr>
          <p:cNvSpPr>
            <a:spLocks xmlns:a="http://schemas.openxmlformats.org/drawingml/2006/main" noGrp="1"/>
          </p:cNvSpPr>
          <p:nvPr/>
        </p:nvSpPr>
        <p:spPr>
          <a:xfrm xmlns:a="http://schemas.openxmlformats.org/drawingml/2006/main">
            <a:off x="234072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BE523984-7432-43A9-A135-F031DD35F70E}"/>
              </a:ext>
            </a:extLst>
          </p:cNvPr>
          <p:cNvSpPr>
            <a:spLocks xmlns:a="http://schemas.openxmlformats.org/drawingml/2006/main" noGrp="1"/>
          </p:cNvSpPr>
          <p:nvPr/>
        </p:nvSpPr>
        <p:spPr>
          <a:xfrm xmlns:a="http://schemas.openxmlformats.org/drawingml/2006/main">
            <a:off x="240286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73B6A95C-A220-4253-93AA-BF97E66F993D}"/>
              </a:ext>
            </a:extLst>
          </p:cNvPr>
          <p:cNvSpPr>
            <a:spLocks xmlns:a="http://schemas.openxmlformats.org/drawingml/2006/main" noGrp="1"/>
          </p:cNvSpPr>
          <p:nvPr/>
        </p:nvSpPr>
        <p:spPr>
          <a:xfrm xmlns:a="http://schemas.openxmlformats.org/drawingml/2006/main">
            <a:off x="2465001"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8847E75E-4EAD-4DF3-B833-18751C18AC46}"/>
              </a:ext>
            </a:extLst>
          </p:cNvPr>
          <p:cNvSpPr>
            <a:spLocks xmlns:a="http://schemas.openxmlformats.org/drawingml/2006/main" noGrp="1"/>
          </p:cNvSpPr>
          <p:nvPr/>
        </p:nvSpPr>
        <p:spPr>
          <a:xfrm xmlns:a="http://schemas.openxmlformats.org/drawingml/2006/main">
            <a:off x="252713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5291A71E-6749-4C94-B869-46C1D4F83F77}"/>
              </a:ext>
            </a:extLst>
          </p:cNvPr>
          <p:cNvSpPr>
            <a:spLocks xmlns:a="http://schemas.openxmlformats.org/drawingml/2006/main" noGrp="1"/>
          </p:cNvSpPr>
          <p:nvPr/>
        </p:nvSpPr>
        <p:spPr>
          <a:xfrm xmlns:a="http://schemas.openxmlformats.org/drawingml/2006/main">
            <a:off x="2589276"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8303D9AE-1664-4272-95F0-E66E7AA29794}"/>
              </a:ext>
            </a:extLst>
          </p:cNvPr>
          <p:cNvSpPr>
            <a:spLocks xmlns:a="http://schemas.openxmlformats.org/drawingml/2006/main" noGrp="1"/>
          </p:cNvSpPr>
          <p:nvPr/>
        </p:nvSpPr>
        <p:spPr>
          <a:xfrm xmlns:a="http://schemas.openxmlformats.org/drawingml/2006/main">
            <a:off x="2651414"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698EFCDF-8822-4820-A625-15FF05492EAF}"/>
              </a:ext>
            </a:extLst>
          </p:cNvPr>
          <p:cNvSpPr>
            <a:spLocks xmlns:a="http://schemas.openxmlformats.org/drawingml/2006/main" noGrp="1"/>
          </p:cNvSpPr>
          <p:nvPr/>
        </p:nvSpPr>
        <p:spPr>
          <a:xfrm xmlns:a="http://schemas.openxmlformats.org/drawingml/2006/main">
            <a:off x="2713551"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7141C3F3-266A-40F2-B57C-FE406506ACCD}"/>
              </a:ext>
            </a:extLst>
          </p:cNvPr>
          <p:cNvSpPr>
            <a:spLocks xmlns:a="http://schemas.openxmlformats.org/drawingml/2006/main" noGrp="1"/>
          </p:cNvSpPr>
          <p:nvPr/>
        </p:nvSpPr>
        <p:spPr>
          <a:xfrm xmlns:a="http://schemas.openxmlformats.org/drawingml/2006/main">
            <a:off x="277568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A216C361-A3E8-41AE-B65F-9A38FDE53029}"/>
              </a:ext>
            </a:extLst>
          </p:cNvPr>
          <p:cNvSpPr>
            <a:spLocks xmlns:a="http://schemas.openxmlformats.org/drawingml/2006/main" noGrp="1"/>
          </p:cNvSpPr>
          <p:nvPr/>
        </p:nvSpPr>
        <p:spPr>
          <a:xfrm xmlns:a="http://schemas.openxmlformats.org/drawingml/2006/main">
            <a:off x="283782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407FA202-3AF2-4909-9DFC-0B4856B67A15}"/>
              </a:ext>
            </a:extLst>
          </p:cNvPr>
          <p:cNvSpPr>
            <a:spLocks xmlns:a="http://schemas.openxmlformats.org/drawingml/2006/main" noGrp="1"/>
          </p:cNvSpPr>
          <p:nvPr/>
        </p:nvSpPr>
        <p:spPr>
          <a:xfrm xmlns:a="http://schemas.openxmlformats.org/drawingml/2006/main">
            <a:off x="2899964"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3E6C9851-77F0-4423-998E-71BED6355207}"/>
              </a:ext>
            </a:extLst>
          </p:cNvPr>
          <p:cNvSpPr>
            <a:spLocks xmlns:a="http://schemas.openxmlformats.org/drawingml/2006/main" noGrp="1"/>
          </p:cNvSpPr>
          <p:nvPr/>
        </p:nvSpPr>
        <p:spPr>
          <a:xfrm xmlns:a="http://schemas.openxmlformats.org/drawingml/2006/main">
            <a:off x="2962102"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B180D268-8B7E-448D-91E0-43E746595C44}"/>
              </a:ext>
            </a:extLst>
          </p:cNvPr>
          <p:cNvSpPr>
            <a:spLocks xmlns:a="http://schemas.openxmlformats.org/drawingml/2006/main" noGrp="1"/>
          </p:cNvSpPr>
          <p:nvPr/>
        </p:nvSpPr>
        <p:spPr>
          <a:xfrm xmlns:a="http://schemas.openxmlformats.org/drawingml/2006/main">
            <a:off x="302423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60CFD51D-0509-479C-9E7B-216DCAF00E63}"/>
              </a:ext>
            </a:extLst>
          </p:cNvPr>
          <p:cNvSpPr>
            <a:spLocks xmlns:a="http://schemas.openxmlformats.org/drawingml/2006/main" noGrp="1"/>
          </p:cNvSpPr>
          <p:nvPr/>
        </p:nvSpPr>
        <p:spPr>
          <a:xfrm xmlns:a="http://schemas.openxmlformats.org/drawingml/2006/main">
            <a:off x="308637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B1003A60-86A8-487B-B946-5B545743C563}"/>
              </a:ext>
            </a:extLst>
          </p:cNvPr>
          <p:cNvSpPr>
            <a:spLocks xmlns:a="http://schemas.openxmlformats.org/drawingml/2006/main" noGrp="1"/>
          </p:cNvSpPr>
          <p:nvPr/>
        </p:nvSpPr>
        <p:spPr>
          <a:xfrm xmlns:a="http://schemas.openxmlformats.org/drawingml/2006/main">
            <a:off x="314851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F8D6A985-30B3-4505-95B6-BF0EFC725528}"/>
              </a:ext>
            </a:extLst>
          </p:cNvPr>
          <p:cNvSpPr>
            <a:spLocks xmlns:a="http://schemas.openxmlformats.org/drawingml/2006/main" noGrp="1"/>
          </p:cNvSpPr>
          <p:nvPr/>
        </p:nvSpPr>
        <p:spPr>
          <a:xfrm xmlns:a="http://schemas.openxmlformats.org/drawingml/2006/main">
            <a:off x="3210652"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C1CCCB03-8848-4286-BF1F-18A4D81CC8F9}"/>
              </a:ext>
            </a:extLst>
          </p:cNvPr>
          <p:cNvSpPr>
            <a:spLocks xmlns:a="http://schemas.openxmlformats.org/drawingml/2006/main" noGrp="1"/>
          </p:cNvSpPr>
          <p:nvPr/>
        </p:nvSpPr>
        <p:spPr>
          <a:xfrm xmlns:a="http://schemas.openxmlformats.org/drawingml/2006/main">
            <a:off x="327279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85064EFF-1705-477D-9300-7D993770EE4D}"/>
              </a:ext>
            </a:extLst>
          </p:cNvPr>
          <p:cNvSpPr>
            <a:spLocks xmlns:a="http://schemas.openxmlformats.org/drawingml/2006/main" noGrp="1"/>
          </p:cNvSpPr>
          <p:nvPr/>
        </p:nvSpPr>
        <p:spPr>
          <a:xfrm xmlns:a="http://schemas.openxmlformats.org/drawingml/2006/main">
            <a:off x="333492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B077960D-3AC1-4147-A50D-DBE60CAA401F}"/>
              </a:ext>
            </a:extLst>
          </p:cNvPr>
          <p:cNvSpPr>
            <a:spLocks xmlns:a="http://schemas.openxmlformats.org/drawingml/2006/main" noGrp="1"/>
          </p:cNvSpPr>
          <p:nvPr/>
        </p:nvSpPr>
        <p:spPr>
          <a:xfrm xmlns:a="http://schemas.openxmlformats.org/drawingml/2006/main">
            <a:off x="339706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FD7BCCEE-18F9-4220-BB4A-93F1F42A2FB5}"/>
              </a:ext>
            </a:extLst>
          </p:cNvPr>
          <p:cNvSpPr>
            <a:spLocks xmlns:a="http://schemas.openxmlformats.org/drawingml/2006/main" noGrp="1"/>
          </p:cNvSpPr>
          <p:nvPr/>
        </p:nvSpPr>
        <p:spPr>
          <a:xfrm xmlns:a="http://schemas.openxmlformats.org/drawingml/2006/main">
            <a:off x="345920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8A9C6AF5-8FBA-4452-A137-023EBDBC5A13}"/>
              </a:ext>
            </a:extLst>
          </p:cNvPr>
          <p:cNvSpPr>
            <a:spLocks xmlns:a="http://schemas.openxmlformats.org/drawingml/2006/main" noGrp="1"/>
          </p:cNvSpPr>
          <p:nvPr/>
        </p:nvSpPr>
        <p:spPr>
          <a:xfrm xmlns:a="http://schemas.openxmlformats.org/drawingml/2006/main">
            <a:off x="3645616"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A75D5F3F-6023-4611-9322-CACEE1F44ED6}"/>
              </a:ext>
            </a:extLst>
          </p:cNvPr>
          <p:cNvSpPr>
            <a:spLocks xmlns:a="http://schemas.openxmlformats.org/drawingml/2006/main" noGrp="1"/>
          </p:cNvSpPr>
          <p:nvPr/>
        </p:nvSpPr>
        <p:spPr>
          <a:xfrm xmlns:a="http://schemas.openxmlformats.org/drawingml/2006/main">
            <a:off x="370775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5E6E31D5-9264-4E68-85D1-E64E17AD6FDE}"/>
              </a:ext>
            </a:extLst>
          </p:cNvPr>
          <p:cNvSpPr>
            <a:spLocks xmlns:a="http://schemas.openxmlformats.org/drawingml/2006/main" noGrp="1"/>
          </p:cNvSpPr>
          <p:nvPr/>
        </p:nvSpPr>
        <p:spPr>
          <a:xfrm xmlns:a="http://schemas.openxmlformats.org/drawingml/2006/main">
            <a:off x="3769891"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4815279A-4F9F-4064-829D-AC310DF313D9}"/>
              </a:ext>
            </a:extLst>
          </p:cNvPr>
          <p:cNvSpPr>
            <a:spLocks xmlns:a="http://schemas.openxmlformats.org/drawingml/2006/main" noGrp="1"/>
          </p:cNvSpPr>
          <p:nvPr/>
        </p:nvSpPr>
        <p:spPr>
          <a:xfrm xmlns:a="http://schemas.openxmlformats.org/drawingml/2006/main">
            <a:off x="383202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79876B1B-2E71-405D-B38A-F8752FE32CBD}"/>
              </a:ext>
            </a:extLst>
          </p:cNvPr>
          <p:cNvSpPr>
            <a:spLocks xmlns:a="http://schemas.openxmlformats.org/drawingml/2006/main" noGrp="1"/>
          </p:cNvSpPr>
          <p:nvPr/>
        </p:nvSpPr>
        <p:spPr>
          <a:xfrm xmlns:a="http://schemas.openxmlformats.org/drawingml/2006/main">
            <a:off x="3894166"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BD1AD67A-55A2-41F8-A80A-1D081DC26BA3}"/>
              </a:ext>
            </a:extLst>
          </p:cNvPr>
          <p:cNvSpPr>
            <a:spLocks xmlns:a="http://schemas.openxmlformats.org/drawingml/2006/main" noGrp="1"/>
          </p:cNvSpPr>
          <p:nvPr/>
        </p:nvSpPr>
        <p:spPr>
          <a:xfrm xmlns:a="http://schemas.openxmlformats.org/drawingml/2006/main">
            <a:off x="3956304"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17559531-BF23-4F7F-BDD3-37BA497E88D9}"/>
              </a:ext>
            </a:extLst>
          </p:cNvPr>
          <p:cNvSpPr>
            <a:spLocks xmlns:a="http://schemas.openxmlformats.org/drawingml/2006/main" noGrp="1"/>
          </p:cNvSpPr>
          <p:nvPr/>
        </p:nvSpPr>
        <p:spPr>
          <a:xfrm xmlns:a="http://schemas.openxmlformats.org/drawingml/2006/main">
            <a:off x="420485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C1F7E46C-FD1F-40A1-B0C1-E569FBD174E7}"/>
              </a:ext>
            </a:extLst>
          </p:cNvPr>
          <p:cNvSpPr>
            <a:spLocks xmlns:a="http://schemas.openxmlformats.org/drawingml/2006/main" noGrp="1"/>
          </p:cNvSpPr>
          <p:nvPr/>
        </p:nvSpPr>
        <p:spPr>
          <a:xfrm xmlns:a="http://schemas.openxmlformats.org/drawingml/2006/main">
            <a:off x="4266992"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0ACF22CA-AE22-45C1-BB52-57AB92702781}"/>
              </a:ext>
            </a:extLst>
          </p:cNvPr>
          <p:cNvSpPr>
            <a:spLocks xmlns:a="http://schemas.openxmlformats.org/drawingml/2006/main" noGrp="1"/>
          </p:cNvSpPr>
          <p:nvPr/>
        </p:nvSpPr>
        <p:spPr>
          <a:xfrm xmlns:a="http://schemas.openxmlformats.org/drawingml/2006/main">
            <a:off x="432913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3B96C397-AFC9-4222-AA10-6BC074C89DC9}"/>
              </a:ext>
            </a:extLst>
          </p:cNvPr>
          <p:cNvSpPr>
            <a:spLocks xmlns:a="http://schemas.openxmlformats.org/drawingml/2006/main" noGrp="1"/>
          </p:cNvSpPr>
          <p:nvPr/>
        </p:nvSpPr>
        <p:spPr>
          <a:xfrm xmlns:a="http://schemas.openxmlformats.org/drawingml/2006/main">
            <a:off x="439126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E91D88B0-2C79-4854-B2D8-B12FE18873B3}"/>
              </a:ext>
            </a:extLst>
          </p:cNvPr>
          <p:cNvSpPr>
            <a:spLocks xmlns:a="http://schemas.openxmlformats.org/drawingml/2006/main" noGrp="1"/>
          </p:cNvSpPr>
          <p:nvPr/>
        </p:nvSpPr>
        <p:spPr>
          <a:xfrm xmlns:a="http://schemas.openxmlformats.org/drawingml/2006/main">
            <a:off x="445340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62337C0F-58CE-4574-AC37-AE1A832E659A}"/>
              </a:ext>
            </a:extLst>
          </p:cNvPr>
          <p:cNvSpPr>
            <a:spLocks xmlns:a="http://schemas.openxmlformats.org/drawingml/2006/main" noGrp="1"/>
          </p:cNvSpPr>
          <p:nvPr/>
        </p:nvSpPr>
        <p:spPr>
          <a:xfrm xmlns:a="http://schemas.openxmlformats.org/drawingml/2006/main">
            <a:off x="451554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DF7DA236-E879-4E24-9A8A-968BA3713A1E}"/>
              </a:ext>
            </a:extLst>
          </p:cNvPr>
          <p:cNvSpPr>
            <a:spLocks xmlns:a="http://schemas.openxmlformats.org/drawingml/2006/main" noGrp="1"/>
          </p:cNvSpPr>
          <p:nvPr/>
        </p:nvSpPr>
        <p:spPr>
          <a:xfrm xmlns:a="http://schemas.openxmlformats.org/drawingml/2006/main">
            <a:off x="178148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AB1EA995-96F3-44E6-9CEA-ECBB541C761B}"/>
              </a:ext>
            </a:extLst>
          </p:cNvPr>
          <p:cNvSpPr>
            <a:spLocks xmlns:a="http://schemas.openxmlformats.org/drawingml/2006/main" noGrp="1"/>
          </p:cNvSpPr>
          <p:nvPr/>
        </p:nvSpPr>
        <p:spPr>
          <a:xfrm xmlns:a="http://schemas.openxmlformats.org/drawingml/2006/main">
            <a:off x="184362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92DEFD01-5231-47FA-9CE5-674688E7EC18}"/>
              </a:ext>
            </a:extLst>
          </p:cNvPr>
          <p:cNvSpPr>
            <a:spLocks xmlns:a="http://schemas.openxmlformats.org/drawingml/2006/main" noGrp="1"/>
          </p:cNvSpPr>
          <p:nvPr/>
        </p:nvSpPr>
        <p:spPr>
          <a:xfrm xmlns:a="http://schemas.openxmlformats.org/drawingml/2006/main">
            <a:off x="190576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4982B37D-28FA-45D0-BB59-0DFE580ECC62}"/>
              </a:ext>
            </a:extLst>
          </p:cNvPr>
          <p:cNvSpPr>
            <a:spLocks xmlns:a="http://schemas.openxmlformats.org/drawingml/2006/main" noGrp="1"/>
          </p:cNvSpPr>
          <p:nvPr/>
        </p:nvSpPr>
        <p:spPr>
          <a:xfrm xmlns:a="http://schemas.openxmlformats.org/drawingml/2006/main">
            <a:off x="1967900"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531BE555-A9AE-476D-BFB1-965AE203C40C}"/>
              </a:ext>
            </a:extLst>
          </p:cNvPr>
          <p:cNvSpPr>
            <a:spLocks xmlns:a="http://schemas.openxmlformats.org/drawingml/2006/main" noGrp="1"/>
          </p:cNvSpPr>
          <p:nvPr/>
        </p:nvSpPr>
        <p:spPr>
          <a:xfrm xmlns:a="http://schemas.openxmlformats.org/drawingml/2006/main">
            <a:off x="203003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D8846B2B-D1B8-49F8-BB12-608CD545C97B}"/>
              </a:ext>
            </a:extLst>
          </p:cNvPr>
          <p:cNvSpPr>
            <a:spLocks xmlns:a="http://schemas.openxmlformats.org/drawingml/2006/main" noGrp="1"/>
          </p:cNvSpPr>
          <p:nvPr/>
        </p:nvSpPr>
        <p:spPr>
          <a:xfrm xmlns:a="http://schemas.openxmlformats.org/drawingml/2006/main">
            <a:off x="209217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11CE33E9-B0A2-4A6E-8783-BE2F33980BBF}"/>
              </a:ext>
            </a:extLst>
          </p:cNvPr>
          <p:cNvSpPr>
            <a:spLocks xmlns:a="http://schemas.openxmlformats.org/drawingml/2006/main" noGrp="1"/>
          </p:cNvSpPr>
          <p:nvPr/>
        </p:nvSpPr>
        <p:spPr>
          <a:xfrm xmlns:a="http://schemas.openxmlformats.org/drawingml/2006/main">
            <a:off x="2154313"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04C2B057-60C8-40C2-918B-7958639CCA88}"/>
              </a:ext>
            </a:extLst>
          </p:cNvPr>
          <p:cNvSpPr>
            <a:spLocks xmlns:a="http://schemas.openxmlformats.org/drawingml/2006/main" noGrp="1"/>
          </p:cNvSpPr>
          <p:nvPr/>
        </p:nvSpPr>
        <p:spPr>
          <a:xfrm xmlns:a="http://schemas.openxmlformats.org/drawingml/2006/main">
            <a:off x="2216450"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9F97C58A-8BD0-4E2B-858C-7676783BD2DF}"/>
              </a:ext>
            </a:extLst>
          </p:cNvPr>
          <p:cNvSpPr>
            <a:spLocks xmlns:a="http://schemas.openxmlformats.org/drawingml/2006/main" noGrp="1"/>
          </p:cNvSpPr>
          <p:nvPr/>
        </p:nvSpPr>
        <p:spPr>
          <a:xfrm xmlns:a="http://schemas.openxmlformats.org/drawingml/2006/main">
            <a:off x="227858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CCB024CA-4D2B-4BB8-8831-BE5A31DFAD67}"/>
              </a:ext>
            </a:extLst>
          </p:cNvPr>
          <p:cNvSpPr>
            <a:spLocks xmlns:a="http://schemas.openxmlformats.org/drawingml/2006/main" noGrp="1"/>
          </p:cNvSpPr>
          <p:nvPr/>
        </p:nvSpPr>
        <p:spPr>
          <a:xfrm xmlns:a="http://schemas.openxmlformats.org/drawingml/2006/main">
            <a:off x="234072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C82FB459-6029-496A-A342-6C91B897AF87}"/>
              </a:ext>
            </a:extLst>
          </p:cNvPr>
          <p:cNvSpPr>
            <a:spLocks xmlns:a="http://schemas.openxmlformats.org/drawingml/2006/main" noGrp="1"/>
          </p:cNvSpPr>
          <p:nvPr/>
        </p:nvSpPr>
        <p:spPr>
          <a:xfrm xmlns:a="http://schemas.openxmlformats.org/drawingml/2006/main">
            <a:off x="2402863"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C7520CCB-C739-4E75-B941-289AB58246E4}"/>
              </a:ext>
            </a:extLst>
          </p:cNvPr>
          <p:cNvSpPr>
            <a:spLocks xmlns:a="http://schemas.openxmlformats.org/drawingml/2006/main" noGrp="1"/>
          </p:cNvSpPr>
          <p:nvPr/>
        </p:nvSpPr>
        <p:spPr>
          <a:xfrm xmlns:a="http://schemas.openxmlformats.org/drawingml/2006/main">
            <a:off x="2465001"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9A03FD75-ECE5-4ECA-B4C1-298AC988F957}"/>
              </a:ext>
            </a:extLst>
          </p:cNvPr>
          <p:cNvSpPr>
            <a:spLocks xmlns:a="http://schemas.openxmlformats.org/drawingml/2006/main" noGrp="1"/>
          </p:cNvSpPr>
          <p:nvPr/>
        </p:nvSpPr>
        <p:spPr>
          <a:xfrm xmlns:a="http://schemas.openxmlformats.org/drawingml/2006/main">
            <a:off x="252713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985C5051-FAC3-4924-AD6A-EE16609AB502}"/>
              </a:ext>
            </a:extLst>
          </p:cNvPr>
          <p:cNvSpPr>
            <a:spLocks xmlns:a="http://schemas.openxmlformats.org/drawingml/2006/main" noGrp="1"/>
          </p:cNvSpPr>
          <p:nvPr/>
        </p:nvSpPr>
        <p:spPr>
          <a:xfrm xmlns:a="http://schemas.openxmlformats.org/drawingml/2006/main">
            <a:off x="2589276"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FCC28B15-C99F-4E7F-BC55-252A4CFAD5EA}"/>
              </a:ext>
            </a:extLst>
          </p:cNvPr>
          <p:cNvSpPr>
            <a:spLocks xmlns:a="http://schemas.openxmlformats.org/drawingml/2006/main" noGrp="1"/>
          </p:cNvSpPr>
          <p:nvPr/>
        </p:nvSpPr>
        <p:spPr>
          <a:xfrm xmlns:a="http://schemas.openxmlformats.org/drawingml/2006/main">
            <a:off x="265141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6AA92F4F-5C4C-49BF-AF3E-8F178C3C2838}"/>
              </a:ext>
            </a:extLst>
          </p:cNvPr>
          <p:cNvSpPr>
            <a:spLocks xmlns:a="http://schemas.openxmlformats.org/drawingml/2006/main" noGrp="1"/>
          </p:cNvSpPr>
          <p:nvPr/>
        </p:nvSpPr>
        <p:spPr>
          <a:xfrm xmlns:a="http://schemas.openxmlformats.org/drawingml/2006/main">
            <a:off x="2713551"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77A2FFE9-A31E-41F0-8C82-580B14998CBC}"/>
              </a:ext>
            </a:extLst>
          </p:cNvPr>
          <p:cNvSpPr>
            <a:spLocks xmlns:a="http://schemas.openxmlformats.org/drawingml/2006/main" noGrp="1"/>
          </p:cNvSpPr>
          <p:nvPr/>
        </p:nvSpPr>
        <p:spPr>
          <a:xfrm xmlns:a="http://schemas.openxmlformats.org/drawingml/2006/main">
            <a:off x="277568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35520C80-C9E1-4C14-BD1C-D7D9B2511FD5}"/>
              </a:ext>
            </a:extLst>
          </p:cNvPr>
          <p:cNvSpPr>
            <a:spLocks xmlns:a="http://schemas.openxmlformats.org/drawingml/2006/main" noGrp="1"/>
          </p:cNvSpPr>
          <p:nvPr/>
        </p:nvSpPr>
        <p:spPr>
          <a:xfrm xmlns:a="http://schemas.openxmlformats.org/drawingml/2006/main">
            <a:off x="283782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1" name="Editable chart path">
            <a:extLst xmlns:a="http://schemas.openxmlformats.org/drawingml/2006/main">
              <a:ext uri="{FF2B5EF4-FFF2-40B4-BE49-F238E27FC236}">
                <a16:creationId xmlns:a16="http://schemas.microsoft.com/office/drawing/2014/main" id="{53027271-41F0-45FB-A3AC-2E916EAD26F8}"/>
              </a:ext>
            </a:extLst>
          </p:cNvPr>
          <p:cNvSpPr>
            <a:spLocks xmlns:a="http://schemas.openxmlformats.org/drawingml/2006/main" noGrp="1"/>
          </p:cNvSpPr>
          <p:nvPr/>
        </p:nvSpPr>
        <p:spPr>
          <a:xfrm xmlns:a="http://schemas.openxmlformats.org/drawingml/2006/main">
            <a:off x="289996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2" name="Editable chart path">
            <a:extLst xmlns:a="http://schemas.openxmlformats.org/drawingml/2006/main">
              <a:ext uri="{FF2B5EF4-FFF2-40B4-BE49-F238E27FC236}">
                <a16:creationId xmlns:a16="http://schemas.microsoft.com/office/drawing/2014/main" id="{A4646A69-28CD-496B-9B99-F542E44D97F9}"/>
              </a:ext>
            </a:extLst>
          </p:cNvPr>
          <p:cNvSpPr>
            <a:spLocks xmlns:a="http://schemas.openxmlformats.org/drawingml/2006/main" noGrp="1"/>
          </p:cNvSpPr>
          <p:nvPr/>
        </p:nvSpPr>
        <p:spPr>
          <a:xfrm xmlns:a="http://schemas.openxmlformats.org/drawingml/2006/main">
            <a:off x="296210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3" name="Editable chart path">
            <a:extLst xmlns:a="http://schemas.openxmlformats.org/drawingml/2006/main">
              <a:ext uri="{FF2B5EF4-FFF2-40B4-BE49-F238E27FC236}">
                <a16:creationId xmlns:a16="http://schemas.microsoft.com/office/drawing/2014/main" id="{48A24190-FC4A-400E-AB2C-233E9740213A}"/>
              </a:ext>
            </a:extLst>
          </p:cNvPr>
          <p:cNvSpPr>
            <a:spLocks xmlns:a="http://schemas.openxmlformats.org/drawingml/2006/main" noGrp="1"/>
          </p:cNvSpPr>
          <p:nvPr/>
        </p:nvSpPr>
        <p:spPr>
          <a:xfrm xmlns:a="http://schemas.openxmlformats.org/drawingml/2006/main">
            <a:off x="302423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4" name="Editable chart path">
            <a:extLst xmlns:a="http://schemas.openxmlformats.org/drawingml/2006/main">
              <a:ext uri="{FF2B5EF4-FFF2-40B4-BE49-F238E27FC236}">
                <a16:creationId xmlns:a16="http://schemas.microsoft.com/office/drawing/2014/main" id="{C3521247-18F8-400E-8319-C53C558A795F}"/>
              </a:ext>
            </a:extLst>
          </p:cNvPr>
          <p:cNvSpPr>
            <a:spLocks xmlns:a="http://schemas.openxmlformats.org/drawingml/2006/main" noGrp="1"/>
          </p:cNvSpPr>
          <p:nvPr/>
        </p:nvSpPr>
        <p:spPr>
          <a:xfrm xmlns:a="http://schemas.openxmlformats.org/drawingml/2006/main">
            <a:off x="308637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5" name="Editable chart path">
            <a:extLst xmlns:a="http://schemas.openxmlformats.org/drawingml/2006/main">
              <a:ext uri="{FF2B5EF4-FFF2-40B4-BE49-F238E27FC236}">
                <a16:creationId xmlns:a16="http://schemas.microsoft.com/office/drawing/2014/main" id="{A67F3E39-BEE5-4DF1-B0C8-3B2D8F1B64B7}"/>
              </a:ext>
            </a:extLst>
          </p:cNvPr>
          <p:cNvSpPr>
            <a:spLocks xmlns:a="http://schemas.openxmlformats.org/drawingml/2006/main" noGrp="1"/>
          </p:cNvSpPr>
          <p:nvPr/>
        </p:nvSpPr>
        <p:spPr>
          <a:xfrm xmlns:a="http://schemas.openxmlformats.org/drawingml/2006/main">
            <a:off x="314851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6" name="Editable chart path">
            <a:extLst xmlns:a="http://schemas.openxmlformats.org/drawingml/2006/main">
              <a:ext uri="{FF2B5EF4-FFF2-40B4-BE49-F238E27FC236}">
                <a16:creationId xmlns:a16="http://schemas.microsoft.com/office/drawing/2014/main" id="{982C6CAB-2401-453E-A6BC-B5DE02465B1E}"/>
              </a:ext>
            </a:extLst>
          </p:cNvPr>
          <p:cNvSpPr>
            <a:spLocks xmlns:a="http://schemas.openxmlformats.org/drawingml/2006/main" noGrp="1"/>
          </p:cNvSpPr>
          <p:nvPr/>
        </p:nvSpPr>
        <p:spPr>
          <a:xfrm xmlns:a="http://schemas.openxmlformats.org/drawingml/2006/main">
            <a:off x="321065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7" name="Editable chart path">
            <a:extLst xmlns:a="http://schemas.openxmlformats.org/drawingml/2006/main">
              <a:ext uri="{FF2B5EF4-FFF2-40B4-BE49-F238E27FC236}">
                <a16:creationId xmlns:a16="http://schemas.microsoft.com/office/drawing/2014/main" id="{52FDF196-DEDE-46BB-919C-B11C071EC640}"/>
              </a:ext>
            </a:extLst>
          </p:cNvPr>
          <p:cNvSpPr>
            <a:spLocks xmlns:a="http://schemas.openxmlformats.org/drawingml/2006/main" noGrp="1"/>
          </p:cNvSpPr>
          <p:nvPr/>
        </p:nvSpPr>
        <p:spPr>
          <a:xfrm xmlns:a="http://schemas.openxmlformats.org/drawingml/2006/main">
            <a:off x="3272790"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8" name="Editable chart path">
            <a:extLst xmlns:a="http://schemas.openxmlformats.org/drawingml/2006/main">
              <a:ext uri="{FF2B5EF4-FFF2-40B4-BE49-F238E27FC236}">
                <a16:creationId xmlns:a16="http://schemas.microsoft.com/office/drawing/2014/main" id="{BCF3953E-7729-48C7-82F9-D45C9D9A3DFE}"/>
              </a:ext>
            </a:extLst>
          </p:cNvPr>
          <p:cNvSpPr>
            <a:spLocks xmlns:a="http://schemas.openxmlformats.org/drawingml/2006/main" noGrp="1"/>
          </p:cNvSpPr>
          <p:nvPr/>
        </p:nvSpPr>
        <p:spPr>
          <a:xfrm xmlns:a="http://schemas.openxmlformats.org/drawingml/2006/main">
            <a:off x="333492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9" name="Editable chart path">
            <a:extLst xmlns:a="http://schemas.openxmlformats.org/drawingml/2006/main">
              <a:ext uri="{FF2B5EF4-FFF2-40B4-BE49-F238E27FC236}">
                <a16:creationId xmlns:a16="http://schemas.microsoft.com/office/drawing/2014/main" id="{77121946-81FB-4BAF-A9AF-10BA9DEC6E28}"/>
              </a:ext>
            </a:extLst>
          </p:cNvPr>
          <p:cNvSpPr>
            <a:spLocks xmlns:a="http://schemas.openxmlformats.org/drawingml/2006/main" noGrp="1"/>
          </p:cNvSpPr>
          <p:nvPr/>
        </p:nvSpPr>
        <p:spPr>
          <a:xfrm xmlns:a="http://schemas.openxmlformats.org/drawingml/2006/main">
            <a:off x="339706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0" name="Editable chart path">
            <a:extLst xmlns:a="http://schemas.openxmlformats.org/drawingml/2006/main">
              <a:ext uri="{FF2B5EF4-FFF2-40B4-BE49-F238E27FC236}">
                <a16:creationId xmlns:a16="http://schemas.microsoft.com/office/drawing/2014/main" id="{949229A6-A7CB-46AA-9908-8F77D77B6B16}"/>
              </a:ext>
            </a:extLst>
          </p:cNvPr>
          <p:cNvSpPr>
            <a:spLocks xmlns:a="http://schemas.openxmlformats.org/drawingml/2006/main" noGrp="1"/>
          </p:cNvSpPr>
          <p:nvPr/>
        </p:nvSpPr>
        <p:spPr>
          <a:xfrm xmlns:a="http://schemas.openxmlformats.org/drawingml/2006/main">
            <a:off x="358347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1" name="Editable chart path">
            <a:extLst xmlns:a="http://schemas.openxmlformats.org/drawingml/2006/main">
              <a:ext uri="{FF2B5EF4-FFF2-40B4-BE49-F238E27FC236}">
                <a16:creationId xmlns:a16="http://schemas.microsoft.com/office/drawing/2014/main" id="{BADDAF0B-DF8D-43F6-AC41-200B43A5BF7D}"/>
              </a:ext>
            </a:extLst>
          </p:cNvPr>
          <p:cNvSpPr>
            <a:spLocks xmlns:a="http://schemas.openxmlformats.org/drawingml/2006/main" noGrp="1"/>
          </p:cNvSpPr>
          <p:nvPr/>
        </p:nvSpPr>
        <p:spPr>
          <a:xfrm xmlns:a="http://schemas.openxmlformats.org/drawingml/2006/main">
            <a:off x="3645616"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2" name="Editable chart path">
            <a:extLst xmlns:a="http://schemas.openxmlformats.org/drawingml/2006/main">
              <a:ext uri="{FF2B5EF4-FFF2-40B4-BE49-F238E27FC236}">
                <a16:creationId xmlns:a16="http://schemas.microsoft.com/office/drawing/2014/main" id="{87C9D9BC-9635-42D5-AD0D-1632F1DF3A61}"/>
              </a:ext>
            </a:extLst>
          </p:cNvPr>
          <p:cNvSpPr>
            <a:spLocks xmlns:a="http://schemas.openxmlformats.org/drawingml/2006/main" noGrp="1"/>
          </p:cNvSpPr>
          <p:nvPr/>
        </p:nvSpPr>
        <p:spPr>
          <a:xfrm xmlns:a="http://schemas.openxmlformats.org/drawingml/2006/main">
            <a:off x="3707753"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3" name="Editable chart path">
            <a:extLst xmlns:a="http://schemas.openxmlformats.org/drawingml/2006/main">
              <a:ext uri="{FF2B5EF4-FFF2-40B4-BE49-F238E27FC236}">
                <a16:creationId xmlns:a16="http://schemas.microsoft.com/office/drawing/2014/main" id="{11602845-4404-4E18-A95A-FE36EA27009A}"/>
              </a:ext>
            </a:extLst>
          </p:cNvPr>
          <p:cNvSpPr>
            <a:spLocks xmlns:a="http://schemas.openxmlformats.org/drawingml/2006/main" noGrp="1"/>
          </p:cNvSpPr>
          <p:nvPr/>
        </p:nvSpPr>
        <p:spPr>
          <a:xfrm xmlns:a="http://schemas.openxmlformats.org/drawingml/2006/main">
            <a:off x="3769891"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4" name="Editable chart path">
            <a:extLst xmlns:a="http://schemas.openxmlformats.org/drawingml/2006/main">
              <a:ext uri="{FF2B5EF4-FFF2-40B4-BE49-F238E27FC236}">
                <a16:creationId xmlns:a16="http://schemas.microsoft.com/office/drawing/2014/main" id="{88DB4080-6935-4866-BB62-0BE0BE0038FA}"/>
              </a:ext>
            </a:extLst>
          </p:cNvPr>
          <p:cNvSpPr>
            <a:spLocks xmlns:a="http://schemas.openxmlformats.org/drawingml/2006/main" noGrp="1"/>
          </p:cNvSpPr>
          <p:nvPr/>
        </p:nvSpPr>
        <p:spPr>
          <a:xfrm xmlns:a="http://schemas.openxmlformats.org/drawingml/2006/main">
            <a:off x="383202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5" name="Editable chart path">
            <a:extLst xmlns:a="http://schemas.openxmlformats.org/drawingml/2006/main">
              <a:ext uri="{FF2B5EF4-FFF2-40B4-BE49-F238E27FC236}">
                <a16:creationId xmlns:a16="http://schemas.microsoft.com/office/drawing/2014/main" id="{7B7FE291-3748-4719-AE6D-A6D60C1CA854}"/>
              </a:ext>
            </a:extLst>
          </p:cNvPr>
          <p:cNvSpPr>
            <a:spLocks xmlns:a="http://schemas.openxmlformats.org/drawingml/2006/main" noGrp="1"/>
          </p:cNvSpPr>
          <p:nvPr/>
        </p:nvSpPr>
        <p:spPr>
          <a:xfrm xmlns:a="http://schemas.openxmlformats.org/drawingml/2006/main">
            <a:off x="3894166"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6" name="Editable chart path">
            <a:extLst xmlns:a="http://schemas.openxmlformats.org/drawingml/2006/main">
              <a:ext uri="{FF2B5EF4-FFF2-40B4-BE49-F238E27FC236}">
                <a16:creationId xmlns:a16="http://schemas.microsoft.com/office/drawing/2014/main" id="{30DBD599-9E86-458A-B0D9-DB5C53AAB7A2}"/>
              </a:ext>
            </a:extLst>
          </p:cNvPr>
          <p:cNvSpPr>
            <a:spLocks xmlns:a="http://schemas.openxmlformats.org/drawingml/2006/main" noGrp="1"/>
          </p:cNvSpPr>
          <p:nvPr/>
        </p:nvSpPr>
        <p:spPr>
          <a:xfrm xmlns:a="http://schemas.openxmlformats.org/drawingml/2006/main">
            <a:off x="395630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7" name="Editable chart path">
            <a:extLst xmlns:a="http://schemas.openxmlformats.org/drawingml/2006/main">
              <a:ext uri="{FF2B5EF4-FFF2-40B4-BE49-F238E27FC236}">
                <a16:creationId xmlns:a16="http://schemas.microsoft.com/office/drawing/2014/main" id="{BA549058-651F-46AA-8F05-5520F73FA8CC}"/>
              </a:ext>
            </a:extLst>
          </p:cNvPr>
          <p:cNvSpPr>
            <a:spLocks xmlns:a="http://schemas.openxmlformats.org/drawingml/2006/main" noGrp="1"/>
          </p:cNvSpPr>
          <p:nvPr/>
        </p:nvSpPr>
        <p:spPr>
          <a:xfrm xmlns:a="http://schemas.openxmlformats.org/drawingml/2006/main">
            <a:off x="408057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8" name="Editable chart path">
            <a:extLst xmlns:a="http://schemas.openxmlformats.org/drawingml/2006/main">
              <a:ext uri="{FF2B5EF4-FFF2-40B4-BE49-F238E27FC236}">
                <a16:creationId xmlns:a16="http://schemas.microsoft.com/office/drawing/2014/main" id="{8C82FE05-37FF-4C65-9706-3F455A89DDFE}"/>
              </a:ext>
            </a:extLst>
          </p:cNvPr>
          <p:cNvSpPr>
            <a:spLocks xmlns:a="http://schemas.openxmlformats.org/drawingml/2006/main" noGrp="1"/>
          </p:cNvSpPr>
          <p:nvPr/>
        </p:nvSpPr>
        <p:spPr>
          <a:xfrm xmlns:a="http://schemas.openxmlformats.org/drawingml/2006/main">
            <a:off x="414271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9" name="Editable chart path">
            <a:extLst xmlns:a="http://schemas.openxmlformats.org/drawingml/2006/main">
              <a:ext uri="{FF2B5EF4-FFF2-40B4-BE49-F238E27FC236}">
                <a16:creationId xmlns:a16="http://schemas.microsoft.com/office/drawing/2014/main" id="{D6FA7DF7-AD52-4278-888D-75F1549EFA3E}"/>
              </a:ext>
            </a:extLst>
          </p:cNvPr>
          <p:cNvSpPr>
            <a:spLocks xmlns:a="http://schemas.openxmlformats.org/drawingml/2006/main" noGrp="1"/>
          </p:cNvSpPr>
          <p:nvPr/>
        </p:nvSpPr>
        <p:spPr>
          <a:xfrm xmlns:a="http://schemas.openxmlformats.org/drawingml/2006/main">
            <a:off x="420485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0" name="Editable chart path">
            <a:extLst xmlns:a="http://schemas.openxmlformats.org/drawingml/2006/main">
              <a:ext uri="{FF2B5EF4-FFF2-40B4-BE49-F238E27FC236}">
                <a16:creationId xmlns:a16="http://schemas.microsoft.com/office/drawing/2014/main" id="{90BDA35E-B3E3-4F5F-B111-20E1F2153AF2}"/>
              </a:ext>
            </a:extLst>
          </p:cNvPr>
          <p:cNvSpPr>
            <a:spLocks xmlns:a="http://schemas.openxmlformats.org/drawingml/2006/main" noGrp="1"/>
          </p:cNvSpPr>
          <p:nvPr/>
        </p:nvSpPr>
        <p:spPr>
          <a:xfrm xmlns:a="http://schemas.openxmlformats.org/drawingml/2006/main">
            <a:off x="426699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1" name="Editable chart path">
            <a:extLst xmlns:a="http://schemas.openxmlformats.org/drawingml/2006/main">
              <a:ext uri="{FF2B5EF4-FFF2-40B4-BE49-F238E27FC236}">
                <a16:creationId xmlns:a16="http://schemas.microsoft.com/office/drawing/2014/main" id="{2B9B9D61-129B-4AD8-B024-DF8CFE359A53}"/>
              </a:ext>
            </a:extLst>
          </p:cNvPr>
          <p:cNvSpPr>
            <a:spLocks xmlns:a="http://schemas.openxmlformats.org/drawingml/2006/main" noGrp="1"/>
          </p:cNvSpPr>
          <p:nvPr/>
        </p:nvSpPr>
        <p:spPr>
          <a:xfrm xmlns:a="http://schemas.openxmlformats.org/drawingml/2006/main">
            <a:off x="4329130"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2" name="Editable chart path">
            <a:extLst xmlns:a="http://schemas.openxmlformats.org/drawingml/2006/main">
              <a:ext uri="{FF2B5EF4-FFF2-40B4-BE49-F238E27FC236}">
                <a16:creationId xmlns:a16="http://schemas.microsoft.com/office/drawing/2014/main" id="{17C33405-D1FC-40CC-B6D0-84462D6357E0}"/>
              </a:ext>
            </a:extLst>
          </p:cNvPr>
          <p:cNvSpPr>
            <a:spLocks xmlns:a="http://schemas.openxmlformats.org/drawingml/2006/main" noGrp="1"/>
          </p:cNvSpPr>
          <p:nvPr/>
        </p:nvSpPr>
        <p:spPr>
          <a:xfrm xmlns:a="http://schemas.openxmlformats.org/drawingml/2006/main">
            <a:off x="439126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3" name="Editable chart path">
            <a:extLst xmlns:a="http://schemas.openxmlformats.org/drawingml/2006/main">
              <a:ext uri="{FF2B5EF4-FFF2-40B4-BE49-F238E27FC236}">
                <a16:creationId xmlns:a16="http://schemas.microsoft.com/office/drawing/2014/main" id="{B9B7E5FC-FE64-46BA-B196-4D69F6D8F2BF}"/>
              </a:ext>
            </a:extLst>
          </p:cNvPr>
          <p:cNvSpPr>
            <a:spLocks xmlns:a="http://schemas.openxmlformats.org/drawingml/2006/main" noGrp="1"/>
          </p:cNvSpPr>
          <p:nvPr/>
        </p:nvSpPr>
        <p:spPr>
          <a:xfrm xmlns:a="http://schemas.openxmlformats.org/drawingml/2006/main">
            <a:off x="445340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4" name="Editable chart path">
            <a:extLst xmlns:a="http://schemas.openxmlformats.org/drawingml/2006/main">
              <a:ext uri="{FF2B5EF4-FFF2-40B4-BE49-F238E27FC236}">
                <a16:creationId xmlns:a16="http://schemas.microsoft.com/office/drawing/2014/main" id="{5BB42069-4DFC-4E74-B2DF-3673E0922D45}"/>
              </a:ext>
            </a:extLst>
          </p:cNvPr>
          <p:cNvSpPr>
            <a:spLocks xmlns:a="http://schemas.openxmlformats.org/drawingml/2006/main" noGrp="1"/>
          </p:cNvSpPr>
          <p:nvPr/>
        </p:nvSpPr>
        <p:spPr>
          <a:xfrm xmlns:a="http://schemas.openxmlformats.org/drawingml/2006/main">
            <a:off x="4515543"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5" name="Editable chart path">
            <a:extLst xmlns:a="http://schemas.openxmlformats.org/drawingml/2006/main">
              <a:ext uri="{FF2B5EF4-FFF2-40B4-BE49-F238E27FC236}">
                <a16:creationId xmlns:a16="http://schemas.microsoft.com/office/drawing/2014/main" id="{BFDB9391-A73D-4E47-874A-F99D089962A2}"/>
              </a:ext>
            </a:extLst>
          </p:cNvPr>
          <p:cNvSpPr>
            <a:spLocks xmlns:a="http://schemas.openxmlformats.org/drawingml/2006/main" noGrp="1"/>
          </p:cNvSpPr>
          <p:nvPr/>
        </p:nvSpPr>
        <p:spPr>
          <a:xfrm xmlns:a="http://schemas.openxmlformats.org/drawingml/2006/main">
            <a:off x="178148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6" name="Editable chart path">
            <a:extLst xmlns:a="http://schemas.openxmlformats.org/drawingml/2006/main">
              <a:ext uri="{FF2B5EF4-FFF2-40B4-BE49-F238E27FC236}">
                <a16:creationId xmlns:a16="http://schemas.microsoft.com/office/drawing/2014/main" id="{302FBA56-CAAB-4E6A-A516-5B1E2C86A5E8}"/>
              </a:ext>
            </a:extLst>
          </p:cNvPr>
          <p:cNvSpPr>
            <a:spLocks xmlns:a="http://schemas.openxmlformats.org/drawingml/2006/main" noGrp="1"/>
          </p:cNvSpPr>
          <p:nvPr/>
        </p:nvSpPr>
        <p:spPr>
          <a:xfrm xmlns:a="http://schemas.openxmlformats.org/drawingml/2006/main">
            <a:off x="1843624"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7" name="Editable chart path">
            <a:extLst xmlns:a="http://schemas.openxmlformats.org/drawingml/2006/main">
              <a:ext uri="{FF2B5EF4-FFF2-40B4-BE49-F238E27FC236}">
                <a16:creationId xmlns:a16="http://schemas.microsoft.com/office/drawing/2014/main" id="{C775582C-97D6-4D5E-A8AD-32434AC1ABCB}"/>
              </a:ext>
            </a:extLst>
          </p:cNvPr>
          <p:cNvSpPr>
            <a:spLocks xmlns:a="http://schemas.openxmlformats.org/drawingml/2006/main" noGrp="1"/>
          </p:cNvSpPr>
          <p:nvPr/>
        </p:nvSpPr>
        <p:spPr>
          <a:xfrm xmlns:a="http://schemas.openxmlformats.org/drawingml/2006/main">
            <a:off x="190576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8" name="Editable chart path">
            <a:extLst xmlns:a="http://schemas.openxmlformats.org/drawingml/2006/main">
              <a:ext uri="{FF2B5EF4-FFF2-40B4-BE49-F238E27FC236}">
                <a16:creationId xmlns:a16="http://schemas.microsoft.com/office/drawing/2014/main" id="{2D6AF7FC-53CC-4227-B312-95D34693E872}"/>
              </a:ext>
            </a:extLst>
          </p:cNvPr>
          <p:cNvSpPr>
            <a:spLocks xmlns:a="http://schemas.openxmlformats.org/drawingml/2006/main" noGrp="1"/>
          </p:cNvSpPr>
          <p:nvPr/>
        </p:nvSpPr>
        <p:spPr>
          <a:xfrm xmlns:a="http://schemas.openxmlformats.org/drawingml/2006/main">
            <a:off x="1967900"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9" name="Editable chart path">
            <a:extLst xmlns:a="http://schemas.openxmlformats.org/drawingml/2006/main">
              <a:ext uri="{FF2B5EF4-FFF2-40B4-BE49-F238E27FC236}">
                <a16:creationId xmlns:a16="http://schemas.microsoft.com/office/drawing/2014/main" id="{54099296-5EB5-4B18-AA73-9C88FB7A2318}"/>
              </a:ext>
            </a:extLst>
          </p:cNvPr>
          <p:cNvSpPr>
            <a:spLocks xmlns:a="http://schemas.openxmlformats.org/drawingml/2006/main" noGrp="1"/>
          </p:cNvSpPr>
          <p:nvPr/>
        </p:nvSpPr>
        <p:spPr>
          <a:xfrm xmlns:a="http://schemas.openxmlformats.org/drawingml/2006/main">
            <a:off x="203003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0" name="Editable chart path">
            <a:extLst xmlns:a="http://schemas.openxmlformats.org/drawingml/2006/main">
              <a:ext uri="{FF2B5EF4-FFF2-40B4-BE49-F238E27FC236}">
                <a16:creationId xmlns:a16="http://schemas.microsoft.com/office/drawing/2014/main" id="{63E26488-89B8-4068-AF5B-4E84B920E9FD}"/>
              </a:ext>
            </a:extLst>
          </p:cNvPr>
          <p:cNvSpPr>
            <a:spLocks xmlns:a="http://schemas.openxmlformats.org/drawingml/2006/main" noGrp="1"/>
          </p:cNvSpPr>
          <p:nvPr/>
        </p:nvSpPr>
        <p:spPr>
          <a:xfrm xmlns:a="http://schemas.openxmlformats.org/drawingml/2006/main">
            <a:off x="209217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1" name="Editable chart path">
            <a:extLst xmlns:a="http://schemas.openxmlformats.org/drawingml/2006/main">
              <a:ext uri="{FF2B5EF4-FFF2-40B4-BE49-F238E27FC236}">
                <a16:creationId xmlns:a16="http://schemas.microsoft.com/office/drawing/2014/main" id="{430AFF8C-0230-47BE-8652-8E2A55859760}"/>
              </a:ext>
            </a:extLst>
          </p:cNvPr>
          <p:cNvSpPr>
            <a:spLocks xmlns:a="http://schemas.openxmlformats.org/drawingml/2006/main" noGrp="1"/>
          </p:cNvSpPr>
          <p:nvPr/>
        </p:nvSpPr>
        <p:spPr>
          <a:xfrm xmlns:a="http://schemas.openxmlformats.org/drawingml/2006/main">
            <a:off x="2154313"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2" name="Editable chart path">
            <a:extLst xmlns:a="http://schemas.openxmlformats.org/drawingml/2006/main">
              <a:ext uri="{FF2B5EF4-FFF2-40B4-BE49-F238E27FC236}">
                <a16:creationId xmlns:a16="http://schemas.microsoft.com/office/drawing/2014/main" id="{4B255E3F-843D-452D-8382-2E8461E294B1}"/>
              </a:ext>
            </a:extLst>
          </p:cNvPr>
          <p:cNvSpPr>
            <a:spLocks xmlns:a="http://schemas.openxmlformats.org/drawingml/2006/main" noGrp="1"/>
          </p:cNvSpPr>
          <p:nvPr/>
        </p:nvSpPr>
        <p:spPr>
          <a:xfrm xmlns:a="http://schemas.openxmlformats.org/drawingml/2006/main">
            <a:off x="2216450"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3" name="Editable chart path">
            <a:extLst xmlns:a="http://schemas.openxmlformats.org/drawingml/2006/main">
              <a:ext uri="{FF2B5EF4-FFF2-40B4-BE49-F238E27FC236}">
                <a16:creationId xmlns:a16="http://schemas.microsoft.com/office/drawing/2014/main" id="{5A9ACA54-65B7-4FA6-A3C9-E9C5D66CC31A}"/>
              </a:ext>
            </a:extLst>
          </p:cNvPr>
          <p:cNvSpPr>
            <a:spLocks xmlns:a="http://schemas.openxmlformats.org/drawingml/2006/main" noGrp="1"/>
          </p:cNvSpPr>
          <p:nvPr/>
        </p:nvSpPr>
        <p:spPr>
          <a:xfrm xmlns:a="http://schemas.openxmlformats.org/drawingml/2006/main">
            <a:off x="2278588"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4" name="Editable chart path">
            <a:extLst xmlns:a="http://schemas.openxmlformats.org/drawingml/2006/main">
              <a:ext uri="{FF2B5EF4-FFF2-40B4-BE49-F238E27FC236}">
                <a16:creationId xmlns:a16="http://schemas.microsoft.com/office/drawing/2014/main" id="{F7DF985A-377E-4267-9019-C1001C16AED0}"/>
              </a:ext>
            </a:extLst>
          </p:cNvPr>
          <p:cNvSpPr>
            <a:spLocks xmlns:a="http://schemas.openxmlformats.org/drawingml/2006/main" noGrp="1"/>
          </p:cNvSpPr>
          <p:nvPr/>
        </p:nvSpPr>
        <p:spPr>
          <a:xfrm xmlns:a="http://schemas.openxmlformats.org/drawingml/2006/main">
            <a:off x="234072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5" name="Editable chart path">
            <a:extLst xmlns:a="http://schemas.openxmlformats.org/drawingml/2006/main">
              <a:ext uri="{FF2B5EF4-FFF2-40B4-BE49-F238E27FC236}">
                <a16:creationId xmlns:a16="http://schemas.microsoft.com/office/drawing/2014/main" id="{86444FCD-042D-4DEE-A9FD-C30683C9E04E}"/>
              </a:ext>
            </a:extLst>
          </p:cNvPr>
          <p:cNvSpPr>
            <a:spLocks xmlns:a="http://schemas.openxmlformats.org/drawingml/2006/main" noGrp="1"/>
          </p:cNvSpPr>
          <p:nvPr/>
        </p:nvSpPr>
        <p:spPr>
          <a:xfrm xmlns:a="http://schemas.openxmlformats.org/drawingml/2006/main">
            <a:off x="2402863"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6" name="Editable chart path">
            <a:extLst xmlns:a="http://schemas.openxmlformats.org/drawingml/2006/main">
              <a:ext uri="{FF2B5EF4-FFF2-40B4-BE49-F238E27FC236}">
                <a16:creationId xmlns:a16="http://schemas.microsoft.com/office/drawing/2014/main" id="{96539975-7E5B-4A7F-8312-3B930AD8F709}"/>
              </a:ext>
            </a:extLst>
          </p:cNvPr>
          <p:cNvSpPr>
            <a:spLocks xmlns:a="http://schemas.openxmlformats.org/drawingml/2006/main" noGrp="1"/>
          </p:cNvSpPr>
          <p:nvPr/>
        </p:nvSpPr>
        <p:spPr>
          <a:xfrm xmlns:a="http://schemas.openxmlformats.org/drawingml/2006/main">
            <a:off x="2465001"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7" name="Editable chart path">
            <a:extLst xmlns:a="http://schemas.openxmlformats.org/drawingml/2006/main">
              <a:ext uri="{FF2B5EF4-FFF2-40B4-BE49-F238E27FC236}">
                <a16:creationId xmlns:a16="http://schemas.microsoft.com/office/drawing/2014/main" id="{42539220-3D2B-4B00-AC64-CB8289B01C3B}"/>
              </a:ext>
            </a:extLst>
          </p:cNvPr>
          <p:cNvSpPr>
            <a:spLocks xmlns:a="http://schemas.openxmlformats.org/drawingml/2006/main" noGrp="1"/>
          </p:cNvSpPr>
          <p:nvPr/>
        </p:nvSpPr>
        <p:spPr>
          <a:xfrm xmlns:a="http://schemas.openxmlformats.org/drawingml/2006/main">
            <a:off x="2527138"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8" name="Editable chart path">
            <a:extLst xmlns:a="http://schemas.openxmlformats.org/drawingml/2006/main">
              <a:ext uri="{FF2B5EF4-FFF2-40B4-BE49-F238E27FC236}">
                <a16:creationId xmlns:a16="http://schemas.microsoft.com/office/drawing/2014/main" id="{410E8A67-5770-4BF3-93CA-A33AED2DA9B9}"/>
              </a:ext>
            </a:extLst>
          </p:cNvPr>
          <p:cNvSpPr>
            <a:spLocks xmlns:a="http://schemas.openxmlformats.org/drawingml/2006/main" noGrp="1"/>
          </p:cNvSpPr>
          <p:nvPr/>
        </p:nvSpPr>
        <p:spPr>
          <a:xfrm xmlns:a="http://schemas.openxmlformats.org/drawingml/2006/main">
            <a:off x="2589276"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9" name="Editable chart path">
            <a:extLst xmlns:a="http://schemas.openxmlformats.org/drawingml/2006/main">
              <a:ext uri="{FF2B5EF4-FFF2-40B4-BE49-F238E27FC236}">
                <a16:creationId xmlns:a16="http://schemas.microsoft.com/office/drawing/2014/main" id="{9220D5B0-0BAC-49DD-B595-43DC2AE352E5}"/>
              </a:ext>
            </a:extLst>
          </p:cNvPr>
          <p:cNvSpPr>
            <a:spLocks xmlns:a="http://schemas.openxmlformats.org/drawingml/2006/main" noGrp="1"/>
          </p:cNvSpPr>
          <p:nvPr/>
        </p:nvSpPr>
        <p:spPr>
          <a:xfrm xmlns:a="http://schemas.openxmlformats.org/drawingml/2006/main">
            <a:off x="2651414"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0" name="Editable chart path">
            <a:extLst xmlns:a="http://schemas.openxmlformats.org/drawingml/2006/main">
              <a:ext uri="{FF2B5EF4-FFF2-40B4-BE49-F238E27FC236}">
                <a16:creationId xmlns:a16="http://schemas.microsoft.com/office/drawing/2014/main" id="{651C7F38-9E80-4E38-BC18-2EA529487290}"/>
              </a:ext>
            </a:extLst>
          </p:cNvPr>
          <p:cNvSpPr>
            <a:spLocks xmlns:a="http://schemas.openxmlformats.org/drawingml/2006/main" noGrp="1"/>
          </p:cNvSpPr>
          <p:nvPr/>
        </p:nvSpPr>
        <p:spPr>
          <a:xfrm xmlns:a="http://schemas.openxmlformats.org/drawingml/2006/main">
            <a:off x="2713551"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1" name="Editable chart path">
            <a:extLst xmlns:a="http://schemas.openxmlformats.org/drawingml/2006/main">
              <a:ext uri="{FF2B5EF4-FFF2-40B4-BE49-F238E27FC236}">
                <a16:creationId xmlns:a16="http://schemas.microsoft.com/office/drawing/2014/main" id="{1816CB7B-ECFA-40D9-A827-5029F93EC7B4}"/>
              </a:ext>
            </a:extLst>
          </p:cNvPr>
          <p:cNvSpPr>
            <a:spLocks xmlns:a="http://schemas.openxmlformats.org/drawingml/2006/main" noGrp="1"/>
          </p:cNvSpPr>
          <p:nvPr/>
        </p:nvSpPr>
        <p:spPr>
          <a:xfrm xmlns:a="http://schemas.openxmlformats.org/drawingml/2006/main">
            <a:off x="2775689"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2" name="Editable chart path">
            <a:extLst xmlns:a="http://schemas.openxmlformats.org/drawingml/2006/main">
              <a:ext uri="{FF2B5EF4-FFF2-40B4-BE49-F238E27FC236}">
                <a16:creationId xmlns:a16="http://schemas.microsoft.com/office/drawing/2014/main" id="{F69558FB-D5FA-4074-A843-2A99AEF7B9F3}"/>
              </a:ext>
            </a:extLst>
          </p:cNvPr>
          <p:cNvSpPr>
            <a:spLocks xmlns:a="http://schemas.openxmlformats.org/drawingml/2006/main" noGrp="1"/>
          </p:cNvSpPr>
          <p:nvPr/>
        </p:nvSpPr>
        <p:spPr>
          <a:xfrm xmlns:a="http://schemas.openxmlformats.org/drawingml/2006/main">
            <a:off x="283782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3" name="Editable chart path">
            <a:extLst xmlns:a="http://schemas.openxmlformats.org/drawingml/2006/main">
              <a:ext uri="{FF2B5EF4-FFF2-40B4-BE49-F238E27FC236}">
                <a16:creationId xmlns:a16="http://schemas.microsoft.com/office/drawing/2014/main" id="{720CDB3C-FF79-48AD-8FDA-FE8DC771C812}"/>
              </a:ext>
            </a:extLst>
          </p:cNvPr>
          <p:cNvSpPr>
            <a:spLocks xmlns:a="http://schemas.openxmlformats.org/drawingml/2006/main" noGrp="1"/>
          </p:cNvSpPr>
          <p:nvPr/>
        </p:nvSpPr>
        <p:spPr>
          <a:xfrm xmlns:a="http://schemas.openxmlformats.org/drawingml/2006/main">
            <a:off x="2899964"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4" name="Editable chart path">
            <a:extLst xmlns:a="http://schemas.openxmlformats.org/drawingml/2006/main">
              <a:ext uri="{FF2B5EF4-FFF2-40B4-BE49-F238E27FC236}">
                <a16:creationId xmlns:a16="http://schemas.microsoft.com/office/drawing/2014/main" id="{2CA398AA-529C-4B6D-A844-FA15CFA9B4DB}"/>
              </a:ext>
            </a:extLst>
          </p:cNvPr>
          <p:cNvSpPr>
            <a:spLocks xmlns:a="http://schemas.openxmlformats.org/drawingml/2006/main" noGrp="1"/>
          </p:cNvSpPr>
          <p:nvPr/>
        </p:nvSpPr>
        <p:spPr>
          <a:xfrm xmlns:a="http://schemas.openxmlformats.org/drawingml/2006/main">
            <a:off x="296210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5" name="Editable chart path">
            <a:extLst xmlns:a="http://schemas.openxmlformats.org/drawingml/2006/main">
              <a:ext uri="{FF2B5EF4-FFF2-40B4-BE49-F238E27FC236}">
                <a16:creationId xmlns:a16="http://schemas.microsoft.com/office/drawing/2014/main" id="{056D09DB-0167-402D-8DEB-CAB5385D1723}"/>
              </a:ext>
            </a:extLst>
          </p:cNvPr>
          <p:cNvSpPr>
            <a:spLocks xmlns:a="http://schemas.openxmlformats.org/drawingml/2006/main" noGrp="1"/>
          </p:cNvSpPr>
          <p:nvPr/>
        </p:nvSpPr>
        <p:spPr>
          <a:xfrm xmlns:a="http://schemas.openxmlformats.org/drawingml/2006/main">
            <a:off x="314851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6" name="Editable chart path">
            <a:extLst xmlns:a="http://schemas.openxmlformats.org/drawingml/2006/main">
              <a:ext uri="{FF2B5EF4-FFF2-40B4-BE49-F238E27FC236}">
                <a16:creationId xmlns:a16="http://schemas.microsoft.com/office/drawing/2014/main" id="{77B148D3-E662-43AA-81C0-84FB1B5D965B}"/>
              </a:ext>
            </a:extLst>
          </p:cNvPr>
          <p:cNvSpPr>
            <a:spLocks xmlns:a="http://schemas.openxmlformats.org/drawingml/2006/main" noGrp="1"/>
          </p:cNvSpPr>
          <p:nvPr/>
        </p:nvSpPr>
        <p:spPr>
          <a:xfrm xmlns:a="http://schemas.openxmlformats.org/drawingml/2006/main">
            <a:off x="321065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7" name="Editable chart path">
            <a:extLst xmlns:a="http://schemas.openxmlformats.org/drawingml/2006/main">
              <a:ext uri="{FF2B5EF4-FFF2-40B4-BE49-F238E27FC236}">
                <a16:creationId xmlns:a16="http://schemas.microsoft.com/office/drawing/2014/main" id="{96962DAB-4DA5-4B0A-BFA0-C3C31E5DE021}"/>
              </a:ext>
            </a:extLst>
          </p:cNvPr>
          <p:cNvSpPr>
            <a:spLocks xmlns:a="http://schemas.openxmlformats.org/drawingml/2006/main" noGrp="1"/>
          </p:cNvSpPr>
          <p:nvPr/>
        </p:nvSpPr>
        <p:spPr>
          <a:xfrm xmlns:a="http://schemas.openxmlformats.org/drawingml/2006/main">
            <a:off x="3521341"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8" name="Editable chart path">
            <a:extLst xmlns:a="http://schemas.openxmlformats.org/drawingml/2006/main">
              <a:ext uri="{FF2B5EF4-FFF2-40B4-BE49-F238E27FC236}">
                <a16:creationId xmlns:a16="http://schemas.microsoft.com/office/drawing/2014/main" id="{72C98588-4BB4-40A8-9AD3-595B5522752C}"/>
              </a:ext>
            </a:extLst>
          </p:cNvPr>
          <p:cNvSpPr>
            <a:spLocks xmlns:a="http://schemas.openxmlformats.org/drawingml/2006/main" noGrp="1"/>
          </p:cNvSpPr>
          <p:nvPr/>
        </p:nvSpPr>
        <p:spPr>
          <a:xfrm xmlns:a="http://schemas.openxmlformats.org/drawingml/2006/main">
            <a:off x="4080579"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9" name="Editable chart path">
            <a:extLst xmlns:a="http://schemas.openxmlformats.org/drawingml/2006/main">
              <a:ext uri="{FF2B5EF4-FFF2-40B4-BE49-F238E27FC236}">
                <a16:creationId xmlns:a16="http://schemas.microsoft.com/office/drawing/2014/main" id="{E1D23080-DB40-46A0-9078-4413CF8611D8}"/>
              </a:ext>
            </a:extLst>
          </p:cNvPr>
          <p:cNvSpPr>
            <a:spLocks xmlns:a="http://schemas.openxmlformats.org/drawingml/2006/main" noGrp="1"/>
          </p:cNvSpPr>
          <p:nvPr/>
        </p:nvSpPr>
        <p:spPr>
          <a:xfrm xmlns:a="http://schemas.openxmlformats.org/drawingml/2006/main">
            <a:off x="414271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0" name="Editable chart path">
            <a:extLst xmlns:a="http://schemas.openxmlformats.org/drawingml/2006/main">
              <a:ext uri="{FF2B5EF4-FFF2-40B4-BE49-F238E27FC236}">
                <a16:creationId xmlns:a16="http://schemas.microsoft.com/office/drawing/2014/main" id="{E073454A-E5E5-45AF-ABA0-2AEBDB2EE14F}"/>
              </a:ext>
            </a:extLst>
          </p:cNvPr>
          <p:cNvSpPr>
            <a:spLocks xmlns:a="http://schemas.openxmlformats.org/drawingml/2006/main" noGrp="1"/>
          </p:cNvSpPr>
          <p:nvPr/>
        </p:nvSpPr>
        <p:spPr>
          <a:xfrm xmlns:a="http://schemas.openxmlformats.org/drawingml/2006/main">
            <a:off x="420485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1" name="Editable chart path">
            <a:extLst xmlns:a="http://schemas.openxmlformats.org/drawingml/2006/main">
              <a:ext uri="{FF2B5EF4-FFF2-40B4-BE49-F238E27FC236}">
                <a16:creationId xmlns:a16="http://schemas.microsoft.com/office/drawing/2014/main" id="{367A6C0A-7C2F-42EE-B779-F0079F936D8E}"/>
              </a:ext>
            </a:extLst>
          </p:cNvPr>
          <p:cNvSpPr>
            <a:spLocks xmlns:a="http://schemas.openxmlformats.org/drawingml/2006/main" noGrp="1"/>
          </p:cNvSpPr>
          <p:nvPr/>
        </p:nvSpPr>
        <p:spPr>
          <a:xfrm xmlns:a="http://schemas.openxmlformats.org/drawingml/2006/main">
            <a:off x="426699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2" name="Editable chart path">
            <a:extLst xmlns:a="http://schemas.openxmlformats.org/drawingml/2006/main">
              <a:ext uri="{FF2B5EF4-FFF2-40B4-BE49-F238E27FC236}">
                <a16:creationId xmlns:a16="http://schemas.microsoft.com/office/drawing/2014/main" id="{1BB9B3E3-B138-4C61-9081-8EBF133C365F}"/>
              </a:ext>
            </a:extLst>
          </p:cNvPr>
          <p:cNvSpPr>
            <a:spLocks xmlns:a="http://schemas.openxmlformats.org/drawingml/2006/main" noGrp="1"/>
          </p:cNvSpPr>
          <p:nvPr/>
        </p:nvSpPr>
        <p:spPr>
          <a:xfrm xmlns:a="http://schemas.openxmlformats.org/drawingml/2006/main">
            <a:off x="4329130"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3" name="Editable chart path">
            <a:extLst xmlns:a="http://schemas.openxmlformats.org/drawingml/2006/main">
              <a:ext uri="{FF2B5EF4-FFF2-40B4-BE49-F238E27FC236}">
                <a16:creationId xmlns:a16="http://schemas.microsoft.com/office/drawing/2014/main" id="{F8AEF617-CC52-49B0-BF4F-62AFC5CB1D0F}"/>
              </a:ext>
            </a:extLst>
          </p:cNvPr>
          <p:cNvSpPr>
            <a:spLocks xmlns:a="http://schemas.openxmlformats.org/drawingml/2006/main" noGrp="1"/>
          </p:cNvSpPr>
          <p:nvPr/>
        </p:nvSpPr>
        <p:spPr>
          <a:xfrm xmlns:a="http://schemas.openxmlformats.org/drawingml/2006/main">
            <a:off x="439126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4" name="Editable chart path">
            <a:extLst xmlns:a="http://schemas.openxmlformats.org/drawingml/2006/main">
              <a:ext uri="{FF2B5EF4-FFF2-40B4-BE49-F238E27FC236}">
                <a16:creationId xmlns:a16="http://schemas.microsoft.com/office/drawing/2014/main" id="{7243627E-8452-4CB9-9D7D-BF0960934E56}"/>
              </a:ext>
            </a:extLst>
          </p:cNvPr>
          <p:cNvSpPr>
            <a:spLocks xmlns:a="http://schemas.openxmlformats.org/drawingml/2006/main" noGrp="1"/>
          </p:cNvSpPr>
          <p:nvPr/>
        </p:nvSpPr>
        <p:spPr>
          <a:xfrm xmlns:a="http://schemas.openxmlformats.org/drawingml/2006/main">
            <a:off x="445340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5" name="Editable chart path">
            <a:extLst xmlns:a="http://schemas.openxmlformats.org/drawingml/2006/main">
              <a:ext uri="{FF2B5EF4-FFF2-40B4-BE49-F238E27FC236}">
                <a16:creationId xmlns:a16="http://schemas.microsoft.com/office/drawing/2014/main" id="{3E561F99-0A73-4D4E-B2C3-8FF0E652EFEF}"/>
              </a:ext>
            </a:extLst>
          </p:cNvPr>
          <p:cNvSpPr>
            <a:spLocks xmlns:a="http://schemas.openxmlformats.org/drawingml/2006/main" noGrp="1"/>
          </p:cNvSpPr>
          <p:nvPr/>
        </p:nvSpPr>
        <p:spPr>
          <a:xfrm xmlns:a="http://schemas.openxmlformats.org/drawingml/2006/main">
            <a:off x="1905762"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6" name="Editable chart path">
            <a:extLst xmlns:a="http://schemas.openxmlformats.org/drawingml/2006/main">
              <a:ext uri="{FF2B5EF4-FFF2-40B4-BE49-F238E27FC236}">
                <a16:creationId xmlns:a16="http://schemas.microsoft.com/office/drawing/2014/main" id="{AEE8225D-CBB9-47EA-91DF-14C520E88AB3}"/>
              </a:ext>
            </a:extLst>
          </p:cNvPr>
          <p:cNvSpPr>
            <a:spLocks xmlns:a="http://schemas.openxmlformats.org/drawingml/2006/main" noGrp="1"/>
          </p:cNvSpPr>
          <p:nvPr/>
        </p:nvSpPr>
        <p:spPr>
          <a:xfrm xmlns:a="http://schemas.openxmlformats.org/drawingml/2006/main">
            <a:off x="1967900"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7" name="Editable chart path">
            <a:extLst xmlns:a="http://schemas.openxmlformats.org/drawingml/2006/main">
              <a:ext uri="{FF2B5EF4-FFF2-40B4-BE49-F238E27FC236}">
                <a16:creationId xmlns:a16="http://schemas.microsoft.com/office/drawing/2014/main" id="{E66CF14E-683F-415A-A9B3-C6787FFFCE35}"/>
              </a:ext>
            </a:extLst>
          </p:cNvPr>
          <p:cNvSpPr>
            <a:spLocks xmlns:a="http://schemas.openxmlformats.org/drawingml/2006/main" noGrp="1"/>
          </p:cNvSpPr>
          <p:nvPr/>
        </p:nvSpPr>
        <p:spPr>
          <a:xfrm xmlns:a="http://schemas.openxmlformats.org/drawingml/2006/main">
            <a:off x="2030037"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8" name="Editable chart path">
            <a:extLst xmlns:a="http://schemas.openxmlformats.org/drawingml/2006/main">
              <a:ext uri="{FF2B5EF4-FFF2-40B4-BE49-F238E27FC236}">
                <a16:creationId xmlns:a16="http://schemas.microsoft.com/office/drawing/2014/main" id="{694F3296-654D-455B-AB99-D72521021C3A}"/>
              </a:ext>
            </a:extLst>
          </p:cNvPr>
          <p:cNvSpPr>
            <a:spLocks xmlns:a="http://schemas.openxmlformats.org/drawingml/2006/main" noGrp="1"/>
          </p:cNvSpPr>
          <p:nvPr/>
        </p:nvSpPr>
        <p:spPr>
          <a:xfrm xmlns:a="http://schemas.openxmlformats.org/drawingml/2006/main">
            <a:off x="2092175"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9" name="Editable chart path">
            <a:extLst xmlns:a="http://schemas.openxmlformats.org/drawingml/2006/main">
              <a:ext uri="{FF2B5EF4-FFF2-40B4-BE49-F238E27FC236}">
                <a16:creationId xmlns:a16="http://schemas.microsoft.com/office/drawing/2014/main" id="{835BC720-5FC4-42FF-B770-65ACF33BAE2D}"/>
              </a:ext>
            </a:extLst>
          </p:cNvPr>
          <p:cNvSpPr>
            <a:spLocks xmlns:a="http://schemas.openxmlformats.org/drawingml/2006/main" noGrp="1"/>
          </p:cNvSpPr>
          <p:nvPr/>
        </p:nvSpPr>
        <p:spPr>
          <a:xfrm xmlns:a="http://schemas.openxmlformats.org/drawingml/2006/main">
            <a:off x="2154313"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0" name="Editable chart path">
            <a:extLst xmlns:a="http://schemas.openxmlformats.org/drawingml/2006/main">
              <a:ext uri="{FF2B5EF4-FFF2-40B4-BE49-F238E27FC236}">
                <a16:creationId xmlns:a16="http://schemas.microsoft.com/office/drawing/2014/main" id="{19A5BD28-0621-4868-B4D7-F92286C46FD2}"/>
              </a:ext>
            </a:extLst>
          </p:cNvPr>
          <p:cNvSpPr>
            <a:spLocks xmlns:a="http://schemas.openxmlformats.org/drawingml/2006/main" noGrp="1"/>
          </p:cNvSpPr>
          <p:nvPr/>
        </p:nvSpPr>
        <p:spPr>
          <a:xfrm xmlns:a="http://schemas.openxmlformats.org/drawingml/2006/main">
            <a:off x="2216450"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1" name="Editable chart path">
            <a:extLst xmlns:a="http://schemas.openxmlformats.org/drawingml/2006/main">
              <a:ext uri="{FF2B5EF4-FFF2-40B4-BE49-F238E27FC236}">
                <a16:creationId xmlns:a16="http://schemas.microsoft.com/office/drawing/2014/main" id="{C54348DD-55DA-4C48-A5FF-C1F87C14053F}"/>
              </a:ext>
            </a:extLst>
          </p:cNvPr>
          <p:cNvSpPr>
            <a:spLocks xmlns:a="http://schemas.openxmlformats.org/drawingml/2006/main" noGrp="1"/>
          </p:cNvSpPr>
          <p:nvPr/>
        </p:nvSpPr>
        <p:spPr>
          <a:xfrm xmlns:a="http://schemas.openxmlformats.org/drawingml/2006/main">
            <a:off x="2278588"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2" name="Editable chart path">
            <a:extLst xmlns:a="http://schemas.openxmlformats.org/drawingml/2006/main">
              <a:ext uri="{FF2B5EF4-FFF2-40B4-BE49-F238E27FC236}">
                <a16:creationId xmlns:a16="http://schemas.microsoft.com/office/drawing/2014/main" id="{53E18B1B-A2E4-4CF8-9529-7E4FB09F302D}"/>
              </a:ext>
            </a:extLst>
          </p:cNvPr>
          <p:cNvSpPr>
            <a:spLocks xmlns:a="http://schemas.openxmlformats.org/drawingml/2006/main" noGrp="1"/>
          </p:cNvSpPr>
          <p:nvPr/>
        </p:nvSpPr>
        <p:spPr>
          <a:xfrm xmlns:a="http://schemas.openxmlformats.org/drawingml/2006/main">
            <a:off x="2340725"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3" name="Editable chart path">
            <a:extLst xmlns:a="http://schemas.openxmlformats.org/drawingml/2006/main">
              <a:ext uri="{FF2B5EF4-FFF2-40B4-BE49-F238E27FC236}">
                <a16:creationId xmlns:a16="http://schemas.microsoft.com/office/drawing/2014/main" id="{A5A8E881-2417-4E53-914C-D04EE1D8D9F9}"/>
              </a:ext>
            </a:extLst>
          </p:cNvPr>
          <p:cNvSpPr>
            <a:spLocks xmlns:a="http://schemas.openxmlformats.org/drawingml/2006/main" noGrp="1"/>
          </p:cNvSpPr>
          <p:nvPr/>
        </p:nvSpPr>
        <p:spPr>
          <a:xfrm xmlns:a="http://schemas.openxmlformats.org/drawingml/2006/main">
            <a:off x="2402863"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4" name="Editable chart path">
            <a:extLst xmlns:a="http://schemas.openxmlformats.org/drawingml/2006/main">
              <a:ext uri="{FF2B5EF4-FFF2-40B4-BE49-F238E27FC236}">
                <a16:creationId xmlns:a16="http://schemas.microsoft.com/office/drawing/2014/main" id="{DC13B371-B089-458E-A969-2EEB73FCB0F6}"/>
              </a:ext>
            </a:extLst>
          </p:cNvPr>
          <p:cNvSpPr>
            <a:spLocks xmlns:a="http://schemas.openxmlformats.org/drawingml/2006/main" noGrp="1"/>
          </p:cNvSpPr>
          <p:nvPr/>
        </p:nvSpPr>
        <p:spPr>
          <a:xfrm xmlns:a="http://schemas.openxmlformats.org/drawingml/2006/main">
            <a:off x="2465001"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5" name="Editable chart path">
            <a:extLst xmlns:a="http://schemas.openxmlformats.org/drawingml/2006/main">
              <a:ext uri="{FF2B5EF4-FFF2-40B4-BE49-F238E27FC236}">
                <a16:creationId xmlns:a16="http://schemas.microsoft.com/office/drawing/2014/main" id="{154F059E-6F76-4FAB-80CA-04B0E11C5095}"/>
              </a:ext>
            </a:extLst>
          </p:cNvPr>
          <p:cNvSpPr>
            <a:spLocks xmlns:a="http://schemas.openxmlformats.org/drawingml/2006/main" noGrp="1"/>
          </p:cNvSpPr>
          <p:nvPr/>
        </p:nvSpPr>
        <p:spPr>
          <a:xfrm xmlns:a="http://schemas.openxmlformats.org/drawingml/2006/main">
            <a:off x="2527138"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6" name="Editable chart path">
            <a:extLst xmlns:a="http://schemas.openxmlformats.org/drawingml/2006/main">
              <a:ext uri="{FF2B5EF4-FFF2-40B4-BE49-F238E27FC236}">
                <a16:creationId xmlns:a16="http://schemas.microsoft.com/office/drawing/2014/main" id="{26D5AF66-0E5F-4218-B1DD-516F915D59D9}"/>
              </a:ext>
            </a:extLst>
          </p:cNvPr>
          <p:cNvSpPr>
            <a:spLocks xmlns:a="http://schemas.openxmlformats.org/drawingml/2006/main" noGrp="1"/>
          </p:cNvSpPr>
          <p:nvPr/>
        </p:nvSpPr>
        <p:spPr>
          <a:xfrm xmlns:a="http://schemas.openxmlformats.org/drawingml/2006/main">
            <a:off x="2589276"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7" name="Editable chart path">
            <a:extLst xmlns:a="http://schemas.openxmlformats.org/drawingml/2006/main">
              <a:ext uri="{FF2B5EF4-FFF2-40B4-BE49-F238E27FC236}">
                <a16:creationId xmlns:a16="http://schemas.microsoft.com/office/drawing/2014/main" id="{DCCDF62C-C3D3-4762-916B-17EC864145F7}"/>
              </a:ext>
            </a:extLst>
          </p:cNvPr>
          <p:cNvSpPr>
            <a:spLocks xmlns:a="http://schemas.openxmlformats.org/drawingml/2006/main" noGrp="1"/>
          </p:cNvSpPr>
          <p:nvPr/>
        </p:nvSpPr>
        <p:spPr>
          <a:xfrm xmlns:a="http://schemas.openxmlformats.org/drawingml/2006/main">
            <a:off x="2651414"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8" name="Editable chart path">
            <a:extLst xmlns:a="http://schemas.openxmlformats.org/drawingml/2006/main">
              <a:ext uri="{FF2B5EF4-FFF2-40B4-BE49-F238E27FC236}">
                <a16:creationId xmlns:a16="http://schemas.microsoft.com/office/drawing/2014/main" id="{139F3DF3-8C0C-4BF9-9B2C-00B572DE97CA}"/>
              </a:ext>
            </a:extLst>
          </p:cNvPr>
          <p:cNvSpPr>
            <a:spLocks xmlns:a="http://schemas.openxmlformats.org/drawingml/2006/main" noGrp="1"/>
          </p:cNvSpPr>
          <p:nvPr/>
        </p:nvSpPr>
        <p:spPr>
          <a:xfrm xmlns:a="http://schemas.openxmlformats.org/drawingml/2006/main">
            <a:off x="2713551"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9" name="Editable chart path">
            <a:extLst xmlns:a="http://schemas.openxmlformats.org/drawingml/2006/main">
              <a:ext uri="{FF2B5EF4-FFF2-40B4-BE49-F238E27FC236}">
                <a16:creationId xmlns:a16="http://schemas.microsoft.com/office/drawing/2014/main" id="{BCF7B632-E4D7-4C08-A693-872272E2795B}"/>
              </a:ext>
            </a:extLst>
          </p:cNvPr>
          <p:cNvSpPr>
            <a:spLocks xmlns:a="http://schemas.openxmlformats.org/drawingml/2006/main" noGrp="1"/>
          </p:cNvSpPr>
          <p:nvPr/>
        </p:nvSpPr>
        <p:spPr>
          <a:xfrm xmlns:a="http://schemas.openxmlformats.org/drawingml/2006/main">
            <a:off x="2775689"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0" name="Editable chart path">
            <a:extLst xmlns:a="http://schemas.openxmlformats.org/drawingml/2006/main">
              <a:ext uri="{FF2B5EF4-FFF2-40B4-BE49-F238E27FC236}">
                <a16:creationId xmlns:a16="http://schemas.microsoft.com/office/drawing/2014/main" id="{747AD80C-2D7F-4B70-8173-3DD2FA23C246}"/>
              </a:ext>
            </a:extLst>
          </p:cNvPr>
          <p:cNvSpPr>
            <a:spLocks xmlns:a="http://schemas.openxmlformats.org/drawingml/2006/main" noGrp="1"/>
          </p:cNvSpPr>
          <p:nvPr/>
        </p:nvSpPr>
        <p:spPr>
          <a:xfrm xmlns:a="http://schemas.openxmlformats.org/drawingml/2006/main">
            <a:off x="2837827"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1" name="Editable chart path">
            <a:extLst xmlns:a="http://schemas.openxmlformats.org/drawingml/2006/main">
              <a:ext uri="{FF2B5EF4-FFF2-40B4-BE49-F238E27FC236}">
                <a16:creationId xmlns:a16="http://schemas.microsoft.com/office/drawing/2014/main" id="{B9136219-0152-4188-B5E6-137FB2CFFFD7}"/>
              </a:ext>
            </a:extLst>
          </p:cNvPr>
          <p:cNvSpPr>
            <a:spLocks xmlns:a="http://schemas.openxmlformats.org/drawingml/2006/main" noGrp="1"/>
          </p:cNvSpPr>
          <p:nvPr/>
        </p:nvSpPr>
        <p:spPr>
          <a:xfrm xmlns:a="http://schemas.openxmlformats.org/drawingml/2006/main">
            <a:off x="2899964"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2" name="Editable chart path">
            <a:extLst xmlns:a="http://schemas.openxmlformats.org/drawingml/2006/main">
              <a:ext uri="{FF2B5EF4-FFF2-40B4-BE49-F238E27FC236}">
                <a16:creationId xmlns:a16="http://schemas.microsoft.com/office/drawing/2014/main" id="{7521790E-53AD-48CB-8F44-0F34B9EDE4AC}"/>
              </a:ext>
            </a:extLst>
          </p:cNvPr>
          <p:cNvSpPr>
            <a:spLocks xmlns:a="http://schemas.openxmlformats.org/drawingml/2006/main" noGrp="1"/>
          </p:cNvSpPr>
          <p:nvPr/>
        </p:nvSpPr>
        <p:spPr>
          <a:xfrm xmlns:a="http://schemas.openxmlformats.org/drawingml/2006/main">
            <a:off x="2962102"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3" name="Editable chart path">
            <a:extLst xmlns:a="http://schemas.openxmlformats.org/drawingml/2006/main">
              <a:ext uri="{FF2B5EF4-FFF2-40B4-BE49-F238E27FC236}">
                <a16:creationId xmlns:a16="http://schemas.microsoft.com/office/drawing/2014/main" id="{001F7E46-C2DA-4AD6-81CE-04593F195836}"/>
              </a:ext>
            </a:extLst>
          </p:cNvPr>
          <p:cNvSpPr>
            <a:spLocks xmlns:a="http://schemas.openxmlformats.org/drawingml/2006/main" noGrp="1"/>
          </p:cNvSpPr>
          <p:nvPr/>
        </p:nvSpPr>
        <p:spPr>
          <a:xfrm xmlns:a="http://schemas.openxmlformats.org/drawingml/2006/main">
            <a:off x="3024239"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4" name="Editable chart path">
            <a:extLst xmlns:a="http://schemas.openxmlformats.org/drawingml/2006/main">
              <a:ext uri="{FF2B5EF4-FFF2-40B4-BE49-F238E27FC236}">
                <a16:creationId xmlns:a16="http://schemas.microsoft.com/office/drawing/2014/main" id="{03301420-87E8-48D1-9AF6-175DE3104A5C}"/>
              </a:ext>
            </a:extLst>
          </p:cNvPr>
          <p:cNvSpPr>
            <a:spLocks xmlns:a="http://schemas.openxmlformats.org/drawingml/2006/main" noGrp="1"/>
          </p:cNvSpPr>
          <p:nvPr/>
        </p:nvSpPr>
        <p:spPr>
          <a:xfrm xmlns:a="http://schemas.openxmlformats.org/drawingml/2006/main">
            <a:off x="4142717"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5" name="Editable chart path">
            <a:extLst xmlns:a="http://schemas.openxmlformats.org/drawingml/2006/main">
              <a:ext uri="{FF2B5EF4-FFF2-40B4-BE49-F238E27FC236}">
                <a16:creationId xmlns:a16="http://schemas.microsoft.com/office/drawing/2014/main" id="{C0A84210-DAA8-4632-8F1B-D032C562B91A}"/>
              </a:ext>
            </a:extLst>
          </p:cNvPr>
          <p:cNvSpPr>
            <a:spLocks xmlns:a="http://schemas.openxmlformats.org/drawingml/2006/main" noGrp="1"/>
          </p:cNvSpPr>
          <p:nvPr/>
        </p:nvSpPr>
        <p:spPr>
          <a:xfrm xmlns:a="http://schemas.openxmlformats.org/drawingml/2006/main">
            <a:off x="4204855"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6" name="Editable chart path">
            <a:extLst xmlns:a="http://schemas.openxmlformats.org/drawingml/2006/main">
              <a:ext uri="{FF2B5EF4-FFF2-40B4-BE49-F238E27FC236}">
                <a16:creationId xmlns:a16="http://schemas.microsoft.com/office/drawing/2014/main" id="{97DEC2FC-D4E7-47B1-9A2B-1477DA96009E}"/>
              </a:ext>
            </a:extLst>
          </p:cNvPr>
          <p:cNvSpPr>
            <a:spLocks xmlns:a="http://schemas.openxmlformats.org/drawingml/2006/main" noGrp="1"/>
          </p:cNvSpPr>
          <p:nvPr/>
        </p:nvSpPr>
        <p:spPr>
          <a:xfrm xmlns:a="http://schemas.openxmlformats.org/drawingml/2006/main">
            <a:off x="4266992"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7" name="Editable chart path">
            <a:extLst xmlns:a="http://schemas.openxmlformats.org/drawingml/2006/main">
              <a:ext uri="{FF2B5EF4-FFF2-40B4-BE49-F238E27FC236}">
                <a16:creationId xmlns:a16="http://schemas.microsoft.com/office/drawing/2014/main" id="{96091993-7E60-49F5-A284-F24F6F394E39}"/>
              </a:ext>
            </a:extLst>
          </p:cNvPr>
          <p:cNvSpPr>
            <a:spLocks xmlns:a="http://schemas.openxmlformats.org/drawingml/2006/main" noGrp="1"/>
          </p:cNvSpPr>
          <p:nvPr/>
        </p:nvSpPr>
        <p:spPr>
          <a:xfrm xmlns:a="http://schemas.openxmlformats.org/drawingml/2006/main">
            <a:off x="1967900"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8" name="Editable chart path">
            <a:extLst xmlns:a="http://schemas.openxmlformats.org/drawingml/2006/main">
              <a:ext uri="{FF2B5EF4-FFF2-40B4-BE49-F238E27FC236}">
                <a16:creationId xmlns:a16="http://schemas.microsoft.com/office/drawing/2014/main" id="{C8F70186-30AC-41CB-886A-DF10924F688D}"/>
              </a:ext>
            </a:extLst>
          </p:cNvPr>
          <p:cNvSpPr>
            <a:spLocks xmlns:a="http://schemas.openxmlformats.org/drawingml/2006/main" noGrp="1"/>
          </p:cNvSpPr>
          <p:nvPr/>
        </p:nvSpPr>
        <p:spPr>
          <a:xfrm xmlns:a="http://schemas.openxmlformats.org/drawingml/2006/main">
            <a:off x="2030037"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9" name="Editable chart path">
            <a:extLst xmlns:a="http://schemas.openxmlformats.org/drawingml/2006/main">
              <a:ext uri="{FF2B5EF4-FFF2-40B4-BE49-F238E27FC236}">
                <a16:creationId xmlns:a16="http://schemas.microsoft.com/office/drawing/2014/main" id="{3644A233-7531-4001-BF4B-EDF0BB95E32D}"/>
              </a:ext>
            </a:extLst>
          </p:cNvPr>
          <p:cNvSpPr>
            <a:spLocks xmlns:a="http://schemas.openxmlformats.org/drawingml/2006/main" noGrp="1"/>
          </p:cNvSpPr>
          <p:nvPr/>
        </p:nvSpPr>
        <p:spPr>
          <a:xfrm xmlns:a="http://schemas.openxmlformats.org/drawingml/2006/main">
            <a:off x="2092175"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0" name="Editable chart path">
            <a:extLst xmlns:a="http://schemas.openxmlformats.org/drawingml/2006/main">
              <a:ext uri="{FF2B5EF4-FFF2-40B4-BE49-F238E27FC236}">
                <a16:creationId xmlns:a16="http://schemas.microsoft.com/office/drawing/2014/main" id="{B12BE7A1-B963-40A6-86C8-CCA1F6005C3D}"/>
              </a:ext>
            </a:extLst>
          </p:cNvPr>
          <p:cNvSpPr>
            <a:spLocks xmlns:a="http://schemas.openxmlformats.org/drawingml/2006/main" noGrp="1"/>
          </p:cNvSpPr>
          <p:nvPr/>
        </p:nvSpPr>
        <p:spPr>
          <a:xfrm xmlns:a="http://schemas.openxmlformats.org/drawingml/2006/main">
            <a:off x="2154313"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1" name="Editable chart path">
            <a:extLst xmlns:a="http://schemas.openxmlformats.org/drawingml/2006/main">
              <a:ext uri="{FF2B5EF4-FFF2-40B4-BE49-F238E27FC236}">
                <a16:creationId xmlns:a16="http://schemas.microsoft.com/office/drawing/2014/main" id="{8DB857A2-2163-4F16-98DE-9AFEA77F1DD0}"/>
              </a:ext>
            </a:extLst>
          </p:cNvPr>
          <p:cNvSpPr>
            <a:spLocks xmlns:a="http://schemas.openxmlformats.org/drawingml/2006/main" noGrp="1"/>
          </p:cNvSpPr>
          <p:nvPr/>
        </p:nvSpPr>
        <p:spPr>
          <a:xfrm xmlns:a="http://schemas.openxmlformats.org/drawingml/2006/main">
            <a:off x="2216450"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2" name="Editable chart path">
            <a:extLst xmlns:a="http://schemas.openxmlformats.org/drawingml/2006/main">
              <a:ext uri="{FF2B5EF4-FFF2-40B4-BE49-F238E27FC236}">
                <a16:creationId xmlns:a16="http://schemas.microsoft.com/office/drawing/2014/main" id="{0D1FE869-B9FD-4B01-9B0C-72BE2CE82EA8}"/>
              </a:ext>
            </a:extLst>
          </p:cNvPr>
          <p:cNvSpPr>
            <a:spLocks xmlns:a="http://schemas.openxmlformats.org/drawingml/2006/main" noGrp="1"/>
          </p:cNvSpPr>
          <p:nvPr/>
        </p:nvSpPr>
        <p:spPr>
          <a:xfrm xmlns:a="http://schemas.openxmlformats.org/drawingml/2006/main">
            <a:off x="2278588"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3" name="Editable chart path">
            <a:extLst xmlns:a="http://schemas.openxmlformats.org/drawingml/2006/main">
              <a:ext uri="{FF2B5EF4-FFF2-40B4-BE49-F238E27FC236}">
                <a16:creationId xmlns:a16="http://schemas.microsoft.com/office/drawing/2014/main" id="{CC8CF198-5C77-4EA7-8AF0-153EA2059F3E}"/>
              </a:ext>
            </a:extLst>
          </p:cNvPr>
          <p:cNvSpPr>
            <a:spLocks xmlns:a="http://schemas.openxmlformats.org/drawingml/2006/main" noGrp="1"/>
          </p:cNvSpPr>
          <p:nvPr/>
        </p:nvSpPr>
        <p:spPr>
          <a:xfrm xmlns:a="http://schemas.openxmlformats.org/drawingml/2006/main">
            <a:off x="2340725"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4" name="Editable chart path">
            <a:extLst xmlns:a="http://schemas.openxmlformats.org/drawingml/2006/main">
              <a:ext uri="{FF2B5EF4-FFF2-40B4-BE49-F238E27FC236}">
                <a16:creationId xmlns:a16="http://schemas.microsoft.com/office/drawing/2014/main" id="{E19FF436-93A0-43B3-AACB-FBCED80A4F89}"/>
              </a:ext>
            </a:extLst>
          </p:cNvPr>
          <p:cNvSpPr>
            <a:spLocks xmlns:a="http://schemas.openxmlformats.org/drawingml/2006/main" noGrp="1"/>
          </p:cNvSpPr>
          <p:nvPr/>
        </p:nvSpPr>
        <p:spPr>
          <a:xfrm xmlns:a="http://schemas.openxmlformats.org/drawingml/2006/main">
            <a:off x="2402863"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5" name="Editable chart path">
            <a:extLst xmlns:a="http://schemas.openxmlformats.org/drawingml/2006/main">
              <a:ext uri="{FF2B5EF4-FFF2-40B4-BE49-F238E27FC236}">
                <a16:creationId xmlns:a16="http://schemas.microsoft.com/office/drawing/2014/main" id="{543F4A7F-9029-49BB-AD6B-004A5D5BCEB2}"/>
              </a:ext>
            </a:extLst>
          </p:cNvPr>
          <p:cNvSpPr>
            <a:spLocks xmlns:a="http://schemas.openxmlformats.org/drawingml/2006/main" noGrp="1"/>
          </p:cNvSpPr>
          <p:nvPr/>
        </p:nvSpPr>
        <p:spPr>
          <a:xfrm xmlns:a="http://schemas.openxmlformats.org/drawingml/2006/main">
            <a:off x="2465001"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6" name="Editable chart path">
            <a:extLst xmlns:a="http://schemas.openxmlformats.org/drawingml/2006/main">
              <a:ext uri="{FF2B5EF4-FFF2-40B4-BE49-F238E27FC236}">
                <a16:creationId xmlns:a16="http://schemas.microsoft.com/office/drawing/2014/main" id="{441A320F-AD28-4CB5-B28D-ECAAA8821921}"/>
              </a:ext>
            </a:extLst>
          </p:cNvPr>
          <p:cNvSpPr>
            <a:spLocks xmlns:a="http://schemas.openxmlformats.org/drawingml/2006/main" noGrp="1"/>
          </p:cNvSpPr>
          <p:nvPr/>
        </p:nvSpPr>
        <p:spPr>
          <a:xfrm xmlns:a="http://schemas.openxmlformats.org/drawingml/2006/main">
            <a:off x="2527138"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7" name="Editable chart path">
            <a:extLst xmlns:a="http://schemas.openxmlformats.org/drawingml/2006/main">
              <a:ext uri="{FF2B5EF4-FFF2-40B4-BE49-F238E27FC236}">
                <a16:creationId xmlns:a16="http://schemas.microsoft.com/office/drawing/2014/main" id="{4A9EC875-0D98-4487-A004-9E4EDC839B28}"/>
              </a:ext>
            </a:extLst>
          </p:cNvPr>
          <p:cNvSpPr>
            <a:spLocks xmlns:a="http://schemas.openxmlformats.org/drawingml/2006/main" noGrp="1"/>
          </p:cNvSpPr>
          <p:nvPr/>
        </p:nvSpPr>
        <p:spPr>
          <a:xfrm xmlns:a="http://schemas.openxmlformats.org/drawingml/2006/main">
            <a:off x="2589276"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8" name="Editable chart path">
            <a:extLst xmlns:a="http://schemas.openxmlformats.org/drawingml/2006/main">
              <a:ext uri="{FF2B5EF4-FFF2-40B4-BE49-F238E27FC236}">
                <a16:creationId xmlns:a16="http://schemas.microsoft.com/office/drawing/2014/main" id="{D741252B-52EB-4ED5-8313-E7FDAECEB768}"/>
              </a:ext>
            </a:extLst>
          </p:cNvPr>
          <p:cNvSpPr>
            <a:spLocks xmlns:a="http://schemas.openxmlformats.org/drawingml/2006/main" noGrp="1"/>
          </p:cNvSpPr>
          <p:nvPr/>
        </p:nvSpPr>
        <p:spPr>
          <a:xfrm xmlns:a="http://schemas.openxmlformats.org/drawingml/2006/main">
            <a:off x="2651414"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9" name="Editable chart path">
            <a:extLst xmlns:a="http://schemas.openxmlformats.org/drawingml/2006/main">
              <a:ext uri="{FF2B5EF4-FFF2-40B4-BE49-F238E27FC236}">
                <a16:creationId xmlns:a16="http://schemas.microsoft.com/office/drawing/2014/main" id="{97F7903E-7D09-49C4-A0BA-DDD566D432F4}"/>
              </a:ext>
            </a:extLst>
          </p:cNvPr>
          <p:cNvSpPr>
            <a:spLocks xmlns:a="http://schemas.openxmlformats.org/drawingml/2006/main" noGrp="1"/>
          </p:cNvSpPr>
          <p:nvPr/>
        </p:nvSpPr>
        <p:spPr>
          <a:xfrm xmlns:a="http://schemas.openxmlformats.org/drawingml/2006/main">
            <a:off x="2713551"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0" name="Editable chart path">
            <a:extLst xmlns:a="http://schemas.openxmlformats.org/drawingml/2006/main">
              <a:ext uri="{FF2B5EF4-FFF2-40B4-BE49-F238E27FC236}">
                <a16:creationId xmlns:a16="http://schemas.microsoft.com/office/drawing/2014/main" id="{CA2FC06C-BB85-414C-92DD-4BB86D065ADD}"/>
              </a:ext>
            </a:extLst>
          </p:cNvPr>
          <p:cNvSpPr>
            <a:spLocks xmlns:a="http://schemas.openxmlformats.org/drawingml/2006/main" noGrp="1"/>
          </p:cNvSpPr>
          <p:nvPr/>
        </p:nvSpPr>
        <p:spPr>
          <a:xfrm xmlns:a="http://schemas.openxmlformats.org/drawingml/2006/main">
            <a:off x="2775689"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1" name="Editable chart path">
            <a:extLst xmlns:a="http://schemas.openxmlformats.org/drawingml/2006/main">
              <a:ext uri="{FF2B5EF4-FFF2-40B4-BE49-F238E27FC236}">
                <a16:creationId xmlns:a16="http://schemas.microsoft.com/office/drawing/2014/main" id="{62618F3D-D978-44F2-9BD2-97138E176FA3}"/>
              </a:ext>
            </a:extLst>
          </p:cNvPr>
          <p:cNvSpPr>
            <a:spLocks xmlns:a="http://schemas.openxmlformats.org/drawingml/2006/main" noGrp="1"/>
          </p:cNvSpPr>
          <p:nvPr/>
        </p:nvSpPr>
        <p:spPr>
          <a:xfrm xmlns:a="http://schemas.openxmlformats.org/drawingml/2006/main">
            <a:off x="2837827"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2" name="Editable chart path">
            <a:extLst xmlns:a="http://schemas.openxmlformats.org/drawingml/2006/main">
              <a:ext uri="{FF2B5EF4-FFF2-40B4-BE49-F238E27FC236}">
                <a16:creationId xmlns:a16="http://schemas.microsoft.com/office/drawing/2014/main" id="{55427321-BEE8-4ED8-9BD6-ABD8AD7B273B}"/>
              </a:ext>
            </a:extLst>
          </p:cNvPr>
          <p:cNvSpPr>
            <a:spLocks xmlns:a="http://schemas.openxmlformats.org/drawingml/2006/main" noGrp="1"/>
          </p:cNvSpPr>
          <p:nvPr/>
        </p:nvSpPr>
        <p:spPr>
          <a:xfrm xmlns:a="http://schemas.openxmlformats.org/drawingml/2006/main">
            <a:off x="2899964"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3" name="Editable chart path">
            <a:extLst xmlns:a="http://schemas.openxmlformats.org/drawingml/2006/main">
              <a:ext uri="{FF2B5EF4-FFF2-40B4-BE49-F238E27FC236}">
                <a16:creationId xmlns:a16="http://schemas.microsoft.com/office/drawing/2014/main" id="{0D3B8D0B-6F9B-4C5F-969E-C41BFDA1677B}"/>
              </a:ext>
            </a:extLst>
          </p:cNvPr>
          <p:cNvSpPr>
            <a:spLocks xmlns:a="http://schemas.openxmlformats.org/drawingml/2006/main" noGrp="1"/>
          </p:cNvSpPr>
          <p:nvPr/>
        </p:nvSpPr>
        <p:spPr>
          <a:xfrm xmlns:a="http://schemas.openxmlformats.org/drawingml/2006/main">
            <a:off x="2962102"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4" name="Editable chart path">
            <a:extLst xmlns:a="http://schemas.openxmlformats.org/drawingml/2006/main">
              <a:ext uri="{FF2B5EF4-FFF2-40B4-BE49-F238E27FC236}">
                <a16:creationId xmlns:a16="http://schemas.microsoft.com/office/drawing/2014/main" id="{E3B44ED4-0B59-42B1-8FBF-0ADFC25CC552}"/>
              </a:ext>
            </a:extLst>
          </p:cNvPr>
          <p:cNvSpPr>
            <a:spLocks xmlns:a="http://schemas.openxmlformats.org/drawingml/2006/main" noGrp="1"/>
          </p:cNvSpPr>
          <p:nvPr/>
        </p:nvSpPr>
        <p:spPr>
          <a:xfrm xmlns:a="http://schemas.openxmlformats.org/drawingml/2006/main">
            <a:off x="3024239"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5" name="Editable chart path">
            <a:extLst xmlns:a="http://schemas.openxmlformats.org/drawingml/2006/main">
              <a:ext uri="{FF2B5EF4-FFF2-40B4-BE49-F238E27FC236}">
                <a16:creationId xmlns:a16="http://schemas.microsoft.com/office/drawing/2014/main" id="{9E20CDCF-FC8E-49E0-9550-D243558540D5}"/>
              </a:ext>
            </a:extLst>
          </p:cNvPr>
          <p:cNvSpPr>
            <a:spLocks xmlns:a="http://schemas.openxmlformats.org/drawingml/2006/main" noGrp="1"/>
          </p:cNvSpPr>
          <p:nvPr/>
        </p:nvSpPr>
        <p:spPr>
          <a:xfrm xmlns:a="http://schemas.openxmlformats.org/drawingml/2006/main">
            <a:off x="3086377"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6" name="Editable chart path">
            <a:extLst xmlns:a="http://schemas.openxmlformats.org/drawingml/2006/main">
              <a:ext uri="{FF2B5EF4-FFF2-40B4-BE49-F238E27FC236}">
                <a16:creationId xmlns:a16="http://schemas.microsoft.com/office/drawing/2014/main" id="{92C22AFC-5533-487B-B4BC-34ADE2F08D02}"/>
              </a:ext>
            </a:extLst>
          </p:cNvPr>
          <p:cNvSpPr>
            <a:spLocks xmlns:a="http://schemas.openxmlformats.org/drawingml/2006/main" noGrp="1"/>
          </p:cNvSpPr>
          <p:nvPr/>
        </p:nvSpPr>
        <p:spPr>
          <a:xfrm xmlns:a="http://schemas.openxmlformats.org/drawingml/2006/main">
            <a:off x="2465001"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7" name="Editable chart path">
            <a:extLst xmlns:a="http://schemas.openxmlformats.org/drawingml/2006/main">
              <a:ext uri="{FF2B5EF4-FFF2-40B4-BE49-F238E27FC236}">
                <a16:creationId xmlns:a16="http://schemas.microsoft.com/office/drawing/2014/main" id="{5789C73D-A1DE-41AB-A186-C8AF8EE6A081}"/>
              </a:ext>
            </a:extLst>
          </p:cNvPr>
          <p:cNvSpPr>
            <a:spLocks xmlns:a="http://schemas.openxmlformats.org/drawingml/2006/main" noGrp="1"/>
          </p:cNvSpPr>
          <p:nvPr/>
        </p:nvSpPr>
        <p:spPr>
          <a:xfrm xmlns:a="http://schemas.openxmlformats.org/drawingml/2006/main">
            <a:off x="2527138"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8" name="Editable chart path">
            <a:extLst xmlns:a="http://schemas.openxmlformats.org/drawingml/2006/main">
              <a:ext uri="{FF2B5EF4-FFF2-40B4-BE49-F238E27FC236}">
                <a16:creationId xmlns:a16="http://schemas.microsoft.com/office/drawing/2014/main" id="{5375DF6F-8D80-497E-951B-41440D552CD7}"/>
              </a:ext>
            </a:extLst>
          </p:cNvPr>
          <p:cNvSpPr>
            <a:spLocks xmlns:a="http://schemas.openxmlformats.org/drawingml/2006/main" noGrp="1"/>
          </p:cNvSpPr>
          <p:nvPr/>
        </p:nvSpPr>
        <p:spPr>
          <a:xfrm xmlns:a="http://schemas.openxmlformats.org/drawingml/2006/main">
            <a:off x="2589276"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9" name="Editable chart path">
            <a:extLst xmlns:a="http://schemas.openxmlformats.org/drawingml/2006/main">
              <a:ext uri="{FF2B5EF4-FFF2-40B4-BE49-F238E27FC236}">
                <a16:creationId xmlns:a16="http://schemas.microsoft.com/office/drawing/2014/main" id="{AC4A0D98-98DD-432F-9782-4878C76C6678}"/>
              </a:ext>
            </a:extLst>
          </p:cNvPr>
          <p:cNvSpPr>
            <a:spLocks xmlns:a="http://schemas.openxmlformats.org/drawingml/2006/main" noGrp="1"/>
          </p:cNvSpPr>
          <p:nvPr/>
        </p:nvSpPr>
        <p:spPr>
          <a:xfrm xmlns:a="http://schemas.openxmlformats.org/drawingml/2006/main">
            <a:off x="2651414"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0" name="Editable chart path">
            <a:extLst xmlns:a="http://schemas.openxmlformats.org/drawingml/2006/main">
              <a:ext uri="{FF2B5EF4-FFF2-40B4-BE49-F238E27FC236}">
                <a16:creationId xmlns:a16="http://schemas.microsoft.com/office/drawing/2014/main" id="{EB1FD815-96B8-422B-9180-774721BE3442}"/>
              </a:ext>
            </a:extLst>
          </p:cNvPr>
          <p:cNvSpPr>
            <a:spLocks xmlns:a="http://schemas.openxmlformats.org/drawingml/2006/main" noGrp="1"/>
          </p:cNvSpPr>
          <p:nvPr/>
        </p:nvSpPr>
        <p:spPr>
          <a:xfrm xmlns:a="http://schemas.openxmlformats.org/drawingml/2006/main">
            <a:off x="2713551"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1" name="Editable chart path">
            <a:extLst xmlns:a="http://schemas.openxmlformats.org/drawingml/2006/main">
              <a:ext uri="{FF2B5EF4-FFF2-40B4-BE49-F238E27FC236}">
                <a16:creationId xmlns:a16="http://schemas.microsoft.com/office/drawing/2014/main" id="{6A4E161F-B368-4F8C-96B6-50E26801B2ED}"/>
              </a:ext>
            </a:extLst>
          </p:cNvPr>
          <p:cNvSpPr>
            <a:spLocks xmlns:a="http://schemas.openxmlformats.org/drawingml/2006/main" noGrp="1"/>
          </p:cNvSpPr>
          <p:nvPr/>
        </p:nvSpPr>
        <p:spPr>
          <a:xfrm xmlns:a="http://schemas.openxmlformats.org/drawingml/2006/main">
            <a:off x="2775689"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2" name="Editable chart path">
            <a:extLst xmlns:a="http://schemas.openxmlformats.org/drawingml/2006/main">
              <a:ext uri="{FF2B5EF4-FFF2-40B4-BE49-F238E27FC236}">
                <a16:creationId xmlns:a16="http://schemas.microsoft.com/office/drawing/2014/main" id="{B1D28EFD-5057-4754-8B10-934676DAB03F}"/>
              </a:ext>
            </a:extLst>
          </p:cNvPr>
          <p:cNvSpPr>
            <a:spLocks xmlns:a="http://schemas.openxmlformats.org/drawingml/2006/main" noGrp="1"/>
          </p:cNvSpPr>
          <p:nvPr/>
        </p:nvSpPr>
        <p:spPr>
          <a:xfrm xmlns:a="http://schemas.openxmlformats.org/drawingml/2006/main">
            <a:off x="2837827"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3" name="Editable chart path">
            <a:extLst xmlns:a="http://schemas.openxmlformats.org/drawingml/2006/main">
              <a:ext uri="{FF2B5EF4-FFF2-40B4-BE49-F238E27FC236}">
                <a16:creationId xmlns:a16="http://schemas.microsoft.com/office/drawing/2014/main" id="{E50D0C96-6BCD-4A02-A4CD-CBFED47C9413}"/>
              </a:ext>
            </a:extLst>
          </p:cNvPr>
          <p:cNvSpPr>
            <a:spLocks xmlns:a="http://schemas.openxmlformats.org/drawingml/2006/main" noGrp="1"/>
          </p:cNvSpPr>
          <p:nvPr/>
        </p:nvSpPr>
        <p:spPr>
          <a:xfrm xmlns:a="http://schemas.openxmlformats.org/drawingml/2006/main">
            <a:off x="2899964"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4" name="Editable chart path">
            <a:extLst xmlns:a="http://schemas.openxmlformats.org/drawingml/2006/main">
              <a:ext uri="{FF2B5EF4-FFF2-40B4-BE49-F238E27FC236}">
                <a16:creationId xmlns:a16="http://schemas.microsoft.com/office/drawing/2014/main" id="{A397D01F-95B3-4A3C-A133-F642832573CD}"/>
              </a:ext>
            </a:extLst>
          </p:cNvPr>
          <p:cNvSpPr>
            <a:spLocks xmlns:a="http://schemas.openxmlformats.org/drawingml/2006/main" noGrp="1"/>
          </p:cNvSpPr>
          <p:nvPr/>
        </p:nvSpPr>
        <p:spPr>
          <a:xfrm xmlns:a="http://schemas.openxmlformats.org/drawingml/2006/main">
            <a:off x="2962102"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5" name="Editable chart path">
            <a:extLst xmlns:a="http://schemas.openxmlformats.org/drawingml/2006/main">
              <a:ext uri="{FF2B5EF4-FFF2-40B4-BE49-F238E27FC236}">
                <a16:creationId xmlns:a16="http://schemas.microsoft.com/office/drawing/2014/main" id="{61175C2D-0D67-4C46-9CFB-00CCD72FE5C4}"/>
              </a:ext>
            </a:extLst>
          </p:cNvPr>
          <p:cNvSpPr>
            <a:spLocks xmlns:a="http://schemas.openxmlformats.org/drawingml/2006/main" noGrp="1"/>
          </p:cNvSpPr>
          <p:nvPr/>
        </p:nvSpPr>
        <p:spPr>
          <a:xfrm xmlns:a="http://schemas.openxmlformats.org/drawingml/2006/main">
            <a:off x="2589276"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6" name="Editable chart path">
            <a:extLst xmlns:a="http://schemas.openxmlformats.org/drawingml/2006/main">
              <a:ext uri="{FF2B5EF4-FFF2-40B4-BE49-F238E27FC236}">
                <a16:creationId xmlns:a16="http://schemas.microsoft.com/office/drawing/2014/main" id="{A662B7DA-89A9-4FC4-B34D-8C85009F5557}"/>
              </a:ext>
            </a:extLst>
          </p:cNvPr>
          <p:cNvSpPr>
            <a:spLocks xmlns:a="http://schemas.openxmlformats.org/drawingml/2006/main" noGrp="1"/>
          </p:cNvSpPr>
          <p:nvPr/>
        </p:nvSpPr>
        <p:spPr>
          <a:xfrm xmlns:a="http://schemas.openxmlformats.org/drawingml/2006/main">
            <a:off x="2651414"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7" name="Editable chart path">
            <a:extLst xmlns:a="http://schemas.openxmlformats.org/drawingml/2006/main">
              <a:ext uri="{FF2B5EF4-FFF2-40B4-BE49-F238E27FC236}">
                <a16:creationId xmlns:a16="http://schemas.microsoft.com/office/drawing/2014/main" id="{00C77A2D-0B89-4DD6-B572-B3057A8DED01}"/>
              </a:ext>
            </a:extLst>
          </p:cNvPr>
          <p:cNvSpPr>
            <a:spLocks xmlns:a="http://schemas.openxmlformats.org/drawingml/2006/main" noGrp="1"/>
          </p:cNvSpPr>
          <p:nvPr/>
        </p:nvSpPr>
        <p:spPr>
          <a:xfrm xmlns:a="http://schemas.openxmlformats.org/drawingml/2006/main">
            <a:off x="2713551"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8" name="Editable chart path">
            <a:extLst xmlns:a="http://schemas.openxmlformats.org/drawingml/2006/main">
              <a:ext uri="{FF2B5EF4-FFF2-40B4-BE49-F238E27FC236}">
                <a16:creationId xmlns:a16="http://schemas.microsoft.com/office/drawing/2014/main" id="{B5D619D6-DF62-4E15-AEE1-3F62AA48F739}"/>
              </a:ext>
            </a:extLst>
          </p:cNvPr>
          <p:cNvSpPr>
            <a:spLocks xmlns:a="http://schemas.openxmlformats.org/drawingml/2006/main" noGrp="1"/>
          </p:cNvSpPr>
          <p:nvPr/>
        </p:nvSpPr>
        <p:spPr>
          <a:xfrm xmlns:a="http://schemas.openxmlformats.org/drawingml/2006/main">
            <a:off x="2775689"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9" name="Editable chart path">
            <a:extLst xmlns:a="http://schemas.openxmlformats.org/drawingml/2006/main">
              <a:ext uri="{FF2B5EF4-FFF2-40B4-BE49-F238E27FC236}">
                <a16:creationId xmlns:a16="http://schemas.microsoft.com/office/drawing/2014/main" id="{1FCC42D2-A4FE-4C88-ABC0-7F600E2333C3}"/>
              </a:ext>
            </a:extLst>
          </p:cNvPr>
          <p:cNvSpPr>
            <a:spLocks xmlns:a="http://schemas.openxmlformats.org/drawingml/2006/main" noGrp="1"/>
          </p:cNvSpPr>
          <p:nvPr/>
        </p:nvSpPr>
        <p:spPr>
          <a:xfrm xmlns:a="http://schemas.openxmlformats.org/drawingml/2006/main">
            <a:off x="2899964"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0" name="Editable chart path">
            <a:extLst xmlns:a="http://schemas.openxmlformats.org/drawingml/2006/main">
              <a:ext uri="{FF2B5EF4-FFF2-40B4-BE49-F238E27FC236}">
                <a16:creationId xmlns:a16="http://schemas.microsoft.com/office/drawing/2014/main" id="{791C216A-D649-4538-9B61-DBAE05018FCB}"/>
              </a:ext>
            </a:extLst>
          </p:cNvPr>
          <p:cNvSpPr>
            <a:spLocks xmlns:a="http://schemas.openxmlformats.org/drawingml/2006/main" noGrp="1"/>
          </p:cNvSpPr>
          <p:nvPr/>
        </p:nvSpPr>
        <p:spPr>
          <a:xfrm xmlns:a="http://schemas.openxmlformats.org/drawingml/2006/main">
            <a:off x="140866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167"/>
          </a:solidFill>
          <a:ln xmlns:a="http://schemas.openxmlformats.org/drawingml/2006/main" w="2205">
            <a:solidFill>
              <a:srgbClr val="FBFCFE"/>
            </a:solidFill>
            <a:prstDash val="solid"/>
          </a:ln>
        </p:spPr>
      </p:sp>
      <p:sp>
        <p:nvSpPr>
          <p:cNvPr id="811" name="Editable chart path">
            <a:extLst xmlns:a="http://schemas.openxmlformats.org/drawingml/2006/main">
              <a:ext uri="{FF2B5EF4-FFF2-40B4-BE49-F238E27FC236}">
                <a16:creationId xmlns:a16="http://schemas.microsoft.com/office/drawing/2014/main" id="{F86BF972-DACF-476B-838F-50D3C079CCAB}"/>
              </a:ext>
            </a:extLst>
          </p:cNvPr>
          <p:cNvSpPr>
            <a:spLocks xmlns:a="http://schemas.openxmlformats.org/drawingml/2006/main" noGrp="1"/>
          </p:cNvSpPr>
          <p:nvPr/>
        </p:nvSpPr>
        <p:spPr>
          <a:xfrm xmlns:a="http://schemas.openxmlformats.org/drawingml/2006/main">
            <a:off x="147079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167"/>
          </a:solidFill>
          <a:ln xmlns:a="http://schemas.openxmlformats.org/drawingml/2006/main" w="2205">
            <a:solidFill>
              <a:srgbClr val="FBFCFE"/>
            </a:solidFill>
            <a:prstDash val="solid"/>
          </a:ln>
        </p:spPr>
      </p:sp>
      <p:sp>
        <p:nvSpPr>
          <p:cNvPr id="812" name="Editable chart path">
            <a:extLst xmlns:a="http://schemas.openxmlformats.org/drawingml/2006/main">
              <a:ext uri="{FF2B5EF4-FFF2-40B4-BE49-F238E27FC236}">
                <a16:creationId xmlns:a16="http://schemas.microsoft.com/office/drawing/2014/main" id="{08B9AC72-74A9-4F08-AA8C-565EF380EF58}"/>
              </a:ext>
            </a:extLst>
          </p:cNvPr>
          <p:cNvSpPr>
            <a:spLocks xmlns:a="http://schemas.openxmlformats.org/drawingml/2006/main" noGrp="1"/>
          </p:cNvSpPr>
          <p:nvPr/>
        </p:nvSpPr>
        <p:spPr>
          <a:xfrm xmlns:a="http://schemas.openxmlformats.org/drawingml/2006/main">
            <a:off x="153293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8559C"/>
          </a:solidFill>
          <a:ln xmlns:a="http://schemas.openxmlformats.org/drawingml/2006/main" w="2205">
            <a:solidFill>
              <a:srgbClr val="FBFCFE"/>
            </a:solidFill>
            <a:prstDash val="solid"/>
          </a:ln>
        </p:spPr>
      </p:sp>
      <p:sp>
        <p:nvSpPr>
          <p:cNvPr id="813" name="Editable chart path">
            <a:extLst xmlns:a="http://schemas.openxmlformats.org/drawingml/2006/main">
              <a:ext uri="{FF2B5EF4-FFF2-40B4-BE49-F238E27FC236}">
                <a16:creationId xmlns:a16="http://schemas.microsoft.com/office/drawing/2014/main" id="{E6D679C7-CDB4-42EE-8B6A-690F8B00E3D4}"/>
              </a:ext>
            </a:extLst>
          </p:cNvPr>
          <p:cNvSpPr>
            <a:spLocks xmlns:a="http://schemas.openxmlformats.org/drawingml/2006/main" noGrp="1"/>
          </p:cNvSpPr>
          <p:nvPr/>
        </p:nvSpPr>
        <p:spPr>
          <a:xfrm xmlns:a="http://schemas.openxmlformats.org/drawingml/2006/main">
            <a:off x="159507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8559C"/>
          </a:solidFill>
          <a:ln xmlns:a="http://schemas.openxmlformats.org/drawingml/2006/main" w="2205">
            <a:solidFill>
              <a:srgbClr val="FBFCFE"/>
            </a:solidFill>
            <a:prstDash val="solid"/>
          </a:ln>
        </p:spPr>
      </p:sp>
      <p:sp>
        <p:nvSpPr>
          <p:cNvPr id="814" name="Editable chart path">
            <a:extLst xmlns:a="http://schemas.openxmlformats.org/drawingml/2006/main">
              <a:ext uri="{FF2B5EF4-FFF2-40B4-BE49-F238E27FC236}">
                <a16:creationId xmlns:a16="http://schemas.microsoft.com/office/drawing/2014/main" id="{AA1CB95A-2D6D-44CD-8B81-85599866E16E}"/>
              </a:ext>
            </a:extLst>
          </p:cNvPr>
          <p:cNvSpPr>
            <a:spLocks xmlns:a="http://schemas.openxmlformats.org/drawingml/2006/main" noGrp="1"/>
          </p:cNvSpPr>
          <p:nvPr/>
        </p:nvSpPr>
        <p:spPr>
          <a:xfrm xmlns:a="http://schemas.openxmlformats.org/drawingml/2006/main">
            <a:off x="165721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8559C"/>
          </a:solidFill>
          <a:ln xmlns:a="http://schemas.openxmlformats.org/drawingml/2006/main" w="2205">
            <a:solidFill>
              <a:srgbClr val="FBFCFE"/>
            </a:solidFill>
            <a:prstDash val="solid"/>
          </a:ln>
        </p:spPr>
      </p:sp>
      <p:sp>
        <p:nvSpPr>
          <p:cNvPr id="815" name="Editable chart path">
            <a:extLst xmlns:a="http://schemas.openxmlformats.org/drawingml/2006/main">
              <a:ext uri="{FF2B5EF4-FFF2-40B4-BE49-F238E27FC236}">
                <a16:creationId xmlns:a16="http://schemas.microsoft.com/office/drawing/2014/main" id="{4839968F-FA4D-406A-8DE5-BC1BD95EE371}"/>
              </a:ext>
            </a:extLst>
          </p:cNvPr>
          <p:cNvSpPr>
            <a:spLocks xmlns:a="http://schemas.openxmlformats.org/drawingml/2006/main" noGrp="1"/>
          </p:cNvSpPr>
          <p:nvPr/>
        </p:nvSpPr>
        <p:spPr>
          <a:xfrm xmlns:a="http://schemas.openxmlformats.org/drawingml/2006/main">
            <a:off x="165721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8559C"/>
          </a:solidFill>
          <a:ln xmlns:a="http://schemas.openxmlformats.org/drawingml/2006/main" w="2205">
            <a:solidFill>
              <a:srgbClr val="FBFCFE"/>
            </a:solidFill>
            <a:prstDash val="solid"/>
          </a:ln>
        </p:spPr>
      </p:sp>
      <p:sp>
        <p:nvSpPr>
          <p:cNvPr id="816" name="Editable chart path">
            <a:extLst xmlns:a="http://schemas.openxmlformats.org/drawingml/2006/main">
              <a:ext uri="{FF2B5EF4-FFF2-40B4-BE49-F238E27FC236}">
                <a16:creationId xmlns:a16="http://schemas.microsoft.com/office/drawing/2014/main" id="{415964CB-9759-4E15-8594-F6ED92B4BA4E}"/>
              </a:ext>
            </a:extLst>
          </p:cNvPr>
          <p:cNvSpPr>
            <a:spLocks xmlns:a="http://schemas.openxmlformats.org/drawingml/2006/main" noGrp="1"/>
          </p:cNvSpPr>
          <p:nvPr/>
        </p:nvSpPr>
        <p:spPr>
          <a:xfrm xmlns:a="http://schemas.openxmlformats.org/drawingml/2006/main">
            <a:off x="171934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8559C"/>
          </a:solidFill>
          <a:ln xmlns:a="http://schemas.openxmlformats.org/drawingml/2006/main" w="2205">
            <a:solidFill>
              <a:srgbClr val="FBFCFE"/>
            </a:solidFill>
            <a:prstDash val="solid"/>
          </a:ln>
        </p:spPr>
      </p:sp>
      <p:sp>
        <p:nvSpPr>
          <p:cNvPr id="817" name="Editable chart path">
            <a:extLst xmlns:a="http://schemas.openxmlformats.org/drawingml/2006/main">
              <a:ext uri="{FF2B5EF4-FFF2-40B4-BE49-F238E27FC236}">
                <a16:creationId xmlns:a16="http://schemas.microsoft.com/office/drawing/2014/main" id="{7006F63C-7CD1-4A2A-B928-4E5E50EBF744}"/>
              </a:ext>
            </a:extLst>
          </p:cNvPr>
          <p:cNvSpPr>
            <a:spLocks xmlns:a="http://schemas.openxmlformats.org/drawingml/2006/main" noGrp="1"/>
          </p:cNvSpPr>
          <p:nvPr/>
        </p:nvSpPr>
        <p:spPr>
          <a:xfrm xmlns:a="http://schemas.openxmlformats.org/drawingml/2006/main">
            <a:off x="178148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8559C"/>
          </a:solidFill>
          <a:ln xmlns:a="http://schemas.openxmlformats.org/drawingml/2006/main" w="2205">
            <a:solidFill>
              <a:srgbClr val="FBFCFE"/>
            </a:solidFill>
            <a:prstDash val="solid"/>
          </a:ln>
        </p:spPr>
      </p:sp>
      <p:sp>
        <p:nvSpPr>
          <p:cNvPr id="818" name="Editable chart path">
            <a:extLst xmlns:a="http://schemas.openxmlformats.org/drawingml/2006/main">
              <a:ext uri="{FF2B5EF4-FFF2-40B4-BE49-F238E27FC236}">
                <a16:creationId xmlns:a16="http://schemas.microsoft.com/office/drawing/2014/main" id="{A59E58D6-3CC1-4BF8-AE51-B56C0459C0C4}"/>
              </a:ext>
            </a:extLst>
          </p:cNvPr>
          <p:cNvSpPr>
            <a:spLocks xmlns:a="http://schemas.openxmlformats.org/drawingml/2006/main" noGrp="1"/>
          </p:cNvSpPr>
          <p:nvPr/>
        </p:nvSpPr>
        <p:spPr>
          <a:xfrm xmlns:a="http://schemas.openxmlformats.org/drawingml/2006/main">
            <a:off x="178148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8559C"/>
          </a:solidFill>
          <a:ln xmlns:a="http://schemas.openxmlformats.org/drawingml/2006/main" w="2205">
            <a:solidFill>
              <a:srgbClr val="FBFCFE"/>
            </a:solidFill>
            <a:prstDash val="solid"/>
          </a:ln>
        </p:spPr>
      </p:sp>
      <p:sp>
        <p:nvSpPr>
          <p:cNvPr id="819" name="Editable chart path">
            <a:extLst xmlns:a="http://schemas.openxmlformats.org/drawingml/2006/main">
              <a:ext uri="{FF2B5EF4-FFF2-40B4-BE49-F238E27FC236}">
                <a16:creationId xmlns:a16="http://schemas.microsoft.com/office/drawing/2014/main" id="{36CAB67A-B461-49E3-AE6B-75B9F603A66E}"/>
              </a:ext>
            </a:extLst>
          </p:cNvPr>
          <p:cNvSpPr>
            <a:spLocks xmlns:a="http://schemas.openxmlformats.org/drawingml/2006/main" noGrp="1"/>
          </p:cNvSpPr>
          <p:nvPr/>
        </p:nvSpPr>
        <p:spPr>
          <a:xfrm xmlns:a="http://schemas.openxmlformats.org/drawingml/2006/main">
            <a:off x="184362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20" name="Editable chart path">
            <a:extLst xmlns:a="http://schemas.openxmlformats.org/drawingml/2006/main">
              <a:ext uri="{FF2B5EF4-FFF2-40B4-BE49-F238E27FC236}">
                <a16:creationId xmlns:a16="http://schemas.microsoft.com/office/drawing/2014/main" id="{5EE9CA16-37BF-4BC0-BE6E-237DDAB99991}"/>
              </a:ext>
            </a:extLst>
          </p:cNvPr>
          <p:cNvSpPr>
            <a:spLocks xmlns:a="http://schemas.openxmlformats.org/drawingml/2006/main" noGrp="1"/>
          </p:cNvSpPr>
          <p:nvPr/>
        </p:nvSpPr>
        <p:spPr>
          <a:xfrm xmlns:a="http://schemas.openxmlformats.org/drawingml/2006/main">
            <a:off x="184362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21" name="Editable chart path">
            <a:extLst xmlns:a="http://schemas.openxmlformats.org/drawingml/2006/main">
              <a:ext uri="{FF2B5EF4-FFF2-40B4-BE49-F238E27FC236}">
                <a16:creationId xmlns:a16="http://schemas.microsoft.com/office/drawing/2014/main" id="{C720C25F-2574-452B-815A-574B3401D05E}"/>
              </a:ext>
            </a:extLst>
          </p:cNvPr>
          <p:cNvSpPr>
            <a:spLocks xmlns:a="http://schemas.openxmlformats.org/drawingml/2006/main" noGrp="1"/>
          </p:cNvSpPr>
          <p:nvPr/>
        </p:nvSpPr>
        <p:spPr>
          <a:xfrm xmlns:a="http://schemas.openxmlformats.org/drawingml/2006/main">
            <a:off x="184362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22" name="Editable chart path">
            <a:extLst xmlns:a="http://schemas.openxmlformats.org/drawingml/2006/main">
              <a:ext uri="{FF2B5EF4-FFF2-40B4-BE49-F238E27FC236}">
                <a16:creationId xmlns:a16="http://schemas.microsoft.com/office/drawing/2014/main" id="{DA83759B-7EA5-4F83-8240-0784EB660B12}"/>
              </a:ext>
            </a:extLst>
          </p:cNvPr>
          <p:cNvSpPr>
            <a:spLocks xmlns:a="http://schemas.openxmlformats.org/drawingml/2006/main" noGrp="1"/>
          </p:cNvSpPr>
          <p:nvPr/>
        </p:nvSpPr>
        <p:spPr>
          <a:xfrm xmlns:a="http://schemas.openxmlformats.org/drawingml/2006/main">
            <a:off x="190576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B97D8"/>
          </a:solidFill>
          <a:ln xmlns:a="http://schemas.openxmlformats.org/drawingml/2006/main" w="2205">
            <a:solidFill>
              <a:srgbClr val="FBFCFE"/>
            </a:solidFill>
            <a:prstDash val="solid"/>
          </a:ln>
        </p:spPr>
      </p:sp>
      <p:sp>
        <p:nvSpPr>
          <p:cNvPr id="823" name="Editable chart path">
            <a:extLst xmlns:a="http://schemas.openxmlformats.org/drawingml/2006/main">
              <a:ext uri="{FF2B5EF4-FFF2-40B4-BE49-F238E27FC236}">
                <a16:creationId xmlns:a16="http://schemas.microsoft.com/office/drawing/2014/main" id="{95E90150-1BC7-4001-9B17-1E40F20CFC6C}"/>
              </a:ext>
            </a:extLst>
          </p:cNvPr>
          <p:cNvSpPr>
            <a:spLocks xmlns:a="http://schemas.openxmlformats.org/drawingml/2006/main" noGrp="1"/>
          </p:cNvSpPr>
          <p:nvPr/>
        </p:nvSpPr>
        <p:spPr>
          <a:xfrm xmlns:a="http://schemas.openxmlformats.org/drawingml/2006/main">
            <a:off x="190576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24" name="Editable chart path">
            <a:extLst xmlns:a="http://schemas.openxmlformats.org/drawingml/2006/main">
              <a:ext uri="{FF2B5EF4-FFF2-40B4-BE49-F238E27FC236}">
                <a16:creationId xmlns:a16="http://schemas.microsoft.com/office/drawing/2014/main" id="{665159E2-3346-44A8-9C4D-F43E4264E6D5}"/>
              </a:ext>
            </a:extLst>
          </p:cNvPr>
          <p:cNvSpPr>
            <a:spLocks xmlns:a="http://schemas.openxmlformats.org/drawingml/2006/main" noGrp="1"/>
          </p:cNvSpPr>
          <p:nvPr/>
        </p:nvSpPr>
        <p:spPr>
          <a:xfrm xmlns:a="http://schemas.openxmlformats.org/drawingml/2006/main">
            <a:off x="190576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25" name="Editable chart path">
            <a:extLst xmlns:a="http://schemas.openxmlformats.org/drawingml/2006/main">
              <a:ext uri="{FF2B5EF4-FFF2-40B4-BE49-F238E27FC236}">
                <a16:creationId xmlns:a16="http://schemas.microsoft.com/office/drawing/2014/main" id="{7207F554-1620-4648-A738-4F683E468D71}"/>
              </a:ext>
            </a:extLst>
          </p:cNvPr>
          <p:cNvSpPr>
            <a:spLocks xmlns:a="http://schemas.openxmlformats.org/drawingml/2006/main" noGrp="1"/>
          </p:cNvSpPr>
          <p:nvPr/>
        </p:nvSpPr>
        <p:spPr>
          <a:xfrm xmlns:a="http://schemas.openxmlformats.org/drawingml/2006/main">
            <a:off x="190576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26" name="Editable chart path">
            <a:extLst xmlns:a="http://schemas.openxmlformats.org/drawingml/2006/main">
              <a:ext uri="{FF2B5EF4-FFF2-40B4-BE49-F238E27FC236}">
                <a16:creationId xmlns:a16="http://schemas.microsoft.com/office/drawing/2014/main" id="{E82F62C0-8435-4A1E-B201-F4229EA080B4}"/>
              </a:ext>
            </a:extLst>
          </p:cNvPr>
          <p:cNvSpPr>
            <a:spLocks xmlns:a="http://schemas.openxmlformats.org/drawingml/2006/main" noGrp="1"/>
          </p:cNvSpPr>
          <p:nvPr/>
        </p:nvSpPr>
        <p:spPr>
          <a:xfrm xmlns:a="http://schemas.openxmlformats.org/drawingml/2006/main">
            <a:off x="190576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27" name="Editable chart path">
            <a:extLst xmlns:a="http://schemas.openxmlformats.org/drawingml/2006/main">
              <a:ext uri="{FF2B5EF4-FFF2-40B4-BE49-F238E27FC236}">
                <a16:creationId xmlns:a16="http://schemas.microsoft.com/office/drawing/2014/main" id="{3A492D89-6597-47F9-A796-D9FA20F19679}"/>
              </a:ext>
            </a:extLst>
          </p:cNvPr>
          <p:cNvSpPr>
            <a:spLocks xmlns:a="http://schemas.openxmlformats.org/drawingml/2006/main" noGrp="1"/>
          </p:cNvSpPr>
          <p:nvPr/>
        </p:nvSpPr>
        <p:spPr>
          <a:xfrm xmlns:a="http://schemas.openxmlformats.org/drawingml/2006/main">
            <a:off x="196790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B97D8"/>
          </a:solidFill>
          <a:ln xmlns:a="http://schemas.openxmlformats.org/drawingml/2006/main" w="2205">
            <a:solidFill>
              <a:srgbClr val="FBFCFE"/>
            </a:solidFill>
            <a:prstDash val="solid"/>
          </a:ln>
        </p:spPr>
      </p:sp>
      <p:sp>
        <p:nvSpPr>
          <p:cNvPr id="828" name="Editable chart path">
            <a:extLst xmlns:a="http://schemas.openxmlformats.org/drawingml/2006/main">
              <a:ext uri="{FF2B5EF4-FFF2-40B4-BE49-F238E27FC236}">
                <a16:creationId xmlns:a16="http://schemas.microsoft.com/office/drawing/2014/main" id="{597434EF-3CBD-42AE-A5E9-00471F0F863A}"/>
              </a:ext>
            </a:extLst>
          </p:cNvPr>
          <p:cNvSpPr>
            <a:spLocks xmlns:a="http://schemas.openxmlformats.org/drawingml/2006/main" noGrp="1"/>
          </p:cNvSpPr>
          <p:nvPr/>
        </p:nvSpPr>
        <p:spPr>
          <a:xfrm xmlns:a="http://schemas.openxmlformats.org/drawingml/2006/main">
            <a:off x="196790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B97D8"/>
          </a:solidFill>
          <a:ln xmlns:a="http://schemas.openxmlformats.org/drawingml/2006/main" w="2205">
            <a:solidFill>
              <a:srgbClr val="FBFCFE"/>
            </a:solidFill>
            <a:prstDash val="solid"/>
          </a:ln>
        </p:spPr>
      </p:sp>
      <p:sp>
        <p:nvSpPr>
          <p:cNvPr id="829" name="Editable chart path">
            <a:extLst xmlns:a="http://schemas.openxmlformats.org/drawingml/2006/main">
              <a:ext uri="{FF2B5EF4-FFF2-40B4-BE49-F238E27FC236}">
                <a16:creationId xmlns:a16="http://schemas.microsoft.com/office/drawing/2014/main" id="{A3646EF0-4985-41E8-B006-AF4A79B1429D}"/>
              </a:ext>
            </a:extLst>
          </p:cNvPr>
          <p:cNvSpPr>
            <a:spLocks xmlns:a="http://schemas.openxmlformats.org/drawingml/2006/main" noGrp="1"/>
          </p:cNvSpPr>
          <p:nvPr/>
        </p:nvSpPr>
        <p:spPr>
          <a:xfrm xmlns:a="http://schemas.openxmlformats.org/drawingml/2006/main">
            <a:off x="196790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30" name="Editable chart path">
            <a:extLst xmlns:a="http://schemas.openxmlformats.org/drawingml/2006/main">
              <a:ext uri="{FF2B5EF4-FFF2-40B4-BE49-F238E27FC236}">
                <a16:creationId xmlns:a16="http://schemas.microsoft.com/office/drawing/2014/main" id="{A8D2D74D-6C83-44A4-A2A2-20F06320DA24}"/>
              </a:ext>
            </a:extLst>
          </p:cNvPr>
          <p:cNvSpPr>
            <a:spLocks xmlns:a="http://schemas.openxmlformats.org/drawingml/2006/main" noGrp="1"/>
          </p:cNvSpPr>
          <p:nvPr/>
        </p:nvSpPr>
        <p:spPr>
          <a:xfrm xmlns:a="http://schemas.openxmlformats.org/drawingml/2006/main">
            <a:off x="196790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31" name="Editable chart path">
            <a:extLst xmlns:a="http://schemas.openxmlformats.org/drawingml/2006/main">
              <a:ext uri="{FF2B5EF4-FFF2-40B4-BE49-F238E27FC236}">
                <a16:creationId xmlns:a16="http://schemas.microsoft.com/office/drawing/2014/main" id="{E4DDB7ED-1254-499E-BE87-72379CD607F7}"/>
              </a:ext>
            </a:extLst>
          </p:cNvPr>
          <p:cNvSpPr>
            <a:spLocks xmlns:a="http://schemas.openxmlformats.org/drawingml/2006/main" noGrp="1"/>
          </p:cNvSpPr>
          <p:nvPr/>
        </p:nvSpPr>
        <p:spPr>
          <a:xfrm xmlns:a="http://schemas.openxmlformats.org/drawingml/2006/main">
            <a:off x="196790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785C9"/>
          </a:solidFill>
          <a:ln xmlns:a="http://schemas.openxmlformats.org/drawingml/2006/main" w="2205">
            <a:solidFill>
              <a:srgbClr val="FBFCFE"/>
            </a:solidFill>
            <a:prstDash val="solid"/>
          </a:ln>
        </p:spPr>
      </p:sp>
      <p:sp>
        <p:nvSpPr>
          <p:cNvPr id="832" name="Editable chart path">
            <a:extLst xmlns:a="http://schemas.openxmlformats.org/drawingml/2006/main">
              <a:ext uri="{FF2B5EF4-FFF2-40B4-BE49-F238E27FC236}">
                <a16:creationId xmlns:a16="http://schemas.microsoft.com/office/drawing/2014/main" id="{AF614622-CD79-4A4F-85B9-CE8E1D3FD62E}"/>
              </a:ext>
            </a:extLst>
          </p:cNvPr>
          <p:cNvSpPr>
            <a:spLocks xmlns:a="http://schemas.openxmlformats.org/drawingml/2006/main" noGrp="1"/>
          </p:cNvSpPr>
          <p:nvPr/>
        </p:nvSpPr>
        <p:spPr>
          <a:xfrm xmlns:a="http://schemas.openxmlformats.org/drawingml/2006/main">
            <a:off x="203003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B97D8"/>
          </a:solidFill>
          <a:ln xmlns:a="http://schemas.openxmlformats.org/drawingml/2006/main" w="2205">
            <a:solidFill>
              <a:srgbClr val="FBFCFE"/>
            </a:solidFill>
            <a:prstDash val="solid"/>
          </a:ln>
        </p:spPr>
      </p:sp>
      <p:sp>
        <p:nvSpPr>
          <p:cNvPr id="833" name="Editable chart path">
            <a:extLst xmlns:a="http://schemas.openxmlformats.org/drawingml/2006/main">
              <a:ext uri="{FF2B5EF4-FFF2-40B4-BE49-F238E27FC236}">
                <a16:creationId xmlns:a16="http://schemas.microsoft.com/office/drawing/2014/main" id="{95D140EA-E56F-4C3F-B13F-A290015E2E27}"/>
              </a:ext>
            </a:extLst>
          </p:cNvPr>
          <p:cNvSpPr>
            <a:spLocks xmlns:a="http://schemas.openxmlformats.org/drawingml/2006/main" noGrp="1"/>
          </p:cNvSpPr>
          <p:nvPr/>
        </p:nvSpPr>
        <p:spPr>
          <a:xfrm xmlns:a="http://schemas.openxmlformats.org/drawingml/2006/main">
            <a:off x="203003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B97D8"/>
          </a:solidFill>
          <a:ln xmlns:a="http://schemas.openxmlformats.org/drawingml/2006/main" w="2205">
            <a:solidFill>
              <a:srgbClr val="FBFCFE"/>
            </a:solidFill>
            <a:prstDash val="solid"/>
          </a:ln>
        </p:spPr>
      </p:sp>
      <p:sp>
        <p:nvSpPr>
          <p:cNvPr id="834" name="Editable chart path">
            <a:extLst xmlns:a="http://schemas.openxmlformats.org/drawingml/2006/main">
              <a:ext uri="{FF2B5EF4-FFF2-40B4-BE49-F238E27FC236}">
                <a16:creationId xmlns:a16="http://schemas.microsoft.com/office/drawing/2014/main" id="{771875E5-A218-4B8E-986F-12CEC5563234}"/>
              </a:ext>
            </a:extLst>
          </p:cNvPr>
          <p:cNvSpPr>
            <a:spLocks xmlns:a="http://schemas.openxmlformats.org/drawingml/2006/main" noGrp="1"/>
          </p:cNvSpPr>
          <p:nvPr/>
        </p:nvSpPr>
        <p:spPr>
          <a:xfrm xmlns:a="http://schemas.openxmlformats.org/drawingml/2006/main">
            <a:off x="203003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D99D9"/>
          </a:solidFill>
          <a:ln xmlns:a="http://schemas.openxmlformats.org/drawingml/2006/main" w="2205">
            <a:solidFill>
              <a:srgbClr val="FBFCFE"/>
            </a:solidFill>
            <a:prstDash val="solid"/>
          </a:ln>
        </p:spPr>
      </p:sp>
      <p:sp>
        <p:nvSpPr>
          <p:cNvPr id="835" name="Editable chart path">
            <a:extLst xmlns:a="http://schemas.openxmlformats.org/drawingml/2006/main">
              <a:ext uri="{FF2B5EF4-FFF2-40B4-BE49-F238E27FC236}">
                <a16:creationId xmlns:a16="http://schemas.microsoft.com/office/drawing/2014/main" id="{7B809EB1-AD2C-4FCD-9834-961EFCD56478}"/>
              </a:ext>
            </a:extLst>
          </p:cNvPr>
          <p:cNvSpPr>
            <a:spLocks xmlns:a="http://schemas.openxmlformats.org/drawingml/2006/main" noGrp="1"/>
          </p:cNvSpPr>
          <p:nvPr/>
        </p:nvSpPr>
        <p:spPr>
          <a:xfrm xmlns:a="http://schemas.openxmlformats.org/drawingml/2006/main">
            <a:off x="203003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D99D9"/>
          </a:solidFill>
          <a:ln xmlns:a="http://schemas.openxmlformats.org/drawingml/2006/main" w="2205">
            <a:solidFill>
              <a:srgbClr val="FBFCFE"/>
            </a:solidFill>
            <a:prstDash val="solid"/>
          </a:ln>
        </p:spPr>
      </p:sp>
      <p:sp>
        <p:nvSpPr>
          <p:cNvPr id="836" name="Editable chart path">
            <a:extLst xmlns:a="http://schemas.openxmlformats.org/drawingml/2006/main">
              <a:ext uri="{FF2B5EF4-FFF2-40B4-BE49-F238E27FC236}">
                <a16:creationId xmlns:a16="http://schemas.microsoft.com/office/drawing/2014/main" id="{F75CD847-C964-46E7-B17D-F15975CD7440}"/>
              </a:ext>
            </a:extLst>
          </p:cNvPr>
          <p:cNvSpPr>
            <a:spLocks xmlns:a="http://schemas.openxmlformats.org/drawingml/2006/main" noGrp="1"/>
          </p:cNvSpPr>
          <p:nvPr/>
        </p:nvSpPr>
        <p:spPr>
          <a:xfrm xmlns:a="http://schemas.openxmlformats.org/drawingml/2006/main">
            <a:off x="203003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D99D9"/>
          </a:solidFill>
          <a:ln xmlns:a="http://schemas.openxmlformats.org/drawingml/2006/main" w="2205">
            <a:solidFill>
              <a:srgbClr val="FBFCFE"/>
            </a:solidFill>
            <a:prstDash val="solid"/>
          </a:ln>
        </p:spPr>
      </p:sp>
      <p:sp>
        <p:nvSpPr>
          <p:cNvPr id="837" name="Editable chart path">
            <a:extLst xmlns:a="http://schemas.openxmlformats.org/drawingml/2006/main">
              <a:ext uri="{FF2B5EF4-FFF2-40B4-BE49-F238E27FC236}">
                <a16:creationId xmlns:a16="http://schemas.microsoft.com/office/drawing/2014/main" id="{AA94B59D-73E3-4E6A-A23F-56E5E18DFF62}"/>
              </a:ext>
            </a:extLst>
          </p:cNvPr>
          <p:cNvSpPr>
            <a:spLocks xmlns:a="http://schemas.openxmlformats.org/drawingml/2006/main" noGrp="1"/>
          </p:cNvSpPr>
          <p:nvPr/>
        </p:nvSpPr>
        <p:spPr>
          <a:xfrm xmlns:a="http://schemas.openxmlformats.org/drawingml/2006/main">
            <a:off x="203003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7A2E0"/>
          </a:solidFill>
          <a:ln xmlns:a="http://schemas.openxmlformats.org/drawingml/2006/main" w="2205">
            <a:solidFill>
              <a:srgbClr val="FBFCFE"/>
            </a:solidFill>
            <a:prstDash val="solid"/>
          </a:ln>
        </p:spPr>
      </p:sp>
      <p:sp>
        <p:nvSpPr>
          <p:cNvPr id="838" name="Editable chart path">
            <a:extLst xmlns:a="http://schemas.openxmlformats.org/drawingml/2006/main">
              <a:ext uri="{FF2B5EF4-FFF2-40B4-BE49-F238E27FC236}">
                <a16:creationId xmlns:a16="http://schemas.microsoft.com/office/drawing/2014/main" id="{011A8DFD-B2B8-4BD8-ACFF-D6A6850722C1}"/>
              </a:ext>
            </a:extLst>
          </p:cNvPr>
          <p:cNvSpPr>
            <a:spLocks xmlns:a="http://schemas.openxmlformats.org/drawingml/2006/main" noGrp="1"/>
          </p:cNvSpPr>
          <p:nvPr/>
        </p:nvSpPr>
        <p:spPr>
          <a:xfrm xmlns:a="http://schemas.openxmlformats.org/drawingml/2006/main">
            <a:off x="209217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B97D8"/>
          </a:solidFill>
          <a:ln xmlns:a="http://schemas.openxmlformats.org/drawingml/2006/main" w="2205">
            <a:solidFill>
              <a:srgbClr val="FBFCFE"/>
            </a:solidFill>
            <a:prstDash val="solid"/>
          </a:ln>
        </p:spPr>
      </p:sp>
      <p:sp>
        <p:nvSpPr>
          <p:cNvPr id="839" name="Editable chart path">
            <a:extLst xmlns:a="http://schemas.openxmlformats.org/drawingml/2006/main">
              <a:ext uri="{FF2B5EF4-FFF2-40B4-BE49-F238E27FC236}">
                <a16:creationId xmlns:a16="http://schemas.microsoft.com/office/drawing/2014/main" id="{374BA979-8DE8-4281-8C54-7F3DEAD55E04}"/>
              </a:ext>
            </a:extLst>
          </p:cNvPr>
          <p:cNvSpPr>
            <a:spLocks xmlns:a="http://schemas.openxmlformats.org/drawingml/2006/main" noGrp="1"/>
          </p:cNvSpPr>
          <p:nvPr/>
        </p:nvSpPr>
        <p:spPr>
          <a:xfrm xmlns:a="http://schemas.openxmlformats.org/drawingml/2006/main">
            <a:off x="209217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D99D9"/>
          </a:solidFill>
          <a:ln xmlns:a="http://schemas.openxmlformats.org/drawingml/2006/main" w="2205">
            <a:solidFill>
              <a:srgbClr val="FBFCFE"/>
            </a:solidFill>
            <a:prstDash val="solid"/>
          </a:ln>
        </p:spPr>
      </p:sp>
      <p:sp>
        <p:nvSpPr>
          <p:cNvPr id="840" name="Editable chart path">
            <a:extLst xmlns:a="http://schemas.openxmlformats.org/drawingml/2006/main">
              <a:ext uri="{FF2B5EF4-FFF2-40B4-BE49-F238E27FC236}">
                <a16:creationId xmlns:a16="http://schemas.microsoft.com/office/drawing/2014/main" id="{3518E853-5ADB-42A6-ACB8-DE902EFDE44F}"/>
              </a:ext>
            </a:extLst>
          </p:cNvPr>
          <p:cNvSpPr>
            <a:spLocks xmlns:a="http://schemas.openxmlformats.org/drawingml/2006/main" noGrp="1"/>
          </p:cNvSpPr>
          <p:nvPr/>
        </p:nvSpPr>
        <p:spPr>
          <a:xfrm xmlns:a="http://schemas.openxmlformats.org/drawingml/2006/main">
            <a:off x="209217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D99D9"/>
          </a:solidFill>
          <a:ln xmlns:a="http://schemas.openxmlformats.org/drawingml/2006/main" w="2205">
            <a:solidFill>
              <a:srgbClr val="FBFCFE"/>
            </a:solidFill>
            <a:prstDash val="solid"/>
          </a:ln>
        </p:spPr>
      </p:sp>
      <p:sp>
        <p:nvSpPr>
          <p:cNvPr id="841" name="Editable chart path">
            <a:extLst xmlns:a="http://schemas.openxmlformats.org/drawingml/2006/main">
              <a:ext uri="{FF2B5EF4-FFF2-40B4-BE49-F238E27FC236}">
                <a16:creationId xmlns:a16="http://schemas.microsoft.com/office/drawing/2014/main" id="{C98A1A33-BDA3-4201-9AA5-15F1847C20C9}"/>
              </a:ext>
            </a:extLst>
          </p:cNvPr>
          <p:cNvSpPr>
            <a:spLocks xmlns:a="http://schemas.openxmlformats.org/drawingml/2006/main" noGrp="1"/>
          </p:cNvSpPr>
          <p:nvPr/>
        </p:nvSpPr>
        <p:spPr>
          <a:xfrm xmlns:a="http://schemas.openxmlformats.org/drawingml/2006/main">
            <a:off x="209217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D99D9"/>
          </a:solidFill>
          <a:ln xmlns:a="http://schemas.openxmlformats.org/drawingml/2006/main" w="2205">
            <a:solidFill>
              <a:srgbClr val="FBFCFE"/>
            </a:solidFill>
            <a:prstDash val="solid"/>
          </a:ln>
        </p:spPr>
      </p:sp>
      <p:sp>
        <p:nvSpPr>
          <p:cNvPr id="842" name="Editable chart path">
            <a:extLst xmlns:a="http://schemas.openxmlformats.org/drawingml/2006/main">
              <a:ext uri="{FF2B5EF4-FFF2-40B4-BE49-F238E27FC236}">
                <a16:creationId xmlns:a16="http://schemas.microsoft.com/office/drawing/2014/main" id="{86957A8B-E193-48CD-A4A5-7EC51DD0A239}"/>
              </a:ext>
            </a:extLst>
          </p:cNvPr>
          <p:cNvSpPr>
            <a:spLocks xmlns:a="http://schemas.openxmlformats.org/drawingml/2006/main" noGrp="1"/>
          </p:cNvSpPr>
          <p:nvPr/>
        </p:nvSpPr>
        <p:spPr>
          <a:xfrm xmlns:a="http://schemas.openxmlformats.org/drawingml/2006/main">
            <a:off x="215431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B97D8"/>
          </a:solidFill>
          <a:ln xmlns:a="http://schemas.openxmlformats.org/drawingml/2006/main" w="2205">
            <a:solidFill>
              <a:srgbClr val="FBFCFE"/>
            </a:solidFill>
            <a:prstDash val="solid"/>
          </a:ln>
        </p:spPr>
      </p:sp>
      <p:sp>
        <p:nvSpPr>
          <p:cNvPr id="843" name="Editable chart path">
            <a:extLst xmlns:a="http://schemas.openxmlformats.org/drawingml/2006/main">
              <a:ext uri="{FF2B5EF4-FFF2-40B4-BE49-F238E27FC236}">
                <a16:creationId xmlns:a16="http://schemas.microsoft.com/office/drawing/2014/main" id="{69F1DCBB-D220-46B6-A4D8-67252348D1DB}"/>
              </a:ext>
            </a:extLst>
          </p:cNvPr>
          <p:cNvSpPr>
            <a:spLocks xmlns:a="http://schemas.openxmlformats.org/drawingml/2006/main" noGrp="1"/>
          </p:cNvSpPr>
          <p:nvPr/>
        </p:nvSpPr>
        <p:spPr>
          <a:xfrm xmlns:a="http://schemas.openxmlformats.org/drawingml/2006/main">
            <a:off x="215431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44" name="Editable chart path">
            <a:extLst xmlns:a="http://schemas.openxmlformats.org/drawingml/2006/main">
              <a:ext uri="{FF2B5EF4-FFF2-40B4-BE49-F238E27FC236}">
                <a16:creationId xmlns:a16="http://schemas.microsoft.com/office/drawing/2014/main" id="{5A6E8DB1-B90A-48B0-A095-ED9BB5C0A6FC}"/>
              </a:ext>
            </a:extLst>
          </p:cNvPr>
          <p:cNvSpPr>
            <a:spLocks xmlns:a="http://schemas.openxmlformats.org/drawingml/2006/main" noGrp="1"/>
          </p:cNvSpPr>
          <p:nvPr/>
        </p:nvSpPr>
        <p:spPr>
          <a:xfrm xmlns:a="http://schemas.openxmlformats.org/drawingml/2006/main">
            <a:off x="215431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D99D9"/>
          </a:solidFill>
          <a:ln xmlns:a="http://schemas.openxmlformats.org/drawingml/2006/main" w="2205">
            <a:solidFill>
              <a:srgbClr val="FBFCFE"/>
            </a:solidFill>
            <a:prstDash val="solid"/>
          </a:ln>
        </p:spPr>
      </p:sp>
      <p:sp>
        <p:nvSpPr>
          <p:cNvPr id="845" name="Editable chart path">
            <a:extLst xmlns:a="http://schemas.openxmlformats.org/drawingml/2006/main">
              <a:ext uri="{FF2B5EF4-FFF2-40B4-BE49-F238E27FC236}">
                <a16:creationId xmlns:a16="http://schemas.microsoft.com/office/drawing/2014/main" id="{A6DF2E02-BD04-4898-A997-249273116B24}"/>
              </a:ext>
            </a:extLst>
          </p:cNvPr>
          <p:cNvSpPr>
            <a:spLocks xmlns:a="http://schemas.openxmlformats.org/drawingml/2006/main" noGrp="1"/>
          </p:cNvSpPr>
          <p:nvPr/>
        </p:nvSpPr>
        <p:spPr>
          <a:xfrm xmlns:a="http://schemas.openxmlformats.org/drawingml/2006/main">
            <a:off x="215431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D99D9"/>
          </a:solidFill>
          <a:ln xmlns:a="http://schemas.openxmlformats.org/drawingml/2006/main" w="2205">
            <a:solidFill>
              <a:srgbClr val="FBFCFE"/>
            </a:solidFill>
            <a:prstDash val="solid"/>
          </a:ln>
        </p:spPr>
      </p:sp>
      <p:sp>
        <p:nvSpPr>
          <p:cNvPr id="846" name="Editable chart path">
            <a:extLst xmlns:a="http://schemas.openxmlformats.org/drawingml/2006/main">
              <a:ext uri="{FF2B5EF4-FFF2-40B4-BE49-F238E27FC236}">
                <a16:creationId xmlns:a16="http://schemas.microsoft.com/office/drawing/2014/main" id="{67CC959E-878E-45F6-A8FD-55E82E2D5D1D}"/>
              </a:ext>
            </a:extLst>
          </p:cNvPr>
          <p:cNvSpPr>
            <a:spLocks xmlns:a="http://schemas.openxmlformats.org/drawingml/2006/main" noGrp="1"/>
          </p:cNvSpPr>
          <p:nvPr/>
        </p:nvSpPr>
        <p:spPr>
          <a:xfrm xmlns:a="http://schemas.openxmlformats.org/drawingml/2006/main">
            <a:off x="215431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D99D9"/>
          </a:solidFill>
          <a:ln xmlns:a="http://schemas.openxmlformats.org/drawingml/2006/main" w="2205">
            <a:solidFill>
              <a:srgbClr val="FBFCFE"/>
            </a:solidFill>
            <a:prstDash val="solid"/>
          </a:ln>
        </p:spPr>
      </p:sp>
      <p:sp>
        <p:nvSpPr>
          <p:cNvPr id="847" name="Editable chart path">
            <a:extLst xmlns:a="http://schemas.openxmlformats.org/drawingml/2006/main">
              <a:ext uri="{FF2B5EF4-FFF2-40B4-BE49-F238E27FC236}">
                <a16:creationId xmlns:a16="http://schemas.microsoft.com/office/drawing/2014/main" id="{2727B97C-62C3-4A4C-8A0B-5FEAA4E21ACC}"/>
              </a:ext>
            </a:extLst>
          </p:cNvPr>
          <p:cNvSpPr>
            <a:spLocks xmlns:a="http://schemas.openxmlformats.org/drawingml/2006/main" noGrp="1"/>
          </p:cNvSpPr>
          <p:nvPr/>
        </p:nvSpPr>
        <p:spPr>
          <a:xfrm xmlns:a="http://schemas.openxmlformats.org/drawingml/2006/main">
            <a:off x="215431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48" name="Editable chart path">
            <a:extLst xmlns:a="http://schemas.openxmlformats.org/drawingml/2006/main">
              <a:ext uri="{FF2B5EF4-FFF2-40B4-BE49-F238E27FC236}">
                <a16:creationId xmlns:a16="http://schemas.microsoft.com/office/drawing/2014/main" id="{A9AABD94-F43A-43FB-8CFD-6874A8FCABBD}"/>
              </a:ext>
            </a:extLst>
          </p:cNvPr>
          <p:cNvSpPr>
            <a:spLocks xmlns:a="http://schemas.openxmlformats.org/drawingml/2006/main" noGrp="1"/>
          </p:cNvSpPr>
          <p:nvPr/>
        </p:nvSpPr>
        <p:spPr>
          <a:xfrm xmlns:a="http://schemas.openxmlformats.org/drawingml/2006/main">
            <a:off x="2216450"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49" name="Editable chart path">
            <a:extLst xmlns:a="http://schemas.openxmlformats.org/drawingml/2006/main">
              <a:ext uri="{FF2B5EF4-FFF2-40B4-BE49-F238E27FC236}">
                <a16:creationId xmlns:a16="http://schemas.microsoft.com/office/drawing/2014/main" id="{80A7232B-C9F8-4FC6-84E2-11F3763CAD05}"/>
              </a:ext>
            </a:extLst>
          </p:cNvPr>
          <p:cNvSpPr>
            <a:spLocks xmlns:a="http://schemas.openxmlformats.org/drawingml/2006/main" noGrp="1"/>
          </p:cNvSpPr>
          <p:nvPr/>
        </p:nvSpPr>
        <p:spPr>
          <a:xfrm xmlns:a="http://schemas.openxmlformats.org/drawingml/2006/main">
            <a:off x="221645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50" name="Editable chart path">
            <a:extLst xmlns:a="http://schemas.openxmlformats.org/drawingml/2006/main">
              <a:ext uri="{FF2B5EF4-FFF2-40B4-BE49-F238E27FC236}">
                <a16:creationId xmlns:a16="http://schemas.microsoft.com/office/drawing/2014/main" id="{5265EDE1-88DA-4991-BAF1-CB93BE3F8247}"/>
              </a:ext>
            </a:extLst>
          </p:cNvPr>
          <p:cNvSpPr>
            <a:spLocks xmlns:a="http://schemas.openxmlformats.org/drawingml/2006/main" noGrp="1"/>
          </p:cNvSpPr>
          <p:nvPr/>
        </p:nvSpPr>
        <p:spPr>
          <a:xfrm xmlns:a="http://schemas.openxmlformats.org/drawingml/2006/main">
            <a:off x="221645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51" name="Editable chart path">
            <a:extLst xmlns:a="http://schemas.openxmlformats.org/drawingml/2006/main">
              <a:ext uri="{FF2B5EF4-FFF2-40B4-BE49-F238E27FC236}">
                <a16:creationId xmlns:a16="http://schemas.microsoft.com/office/drawing/2014/main" id="{B2670ECD-5257-413A-9743-DA09BD9621E2}"/>
              </a:ext>
            </a:extLst>
          </p:cNvPr>
          <p:cNvSpPr>
            <a:spLocks xmlns:a="http://schemas.openxmlformats.org/drawingml/2006/main" noGrp="1"/>
          </p:cNvSpPr>
          <p:nvPr/>
        </p:nvSpPr>
        <p:spPr>
          <a:xfrm xmlns:a="http://schemas.openxmlformats.org/drawingml/2006/main">
            <a:off x="221645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52" name="Editable chart path">
            <a:extLst xmlns:a="http://schemas.openxmlformats.org/drawingml/2006/main">
              <a:ext uri="{FF2B5EF4-FFF2-40B4-BE49-F238E27FC236}">
                <a16:creationId xmlns:a16="http://schemas.microsoft.com/office/drawing/2014/main" id="{F8B7AF36-8C75-4A84-A7A5-5866A4FCE6E0}"/>
              </a:ext>
            </a:extLst>
          </p:cNvPr>
          <p:cNvSpPr>
            <a:spLocks xmlns:a="http://schemas.openxmlformats.org/drawingml/2006/main" noGrp="1"/>
          </p:cNvSpPr>
          <p:nvPr/>
        </p:nvSpPr>
        <p:spPr>
          <a:xfrm xmlns:a="http://schemas.openxmlformats.org/drawingml/2006/main">
            <a:off x="221645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53" name="Editable chart path">
            <a:extLst xmlns:a="http://schemas.openxmlformats.org/drawingml/2006/main">
              <a:ext uri="{FF2B5EF4-FFF2-40B4-BE49-F238E27FC236}">
                <a16:creationId xmlns:a16="http://schemas.microsoft.com/office/drawing/2014/main" id="{D69B264A-6B35-4CDC-BF54-72E22B64DFE2}"/>
              </a:ext>
            </a:extLst>
          </p:cNvPr>
          <p:cNvSpPr>
            <a:spLocks xmlns:a="http://schemas.openxmlformats.org/drawingml/2006/main" noGrp="1"/>
          </p:cNvSpPr>
          <p:nvPr/>
        </p:nvSpPr>
        <p:spPr>
          <a:xfrm xmlns:a="http://schemas.openxmlformats.org/drawingml/2006/main">
            <a:off x="221645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DC0F2"/>
          </a:solidFill>
          <a:ln xmlns:a="http://schemas.openxmlformats.org/drawingml/2006/main" w="2205">
            <a:solidFill>
              <a:srgbClr val="FBFCFE"/>
            </a:solidFill>
            <a:prstDash val="solid"/>
          </a:ln>
        </p:spPr>
      </p:sp>
      <p:sp>
        <p:nvSpPr>
          <p:cNvPr id="854" name="Editable chart path">
            <a:extLst xmlns:a="http://schemas.openxmlformats.org/drawingml/2006/main">
              <a:ext uri="{FF2B5EF4-FFF2-40B4-BE49-F238E27FC236}">
                <a16:creationId xmlns:a16="http://schemas.microsoft.com/office/drawing/2014/main" id="{F0EF607B-3661-4E6C-91BD-E1A4E203857A}"/>
              </a:ext>
            </a:extLst>
          </p:cNvPr>
          <p:cNvSpPr>
            <a:spLocks xmlns:a="http://schemas.openxmlformats.org/drawingml/2006/main" noGrp="1"/>
          </p:cNvSpPr>
          <p:nvPr/>
        </p:nvSpPr>
        <p:spPr>
          <a:xfrm xmlns:a="http://schemas.openxmlformats.org/drawingml/2006/main">
            <a:off x="221645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DC0F2"/>
          </a:solidFill>
          <a:ln xmlns:a="http://schemas.openxmlformats.org/drawingml/2006/main" w="2205">
            <a:solidFill>
              <a:srgbClr val="FBFCFE"/>
            </a:solidFill>
            <a:prstDash val="solid"/>
          </a:ln>
        </p:spPr>
      </p:sp>
      <p:sp>
        <p:nvSpPr>
          <p:cNvPr id="855" name="Editable chart path">
            <a:extLst xmlns:a="http://schemas.openxmlformats.org/drawingml/2006/main">
              <a:ext uri="{FF2B5EF4-FFF2-40B4-BE49-F238E27FC236}">
                <a16:creationId xmlns:a16="http://schemas.microsoft.com/office/drawing/2014/main" id="{BFF6BAD1-9E06-4D4D-8BAF-4FC4F686AB53}"/>
              </a:ext>
            </a:extLst>
          </p:cNvPr>
          <p:cNvSpPr>
            <a:spLocks xmlns:a="http://schemas.openxmlformats.org/drawingml/2006/main" noGrp="1"/>
          </p:cNvSpPr>
          <p:nvPr/>
        </p:nvSpPr>
        <p:spPr>
          <a:xfrm xmlns:a="http://schemas.openxmlformats.org/drawingml/2006/main">
            <a:off x="221645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DC0F2"/>
          </a:solidFill>
          <a:ln xmlns:a="http://schemas.openxmlformats.org/drawingml/2006/main" w="2205">
            <a:solidFill>
              <a:srgbClr val="FBFCFE"/>
            </a:solidFill>
            <a:prstDash val="solid"/>
          </a:ln>
        </p:spPr>
      </p:sp>
      <p:sp>
        <p:nvSpPr>
          <p:cNvPr id="856" name="Editable chart path">
            <a:extLst xmlns:a="http://schemas.openxmlformats.org/drawingml/2006/main">
              <a:ext uri="{FF2B5EF4-FFF2-40B4-BE49-F238E27FC236}">
                <a16:creationId xmlns:a16="http://schemas.microsoft.com/office/drawing/2014/main" id="{2966D39C-37AE-471C-8D6E-727C7D713F51}"/>
              </a:ext>
            </a:extLst>
          </p:cNvPr>
          <p:cNvSpPr>
            <a:spLocks xmlns:a="http://schemas.openxmlformats.org/drawingml/2006/main" noGrp="1"/>
          </p:cNvSpPr>
          <p:nvPr/>
        </p:nvSpPr>
        <p:spPr>
          <a:xfrm xmlns:a="http://schemas.openxmlformats.org/drawingml/2006/main">
            <a:off x="221645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57" name="Editable chart path">
            <a:extLst xmlns:a="http://schemas.openxmlformats.org/drawingml/2006/main">
              <a:ext uri="{FF2B5EF4-FFF2-40B4-BE49-F238E27FC236}">
                <a16:creationId xmlns:a16="http://schemas.microsoft.com/office/drawing/2014/main" id="{310A19A3-023D-456B-AAB2-DB773E867F1C}"/>
              </a:ext>
            </a:extLst>
          </p:cNvPr>
          <p:cNvSpPr>
            <a:spLocks xmlns:a="http://schemas.openxmlformats.org/drawingml/2006/main" noGrp="1"/>
          </p:cNvSpPr>
          <p:nvPr/>
        </p:nvSpPr>
        <p:spPr>
          <a:xfrm xmlns:a="http://schemas.openxmlformats.org/drawingml/2006/main">
            <a:off x="221645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58" name="Editable chart path">
            <a:extLst xmlns:a="http://schemas.openxmlformats.org/drawingml/2006/main">
              <a:ext uri="{FF2B5EF4-FFF2-40B4-BE49-F238E27FC236}">
                <a16:creationId xmlns:a16="http://schemas.microsoft.com/office/drawing/2014/main" id="{C3C043F2-EA00-4BF4-B83D-C09B3ED124A8}"/>
              </a:ext>
            </a:extLst>
          </p:cNvPr>
          <p:cNvSpPr>
            <a:spLocks xmlns:a="http://schemas.openxmlformats.org/drawingml/2006/main" noGrp="1"/>
          </p:cNvSpPr>
          <p:nvPr/>
        </p:nvSpPr>
        <p:spPr>
          <a:xfrm xmlns:a="http://schemas.openxmlformats.org/drawingml/2006/main">
            <a:off x="221645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59" name="Editable chart path">
            <a:extLst xmlns:a="http://schemas.openxmlformats.org/drawingml/2006/main">
              <a:ext uri="{FF2B5EF4-FFF2-40B4-BE49-F238E27FC236}">
                <a16:creationId xmlns:a16="http://schemas.microsoft.com/office/drawing/2014/main" id="{8CA8D88D-D5A1-4F56-B90E-90582B6FC2DA}"/>
              </a:ext>
            </a:extLst>
          </p:cNvPr>
          <p:cNvSpPr>
            <a:spLocks xmlns:a="http://schemas.openxmlformats.org/drawingml/2006/main" noGrp="1"/>
          </p:cNvSpPr>
          <p:nvPr/>
        </p:nvSpPr>
        <p:spPr>
          <a:xfrm xmlns:a="http://schemas.openxmlformats.org/drawingml/2006/main">
            <a:off x="227858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60" name="Editable chart path">
            <a:extLst xmlns:a="http://schemas.openxmlformats.org/drawingml/2006/main">
              <a:ext uri="{FF2B5EF4-FFF2-40B4-BE49-F238E27FC236}">
                <a16:creationId xmlns:a16="http://schemas.microsoft.com/office/drawing/2014/main" id="{D7E11768-A041-49AE-BD12-47E0DD12F4B8}"/>
              </a:ext>
            </a:extLst>
          </p:cNvPr>
          <p:cNvSpPr>
            <a:spLocks xmlns:a="http://schemas.openxmlformats.org/drawingml/2006/main" noGrp="1"/>
          </p:cNvSpPr>
          <p:nvPr/>
        </p:nvSpPr>
        <p:spPr>
          <a:xfrm xmlns:a="http://schemas.openxmlformats.org/drawingml/2006/main">
            <a:off x="227858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61" name="Editable chart path">
            <a:extLst xmlns:a="http://schemas.openxmlformats.org/drawingml/2006/main">
              <a:ext uri="{FF2B5EF4-FFF2-40B4-BE49-F238E27FC236}">
                <a16:creationId xmlns:a16="http://schemas.microsoft.com/office/drawing/2014/main" id="{27F58ACC-AEC9-449D-9E4F-805E3E1BDD30}"/>
              </a:ext>
            </a:extLst>
          </p:cNvPr>
          <p:cNvSpPr>
            <a:spLocks xmlns:a="http://schemas.openxmlformats.org/drawingml/2006/main" noGrp="1"/>
          </p:cNvSpPr>
          <p:nvPr/>
        </p:nvSpPr>
        <p:spPr>
          <a:xfrm xmlns:a="http://schemas.openxmlformats.org/drawingml/2006/main">
            <a:off x="227858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62" name="Editable chart path">
            <a:extLst xmlns:a="http://schemas.openxmlformats.org/drawingml/2006/main">
              <a:ext uri="{FF2B5EF4-FFF2-40B4-BE49-F238E27FC236}">
                <a16:creationId xmlns:a16="http://schemas.microsoft.com/office/drawing/2014/main" id="{A69BA5BE-CD35-4DBC-B463-C9014BF5413B}"/>
              </a:ext>
            </a:extLst>
          </p:cNvPr>
          <p:cNvSpPr>
            <a:spLocks xmlns:a="http://schemas.openxmlformats.org/drawingml/2006/main" noGrp="1"/>
          </p:cNvSpPr>
          <p:nvPr/>
        </p:nvSpPr>
        <p:spPr>
          <a:xfrm xmlns:a="http://schemas.openxmlformats.org/drawingml/2006/main">
            <a:off x="227858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63" name="Editable chart path">
            <a:extLst xmlns:a="http://schemas.openxmlformats.org/drawingml/2006/main">
              <a:ext uri="{FF2B5EF4-FFF2-40B4-BE49-F238E27FC236}">
                <a16:creationId xmlns:a16="http://schemas.microsoft.com/office/drawing/2014/main" id="{04E3A12A-AC93-4D6A-A100-04F5ED1FB216}"/>
              </a:ext>
            </a:extLst>
          </p:cNvPr>
          <p:cNvSpPr>
            <a:spLocks xmlns:a="http://schemas.openxmlformats.org/drawingml/2006/main" noGrp="1"/>
          </p:cNvSpPr>
          <p:nvPr/>
        </p:nvSpPr>
        <p:spPr>
          <a:xfrm xmlns:a="http://schemas.openxmlformats.org/drawingml/2006/main">
            <a:off x="227858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64" name="Editable chart path">
            <a:extLst xmlns:a="http://schemas.openxmlformats.org/drawingml/2006/main">
              <a:ext uri="{FF2B5EF4-FFF2-40B4-BE49-F238E27FC236}">
                <a16:creationId xmlns:a16="http://schemas.microsoft.com/office/drawing/2014/main" id="{7A68409F-88AC-4301-B87C-1884407A89C8}"/>
              </a:ext>
            </a:extLst>
          </p:cNvPr>
          <p:cNvSpPr>
            <a:spLocks xmlns:a="http://schemas.openxmlformats.org/drawingml/2006/main" noGrp="1"/>
          </p:cNvSpPr>
          <p:nvPr/>
        </p:nvSpPr>
        <p:spPr>
          <a:xfrm xmlns:a="http://schemas.openxmlformats.org/drawingml/2006/main">
            <a:off x="227858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DC0F2"/>
          </a:solidFill>
          <a:ln xmlns:a="http://schemas.openxmlformats.org/drawingml/2006/main" w="2205">
            <a:solidFill>
              <a:srgbClr val="FBFCFE"/>
            </a:solidFill>
            <a:prstDash val="solid"/>
          </a:ln>
        </p:spPr>
      </p:sp>
      <p:sp>
        <p:nvSpPr>
          <p:cNvPr id="865" name="Editable chart path">
            <a:extLst xmlns:a="http://schemas.openxmlformats.org/drawingml/2006/main">
              <a:ext uri="{FF2B5EF4-FFF2-40B4-BE49-F238E27FC236}">
                <a16:creationId xmlns:a16="http://schemas.microsoft.com/office/drawing/2014/main" id="{F75FCB47-E35E-4174-B5B6-01766AA063F0}"/>
              </a:ext>
            </a:extLst>
          </p:cNvPr>
          <p:cNvSpPr>
            <a:spLocks xmlns:a="http://schemas.openxmlformats.org/drawingml/2006/main" noGrp="1"/>
          </p:cNvSpPr>
          <p:nvPr/>
        </p:nvSpPr>
        <p:spPr>
          <a:xfrm xmlns:a="http://schemas.openxmlformats.org/drawingml/2006/main">
            <a:off x="227858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DC0F2"/>
          </a:solidFill>
          <a:ln xmlns:a="http://schemas.openxmlformats.org/drawingml/2006/main" w="2205">
            <a:solidFill>
              <a:srgbClr val="FBFCFE"/>
            </a:solidFill>
            <a:prstDash val="solid"/>
          </a:ln>
        </p:spPr>
      </p:sp>
      <p:sp>
        <p:nvSpPr>
          <p:cNvPr id="866" name="Editable chart path">
            <a:extLst xmlns:a="http://schemas.openxmlformats.org/drawingml/2006/main">
              <a:ext uri="{FF2B5EF4-FFF2-40B4-BE49-F238E27FC236}">
                <a16:creationId xmlns:a16="http://schemas.microsoft.com/office/drawing/2014/main" id="{93584B3D-ACE0-4BA4-8BAC-CEF7403EE490}"/>
              </a:ext>
            </a:extLst>
          </p:cNvPr>
          <p:cNvSpPr>
            <a:spLocks xmlns:a="http://schemas.openxmlformats.org/drawingml/2006/main" noGrp="1"/>
          </p:cNvSpPr>
          <p:nvPr/>
        </p:nvSpPr>
        <p:spPr>
          <a:xfrm xmlns:a="http://schemas.openxmlformats.org/drawingml/2006/main">
            <a:off x="227858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DC0F2"/>
          </a:solidFill>
          <a:ln xmlns:a="http://schemas.openxmlformats.org/drawingml/2006/main" w="2205">
            <a:solidFill>
              <a:srgbClr val="FBFCFE"/>
            </a:solidFill>
            <a:prstDash val="solid"/>
          </a:ln>
        </p:spPr>
      </p:sp>
      <p:sp>
        <p:nvSpPr>
          <p:cNvPr id="867" name="Editable chart path">
            <a:extLst xmlns:a="http://schemas.openxmlformats.org/drawingml/2006/main">
              <a:ext uri="{FF2B5EF4-FFF2-40B4-BE49-F238E27FC236}">
                <a16:creationId xmlns:a16="http://schemas.microsoft.com/office/drawing/2014/main" id="{135C89F6-A38A-4D40-A9B2-15A73267F768}"/>
              </a:ext>
            </a:extLst>
          </p:cNvPr>
          <p:cNvSpPr>
            <a:spLocks xmlns:a="http://schemas.openxmlformats.org/drawingml/2006/main" noGrp="1"/>
          </p:cNvSpPr>
          <p:nvPr/>
        </p:nvSpPr>
        <p:spPr>
          <a:xfrm xmlns:a="http://schemas.openxmlformats.org/drawingml/2006/main">
            <a:off x="227858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68" name="Editable chart path">
            <a:extLst xmlns:a="http://schemas.openxmlformats.org/drawingml/2006/main">
              <a:ext uri="{FF2B5EF4-FFF2-40B4-BE49-F238E27FC236}">
                <a16:creationId xmlns:a16="http://schemas.microsoft.com/office/drawing/2014/main" id="{7938F0AC-73E6-4CBF-8456-ACB0BAF7030D}"/>
              </a:ext>
            </a:extLst>
          </p:cNvPr>
          <p:cNvSpPr>
            <a:spLocks xmlns:a="http://schemas.openxmlformats.org/drawingml/2006/main" noGrp="1"/>
          </p:cNvSpPr>
          <p:nvPr/>
        </p:nvSpPr>
        <p:spPr>
          <a:xfrm xmlns:a="http://schemas.openxmlformats.org/drawingml/2006/main">
            <a:off x="227858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69" name="Editable chart path">
            <a:extLst xmlns:a="http://schemas.openxmlformats.org/drawingml/2006/main">
              <a:ext uri="{FF2B5EF4-FFF2-40B4-BE49-F238E27FC236}">
                <a16:creationId xmlns:a16="http://schemas.microsoft.com/office/drawing/2014/main" id="{E36C56F9-2A83-4A3C-9E88-013129B5168B}"/>
              </a:ext>
            </a:extLst>
          </p:cNvPr>
          <p:cNvSpPr>
            <a:spLocks xmlns:a="http://schemas.openxmlformats.org/drawingml/2006/main" noGrp="1"/>
          </p:cNvSpPr>
          <p:nvPr/>
        </p:nvSpPr>
        <p:spPr>
          <a:xfrm xmlns:a="http://schemas.openxmlformats.org/drawingml/2006/main">
            <a:off x="227858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70" name="Editable chart path">
            <a:extLst xmlns:a="http://schemas.openxmlformats.org/drawingml/2006/main">
              <a:ext uri="{FF2B5EF4-FFF2-40B4-BE49-F238E27FC236}">
                <a16:creationId xmlns:a16="http://schemas.microsoft.com/office/drawing/2014/main" id="{0360504C-6881-444D-A29A-0441EC3FD47D}"/>
              </a:ext>
            </a:extLst>
          </p:cNvPr>
          <p:cNvSpPr>
            <a:spLocks xmlns:a="http://schemas.openxmlformats.org/drawingml/2006/main" noGrp="1"/>
          </p:cNvSpPr>
          <p:nvPr/>
        </p:nvSpPr>
        <p:spPr>
          <a:xfrm xmlns:a="http://schemas.openxmlformats.org/drawingml/2006/main">
            <a:off x="227858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C6CB5"/>
          </a:solidFill>
          <a:ln xmlns:a="http://schemas.openxmlformats.org/drawingml/2006/main" w="2205">
            <a:solidFill>
              <a:srgbClr val="FBFCFE"/>
            </a:solidFill>
            <a:prstDash val="solid"/>
          </a:ln>
        </p:spPr>
      </p:sp>
      <p:sp>
        <p:nvSpPr>
          <p:cNvPr id="871" name="Editable chart path">
            <a:extLst xmlns:a="http://schemas.openxmlformats.org/drawingml/2006/main">
              <a:ext uri="{FF2B5EF4-FFF2-40B4-BE49-F238E27FC236}">
                <a16:creationId xmlns:a16="http://schemas.microsoft.com/office/drawing/2014/main" id="{ABA42A03-76B6-4D2C-ACD4-52331DFCBCAF}"/>
              </a:ext>
            </a:extLst>
          </p:cNvPr>
          <p:cNvSpPr>
            <a:spLocks xmlns:a="http://schemas.openxmlformats.org/drawingml/2006/main" noGrp="1"/>
          </p:cNvSpPr>
          <p:nvPr/>
        </p:nvSpPr>
        <p:spPr>
          <a:xfrm xmlns:a="http://schemas.openxmlformats.org/drawingml/2006/main">
            <a:off x="234072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72" name="Editable chart path">
            <a:extLst xmlns:a="http://schemas.openxmlformats.org/drawingml/2006/main">
              <a:ext uri="{FF2B5EF4-FFF2-40B4-BE49-F238E27FC236}">
                <a16:creationId xmlns:a16="http://schemas.microsoft.com/office/drawing/2014/main" id="{F5143782-2377-4FF5-A197-8D634FA19200}"/>
              </a:ext>
            </a:extLst>
          </p:cNvPr>
          <p:cNvSpPr>
            <a:spLocks xmlns:a="http://schemas.openxmlformats.org/drawingml/2006/main" noGrp="1"/>
          </p:cNvSpPr>
          <p:nvPr/>
        </p:nvSpPr>
        <p:spPr>
          <a:xfrm xmlns:a="http://schemas.openxmlformats.org/drawingml/2006/main">
            <a:off x="234072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73" name="Editable chart path">
            <a:extLst xmlns:a="http://schemas.openxmlformats.org/drawingml/2006/main">
              <a:ext uri="{FF2B5EF4-FFF2-40B4-BE49-F238E27FC236}">
                <a16:creationId xmlns:a16="http://schemas.microsoft.com/office/drawing/2014/main" id="{1365AF85-D58F-4139-BEDD-7CA3E4243520}"/>
              </a:ext>
            </a:extLst>
          </p:cNvPr>
          <p:cNvSpPr>
            <a:spLocks xmlns:a="http://schemas.openxmlformats.org/drawingml/2006/main" noGrp="1"/>
          </p:cNvSpPr>
          <p:nvPr/>
        </p:nvSpPr>
        <p:spPr>
          <a:xfrm xmlns:a="http://schemas.openxmlformats.org/drawingml/2006/main">
            <a:off x="234072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36A"/>
          </a:solidFill>
          <a:ln xmlns:a="http://schemas.openxmlformats.org/drawingml/2006/main" w="2205">
            <a:solidFill>
              <a:srgbClr val="FBFCFE"/>
            </a:solidFill>
            <a:prstDash val="solid"/>
          </a:ln>
        </p:spPr>
      </p:sp>
      <p:sp>
        <p:nvSpPr>
          <p:cNvPr id="874" name="Editable chart path">
            <a:extLst xmlns:a="http://schemas.openxmlformats.org/drawingml/2006/main">
              <a:ext uri="{FF2B5EF4-FFF2-40B4-BE49-F238E27FC236}">
                <a16:creationId xmlns:a16="http://schemas.microsoft.com/office/drawing/2014/main" id="{8935AC29-E59B-4D4E-AF44-E717FA44B7AA}"/>
              </a:ext>
            </a:extLst>
          </p:cNvPr>
          <p:cNvSpPr>
            <a:spLocks xmlns:a="http://schemas.openxmlformats.org/drawingml/2006/main" noGrp="1"/>
          </p:cNvSpPr>
          <p:nvPr/>
        </p:nvSpPr>
        <p:spPr>
          <a:xfrm xmlns:a="http://schemas.openxmlformats.org/drawingml/2006/main">
            <a:off x="234072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36A"/>
          </a:solidFill>
          <a:ln xmlns:a="http://schemas.openxmlformats.org/drawingml/2006/main" w="2205">
            <a:solidFill>
              <a:srgbClr val="FBFCFE"/>
            </a:solidFill>
            <a:prstDash val="solid"/>
          </a:ln>
        </p:spPr>
      </p:sp>
      <p:sp>
        <p:nvSpPr>
          <p:cNvPr id="875" name="Editable chart path">
            <a:extLst xmlns:a="http://schemas.openxmlformats.org/drawingml/2006/main">
              <a:ext uri="{FF2B5EF4-FFF2-40B4-BE49-F238E27FC236}">
                <a16:creationId xmlns:a16="http://schemas.microsoft.com/office/drawing/2014/main" id="{AD0AC256-B1CA-4311-A831-9F6BEC2CA4B3}"/>
              </a:ext>
            </a:extLst>
          </p:cNvPr>
          <p:cNvSpPr>
            <a:spLocks xmlns:a="http://schemas.openxmlformats.org/drawingml/2006/main" noGrp="1"/>
          </p:cNvSpPr>
          <p:nvPr/>
        </p:nvSpPr>
        <p:spPr>
          <a:xfrm xmlns:a="http://schemas.openxmlformats.org/drawingml/2006/main">
            <a:off x="234072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76" name="Editable chart path">
            <a:extLst xmlns:a="http://schemas.openxmlformats.org/drawingml/2006/main">
              <a:ext uri="{FF2B5EF4-FFF2-40B4-BE49-F238E27FC236}">
                <a16:creationId xmlns:a16="http://schemas.microsoft.com/office/drawing/2014/main" id="{ADFE86F4-D86A-4D65-8B3C-3BCA6C77DF5F}"/>
              </a:ext>
            </a:extLst>
          </p:cNvPr>
          <p:cNvSpPr>
            <a:spLocks xmlns:a="http://schemas.openxmlformats.org/drawingml/2006/main" noGrp="1"/>
          </p:cNvSpPr>
          <p:nvPr/>
        </p:nvSpPr>
        <p:spPr>
          <a:xfrm xmlns:a="http://schemas.openxmlformats.org/drawingml/2006/main">
            <a:off x="234072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877" name="Editable chart path">
            <a:extLst xmlns:a="http://schemas.openxmlformats.org/drawingml/2006/main">
              <a:ext uri="{FF2B5EF4-FFF2-40B4-BE49-F238E27FC236}">
                <a16:creationId xmlns:a16="http://schemas.microsoft.com/office/drawing/2014/main" id="{E1DA5F9B-E269-4BB8-95C5-7996B8D4EC9B}"/>
              </a:ext>
            </a:extLst>
          </p:cNvPr>
          <p:cNvSpPr>
            <a:spLocks xmlns:a="http://schemas.openxmlformats.org/drawingml/2006/main" noGrp="1"/>
          </p:cNvSpPr>
          <p:nvPr/>
        </p:nvSpPr>
        <p:spPr>
          <a:xfrm xmlns:a="http://schemas.openxmlformats.org/drawingml/2006/main">
            <a:off x="234072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DC0F2"/>
          </a:solidFill>
          <a:ln xmlns:a="http://schemas.openxmlformats.org/drawingml/2006/main" w="2205">
            <a:solidFill>
              <a:srgbClr val="FBFCFE"/>
            </a:solidFill>
            <a:prstDash val="solid"/>
          </a:ln>
        </p:spPr>
      </p:sp>
      <p:sp>
        <p:nvSpPr>
          <p:cNvPr id="878" name="Editable chart path">
            <a:extLst xmlns:a="http://schemas.openxmlformats.org/drawingml/2006/main">
              <a:ext uri="{FF2B5EF4-FFF2-40B4-BE49-F238E27FC236}">
                <a16:creationId xmlns:a16="http://schemas.microsoft.com/office/drawing/2014/main" id="{BD8E5454-D7DA-43AB-A107-D969A7091AF2}"/>
              </a:ext>
            </a:extLst>
          </p:cNvPr>
          <p:cNvSpPr>
            <a:spLocks xmlns:a="http://schemas.openxmlformats.org/drawingml/2006/main" noGrp="1"/>
          </p:cNvSpPr>
          <p:nvPr/>
        </p:nvSpPr>
        <p:spPr>
          <a:xfrm xmlns:a="http://schemas.openxmlformats.org/drawingml/2006/main">
            <a:off x="234072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DC0F2"/>
          </a:solidFill>
          <a:ln xmlns:a="http://schemas.openxmlformats.org/drawingml/2006/main" w="2205">
            <a:solidFill>
              <a:srgbClr val="FBFCFE"/>
            </a:solidFill>
            <a:prstDash val="solid"/>
          </a:ln>
        </p:spPr>
      </p:sp>
      <p:sp>
        <p:nvSpPr>
          <p:cNvPr id="879" name="Editable chart path">
            <a:extLst xmlns:a="http://schemas.openxmlformats.org/drawingml/2006/main">
              <a:ext uri="{FF2B5EF4-FFF2-40B4-BE49-F238E27FC236}">
                <a16:creationId xmlns:a16="http://schemas.microsoft.com/office/drawing/2014/main" id="{20B5BB6B-E88A-4452-8CC4-68BA6AA5EA6B}"/>
              </a:ext>
            </a:extLst>
          </p:cNvPr>
          <p:cNvSpPr>
            <a:spLocks xmlns:a="http://schemas.openxmlformats.org/drawingml/2006/main" noGrp="1"/>
          </p:cNvSpPr>
          <p:nvPr/>
        </p:nvSpPr>
        <p:spPr>
          <a:xfrm xmlns:a="http://schemas.openxmlformats.org/drawingml/2006/main">
            <a:off x="234072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80" name="Editable chart path">
            <a:extLst xmlns:a="http://schemas.openxmlformats.org/drawingml/2006/main">
              <a:ext uri="{FF2B5EF4-FFF2-40B4-BE49-F238E27FC236}">
                <a16:creationId xmlns:a16="http://schemas.microsoft.com/office/drawing/2014/main" id="{876ECD2A-0C7A-4365-B66D-39F620F314C8}"/>
              </a:ext>
            </a:extLst>
          </p:cNvPr>
          <p:cNvSpPr>
            <a:spLocks xmlns:a="http://schemas.openxmlformats.org/drawingml/2006/main" noGrp="1"/>
          </p:cNvSpPr>
          <p:nvPr/>
        </p:nvSpPr>
        <p:spPr>
          <a:xfrm xmlns:a="http://schemas.openxmlformats.org/drawingml/2006/main">
            <a:off x="234072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81" name="Editable chart path">
            <a:extLst xmlns:a="http://schemas.openxmlformats.org/drawingml/2006/main">
              <a:ext uri="{FF2B5EF4-FFF2-40B4-BE49-F238E27FC236}">
                <a16:creationId xmlns:a16="http://schemas.microsoft.com/office/drawing/2014/main" id="{D2CDB24B-708B-4054-A892-D674650F4B0D}"/>
              </a:ext>
            </a:extLst>
          </p:cNvPr>
          <p:cNvSpPr>
            <a:spLocks xmlns:a="http://schemas.openxmlformats.org/drawingml/2006/main" noGrp="1"/>
          </p:cNvSpPr>
          <p:nvPr/>
        </p:nvSpPr>
        <p:spPr>
          <a:xfrm xmlns:a="http://schemas.openxmlformats.org/drawingml/2006/main">
            <a:off x="234072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82" name="Editable chart path">
            <a:extLst xmlns:a="http://schemas.openxmlformats.org/drawingml/2006/main">
              <a:ext uri="{FF2B5EF4-FFF2-40B4-BE49-F238E27FC236}">
                <a16:creationId xmlns:a16="http://schemas.microsoft.com/office/drawing/2014/main" id="{1ED62389-8ADE-4A8E-890D-911967BAF82A}"/>
              </a:ext>
            </a:extLst>
          </p:cNvPr>
          <p:cNvSpPr>
            <a:spLocks xmlns:a="http://schemas.openxmlformats.org/drawingml/2006/main" noGrp="1"/>
          </p:cNvSpPr>
          <p:nvPr/>
        </p:nvSpPr>
        <p:spPr>
          <a:xfrm xmlns:a="http://schemas.openxmlformats.org/drawingml/2006/main">
            <a:off x="234072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C6CB5"/>
          </a:solidFill>
          <a:ln xmlns:a="http://schemas.openxmlformats.org/drawingml/2006/main" w="2205">
            <a:solidFill>
              <a:srgbClr val="FBFCFE"/>
            </a:solidFill>
            <a:prstDash val="solid"/>
          </a:ln>
        </p:spPr>
      </p:sp>
      <p:sp>
        <p:nvSpPr>
          <p:cNvPr id="883" name="Editable chart path">
            <a:extLst xmlns:a="http://schemas.openxmlformats.org/drawingml/2006/main">
              <a:ext uri="{FF2B5EF4-FFF2-40B4-BE49-F238E27FC236}">
                <a16:creationId xmlns:a16="http://schemas.microsoft.com/office/drawing/2014/main" id="{00D7413F-23E1-49AA-B17C-CF279262DA37}"/>
              </a:ext>
            </a:extLst>
          </p:cNvPr>
          <p:cNvSpPr>
            <a:spLocks xmlns:a="http://schemas.openxmlformats.org/drawingml/2006/main" noGrp="1"/>
          </p:cNvSpPr>
          <p:nvPr/>
        </p:nvSpPr>
        <p:spPr>
          <a:xfrm xmlns:a="http://schemas.openxmlformats.org/drawingml/2006/main">
            <a:off x="2402863"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84" name="Editable chart path">
            <a:extLst xmlns:a="http://schemas.openxmlformats.org/drawingml/2006/main">
              <a:ext uri="{FF2B5EF4-FFF2-40B4-BE49-F238E27FC236}">
                <a16:creationId xmlns:a16="http://schemas.microsoft.com/office/drawing/2014/main" id="{C6EF7E76-689F-4060-8353-9727515B2A90}"/>
              </a:ext>
            </a:extLst>
          </p:cNvPr>
          <p:cNvSpPr>
            <a:spLocks xmlns:a="http://schemas.openxmlformats.org/drawingml/2006/main" noGrp="1"/>
          </p:cNvSpPr>
          <p:nvPr/>
        </p:nvSpPr>
        <p:spPr>
          <a:xfrm xmlns:a="http://schemas.openxmlformats.org/drawingml/2006/main">
            <a:off x="2402863"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85" name="Editable chart path">
            <a:extLst xmlns:a="http://schemas.openxmlformats.org/drawingml/2006/main">
              <a:ext uri="{FF2B5EF4-FFF2-40B4-BE49-F238E27FC236}">
                <a16:creationId xmlns:a16="http://schemas.microsoft.com/office/drawing/2014/main" id="{87B9E133-F5FC-47FB-A720-28B6DA61B8D0}"/>
              </a:ext>
            </a:extLst>
          </p:cNvPr>
          <p:cNvSpPr>
            <a:spLocks xmlns:a="http://schemas.openxmlformats.org/drawingml/2006/main" noGrp="1"/>
          </p:cNvSpPr>
          <p:nvPr/>
        </p:nvSpPr>
        <p:spPr>
          <a:xfrm xmlns:a="http://schemas.openxmlformats.org/drawingml/2006/main">
            <a:off x="240286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86" name="Editable chart path">
            <a:extLst xmlns:a="http://schemas.openxmlformats.org/drawingml/2006/main">
              <a:ext uri="{FF2B5EF4-FFF2-40B4-BE49-F238E27FC236}">
                <a16:creationId xmlns:a16="http://schemas.microsoft.com/office/drawing/2014/main" id="{2854317C-3670-44F3-BCAA-91A2C9F661E0}"/>
              </a:ext>
            </a:extLst>
          </p:cNvPr>
          <p:cNvSpPr>
            <a:spLocks xmlns:a="http://schemas.openxmlformats.org/drawingml/2006/main" noGrp="1"/>
          </p:cNvSpPr>
          <p:nvPr/>
        </p:nvSpPr>
        <p:spPr>
          <a:xfrm xmlns:a="http://schemas.openxmlformats.org/drawingml/2006/main">
            <a:off x="240286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36A"/>
          </a:solidFill>
          <a:ln xmlns:a="http://schemas.openxmlformats.org/drawingml/2006/main" w="2205">
            <a:solidFill>
              <a:srgbClr val="FBFCFE"/>
            </a:solidFill>
            <a:prstDash val="solid"/>
          </a:ln>
        </p:spPr>
      </p:sp>
      <p:sp>
        <p:nvSpPr>
          <p:cNvPr id="887" name="Editable chart path">
            <a:extLst xmlns:a="http://schemas.openxmlformats.org/drawingml/2006/main">
              <a:ext uri="{FF2B5EF4-FFF2-40B4-BE49-F238E27FC236}">
                <a16:creationId xmlns:a16="http://schemas.microsoft.com/office/drawing/2014/main" id="{0DAA302D-5709-4BE2-AF84-56E1D46CB2C2}"/>
              </a:ext>
            </a:extLst>
          </p:cNvPr>
          <p:cNvSpPr>
            <a:spLocks xmlns:a="http://schemas.openxmlformats.org/drawingml/2006/main" noGrp="1"/>
          </p:cNvSpPr>
          <p:nvPr/>
        </p:nvSpPr>
        <p:spPr>
          <a:xfrm xmlns:a="http://schemas.openxmlformats.org/drawingml/2006/main">
            <a:off x="240286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36A"/>
          </a:solidFill>
          <a:ln xmlns:a="http://schemas.openxmlformats.org/drawingml/2006/main" w="2205">
            <a:solidFill>
              <a:srgbClr val="FBFCFE"/>
            </a:solidFill>
            <a:prstDash val="solid"/>
          </a:ln>
        </p:spPr>
      </p:sp>
      <p:sp>
        <p:nvSpPr>
          <p:cNvPr id="888" name="Editable chart path">
            <a:extLst xmlns:a="http://schemas.openxmlformats.org/drawingml/2006/main">
              <a:ext uri="{FF2B5EF4-FFF2-40B4-BE49-F238E27FC236}">
                <a16:creationId xmlns:a16="http://schemas.microsoft.com/office/drawing/2014/main" id="{A3204FE1-8971-4157-93E2-66C8F799F234}"/>
              </a:ext>
            </a:extLst>
          </p:cNvPr>
          <p:cNvSpPr>
            <a:spLocks xmlns:a="http://schemas.openxmlformats.org/drawingml/2006/main" noGrp="1"/>
          </p:cNvSpPr>
          <p:nvPr/>
        </p:nvSpPr>
        <p:spPr>
          <a:xfrm xmlns:a="http://schemas.openxmlformats.org/drawingml/2006/main">
            <a:off x="240286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89" name="Editable chart path">
            <a:extLst xmlns:a="http://schemas.openxmlformats.org/drawingml/2006/main">
              <a:ext uri="{FF2B5EF4-FFF2-40B4-BE49-F238E27FC236}">
                <a16:creationId xmlns:a16="http://schemas.microsoft.com/office/drawing/2014/main" id="{B09722BC-9F10-4768-806B-019E20E94652}"/>
              </a:ext>
            </a:extLst>
          </p:cNvPr>
          <p:cNvSpPr>
            <a:spLocks xmlns:a="http://schemas.openxmlformats.org/drawingml/2006/main" noGrp="1"/>
          </p:cNvSpPr>
          <p:nvPr/>
        </p:nvSpPr>
        <p:spPr>
          <a:xfrm xmlns:a="http://schemas.openxmlformats.org/drawingml/2006/main">
            <a:off x="240286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90" name="Editable chart path">
            <a:extLst xmlns:a="http://schemas.openxmlformats.org/drawingml/2006/main">
              <a:ext uri="{FF2B5EF4-FFF2-40B4-BE49-F238E27FC236}">
                <a16:creationId xmlns:a16="http://schemas.microsoft.com/office/drawing/2014/main" id="{2ACD14D9-8CEC-4334-A8AC-B82E6F7C72E2}"/>
              </a:ext>
            </a:extLst>
          </p:cNvPr>
          <p:cNvSpPr>
            <a:spLocks xmlns:a="http://schemas.openxmlformats.org/drawingml/2006/main" noGrp="1"/>
          </p:cNvSpPr>
          <p:nvPr/>
        </p:nvSpPr>
        <p:spPr>
          <a:xfrm xmlns:a="http://schemas.openxmlformats.org/drawingml/2006/main">
            <a:off x="240286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891" name="Editable chart path">
            <a:extLst xmlns:a="http://schemas.openxmlformats.org/drawingml/2006/main">
              <a:ext uri="{FF2B5EF4-FFF2-40B4-BE49-F238E27FC236}">
                <a16:creationId xmlns:a16="http://schemas.microsoft.com/office/drawing/2014/main" id="{AEA32326-5A12-457D-905E-5C7F1658859F}"/>
              </a:ext>
            </a:extLst>
          </p:cNvPr>
          <p:cNvSpPr>
            <a:spLocks xmlns:a="http://schemas.openxmlformats.org/drawingml/2006/main" noGrp="1"/>
          </p:cNvSpPr>
          <p:nvPr/>
        </p:nvSpPr>
        <p:spPr>
          <a:xfrm xmlns:a="http://schemas.openxmlformats.org/drawingml/2006/main">
            <a:off x="240286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DC0F2"/>
          </a:solidFill>
          <a:ln xmlns:a="http://schemas.openxmlformats.org/drawingml/2006/main" w="2205">
            <a:solidFill>
              <a:srgbClr val="FBFCFE"/>
            </a:solidFill>
            <a:prstDash val="solid"/>
          </a:ln>
        </p:spPr>
      </p:sp>
      <p:sp>
        <p:nvSpPr>
          <p:cNvPr id="892" name="Editable chart path">
            <a:extLst xmlns:a="http://schemas.openxmlformats.org/drawingml/2006/main">
              <a:ext uri="{FF2B5EF4-FFF2-40B4-BE49-F238E27FC236}">
                <a16:creationId xmlns:a16="http://schemas.microsoft.com/office/drawing/2014/main" id="{7CDC1D9B-1519-4BDE-BF9C-58FD44D970CE}"/>
              </a:ext>
            </a:extLst>
          </p:cNvPr>
          <p:cNvSpPr>
            <a:spLocks xmlns:a="http://schemas.openxmlformats.org/drawingml/2006/main" noGrp="1"/>
          </p:cNvSpPr>
          <p:nvPr/>
        </p:nvSpPr>
        <p:spPr>
          <a:xfrm xmlns:a="http://schemas.openxmlformats.org/drawingml/2006/main">
            <a:off x="240286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93" name="Editable chart path">
            <a:extLst xmlns:a="http://schemas.openxmlformats.org/drawingml/2006/main">
              <a:ext uri="{FF2B5EF4-FFF2-40B4-BE49-F238E27FC236}">
                <a16:creationId xmlns:a16="http://schemas.microsoft.com/office/drawing/2014/main" id="{C9138596-36B3-4434-9F03-1946A1507785}"/>
              </a:ext>
            </a:extLst>
          </p:cNvPr>
          <p:cNvSpPr>
            <a:spLocks xmlns:a="http://schemas.openxmlformats.org/drawingml/2006/main" noGrp="1"/>
          </p:cNvSpPr>
          <p:nvPr/>
        </p:nvSpPr>
        <p:spPr>
          <a:xfrm xmlns:a="http://schemas.openxmlformats.org/drawingml/2006/main">
            <a:off x="240286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94" name="Editable chart path">
            <a:extLst xmlns:a="http://schemas.openxmlformats.org/drawingml/2006/main">
              <a:ext uri="{FF2B5EF4-FFF2-40B4-BE49-F238E27FC236}">
                <a16:creationId xmlns:a16="http://schemas.microsoft.com/office/drawing/2014/main" id="{B1AD3FEA-2629-4C70-BD29-662A7A82AC27}"/>
              </a:ext>
            </a:extLst>
          </p:cNvPr>
          <p:cNvSpPr>
            <a:spLocks xmlns:a="http://schemas.openxmlformats.org/drawingml/2006/main" noGrp="1"/>
          </p:cNvSpPr>
          <p:nvPr/>
        </p:nvSpPr>
        <p:spPr>
          <a:xfrm xmlns:a="http://schemas.openxmlformats.org/drawingml/2006/main">
            <a:off x="240286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895" name="Editable chart path">
            <a:extLst xmlns:a="http://schemas.openxmlformats.org/drawingml/2006/main">
              <a:ext uri="{FF2B5EF4-FFF2-40B4-BE49-F238E27FC236}">
                <a16:creationId xmlns:a16="http://schemas.microsoft.com/office/drawing/2014/main" id="{E22C5655-E111-4332-9980-87A7395427F7}"/>
              </a:ext>
            </a:extLst>
          </p:cNvPr>
          <p:cNvSpPr>
            <a:spLocks xmlns:a="http://schemas.openxmlformats.org/drawingml/2006/main" noGrp="1"/>
          </p:cNvSpPr>
          <p:nvPr/>
        </p:nvSpPr>
        <p:spPr>
          <a:xfrm xmlns:a="http://schemas.openxmlformats.org/drawingml/2006/main">
            <a:off x="240286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A5AA3"/>
          </a:solidFill>
          <a:ln xmlns:a="http://schemas.openxmlformats.org/drawingml/2006/main" w="2205">
            <a:solidFill>
              <a:srgbClr val="FBFCFE"/>
            </a:solidFill>
            <a:prstDash val="solid"/>
          </a:ln>
        </p:spPr>
      </p:sp>
      <p:sp>
        <p:nvSpPr>
          <p:cNvPr id="896" name="Editable chart path">
            <a:extLst xmlns:a="http://schemas.openxmlformats.org/drawingml/2006/main">
              <a:ext uri="{FF2B5EF4-FFF2-40B4-BE49-F238E27FC236}">
                <a16:creationId xmlns:a16="http://schemas.microsoft.com/office/drawing/2014/main" id="{3F285E07-A120-4458-9600-727726F364B7}"/>
              </a:ext>
            </a:extLst>
          </p:cNvPr>
          <p:cNvSpPr>
            <a:spLocks xmlns:a="http://schemas.openxmlformats.org/drawingml/2006/main" noGrp="1"/>
          </p:cNvSpPr>
          <p:nvPr/>
        </p:nvSpPr>
        <p:spPr>
          <a:xfrm xmlns:a="http://schemas.openxmlformats.org/drawingml/2006/main">
            <a:off x="2402863"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C6CB5"/>
          </a:solidFill>
          <a:ln xmlns:a="http://schemas.openxmlformats.org/drawingml/2006/main" w="2205">
            <a:solidFill>
              <a:srgbClr val="FBFCFE"/>
            </a:solidFill>
            <a:prstDash val="solid"/>
          </a:ln>
        </p:spPr>
      </p:sp>
      <p:sp>
        <p:nvSpPr>
          <p:cNvPr id="897" name="Editable chart path">
            <a:extLst xmlns:a="http://schemas.openxmlformats.org/drawingml/2006/main">
              <a:ext uri="{FF2B5EF4-FFF2-40B4-BE49-F238E27FC236}">
                <a16:creationId xmlns:a16="http://schemas.microsoft.com/office/drawing/2014/main" id="{35618660-5868-4433-8D70-B7F278D0156E}"/>
              </a:ext>
            </a:extLst>
          </p:cNvPr>
          <p:cNvSpPr>
            <a:spLocks xmlns:a="http://schemas.openxmlformats.org/drawingml/2006/main" noGrp="1"/>
          </p:cNvSpPr>
          <p:nvPr/>
        </p:nvSpPr>
        <p:spPr>
          <a:xfrm xmlns:a="http://schemas.openxmlformats.org/drawingml/2006/main">
            <a:off x="2402863"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18ED1"/>
          </a:solidFill>
          <a:ln xmlns:a="http://schemas.openxmlformats.org/drawingml/2006/main" w="2205">
            <a:solidFill>
              <a:srgbClr val="FBFCFE"/>
            </a:solidFill>
            <a:prstDash val="solid"/>
          </a:ln>
        </p:spPr>
      </p:sp>
      <p:sp>
        <p:nvSpPr>
          <p:cNvPr id="898" name="Editable chart path">
            <a:extLst xmlns:a="http://schemas.openxmlformats.org/drawingml/2006/main">
              <a:ext uri="{FF2B5EF4-FFF2-40B4-BE49-F238E27FC236}">
                <a16:creationId xmlns:a16="http://schemas.microsoft.com/office/drawing/2014/main" id="{36EDC507-C3C9-451D-BD76-A025DB808414}"/>
              </a:ext>
            </a:extLst>
          </p:cNvPr>
          <p:cNvSpPr>
            <a:spLocks xmlns:a="http://schemas.openxmlformats.org/drawingml/2006/main" noGrp="1"/>
          </p:cNvSpPr>
          <p:nvPr/>
        </p:nvSpPr>
        <p:spPr>
          <a:xfrm xmlns:a="http://schemas.openxmlformats.org/drawingml/2006/main">
            <a:off x="2402863"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18ED1"/>
          </a:solidFill>
          <a:ln xmlns:a="http://schemas.openxmlformats.org/drawingml/2006/main" w="2205">
            <a:solidFill>
              <a:srgbClr val="FBFCFE"/>
            </a:solidFill>
            <a:prstDash val="solid"/>
          </a:ln>
        </p:spPr>
      </p:sp>
      <p:sp>
        <p:nvSpPr>
          <p:cNvPr id="899" name="Editable chart path">
            <a:extLst xmlns:a="http://schemas.openxmlformats.org/drawingml/2006/main">
              <a:ext uri="{FF2B5EF4-FFF2-40B4-BE49-F238E27FC236}">
                <a16:creationId xmlns:a16="http://schemas.microsoft.com/office/drawing/2014/main" id="{505F6023-6F74-43C7-A9A1-106FA0BD9C66}"/>
              </a:ext>
            </a:extLst>
          </p:cNvPr>
          <p:cNvSpPr>
            <a:spLocks xmlns:a="http://schemas.openxmlformats.org/drawingml/2006/main" noGrp="1"/>
          </p:cNvSpPr>
          <p:nvPr/>
        </p:nvSpPr>
        <p:spPr>
          <a:xfrm xmlns:a="http://schemas.openxmlformats.org/drawingml/2006/main">
            <a:off x="246500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00" name="Editable chart path">
            <a:extLst xmlns:a="http://schemas.openxmlformats.org/drawingml/2006/main">
              <a:ext uri="{FF2B5EF4-FFF2-40B4-BE49-F238E27FC236}">
                <a16:creationId xmlns:a16="http://schemas.microsoft.com/office/drawing/2014/main" id="{8D6E8C82-713A-455C-8D4C-1B44C4380C8E}"/>
              </a:ext>
            </a:extLst>
          </p:cNvPr>
          <p:cNvSpPr>
            <a:spLocks xmlns:a="http://schemas.openxmlformats.org/drawingml/2006/main" noGrp="1"/>
          </p:cNvSpPr>
          <p:nvPr/>
        </p:nvSpPr>
        <p:spPr>
          <a:xfrm xmlns:a="http://schemas.openxmlformats.org/drawingml/2006/main">
            <a:off x="246500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01" name="Editable chart path">
            <a:extLst xmlns:a="http://schemas.openxmlformats.org/drawingml/2006/main">
              <a:ext uri="{FF2B5EF4-FFF2-40B4-BE49-F238E27FC236}">
                <a16:creationId xmlns:a16="http://schemas.microsoft.com/office/drawing/2014/main" id="{6611F2C6-0F32-45C7-BE06-5D5AF0315ED9}"/>
              </a:ext>
            </a:extLst>
          </p:cNvPr>
          <p:cNvSpPr>
            <a:spLocks xmlns:a="http://schemas.openxmlformats.org/drawingml/2006/main" noGrp="1"/>
          </p:cNvSpPr>
          <p:nvPr/>
        </p:nvSpPr>
        <p:spPr>
          <a:xfrm xmlns:a="http://schemas.openxmlformats.org/drawingml/2006/main">
            <a:off x="246500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02" name="Editable chart path">
            <a:extLst xmlns:a="http://schemas.openxmlformats.org/drawingml/2006/main">
              <a:ext uri="{FF2B5EF4-FFF2-40B4-BE49-F238E27FC236}">
                <a16:creationId xmlns:a16="http://schemas.microsoft.com/office/drawing/2014/main" id="{E60316E3-B939-4B08-8616-CD9BF7AC1E66}"/>
              </a:ext>
            </a:extLst>
          </p:cNvPr>
          <p:cNvSpPr>
            <a:spLocks xmlns:a="http://schemas.openxmlformats.org/drawingml/2006/main" noGrp="1"/>
          </p:cNvSpPr>
          <p:nvPr/>
        </p:nvSpPr>
        <p:spPr>
          <a:xfrm xmlns:a="http://schemas.openxmlformats.org/drawingml/2006/main">
            <a:off x="246500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36A"/>
          </a:solidFill>
          <a:ln xmlns:a="http://schemas.openxmlformats.org/drawingml/2006/main" w="2205">
            <a:solidFill>
              <a:srgbClr val="FBFCFE"/>
            </a:solidFill>
            <a:prstDash val="solid"/>
          </a:ln>
        </p:spPr>
      </p:sp>
      <p:sp>
        <p:nvSpPr>
          <p:cNvPr id="903" name="Editable chart path">
            <a:extLst xmlns:a="http://schemas.openxmlformats.org/drawingml/2006/main">
              <a:ext uri="{FF2B5EF4-FFF2-40B4-BE49-F238E27FC236}">
                <a16:creationId xmlns:a16="http://schemas.microsoft.com/office/drawing/2014/main" id="{D5810388-5FDC-4B6F-8A63-EE1FBF802525}"/>
              </a:ext>
            </a:extLst>
          </p:cNvPr>
          <p:cNvSpPr>
            <a:spLocks xmlns:a="http://schemas.openxmlformats.org/drawingml/2006/main" noGrp="1"/>
          </p:cNvSpPr>
          <p:nvPr/>
        </p:nvSpPr>
        <p:spPr>
          <a:xfrm xmlns:a="http://schemas.openxmlformats.org/drawingml/2006/main">
            <a:off x="246500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04" name="Editable chart path">
            <a:extLst xmlns:a="http://schemas.openxmlformats.org/drawingml/2006/main">
              <a:ext uri="{FF2B5EF4-FFF2-40B4-BE49-F238E27FC236}">
                <a16:creationId xmlns:a16="http://schemas.microsoft.com/office/drawing/2014/main" id="{B8BA31AC-211B-43E3-AD05-5EB63B93ED79}"/>
              </a:ext>
            </a:extLst>
          </p:cNvPr>
          <p:cNvSpPr>
            <a:spLocks xmlns:a="http://schemas.openxmlformats.org/drawingml/2006/main" noGrp="1"/>
          </p:cNvSpPr>
          <p:nvPr/>
        </p:nvSpPr>
        <p:spPr>
          <a:xfrm xmlns:a="http://schemas.openxmlformats.org/drawingml/2006/main">
            <a:off x="246500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05" name="Editable chart path">
            <a:extLst xmlns:a="http://schemas.openxmlformats.org/drawingml/2006/main">
              <a:ext uri="{FF2B5EF4-FFF2-40B4-BE49-F238E27FC236}">
                <a16:creationId xmlns:a16="http://schemas.microsoft.com/office/drawing/2014/main" id="{FB631947-43AD-4B8C-8377-C462EFA927EA}"/>
              </a:ext>
            </a:extLst>
          </p:cNvPr>
          <p:cNvSpPr>
            <a:spLocks xmlns:a="http://schemas.openxmlformats.org/drawingml/2006/main" noGrp="1"/>
          </p:cNvSpPr>
          <p:nvPr/>
        </p:nvSpPr>
        <p:spPr>
          <a:xfrm xmlns:a="http://schemas.openxmlformats.org/drawingml/2006/main">
            <a:off x="246500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768B2"/>
          </a:solidFill>
          <a:ln xmlns:a="http://schemas.openxmlformats.org/drawingml/2006/main" w="2205">
            <a:solidFill>
              <a:srgbClr val="FBFCFE"/>
            </a:solidFill>
            <a:prstDash val="solid"/>
          </a:ln>
        </p:spPr>
      </p:sp>
      <p:sp>
        <p:nvSpPr>
          <p:cNvPr id="906" name="Editable chart path">
            <a:extLst xmlns:a="http://schemas.openxmlformats.org/drawingml/2006/main">
              <a:ext uri="{FF2B5EF4-FFF2-40B4-BE49-F238E27FC236}">
                <a16:creationId xmlns:a16="http://schemas.microsoft.com/office/drawing/2014/main" id="{85AC7895-9141-42D9-8097-7577D9761681}"/>
              </a:ext>
            </a:extLst>
          </p:cNvPr>
          <p:cNvSpPr>
            <a:spLocks xmlns:a="http://schemas.openxmlformats.org/drawingml/2006/main" noGrp="1"/>
          </p:cNvSpPr>
          <p:nvPr/>
        </p:nvSpPr>
        <p:spPr>
          <a:xfrm xmlns:a="http://schemas.openxmlformats.org/drawingml/2006/main">
            <a:off x="246500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907" name="Editable chart path">
            <a:extLst xmlns:a="http://schemas.openxmlformats.org/drawingml/2006/main">
              <a:ext uri="{FF2B5EF4-FFF2-40B4-BE49-F238E27FC236}">
                <a16:creationId xmlns:a16="http://schemas.microsoft.com/office/drawing/2014/main" id="{07F1E12F-51AD-4F8F-B06A-324F37B5702C}"/>
              </a:ext>
            </a:extLst>
          </p:cNvPr>
          <p:cNvSpPr>
            <a:spLocks xmlns:a="http://schemas.openxmlformats.org/drawingml/2006/main" noGrp="1"/>
          </p:cNvSpPr>
          <p:nvPr/>
        </p:nvSpPr>
        <p:spPr>
          <a:xfrm xmlns:a="http://schemas.openxmlformats.org/drawingml/2006/main">
            <a:off x="246500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A88CB"/>
          </a:solidFill>
          <a:ln xmlns:a="http://schemas.openxmlformats.org/drawingml/2006/main" w="2205">
            <a:solidFill>
              <a:srgbClr val="FBFCFE"/>
            </a:solidFill>
            <a:prstDash val="solid"/>
          </a:ln>
        </p:spPr>
      </p:sp>
      <p:sp>
        <p:nvSpPr>
          <p:cNvPr id="908" name="Editable chart path">
            <a:extLst xmlns:a="http://schemas.openxmlformats.org/drawingml/2006/main">
              <a:ext uri="{FF2B5EF4-FFF2-40B4-BE49-F238E27FC236}">
                <a16:creationId xmlns:a16="http://schemas.microsoft.com/office/drawing/2014/main" id="{4D3DB0BE-7998-4ABA-B3EE-7D39E9BD588F}"/>
              </a:ext>
            </a:extLst>
          </p:cNvPr>
          <p:cNvSpPr>
            <a:spLocks xmlns:a="http://schemas.openxmlformats.org/drawingml/2006/main" noGrp="1"/>
          </p:cNvSpPr>
          <p:nvPr/>
        </p:nvSpPr>
        <p:spPr>
          <a:xfrm xmlns:a="http://schemas.openxmlformats.org/drawingml/2006/main">
            <a:off x="2465001"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A5AA3"/>
          </a:solidFill>
          <a:ln xmlns:a="http://schemas.openxmlformats.org/drawingml/2006/main" w="2205">
            <a:solidFill>
              <a:srgbClr val="FBFCFE"/>
            </a:solidFill>
            <a:prstDash val="solid"/>
          </a:ln>
        </p:spPr>
      </p:sp>
      <p:sp>
        <p:nvSpPr>
          <p:cNvPr id="909" name="Editable chart path">
            <a:extLst xmlns:a="http://schemas.openxmlformats.org/drawingml/2006/main">
              <a:ext uri="{FF2B5EF4-FFF2-40B4-BE49-F238E27FC236}">
                <a16:creationId xmlns:a16="http://schemas.microsoft.com/office/drawing/2014/main" id="{6068DDA1-14EC-4F1F-AF41-E904247E6AE7}"/>
              </a:ext>
            </a:extLst>
          </p:cNvPr>
          <p:cNvSpPr>
            <a:spLocks xmlns:a="http://schemas.openxmlformats.org/drawingml/2006/main" noGrp="1"/>
          </p:cNvSpPr>
          <p:nvPr/>
        </p:nvSpPr>
        <p:spPr>
          <a:xfrm xmlns:a="http://schemas.openxmlformats.org/drawingml/2006/main">
            <a:off x="2465001"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18ED1"/>
          </a:solidFill>
          <a:ln xmlns:a="http://schemas.openxmlformats.org/drawingml/2006/main" w="2205">
            <a:solidFill>
              <a:srgbClr val="FBFCFE"/>
            </a:solidFill>
            <a:prstDash val="solid"/>
          </a:ln>
        </p:spPr>
      </p:sp>
      <p:sp>
        <p:nvSpPr>
          <p:cNvPr id="910" name="Editable chart path">
            <a:extLst xmlns:a="http://schemas.openxmlformats.org/drawingml/2006/main">
              <a:ext uri="{FF2B5EF4-FFF2-40B4-BE49-F238E27FC236}">
                <a16:creationId xmlns:a16="http://schemas.microsoft.com/office/drawing/2014/main" id="{D020ABD4-2660-4358-9D30-33468B330FB4}"/>
              </a:ext>
            </a:extLst>
          </p:cNvPr>
          <p:cNvSpPr>
            <a:spLocks xmlns:a="http://schemas.openxmlformats.org/drawingml/2006/main" noGrp="1"/>
          </p:cNvSpPr>
          <p:nvPr/>
        </p:nvSpPr>
        <p:spPr>
          <a:xfrm xmlns:a="http://schemas.openxmlformats.org/drawingml/2006/main">
            <a:off x="2465001"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1ABE8"/>
          </a:solidFill>
          <a:ln xmlns:a="http://schemas.openxmlformats.org/drawingml/2006/main" w="2205">
            <a:solidFill>
              <a:srgbClr val="FBFCFE"/>
            </a:solidFill>
            <a:prstDash val="solid"/>
          </a:ln>
        </p:spPr>
      </p:sp>
      <p:sp>
        <p:nvSpPr>
          <p:cNvPr id="911" name="Editable chart path">
            <a:extLst xmlns:a="http://schemas.openxmlformats.org/drawingml/2006/main">
              <a:ext uri="{FF2B5EF4-FFF2-40B4-BE49-F238E27FC236}">
                <a16:creationId xmlns:a16="http://schemas.microsoft.com/office/drawing/2014/main" id="{595901AF-E78F-46B7-B578-2BCFBA4797CD}"/>
              </a:ext>
            </a:extLst>
          </p:cNvPr>
          <p:cNvSpPr>
            <a:spLocks xmlns:a="http://schemas.openxmlformats.org/drawingml/2006/main" noGrp="1"/>
          </p:cNvSpPr>
          <p:nvPr/>
        </p:nvSpPr>
        <p:spPr>
          <a:xfrm xmlns:a="http://schemas.openxmlformats.org/drawingml/2006/main">
            <a:off x="2465001"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1ABE8"/>
          </a:solidFill>
          <a:ln xmlns:a="http://schemas.openxmlformats.org/drawingml/2006/main" w="2205">
            <a:solidFill>
              <a:srgbClr val="FBFCFE"/>
            </a:solidFill>
            <a:prstDash val="solid"/>
          </a:ln>
        </p:spPr>
      </p:sp>
      <p:sp>
        <p:nvSpPr>
          <p:cNvPr id="912" name="Editable chart path">
            <a:extLst xmlns:a="http://schemas.openxmlformats.org/drawingml/2006/main">
              <a:ext uri="{FF2B5EF4-FFF2-40B4-BE49-F238E27FC236}">
                <a16:creationId xmlns:a16="http://schemas.microsoft.com/office/drawing/2014/main" id="{6ACCA197-0937-4EA3-8957-1283179946BE}"/>
              </a:ext>
            </a:extLst>
          </p:cNvPr>
          <p:cNvSpPr>
            <a:spLocks xmlns:a="http://schemas.openxmlformats.org/drawingml/2006/main" noGrp="1"/>
          </p:cNvSpPr>
          <p:nvPr/>
        </p:nvSpPr>
        <p:spPr>
          <a:xfrm xmlns:a="http://schemas.openxmlformats.org/drawingml/2006/main">
            <a:off x="2527138"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13" name="Editable chart path">
            <a:extLst xmlns:a="http://schemas.openxmlformats.org/drawingml/2006/main">
              <a:ext uri="{FF2B5EF4-FFF2-40B4-BE49-F238E27FC236}">
                <a16:creationId xmlns:a16="http://schemas.microsoft.com/office/drawing/2014/main" id="{A25E1471-254E-4E63-A6EF-6AE8C361799E}"/>
              </a:ext>
            </a:extLst>
          </p:cNvPr>
          <p:cNvSpPr>
            <a:spLocks xmlns:a="http://schemas.openxmlformats.org/drawingml/2006/main" noGrp="1"/>
          </p:cNvSpPr>
          <p:nvPr/>
        </p:nvSpPr>
        <p:spPr>
          <a:xfrm xmlns:a="http://schemas.openxmlformats.org/drawingml/2006/main">
            <a:off x="2527138"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14" name="Editable chart path">
            <a:extLst xmlns:a="http://schemas.openxmlformats.org/drawingml/2006/main">
              <a:ext uri="{FF2B5EF4-FFF2-40B4-BE49-F238E27FC236}">
                <a16:creationId xmlns:a16="http://schemas.microsoft.com/office/drawing/2014/main" id="{74B0CC13-56BC-47FF-8FF1-BE9B8391B55D}"/>
              </a:ext>
            </a:extLst>
          </p:cNvPr>
          <p:cNvSpPr>
            <a:spLocks xmlns:a="http://schemas.openxmlformats.org/drawingml/2006/main" noGrp="1"/>
          </p:cNvSpPr>
          <p:nvPr/>
        </p:nvSpPr>
        <p:spPr>
          <a:xfrm xmlns:a="http://schemas.openxmlformats.org/drawingml/2006/main">
            <a:off x="252713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15" name="Editable chart path">
            <a:extLst xmlns:a="http://schemas.openxmlformats.org/drawingml/2006/main">
              <a:ext uri="{FF2B5EF4-FFF2-40B4-BE49-F238E27FC236}">
                <a16:creationId xmlns:a16="http://schemas.microsoft.com/office/drawing/2014/main" id="{2C8F228E-FF9D-4186-A82E-65F77F5D5A87}"/>
              </a:ext>
            </a:extLst>
          </p:cNvPr>
          <p:cNvSpPr>
            <a:spLocks xmlns:a="http://schemas.openxmlformats.org/drawingml/2006/main" noGrp="1"/>
          </p:cNvSpPr>
          <p:nvPr/>
        </p:nvSpPr>
        <p:spPr>
          <a:xfrm xmlns:a="http://schemas.openxmlformats.org/drawingml/2006/main">
            <a:off x="252713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16" name="Editable chart path">
            <a:extLst xmlns:a="http://schemas.openxmlformats.org/drawingml/2006/main">
              <a:ext uri="{FF2B5EF4-FFF2-40B4-BE49-F238E27FC236}">
                <a16:creationId xmlns:a16="http://schemas.microsoft.com/office/drawing/2014/main" id="{299C10F8-2416-4CFF-B263-939F964A3135}"/>
              </a:ext>
            </a:extLst>
          </p:cNvPr>
          <p:cNvSpPr>
            <a:spLocks xmlns:a="http://schemas.openxmlformats.org/drawingml/2006/main" noGrp="1"/>
          </p:cNvSpPr>
          <p:nvPr/>
        </p:nvSpPr>
        <p:spPr>
          <a:xfrm xmlns:a="http://schemas.openxmlformats.org/drawingml/2006/main">
            <a:off x="252713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17" name="Editable chart path">
            <a:extLst xmlns:a="http://schemas.openxmlformats.org/drawingml/2006/main">
              <a:ext uri="{FF2B5EF4-FFF2-40B4-BE49-F238E27FC236}">
                <a16:creationId xmlns:a16="http://schemas.microsoft.com/office/drawing/2014/main" id="{6A6A22EF-4860-4BC1-B35B-3171E86470D6}"/>
              </a:ext>
            </a:extLst>
          </p:cNvPr>
          <p:cNvSpPr>
            <a:spLocks xmlns:a="http://schemas.openxmlformats.org/drawingml/2006/main" noGrp="1"/>
          </p:cNvSpPr>
          <p:nvPr/>
        </p:nvSpPr>
        <p:spPr>
          <a:xfrm xmlns:a="http://schemas.openxmlformats.org/drawingml/2006/main">
            <a:off x="252713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18" name="Editable chart path">
            <a:extLst xmlns:a="http://schemas.openxmlformats.org/drawingml/2006/main">
              <a:ext uri="{FF2B5EF4-FFF2-40B4-BE49-F238E27FC236}">
                <a16:creationId xmlns:a16="http://schemas.microsoft.com/office/drawing/2014/main" id="{8A26E1F5-448B-4F1E-9DE9-1D63A7622D7E}"/>
              </a:ext>
            </a:extLst>
          </p:cNvPr>
          <p:cNvSpPr>
            <a:spLocks xmlns:a="http://schemas.openxmlformats.org/drawingml/2006/main" noGrp="1"/>
          </p:cNvSpPr>
          <p:nvPr/>
        </p:nvSpPr>
        <p:spPr>
          <a:xfrm xmlns:a="http://schemas.openxmlformats.org/drawingml/2006/main">
            <a:off x="252713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19" name="Editable chart path">
            <a:extLst xmlns:a="http://schemas.openxmlformats.org/drawingml/2006/main">
              <a:ext uri="{FF2B5EF4-FFF2-40B4-BE49-F238E27FC236}">
                <a16:creationId xmlns:a16="http://schemas.microsoft.com/office/drawing/2014/main" id="{98F2E6E1-055A-490B-83DA-475B096AAB1F}"/>
              </a:ext>
            </a:extLst>
          </p:cNvPr>
          <p:cNvSpPr>
            <a:spLocks xmlns:a="http://schemas.openxmlformats.org/drawingml/2006/main" noGrp="1"/>
          </p:cNvSpPr>
          <p:nvPr/>
        </p:nvSpPr>
        <p:spPr>
          <a:xfrm xmlns:a="http://schemas.openxmlformats.org/drawingml/2006/main">
            <a:off x="252713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20" name="Editable chart path">
            <a:extLst xmlns:a="http://schemas.openxmlformats.org/drawingml/2006/main">
              <a:ext uri="{FF2B5EF4-FFF2-40B4-BE49-F238E27FC236}">
                <a16:creationId xmlns:a16="http://schemas.microsoft.com/office/drawing/2014/main" id="{90E74407-BE8B-48E2-BAD4-02D7A6F974EB}"/>
              </a:ext>
            </a:extLst>
          </p:cNvPr>
          <p:cNvSpPr>
            <a:spLocks xmlns:a="http://schemas.openxmlformats.org/drawingml/2006/main" noGrp="1"/>
          </p:cNvSpPr>
          <p:nvPr/>
        </p:nvSpPr>
        <p:spPr>
          <a:xfrm xmlns:a="http://schemas.openxmlformats.org/drawingml/2006/main">
            <a:off x="252713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A5AA3"/>
          </a:solidFill>
          <a:ln xmlns:a="http://schemas.openxmlformats.org/drawingml/2006/main" w="2205">
            <a:solidFill>
              <a:srgbClr val="FBFCFE"/>
            </a:solidFill>
            <a:prstDash val="solid"/>
          </a:ln>
        </p:spPr>
      </p:sp>
      <p:sp>
        <p:nvSpPr>
          <p:cNvPr id="921" name="Editable chart path">
            <a:extLst xmlns:a="http://schemas.openxmlformats.org/drawingml/2006/main">
              <a:ext uri="{FF2B5EF4-FFF2-40B4-BE49-F238E27FC236}">
                <a16:creationId xmlns:a16="http://schemas.microsoft.com/office/drawing/2014/main" id="{4C372120-58D6-443F-80B9-2245314E6EB9}"/>
              </a:ext>
            </a:extLst>
          </p:cNvPr>
          <p:cNvSpPr>
            <a:spLocks xmlns:a="http://schemas.openxmlformats.org/drawingml/2006/main" noGrp="1"/>
          </p:cNvSpPr>
          <p:nvPr/>
        </p:nvSpPr>
        <p:spPr>
          <a:xfrm xmlns:a="http://schemas.openxmlformats.org/drawingml/2006/main">
            <a:off x="2527138"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1ABE8"/>
          </a:solidFill>
          <a:ln xmlns:a="http://schemas.openxmlformats.org/drawingml/2006/main" w="2205">
            <a:solidFill>
              <a:srgbClr val="FBFCFE"/>
            </a:solidFill>
            <a:prstDash val="solid"/>
          </a:ln>
        </p:spPr>
      </p:sp>
      <p:sp>
        <p:nvSpPr>
          <p:cNvPr id="922" name="Editable chart path">
            <a:extLst xmlns:a="http://schemas.openxmlformats.org/drawingml/2006/main">
              <a:ext uri="{FF2B5EF4-FFF2-40B4-BE49-F238E27FC236}">
                <a16:creationId xmlns:a16="http://schemas.microsoft.com/office/drawing/2014/main" id="{91760198-06B7-418F-AB78-E1B4A06E61A5}"/>
              </a:ext>
            </a:extLst>
          </p:cNvPr>
          <p:cNvSpPr>
            <a:spLocks xmlns:a="http://schemas.openxmlformats.org/drawingml/2006/main" noGrp="1"/>
          </p:cNvSpPr>
          <p:nvPr/>
        </p:nvSpPr>
        <p:spPr>
          <a:xfrm xmlns:a="http://schemas.openxmlformats.org/drawingml/2006/main">
            <a:off x="2527138"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1ABE8"/>
          </a:solidFill>
          <a:ln xmlns:a="http://schemas.openxmlformats.org/drawingml/2006/main" w="2205">
            <a:solidFill>
              <a:srgbClr val="FBFCFE"/>
            </a:solidFill>
            <a:prstDash val="solid"/>
          </a:ln>
        </p:spPr>
      </p:sp>
      <p:sp>
        <p:nvSpPr>
          <p:cNvPr id="923" name="Editable chart path">
            <a:extLst xmlns:a="http://schemas.openxmlformats.org/drawingml/2006/main">
              <a:ext uri="{FF2B5EF4-FFF2-40B4-BE49-F238E27FC236}">
                <a16:creationId xmlns:a16="http://schemas.microsoft.com/office/drawing/2014/main" id="{72F76B86-2E03-4D54-86F6-BCA312DBDF46}"/>
              </a:ext>
            </a:extLst>
          </p:cNvPr>
          <p:cNvSpPr>
            <a:spLocks xmlns:a="http://schemas.openxmlformats.org/drawingml/2006/main" noGrp="1"/>
          </p:cNvSpPr>
          <p:nvPr/>
        </p:nvSpPr>
        <p:spPr>
          <a:xfrm xmlns:a="http://schemas.openxmlformats.org/drawingml/2006/main">
            <a:off x="2527138"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1ABE8"/>
          </a:solidFill>
          <a:ln xmlns:a="http://schemas.openxmlformats.org/drawingml/2006/main" w="2205">
            <a:solidFill>
              <a:srgbClr val="FBFCFE"/>
            </a:solidFill>
            <a:prstDash val="solid"/>
          </a:ln>
        </p:spPr>
      </p:sp>
      <p:sp>
        <p:nvSpPr>
          <p:cNvPr id="924" name="Editable chart path">
            <a:extLst xmlns:a="http://schemas.openxmlformats.org/drawingml/2006/main">
              <a:ext uri="{FF2B5EF4-FFF2-40B4-BE49-F238E27FC236}">
                <a16:creationId xmlns:a16="http://schemas.microsoft.com/office/drawing/2014/main" id="{D2CE28EA-4836-4A62-96BB-45784458B25F}"/>
              </a:ext>
            </a:extLst>
          </p:cNvPr>
          <p:cNvSpPr>
            <a:spLocks xmlns:a="http://schemas.openxmlformats.org/drawingml/2006/main" noGrp="1"/>
          </p:cNvSpPr>
          <p:nvPr/>
        </p:nvSpPr>
        <p:spPr>
          <a:xfrm xmlns:a="http://schemas.openxmlformats.org/drawingml/2006/main">
            <a:off x="2589276"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25" name="Editable chart path">
            <a:extLst xmlns:a="http://schemas.openxmlformats.org/drawingml/2006/main">
              <a:ext uri="{FF2B5EF4-FFF2-40B4-BE49-F238E27FC236}">
                <a16:creationId xmlns:a16="http://schemas.microsoft.com/office/drawing/2014/main" id="{D3CE3646-ECC6-434D-87D3-898EC2E0C0C4}"/>
              </a:ext>
            </a:extLst>
          </p:cNvPr>
          <p:cNvSpPr>
            <a:spLocks xmlns:a="http://schemas.openxmlformats.org/drawingml/2006/main" noGrp="1"/>
          </p:cNvSpPr>
          <p:nvPr/>
        </p:nvSpPr>
        <p:spPr>
          <a:xfrm xmlns:a="http://schemas.openxmlformats.org/drawingml/2006/main">
            <a:off x="2589276"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26" name="Editable chart path">
            <a:extLst xmlns:a="http://schemas.openxmlformats.org/drawingml/2006/main">
              <a:ext uri="{FF2B5EF4-FFF2-40B4-BE49-F238E27FC236}">
                <a16:creationId xmlns:a16="http://schemas.microsoft.com/office/drawing/2014/main" id="{165AFA5C-8D9A-45E8-BCB4-B1ACC296018E}"/>
              </a:ext>
            </a:extLst>
          </p:cNvPr>
          <p:cNvSpPr>
            <a:spLocks xmlns:a="http://schemas.openxmlformats.org/drawingml/2006/main" noGrp="1"/>
          </p:cNvSpPr>
          <p:nvPr/>
        </p:nvSpPr>
        <p:spPr>
          <a:xfrm xmlns:a="http://schemas.openxmlformats.org/drawingml/2006/main">
            <a:off x="2589276"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27" name="Editable chart path">
            <a:extLst xmlns:a="http://schemas.openxmlformats.org/drawingml/2006/main">
              <a:ext uri="{FF2B5EF4-FFF2-40B4-BE49-F238E27FC236}">
                <a16:creationId xmlns:a16="http://schemas.microsoft.com/office/drawing/2014/main" id="{B44E3B91-A5AA-490F-9067-7ACCA1F3490E}"/>
              </a:ext>
            </a:extLst>
          </p:cNvPr>
          <p:cNvSpPr>
            <a:spLocks xmlns:a="http://schemas.openxmlformats.org/drawingml/2006/main" noGrp="1"/>
          </p:cNvSpPr>
          <p:nvPr/>
        </p:nvSpPr>
        <p:spPr>
          <a:xfrm xmlns:a="http://schemas.openxmlformats.org/drawingml/2006/main">
            <a:off x="2589276"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28" name="Editable chart path">
            <a:extLst xmlns:a="http://schemas.openxmlformats.org/drawingml/2006/main">
              <a:ext uri="{FF2B5EF4-FFF2-40B4-BE49-F238E27FC236}">
                <a16:creationId xmlns:a16="http://schemas.microsoft.com/office/drawing/2014/main" id="{DB74F6B0-52B2-4B2E-B839-0E4C53436EA5}"/>
              </a:ext>
            </a:extLst>
          </p:cNvPr>
          <p:cNvSpPr>
            <a:spLocks xmlns:a="http://schemas.openxmlformats.org/drawingml/2006/main" noGrp="1"/>
          </p:cNvSpPr>
          <p:nvPr/>
        </p:nvSpPr>
        <p:spPr>
          <a:xfrm xmlns:a="http://schemas.openxmlformats.org/drawingml/2006/main">
            <a:off x="2589276"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29" name="Editable chart path">
            <a:extLst xmlns:a="http://schemas.openxmlformats.org/drawingml/2006/main">
              <a:ext uri="{FF2B5EF4-FFF2-40B4-BE49-F238E27FC236}">
                <a16:creationId xmlns:a16="http://schemas.microsoft.com/office/drawing/2014/main" id="{A1B68C6E-55E3-48E0-9AF5-3614E3B67274}"/>
              </a:ext>
            </a:extLst>
          </p:cNvPr>
          <p:cNvSpPr>
            <a:spLocks xmlns:a="http://schemas.openxmlformats.org/drawingml/2006/main" noGrp="1"/>
          </p:cNvSpPr>
          <p:nvPr/>
        </p:nvSpPr>
        <p:spPr>
          <a:xfrm xmlns:a="http://schemas.openxmlformats.org/drawingml/2006/main">
            <a:off x="258927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30" name="Editable chart path">
            <a:extLst xmlns:a="http://schemas.openxmlformats.org/drawingml/2006/main">
              <a:ext uri="{FF2B5EF4-FFF2-40B4-BE49-F238E27FC236}">
                <a16:creationId xmlns:a16="http://schemas.microsoft.com/office/drawing/2014/main" id="{DC50DF50-6DEA-4A87-B02B-50B2882C5DD7}"/>
              </a:ext>
            </a:extLst>
          </p:cNvPr>
          <p:cNvSpPr>
            <a:spLocks xmlns:a="http://schemas.openxmlformats.org/drawingml/2006/main" noGrp="1"/>
          </p:cNvSpPr>
          <p:nvPr/>
        </p:nvSpPr>
        <p:spPr>
          <a:xfrm xmlns:a="http://schemas.openxmlformats.org/drawingml/2006/main">
            <a:off x="258927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31" name="Editable chart path">
            <a:extLst xmlns:a="http://schemas.openxmlformats.org/drawingml/2006/main">
              <a:ext uri="{FF2B5EF4-FFF2-40B4-BE49-F238E27FC236}">
                <a16:creationId xmlns:a16="http://schemas.microsoft.com/office/drawing/2014/main" id="{F00974D9-987D-436B-BD2C-7D7DD9CFEC23}"/>
              </a:ext>
            </a:extLst>
          </p:cNvPr>
          <p:cNvSpPr>
            <a:spLocks xmlns:a="http://schemas.openxmlformats.org/drawingml/2006/main" noGrp="1"/>
          </p:cNvSpPr>
          <p:nvPr/>
        </p:nvSpPr>
        <p:spPr>
          <a:xfrm xmlns:a="http://schemas.openxmlformats.org/drawingml/2006/main">
            <a:off x="258927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32" name="Editable chart path">
            <a:extLst xmlns:a="http://schemas.openxmlformats.org/drawingml/2006/main">
              <a:ext uri="{FF2B5EF4-FFF2-40B4-BE49-F238E27FC236}">
                <a16:creationId xmlns:a16="http://schemas.microsoft.com/office/drawing/2014/main" id="{21531F53-A68E-4407-8544-D19355A8E25B}"/>
              </a:ext>
            </a:extLst>
          </p:cNvPr>
          <p:cNvSpPr>
            <a:spLocks xmlns:a="http://schemas.openxmlformats.org/drawingml/2006/main" noGrp="1"/>
          </p:cNvSpPr>
          <p:nvPr/>
        </p:nvSpPr>
        <p:spPr>
          <a:xfrm xmlns:a="http://schemas.openxmlformats.org/drawingml/2006/main">
            <a:off x="2589276"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A5AA3"/>
          </a:solidFill>
          <a:ln xmlns:a="http://schemas.openxmlformats.org/drawingml/2006/main" w="2205">
            <a:solidFill>
              <a:srgbClr val="FBFCFE"/>
            </a:solidFill>
            <a:prstDash val="solid"/>
          </a:ln>
        </p:spPr>
      </p:sp>
      <p:sp>
        <p:nvSpPr>
          <p:cNvPr id="933" name="Editable chart path">
            <a:extLst xmlns:a="http://schemas.openxmlformats.org/drawingml/2006/main">
              <a:ext uri="{FF2B5EF4-FFF2-40B4-BE49-F238E27FC236}">
                <a16:creationId xmlns:a16="http://schemas.microsoft.com/office/drawing/2014/main" id="{E893DC30-89D0-414E-95F9-95765EF1E041}"/>
              </a:ext>
            </a:extLst>
          </p:cNvPr>
          <p:cNvSpPr>
            <a:spLocks xmlns:a="http://schemas.openxmlformats.org/drawingml/2006/main" noGrp="1"/>
          </p:cNvSpPr>
          <p:nvPr/>
        </p:nvSpPr>
        <p:spPr>
          <a:xfrm xmlns:a="http://schemas.openxmlformats.org/drawingml/2006/main">
            <a:off x="2589276"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34" name="Editable chart path">
            <a:extLst xmlns:a="http://schemas.openxmlformats.org/drawingml/2006/main">
              <a:ext uri="{FF2B5EF4-FFF2-40B4-BE49-F238E27FC236}">
                <a16:creationId xmlns:a16="http://schemas.microsoft.com/office/drawing/2014/main" id="{265788FE-6F9A-44D4-8C18-F15BCCDF2818}"/>
              </a:ext>
            </a:extLst>
          </p:cNvPr>
          <p:cNvSpPr>
            <a:spLocks xmlns:a="http://schemas.openxmlformats.org/drawingml/2006/main" noGrp="1"/>
          </p:cNvSpPr>
          <p:nvPr/>
        </p:nvSpPr>
        <p:spPr>
          <a:xfrm xmlns:a="http://schemas.openxmlformats.org/drawingml/2006/main">
            <a:off x="2589276"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35" name="Editable chart path">
            <a:extLst xmlns:a="http://schemas.openxmlformats.org/drawingml/2006/main">
              <a:ext uri="{FF2B5EF4-FFF2-40B4-BE49-F238E27FC236}">
                <a16:creationId xmlns:a16="http://schemas.microsoft.com/office/drawing/2014/main" id="{3B187682-B33E-449D-8AB1-BD534B2CB0EB}"/>
              </a:ext>
            </a:extLst>
          </p:cNvPr>
          <p:cNvSpPr>
            <a:spLocks xmlns:a="http://schemas.openxmlformats.org/drawingml/2006/main" noGrp="1"/>
          </p:cNvSpPr>
          <p:nvPr/>
        </p:nvSpPr>
        <p:spPr>
          <a:xfrm xmlns:a="http://schemas.openxmlformats.org/drawingml/2006/main">
            <a:off x="2589276"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36" name="Editable chart path">
            <a:extLst xmlns:a="http://schemas.openxmlformats.org/drawingml/2006/main">
              <a:ext uri="{FF2B5EF4-FFF2-40B4-BE49-F238E27FC236}">
                <a16:creationId xmlns:a16="http://schemas.microsoft.com/office/drawing/2014/main" id="{8060E68F-2F29-4EC5-AEDA-900C18327FC2}"/>
              </a:ext>
            </a:extLst>
          </p:cNvPr>
          <p:cNvSpPr>
            <a:spLocks xmlns:a="http://schemas.openxmlformats.org/drawingml/2006/main" noGrp="1"/>
          </p:cNvSpPr>
          <p:nvPr/>
        </p:nvSpPr>
        <p:spPr>
          <a:xfrm xmlns:a="http://schemas.openxmlformats.org/drawingml/2006/main">
            <a:off x="2589276"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1ABE8"/>
          </a:solidFill>
          <a:ln xmlns:a="http://schemas.openxmlformats.org/drawingml/2006/main" w="2205">
            <a:solidFill>
              <a:srgbClr val="FBFCFE"/>
            </a:solidFill>
            <a:prstDash val="solid"/>
          </a:ln>
        </p:spPr>
      </p:sp>
      <p:sp>
        <p:nvSpPr>
          <p:cNvPr id="937" name="Editable chart path">
            <a:extLst xmlns:a="http://schemas.openxmlformats.org/drawingml/2006/main">
              <a:ext uri="{FF2B5EF4-FFF2-40B4-BE49-F238E27FC236}">
                <a16:creationId xmlns:a16="http://schemas.microsoft.com/office/drawing/2014/main" id="{01A814F0-67CE-4678-9E60-9727984F3ABF}"/>
              </a:ext>
            </a:extLst>
          </p:cNvPr>
          <p:cNvSpPr>
            <a:spLocks xmlns:a="http://schemas.openxmlformats.org/drawingml/2006/main" noGrp="1"/>
          </p:cNvSpPr>
          <p:nvPr/>
        </p:nvSpPr>
        <p:spPr>
          <a:xfrm xmlns:a="http://schemas.openxmlformats.org/drawingml/2006/main">
            <a:off x="265141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38" name="Editable chart path">
            <a:extLst xmlns:a="http://schemas.openxmlformats.org/drawingml/2006/main">
              <a:ext uri="{FF2B5EF4-FFF2-40B4-BE49-F238E27FC236}">
                <a16:creationId xmlns:a16="http://schemas.microsoft.com/office/drawing/2014/main" id="{0E44509C-F72F-4582-B21B-D4193DD97252}"/>
              </a:ext>
            </a:extLst>
          </p:cNvPr>
          <p:cNvSpPr>
            <a:spLocks xmlns:a="http://schemas.openxmlformats.org/drawingml/2006/main" noGrp="1"/>
          </p:cNvSpPr>
          <p:nvPr/>
        </p:nvSpPr>
        <p:spPr>
          <a:xfrm xmlns:a="http://schemas.openxmlformats.org/drawingml/2006/main">
            <a:off x="265141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39" name="Editable chart path">
            <a:extLst xmlns:a="http://schemas.openxmlformats.org/drawingml/2006/main">
              <a:ext uri="{FF2B5EF4-FFF2-40B4-BE49-F238E27FC236}">
                <a16:creationId xmlns:a16="http://schemas.microsoft.com/office/drawing/2014/main" id="{BAA25D3D-EA36-455B-8386-E37EA4A7901D}"/>
              </a:ext>
            </a:extLst>
          </p:cNvPr>
          <p:cNvSpPr>
            <a:spLocks xmlns:a="http://schemas.openxmlformats.org/drawingml/2006/main" noGrp="1"/>
          </p:cNvSpPr>
          <p:nvPr/>
        </p:nvSpPr>
        <p:spPr>
          <a:xfrm xmlns:a="http://schemas.openxmlformats.org/drawingml/2006/main">
            <a:off x="265141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40" name="Editable chart path">
            <a:extLst xmlns:a="http://schemas.openxmlformats.org/drawingml/2006/main">
              <a:ext uri="{FF2B5EF4-FFF2-40B4-BE49-F238E27FC236}">
                <a16:creationId xmlns:a16="http://schemas.microsoft.com/office/drawing/2014/main" id="{4CD405BF-4F85-4F91-BDCA-98F31945F8FD}"/>
              </a:ext>
            </a:extLst>
          </p:cNvPr>
          <p:cNvSpPr>
            <a:spLocks xmlns:a="http://schemas.openxmlformats.org/drawingml/2006/main" noGrp="1"/>
          </p:cNvSpPr>
          <p:nvPr/>
        </p:nvSpPr>
        <p:spPr>
          <a:xfrm xmlns:a="http://schemas.openxmlformats.org/drawingml/2006/main">
            <a:off x="2651414"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41" name="Editable chart path">
            <a:extLst xmlns:a="http://schemas.openxmlformats.org/drawingml/2006/main">
              <a:ext uri="{FF2B5EF4-FFF2-40B4-BE49-F238E27FC236}">
                <a16:creationId xmlns:a16="http://schemas.microsoft.com/office/drawing/2014/main" id="{34B41780-A71F-4BF3-BBAB-8FD0B30549C4}"/>
              </a:ext>
            </a:extLst>
          </p:cNvPr>
          <p:cNvSpPr>
            <a:spLocks xmlns:a="http://schemas.openxmlformats.org/drawingml/2006/main" noGrp="1"/>
          </p:cNvSpPr>
          <p:nvPr/>
        </p:nvSpPr>
        <p:spPr>
          <a:xfrm xmlns:a="http://schemas.openxmlformats.org/drawingml/2006/main">
            <a:off x="265141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42" name="Editable chart path">
            <a:extLst xmlns:a="http://schemas.openxmlformats.org/drawingml/2006/main">
              <a:ext uri="{FF2B5EF4-FFF2-40B4-BE49-F238E27FC236}">
                <a16:creationId xmlns:a16="http://schemas.microsoft.com/office/drawing/2014/main" id="{4B3310B4-D7C1-40F6-AD2C-26AD8C7DD081}"/>
              </a:ext>
            </a:extLst>
          </p:cNvPr>
          <p:cNvSpPr>
            <a:spLocks xmlns:a="http://schemas.openxmlformats.org/drawingml/2006/main" noGrp="1"/>
          </p:cNvSpPr>
          <p:nvPr/>
        </p:nvSpPr>
        <p:spPr>
          <a:xfrm xmlns:a="http://schemas.openxmlformats.org/drawingml/2006/main">
            <a:off x="265141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43" name="Editable chart path">
            <a:extLst xmlns:a="http://schemas.openxmlformats.org/drawingml/2006/main">
              <a:ext uri="{FF2B5EF4-FFF2-40B4-BE49-F238E27FC236}">
                <a16:creationId xmlns:a16="http://schemas.microsoft.com/office/drawing/2014/main" id="{EE4AACB5-8745-432A-B715-5B485C53BCB9}"/>
              </a:ext>
            </a:extLst>
          </p:cNvPr>
          <p:cNvSpPr>
            <a:spLocks xmlns:a="http://schemas.openxmlformats.org/drawingml/2006/main" noGrp="1"/>
          </p:cNvSpPr>
          <p:nvPr/>
        </p:nvSpPr>
        <p:spPr>
          <a:xfrm xmlns:a="http://schemas.openxmlformats.org/drawingml/2006/main">
            <a:off x="265141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44" name="Editable chart path">
            <a:extLst xmlns:a="http://schemas.openxmlformats.org/drawingml/2006/main">
              <a:ext uri="{FF2B5EF4-FFF2-40B4-BE49-F238E27FC236}">
                <a16:creationId xmlns:a16="http://schemas.microsoft.com/office/drawing/2014/main" id="{8CD40FCF-D2D7-49B9-B640-44FB54588237}"/>
              </a:ext>
            </a:extLst>
          </p:cNvPr>
          <p:cNvSpPr>
            <a:spLocks xmlns:a="http://schemas.openxmlformats.org/drawingml/2006/main" noGrp="1"/>
          </p:cNvSpPr>
          <p:nvPr/>
        </p:nvSpPr>
        <p:spPr>
          <a:xfrm xmlns:a="http://schemas.openxmlformats.org/drawingml/2006/main">
            <a:off x="265141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45" name="Editable chart path">
            <a:extLst xmlns:a="http://schemas.openxmlformats.org/drawingml/2006/main">
              <a:ext uri="{FF2B5EF4-FFF2-40B4-BE49-F238E27FC236}">
                <a16:creationId xmlns:a16="http://schemas.microsoft.com/office/drawing/2014/main" id="{C4FD7478-D3E3-44E4-B41B-E574B4B2C248}"/>
              </a:ext>
            </a:extLst>
          </p:cNvPr>
          <p:cNvSpPr>
            <a:spLocks xmlns:a="http://schemas.openxmlformats.org/drawingml/2006/main" noGrp="1"/>
          </p:cNvSpPr>
          <p:nvPr/>
        </p:nvSpPr>
        <p:spPr>
          <a:xfrm xmlns:a="http://schemas.openxmlformats.org/drawingml/2006/main">
            <a:off x="265141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46" name="Editable chart path">
            <a:extLst xmlns:a="http://schemas.openxmlformats.org/drawingml/2006/main">
              <a:ext uri="{FF2B5EF4-FFF2-40B4-BE49-F238E27FC236}">
                <a16:creationId xmlns:a16="http://schemas.microsoft.com/office/drawing/2014/main" id="{3B7C1F56-7885-4B1D-AEEB-84793EE93FBD}"/>
              </a:ext>
            </a:extLst>
          </p:cNvPr>
          <p:cNvSpPr>
            <a:spLocks xmlns:a="http://schemas.openxmlformats.org/drawingml/2006/main" noGrp="1"/>
          </p:cNvSpPr>
          <p:nvPr/>
        </p:nvSpPr>
        <p:spPr>
          <a:xfrm xmlns:a="http://schemas.openxmlformats.org/drawingml/2006/main">
            <a:off x="265141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A5AA3"/>
          </a:solidFill>
          <a:ln xmlns:a="http://schemas.openxmlformats.org/drawingml/2006/main" w="2205">
            <a:solidFill>
              <a:srgbClr val="FBFCFE"/>
            </a:solidFill>
            <a:prstDash val="solid"/>
          </a:ln>
        </p:spPr>
      </p:sp>
      <p:sp>
        <p:nvSpPr>
          <p:cNvPr id="947" name="Editable chart path">
            <a:extLst xmlns:a="http://schemas.openxmlformats.org/drawingml/2006/main">
              <a:ext uri="{FF2B5EF4-FFF2-40B4-BE49-F238E27FC236}">
                <a16:creationId xmlns:a16="http://schemas.microsoft.com/office/drawing/2014/main" id="{2EF49FAB-D663-4D9B-AB39-2B0E162F34FA}"/>
              </a:ext>
            </a:extLst>
          </p:cNvPr>
          <p:cNvSpPr>
            <a:spLocks xmlns:a="http://schemas.openxmlformats.org/drawingml/2006/main" noGrp="1"/>
          </p:cNvSpPr>
          <p:nvPr/>
        </p:nvSpPr>
        <p:spPr>
          <a:xfrm xmlns:a="http://schemas.openxmlformats.org/drawingml/2006/main">
            <a:off x="2651414"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48" name="Editable chart path">
            <a:extLst xmlns:a="http://schemas.openxmlformats.org/drawingml/2006/main">
              <a:ext uri="{FF2B5EF4-FFF2-40B4-BE49-F238E27FC236}">
                <a16:creationId xmlns:a16="http://schemas.microsoft.com/office/drawing/2014/main" id="{FB9E12AD-8358-4B7C-889B-1AD691F2F406}"/>
              </a:ext>
            </a:extLst>
          </p:cNvPr>
          <p:cNvSpPr>
            <a:spLocks xmlns:a="http://schemas.openxmlformats.org/drawingml/2006/main" noGrp="1"/>
          </p:cNvSpPr>
          <p:nvPr/>
        </p:nvSpPr>
        <p:spPr>
          <a:xfrm xmlns:a="http://schemas.openxmlformats.org/drawingml/2006/main">
            <a:off x="2651414"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49" name="Editable chart path">
            <a:extLst xmlns:a="http://schemas.openxmlformats.org/drawingml/2006/main">
              <a:ext uri="{FF2B5EF4-FFF2-40B4-BE49-F238E27FC236}">
                <a16:creationId xmlns:a16="http://schemas.microsoft.com/office/drawing/2014/main" id="{5D27F759-154B-4B8D-A2CB-5FCFD072DD0D}"/>
              </a:ext>
            </a:extLst>
          </p:cNvPr>
          <p:cNvSpPr>
            <a:spLocks xmlns:a="http://schemas.openxmlformats.org/drawingml/2006/main" noGrp="1"/>
          </p:cNvSpPr>
          <p:nvPr/>
        </p:nvSpPr>
        <p:spPr>
          <a:xfrm xmlns:a="http://schemas.openxmlformats.org/drawingml/2006/main">
            <a:off x="2651414"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50" name="Editable chart path">
            <a:extLst xmlns:a="http://schemas.openxmlformats.org/drawingml/2006/main">
              <a:ext uri="{FF2B5EF4-FFF2-40B4-BE49-F238E27FC236}">
                <a16:creationId xmlns:a16="http://schemas.microsoft.com/office/drawing/2014/main" id="{666EBB5C-DECB-46B6-9E56-72BAD57CA064}"/>
              </a:ext>
            </a:extLst>
          </p:cNvPr>
          <p:cNvSpPr>
            <a:spLocks xmlns:a="http://schemas.openxmlformats.org/drawingml/2006/main" noGrp="1"/>
          </p:cNvSpPr>
          <p:nvPr/>
        </p:nvSpPr>
        <p:spPr>
          <a:xfrm xmlns:a="http://schemas.openxmlformats.org/drawingml/2006/main">
            <a:off x="2713551"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51" name="Editable chart path">
            <a:extLst xmlns:a="http://schemas.openxmlformats.org/drawingml/2006/main">
              <a:ext uri="{FF2B5EF4-FFF2-40B4-BE49-F238E27FC236}">
                <a16:creationId xmlns:a16="http://schemas.microsoft.com/office/drawing/2014/main" id="{1D274AF9-4C0E-4298-9683-C8D16073F66D}"/>
              </a:ext>
            </a:extLst>
          </p:cNvPr>
          <p:cNvSpPr>
            <a:spLocks xmlns:a="http://schemas.openxmlformats.org/drawingml/2006/main" noGrp="1"/>
          </p:cNvSpPr>
          <p:nvPr/>
        </p:nvSpPr>
        <p:spPr>
          <a:xfrm xmlns:a="http://schemas.openxmlformats.org/drawingml/2006/main">
            <a:off x="2713551"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52" name="Editable chart path">
            <a:extLst xmlns:a="http://schemas.openxmlformats.org/drawingml/2006/main">
              <a:ext uri="{FF2B5EF4-FFF2-40B4-BE49-F238E27FC236}">
                <a16:creationId xmlns:a16="http://schemas.microsoft.com/office/drawing/2014/main" id="{3F7449CF-9644-4245-90D2-239F0642D942}"/>
              </a:ext>
            </a:extLst>
          </p:cNvPr>
          <p:cNvSpPr>
            <a:spLocks xmlns:a="http://schemas.openxmlformats.org/drawingml/2006/main" noGrp="1"/>
          </p:cNvSpPr>
          <p:nvPr/>
        </p:nvSpPr>
        <p:spPr>
          <a:xfrm xmlns:a="http://schemas.openxmlformats.org/drawingml/2006/main">
            <a:off x="2713551"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53" name="Editable chart path">
            <a:extLst xmlns:a="http://schemas.openxmlformats.org/drawingml/2006/main">
              <a:ext uri="{FF2B5EF4-FFF2-40B4-BE49-F238E27FC236}">
                <a16:creationId xmlns:a16="http://schemas.microsoft.com/office/drawing/2014/main" id="{53B3166A-5BD1-4306-9D74-761A597A3B61}"/>
              </a:ext>
            </a:extLst>
          </p:cNvPr>
          <p:cNvSpPr>
            <a:spLocks xmlns:a="http://schemas.openxmlformats.org/drawingml/2006/main" noGrp="1"/>
          </p:cNvSpPr>
          <p:nvPr/>
        </p:nvSpPr>
        <p:spPr>
          <a:xfrm xmlns:a="http://schemas.openxmlformats.org/drawingml/2006/main">
            <a:off x="2713551"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54" name="Editable chart path">
            <a:extLst xmlns:a="http://schemas.openxmlformats.org/drawingml/2006/main">
              <a:ext uri="{FF2B5EF4-FFF2-40B4-BE49-F238E27FC236}">
                <a16:creationId xmlns:a16="http://schemas.microsoft.com/office/drawing/2014/main" id="{184E1788-1F7F-41CB-A1D3-9B13234D3CEF}"/>
              </a:ext>
            </a:extLst>
          </p:cNvPr>
          <p:cNvSpPr>
            <a:spLocks xmlns:a="http://schemas.openxmlformats.org/drawingml/2006/main" noGrp="1"/>
          </p:cNvSpPr>
          <p:nvPr/>
        </p:nvSpPr>
        <p:spPr>
          <a:xfrm xmlns:a="http://schemas.openxmlformats.org/drawingml/2006/main">
            <a:off x="271355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55" name="Editable chart path">
            <a:extLst xmlns:a="http://schemas.openxmlformats.org/drawingml/2006/main">
              <a:ext uri="{FF2B5EF4-FFF2-40B4-BE49-F238E27FC236}">
                <a16:creationId xmlns:a16="http://schemas.microsoft.com/office/drawing/2014/main" id="{04841BDF-E167-46FA-B89B-2DFC7288A9A2}"/>
              </a:ext>
            </a:extLst>
          </p:cNvPr>
          <p:cNvSpPr>
            <a:spLocks xmlns:a="http://schemas.openxmlformats.org/drawingml/2006/main" noGrp="1"/>
          </p:cNvSpPr>
          <p:nvPr/>
        </p:nvSpPr>
        <p:spPr>
          <a:xfrm xmlns:a="http://schemas.openxmlformats.org/drawingml/2006/main">
            <a:off x="271355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56" name="Editable chart path">
            <a:extLst xmlns:a="http://schemas.openxmlformats.org/drawingml/2006/main">
              <a:ext uri="{FF2B5EF4-FFF2-40B4-BE49-F238E27FC236}">
                <a16:creationId xmlns:a16="http://schemas.microsoft.com/office/drawing/2014/main" id="{4038B7ED-9707-4C8A-A0BF-AAA82F3A30D1}"/>
              </a:ext>
            </a:extLst>
          </p:cNvPr>
          <p:cNvSpPr>
            <a:spLocks xmlns:a="http://schemas.openxmlformats.org/drawingml/2006/main" noGrp="1"/>
          </p:cNvSpPr>
          <p:nvPr/>
        </p:nvSpPr>
        <p:spPr>
          <a:xfrm xmlns:a="http://schemas.openxmlformats.org/drawingml/2006/main">
            <a:off x="271355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57" name="Editable chart path">
            <a:extLst xmlns:a="http://schemas.openxmlformats.org/drawingml/2006/main">
              <a:ext uri="{FF2B5EF4-FFF2-40B4-BE49-F238E27FC236}">
                <a16:creationId xmlns:a16="http://schemas.microsoft.com/office/drawing/2014/main" id="{A05B3FA7-5C74-46AF-A4C6-543490CAD11B}"/>
              </a:ext>
            </a:extLst>
          </p:cNvPr>
          <p:cNvSpPr>
            <a:spLocks xmlns:a="http://schemas.openxmlformats.org/drawingml/2006/main" noGrp="1"/>
          </p:cNvSpPr>
          <p:nvPr/>
        </p:nvSpPr>
        <p:spPr>
          <a:xfrm xmlns:a="http://schemas.openxmlformats.org/drawingml/2006/main">
            <a:off x="271355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58" name="Editable chart path">
            <a:extLst xmlns:a="http://schemas.openxmlformats.org/drawingml/2006/main">
              <a:ext uri="{FF2B5EF4-FFF2-40B4-BE49-F238E27FC236}">
                <a16:creationId xmlns:a16="http://schemas.microsoft.com/office/drawing/2014/main" id="{521746EC-4DB4-4D19-A871-AC1FB95963D2}"/>
              </a:ext>
            </a:extLst>
          </p:cNvPr>
          <p:cNvSpPr>
            <a:spLocks xmlns:a="http://schemas.openxmlformats.org/drawingml/2006/main" noGrp="1"/>
          </p:cNvSpPr>
          <p:nvPr/>
        </p:nvSpPr>
        <p:spPr>
          <a:xfrm xmlns:a="http://schemas.openxmlformats.org/drawingml/2006/main">
            <a:off x="271355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59" name="Editable chart path">
            <a:extLst xmlns:a="http://schemas.openxmlformats.org/drawingml/2006/main">
              <a:ext uri="{FF2B5EF4-FFF2-40B4-BE49-F238E27FC236}">
                <a16:creationId xmlns:a16="http://schemas.microsoft.com/office/drawing/2014/main" id="{C58AFFD2-BDFC-474E-A185-AD34DF359668}"/>
              </a:ext>
            </a:extLst>
          </p:cNvPr>
          <p:cNvSpPr>
            <a:spLocks xmlns:a="http://schemas.openxmlformats.org/drawingml/2006/main" noGrp="1"/>
          </p:cNvSpPr>
          <p:nvPr/>
        </p:nvSpPr>
        <p:spPr>
          <a:xfrm xmlns:a="http://schemas.openxmlformats.org/drawingml/2006/main">
            <a:off x="271355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A5AA3"/>
          </a:solidFill>
          <a:ln xmlns:a="http://schemas.openxmlformats.org/drawingml/2006/main" w="2205">
            <a:solidFill>
              <a:srgbClr val="FBFCFE"/>
            </a:solidFill>
            <a:prstDash val="solid"/>
          </a:ln>
        </p:spPr>
      </p:sp>
      <p:sp>
        <p:nvSpPr>
          <p:cNvPr id="960" name="Editable chart path">
            <a:extLst xmlns:a="http://schemas.openxmlformats.org/drawingml/2006/main">
              <a:ext uri="{FF2B5EF4-FFF2-40B4-BE49-F238E27FC236}">
                <a16:creationId xmlns:a16="http://schemas.microsoft.com/office/drawing/2014/main" id="{32EFD5A0-1514-4A75-9510-50FFD693062B}"/>
              </a:ext>
            </a:extLst>
          </p:cNvPr>
          <p:cNvSpPr>
            <a:spLocks xmlns:a="http://schemas.openxmlformats.org/drawingml/2006/main" noGrp="1"/>
          </p:cNvSpPr>
          <p:nvPr/>
        </p:nvSpPr>
        <p:spPr>
          <a:xfrm xmlns:a="http://schemas.openxmlformats.org/drawingml/2006/main">
            <a:off x="2713551"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61" name="Editable chart path">
            <a:extLst xmlns:a="http://schemas.openxmlformats.org/drawingml/2006/main">
              <a:ext uri="{FF2B5EF4-FFF2-40B4-BE49-F238E27FC236}">
                <a16:creationId xmlns:a16="http://schemas.microsoft.com/office/drawing/2014/main" id="{F0409830-AC06-4AB9-9E10-6D309F86B621}"/>
              </a:ext>
            </a:extLst>
          </p:cNvPr>
          <p:cNvSpPr>
            <a:spLocks xmlns:a="http://schemas.openxmlformats.org/drawingml/2006/main" noGrp="1"/>
          </p:cNvSpPr>
          <p:nvPr/>
        </p:nvSpPr>
        <p:spPr>
          <a:xfrm xmlns:a="http://schemas.openxmlformats.org/drawingml/2006/main">
            <a:off x="2713551"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62" name="Editable chart path">
            <a:extLst xmlns:a="http://schemas.openxmlformats.org/drawingml/2006/main">
              <a:ext uri="{FF2B5EF4-FFF2-40B4-BE49-F238E27FC236}">
                <a16:creationId xmlns:a16="http://schemas.microsoft.com/office/drawing/2014/main" id="{300C85D2-1751-455F-B0EC-49D0C7207F0D}"/>
              </a:ext>
            </a:extLst>
          </p:cNvPr>
          <p:cNvSpPr>
            <a:spLocks xmlns:a="http://schemas.openxmlformats.org/drawingml/2006/main" noGrp="1"/>
          </p:cNvSpPr>
          <p:nvPr/>
        </p:nvSpPr>
        <p:spPr>
          <a:xfrm xmlns:a="http://schemas.openxmlformats.org/drawingml/2006/main">
            <a:off x="2713551"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63" name="Editable chart path">
            <a:extLst xmlns:a="http://schemas.openxmlformats.org/drawingml/2006/main">
              <a:ext uri="{FF2B5EF4-FFF2-40B4-BE49-F238E27FC236}">
                <a16:creationId xmlns:a16="http://schemas.microsoft.com/office/drawing/2014/main" id="{7990EE6F-3B7A-4627-B3B0-29CDC1746718}"/>
              </a:ext>
            </a:extLst>
          </p:cNvPr>
          <p:cNvSpPr>
            <a:spLocks xmlns:a="http://schemas.openxmlformats.org/drawingml/2006/main" noGrp="1"/>
          </p:cNvSpPr>
          <p:nvPr/>
        </p:nvSpPr>
        <p:spPr>
          <a:xfrm xmlns:a="http://schemas.openxmlformats.org/drawingml/2006/main">
            <a:off x="2775689"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64" name="Editable chart path">
            <a:extLst xmlns:a="http://schemas.openxmlformats.org/drawingml/2006/main">
              <a:ext uri="{FF2B5EF4-FFF2-40B4-BE49-F238E27FC236}">
                <a16:creationId xmlns:a16="http://schemas.microsoft.com/office/drawing/2014/main" id="{B4ADB756-1BAB-479C-AE29-D2AB5AF82A16}"/>
              </a:ext>
            </a:extLst>
          </p:cNvPr>
          <p:cNvSpPr>
            <a:spLocks xmlns:a="http://schemas.openxmlformats.org/drawingml/2006/main" noGrp="1"/>
          </p:cNvSpPr>
          <p:nvPr/>
        </p:nvSpPr>
        <p:spPr>
          <a:xfrm xmlns:a="http://schemas.openxmlformats.org/drawingml/2006/main">
            <a:off x="277568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65" name="Editable chart path">
            <a:extLst xmlns:a="http://schemas.openxmlformats.org/drawingml/2006/main">
              <a:ext uri="{FF2B5EF4-FFF2-40B4-BE49-F238E27FC236}">
                <a16:creationId xmlns:a16="http://schemas.microsoft.com/office/drawing/2014/main" id="{5D319F60-B889-4981-9C92-E503DD46BD7C}"/>
              </a:ext>
            </a:extLst>
          </p:cNvPr>
          <p:cNvSpPr>
            <a:spLocks xmlns:a="http://schemas.openxmlformats.org/drawingml/2006/main" noGrp="1"/>
          </p:cNvSpPr>
          <p:nvPr/>
        </p:nvSpPr>
        <p:spPr>
          <a:xfrm xmlns:a="http://schemas.openxmlformats.org/drawingml/2006/main">
            <a:off x="277568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66" name="Editable chart path">
            <a:extLst xmlns:a="http://schemas.openxmlformats.org/drawingml/2006/main">
              <a:ext uri="{FF2B5EF4-FFF2-40B4-BE49-F238E27FC236}">
                <a16:creationId xmlns:a16="http://schemas.microsoft.com/office/drawing/2014/main" id="{275A7E4B-94BD-4147-83E3-3F9FAC5C153F}"/>
              </a:ext>
            </a:extLst>
          </p:cNvPr>
          <p:cNvSpPr>
            <a:spLocks xmlns:a="http://schemas.openxmlformats.org/drawingml/2006/main" noGrp="1"/>
          </p:cNvSpPr>
          <p:nvPr/>
        </p:nvSpPr>
        <p:spPr>
          <a:xfrm xmlns:a="http://schemas.openxmlformats.org/drawingml/2006/main">
            <a:off x="277568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67" name="Editable chart path">
            <a:extLst xmlns:a="http://schemas.openxmlformats.org/drawingml/2006/main">
              <a:ext uri="{FF2B5EF4-FFF2-40B4-BE49-F238E27FC236}">
                <a16:creationId xmlns:a16="http://schemas.microsoft.com/office/drawing/2014/main" id="{129FD334-22ED-4923-AD80-8D37B317BDC5}"/>
              </a:ext>
            </a:extLst>
          </p:cNvPr>
          <p:cNvSpPr>
            <a:spLocks xmlns:a="http://schemas.openxmlformats.org/drawingml/2006/main" noGrp="1"/>
          </p:cNvSpPr>
          <p:nvPr/>
        </p:nvSpPr>
        <p:spPr>
          <a:xfrm xmlns:a="http://schemas.openxmlformats.org/drawingml/2006/main">
            <a:off x="277568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68" name="Editable chart path">
            <a:extLst xmlns:a="http://schemas.openxmlformats.org/drawingml/2006/main">
              <a:ext uri="{FF2B5EF4-FFF2-40B4-BE49-F238E27FC236}">
                <a16:creationId xmlns:a16="http://schemas.microsoft.com/office/drawing/2014/main" id="{C741FC5F-079E-4D47-A0B6-EC7C0D0DC413}"/>
              </a:ext>
            </a:extLst>
          </p:cNvPr>
          <p:cNvSpPr>
            <a:spLocks xmlns:a="http://schemas.openxmlformats.org/drawingml/2006/main" noGrp="1"/>
          </p:cNvSpPr>
          <p:nvPr/>
        </p:nvSpPr>
        <p:spPr>
          <a:xfrm xmlns:a="http://schemas.openxmlformats.org/drawingml/2006/main">
            <a:off x="277568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69" name="Editable chart path">
            <a:extLst xmlns:a="http://schemas.openxmlformats.org/drawingml/2006/main">
              <a:ext uri="{FF2B5EF4-FFF2-40B4-BE49-F238E27FC236}">
                <a16:creationId xmlns:a16="http://schemas.microsoft.com/office/drawing/2014/main" id="{A233C6A0-2F3C-4FFA-BA11-29AA4112ADAE}"/>
              </a:ext>
            </a:extLst>
          </p:cNvPr>
          <p:cNvSpPr>
            <a:spLocks xmlns:a="http://schemas.openxmlformats.org/drawingml/2006/main" noGrp="1"/>
          </p:cNvSpPr>
          <p:nvPr/>
        </p:nvSpPr>
        <p:spPr>
          <a:xfrm xmlns:a="http://schemas.openxmlformats.org/drawingml/2006/main">
            <a:off x="277568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70" name="Editable chart path">
            <a:extLst xmlns:a="http://schemas.openxmlformats.org/drawingml/2006/main">
              <a:ext uri="{FF2B5EF4-FFF2-40B4-BE49-F238E27FC236}">
                <a16:creationId xmlns:a16="http://schemas.microsoft.com/office/drawing/2014/main" id="{511D388A-F89E-4FAB-801A-CCEE2B64E2A5}"/>
              </a:ext>
            </a:extLst>
          </p:cNvPr>
          <p:cNvSpPr>
            <a:spLocks xmlns:a="http://schemas.openxmlformats.org/drawingml/2006/main" noGrp="1"/>
          </p:cNvSpPr>
          <p:nvPr/>
        </p:nvSpPr>
        <p:spPr>
          <a:xfrm xmlns:a="http://schemas.openxmlformats.org/drawingml/2006/main">
            <a:off x="277568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71" name="Editable chart path">
            <a:extLst xmlns:a="http://schemas.openxmlformats.org/drawingml/2006/main">
              <a:ext uri="{FF2B5EF4-FFF2-40B4-BE49-F238E27FC236}">
                <a16:creationId xmlns:a16="http://schemas.microsoft.com/office/drawing/2014/main" id="{1796C5F8-83B5-4D40-826D-33185DA881C6}"/>
              </a:ext>
            </a:extLst>
          </p:cNvPr>
          <p:cNvSpPr>
            <a:spLocks xmlns:a="http://schemas.openxmlformats.org/drawingml/2006/main" noGrp="1"/>
          </p:cNvSpPr>
          <p:nvPr/>
        </p:nvSpPr>
        <p:spPr>
          <a:xfrm xmlns:a="http://schemas.openxmlformats.org/drawingml/2006/main">
            <a:off x="277568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72" name="Editable chart path">
            <a:extLst xmlns:a="http://schemas.openxmlformats.org/drawingml/2006/main">
              <a:ext uri="{FF2B5EF4-FFF2-40B4-BE49-F238E27FC236}">
                <a16:creationId xmlns:a16="http://schemas.microsoft.com/office/drawing/2014/main" id="{29BA13F4-61F8-4BEF-B8D4-3A89FA65764E}"/>
              </a:ext>
            </a:extLst>
          </p:cNvPr>
          <p:cNvSpPr>
            <a:spLocks xmlns:a="http://schemas.openxmlformats.org/drawingml/2006/main" noGrp="1"/>
          </p:cNvSpPr>
          <p:nvPr/>
        </p:nvSpPr>
        <p:spPr>
          <a:xfrm xmlns:a="http://schemas.openxmlformats.org/drawingml/2006/main">
            <a:off x="277568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B3973"/>
          </a:solidFill>
          <a:ln xmlns:a="http://schemas.openxmlformats.org/drawingml/2006/main" w="2205">
            <a:solidFill>
              <a:srgbClr val="FBFCFE"/>
            </a:solidFill>
            <a:prstDash val="solid"/>
          </a:ln>
        </p:spPr>
      </p:sp>
      <p:sp>
        <p:nvSpPr>
          <p:cNvPr id="973" name="Editable chart path">
            <a:extLst xmlns:a="http://schemas.openxmlformats.org/drawingml/2006/main">
              <a:ext uri="{FF2B5EF4-FFF2-40B4-BE49-F238E27FC236}">
                <a16:creationId xmlns:a16="http://schemas.microsoft.com/office/drawing/2014/main" id="{A2EE30E4-2A42-428E-88CF-9C80F60E62EC}"/>
              </a:ext>
            </a:extLst>
          </p:cNvPr>
          <p:cNvSpPr>
            <a:spLocks xmlns:a="http://schemas.openxmlformats.org/drawingml/2006/main" noGrp="1"/>
          </p:cNvSpPr>
          <p:nvPr/>
        </p:nvSpPr>
        <p:spPr>
          <a:xfrm xmlns:a="http://schemas.openxmlformats.org/drawingml/2006/main">
            <a:off x="277568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974" name="Editable chart path">
            <a:extLst xmlns:a="http://schemas.openxmlformats.org/drawingml/2006/main">
              <a:ext uri="{FF2B5EF4-FFF2-40B4-BE49-F238E27FC236}">
                <a16:creationId xmlns:a16="http://schemas.microsoft.com/office/drawing/2014/main" id="{143770F1-E149-4736-9B6B-3825EC14F3FD}"/>
              </a:ext>
            </a:extLst>
          </p:cNvPr>
          <p:cNvSpPr>
            <a:spLocks xmlns:a="http://schemas.openxmlformats.org/drawingml/2006/main" noGrp="1"/>
          </p:cNvSpPr>
          <p:nvPr/>
        </p:nvSpPr>
        <p:spPr>
          <a:xfrm xmlns:a="http://schemas.openxmlformats.org/drawingml/2006/main">
            <a:off x="277568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975" name="Editable chart path">
            <a:extLst xmlns:a="http://schemas.openxmlformats.org/drawingml/2006/main">
              <a:ext uri="{FF2B5EF4-FFF2-40B4-BE49-F238E27FC236}">
                <a16:creationId xmlns:a16="http://schemas.microsoft.com/office/drawing/2014/main" id="{422AAA05-AA5B-4049-B101-C1E2FD329963}"/>
              </a:ext>
            </a:extLst>
          </p:cNvPr>
          <p:cNvSpPr>
            <a:spLocks xmlns:a="http://schemas.openxmlformats.org/drawingml/2006/main" noGrp="1"/>
          </p:cNvSpPr>
          <p:nvPr/>
        </p:nvSpPr>
        <p:spPr>
          <a:xfrm xmlns:a="http://schemas.openxmlformats.org/drawingml/2006/main">
            <a:off x="2775689"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976" name="Editable chart path">
            <a:extLst xmlns:a="http://schemas.openxmlformats.org/drawingml/2006/main">
              <a:ext uri="{FF2B5EF4-FFF2-40B4-BE49-F238E27FC236}">
                <a16:creationId xmlns:a16="http://schemas.microsoft.com/office/drawing/2014/main" id="{4DDC6ACE-CAC1-491D-80CA-8BDE26839134}"/>
              </a:ext>
            </a:extLst>
          </p:cNvPr>
          <p:cNvSpPr>
            <a:spLocks xmlns:a="http://schemas.openxmlformats.org/drawingml/2006/main" noGrp="1"/>
          </p:cNvSpPr>
          <p:nvPr/>
        </p:nvSpPr>
        <p:spPr>
          <a:xfrm xmlns:a="http://schemas.openxmlformats.org/drawingml/2006/main">
            <a:off x="2775689"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77" name="Editable chart path">
            <a:extLst xmlns:a="http://schemas.openxmlformats.org/drawingml/2006/main">
              <a:ext uri="{FF2B5EF4-FFF2-40B4-BE49-F238E27FC236}">
                <a16:creationId xmlns:a16="http://schemas.microsoft.com/office/drawing/2014/main" id="{58C2B26C-867B-4B3C-A4D9-1B0E2B0417F1}"/>
              </a:ext>
            </a:extLst>
          </p:cNvPr>
          <p:cNvSpPr>
            <a:spLocks xmlns:a="http://schemas.openxmlformats.org/drawingml/2006/main" noGrp="1"/>
          </p:cNvSpPr>
          <p:nvPr/>
        </p:nvSpPr>
        <p:spPr>
          <a:xfrm xmlns:a="http://schemas.openxmlformats.org/drawingml/2006/main">
            <a:off x="2775689"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78" name="Editable chart path">
            <a:extLst xmlns:a="http://schemas.openxmlformats.org/drawingml/2006/main">
              <a:ext uri="{FF2B5EF4-FFF2-40B4-BE49-F238E27FC236}">
                <a16:creationId xmlns:a16="http://schemas.microsoft.com/office/drawing/2014/main" id="{844CC6EA-C4D1-4A23-A7B6-3C38D355F277}"/>
              </a:ext>
            </a:extLst>
          </p:cNvPr>
          <p:cNvSpPr>
            <a:spLocks xmlns:a="http://schemas.openxmlformats.org/drawingml/2006/main" noGrp="1"/>
          </p:cNvSpPr>
          <p:nvPr/>
        </p:nvSpPr>
        <p:spPr>
          <a:xfrm xmlns:a="http://schemas.openxmlformats.org/drawingml/2006/main">
            <a:off x="2775689"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263AE"/>
          </a:solidFill>
          <a:ln xmlns:a="http://schemas.openxmlformats.org/drawingml/2006/main" w="2205">
            <a:solidFill>
              <a:srgbClr val="FBFCFE"/>
            </a:solidFill>
            <a:prstDash val="solid"/>
          </a:ln>
        </p:spPr>
      </p:sp>
      <p:sp>
        <p:nvSpPr>
          <p:cNvPr id="979" name="Editable chart path">
            <a:extLst xmlns:a="http://schemas.openxmlformats.org/drawingml/2006/main">
              <a:ext uri="{FF2B5EF4-FFF2-40B4-BE49-F238E27FC236}">
                <a16:creationId xmlns:a16="http://schemas.microsoft.com/office/drawing/2014/main" id="{737C225D-BDF6-4C42-A071-7E94D35CC384}"/>
              </a:ext>
            </a:extLst>
          </p:cNvPr>
          <p:cNvSpPr>
            <a:spLocks xmlns:a="http://schemas.openxmlformats.org/drawingml/2006/main" noGrp="1"/>
          </p:cNvSpPr>
          <p:nvPr/>
        </p:nvSpPr>
        <p:spPr>
          <a:xfrm xmlns:a="http://schemas.openxmlformats.org/drawingml/2006/main">
            <a:off x="2837827"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80" name="Editable chart path">
            <a:extLst xmlns:a="http://schemas.openxmlformats.org/drawingml/2006/main">
              <a:ext uri="{FF2B5EF4-FFF2-40B4-BE49-F238E27FC236}">
                <a16:creationId xmlns:a16="http://schemas.microsoft.com/office/drawing/2014/main" id="{F4A2C422-3838-4136-AE8D-F478C1184E12}"/>
              </a:ext>
            </a:extLst>
          </p:cNvPr>
          <p:cNvSpPr>
            <a:spLocks xmlns:a="http://schemas.openxmlformats.org/drawingml/2006/main" noGrp="1"/>
          </p:cNvSpPr>
          <p:nvPr/>
        </p:nvSpPr>
        <p:spPr>
          <a:xfrm xmlns:a="http://schemas.openxmlformats.org/drawingml/2006/main">
            <a:off x="283782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81" name="Editable chart path">
            <a:extLst xmlns:a="http://schemas.openxmlformats.org/drawingml/2006/main">
              <a:ext uri="{FF2B5EF4-FFF2-40B4-BE49-F238E27FC236}">
                <a16:creationId xmlns:a16="http://schemas.microsoft.com/office/drawing/2014/main" id="{59C8BF9D-A79F-42EE-8B97-9FCBAB651599}"/>
              </a:ext>
            </a:extLst>
          </p:cNvPr>
          <p:cNvSpPr>
            <a:spLocks xmlns:a="http://schemas.openxmlformats.org/drawingml/2006/main" noGrp="1"/>
          </p:cNvSpPr>
          <p:nvPr/>
        </p:nvSpPr>
        <p:spPr>
          <a:xfrm xmlns:a="http://schemas.openxmlformats.org/drawingml/2006/main">
            <a:off x="2837827"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82" name="Editable chart path">
            <a:extLst xmlns:a="http://schemas.openxmlformats.org/drawingml/2006/main">
              <a:ext uri="{FF2B5EF4-FFF2-40B4-BE49-F238E27FC236}">
                <a16:creationId xmlns:a16="http://schemas.microsoft.com/office/drawing/2014/main" id="{181CADA8-1FAA-4575-BD9C-58F0521243E1}"/>
              </a:ext>
            </a:extLst>
          </p:cNvPr>
          <p:cNvSpPr>
            <a:spLocks xmlns:a="http://schemas.openxmlformats.org/drawingml/2006/main" noGrp="1"/>
          </p:cNvSpPr>
          <p:nvPr/>
        </p:nvSpPr>
        <p:spPr>
          <a:xfrm xmlns:a="http://schemas.openxmlformats.org/drawingml/2006/main">
            <a:off x="283782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83" name="Editable chart path">
            <a:extLst xmlns:a="http://schemas.openxmlformats.org/drawingml/2006/main">
              <a:ext uri="{FF2B5EF4-FFF2-40B4-BE49-F238E27FC236}">
                <a16:creationId xmlns:a16="http://schemas.microsoft.com/office/drawing/2014/main" id="{B3A628A6-D853-45BE-ADA7-D0FCC3A9091E}"/>
              </a:ext>
            </a:extLst>
          </p:cNvPr>
          <p:cNvSpPr>
            <a:spLocks xmlns:a="http://schemas.openxmlformats.org/drawingml/2006/main" noGrp="1"/>
          </p:cNvSpPr>
          <p:nvPr/>
        </p:nvSpPr>
        <p:spPr>
          <a:xfrm xmlns:a="http://schemas.openxmlformats.org/drawingml/2006/main">
            <a:off x="283782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84" name="Editable chart path">
            <a:extLst xmlns:a="http://schemas.openxmlformats.org/drawingml/2006/main">
              <a:ext uri="{FF2B5EF4-FFF2-40B4-BE49-F238E27FC236}">
                <a16:creationId xmlns:a16="http://schemas.microsoft.com/office/drawing/2014/main" id="{624E66A7-0F59-4346-9F11-3464494E2B1F}"/>
              </a:ext>
            </a:extLst>
          </p:cNvPr>
          <p:cNvSpPr>
            <a:spLocks xmlns:a="http://schemas.openxmlformats.org/drawingml/2006/main" noGrp="1"/>
          </p:cNvSpPr>
          <p:nvPr/>
        </p:nvSpPr>
        <p:spPr>
          <a:xfrm xmlns:a="http://schemas.openxmlformats.org/drawingml/2006/main">
            <a:off x="283782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85" name="Editable chart path">
            <a:extLst xmlns:a="http://schemas.openxmlformats.org/drawingml/2006/main">
              <a:ext uri="{FF2B5EF4-FFF2-40B4-BE49-F238E27FC236}">
                <a16:creationId xmlns:a16="http://schemas.microsoft.com/office/drawing/2014/main" id="{4BCB3716-776E-4A75-B5AF-084FB83CE466}"/>
              </a:ext>
            </a:extLst>
          </p:cNvPr>
          <p:cNvSpPr>
            <a:spLocks xmlns:a="http://schemas.openxmlformats.org/drawingml/2006/main" noGrp="1"/>
          </p:cNvSpPr>
          <p:nvPr/>
        </p:nvSpPr>
        <p:spPr>
          <a:xfrm xmlns:a="http://schemas.openxmlformats.org/drawingml/2006/main">
            <a:off x="283782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86" name="Editable chart path">
            <a:extLst xmlns:a="http://schemas.openxmlformats.org/drawingml/2006/main">
              <a:ext uri="{FF2B5EF4-FFF2-40B4-BE49-F238E27FC236}">
                <a16:creationId xmlns:a16="http://schemas.microsoft.com/office/drawing/2014/main" id="{DFBC78B7-2DAF-4084-8BA4-4FF255BFFC59}"/>
              </a:ext>
            </a:extLst>
          </p:cNvPr>
          <p:cNvSpPr>
            <a:spLocks xmlns:a="http://schemas.openxmlformats.org/drawingml/2006/main" noGrp="1"/>
          </p:cNvSpPr>
          <p:nvPr/>
        </p:nvSpPr>
        <p:spPr>
          <a:xfrm xmlns:a="http://schemas.openxmlformats.org/drawingml/2006/main">
            <a:off x="283782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D3D78"/>
          </a:solidFill>
          <a:ln xmlns:a="http://schemas.openxmlformats.org/drawingml/2006/main" w="2205">
            <a:solidFill>
              <a:srgbClr val="FBFCFE"/>
            </a:solidFill>
            <a:prstDash val="solid"/>
          </a:ln>
        </p:spPr>
      </p:sp>
      <p:sp>
        <p:nvSpPr>
          <p:cNvPr id="987" name="Editable chart path">
            <a:extLst xmlns:a="http://schemas.openxmlformats.org/drawingml/2006/main">
              <a:ext uri="{FF2B5EF4-FFF2-40B4-BE49-F238E27FC236}">
                <a16:creationId xmlns:a16="http://schemas.microsoft.com/office/drawing/2014/main" id="{B45E9A70-BF85-4FA9-93D5-C36930C4048E}"/>
              </a:ext>
            </a:extLst>
          </p:cNvPr>
          <p:cNvSpPr>
            <a:spLocks xmlns:a="http://schemas.openxmlformats.org/drawingml/2006/main" noGrp="1"/>
          </p:cNvSpPr>
          <p:nvPr/>
        </p:nvSpPr>
        <p:spPr>
          <a:xfrm xmlns:a="http://schemas.openxmlformats.org/drawingml/2006/main">
            <a:off x="283782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B3973"/>
          </a:solidFill>
          <a:ln xmlns:a="http://schemas.openxmlformats.org/drawingml/2006/main" w="2205">
            <a:solidFill>
              <a:srgbClr val="FBFCFE"/>
            </a:solidFill>
            <a:prstDash val="solid"/>
          </a:ln>
        </p:spPr>
      </p:sp>
      <p:sp>
        <p:nvSpPr>
          <p:cNvPr id="988" name="Editable chart path">
            <a:extLst xmlns:a="http://schemas.openxmlformats.org/drawingml/2006/main">
              <a:ext uri="{FF2B5EF4-FFF2-40B4-BE49-F238E27FC236}">
                <a16:creationId xmlns:a16="http://schemas.microsoft.com/office/drawing/2014/main" id="{2422DD5D-55D6-4103-9B49-D784005C5713}"/>
              </a:ext>
            </a:extLst>
          </p:cNvPr>
          <p:cNvSpPr>
            <a:spLocks xmlns:a="http://schemas.openxmlformats.org/drawingml/2006/main" noGrp="1"/>
          </p:cNvSpPr>
          <p:nvPr/>
        </p:nvSpPr>
        <p:spPr>
          <a:xfrm xmlns:a="http://schemas.openxmlformats.org/drawingml/2006/main">
            <a:off x="283782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B3973"/>
          </a:solidFill>
          <a:ln xmlns:a="http://schemas.openxmlformats.org/drawingml/2006/main" w="2205">
            <a:solidFill>
              <a:srgbClr val="FBFCFE"/>
            </a:solidFill>
            <a:prstDash val="solid"/>
          </a:ln>
        </p:spPr>
      </p:sp>
      <p:sp>
        <p:nvSpPr>
          <p:cNvPr id="989" name="Editable chart path">
            <a:extLst xmlns:a="http://schemas.openxmlformats.org/drawingml/2006/main">
              <a:ext uri="{FF2B5EF4-FFF2-40B4-BE49-F238E27FC236}">
                <a16:creationId xmlns:a16="http://schemas.microsoft.com/office/drawing/2014/main" id="{10959E1F-BFF8-4710-97AC-71F5F88F2DE1}"/>
              </a:ext>
            </a:extLst>
          </p:cNvPr>
          <p:cNvSpPr>
            <a:spLocks xmlns:a="http://schemas.openxmlformats.org/drawingml/2006/main" noGrp="1"/>
          </p:cNvSpPr>
          <p:nvPr/>
        </p:nvSpPr>
        <p:spPr>
          <a:xfrm xmlns:a="http://schemas.openxmlformats.org/drawingml/2006/main">
            <a:off x="283782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B3973"/>
          </a:solidFill>
          <a:ln xmlns:a="http://schemas.openxmlformats.org/drawingml/2006/main" w="2205">
            <a:solidFill>
              <a:srgbClr val="FBFCFE"/>
            </a:solidFill>
            <a:prstDash val="solid"/>
          </a:ln>
        </p:spPr>
      </p:sp>
      <p:sp>
        <p:nvSpPr>
          <p:cNvPr id="990" name="Editable chart path">
            <a:extLst xmlns:a="http://schemas.openxmlformats.org/drawingml/2006/main">
              <a:ext uri="{FF2B5EF4-FFF2-40B4-BE49-F238E27FC236}">
                <a16:creationId xmlns:a16="http://schemas.microsoft.com/office/drawing/2014/main" id="{9A7C5CCE-FB6E-4FCD-9BE0-68B01B9B0F44}"/>
              </a:ext>
            </a:extLst>
          </p:cNvPr>
          <p:cNvSpPr>
            <a:spLocks xmlns:a="http://schemas.openxmlformats.org/drawingml/2006/main" noGrp="1"/>
          </p:cNvSpPr>
          <p:nvPr/>
        </p:nvSpPr>
        <p:spPr>
          <a:xfrm xmlns:a="http://schemas.openxmlformats.org/drawingml/2006/main">
            <a:off x="283782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B3973"/>
          </a:solidFill>
          <a:ln xmlns:a="http://schemas.openxmlformats.org/drawingml/2006/main" w="2205">
            <a:solidFill>
              <a:srgbClr val="FBFCFE"/>
            </a:solidFill>
            <a:prstDash val="solid"/>
          </a:ln>
        </p:spPr>
      </p:sp>
      <p:sp>
        <p:nvSpPr>
          <p:cNvPr id="991" name="Editable chart path">
            <a:extLst xmlns:a="http://schemas.openxmlformats.org/drawingml/2006/main">
              <a:ext uri="{FF2B5EF4-FFF2-40B4-BE49-F238E27FC236}">
                <a16:creationId xmlns:a16="http://schemas.microsoft.com/office/drawing/2014/main" id="{47D8F4F2-79B3-4725-AF6F-5AD575770B83}"/>
              </a:ext>
            </a:extLst>
          </p:cNvPr>
          <p:cNvSpPr>
            <a:spLocks xmlns:a="http://schemas.openxmlformats.org/drawingml/2006/main" noGrp="1"/>
          </p:cNvSpPr>
          <p:nvPr/>
        </p:nvSpPr>
        <p:spPr>
          <a:xfrm xmlns:a="http://schemas.openxmlformats.org/drawingml/2006/main">
            <a:off x="283782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B3973"/>
          </a:solidFill>
          <a:ln xmlns:a="http://schemas.openxmlformats.org/drawingml/2006/main" w="2205">
            <a:solidFill>
              <a:srgbClr val="FBFCFE"/>
            </a:solidFill>
            <a:prstDash val="solid"/>
          </a:ln>
        </p:spPr>
      </p:sp>
      <p:sp>
        <p:nvSpPr>
          <p:cNvPr id="992" name="Editable chart path">
            <a:extLst xmlns:a="http://schemas.openxmlformats.org/drawingml/2006/main">
              <a:ext uri="{FF2B5EF4-FFF2-40B4-BE49-F238E27FC236}">
                <a16:creationId xmlns:a16="http://schemas.microsoft.com/office/drawing/2014/main" id="{3FFA632C-16D2-4F96-82F3-F8B2D54A2C94}"/>
              </a:ext>
            </a:extLst>
          </p:cNvPr>
          <p:cNvSpPr>
            <a:spLocks xmlns:a="http://schemas.openxmlformats.org/drawingml/2006/main" noGrp="1"/>
          </p:cNvSpPr>
          <p:nvPr/>
        </p:nvSpPr>
        <p:spPr>
          <a:xfrm xmlns:a="http://schemas.openxmlformats.org/drawingml/2006/main">
            <a:off x="283782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993" name="Editable chart path">
            <a:extLst xmlns:a="http://schemas.openxmlformats.org/drawingml/2006/main">
              <a:ext uri="{FF2B5EF4-FFF2-40B4-BE49-F238E27FC236}">
                <a16:creationId xmlns:a16="http://schemas.microsoft.com/office/drawing/2014/main" id="{333230EE-6BD8-428A-8FA4-AEC244292D2E}"/>
              </a:ext>
            </a:extLst>
          </p:cNvPr>
          <p:cNvSpPr>
            <a:spLocks xmlns:a="http://schemas.openxmlformats.org/drawingml/2006/main" noGrp="1"/>
          </p:cNvSpPr>
          <p:nvPr/>
        </p:nvSpPr>
        <p:spPr>
          <a:xfrm xmlns:a="http://schemas.openxmlformats.org/drawingml/2006/main">
            <a:off x="283782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994" name="Editable chart path">
            <a:extLst xmlns:a="http://schemas.openxmlformats.org/drawingml/2006/main">
              <a:ext uri="{FF2B5EF4-FFF2-40B4-BE49-F238E27FC236}">
                <a16:creationId xmlns:a16="http://schemas.microsoft.com/office/drawing/2014/main" id="{9E01F8B0-67F0-40D6-8AC3-AACF67D19749}"/>
              </a:ext>
            </a:extLst>
          </p:cNvPr>
          <p:cNvSpPr>
            <a:spLocks xmlns:a="http://schemas.openxmlformats.org/drawingml/2006/main" noGrp="1"/>
          </p:cNvSpPr>
          <p:nvPr/>
        </p:nvSpPr>
        <p:spPr>
          <a:xfrm xmlns:a="http://schemas.openxmlformats.org/drawingml/2006/main">
            <a:off x="283782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995" name="Editable chart path">
            <a:extLst xmlns:a="http://schemas.openxmlformats.org/drawingml/2006/main">
              <a:ext uri="{FF2B5EF4-FFF2-40B4-BE49-F238E27FC236}">
                <a16:creationId xmlns:a16="http://schemas.microsoft.com/office/drawing/2014/main" id="{51D7D41B-34F5-4393-A5EA-30E9DBF964BE}"/>
              </a:ext>
            </a:extLst>
          </p:cNvPr>
          <p:cNvSpPr>
            <a:spLocks xmlns:a="http://schemas.openxmlformats.org/drawingml/2006/main" noGrp="1"/>
          </p:cNvSpPr>
          <p:nvPr/>
        </p:nvSpPr>
        <p:spPr>
          <a:xfrm xmlns:a="http://schemas.openxmlformats.org/drawingml/2006/main">
            <a:off x="283782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996" name="Editable chart path">
            <a:extLst xmlns:a="http://schemas.openxmlformats.org/drawingml/2006/main">
              <a:ext uri="{FF2B5EF4-FFF2-40B4-BE49-F238E27FC236}">
                <a16:creationId xmlns:a16="http://schemas.microsoft.com/office/drawing/2014/main" id="{1D03B50A-8883-4D28-9254-C3C35E1AF0C6}"/>
              </a:ext>
            </a:extLst>
          </p:cNvPr>
          <p:cNvSpPr>
            <a:spLocks xmlns:a="http://schemas.openxmlformats.org/drawingml/2006/main" noGrp="1"/>
          </p:cNvSpPr>
          <p:nvPr/>
        </p:nvSpPr>
        <p:spPr>
          <a:xfrm xmlns:a="http://schemas.openxmlformats.org/drawingml/2006/main">
            <a:off x="2837827"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997" name="Editable chart path">
            <a:extLst xmlns:a="http://schemas.openxmlformats.org/drawingml/2006/main">
              <a:ext uri="{FF2B5EF4-FFF2-40B4-BE49-F238E27FC236}">
                <a16:creationId xmlns:a16="http://schemas.microsoft.com/office/drawing/2014/main" id="{5F80E8A0-BA45-4FF4-96DC-5A40E746F745}"/>
              </a:ext>
            </a:extLst>
          </p:cNvPr>
          <p:cNvSpPr>
            <a:spLocks xmlns:a="http://schemas.openxmlformats.org/drawingml/2006/main" noGrp="1"/>
          </p:cNvSpPr>
          <p:nvPr/>
        </p:nvSpPr>
        <p:spPr>
          <a:xfrm xmlns:a="http://schemas.openxmlformats.org/drawingml/2006/main">
            <a:off x="2837827"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998" name="Editable chart path">
            <a:extLst xmlns:a="http://schemas.openxmlformats.org/drawingml/2006/main">
              <a:ext uri="{FF2B5EF4-FFF2-40B4-BE49-F238E27FC236}">
                <a16:creationId xmlns:a16="http://schemas.microsoft.com/office/drawing/2014/main" id="{5AE6DDC0-2A94-437E-AB06-376F91EDC982}"/>
              </a:ext>
            </a:extLst>
          </p:cNvPr>
          <p:cNvSpPr>
            <a:spLocks xmlns:a="http://schemas.openxmlformats.org/drawingml/2006/main" noGrp="1"/>
          </p:cNvSpPr>
          <p:nvPr/>
        </p:nvSpPr>
        <p:spPr>
          <a:xfrm xmlns:a="http://schemas.openxmlformats.org/drawingml/2006/main">
            <a:off x="2899964"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999" name="Editable chart path">
            <a:extLst xmlns:a="http://schemas.openxmlformats.org/drawingml/2006/main">
              <a:ext uri="{FF2B5EF4-FFF2-40B4-BE49-F238E27FC236}">
                <a16:creationId xmlns:a16="http://schemas.microsoft.com/office/drawing/2014/main" id="{79C90FBA-41E8-46B0-8B18-56081C206C80}"/>
              </a:ext>
            </a:extLst>
          </p:cNvPr>
          <p:cNvSpPr>
            <a:spLocks xmlns:a="http://schemas.openxmlformats.org/drawingml/2006/main" noGrp="1"/>
          </p:cNvSpPr>
          <p:nvPr/>
        </p:nvSpPr>
        <p:spPr>
          <a:xfrm xmlns:a="http://schemas.openxmlformats.org/drawingml/2006/main">
            <a:off x="289996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00" name="Editable chart path">
            <a:extLst xmlns:a="http://schemas.openxmlformats.org/drawingml/2006/main">
              <a:ext uri="{FF2B5EF4-FFF2-40B4-BE49-F238E27FC236}">
                <a16:creationId xmlns:a16="http://schemas.microsoft.com/office/drawing/2014/main" id="{36F80009-A5B2-444E-8E92-B4668570EA42}"/>
              </a:ext>
            </a:extLst>
          </p:cNvPr>
          <p:cNvSpPr>
            <a:spLocks xmlns:a="http://schemas.openxmlformats.org/drawingml/2006/main" noGrp="1"/>
          </p:cNvSpPr>
          <p:nvPr/>
        </p:nvSpPr>
        <p:spPr>
          <a:xfrm xmlns:a="http://schemas.openxmlformats.org/drawingml/2006/main">
            <a:off x="289996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01" name="Editable chart path">
            <a:extLst xmlns:a="http://schemas.openxmlformats.org/drawingml/2006/main">
              <a:ext uri="{FF2B5EF4-FFF2-40B4-BE49-F238E27FC236}">
                <a16:creationId xmlns:a16="http://schemas.microsoft.com/office/drawing/2014/main" id="{FA61AD27-4657-45C3-ADFE-60A2B16DB8E9}"/>
              </a:ext>
            </a:extLst>
          </p:cNvPr>
          <p:cNvSpPr>
            <a:spLocks xmlns:a="http://schemas.openxmlformats.org/drawingml/2006/main" noGrp="1"/>
          </p:cNvSpPr>
          <p:nvPr/>
        </p:nvSpPr>
        <p:spPr>
          <a:xfrm xmlns:a="http://schemas.openxmlformats.org/drawingml/2006/main">
            <a:off x="289996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02" name="Editable chart path">
            <a:extLst xmlns:a="http://schemas.openxmlformats.org/drawingml/2006/main">
              <a:ext uri="{FF2B5EF4-FFF2-40B4-BE49-F238E27FC236}">
                <a16:creationId xmlns:a16="http://schemas.microsoft.com/office/drawing/2014/main" id="{17B4CE52-81C4-445F-8715-6BC02E3413D4}"/>
              </a:ext>
            </a:extLst>
          </p:cNvPr>
          <p:cNvSpPr>
            <a:spLocks xmlns:a="http://schemas.openxmlformats.org/drawingml/2006/main" noGrp="1"/>
          </p:cNvSpPr>
          <p:nvPr/>
        </p:nvSpPr>
        <p:spPr>
          <a:xfrm xmlns:a="http://schemas.openxmlformats.org/drawingml/2006/main">
            <a:off x="2899964"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03" name="Editable chart path">
            <a:extLst xmlns:a="http://schemas.openxmlformats.org/drawingml/2006/main">
              <a:ext uri="{FF2B5EF4-FFF2-40B4-BE49-F238E27FC236}">
                <a16:creationId xmlns:a16="http://schemas.microsoft.com/office/drawing/2014/main" id="{554F70A8-F009-4206-A4A7-464C78E68262}"/>
              </a:ext>
            </a:extLst>
          </p:cNvPr>
          <p:cNvSpPr>
            <a:spLocks xmlns:a="http://schemas.openxmlformats.org/drawingml/2006/main" noGrp="1"/>
          </p:cNvSpPr>
          <p:nvPr/>
        </p:nvSpPr>
        <p:spPr>
          <a:xfrm xmlns:a="http://schemas.openxmlformats.org/drawingml/2006/main">
            <a:off x="289996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04" name="Editable chart path">
            <a:extLst xmlns:a="http://schemas.openxmlformats.org/drawingml/2006/main">
              <a:ext uri="{FF2B5EF4-FFF2-40B4-BE49-F238E27FC236}">
                <a16:creationId xmlns:a16="http://schemas.microsoft.com/office/drawing/2014/main" id="{D597B20B-2E4D-401A-851A-708709C9692C}"/>
              </a:ext>
            </a:extLst>
          </p:cNvPr>
          <p:cNvSpPr>
            <a:spLocks xmlns:a="http://schemas.openxmlformats.org/drawingml/2006/main" noGrp="1"/>
          </p:cNvSpPr>
          <p:nvPr/>
        </p:nvSpPr>
        <p:spPr>
          <a:xfrm xmlns:a="http://schemas.openxmlformats.org/drawingml/2006/main">
            <a:off x="289996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05" name="Editable chart path">
            <a:extLst xmlns:a="http://schemas.openxmlformats.org/drawingml/2006/main">
              <a:ext uri="{FF2B5EF4-FFF2-40B4-BE49-F238E27FC236}">
                <a16:creationId xmlns:a16="http://schemas.microsoft.com/office/drawing/2014/main" id="{02D5866B-A74A-4F86-BDF2-BE2A41B4B599}"/>
              </a:ext>
            </a:extLst>
          </p:cNvPr>
          <p:cNvSpPr>
            <a:spLocks xmlns:a="http://schemas.openxmlformats.org/drawingml/2006/main" noGrp="1"/>
          </p:cNvSpPr>
          <p:nvPr/>
        </p:nvSpPr>
        <p:spPr>
          <a:xfrm xmlns:a="http://schemas.openxmlformats.org/drawingml/2006/main">
            <a:off x="289996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06" name="Editable chart path">
            <a:extLst xmlns:a="http://schemas.openxmlformats.org/drawingml/2006/main">
              <a:ext uri="{FF2B5EF4-FFF2-40B4-BE49-F238E27FC236}">
                <a16:creationId xmlns:a16="http://schemas.microsoft.com/office/drawing/2014/main" id="{0E4A7AD8-5057-4049-9628-B4E8C27015FF}"/>
              </a:ext>
            </a:extLst>
          </p:cNvPr>
          <p:cNvSpPr>
            <a:spLocks xmlns:a="http://schemas.openxmlformats.org/drawingml/2006/main" noGrp="1"/>
          </p:cNvSpPr>
          <p:nvPr/>
        </p:nvSpPr>
        <p:spPr>
          <a:xfrm xmlns:a="http://schemas.openxmlformats.org/drawingml/2006/main">
            <a:off x="289996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D3D78"/>
          </a:solidFill>
          <a:ln xmlns:a="http://schemas.openxmlformats.org/drawingml/2006/main" w="2205">
            <a:solidFill>
              <a:srgbClr val="FBFCFE"/>
            </a:solidFill>
            <a:prstDash val="solid"/>
          </a:ln>
        </p:spPr>
      </p:sp>
      <p:sp>
        <p:nvSpPr>
          <p:cNvPr id="1007" name="Editable chart path">
            <a:extLst xmlns:a="http://schemas.openxmlformats.org/drawingml/2006/main">
              <a:ext uri="{FF2B5EF4-FFF2-40B4-BE49-F238E27FC236}">
                <a16:creationId xmlns:a16="http://schemas.microsoft.com/office/drawing/2014/main" id="{141044F3-4CF8-4A3F-92C0-3F72026B0DEE}"/>
              </a:ext>
            </a:extLst>
          </p:cNvPr>
          <p:cNvSpPr>
            <a:spLocks xmlns:a="http://schemas.openxmlformats.org/drawingml/2006/main" noGrp="1"/>
          </p:cNvSpPr>
          <p:nvPr/>
        </p:nvSpPr>
        <p:spPr>
          <a:xfrm xmlns:a="http://schemas.openxmlformats.org/drawingml/2006/main">
            <a:off x="289996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D3D78"/>
          </a:solidFill>
          <a:ln xmlns:a="http://schemas.openxmlformats.org/drawingml/2006/main" w="2205">
            <a:solidFill>
              <a:srgbClr val="FBFCFE"/>
            </a:solidFill>
            <a:prstDash val="solid"/>
          </a:ln>
        </p:spPr>
      </p:sp>
      <p:sp>
        <p:nvSpPr>
          <p:cNvPr id="1008" name="Editable chart path">
            <a:extLst xmlns:a="http://schemas.openxmlformats.org/drawingml/2006/main">
              <a:ext uri="{FF2B5EF4-FFF2-40B4-BE49-F238E27FC236}">
                <a16:creationId xmlns:a16="http://schemas.microsoft.com/office/drawing/2014/main" id="{CA5638D7-9F5F-4389-94B1-7EC00FB04617}"/>
              </a:ext>
            </a:extLst>
          </p:cNvPr>
          <p:cNvSpPr>
            <a:spLocks xmlns:a="http://schemas.openxmlformats.org/drawingml/2006/main" noGrp="1"/>
          </p:cNvSpPr>
          <p:nvPr/>
        </p:nvSpPr>
        <p:spPr>
          <a:xfrm xmlns:a="http://schemas.openxmlformats.org/drawingml/2006/main">
            <a:off x="289996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D3D78"/>
          </a:solidFill>
          <a:ln xmlns:a="http://schemas.openxmlformats.org/drawingml/2006/main" w="2205">
            <a:solidFill>
              <a:srgbClr val="FBFCFE"/>
            </a:solidFill>
            <a:prstDash val="solid"/>
          </a:ln>
        </p:spPr>
      </p:sp>
      <p:sp>
        <p:nvSpPr>
          <p:cNvPr id="1009" name="Editable chart path">
            <a:extLst xmlns:a="http://schemas.openxmlformats.org/drawingml/2006/main">
              <a:ext uri="{FF2B5EF4-FFF2-40B4-BE49-F238E27FC236}">
                <a16:creationId xmlns:a16="http://schemas.microsoft.com/office/drawing/2014/main" id="{3EBB1D9D-382C-48C6-B999-F34306D6B10C}"/>
              </a:ext>
            </a:extLst>
          </p:cNvPr>
          <p:cNvSpPr>
            <a:spLocks xmlns:a="http://schemas.openxmlformats.org/drawingml/2006/main" noGrp="1"/>
          </p:cNvSpPr>
          <p:nvPr/>
        </p:nvSpPr>
        <p:spPr>
          <a:xfrm xmlns:a="http://schemas.openxmlformats.org/drawingml/2006/main">
            <a:off x="289996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72F64"/>
          </a:solidFill>
          <a:ln xmlns:a="http://schemas.openxmlformats.org/drawingml/2006/main" w="2205">
            <a:solidFill>
              <a:srgbClr val="FBFCFE"/>
            </a:solidFill>
            <a:prstDash val="solid"/>
          </a:ln>
        </p:spPr>
      </p:sp>
      <p:sp>
        <p:nvSpPr>
          <p:cNvPr id="1010" name="Editable chart path">
            <a:extLst xmlns:a="http://schemas.openxmlformats.org/drawingml/2006/main">
              <a:ext uri="{FF2B5EF4-FFF2-40B4-BE49-F238E27FC236}">
                <a16:creationId xmlns:a16="http://schemas.microsoft.com/office/drawing/2014/main" id="{DA3D9027-7B1B-4329-9A8D-AD491E256746}"/>
              </a:ext>
            </a:extLst>
          </p:cNvPr>
          <p:cNvSpPr>
            <a:spLocks xmlns:a="http://schemas.openxmlformats.org/drawingml/2006/main" noGrp="1"/>
          </p:cNvSpPr>
          <p:nvPr/>
        </p:nvSpPr>
        <p:spPr>
          <a:xfrm xmlns:a="http://schemas.openxmlformats.org/drawingml/2006/main">
            <a:off x="289996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11" name="Editable chart path">
            <a:extLst xmlns:a="http://schemas.openxmlformats.org/drawingml/2006/main">
              <a:ext uri="{FF2B5EF4-FFF2-40B4-BE49-F238E27FC236}">
                <a16:creationId xmlns:a16="http://schemas.microsoft.com/office/drawing/2014/main" id="{B72412C7-02BF-47A3-AD8A-9209BB7DDF93}"/>
              </a:ext>
            </a:extLst>
          </p:cNvPr>
          <p:cNvSpPr>
            <a:spLocks xmlns:a="http://schemas.openxmlformats.org/drawingml/2006/main" noGrp="1"/>
          </p:cNvSpPr>
          <p:nvPr/>
        </p:nvSpPr>
        <p:spPr>
          <a:xfrm xmlns:a="http://schemas.openxmlformats.org/drawingml/2006/main">
            <a:off x="289996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12" name="Editable chart path">
            <a:extLst xmlns:a="http://schemas.openxmlformats.org/drawingml/2006/main">
              <a:ext uri="{FF2B5EF4-FFF2-40B4-BE49-F238E27FC236}">
                <a16:creationId xmlns:a16="http://schemas.microsoft.com/office/drawing/2014/main" id="{3A6ADAF3-8F94-49A4-9EFE-2E4235BB82A3}"/>
              </a:ext>
            </a:extLst>
          </p:cNvPr>
          <p:cNvSpPr>
            <a:spLocks xmlns:a="http://schemas.openxmlformats.org/drawingml/2006/main" noGrp="1"/>
          </p:cNvSpPr>
          <p:nvPr/>
        </p:nvSpPr>
        <p:spPr>
          <a:xfrm xmlns:a="http://schemas.openxmlformats.org/drawingml/2006/main">
            <a:off x="289996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13" name="Editable chart path">
            <a:extLst xmlns:a="http://schemas.openxmlformats.org/drawingml/2006/main">
              <a:ext uri="{FF2B5EF4-FFF2-40B4-BE49-F238E27FC236}">
                <a16:creationId xmlns:a16="http://schemas.microsoft.com/office/drawing/2014/main" id="{BE7FC35E-A349-43F8-9F3E-AB18E65ED649}"/>
              </a:ext>
            </a:extLst>
          </p:cNvPr>
          <p:cNvSpPr>
            <a:spLocks xmlns:a="http://schemas.openxmlformats.org/drawingml/2006/main" noGrp="1"/>
          </p:cNvSpPr>
          <p:nvPr/>
        </p:nvSpPr>
        <p:spPr>
          <a:xfrm xmlns:a="http://schemas.openxmlformats.org/drawingml/2006/main">
            <a:off x="289996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1014" name="Editable chart path">
            <a:extLst xmlns:a="http://schemas.openxmlformats.org/drawingml/2006/main">
              <a:ext uri="{FF2B5EF4-FFF2-40B4-BE49-F238E27FC236}">
                <a16:creationId xmlns:a16="http://schemas.microsoft.com/office/drawing/2014/main" id="{980A62B1-D963-4D6C-98D7-4EAA4DAF1F13}"/>
              </a:ext>
            </a:extLst>
          </p:cNvPr>
          <p:cNvSpPr>
            <a:spLocks xmlns:a="http://schemas.openxmlformats.org/drawingml/2006/main" noGrp="1"/>
          </p:cNvSpPr>
          <p:nvPr/>
        </p:nvSpPr>
        <p:spPr>
          <a:xfrm xmlns:a="http://schemas.openxmlformats.org/drawingml/2006/main">
            <a:off x="2899964"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1015" name="Editable chart path">
            <a:extLst xmlns:a="http://schemas.openxmlformats.org/drawingml/2006/main">
              <a:ext uri="{FF2B5EF4-FFF2-40B4-BE49-F238E27FC236}">
                <a16:creationId xmlns:a16="http://schemas.microsoft.com/office/drawing/2014/main" id="{019DC429-5AB3-4BEE-8B06-A6481721B2B9}"/>
              </a:ext>
            </a:extLst>
          </p:cNvPr>
          <p:cNvSpPr>
            <a:spLocks xmlns:a="http://schemas.openxmlformats.org/drawingml/2006/main" noGrp="1"/>
          </p:cNvSpPr>
          <p:nvPr/>
        </p:nvSpPr>
        <p:spPr>
          <a:xfrm xmlns:a="http://schemas.openxmlformats.org/drawingml/2006/main">
            <a:off x="2899964"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1016" name="Editable chart path">
            <a:extLst xmlns:a="http://schemas.openxmlformats.org/drawingml/2006/main">
              <a:ext uri="{FF2B5EF4-FFF2-40B4-BE49-F238E27FC236}">
                <a16:creationId xmlns:a16="http://schemas.microsoft.com/office/drawing/2014/main" id="{344A39DC-5DDB-4772-8F49-3B4E54B866ED}"/>
              </a:ext>
            </a:extLst>
          </p:cNvPr>
          <p:cNvSpPr>
            <a:spLocks xmlns:a="http://schemas.openxmlformats.org/drawingml/2006/main" noGrp="1"/>
          </p:cNvSpPr>
          <p:nvPr/>
        </p:nvSpPr>
        <p:spPr>
          <a:xfrm xmlns:a="http://schemas.openxmlformats.org/drawingml/2006/main">
            <a:off x="2899964"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1017" name="Editable chart path">
            <a:extLst xmlns:a="http://schemas.openxmlformats.org/drawingml/2006/main">
              <a:ext uri="{FF2B5EF4-FFF2-40B4-BE49-F238E27FC236}">
                <a16:creationId xmlns:a16="http://schemas.microsoft.com/office/drawing/2014/main" id="{23EC835F-B5C2-42AA-BFD3-4F0762B9F24E}"/>
              </a:ext>
            </a:extLst>
          </p:cNvPr>
          <p:cNvSpPr>
            <a:spLocks xmlns:a="http://schemas.openxmlformats.org/drawingml/2006/main" noGrp="1"/>
          </p:cNvSpPr>
          <p:nvPr/>
        </p:nvSpPr>
        <p:spPr>
          <a:xfrm xmlns:a="http://schemas.openxmlformats.org/drawingml/2006/main">
            <a:off x="2962102"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18" name="Editable chart path">
            <a:extLst xmlns:a="http://schemas.openxmlformats.org/drawingml/2006/main">
              <a:ext uri="{FF2B5EF4-FFF2-40B4-BE49-F238E27FC236}">
                <a16:creationId xmlns:a16="http://schemas.microsoft.com/office/drawing/2014/main" id="{0506C762-51CA-49E5-A651-26FF9168BD37}"/>
              </a:ext>
            </a:extLst>
          </p:cNvPr>
          <p:cNvSpPr>
            <a:spLocks xmlns:a="http://schemas.openxmlformats.org/drawingml/2006/main" noGrp="1"/>
          </p:cNvSpPr>
          <p:nvPr/>
        </p:nvSpPr>
        <p:spPr>
          <a:xfrm xmlns:a="http://schemas.openxmlformats.org/drawingml/2006/main">
            <a:off x="2962102"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19" name="Editable chart path">
            <a:extLst xmlns:a="http://schemas.openxmlformats.org/drawingml/2006/main">
              <a:ext uri="{FF2B5EF4-FFF2-40B4-BE49-F238E27FC236}">
                <a16:creationId xmlns:a16="http://schemas.microsoft.com/office/drawing/2014/main" id="{283881DD-BBCF-442A-A550-F0BA64046822}"/>
              </a:ext>
            </a:extLst>
          </p:cNvPr>
          <p:cNvSpPr>
            <a:spLocks xmlns:a="http://schemas.openxmlformats.org/drawingml/2006/main" noGrp="1"/>
          </p:cNvSpPr>
          <p:nvPr/>
        </p:nvSpPr>
        <p:spPr>
          <a:xfrm xmlns:a="http://schemas.openxmlformats.org/drawingml/2006/main">
            <a:off x="2962102"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20" name="Editable chart path">
            <a:extLst xmlns:a="http://schemas.openxmlformats.org/drawingml/2006/main">
              <a:ext uri="{FF2B5EF4-FFF2-40B4-BE49-F238E27FC236}">
                <a16:creationId xmlns:a16="http://schemas.microsoft.com/office/drawing/2014/main" id="{C1755D4C-1AED-4F46-AF4C-B9BAC588BC58}"/>
              </a:ext>
            </a:extLst>
          </p:cNvPr>
          <p:cNvSpPr>
            <a:spLocks xmlns:a="http://schemas.openxmlformats.org/drawingml/2006/main" noGrp="1"/>
          </p:cNvSpPr>
          <p:nvPr/>
        </p:nvSpPr>
        <p:spPr>
          <a:xfrm xmlns:a="http://schemas.openxmlformats.org/drawingml/2006/main">
            <a:off x="2962102"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21" name="Editable chart path">
            <a:extLst xmlns:a="http://schemas.openxmlformats.org/drawingml/2006/main">
              <a:ext uri="{FF2B5EF4-FFF2-40B4-BE49-F238E27FC236}">
                <a16:creationId xmlns:a16="http://schemas.microsoft.com/office/drawing/2014/main" id="{63062065-B1B4-4ED1-B65F-DC2D83DAB3DB}"/>
              </a:ext>
            </a:extLst>
          </p:cNvPr>
          <p:cNvSpPr>
            <a:spLocks xmlns:a="http://schemas.openxmlformats.org/drawingml/2006/main" noGrp="1"/>
          </p:cNvSpPr>
          <p:nvPr/>
        </p:nvSpPr>
        <p:spPr>
          <a:xfrm xmlns:a="http://schemas.openxmlformats.org/drawingml/2006/main">
            <a:off x="296210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22" name="Editable chart path">
            <a:extLst xmlns:a="http://schemas.openxmlformats.org/drawingml/2006/main">
              <a:ext uri="{FF2B5EF4-FFF2-40B4-BE49-F238E27FC236}">
                <a16:creationId xmlns:a16="http://schemas.microsoft.com/office/drawing/2014/main" id="{08D7BAFF-4D10-494B-A6F3-2F80E43D0A61}"/>
              </a:ext>
            </a:extLst>
          </p:cNvPr>
          <p:cNvSpPr>
            <a:spLocks xmlns:a="http://schemas.openxmlformats.org/drawingml/2006/main" noGrp="1"/>
          </p:cNvSpPr>
          <p:nvPr/>
        </p:nvSpPr>
        <p:spPr>
          <a:xfrm xmlns:a="http://schemas.openxmlformats.org/drawingml/2006/main">
            <a:off x="296210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23" name="Editable chart path">
            <a:extLst xmlns:a="http://schemas.openxmlformats.org/drawingml/2006/main">
              <a:ext uri="{FF2B5EF4-FFF2-40B4-BE49-F238E27FC236}">
                <a16:creationId xmlns:a16="http://schemas.microsoft.com/office/drawing/2014/main" id="{4A965BCD-82E7-4BC6-9E00-EF324931103E}"/>
              </a:ext>
            </a:extLst>
          </p:cNvPr>
          <p:cNvSpPr>
            <a:spLocks xmlns:a="http://schemas.openxmlformats.org/drawingml/2006/main" noGrp="1"/>
          </p:cNvSpPr>
          <p:nvPr/>
        </p:nvSpPr>
        <p:spPr>
          <a:xfrm xmlns:a="http://schemas.openxmlformats.org/drawingml/2006/main">
            <a:off x="296210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24" name="Editable chart path">
            <a:extLst xmlns:a="http://schemas.openxmlformats.org/drawingml/2006/main">
              <a:ext uri="{FF2B5EF4-FFF2-40B4-BE49-F238E27FC236}">
                <a16:creationId xmlns:a16="http://schemas.microsoft.com/office/drawing/2014/main" id="{25C367BB-1FE3-4DBB-9082-2521369D6ACE}"/>
              </a:ext>
            </a:extLst>
          </p:cNvPr>
          <p:cNvSpPr>
            <a:spLocks xmlns:a="http://schemas.openxmlformats.org/drawingml/2006/main" noGrp="1"/>
          </p:cNvSpPr>
          <p:nvPr/>
        </p:nvSpPr>
        <p:spPr>
          <a:xfrm xmlns:a="http://schemas.openxmlformats.org/drawingml/2006/main">
            <a:off x="296210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D3D78"/>
          </a:solidFill>
          <a:ln xmlns:a="http://schemas.openxmlformats.org/drawingml/2006/main" w="2205">
            <a:solidFill>
              <a:srgbClr val="FBFCFE"/>
            </a:solidFill>
            <a:prstDash val="solid"/>
          </a:ln>
        </p:spPr>
      </p:sp>
      <p:sp>
        <p:nvSpPr>
          <p:cNvPr id="1025" name="Editable chart path">
            <a:extLst xmlns:a="http://schemas.openxmlformats.org/drawingml/2006/main">
              <a:ext uri="{FF2B5EF4-FFF2-40B4-BE49-F238E27FC236}">
                <a16:creationId xmlns:a16="http://schemas.microsoft.com/office/drawing/2014/main" id="{1F6E85D6-F8B5-43B7-9891-5E8ECF72A31B}"/>
              </a:ext>
            </a:extLst>
          </p:cNvPr>
          <p:cNvSpPr>
            <a:spLocks xmlns:a="http://schemas.openxmlformats.org/drawingml/2006/main" noGrp="1"/>
          </p:cNvSpPr>
          <p:nvPr/>
        </p:nvSpPr>
        <p:spPr>
          <a:xfrm xmlns:a="http://schemas.openxmlformats.org/drawingml/2006/main">
            <a:off x="296210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D3D78"/>
          </a:solidFill>
          <a:ln xmlns:a="http://schemas.openxmlformats.org/drawingml/2006/main" w="2205">
            <a:solidFill>
              <a:srgbClr val="FBFCFE"/>
            </a:solidFill>
            <a:prstDash val="solid"/>
          </a:ln>
        </p:spPr>
      </p:sp>
      <p:sp>
        <p:nvSpPr>
          <p:cNvPr id="1026" name="Editable chart path">
            <a:extLst xmlns:a="http://schemas.openxmlformats.org/drawingml/2006/main">
              <a:ext uri="{FF2B5EF4-FFF2-40B4-BE49-F238E27FC236}">
                <a16:creationId xmlns:a16="http://schemas.microsoft.com/office/drawing/2014/main" id="{5AB71142-4B77-4E59-81BA-987052BBF9A6}"/>
              </a:ext>
            </a:extLst>
          </p:cNvPr>
          <p:cNvSpPr>
            <a:spLocks xmlns:a="http://schemas.openxmlformats.org/drawingml/2006/main" noGrp="1"/>
          </p:cNvSpPr>
          <p:nvPr/>
        </p:nvSpPr>
        <p:spPr>
          <a:xfrm xmlns:a="http://schemas.openxmlformats.org/drawingml/2006/main">
            <a:off x="296210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27" name="Editable chart path">
            <a:extLst xmlns:a="http://schemas.openxmlformats.org/drawingml/2006/main">
              <a:ext uri="{FF2B5EF4-FFF2-40B4-BE49-F238E27FC236}">
                <a16:creationId xmlns:a16="http://schemas.microsoft.com/office/drawing/2014/main" id="{040AF839-C218-46B4-A36B-539A3383CF55}"/>
              </a:ext>
            </a:extLst>
          </p:cNvPr>
          <p:cNvSpPr>
            <a:spLocks xmlns:a="http://schemas.openxmlformats.org/drawingml/2006/main" noGrp="1"/>
          </p:cNvSpPr>
          <p:nvPr/>
        </p:nvSpPr>
        <p:spPr>
          <a:xfrm xmlns:a="http://schemas.openxmlformats.org/drawingml/2006/main">
            <a:off x="296210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72F64"/>
          </a:solidFill>
          <a:ln xmlns:a="http://schemas.openxmlformats.org/drawingml/2006/main" w="2205">
            <a:solidFill>
              <a:srgbClr val="FBFCFE"/>
            </a:solidFill>
            <a:prstDash val="solid"/>
          </a:ln>
        </p:spPr>
      </p:sp>
      <p:sp>
        <p:nvSpPr>
          <p:cNvPr id="1028" name="Editable chart path">
            <a:extLst xmlns:a="http://schemas.openxmlformats.org/drawingml/2006/main">
              <a:ext uri="{FF2B5EF4-FFF2-40B4-BE49-F238E27FC236}">
                <a16:creationId xmlns:a16="http://schemas.microsoft.com/office/drawing/2014/main" id="{18721367-D9A4-4603-8873-B68AF17664FA}"/>
              </a:ext>
            </a:extLst>
          </p:cNvPr>
          <p:cNvSpPr>
            <a:spLocks xmlns:a="http://schemas.openxmlformats.org/drawingml/2006/main" noGrp="1"/>
          </p:cNvSpPr>
          <p:nvPr/>
        </p:nvSpPr>
        <p:spPr>
          <a:xfrm xmlns:a="http://schemas.openxmlformats.org/drawingml/2006/main">
            <a:off x="296210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29" name="Editable chart path">
            <a:extLst xmlns:a="http://schemas.openxmlformats.org/drawingml/2006/main">
              <a:ext uri="{FF2B5EF4-FFF2-40B4-BE49-F238E27FC236}">
                <a16:creationId xmlns:a16="http://schemas.microsoft.com/office/drawing/2014/main" id="{D6EC5AF4-8D52-488F-91C4-309B49FDBEEB}"/>
              </a:ext>
            </a:extLst>
          </p:cNvPr>
          <p:cNvSpPr>
            <a:spLocks xmlns:a="http://schemas.openxmlformats.org/drawingml/2006/main" noGrp="1"/>
          </p:cNvSpPr>
          <p:nvPr/>
        </p:nvSpPr>
        <p:spPr>
          <a:xfrm xmlns:a="http://schemas.openxmlformats.org/drawingml/2006/main">
            <a:off x="296210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30" name="Editable chart path">
            <a:extLst xmlns:a="http://schemas.openxmlformats.org/drawingml/2006/main">
              <a:ext uri="{FF2B5EF4-FFF2-40B4-BE49-F238E27FC236}">
                <a16:creationId xmlns:a16="http://schemas.microsoft.com/office/drawing/2014/main" id="{BD81FCBF-920A-4DBC-B7A0-3802797D08FC}"/>
              </a:ext>
            </a:extLst>
          </p:cNvPr>
          <p:cNvSpPr>
            <a:spLocks xmlns:a="http://schemas.openxmlformats.org/drawingml/2006/main" noGrp="1"/>
          </p:cNvSpPr>
          <p:nvPr/>
        </p:nvSpPr>
        <p:spPr>
          <a:xfrm xmlns:a="http://schemas.openxmlformats.org/drawingml/2006/main">
            <a:off x="296210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31" name="Editable chart path">
            <a:extLst xmlns:a="http://schemas.openxmlformats.org/drawingml/2006/main">
              <a:ext uri="{FF2B5EF4-FFF2-40B4-BE49-F238E27FC236}">
                <a16:creationId xmlns:a16="http://schemas.microsoft.com/office/drawing/2014/main" id="{0B27EB05-A6FE-4014-90E4-7D8A31C13A56}"/>
              </a:ext>
            </a:extLst>
          </p:cNvPr>
          <p:cNvSpPr>
            <a:spLocks xmlns:a="http://schemas.openxmlformats.org/drawingml/2006/main" noGrp="1"/>
          </p:cNvSpPr>
          <p:nvPr/>
        </p:nvSpPr>
        <p:spPr>
          <a:xfrm xmlns:a="http://schemas.openxmlformats.org/drawingml/2006/main">
            <a:off x="296210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32" name="Editable chart path">
            <a:extLst xmlns:a="http://schemas.openxmlformats.org/drawingml/2006/main">
              <a:ext uri="{FF2B5EF4-FFF2-40B4-BE49-F238E27FC236}">
                <a16:creationId xmlns:a16="http://schemas.microsoft.com/office/drawing/2014/main" id="{133F45D4-D032-4B6D-99E4-C68BC17EB3A5}"/>
              </a:ext>
            </a:extLst>
          </p:cNvPr>
          <p:cNvSpPr>
            <a:spLocks xmlns:a="http://schemas.openxmlformats.org/drawingml/2006/main" noGrp="1"/>
          </p:cNvSpPr>
          <p:nvPr/>
        </p:nvSpPr>
        <p:spPr>
          <a:xfrm xmlns:a="http://schemas.openxmlformats.org/drawingml/2006/main">
            <a:off x="296210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1033" name="Editable chart path">
            <a:extLst xmlns:a="http://schemas.openxmlformats.org/drawingml/2006/main">
              <a:ext uri="{FF2B5EF4-FFF2-40B4-BE49-F238E27FC236}">
                <a16:creationId xmlns:a16="http://schemas.microsoft.com/office/drawing/2014/main" id="{9C431C5D-FAFA-4C46-A892-99F66EF0A8C5}"/>
              </a:ext>
            </a:extLst>
          </p:cNvPr>
          <p:cNvSpPr>
            <a:spLocks xmlns:a="http://schemas.openxmlformats.org/drawingml/2006/main" noGrp="1"/>
          </p:cNvSpPr>
          <p:nvPr/>
        </p:nvSpPr>
        <p:spPr>
          <a:xfrm xmlns:a="http://schemas.openxmlformats.org/drawingml/2006/main">
            <a:off x="296210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EA8E5"/>
          </a:solidFill>
          <a:ln xmlns:a="http://schemas.openxmlformats.org/drawingml/2006/main" w="2205">
            <a:solidFill>
              <a:srgbClr val="FBFCFE"/>
            </a:solidFill>
            <a:prstDash val="solid"/>
          </a:ln>
        </p:spPr>
      </p:sp>
      <p:sp>
        <p:nvSpPr>
          <p:cNvPr id="1034" name="Editable chart path">
            <a:extLst xmlns:a="http://schemas.openxmlformats.org/drawingml/2006/main">
              <a:ext uri="{FF2B5EF4-FFF2-40B4-BE49-F238E27FC236}">
                <a16:creationId xmlns:a16="http://schemas.microsoft.com/office/drawing/2014/main" id="{62DDD94D-74F8-4A52-9F06-4EDBFB498126}"/>
              </a:ext>
            </a:extLst>
          </p:cNvPr>
          <p:cNvSpPr>
            <a:spLocks xmlns:a="http://schemas.openxmlformats.org/drawingml/2006/main" noGrp="1"/>
          </p:cNvSpPr>
          <p:nvPr/>
        </p:nvSpPr>
        <p:spPr>
          <a:xfrm xmlns:a="http://schemas.openxmlformats.org/drawingml/2006/main">
            <a:off x="302423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35" name="Editable chart path">
            <a:extLst xmlns:a="http://schemas.openxmlformats.org/drawingml/2006/main">
              <a:ext uri="{FF2B5EF4-FFF2-40B4-BE49-F238E27FC236}">
                <a16:creationId xmlns:a16="http://schemas.microsoft.com/office/drawing/2014/main" id="{AE6ED9DB-481C-4DB9-98E5-8B0F915A8F71}"/>
              </a:ext>
            </a:extLst>
          </p:cNvPr>
          <p:cNvSpPr>
            <a:spLocks xmlns:a="http://schemas.openxmlformats.org/drawingml/2006/main" noGrp="1"/>
          </p:cNvSpPr>
          <p:nvPr/>
        </p:nvSpPr>
        <p:spPr>
          <a:xfrm xmlns:a="http://schemas.openxmlformats.org/drawingml/2006/main">
            <a:off x="302423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E407D"/>
          </a:solidFill>
          <a:ln xmlns:a="http://schemas.openxmlformats.org/drawingml/2006/main" w="2205">
            <a:solidFill>
              <a:srgbClr val="FBFCFE"/>
            </a:solidFill>
            <a:prstDash val="solid"/>
          </a:ln>
        </p:spPr>
      </p:sp>
      <p:sp>
        <p:nvSpPr>
          <p:cNvPr id="1036" name="Editable chart path">
            <a:extLst xmlns:a="http://schemas.openxmlformats.org/drawingml/2006/main">
              <a:ext uri="{FF2B5EF4-FFF2-40B4-BE49-F238E27FC236}">
                <a16:creationId xmlns:a16="http://schemas.microsoft.com/office/drawing/2014/main" id="{3649F3D2-4444-4C06-9131-140381536FA3}"/>
              </a:ext>
            </a:extLst>
          </p:cNvPr>
          <p:cNvSpPr>
            <a:spLocks xmlns:a="http://schemas.openxmlformats.org/drawingml/2006/main" noGrp="1"/>
          </p:cNvSpPr>
          <p:nvPr/>
        </p:nvSpPr>
        <p:spPr>
          <a:xfrm xmlns:a="http://schemas.openxmlformats.org/drawingml/2006/main">
            <a:off x="302423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E407D"/>
          </a:solidFill>
          <a:ln xmlns:a="http://schemas.openxmlformats.org/drawingml/2006/main" w="2205">
            <a:solidFill>
              <a:srgbClr val="FBFCFE"/>
            </a:solidFill>
            <a:prstDash val="solid"/>
          </a:ln>
        </p:spPr>
      </p:sp>
      <p:sp>
        <p:nvSpPr>
          <p:cNvPr id="1037" name="Editable chart path">
            <a:extLst xmlns:a="http://schemas.openxmlformats.org/drawingml/2006/main">
              <a:ext uri="{FF2B5EF4-FFF2-40B4-BE49-F238E27FC236}">
                <a16:creationId xmlns:a16="http://schemas.microsoft.com/office/drawing/2014/main" id="{A142427D-6FC7-43AD-9AB1-01606A3081E2}"/>
              </a:ext>
            </a:extLst>
          </p:cNvPr>
          <p:cNvSpPr>
            <a:spLocks xmlns:a="http://schemas.openxmlformats.org/drawingml/2006/main" noGrp="1"/>
          </p:cNvSpPr>
          <p:nvPr/>
        </p:nvSpPr>
        <p:spPr>
          <a:xfrm xmlns:a="http://schemas.openxmlformats.org/drawingml/2006/main">
            <a:off x="302423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E407D"/>
          </a:solidFill>
          <a:ln xmlns:a="http://schemas.openxmlformats.org/drawingml/2006/main" w="2205">
            <a:solidFill>
              <a:srgbClr val="FBFCFE"/>
            </a:solidFill>
            <a:prstDash val="solid"/>
          </a:ln>
        </p:spPr>
      </p:sp>
      <p:sp>
        <p:nvSpPr>
          <p:cNvPr id="1038" name="Editable chart path">
            <a:extLst xmlns:a="http://schemas.openxmlformats.org/drawingml/2006/main">
              <a:ext uri="{FF2B5EF4-FFF2-40B4-BE49-F238E27FC236}">
                <a16:creationId xmlns:a16="http://schemas.microsoft.com/office/drawing/2014/main" id="{F1DD79A3-FFD2-4F1F-805C-A0CE6EB18D99}"/>
              </a:ext>
            </a:extLst>
          </p:cNvPr>
          <p:cNvSpPr>
            <a:spLocks xmlns:a="http://schemas.openxmlformats.org/drawingml/2006/main" noGrp="1"/>
          </p:cNvSpPr>
          <p:nvPr/>
        </p:nvSpPr>
        <p:spPr>
          <a:xfrm xmlns:a="http://schemas.openxmlformats.org/drawingml/2006/main">
            <a:off x="302423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E407D"/>
          </a:solidFill>
          <a:ln xmlns:a="http://schemas.openxmlformats.org/drawingml/2006/main" w="2205">
            <a:solidFill>
              <a:srgbClr val="FBFCFE"/>
            </a:solidFill>
            <a:prstDash val="solid"/>
          </a:ln>
        </p:spPr>
      </p:sp>
      <p:sp>
        <p:nvSpPr>
          <p:cNvPr id="1039" name="Editable chart path">
            <a:extLst xmlns:a="http://schemas.openxmlformats.org/drawingml/2006/main">
              <a:ext uri="{FF2B5EF4-FFF2-40B4-BE49-F238E27FC236}">
                <a16:creationId xmlns:a16="http://schemas.microsoft.com/office/drawing/2014/main" id="{569A0F0E-B410-46CF-9626-0E369EF1E4EB}"/>
              </a:ext>
            </a:extLst>
          </p:cNvPr>
          <p:cNvSpPr>
            <a:spLocks xmlns:a="http://schemas.openxmlformats.org/drawingml/2006/main" noGrp="1"/>
          </p:cNvSpPr>
          <p:nvPr/>
        </p:nvSpPr>
        <p:spPr>
          <a:xfrm xmlns:a="http://schemas.openxmlformats.org/drawingml/2006/main">
            <a:off x="302423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E407D"/>
          </a:solidFill>
          <a:ln xmlns:a="http://schemas.openxmlformats.org/drawingml/2006/main" w="2205">
            <a:solidFill>
              <a:srgbClr val="FBFCFE"/>
            </a:solidFill>
            <a:prstDash val="solid"/>
          </a:ln>
        </p:spPr>
      </p:sp>
      <p:sp>
        <p:nvSpPr>
          <p:cNvPr id="1040" name="Editable chart path">
            <a:extLst xmlns:a="http://schemas.openxmlformats.org/drawingml/2006/main">
              <a:ext uri="{FF2B5EF4-FFF2-40B4-BE49-F238E27FC236}">
                <a16:creationId xmlns:a16="http://schemas.microsoft.com/office/drawing/2014/main" id="{764D6553-C1E9-487B-B129-A79E0D442139}"/>
              </a:ext>
            </a:extLst>
          </p:cNvPr>
          <p:cNvSpPr>
            <a:spLocks xmlns:a="http://schemas.openxmlformats.org/drawingml/2006/main" noGrp="1"/>
          </p:cNvSpPr>
          <p:nvPr/>
        </p:nvSpPr>
        <p:spPr>
          <a:xfrm xmlns:a="http://schemas.openxmlformats.org/drawingml/2006/main">
            <a:off x="302423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41" name="Editable chart path">
            <a:extLst xmlns:a="http://schemas.openxmlformats.org/drawingml/2006/main">
              <a:ext uri="{FF2B5EF4-FFF2-40B4-BE49-F238E27FC236}">
                <a16:creationId xmlns:a16="http://schemas.microsoft.com/office/drawing/2014/main" id="{EC330243-6E64-479B-8CDF-2D7F593EE9D0}"/>
              </a:ext>
            </a:extLst>
          </p:cNvPr>
          <p:cNvSpPr>
            <a:spLocks xmlns:a="http://schemas.openxmlformats.org/drawingml/2006/main" noGrp="1"/>
          </p:cNvSpPr>
          <p:nvPr/>
        </p:nvSpPr>
        <p:spPr>
          <a:xfrm xmlns:a="http://schemas.openxmlformats.org/drawingml/2006/main">
            <a:off x="302423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42" name="Editable chart path">
            <a:extLst xmlns:a="http://schemas.openxmlformats.org/drawingml/2006/main">
              <a:ext uri="{FF2B5EF4-FFF2-40B4-BE49-F238E27FC236}">
                <a16:creationId xmlns:a16="http://schemas.microsoft.com/office/drawing/2014/main" id="{050D753A-593D-48EF-866D-0CE891FF76C6}"/>
              </a:ext>
            </a:extLst>
          </p:cNvPr>
          <p:cNvSpPr>
            <a:spLocks xmlns:a="http://schemas.openxmlformats.org/drawingml/2006/main" noGrp="1"/>
          </p:cNvSpPr>
          <p:nvPr/>
        </p:nvSpPr>
        <p:spPr>
          <a:xfrm xmlns:a="http://schemas.openxmlformats.org/drawingml/2006/main">
            <a:off x="302423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D3D78"/>
          </a:solidFill>
          <a:ln xmlns:a="http://schemas.openxmlformats.org/drawingml/2006/main" w="2205">
            <a:solidFill>
              <a:srgbClr val="FBFCFE"/>
            </a:solidFill>
            <a:prstDash val="solid"/>
          </a:ln>
        </p:spPr>
      </p:sp>
      <p:sp>
        <p:nvSpPr>
          <p:cNvPr id="1043" name="Editable chart path">
            <a:extLst xmlns:a="http://schemas.openxmlformats.org/drawingml/2006/main">
              <a:ext uri="{FF2B5EF4-FFF2-40B4-BE49-F238E27FC236}">
                <a16:creationId xmlns:a16="http://schemas.microsoft.com/office/drawing/2014/main" id="{E544AB63-3639-4070-8C76-7B58F7F9C0A0}"/>
              </a:ext>
            </a:extLst>
          </p:cNvPr>
          <p:cNvSpPr>
            <a:spLocks xmlns:a="http://schemas.openxmlformats.org/drawingml/2006/main" noGrp="1"/>
          </p:cNvSpPr>
          <p:nvPr/>
        </p:nvSpPr>
        <p:spPr>
          <a:xfrm xmlns:a="http://schemas.openxmlformats.org/drawingml/2006/main">
            <a:off x="302423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44" name="Editable chart path">
            <a:extLst xmlns:a="http://schemas.openxmlformats.org/drawingml/2006/main">
              <a:ext uri="{FF2B5EF4-FFF2-40B4-BE49-F238E27FC236}">
                <a16:creationId xmlns:a16="http://schemas.microsoft.com/office/drawing/2014/main" id="{80EF9CB3-C39F-41CB-BA8D-EAF04A6EA9F1}"/>
              </a:ext>
            </a:extLst>
          </p:cNvPr>
          <p:cNvSpPr>
            <a:spLocks xmlns:a="http://schemas.openxmlformats.org/drawingml/2006/main" noGrp="1"/>
          </p:cNvSpPr>
          <p:nvPr/>
        </p:nvSpPr>
        <p:spPr>
          <a:xfrm xmlns:a="http://schemas.openxmlformats.org/drawingml/2006/main">
            <a:off x="302423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45" name="Editable chart path">
            <a:extLst xmlns:a="http://schemas.openxmlformats.org/drawingml/2006/main">
              <a:ext uri="{FF2B5EF4-FFF2-40B4-BE49-F238E27FC236}">
                <a16:creationId xmlns:a16="http://schemas.microsoft.com/office/drawing/2014/main" id="{A4E75AB5-D30F-4187-859D-E7A0692DDC36}"/>
              </a:ext>
            </a:extLst>
          </p:cNvPr>
          <p:cNvSpPr>
            <a:spLocks xmlns:a="http://schemas.openxmlformats.org/drawingml/2006/main" noGrp="1"/>
          </p:cNvSpPr>
          <p:nvPr/>
        </p:nvSpPr>
        <p:spPr>
          <a:xfrm xmlns:a="http://schemas.openxmlformats.org/drawingml/2006/main">
            <a:off x="302423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72F64"/>
          </a:solidFill>
          <a:ln xmlns:a="http://schemas.openxmlformats.org/drawingml/2006/main" w="2205">
            <a:solidFill>
              <a:srgbClr val="FBFCFE"/>
            </a:solidFill>
            <a:prstDash val="solid"/>
          </a:ln>
        </p:spPr>
      </p:sp>
      <p:sp>
        <p:nvSpPr>
          <p:cNvPr id="1046" name="Editable chart path">
            <a:extLst xmlns:a="http://schemas.openxmlformats.org/drawingml/2006/main">
              <a:ext uri="{FF2B5EF4-FFF2-40B4-BE49-F238E27FC236}">
                <a16:creationId xmlns:a16="http://schemas.microsoft.com/office/drawing/2014/main" id="{E9C9D2F5-7A51-4DC3-8B16-1EF96E00B2D8}"/>
              </a:ext>
            </a:extLst>
          </p:cNvPr>
          <p:cNvSpPr>
            <a:spLocks xmlns:a="http://schemas.openxmlformats.org/drawingml/2006/main" noGrp="1"/>
          </p:cNvSpPr>
          <p:nvPr/>
        </p:nvSpPr>
        <p:spPr>
          <a:xfrm xmlns:a="http://schemas.openxmlformats.org/drawingml/2006/main">
            <a:off x="302423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47" name="Editable chart path">
            <a:extLst xmlns:a="http://schemas.openxmlformats.org/drawingml/2006/main">
              <a:ext uri="{FF2B5EF4-FFF2-40B4-BE49-F238E27FC236}">
                <a16:creationId xmlns:a16="http://schemas.microsoft.com/office/drawing/2014/main" id="{CB0F7C23-49B9-4B2B-9A43-2C397A544A8E}"/>
              </a:ext>
            </a:extLst>
          </p:cNvPr>
          <p:cNvSpPr>
            <a:spLocks xmlns:a="http://schemas.openxmlformats.org/drawingml/2006/main" noGrp="1"/>
          </p:cNvSpPr>
          <p:nvPr/>
        </p:nvSpPr>
        <p:spPr>
          <a:xfrm xmlns:a="http://schemas.openxmlformats.org/drawingml/2006/main">
            <a:off x="302423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48" name="Editable chart path">
            <a:extLst xmlns:a="http://schemas.openxmlformats.org/drawingml/2006/main">
              <a:ext uri="{FF2B5EF4-FFF2-40B4-BE49-F238E27FC236}">
                <a16:creationId xmlns:a16="http://schemas.microsoft.com/office/drawing/2014/main" id="{B2C7BF2B-104A-4B01-B05D-732053A96AB9}"/>
              </a:ext>
            </a:extLst>
          </p:cNvPr>
          <p:cNvSpPr>
            <a:spLocks xmlns:a="http://schemas.openxmlformats.org/drawingml/2006/main" noGrp="1"/>
          </p:cNvSpPr>
          <p:nvPr/>
        </p:nvSpPr>
        <p:spPr>
          <a:xfrm xmlns:a="http://schemas.openxmlformats.org/drawingml/2006/main">
            <a:off x="302423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E92"/>
          </a:solidFill>
          <a:ln xmlns:a="http://schemas.openxmlformats.org/drawingml/2006/main" w="2205">
            <a:solidFill>
              <a:srgbClr val="FBFCFE"/>
            </a:solidFill>
            <a:prstDash val="solid"/>
          </a:ln>
        </p:spPr>
      </p:sp>
      <p:sp>
        <p:nvSpPr>
          <p:cNvPr id="1049" name="Editable chart path">
            <a:extLst xmlns:a="http://schemas.openxmlformats.org/drawingml/2006/main">
              <a:ext uri="{FF2B5EF4-FFF2-40B4-BE49-F238E27FC236}">
                <a16:creationId xmlns:a16="http://schemas.microsoft.com/office/drawing/2014/main" id="{9073E356-5C3F-4951-95DC-D7957AA6746A}"/>
              </a:ext>
            </a:extLst>
          </p:cNvPr>
          <p:cNvSpPr>
            <a:spLocks xmlns:a="http://schemas.openxmlformats.org/drawingml/2006/main" noGrp="1"/>
          </p:cNvSpPr>
          <p:nvPr/>
        </p:nvSpPr>
        <p:spPr>
          <a:xfrm xmlns:a="http://schemas.openxmlformats.org/drawingml/2006/main">
            <a:off x="3024239"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3ADEA"/>
          </a:solidFill>
          <a:ln xmlns:a="http://schemas.openxmlformats.org/drawingml/2006/main" w="2205">
            <a:solidFill>
              <a:srgbClr val="FBFCFE"/>
            </a:solidFill>
            <a:prstDash val="solid"/>
          </a:ln>
        </p:spPr>
      </p:sp>
      <p:sp>
        <p:nvSpPr>
          <p:cNvPr id="1050" name="Editable chart path">
            <a:extLst xmlns:a="http://schemas.openxmlformats.org/drawingml/2006/main">
              <a:ext uri="{FF2B5EF4-FFF2-40B4-BE49-F238E27FC236}">
                <a16:creationId xmlns:a16="http://schemas.microsoft.com/office/drawing/2014/main" id="{D111ACF4-E677-4A48-9799-2D9ECFE43220}"/>
              </a:ext>
            </a:extLst>
          </p:cNvPr>
          <p:cNvSpPr>
            <a:spLocks xmlns:a="http://schemas.openxmlformats.org/drawingml/2006/main" noGrp="1"/>
          </p:cNvSpPr>
          <p:nvPr/>
        </p:nvSpPr>
        <p:spPr>
          <a:xfrm xmlns:a="http://schemas.openxmlformats.org/drawingml/2006/main">
            <a:off x="302423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3ADEA"/>
          </a:solidFill>
          <a:ln xmlns:a="http://schemas.openxmlformats.org/drawingml/2006/main" w="2205">
            <a:solidFill>
              <a:srgbClr val="FBFCFE"/>
            </a:solidFill>
            <a:prstDash val="solid"/>
          </a:ln>
        </p:spPr>
      </p:sp>
      <p:sp>
        <p:nvSpPr>
          <p:cNvPr id="1051" name="Editable chart path">
            <a:extLst xmlns:a="http://schemas.openxmlformats.org/drawingml/2006/main">
              <a:ext uri="{FF2B5EF4-FFF2-40B4-BE49-F238E27FC236}">
                <a16:creationId xmlns:a16="http://schemas.microsoft.com/office/drawing/2014/main" id="{90B0701D-3DA0-420E-B36C-61E2D80B1397}"/>
              </a:ext>
            </a:extLst>
          </p:cNvPr>
          <p:cNvSpPr>
            <a:spLocks xmlns:a="http://schemas.openxmlformats.org/drawingml/2006/main" noGrp="1"/>
          </p:cNvSpPr>
          <p:nvPr/>
        </p:nvSpPr>
        <p:spPr>
          <a:xfrm xmlns:a="http://schemas.openxmlformats.org/drawingml/2006/main">
            <a:off x="3024239"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3ADEA"/>
          </a:solidFill>
          <a:ln xmlns:a="http://schemas.openxmlformats.org/drawingml/2006/main" w="2205">
            <a:solidFill>
              <a:srgbClr val="FBFCFE"/>
            </a:solidFill>
            <a:prstDash val="solid"/>
          </a:ln>
        </p:spPr>
      </p:sp>
      <p:sp>
        <p:nvSpPr>
          <p:cNvPr id="1052" name="Editable chart path">
            <a:extLst xmlns:a="http://schemas.openxmlformats.org/drawingml/2006/main">
              <a:ext uri="{FF2B5EF4-FFF2-40B4-BE49-F238E27FC236}">
                <a16:creationId xmlns:a16="http://schemas.microsoft.com/office/drawing/2014/main" id="{D7FE9C02-0B79-4DE5-8DCB-2C3E6C4FE110}"/>
              </a:ext>
            </a:extLst>
          </p:cNvPr>
          <p:cNvSpPr>
            <a:spLocks xmlns:a="http://schemas.openxmlformats.org/drawingml/2006/main" noGrp="1"/>
          </p:cNvSpPr>
          <p:nvPr/>
        </p:nvSpPr>
        <p:spPr>
          <a:xfrm xmlns:a="http://schemas.openxmlformats.org/drawingml/2006/main">
            <a:off x="308637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E407D"/>
          </a:solidFill>
          <a:ln xmlns:a="http://schemas.openxmlformats.org/drawingml/2006/main" w="2205">
            <a:solidFill>
              <a:srgbClr val="FBFCFE"/>
            </a:solidFill>
            <a:prstDash val="solid"/>
          </a:ln>
        </p:spPr>
      </p:sp>
      <p:sp>
        <p:nvSpPr>
          <p:cNvPr id="1053" name="Editable chart path">
            <a:extLst xmlns:a="http://schemas.openxmlformats.org/drawingml/2006/main">
              <a:ext uri="{FF2B5EF4-FFF2-40B4-BE49-F238E27FC236}">
                <a16:creationId xmlns:a16="http://schemas.microsoft.com/office/drawing/2014/main" id="{BCAACE5D-D112-4EF2-8EC5-1182AB4DAC8E}"/>
              </a:ext>
            </a:extLst>
          </p:cNvPr>
          <p:cNvSpPr>
            <a:spLocks xmlns:a="http://schemas.openxmlformats.org/drawingml/2006/main" noGrp="1"/>
          </p:cNvSpPr>
          <p:nvPr/>
        </p:nvSpPr>
        <p:spPr>
          <a:xfrm xmlns:a="http://schemas.openxmlformats.org/drawingml/2006/main">
            <a:off x="308637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E407D"/>
          </a:solidFill>
          <a:ln xmlns:a="http://schemas.openxmlformats.org/drawingml/2006/main" w="2205">
            <a:solidFill>
              <a:srgbClr val="FBFCFE"/>
            </a:solidFill>
            <a:prstDash val="solid"/>
          </a:ln>
        </p:spPr>
      </p:sp>
      <p:sp>
        <p:nvSpPr>
          <p:cNvPr id="1054" name="Editable chart path">
            <a:extLst xmlns:a="http://schemas.openxmlformats.org/drawingml/2006/main">
              <a:ext uri="{FF2B5EF4-FFF2-40B4-BE49-F238E27FC236}">
                <a16:creationId xmlns:a16="http://schemas.microsoft.com/office/drawing/2014/main" id="{B034A62F-5C05-4556-8EA7-66FE1998B410}"/>
              </a:ext>
            </a:extLst>
          </p:cNvPr>
          <p:cNvSpPr>
            <a:spLocks xmlns:a="http://schemas.openxmlformats.org/drawingml/2006/main" noGrp="1"/>
          </p:cNvSpPr>
          <p:nvPr/>
        </p:nvSpPr>
        <p:spPr>
          <a:xfrm xmlns:a="http://schemas.openxmlformats.org/drawingml/2006/main">
            <a:off x="308637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E407D"/>
          </a:solidFill>
          <a:ln xmlns:a="http://schemas.openxmlformats.org/drawingml/2006/main" w="2205">
            <a:solidFill>
              <a:srgbClr val="FBFCFE"/>
            </a:solidFill>
            <a:prstDash val="solid"/>
          </a:ln>
        </p:spPr>
      </p:sp>
      <p:sp>
        <p:nvSpPr>
          <p:cNvPr id="1055" name="Editable chart path">
            <a:extLst xmlns:a="http://schemas.openxmlformats.org/drawingml/2006/main">
              <a:ext uri="{FF2B5EF4-FFF2-40B4-BE49-F238E27FC236}">
                <a16:creationId xmlns:a16="http://schemas.microsoft.com/office/drawing/2014/main" id="{59C78711-C81F-4779-801D-8909EB71269C}"/>
              </a:ext>
            </a:extLst>
          </p:cNvPr>
          <p:cNvSpPr>
            <a:spLocks xmlns:a="http://schemas.openxmlformats.org/drawingml/2006/main" noGrp="1"/>
          </p:cNvSpPr>
          <p:nvPr/>
        </p:nvSpPr>
        <p:spPr>
          <a:xfrm xmlns:a="http://schemas.openxmlformats.org/drawingml/2006/main">
            <a:off x="308637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56" name="Editable chart path">
            <a:extLst xmlns:a="http://schemas.openxmlformats.org/drawingml/2006/main">
              <a:ext uri="{FF2B5EF4-FFF2-40B4-BE49-F238E27FC236}">
                <a16:creationId xmlns:a16="http://schemas.microsoft.com/office/drawing/2014/main" id="{7D1B004D-2217-4FAB-8830-3B664E25B796}"/>
              </a:ext>
            </a:extLst>
          </p:cNvPr>
          <p:cNvSpPr>
            <a:spLocks xmlns:a="http://schemas.openxmlformats.org/drawingml/2006/main" noGrp="1"/>
          </p:cNvSpPr>
          <p:nvPr/>
        </p:nvSpPr>
        <p:spPr>
          <a:xfrm xmlns:a="http://schemas.openxmlformats.org/drawingml/2006/main">
            <a:off x="308637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57" name="Editable chart path">
            <a:extLst xmlns:a="http://schemas.openxmlformats.org/drawingml/2006/main">
              <a:ext uri="{FF2B5EF4-FFF2-40B4-BE49-F238E27FC236}">
                <a16:creationId xmlns:a16="http://schemas.microsoft.com/office/drawing/2014/main" id="{468169DD-410D-4B03-B9FD-A64059EAC4B0}"/>
              </a:ext>
            </a:extLst>
          </p:cNvPr>
          <p:cNvSpPr>
            <a:spLocks xmlns:a="http://schemas.openxmlformats.org/drawingml/2006/main" noGrp="1"/>
          </p:cNvSpPr>
          <p:nvPr/>
        </p:nvSpPr>
        <p:spPr>
          <a:xfrm xmlns:a="http://schemas.openxmlformats.org/drawingml/2006/main">
            <a:off x="308637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58" name="Editable chart path">
            <a:extLst xmlns:a="http://schemas.openxmlformats.org/drawingml/2006/main">
              <a:ext uri="{FF2B5EF4-FFF2-40B4-BE49-F238E27FC236}">
                <a16:creationId xmlns:a16="http://schemas.microsoft.com/office/drawing/2014/main" id="{70258A33-63AF-40E1-B853-D90903659E3A}"/>
              </a:ext>
            </a:extLst>
          </p:cNvPr>
          <p:cNvSpPr>
            <a:spLocks xmlns:a="http://schemas.openxmlformats.org/drawingml/2006/main" noGrp="1"/>
          </p:cNvSpPr>
          <p:nvPr/>
        </p:nvSpPr>
        <p:spPr>
          <a:xfrm xmlns:a="http://schemas.openxmlformats.org/drawingml/2006/main">
            <a:off x="308637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59" name="Editable chart path">
            <a:extLst xmlns:a="http://schemas.openxmlformats.org/drawingml/2006/main">
              <a:ext uri="{FF2B5EF4-FFF2-40B4-BE49-F238E27FC236}">
                <a16:creationId xmlns:a16="http://schemas.microsoft.com/office/drawing/2014/main" id="{EE5C8A36-AEC4-4856-8723-DCF42B769AD1}"/>
              </a:ext>
            </a:extLst>
          </p:cNvPr>
          <p:cNvSpPr>
            <a:spLocks xmlns:a="http://schemas.openxmlformats.org/drawingml/2006/main" noGrp="1"/>
          </p:cNvSpPr>
          <p:nvPr/>
        </p:nvSpPr>
        <p:spPr>
          <a:xfrm xmlns:a="http://schemas.openxmlformats.org/drawingml/2006/main">
            <a:off x="308637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4295B"/>
          </a:solidFill>
          <a:ln xmlns:a="http://schemas.openxmlformats.org/drawingml/2006/main" w="2205">
            <a:solidFill>
              <a:srgbClr val="FBFCFE"/>
            </a:solidFill>
            <a:prstDash val="solid"/>
          </a:ln>
        </p:spPr>
      </p:sp>
      <p:sp>
        <p:nvSpPr>
          <p:cNvPr id="1060" name="Editable chart path">
            <a:extLst xmlns:a="http://schemas.openxmlformats.org/drawingml/2006/main">
              <a:ext uri="{FF2B5EF4-FFF2-40B4-BE49-F238E27FC236}">
                <a16:creationId xmlns:a16="http://schemas.microsoft.com/office/drawing/2014/main" id="{6148F18D-2423-439B-9FC0-6DE781C978DD}"/>
              </a:ext>
            </a:extLst>
          </p:cNvPr>
          <p:cNvSpPr>
            <a:spLocks xmlns:a="http://schemas.openxmlformats.org/drawingml/2006/main" noGrp="1"/>
          </p:cNvSpPr>
          <p:nvPr/>
        </p:nvSpPr>
        <p:spPr>
          <a:xfrm xmlns:a="http://schemas.openxmlformats.org/drawingml/2006/main">
            <a:off x="308637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72F64"/>
          </a:solidFill>
          <a:ln xmlns:a="http://schemas.openxmlformats.org/drawingml/2006/main" w="2205">
            <a:solidFill>
              <a:srgbClr val="FBFCFE"/>
            </a:solidFill>
            <a:prstDash val="solid"/>
          </a:ln>
        </p:spPr>
      </p:sp>
      <p:sp>
        <p:nvSpPr>
          <p:cNvPr id="1061" name="Editable chart path">
            <a:extLst xmlns:a="http://schemas.openxmlformats.org/drawingml/2006/main">
              <a:ext uri="{FF2B5EF4-FFF2-40B4-BE49-F238E27FC236}">
                <a16:creationId xmlns:a16="http://schemas.microsoft.com/office/drawing/2014/main" id="{8FA8DD76-7074-476B-B417-6ED68622C130}"/>
              </a:ext>
            </a:extLst>
          </p:cNvPr>
          <p:cNvSpPr>
            <a:spLocks xmlns:a="http://schemas.openxmlformats.org/drawingml/2006/main" noGrp="1"/>
          </p:cNvSpPr>
          <p:nvPr/>
        </p:nvSpPr>
        <p:spPr>
          <a:xfrm xmlns:a="http://schemas.openxmlformats.org/drawingml/2006/main">
            <a:off x="308637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268"/>
          </a:solidFill>
          <a:ln xmlns:a="http://schemas.openxmlformats.org/drawingml/2006/main" w="2205">
            <a:solidFill>
              <a:srgbClr val="FBFCFE"/>
            </a:solidFill>
            <a:prstDash val="solid"/>
          </a:ln>
        </p:spPr>
      </p:sp>
      <p:sp>
        <p:nvSpPr>
          <p:cNvPr id="1062" name="Editable chart path">
            <a:extLst xmlns:a="http://schemas.openxmlformats.org/drawingml/2006/main">
              <a:ext uri="{FF2B5EF4-FFF2-40B4-BE49-F238E27FC236}">
                <a16:creationId xmlns:a16="http://schemas.microsoft.com/office/drawing/2014/main" id="{E9B8FA2B-14CA-4758-B734-95978DBF465D}"/>
              </a:ext>
            </a:extLst>
          </p:cNvPr>
          <p:cNvSpPr>
            <a:spLocks xmlns:a="http://schemas.openxmlformats.org/drawingml/2006/main" noGrp="1"/>
          </p:cNvSpPr>
          <p:nvPr/>
        </p:nvSpPr>
        <p:spPr>
          <a:xfrm xmlns:a="http://schemas.openxmlformats.org/drawingml/2006/main">
            <a:off x="308637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268"/>
          </a:solidFill>
          <a:ln xmlns:a="http://schemas.openxmlformats.org/drawingml/2006/main" w="2205">
            <a:solidFill>
              <a:srgbClr val="FBFCFE"/>
            </a:solidFill>
            <a:prstDash val="solid"/>
          </a:ln>
        </p:spPr>
      </p:sp>
      <p:sp>
        <p:nvSpPr>
          <p:cNvPr id="1063" name="Editable chart path">
            <a:extLst xmlns:a="http://schemas.openxmlformats.org/drawingml/2006/main">
              <a:ext uri="{FF2B5EF4-FFF2-40B4-BE49-F238E27FC236}">
                <a16:creationId xmlns:a16="http://schemas.microsoft.com/office/drawing/2014/main" id="{AB43DD59-A108-459E-8EAD-853566AAB02E}"/>
              </a:ext>
            </a:extLst>
          </p:cNvPr>
          <p:cNvSpPr>
            <a:spLocks xmlns:a="http://schemas.openxmlformats.org/drawingml/2006/main" noGrp="1"/>
          </p:cNvSpPr>
          <p:nvPr/>
        </p:nvSpPr>
        <p:spPr>
          <a:xfrm xmlns:a="http://schemas.openxmlformats.org/drawingml/2006/main">
            <a:off x="308637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268"/>
          </a:solidFill>
          <a:ln xmlns:a="http://schemas.openxmlformats.org/drawingml/2006/main" w="2205">
            <a:solidFill>
              <a:srgbClr val="FBFCFE"/>
            </a:solidFill>
            <a:prstDash val="solid"/>
          </a:ln>
        </p:spPr>
      </p:sp>
      <p:sp>
        <p:nvSpPr>
          <p:cNvPr id="1064" name="Editable chart path">
            <a:extLst xmlns:a="http://schemas.openxmlformats.org/drawingml/2006/main">
              <a:ext uri="{FF2B5EF4-FFF2-40B4-BE49-F238E27FC236}">
                <a16:creationId xmlns:a16="http://schemas.microsoft.com/office/drawing/2014/main" id="{3C807D3F-3101-4D03-A8A0-E7914B19AAC3}"/>
              </a:ext>
            </a:extLst>
          </p:cNvPr>
          <p:cNvSpPr>
            <a:spLocks xmlns:a="http://schemas.openxmlformats.org/drawingml/2006/main" noGrp="1"/>
          </p:cNvSpPr>
          <p:nvPr/>
        </p:nvSpPr>
        <p:spPr>
          <a:xfrm xmlns:a="http://schemas.openxmlformats.org/drawingml/2006/main">
            <a:off x="308637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D8BCE"/>
          </a:solidFill>
          <a:ln xmlns:a="http://schemas.openxmlformats.org/drawingml/2006/main" w="2205">
            <a:solidFill>
              <a:srgbClr val="FBFCFE"/>
            </a:solidFill>
            <a:prstDash val="solid"/>
          </a:ln>
        </p:spPr>
      </p:sp>
      <p:sp>
        <p:nvSpPr>
          <p:cNvPr id="1065" name="Editable chart path">
            <a:extLst xmlns:a="http://schemas.openxmlformats.org/drawingml/2006/main">
              <a:ext uri="{FF2B5EF4-FFF2-40B4-BE49-F238E27FC236}">
                <a16:creationId xmlns:a16="http://schemas.microsoft.com/office/drawing/2014/main" id="{FB31DB4C-C1E4-407C-9E4A-75DC3EB1FEAA}"/>
              </a:ext>
            </a:extLst>
          </p:cNvPr>
          <p:cNvSpPr>
            <a:spLocks xmlns:a="http://schemas.openxmlformats.org/drawingml/2006/main" noGrp="1"/>
          </p:cNvSpPr>
          <p:nvPr/>
        </p:nvSpPr>
        <p:spPr>
          <a:xfrm xmlns:a="http://schemas.openxmlformats.org/drawingml/2006/main">
            <a:off x="308637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3ADEA"/>
          </a:solidFill>
          <a:ln xmlns:a="http://schemas.openxmlformats.org/drawingml/2006/main" w="2205">
            <a:solidFill>
              <a:srgbClr val="FBFCFE"/>
            </a:solidFill>
            <a:prstDash val="solid"/>
          </a:ln>
        </p:spPr>
      </p:sp>
      <p:sp>
        <p:nvSpPr>
          <p:cNvPr id="1066" name="Editable chart path">
            <a:extLst xmlns:a="http://schemas.openxmlformats.org/drawingml/2006/main">
              <a:ext uri="{FF2B5EF4-FFF2-40B4-BE49-F238E27FC236}">
                <a16:creationId xmlns:a16="http://schemas.microsoft.com/office/drawing/2014/main" id="{A4F3EB73-6FFE-41F9-8B8A-4674F3128881}"/>
              </a:ext>
            </a:extLst>
          </p:cNvPr>
          <p:cNvSpPr>
            <a:spLocks xmlns:a="http://schemas.openxmlformats.org/drawingml/2006/main" noGrp="1"/>
          </p:cNvSpPr>
          <p:nvPr/>
        </p:nvSpPr>
        <p:spPr>
          <a:xfrm xmlns:a="http://schemas.openxmlformats.org/drawingml/2006/main">
            <a:off x="314851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4C7BC2"/>
          </a:solidFill>
          <a:ln xmlns:a="http://schemas.openxmlformats.org/drawingml/2006/main" w="2205">
            <a:solidFill>
              <a:srgbClr val="FBFCFE"/>
            </a:solidFill>
            <a:prstDash val="solid"/>
          </a:ln>
        </p:spPr>
      </p:sp>
      <p:sp>
        <p:nvSpPr>
          <p:cNvPr id="1067" name="Editable chart path">
            <a:extLst xmlns:a="http://schemas.openxmlformats.org/drawingml/2006/main">
              <a:ext uri="{FF2B5EF4-FFF2-40B4-BE49-F238E27FC236}">
                <a16:creationId xmlns:a16="http://schemas.microsoft.com/office/drawing/2014/main" id="{B7C01509-79F6-4257-92CA-6C83A8A0FE45}"/>
              </a:ext>
            </a:extLst>
          </p:cNvPr>
          <p:cNvSpPr>
            <a:spLocks xmlns:a="http://schemas.openxmlformats.org/drawingml/2006/main" noGrp="1"/>
          </p:cNvSpPr>
          <p:nvPr/>
        </p:nvSpPr>
        <p:spPr>
          <a:xfrm xmlns:a="http://schemas.openxmlformats.org/drawingml/2006/main">
            <a:off x="314851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4C7BC2"/>
          </a:solidFill>
          <a:ln xmlns:a="http://schemas.openxmlformats.org/drawingml/2006/main" w="2205">
            <a:solidFill>
              <a:srgbClr val="FBFCFE"/>
            </a:solidFill>
            <a:prstDash val="solid"/>
          </a:ln>
        </p:spPr>
      </p:sp>
      <p:sp>
        <p:nvSpPr>
          <p:cNvPr id="1068" name="Editable chart path">
            <a:extLst xmlns:a="http://schemas.openxmlformats.org/drawingml/2006/main">
              <a:ext uri="{FF2B5EF4-FFF2-40B4-BE49-F238E27FC236}">
                <a16:creationId xmlns:a16="http://schemas.microsoft.com/office/drawing/2014/main" id="{6B7E0DAD-7DB0-4365-9EA8-3FD1E661F83A}"/>
              </a:ext>
            </a:extLst>
          </p:cNvPr>
          <p:cNvSpPr>
            <a:spLocks xmlns:a="http://schemas.openxmlformats.org/drawingml/2006/main" noGrp="1"/>
          </p:cNvSpPr>
          <p:nvPr/>
        </p:nvSpPr>
        <p:spPr>
          <a:xfrm xmlns:a="http://schemas.openxmlformats.org/drawingml/2006/main">
            <a:off x="314851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365AF"/>
          </a:solidFill>
          <a:ln xmlns:a="http://schemas.openxmlformats.org/drawingml/2006/main" w="2205">
            <a:solidFill>
              <a:srgbClr val="FBFCFE"/>
            </a:solidFill>
            <a:prstDash val="solid"/>
          </a:ln>
        </p:spPr>
      </p:sp>
      <p:sp>
        <p:nvSpPr>
          <p:cNvPr id="1069" name="Editable chart path">
            <a:extLst xmlns:a="http://schemas.openxmlformats.org/drawingml/2006/main">
              <a:ext uri="{FF2B5EF4-FFF2-40B4-BE49-F238E27FC236}">
                <a16:creationId xmlns:a16="http://schemas.microsoft.com/office/drawing/2014/main" id="{52F69724-36B0-44C3-95D6-46B4802D8E83}"/>
              </a:ext>
            </a:extLst>
          </p:cNvPr>
          <p:cNvSpPr>
            <a:spLocks xmlns:a="http://schemas.openxmlformats.org/drawingml/2006/main" noGrp="1"/>
          </p:cNvSpPr>
          <p:nvPr/>
        </p:nvSpPr>
        <p:spPr>
          <a:xfrm xmlns:a="http://schemas.openxmlformats.org/drawingml/2006/main">
            <a:off x="314851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365AF"/>
          </a:solidFill>
          <a:ln xmlns:a="http://schemas.openxmlformats.org/drawingml/2006/main" w="2205">
            <a:solidFill>
              <a:srgbClr val="FBFCFE"/>
            </a:solidFill>
            <a:prstDash val="solid"/>
          </a:ln>
        </p:spPr>
      </p:sp>
      <p:sp>
        <p:nvSpPr>
          <p:cNvPr id="1070" name="Editable chart path">
            <a:extLst xmlns:a="http://schemas.openxmlformats.org/drawingml/2006/main">
              <a:ext uri="{FF2B5EF4-FFF2-40B4-BE49-F238E27FC236}">
                <a16:creationId xmlns:a16="http://schemas.microsoft.com/office/drawing/2014/main" id="{D2F8DEAA-0E6D-49AD-A445-B10AD9FA75C2}"/>
              </a:ext>
            </a:extLst>
          </p:cNvPr>
          <p:cNvSpPr>
            <a:spLocks xmlns:a="http://schemas.openxmlformats.org/drawingml/2006/main" noGrp="1"/>
          </p:cNvSpPr>
          <p:nvPr/>
        </p:nvSpPr>
        <p:spPr>
          <a:xfrm xmlns:a="http://schemas.openxmlformats.org/drawingml/2006/main">
            <a:off x="314851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24889"/>
          </a:solidFill>
          <a:ln xmlns:a="http://schemas.openxmlformats.org/drawingml/2006/main" w="2205">
            <a:solidFill>
              <a:srgbClr val="FBFCFE"/>
            </a:solidFill>
            <a:prstDash val="solid"/>
          </a:ln>
        </p:spPr>
      </p:sp>
      <p:sp>
        <p:nvSpPr>
          <p:cNvPr id="1071" name="Editable chart path">
            <a:extLst xmlns:a="http://schemas.openxmlformats.org/drawingml/2006/main">
              <a:ext uri="{FF2B5EF4-FFF2-40B4-BE49-F238E27FC236}">
                <a16:creationId xmlns:a16="http://schemas.microsoft.com/office/drawing/2014/main" id="{4A4D8DD2-29F5-470E-A8F7-33430AF4C697}"/>
              </a:ext>
            </a:extLst>
          </p:cNvPr>
          <p:cNvSpPr>
            <a:spLocks xmlns:a="http://schemas.openxmlformats.org/drawingml/2006/main" noGrp="1"/>
          </p:cNvSpPr>
          <p:nvPr/>
        </p:nvSpPr>
        <p:spPr>
          <a:xfrm xmlns:a="http://schemas.openxmlformats.org/drawingml/2006/main">
            <a:off x="314851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24889"/>
          </a:solidFill>
          <a:ln xmlns:a="http://schemas.openxmlformats.org/drawingml/2006/main" w="2205">
            <a:solidFill>
              <a:srgbClr val="FBFCFE"/>
            </a:solidFill>
            <a:prstDash val="solid"/>
          </a:ln>
        </p:spPr>
      </p:sp>
      <p:sp>
        <p:nvSpPr>
          <p:cNvPr id="1072" name="Editable chart path">
            <a:extLst xmlns:a="http://schemas.openxmlformats.org/drawingml/2006/main">
              <a:ext uri="{FF2B5EF4-FFF2-40B4-BE49-F238E27FC236}">
                <a16:creationId xmlns:a16="http://schemas.microsoft.com/office/drawing/2014/main" id="{51DA40C8-3233-4C40-A5FB-A921925F987F}"/>
              </a:ext>
            </a:extLst>
          </p:cNvPr>
          <p:cNvSpPr>
            <a:spLocks xmlns:a="http://schemas.openxmlformats.org/drawingml/2006/main" noGrp="1"/>
          </p:cNvSpPr>
          <p:nvPr/>
        </p:nvSpPr>
        <p:spPr>
          <a:xfrm xmlns:a="http://schemas.openxmlformats.org/drawingml/2006/main">
            <a:off x="314851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F94"/>
          </a:solidFill>
          <a:ln xmlns:a="http://schemas.openxmlformats.org/drawingml/2006/main" w="2205">
            <a:solidFill>
              <a:srgbClr val="FBFCFE"/>
            </a:solidFill>
            <a:prstDash val="solid"/>
          </a:ln>
        </p:spPr>
      </p:sp>
      <p:sp>
        <p:nvSpPr>
          <p:cNvPr id="1073" name="Editable chart path">
            <a:extLst xmlns:a="http://schemas.openxmlformats.org/drawingml/2006/main">
              <a:ext uri="{FF2B5EF4-FFF2-40B4-BE49-F238E27FC236}">
                <a16:creationId xmlns:a16="http://schemas.microsoft.com/office/drawing/2014/main" id="{44D00048-06A5-48C7-BFA6-3D9BE5DCC6F6}"/>
              </a:ext>
            </a:extLst>
          </p:cNvPr>
          <p:cNvSpPr>
            <a:spLocks xmlns:a="http://schemas.openxmlformats.org/drawingml/2006/main" noGrp="1"/>
          </p:cNvSpPr>
          <p:nvPr/>
        </p:nvSpPr>
        <p:spPr>
          <a:xfrm xmlns:a="http://schemas.openxmlformats.org/drawingml/2006/main">
            <a:off x="314851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F94"/>
          </a:solidFill>
          <a:ln xmlns:a="http://schemas.openxmlformats.org/drawingml/2006/main" w="2205">
            <a:solidFill>
              <a:srgbClr val="FBFCFE"/>
            </a:solidFill>
            <a:prstDash val="solid"/>
          </a:ln>
        </p:spPr>
      </p:sp>
      <p:sp>
        <p:nvSpPr>
          <p:cNvPr id="1074" name="Editable chart path">
            <a:extLst xmlns:a="http://schemas.openxmlformats.org/drawingml/2006/main">
              <a:ext uri="{FF2B5EF4-FFF2-40B4-BE49-F238E27FC236}">
                <a16:creationId xmlns:a16="http://schemas.microsoft.com/office/drawing/2014/main" id="{49F25D19-AA05-4CFC-88C2-32CFF086CCFD}"/>
              </a:ext>
            </a:extLst>
          </p:cNvPr>
          <p:cNvSpPr>
            <a:spLocks xmlns:a="http://schemas.openxmlformats.org/drawingml/2006/main" noGrp="1"/>
          </p:cNvSpPr>
          <p:nvPr/>
        </p:nvSpPr>
        <p:spPr>
          <a:xfrm xmlns:a="http://schemas.openxmlformats.org/drawingml/2006/main">
            <a:off x="314851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268"/>
          </a:solidFill>
          <a:ln xmlns:a="http://schemas.openxmlformats.org/drawingml/2006/main" w="2205">
            <a:solidFill>
              <a:srgbClr val="FBFCFE"/>
            </a:solidFill>
            <a:prstDash val="solid"/>
          </a:ln>
        </p:spPr>
      </p:sp>
      <p:sp>
        <p:nvSpPr>
          <p:cNvPr id="1075" name="Editable chart path">
            <a:extLst xmlns:a="http://schemas.openxmlformats.org/drawingml/2006/main">
              <a:ext uri="{FF2B5EF4-FFF2-40B4-BE49-F238E27FC236}">
                <a16:creationId xmlns:a16="http://schemas.microsoft.com/office/drawing/2014/main" id="{468EF5C8-22B2-4B72-8E51-BDF57A855E43}"/>
              </a:ext>
            </a:extLst>
          </p:cNvPr>
          <p:cNvSpPr>
            <a:spLocks xmlns:a="http://schemas.openxmlformats.org/drawingml/2006/main" noGrp="1"/>
          </p:cNvSpPr>
          <p:nvPr/>
        </p:nvSpPr>
        <p:spPr>
          <a:xfrm xmlns:a="http://schemas.openxmlformats.org/drawingml/2006/main">
            <a:off x="314851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268"/>
          </a:solidFill>
          <a:ln xmlns:a="http://schemas.openxmlformats.org/drawingml/2006/main" w="2205">
            <a:solidFill>
              <a:srgbClr val="FBFCFE"/>
            </a:solidFill>
            <a:prstDash val="solid"/>
          </a:ln>
        </p:spPr>
      </p:sp>
      <p:sp>
        <p:nvSpPr>
          <p:cNvPr id="1076" name="Editable chart path">
            <a:extLst xmlns:a="http://schemas.openxmlformats.org/drawingml/2006/main">
              <a:ext uri="{FF2B5EF4-FFF2-40B4-BE49-F238E27FC236}">
                <a16:creationId xmlns:a16="http://schemas.microsoft.com/office/drawing/2014/main" id="{D3291AF1-E70C-4535-8B6E-4B43E3FFBFBB}"/>
              </a:ext>
            </a:extLst>
          </p:cNvPr>
          <p:cNvSpPr>
            <a:spLocks xmlns:a="http://schemas.openxmlformats.org/drawingml/2006/main" noGrp="1"/>
          </p:cNvSpPr>
          <p:nvPr/>
        </p:nvSpPr>
        <p:spPr>
          <a:xfrm xmlns:a="http://schemas.openxmlformats.org/drawingml/2006/main">
            <a:off x="314851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268"/>
          </a:solidFill>
          <a:ln xmlns:a="http://schemas.openxmlformats.org/drawingml/2006/main" w="2205">
            <a:solidFill>
              <a:srgbClr val="FBFCFE"/>
            </a:solidFill>
            <a:prstDash val="solid"/>
          </a:ln>
        </p:spPr>
      </p:sp>
      <p:sp>
        <p:nvSpPr>
          <p:cNvPr id="1077" name="Editable chart path">
            <a:extLst xmlns:a="http://schemas.openxmlformats.org/drawingml/2006/main">
              <a:ext uri="{FF2B5EF4-FFF2-40B4-BE49-F238E27FC236}">
                <a16:creationId xmlns:a16="http://schemas.microsoft.com/office/drawing/2014/main" id="{3E226948-D6B7-49B0-AB8F-B31B354B45DB}"/>
              </a:ext>
            </a:extLst>
          </p:cNvPr>
          <p:cNvSpPr>
            <a:spLocks xmlns:a="http://schemas.openxmlformats.org/drawingml/2006/main" noGrp="1"/>
          </p:cNvSpPr>
          <p:nvPr/>
        </p:nvSpPr>
        <p:spPr>
          <a:xfrm xmlns:a="http://schemas.openxmlformats.org/drawingml/2006/main">
            <a:off x="314851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D8BCE"/>
          </a:solidFill>
          <a:ln xmlns:a="http://schemas.openxmlformats.org/drawingml/2006/main" w="2205">
            <a:solidFill>
              <a:srgbClr val="FBFCFE"/>
            </a:solidFill>
            <a:prstDash val="solid"/>
          </a:ln>
        </p:spPr>
      </p:sp>
      <p:sp>
        <p:nvSpPr>
          <p:cNvPr id="1078" name="Editable chart path">
            <a:extLst xmlns:a="http://schemas.openxmlformats.org/drawingml/2006/main">
              <a:ext uri="{FF2B5EF4-FFF2-40B4-BE49-F238E27FC236}">
                <a16:creationId xmlns:a16="http://schemas.microsoft.com/office/drawing/2014/main" id="{F8DE79F8-6548-45D1-8B5C-6517A402AE10}"/>
              </a:ext>
            </a:extLst>
          </p:cNvPr>
          <p:cNvSpPr>
            <a:spLocks xmlns:a="http://schemas.openxmlformats.org/drawingml/2006/main" noGrp="1"/>
          </p:cNvSpPr>
          <p:nvPr/>
        </p:nvSpPr>
        <p:spPr>
          <a:xfrm xmlns:a="http://schemas.openxmlformats.org/drawingml/2006/main">
            <a:off x="3210652"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4C7BC2"/>
          </a:solidFill>
          <a:ln xmlns:a="http://schemas.openxmlformats.org/drawingml/2006/main" w="2205">
            <a:solidFill>
              <a:srgbClr val="FBFCFE"/>
            </a:solidFill>
            <a:prstDash val="solid"/>
          </a:ln>
        </p:spPr>
      </p:sp>
      <p:sp>
        <p:nvSpPr>
          <p:cNvPr id="1079" name="Editable chart path">
            <a:extLst xmlns:a="http://schemas.openxmlformats.org/drawingml/2006/main">
              <a:ext uri="{FF2B5EF4-FFF2-40B4-BE49-F238E27FC236}">
                <a16:creationId xmlns:a16="http://schemas.microsoft.com/office/drawing/2014/main" id="{D260C14E-17D2-45FC-BEB9-EDB30AE0B5B0}"/>
              </a:ext>
            </a:extLst>
          </p:cNvPr>
          <p:cNvSpPr>
            <a:spLocks xmlns:a="http://schemas.openxmlformats.org/drawingml/2006/main" noGrp="1"/>
          </p:cNvSpPr>
          <p:nvPr/>
        </p:nvSpPr>
        <p:spPr>
          <a:xfrm xmlns:a="http://schemas.openxmlformats.org/drawingml/2006/main">
            <a:off x="321065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382C6"/>
          </a:solidFill>
          <a:ln xmlns:a="http://schemas.openxmlformats.org/drawingml/2006/main" w="2205">
            <a:solidFill>
              <a:srgbClr val="FBFCFE"/>
            </a:solidFill>
            <a:prstDash val="solid"/>
          </a:ln>
        </p:spPr>
      </p:sp>
      <p:sp>
        <p:nvSpPr>
          <p:cNvPr id="1080" name="Editable chart path">
            <a:extLst xmlns:a="http://schemas.openxmlformats.org/drawingml/2006/main">
              <a:ext uri="{FF2B5EF4-FFF2-40B4-BE49-F238E27FC236}">
                <a16:creationId xmlns:a16="http://schemas.microsoft.com/office/drawing/2014/main" id="{7533EA46-FF3E-4024-87BE-384F6BE91498}"/>
              </a:ext>
            </a:extLst>
          </p:cNvPr>
          <p:cNvSpPr>
            <a:spLocks xmlns:a="http://schemas.openxmlformats.org/drawingml/2006/main" noGrp="1"/>
          </p:cNvSpPr>
          <p:nvPr/>
        </p:nvSpPr>
        <p:spPr>
          <a:xfrm xmlns:a="http://schemas.openxmlformats.org/drawingml/2006/main">
            <a:off x="321065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365AF"/>
          </a:solidFill>
          <a:ln xmlns:a="http://schemas.openxmlformats.org/drawingml/2006/main" w="2205">
            <a:solidFill>
              <a:srgbClr val="FBFCFE"/>
            </a:solidFill>
            <a:prstDash val="solid"/>
          </a:ln>
        </p:spPr>
      </p:sp>
      <p:sp>
        <p:nvSpPr>
          <p:cNvPr id="1081" name="Editable chart path">
            <a:extLst xmlns:a="http://schemas.openxmlformats.org/drawingml/2006/main">
              <a:ext uri="{FF2B5EF4-FFF2-40B4-BE49-F238E27FC236}">
                <a16:creationId xmlns:a16="http://schemas.microsoft.com/office/drawing/2014/main" id="{35F74D53-B1B4-4F16-90E7-E62D104C9FAA}"/>
              </a:ext>
            </a:extLst>
          </p:cNvPr>
          <p:cNvSpPr>
            <a:spLocks xmlns:a="http://schemas.openxmlformats.org/drawingml/2006/main" noGrp="1"/>
          </p:cNvSpPr>
          <p:nvPr/>
        </p:nvSpPr>
        <p:spPr>
          <a:xfrm xmlns:a="http://schemas.openxmlformats.org/drawingml/2006/main">
            <a:off x="321065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365AF"/>
          </a:solidFill>
          <a:ln xmlns:a="http://schemas.openxmlformats.org/drawingml/2006/main" w="2205">
            <a:solidFill>
              <a:srgbClr val="FBFCFE"/>
            </a:solidFill>
            <a:prstDash val="solid"/>
          </a:ln>
        </p:spPr>
      </p:sp>
      <p:sp>
        <p:nvSpPr>
          <p:cNvPr id="1082" name="Editable chart path">
            <a:extLst xmlns:a="http://schemas.openxmlformats.org/drawingml/2006/main">
              <a:ext uri="{FF2B5EF4-FFF2-40B4-BE49-F238E27FC236}">
                <a16:creationId xmlns:a16="http://schemas.microsoft.com/office/drawing/2014/main" id="{671CFD75-781B-4C0A-977A-29815F518614}"/>
              </a:ext>
            </a:extLst>
          </p:cNvPr>
          <p:cNvSpPr>
            <a:spLocks xmlns:a="http://schemas.openxmlformats.org/drawingml/2006/main" noGrp="1"/>
          </p:cNvSpPr>
          <p:nvPr/>
        </p:nvSpPr>
        <p:spPr>
          <a:xfrm xmlns:a="http://schemas.openxmlformats.org/drawingml/2006/main">
            <a:off x="321065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24889"/>
          </a:solidFill>
          <a:ln xmlns:a="http://schemas.openxmlformats.org/drawingml/2006/main" w="2205">
            <a:solidFill>
              <a:srgbClr val="FBFCFE"/>
            </a:solidFill>
            <a:prstDash val="solid"/>
          </a:ln>
        </p:spPr>
      </p:sp>
      <p:sp>
        <p:nvSpPr>
          <p:cNvPr id="1083" name="Editable chart path">
            <a:extLst xmlns:a="http://schemas.openxmlformats.org/drawingml/2006/main">
              <a:ext uri="{FF2B5EF4-FFF2-40B4-BE49-F238E27FC236}">
                <a16:creationId xmlns:a16="http://schemas.microsoft.com/office/drawing/2014/main" id="{D7795898-C8FF-4191-8490-6C68ECD81B02}"/>
              </a:ext>
            </a:extLst>
          </p:cNvPr>
          <p:cNvSpPr>
            <a:spLocks xmlns:a="http://schemas.openxmlformats.org/drawingml/2006/main" noGrp="1"/>
          </p:cNvSpPr>
          <p:nvPr/>
        </p:nvSpPr>
        <p:spPr>
          <a:xfrm xmlns:a="http://schemas.openxmlformats.org/drawingml/2006/main">
            <a:off x="321065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24889"/>
          </a:solidFill>
          <a:ln xmlns:a="http://schemas.openxmlformats.org/drawingml/2006/main" w="2205">
            <a:solidFill>
              <a:srgbClr val="FBFCFE"/>
            </a:solidFill>
            <a:prstDash val="solid"/>
          </a:ln>
        </p:spPr>
      </p:sp>
      <p:sp>
        <p:nvSpPr>
          <p:cNvPr id="1084" name="Editable chart path">
            <a:extLst xmlns:a="http://schemas.openxmlformats.org/drawingml/2006/main">
              <a:ext uri="{FF2B5EF4-FFF2-40B4-BE49-F238E27FC236}">
                <a16:creationId xmlns:a16="http://schemas.microsoft.com/office/drawing/2014/main" id="{4B9D1DFF-03A6-4F53-9300-1ADF843CD547}"/>
              </a:ext>
            </a:extLst>
          </p:cNvPr>
          <p:cNvSpPr>
            <a:spLocks xmlns:a="http://schemas.openxmlformats.org/drawingml/2006/main" noGrp="1"/>
          </p:cNvSpPr>
          <p:nvPr/>
        </p:nvSpPr>
        <p:spPr>
          <a:xfrm xmlns:a="http://schemas.openxmlformats.org/drawingml/2006/main">
            <a:off x="321065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F94"/>
          </a:solidFill>
          <a:ln xmlns:a="http://schemas.openxmlformats.org/drawingml/2006/main" w="2205">
            <a:solidFill>
              <a:srgbClr val="FBFCFE"/>
            </a:solidFill>
            <a:prstDash val="solid"/>
          </a:ln>
        </p:spPr>
      </p:sp>
      <p:sp>
        <p:nvSpPr>
          <p:cNvPr id="1085" name="Editable chart path">
            <a:extLst xmlns:a="http://schemas.openxmlformats.org/drawingml/2006/main">
              <a:ext uri="{FF2B5EF4-FFF2-40B4-BE49-F238E27FC236}">
                <a16:creationId xmlns:a16="http://schemas.microsoft.com/office/drawing/2014/main" id="{DE451A3C-17F4-4058-B305-EB6BD3F3B160}"/>
              </a:ext>
            </a:extLst>
          </p:cNvPr>
          <p:cNvSpPr>
            <a:spLocks xmlns:a="http://schemas.openxmlformats.org/drawingml/2006/main" noGrp="1"/>
          </p:cNvSpPr>
          <p:nvPr/>
        </p:nvSpPr>
        <p:spPr>
          <a:xfrm xmlns:a="http://schemas.openxmlformats.org/drawingml/2006/main">
            <a:off x="321065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F94"/>
          </a:solidFill>
          <a:ln xmlns:a="http://schemas.openxmlformats.org/drawingml/2006/main" w="2205">
            <a:solidFill>
              <a:srgbClr val="FBFCFE"/>
            </a:solidFill>
            <a:prstDash val="solid"/>
          </a:ln>
        </p:spPr>
      </p:sp>
      <p:sp>
        <p:nvSpPr>
          <p:cNvPr id="1086" name="Editable chart path">
            <a:extLst xmlns:a="http://schemas.openxmlformats.org/drawingml/2006/main">
              <a:ext uri="{FF2B5EF4-FFF2-40B4-BE49-F238E27FC236}">
                <a16:creationId xmlns:a16="http://schemas.microsoft.com/office/drawing/2014/main" id="{3DD00B99-0111-4FC8-A50A-8F6339A257B9}"/>
              </a:ext>
            </a:extLst>
          </p:cNvPr>
          <p:cNvSpPr>
            <a:spLocks xmlns:a="http://schemas.openxmlformats.org/drawingml/2006/main" noGrp="1"/>
          </p:cNvSpPr>
          <p:nvPr/>
        </p:nvSpPr>
        <p:spPr>
          <a:xfrm xmlns:a="http://schemas.openxmlformats.org/drawingml/2006/main">
            <a:off x="321065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268"/>
          </a:solidFill>
          <a:ln xmlns:a="http://schemas.openxmlformats.org/drawingml/2006/main" w="2205">
            <a:solidFill>
              <a:srgbClr val="FBFCFE"/>
            </a:solidFill>
            <a:prstDash val="solid"/>
          </a:ln>
        </p:spPr>
      </p:sp>
      <p:sp>
        <p:nvSpPr>
          <p:cNvPr id="1087" name="Editable chart path">
            <a:extLst xmlns:a="http://schemas.openxmlformats.org/drawingml/2006/main">
              <a:ext uri="{FF2B5EF4-FFF2-40B4-BE49-F238E27FC236}">
                <a16:creationId xmlns:a16="http://schemas.microsoft.com/office/drawing/2014/main" id="{AA214880-7A24-42E6-873C-BC09436A046A}"/>
              </a:ext>
            </a:extLst>
          </p:cNvPr>
          <p:cNvSpPr>
            <a:spLocks xmlns:a="http://schemas.openxmlformats.org/drawingml/2006/main" noGrp="1"/>
          </p:cNvSpPr>
          <p:nvPr/>
        </p:nvSpPr>
        <p:spPr>
          <a:xfrm xmlns:a="http://schemas.openxmlformats.org/drawingml/2006/main">
            <a:off x="321065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183268"/>
          </a:solidFill>
          <a:ln xmlns:a="http://schemas.openxmlformats.org/drawingml/2006/main" w="2205">
            <a:solidFill>
              <a:srgbClr val="FBFCFE"/>
            </a:solidFill>
            <a:prstDash val="solid"/>
          </a:ln>
        </p:spPr>
      </p:sp>
      <p:sp>
        <p:nvSpPr>
          <p:cNvPr id="1088" name="Editable chart path">
            <a:extLst xmlns:a="http://schemas.openxmlformats.org/drawingml/2006/main">
              <a:ext uri="{FF2B5EF4-FFF2-40B4-BE49-F238E27FC236}">
                <a16:creationId xmlns:a16="http://schemas.microsoft.com/office/drawing/2014/main" id="{967190DB-F558-493B-9AB7-C444F9DCF0FC}"/>
              </a:ext>
            </a:extLst>
          </p:cNvPr>
          <p:cNvSpPr>
            <a:spLocks xmlns:a="http://schemas.openxmlformats.org/drawingml/2006/main" noGrp="1"/>
          </p:cNvSpPr>
          <p:nvPr/>
        </p:nvSpPr>
        <p:spPr>
          <a:xfrm xmlns:a="http://schemas.openxmlformats.org/drawingml/2006/main">
            <a:off x="321065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886CA"/>
          </a:solidFill>
          <a:ln xmlns:a="http://schemas.openxmlformats.org/drawingml/2006/main" w="2205">
            <a:solidFill>
              <a:srgbClr val="FBFCFE"/>
            </a:solidFill>
            <a:prstDash val="solid"/>
          </a:ln>
        </p:spPr>
      </p:sp>
      <p:sp>
        <p:nvSpPr>
          <p:cNvPr id="1089" name="Editable chart path">
            <a:extLst xmlns:a="http://schemas.openxmlformats.org/drawingml/2006/main">
              <a:ext uri="{FF2B5EF4-FFF2-40B4-BE49-F238E27FC236}">
                <a16:creationId xmlns:a16="http://schemas.microsoft.com/office/drawing/2014/main" id="{AFB1E8E7-3A1D-4D62-8668-E10F20E1AC81}"/>
              </a:ext>
            </a:extLst>
          </p:cNvPr>
          <p:cNvSpPr>
            <a:spLocks xmlns:a="http://schemas.openxmlformats.org/drawingml/2006/main" noGrp="1"/>
          </p:cNvSpPr>
          <p:nvPr/>
        </p:nvSpPr>
        <p:spPr>
          <a:xfrm xmlns:a="http://schemas.openxmlformats.org/drawingml/2006/main">
            <a:off x="321065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D8BCE"/>
          </a:solidFill>
          <a:ln xmlns:a="http://schemas.openxmlformats.org/drawingml/2006/main" w="2205">
            <a:solidFill>
              <a:srgbClr val="FBFCFE"/>
            </a:solidFill>
            <a:prstDash val="solid"/>
          </a:ln>
        </p:spPr>
      </p:sp>
      <p:sp>
        <p:nvSpPr>
          <p:cNvPr id="1090" name="Editable chart path">
            <a:extLst xmlns:a="http://schemas.openxmlformats.org/drawingml/2006/main">
              <a:ext uri="{FF2B5EF4-FFF2-40B4-BE49-F238E27FC236}">
                <a16:creationId xmlns:a16="http://schemas.microsoft.com/office/drawing/2014/main" id="{1DC84F14-AA56-40B5-8B0E-311665E8C13E}"/>
              </a:ext>
            </a:extLst>
          </p:cNvPr>
          <p:cNvSpPr>
            <a:spLocks xmlns:a="http://schemas.openxmlformats.org/drawingml/2006/main" noGrp="1"/>
          </p:cNvSpPr>
          <p:nvPr/>
        </p:nvSpPr>
        <p:spPr>
          <a:xfrm xmlns:a="http://schemas.openxmlformats.org/drawingml/2006/main">
            <a:off x="3272790"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382C6"/>
          </a:solidFill>
          <a:ln xmlns:a="http://schemas.openxmlformats.org/drawingml/2006/main" w="2205">
            <a:solidFill>
              <a:srgbClr val="FBFCFE"/>
            </a:solidFill>
            <a:prstDash val="solid"/>
          </a:ln>
        </p:spPr>
      </p:sp>
      <p:sp>
        <p:nvSpPr>
          <p:cNvPr id="1091" name="Editable chart path">
            <a:extLst xmlns:a="http://schemas.openxmlformats.org/drawingml/2006/main">
              <a:ext uri="{FF2B5EF4-FFF2-40B4-BE49-F238E27FC236}">
                <a16:creationId xmlns:a16="http://schemas.microsoft.com/office/drawing/2014/main" id="{BB2DF5A7-D322-4C33-B1E4-02805D536B8E}"/>
              </a:ext>
            </a:extLst>
          </p:cNvPr>
          <p:cNvSpPr>
            <a:spLocks xmlns:a="http://schemas.openxmlformats.org/drawingml/2006/main" noGrp="1"/>
          </p:cNvSpPr>
          <p:nvPr/>
        </p:nvSpPr>
        <p:spPr>
          <a:xfrm xmlns:a="http://schemas.openxmlformats.org/drawingml/2006/main">
            <a:off x="3272790"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382C6"/>
          </a:solidFill>
          <a:ln xmlns:a="http://schemas.openxmlformats.org/drawingml/2006/main" w="2205">
            <a:solidFill>
              <a:srgbClr val="FBFCFE"/>
            </a:solidFill>
            <a:prstDash val="solid"/>
          </a:ln>
        </p:spPr>
      </p:sp>
      <p:sp>
        <p:nvSpPr>
          <p:cNvPr id="1092" name="Editable chart path">
            <a:extLst xmlns:a="http://schemas.openxmlformats.org/drawingml/2006/main">
              <a:ext uri="{FF2B5EF4-FFF2-40B4-BE49-F238E27FC236}">
                <a16:creationId xmlns:a16="http://schemas.microsoft.com/office/drawing/2014/main" id="{C0A706B2-C23E-4AE9-AB4A-F6E56302FDE3}"/>
              </a:ext>
            </a:extLst>
          </p:cNvPr>
          <p:cNvSpPr>
            <a:spLocks xmlns:a="http://schemas.openxmlformats.org/drawingml/2006/main" noGrp="1"/>
          </p:cNvSpPr>
          <p:nvPr/>
        </p:nvSpPr>
        <p:spPr>
          <a:xfrm xmlns:a="http://schemas.openxmlformats.org/drawingml/2006/main">
            <a:off x="327279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382C6"/>
          </a:solidFill>
          <a:ln xmlns:a="http://schemas.openxmlformats.org/drawingml/2006/main" w="2205">
            <a:solidFill>
              <a:srgbClr val="FBFCFE"/>
            </a:solidFill>
            <a:prstDash val="solid"/>
          </a:ln>
        </p:spPr>
      </p:sp>
      <p:sp>
        <p:nvSpPr>
          <p:cNvPr id="1093" name="Editable chart path">
            <a:extLst xmlns:a="http://schemas.openxmlformats.org/drawingml/2006/main">
              <a:ext uri="{FF2B5EF4-FFF2-40B4-BE49-F238E27FC236}">
                <a16:creationId xmlns:a16="http://schemas.microsoft.com/office/drawing/2014/main" id="{6DAEA172-A6A6-4791-BE89-5AC50A2B24D8}"/>
              </a:ext>
            </a:extLst>
          </p:cNvPr>
          <p:cNvSpPr>
            <a:spLocks xmlns:a="http://schemas.openxmlformats.org/drawingml/2006/main" noGrp="1"/>
          </p:cNvSpPr>
          <p:nvPr/>
        </p:nvSpPr>
        <p:spPr>
          <a:xfrm xmlns:a="http://schemas.openxmlformats.org/drawingml/2006/main">
            <a:off x="327279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365AF"/>
          </a:solidFill>
          <a:ln xmlns:a="http://schemas.openxmlformats.org/drawingml/2006/main" w="2205">
            <a:solidFill>
              <a:srgbClr val="FBFCFE"/>
            </a:solidFill>
            <a:prstDash val="solid"/>
          </a:ln>
        </p:spPr>
      </p:sp>
      <p:sp>
        <p:nvSpPr>
          <p:cNvPr id="1094" name="Editable chart path">
            <a:extLst xmlns:a="http://schemas.openxmlformats.org/drawingml/2006/main">
              <a:ext uri="{FF2B5EF4-FFF2-40B4-BE49-F238E27FC236}">
                <a16:creationId xmlns:a16="http://schemas.microsoft.com/office/drawing/2014/main" id="{1193CB96-69AC-482C-9890-4655A71F5CEF}"/>
              </a:ext>
            </a:extLst>
          </p:cNvPr>
          <p:cNvSpPr>
            <a:spLocks xmlns:a="http://schemas.openxmlformats.org/drawingml/2006/main" noGrp="1"/>
          </p:cNvSpPr>
          <p:nvPr/>
        </p:nvSpPr>
        <p:spPr>
          <a:xfrm xmlns:a="http://schemas.openxmlformats.org/drawingml/2006/main">
            <a:off x="327279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24889"/>
          </a:solidFill>
          <a:ln xmlns:a="http://schemas.openxmlformats.org/drawingml/2006/main" w="2205">
            <a:solidFill>
              <a:srgbClr val="FBFCFE"/>
            </a:solidFill>
            <a:prstDash val="solid"/>
          </a:ln>
        </p:spPr>
      </p:sp>
      <p:sp>
        <p:nvSpPr>
          <p:cNvPr id="1095" name="Editable chart path">
            <a:extLst xmlns:a="http://schemas.openxmlformats.org/drawingml/2006/main">
              <a:ext uri="{FF2B5EF4-FFF2-40B4-BE49-F238E27FC236}">
                <a16:creationId xmlns:a16="http://schemas.microsoft.com/office/drawing/2014/main" id="{F2D17898-9BD5-4AA6-8DC1-A6981A2B51F1}"/>
              </a:ext>
            </a:extLst>
          </p:cNvPr>
          <p:cNvSpPr>
            <a:spLocks xmlns:a="http://schemas.openxmlformats.org/drawingml/2006/main" noGrp="1"/>
          </p:cNvSpPr>
          <p:nvPr/>
        </p:nvSpPr>
        <p:spPr>
          <a:xfrm xmlns:a="http://schemas.openxmlformats.org/drawingml/2006/main">
            <a:off x="327279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24889"/>
          </a:solidFill>
          <a:ln xmlns:a="http://schemas.openxmlformats.org/drawingml/2006/main" w="2205">
            <a:solidFill>
              <a:srgbClr val="FBFCFE"/>
            </a:solidFill>
            <a:prstDash val="solid"/>
          </a:ln>
        </p:spPr>
      </p:sp>
      <p:sp>
        <p:nvSpPr>
          <p:cNvPr id="1096" name="Editable chart path">
            <a:extLst xmlns:a="http://schemas.openxmlformats.org/drawingml/2006/main">
              <a:ext uri="{FF2B5EF4-FFF2-40B4-BE49-F238E27FC236}">
                <a16:creationId xmlns:a16="http://schemas.microsoft.com/office/drawing/2014/main" id="{6CB9F00A-0D21-442F-8830-96D8A7473B78}"/>
              </a:ext>
            </a:extLst>
          </p:cNvPr>
          <p:cNvSpPr>
            <a:spLocks xmlns:a="http://schemas.openxmlformats.org/drawingml/2006/main" noGrp="1"/>
          </p:cNvSpPr>
          <p:nvPr/>
        </p:nvSpPr>
        <p:spPr>
          <a:xfrm xmlns:a="http://schemas.openxmlformats.org/drawingml/2006/main">
            <a:off x="327279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F94"/>
          </a:solidFill>
          <a:ln xmlns:a="http://schemas.openxmlformats.org/drawingml/2006/main" w="2205">
            <a:solidFill>
              <a:srgbClr val="FBFCFE"/>
            </a:solidFill>
            <a:prstDash val="solid"/>
          </a:ln>
        </p:spPr>
      </p:sp>
      <p:sp>
        <p:nvSpPr>
          <p:cNvPr id="1097" name="Editable chart path">
            <a:extLst xmlns:a="http://schemas.openxmlformats.org/drawingml/2006/main">
              <a:ext uri="{FF2B5EF4-FFF2-40B4-BE49-F238E27FC236}">
                <a16:creationId xmlns:a16="http://schemas.microsoft.com/office/drawing/2014/main" id="{8B2A57F0-9323-4DEE-ADDA-BBD44A8F5A65}"/>
              </a:ext>
            </a:extLst>
          </p:cNvPr>
          <p:cNvSpPr>
            <a:spLocks xmlns:a="http://schemas.openxmlformats.org/drawingml/2006/main" noGrp="1"/>
          </p:cNvSpPr>
          <p:nvPr/>
        </p:nvSpPr>
        <p:spPr>
          <a:xfrm xmlns:a="http://schemas.openxmlformats.org/drawingml/2006/main">
            <a:off x="327279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F94"/>
          </a:solidFill>
          <a:ln xmlns:a="http://schemas.openxmlformats.org/drawingml/2006/main" w="2205">
            <a:solidFill>
              <a:srgbClr val="FBFCFE"/>
            </a:solidFill>
            <a:prstDash val="solid"/>
          </a:ln>
        </p:spPr>
      </p:sp>
      <p:sp>
        <p:nvSpPr>
          <p:cNvPr id="1098" name="Editable chart path">
            <a:extLst xmlns:a="http://schemas.openxmlformats.org/drawingml/2006/main">
              <a:ext uri="{FF2B5EF4-FFF2-40B4-BE49-F238E27FC236}">
                <a16:creationId xmlns:a16="http://schemas.microsoft.com/office/drawing/2014/main" id="{D6CF751F-2183-4E58-9F8B-901294CFE0AA}"/>
              </a:ext>
            </a:extLst>
          </p:cNvPr>
          <p:cNvSpPr>
            <a:spLocks xmlns:a="http://schemas.openxmlformats.org/drawingml/2006/main" noGrp="1"/>
          </p:cNvSpPr>
          <p:nvPr/>
        </p:nvSpPr>
        <p:spPr>
          <a:xfrm xmlns:a="http://schemas.openxmlformats.org/drawingml/2006/main">
            <a:off x="327279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886CA"/>
          </a:solidFill>
          <a:ln xmlns:a="http://schemas.openxmlformats.org/drawingml/2006/main" w="2205">
            <a:solidFill>
              <a:srgbClr val="FBFCFE"/>
            </a:solidFill>
            <a:prstDash val="solid"/>
          </a:ln>
        </p:spPr>
      </p:sp>
      <p:sp>
        <p:nvSpPr>
          <p:cNvPr id="1099" name="Editable chart path">
            <a:extLst xmlns:a="http://schemas.openxmlformats.org/drawingml/2006/main">
              <a:ext uri="{FF2B5EF4-FFF2-40B4-BE49-F238E27FC236}">
                <a16:creationId xmlns:a16="http://schemas.microsoft.com/office/drawing/2014/main" id="{2F96BFFC-A6C7-41D5-8D72-63102434F023}"/>
              </a:ext>
            </a:extLst>
          </p:cNvPr>
          <p:cNvSpPr>
            <a:spLocks xmlns:a="http://schemas.openxmlformats.org/drawingml/2006/main" noGrp="1"/>
          </p:cNvSpPr>
          <p:nvPr/>
        </p:nvSpPr>
        <p:spPr>
          <a:xfrm xmlns:a="http://schemas.openxmlformats.org/drawingml/2006/main">
            <a:off x="327279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886CA"/>
          </a:solidFill>
          <a:ln xmlns:a="http://schemas.openxmlformats.org/drawingml/2006/main" w="2205">
            <a:solidFill>
              <a:srgbClr val="FBFCFE"/>
            </a:solidFill>
            <a:prstDash val="solid"/>
          </a:ln>
        </p:spPr>
      </p:sp>
      <p:sp>
        <p:nvSpPr>
          <p:cNvPr id="1100" name="Editable chart path">
            <a:extLst xmlns:a="http://schemas.openxmlformats.org/drawingml/2006/main">
              <a:ext uri="{FF2B5EF4-FFF2-40B4-BE49-F238E27FC236}">
                <a16:creationId xmlns:a16="http://schemas.microsoft.com/office/drawing/2014/main" id="{B823A565-30B1-4E9B-A035-CC533EE4296C}"/>
              </a:ext>
            </a:extLst>
          </p:cNvPr>
          <p:cNvSpPr>
            <a:spLocks xmlns:a="http://schemas.openxmlformats.org/drawingml/2006/main" noGrp="1"/>
          </p:cNvSpPr>
          <p:nvPr/>
        </p:nvSpPr>
        <p:spPr>
          <a:xfrm xmlns:a="http://schemas.openxmlformats.org/drawingml/2006/main">
            <a:off x="327279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886CA"/>
          </a:solidFill>
          <a:ln xmlns:a="http://schemas.openxmlformats.org/drawingml/2006/main" w="2205">
            <a:solidFill>
              <a:srgbClr val="FBFCFE"/>
            </a:solidFill>
            <a:prstDash val="solid"/>
          </a:ln>
        </p:spPr>
      </p:sp>
      <p:sp>
        <p:nvSpPr>
          <p:cNvPr id="1101" name="Editable chart path">
            <a:extLst xmlns:a="http://schemas.openxmlformats.org/drawingml/2006/main">
              <a:ext uri="{FF2B5EF4-FFF2-40B4-BE49-F238E27FC236}">
                <a16:creationId xmlns:a16="http://schemas.microsoft.com/office/drawing/2014/main" id="{6455CE27-8980-4227-9EDC-E8455991FFF2}"/>
              </a:ext>
            </a:extLst>
          </p:cNvPr>
          <p:cNvSpPr>
            <a:spLocks xmlns:a="http://schemas.openxmlformats.org/drawingml/2006/main" noGrp="1"/>
          </p:cNvSpPr>
          <p:nvPr/>
        </p:nvSpPr>
        <p:spPr>
          <a:xfrm xmlns:a="http://schemas.openxmlformats.org/drawingml/2006/main">
            <a:off x="327279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886CA"/>
          </a:solidFill>
          <a:ln xmlns:a="http://schemas.openxmlformats.org/drawingml/2006/main" w="2205">
            <a:solidFill>
              <a:srgbClr val="FBFCFE"/>
            </a:solidFill>
            <a:prstDash val="solid"/>
          </a:ln>
        </p:spPr>
      </p:sp>
      <p:sp>
        <p:nvSpPr>
          <p:cNvPr id="1102" name="Editable chart path">
            <a:extLst xmlns:a="http://schemas.openxmlformats.org/drawingml/2006/main">
              <a:ext uri="{FF2B5EF4-FFF2-40B4-BE49-F238E27FC236}">
                <a16:creationId xmlns:a16="http://schemas.microsoft.com/office/drawing/2014/main" id="{981BF5E2-6E18-4BDE-A8EE-6981A3EC0B1E}"/>
              </a:ext>
            </a:extLst>
          </p:cNvPr>
          <p:cNvSpPr>
            <a:spLocks xmlns:a="http://schemas.openxmlformats.org/drawingml/2006/main" noGrp="1"/>
          </p:cNvSpPr>
          <p:nvPr/>
        </p:nvSpPr>
        <p:spPr>
          <a:xfrm xmlns:a="http://schemas.openxmlformats.org/drawingml/2006/main">
            <a:off x="327279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ADCAF3"/>
          </a:solidFill>
          <a:ln xmlns:a="http://schemas.openxmlformats.org/drawingml/2006/main" w="2205">
            <a:solidFill>
              <a:srgbClr val="FBFCFE"/>
            </a:solidFill>
            <a:prstDash val="solid"/>
          </a:ln>
        </p:spPr>
      </p:sp>
      <p:sp>
        <p:nvSpPr>
          <p:cNvPr id="1103" name="Editable chart path">
            <a:extLst xmlns:a="http://schemas.openxmlformats.org/drawingml/2006/main">
              <a:ext uri="{FF2B5EF4-FFF2-40B4-BE49-F238E27FC236}">
                <a16:creationId xmlns:a16="http://schemas.microsoft.com/office/drawing/2014/main" id="{CEACB0A0-217D-4693-88FF-20241475B4FD}"/>
              </a:ext>
            </a:extLst>
          </p:cNvPr>
          <p:cNvSpPr>
            <a:spLocks xmlns:a="http://schemas.openxmlformats.org/drawingml/2006/main" noGrp="1"/>
          </p:cNvSpPr>
          <p:nvPr/>
        </p:nvSpPr>
        <p:spPr>
          <a:xfrm xmlns:a="http://schemas.openxmlformats.org/drawingml/2006/main">
            <a:off x="333492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04" name="Editable chart path">
            <a:extLst xmlns:a="http://schemas.openxmlformats.org/drawingml/2006/main">
              <a:ext uri="{FF2B5EF4-FFF2-40B4-BE49-F238E27FC236}">
                <a16:creationId xmlns:a16="http://schemas.microsoft.com/office/drawing/2014/main" id="{1B4C9318-1F6B-4071-A701-3B9F20367747}"/>
              </a:ext>
            </a:extLst>
          </p:cNvPr>
          <p:cNvSpPr>
            <a:spLocks xmlns:a="http://schemas.openxmlformats.org/drawingml/2006/main" noGrp="1"/>
          </p:cNvSpPr>
          <p:nvPr/>
        </p:nvSpPr>
        <p:spPr>
          <a:xfrm xmlns:a="http://schemas.openxmlformats.org/drawingml/2006/main">
            <a:off x="333492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05" name="Editable chart path">
            <a:extLst xmlns:a="http://schemas.openxmlformats.org/drawingml/2006/main">
              <a:ext uri="{FF2B5EF4-FFF2-40B4-BE49-F238E27FC236}">
                <a16:creationId xmlns:a16="http://schemas.microsoft.com/office/drawing/2014/main" id="{5771B7A8-A976-49D7-B9CB-B67BDF1D5950}"/>
              </a:ext>
            </a:extLst>
          </p:cNvPr>
          <p:cNvSpPr>
            <a:spLocks xmlns:a="http://schemas.openxmlformats.org/drawingml/2006/main" noGrp="1"/>
          </p:cNvSpPr>
          <p:nvPr/>
        </p:nvSpPr>
        <p:spPr>
          <a:xfrm xmlns:a="http://schemas.openxmlformats.org/drawingml/2006/main">
            <a:off x="333492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06" name="Editable chart path">
            <a:extLst xmlns:a="http://schemas.openxmlformats.org/drawingml/2006/main">
              <a:ext uri="{FF2B5EF4-FFF2-40B4-BE49-F238E27FC236}">
                <a16:creationId xmlns:a16="http://schemas.microsoft.com/office/drawing/2014/main" id="{D1C06E35-088D-4150-9830-ED88578F2572}"/>
              </a:ext>
            </a:extLst>
          </p:cNvPr>
          <p:cNvSpPr>
            <a:spLocks xmlns:a="http://schemas.openxmlformats.org/drawingml/2006/main" noGrp="1"/>
          </p:cNvSpPr>
          <p:nvPr/>
        </p:nvSpPr>
        <p:spPr>
          <a:xfrm xmlns:a="http://schemas.openxmlformats.org/drawingml/2006/main">
            <a:off x="333492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365AF"/>
          </a:solidFill>
          <a:ln xmlns:a="http://schemas.openxmlformats.org/drawingml/2006/main" w="2205">
            <a:solidFill>
              <a:srgbClr val="FBFCFE"/>
            </a:solidFill>
            <a:prstDash val="solid"/>
          </a:ln>
        </p:spPr>
      </p:sp>
      <p:sp>
        <p:nvSpPr>
          <p:cNvPr id="1107" name="Editable chart path">
            <a:extLst xmlns:a="http://schemas.openxmlformats.org/drawingml/2006/main">
              <a:ext uri="{FF2B5EF4-FFF2-40B4-BE49-F238E27FC236}">
                <a16:creationId xmlns:a16="http://schemas.microsoft.com/office/drawing/2014/main" id="{F6CFEC21-AE32-4B17-B580-6149CE5E9B6E}"/>
              </a:ext>
            </a:extLst>
          </p:cNvPr>
          <p:cNvSpPr>
            <a:spLocks xmlns:a="http://schemas.openxmlformats.org/drawingml/2006/main" noGrp="1"/>
          </p:cNvSpPr>
          <p:nvPr/>
        </p:nvSpPr>
        <p:spPr>
          <a:xfrm xmlns:a="http://schemas.openxmlformats.org/drawingml/2006/main">
            <a:off x="333492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365AF"/>
          </a:solidFill>
          <a:ln xmlns:a="http://schemas.openxmlformats.org/drawingml/2006/main" w="2205">
            <a:solidFill>
              <a:srgbClr val="FBFCFE"/>
            </a:solidFill>
            <a:prstDash val="solid"/>
          </a:ln>
        </p:spPr>
      </p:sp>
      <p:sp>
        <p:nvSpPr>
          <p:cNvPr id="1108" name="Editable chart path">
            <a:extLst xmlns:a="http://schemas.openxmlformats.org/drawingml/2006/main">
              <a:ext uri="{FF2B5EF4-FFF2-40B4-BE49-F238E27FC236}">
                <a16:creationId xmlns:a16="http://schemas.microsoft.com/office/drawing/2014/main" id="{4FC5A724-461D-49E8-88A7-2A474BC6C439}"/>
              </a:ext>
            </a:extLst>
          </p:cNvPr>
          <p:cNvSpPr>
            <a:spLocks xmlns:a="http://schemas.openxmlformats.org/drawingml/2006/main" noGrp="1"/>
          </p:cNvSpPr>
          <p:nvPr/>
        </p:nvSpPr>
        <p:spPr>
          <a:xfrm xmlns:a="http://schemas.openxmlformats.org/drawingml/2006/main">
            <a:off x="333492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F94"/>
          </a:solidFill>
          <a:ln xmlns:a="http://schemas.openxmlformats.org/drawingml/2006/main" w="2205">
            <a:solidFill>
              <a:srgbClr val="FBFCFE"/>
            </a:solidFill>
            <a:prstDash val="solid"/>
          </a:ln>
        </p:spPr>
      </p:sp>
      <p:sp>
        <p:nvSpPr>
          <p:cNvPr id="1109" name="Editable chart path">
            <a:extLst xmlns:a="http://schemas.openxmlformats.org/drawingml/2006/main">
              <a:ext uri="{FF2B5EF4-FFF2-40B4-BE49-F238E27FC236}">
                <a16:creationId xmlns:a16="http://schemas.microsoft.com/office/drawing/2014/main" id="{D08C3AF3-3D50-4B58-8AD8-3A52236B5792}"/>
              </a:ext>
            </a:extLst>
          </p:cNvPr>
          <p:cNvSpPr>
            <a:spLocks xmlns:a="http://schemas.openxmlformats.org/drawingml/2006/main" noGrp="1"/>
          </p:cNvSpPr>
          <p:nvPr/>
        </p:nvSpPr>
        <p:spPr>
          <a:xfrm xmlns:a="http://schemas.openxmlformats.org/drawingml/2006/main">
            <a:off x="333492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F94"/>
          </a:solidFill>
          <a:ln xmlns:a="http://schemas.openxmlformats.org/drawingml/2006/main" w="2205">
            <a:solidFill>
              <a:srgbClr val="FBFCFE"/>
            </a:solidFill>
            <a:prstDash val="solid"/>
          </a:ln>
        </p:spPr>
      </p:sp>
      <p:sp>
        <p:nvSpPr>
          <p:cNvPr id="1110" name="Editable chart path">
            <a:extLst xmlns:a="http://schemas.openxmlformats.org/drawingml/2006/main">
              <a:ext uri="{FF2B5EF4-FFF2-40B4-BE49-F238E27FC236}">
                <a16:creationId xmlns:a16="http://schemas.microsoft.com/office/drawing/2014/main" id="{A86E58A5-FC06-4060-98D0-63DD4C44288A}"/>
              </a:ext>
            </a:extLst>
          </p:cNvPr>
          <p:cNvSpPr>
            <a:spLocks xmlns:a="http://schemas.openxmlformats.org/drawingml/2006/main" noGrp="1"/>
          </p:cNvSpPr>
          <p:nvPr/>
        </p:nvSpPr>
        <p:spPr>
          <a:xfrm xmlns:a="http://schemas.openxmlformats.org/drawingml/2006/main">
            <a:off x="333492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886CA"/>
          </a:solidFill>
          <a:ln xmlns:a="http://schemas.openxmlformats.org/drawingml/2006/main" w="2205">
            <a:solidFill>
              <a:srgbClr val="FBFCFE"/>
            </a:solidFill>
            <a:prstDash val="solid"/>
          </a:ln>
        </p:spPr>
      </p:sp>
      <p:sp>
        <p:nvSpPr>
          <p:cNvPr id="1111" name="Editable chart path">
            <a:extLst xmlns:a="http://schemas.openxmlformats.org/drawingml/2006/main">
              <a:ext uri="{FF2B5EF4-FFF2-40B4-BE49-F238E27FC236}">
                <a16:creationId xmlns:a16="http://schemas.microsoft.com/office/drawing/2014/main" id="{7F52089D-C4D0-436B-86A0-27DF5217D8E3}"/>
              </a:ext>
            </a:extLst>
          </p:cNvPr>
          <p:cNvSpPr>
            <a:spLocks xmlns:a="http://schemas.openxmlformats.org/drawingml/2006/main" noGrp="1"/>
          </p:cNvSpPr>
          <p:nvPr/>
        </p:nvSpPr>
        <p:spPr>
          <a:xfrm xmlns:a="http://schemas.openxmlformats.org/drawingml/2006/main">
            <a:off x="333492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5886CA"/>
          </a:solidFill>
          <a:ln xmlns:a="http://schemas.openxmlformats.org/drawingml/2006/main" w="2205">
            <a:solidFill>
              <a:srgbClr val="FBFCFE"/>
            </a:solidFill>
            <a:prstDash val="solid"/>
          </a:ln>
        </p:spPr>
      </p:sp>
      <p:sp>
        <p:nvSpPr>
          <p:cNvPr id="1112" name="Editable chart path">
            <a:extLst xmlns:a="http://schemas.openxmlformats.org/drawingml/2006/main">
              <a:ext uri="{FF2B5EF4-FFF2-40B4-BE49-F238E27FC236}">
                <a16:creationId xmlns:a16="http://schemas.microsoft.com/office/drawing/2014/main" id="{0568815C-CAC8-4C4B-B8F1-F90169C2B75D}"/>
              </a:ext>
            </a:extLst>
          </p:cNvPr>
          <p:cNvSpPr>
            <a:spLocks xmlns:a="http://schemas.openxmlformats.org/drawingml/2006/main" noGrp="1"/>
          </p:cNvSpPr>
          <p:nvPr/>
        </p:nvSpPr>
        <p:spPr>
          <a:xfrm xmlns:a="http://schemas.openxmlformats.org/drawingml/2006/main">
            <a:off x="333492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592D4"/>
          </a:solidFill>
          <a:ln xmlns:a="http://schemas.openxmlformats.org/drawingml/2006/main" w="2205">
            <a:solidFill>
              <a:srgbClr val="FBFCFE"/>
            </a:solidFill>
            <a:prstDash val="solid"/>
          </a:ln>
        </p:spPr>
      </p:sp>
      <p:sp>
        <p:nvSpPr>
          <p:cNvPr id="1113" name="Editable chart path">
            <a:extLst xmlns:a="http://schemas.openxmlformats.org/drawingml/2006/main">
              <a:ext uri="{FF2B5EF4-FFF2-40B4-BE49-F238E27FC236}">
                <a16:creationId xmlns:a16="http://schemas.microsoft.com/office/drawing/2014/main" id="{5B14251C-C530-4999-96BF-B0C7472E3C51}"/>
              </a:ext>
            </a:extLst>
          </p:cNvPr>
          <p:cNvSpPr>
            <a:spLocks xmlns:a="http://schemas.openxmlformats.org/drawingml/2006/main" noGrp="1"/>
          </p:cNvSpPr>
          <p:nvPr/>
        </p:nvSpPr>
        <p:spPr>
          <a:xfrm xmlns:a="http://schemas.openxmlformats.org/drawingml/2006/main">
            <a:off x="333492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ADCAF3"/>
          </a:solidFill>
          <a:ln xmlns:a="http://schemas.openxmlformats.org/drawingml/2006/main" w="2205">
            <a:solidFill>
              <a:srgbClr val="FBFCFE"/>
            </a:solidFill>
            <a:prstDash val="solid"/>
          </a:ln>
        </p:spPr>
      </p:sp>
      <p:sp>
        <p:nvSpPr>
          <p:cNvPr id="1114" name="Editable chart path">
            <a:extLst xmlns:a="http://schemas.openxmlformats.org/drawingml/2006/main">
              <a:ext uri="{FF2B5EF4-FFF2-40B4-BE49-F238E27FC236}">
                <a16:creationId xmlns:a16="http://schemas.microsoft.com/office/drawing/2014/main" id="{8440912D-170C-4B1D-B945-729975CE189D}"/>
              </a:ext>
            </a:extLst>
          </p:cNvPr>
          <p:cNvSpPr>
            <a:spLocks xmlns:a="http://schemas.openxmlformats.org/drawingml/2006/main" noGrp="1"/>
          </p:cNvSpPr>
          <p:nvPr/>
        </p:nvSpPr>
        <p:spPr>
          <a:xfrm xmlns:a="http://schemas.openxmlformats.org/drawingml/2006/main">
            <a:off x="333492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ADCAF3"/>
          </a:solidFill>
          <a:ln xmlns:a="http://schemas.openxmlformats.org/drawingml/2006/main" w="2205">
            <a:solidFill>
              <a:srgbClr val="FBFCFE"/>
            </a:solidFill>
            <a:prstDash val="solid"/>
          </a:ln>
        </p:spPr>
      </p:sp>
      <p:sp>
        <p:nvSpPr>
          <p:cNvPr id="1115" name="Editable chart path">
            <a:extLst xmlns:a="http://schemas.openxmlformats.org/drawingml/2006/main">
              <a:ext uri="{FF2B5EF4-FFF2-40B4-BE49-F238E27FC236}">
                <a16:creationId xmlns:a16="http://schemas.microsoft.com/office/drawing/2014/main" id="{7F1E2373-3937-4E87-87D1-CFD3B413FE0D}"/>
              </a:ext>
            </a:extLst>
          </p:cNvPr>
          <p:cNvSpPr>
            <a:spLocks xmlns:a="http://schemas.openxmlformats.org/drawingml/2006/main" noGrp="1"/>
          </p:cNvSpPr>
          <p:nvPr/>
        </p:nvSpPr>
        <p:spPr>
          <a:xfrm xmlns:a="http://schemas.openxmlformats.org/drawingml/2006/main">
            <a:off x="333492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ADCAF3"/>
          </a:solidFill>
          <a:ln xmlns:a="http://schemas.openxmlformats.org/drawingml/2006/main" w="2205">
            <a:solidFill>
              <a:srgbClr val="FBFCFE"/>
            </a:solidFill>
            <a:prstDash val="solid"/>
          </a:ln>
        </p:spPr>
      </p:sp>
      <p:sp>
        <p:nvSpPr>
          <p:cNvPr id="1116" name="Editable chart path">
            <a:extLst xmlns:a="http://schemas.openxmlformats.org/drawingml/2006/main">
              <a:ext uri="{FF2B5EF4-FFF2-40B4-BE49-F238E27FC236}">
                <a16:creationId xmlns:a16="http://schemas.microsoft.com/office/drawing/2014/main" id="{3B9CD7E5-AC35-4D5B-AB53-02FAEE2D6212}"/>
              </a:ext>
            </a:extLst>
          </p:cNvPr>
          <p:cNvSpPr>
            <a:spLocks xmlns:a="http://schemas.openxmlformats.org/drawingml/2006/main" noGrp="1"/>
          </p:cNvSpPr>
          <p:nvPr/>
        </p:nvSpPr>
        <p:spPr>
          <a:xfrm xmlns:a="http://schemas.openxmlformats.org/drawingml/2006/main">
            <a:off x="339706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17" name="Editable chart path">
            <a:extLst xmlns:a="http://schemas.openxmlformats.org/drawingml/2006/main">
              <a:ext uri="{FF2B5EF4-FFF2-40B4-BE49-F238E27FC236}">
                <a16:creationId xmlns:a16="http://schemas.microsoft.com/office/drawing/2014/main" id="{F9698602-D1E4-4564-BF74-5C8D13B8FDC6}"/>
              </a:ext>
            </a:extLst>
          </p:cNvPr>
          <p:cNvSpPr>
            <a:spLocks xmlns:a="http://schemas.openxmlformats.org/drawingml/2006/main" noGrp="1"/>
          </p:cNvSpPr>
          <p:nvPr/>
        </p:nvSpPr>
        <p:spPr>
          <a:xfrm xmlns:a="http://schemas.openxmlformats.org/drawingml/2006/main">
            <a:off x="339706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18" name="Editable chart path">
            <a:extLst xmlns:a="http://schemas.openxmlformats.org/drawingml/2006/main">
              <a:ext uri="{FF2B5EF4-FFF2-40B4-BE49-F238E27FC236}">
                <a16:creationId xmlns:a16="http://schemas.microsoft.com/office/drawing/2014/main" id="{CE5C09F2-24FE-4E58-8791-C2622C3918A6}"/>
              </a:ext>
            </a:extLst>
          </p:cNvPr>
          <p:cNvSpPr>
            <a:spLocks xmlns:a="http://schemas.openxmlformats.org/drawingml/2006/main" noGrp="1"/>
          </p:cNvSpPr>
          <p:nvPr/>
        </p:nvSpPr>
        <p:spPr>
          <a:xfrm xmlns:a="http://schemas.openxmlformats.org/drawingml/2006/main">
            <a:off x="339706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19" name="Editable chart path">
            <a:extLst xmlns:a="http://schemas.openxmlformats.org/drawingml/2006/main">
              <a:ext uri="{FF2B5EF4-FFF2-40B4-BE49-F238E27FC236}">
                <a16:creationId xmlns:a16="http://schemas.microsoft.com/office/drawing/2014/main" id="{F66E511C-4DF9-429E-9216-3882B462FE3B}"/>
              </a:ext>
            </a:extLst>
          </p:cNvPr>
          <p:cNvSpPr>
            <a:spLocks xmlns:a="http://schemas.openxmlformats.org/drawingml/2006/main" noGrp="1"/>
          </p:cNvSpPr>
          <p:nvPr/>
        </p:nvSpPr>
        <p:spPr>
          <a:xfrm xmlns:a="http://schemas.openxmlformats.org/drawingml/2006/main">
            <a:off x="339706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20" name="Editable chart path">
            <a:extLst xmlns:a="http://schemas.openxmlformats.org/drawingml/2006/main">
              <a:ext uri="{FF2B5EF4-FFF2-40B4-BE49-F238E27FC236}">
                <a16:creationId xmlns:a16="http://schemas.microsoft.com/office/drawing/2014/main" id="{D8DBB8FD-1C20-494A-9875-FBA7E1D6D2F6}"/>
              </a:ext>
            </a:extLst>
          </p:cNvPr>
          <p:cNvSpPr>
            <a:spLocks xmlns:a="http://schemas.openxmlformats.org/drawingml/2006/main" noGrp="1"/>
          </p:cNvSpPr>
          <p:nvPr/>
        </p:nvSpPr>
        <p:spPr>
          <a:xfrm xmlns:a="http://schemas.openxmlformats.org/drawingml/2006/main">
            <a:off x="339706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365AF"/>
          </a:solidFill>
          <a:ln xmlns:a="http://schemas.openxmlformats.org/drawingml/2006/main" w="2205">
            <a:solidFill>
              <a:srgbClr val="FBFCFE"/>
            </a:solidFill>
            <a:prstDash val="solid"/>
          </a:ln>
        </p:spPr>
      </p:sp>
      <p:sp>
        <p:nvSpPr>
          <p:cNvPr id="1121" name="Editable chart path">
            <a:extLst xmlns:a="http://schemas.openxmlformats.org/drawingml/2006/main">
              <a:ext uri="{FF2B5EF4-FFF2-40B4-BE49-F238E27FC236}">
                <a16:creationId xmlns:a16="http://schemas.microsoft.com/office/drawing/2014/main" id="{92CA3A8B-66D4-466C-8F1F-08793023B3A5}"/>
              </a:ext>
            </a:extLst>
          </p:cNvPr>
          <p:cNvSpPr>
            <a:spLocks xmlns:a="http://schemas.openxmlformats.org/drawingml/2006/main" noGrp="1"/>
          </p:cNvSpPr>
          <p:nvPr/>
        </p:nvSpPr>
        <p:spPr>
          <a:xfrm xmlns:a="http://schemas.openxmlformats.org/drawingml/2006/main">
            <a:off x="339706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54F94"/>
          </a:solidFill>
          <a:ln xmlns:a="http://schemas.openxmlformats.org/drawingml/2006/main" w="2205">
            <a:solidFill>
              <a:srgbClr val="FBFCFE"/>
            </a:solidFill>
            <a:prstDash val="solid"/>
          </a:ln>
        </p:spPr>
      </p:sp>
      <p:sp>
        <p:nvSpPr>
          <p:cNvPr id="1122" name="Editable chart path">
            <a:extLst xmlns:a="http://schemas.openxmlformats.org/drawingml/2006/main">
              <a:ext uri="{FF2B5EF4-FFF2-40B4-BE49-F238E27FC236}">
                <a16:creationId xmlns:a16="http://schemas.microsoft.com/office/drawing/2014/main" id="{4DBBD2D5-81FB-420B-A04B-26C84D769DDA}"/>
              </a:ext>
            </a:extLst>
          </p:cNvPr>
          <p:cNvSpPr>
            <a:spLocks xmlns:a="http://schemas.openxmlformats.org/drawingml/2006/main" noGrp="1"/>
          </p:cNvSpPr>
          <p:nvPr/>
        </p:nvSpPr>
        <p:spPr>
          <a:xfrm xmlns:a="http://schemas.openxmlformats.org/drawingml/2006/main">
            <a:off x="339706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592D4"/>
          </a:solidFill>
          <a:ln xmlns:a="http://schemas.openxmlformats.org/drawingml/2006/main" w="2205">
            <a:solidFill>
              <a:srgbClr val="FBFCFE"/>
            </a:solidFill>
            <a:prstDash val="solid"/>
          </a:ln>
        </p:spPr>
      </p:sp>
      <p:sp>
        <p:nvSpPr>
          <p:cNvPr id="1123" name="Editable chart path">
            <a:extLst xmlns:a="http://schemas.openxmlformats.org/drawingml/2006/main">
              <a:ext uri="{FF2B5EF4-FFF2-40B4-BE49-F238E27FC236}">
                <a16:creationId xmlns:a16="http://schemas.microsoft.com/office/drawing/2014/main" id="{552F0F82-6A6F-4754-9C81-5B7F2EEBD75A}"/>
              </a:ext>
            </a:extLst>
          </p:cNvPr>
          <p:cNvSpPr>
            <a:spLocks xmlns:a="http://schemas.openxmlformats.org/drawingml/2006/main" noGrp="1"/>
          </p:cNvSpPr>
          <p:nvPr/>
        </p:nvSpPr>
        <p:spPr>
          <a:xfrm xmlns:a="http://schemas.openxmlformats.org/drawingml/2006/main">
            <a:off x="339706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592D4"/>
          </a:solidFill>
          <a:ln xmlns:a="http://schemas.openxmlformats.org/drawingml/2006/main" w="2205">
            <a:solidFill>
              <a:srgbClr val="FBFCFE"/>
            </a:solidFill>
            <a:prstDash val="solid"/>
          </a:ln>
        </p:spPr>
      </p:sp>
      <p:sp>
        <p:nvSpPr>
          <p:cNvPr id="1124" name="Editable chart path">
            <a:extLst xmlns:a="http://schemas.openxmlformats.org/drawingml/2006/main">
              <a:ext uri="{FF2B5EF4-FFF2-40B4-BE49-F238E27FC236}">
                <a16:creationId xmlns:a16="http://schemas.microsoft.com/office/drawing/2014/main" id="{5DA76E69-5F71-4676-B4FF-479EE9AC3E1C}"/>
              </a:ext>
            </a:extLst>
          </p:cNvPr>
          <p:cNvSpPr>
            <a:spLocks xmlns:a="http://schemas.openxmlformats.org/drawingml/2006/main" noGrp="1"/>
          </p:cNvSpPr>
          <p:nvPr/>
        </p:nvSpPr>
        <p:spPr>
          <a:xfrm xmlns:a="http://schemas.openxmlformats.org/drawingml/2006/main">
            <a:off x="339706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ADCAF3"/>
          </a:solidFill>
          <a:ln xmlns:a="http://schemas.openxmlformats.org/drawingml/2006/main" w="2205">
            <a:solidFill>
              <a:srgbClr val="FBFCFE"/>
            </a:solidFill>
            <a:prstDash val="solid"/>
          </a:ln>
        </p:spPr>
      </p:sp>
      <p:sp>
        <p:nvSpPr>
          <p:cNvPr id="1125" name="Editable chart path">
            <a:extLst xmlns:a="http://schemas.openxmlformats.org/drawingml/2006/main">
              <a:ext uri="{FF2B5EF4-FFF2-40B4-BE49-F238E27FC236}">
                <a16:creationId xmlns:a16="http://schemas.microsoft.com/office/drawing/2014/main" id="{AE41F882-2A88-4684-9B22-E6EC6C83E66E}"/>
              </a:ext>
            </a:extLst>
          </p:cNvPr>
          <p:cNvSpPr>
            <a:spLocks xmlns:a="http://schemas.openxmlformats.org/drawingml/2006/main" noGrp="1"/>
          </p:cNvSpPr>
          <p:nvPr/>
        </p:nvSpPr>
        <p:spPr>
          <a:xfrm xmlns:a="http://schemas.openxmlformats.org/drawingml/2006/main">
            <a:off x="339706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ADCAF3"/>
          </a:solidFill>
          <a:ln xmlns:a="http://schemas.openxmlformats.org/drawingml/2006/main" w="2205">
            <a:solidFill>
              <a:srgbClr val="FBFCFE"/>
            </a:solidFill>
            <a:prstDash val="solid"/>
          </a:ln>
        </p:spPr>
      </p:sp>
      <p:sp>
        <p:nvSpPr>
          <p:cNvPr id="1126" name="Editable chart path">
            <a:extLst xmlns:a="http://schemas.openxmlformats.org/drawingml/2006/main">
              <a:ext uri="{FF2B5EF4-FFF2-40B4-BE49-F238E27FC236}">
                <a16:creationId xmlns:a16="http://schemas.microsoft.com/office/drawing/2014/main" id="{2115FE6D-2158-4FED-B6EA-7C876700BA26}"/>
              </a:ext>
            </a:extLst>
          </p:cNvPr>
          <p:cNvSpPr>
            <a:spLocks xmlns:a="http://schemas.openxmlformats.org/drawingml/2006/main" noGrp="1"/>
          </p:cNvSpPr>
          <p:nvPr/>
        </p:nvSpPr>
        <p:spPr>
          <a:xfrm xmlns:a="http://schemas.openxmlformats.org/drawingml/2006/main">
            <a:off x="345920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27" name="Editable chart path">
            <a:extLst xmlns:a="http://schemas.openxmlformats.org/drawingml/2006/main">
              <a:ext uri="{FF2B5EF4-FFF2-40B4-BE49-F238E27FC236}">
                <a16:creationId xmlns:a16="http://schemas.microsoft.com/office/drawing/2014/main" id="{BE708584-FBC7-4962-8B47-D29E1B692B09}"/>
              </a:ext>
            </a:extLst>
          </p:cNvPr>
          <p:cNvSpPr>
            <a:spLocks xmlns:a="http://schemas.openxmlformats.org/drawingml/2006/main" noGrp="1"/>
          </p:cNvSpPr>
          <p:nvPr/>
        </p:nvSpPr>
        <p:spPr>
          <a:xfrm xmlns:a="http://schemas.openxmlformats.org/drawingml/2006/main">
            <a:off x="345920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E2F4"/>
          </a:solidFill>
          <a:ln xmlns:a="http://schemas.openxmlformats.org/drawingml/2006/main" w="2205">
            <a:solidFill>
              <a:srgbClr val="FBFCFE"/>
            </a:solidFill>
            <a:prstDash val="solid"/>
          </a:ln>
        </p:spPr>
      </p:sp>
      <p:sp>
        <p:nvSpPr>
          <p:cNvPr id="1128" name="Editable chart path">
            <a:extLst xmlns:a="http://schemas.openxmlformats.org/drawingml/2006/main">
              <a:ext uri="{FF2B5EF4-FFF2-40B4-BE49-F238E27FC236}">
                <a16:creationId xmlns:a16="http://schemas.microsoft.com/office/drawing/2014/main" id="{171189E8-C2EA-48EF-8286-7ECCA442852E}"/>
              </a:ext>
            </a:extLst>
          </p:cNvPr>
          <p:cNvSpPr>
            <a:spLocks xmlns:a="http://schemas.openxmlformats.org/drawingml/2006/main" noGrp="1"/>
          </p:cNvSpPr>
          <p:nvPr/>
        </p:nvSpPr>
        <p:spPr>
          <a:xfrm xmlns:a="http://schemas.openxmlformats.org/drawingml/2006/main">
            <a:off x="345920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E2F4"/>
          </a:solidFill>
          <a:ln xmlns:a="http://schemas.openxmlformats.org/drawingml/2006/main" w="2205">
            <a:solidFill>
              <a:srgbClr val="FBFCFE"/>
            </a:solidFill>
            <a:prstDash val="solid"/>
          </a:ln>
        </p:spPr>
      </p:sp>
      <p:sp>
        <p:nvSpPr>
          <p:cNvPr id="1129" name="Editable chart path">
            <a:extLst xmlns:a="http://schemas.openxmlformats.org/drawingml/2006/main">
              <a:ext uri="{FF2B5EF4-FFF2-40B4-BE49-F238E27FC236}">
                <a16:creationId xmlns:a16="http://schemas.microsoft.com/office/drawing/2014/main" id="{CBF401EB-0A2A-4F37-BB1B-49615C8FB56B}"/>
              </a:ext>
            </a:extLst>
          </p:cNvPr>
          <p:cNvSpPr>
            <a:spLocks xmlns:a="http://schemas.openxmlformats.org/drawingml/2006/main" noGrp="1"/>
          </p:cNvSpPr>
          <p:nvPr/>
        </p:nvSpPr>
        <p:spPr>
          <a:xfrm xmlns:a="http://schemas.openxmlformats.org/drawingml/2006/main">
            <a:off x="345920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E2F4"/>
          </a:solidFill>
          <a:ln xmlns:a="http://schemas.openxmlformats.org/drawingml/2006/main" w="2205">
            <a:solidFill>
              <a:srgbClr val="FBFCFE"/>
            </a:solidFill>
            <a:prstDash val="solid"/>
          </a:ln>
        </p:spPr>
      </p:sp>
      <p:sp>
        <p:nvSpPr>
          <p:cNvPr id="1130" name="Editable chart path">
            <a:extLst xmlns:a="http://schemas.openxmlformats.org/drawingml/2006/main">
              <a:ext uri="{FF2B5EF4-FFF2-40B4-BE49-F238E27FC236}">
                <a16:creationId xmlns:a16="http://schemas.microsoft.com/office/drawing/2014/main" id="{6025B3D9-BA31-4141-8D5C-72A97EC2D38E}"/>
              </a:ext>
            </a:extLst>
          </p:cNvPr>
          <p:cNvSpPr>
            <a:spLocks xmlns:a="http://schemas.openxmlformats.org/drawingml/2006/main" noGrp="1"/>
          </p:cNvSpPr>
          <p:nvPr/>
        </p:nvSpPr>
        <p:spPr>
          <a:xfrm xmlns:a="http://schemas.openxmlformats.org/drawingml/2006/main">
            <a:off x="345920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592D4"/>
          </a:solidFill>
          <a:ln xmlns:a="http://schemas.openxmlformats.org/drawingml/2006/main" w="2205">
            <a:solidFill>
              <a:srgbClr val="FBFCFE"/>
            </a:solidFill>
            <a:prstDash val="solid"/>
          </a:ln>
        </p:spPr>
      </p:sp>
      <p:sp>
        <p:nvSpPr>
          <p:cNvPr id="1131" name="Editable chart path">
            <a:extLst xmlns:a="http://schemas.openxmlformats.org/drawingml/2006/main">
              <a:ext uri="{FF2B5EF4-FFF2-40B4-BE49-F238E27FC236}">
                <a16:creationId xmlns:a16="http://schemas.microsoft.com/office/drawing/2014/main" id="{A6072887-20B6-4CAD-846E-8A3221A42F9C}"/>
              </a:ext>
            </a:extLst>
          </p:cNvPr>
          <p:cNvSpPr>
            <a:spLocks xmlns:a="http://schemas.openxmlformats.org/drawingml/2006/main" noGrp="1"/>
          </p:cNvSpPr>
          <p:nvPr/>
        </p:nvSpPr>
        <p:spPr>
          <a:xfrm xmlns:a="http://schemas.openxmlformats.org/drawingml/2006/main">
            <a:off x="352134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E2F4"/>
          </a:solidFill>
          <a:ln xmlns:a="http://schemas.openxmlformats.org/drawingml/2006/main" w="2205">
            <a:solidFill>
              <a:srgbClr val="FBFCFE"/>
            </a:solidFill>
            <a:prstDash val="solid"/>
          </a:ln>
        </p:spPr>
      </p:sp>
      <p:sp>
        <p:nvSpPr>
          <p:cNvPr id="1132" name="Editable chart path">
            <a:extLst xmlns:a="http://schemas.openxmlformats.org/drawingml/2006/main">
              <a:ext uri="{FF2B5EF4-FFF2-40B4-BE49-F238E27FC236}">
                <a16:creationId xmlns:a16="http://schemas.microsoft.com/office/drawing/2014/main" id="{E850AD38-5BA8-4635-BB20-BC8284A21812}"/>
              </a:ext>
            </a:extLst>
          </p:cNvPr>
          <p:cNvSpPr>
            <a:spLocks xmlns:a="http://schemas.openxmlformats.org/drawingml/2006/main" noGrp="1"/>
          </p:cNvSpPr>
          <p:nvPr/>
        </p:nvSpPr>
        <p:spPr>
          <a:xfrm xmlns:a="http://schemas.openxmlformats.org/drawingml/2006/main">
            <a:off x="352134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E2F4"/>
          </a:solidFill>
          <a:ln xmlns:a="http://schemas.openxmlformats.org/drawingml/2006/main" w="2205">
            <a:solidFill>
              <a:srgbClr val="FBFCFE"/>
            </a:solidFill>
            <a:prstDash val="solid"/>
          </a:ln>
        </p:spPr>
      </p:sp>
      <p:sp>
        <p:nvSpPr>
          <p:cNvPr id="1133" name="Editable chart path">
            <a:extLst xmlns:a="http://schemas.openxmlformats.org/drawingml/2006/main">
              <a:ext uri="{FF2B5EF4-FFF2-40B4-BE49-F238E27FC236}">
                <a16:creationId xmlns:a16="http://schemas.microsoft.com/office/drawing/2014/main" id="{FE49167D-23AF-4615-A9D4-2B9927E22852}"/>
              </a:ext>
            </a:extLst>
          </p:cNvPr>
          <p:cNvSpPr>
            <a:spLocks xmlns:a="http://schemas.openxmlformats.org/drawingml/2006/main" noGrp="1"/>
          </p:cNvSpPr>
          <p:nvPr/>
        </p:nvSpPr>
        <p:spPr>
          <a:xfrm xmlns:a="http://schemas.openxmlformats.org/drawingml/2006/main">
            <a:off x="352134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E2F4"/>
          </a:solidFill>
          <a:ln xmlns:a="http://schemas.openxmlformats.org/drawingml/2006/main" w="2205">
            <a:solidFill>
              <a:srgbClr val="FBFCFE"/>
            </a:solidFill>
            <a:prstDash val="solid"/>
          </a:ln>
        </p:spPr>
      </p:sp>
      <p:sp>
        <p:nvSpPr>
          <p:cNvPr id="1134" name="Editable chart path">
            <a:extLst xmlns:a="http://schemas.openxmlformats.org/drawingml/2006/main">
              <a:ext uri="{FF2B5EF4-FFF2-40B4-BE49-F238E27FC236}">
                <a16:creationId xmlns:a16="http://schemas.microsoft.com/office/drawing/2014/main" id="{769319ED-7C5E-47B0-B506-3989C78721A2}"/>
              </a:ext>
            </a:extLst>
          </p:cNvPr>
          <p:cNvSpPr>
            <a:spLocks xmlns:a="http://schemas.openxmlformats.org/drawingml/2006/main" noGrp="1"/>
          </p:cNvSpPr>
          <p:nvPr/>
        </p:nvSpPr>
        <p:spPr>
          <a:xfrm xmlns:a="http://schemas.openxmlformats.org/drawingml/2006/main">
            <a:off x="352134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35" name="Editable chart path">
            <a:extLst xmlns:a="http://schemas.openxmlformats.org/drawingml/2006/main">
              <a:ext uri="{FF2B5EF4-FFF2-40B4-BE49-F238E27FC236}">
                <a16:creationId xmlns:a16="http://schemas.microsoft.com/office/drawing/2014/main" id="{625773CE-8E3B-4E95-AF66-626F7A1EA588}"/>
              </a:ext>
            </a:extLst>
          </p:cNvPr>
          <p:cNvSpPr>
            <a:spLocks xmlns:a="http://schemas.openxmlformats.org/drawingml/2006/main" noGrp="1"/>
          </p:cNvSpPr>
          <p:nvPr/>
        </p:nvSpPr>
        <p:spPr>
          <a:xfrm xmlns:a="http://schemas.openxmlformats.org/drawingml/2006/main">
            <a:off x="352134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36" name="Editable chart path">
            <a:extLst xmlns:a="http://schemas.openxmlformats.org/drawingml/2006/main">
              <a:ext uri="{FF2B5EF4-FFF2-40B4-BE49-F238E27FC236}">
                <a16:creationId xmlns:a16="http://schemas.microsoft.com/office/drawing/2014/main" id="{B437695D-F31E-44D1-82E8-AC1C7EB5EE05}"/>
              </a:ext>
            </a:extLst>
          </p:cNvPr>
          <p:cNvSpPr>
            <a:spLocks xmlns:a="http://schemas.openxmlformats.org/drawingml/2006/main" noGrp="1"/>
          </p:cNvSpPr>
          <p:nvPr/>
        </p:nvSpPr>
        <p:spPr>
          <a:xfrm xmlns:a="http://schemas.openxmlformats.org/drawingml/2006/main">
            <a:off x="352134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37" name="Editable chart path">
            <a:extLst xmlns:a="http://schemas.openxmlformats.org/drawingml/2006/main">
              <a:ext uri="{FF2B5EF4-FFF2-40B4-BE49-F238E27FC236}">
                <a16:creationId xmlns:a16="http://schemas.microsoft.com/office/drawing/2014/main" id="{B046E3EF-A414-4D51-B9DB-AFBC75641664}"/>
              </a:ext>
            </a:extLst>
          </p:cNvPr>
          <p:cNvSpPr>
            <a:spLocks xmlns:a="http://schemas.openxmlformats.org/drawingml/2006/main" noGrp="1"/>
          </p:cNvSpPr>
          <p:nvPr/>
        </p:nvSpPr>
        <p:spPr>
          <a:xfrm xmlns:a="http://schemas.openxmlformats.org/drawingml/2006/main">
            <a:off x="352134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38" name="Editable chart path">
            <a:extLst xmlns:a="http://schemas.openxmlformats.org/drawingml/2006/main">
              <a:ext uri="{FF2B5EF4-FFF2-40B4-BE49-F238E27FC236}">
                <a16:creationId xmlns:a16="http://schemas.microsoft.com/office/drawing/2014/main" id="{C8BF51FD-8DEF-4114-AC53-03CBBB74FD7C}"/>
              </a:ext>
            </a:extLst>
          </p:cNvPr>
          <p:cNvSpPr>
            <a:spLocks xmlns:a="http://schemas.openxmlformats.org/drawingml/2006/main" noGrp="1"/>
          </p:cNvSpPr>
          <p:nvPr/>
        </p:nvSpPr>
        <p:spPr>
          <a:xfrm xmlns:a="http://schemas.openxmlformats.org/drawingml/2006/main">
            <a:off x="352134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39" name="Editable chart path">
            <a:extLst xmlns:a="http://schemas.openxmlformats.org/drawingml/2006/main">
              <a:ext uri="{FF2B5EF4-FFF2-40B4-BE49-F238E27FC236}">
                <a16:creationId xmlns:a16="http://schemas.microsoft.com/office/drawing/2014/main" id="{2092003F-FD56-40D7-9521-28B9DF37EB2D}"/>
              </a:ext>
            </a:extLst>
          </p:cNvPr>
          <p:cNvSpPr>
            <a:spLocks xmlns:a="http://schemas.openxmlformats.org/drawingml/2006/main" noGrp="1"/>
          </p:cNvSpPr>
          <p:nvPr/>
        </p:nvSpPr>
        <p:spPr>
          <a:xfrm xmlns:a="http://schemas.openxmlformats.org/drawingml/2006/main">
            <a:off x="352134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6592D4"/>
          </a:solidFill>
          <a:ln xmlns:a="http://schemas.openxmlformats.org/drawingml/2006/main" w="2205">
            <a:solidFill>
              <a:srgbClr val="FBFCFE"/>
            </a:solidFill>
            <a:prstDash val="solid"/>
          </a:ln>
        </p:spPr>
      </p:sp>
      <p:sp>
        <p:nvSpPr>
          <p:cNvPr id="1140" name="Editable chart path">
            <a:extLst xmlns:a="http://schemas.openxmlformats.org/drawingml/2006/main">
              <a:ext uri="{FF2B5EF4-FFF2-40B4-BE49-F238E27FC236}">
                <a16:creationId xmlns:a16="http://schemas.microsoft.com/office/drawing/2014/main" id="{8C070D7C-7FCE-4833-9376-557C5F0D4755}"/>
              </a:ext>
            </a:extLst>
          </p:cNvPr>
          <p:cNvSpPr>
            <a:spLocks xmlns:a="http://schemas.openxmlformats.org/drawingml/2006/main" noGrp="1"/>
          </p:cNvSpPr>
          <p:nvPr/>
        </p:nvSpPr>
        <p:spPr>
          <a:xfrm xmlns:a="http://schemas.openxmlformats.org/drawingml/2006/main">
            <a:off x="358347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E2F4"/>
          </a:solidFill>
          <a:ln xmlns:a="http://schemas.openxmlformats.org/drawingml/2006/main" w="2205">
            <a:solidFill>
              <a:srgbClr val="FBFCFE"/>
            </a:solidFill>
            <a:prstDash val="solid"/>
          </a:ln>
        </p:spPr>
      </p:sp>
      <p:sp>
        <p:nvSpPr>
          <p:cNvPr id="1141" name="Editable chart path">
            <a:extLst xmlns:a="http://schemas.openxmlformats.org/drawingml/2006/main">
              <a:ext uri="{FF2B5EF4-FFF2-40B4-BE49-F238E27FC236}">
                <a16:creationId xmlns:a16="http://schemas.microsoft.com/office/drawing/2014/main" id="{68744FB4-0BCA-476E-9B61-04C30A67C037}"/>
              </a:ext>
            </a:extLst>
          </p:cNvPr>
          <p:cNvSpPr>
            <a:spLocks xmlns:a="http://schemas.openxmlformats.org/drawingml/2006/main" noGrp="1"/>
          </p:cNvSpPr>
          <p:nvPr/>
        </p:nvSpPr>
        <p:spPr>
          <a:xfrm xmlns:a="http://schemas.openxmlformats.org/drawingml/2006/main">
            <a:off x="358347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E2F4"/>
          </a:solidFill>
          <a:ln xmlns:a="http://schemas.openxmlformats.org/drawingml/2006/main" w="2205">
            <a:solidFill>
              <a:srgbClr val="FBFCFE"/>
            </a:solidFill>
            <a:prstDash val="solid"/>
          </a:ln>
        </p:spPr>
      </p:sp>
      <p:sp>
        <p:nvSpPr>
          <p:cNvPr id="1142" name="Editable chart path">
            <a:extLst xmlns:a="http://schemas.openxmlformats.org/drawingml/2006/main">
              <a:ext uri="{FF2B5EF4-FFF2-40B4-BE49-F238E27FC236}">
                <a16:creationId xmlns:a16="http://schemas.microsoft.com/office/drawing/2014/main" id="{54940E35-CD43-4060-A170-84D43C89D0AA}"/>
              </a:ext>
            </a:extLst>
          </p:cNvPr>
          <p:cNvSpPr>
            <a:spLocks xmlns:a="http://schemas.openxmlformats.org/drawingml/2006/main" noGrp="1"/>
          </p:cNvSpPr>
          <p:nvPr/>
        </p:nvSpPr>
        <p:spPr>
          <a:xfrm xmlns:a="http://schemas.openxmlformats.org/drawingml/2006/main">
            <a:off x="358347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E2F4"/>
          </a:solidFill>
          <a:ln xmlns:a="http://schemas.openxmlformats.org/drawingml/2006/main" w="2205">
            <a:solidFill>
              <a:srgbClr val="FBFCFE"/>
            </a:solidFill>
            <a:prstDash val="solid"/>
          </a:ln>
        </p:spPr>
      </p:sp>
      <p:sp>
        <p:nvSpPr>
          <p:cNvPr id="1143" name="Editable chart path">
            <a:extLst xmlns:a="http://schemas.openxmlformats.org/drawingml/2006/main">
              <a:ext uri="{FF2B5EF4-FFF2-40B4-BE49-F238E27FC236}">
                <a16:creationId xmlns:a16="http://schemas.microsoft.com/office/drawing/2014/main" id="{846BD377-6183-4225-9419-0380A7F64D34}"/>
              </a:ext>
            </a:extLst>
          </p:cNvPr>
          <p:cNvSpPr>
            <a:spLocks xmlns:a="http://schemas.openxmlformats.org/drawingml/2006/main" noGrp="1"/>
          </p:cNvSpPr>
          <p:nvPr/>
        </p:nvSpPr>
        <p:spPr>
          <a:xfrm xmlns:a="http://schemas.openxmlformats.org/drawingml/2006/main">
            <a:off x="358347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44" name="Editable chart path">
            <a:extLst xmlns:a="http://schemas.openxmlformats.org/drawingml/2006/main">
              <a:ext uri="{FF2B5EF4-FFF2-40B4-BE49-F238E27FC236}">
                <a16:creationId xmlns:a16="http://schemas.microsoft.com/office/drawing/2014/main" id="{4C4CA56A-3092-46BC-B838-9A1904FD964B}"/>
              </a:ext>
            </a:extLst>
          </p:cNvPr>
          <p:cNvSpPr>
            <a:spLocks xmlns:a="http://schemas.openxmlformats.org/drawingml/2006/main" noGrp="1"/>
          </p:cNvSpPr>
          <p:nvPr/>
        </p:nvSpPr>
        <p:spPr>
          <a:xfrm xmlns:a="http://schemas.openxmlformats.org/drawingml/2006/main">
            <a:off x="358347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45" name="Editable chart path">
            <a:extLst xmlns:a="http://schemas.openxmlformats.org/drawingml/2006/main">
              <a:ext uri="{FF2B5EF4-FFF2-40B4-BE49-F238E27FC236}">
                <a16:creationId xmlns:a16="http://schemas.microsoft.com/office/drawing/2014/main" id="{38923DF3-7675-4D61-A531-CFB61287E273}"/>
              </a:ext>
            </a:extLst>
          </p:cNvPr>
          <p:cNvSpPr>
            <a:spLocks xmlns:a="http://schemas.openxmlformats.org/drawingml/2006/main" noGrp="1"/>
          </p:cNvSpPr>
          <p:nvPr/>
        </p:nvSpPr>
        <p:spPr>
          <a:xfrm xmlns:a="http://schemas.openxmlformats.org/drawingml/2006/main">
            <a:off x="358347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46" name="Editable chart path">
            <a:extLst xmlns:a="http://schemas.openxmlformats.org/drawingml/2006/main">
              <a:ext uri="{FF2B5EF4-FFF2-40B4-BE49-F238E27FC236}">
                <a16:creationId xmlns:a16="http://schemas.microsoft.com/office/drawing/2014/main" id="{526C7759-D513-4DAE-BA3C-893211CD0D42}"/>
              </a:ext>
            </a:extLst>
          </p:cNvPr>
          <p:cNvSpPr>
            <a:spLocks xmlns:a="http://schemas.openxmlformats.org/drawingml/2006/main" noGrp="1"/>
          </p:cNvSpPr>
          <p:nvPr/>
        </p:nvSpPr>
        <p:spPr>
          <a:xfrm xmlns:a="http://schemas.openxmlformats.org/drawingml/2006/main">
            <a:off x="358347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47" name="Editable chart path">
            <a:extLst xmlns:a="http://schemas.openxmlformats.org/drawingml/2006/main">
              <a:ext uri="{FF2B5EF4-FFF2-40B4-BE49-F238E27FC236}">
                <a16:creationId xmlns:a16="http://schemas.microsoft.com/office/drawing/2014/main" id="{584C19E0-B2DF-4C0E-A1D7-848AAE43F954}"/>
              </a:ext>
            </a:extLst>
          </p:cNvPr>
          <p:cNvSpPr>
            <a:spLocks xmlns:a="http://schemas.openxmlformats.org/drawingml/2006/main" noGrp="1"/>
          </p:cNvSpPr>
          <p:nvPr/>
        </p:nvSpPr>
        <p:spPr>
          <a:xfrm xmlns:a="http://schemas.openxmlformats.org/drawingml/2006/main">
            <a:off x="358347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48" name="Editable chart path">
            <a:extLst xmlns:a="http://schemas.openxmlformats.org/drawingml/2006/main">
              <a:ext uri="{FF2B5EF4-FFF2-40B4-BE49-F238E27FC236}">
                <a16:creationId xmlns:a16="http://schemas.microsoft.com/office/drawing/2014/main" id="{3A5B6CC0-98ED-4625-95A1-BF193D30B761}"/>
              </a:ext>
            </a:extLst>
          </p:cNvPr>
          <p:cNvSpPr>
            <a:spLocks xmlns:a="http://schemas.openxmlformats.org/drawingml/2006/main" noGrp="1"/>
          </p:cNvSpPr>
          <p:nvPr/>
        </p:nvSpPr>
        <p:spPr>
          <a:xfrm xmlns:a="http://schemas.openxmlformats.org/drawingml/2006/main">
            <a:off x="358347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49" name="Editable chart path">
            <a:extLst xmlns:a="http://schemas.openxmlformats.org/drawingml/2006/main">
              <a:ext uri="{FF2B5EF4-FFF2-40B4-BE49-F238E27FC236}">
                <a16:creationId xmlns:a16="http://schemas.microsoft.com/office/drawing/2014/main" id="{5596EAC0-BCF4-483D-ACA0-FDABC49B753B}"/>
              </a:ext>
            </a:extLst>
          </p:cNvPr>
          <p:cNvSpPr>
            <a:spLocks xmlns:a="http://schemas.openxmlformats.org/drawingml/2006/main" noGrp="1"/>
          </p:cNvSpPr>
          <p:nvPr/>
        </p:nvSpPr>
        <p:spPr>
          <a:xfrm xmlns:a="http://schemas.openxmlformats.org/drawingml/2006/main">
            <a:off x="3645616"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50" name="Editable chart path">
            <a:extLst xmlns:a="http://schemas.openxmlformats.org/drawingml/2006/main">
              <a:ext uri="{FF2B5EF4-FFF2-40B4-BE49-F238E27FC236}">
                <a16:creationId xmlns:a16="http://schemas.microsoft.com/office/drawing/2014/main" id="{3E30E73B-3F86-4497-9CA9-B9BE7793A56B}"/>
              </a:ext>
            </a:extLst>
          </p:cNvPr>
          <p:cNvSpPr>
            <a:spLocks xmlns:a="http://schemas.openxmlformats.org/drawingml/2006/main" noGrp="1"/>
          </p:cNvSpPr>
          <p:nvPr/>
        </p:nvSpPr>
        <p:spPr>
          <a:xfrm xmlns:a="http://schemas.openxmlformats.org/drawingml/2006/main">
            <a:off x="364561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51" name="Editable chart path">
            <a:extLst xmlns:a="http://schemas.openxmlformats.org/drawingml/2006/main">
              <a:ext uri="{FF2B5EF4-FFF2-40B4-BE49-F238E27FC236}">
                <a16:creationId xmlns:a16="http://schemas.microsoft.com/office/drawing/2014/main" id="{49409CC4-FDB6-4C69-AD9F-80C3F1BF531E}"/>
              </a:ext>
            </a:extLst>
          </p:cNvPr>
          <p:cNvSpPr>
            <a:spLocks xmlns:a="http://schemas.openxmlformats.org/drawingml/2006/main" noGrp="1"/>
          </p:cNvSpPr>
          <p:nvPr/>
        </p:nvSpPr>
        <p:spPr>
          <a:xfrm xmlns:a="http://schemas.openxmlformats.org/drawingml/2006/main">
            <a:off x="364561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52" name="Editable chart path">
            <a:extLst xmlns:a="http://schemas.openxmlformats.org/drawingml/2006/main">
              <a:ext uri="{FF2B5EF4-FFF2-40B4-BE49-F238E27FC236}">
                <a16:creationId xmlns:a16="http://schemas.microsoft.com/office/drawing/2014/main" id="{7C009F5F-1068-4E10-9F4B-ED427D5BDF27}"/>
              </a:ext>
            </a:extLst>
          </p:cNvPr>
          <p:cNvSpPr>
            <a:spLocks xmlns:a="http://schemas.openxmlformats.org/drawingml/2006/main" noGrp="1"/>
          </p:cNvSpPr>
          <p:nvPr/>
        </p:nvSpPr>
        <p:spPr>
          <a:xfrm xmlns:a="http://schemas.openxmlformats.org/drawingml/2006/main">
            <a:off x="364561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53" name="Editable chart path">
            <a:extLst xmlns:a="http://schemas.openxmlformats.org/drawingml/2006/main">
              <a:ext uri="{FF2B5EF4-FFF2-40B4-BE49-F238E27FC236}">
                <a16:creationId xmlns:a16="http://schemas.microsoft.com/office/drawing/2014/main" id="{865B160A-BA8D-4D81-851B-477428F25B0A}"/>
              </a:ext>
            </a:extLst>
          </p:cNvPr>
          <p:cNvSpPr>
            <a:spLocks xmlns:a="http://schemas.openxmlformats.org/drawingml/2006/main" noGrp="1"/>
          </p:cNvSpPr>
          <p:nvPr/>
        </p:nvSpPr>
        <p:spPr>
          <a:xfrm xmlns:a="http://schemas.openxmlformats.org/drawingml/2006/main">
            <a:off x="364561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54" name="Editable chart path">
            <a:extLst xmlns:a="http://schemas.openxmlformats.org/drawingml/2006/main">
              <a:ext uri="{FF2B5EF4-FFF2-40B4-BE49-F238E27FC236}">
                <a16:creationId xmlns:a16="http://schemas.microsoft.com/office/drawing/2014/main" id="{63BB067E-FA96-4DFD-AFDC-994F5452E569}"/>
              </a:ext>
            </a:extLst>
          </p:cNvPr>
          <p:cNvSpPr>
            <a:spLocks xmlns:a="http://schemas.openxmlformats.org/drawingml/2006/main" noGrp="1"/>
          </p:cNvSpPr>
          <p:nvPr/>
        </p:nvSpPr>
        <p:spPr>
          <a:xfrm xmlns:a="http://schemas.openxmlformats.org/drawingml/2006/main">
            <a:off x="364561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55" name="Editable chart path">
            <a:extLst xmlns:a="http://schemas.openxmlformats.org/drawingml/2006/main">
              <a:ext uri="{FF2B5EF4-FFF2-40B4-BE49-F238E27FC236}">
                <a16:creationId xmlns:a16="http://schemas.microsoft.com/office/drawing/2014/main" id="{CF1EF572-A357-4112-93D6-EE8A2134BD32}"/>
              </a:ext>
            </a:extLst>
          </p:cNvPr>
          <p:cNvSpPr>
            <a:spLocks xmlns:a="http://schemas.openxmlformats.org/drawingml/2006/main" noGrp="1"/>
          </p:cNvSpPr>
          <p:nvPr/>
        </p:nvSpPr>
        <p:spPr>
          <a:xfrm xmlns:a="http://schemas.openxmlformats.org/drawingml/2006/main">
            <a:off x="364561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56" name="Editable chart path">
            <a:extLst xmlns:a="http://schemas.openxmlformats.org/drawingml/2006/main">
              <a:ext uri="{FF2B5EF4-FFF2-40B4-BE49-F238E27FC236}">
                <a16:creationId xmlns:a16="http://schemas.microsoft.com/office/drawing/2014/main" id="{813BE131-F90B-4481-84E4-1E9452F58F25}"/>
              </a:ext>
            </a:extLst>
          </p:cNvPr>
          <p:cNvSpPr>
            <a:spLocks xmlns:a="http://schemas.openxmlformats.org/drawingml/2006/main" noGrp="1"/>
          </p:cNvSpPr>
          <p:nvPr/>
        </p:nvSpPr>
        <p:spPr>
          <a:xfrm xmlns:a="http://schemas.openxmlformats.org/drawingml/2006/main">
            <a:off x="3645616"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57" name="Editable chart path">
            <a:extLst xmlns:a="http://schemas.openxmlformats.org/drawingml/2006/main">
              <a:ext uri="{FF2B5EF4-FFF2-40B4-BE49-F238E27FC236}">
                <a16:creationId xmlns:a16="http://schemas.microsoft.com/office/drawing/2014/main" id="{90221649-5F09-43D2-97B4-26889F2C8674}"/>
              </a:ext>
            </a:extLst>
          </p:cNvPr>
          <p:cNvSpPr>
            <a:spLocks xmlns:a="http://schemas.openxmlformats.org/drawingml/2006/main" noGrp="1"/>
          </p:cNvSpPr>
          <p:nvPr/>
        </p:nvSpPr>
        <p:spPr>
          <a:xfrm xmlns:a="http://schemas.openxmlformats.org/drawingml/2006/main">
            <a:off x="370775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58" name="Editable chart path">
            <a:extLst xmlns:a="http://schemas.openxmlformats.org/drawingml/2006/main">
              <a:ext uri="{FF2B5EF4-FFF2-40B4-BE49-F238E27FC236}">
                <a16:creationId xmlns:a16="http://schemas.microsoft.com/office/drawing/2014/main" id="{58AABE90-191E-4553-90C3-79B2110F9CA5}"/>
              </a:ext>
            </a:extLst>
          </p:cNvPr>
          <p:cNvSpPr>
            <a:spLocks xmlns:a="http://schemas.openxmlformats.org/drawingml/2006/main" noGrp="1"/>
          </p:cNvSpPr>
          <p:nvPr/>
        </p:nvSpPr>
        <p:spPr>
          <a:xfrm xmlns:a="http://schemas.openxmlformats.org/drawingml/2006/main">
            <a:off x="370775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59" name="Editable chart path">
            <a:extLst xmlns:a="http://schemas.openxmlformats.org/drawingml/2006/main">
              <a:ext uri="{FF2B5EF4-FFF2-40B4-BE49-F238E27FC236}">
                <a16:creationId xmlns:a16="http://schemas.microsoft.com/office/drawing/2014/main" id="{AFB3621E-6248-4A0D-A26A-9B31F1D2C994}"/>
              </a:ext>
            </a:extLst>
          </p:cNvPr>
          <p:cNvSpPr>
            <a:spLocks xmlns:a="http://schemas.openxmlformats.org/drawingml/2006/main" noGrp="1"/>
          </p:cNvSpPr>
          <p:nvPr/>
        </p:nvSpPr>
        <p:spPr>
          <a:xfrm xmlns:a="http://schemas.openxmlformats.org/drawingml/2006/main">
            <a:off x="370775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1160" name="Editable chart path">
            <a:extLst xmlns:a="http://schemas.openxmlformats.org/drawingml/2006/main">
              <a:ext uri="{FF2B5EF4-FFF2-40B4-BE49-F238E27FC236}">
                <a16:creationId xmlns:a16="http://schemas.microsoft.com/office/drawing/2014/main" id="{4A75E73F-865B-45B0-8732-CF8574FDDC47}"/>
              </a:ext>
            </a:extLst>
          </p:cNvPr>
          <p:cNvSpPr>
            <a:spLocks xmlns:a="http://schemas.openxmlformats.org/drawingml/2006/main" noGrp="1"/>
          </p:cNvSpPr>
          <p:nvPr/>
        </p:nvSpPr>
        <p:spPr>
          <a:xfrm xmlns:a="http://schemas.openxmlformats.org/drawingml/2006/main">
            <a:off x="370775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61" name="Editable chart path">
            <a:extLst xmlns:a="http://schemas.openxmlformats.org/drawingml/2006/main">
              <a:ext uri="{FF2B5EF4-FFF2-40B4-BE49-F238E27FC236}">
                <a16:creationId xmlns:a16="http://schemas.microsoft.com/office/drawing/2014/main" id="{3F69D3B7-6917-44FA-82E3-57DDA9C43AE6}"/>
              </a:ext>
            </a:extLst>
          </p:cNvPr>
          <p:cNvSpPr>
            <a:spLocks xmlns:a="http://schemas.openxmlformats.org/drawingml/2006/main" noGrp="1"/>
          </p:cNvSpPr>
          <p:nvPr/>
        </p:nvSpPr>
        <p:spPr>
          <a:xfrm xmlns:a="http://schemas.openxmlformats.org/drawingml/2006/main">
            <a:off x="370775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62" name="Editable chart path">
            <a:extLst xmlns:a="http://schemas.openxmlformats.org/drawingml/2006/main">
              <a:ext uri="{FF2B5EF4-FFF2-40B4-BE49-F238E27FC236}">
                <a16:creationId xmlns:a16="http://schemas.microsoft.com/office/drawing/2014/main" id="{A26DDCBA-C4BB-4236-8D79-DE0204CEF521}"/>
              </a:ext>
            </a:extLst>
          </p:cNvPr>
          <p:cNvSpPr>
            <a:spLocks xmlns:a="http://schemas.openxmlformats.org/drawingml/2006/main" noGrp="1"/>
          </p:cNvSpPr>
          <p:nvPr/>
        </p:nvSpPr>
        <p:spPr>
          <a:xfrm xmlns:a="http://schemas.openxmlformats.org/drawingml/2006/main">
            <a:off x="370775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63" name="Editable chart path">
            <a:extLst xmlns:a="http://schemas.openxmlformats.org/drawingml/2006/main">
              <a:ext uri="{FF2B5EF4-FFF2-40B4-BE49-F238E27FC236}">
                <a16:creationId xmlns:a16="http://schemas.microsoft.com/office/drawing/2014/main" id="{FE7860B8-3101-4F2E-96A3-EFC8F3E943C8}"/>
              </a:ext>
            </a:extLst>
          </p:cNvPr>
          <p:cNvSpPr>
            <a:spLocks xmlns:a="http://schemas.openxmlformats.org/drawingml/2006/main" noGrp="1"/>
          </p:cNvSpPr>
          <p:nvPr/>
        </p:nvSpPr>
        <p:spPr>
          <a:xfrm xmlns:a="http://schemas.openxmlformats.org/drawingml/2006/main">
            <a:off x="376989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64" name="Editable chart path">
            <a:extLst xmlns:a="http://schemas.openxmlformats.org/drawingml/2006/main">
              <a:ext uri="{FF2B5EF4-FFF2-40B4-BE49-F238E27FC236}">
                <a16:creationId xmlns:a16="http://schemas.microsoft.com/office/drawing/2014/main" id="{19E75D0C-AB39-408D-AB80-672F4646FFBF}"/>
              </a:ext>
            </a:extLst>
          </p:cNvPr>
          <p:cNvSpPr>
            <a:spLocks xmlns:a="http://schemas.openxmlformats.org/drawingml/2006/main" noGrp="1"/>
          </p:cNvSpPr>
          <p:nvPr/>
        </p:nvSpPr>
        <p:spPr>
          <a:xfrm xmlns:a="http://schemas.openxmlformats.org/drawingml/2006/main">
            <a:off x="376989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65" name="Editable chart path">
            <a:extLst xmlns:a="http://schemas.openxmlformats.org/drawingml/2006/main">
              <a:ext uri="{FF2B5EF4-FFF2-40B4-BE49-F238E27FC236}">
                <a16:creationId xmlns:a16="http://schemas.microsoft.com/office/drawing/2014/main" id="{A7228695-4567-4859-BF43-750703478F2E}"/>
              </a:ext>
            </a:extLst>
          </p:cNvPr>
          <p:cNvSpPr>
            <a:spLocks xmlns:a="http://schemas.openxmlformats.org/drawingml/2006/main" noGrp="1"/>
          </p:cNvSpPr>
          <p:nvPr/>
        </p:nvSpPr>
        <p:spPr>
          <a:xfrm xmlns:a="http://schemas.openxmlformats.org/drawingml/2006/main">
            <a:off x="376989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66" name="Editable chart path">
            <a:extLst xmlns:a="http://schemas.openxmlformats.org/drawingml/2006/main">
              <a:ext uri="{FF2B5EF4-FFF2-40B4-BE49-F238E27FC236}">
                <a16:creationId xmlns:a16="http://schemas.microsoft.com/office/drawing/2014/main" id="{82A15953-0737-4454-9281-F4435DA716EF}"/>
              </a:ext>
            </a:extLst>
          </p:cNvPr>
          <p:cNvSpPr>
            <a:spLocks xmlns:a="http://schemas.openxmlformats.org/drawingml/2006/main" noGrp="1"/>
          </p:cNvSpPr>
          <p:nvPr/>
        </p:nvSpPr>
        <p:spPr>
          <a:xfrm xmlns:a="http://schemas.openxmlformats.org/drawingml/2006/main">
            <a:off x="376989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67" name="Editable chart path">
            <a:extLst xmlns:a="http://schemas.openxmlformats.org/drawingml/2006/main">
              <a:ext uri="{FF2B5EF4-FFF2-40B4-BE49-F238E27FC236}">
                <a16:creationId xmlns:a16="http://schemas.microsoft.com/office/drawing/2014/main" id="{DF27288D-E02A-4EE2-8919-C99A10EF7F6F}"/>
              </a:ext>
            </a:extLst>
          </p:cNvPr>
          <p:cNvSpPr>
            <a:spLocks xmlns:a="http://schemas.openxmlformats.org/drawingml/2006/main" noGrp="1"/>
          </p:cNvSpPr>
          <p:nvPr/>
        </p:nvSpPr>
        <p:spPr>
          <a:xfrm xmlns:a="http://schemas.openxmlformats.org/drawingml/2006/main">
            <a:off x="376989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68" name="Editable chart path">
            <a:extLst xmlns:a="http://schemas.openxmlformats.org/drawingml/2006/main">
              <a:ext uri="{FF2B5EF4-FFF2-40B4-BE49-F238E27FC236}">
                <a16:creationId xmlns:a16="http://schemas.microsoft.com/office/drawing/2014/main" id="{83DA528D-E369-4C46-9879-10DE525FC4D6}"/>
              </a:ext>
            </a:extLst>
          </p:cNvPr>
          <p:cNvSpPr>
            <a:spLocks xmlns:a="http://schemas.openxmlformats.org/drawingml/2006/main" noGrp="1"/>
          </p:cNvSpPr>
          <p:nvPr/>
        </p:nvSpPr>
        <p:spPr>
          <a:xfrm xmlns:a="http://schemas.openxmlformats.org/drawingml/2006/main">
            <a:off x="376989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69" name="Editable chart path">
            <a:extLst xmlns:a="http://schemas.openxmlformats.org/drawingml/2006/main">
              <a:ext uri="{FF2B5EF4-FFF2-40B4-BE49-F238E27FC236}">
                <a16:creationId xmlns:a16="http://schemas.microsoft.com/office/drawing/2014/main" id="{7B096C37-3EEC-4A07-89D4-B6F3A7053DF8}"/>
              </a:ext>
            </a:extLst>
          </p:cNvPr>
          <p:cNvSpPr>
            <a:spLocks xmlns:a="http://schemas.openxmlformats.org/drawingml/2006/main" noGrp="1"/>
          </p:cNvSpPr>
          <p:nvPr/>
        </p:nvSpPr>
        <p:spPr>
          <a:xfrm xmlns:a="http://schemas.openxmlformats.org/drawingml/2006/main">
            <a:off x="376989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0" name="Editable chart path">
            <a:extLst xmlns:a="http://schemas.openxmlformats.org/drawingml/2006/main">
              <a:ext uri="{FF2B5EF4-FFF2-40B4-BE49-F238E27FC236}">
                <a16:creationId xmlns:a16="http://schemas.microsoft.com/office/drawing/2014/main" id="{94A98A31-9471-4B12-8C51-F3C37A19ECFC}"/>
              </a:ext>
            </a:extLst>
          </p:cNvPr>
          <p:cNvSpPr>
            <a:spLocks xmlns:a="http://schemas.openxmlformats.org/drawingml/2006/main" noGrp="1"/>
          </p:cNvSpPr>
          <p:nvPr/>
        </p:nvSpPr>
        <p:spPr>
          <a:xfrm xmlns:a="http://schemas.openxmlformats.org/drawingml/2006/main">
            <a:off x="383202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1" name="Editable chart path">
            <a:extLst xmlns:a="http://schemas.openxmlformats.org/drawingml/2006/main">
              <a:ext uri="{FF2B5EF4-FFF2-40B4-BE49-F238E27FC236}">
                <a16:creationId xmlns:a16="http://schemas.microsoft.com/office/drawing/2014/main" id="{F2A7ECB1-001C-4D31-9B0D-7F52631B4BA4}"/>
              </a:ext>
            </a:extLst>
          </p:cNvPr>
          <p:cNvSpPr>
            <a:spLocks xmlns:a="http://schemas.openxmlformats.org/drawingml/2006/main" noGrp="1"/>
          </p:cNvSpPr>
          <p:nvPr/>
        </p:nvSpPr>
        <p:spPr>
          <a:xfrm xmlns:a="http://schemas.openxmlformats.org/drawingml/2006/main">
            <a:off x="383202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2" name="Editable chart path">
            <a:extLst xmlns:a="http://schemas.openxmlformats.org/drawingml/2006/main">
              <a:ext uri="{FF2B5EF4-FFF2-40B4-BE49-F238E27FC236}">
                <a16:creationId xmlns:a16="http://schemas.microsoft.com/office/drawing/2014/main" id="{59EE33FA-EBAD-49CC-8F6E-2C8257A1995C}"/>
              </a:ext>
            </a:extLst>
          </p:cNvPr>
          <p:cNvSpPr>
            <a:spLocks xmlns:a="http://schemas.openxmlformats.org/drawingml/2006/main" noGrp="1"/>
          </p:cNvSpPr>
          <p:nvPr/>
        </p:nvSpPr>
        <p:spPr>
          <a:xfrm xmlns:a="http://schemas.openxmlformats.org/drawingml/2006/main">
            <a:off x="383202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3" name="Editable chart path">
            <a:extLst xmlns:a="http://schemas.openxmlformats.org/drawingml/2006/main">
              <a:ext uri="{FF2B5EF4-FFF2-40B4-BE49-F238E27FC236}">
                <a16:creationId xmlns:a16="http://schemas.microsoft.com/office/drawing/2014/main" id="{0043C693-5961-4619-AD68-ED37D123D3FC}"/>
              </a:ext>
            </a:extLst>
          </p:cNvPr>
          <p:cNvSpPr>
            <a:spLocks xmlns:a="http://schemas.openxmlformats.org/drawingml/2006/main" noGrp="1"/>
          </p:cNvSpPr>
          <p:nvPr/>
        </p:nvSpPr>
        <p:spPr>
          <a:xfrm xmlns:a="http://schemas.openxmlformats.org/drawingml/2006/main">
            <a:off x="383202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4" name="Editable chart path">
            <a:extLst xmlns:a="http://schemas.openxmlformats.org/drawingml/2006/main">
              <a:ext uri="{FF2B5EF4-FFF2-40B4-BE49-F238E27FC236}">
                <a16:creationId xmlns:a16="http://schemas.microsoft.com/office/drawing/2014/main" id="{2F63B4E8-CAE8-4146-BAAF-B6B637A1D0EB}"/>
              </a:ext>
            </a:extLst>
          </p:cNvPr>
          <p:cNvSpPr>
            <a:spLocks xmlns:a="http://schemas.openxmlformats.org/drawingml/2006/main" noGrp="1"/>
          </p:cNvSpPr>
          <p:nvPr/>
        </p:nvSpPr>
        <p:spPr>
          <a:xfrm xmlns:a="http://schemas.openxmlformats.org/drawingml/2006/main">
            <a:off x="383202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5" name="Editable chart path">
            <a:extLst xmlns:a="http://schemas.openxmlformats.org/drawingml/2006/main">
              <a:ext uri="{FF2B5EF4-FFF2-40B4-BE49-F238E27FC236}">
                <a16:creationId xmlns:a16="http://schemas.microsoft.com/office/drawing/2014/main" id="{ACE5010B-F5A2-4102-8363-D9DE583F6AD6}"/>
              </a:ext>
            </a:extLst>
          </p:cNvPr>
          <p:cNvSpPr>
            <a:spLocks xmlns:a="http://schemas.openxmlformats.org/drawingml/2006/main" noGrp="1"/>
          </p:cNvSpPr>
          <p:nvPr/>
        </p:nvSpPr>
        <p:spPr>
          <a:xfrm xmlns:a="http://schemas.openxmlformats.org/drawingml/2006/main">
            <a:off x="389416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6" name="Editable chart path">
            <a:extLst xmlns:a="http://schemas.openxmlformats.org/drawingml/2006/main">
              <a:ext uri="{FF2B5EF4-FFF2-40B4-BE49-F238E27FC236}">
                <a16:creationId xmlns:a16="http://schemas.microsoft.com/office/drawing/2014/main" id="{75A08180-6370-4EB6-8FBA-47B85697BBB3}"/>
              </a:ext>
            </a:extLst>
          </p:cNvPr>
          <p:cNvSpPr>
            <a:spLocks xmlns:a="http://schemas.openxmlformats.org/drawingml/2006/main" noGrp="1"/>
          </p:cNvSpPr>
          <p:nvPr/>
        </p:nvSpPr>
        <p:spPr>
          <a:xfrm xmlns:a="http://schemas.openxmlformats.org/drawingml/2006/main">
            <a:off x="389416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7" name="Editable chart path">
            <a:extLst xmlns:a="http://schemas.openxmlformats.org/drawingml/2006/main">
              <a:ext uri="{FF2B5EF4-FFF2-40B4-BE49-F238E27FC236}">
                <a16:creationId xmlns:a16="http://schemas.microsoft.com/office/drawing/2014/main" id="{8D50FAD8-69F7-430A-9C2A-F751E6EBDA1B}"/>
              </a:ext>
            </a:extLst>
          </p:cNvPr>
          <p:cNvSpPr>
            <a:spLocks xmlns:a="http://schemas.openxmlformats.org/drawingml/2006/main" noGrp="1"/>
          </p:cNvSpPr>
          <p:nvPr/>
        </p:nvSpPr>
        <p:spPr>
          <a:xfrm xmlns:a="http://schemas.openxmlformats.org/drawingml/2006/main">
            <a:off x="389416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8" name="Editable chart path">
            <a:extLst xmlns:a="http://schemas.openxmlformats.org/drawingml/2006/main">
              <a:ext uri="{FF2B5EF4-FFF2-40B4-BE49-F238E27FC236}">
                <a16:creationId xmlns:a16="http://schemas.microsoft.com/office/drawing/2014/main" id="{DA6431E6-AF3B-45D2-B72E-5ABE084A4FED}"/>
              </a:ext>
            </a:extLst>
          </p:cNvPr>
          <p:cNvSpPr>
            <a:spLocks xmlns:a="http://schemas.openxmlformats.org/drawingml/2006/main" noGrp="1"/>
          </p:cNvSpPr>
          <p:nvPr/>
        </p:nvSpPr>
        <p:spPr>
          <a:xfrm xmlns:a="http://schemas.openxmlformats.org/drawingml/2006/main">
            <a:off x="389416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79" name="Editable chart path">
            <a:extLst xmlns:a="http://schemas.openxmlformats.org/drawingml/2006/main">
              <a:ext uri="{FF2B5EF4-FFF2-40B4-BE49-F238E27FC236}">
                <a16:creationId xmlns:a16="http://schemas.microsoft.com/office/drawing/2014/main" id="{FE3A985A-93D7-4FA7-9EED-1C38B1D6E79B}"/>
              </a:ext>
            </a:extLst>
          </p:cNvPr>
          <p:cNvSpPr>
            <a:spLocks xmlns:a="http://schemas.openxmlformats.org/drawingml/2006/main" noGrp="1"/>
          </p:cNvSpPr>
          <p:nvPr/>
        </p:nvSpPr>
        <p:spPr>
          <a:xfrm xmlns:a="http://schemas.openxmlformats.org/drawingml/2006/main">
            <a:off x="389416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80" name="Editable chart path">
            <a:extLst xmlns:a="http://schemas.openxmlformats.org/drawingml/2006/main">
              <a:ext uri="{FF2B5EF4-FFF2-40B4-BE49-F238E27FC236}">
                <a16:creationId xmlns:a16="http://schemas.microsoft.com/office/drawing/2014/main" id="{1288CBF5-CB6E-4288-AD62-86007976214E}"/>
              </a:ext>
            </a:extLst>
          </p:cNvPr>
          <p:cNvSpPr>
            <a:spLocks xmlns:a="http://schemas.openxmlformats.org/drawingml/2006/main" noGrp="1"/>
          </p:cNvSpPr>
          <p:nvPr/>
        </p:nvSpPr>
        <p:spPr>
          <a:xfrm xmlns:a="http://schemas.openxmlformats.org/drawingml/2006/main">
            <a:off x="3894166"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81" name="Editable chart path">
            <a:extLst xmlns:a="http://schemas.openxmlformats.org/drawingml/2006/main">
              <a:ext uri="{FF2B5EF4-FFF2-40B4-BE49-F238E27FC236}">
                <a16:creationId xmlns:a16="http://schemas.microsoft.com/office/drawing/2014/main" id="{BE794380-E5C0-4D33-811B-3662790BA499}"/>
              </a:ext>
            </a:extLst>
          </p:cNvPr>
          <p:cNvSpPr>
            <a:spLocks xmlns:a="http://schemas.openxmlformats.org/drawingml/2006/main" noGrp="1"/>
          </p:cNvSpPr>
          <p:nvPr/>
        </p:nvSpPr>
        <p:spPr>
          <a:xfrm xmlns:a="http://schemas.openxmlformats.org/drawingml/2006/main">
            <a:off x="395630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82" name="Editable chart path">
            <a:extLst xmlns:a="http://schemas.openxmlformats.org/drawingml/2006/main">
              <a:ext uri="{FF2B5EF4-FFF2-40B4-BE49-F238E27FC236}">
                <a16:creationId xmlns:a16="http://schemas.microsoft.com/office/drawing/2014/main" id="{FD5DE05E-D7D0-49CB-9046-E9CD58F769CA}"/>
              </a:ext>
            </a:extLst>
          </p:cNvPr>
          <p:cNvSpPr>
            <a:spLocks xmlns:a="http://schemas.openxmlformats.org/drawingml/2006/main" noGrp="1"/>
          </p:cNvSpPr>
          <p:nvPr/>
        </p:nvSpPr>
        <p:spPr>
          <a:xfrm xmlns:a="http://schemas.openxmlformats.org/drawingml/2006/main">
            <a:off x="395630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83" name="Editable chart path">
            <a:extLst xmlns:a="http://schemas.openxmlformats.org/drawingml/2006/main">
              <a:ext uri="{FF2B5EF4-FFF2-40B4-BE49-F238E27FC236}">
                <a16:creationId xmlns:a16="http://schemas.microsoft.com/office/drawing/2014/main" id="{DE96C103-9D75-44F9-BFAF-D2C4E52BE45F}"/>
              </a:ext>
            </a:extLst>
          </p:cNvPr>
          <p:cNvSpPr>
            <a:spLocks xmlns:a="http://schemas.openxmlformats.org/drawingml/2006/main" noGrp="1"/>
          </p:cNvSpPr>
          <p:nvPr/>
        </p:nvSpPr>
        <p:spPr>
          <a:xfrm xmlns:a="http://schemas.openxmlformats.org/drawingml/2006/main">
            <a:off x="401844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84" name="Editable chart path">
            <a:extLst xmlns:a="http://schemas.openxmlformats.org/drawingml/2006/main">
              <a:ext uri="{FF2B5EF4-FFF2-40B4-BE49-F238E27FC236}">
                <a16:creationId xmlns:a16="http://schemas.microsoft.com/office/drawing/2014/main" id="{A91AC22D-F31A-47C6-82A4-4FB8494D3B4F}"/>
              </a:ext>
            </a:extLst>
          </p:cNvPr>
          <p:cNvSpPr>
            <a:spLocks xmlns:a="http://schemas.openxmlformats.org/drawingml/2006/main" noGrp="1"/>
          </p:cNvSpPr>
          <p:nvPr/>
        </p:nvSpPr>
        <p:spPr>
          <a:xfrm xmlns:a="http://schemas.openxmlformats.org/drawingml/2006/main">
            <a:off x="2993171" y="3825200"/>
            <a:ext cx="136703" cy="95"/>
          </a:xfrm>
          <a:custGeom xmlns:a="http://schemas.openxmlformats.org/drawingml/2006/main">
            <a:pathLst>
              <a:path w="147639" h="95">
                <a:moveTo>
                  <a:pt x="0" y="0"/>
                </a:moveTo>
                <a:lnTo>
                  <a:pt x="147639" y="0"/>
                </a:lnTo>
              </a:path>
            </a:pathLst>
          </a:custGeom>
          <a:noFill xmlns:a="http://schemas.openxmlformats.org/drawingml/2006/main"/>
          <a:ln xmlns:a="http://schemas.openxmlformats.org/drawingml/2006/main" w="7056">
            <a:solidFill>
              <a:srgbClr val="14295B"/>
            </a:solidFill>
            <a:prstDash val="solid"/>
          </a:ln>
        </p:spPr>
      </p:sp>
      <p:sp>
        <p:nvSpPr>
          <p:cNvPr id="1185" name="Editable chart path">
            <a:extLst xmlns:a="http://schemas.openxmlformats.org/drawingml/2006/main">
              <a:ext uri="{FF2B5EF4-FFF2-40B4-BE49-F238E27FC236}">
                <a16:creationId xmlns:a16="http://schemas.microsoft.com/office/drawing/2014/main" id="{5F76568B-CD2D-436C-8BDA-D20ADF64E13F}"/>
              </a:ext>
            </a:extLst>
          </p:cNvPr>
          <p:cNvSpPr>
            <a:spLocks xmlns:a="http://schemas.openxmlformats.org/drawingml/2006/main" noGrp="1"/>
          </p:cNvSpPr>
          <p:nvPr/>
        </p:nvSpPr>
        <p:spPr>
          <a:xfrm xmlns:a="http://schemas.openxmlformats.org/drawingml/2006/main">
            <a:off x="3871227" y="3336229"/>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186" name="Editable chart path">
            <a:extLst xmlns:a="http://schemas.openxmlformats.org/drawingml/2006/main">
              <a:ext uri="{FF2B5EF4-FFF2-40B4-BE49-F238E27FC236}">
                <a16:creationId xmlns:a16="http://schemas.microsoft.com/office/drawing/2014/main" id="{3E695507-A39F-4405-8ACB-466D97FBE422}"/>
              </a:ext>
            </a:extLst>
          </p:cNvPr>
          <p:cNvSpPr>
            <a:spLocks xmlns:a="http://schemas.openxmlformats.org/drawingml/2006/main" noGrp="1"/>
          </p:cNvSpPr>
          <p:nvPr/>
        </p:nvSpPr>
        <p:spPr>
          <a:xfrm xmlns:a="http://schemas.openxmlformats.org/drawingml/2006/main">
            <a:off x="2939163" y="3833330"/>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187" name="Editable chart path">
            <a:extLst xmlns:a="http://schemas.openxmlformats.org/drawingml/2006/main">
              <a:ext uri="{FF2B5EF4-FFF2-40B4-BE49-F238E27FC236}">
                <a16:creationId xmlns:a16="http://schemas.microsoft.com/office/drawing/2014/main" id="{A9994653-8CBE-477C-8FDB-637E9B559E93}"/>
              </a:ext>
            </a:extLst>
          </p:cNvPr>
          <p:cNvSpPr>
            <a:spLocks xmlns:a="http://schemas.openxmlformats.org/drawingml/2006/main" noGrp="1"/>
          </p:cNvSpPr>
          <p:nvPr/>
        </p:nvSpPr>
        <p:spPr>
          <a:xfrm xmlns:a="http://schemas.openxmlformats.org/drawingml/2006/main">
            <a:off x="3075866" y="3771192"/>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188" name="">
            <a:extLst xmlns:a="http://schemas.openxmlformats.org/drawingml/2006/main">
              <a:ext uri="{FF2B5EF4-FFF2-40B4-BE49-F238E27FC236}">
                <a16:creationId xmlns:a16="http://schemas.microsoft.com/office/drawing/2014/main" id="{58C15AF6-8BA4-4492-B8A6-3E29F683795F}"/>
              </a:ext>
            </a:extLst>
          </p:cNvPr>
          <p:cNvSpPr>
            <a:spLocks xmlns:a="http://schemas.openxmlformats.org/drawingml/2006/main" noGrp="1"/>
          </p:cNvSpPr>
          <p:nvPr/>
        </p:nvSpPr>
        <p:spPr>
          <a:xfrm xmlns:a="http://schemas.openxmlformats.org/drawingml/2006/main" rot="0">
            <a:off x="3905566" y="3314672"/>
            <a:ext cx="39338"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1</a:t>
            </a:r>
          </a:p>
        </p:txBody>
      </p:sp>
      <p:sp>
        <p:nvSpPr>
          <p:cNvPr id="1189" name="">
            <a:extLst xmlns:a="http://schemas.openxmlformats.org/drawingml/2006/main">
              <a:ext uri="{FF2B5EF4-FFF2-40B4-BE49-F238E27FC236}">
                <a16:creationId xmlns:a16="http://schemas.microsoft.com/office/drawing/2014/main" id="{E6DC5DB8-9C67-49C8-B2FD-7A789CA7B6DB}"/>
              </a:ext>
            </a:extLst>
          </p:cNvPr>
          <p:cNvSpPr>
            <a:spLocks xmlns:a="http://schemas.openxmlformats.org/drawingml/2006/main" noGrp="1"/>
          </p:cNvSpPr>
          <p:nvPr/>
        </p:nvSpPr>
        <p:spPr>
          <a:xfrm xmlns:a="http://schemas.openxmlformats.org/drawingml/2006/main" rot="0">
            <a:off x="2959786" y="3811773"/>
            <a:ext cx="66770"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2</a:t>
            </a:r>
          </a:p>
        </p:txBody>
      </p:sp>
      <p:sp>
        <p:nvSpPr>
          <p:cNvPr id="1190" name="">
            <a:extLst xmlns:a="http://schemas.openxmlformats.org/drawingml/2006/main">
              <a:ext uri="{FF2B5EF4-FFF2-40B4-BE49-F238E27FC236}">
                <a16:creationId xmlns:a16="http://schemas.microsoft.com/office/drawing/2014/main" id="{E8E279FC-1647-4DD8-AE67-85A9CED5654F}"/>
              </a:ext>
            </a:extLst>
          </p:cNvPr>
          <p:cNvSpPr>
            <a:spLocks xmlns:a="http://schemas.openxmlformats.org/drawingml/2006/main" noGrp="1"/>
          </p:cNvSpPr>
          <p:nvPr/>
        </p:nvSpPr>
        <p:spPr>
          <a:xfrm xmlns:a="http://schemas.openxmlformats.org/drawingml/2006/main" rot="0">
            <a:off x="3095726" y="3749635"/>
            <a:ext cx="68294"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3</a:t>
            </a:r>
          </a:p>
        </p:txBody>
      </p:sp>
      <p:sp>
        <p:nvSpPr>
          <p:cNvPr id="1191" name="">
            <a:extLst xmlns:a="http://schemas.openxmlformats.org/drawingml/2006/main">
              <a:ext uri="{FF2B5EF4-FFF2-40B4-BE49-F238E27FC236}">
                <a16:creationId xmlns:a16="http://schemas.microsoft.com/office/drawing/2014/main" id="{4425FE96-DB5A-40C5-A9ED-B1B1D5CC031F}"/>
              </a:ext>
            </a:extLst>
          </p:cNvPr>
          <p:cNvSpPr>
            <a:spLocks xmlns:a="http://schemas.openxmlformats.org/drawingml/2006/main" noGrp="1"/>
          </p:cNvSpPr>
          <p:nvPr/>
        </p:nvSpPr>
        <p:spPr>
          <a:xfrm xmlns:a="http://schemas.openxmlformats.org/drawingml/2006/main" rot="0">
            <a:off x="4709160" y="2693782"/>
            <a:ext cx="82858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1  Changi T3</a:t>
            </a:r>
          </a:p>
        </p:txBody>
      </p:sp>
      <p:sp>
        <p:nvSpPr>
          <p:cNvPr id="1192" name="">
            <a:extLst xmlns:a="http://schemas.openxmlformats.org/drawingml/2006/main">
              <a:ext uri="{FF2B5EF4-FFF2-40B4-BE49-F238E27FC236}">
                <a16:creationId xmlns:a16="http://schemas.microsoft.com/office/drawing/2014/main" id="{9DD1BAC9-0EDF-4A13-89DA-2CF7F58321C0}"/>
              </a:ext>
            </a:extLst>
          </p:cNvPr>
          <p:cNvSpPr>
            <a:spLocks xmlns:a="http://schemas.openxmlformats.org/drawingml/2006/main" noGrp="1"/>
          </p:cNvSpPr>
          <p:nvPr/>
        </p:nvSpPr>
        <p:spPr>
          <a:xfrm xmlns:a="http://schemas.openxmlformats.org/drawingml/2006/main" rot="0">
            <a:off x="4709160" y="2870719"/>
            <a:ext cx="75285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0.0 mm/h</a:t>
            </a:r>
          </a:p>
        </p:txBody>
      </p:sp>
      <p:sp>
        <p:nvSpPr>
          <p:cNvPr id="1193" name="">
            <a:extLst xmlns:a="http://schemas.openxmlformats.org/drawingml/2006/main">
              <a:ext uri="{FF2B5EF4-FFF2-40B4-BE49-F238E27FC236}">
                <a16:creationId xmlns:a16="http://schemas.microsoft.com/office/drawing/2014/main" id="{5D610D5C-3E97-464C-AD0D-513E466E0888}"/>
              </a:ext>
            </a:extLst>
          </p:cNvPr>
          <p:cNvSpPr>
            <a:spLocks xmlns:a="http://schemas.openxmlformats.org/drawingml/2006/main" noGrp="1"/>
          </p:cNvSpPr>
          <p:nvPr/>
        </p:nvSpPr>
        <p:spPr>
          <a:xfrm xmlns:a="http://schemas.openxmlformats.org/drawingml/2006/main" rot="0">
            <a:off x="4709160" y="3303230"/>
            <a:ext cx="88049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2  Lau Pa Sat</a:t>
            </a:r>
          </a:p>
        </p:txBody>
      </p:sp>
      <p:sp>
        <p:nvSpPr>
          <p:cNvPr id="1194" name="">
            <a:extLst xmlns:a="http://schemas.openxmlformats.org/drawingml/2006/main">
              <a:ext uri="{FF2B5EF4-FFF2-40B4-BE49-F238E27FC236}">
                <a16:creationId xmlns:a16="http://schemas.microsoft.com/office/drawing/2014/main" id="{9C4C76A7-D025-482B-800B-7770D72708DB}"/>
              </a:ext>
            </a:extLst>
          </p:cNvPr>
          <p:cNvSpPr>
            <a:spLocks xmlns:a="http://schemas.openxmlformats.org/drawingml/2006/main" noGrp="1"/>
          </p:cNvSpPr>
          <p:nvPr/>
        </p:nvSpPr>
        <p:spPr>
          <a:xfrm xmlns:a="http://schemas.openxmlformats.org/drawingml/2006/main" rot="0">
            <a:off x="4709160" y="3480166"/>
            <a:ext cx="85010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60.8 mm/h</a:t>
            </a:r>
          </a:p>
        </p:txBody>
      </p:sp>
      <p:sp>
        <p:nvSpPr>
          <p:cNvPr id="1195" name="">
            <a:extLst xmlns:a="http://schemas.openxmlformats.org/drawingml/2006/main">
              <a:ext uri="{FF2B5EF4-FFF2-40B4-BE49-F238E27FC236}">
                <a16:creationId xmlns:a16="http://schemas.microsoft.com/office/drawing/2014/main" id="{D726CE8B-2370-42E8-AD94-AD0B807D9ED3}"/>
              </a:ext>
            </a:extLst>
          </p:cNvPr>
          <p:cNvSpPr>
            <a:spLocks xmlns:a="http://schemas.openxmlformats.org/drawingml/2006/main" noGrp="1"/>
          </p:cNvSpPr>
          <p:nvPr/>
        </p:nvSpPr>
        <p:spPr>
          <a:xfrm xmlns:a="http://schemas.openxmlformats.org/drawingml/2006/main" rot="0">
            <a:off x="4709160" y="3912678"/>
            <a:ext cx="72999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3  City Hall</a:t>
            </a:r>
          </a:p>
        </p:txBody>
      </p:sp>
      <p:sp>
        <p:nvSpPr>
          <p:cNvPr id="1196" name="">
            <a:extLst xmlns:a="http://schemas.openxmlformats.org/drawingml/2006/main">
              <a:ext uri="{FF2B5EF4-FFF2-40B4-BE49-F238E27FC236}">
                <a16:creationId xmlns:a16="http://schemas.microsoft.com/office/drawing/2014/main" id="{AAB844C9-72B1-4029-AD0F-E46D60A58A96}"/>
              </a:ext>
            </a:extLst>
          </p:cNvPr>
          <p:cNvSpPr>
            <a:spLocks xmlns:a="http://schemas.openxmlformats.org/drawingml/2006/main" noGrp="1"/>
          </p:cNvSpPr>
          <p:nvPr/>
        </p:nvSpPr>
        <p:spPr>
          <a:xfrm xmlns:a="http://schemas.openxmlformats.org/drawingml/2006/main" rot="0">
            <a:off x="4709160" y="4089614"/>
            <a:ext cx="85010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60.8 mm/h</a:t>
            </a:r>
          </a:p>
        </p:txBody>
      </p:sp>
      <p:sp>
        <p:nvSpPr>
          <p:cNvPr id="1197" name="Editable chart path">
            <a:extLst xmlns:a="http://schemas.openxmlformats.org/drawingml/2006/main">
              <a:ext uri="{FF2B5EF4-FFF2-40B4-BE49-F238E27FC236}">
                <a16:creationId xmlns:a16="http://schemas.microsoft.com/office/drawing/2014/main" id="{02C064F0-B082-4356-BDA6-EEEA4084DBBE}"/>
              </a:ext>
            </a:extLst>
          </p:cNvPr>
          <p:cNvSpPr>
            <a:spLocks xmlns:a="http://schemas.openxmlformats.org/drawingml/2006/main" noGrp="1"/>
          </p:cNvSpPr>
          <p:nvPr/>
        </p:nvSpPr>
        <p:spPr>
          <a:xfrm xmlns:a="http://schemas.openxmlformats.org/drawingml/2006/main">
            <a:off x="6249737" y="2584367"/>
            <a:ext cx="3028103" cy="1787180"/>
          </a:xfrm>
          <a:custGeom xmlns:a="http://schemas.openxmlformats.org/drawingml/2006/main">
            <a:pathLst>
              <a:path w="3270351" h="1930154">
                <a:moveTo>
                  <a:pt x="684034" y="1211253"/>
                </a:moveTo>
                <a:lnTo>
                  <a:pt x="668798" y="1208211"/>
                </a:lnTo>
                <a:lnTo>
                  <a:pt x="672831" y="1217412"/>
                </a:lnTo>
                <a:lnTo>
                  <a:pt x="681270" y="1219490"/>
                </a:lnTo>
                <a:lnTo>
                  <a:pt x="699643" y="1242271"/>
                </a:lnTo>
                <a:lnTo>
                  <a:pt x="699867" y="1270692"/>
                </a:lnTo>
                <a:lnTo>
                  <a:pt x="675744" y="1270024"/>
                </a:lnTo>
                <a:lnTo>
                  <a:pt x="675893" y="1266536"/>
                </a:lnTo>
                <a:lnTo>
                  <a:pt x="671487" y="1263568"/>
                </a:lnTo>
                <a:lnTo>
                  <a:pt x="669097" y="1243755"/>
                </a:lnTo>
                <a:lnTo>
                  <a:pt x="662226" y="1230769"/>
                </a:lnTo>
                <a:lnTo>
                  <a:pt x="664466" y="1223423"/>
                </a:lnTo>
                <a:lnTo>
                  <a:pt x="671188" y="1218006"/>
                </a:lnTo>
                <a:lnTo>
                  <a:pt x="667379" y="1208879"/>
                </a:lnTo>
                <a:lnTo>
                  <a:pt x="659686" y="1218154"/>
                </a:lnTo>
                <a:lnTo>
                  <a:pt x="656102" y="1229434"/>
                </a:lnTo>
                <a:lnTo>
                  <a:pt x="657595" y="1260229"/>
                </a:lnTo>
                <a:lnTo>
                  <a:pt x="636833" y="1268020"/>
                </a:lnTo>
                <a:lnTo>
                  <a:pt x="621075" y="1266982"/>
                </a:lnTo>
                <a:lnTo>
                  <a:pt x="583882" y="1273883"/>
                </a:lnTo>
                <a:lnTo>
                  <a:pt x="573650" y="1200790"/>
                </a:lnTo>
                <a:lnTo>
                  <a:pt x="569393" y="1198861"/>
                </a:lnTo>
                <a:lnTo>
                  <a:pt x="560580" y="1201236"/>
                </a:lnTo>
                <a:lnTo>
                  <a:pt x="569094" y="1282045"/>
                </a:lnTo>
                <a:lnTo>
                  <a:pt x="555801" y="1288130"/>
                </a:lnTo>
                <a:lnTo>
                  <a:pt x="553261" y="1285162"/>
                </a:lnTo>
                <a:lnTo>
                  <a:pt x="543254" y="1292360"/>
                </a:lnTo>
                <a:lnTo>
                  <a:pt x="502775" y="1247688"/>
                </a:lnTo>
                <a:lnTo>
                  <a:pt x="500534" y="1216670"/>
                </a:lnTo>
                <a:lnTo>
                  <a:pt x="471183" y="1220306"/>
                </a:lnTo>
                <a:lnTo>
                  <a:pt x="476486" y="1264013"/>
                </a:lnTo>
                <a:lnTo>
                  <a:pt x="512633" y="1301042"/>
                </a:lnTo>
                <a:lnTo>
                  <a:pt x="510019" y="1299929"/>
                </a:lnTo>
                <a:lnTo>
                  <a:pt x="512110" y="1303416"/>
                </a:lnTo>
                <a:lnTo>
                  <a:pt x="501356" y="1314770"/>
                </a:lnTo>
                <a:lnTo>
                  <a:pt x="454753" y="1351205"/>
                </a:lnTo>
                <a:lnTo>
                  <a:pt x="444372" y="1338738"/>
                </a:lnTo>
                <a:lnTo>
                  <a:pt x="446164" y="1335992"/>
                </a:lnTo>
                <a:lnTo>
                  <a:pt x="440936" y="1327459"/>
                </a:lnTo>
                <a:lnTo>
                  <a:pt x="395379" y="1304900"/>
                </a:lnTo>
                <a:lnTo>
                  <a:pt x="398217" y="1298816"/>
                </a:lnTo>
                <a:lnTo>
                  <a:pt x="388358" y="1291024"/>
                </a:lnTo>
                <a:lnTo>
                  <a:pt x="380143" y="1297851"/>
                </a:lnTo>
                <a:lnTo>
                  <a:pt x="374691" y="1291840"/>
                </a:lnTo>
                <a:lnTo>
                  <a:pt x="381786" y="1285755"/>
                </a:lnTo>
                <a:lnTo>
                  <a:pt x="358858" y="1259561"/>
                </a:lnTo>
                <a:lnTo>
                  <a:pt x="344145" y="1271953"/>
                </a:lnTo>
                <a:lnTo>
                  <a:pt x="329432" y="1254663"/>
                </a:lnTo>
                <a:lnTo>
                  <a:pt x="386790" y="1192554"/>
                </a:lnTo>
                <a:lnTo>
                  <a:pt x="384325" y="1184762"/>
                </a:lnTo>
                <a:lnTo>
                  <a:pt x="376260" y="1181868"/>
                </a:lnTo>
                <a:lnTo>
                  <a:pt x="337424" y="1223497"/>
                </a:lnTo>
                <a:lnTo>
                  <a:pt x="325848" y="1227430"/>
                </a:lnTo>
                <a:lnTo>
                  <a:pt x="306803" y="1209176"/>
                </a:lnTo>
                <a:lnTo>
                  <a:pt x="303517" y="1199900"/>
                </a:lnTo>
                <a:lnTo>
                  <a:pt x="344817" y="1157380"/>
                </a:lnTo>
                <a:lnTo>
                  <a:pt x="346386" y="1153522"/>
                </a:lnTo>
                <a:lnTo>
                  <a:pt x="342203" y="1148624"/>
                </a:lnTo>
                <a:lnTo>
                  <a:pt x="328163" y="1137642"/>
                </a:lnTo>
                <a:lnTo>
                  <a:pt x="303890" y="1164207"/>
                </a:lnTo>
                <a:lnTo>
                  <a:pt x="280216" y="1182684"/>
                </a:lnTo>
                <a:lnTo>
                  <a:pt x="262291" y="1170663"/>
                </a:lnTo>
                <a:lnTo>
                  <a:pt x="238542" y="1146992"/>
                </a:lnTo>
                <a:lnTo>
                  <a:pt x="215390" y="1179939"/>
                </a:lnTo>
                <a:lnTo>
                  <a:pt x="241305" y="1201681"/>
                </a:lnTo>
                <a:lnTo>
                  <a:pt x="293733" y="1262603"/>
                </a:lnTo>
                <a:lnTo>
                  <a:pt x="304637" y="1328201"/>
                </a:lnTo>
                <a:lnTo>
                  <a:pt x="328536" y="1371982"/>
                </a:lnTo>
                <a:lnTo>
                  <a:pt x="332121" y="1384003"/>
                </a:lnTo>
                <a:lnTo>
                  <a:pt x="328611" y="1403594"/>
                </a:lnTo>
                <a:lnTo>
                  <a:pt x="313525" y="1418731"/>
                </a:lnTo>
                <a:lnTo>
                  <a:pt x="299484" y="1422367"/>
                </a:lnTo>
                <a:lnTo>
                  <a:pt x="261544" y="1419770"/>
                </a:lnTo>
                <a:lnTo>
                  <a:pt x="259453" y="1422442"/>
                </a:lnTo>
                <a:lnTo>
                  <a:pt x="254225" y="1491230"/>
                </a:lnTo>
                <a:lnTo>
                  <a:pt x="281186" y="1491230"/>
                </a:lnTo>
                <a:lnTo>
                  <a:pt x="281261" y="1557718"/>
                </a:lnTo>
                <a:lnTo>
                  <a:pt x="86933" y="1557718"/>
                </a:lnTo>
                <a:lnTo>
                  <a:pt x="86933" y="1608697"/>
                </a:lnTo>
                <a:lnTo>
                  <a:pt x="288655" y="1608697"/>
                </a:lnTo>
                <a:lnTo>
                  <a:pt x="288655" y="1653369"/>
                </a:lnTo>
                <a:lnTo>
                  <a:pt x="239662" y="1675111"/>
                </a:lnTo>
                <a:lnTo>
                  <a:pt x="86933" y="1675111"/>
                </a:lnTo>
                <a:lnTo>
                  <a:pt x="86933" y="1726164"/>
                </a:lnTo>
                <a:lnTo>
                  <a:pt x="329657" y="1726164"/>
                </a:lnTo>
                <a:lnTo>
                  <a:pt x="329657" y="1792578"/>
                </a:lnTo>
                <a:lnTo>
                  <a:pt x="87007" y="1792578"/>
                </a:lnTo>
                <a:lnTo>
                  <a:pt x="87007" y="1848974"/>
                </a:lnTo>
                <a:lnTo>
                  <a:pt x="382533" y="1848900"/>
                </a:lnTo>
                <a:lnTo>
                  <a:pt x="394931" y="1881847"/>
                </a:lnTo>
                <a:lnTo>
                  <a:pt x="316363" y="1910713"/>
                </a:lnTo>
                <a:lnTo>
                  <a:pt x="291119" y="1925776"/>
                </a:lnTo>
                <a:lnTo>
                  <a:pt x="274689" y="1930154"/>
                </a:lnTo>
                <a:lnTo>
                  <a:pt x="26961" y="1868341"/>
                </a:lnTo>
                <a:lnTo>
                  <a:pt x="9261" y="1858769"/>
                </a:lnTo>
                <a:lnTo>
                  <a:pt x="971" y="1843928"/>
                </a:lnTo>
                <a:lnTo>
                  <a:pt x="0" y="1685128"/>
                </a:lnTo>
                <a:lnTo>
                  <a:pt x="50263" y="1685128"/>
                </a:lnTo>
                <a:lnTo>
                  <a:pt x="50337" y="1665019"/>
                </a:lnTo>
                <a:lnTo>
                  <a:pt x="23526" y="1665019"/>
                </a:lnTo>
                <a:lnTo>
                  <a:pt x="23526" y="1616340"/>
                </a:lnTo>
                <a:lnTo>
                  <a:pt x="46976" y="1616340"/>
                </a:lnTo>
                <a:lnTo>
                  <a:pt x="46976" y="1596231"/>
                </a:lnTo>
                <a:lnTo>
                  <a:pt x="30247" y="1596231"/>
                </a:lnTo>
                <a:lnTo>
                  <a:pt x="30247" y="1562319"/>
                </a:lnTo>
                <a:lnTo>
                  <a:pt x="75" y="1562319"/>
                </a:lnTo>
                <a:lnTo>
                  <a:pt x="896" y="1549036"/>
                </a:lnTo>
                <a:lnTo>
                  <a:pt x="42645" y="1437951"/>
                </a:lnTo>
                <a:lnTo>
                  <a:pt x="53175" y="1427710"/>
                </a:lnTo>
                <a:lnTo>
                  <a:pt x="74983" y="1419696"/>
                </a:lnTo>
                <a:lnTo>
                  <a:pt x="89248" y="1410495"/>
                </a:lnTo>
                <a:lnTo>
                  <a:pt x="100002" y="1397954"/>
                </a:lnTo>
                <a:lnTo>
                  <a:pt x="106500" y="1384003"/>
                </a:lnTo>
                <a:lnTo>
                  <a:pt x="109188" y="1367678"/>
                </a:lnTo>
                <a:lnTo>
                  <a:pt x="107023" y="1350834"/>
                </a:lnTo>
                <a:lnTo>
                  <a:pt x="93505" y="1316551"/>
                </a:lnTo>
                <a:lnTo>
                  <a:pt x="88202" y="1315957"/>
                </a:lnTo>
                <a:lnTo>
                  <a:pt x="89472" y="1308165"/>
                </a:lnTo>
                <a:lnTo>
                  <a:pt x="87082" y="1311059"/>
                </a:lnTo>
                <a:lnTo>
                  <a:pt x="90517" y="1291469"/>
                </a:lnTo>
                <a:lnTo>
                  <a:pt x="91787" y="1294883"/>
                </a:lnTo>
                <a:lnTo>
                  <a:pt x="92982" y="1288278"/>
                </a:lnTo>
                <a:lnTo>
                  <a:pt x="97090" y="1288946"/>
                </a:lnTo>
                <a:lnTo>
                  <a:pt x="192536" y="1035313"/>
                </a:lnTo>
                <a:lnTo>
                  <a:pt x="201797" y="999991"/>
                </a:lnTo>
                <a:lnTo>
                  <a:pt x="217107" y="964595"/>
                </a:lnTo>
                <a:lnTo>
                  <a:pt x="213746" y="959475"/>
                </a:lnTo>
                <a:lnTo>
                  <a:pt x="217481" y="955542"/>
                </a:lnTo>
                <a:lnTo>
                  <a:pt x="215315" y="953538"/>
                </a:lnTo>
                <a:lnTo>
                  <a:pt x="223904" y="944708"/>
                </a:lnTo>
                <a:lnTo>
                  <a:pt x="230102" y="930089"/>
                </a:lnTo>
                <a:lnTo>
                  <a:pt x="229206" y="926750"/>
                </a:lnTo>
                <a:lnTo>
                  <a:pt x="221962" y="929867"/>
                </a:lnTo>
                <a:lnTo>
                  <a:pt x="216136" y="923485"/>
                </a:lnTo>
                <a:lnTo>
                  <a:pt x="212253" y="910722"/>
                </a:lnTo>
                <a:lnTo>
                  <a:pt x="214792" y="898255"/>
                </a:lnTo>
                <a:lnTo>
                  <a:pt x="205158" y="892096"/>
                </a:lnTo>
                <a:lnTo>
                  <a:pt x="206129" y="890241"/>
                </a:lnTo>
                <a:lnTo>
                  <a:pt x="215688" y="896549"/>
                </a:lnTo>
                <a:lnTo>
                  <a:pt x="223679" y="887867"/>
                </a:lnTo>
                <a:lnTo>
                  <a:pt x="234210" y="883711"/>
                </a:lnTo>
                <a:lnTo>
                  <a:pt x="239513" y="886011"/>
                </a:lnTo>
                <a:lnTo>
                  <a:pt x="242799" y="892764"/>
                </a:lnTo>
                <a:lnTo>
                  <a:pt x="247130" y="873248"/>
                </a:lnTo>
                <a:lnTo>
                  <a:pt x="257287" y="849428"/>
                </a:lnTo>
                <a:lnTo>
                  <a:pt x="259080" y="836071"/>
                </a:lnTo>
                <a:lnTo>
                  <a:pt x="261171" y="839262"/>
                </a:lnTo>
                <a:lnTo>
                  <a:pt x="275212" y="828131"/>
                </a:lnTo>
                <a:lnTo>
                  <a:pt x="284248" y="816481"/>
                </a:lnTo>
                <a:lnTo>
                  <a:pt x="306952" y="765502"/>
                </a:lnTo>
                <a:lnTo>
                  <a:pt x="323981" y="740643"/>
                </a:lnTo>
                <a:lnTo>
                  <a:pt x="325997" y="728177"/>
                </a:lnTo>
                <a:lnTo>
                  <a:pt x="338768" y="724244"/>
                </a:lnTo>
                <a:lnTo>
                  <a:pt x="337648" y="715710"/>
                </a:lnTo>
                <a:lnTo>
                  <a:pt x="341307" y="712816"/>
                </a:lnTo>
                <a:lnTo>
                  <a:pt x="351091" y="725431"/>
                </a:lnTo>
                <a:lnTo>
                  <a:pt x="351166" y="713261"/>
                </a:lnTo>
                <a:lnTo>
                  <a:pt x="357588" y="712000"/>
                </a:lnTo>
                <a:lnTo>
                  <a:pt x="368194" y="685212"/>
                </a:lnTo>
                <a:lnTo>
                  <a:pt x="384774" y="656791"/>
                </a:lnTo>
                <a:lnTo>
                  <a:pt x="382757" y="647590"/>
                </a:lnTo>
                <a:lnTo>
                  <a:pt x="390524" y="648703"/>
                </a:lnTo>
                <a:lnTo>
                  <a:pt x="386566" y="642173"/>
                </a:lnTo>
                <a:lnTo>
                  <a:pt x="399113" y="630819"/>
                </a:lnTo>
                <a:lnTo>
                  <a:pt x="404117" y="629484"/>
                </a:lnTo>
                <a:lnTo>
                  <a:pt x="404714" y="635865"/>
                </a:lnTo>
                <a:lnTo>
                  <a:pt x="406731" y="635569"/>
                </a:lnTo>
                <a:lnTo>
                  <a:pt x="408822" y="629113"/>
                </a:lnTo>
                <a:lnTo>
                  <a:pt x="404266" y="621692"/>
                </a:lnTo>
                <a:lnTo>
                  <a:pt x="408673" y="613901"/>
                </a:lnTo>
                <a:lnTo>
                  <a:pt x="417485" y="607816"/>
                </a:lnTo>
                <a:lnTo>
                  <a:pt x="417560" y="595349"/>
                </a:lnTo>
                <a:lnTo>
                  <a:pt x="425999" y="580657"/>
                </a:lnTo>
                <a:lnTo>
                  <a:pt x="423236" y="563293"/>
                </a:lnTo>
                <a:lnTo>
                  <a:pt x="426821" y="545112"/>
                </a:lnTo>
                <a:lnTo>
                  <a:pt x="420846" y="534575"/>
                </a:lnTo>
                <a:lnTo>
                  <a:pt x="425626" y="523222"/>
                </a:lnTo>
                <a:lnTo>
                  <a:pt x="428464" y="525225"/>
                </a:lnTo>
                <a:lnTo>
                  <a:pt x="429808" y="522776"/>
                </a:lnTo>
                <a:lnTo>
                  <a:pt x="425925" y="520031"/>
                </a:lnTo>
                <a:lnTo>
                  <a:pt x="427717" y="514317"/>
                </a:lnTo>
                <a:lnTo>
                  <a:pt x="434513" y="510607"/>
                </a:lnTo>
                <a:lnTo>
                  <a:pt x="428165" y="500960"/>
                </a:lnTo>
                <a:lnTo>
                  <a:pt x="424132" y="484115"/>
                </a:lnTo>
                <a:lnTo>
                  <a:pt x="437725" y="478327"/>
                </a:lnTo>
                <a:lnTo>
                  <a:pt x="443475" y="467642"/>
                </a:lnTo>
                <a:lnTo>
                  <a:pt x="443924" y="458960"/>
                </a:lnTo>
                <a:lnTo>
                  <a:pt x="456844" y="455769"/>
                </a:lnTo>
                <a:lnTo>
                  <a:pt x="465657" y="460296"/>
                </a:lnTo>
                <a:lnTo>
                  <a:pt x="467598" y="454211"/>
                </a:lnTo>
                <a:lnTo>
                  <a:pt x="477158" y="449313"/>
                </a:lnTo>
                <a:lnTo>
                  <a:pt x="478950" y="443377"/>
                </a:lnTo>
                <a:lnTo>
                  <a:pt x="484701" y="438331"/>
                </a:lnTo>
                <a:lnTo>
                  <a:pt x="482535" y="429500"/>
                </a:lnTo>
                <a:lnTo>
                  <a:pt x="484552" y="426606"/>
                </a:lnTo>
                <a:lnTo>
                  <a:pt x="489108" y="423490"/>
                </a:lnTo>
                <a:lnTo>
                  <a:pt x="496053" y="425048"/>
                </a:lnTo>
                <a:lnTo>
                  <a:pt x="500460" y="422822"/>
                </a:lnTo>
                <a:lnTo>
                  <a:pt x="493663" y="416663"/>
                </a:lnTo>
                <a:lnTo>
                  <a:pt x="491647" y="406942"/>
                </a:lnTo>
                <a:lnTo>
                  <a:pt x="496352" y="391507"/>
                </a:lnTo>
                <a:lnTo>
                  <a:pt x="502775" y="393288"/>
                </a:lnTo>
                <a:lnTo>
                  <a:pt x="503298" y="387649"/>
                </a:lnTo>
                <a:lnTo>
                  <a:pt x="497173" y="382380"/>
                </a:lnTo>
                <a:lnTo>
                  <a:pt x="509571" y="375701"/>
                </a:lnTo>
                <a:lnTo>
                  <a:pt x="516293" y="382306"/>
                </a:lnTo>
                <a:lnTo>
                  <a:pt x="512857" y="376815"/>
                </a:lnTo>
                <a:lnTo>
                  <a:pt x="517039" y="371472"/>
                </a:lnTo>
                <a:lnTo>
                  <a:pt x="511139" y="372882"/>
                </a:lnTo>
                <a:lnTo>
                  <a:pt x="506434" y="361825"/>
                </a:lnTo>
                <a:lnTo>
                  <a:pt x="512334" y="338302"/>
                </a:lnTo>
                <a:lnTo>
                  <a:pt x="524508" y="330510"/>
                </a:lnTo>
                <a:lnTo>
                  <a:pt x="531827" y="331549"/>
                </a:lnTo>
                <a:lnTo>
                  <a:pt x="528018" y="329917"/>
                </a:lnTo>
                <a:lnTo>
                  <a:pt x="529213" y="325539"/>
                </a:lnTo>
                <a:lnTo>
                  <a:pt x="540416" y="309065"/>
                </a:lnTo>
                <a:lnTo>
                  <a:pt x="547436" y="313443"/>
                </a:lnTo>
                <a:lnTo>
                  <a:pt x="565360" y="308917"/>
                </a:lnTo>
                <a:lnTo>
                  <a:pt x="579625" y="293853"/>
                </a:lnTo>
                <a:lnTo>
                  <a:pt x="587467" y="298751"/>
                </a:lnTo>
                <a:lnTo>
                  <a:pt x="596130" y="299493"/>
                </a:lnTo>
                <a:lnTo>
                  <a:pt x="598445" y="302758"/>
                </a:lnTo>
                <a:lnTo>
                  <a:pt x="598819" y="291182"/>
                </a:lnTo>
                <a:lnTo>
                  <a:pt x="603599" y="287991"/>
                </a:lnTo>
                <a:lnTo>
                  <a:pt x="613009" y="289846"/>
                </a:lnTo>
                <a:lnTo>
                  <a:pt x="619133" y="279977"/>
                </a:lnTo>
                <a:lnTo>
                  <a:pt x="654010" y="276192"/>
                </a:lnTo>
                <a:lnTo>
                  <a:pt x="661554" y="270182"/>
                </a:lnTo>
                <a:lnTo>
                  <a:pt x="675146" y="265358"/>
                </a:lnTo>
                <a:lnTo>
                  <a:pt x="675071" y="262242"/>
                </a:lnTo>
                <a:lnTo>
                  <a:pt x="705020" y="231595"/>
                </a:lnTo>
                <a:lnTo>
                  <a:pt x="723318" y="221206"/>
                </a:lnTo>
                <a:lnTo>
                  <a:pt x="752743" y="192563"/>
                </a:lnTo>
                <a:lnTo>
                  <a:pt x="753639" y="184845"/>
                </a:lnTo>
                <a:lnTo>
                  <a:pt x="759166" y="188407"/>
                </a:lnTo>
                <a:lnTo>
                  <a:pt x="778061" y="170598"/>
                </a:lnTo>
                <a:lnTo>
                  <a:pt x="798151" y="159393"/>
                </a:lnTo>
                <a:lnTo>
                  <a:pt x="830041" y="150117"/>
                </a:lnTo>
                <a:lnTo>
                  <a:pt x="834821" y="151750"/>
                </a:lnTo>
                <a:lnTo>
                  <a:pt x="836987" y="149153"/>
                </a:lnTo>
                <a:lnTo>
                  <a:pt x="864620" y="144404"/>
                </a:lnTo>
                <a:lnTo>
                  <a:pt x="908759" y="145368"/>
                </a:lnTo>
                <a:lnTo>
                  <a:pt x="921380" y="148559"/>
                </a:lnTo>
                <a:lnTo>
                  <a:pt x="938856" y="162361"/>
                </a:lnTo>
                <a:lnTo>
                  <a:pt x="940051" y="167852"/>
                </a:lnTo>
                <a:lnTo>
                  <a:pt x="936541" y="161693"/>
                </a:lnTo>
                <a:lnTo>
                  <a:pt x="936616" y="166443"/>
                </a:lnTo>
                <a:lnTo>
                  <a:pt x="932882" y="169856"/>
                </a:lnTo>
                <a:lnTo>
                  <a:pt x="937886" y="168594"/>
                </a:lnTo>
                <a:lnTo>
                  <a:pt x="947968" y="175644"/>
                </a:lnTo>
                <a:lnTo>
                  <a:pt x="937661" y="182842"/>
                </a:lnTo>
                <a:lnTo>
                  <a:pt x="943562" y="177944"/>
                </a:lnTo>
                <a:lnTo>
                  <a:pt x="948939" y="177648"/>
                </a:lnTo>
                <a:lnTo>
                  <a:pt x="943786" y="182174"/>
                </a:lnTo>
                <a:lnTo>
                  <a:pt x="945877" y="180913"/>
                </a:lnTo>
                <a:lnTo>
                  <a:pt x="948192" y="183807"/>
                </a:lnTo>
                <a:lnTo>
                  <a:pt x="948267" y="179280"/>
                </a:lnTo>
                <a:lnTo>
                  <a:pt x="954391" y="182174"/>
                </a:lnTo>
                <a:lnTo>
                  <a:pt x="956482" y="189743"/>
                </a:lnTo>
                <a:lnTo>
                  <a:pt x="962606" y="189075"/>
                </a:lnTo>
                <a:lnTo>
                  <a:pt x="987327" y="207923"/>
                </a:lnTo>
                <a:lnTo>
                  <a:pt x="988372" y="212821"/>
                </a:lnTo>
                <a:lnTo>
                  <a:pt x="977244" y="225213"/>
                </a:lnTo>
                <a:lnTo>
                  <a:pt x="979111" y="237754"/>
                </a:lnTo>
                <a:lnTo>
                  <a:pt x="981875" y="237828"/>
                </a:lnTo>
                <a:lnTo>
                  <a:pt x="982771" y="229962"/>
                </a:lnTo>
                <a:lnTo>
                  <a:pt x="989567" y="220464"/>
                </a:lnTo>
                <a:lnTo>
                  <a:pt x="993376" y="236492"/>
                </a:lnTo>
                <a:lnTo>
                  <a:pt x="1019889" y="236418"/>
                </a:lnTo>
                <a:lnTo>
                  <a:pt x="1023100" y="233673"/>
                </a:lnTo>
                <a:lnTo>
                  <a:pt x="1025191" y="237902"/>
                </a:lnTo>
                <a:lnTo>
                  <a:pt x="1025042" y="187814"/>
                </a:lnTo>
                <a:lnTo>
                  <a:pt x="1031540" y="181655"/>
                </a:lnTo>
                <a:lnTo>
                  <a:pt x="1136919" y="203100"/>
                </a:lnTo>
                <a:lnTo>
                  <a:pt x="1166345" y="196050"/>
                </a:lnTo>
                <a:lnTo>
                  <a:pt x="1184269" y="203619"/>
                </a:lnTo>
                <a:lnTo>
                  <a:pt x="1205106" y="197312"/>
                </a:lnTo>
                <a:lnTo>
                  <a:pt x="1203463" y="191227"/>
                </a:lnTo>
                <a:lnTo>
                  <a:pt x="1207421" y="180764"/>
                </a:lnTo>
                <a:lnTo>
                  <a:pt x="1219371" y="170821"/>
                </a:lnTo>
                <a:lnTo>
                  <a:pt x="1225569" y="159764"/>
                </a:lnTo>
                <a:lnTo>
                  <a:pt x="1219968" y="135647"/>
                </a:lnTo>
                <a:lnTo>
                  <a:pt x="1222657" y="134163"/>
                </a:lnTo>
                <a:lnTo>
                  <a:pt x="1233486" y="165329"/>
                </a:lnTo>
                <a:lnTo>
                  <a:pt x="1248199" y="154495"/>
                </a:lnTo>
                <a:lnTo>
                  <a:pt x="1274338" y="144775"/>
                </a:lnTo>
                <a:lnTo>
                  <a:pt x="1321912" y="113757"/>
                </a:lnTo>
                <a:lnTo>
                  <a:pt x="1327663" y="112718"/>
                </a:lnTo>
                <a:lnTo>
                  <a:pt x="1344168" y="95651"/>
                </a:lnTo>
                <a:lnTo>
                  <a:pt x="1372175" y="75764"/>
                </a:lnTo>
                <a:lnTo>
                  <a:pt x="1383676" y="70940"/>
                </a:lnTo>
                <a:lnTo>
                  <a:pt x="1441258" y="29163"/>
                </a:lnTo>
                <a:lnTo>
                  <a:pt x="1450220" y="29460"/>
                </a:lnTo>
                <a:lnTo>
                  <a:pt x="1462916" y="16993"/>
                </a:lnTo>
                <a:lnTo>
                  <a:pt x="1473820" y="12912"/>
                </a:lnTo>
                <a:lnTo>
                  <a:pt x="1515643" y="1484"/>
                </a:lnTo>
                <a:lnTo>
                  <a:pt x="1523560" y="7346"/>
                </a:lnTo>
                <a:lnTo>
                  <a:pt x="1540364" y="3042"/>
                </a:lnTo>
                <a:lnTo>
                  <a:pt x="1580469" y="0"/>
                </a:lnTo>
                <a:lnTo>
                  <a:pt x="1611165" y="11353"/>
                </a:lnTo>
                <a:lnTo>
                  <a:pt x="1616691" y="15806"/>
                </a:lnTo>
                <a:lnTo>
                  <a:pt x="1602501" y="25675"/>
                </a:lnTo>
                <a:lnTo>
                  <a:pt x="1589954" y="43113"/>
                </a:lnTo>
                <a:lnTo>
                  <a:pt x="1596004" y="46824"/>
                </a:lnTo>
                <a:lnTo>
                  <a:pt x="1604443" y="34283"/>
                </a:lnTo>
                <a:lnTo>
                  <a:pt x="1621770" y="26788"/>
                </a:lnTo>
                <a:lnTo>
                  <a:pt x="1619305" y="35693"/>
                </a:lnTo>
                <a:lnTo>
                  <a:pt x="1625803" y="37028"/>
                </a:lnTo>
                <a:lnTo>
                  <a:pt x="1613032" y="59735"/>
                </a:lnTo>
                <a:lnTo>
                  <a:pt x="1616841" y="61739"/>
                </a:lnTo>
                <a:lnTo>
                  <a:pt x="1632524" y="37399"/>
                </a:lnTo>
                <a:lnTo>
                  <a:pt x="1625429" y="50089"/>
                </a:lnTo>
                <a:lnTo>
                  <a:pt x="1628267" y="52018"/>
                </a:lnTo>
                <a:lnTo>
                  <a:pt x="1617513" y="70866"/>
                </a:lnTo>
                <a:lnTo>
                  <a:pt x="1620201" y="72350"/>
                </a:lnTo>
                <a:lnTo>
                  <a:pt x="1630657" y="53428"/>
                </a:lnTo>
                <a:lnTo>
                  <a:pt x="1634466" y="55283"/>
                </a:lnTo>
                <a:lnTo>
                  <a:pt x="1656797" y="16177"/>
                </a:lnTo>
                <a:lnTo>
                  <a:pt x="1707283" y="44968"/>
                </a:lnTo>
                <a:lnTo>
                  <a:pt x="1689732" y="76135"/>
                </a:lnTo>
                <a:lnTo>
                  <a:pt x="1696827" y="80216"/>
                </a:lnTo>
                <a:lnTo>
                  <a:pt x="1714528" y="49198"/>
                </a:lnTo>
                <a:lnTo>
                  <a:pt x="1722594" y="48976"/>
                </a:lnTo>
                <a:lnTo>
                  <a:pt x="1729763" y="44226"/>
                </a:lnTo>
                <a:lnTo>
                  <a:pt x="1824762" y="83407"/>
                </a:lnTo>
                <a:lnTo>
                  <a:pt x="1855606" y="98693"/>
                </a:lnTo>
                <a:lnTo>
                  <a:pt x="1885704" y="118061"/>
                </a:lnTo>
                <a:lnTo>
                  <a:pt x="1884658" y="125778"/>
                </a:lnTo>
                <a:lnTo>
                  <a:pt x="1862179" y="135647"/>
                </a:lnTo>
                <a:lnTo>
                  <a:pt x="1881820" y="183139"/>
                </a:lnTo>
                <a:lnTo>
                  <a:pt x="1889886" y="210520"/>
                </a:lnTo>
                <a:lnTo>
                  <a:pt x="1924391" y="254747"/>
                </a:lnTo>
                <a:lnTo>
                  <a:pt x="1920059" y="258234"/>
                </a:lnTo>
                <a:lnTo>
                  <a:pt x="1926183" y="272037"/>
                </a:lnTo>
                <a:lnTo>
                  <a:pt x="1936116" y="268326"/>
                </a:lnTo>
                <a:lnTo>
                  <a:pt x="1939253" y="274931"/>
                </a:lnTo>
                <a:lnTo>
                  <a:pt x="1932158" y="289475"/>
                </a:lnTo>
                <a:lnTo>
                  <a:pt x="1894143" y="320715"/>
                </a:lnTo>
                <a:lnTo>
                  <a:pt x="1885405" y="323387"/>
                </a:lnTo>
                <a:lnTo>
                  <a:pt x="1882642" y="328284"/>
                </a:lnTo>
                <a:lnTo>
                  <a:pt x="1927527" y="348394"/>
                </a:lnTo>
                <a:lnTo>
                  <a:pt x="1937834" y="343051"/>
                </a:lnTo>
                <a:lnTo>
                  <a:pt x="1950903" y="341196"/>
                </a:lnTo>
                <a:lnTo>
                  <a:pt x="1967931" y="326355"/>
                </a:lnTo>
                <a:lnTo>
                  <a:pt x="1968230" y="318341"/>
                </a:lnTo>
                <a:lnTo>
                  <a:pt x="1973234" y="311959"/>
                </a:lnTo>
                <a:lnTo>
                  <a:pt x="2001166" y="293853"/>
                </a:lnTo>
                <a:lnTo>
                  <a:pt x="2018941" y="288139"/>
                </a:lnTo>
                <a:lnTo>
                  <a:pt x="2037836" y="289475"/>
                </a:lnTo>
                <a:lnTo>
                  <a:pt x="2050084" y="294744"/>
                </a:lnTo>
                <a:lnTo>
                  <a:pt x="2109234" y="333924"/>
                </a:lnTo>
                <a:lnTo>
                  <a:pt x="2097509" y="350101"/>
                </a:lnTo>
                <a:lnTo>
                  <a:pt x="2102886" y="353217"/>
                </a:lnTo>
                <a:lnTo>
                  <a:pt x="2113417" y="336373"/>
                </a:lnTo>
                <a:lnTo>
                  <a:pt x="2174583" y="372140"/>
                </a:lnTo>
                <a:lnTo>
                  <a:pt x="2179661" y="378744"/>
                </a:lnTo>
                <a:lnTo>
                  <a:pt x="2181753" y="388687"/>
                </a:lnTo>
                <a:lnTo>
                  <a:pt x="2171670" y="411617"/>
                </a:lnTo>
                <a:lnTo>
                  <a:pt x="2183993" y="415847"/>
                </a:lnTo>
                <a:lnTo>
                  <a:pt x="2196167" y="395440"/>
                </a:lnTo>
                <a:lnTo>
                  <a:pt x="2226713" y="375627"/>
                </a:lnTo>
                <a:lnTo>
                  <a:pt x="2238065" y="373995"/>
                </a:lnTo>
                <a:lnTo>
                  <a:pt x="2249939" y="376592"/>
                </a:lnTo>
                <a:lnTo>
                  <a:pt x="2257184" y="369097"/>
                </a:lnTo>
                <a:lnTo>
                  <a:pt x="2277797" y="365535"/>
                </a:lnTo>
                <a:lnTo>
                  <a:pt x="2291912" y="368504"/>
                </a:lnTo>
                <a:lnTo>
                  <a:pt x="2301920" y="387797"/>
                </a:lnTo>
                <a:lnTo>
                  <a:pt x="2303339" y="404567"/>
                </a:lnTo>
                <a:lnTo>
                  <a:pt x="2310210" y="403603"/>
                </a:lnTo>
                <a:lnTo>
                  <a:pt x="2314093" y="396850"/>
                </a:lnTo>
                <a:lnTo>
                  <a:pt x="2319695" y="397295"/>
                </a:lnTo>
                <a:lnTo>
                  <a:pt x="2337469" y="413695"/>
                </a:lnTo>
                <a:lnTo>
                  <a:pt x="2336947" y="420225"/>
                </a:lnTo>
                <a:lnTo>
                  <a:pt x="2340681" y="424009"/>
                </a:lnTo>
                <a:lnTo>
                  <a:pt x="2357335" y="430836"/>
                </a:lnTo>
                <a:lnTo>
                  <a:pt x="2373467" y="442041"/>
                </a:lnTo>
                <a:lnTo>
                  <a:pt x="2428510" y="496434"/>
                </a:lnTo>
                <a:lnTo>
                  <a:pt x="2429555" y="507639"/>
                </a:lnTo>
                <a:lnTo>
                  <a:pt x="2420593" y="513278"/>
                </a:lnTo>
                <a:lnTo>
                  <a:pt x="2422908" y="515579"/>
                </a:lnTo>
                <a:lnTo>
                  <a:pt x="2423058" y="527377"/>
                </a:lnTo>
                <a:lnTo>
                  <a:pt x="2455172" y="516469"/>
                </a:lnTo>
                <a:lnTo>
                  <a:pt x="2485344" y="544296"/>
                </a:lnTo>
                <a:lnTo>
                  <a:pt x="2486166" y="550455"/>
                </a:lnTo>
                <a:lnTo>
                  <a:pt x="2469661" y="567300"/>
                </a:lnTo>
                <a:lnTo>
                  <a:pt x="2467943" y="574127"/>
                </a:lnTo>
                <a:lnTo>
                  <a:pt x="2470109" y="577095"/>
                </a:lnTo>
                <a:lnTo>
                  <a:pt x="2478548" y="575240"/>
                </a:lnTo>
                <a:lnTo>
                  <a:pt x="2498638" y="559211"/>
                </a:lnTo>
                <a:lnTo>
                  <a:pt x="2518430" y="576353"/>
                </a:lnTo>
                <a:lnTo>
                  <a:pt x="2520819" y="582660"/>
                </a:lnTo>
                <a:lnTo>
                  <a:pt x="2516488" y="607593"/>
                </a:lnTo>
                <a:lnTo>
                  <a:pt x="2518131" y="616572"/>
                </a:lnTo>
                <a:lnTo>
                  <a:pt x="2524778" y="623844"/>
                </a:lnTo>
                <a:lnTo>
                  <a:pt x="2565705" y="651374"/>
                </a:lnTo>
                <a:lnTo>
                  <a:pt x="2602897" y="660353"/>
                </a:lnTo>
                <a:lnTo>
                  <a:pt x="2631950" y="663618"/>
                </a:lnTo>
                <a:lnTo>
                  <a:pt x="2681615" y="658053"/>
                </a:lnTo>
                <a:lnTo>
                  <a:pt x="2692519" y="669035"/>
                </a:lnTo>
                <a:lnTo>
                  <a:pt x="2702153" y="665473"/>
                </a:lnTo>
                <a:lnTo>
                  <a:pt x="2704393" y="658721"/>
                </a:lnTo>
                <a:lnTo>
                  <a:pt x="2701107" y="649668"/>
                </a:lnTo>
                <a:lnTo>
                  <a:pt x="2715148" y="640986"/>
                </a:lnTo>
                <a:lnTo>
                  <a:pt x="2725977" y="627925"/>
                </a:lnTo>
                <a:lnTo>
                  <a:pt x="2741437" y="619318"/>
                </a:lnTo>
                <a:lnTo>
                  <a:pt x="2749727" y="595572"/>
                </a:lnTo>
                <a:lnTo>
                  <a:pt x="2755627" y="594385"/>
                </a:lnTo>
                <a:lnTo>
                  <a:pt x="2760183" y="586519"/>
                </a:lnTo>
                <a:lnTo>
                  <a:pt x="2770041" y="581324"/>
                </a:lnTo>
                <a:lnTo>
                  <a:pt x="2799765" y="579247"/>
                </a:lnTo>
                <a:lnTo>
                  <a:pt x="2805889" y="574794"/>
                </a:lnTo>
                <a:lnTo>
                  <a:pt x="2803275" y="573607"/>
                </a:lnTo>
                <a:lnTo>
                  <a:pt x="2815524" y="571307"/>
                </a:lnTo>
                <a:lnTo>
                  <a:pt x="2813059" y="572939"/>
                </a:lnTo>
                <a:lnTo>
                  <a:pt x="2819034" y="575388"/>
                </a:lnTo>
                <a:lnTo>
                  <a:pt x="2826428" y="575907"/>
                </a:lnTo>
                <a:lnTo>
                  <a:pt x="2826950" y="573310"/>
                </a:lnTo>
                <a:lnTo>
                  <a:pt x="2855405" y="576130"/>
                </a:lnTo>
                <a:lnTo>
                  <a:pt x="2893345" y="587632"/>
                </a:lnTo>
                <a:lnTo>
                  <a:pt x="2907983" y="588968"/>
                </a:lnTo>
                <a:lnTo>
                  <a:pt x="2938305" y="607296"/>
                </a:lnTo>
                <a:lnTo>
                  <a:pt x="2990808" y="714300"/>
                </a:lnTo>
                <a:lnTo>
                  <a:pt x="3001637" y="721943"/>
                </a:lnTo>
                <a:lnTo>
                  <a:pt x="3010973" y="720756"/>
                </a:lnTo>
                <a:lnTo>
                  <a:pt x="3009778" y="728548"/>
                </a:lnTo>
                <a:lnTo>
                  <a:pt x="2995737" y="729141"/>
                </a:lnTo>
                <a:lnTo>
                  <a:pt x="2987148" y="751255"/>
                </a:lnTo>
                <a:lnTo>
                  <a:pt x="2991704" y="753703"/>
                </a:lnTo>
                <a:lnTo>
                  <a:pt x="2993571" y="749325"/>
                </a:lnTo>
                <a:lnTo>
                  <a:pt x="3020308" y="757785"/>
                </a:lnTo>
                <a:lnTo>
                  <a:pt x="3046448" y="747025"/>
                </a:lnTo>
                <a:lnTo>
                  <a:pt x="3153918" y="794516"/>
                </a:lnTo>
                <a:lnTo>
                  <a:pt x="3205525" y="825237"/>
                </a:lnTo>
                <a:lnTo>
                  <a:pt x="3253622" y="860336"/>
                </a:lnTo>
                <a:lnTo>
                  <a:pt x="3264750" y="875252"/>
                </a:lnTo>
                <a:lnTo>
                  <a:pt x="3270351" y="894990"/>
                </a:lnTo>
                <a:lnTo>
                  <a:pt x="3267438" y="905453"/>
                </a:lnTo>
                <a:lnTo>
                  <a:pt x="3258327" y="904934"/>
                </a:lnTo>
                <a:lnTo>
                  <a:pt x="3257132" y="899368"/>
                </a:lnTo>
                <a:lnTo>
                  <a:pt x="3263630" y="887941"/>
                </a:lnTo>
                <a:lnTo>
                  <a:pt x="3260343" y="874435"/>
                </a:lnTo>
                <a:lnTo>
                  <a:pt x="3252502" y="864121"/>
                </a:lnTo>
                <a:lnTo>
                  <a:pt x="3227557" y="844753"/>
                </a:lnTo>
                <a:lnTo>
                  <a:pt x="3218744" y="843863"/>
                </a:lnTo>
                <a:lnTo>
                  <a:pt x="3204181" y="834216"/>
                </a:lnTo>
                <a:lnTo>
                  <a:pt x="3194547" y="831322"/>
                </a:lnTo>
                <a:lnTo>
                  <a:pt x="3182821" y="833919"/>
                </a:lnTo>
                <a:lnTo>
                  <a:pt x="3178415" y="839930"/>
                </a:lnTo>
                <a:lnTo>
                  <a:pt x="3185883" y="845124"/>
                </a:lnTo>
                <a:lnTo>
                  <a:pt x="3188049" y="852619"/>
                </a:lnTo>
                <a:lnTo>
                  <a:pt x="3102834" y="1052306"/>
                </a:lnTo>
                <a:lnTo>
                  <a:pt x="3099324" y="1064624"/>
                </a:lnTo>
                <a:lnTo>
                  <a:pt x="3099847" y="1076793"/>
                </a:lnTo>
                <a:lnTo>
                  <a:pt x="3104552" y="1086737"/>
                </a:lnTo>
                <a:lnTo>
                  <a:pt x="3187900" y="1084659"/>
                </a:lnTo>
                <a:lnTo>
                  <a:pt x="3189319" y="1133709"/>
                </a:lnTo>
                <a:lnTo>
                  <a:pt x="3195368" y="1137864"/>
                </a:lnTo>
                <a:lnTo>
                  <a:pt x="3188945" y="1147140"/>
                </a:lnTo>
                <a:lnTo>
                  <a:pt x="3161835" y="1147882"/>
                </a:lnTo>
                <a:lnTo>
                  <a:pt x="3161013" y="1115974"/>
                </a:lnTo>
                <a:lnTo>
                  <a:pt x="3114037" y="1117235"/>
                </a:lnTo>
                <a:lnTo>
                  <a:pt x="3114933" y="1149069"/>
                </a:lnTo>
                <a:lnTo>
                  <a:pt x="3025013" y="1154264"/>
                </a:lnTo>
                <a:lnTo>
                  <a:pt x="2983115" y="1182239"/>
                </a:lnTo>
                <a:lnTo>
                  <a:pt x="2961009" y="1189956"/>
                </a:lnTo>
                <a:lnTo>
                  <a:pt x="2939052" y="1187062"/>
                </a:lnTo>
                <a:lnTo>
                  <a:pt x="2879603" y="1161684"/>
                </a:lnTo>
                <a:lnTo>
                  <a:pt x="2824635" y="1178009"/>
                </a:lnTo>
                <a:lnTo>
                  <a:pt x="2832029" y="1173557"/>
                </a:lnTo>
                <a:lnTo>
                  <a:pt x="2834344" y="1167769"/>
                </a:lnTo>
                <a:lnTo>
                  <a:pt x="2826726" y="1143578"/>
                </a:lnTo>
                <a:lnTo>
                  <a:pt x="2816495" y="1146175"/>
                </a:lnTo>
                <a:lnTo>
                  <a:pt x="2790206" y="1144098"/>
                </a:lnTo>
                <a:lnTo>
                  <a:pt x="2770788" y="1152705"/>
                </a:lnTo>
                <a:lnTo>
                  <a:pt x="2770340" y="1146695"/>
                </a:lnTo>
                <a:lnTo>
                  <a:pt x="2739122" y="1147956"/>
                </a:lnTo>
                <a:lnTo>
                  <a:pt x="2729114" y="1151963"/>
                </a:lnTo>
                <a:lnTo>
                  <a:pt x="2724409" y="1149292"/>
                </a:lnTo>
                <a:lnTo>
                  <a:pt x="2711937" y="1155228"/>
                </a:lnTo>
                <a:lnTo>
                  <a:pt x="2707605" y="1153596"/>
                </a:lnTo>
                <a:lnTo>
                  <a:pt x="2681017" y="1162500"/>
                </a:lnTo>
                <a:lnTo>
                  <a:pt x="2666528" y="1158864"/>
                </a:lnTo>
                <a:lnTo>
                  <a:pt x="2654803" y="1166656"/>
                </a:lnTo>
                <a:lnTo>
                  <a:pt x="2653757" y="1164281"/>
                </a:lnTo>
                <a:lnTo>
                  <a:pt x="2649276" y="1165617"/>
                </a:lnTo>
                <a:lnTo>
                  <a:pt x="2633966" y="1175932"/>
                </a:lnTo>
                <a:lnTo>
                  <a:pt x="2629634" y="1174373"/>
                </a:lnTo>
                <a:lnTo>
                  <a:pt x="2614324" y="1184094"/>
                </a:lnTo>
                <a:lnTo>
                  <a:pt x="2613577" y="1181349"/>
                </a:lnTo>
                <a:lnTo>
                  <a:pt x="2609022" y="1180978"/>
                </a:lnTo>
                <a:lnTo>
                  <a:pt x="2596624" y="1186543"/>
                </a:lnTo>
                <a:lnTo>
                  <a:pt x="2594458" y="1184836"/>
                </a:lnTo>
                <a:lnTo>
                  <a:pt x="2580417" y="1189214"/>
                </a:lnTo>
                <a:lnTo>
                  <a:pt x="2575787" y="1186988"/>
                </a:lnTo>
                <a:lnTo>
                  <a:pt x="2560701" y="1190253"/>
                </a:lnTo>
                <a:lnTo>
                  <a:pt x="2527168" y="1198935"/>
                </a:lnTo>
                <a:lnTo>
                  <a:pt x="2519624" y="1204055"/>
                </a:lnTo>
                <a:lnTo>
                  <a:pt x="2516040" y="1202571"/>
                </a:lnTo>
                <a:lnTo>
                  <a:pt x="2506704" y="1206727"/>
                </a:lnTo>
                <a:lnTo>
                  <a:pt x="2505808" y="1204501"/>
                </a:lnTo>
                <a:lnTo>
                  <a:pt x="2506181" y="1207024"/>
                </a:lnTo>
                <a:lnTo>
                  <a:pt x="2495277" y="1213034"/>
                </a:lnTo>
                <a:lnTo>
                  <a:pt x="2472648" y="1221123"/>
                </a:lnTo>
                <a:lnTo>
                  <a:pt x="2469511" y="1219490"/>
                </a:lnTo>
                <a:lnTo>
                  <a:pt x="2448600" y="1230992"/>
                </a:lnTo>
                <a:lnTo>
                  <a:pt x="2448450" y="1228766"/>
                </a:lnTo>
                <a:lnTo>
                  <a:pt x="2438368" y="1225649"/>
                </a:lnTo>
                <a:lnTo>
                  <a:pt x="2407673" y="1240119"/>
                </a:lnTo>
                <a:lnTo>
                  <a:pt x="2397068" y="1240045"/>
                </a:lnTo>
                <a:lnTo>
                  <a:pt x="2392213" y="1243681"/>
                </a:lnTo>
                <a:lnTo>
                  <a:pt x="2390794" y="1240713"/>
                </a:lnTo>
                <a:lnTo>
                  <a:pt x="2386164" y="1240564"/>
                </a:lnTo>
                <a:lnTo>
                  <a:pt x="2376231" y="1246352"/>
                </a:lnTo>
                <a:lnTo>
                  <a:pt x="2371750" y="1243458"/>
                </a:lnTo>
                <a:lnTo>
                  <a:pt x="2345610" y="1253699"/>
                </a:lnTo>
                <a:lnTo>
                  <a:pt x="2328582" y="1253847"/>
                </a:lnTo>
                <a:lnTo>
                  <a:pt x="2286759" y="1273363"/>
                </a:lnTo>
                <a:lnTo>
                  <a:pt x="2238587" y="1284123"/>
                </a:lnTo>
                <a:lnTo>
                  <a:pt x="2188922" y="1301042"/>
                </a:lnTo>
                <a:lnTo>
                  <a:pt x="2165770" y="1311208"/>
                </a:lnTo>
                <a:lnTo>
                  <a:pt x="2159497" y="1317515"/>
                </a:lnTo>
                <a:lnTo>
                  <a:pt x="2154119" y="1314399"/>
                </a:lnTo>
                <a:lnTo>
                  <a:pt x="2148145" y="1315141"/>
                </a:lnTo>
                <a:lnTo>
                  <a:pt x="2123947" y="1338515"/>
                </a:lnTo>
                <a:lnTo>
                  <a:pt x="2113491" y="1335399"/>
                </a:lnTo>
                <a:lnTo>
                  <a:pt x="2088920" y="1358031"/>
                </a:lnTo>
                <a:lnTo>
                  <a:pt x="2083617" y="1355508"/>
                </a:lnTo>
                <a:lnTo>
                  <a:pt x="2077419" y="1357364"/>
                </a:lnTo>
                <a:lnTo>
                  <a:pt x="2050607" y="1386823"/>
                </a:lnTo>
                <a:lnTo>
                  <a:pt x="2018269" y="1409753"/>
                </a:lnTo>
                <a:lnTo>
                  <a:pt x="2029247" y="1408046"/>
                </a:lnTo>
                <a:lnTo>
                  <a:pt x="2029845" y="1411311"/>
                </a:lnTo>
                <a:lnTo>
                  <a:pt x="2019613" y="1411459"/>
                </a:lnTo>
                <a:lnTo>
                  <a:pt x="2001913" y="1399364"/>
                </a:lnTo>
                <a:lnTo>
                  <a:pt x="1984661" y="1411979"/>
                </a:lnTo>
                <a:lnTo>
                  <a:pt x="1985557" y="1415615"/>
                </a:lnTo>
                <a:lnTo>
                  <a:pt x="1987648" y="1414279"/>
                </a:lnTo>
                <a:lnTo>
                  <a:pt x="1985632" y="1415763"/>
                </a:lnTo>
                <a:lnTo>
                  <a:pt x="1989665" y="1426746"/>
                </a:lnTo>
                <a:lnTo>
                  <a:pt x="1985781" y="1439583"/>
                </a:lnTo>
                <a:lnTo>
                  <a:pt x="1898998" y="1506219"/>
                </a:lnTo>
                <a:lnTo>
                  <a:pt x="1912142" y="1524400"/>
                </a:lnTo>
                <a:lnTo>
                  <a:pt x="1905570" y="1529149"/>
                </a:lnTo>
                <a:lnTo>
                  <a:pt x="1892500" y="1510969"/>
                </a:lnTo>
                <a:lnTo>
                  <a:pt x="1878236" y="1520689"/>
                </a:lnTo>
                <a:lnTo>
                  <a:pt x="1868303" y="1522174"/>
                </a:lnTo>
                <a:lnTo>
                  <a:pt x="1859490" y="1518686"/>
                </a:lnTo>
                <a:lnTo>
                  <a:pt x="1844030" y="1503845"/>
                </a:lnTo>
                <a:lnTo>
                  <a:pt x="1836263" y="1503845"/>
                </a:lnTo>
                <a:lnTo>
                  <a:pt x="1837981" y="1537534"/>
                </a:lnTo>
                <a:lnTo>
                  <a:pt x="1829541" y="1541467"/>
                </a:lnTo>
                <a:lnTo>
                  <a:pt x="1839997" y="1553191"/>
                </a:lnTo>
                <a:lnTo>
                  <a:pt x="1833948" y="1558608"/>
                </a:lnTo>
                <a:lnTo>
                  <a:pt x="1792423" y="1513269"/>
                </a:lnTo>
                <a:lnTo>
                  <a:pt x="1781818" y="1522916"/>
                </a:lnTo>
                <a:lnTo>
                  <a:pt x="1800116" y="1545994"/>
                </a:lnTo>
                <a:lnTo>
                  <a:pt x="1794216" y="1552598"/>
                </a:lnTo>
                <a:lnTo>
                  <a:pt x="1745746" y="1507481"/>
                </a:lnTo>
                <a:lnTo>
                  <a:pt x="1690703" y="1509039"/>
                </a:lnTo>
                <a:lnTo>
                  <a:pt x="1631255" y="1541170"/>
                </a:lnTo>
                <a:lnTo>
                  <a:pt x="1633420" y="1562615"/>
                </a:lnTo>
                <a:lnTo>
                  <a:pt x="1678306" y="1537089"/>
                </a:lnTo>
                <a:lnTo>
                  <a:pt x="1720652" y="1535456"/>
                </a:lnTo>
                <a:lnTo>
                  <a:pt x="1768375" y="1579905"/>
                </a:lnTo>
                <a:lnTo>
                  <a:pt x="1722668" y="1602538"/>
                </a:lnTo>
                <a:lnTo>
                  <a:pt x="1684579" y="1590591"/>
                </a:lnTo>
                <a:lnTo>
                  <a:pt x="1689359" y="1585100"/>
                </a:lnTo>
                <a:lnTo>
                  <a:pt x="1685177" y="1583838"/>
                </a:lnTo>
                <a:lnTo>
                  <a:pt x="1684505" y="1585916"/>
                </a:lnTo>
                <a:lnTo>
                  <a:pt x="1684355" y="1583541"/>
                </a:lnTo>
                <a:lnTo>
                  <a:pt x="1683608" y="1585619"/>
                </a:lnTo>
                <a:lnTo>
                  <a:pt x="1683086" y="1583022"/>
                </a:lnTo>
                <a:lnTo>
                  <a:pt x="1678903" y="1588142"/>
                </a:lnTo>
                <a:lnTo>
                  <a:pt x="1665460" y="1585322"/>
                </a:lnTo>
                <a:lnTo>
                  <a:pt x="1663518" y="1588736"/>
                </a:lnTo>
                <a:lnTo>
                  <a:pt x="1658963" y="1586881"/>
                </a:lnTo>
                <a:lnTo>
                  <a:pt x="1664340" y="1587697"/>
                </a:lnTo>
                <a:lnTo>
                  <a:pt x="1665311" y="1585174"/>
                </a:lnTo>
                <a:lnTo>
                  <a:pt x="1646640" y="1579312"/>
                </a:lnTo>
                <a:lnTo>
                  <a:pt x="1630508" y="1562838"/>
                </a:lnTo>
                <a:lnTo>
                  <a:pt x="1630433" y="1591110"/>
                </a:lnTo>
                <a:lnTo>
                  <a:pt x="1633495" y="1594004"/>
                </a:lnTo>
                <a:lnTo>
                  <a:pt x="1639470" y="1599125"/>
                </a:lnTo>
                <a:lnTo>
                  <a:pt x="1654556" y="1603874"/>
                </a:lnTo>
                <a:lnTo>
                  <a:pt x="1695782" y="1604319"/>
                </a:lnTo>
                <a:lnTo>
                  <a:pt x="1712212" y="1614040"/>
                </a:lnTo>
                <a:lnTo>
                  <a:pt x="1728568" y="1614559"/>
                </a:lnTo>
                <a:lnTo>
                  <a:pt x="1737530" y="1607955"/>
                </a:lnTo>
                <a:lnTo>
                  <a:pt x="1752691" y="1612110"/>
                </a:lnTo>
                <a:lnTo>
                  <a:pt x="1761728" y="1610923"/>
                </a:lnTo>
                <a:lnTo>
                  <a:pt x="1763521" y="1620644"/>
                </a:lnTo>
                <a:lnTo>
                  <a:pt x="1766807" y="1621906"/>
                </a:lnTo>
                <a:lnTo>
                  <a:pt x="1795336" y="1614188"/>
                </a:lnTo>
                <a:lnTo>
                  <a:pt x="1812737" y="1622573"/>
                </a:lnTo>
                <a:lnTo>
                  <a:pt x="1810049" y="1632368"/>
                </a:lnTo>
                <a:lnTo>
                  <a:pt x="1781221" y="1675037"/>
                </a:lnTo>
                <a:lnTo>
                  <a:pt x="1747837" y="1709245"/>
                </a:lnTo>
                <a:lnTo>
                  <a:pt x="1729838" y="1721563"/>
                </a:lnTo>
                <a:lnTo>
                  <a:pt x="1723042" y="1722899"/>
                </a:lnTo>
                <a:lnTo>
                  <a:pt x="1728195" y="1718447"/>
                </a:lnTo>
                <a:lnTo>
                  <a:pt x="1725357" y="1716740"/>
                </a:lnTo>
                <a:lnTo>
                  <a:pt x="1711690" y="1720005"/>
                </a:lnTo>
                <a:lnTo>
                  <a:pt x="1698396" y="1728687"/>
                </a:lnTo>
                <a:lnTo>
                  <a:pt x="1686894" y="1723864"/>
                </a:lnTo>
                <a:lnTo>
                  <a:pt x="1677335" y="1714662"/>
                </a:lnTo>
                <a:lnTo>
                  <a:pt x="1673675" y="1715256"/>
                </a:lnTo>
                <a:lnTo>
                  <a:pt x="1673601" y="1711768"/>
                </a:lnTo>
                <a:lnTo>
                  <a:pt x="1677858" y="1712659"/>
                </a:lnTo>
                <a:lnTo>
                  <a:pt x="1677559" y="1707390"/>
                </a:lnTo>
                <a:lnTo>
                  <a:pt x="1674646" y="1703309"/>
                </a:lnTo>
                <a:lnTo>
                  <a:pt x="1668597" y="1701825"/>
                </a:lnTo>
                <a:lnTo>
                  <a:pt x="1664041" y="1692994"/>
                </a:lnTo>
                <a:lnTo>
                  <a:pt x="1655452" y="1691807"/>
                </a:lnTo>
                <a:lnTo>
                  <a:pt x="1653436" y="1694182"/>
                </a:lnTo>
                <a:lnTo>
                  <a:pt x="1656573" y="1696259"/>
                </a:lnTo>
                <a:lnTo>
                  <a:pt x="1653884" y="1698263"/>
                </a:lnTo>
                <a:lnTo>
                  <a:pt x="1626624" y="1669100"/>
                </a:lnTo>
                <a:lnTo>
                  <a:pt x="1625131" y="1663980"/>
                </a:lnTo>
                <a:lnTo>
                  <a:pt x="1628939" y="1666355"/>
                </a:lnTo>
                <a:lnTo>
                  <a:pt x="1630956" y="1661902"/>
                </a:lnTo>
                <a:lnTo>
                  <a:pt x="1628491" y="1655892"/>
                </a:lnTo>
                <a:lnTo>
                  <a:pt x="1619230" y="1652404"/>
                </a:lnTo>
                <a:lnTo>
                  <a:pt x="1608102" y="1640234"/>
                </a:lnTo>
                <a:lnTo>
                  <a:pt x="1600709" y="1641199"/>
                </a:lnTo>
                <a:lnTo>
                  <a:pt x="1604070" y="1644241"/>
                </a:lnTo>
                <a:lnTo>
                  <a:pt x="1599514" y="1647135"/>
                </a:lnTo>
                <a:lnTo>
                  <a:pt x="1583233" y="1638157"/>
                </a:lnTo>
                <a:lnTo>
                  <a:pt x="1578602" y="1631181"/>
                </a:lnTo>
                <a:lnTo>
                  <a:pt x="1570910" y="1628213"/>
                </a:lnTo>
                <a:lnTo>
                  <a:pt x="1572777" y="1626284"/>
                </a:lnTo>
                <a:lnTo>
                  <a:pt x="1569416" y="1621015"/>
                </a:lnTo>
                <a:lnTo>
                  <a:pt x="1562022" y="1619012"/>
                </a:lnTo>
                <a:lnTo>
                  <a:pt x="1558512" y="1611962"/>
                </a:lnTo>
                <a:lnTo>
                  <a:pt x="1551566" y="1609810"/>
                </a:lnTo>
                <a:lnTo>
                  <a:pt x="1548654" y="1603428"/>
                </a:lnTo>
                <a:lnTo>
                  <a:pt x="1540588" y="1600238"/>
                </a:lnTo>
                <a:lnTo>
                  <a:pt x="1533642" y="1592669"/>
                </a:lnTo>
                <a:lnTo>
                  <a:pt x="1525651" y="1592298"/>
                </a:lnTo>
                <a:lnTo>
                  <a:pt x="1528638" y="1598011"/>
                </a:lnTo>
                <a:lnTo>
                  <a:pt x="1532746" y="1599273"/>
                </a:lnTo>
                <a:lnTo>
                  <a:pt x="1529385" y="1602612"/>
                </a:lnTo>
                <a:lnTo>
                  <a:pt x="1516689" y="1583319"/>
                </a:lnTo>
                <a:lnTo>
                  <a:pt x="1501229" y="1568404"/>
                </a:lnTo>
                <a:lnTo>
                  <a:pt x="1501379" y="1565287"/>
                </a:lnTo>
                <a:lnTo>
                  <a:pt x="1516540" y="1563654"/>
                </a:lnTo>
                <a:lnTo>
                  <a:pt x="1544397" y="1571223"/>
                </a:lnTo>
                <a:lnTo>
                  <a:pt x="1561201" y="1572707"/>
                </a:lnTo>
                <a:lnTo>
                  <a:pt x="1572403" y="1565658"/>
                </a:lnTo>
                <a:lnTo>
                  <a:pt x="1584726" y="1563877"/>
                </a:lnTo>
                <a:lnTo>
                  <a:pt x="1597199" y="1568923"/>
                </a:lnTo>
                <a:lnTo>
                  <a:pt x="1598543" y="1572262"/>
                </a:lnTo>
                <a:lnTo>
                  <a:pt x="1598842" y="1569442"/>
                </a:lnTo>
                <a:lnTo>
                  <a:pt x="1600111" y="1571594"/>
                </a:lnTo>
                <a:lnTo>
                  <a:pt x="1601381" y="1569888"/>
                </a:lnTo>
                <a:lnTo>
                  <a:pt x="1609372" y="1580722"/>
                </a:lnTo>
                <a:lnTo>
                  <a:pt x="1610119" y="1575972"/>
                </a:lnTo>
                <a:lnTo>
                  <a:pt x="1623039" y="1581686"/>
                </a:lnTo>
                <a:lnTo>
                  <a:pt x="1625429" y="1569368"/>
                </a:lnTo>
                <a:lnTo>
                  <a:pt x="1624757" y="1541244"/>
                </a:lnTo>
                <a:lnTo>
                  <a:pt x="1599813" y="1541096"/>
                </a:lnTo>
                <a:lnTo>
                  <a:pt x="1599439" y="1549555"/>
                </a:lnTo>
                <a:lnTo>
                  <a:pt x="1585996" y="1549481"/>
                </a:lnTo>
                <a:lnTo>
                  <a:pt x="1597721" y="1547923"/>
                </a:lnTo>
                <a:lnTo>
                  <a:pt x="1597273" y="1539983"/>
                </a:lnTo>
                <a:lnTo>
                  <a:pt x="1568819" y="1535531"/>
                </a:lnTo>
                <a:lnTo>
                  <a:pt x="1563516" y="1531301"/>
                </a:lnTo>
                <a:lnTo>
                  <a:pt x="1549027" y="1537831"/>
                </a:lnTo>
                <a:lnTo>
                  <a:pt x="1551268" y="1541912"/>
                </a:lnTo>
                <a:lnTo>
                  <a:pt x="1535584" y="1544880"/>
                </a:lnTo>
                <a:lnTo>
                  <a:pt x="1534763" y="1542135"/>
                </a:lnTo>
                <a:lnTo>
                  <a:pt x="1528862" y="1541022"/>
                </a:lnTo>
                <a:lnTo>
                  <a:pt x="1527892" y="1536718"/>
                </a:lnTo>
                <a:lnTo>
                  <a:pt x="1533866" y="1533898"/>
                </a:lnTo>
                <a:lnTo>
                  <a:pt x="1537526" y="1527962"/>
                </a:lnTo>
                <a:lnTo>
                  <a:pt x="1541858" y="1527962"/>
                </a:lnTo>
                <a:lnTo>
                  <a:pt x="1544247" y="1532488"/>
                </a:lnTo>
                <a:lnTo>
                  <a:pt x="1547758" y="1531227"/>
                </a:lnTo>
                <a:lnTo>
                  <a:pt x="1548355" y="1536792"/>
                </a:lnTo>
                <a:lnTo>
                  <a:pt x="1562694" y="1530559"/>
                </a:lnTo>
                <a:lnTo>
                  <a:pt x="1547011" y="1516534"/>
                </a:lnTo>
                <a:lnTo>
                  <a:pt x="1537302" y="1516237"/>
                </a:lnTo>
                <a:lnTo>
                  <a:pt x="1527219" y="1526997"/>
                </a:lnTo>
                <a:lnTo>
                  <a:pt x="1515270" y="1526923"/>
                </a:lnTo>
                <a:lnTo>
                  <a:pt x="1505038" y="1520393"/>
                </a:lnTo>
                <a:lnTo>
                  <a:pt x="1498018" y="1526849"/>
                </a:lnTo>
                <a:lnTo>
                  <a:pt x="1499885" y="1529223"/>
                </a:lnTo>
                <a:lnTo>
                  <a:pt x="1493238" y="1537460"/>
                </a:lnTo>
                <a:lnTo>
                  <a:pt x="1491296" y="1536273"/>
                </a:lnTo>
                <a:lnTo>
                  <a:pt x="1489504" y="1546958"/>
                </a:lnTo>
                <a:lnTo>
                  <a:pt x="1458585" y="1520318"/>
                </a:lnTo>
                <a:lnTo>
                  <a:pt x="1460825" y="1516163"/>
                </a:lnTo>
                <a:lnTo>
                  <a:pt x="1445216" y="1503177"/>
                </a:lnTo>
                <a:lnTo>
                  <a:pt x="1438494" y="1514827"/>
                </a:lnTo>
                <a:lnTo>
                  <a:pt x="1406231" y="1495682"/>
                </a:lnTo>
                <a:lnTo>
                  <a:pt x="1342899" y="1601054"/>
                </a:lnTo>
                <a:lnTo>
                  <a:pt x="1291068" y="1570110"/>
                </a:lnTo>
                <a:lnTo>
                  <a:pt x="1351263" y="1469117"/>
                </a:lnTo>
                <a:lnTo>
                  <a:pt x="1278371" y="1425484"/>
                </a:lnTo>
                <a:lnTo>
                  <a:pt x="1232067" y="1502880"/>
                </a:lnTo>
                <a:lnTo>
                  <a:pt x="1079487" y="1411979"/>
                </a:lnTo>
                <a:lnTo>
                  <a:pt x="1100175" y="1376509"/>
                </a:lnTo>
                <a:lnTo>
                  <a:pt x="1126165" y="1372205"/>
                </a:lnTo>
                <a:lnTo>
                  <a:pt x="1220566" y="1428155"/>
                </a:lnTo>
                <a:lnTo>
                  <a:pt x="1244166" y="1388530"/>
                </a:lnTo>
                <a:lnTo>
                  <a:pt x="1157831" y="1336957"/>
                </a:lnTo>
                <a:lnTo>
                  <a:pt x="1175232" y="1308314"/>
                </a:lnTo>
                <a:lnTo>
                  <a:pt x="1141699" y="1272473"/>
                </a:lnTo>
                <a:lnTo>
                  <a:pt x="1117725" y="1288575"/>
                </a:lnTo>
                <a:lnTo>
                  <a:pt x="1070824" y="1293176"/>
                </a:lnTo>
                <a:lnTo>
                  <a:pt x="1034004" y="1281674"/>
                </a:lnTo>
                <a:lnTo>
                  <a:pt x="1032062" y="1273957"/>
                </a:lnTo>
                <a:lnTo>
                  <a:pt x="1039083" y="1260674"/>
                </a:lnTo>
                <a:lnTo>
                  <a:pt x="1028627" y="1257409"/>
                </a:lnTo>
                <a:lnTo>
                  <a:pt x="1009433" y="1276035"/>
                </a:lnTo>
                <a:lnTo>
                  <a:pt x="925712" y="1255109"/>
                </a:lnTo>
                <a:lnTo>
                  <a:pt x="910476" y="1265201"/>
                </a:lnTo>
                <a:lnTo>
                  <a:pt x="872387" y="1246723"/>
                </a:lnTo>
                <a:lnTo>
                  <a:pt x="822648" y="1204723"/>
                </a:lnTo>
                <a:lnTo>
                  <a:pt x="795388" y="1204575"/>
                </a:lnTo>
                <a:lnTo>
                  <a:pt x="798599" y="1219193"/>
                </a:lnTo>
                <a:lnTo>
                  <a:pt x="818988" y="1223423"/>
                </a:lnTo>
                <a:lnTo>
                  <a:pt x="860513" y="1258448"/>
                </a:lnTo>
                <a:lnTo>
                  <a:pt x="856629" y="1268614"/>
                </a:lnTo>
                <a:lnTo>
                  <a:pt x="874030" y="1269653"/>
                </a:lnTo>
                <a:lnTo>
                  <a:pt x="792998" y="1270098"/>
                </a:lnTo>
                <a:lnTo>
                  <a:pt x="792475" y="1318628"/>
                </a:lnTo>
                <a:lnTo>
                  <a:pt x="796209" y="1327756"/>
                </a:lnTo>
                <a:lnTo>
                  <a:pt x="834373" y="1336438"/>
                </a:lnTo>
                <a:lnTo>
                  <a:pt x="839900" y="1326643"/>
                </a:lnTo>
                <a:lnTo>
                  <a:pt x="852073" y="1330501"/>
                </a:lnTo>
                <a:lnTo>
                  <a:pt x="845202" y="1341484"/>
                </a:lnTo>
                <a:lnTo>
                  <a:pt x="855135" y="1332950"/>
                </a:lnTo>
                <a:lnTo>
                  <a:pt x="861110" y="1331466"/>
                </a:lnTo>
                <a:lnTo>
                  <a:pt x="887399" y="1344378"/>
                </a:lnTo>
                <a:lnTo>
                  <a:pt x="897705" y="1361964"/>
                </a:lnTo>
                <a:lnTo>
                  <a:pt x="901888" y="1384671"/>
                </a:lnTo>
                <a:lnTo>
                  <a:pt x="922277" y="1408565"/>
                </a:lnTo>
                <a:lnTo>
                  <a:pt x="925115" y="1410717"/>
                </a:lnTo>
                <a:lnTo>
                  <a:pt x="931015" y="1408639"/>
                </a:lnTo>
                <a:lnTo>
                  <a:pt x="930716" y="1411533"/>
                </a:lnTo>
                <a:lnTo>
                  <a:pt x="934973" y="1412721"/>
                </a:lnTo>
                <a:lnTo>
                  <a:pt x="934898" y="1420512"/>
                </a:lnTo>
                <a:lnTo>
                  <a:pt x="940201" y="1417618"/>
                </a:lnTo>
                <a:lnTo>
                  <a:pt x="942889" y="1425558"/>
                </a:lnTo>
                <a:lnTo>
                  <a:pt x="972091" y="1430159"/>
                </a:lnTo>
                <a:lnTo>
                  <a:pt x="1003309" y="1461622"/>
                </a:lnTo>
                <a:lnTo>
                  <a:pt x="1003981" y="1466816"/>
                </a:lnTo>
                <a:lnTo>
                  <a:pt x="992181" y="1478986"/>
                </a:lnTo>
                <a:lnTo>
                  <a:pt x="981725" y="1485219"/>
                </a:lnTo>
                <a:lnTo>
                  <a:pt x="963876" y="1489004"/>
                </a:lnTo>
                <a:lnTo>
                  <a:pt x="949611" y="1495534"/>
                </a:lnTo>
                <a:lnTo>
                  <a:pt x="940350" y="1486852"/>
                </a:lnTo>
                <a:lnTo>
                  <a:pt x="926085" y="1485961"/>
                </a:lnTo>
                <a:lnTo>
                  <a:pt x="899722" y="1477428"/>
                </a:lnTo>
                <a:lnTo>
                  <a:pt x="880229" y="1495311"/>
                </a:lnTo>
                <a:lnTo>
                  <a:pt x="884934" y="1496795"/>
                </a:lnTo>
                <a:lnTo>
                  <a:pt x="900319" y="1482696"/>
                </a:lnTo>
                <a:lnTo>
                  <a:pt x="905547" y="1482919"/>
                </a:lnTo>
                <a:lnTo>
                  <a:pt x="937736" y="1490191"/>
                </a:lnTo>
                <a:lnTo>
                  <a:pt x="950134" y="1502138"/>
                </a:lnTo>
                <a:lnTo>
                  <a:pt x="951627" y="1508223"/>
                </a:lnTo>
                <a:lnTo>
                  <a:pt x="936840" y="1539463"/>
                </a:lnTo>
                <a:lnTo>
                  <a:pt x="923173" y="1549852"/>
                </a:lnTo>
                <a:lnTo>
                  <a:pt x="872313" y="1571743"/>
                </a:lnTo>
                <a:lnTo>
                  <a:pt x="836838" y="1541986"/>
                </a:lnTo>
                <a:lnTo>
                  <a:pt x="784932" y="1514011"/>
                </a:lnTo>
                <a:lnTo>
                  <a:pt x="784185" y="1503029"/>
                </a:lnTo>
                <a:lnTo>
                  <a:pt x="780376" y="1495163"/>
                </a:lnTo>
                <a:lnTo>
                  <a:pt x="769547" y="1512453"/>
                </a:lnTo>
                <a:lnTo>
                  <a:pt x="749980" y="1502064"/>
                </a:lnTo>
                <a:lnTo>
                  <a:pt x="740196" y="1522545"/>
                </a:lnTo>
                <a:lnTo>
                  <a:pt x="807561" y="1562393"/>
                </a:lnTo>
                <a:lnTo>
                  <a:pt x="809429" y="1571298"/>
                </a:lnTo>
                <a:lnTo>
                  <a:pt x="750054" y="1604616"/>
                </a:lnTo>
                <a:lnTo>
                  <a:pt x="660359" y="1636301"/>
                </a:lnTo>
                <a:lnTo>
                  <a:pt x="632651" y="1538870"/>
                </a:lnTo>
                <a:lnTo>
                  <a:pt x="592022" y="1501693"/>
                </a:lnTo>
                <a:lnTo>
                  <a:pt x="555875" y="1541319"/>
                </a:lnTo>
                <a:lnTo>
                  <a:pt x="599043" y="1580870"/>
                </a:lnTo>
                <a:lnTo>
                  <a:pt x="632427" y="1697595"/>
                </a:lnTo>
                <a:lnTo>
                  <a:pt x="632501" y="1712213"/>
                </a:lnTo>
                <a:lnTo>
                  <a:pt x="627871" y="1721860"/>
                </a:lnTo>
                <a:lnTo>
                  <a:pt x="613457" y="1736998"/>
                </a:lnTo>
                <a:lnTo>
                  <a:pt x="606959" y="1730394"/>
                </a:lnTo>
                <a:lnTo>
                  <a:pt x="574248" y="1765196"/>
                </a:lnTo>
                <a:lnTo>
                  <a:pt x="577534" y="1772765"/>
                </a:lnTo>
                <a:lnTo>
                  <a:pt x="513156" y="1837472"/>
                </a:lnTo>
                <a:lnTo>
                  <a:pt x="505613" y="1841405"/>
                </a:lnTo>
                <a:lnTo>
                  <a:pt x="497173" y="1840292"/>
                </a:lnTo>
                <a:lnTo>
                  <a:pt x="490900" y="1834578"/>
                </a:lnTo>
                <a:lnTo>
                  <a:pt x="478726" y="1809200"/>
                </a:lnTo>
                <a:lnTo>
                  <a:pt x="477681" y="1798663"/>
                </a:lnTo>
                <a:lnTo>
                  <a:pt x="479996" y="1799034"/>
                </a:lnTo>
                <a:lnTo>
                  <a:pt x="481340" y="1808161"/>
                </a:lnTo>
                <a:lnTo>
                  <a:pt x="493365" y="1833168"/>
                </a:lnTo>
                <a:lnTo>
                  <a:pt x="496352" y="1834281"/>
                </a:lnTo>
                <a:lnTo>
                  <a:pt x="525180" y="1806232"/>
                </a:lnTo>
                <a:lnTo>
                  <a:pt x="526674" y="1796214"/>
                </a:lnTo>
                <a:lnTo>
                  <a:pt x="514127" y="1769871"/>
                </a:lnTo>
                <a:lnTo>
                  <a:pt x="508974" y="1766309"/>
                </a:lnTo>
                <a:lnTo>
                  <a:pt x="501953" y="1753323"/>
                </a:lnTo>
                <a:lnTo>
                  <a:pt x="471258" y="1750578"/>
                </a:lnTo>
                <a:lnTo>
                  <a:pt x="443251" y="1692846"/>
                </a:lnTo>
                <a:lnTo>
                  <a:pt x="428090" y="1675482"/>
                </a:lnTo>
                <a:lnTo>
                  <a:pt x="358709" y="1504587"/>
                </a:lnTo>
                <a:lnTo>
                  <a:pt x="358709" y="1468226"/>
                </a:lnTo>
                <a:lnTo>
                  <a:pt x="396275" y="1438989"/>
                </a:lnTo>
                <a:lnTo>
                  <a:pt x="411511" y="1460138"/>
                </a:lnTo>
                <a:lnTo>
                  <a:pt x="531005" y="1376954"/>
                </a:lnTo>
                <a:lnTo>
                  <a:pt x="581492" y="1346901"/>
                </a:lnTo>
                <a:lnTo>
                  <a:pt x="619506" y="1335325"/>
                </a:lnTo>
                <a:lnTo>
                  <a:pt x="650127" y="1336289"/>
                </a:lnTo>
                <a:lnTo>
                  <a:pt x="677013" y="1332356"/>
                </a:lnTo>
                <a:lnTo>
                  <a:pt x="681196" y="1337031"/>
                </a:lnTo>
                <a:lnTo>
                  <a:pt x="641837" y="1379996"/>
                </a:lnTo>
                <a:lnTo>
                  <a:pt x="637207" y="1396618"/>
                </a:lnTo>
                <a:lnTo>
                  <a:pt x="608901" y="1424074"/>
                </a:lnTo>
                <a:lnTo>
                  <a:pt x="586496" y="1441364"/>
                </a:lnTo>
                <a:lnTo>
                  <a:pt x="615100" y="1469414"/>
                </a:lnTo>
                <a:lnTo>
                  <a:pt x="645198" y="1437357"/>
                </a:lnTo>
                <a:lnTo>
                  <a:pt x="654757" y="1445297"/>
                </a:lnTo>
                <a:lnTo>
                  <a:pt x="665587" y="1438544"/>
                </a:lnTo>
                <a:lnTo>
                  <a:pt x="672308" y="1438322"/>
                </a:lnTo>
                <a:lnTo>
                  <a:pt x="669769" y="1433201"/>
                </a:lnTo>
                <a:lnTo>
                  <a:pt x="673652" y="1432979"/>
                </a:lnTo>
                <a:lnTo>
                  <a:pt x="674399" y="1436095"/>
                </a:lnTo>
                <a:lnTo>
                  <a:pt x="678880" y="1434240"/>
                </a:lnTo>
                <a:lnTo>
                  <a:pt x="671263" y="1421922"/>
                </a:lnTo>
                <a:lnTo>
                  <a:pt x="676864" y="1408862"/>
                </a:lnTo>
                <a:lnTo>
                  <a:pt x="672308" y="1405226"/>
                </a:lnTo>
                <a:lnTo>
                  <a:pt x="689112" y="1389272"/>
                </a:lnTo>
                <a:lnTo>
                  <a:pt x="734371" y="1334805"/>
                </a:lnTo>
                <a:lnTo>
                  <a:pt x="743856" y="1333766"/>
                </a:lnTo>
                <a:lnTo>
                  <a:pt x="745200" y="1327310"/>
                </a:lnTo>
                <a:lnTo>
                  <a:pt x="752146" y="1323155"/>
                </a:lnTo>
                <a:lnTo>
                  <a:pt x="767755" y="1321226"/>
                </a:lnTo>
                <a:lnTo>
                  <a:pt x="792774" y="1329537"/>
                </a:lnTo>
                <a:lnTo>
                  <a:pt x="788592" y="1317961"/>
                </a:lnTo>
                <a:lnTo>
                  <a:pt x="789637" y="1215483"/>
                </a:lnTo>
                <a:lnTo>
                  <a:pt x="785007" y="1204797"/>
                </a:lnTo>
                <a:lnTo>
                  <a:pt x="777688" y="1209695"/>
                </a:lnTo>
                <a:lnTo>
                  <a:pt x="766933" y="1210660"/>
                </a:lnTo>
                <a:lnTo>
                  <a:pt x="767531" y="1227207"/>
                </a:lnTo>
                <a:lnTo>
                  <a:pt x="762676" y="1231140"/>
                </a:lnTo>
                <a:lnTo>
                  <a:pt x="759091" y="1245685"/>
                </a:lnTo>
                <a:lnTo>
                  <a:pt x="762153" y="1245536"/>
                </a:lnTo>
                <a:lnTo>
                  <a:pt x="762377" y="1251918"/>
                </a:lnTo>
                <a:lnTo>
                  <a:pt x="722272" y="1253550"/>
                </a:lnTo>
                <a:lnTo>
                  <a:pt x="721525" y="1237448"/>
                </a:lnTo>
                <a:lnTo>
                  <a:pt x="699194" y="122995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198" name="Editable chart path">
            <a:extLst xmlns:a="http://schemas.openxmlformats.org/drawingml/2006/main">
              <a:ext uri="{FF2B5EF4-FFF2-40B4-BE49-F238E27FC236}">
                <a16:creationId xmlns:a16="http://schemas.microsoft.com/office/drawing/2014/main" id="{7D9E1BEF-3526-40E1-ABAD-39C39D1EA08E}"/>
              </a:ext>
            </a:extLst>
          </p:cNvPr>
          <p:cNvSpPr>
            <a:spLocks xmlns:a="http://schemas.openxmlformats.org/drawingml/2006/main" noGrp="1"/>
          </p:cNvSpPr>
          <p:nvPr/>
        </p:nvSpPr>
        <p:spPr>
          <a:xfrm xmlns:a="http://schemas.openxmlformats.org/drawingml/2006/main">
            <a:off x="8467377" y="2877547"/>
            <a:ext cx="530743" cy="196781"/>
          </a:xfrm>
          <a:custGeom xmlns:a="http://schemas.openxmlformats.org/drawingml/2006/main">
            <a:pathLst>
              <a:path w="573202" h="212524">
                <a:moveTo>
                  <a:pt x="12398" y="62555"/>
                </a:moveTo>
                <a:lnTo>
                  <a:pt x="13966" y="58771"/>
                </a:lnTo>
                <a:lnTo>
                  <a:pt x="9037" y="55283"/>
                </a:lnTo>
                <a:lnTo>
                  <a:pt x="8141" y="46527"/>
                </a:lnTo>
                <a:lnTo>
                  <a:pt x="0" y="42445"/>
                </a:lnTo>
                <a:lnTo>
                  <a:pt x="2016" y="34209"/>
                </a:lnTo>
                <a:lnTo>
                  <a:pt x="75" y="33021"/>
                </a:lnTo>
                <a:lnTo>
                  <a:pt x="20837" y="27975"/>
                </a:lnTo>
                <a:lnTo>
                  <a:pt x="30546" y="15064"/>
                </a:lnTo>
                <a:lnTo>
                  <a:pt x="44885" y="10760"/>
                </a:lnTo>
                <a:lnTo>
                  <a:pt x="54669" y="0"/>
                </a:lnTo>
                <a:lnTo>
                  <a:pt x="89024" y="11799"/>
                </a:lnTo>
                <a:lnTo>
                  <a:pt x="123603" y="27901"/>
                </a:lnTo>
                <a:lnTo>
                  <a:pt x="144664" y="31389"/>
                </a:lnTo>
                <a:lnTo>
                  <a:pt x="162065" y="40590"/>
                </a:lnTo>
                <a:lnTo>
                  <a:pt x="169384" y="48233"/>
                </a:lnTo>
                <a:lnTo>
                  <a:pt x="172297" y="57435"/>
                </a:lnTo>
                <a:lnTo>
                  <a:pt x="200975" y="69901"/>
                </a:lnTo>
                <a:lnTo>
                  <a:pt x="202843" y="66043"/>
                </a:lnTo>
                <a:lnTo>
                  <a:pt x="216286" y="66933"/>
                </a:lnTo>
                <a:lnTo>
                  <a:pt x="221514" y="77174"/>
                </a:lnTo>
                <a:lnTo>
                  <a:pt x="245039" y="75467"/>
                </a:lnTo>
                <a:lnTo>
                  <a:pt x="261470" y="77470"/>
                </a:lnTo>
                <a:lnTo>
                  <a:pt x="281112" y="70198"/>
                </a:lnTo>
                <a:lnTo>
                  <a:pt x="320097" y="66933"/>
                </a:lnTo>
                <a:lnTo>
                  <a:pt x="328910" y="62407"/>
                </a:lnTo>
                <a:lnTo>
                  <a:pt x="346983" y="66117"/>
                </a:lnTo>
                <a:lnTo>
                  <a:pt x="356767" y="73389"/>
                </a:lnTo>
                <a:lnTo>
                  <a:pt x="367970" y="71682"/>
                </a:lnTo>
                <a:lnTo>
                  <a:pt x="391495" y="77693"/>
                </a:lnTo>
                <a:lnTo>
                  <a:pt x="427344" y="75764"/>
                </a:lnTo>
                <a:lnTo>
                  <a:pt x="437501" y="72202"/>
                </a:lnTo>
                <a:lnTo>
                  <a:pt x="443027" y="66711"/>
                </a:lnTo>
                <a:lnTo>
                  <a:pt x="504492" y="65004"/>
                </a:lnTo>
                <a:lnTo>
                  <a:pt x="527197" y="74873"/>
                </a:lnTo>
                <a:lnTo>
                  <a:pt x="543702" y="92682"/>
                </a:lnTo>
                <a:lnTo>
                  <a:pt x="559684" y="130082"/>
                </a:lnTo>
                <a:lnTo>
                  <a:pt x="573202" y="180022"/>
                </a:lnTo>
                <a:lnTo>
                  <a:pt x="569991" y="185216"/>
                </a:lnTo>
                <a:lnTo>
                  <a:pt x="561178" y="187739"/>
                </a:lnTo>
                <a:lnTo>
                  <a:pt x="523164" y="178390"/>
                </a:lnTo>
                <a:lnTo>
                  <a:pt x="465731" y="178093"/>
                </a:lnTo>
                <a:lnTo>
                  <a:pt x="460802" y="188259"/>
                </a:lnTo>
                <a:lnTo>
                  <a:pt x="455350" y="184103"/>
                </a:lnTo>
                <a:lnTo>
                  <a:pt x="457068" y="179206"/>
                </a:lnTo>
                <a:lnTo>
                  <a:pt x="452886" y="178019"/>
                </a:lnTo>
                <a:lnTo>
                  <a:pt x="386939" y="177573"/>
                </a:lnTo>
                <a:lnTo>
                  <a:pt x="360651" y="190188"/>
                </a:lnTo>
                <a:lnTo>
                  <a:pt x="347207" y="182768"/>
                </a:lnTo>
                <a:lnTo>
                  <a:pt x="342726" y="188482"/>
                </a:lnTo>
                <a:lnTo>
                  <a:pt x="331076" y="192934"/>
                </a:lnTo>
                <a:lnTo>
                  <a:pt x="328536" y="189446"/>
                </a:lnTo>
                <a:lnTo>
                  <a:pt x="323383" y="191004"/>
                </a:lnTo>
                <a:lnTo>
                  <a:pt x="311882" y="200206"/>
                </a:lnTo>
                <a:lnTo>
                  <a:pt x="304189" y="202135"/>
                </a:lnTo>
                <a:lnTo>
                  <a:pt x="297468" y="200132"/>
                </a:lnTo>
                <a:lnTo>
                  <a:pt x="268042" y="210446"/>
                </a:lnTo>
                <a:lnTo>
                  <a:pt x="239363" y="212524"/>
                </a:lnTo>
                <a:lnTo>
                  <a:pt x="218228" y="187814"/>
                </a:lnTo>
                <a:lnTo>
                  <a:pt x="213149" y="172156"/>
                </a:lnTo>
                <a:lnTo>
                  <a:pt x="202320" y="165626"/>
                </a:lnTo>
                <a:lnTo>
                  <a:pt x="179989" y="167259"/>
                </a:lnTo>
                <a:lnTo>
                  <a:pt x="166397" y="141806"/>
                </a:lnTo>
                <a:lnTo>
                  <a:pt x="167816" y="134683"/>
                </a:lnTo>
                <a:lnTo>
                  <a:pt x="164530" y="136018"/>
                </a:lnTo>
                <a:lnTo>
                  <a:pt x="151534" y="126965"/>
                </a:lnTo>
                <a:lnTo>
                  <a:pt x="136523" y="125704"/>
                </a:lnTo>
                <a:lnTo>
                  <a:pt x="131146" y="120213"/>
                </a:lnTo>
                <a:lnTo>
                  <a:pt x="109935" y="114128"/>
                </a:lnTo>
                <a:lnTo>
                  <a:pt x="93803" y="102552"/>
                </a:lnTo>
                <a:lnTo>
                  <a:pt x="89024" y="100771"/>
                </a:lnTo>
                <a:lnTo>
                  <a:pt x="90069" y="103665"/>
                </a:lnTo>
                <a:lnTo>
                  <a:pt x="84692" y="102997"/>
                </a:lnTo>
                <a:lnTo>
                  <a:pt x="78717" y="95799"/>
                </a:lnTo>
                <a:lnTo>
                  <a:pt x="59972" y="92311"/>
                </a:lnTo>
                <a:lnTo>
                  <a:pt x="54370" y="80661"/>
                </a:lnTo>
                <a:lnTo>
                  <a:pt x="43018" y="78658"/>
                </a:lnTo>
                <a:lnTo>
                  <a:pt x="38761" y="82368"/>
                </a:lnTo>
                <a:lnTo>
                  <a:pt x="31890" y="81032"/>
                </a:lnTo>
                <a:lnTo>
                  <a:pt x="17775" y="66340"/>
                </a:lnTo>
                <a:lnTo>
                  <a:pt x="14862" y="67601"/>
                </a:lnTo>
                <a:lnTo>
                  <a:pt x="16207" y="6270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199" name="Editable chart path">
            <a:extLst xmlns:a="http://schemas.openxmlformats.org/drawingml/2006/main">
              <a:ext uri="{FF2B5EF4-FFF2-40B4-BE49-F238E27FC236}">
                <a16:creationId xmlns:a16="http://schemas.microsoft.com/office/drawing/2014/main" id="{7DDA2ECC-1948-40D4-BD8C-90240C26CB2B}"/>
              </a:ext>
            </a:extLst>
          </p:cNvPr>
          <p:cNvSpPr>
            <a:spLocks xmlns:a="http://schemas.openxmlformats.org/drawingml/2006/main" noGrp="1"/>
          </p:cNvSpPr>
          <p:nvPr/>
        </p:nvSpPr>
        <p:spPr>
          <a:xfrm xmlns:a="http://schemas.openxmlformats.org/drawingml/2006/main">
            <a:off x="7891893" y="4221419"/>
            <a:ext cx="112303" cy="131577"/>
          </a:xfrm>
          <a:custGeom xmlns:a="http://schemas.openxmlformats.org/drawingml/2006/main">
            <a:pathLst>
              <a:path w="121287" h="142103">
                <a:moveTo>
                  <a:pt x="41375" y="12095"/>
                </a:moveTo>
                <a:lnTo>
                  <a:pt x="47574" y="21000"/>
                </a:lnTo>
                <a:lnTo>
                  <a:pt x="51831" y="16548"/>
                </a:lnTo>
                <a:lnTo>
                  <a:pt x="59822" y="16845"/>
                </a:lnTo>
                <a:lnTo>
                  <a:pt x="63855" y="13951"/>
                </a:lnTo>
                <a:lnTo>
                  <a:pt x="59449" y="10092"/>
                </a:lnTo>
                <a:lnTo>
                  <a:pt x="58403" y="12170"/>
                </a:lnTo>
                <a:lnTo>
                  <a:pt x="61017" y="7421"/>
                </a:lnTo>
                <a:lnTo>
                  <a:pt x="109263" y="1336"/>
                </a:lnTo>
                <a:lnTo>
                  <a:pt x="113445" y="4304"/>
                </a:lnTo>
                <a:lnTo>
                  <a:pt x="113445" y="10760"/>
                </a:lnTo>
                <a:lnTo>
                  <a:pt x="105977" y="22929"/>
                </a:lnTo>
                <a:lnTo>
                  <a:pt x="87381" y="29905"/>
                </a:lnTo>
                <a:lnTo>
                  <a:pt x="88352" y="25898"/>
                </a:lnTo>
                <a:lnTo>
                  <a:pt x="81555" y="25081"/>
                </a:lnTo>
                <a:lnTo>
                  <a:pt x="76626" y="29979"/>
                </a:lnTo>
                <a:lnTo>
                  <a:pt x="75058" y="37325"/>
                </a:lnTo>
                <a:lnTo>
                  <a:pt x="81929" y="51498"/>
                </a:lnTo>
                <a:lnTo>
                  <a:pt x="89995" y="51573"/>
                </a:lnTo>
                <a:lnTo>
                  <a:pt x="91638" y="48753"/>
                </a:lnTo>
                <a:lnTo>
                  <a:pt x="89024" y="46972"/>
                </a:lnTo>
                <a:lnTo>
                  <a:pt x="94774" y="48976"/>
                </a:lnTo>
                <a:lnTo>
                  <a:pt x="98210" y="65894"/>
                </a:lnTo>
                <a:lnTo>
                  <a:pt x="113072" y="78509"/>
                </a:lnTo>
                <a:lnTo>
                  <a:pt x="116059" y="86449"/>
                </a:lnTo>
                <a:lnTo>
                  <a:pt x="120989" y="89863"/>
                </a:lnTo>
                <a:lnTo>
                  <a:pt x="121287" y="94686"/>
                </a:lnTo>
                <a:lnTo>
                  <a:pt x="117927" y="91569"/>
                </a:lnTo>
                <a:lnTo>
                  <a:pt x="112848" y="93796"/>
                </a:lnTo>
                <a:lnTo>
                  <a:pt x="109711" y="102774"/>
                </a:lnTo>
                <a:lnTo>
                  <a:pt x="113968" y="106188"/>
                </a:lnTo>
                <a:lnTo>
                  <a:pt x="103214" y="110714"/>
                </a:lnTo>
                <a:lnTo>
                  <a:pt x="105678" y="108637"/>
                </a:lnTo>
                <a:lnTo>
                  <a:pt x="97463" y="104629"/>
                </a:lnTo>
                <a:lnTo>
                  <a:pt x="92160" y="96690"/>
                </a:lnTo>
                <a:lnTo>
                  <a:pt x="79165" y="86672"/>
                </a:lnTo>
                <a:lnTo>
                  <a:pt x="69680" y="73166"/>
                </a:lnTo>
                <a:lnTo>
                  <a:pt x="60644" y="86523"/>
                </a:lnTo>
                <a:lnTo>
                  <a:pt x="62809" y="99880"/>
                </a:lnTo>
                <a:lnTo>
                  <a:pt x="62735" y="95428"/>
                </a:lnTo>
                <a:lnTo>
                  <a:pt x="56685" y="96467"/>
                </a:lnTo>
                <a:lnTo>
                  <a:pt x="59449" y="111160"/>
                </a:lnTo>
                <a:lnTo>
                  <a:pt x="62137" y="112050"/>
                </a:lnTo>
                <a:lnTo>
                  <a:pt x="63108" y="109379"/>
                </a:lnTo>
                <a:lnTo>
                  <a:pt x="63930" y="121845"/>
                </a:lnTo>
                <a:lnTo>
                  <a:pt x="60569" y="121103"/>
                </a:lnTo>
                <a:lnTo>
                  <a:pt x="59747" y="128746"/>
                </a:lnTo>
                <a:lnTo>
                  <a:pt x="62735" y="132011"/>
                </a:lnTo>
                <a:lnTo>
                  <a:pt x="66544" y="130601"/>
                </a:lnTo>
                <a:lnTo>
                  <a:pt x="67515" y="136389"/>
                </a:lnTo>
                <a:lnTo>
                  <a:pt x="62809" y="142103"/>
                </a:lnTo>
                <a:lnTo>
                  <a:pt x="53250" y="132308"/>
                </a:lnTo>
                <a:lnTo>
                  <a:pt x="45931" y="130453"/>
                </a:lnTo>
                <a:lnTo>
                  <a:pt x="37417" y="115909"/>
                </a:lnTo>
                <a:lnTo>
                  <a:pt x="0" y="76728"/>
                </a:lnTo>
                <a:lnTo>
                  <a:pt x="8738" y="69011"/>
                </a:lnTo>
                <a:lnTo>
                  <a:pt x="17700" y="67082"/>
                </a:lnTo>
                <a:lnTo>
                  <a:pt x="22704" y="68937"/>
                </a:lnTo>
                <a:lnTo>
                  <a:pt x="20239" y="69456"/>
                </a:lnTo>
                <a:lnTo>
                  <a:pt x="23974" y="72795"/>
                </a:lnTo>
                <a:lnTo>
                  <a:pt x="27334" y="72870"/>
                </a:lnTo>
                <a:lnTo>
                  <a:pt x="26737" y="70569"/>
                </a:lnTo>
                <a:lnTo>
                  <a:pt x="31741" y="75615"/>
                </a:lnTo>
                <a:lnTo>
                  <a:pt x="40554" y="77099"/>
                </a:lnTo>
                <a:lnTo>
                  <a:pt x="38612" y="81700"/>
                </a:lnTo>
                <a:lnTo>
                  <a:pt x="52652" y="89343"/>
                </a:lnTo>
                <a:lnTo>
                  <a:pt x="55266" y="85188"/>
                </a:lnTo>
                <a:lnTo>
                  <a:pt x="49665" y="80735"/>
                </a:lnTo>
                <a:lnTo>
                  <a:pt x="59971" y="85707"/>
                </a:lnTo>
                <a:lnTo>
                  <a:pt x="68037" y="72647"/>
                </a:lnTo>
                <a:lnTo>
                  <a:pt x="66544" y="66043"/>
                </a:lnTo>
                <a:lnTo>
                  <a:pt x="69083" y="62036"/>
                </a:lnTo>
                <a:lnTo>
                  <a:pt x="66096" y="57435"/>
                </a:lnTo>
                <a:lnTo>
                  <a:pt x="63631" y="59290"/>
                </a:lnTo>
                <a:lnTo>
                  <a:pt x="52727" y="50014"/>
                </a:lnTo>
                <a:lnTo>
                  <a:pt x="59075" y="44375"/>
                </a:lnTo>
                <a:lnTo>
                  <a:pt x="63407" y="47937"/>
                </a:lnTo>
                <a:lnTo>
                  <a:pt x="67589" y="46378"/>
                </a:lnTo>
                <a:lnTo>
                  <a:pt x="66992" y="34209"/>
                </a:lnTo>
                <a:lnTo>
                  <a:pt x="52802" y="34802"/>
                </a:lnTo>
                <a:lnTo>
                  <a:pt x="50935" y="24933"/>
                </a:lnTo>
                <a:lnTo>
                  <a:pt x="36969" y="43262"/>
                </a:lnTo>
                <a:lnTo>
                  <a:pt x="27036" y="44523"/>
                </a:lnTo>
                <a:lnTo>
                  <a:pt x="28305" y="38661"/>
                </a:lnTo>
                <a:lnTo>
                  <a:pt x="43317" y="32947"/>
                </a:lnTo>
                <a:lnTo>
                  <a:pt x="46678" y="22113"/>
                </a:lnTo>
                <a:lnTo>
                  <a:pt x="37716" y="12244"/>
                </a:lnTo>
                <a:lnTo>
                  <a:pt x="34878" y="16028"/>
                </a:lnTo>
                <a:lnTo>
                  <a:pt x="36670" y="17364"/>
                </a:lnTo>
                <a:lnTo>
                  <a:pt x="31666" y="16770"/>
                </a:lnTo>
                <a:lnTo>
                  <a:pt x="17476" y="2820"/>
                </a:lnTo>
                <a:lnTo>
                  <a:pt x="20165" y="0"/>
                </a:lnTo>
                <a:lnTo>
                  <a:pt x="39583" y="5936"/>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0" name="Editable chart path">
            <a:extLst xmlns:a="http://schemas.openxmlformats.org/drawingml/2006/main">
              <a:ext uri="{FF2B5EF4-FFF2-40B4-BE49-F238E27FC236}">
                <a16:creationId xmlns:a16="http://schemas.microsoft.com/office/drawing/2014/main" id="{E7D96290-8AB3-4DF0-8C5E-8098F136B6BC}"/>
              </a:ext>
            </a:extLst>
          </p:cNvPr>
          <p:cNvSpPr>
            <a:spLocks xmlns:a="http://schemas.openxmlformats.org/drawingml/2006/main" noGrp="1"/>
          </p:cNvSpPr>
          <p:nvPr/>
        </p:nvSpPr>
        <p:spPr>
          <a:xfrm xmlns:a="http://schemas.openxmlformats.org/drawingml/2006/main">
            <a:off x="7902681" y="4131960"/>
            <a:ext cx="73716" cy="53524"/>
          </a:xfrm>
          <a:custGeom xmlns:a="http://schemas.openxmlformats.org/drawingml/2006/main">
            <a:pathLst>
              <a:path w="79613" h="57806">
                <a:moveTo>
                  <a:pt x="79613" y="34431"/>
                </a:moveTo>
                <a:lnTo>
                  <a:pt x="77896" y="44523"/>
                </a:lnTo>
                <a:lnTo>
                  <a:pt x="69755" y="49495"/>
                </a:lnTo>
                <a:lnTo>
                  <a:pt x="41151" y="37177"/>
                </a:lnTo>
                <a:lnTo>
                  <a:pt x="32189" y="40219"/>
                </a:lnTo>
                <a:lnTo>
                  <a:pt x="9709" y="57806"/>
                </a:lnTo>
                <a:lnTo>
                  <a:pt x="3435" y="57583"/>
                </a:lnTo>
                <a:lnTo>
                  <a:pt x="0" y="52537"/>
                </a:lnTo>
                <a:lnTo>
                  <a:pt x="3510" y="42594"/>
                </a:lnTo>
                <a:lnTo>
                  <a:pt x="33981" y="22187"/>
                </a:lnTo>
                <a:lnTo>
                  <a:pt x="54968" y="0"/>
                </a:lnTo>
                <a:lnTo>
                  <a:pt x="62287" y="2449"/>
                </a:lnTo>
                <a:lnTo>
                  <a:pt x="70726" y="1098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1" name="Editable chart path">
            <a:extLst xmlns:a="http://schemas.openxmlformats.org/drawingml/2006/main">
              <a:ext uri="{FF2B5EF4-FFF2-40B4-BE49-F238E27FC236}">
                <a16:creationId xmlns:a16="http://schemas.microsoft.com/office/drawing/2014/main" id="{D818058C-9D08-4D74-986D-FFE8B59874E1}"/>
              </a:ext>
            </a:extLst>
          </p:cNvPr>
          <p:cNvSpPr>
            <a:spLocks xmlns:a="http://schemas.openxmlformats.org/drawingml/2006/main" noGrp="1"/>
          </p:cNvSpPr>
          <p:nvPr/>
        </p:nvSpPr>
        <p:spPr>
          <a:xfrm xmlns:a="http://schemas.openxmlformats.org/drawingml/2006/main">
            <a:off x="7837609" y="4205753"/>
            <a:ext cx="36581" cy="49882"/>
          </a:xfrm>
          <a:custGeom xmlns:a="http://schemas.openxmlformats.org/drawingml/2006/main">
            <a:pathLst>
              <a:path w="39508" h="53873">
                <a:moveTo>
                  <a:pt x="39508" y="44968"/>
                </a:moveTo>
                <a:lnTo>
                  <a:pt x="37790" y="52389"/>
                </a:lnTo>
                <a:lnTo>
                  <a:pt x="33608" y="53873"/>
                </a:lnTo>
                <a:lnTo>
                  <a:pt x="13667" y="42668"/>
                </a:lnTo>
                <a:lnTo>
                  <a:pt x="0" y="13951"/>
                </a:lnTo>
                <a:lnTo>
                  <a:pt x="4780" y="0"/>
                </a:lnTo>
                <a:lnTo>
                  <a:pt x="17999" y="4007"/>
                </a:lnTo>
                <a:lnTo>
                  <a:pt x="29799" y="18997"/>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2" name="Editable chart path">
            <a:extLst xmlns:a="http://schemas.openxmlformats.org/drawingml/2006/main">
              <a:ext uri="{FF2B5EF4-FFF2-40B4-BE49-F238E27FC236}">
                <a16:creationId xmlns:a16="http://schemas.microsoft.com/office/drawing/2014/main" id="{AA4A7114-C9B4-4156-B103-9FD098067503}"/>
              </a:ext>
            </a:extLst>
          </p:cNvPr>
          <p:cNvSpPr>
            <a:spLocks xmlns:a="http://schemas.openxmlformats.org/drawingml/2006/main" noGrp="1"/>
          </p:cNvSpPr>
          <p:nvPr/>
        </p:nvSpPr>
        <p:spPr>
          <a:xfrm xmlns:a="http://schemas.openxmlformats.org/drawingml/2006/main">
            <a:off x="7994446" y="4269996"/>
            <a:ext cx="32916" cy="31812"/>
          </a:xfrm>
          <a:custGeom xmlns:a="http://schemas.openxmlformats.org/drawingml/2006/main">
            <a:pathLst>
              <a:path w="35550" h="34357">
                <a:moveTo>
                  <a:pt x="19418" y="8534"/>
                </a:moveTo>
                <a:lnTo>
                  <a:pt x="25393" y="6456"/>
                </a:lnTo>
                <a:lnTo>
                  <a:pt x="21360" y="3413"/>
                </a:lnTo>
                <a:lnTo>
                  <a:pt x="24721" y="5417"/>
                </a:lnTo>
                <a:lnTo>
                  <a:pt x="33533" y="19219"/>
                </a:lnTo>
                <a:lnTo>
                  <a:pt x="35550" y="26269"/>
                </a:lnTo>
                <a:lnTo>
                  <a:pt x="29724" y="34357"/>
                </a:lnTo>
                <a:lnTo>
                  <a:pt x="25542" y="32725"/>
                </a:lnTo>
                <a:lnTo>
                  <a:pt x="29575" y="34060"/>
                </a:lnTo>
                <a:lnTo>
                  <a:pt x="34131" y="28124"/>
                </a:lnTo>
                <a:lnTo>
                  <a:pt x="33010" y="29756"/>
                </a:lnTo>
                <a:lnTo>
                  <a:pt x="18074" y="23152"/>
                </a:lnTo>
                <a:lnTo>
                  <a:pt x="18074" y="21074"/>
                </a:lnTo>
                <a:lnTo>
                  <a:pt x="19343" y="25304"/>
                </a:lnTo>
                <a:lnTo>
                  <a:pt x="12099" y="15138"/>
                </a:lnTo>
                <a:lnTo>
                  <a:pt x="16057" y="16103"/>
                </a:lnTo>
                <a:lnTo>
                  <a:pt x="17850" y="12763"/>
                </a:lnTo>
                <a:lnTo>
                  <a:pt x="11725" y="10982"/>
                </a:lnTo>
                <a:lnTo>
                  <a:pt x="8887" y="14915"/>
                </a:lnTo>
                <a:lnTo>
                  <a:pt x="0" y="4527"/>
                </a:lnTo>
                <a:lnTo>
                  <a:pt x="896" y="668"/>
                </a:lnTo>
                <a:lnTo>
                  <a:pt x="8141" y="0"/>
                </a:lnTo>
                <a:lnTo>
                  <a:pt x="8514" y="2671"/>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3" name="Editable chart path">
            <a:extLst xmlns:a="http://schemas.openxmlformats.org/drawingml/2006/main">
              <a:ext uri="{FF2B5EF4-FFF2-40B4-BE49-F238E27FC236}">
                <a16:creationId xmlns:a16="http://schemas.microsoft.com/office/drawing/2014/main" id="{6B7D791C-479C-4BB2-8A56-BA56452E321E}"/>
              </a:ext>
            </a:extLst>
          </p:cNvPr>
          <p:cNvSpPr>
            <a:spLocks xmlns:a="http://schemas.openxmlformats.org/drawingml/2006/main" noGrp="1"/>
          </p:cNvSpPr>
          <p:nvPr/>
        </p:nvSpPr>
        <p:spPr>
          <a:xfrm xmlns:a="http://schemas.openxmlformats.org/drawingml/2006/main">
            <a:off x="7824539" y="4337742"/>
            <a:ext cx="22198" cy="22330"/>
          </a:xfrm>
          <a:custGeom xmlns:a="http://schemas.openxmlformats.org/drawingml/2006/main">
            <a:pathLst>
              <a:path w="23974" h="24117">
                <a:moveTo>
                  <a:pt x="11576" y="0"/>
                </a:moveTo>
                <a:lnTo>
                  <a:pt x="21210" y="5862"/>
                </a:lnTo>
                <a:lnTo>
                  <a:pt x="23974" y="11428"/>
                </a:lnTo>
                <a:lnTo>
                  <a:pt x="22480" y="8608"/>
                </a:lnTo>
                <a:lnTo>
                  <a:pt x="19194" y="9721"/>
                </a:lnTo>
                <a:lnTo>
                  <a:pt x="12771" y="20777"/>
                </a:lnTo>
                <a:lnTo>
                  <a:pt x="15460" y="22484"/>
                </a:lnTo>
                <a:lnTo>
                  <a:pt x="6722" y="24117"/>
                </a:lnTo>
                <a:lnTo>
                  <a:pt x="0" y="1558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4" name="Editable chart path">
            <a:extLst xmlns:a="http://schemas.openxmlformats.org/drawingml/2006/main">
              <a:ext uri="{FF2B5EF4-FFF2-40B4-BE49-F238E27FC236}">
                <a16:creationId xmlns:a16="http://schemas.microsoft.com/office/drawing/2014/main" id="{15065E2A-763C-45D0-AA26-C1CF8D5AD3E7}"/>
              </a:ext>
            </a:extLst>
          </p:cNvPr>
          <p:cNvSpPr>
            <a:spLocks xmlns:a="http://schemas.openxmlformats.org/drawingml/2006/main" noGrp="1"/>
          </p:cNvSpPr>
          <p:nvPr/>
        </p:nvSpPr>
        <p:spPr>
          <a:xfrm xmlns:a="http://schemas.openxmlformats.org/drawingml/2006/main">
            <a:off x="7812437" y="4327642"/>
            <a:ext cx="13900" cy="15734"/>
          </a:xfrm>
          <a:custGeom xmlns:a="http://schemas.openxmlformats.org/drawingml/2006/main">
            <a:pathLst>
              <a:path w="15012" h="16993">
                <a:moveTo>
                  <a:pt x="3211" y="0"/>
                </a:moveTo>
                <a:lnTo>
                  <a:pt x="11053" y="1781"/>
                </a:lnTo>
                <a:lnTo>
                  <a:pt x="15012" y="5862"/>
                </a:lnTo>
                <a:lnTo>
                  <a:pt x="6348" y="16993"/>
                </a:lnTo>
                <a:lnTo>
                  <a:pt x="672" y="11057"/>
                </a:lnTo>
                <a:lnTo>
                  <a:pt x="0" y="3710"/>
                </a:lnTo>
                <a:lnTo>
                  <a:pt x="523" y="6159"/>
                </a:lnTo>
                <a:lnTo>
                  <a:pt x="3211" y="393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5" name="Editable chart path">
            <a:extLst xmlns:a="http://schemas.openxmlformats.org/drawingml/2006/main">
              <a:ext uri="{FF2B5EF4-FFF2-40B4-BE49-F238E27FC236}">
                <a16:creationId xmlns:a16="http://schemas.microsoft.com/office/drawing/2014/main" id="{CC6E6A68-8039-4B92-8832-3683CCC7EC6C}"/>
              </a:ext>
            </a:extLst>
          </p:cNvPr>
          <p:cNvSpPr>
            <a:spLocks xmlns:a="http://schemas.openxmlformats.org/drawingml/2006/main" noGrp="1"/>
          </p:cNvSpPr>
          <p:nvPr/>
        </p:nvSpPr>
        <p:spPr>
          <a:xfrm xmlns:a="http://schemas.openxmlformats.org/drawingml/2006/main">
            <a:off x="7991887" y="2708455"/>
            <a:ext cx="103867" cy="119347"/>
          </a:xfrm>
          <a:custGeom xmlns:a="http://schemas.openxmlformats.org/drawingml/2006/main">
            <a:pathLst>
              <a:path w="112176" h="128895">
                <a:moveTo>
                  <a:pt x="110010" y="93944"/>
                </a:moveTo>
                <a:lnTo>
                  <a:pt x="112176" y="102923"/>
                </a:lnTo>
                <a:lnTo>
                  <a:pt x="109188" y="109601"/>
                </a:lnTo>
                <a:lnTo>
                  <a:pt x="88725" y="125630"/>
                </a:lnTo>
                <a:lnTo>
                  <a:pt x="73415" y="128895"/>
                </a:lnTo>
                <a:lnTo>
                  <a:pt x="59747" y="124071"/>
                </a:lnTo>
                <a:lnTo>
                  <a:pt x="44960" y="107895"/>
                </a:lnTo>
                <a:lnTo>
                  <a:pt x="30546" y="82294"/>
                </a:lnTo>
                <a:lnTo>
                  <a:pt x="17028" y="72202"/>
                </a:lnTo>
                <a:lnTo>
                  <a:pt x="15758" y="50608"/>
                </a:lnTo>
                <a:lnTo>
                  <a:pt x="1568" y="22410"/>
                </a:lnTo>
                <a:lnTo>
                  <a:pt x="0" y="9795"/>
                </a:lnTo>
                <a:lnTo>
                  <a:pt x="20464" y="0"/>
                </a:lnTo>
                <a:lnTo>
                  <a:pt x="29052" y="1558"/>
                </a:lnTo>
                <a:lnTo>
                  <a:pt x="65199" y="3970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6" name="Editable chart path">
            <a:extLst xmlns:a="http://schemas.openxmlformats.org/drawingml/2006/main">
              <a:ext uri="{FF2B5EF4-FFF2-40B4-BE49-F238E27FC236}">
                <a16:creationId xmlns:a16="http://schemas.microsoft.com/office/drawing/2014/main" id="{D9D2A038-1E39-4812-ADB8-696519D82881}"/>
              </a:ext>
            </a:extLst>
          </p:cNvPr>
          <p:cNvSpPr>
            <a:spLocks xmlns:a="http://schemas.openxmlformats.org/drawingml/2006/main" noGrp="1"/>
          </p:cNvSpPr>
          <p:nvPr/>
        </p:nvSpPr>
        <p:spPr>
          <a:xfrm xmlns:a="http://schemas.openxmlformats.org/drawingml/2006/main">
            <a:off x="9039334" y="2791936"/>
            <a:ext cx="548653" cy="707630"/>
          </a:xfrm>
          <a:custGeom xmlns:a="http://schemas.openxmlformats.org/drawingml/2006/main">
            <a:pathLst>
              <a:path w="592545" h="764241">
                <a:moveTo>
                  <a:pt x="335930" y="61219"/>
                </a:moveTo>
                <a:lnTo>
                  <a:pt x="341531" y="68492"/>
                </a:lnTo>
                <a:lnTo>
                  <a:pt x="348626" y="64707"/>
                </a:lnTo>
                <a:lnTo>
                  <a:pt x="367148" y="66562"/>
                </a:lnTo>
                <a:lnTo>
                  <a:pt x="407328" y="80216"/>
                </a:lnTo>
                <a:lnTo>
                  <a:pt x="422863" y="87859"/>
                </a:lnTo>
                <a:lnTo>
                  <a:pt x="423311" y="90530"/>
                </a:lnTo>
                <a:lnTo>
                  <a:pt x="425626" y="89046"/>
                </a:lnTo>
                <a:lnTo>
                  <a:pt x="453558" y="99955"/>
                </a:lnTo>
                <a:lnTo>
                  <a:pt x="474992" y="113163"/>
                </a:lnTo>
                <a:lnTo>
                  <a:pt x="513380" y="148040"/>
                </a:lnTo>
                <a:lnTo>
                  <a:pt x="533321" y="160061"/>
                </a:lnTo>
                <a:lnTo>
                  <a:pt x="567526" y="225733"/>
                </a:lnTo>
                <a:lnTo>
                  <a:pt x="567451" y="234415"/>
                </a:lnTo>
                <a:lnTo>
                  <a:pt x="556323" y="245397"/>
                </a:lnTo>
                <a:lnTo>
                  <a:pt x="557294" y="247697"/>
                </a:lnTo>
                <a:lnTo>
                  <a:pt x="578579" y="254524"/>
                </a:lnTo>
                <a:lnTo>
                  <a:pt x="590977" y="271814"/>
                </a:lnTo>
                <a:lnTo>
                  <a:pt x="592545" y="302312"/>
                </a:lnTo>
                <a:lnTo>
                  <a:pt x="586869" y="329026"/>
                </a:lnTo>
                <a:lnTo>
                  <a:pt x="573575" y="357373"/>
                </a:lnTo>
                <a:lnTo>
                  <a:pt x="540341" y="411246"/>
                </a:lnTo>
                <a:lnTo>
                  <a:pt x="526002" y="440854"/>
                </a:lnTo>
                <a:lnTo>
                  <a:pt x="500982" y="511497"/>
                </a:lnTo>
                <a:lnTo>
                  <a:pt x="489182" y="574943"/>
                </a:lnTo>
                <a:lnTo>
                  <a:pt x="489630" y="610710"/>
                </a:lnTo>
                <a:lnTo>
                  <a:pt x="495978" y="636236"/>
                </a:lnTo>
                <a:lnTo>
                  <a:pt x="523089" y="686696"/>
                </a:lnTo>
                <a:lnTo>
                  <a:pt x="559983" y="742350"/>
                </a:lnTo>
                <a:lnTo>
                  <a:pt x="559385" y="754891"/>
                </a:lnTo>
                <a:lnTo>
                  <a:pt x="549079" y="763944"/>
                </a:lnTo>
                <a:lnTo>
                  <a:pt x="540192" y="764241"/>
                </a:lnTo>
                <a:lnTo>
                  <a:pt x="533321" y="760753"/>
                </a:lnTo>
                <a:lnTo>
                  <a:pt x="174761" y="458218"/>
                </a:lnTo>
                <a:lnTo>
                  <a:pt x="93206" y="384606"/>
                </a:lnTo>
                <a:lnTo>
                  <a:pt x="65125" y="342903"/>
                </a:lnTo>
                <a:lnTo>
                  <a:pt x="54071" y="315818"/>
                </a:lnTo>
                <a:lnTo>
                  <a:pt x="48097" y="291849"/>
                </a:lnTo>
                <a:lnTo>
                  <a:pt x="55416" y="286061"/>
                </a:lnTo>
                <a:lnTo>
                  <a:pt x="118151" y="287842"/>
                </a:lnTo>
                <a:lnTo>
                  <a:pt x="133610" y="284206"/>
                </a:lnTo>
                <a:lnTo>
                  <a:pt x="145037" y="277676"/>
                </a:lnTo>
                <a:lnTo>
                  <a:pt x="153402" y="266026"/>
                </a:lnTo>
                <a:lnTo>
                  <a:pt x="152580" y="258012"/>
                </a:lnTo>
                <a:lnTo>
                  <a:pt x="144962" y="250740"/>
                </a:lnTo>
                <a:lnTo>
                  <a:pt x="143693" y="240722"/>
                </a:lnTo>
                <a:lnTo>
                  <a:pt x="157435" y="216383"/>
                </a:lnTo>
                <a:lnTo>
                  <a:pt x="146008" y="211114"/>
                </a:lnTo>
                <a:lnTo>
                  <a:pt x="133461" y="212301"/>
                </a:lnTo>
                <a:lnTo>
                  <a:pt x="115761" y="230407"/>
                </a:lnTo>
                <a:lnTo>
                  <a:pt x="99480" y="236938"/>
                </a:lnTo>
                <a:lnTo>
                  <a:pt x="39359" y="234192"/>
                </a:lnTo>
                <a:lnTo>
                  <a:pt x="29799" y="228701"/>
                </a:lnTo>
                <a:lnTo>
                  <a:pt x="23451" y="220761"/>
                </a:lnTo>
                <a:lnTo>
                  <a:pt x="1344" y="162361"/>
                </a:lnTo>
                <a:lnTo>
                  <a:pt x="0" y="134237"/>
                </a:lnTo>
                <a:lnTo>
                  <a:pt x="12472" y="108562"/>
                </a:lnTo>
                <a:lnTo>
                  <a:pt x="90891" y="38290"/>
                </a:lnTo>
                <a:lnTo>
                  <a:pt x="114939" y="25452"/>
                </a:lnTo>
                <a:lnTo>
                  <a:pt x="204112" y="816"/>
                </a:lnTo>
                <a:lnTo>
                  <a:pt x="233613" y="0"/>
                </a:lnTo>
                <a:lnTo>
                  <a:pt x="258706" y="7198"/>
                </a:lnTo>
                <a:lnTo>
                  <a:pt x="281485" y="40961"/>
                </a:lnTo>
                <a:lnTo>
                  <a:pt x="332270" y="50460"/>
                </a:lnTo>
                <a:lnTo>
                  <a:pt x="337872" y="5491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7" name="Editable chart path">
            <a:extLst xmlns:a="http://schemas.openxmlformats.org/drawingml/2006/main">
              <a:ext uri="{FF2B5EF4-FFF2-40B4-BE49-F238E27FC236}">
                <a16:creationId xmlns:a16="http://schemas.microsoft.com/office/drawing/2014/main" id="{831F57E6-2CC5-4082-B82D-AC056D8BC056}"/>
              </a:ext>
            </a:extLst>
          </p:cNvPr>
          <p:cNvSpPr>
            <a:spLocks xmlns:a="http://schemas.openxmlformats.org/drawingml/2006/main" noGrp="1"/>
          </p:cNvSpPr>
          <p:nvPr/>
        </p:nvSpPr>
        <p:spPr>
          <a:xfrm xmlns:a="http://schemas.openxmlformats.org/drawingml/2006/main">
            <a:off x="8589569" y="3014277"/>
            <a:ext cx="72333" cy="66373"/>
          </a:xfrm>
          <a:custGeom xmlns:a="http://schemas.openxmlformats.org/drawingml/2006/main">
            <a:pathLst>
              <a:path w="78120" h="71682">
                <a:moveTo>
                  <a:pt x="22107" y="4527"/>
                </a:moveTo>
                <a:lnTo>
                  <a:pt x="41076" y="29385"/>
                </a:lnTo>
                <a:lnTo>
                  <a:pt x="71025" y="38958"/>
                </a:lnTo>
                <a:lnTo>
                  <a:pt x="78120" y="64855"/>
                </a:lnTo>
                <a:lnTo>
                  <a:pt x="75058" y="71237"/>
                </a:lnTo>
                <a:lnTo>
                  <a:pt x="71025" y="71682"/>
                </a:lnTo>
                <a:lnTo>
                  <a:pt x="61316" y="63446"/>
                </a:lnTo>
                <a:lnTo>
                  <a:pt x="5676" y="9498"/>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8" name="Editable chart path">
            <a:extLst xmlns:a="http://schemas.openxmlformats.org/drawingml/2006/main">
              <a:ext uri="{FF2B5EF4-FFF2-40B4-BE49-F238E27FC236}">
                <a16:creationId xmlns:a16="http://schemas.microsoft.com/office/drawing/2014/main" id="{FCD722E0-FF94-430E-A411-071367512DE7}"/>
              </a:ext>
            </a:extLst>
          </p:cNvPr>
          <p:cNvSpPr>
            <a:spLocks xmlns:a="http://schemas.openxmlformats.org/drawingml/2006/main" noGrp="1"/>
          </p:cNvSpPr>
          <p:nvPr/>
        </p:nvSpPr>
        <p:spPr>
          <a:xfrm xmlns:a="http://schemas.openxmlformats.org/drawingml/2006/main">
            <a:off x="7300504" y="4326405"/>
            <a:ext cx="166657" cy="198774"/>
          </a:xfrm>
          <a:custGeom xmlns:a="http://schemas.openxmlformats.org/drawingml/2006/main">
            <a:pathLst>
              <a:path w="179989" h="214676">
                <a:moveTo>
                  <a:pt x="17551" y="31018"/>
                </a:moveTo>
                <a:lnTo>
                  <a:pt x="28903" y="32354"/>
                </a:lnTo>
                <a:lnTo>
                  <a:pt x="25169" y="40145"/>
                </a:lnTo>
                <a:lnTo>
                  <a:pt x="28828" y="53205"/>
                </a:lnTo>
                <a:lnTo>
                  <a:pt x="23824" y="54689"/>
                </a:lnTo>
                <a:lnTo>
                  <a:pt x="31890" y="52241"/>
                </a:lnTo>
                <a:lnTo>
                  <a:pt x="33235" y="54541"/>
                </a:lnTo>
                <a:lnTo>
                  <a:pt x="36371" y="50534"/>
                </a:lnTo>
                <a:lnTo>
                  <a:pt x="39284" y="54170"/>
                </a:lnTo>
                <a:lnTo>
                  <a:pt x="35475" y="64113"/>
                </a:lnTo>
                <a:lnTo>
                  <a:pt x="40031" y="67082"/>
                </a:lnTo>
                <a:lnTo>
                  <a:pt x="29799" y="73092"/>
                </a:lnTo>
                <a:lnTo>
                  <a:pt x="23899" y="68937"/>
                </a:lnTo>
                <a:lnTo>
                  <a:pt x="22181" y="70347"/>
                </a:lnTo>
                <a:lnTo>
                  <a:pt x="29351" y="73760"/>
                </a:lnTo>
                <a:lnTo>
                  <a:pt x="41674" y="68937"/>
                </a:lnTo>
                <a:lnTo>
                  <a:pt x="36297" y="73834"/>
                </a:lnTo>
                <a:lnTo>
                  <a:pt x="43242" y="72870"/>
                </a:lnTo>
                <a:lnTo>
                  <a:pt x="41599" y="82442"/>
                </a:lnTo>
                <a:lnTo>
                  <a:pt x="44288" y="75096"/>
                </a:lnTo>
                <a:lnTo>
                  <a:pt x="62063" y="67378"/>
                </a:lnTo>
                <a:lnTo>
                  <a:pt x="71846" y="66414"/>
                </a:lnTo>
                <a:lnTo>
                  <a:pt x="92384" y="71608"/>
                </a:lnTo>
                <a:lnTo>
                  <a:pt x="116657" y="58993"/>
                </a:lnTo>
                <a:lnTo>
                  <a:pt x="131743" y="54541"/>
                </a:lnTo>
                <a:lnTo>
                  <a:pt x="131743" y="51498"/>
                </a:lnTo>
                <a:lnTo>
                  <a:pt x="170056" y="50905"/>
                </a:lnTo>
                <a:lnTo>
                  <a:pt x="178346" y="84891"/>
                </a:lnTo>
                <a:lnTo>
                  <a:pt x="179989" y="114573"/>
                </a:lnTo>
                <a:lnTo>
                  <a:pt x="177002" y="126372"/>
                </a:lnTo>
                <a:lnTo>
                  <a:pt x="166994" y="138541"/>
                </a:lnTo>
                <a:lnTo>
                  <a:pt x="138539" y="153976"/>
                </a:lnTo>
                <a:lnTo>
                  <a:pt x="131967" y="185068"/>
                </a:lnTo>
                <a:lnTo>
                  <a:pt x="115089" y="201393"/>
                </a:lnTo>
                <a:lnTo>
                  <a:pt x="99704" y="211485"/>
                </a:lnTo>
                <a:lnTo>
                  <a:pt x="82825" y="214676"/>
                </a:lnTo>
                <a:lnTo>
                  <a:pt x="66170" y="209259"/>
                </a:lnTo>
                <a:lnTo>
                  <a:pt x="22032" y="165033"/>
                </a:lnTo>
                <a:lnTo>
                  <a:pt x="21434" y="155609"/>
                </a:lnTo>
                <a:lnTo>
                  <a:pt x="40927" y="131640"/>
                </a:lnTo>
                <a:lnTo>
                  <a:pt x="45632" y="116428"/>
                </a:lnTo>
                <a:lnTo>
                  <a:pt x="42122" y="99287"/>
                </a:lnTo>
                <a:lnTo>
                  <a:pt x="38537" y="105001"/>
                </a:lnTo>
                <a:lnTo>
                  <a:pt x="36894" y="99213"/>
                </a:lnTo>
                <a:lnTo>
                  <a:pt x="29276" y="97061"/>
                </a:lnTo>
                <a:lnTo>
                  <a:pt x="36969" y="100400"/>
                </a:lnTo>
                <a:lnTo>
                  <a:pt x="37342" y="106633"/>
                </a:lnTo>
                <a:lnTo>
                  <a:pt x="29799" y="113534"/>
                </a:lnTo>
                <a:lnTo>
                  <a:pt x="24347" y="105965"/>
                </a:lnTo>
                <a:lnTo>
                  <a:pt x="22779" y="112347"/>
                </a:lnTo>
                <a:lnTo>
                  <a:pt x="14937" y="120287"/>
                </a:lnTo>
                <a:lnTo>
                  <a:pt x="5676" y="104852"/>
                </a:lnTo>
                <a:lnTo>
                  <a:pt x="0" y="82591"/>
                </a:lnTo>
                <a:lnTo>
                  <a:pt x="2913" y="62184"/>
                </a:lnTo>
                <a:lnTo>
                  <a:pt x="8514" y="54986"/>
                </a:lnTo>
                <a:lnTo>
                  <a:pt x="11651" y="38142"/>
                </a:lnTo>
                <a:lnTo>
                  <a:pt x="8514" y="371"/>
                </a:lnTo>
                <a:lnTo>
                  <a:pt x="1068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09" name="Editable chart path">
            <a:extLst xmlns:a="http://schemas.openxmlformats.org/drawingml/2006/main">
              <a:ext uri="{FF2B5EF4-FFF2-40B4-BE49-F238E27FC236}">
                <a16:creationId xmlns:a16="http://schemas.microsoft.com/office/drawing/2014/main" id="{AEE94DF9-C9B1-41B9-A2ED-33E10D1738FF}"/>
              </a:ext>
            </a:extLst>
          </p:cNvPr>
          <p:cNvSpPr>
            <a:spLocks xmlns:a="http://schemas.openxmlformats.org/drawingml/2006/main" noGrp="1"/>
          </p:cNvSpPr>
          <p:nvPr/>
        </p:nvSpPr>
        <p:spPr>
          <a:xfrm xmlns:a="http://schemas.openxmlformats.org/drawingml/2006/main">
            <a:off x="6951009" y="4353202"/>
            <a:ext cx="183530" cy="74411"/>
          </a:xfrm>
          <a:custGeom xmlns:a="http://schemas.openxmlformats.org/drawingml/2006/main">
            <a:pathLst>
              <a:path w="198212" h="80364">
                <a:moveTo>
                  <a:pt x="116881" y="148"/>
                </a:moveTo>
                <a:lnTo>
                  <a:pt x="132863" y="5046"/>
                </a:lnTo>
                <a:lnTo>
                  <a:pt x="122856" y="2078"/>
                </a:lnTo>
                <a:lnTo>
                  <a:pt x="120615" y="9053"/>
                </a:lnTo>
                <a:lnTo>
                  <a:pt x="127785" y="20184"/>
                </a:lnTo>
                <a:lnTo>
                  <a:pt x="135925" y="24933"/>
                </a:lnTo>
                <a:lnTo>
                  <a:pt x="148846" y="23597"/>
                </a:lnTo>
                <a:lnTo>
                  <a:pt x="159526" y="16325"/>
                </a:lnTo>
                <a:lnTo>
                  <a:pt x="160646" y="14470"/>
                </a:lnTo>
                <a:lnTo>
                  <a:pt x="156762" y="12170"/>
                </a:lnTo>
                <a:lnTo>
                  <a:pt x="165650" y="16770"/>
                </a:lnTo>
                <a:lnTo>
                  <a:pt x="175657" y="40293"/>
                </a:lnTo>
                <a:lnTo>
                  <a:pt x="170952" y="29163"/>
                </a:lnTo>
                <a:lnTo>
                  <a:pt x="164978" y="27382"/>
                </a:lnTo>
                <a:lnTo>
                  <a:pt x="156464" y="31018"/>
                </a:lnTo>
                <a:lnTo>
                  <a:pt x="151385" y="40145"/>
                </a:lnTo>
                <a:lnTo>
                  <a:pt x="159152" y="48233"/>
                </a:lnTo>
                <a:lnTo>
                  <a:pt x="168338" y="49198"/>
                </a:lnTo>
                <a:lnTo>
                  <a:pt x="183201" y="60106"/>
                </a:lnTo>
                <a:lnTo>
                  <a:pt x="188877" y="58919"/>
                </a:lnTo>
                <a:lnTo>
                  <a:pt x="185740" y="54689"/>
                </a:lnTo>
                <a:lnTo>
                  <a:pt x="198212" y="72647"/>
                </a:lnTo>
                <a:lnTo>
                  <a:pt x="184097" y="74354"/>
                </a:lnTo>
                <a:lnTo>
                  <a:pt x="186711" y="70272"/>
                </a:lnTo>
                <a:lnTo>
                  <a:pt x="183947" y="65969"/>
                </a:lnTo>
                <a:lnTo>
                  <a:pt x="169608" y="62555"/>
                </a:lnTo>
                <a:lnTo>
                  <a:pt x="168562" y="75764"/>
                </a:lnTo>
                <a:lnTo>
                  <a:pt x="177375" y="74725"/>
                </a:lnTo>
                <a:lnTo>
                  <a:pt x="147800" y="80364"/>
                </a:lnTo>
                <a:lnTo>
                  <a:pt x="120092" y="74725"/>
                </a:lnTo>
                <a:lnTo>
                  <a:pt x="72892" y="79993"/>
                </a:lnTo>
                <a:lnTo>
                  <a:pt x="5004" y="68714"/>
                </a:lnTo>
                <a:lnTo>
                  <a:pt x="0" y="63891"/>
                </a:lnTo>
                <a:lnTo>
                  <a:pt x="2614" y="56619"/>
                </a:lnTo>
                <a:lnTo>
                  <a:pt x="26588" y="41703"/>
                </a:lnTo>
                <a:lnTo>
                  <a:pt x="50412" y="15732"/>
                </a:lnTo>
                <a:lnTo>
                  <a:pt x="104633"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0" name="Editable chart path">
            <a:extLst xmlns:a="http://schemas.openxmlformats.org/drawingml/2006/main">
              <a:ext uri="{FF2B5EF4-FFF2-40B4-BE49-F238E27FC236}">
                <a16:creationId xmlns:a16="http://schemas.microsoft.com/office/drawing/2014/main" id="{8175E695-BCD1-4055-8DA2-120FB7818A98}"/>
              </a:ext>
            </a:extLst>
          </p:cNvPr>
          <p:cNvSpPr>
            <a:spLocks xmlns:a="http://schemas.openxmlformats.org/drawingml/2006/main" noGrp="1"/>
          </p:cNvSpPr>
          <p:nvPr/>
        </p:nvSpPr>
        <p:spPr>
          <a:xfrm xmlns:a="http://schemas.openxmlformats.org/drawingml/2006/main">
            <a:off x="7176168" y="4188507"/>
            <a:ext cx="215132" cy="84512"/>
          </a:xfrm>
          <a:custGeom xmlns:a="http://schemas.openxmlformats.org/drawingml/2006/main">
            <a:pathLst>
              <a:path w="232343" h="91273">
                <a:moveTo>
                  <a:pt x="81182" y="9201"/>
                </a:moveTo>
                <a:lnTo>
                  <a:pt x="110607" y="22410"/>
                </a:lnTo>
                <a:lnTo>
                  <a:pt x="114192" y="14396"/>
                </a:lnTo>
                <a:lnTo>
                  <a:pt x="125470" y="5714"/>
                </a:lnTo>
                <a:lnTo>
                  <a:pt x="132415" y="4749"/>
                </a:lnTo>
                <a:lnTo>
                  <a:pt x="135701" y="7866"/>
                </a:lnTo>
                <a:lnTo>
                  <a:pt x="147053" y="42223"/>
                </a:lnTo>
                <a:lnTo>
                  <a:pt x="150713" y="45265"/>
                </a:lnTo>
                <a:lnTo>
                  <a:pt x="178794" y="55877"/>
                </a:lnTo>
                <a:lnTo>
                  <a:pt x="188503" y="53057"/>
                </a:lnTo>
                <a:lnTo>
                  <a:pt x="206203" y="53947"/>
                </a:lnTo>
                <a:lnTo>
                  <a:pt x="224874" y="64707"/>
                </a:lnTo>
                <a:lnTo>
                  <a:pt x="232343" y="73241"/>
                </a:lnTo>
                <a:lnTo>
                  <a:pt x="218302" y="91273"/>
                </a:lnTo>
                <a:lnTo>
                  <a:pt x="180437" y="89714"/>
                </a:lnTo>
                <a:lnTo>
                  <a:pt x="144888" y="81997"/>
                </a:lnTo>
                <a:lnTo>
                  <a:pt x="93057" y="55283"/>
                </a:lnTo>
                <a:lnTo>
                  <a:pt x="41749" y="44152"/>
                </a:lnTo>
                <a:lnTo>
                  <a:pt x="22405" y="44301"/>
                </a:lnTo>
                <a:lnTo>
                  <a:pt x="3660" y="32873"/>
                </a:lnTo>
                <a:lnTo>
                  <a:pt x="0" y="23672"/>
                </a:lnTo>
                <a:lnTo>
                  <a:pt x="2539" y="17809"/>
                </a:lnTo>
                <a:lnTo>
                  <a:pt x="27409" y="4230"/>
                </a:lnTo>
                <a:lnTo>
                  <a:pt x="49441" y="0"/>
                </a:lnTo>
                <a:lnTo>
                  <a:pt x="72070" y="2449"/>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1" name="Editable chart path">
            <a:extLst xmlns:a="http://schemas.openxmlformats.org/drawingml/2006/main">
              <a:ext uri="{FF2B5EF4-FFF2-40B4-BE49-F238E27FC236}">
                <a16:creationId xmlns:a16="http://schemas.microsoft.com/office/drawing/2014/main" id="{78BF392A-8D74-47C8-AE1C-85EFE4B7B8DD}"/>
              </a:ext>
            </a:extLst>
          </p:cNvPr>
          <p:cNvSpPr>
            <a:spLocks xmlns:a="http://schemas.openxmlformats.org/drawingml/2006/main" noGrp="1"/>
          </p:cNvSpPr>
          <p:nvPr/>
        </p:nvSpPr>
        <p:spPr>
          <a:xfrm xmlns:a="http://schemas.openxmlformats.org/drawingml/2006/main">
            <a:off x="7314127" y="4167482"/>
            <a:ext cx="134501" cy="112064"/>
          </a:xfrm>
          <a:custGeom xmlns:a="http://schemas.openxmlformats.org/drawingml/2006/main">
            <a:pathLst>
              <a:path w="145261" h="121029">
                <a:moveTo>
                  <a:pt x="11949" y="0"/>
                </a:moveTo>
                <a:lnTo>
                  <a:pt x="40404" y="5046"/>
                </a:lnTo>
                <a:lnTo>
                  <a:pt x="73191" y="32502"/>
                </a:lnTo>
                <a:lnTo>
                  <a:pt x="81182" y="45933"/>
                </a:lnTo>
                <a:lnTo>
                  <a:pt x="87157" y="49272"/>
                </a:lnTo>
                <a:lnTo>
                  <a:pt x="90219" y="44894"/>
                </a:lnTo>
                <a:lnTo>
                  <a:pt x="93281" y="47640"/>
                </a:lnTo>
                <a:lnTo>
                  <a:pt x="91638" y="49495"/>
                </a:lnTo>
                <a:lnTo>
                  <a:pt x="97687" y="54986"/>
                </a:lnTo>
                <a:lnTo>
                  <a:pt x="99480" y="53428"/>
                </a:lnTo>
                <a:lnTo>
                  <a:pt x="104035" y="57806"/>
                </a:lnTo>
                <a:lnTo>
                  <a:pt x="102318" y="59513"/>
                </a:lnTo>
                <a:lnTo>
                  <a:pt x="107919" y="65004"/>
                </a:lnTo>
                <a:lnTo>
                  <a:pt x="110085" y="63000"/>
                </a:lnTo>
                <a:lnTo>
                  <a:pt x="126665" y="80587"/>
                </a:lnTo>
                <a:lnTo>
                  <a:pt x="130623" y="86523"/>
                </a:lnTo>
                <a:lnTo>
                  <a:pt x="128308" y="94983"/>
                </a:lnTo>
                <a:lnTo>
                  <a:pt x="134730" y="97728"/>
                </a:lnTo>
                <a:lnTo>
                  <a:pt x="145261" y="117467"/>
                </a:lnTo>
                <a:lnTo>
                  <a:pt x="144664" y="121029"/>
                </a:lnTo>
                <a:lnTo>
                  <a:pt x="124648" y="115760"/>
                </a:lnTo>
                <a:lnTo>
                  <a:pt x="101944" y="114647"/>
                </a:lnTo>
                <a:lnTo>
                  <a:pt x="96492" y="93944"/>
                </a:lnTo>
                <a:lnTo>
                  <a:pt x="83348" y="81848"/>
                </a:lnTo>
                <a:lnTo>
                  <a:pt x="56013" y="71460"/>
                </a:lnTo>
                <a:lnTo>
                  <a:pt x="25094" y="68417"/>
                </a:lnTo>
                <a:lnTo>
                  <a:pt x="8141" y="58696"/>
                </a:lnTo>
                <a:lnTo>
                  <a:pt x="0" y="11428"/>
                </a:lnTo>
                <a:lnTo>
                  <a:pt x="3809" y="9276"/>
                </a:lnTo>
                <a:lnTo>
                  <a:pt x="3361" y="378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2" name="Editable chart path">
            <a:extLst xmlns:a="http://schemas.openxmlformats.org/drawingml/2006/main">
              <a:ext uri="{FF2B5EF4-FFF2-40B4-BE49-F238E27FC236}">
                <a16:creationId xmlns:a16="http://schemas.microsoft.com/office/drawing/2014/main" id="{50EAA04F-10A2-4BAE-9AF7-63B33D6A74A5}"/>
              </a:ext>
            </a:extLst>
          </p:cNvPr>
          <p:cNvSpPr>
            <a:spLocks xmlns:a="http://schemas.openxmlformats.org/drawingml/2006/main" noGrp="1"/>
          </p:cNvSpPr>
          <p:nvPr/>
        </p:nvSpPr>
        <p:spPr>
          <a:xfrm xmlns:a="http://schemas.openxmlformats.org/drawingml/2006/main">
            <a:off x="7020714" y="4498108"/>
            <a:ext cx="100547" cy="83550"/>
          </a:xfrm>
          <a:custGeom xmlns:a="http://schemas.openxmlformats.org/drawingml/2006/main">
            <a:pathLst>
              <a:path w="108591" h="90234">
                <a:moveTo>
                  <a:pt x="72220" y="0"/>
                </a:moveTo>
                <a:lnTo>
                  <a:pt x="89995" y="1707"/>
                </a:lnTo>
                <a:lnTo>
                  <a:pt x="92534" y="6159"/>
                </a:lnTo>
                <a:lnTo>
                  <a:pt x="80510" y="9795"/>
                </a:lnTo>
                <a:lnTo>
                  <a:pt x="79240" y="13580"/>
                </a:lnTo>
                <a:lnTo>
                  <a:pt x="88277" y="7643"/>
                </a:lnTo>
                <a:lnTo>
                  <a:pt x="96940" y="8608"/>
                </a:lnTo>
                <a:lnTo>
                  <a:pt x="108143" y="27159"/>
                </a:lnTo>
                <a:lnTo>
                  <a:pt x="102467" y="32057"/>
                </a:lnTo>
                <a:lnTo>
                  <a:pt x="103064" y="34431"/>
                </a:lnTo>
                <a:lnTo>
                  <a:pt x="104334" y="31908"/>
                </a:lnTo>
                <a:lnTo>
                  <a:pt x="108591" y="32279"/>
                </a:lnTo>
                <a:lnTo>
                  <a:pt x="107172" y="41407"/>
                </a:lnTo>
                <a:lnTo>
                  <a:pt x="99255" y="39626"/>
                </a:lnTo>
                <a:lnTo>
                  <a:pt x="90517" y="46453"/>
                </a:lnTo>
                <a:lnTo>
                  <a:pt x="83198" y="29311"/>
                </a:lnTo>
                <a:lnTo>
                  <a:pt x="83049" y="33838"/>
                </a:lnTo>
                <a:lnTo>
                  <a:pt x="89696" y="42594"/>
                </a:lnTo>
                <a:lnTo>
                  <a:pt x="87381" y="47343"/>
                </a:lnTo>
                <a:lnTo>
                  <a:pt x="83049" y="38735"/>
                </a:lnTo>
                <a:lnTo>
                  <a:pt x="76626" y="36806"/>
                </a:lnTo>
                <a:lnTo>
                  <a:pt x="70801" y="39477"/>
                </a:lnTo>
                <a:lnTo>
                  <a:pt x="77149" y="37251"/>
                </a:lnTo>
                <a:lnTo>
                  <a:pt x="82900" y="39255"/>
                </a:lnTo>
                <a:lnTo>
                  <a:pt x="85962" y="45191"/>
                </a:lnTo>
                <a:lnTo>
                  <a:pt x="83646" y="65969"/>
                </a:lnTo>
                <a:lnTo>
                  <a:pt x="73116" y="65226"/>
                </a:lnTo>
                <a:lnTo>
                  <a:pt x="61615" y="71682"/>
                </a:lnTo>
                <a:lnTo>
                  <a:pt x="57358" y="66859"/>
                </a:lnTo>
                <a:lnTo>
                  <a:pt x="53623" y="66859"/>
                </a:lnTo>
                <a:lnTo>
                  <a:pt x="35848" y="77693"/>
                </a:lnTo>
                <a:lnTo>
                  <a:pt x="36371" y="79993"/>
                </a:lnTo>
                <a:lnTo>
                  <a:pt x="29874" y="81774"/>
                </a:lnTo>
                <a:lnTo>
                  <a:pt x="26588" y="78064"/>
                </a:lnTo>
                <a:lnTo>
                  <a:pt x="14190" y="90234"/>
                </a:lnTo>
                <a:lnTo>
                  <a:pt x="16729" y="84668"/>
                </a:lnTo>
                <a:lnTo>
                  <a:pt x="13144" y="68788"/>
                </a:lnTo>
                <a:lnTo>
                  <a:pt x="5228" y="45636"/>
                </a:lnTo>
                <a:lnTo>
                  <a:pt x="0" y="42668"/>
                </a:lnTo>
                <a:lnTo>
                  <a:pt x="597" y="38884"/>
                </a:lnTo>
                <a:lnTo>
                  <a:pt x="30621" y="34505"/>
                </a:lnTo>
                <a:lnTo>
                  <a:pt x="38462" y="40590"/>
                </a:lnTo>
                <a:lnTo>
                  <a:pt x="40479" y="39106"/>
                </a:lnTo>
                <a:lnTo>
                  <a:pt x="36521" y="29756"/>
                </a:lnTo>
                <a:lnTo>
                  <a:pt x="49142" y="8311"/>
                </a:lnTo>
                <a:lnTo>
                  <a:pt x="59747" y="230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3" name="Editable chart path">
            <a:extLst xmlns:a="http://schemas.openxmlformats.org/drawingml/2006/main">
              <a:ext uri="{FF2B5EF4-FFF2-40B4-BE49-F238E27FC236}">
                <a16:creationId xmlns:a16="http://schemas.microsoft.com/office/drawing/2014/main" id="{3D6DA704-EBE8-4B6B-A165-1DA664F5020D}"/>
              </a:ext>
            </a:extLst>
          </p:cNvPr>
          <p:cNvSpPr>
            <a:spLocks xmlns:a="http://schemas.openxmlformats.org/drawingml/2006/main" noGrp="1"/>
          </p:cNvSpPr>
          <p:nvPr/>
        </p:nvSpPr>
        <p:spPr>
          <a:xfrm xmlns:a="http://schemas.openxmlformats.org/drawingml/2006/main">
            <a:off x="7096920" y="4606943"/>
            <a:ext cx="91627" cy="68502"/>
          </a:xfrm>
          <a:custGeom xmlns:a="http://schemas.openxmlformats.org/drawingml/2006/main">
            <a:pathLst>
              <a:path w="98957" h="73983">
                <a:moveTo>
                  <a:pt x="34579" y="0"/>
                </a:moveTo>
                <a:lnTo>
                  <a:pt x="47200" y="5491"/>
                </a:lnTo>
                <a:lnTo>
                  <a:pt x="50113" y="11947"/>
                </a:lnTo>
                <a:lnTo>
                  <a:pt x="63706" y="6085"/>
                </a:lnTo>
                <a:lnTo>
                  <a:pt x="62660" y="17883"/>
                </a:lnTo>
                <a:lnTo>
                  <a:pt x="64527" y="5936"/>
                </a:lnTo>
                <a:lnTo>
                  <a:pt x="70577" y="4452"/>
                </a:lnTo>
                <a:lnTo>
                  <a:pt x="84393" y="9053"/>
                </a:lnTo>
                <a:lnTo>
                  <a:pt x="87754" y="15509"/>
                </a:lnTo>
                <a:lnTo>
                  <a:pt x="89771" y="13134"/>
                </a:lnTo>
                <a:lnTo>
                  <a:pt x="98957" y="14989"/>
                </a:lnTo>
                <a:lnTo>
                  <a:pt x="98509" y="22707"/>
                </a:lnTo>
                <a:lnTo>
                  <a:pt x="91414" y="32279"/>
                </a:lnTo>
                <a:lnTo>
                  <a:pt x="81779" y="27382"/>
                </a:lnTo>
                <a:lnTo>
                  <a:pt x="77373" y="31018"/>
                </a:lnTo>
                <a:lnTo>
                  <a:pt x="83198" y="29608"/>
                </a:lnTo>
                <a:lnTo>
                  <a:pt x="86484" y="33615"/>
                </a:lnTo>
                <a:lnTo>
                  <a:pt x="84991" y="46081"/>
                </a:lnTo>
                <a:lnTo>
                  <a:pt x="82078" y="48382"/>
                </a:lnTo>
                <a:lnTo>
                  <a:pt x="85289" y="67898"/>
                </a:lnTo>
                <a:lnTo>
                  <a:pt x="73489" y="73983"/>
                </a:lnTo>
                <a:lnTo>
                  <a:pt x="63556" y="72424"/>
                </a:lnTo>
                <a:lnTo>
                  <a:pt x="52503" y="65226"/>
                </a:lnTo>
                <a:lnTo>
                  <a:pt x="49068" y="69085"/>
                </a:lnTo>
                <a:lnTo>
                  <a:pt x="43018" y="68937"/>
                </a:lnTo>
                <a:lnTo>
                  <a:pt x="28679" y="52092"/>
                </a:lnTo>
                <a:lnTo>
                  <a:pt x="21658" y="31240"/>
                </a:lnTo>
                <a:lnTo>
                  <a:pt x="15758" y="27233"/>
                </a:lnTo>
                <a:lnTo>
                  <a:pt x="11128" y="28643"/>
                </a:lnTo>
                <a:lnTo>
                  <a:pt x="672" y="25156"/>
                </a:lnTo>
                <a:lnTo>
                  <a:pt x="0" y="19516"/>
                </a:lnTo>
                <a:lnTo>
                  <a:pt x="9858" y="8014"/>
                </a:lnTo>
                <a:lnTo>
                  <a:pt x="14265" y="10018"/>
                </a:lnTo>
                <a:lnTo>
                  <a:pt x="23750" y="742"/>
                </a:lnTo>
                <a:lnTo>
                  <a:pt x="26065" y="4452"/>
                </a:lnTo>
                <a:lnTo>
                  <a:pt x="26812" y="1558"/>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4" name="Editable chart path">
            <a:extLst xmlns:a="http://schemas.openxmlformats.org/drawingml/2006/main">
              <a:ext uri="{FF2B5EF4-FFF2-40B4-BE49-F238E27FC236}">
                <a16:creationId xmlns:a16="http://schemas.microsoft.com/office/drawing/2014/main" id="{65A711D1-5D6B-45F7-A458-6DEACD96F79B}"/>
              </a:ext>
            </a:extLst>
          </p:cNvPr>
          <p:cNvSpPr>
            <a:spLocks xmlns:a="http://schemas.openxmlformats.org/drawingml/2006/main" noGrp="1"/>
          </p:cNvSpPr>
          <p:nvPr/>
        </p:nvSpPr>
        <p:spPr>
          <a:xfrm xmlns:a="http://schemas.openxmlformats.org/drawingml/2006/main">
            <a:off x="7536866" y="4370379"/>
            <a:ext cx="66040" cy="69808"/>
          </a:xfrm>
          <a:custGeom xmlns:a="http://schemas.openxmlformats.org/drawingml/2006/main">
            <a:pathLst>
              <a:path w="71324" h="75393">
                <a:moveTo>
                  <a:pt x="8962" y="2078"/>
                </a:moveTo>
                <a:lnTo>
                  <a:pt x="26140" y="18106"/>
                </a:lnTo>
                <a:lnTo>
                  <a:pt x="35699" y="21668"/>
                </a:lnTo>
                <a:lnTo>
                  <a:pt x="49068" y="44968"/>
                </a:lnTo>
                <a:lnTo>
                  <a:pt x="70950" y="67007"/>
                </a:lnTo>
                <a:lnTo>
                  <a:pt x="71324" y="75393"/>
                </a:lnTo>
                <a:lnTo>
                  <a:pt x="49292" y="69753"/>
                </a:lnTo>
                <a:lnTo>
                  <a:pt x="12696" y="46824"/>
                </a:lnTo>
                <a:lnTo>
                  <a:pt x="523" y="21668"/>
                </a:lnTo>
                <a:lnTo>
                  <a:pt x="0" y="2004"/>
                </a:lnTo>
                <a:lnTo>
                  <a:pt x="4332"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5" name="Editable chart path">
            <a:extLst xmlns:a="http://schemas.openxmlformats.org/drawingml/2006/main">
              <a:ext uri="{FF2B5EF4-FFF2-40B4-BE49-F238E27FC236}">
                <a16:creationId xmlns:a16="http://schemas.microsoft.com/office/drawing/2014/main" id="{0EA4E6B4-9C62-4B28-9EFA-19418C9D2C2D}"/>
              </a:ext>
            </a:extLst>
          </p:cNvPr>
          <p:cNvSpPr>
            <a:spLocks xmlns:a="http://schemas.openxmlformats.org/drawingml/2006/main" noGrp="1"/>
          </p:cNvSpPr>
          <p:nvPr/>
        </p:nvSpPr>
        <p:spPr>
          <a:xfrm xmlns:a="http://schemas.openxmlformats.org/drawingml/2006/main">
            <a:off x="7224990" y="4250207"/>
            <a:ext cx="25379" cy="36690"/>
          </a:xfrm>
          <a:custGeom xmlns:a="http://schemas.openxmlformats.org/drawingml/2006/main">
            <a:pathLst>
              <a:path w="27409" h="39626">
                <a:moveTo>
                  <a:pt x="4854" y="0"/>
                </a:moveTo>
                <a:lnTo>
                  <a:pt x="12622" y="2523"/>
                </a:lnTo>
                <a:lnTo>
                  <a:pt x="2539" y="816"/>
                </a:lnTo>
                <a:lnTo>
                  <a:pt x="6049" y="15212"/>
                </a:lnTo>
                <a:lnTo>
                  <a:pt x="25841" y="18774"/>
                </a:lnTo>
                <a:lnTo>
                  <a:pt x="19642" y="30721"/>
                </a:lnTo>
                <a:lnTo>
                  <a:pt x="27409" y="35915"/>
                </a:lnTo>
                <a:lnTo>
                  <a:pt x="14339" y="39626"/>
                </a:lnTo>
                <a:lnTo>
                  <a:pt x="1419" y="30127"/>
                </a:lnTo>
                <a:lnTo>
                  <a:pt x="7543" y="32428"/>
                </a:lnTo>
                <a:lnTo>
                  <a:pt x="9784" y="28495"/>
                </a:lnTo>
                <a:lnTo>
                  <a:pt x="4630" y="20555"/>
                </a:lnTo>
                <a:lnTo>
                  <a:pt x="1792" y="20406"/>
                </a:lnTo>
                <a:lnTo>
                  <a:pt x="0" y="24636"/>
                </a:lnTo>
                <a:lnTo>
                  <a:pt x="3660" y="12986"/>
                </a:lnTo>
                <a:lnTo>
                  <a:pt x="672" y="215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6" name="Editable chart path">
            <a:extLst xmlns:a="http://schemas.openxmlformats.org/drawingml/2006/main">
              <a:ext uri="{FF2B5EF4-FFF2-40B4-BE49-F238E27FC236}">
                <a16:creationId xmlns:a16="http://schemas.microsoft.com/office/drawing/2014/main" id="{6314E8A9-21A3-405F-B476-A70CDE927294}"/>
              </a:ext>
            </a:extLst>
          </p:cNvPr>
          <p:cNvSpPr>
            <a:spLocks xmlns:a="http://schemas.openxmlformats.org/drawingml/2006/main" noGrp="1"/>
          </p:cNvSpPr>
          <p:nvPr/>
        </p:nvSpPr>
        <p:spPr>
          <a:xfrm xmlns:a="http://schemas.openxmlformats.org/drawingml/2006/main">
            <a:off x="7284599" y="4463754"/>
            <a:ext cx="24342" cy="6390"/>
          </a:xfrm>
          <a:custGeom xmlns:a="http://schemas.openxmlformats.org/drawingml/2006/main">
            <a:pathLst>
              <a:path w="26289" h="6901">
                <a:moveTo>
                  <a:pt x="14115" y="0"/>
                </a:moveTo>
                <a:lnTo>
                  <a:pt x="26289" y="0"/>
                </a:lnTo>
                <a:lnTo>
                  <a:pt x="26289" y="6901"/>
                </a:lnTo>
                <a:lnTo>
                  <a:pt x="0" y="6901"/>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7" name="Editable chart path">
            <a:extLst xmlns:a="http://schemas.openxmlformats.org/drawingml/2006/main">
              <a:ext uri="{FF2B5EF4-FFF2-40B4-BE49-F238E27FC236}">
                <a16:creationId xmlns:a16="http://schemas.microsoft.com/office/drawing/2014/main" id="{E734EAB8-6101-4088-AC55-7D9031F32EB9}"/>
              </a:ext>
            </a:extLst>
          </p:cNvPr>
          <p:cNvSpPr>
            <a:spLocks xmlns:a="http://schemas.openxmlformats.org/drawingml/2006/main" noGrp="1"/>
          </p:cNvSpPr>
          <p:nvPr/>
        </p:nvSpPr>
        <p:spPr>
          <a:xfrm xmlns:a="http://schemas.openxmlformats.org/drawingml/2006/main">
            <a:off x="7242347" y="4254399"/>
            <a:ext cx="32640" cy="29682"/>
          </a:xfrm>
          <a:custGeom xmlns:a="http://schemas.openxmlformats.org/drawingml/2006/main">
            <a:pathLst>
              <a:path w="35251" h="32057">
                <a:moveTo>
                  <a:pt x="22629" y="11205"/>
                </a:moveTo>
                <a:lnTo>
                  <a:pt x="35251" y="22855"/>
                </a:lnTo>
                <a:lnTo>
                  <a:pt x="30172" y="17958"/>
                </a:lnTo>
                <a:lnTo>
                  <a:pt x="26812" y="23968"/>
                </a:lnTo>
                <a:lnTo>
                  <a:pt x="27484" y="29163"/>
                </a:lnTo>
                <a:lnTo>
                  <a:pt x="34803" y="27308"/>
                </a:lnTo>
                <a:lnTo>
                  <a:pt x="15161" y="32057"/>
                </a:lnTo>
                <a:lnTo>
                  <a:pt x="22480" y="28346"/>
                </a:lnTo>
                <a:lnTo>
                  <a:pt x="17252" y="12021"/>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8" name="Editable chart path">
            <a:extLst xmlns:a="http://schemas.openxmlformats.org/drawingml/2006/main">
              <a:ext uri="{FF2B5EF4-FFF2-40B4-BE49-F238E27FC236}">
                <a16:creationId xmlns:a16="http://schemas.microsoft.com/office/drawing/2014/main" id="{36CE7D27-2893-4344-91D6-F175C9B16710}"/>
              </a:ext>
            </a:extLst>
          </p:cNvPr>
          <p:cNvSpPr>
            <a:spLocks xmlns:a="http://schemas.openxmlformats.org/drawingml/2006/main" noGrp="1"/>
          </p:cNvSpPr>
          <p:nvPr/>
        </p:nvSpPr>
        <p:spPr>
          <a:xfrm xmlns:a="http://schemas.openxmlformats.org/drawingml/2006/main">
            <a:off x="7147539" y="4505941"/>
            <a:ext cx="16112" cy="16696"/>
          </a:xfrm>
          <a:custGeom xmlns:a="http://schemas.openxmlformats.org/drawingml/2006/main">
            <a:pathLst>
              <a:path w="17401" h="18032">
                <a:moveTo>
                  <a:pt x="9560" y="16993"/>
                </a:moveTo>
                <a:lnTo>
                  <a:pt x="3809" y="18032"/>
                </a:lnTo>
                <a:lnTo>
                  <a:pt x="0" y="15435"/>
                </a:lnTo>
                <a:lnTo>
                  <a:pt x="4780" y="11947"/>
                </a:lnTo>
                <a:lnTo>
                  <a:pt x="5975" y="6530"/>
                </a:lnTo>
                <a:lnTo>
                  <a:pt x="17401"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19" name="Editable chart path">
            <a:extLst xmlns:a="http://schemas.openxmlformats.org/drawingml/2006/main">
              <a:ext uri="{FF2B5EF4-FFF2-40B4-BE49-F238E27FC236}">
                <a16:creationId xmlns:a16="http://schemas.microsoft.com/office/drawing/2014/main" id="{DA42CEEE-A52F-4C54-926F-B5CC2CB81BED}"/>
              </a:ext>
            </a:extLst>
          </p:cNvPr>
          <p:cNvSpPr>
            <a:spLocks xmlns:a="http://schemas.openxmlformats.org/drawingml/2006/main" noGrp="1"/>
          </p:cNvSpPr>
          <p:nvPr/>
        </p:nvSpPr>
        <p:spPr>
          <a:xfrm xmlns:a="http://schemas.openxmlformats.org/drawingml/2006/main">
            <a:off x="6627239" y="3075840"/>
            <a:ext cx="11203" cy="16696"/>
          </a:xfrm>
          <a:custGeom xmlns:a="http://schemas.openxmlformats.org/drawingml/2006/main">
            <a:pathLst>
              <a:path w="12099" h="18032">
                <a:moveTo>
                  <a:pt x="6273" y="18032"/>
                </a:moveTo>
                <a:lnTo>
                  <a:pt x="0" y="16028"/>
                </a:lnTo>
                <a:lnTo>
                  <a:pt x="7170" y="0"/>
                </a:lnTo>
                <a:lnTo>
                  <a:pt x="12099" y="9721"/>
                </a:lnTo>
                <a:lnTo>
                  <a:pt x="11875" y="1358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20" name="Editable chart path">
            <a:extLst xmlns:a="http://schemas.openxmlformats.org/drawingml/2006/main">
              <a:ext uri="{FF2B5EF4-FFF2-40B4-BE49-F238E27FC236}">
                <a16:creationId xmlns:a16="http://schemas.microsoft.com/office/drawing/2014/main" id="{07548B43-FA28-4B33-A18A-5699579716F0}"/>
              </a:ext>
            </a:extLst>
          </p:cNvPr>
          <p:cNvSpPr>
            <a:spLocks xmlns:a="http://schemas.openxmlformats.org/drawingml/2006/main" noGrp="1"/>
          </p:cNvSpPr>
          <p:nvPr/>
        </p:nvSpPr>
        <p:spPr>
          <a:xfrm xmlns:a="http://schemas.openxmlformats.org/drawingml/2006/main">
            <a:off x="7107313" y="460192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1" name="Editable chart path">
            <a:extLst xmlns:a="http://schemas.openxmlformats.org/drawingml/2006/main">
              <a:ext uri="{FF2B5EF4-FFF2-40B4-BE49-F238E27FC236}">
                <a16:creationId xmlns:a16="http://schemas.microsoft.com/office/drawing/2014/main" id="{726090DD-4640-4A26-B63D-8E6E8623350C}"/>
              </a:ext>
            </a:extLst>
          </p:cNvPr>
          <p:cNvSpPr>
            <a:spLocks xmlns:a="http://schemas.openxmlformats.org/drawingml/2006/main" noGrp="1"/>
          </p:cNvSpPr>
          <p:nvPr/>
        </p:nvSpPr>
        <p:spPr>
          <a:xfrm xmlns:a="http://schemas.openxmlformats.org/drawingml/2006/main">
            <a:off x="7045175" y="447764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2" name="Editable chart path">
            <a:extLst xmlns:a="http://schemas.openxmlformats.org/drawingml/2006/main">
              <a:ext uri="{FF2B5EF4-FFF2-40B4-BE49-F238E27FC236}">
                <a16:creationId xmlns:a16="http://schemas.microsoft.com/office/drawing/2014/main" id="{850847A6-9A33-4799-A90D-3C12E956E52D}"/>
              </a:ext>
            </a:extLst>
          </p:cNvPr>
          <p:cNvSpPr>
            <a:spLocks xmlns:a="http://schemas.openxmlformats.org/drawingml/2006/main" noGrp="1"/>
          </p:cNvSpPr>
          <p:nvPr/>
        </p:nvSpPr>
        <p:spPr>
          <a:xfrm xmlns:a="http://schemas.openxmlformats.org/drawingml/2006/main">
            <a:off x="7355863" y="447764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3" name="Editable chart path">
            <a:extLst xmlns:a="http://schemas.openxmlformats.org/drawingml/2006/main">
              <a:ext uri="{FF2B5EF4-FFF2-40B4-BE49-F238E27FC236}">
                <a16:creationId xmlns:a16="http://schemas.microsoft.com/office/drawing/2014/main" id="{876BF1E7-E36F-4673-A910-ACFCFBBE898C}"/>
              </a:ext>
            </a:extLst>
          </p:cNvPr>
          <p:cNvSpPr>
            <a:spLocks xmlns:a="http://schemas.openxmlformats.org/drawingml/2006/main" noGrp="1"/>
          </p:cNvSpPr>
          <p:nvPr/>
        </p:nvSpPr>
        <p:spPr>
          <a:xfrm xmlns:a="http://schemas.openxmlformats.org/drawingml/2006/main">
            <a:off x="7355863" y="441550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4" name="Editable chart path">
            <a:extLst xmlns:a="http://schemas.openxmlformats.org/drawingml/2006/main">
              <a:ext uri="{FF2B5EF4-FFF2-40B4-BE49-F238E27FC236}">
                <a16:creationId xmlns:a16="http://schemas.microsoft.com/office/drawing/2014/main" id="{8AB15FD8-DDE6-4CDB-860B-3F3DF6F6CCF4}"/>
              </a:ext>
            </a:extLst>
          </p:cNvPr>
          <p:cNvSpPr>
            <a:spLocks xmlns:a="http://schemas.openxmlformats.org/drawingml/2006/main" noGrp="1"/>
          </p:cNvSpPr>
          <p:nvPr/>
        </p:nvSpPr>
        <p:spPr>
          <a:xfrm xmlns:a="http://schemas.openxmlformats.org/drawingml/2006/main">
            <a:off x="7418001" y="441550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5" name="Editable chart path">
            <a:extLst xmlns:a="http://schemas.openxmlformats.org/drawingml/2006/main">
              <a:ext uri="{FF2B5EF4-FFF2-40B4-BE49-F238E27FC236}">
                <a16:creationId xmlns:a16="http://schemas.microsoft.com/office/drawing/2014/main" id="{3FD23AF5-2555-45DD-91FE-741C822D6B9D}"/>
              </a:ext>
            </a:extLst>
          </p:cNvPr>
          <p:cNvSpPr>
            <a:spLocks xmlns:a="http://schemas.openxmlformats.org/drawingml/2006/main" noGrp="1"/>
          </p:cNvSpPr>
          <p:nvPr/>
        </p:nvSpPr>
        <p:spPr>
          <a:xfrm xmlns:a="http://schemas.openxmlformats.org/drawingml/2006/main">
            <a:off x="6983037" y="435337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6" name="Editable chart path">
            <a:extLst xmlns:a="http://schemas.openxmlformats.org/drawingml/2006/main">
              <a:ext uri="{FF2B5EF4-FFF2-40B4-BE49-F238E27FC236}">
                <a16:creationId xmlns:a16="http://schemas.microsoft.com/office/drawing/2014/main" id="{54CDCC11-41FA-4202-ADAC-59328035BEC3}"/>
              </a:ext>
            </a:extLst>
          </p:cNvPr>
          <p:cNvSpPr>
            <a:spLocks xmlns:a="http://schemas.openxmlformats.org/drawingml/2006/main" noGrp="1"/>
          </p:cNvSpPr>
          <p:nvPr/>
        </p:nvSpPr>
        <p:spPr>
          <a:xfrm xmlns:a="http://schemas.openxmlformats.org/drawingml/2006/main">
            <a:off x="7045175" y="435337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7" name="Editable chart path">
            <a:extLst xmlns:a="http://schemas.openxmlformats.org/drawingml/2006/main">
              <a:ext uri="{FF2B5EF4-FFF2-40B4-BE49-F238E27FC236}">
                <a16:creationId xmlns:a16="http://schemas.microsoft.com/office/drawing/2014/main" id="{D6EB9523-E1B0-430F-B4F6-CC789FB31E0B}"/>
              </a:ext>
            </a:extLst>
          </p:cNvPr>
          <p:cNvSpPr>
            <a:spLocks xmlns:a="http://schemas.openxmlformats.org/drawingml/2006/main" noGrp="1"/>
          </p:cNvSpPr>
          <p:nvPr/>
        </p:nvSpPr>
        <p:spPr>
          <a:xfrm xmlns:a="http://schemas.openxmlformats.org/drawingml/2006/main">
            <a:off x="7293725" y="435337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8" name="Editable chart path">
            <a:extLst xmlns:a="http://schemas.openxmlformats.org/drawingml/2006/main">
              <a:ext uri="{FF2B5EF4-FFF2-40B4-BE49-F238E27FC236}">
                <a16:creationId xmlns:a16="http://schemas.microsoft.com/office/drawing/2014/main" id="{155AA37F-DC41-4291-AF90-0A2355D0F550}"/>
              </a:ext>
            </a:extLst>
          </p:cNvPr>
          <p:cNvSpPr>
            <a:spLocks xmlns:a="http://schemas.openxmlformats.org/drawingml/2006/main" noGrp="1"/>
          </p:cNvSpPr>
          <p:nvPr/>
        </p:nvSpPr>
        <p:spPr>
          <a:xfrm xmlns:a="http://schemas.openxmlformats.org/drawingml/2006/main">
            <a:off x="7418001" y="435337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9" name="Editable chart path">
            <a:extLst xmlns:a="http://schemas.openxmlformats.org/drawingml/2006/main">
              <a:ext uri="{FF2B5EF4-FFF2-40B4-BE49-F238E27FC236}">
                <a16:creationId xmlns:a16="http://schemas.microsoft.com/office/drawing/2014/main" id="{E801403A-50AB-4828-BE16-E02259284986}"/>
              </a:ext>
            </a:extLst>
          </p:cNvPr>
          <p:cNvSpPr>
            <a:spLocks xmlns:a="http://schemas.openxmlformats.org/drawingml/2006/main" noGrp="1"/>
          </p:cNvSpPr>
          <p:nvPr/>
        </p:nvSpPr>
        <p:spPr>
          <a:xfrm xmlns:a="http://schemas.openxmlformats.org/drawingml/2006/main">
            <a:off x="6299523"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0" name="Editable chart path">
            <a:extLst xmlns:a="http://schemas.openxmlformats.org/drawingml/2006/main">
              <a:ext uri="{FF2B5EF4-FFF2-40B4-BE49-F238E27FC236}">
                <a16:creationId xmlns:a16="http://schemas.microsoft.com/office/drawing/2014/main" id="{2CFA5171-2073-4C48-BF9F-AF144BE2A3B7}"/>
              </a:ext>
            </a:extLst>
          </p:cNvPr>
          <p:cNvSpPr>
            <a:spLocks xmlns:a="http://schemas.openxmlformats.org/drawingml/2006/main" noGrp="1"/>
          </p:cNvSpPr>
          <p:nvPr/>
        </p:nvSpPr>
        <p:spPr>
          <a:xfrm xmlns:a="http://schemas.openxmlformats.org/drawingml/2006/main">
            <a:off x="6361661"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1" name="Editable chart path">
            <a:extLst xmlns:a="http://schemas.openxmlformats.org/drawingml/2006/main">
              <a:ext uri="{FF2B5EF4-FFF2-40B4-BE49-F238E27FC236}">
                <a16:creationId xmlns:a16="http://schemas.microsoft.com/office/drawing/2014/main" id="{D0746D9D-842F-4040-B3F3-D7DB064E2847}"/>
              </a:ext>
            </a:extLst>
          </p:cNvPr>
          <p:cNvSpPr>
            <a:spLocks xmlns:a="http://schemas.openxmlformats.org/drawingml/2006/main" noGrp="1"/>
          </p:cNvSpPr>
          <p:nvPr/>
        </p:nvSpPr>
        <p:spPr>
          <a:xfrm xmlns:a="http://schemas.openxmlformats.org/drawingml/2006/main">
            <a:off x="6423799"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2" name="Editable chart path">
            <a:extLst xmlns:a="http://schemas.openxmlformats.org/drawingml/2006/main">
              <a:ext uri="{FF2B5EF4-FFF2-40B4-BE49-F238E27FC236}">
                <a16:creationId xmlns:a16="http://schemas.microsoft.com/office/drawing/2014/main" id="{5EE0381E-5724-4641-B8E0-7BDF9CCFCCD2}"/>
              </a:ext>
            </a:extLst>
          </p:cNvPr>
          <p:cNvSpPr>
            <a:spLocks xmlns:a="http://schemas.openxmlformats.org/drawingml/2006/main" noGrp="1"/>
          </p:cNvSpPr>
          <p:nvPr/>
        </p:nvSpPr>
        <p:spPr>
          <a:xfrm xmlns:a="http://schemas.openxmlformats.org/drawingml/2006/main">
            <a:off x="6485936"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3" name="Editable chart path">
            <a:extLst xmlns:a="http://schemas.openxmlformats.org/drawingml/2006/main">
              <a:ext uri="{FF2B5EF4-FFF2-40B4-BE49-F238E27FC236}">
                <a16:creationId xmlns:a16="http://schemas.microsoft.com/office/drawing/2014/main" id="{91CAD3E5-DB28-4CF5-8116-3631DAF7130B}"/>
              </a:ext>
            </a:extLst>
          </p:cNvPr>
          <p:cNvSpPr>
            <a:spLocks xmlns:a="http://schemas.openxmlformats.org/drawingml/2006/main" noGrp="1"/>
          </p:cNvSpPr>
          <p:nvPr/>
        </p:nvSpPr>
        <p:spPr>
          <a:xfrm xmlns:a="http://schemas.openxmlformats.org/drawingml/2006/main">
            <a:off x="6548074"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4" name="Editable chart path">
            <a:extLst xmlns:a="http://schemas.openxmlformats.org/drawingml/2006/main">
              <a:ext uri="{FF2B5EF4-FFF2-40B4-BE49-F238E27FC236}">
                <a16:creationId xmlns:a16="http://schemas.microsoft.com/office/drawing/2014/main" id="{2A29CD44-EA93-4F14-9ABF-A821CB9E9450}"/>
              </a:ext>
            </a:extLst>
          </p:cNvPr>
          <p:cNvSpPr>
            <a:spLocks xmlns:a="http://schemas.openxmlformats.org/drawingml/2006/main" noGrp="1"/>
          </p:cNvSpPr>
          <p:nvPr/>
        </p:nvSpPr>
        <p:spPr>
          <a:xfrm xmlns:a="http://schemas.openxmlformats.org/drawingml/2006/main">
            <a:off x="7915102" y="429123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5" name="Editable chart path">
            <a:extLst xmlns:a="http://schemas.openxmlformats.org/drawingml/2006/main">
              <a:ext uri="{FF2B5EF4-FFF2-40B4-BE49-F238E27FC236}">
                <a16:creationId xmlns:a16="http://schemas.microsoft.com/office/drawing/2014/main" id="{67B4E3D0-C171-4A71-A68C-A3EC5D490E2E}"/>
              </a:ext>
            </a:extLst>
          </p:cNvPr>
          <p:cNvSpPr>
            <a:spLocks xmlns:a="http://schemas.openxmlformats.org/drawingml/2006/main" noGrp="1"/>
          </p:cNvSpPr>
          <p:nvPr/>
        </p:nvSpPr>
        <p:spPr>
          <a:xfrm xmlns:a="http://schemas.openxmlformats.org/drawingml/2006/main">
            <a:off x="6237386" y="422909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6" name="Editable chart path">
            <a:extLst xmlns:a="http://schemas.openxmlformats.org/drawingml/2006/main">
              <a:ext uri="{FF2B5EF4-FFF2-40B4-BE49-F238E27FC236}">
                <a16:creationId xmlns:a16="http://schemas.microsoft.com/office/drawing/2014/main" id="{5B29B200-9786-4F17-8BA8-3AA6BBB19B42}"/>
              </a:ext>
            </a:extLst>
          </p:cNvPr>
          <p:cNvSpPr>
            <a:spLocks xmlns:a="http://schemas.openxmlformats.org/drawingml/2006/main" noGrp="1"/>
          </p:cNvSpPr>
          <p:nvPr/>
        </p:nvSpPr>
        <p:spPr>
          <a:xfrm xmlns:a="http://schemas.openxmlformats.org/drawingml/2006/main">
            <a:off x="7293725" y="422909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7" name="Editable chart path">
            <a:extLst xmlns:a="http://schemas.openxmlformats.org/drawingml/2006/main">
              <a:ext uri="{FF2B5EF4-FFF2-40B4-BE49-F238E27FC236}">
                <a16:creationId xmlns:a16="http://schemas.microsoft.com/office/drawing/2014/main" id="{18C22283-F954-42F1-9E09-90BFD90C9DA4}"/>
              </a:ext>
            </a:extLst>
          </p:cNvPr>
          <p:cNvSpPr>
            <a:spLocks xmlns:a="http://schemas.openxmlformats.org/drawingml/2006/main" noGrp="1"/>
          </p:cNvSpPr>
          <p:nvPr/>
        </p:nvSpPr>
        <p:spPr>
          <a:xfrm xmlns:a="http://schemas.openxmlformats.org/drawingml/2006/main">
            <a:off x="7355863" y="422909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8" name="Editable chart path">
            <a:extLst xmlns:a="http://schemas.openxmlformats.org/drawingml/2006/main">
              <a:ext uri="{FF2B5EF4-FFF2-40B4-BE49-F238E27FC236}">
                <a16:creationId xmlns:a16="http://schemas.microsoft.com/office/drawing/2014/main" id="{F20E7747-E440-49B2-9143-70851AF50F38}"/>
              </a:ext>
            </a:extLst>
          </p:cNvPr>
          <p:cNvSpPr>
            <a:spLocks xmlns:a="http://schemas.openxmlformats.org/drawingml/2006/main" noGrp="1"/>
          </p:cNvSpPr>
          <p:nvPr/>
        </p:nvSpPr>
        <p:spPr>
          <a:xfrm xmlns:a="http://schemas.openxmlformats.org/drawingml/2006/main">
            <a:off x="6237386"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9" name="Editable chart path">
            <a:extLst xmlns:a="http://schemas.openxmlformats.org/drawingml/2006/main">
              <a:ext uri="{FF2B5EF4-FFF2-40B4-BE49-F238E27FC236}">
                <a16:creationId xmlns:a16="http://schemas.microsoft.com/office/drawing/2014/main" id="{8473E865-78E1-4941-9B9A-39C902E5EDDB}"/>
              </a:ext>
            </a:extLst>
          </p:cNvPr>
          <p:cNvSpPr>
            <a:spLocks xmlns:a="http://schemas.openxmlformats.org/drawingml/2006/main" noGrp="1"/>
          </p:cNvSpPr>
          <p:nvPr/>
        </p:nvSpPr>
        <p:spPr>
          <a:xfrm xmlns:a="http://schemas.openxmlformats.org/drawingml/2006/main">
            <a:off x="6299523"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0" name="Editable chart path">
            <a:extLst xmlns:a="http://schemas.openxmlformats.org/drawingml/2006/main">
              <a:ext uri="{FF2B5EF4-FFF2-40B4-BE49-F238E27FC236}">
                <a16:creationId xmlns:a16="http://schemas.microsoft.com/office/drawing/2014/main" id="{254AAE56-6205-495D-AF75-D9F84881CB46}"/>
              </a:ext>
            </a:extLst>
          </p:cNvPr>
          <p:cNvSpPr>
            <a:spLocks xmlns:a="http://schemas.openxmlformats.org/drawingml/2006/main" noGrp="1"/>
          </p:cNvSpPr>
          <p:nvPr/>
        </p:nvSpPr>
        <p:spPr>
          <a:xfrm xmlns:a="http://schemas.openxmlformats.org/drawingml/2006/main">
            <a:off x="6361661"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1" name="Editable chart path">
            <a:extLst xmlns:a="http://schemas.openxmlformats.org/drawingml/2006/main">
              <a:ext uri="{FF2B5EF4-FFF2-40B4-BE49-F238E27FC236}">
                <a16:creationId xmlns:a16="http://schemas.microsoft.com/office/drawing/2014/main" id="{9448622A-D3AA-4CBD-8D02-0E026241AEC1}"/>
              </a:ext>
            </a:extLst>
          </p:cNvPr>
          <p:cNvSpPr>
            <a:spLocks xmlns:a="http://schemas.openxmlformats.org/drawingml/2006/main" noGrp="1"/>
          </p:cNvSpPr>
          <p:nvPr/>
        </p:nvSpPr>
        <p:spPr>
          <a:xfrm xmlns:a="http://schemas.openxmlformats.org/drawingml/2006/main">
            <a:off x="6423799"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2" name="Editable chart path">
            <a:extLst xmlns:a="http://schemas.openxmlformats.org/drawingml/2006/main">
              <a:ext uri="{FF2B5EF4-FFF2-40B4-BE49-F238E27FC236}">
                <a16:creationId xmlns:a16="http://schemas.microsoft.com/office/drawing/2014/main" id="{3B83D4ED-8379-4229-894E-A39D3C52AA49}"/>
              </a:ext>
            </a:extLst>
          </p:cNvPr>
          <p:cNvSpPr>
            <a:spLocks xmlns:a="http://schemas.openxmlformats.org/drawingml/2006/main" noGrp="1"/>
          </p:cNvSpPr>
          <p:nvPr/>
        </p:nvSpPr>
        <p:spPr>
          <a:xfrm xmlns:a="http://schemas.openxmlformats.org/drawingml/2006/main">
            <a:off x="6485936"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3" name="Editable chart path">
            <a:extLst xmlns:a="http://schemas.openxmlformats.org/drawingml/2006/main">
              <a:ext uri="{FF2B5EF4-FFF2-40B4-BE49-F238E27FC236}">
                <a16:creationId xmlns:a16="http://schemas.microsoft.com/office/drawing/2014/main" id="{F8AEC8FC-5031-47D9-95C1-4F766C72EC5E}"/>
              </a:ext>
            </a:extLst>
          </p:cNvPr>
          <p:cNvSpPr>
            <a:spLocks xmlns:a="http://schemas.openxmlformats.org/drawingml/2006/main" noGrp="1"/>
          </p:cNvSpPr>
          <p:nvPr/>
        </p:nvSpPr>
        <p:spPr>
          <a:xfrm xmlns:a="http://schemas.openxmlformats.org/drawingml/2006/main">
            <a:off x="6672349"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4" name="Editable chart path">
            <a:extLst xmlns:a="http://schemas.openxmlformats.org/drawingml/2006/main">
              <a:ext uri="{FF2B5EF4-FFF2-40B4-BE49-F238E27FC236}">
                <a16:creationId xmlns:a16="http://schemas.microsoft.com/office/drawing/2014/main" id="{E8C6B403-8005-4569-A717-95EE3E134FAE}"/>
              </a:ext>
            </a:extLst>
          </p:cNvPr>
          <p:cNvSpPr>
            <a:spLocks xmlns:a="http://schemas.openxmlformats.org/drawingml/2006/main" noGrp="1"/>
          </p:cNvSpPr>
          <p:nvPr/>
        </p:nvSpPr>
        <p:spPr>
          <a:xfrm xmlns:a="http://schemas.openxmlformats.org/drawingml/2006/main">
            <a:off x="6734487"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5" name="Editable chart path">
            <a:extLst xmlns:a="http://schemas.openxmlformats.org/drawingml/2006/main">
              <a:ext uri="{FF2B5EF4-FFF2-40B4-BE49-F238E27FC236}">
                <a16:creationId xmlns:a16="http://schemas.microsoft.com/office/drawing/2014/main" id="{966FEC2D-6924-47A3-907A-C14B40EEE6DD}"/>
              </a:ext>
            </a:extLst>
          </p:cNvPr>
          <p:cNvSpPr>
            <a:spLocks xmlns:a="http://schemas.openxmlformats.org/drawingml/2006/main" noGrp="1"/>
          </p:cNvSpPr>
          <p:nvPr/>
        </p:nvSpPr>
        <p:spPr>
          <a:xfrm xmlns:a="http://schemas.openxmlformats.org/drawingml/2006/main">
            <a:off x="7169450"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6" name="Editable chart path">
            <a:extLst xmlns:a="http://schemas.openxmlformats.org/drawingml/2006/main">
              <a:ext uri="{FF2B5EF4-FFF2-40B4-BE49-F238E27FC236}">
                <a16:creationId xmlns:a16="http://schemas.microsoft.com/office/drawing/2014/main" id="{1A5C84F7-467D-4D5D-B752-FDE536BECE3C}"/>
              </a:ext>
            </a:extLst>
          </p:cNvPr>
          <p:cNvSpPr>
            <a:spLocks xmlns:a="http://schemas.openxmlformats.org/drawingml/2006/main" noGrp="1"/>
          </p:cNvSpPr>
          <p:nvPr/>
        </p:nvSpPr>
        <p:spPr>
          <a:xfrm xmlns:a="http://schemas.openxmlformats.org/drawingml/2006/main">
            <a:off x="7293725" y="416695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7" name="Editable chart path">
            <a:extLst xmlns:a="http://schemas.openxmlformats.org/drawingml/2006/main">
              <a:ext uri="{FF2B5EF4-FFF2-40B4-BE49-F238E27FC236}">
                <a16:creationId xmlns:a16="http://schemas.microsoft.com/office/drawing/2014/main" id="{11FC29DF-EA27-4BE2-A9FF-9FFA6F052970}"/>
              </a:ext>
            </a:extLst>
          </p:cNvPr>
          <p:cNvSpPr>
            <a:spLocks xmlns:a="http://schemas.openxmlformats.org/drawingml/2006/main" noGrp="1"/>
          </p:cNvSpPr>
          <p:nvPr/>
        </p:nvSpPr>
        <p:spPr>
          <a:xfrm xmlns:a="http://schemas.openxmlformats.org/drawingml/2006/main">
            <a:off x="6672349"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8" name="Editable chart path">
            <a:extLst xmlns:a="http://schemas.openxmlformats.org/drawingml/2006/main">
              <a:ext uri="{FF2B5EF4-FFF2-40B4-BE49-F238E27FC236}">
                <a16:creationId xmlns:a16="http://schemas.microsoft.com/office/drawing/2014/main" id="{E1F6D444-108D-4534-A13B-21DE4A9C1AC2}"/>
              </a:ext>
            </a:extLst>
          </p:cNvPr>
          <p:cNvSpPr>
            <a:spLocks xmlns:a="http://schemas.openxmlformats.org/drawingml/2006/main" noGrp="1"/>
          </p:cNvSpPr>
          <p:nvPr/>
        </p:nvSpPr>
        <p:spPr>
          <a:xfrm xmlns:a="http://schemas.openxmlformats.org/drawingml/2006/main">
            <a:off x="6734487"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9" name="Editable chart path">
            <a:extLst xmlns:a="http://schemas.openxmlformats.org/drawingml/2006/main">
              <a:ext uri="{FF2B5EF4-FFF2-40B4-BE49-F238E27FC236}">
                <a16:creationId xmlns:a16="http://schemas.microsoft.com/office/drawing/2014/main" id="{EB8BFF5F-4015-4052-BE34-37D0B15D18DB}"/>
              </a:ext>
            </a:extLst>
          </p:cNvPr>
          <p:cNvSpPr>
            <a:spLocks xmlns:a="http://schemas.openxmlformats.org/drawingml/2006/main" noGrp="1"/>
          </p:cNvSpPr>
          <p:nvPr/>
        </p:nvSpPr>
        <p:spPr>
          <a:xfrm xmlns:a="http://schemas.openxmlformats.org/drawingml/2006/main">
            <a:off x="6796624"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0" name="Editable chart path">
            <a:extLst xmlns:a="http://schemas.openxmlformats.org/drawingml/2006/main">
              <a:ext uri="{FF2B5EF4-FFF2-40B4-BE49-F238E27FC236}">
                <a16:creationId xmlns:a16="http://schemas.microsoft.com/office/drawing/2014/main" id="{ED50C350-3516-40FF-9E8F-080002B56DF4}"/>
              </a:ext>
            </a:extLst>
          </p:cNvPr>
          <p:cNvSpPr>
            <a:spLocks xmlns:a="http://schemas.openxmlformats.org/drawingml/2006/main" noGrp="1"/>
          </p:cNvSpPr>
          <p:nvPr/>
        </p:nvSpPr>
        <p:spPr>
          <a:xfrm xmlns:a="http://schemas.openxmlformats.org/drawingml/2006/main">
            <a:off x="7790827"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1" name="Editable chart path">
            <a:extLst xmlns:a="http://schemas.openxmlformats.org/drawingml/2006/main">
              <a:ext uri="{FF2B5EF4-FFF2-40B4-BE49-F238E27FC236}">
                <a16:creationId xmlns:a16="http://schemas.microsoft.com/office/drawing/2014/main" id="{DAFF158E-7992-428B-B56A-0D2710F38149}"/>
              </a:ext>
            </a:extLst>
          </p:cNvPr>
          <p:cNvSpPr>
            <a:spLocks xmlns:a="http://schemas.openxmlformats.org/drawingml/2006/main" noGrp="1"/>
          </p:cNvSpPr>
          <p:nvPr/>
        </p:nvSpPr>
        <p:spPr>
          <a:xfrm xmlns:a="http://schemas.openxmlformats.org/drawingml/2006/main">
            <a:off x="7852964"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2" name="Editable chart path">
            <a:extLst xmlns:a="http://schemas.openxmlformats.org/drawingml/2006/main">
              <a:ext uri="{FF2B5EF4-FFF2-40B4-BE49-F238E27FC236}">
                <a16:creationId xmlns:a16="http://schemas.microsoft.com/office/drawing/2014/main" id="{D3E3F64B-B3FF-4B3D-8A61-C293F46FD71D}"/>
              </a:ext>
            </a:extLst>
          </p:cNvPr>
          <p:cNvSpPr>
            <a:spLocks xmlns:a="http://schemas.openxmlformats.org/drawingml/2006/main" noGrp="1"/>
          </p:cNvSpPr>
          <p:nvPr/>
        </p:nvSpPr>
        <p:spPr>
          <a:xfrm xmlns:a="http://schemas.openxmlformats.org/drawingml/2006/main">
            <a:off x="6610211"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3" name="Editable chart path">
            <a:extLst xmlns:a="http://schemas.openxmlformats.org/drawingml/2006/main">
              <a:ext uri="{FF2B5EF4-FFF2-40B4-BE49-F238E27FC236}">
                <a16:creationId xmlns:a16="http://schemas.microsoft.com/office/drawing/2014/main" id="{6F762259-970E-4D09-86D5-01F0B1D9F8DF}"/>
              </a:ext>
            </a:extLst>
          </p:cNvPr>
          <p:cNvSpPr>
            <a:spLocks xmlns:a="http://schemas.openxmlformats.org/drawingml/2006/main" noGrp="1"/>
          </p:cNvSpPr>
          <p:nvPr/>
        </p:nvSpPr>
        <p:spPr>
          <a:xfrm xmlns:a="http://schemas.openxmlformats.org/drawingml/2006/main">
            <a:off x="6672349"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4" name="Editable chart path">
            <a:extLst xmlns:a="http://schemas.openxmlformats.org/drawingml/2006/main">
              <a:ext uri="{FF2B5EF4-FFF2-40B4-BE49-F238E27FC236}">
                <a16:creationId xmlns:a16="http://schemas.microsoft.com/office/drawing/2014/main" id="{56F933D8-3DA2-4218-950E-0B9F321FF9D4}"/>
              </a:ext>
            </a:extLst>
          </p:cNvPr>
          <p:cNvSpPr>
            <a:spLocks xmlns:a="http://schemas.openxmlformats.org/drawingml/2006/main" noGrp="1"/>
          </p:cNvSpPr>
          <p:nvPr/>
        </p:nvSpPr>
        <p:spPr>
          <a:xfrm xmlns:a="http://schemas.openxmlformats.org/drawingml/2006/main">
            <a:off x="6734487"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5" name="Editable chart path">
            <a:extLst xmlns:a="http://schemas.openxmlformats.org/drawingml/2006/main">
              <a:ext uri="{FF2B5EF4-FFF2-40B4-BE49-F238E27FC236}">
                <a16:creationId xmlns:a16="http://schemas.microsoft.com/office/drawing/2014/main" id="{C9BDF9E4-A485-4B3D-89F5-5DA3F588B917}"/>
              </a:ext>
            </a:extLst>
          </p:cNvPr>
          <p:cNvSpPr>
            <a:spLocks xmlns:a="http://schemas.openxmlformats.org/drawingml/2006/main" noGrp="1"/>
          </p:cNvSpPr>
          <p:nvPr/>
        </p:nvSpPr>
        <p:spPr>
          <a:xfrm xmlns:a="http://schemas.openxmlformats.org/drawingml/2006/main">
            <a:off x="6858762"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6" name="Editable chart path">
            <a:extLst xmlns:a="http://schemas.openxmlformats.org/drawingml/2006/main">
              <a:ext uri="{FF2B5EF4-FFF2-40B4-BE49-F238E27FC236}">
                <a16:creationId xmlns:a16="http://schemas.microsoft.com/office/drawing/2014/main" id="{B53A60D6-8781-42A4-9026-A96B6DC24493}"/>
              </a:ext>
            </a:extLst>
          </p:cNvPr>
          <p:cNvSpPr>
            <a:spLocks xmlns:a="http://schemas.openxmlformats.org/drawingml/2006/main" noGrp="1"/>
          </p:cNvSpPr>
          <p:nvPr/>
        </p:nvSpPr>
        <p:spPr>
          <a:xfrm xmlns:a="http://schemas.openxmlformats.org/drawingml/2006/main">
            <a:off x="7666551"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7" name="Editable chart path">
            <a:extLst xmlns:a="http://schemas.openxmlformats.org/drawingml/2006/main">
              <a:ext uri="{FF2B5EF4-FFF2-40B4-BE49-F238E27FC236}">
                <a16:creationId xmlns:a16="http://schemas.microsoft.com/office/drawing/2014/main" id="{F079031A-3A23-44A5-9AEB-93406828105B}"/>
              </a:ext>
            </a:extLst>
          </p:cNvPr>
          <p:cNvSpPr>
            <a:spLocks xmlns:a="http://schemas.openxmlformats.org/drawingml/2006/main" noGrp="1"/>
          </p:cNvSpPr>
          <p:nvPr/>
        </p:nvSpPr>
        <p:spPr>
          <a:xfrm xmlns:a="http://schemas.openxmlformats.org/drawingml/2006/main">
            <a:off x="7728689"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8" name="Editable chart path">
            <a:extLst xmlns:a="http://schemas.openxmlformats.org/drawingml/2006/main">
              <a:ext uri="{FF2B5EF4-FFF2-40B4-BE49-F238E27FC236}">
                <a16:creationId xmlns:a16="http://schemas.microsoft.com/office/drawing/2014/main" id="{CA3B7A67-C094-4D21-BB8B-2E7A7AA97249}"/>
              </a:ext>
            </a:extLst>
          </p:cNvPr>
          <p:cNvSpPr>
            <a:spLocks xmlns:a="http://schemas.openxmlformats.org/drawingml/2006/main" noGrp="1"/>
          </p:cNvSpPr>
          <p:nvPr/>
        </p:nvSpPr>
        <p:spPr>
          <a:xfrm xmlns:a="http://schemas.openxmlformats.org/drawingml/2006/main">
            <a:off x="7790827"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9" name="Editable chart path">
            <a:extLst xmlns:a="http://schemas.openxmlformats.org/drawingml/2006/main">
              <a:ext uri="{FF2B5EF4-FFF2-40B4-BE49-F238E27FC236}">
                <a16:creationId xmlns:a16="http://schemas.microsoft.com/office/drawing/2014/main" id="{1C870A52-9CA2-4E8B-9063-290C0EED64AE}"/>
              </a:ext>
            </a:extLst>
          </p:cNvPr>
          <p:cNvSpPr>
            <a:spLocks xmlns:a="http://schemas.openxmlformats.org/drawingml/2006/main" noGrp="1"/>
          </p:cNvSpPr>
          <p:nvPr/>
        </p:nvSpPr>
        <p:spPr>
          <a:xfrm xmlns:a="http://schemas.openxmlformats.org/drawingml/2006/main">
            <a:off x="6299523"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0" name="Editable chart path">
            <a:extLst xmlns:a="http://schemas.openxmlformats.org/drawingml/2006/main">
              <a:ext uri="{FF2B5EF4-FFF2-40B4-BE49-F238E27FC236}">
                <a16:creationId xmlns:a16="http://schemas.microsoft.com/office/drawing/2014/main" id="{E30803E7-AB13-45B6-A1C6-78E94391000F}"/>
              </a:ext>
            </a:extLst>
          </p:cNvPr>
          <p:cNvSpPr>
            <a:spLocks xmlns:a="http://schemas.openxmlformats.org/drawingml/2006/main" noGrp="1"/>
          </p:cNvSpPr>
          <p:nvPr/>
        </p:nvSpPr>
        <p:spPr>
          <a:xfrm xmlns:a="http://schemas.openxmlformats.org/drawingml/2006/main">
            <a:off x="6361661"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1" name="Editable chart path">
            <a:extLst xmlns:a="http://schemas.openxmlformats.org/drawingml/2006/main">
              <a:ext uri="{FF2B5EF4-FFF2-40B4-BE49-F238E27FC236}">
                <a16:creationId xmlns:a16="http://schemas.microsoft.com/office/drawing/2014/main" id="{8CF69485-E4C4-47AA-907B-D57E2BF77C8F}"/>
              </a:ext>
            </a:extLst>
          </p:cNvPr>
          <p:cNvSpPr>
            <a:spLocks xmlns:a="http://schemas.openxmlformats.org/drawingml/2006/main" noGrp="1"/>
          </p:cNvSpPr>
          <p:nvPr/>
        </p:nvSpPr>
        <p:spPr>
          <a:xfrm xmlns:a="http://schemas.openxmlformats.org/drawingml/2006/main">
            <a:off x="642379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2" name="Editable chart path">
            <a:extLst xmlns:a="http://schemas.openxmlformats.org/drawingml/2006/main">
              <a:ext uri="{FF2B5EF4-FFF2-40B4-BE49-F238E27FC236}">
                <a16:creationId xmlns:a16="http://schemas.microsoft.com/office/drawing/2014/main" id="{526484E6-79F7-47EE-B709-1DC9FFE6D7E7}"/>
              </a:ext>
            </a:extLst>
          </p:cNvPr>
          <p:cNvSpPr>
            <a:spLocks xmlns:a="http://schemas.openxmlformats.org/drawingml/2006/main" noGrp="1"/>
          </p:cNvSpPr>
          <p:nvPr/>
        </p:nvSpPr>
        <p:spPr>
          <a:xfrm xmlns:a="http://schemas.openxmlformats.org/drawingml/2006/main">
            <a:off x="6610211"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3" name="Editable chart path">
            <a:extLst xmlns:a="http://schemas.openxmlformats.org/drawingml/2006/main">
              <a:ext uri="{FF2B5EF4-FFF2-40B4-BE49-F238E27FC236}">
                <a16:creationId xmlns:a16="http://schemas.microsoft.com/office/drawing/2014/main" id="{CBC6CD38-A516-4A6A-9339-8CE8E387DFBA}"/>
              </a:ext>
            </a:extLst>
          </p:cNvPr>
          <p:cNvSpPr>
            <a:spLocks xmlns:a="http://schemas.openxmlformats.org/drawingml/2006/main" noGrp="1"/>
          </p:cNvSpPr>
          <p:nvPr/>
        </p:nvSpPr>
        <p:spPr>
          <a:xfrm xmlns:a="http://schemas.openxmlformats.org/drawingml/2006/main">
            <a:off x="667234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4" name="Editable chart path">
            <a:extLst xmlns:a="http://schemas.openxmlformats.org/drawingml/2006/main">
              <a:ext uri="{FF2B5EF4-FFF2-40B4-BE49-F238E27FC236}">
                <a16:creationId xmlns:a16="http://schemas.microsoft.com/office/drawing/2014/main" id="{D80D4BCB-3B92-40EC-80B8-839C4E3061EB}"/>
              </a:ext>
            </a:extLst>
          </p:cNvPr>
          <p:cNvSpPr>
            <a:spLocks xmlns:a="http://schemas.openxmlformats.org/drawingml/2006/main" noGrp="1"/>
          </p:cNvSpPr>
          <p:nvPr/>
        </p:nvSpPr>
        <p:spPr>
          <a:xfrm xmlns:a="http://schemas.openxmlformats.org/drawingml/2006/main">
            <a:off x="6858762"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5" name="Editable chart path">
            <a:extLst xmlns:a="http://schemas.openxmlformats.org/drawingml/2006/main">
              <a:ext uri="{FF2B5EF4-FFF2-40B4-BE49-F238E27FC236}">
                <a16:creationId xmlns:a16="http://schemas.microsoft.com/office/drawing/2014/main" id="{6AEA4EDF-BC46-4B1E-9D85-CFC965721C82}"/>
              </a:ext>
            </a:extLst>
          </p:cNvPr>
          <p:cNvSpPr>
            <a:spLocks xmlns:a="http://schemas.openxmlformats.org/drawingml/2006/main" noGrp="1"/>
          </p:cNvSpPr>
          <p:nvPr/>
        </p:nvSpPr>
        <p:spPr>
          <a:xfrm xmlns:a="http://schemas.openxmlformats.org/drawingml/2006/main">
            <a:off x="6920900"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6" name="Editable chart path">
            <a:extLst xmlns:a="http://schemas.openxmlformats.org/drawingml/2006/main">
              <a:ext uri="{FF2B5EF4-FFF2-40B4-BE49-F238E27FC236}">
                <a16:creationId xmlns:a16="http://schemas.microsoft.com/office/drawing/2014/main" id="{FC516243-365E-4C25-93F4-1EC7E6BEFCDF}"/>
              </a:ext>
            </a:extLst>
          </p:cNvPr>
          <p:cNvSpPr>
            <a:spLocks xmlns:a="http://schemas.openxmlformats.org/drawingml/2006/main" noGrp="1"/>
          </p:cNvSpPr>
          <p:nvPr/>
        </p:nvSpPr>
        <p:spPr>
          <a:xfrm xmlns:a="http://schemas.openxmlformats.org/drawingml/2006/main">
            <a:off x="7045175"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7" name="Editable chart path">
            <a:extLst xmlns:a="http://schemas.openxmlformats.org/drawingml/2006/main">
              <a:ext uri="{FF2B5EF4-FFF2-40B4-BE49-F238E27FC236}">
                <a16:creationId xmlns:a16="http://schemas.microsoft.com/office/drawing/2014/main" id="{0481922F-5030-40E5-A6AF-276ACBF3F56C}"/>
              </a:ext>
            </a:extLst>
          </p:cNvPr>
          <p:cNvSpPr>
            <a:spLocks xmlns:a="http://schemas.openxmlformats.org/drawingml/2006/main" noGrp="1"/>
          </p:cNvSpPr>
          <p:nvPr/>
        </p:nvSpPr>
        <p:spPr>
          <a:xfrm xmlns:a="http://schemas.openxmlformats.org/drawingml/2006/main">
            <a:off x="7480138"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8" name="Editable chart path">
            <a:extLst xmlns:a="http://schemas.openxmlformats.org/drawingml/2006/main">
              <a:ext uri="{FF2B5EF4-FFF2-40B4-BE49-F238E27FC236}">
                <a16:creationId xmlns:a16="http://schemas.microsoft.com/office/drawing/2014/main" id="{3AEE91EC-614A-4C74-B48A-7AC7D2A3E2E3}"/>
              </a:ext>
            </a:extLst>
          </p:cNvPr>
          <p:cNvSpPr>
            <a:spLocks xmlns:a="http://schemas.openxmlformats.org/drawingml/2006/main" noGrp="1"/>
          </p:cNvSpPr>
          <p:nvPr/>
        </p:nvSpPr>
        <p:spPr>
          <a:xfrm xmlns:a="http://schemas.openxmlformats.org/drawingml/2006/main">
            <a:off x="772868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9" name="Editable chart path">
            <a:extLst xmlns:a="http://schemas.openxmlformats.org/drawingml/2006/main">
              <a:ext uri="{FF2B5EF4-FFF2-40B4-BE49-F238E27FC236}">
                <a16:creationId xmlns:a16="http://schemas.microsoft.com/office/drawing/2014/main" id="{DAA8B432-C06D-4B12-BF4A-1649B55723E1}"/>
              </a:ext>
            </a:extLst>
          </p:cNvPr>
          <p:cNvSpPr>
            <a:spLocks xmlns:a="http://schemas.openxmlformats.org/drawingml/2006/main" noGrp="1"/>
          </p:cNvSpPr>
          <p:nvPr/>
        </p:nvSpPr>
        <p:spPr>
          <a:xfrm xmlns:a="http://schemas.openxmlformats.org/drawingml/2006/main">
            <a:off x="7790827"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0" name="Editable chart path">
            <a:extLst xmlns:a="http://schemas.openxmlformats.org/drawingml/2006/main">
              <a:ext uri="{FF2B5EF4-FFF2-40B4-BE49-F238E27FC236}">
                <a16:creationId xmlns:a16="http://schemas.microsoft.com/office/drawing/2014/main" id="{E027BE8A-5F3C-4454-82B1-3F19EEF96D47}"/>
              </a:ext>
            </a:extLst>
          </p:cNvPr>
          <p:cNvSpPr>
            <a:spLocks xmlns:a="http://schemas.openxmlformats.org/drawingml/2006/main" noGrp="1"/>
          </p:cNvSpPr>
          <p:nvPr/>
        </p:nvSpPr>
        <p:spPr>
          <a:xfrm xmlns:a="http://schemas.openxmlformats.org/drawingml/2006/main">
            <a:off x="6299523"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1" name="Editable chart path">
            <a:extLst xmlns:a="http://schemas.openxmlformats.org/drawingml/2006/main">
              <a:ext uri="{FF2B5EF4-FFF2-40B4-BE49-F238E27FC236}">
                <a16:creationId xmlns:a16="http://schemas.microsoft.com/office/drawing/2014/main" id="{EE1203C9-7D95-4758-80B9-2E10D5BB0DB9}"/>
              </a:ext>
            </a:extLst>
          </p:cNvPr>
          <p:cNvSpPr>
            <a:spLocks xmlns:a="http://schemas.openxmlformats.org/drawingml/2006/main" noGrp="1"/>
          </p:cNvSpPr>
          <p:nvPr/>
        </p:nvSpPr>
        <p:spPr>
          <a:xfrm xmlns:a="http://schemas.openxmlformats.org/drawingml/2006/main">
            <a:off x="6361661"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2" name="Editable chart path">
            <a:extLst xmlns:a="http://schemas.openxmlformats.org/drawingml/2006/main">
              <a:ext uri="{FF2B5EF4-FFF2-40B4-BE49-F238E27FC236}">
                <a16:creationId xmlns:a16="http://schemas.microsoft.com/office/drawing/2014/main" id="{96C11EA2-8132-4CAB-A1DD-1D1753F23948}"/>
              </a:ext>
            </a:extLst>
          </p:cNvPr>
          <p:cNvSpPr>
            <a:spLocks xmlns:a="http://schemas.openxmlformats.org/drawingml/2006/main" noGrp="1"/>
          </p:cNvSpPr>
          <p:nvPr/>
        </p:nvSpPr>
        <p:spPr>
          <a:xfrm xmlns:a="http://schemas.openxmlformats.org/drawingml/2006/main">
            <a:off x="642379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3" name="Editable chart path">
            <a:extLst xmlns:a="http://schemas.openxmlformats.org/drawingml/2006/main">
              <a:ext uri="{FF2B5EF4-FFF2-40B4-BE49-F238E27FC236}">
                <a16:creationId xmlns:a16="http://schemas.microsoft.com/office/drawing/2014/main" id="{88739A8A-8A2F-4624-805B-BF3CC8E38713}"/>
              </a:ext>
            </a:extLst>
          </p:cNvPr>
          <p:cNvSpPr>
            <a:spLocks xmlns:a="http://schemas.openxmlformats.org/drawingml/2006/main" noGrp="1"/>
          </p:cNvSpPr>
          <p:nvPr/>
        </p:nvSpPr>
        <p:spPr>
          <a:xfrm xmlns:a="http://schemas.openxmlformats.org/drawingml/2006/main">
            <a:off x="6610211"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4" name="Editable chart path">
            <a:extLst xmlns:a="http://schemas.openxmlformats.org/drawingml/2006/main">
              <a:ext uri="{FF2B5EF4-FFF2-40B4-BE49-F238E27FC236}">
                <a16:creationId xmlns:a16="http://schemas.microsoft.com/office/drawing/2014/main" id="{74FD2049-90D4-4C59-95AA-189A0DBF1DDB}"/>
              </a:ext>
            </a:extLst>
          </p:cNvPr>
          <p:cNvSpPr>
            <a:spLocks xmlns:a="http://schemas.openxmlformats.org/drawingml/2006/main" noGrp="1"/>
          </p:cNvSpPr>
          <p:nvPr/>
        </p:nvSpPr>
        <p:spPr>
          <a:xfrm xmlns:a="http://schemas.openxmlformats.org/drawingml/2006/main">
            <a:off x="667234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5" name="Editable chart path">
            <a:extLst xmlns:a="http://schemas.openxmlformats.org/drawingml/2006/main">
              <a:ext uri="{FF2B5EF4-FFF2-40B4-BE49-F238E27FC236}">
                <a16:creationId xmlns:a16="http://schemas.microsoft.com/office/drawing/2014/main" id="{EF1B60EA-3B6A-44E3-8631-C1E626656A63}"/>
              </a:ext>
            </a:extLst>
          </p:cNvPr>
          <p:cNvSpPr>
            <a:spLocks xmlns:a="http://schemas.openxmlformats.org/drawingml/2006/main" noGrp="1"/>
          </p:cNvSpPr>
          <p:nvPr/>
        </p:nvSpPr>
        <p:spPr>
          <a:xfrm xmlns:a="http://schemas.openxmlformats.org/drawingml/2006/main">
            <a:off x="6734487"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6" name="Editable chart path">
            <a:extLst xmlns:a="http://schemas.openxmlformats.org/drawingml/2006/main">
              <a:ext uri="{FF2B5EF4-FFF2-40B4-BE49-F238E27FC236}">
                <a16:creationId xmlns:a16="http://schemas.microsoft.com/office/drawing/2014/main" id="{0CD6B570-8BFF-47F3-B7CC-9D55F9D54ADA}"/>
              </a:ext>
            </a:extLst>
          </p:cNvPr>
          <p:cNvSpPr>
            <a:spLocks xmlns:a="http://schemas.openxmlformats.org/drawingml/2006/main" noGrp="1"/>
          </p:cNvSpPr>
          <p:nvPr/>
        </p:nvSpPr>
        <p:spPr>
          <a:xfrm xmlns:a="http://schemas.openxmlformats.org/drawingml/2006/main">
            <a:off x="679662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7" name="Editable chart path">
            <a:extLst xmlns:a="http://schemas.openxmlformats.org/drawingml/2006/main">
              <a:ext uri="{FF2B5EF4-FFF2-40B4-BE49-F238E27FC236}">
                <a16:creationId xmlns:a16="http://schemas.microsoft.com/office/drawing/2014/main" id="{8611EC80-0904-4952-BAE4-DE77F3392EC7}"/>
              </a:ext>
            </a:extLst>
          </p:cNvPr>
          <p:cNvSpPr>
            <a:spLocks xmlns:a="http://schemas.openxmlformats.org/drawingml/2006/main" noGrp="1"/>
          </p:cNvSpPr>
          <p:nvPr/>
        </p:nvSpPr>
        <p:spPr>
          <a:xfrm xmlns:a="http://schemas.openxmlformats.org/drawingml/2006/main">
            <a:off x="6858762"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8" name="Editable chart path">
            <a:extLst xmlns:a="http://schemas.openxmlformats.org/drawingml/2006/main">
              <a:ext uri="{FF2B5EF4-FFF2-40B4-BE49-F238E27FC236}">
                <a16:creationId xmlns:a16="http://schemas.microsoft.com/office/drawing/2014/main" id="{2B91C2DF-C07F-4ADA-A7A6-5AB65B2A663C}"/>
              </a:ext>
            </a:extLst>
          </p:cNvPr>
          <p:cNvSpPr>
            <a:spLocks xmlns:a="http://schemas.openxmlformats.org/drawingml/2006/main" noGrp="1"/>
          </p:cNvSpPr>
          <p:nvPr/>
        </p:nvSpPr>
        <p:spPr>
          <a:xfrm xmlns:a="http://schemas.openxmlformats.org/drawingml/2006/main">
            <a:off x="6920900"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9" name="Editable chart path">
            <a:extLst xmlns:a="http://schemas.openxmlformats.org/drawingml/2006/main">
              <a:ext uri="{FF2B5EF4-FFF2-40B4-BE49-F238E27FC236}">
                <a16:creationId xmlns:a16="http://schemas.microsoft.com/office/drawing/2014/main" id="{EEBC72BB-D582-451F-895E-679B0D097DF8}"/>
              </a:ext>
            </a:extLst>
          </p:cNvPr>
          <p:cNvSpPr>
            <a:spLocks xmlns:a="http://schemas.openxmlformats.org/drawingml/2006/main" noGrp="1"/>
          </p:cNvSpPr>
          <p:nvPr/>
        </p:nvSpPr>
        <p:spPr>
          <a:xfrm xmlns:a="http://schemas.openxmlformats.org/drawingml/2006/main">
            <a:off x="6983037"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0" name="Editable chart path">
            <a:extLst xmlns:a="http://schemas.openxmlformats.org/drawingml/2006/main">
              <a:ext uri="{FF2B5EF4-FFF2-40B4-BE49-F238E27FC236}">
                <a16:creationId xmlns:a16="http://schemas.microsoft.com/office/drawing/2014/main" id="{65DBC94C-12F8-4ADE-B998-124FE5BAB7F1}"/>
              </a:ext>
            </a:extLst>
          </p:cNvPr>
          <p:cNvSpPr>
            <a:spLocks xmlns:a="http://schemas.openxmlformats.org/drawingml/2006/main" noGrp="1"/>
          </p:cNvSpPr>
          <p:nvPr/>
        </p:nvSpPr>
        <p:spPr>
          <a:xfrm xmlns:a="http://schemas.openxmlformats.org/drawingml/2006/main">
            <a:off x="7045175"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1" name="Editable chart path">
            <a:extLst xmlns:a="http://schemas.openxmlformats.org/drawingml/2006/main">
              <a:ext uri="{FF2B5EF4-FFF2-40B4-BE49-F238E27FC236}">
                <a16:creationId xmlns:a16="http://schemas.microsoft.com/office/drawing/2014/main" id="{8A53D0DE-8A83-4031-B281-D425C3783CCA}"/>
              </a:ext>
            </a:extLst>
          </p:cNvPr>
          <p:cNvSpPr>
            <a:spLocks xmlns:a="http://schemas.openxmlformats.org/drawingml/2006/main" noGrp="1"/>
          </p:cNvSpPr>
          <p:nvPr/>
        </p:nvSpPr>
        <p:spPr>
          <a:xfrm xmlns:a="http://schemas.openxmlformats.org/drawingml/2006/main">
            <a:off x="7107313"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2" name="Editable chart path">
            <a:extLst xmlns:a="http://schemas.openxmlformats.org/drawingml/2006/main">
              <a:ext uri="{FF2B5EF4-FFF2-40B4-BE49-F238E27FC236}">
                <a16:creationId xmlns:a16="http://schemas.microsoft.com/office/drawing/2014/main" id="{2C379C98-534B-4544-99C5-983A377E7DB3}"/>
              </a:ext>
            </a:extLst>
          </p:cNvPr>
          <p:cNvSpPr>
            <a:spLocks xmlns:a="http://schemas.openxmlformats.org/drawingml/2006/main" noGrp="1"/>
          </p:cNvSpPr>
          <p:nvPr/>
        </p:nvSpPr>
        <p:spPr>
          <a:xfrm xmlns:a="http://schemas.openxmlformats.org/drawingml/2006/main">
            <a:off x="7355863"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3" name="Editable chart path">
            <a:extLst xmlns:a="http://schemas.openxmlformats.org/drawingml/2006/main">
              <a:ext uri="{FF2B5EF4-FFF2-40B4-BE49-F238E27FC236}">
                <a16:creationId xmlns:a16="http://schemas.microsoft.com/office/drawing/2014/main" id="{9B1B4313-00A4-40D3-B751-B380B4ACA804}"/>
              </a:ext>
            </a:extLst>
          </p:cNvPr>
          <p:cNvSpPr>
            <a:spLocks xmlns:a="http://schemas.openxmlformats.org/drawingml/2006/main" noGrp="1"/>
          </p:cNvSpPr>
          <p:nvPr/>
        </p:nvSpPr>
        <p:spPr>
          <a:xfrm xmlns:a="http://schemas.openxmlformats.org/drawingml/2006/main">
            <a:off x="7480138"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4" name="Editable chart path">
            <a:extLst xmlns:a="http://schemas.openxmlformats.org/drawingml/2006/main">
              <a:ext uri="{FF2B5EF4-FFF2-40B4-BE49-F238E27FC236}">
                <a16:creationId xmlns:a16="http://schemas.microsoft.com/office/drawing/2014/main" id="{43F48A36-DB9F-4D17-9049-ADD383BA3F49}"/>
              </a:ext>
            </a:extLst>
          </p:cNvPr>
          <p:cNvSpPr>
            <a:spLocks xmlns:a="http://schemas.openxmlformats.org/drawingml/2006/main" noGrp="1"/>
          </p:cNvSpPr>
          <p:nvPr/>
        </p:nvSpPr>
        <p:spPr>
          <a:xfrm xmlns:a="http://schemas.openxmlformats.org/drawingml/2006/main">
            <a:off x="7542276"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5" name="Editable chart path">
            <a:extLst xmlns:a="http://schemas.openxmlformats.org/drawingml/2006/main">
              <a:ext uri="{FF2B5EF4-FFF2-40B4-BE49-F238E27FC236}">
                <a16:creationId xmlns:a16="http://schemas.microsoft.com/office/drawing/2014/main" id="{83B213EB-7DD5-4277-B9A0-7DE822350B3E}"/>
              </a:ext>
            </a:extLst>
          </p:cNvPr>
          <p:cNvSpPr>
            <a:spLocks xmlns:a="http://schemas.openxmlformats.org/drawingml/2006/main" noGrp="1"/>
          </p:cNvSpPr>
          <p:nvPr/>
        </p:nvSpPr>
        <p:spPr>
          <a:xfrm xmlns:a="http://schemas.openxmlformats.org/drawingml/2006/main">
            <a:off x="760441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6" name="Editable chart path">
            <a:extLst xmlns:a="http://schemas.openxmlformats.org/drawingml/2006/main">
              <a:ext uri="{FF2B5EF4-FFF2-40B4-BE49-F238E27FC236}">
                <a16:creationId xmlns:a16="http://schemas.microsoft.com/office/drawing/2014/main" id="{42EBDF99-DE46-4F35-BEA6-B6E6BF6EB670}"/>
              </a:ext>
            </a:extLst>
          </p:cNvPr>
          <p:cNvSpPr>
            <a:spLocks xmlns:a="http://schemas.openxmlformats.org/drawingml/2006/main" noGrp="1"/>
          </p:cNvSpPr>
          <p:nvPr/>
        </p:nvSpPr>
        <p:spPr>
          <a:xfrm xmlns:a="http://schemas.openxmlformats.org/drawingml/2006/main">
            <a:off x="7666551"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7" name="Editable chart path">
            <a:extLst xmlns:a="http://schemas.openxmlformats.org/drawingml/2006/main">
              <a:ext uri="{FF2B5EF4-FFF2-40B4-BE49-F238E27FC236}">
                <a16:creationId xmlns:a16="http://schemas.microsoft.com/office/drawing/2014/main" id="{6B7B42F1-CB4B-4CA4-A5BA-36E740D45540}"/>
              </a:ext>
            </a:extLst>
          </p:cNvPr>
          <p:cNvSpPr>
            <a:spLocks xmlns:a="http://schemas.openxmlformats.org/drawingml/2006/main" noGrp="1"/>
          </p:cNvSpPr>
          <p:nvPr/>
        </p:nvSpPr>
        <p:spPr>
          <a:xfrm xmlns:a="http://schemas.openxmlformats.org/drawingml/2006/main">
            <a:off x="772868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8" name="Editable chart path">
            <a:extLst xmlns:a="http://schemas.openxmlformats.org/drawingml/2006/main">
              <a:ext uri="{FF2B5EF4-FFF2-40B4-BE49-F238E27FC236}">
                <a16:creationId xmlns:a16="http://schemas.microsoft.com/office/drawing/2014/main" id="{E50FEBD6-5620-4CB3-B2C0-6BDC2FE5528B}"/>
              </a:ext>
            </a:extLst>
          </p:cNvPr>
          <p:cNvSpPr>
            <a:spLocks xmlns:a="http://schemas.openxmlformats.org/drawingml/2006/main" noGrp="1"/>
          </p:cNvSpPr>
          <p:nvPr/>
        </p:nvSpPr>
        <p:spPr>
          <a:xfrm xmlns:a="http://schemas.openxmlformats.org/drawingml/2006/main">
            <a:off x="7790827"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9" name="Editable chart path">
            <a:extLst xmlns:a="http://schemas.openxmlformats.org/drawingml/2006/main">
              <a:ext uri="{FF2B5EF4-FFF2-40B4-BE49-F238E27FC236}">
                <a16:creationId xmlns:a16="http://schemas.microsoft.com/office/drawing/2014/main" id="{C96258C5-20F6-4555-B359-1A19D439D358}"/>
              </a:ext>
            </a:extLst>
          </p:cNvPr>
          <p:cNvSpPr>
            <a:spLocks xmlns:a="http://schemas.openxmlformats.org/drawingml/2006/main" noGrp="1"/>
          </p:cNvSpPr>
          <p:nvPr/>
        </p:nvSpPr>
        <p:spPr>
          <a:xfrm xmlns:a="http://schemas.openxmlformats.org/drawingml/2006/main">
            <a:off x="785296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0" name="Editable chart path">
            <a:extLst xmlns:a="http://schemas.openxmlformats.org/drawingml/2006/main">
              <a:ext uri="{FF2B5EF4-FFF2-40B4-BE49-F238E27FC236}">
                <a16:creationId xmlns:a16="http://schemas.microsoft.com/office/drawing/2014/main" id="{582B1F22-C9A9-4278-8CDA-DCACEBED431D}"/>
              </a:ext>
            </a:extLst>
          </p:cNvPr>
          <p:cNvSpPr>
            <a:spLocks xmlns:a="http://schemas.openxmlformats.org/drawingml/2006/main" noGrp="1"/>
          </p:cNvSpPr>
          <p:nvPr/>
        </p:nvSpPr>
        <p:spPr>
          <a:xfrm xmlns:a="http://schemas.openxmlformats.org/drawingml/2006/main">
            <a:off x="7915102"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1" name="Editable chart path">
            <a:extLst xmlns:a="http://schemas.openxmlformats.org/drawingml/2006/main">
              <a:ext uri="{FF2B5EF4-FFF2-40B4-BE49-F238E27FC236}">
                <a16:creationId xmlns:a16="http://schemas.microsoft.com/office/drawing/2014/main" id="{C1BDA49B-4D24-4341-9E3E-43B6B1B4240A}"/>
              </a:ext>
            </a:extLst>
          </p:cNvPr>
          <p:cNvSpPr>
            <a:spLocks xmlns:a="http://schemas.openxmlformats.org/drawingml/2006/main" noGrp="1"/>
          </p:cNvSpPr>
          <p:nvPr/>
        </p:nvSpPr>
        <p:spPr>
          <a:xfrm xmlns:a="http://schemas.openxmlformats.org/drawingml/2006/main">
            <a:off x="797723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2" name="Editable chart path">
            <a:extLst xmlns:a="http://schemas.openxmlformats.org/drawingml/2006/main">
              <a:ext uri="{FF2B5EF4-FFF2-40B4-BE49-F238E27FC236}">
                <a16:creationId xmlns:a16="http://schemas.microsoft.com/office/drawing/2014/main" id="{B11E8549-F178-4D7F-8CDC-E60CB4848128}"/>
              </a:ext>
            </a:extLst>
          </p:cNvPr>
          <p:cNvSpPr>
            <a:spLocks xmlns:a="http://schemas.openxmlformats.org/drawingml/2006/main" noGrp="1"/>
          </p:cNvSpPr>
          <p:nvPr/>
        </p:nvSpPr>
        <p:spPr>
          <a:xfrm xmlns:a="http://schemas.openxmlformats.org/drawingml/2006/main">
            <a:off x="6361661"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3" name="Editable chart path">
            <a:extLst xmlns:a="http://schemas.openxmlformats.org/drawingml/2006/main">
              <a:ext uri="{FF2B5EF4-FFF2-40B4-BE49-F238E27FC236}">
                <a16:creationId xmlns:a16="http://schemas.microsoft.com/office/drawing/2014/main" id="{872B3878-38FC-40BF-90AD-A6D7DF8BB77C}"/>
              </a:ext>
            </a:extLst>
          </p:cNvPr>
          <p:cNvSpPr>
            <a:spLocks xmlns:a="http://schemas.openxmlformats.org/drawingml/2006/main" noGrp="1"/>
          </p:cNvSpPr>
          <p:nvPr/>
        </p:nvSpPr>
        <p:spPr>
          <a:xfrm xmlns:a="http://schemas.openxmlformats.org/drawingml/2006/main">
            <a:off x="642379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4" name="Editable chart path">
            <a:extLst xmlns:a="http://schemas.openxmlformats.org/drawingml/2006/main">
              <a:ext uri="{FF2B5EF4-FFF2-40B4-BE49-F238E27FC236}">
                <a16:creationId xmlns:a16="http://schemas.microsoft.com/office/drawing/2014/main" id="{7B317EDB-AA60-4AD0-B4CD-B22F726EDE20}"/>
              </a:ext>
            </a:extLst>
          </p:cNvPr>
          <p:cNvSpPr>
            <a:spLocks xmlns:a="http://schemas.openxmlformats.org/drawingml/2006/main" noGrp="1"/>
          </p:cNvSpPr>
          <p:nvPr/>
        </p:nvSpPr>
        <p:spPr>
          <a:xfrm xmlns:a="http://schemas.openxmlformats.org/drawingml/2006/main">
            <a:off x="6485936"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5" name="Editable chart path">
            <a:extLst xmlns:a="http://schemas.openxmlformats.org/drawingml/2006/main">
              <a:ext uri="{FF2B5EF4-FFF2-40B4-BE49-F238E27FC236}">
                <a16:creationId xmlns:a16="http://schemas.microsoft.com/office/drawing/2014/main" id="{03C6BAF5-E23F-4466-B1FD-504728269244}"/>
              </a:ext>
            </a:extLst>
          </p:cNvPr>
          <p:cNvSpPr>
            <a:spLocks xmlns:a="http://schemas.openxmlformats.org/drawingml/2006/main" noGrp="1"/>
          </p:cNvSpPr>
          <p:nvPr/>
        </p:nvSpPr>
        <p:spPr>
          <a:xfrm xmlns:a="http://schemas.openxmlformats.org/drawingml/2006/main">
            <a:off x="667234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6" name="Editable chart path">
            <a:extLst xmlns:a="http://schemas.openxmlformats.org/drawingml/2006/main">
              <a:ext uri="{FF2B5EF4-FFF2-40B4-BE49-F238E27FC236}">
                <a16:creationId xmlns:a16="http://schemas.microsoft.com/office/drawing/2014/main" id="{D19ACDEF-C71F-49D8-8430-352E1EB5AF92}"/>
              </a:ext>
            </a:extLst>
          </p:cNvPr>
          <p:cNvSpPr>
            <a:spLocks xmlns:a="http://schemas.openxmlformats.org/drawingml/2006/main" noGrp="1"/>
          </p:cNvSpPr>
          <p:nvPr/>
        </p:nvSpPr>
        <p:spPr>
          <a:xfrm xmlns:a="http://schemas.openxmlformats.org/drawingml/2006/main">
            <a:off x="673448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7" name="Editable chart path">
            <a:extLst xmlns:a="http://schemas.openxmlformats.org/drawingml/2006/main">
              <a:ext uri="{FF2B5EF4-FFF2-40B4-BE49-F238E27FC236}">
                <a16:creationId xmlns:a16="http://schemas.microsoft.com/office/drawing/2014/main" id="{3FAB2441-32D9-45EA-BF94-576C0C2DFD85}"/>
              </a:ext>
            </a:extLst>
          </p:cNvPr>
          <p:cNvSpPr>
            <a:spLocks xmlns:a="http://schemas.openxmlformats.org/drawingml/2006/main" noGrp="1"/>
          </p:cNvSpPr>
          <p:nvPr/>
        </p:nvSpPr>
        <p:spPr>
          <a:xfrm xmlns:a="http://schemas.openxmlformats.org/drawingml/2006/main">
            <a:off x="679662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8" name="Editable chart path">
            <a:extLst xmlns:a="http://schemas.openxmlformats.org/drawingml/2006/main">
              <a:ext uri="{FF2B5EF4-FFF2-40B4-BE49-F238E27FC236}">
                <a16:creationId xmlns:a16="http://schemas.microsoft.com/office/drawing/2014/main" id="{8E884470-117E-48EC-AD58-8CF1F0F57304}"/>
              </a:ext>
            </a:extLst>
          </p:cNvPr>
          <p:cNvSpPr>
            <a:spLocks xmlns:a="http://schemas.openxmlformats.org/drawingml/2006/main" noGrp="1"/>
          </p:cNvSpPr>
          <p:nvPr/>
        </p:nvSpPr>
        <p:spPr>
          <a:xfrm xmlns:a="http://schemas.openxmlformats.org/drawingml/2006/main">
            <a:off x="6858762"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9" name="Editable chart path">
            <a:extLst xmlns:a="http://schemas.openxmlformats.org/drawingml/2006/main">
              <a:ext uri="{FF2B5EF4-FFF2-40B4-BE49-F238E27FC236}">
                <a16:creationId xmlns:a16="http://schemas.microsoft.com/office/drawing/2014/main" id="{0D53584A-CABD-4B7F-B89A-4F76036DFE4E}"/>
              </a:ext>
            </a:extLst>
          </p:cNvPr>
          <p:cNvSpPr>
            <a:spLocks xmlns:a="http://schemas.openxmlformats.org/drawingml/2006/main" noGrp="1"/>
          </p:cNvSpPr>
          <p:nvPr/>
        </p:nvSpPr>
        <p:spPr>
          <a:xfrm xmlns:a="http://schemas.openxmlformats.org/drawingml/2006/main">
            <a:off x="6920900"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0" name="Editable chart path">
            <a:extLst xmlns:a="http://schemas.openxmlformats.org/drawingml/2006/main">
              <a:ext uri="{FF2B5EF4-FFF2-40B4-BE49-F238E27FC236}">
                <a16:creationId xmlns:a16="http://schemas.microsoft.com/office/drawing/2014/main" id="{C2C77391-E05C-4FA9-B357-4CC1D8EDFD22}"/>
              </a:ext>
            </a:extLst>
          </p:cNvPr>
          <p:cNvSpPr>
            <a:spLocks xmlns:a="http://schemas.openxmlformats.org/drawingml/2006/main" noGrp="1"/>
          </p:cNvSpPr>
          <p:nvPr/>
        </p:nvSpPr>
        <p:spPr>
          <a:xfrm xmlns:a="http://schemas.openxmlformats.org/drawingml/2006/main">
            <a:off x="698303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1" name="Editable chart path">
            <a:extLst xmlns:a="http://schemas.openxmlformats.org/drawingml/2006/main">
              <a:ext uri="{FF2B5EF4-FFF2-40B4-BE49-F238E27FC236}">
                <a16:creationId xmlns:a16="http://schemas.microsoft.com/office/drawing/2014/main" id="{483B076D-A164-4CBC-8515-CF722C35DFF5}"/>
              </a:ext>
            </a:extLst>
          </p:cNvPr>
          <p:cNvSpPr>
            <a:spLocks xmlns:a="http://schemas.openxmlformats.org/drawingml/2006/main" noGrp="1"/>
          </p:cNvSpPr>
          <p:nvPr/>
        </p:nvSpPr>
        <p:spPr>
          <a:xfrm xmlns:a="http://schemas.openxmlformats.org/drawingml/2006/main">
            <a:off x="7045175"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2" name="Editable chart path">
            <a:extLst xmlns:a="http://schemas.openxmlformats.org/drawingml/2006/main">
              <a:ext uri="{FF2B5EF4-FFF2-40B4-BE49-F238E27FC236}">
                <a16:creationId xmlns:a16="http://schemas.microsoft.com/office/drawing/2014/main" id="{61528CE5-7AEF-443B-BDE0-DAF4A4A05790}"/>
              </a:ext>
            </a:extLst>
          </p:cNvPr>
          <p:cNvSpPr>
            <a:spLocks xmlns:a="http://schemas.openxmlformats.org/drawingml/2006/main" noGrp="1"/>
          </p:cNvSpPr>
          <p:nvPr/>
        </p:nvSpPr>
        <p:spPr>
          <a:xfrm xmlns:a="http://schemas.openxmlformats.org/drawingml/2006/main">
            <a:off x="7231588"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3" name="Editable chart path">
            <a:extLst xmlns:a="http://schemas.openxmlformats.org/drawingml/2006/main">
              <a:ext uri="{FF2B5EF4-FFF2-40B4-BE49-F238E27FC236}">
                <a16:creationId xmlns:a16="http://schemas.microsoft.com/office/drawing/2014/main" id="{4C2DD6E4-9E92-486E-86C4-B260F906B610}"/>
              </a:ext>
            </a:extLst>
          </p:cNvPr>
          <p:cNvSpPr>
            <a:spLocks xmlns:a="http://schemas.openxmlformats.org/drawingml/2006/main" noGrp="1"/>
          </p:cNvSpPr>
          <p:nvPr/>
        </p:nvSpPr>
        <p:spPr>
          <a:xfrm xmlns:a="http://schemas.openxmlformats.org/drawingml/2006/main">
            <a:off x="7293725"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4" name="Editable chart path">
            <a:extLst xmlns:a="http://schemas.openxmlformats.org/drawingml/2006/main">
              <a:ext uri="{FF2B5EF4-FFF2-40B4-BE49-F238E27FC236}">
                <a16:creationId xmlns:a16="http://schemas.microsoft.com/office/drawing/2014/main" id="{1609D487-0FAD-4E73-92EF-F69F3EBDF2A1}"/>
              </a:ext>
            </a:extLst>
          </p:cNvPr>
          <p:cNvSpPr>
            <a:spLocks xmlns:a="http://schemas.openxmlformats.org/drawingml/2006/main" noGrp="1"/>
          </p:cNvSpPr>
          <p:nvPr/>
        </p:nvSpPr>
        <p:spPr>
          <a:xfrm xmlns:a="http://schemas.openxmlformats.org/drawingml/2006/main">
            <a:off x="7418001"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5" name="Editable chart path">
            <a:extLst xmlns:a="http://schemas.openxmlformats.org/drawingml/2006/main">
              <a:ext uri="{FF2B5EF4-FFF2-40B4-BE49-F238E27FC236}">
                <a16:creationId xmlns:a16="http://schemas.microsoft.com/office/drawing/2014/main" id="{A14517FF-1124-4ABA-A5DA-AB247893DF32}"/>
              </a:ext>
            </a:extLst>
          </p:cNvPr>
          <p:cNvSpPr>
            <a:spLocks xmlns:a="http://schemas.openxmlformats.org/drawingml/2006/main" noGrp="1"/>
          </p:cNvSpPr>
          <p:nvPr/>
        </p:nvSpPr>
        <p:spPr>
          <a:xfrm xmlns:a="http://schemas.openxmlformats.org/drawingml/2006/main">
            <a:off x="7480138"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6" name="Editable chart path">
            <a:extLst xmlns:a="http://schemas.openxmlformats.org/drawingml/2006/main">
              <a:ext uri="{FF2B5EF4-FFF2-40B4-BE49-F238E27FC236}">
                <a16:creationId xmlns:a16="http://schemas.microsoft.com/office/drawing/2014/main" id="{FFEDFCEE-3145-4ECF-A11D-89E1EAC835BC}"/>
              </a:ext>
            </a:extLst>
          </p:cNvPr>
          <p:cNvSpPr>
            <a:spLocks xmlns:a="http://schemas.openxmlformats.org/drawingml/2006/main" noGrp="1"/>
          </p:cNvSpPr>
          <p:nvPr/>
        </p:nvSpPr>
        <p:spPr>
          <a:xfrm xmlns:a="http://schemas.openxmlformats.org/drawingml/2006/main">
            <a:off x="7542276"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7" name="Editable chart path">
            <a:extLst xmlns:a="http://schemas.openxmlformats.org/drawingml/2006/main">
              <a:ext uri="{FF2B5EF4-FFF2-40B4-BE49-F238E27FC236}">
                <a16:creationId xmlns:a16="http://schemas.microsoft.com/office/drawing/2014/main" id="{C2153B30-02B1-44AC-B1ED-03D045A3D892}"/>
              </a:ext>
            </a:extLst>
          </p:cNvPr>
          <p:cNvSpPr>
            <a:spLocks xmlns:a="http://schemas.openxmlformats.org/drawingml/2006/main" noGrp="1"/>
          </p:cNvSpPr>
          <p:nvPr/>
        </p:nvSpPr>
        <p:spPr>
          <a:xfrm xmlns:a="http://schemas.openxmlformats.org/drawingml/2006/main">
            <a:off x="760441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8" name="Editable chart path">
            <a:extLst xmlns:a="http://schemas.openxmlformats.org/drawingml/2006/main">
              <a:ext uri="{FF2B5EF4-FFF2-40B4-BE49-F238E27FC236}">
                <a16:creationId xmlns:a16="http://schemas.microsoft.com/office/drawing/2014/main" id="{7D69EFAB-7B9A-455B-948C-D87C8F52CED3}"/>
              </a:ext>
            </a:extLst>
          </p:cNvPr>
          <p:cNvSpPr>
            <a:spLocks xmlns:a="http://schemas.openxmlformats.org/drawingml/2006/main" noGrp="1"/>
          </p:cNvSpPr>
          <p:nvPr/>
        </p:nvSpPr>
        <p:spPr>
          <a:xfrm xmlns:a="http://schemas.openxmlformats.org/drawingml/2006/main">
            <a:off x="7666551"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9" name="Editable chart path">
            <a:extLst xmlns:a="http://schemas.openxmlformats.org/drawingml/2006/main">
              <a:ext uri="{FF2B5EF4-FFF2-40B4-BE49-F238E27FC236}">
                <a16:creationId xmlns:a16="http://schemas.microsoft.com/office/drawing/2014/main" id="{BCCC2A37-687D-49A3-B9E3-135423117F21}"/>
              </a:ext>
            </a:extLst>
          </p:cNvPr>
          <p:cNvSpPr>
            <a:spLocks xmlns:a="http://schemas.openxmlformats.org/drawingml/2006/main" noGrp="1"/>
          </p:cNvSpPr>
          <p:nvPr/>
        </p:nvSpPr>
        <p:spPr>
          <a:xfrm xmlns:a="http://schemas.openxmlformats.org/drawingml/2006/main">
            <a:off x="772868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0" name="Editable chart path">
            <a:extLst xmlns:a="http://schemas.openxmlformats.org/drawingml/2006/main">
              <a:ext uri="{FF2B5EF4-FFF2-40B4-BE49-F238E27FC236}">
                <a16:creationId xmlns:a16="http://schemas.microsoft.com/office/drawing/2014/main" id="{21040504-C033-48A1-B7AE-7472E445E7D9}"/>
              </a:ext>
            </a:extLst>
          </p:cNvPr>
          <p:cNvSpPr>
            <a:spLocks xmlns:a="http://schemas.openxmlformats.org/drawingml/2006/main" noGrp="1"/>
          </p:cNvSpPr>
          <p:nvPr/>
        </p:nvSpPr>
        <p:spPr>
          <a:xfrm xmlns:a="http://schemas.openxmlformats.org/drawingml/2006/main">
            <a:off x="779082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1" name="Editable chart path">
            <a:extLst xmlns:a="http://schemas.openxmlformats.org/drawingml/2006/main">
              <a:ext uri="{FF2B5EF4-FFF2-40B4-BE49-F238E27FC236}">
                <a16:creationId xmlns:a16="http://schemas.microsoft.com/office/drawing/2014/main" id="{7B9449D8-E1FD-49F4-B9FD-AA301594442B}"/>
              </a:ext>
            </a:extLst>
          </p:cNvPr>
          <p:cNvSpPr>
            <a:spLocks xmlns:a="http://schemas.openxmlformats.org/drawingml/2006/main" noGrp="1"/>
          </p:cNvSpPr>
          <p:nvPr/>
        </p:nvSpPr>
        <p:spPr>
          <a:xfrm xmlns:a="http://schemas.openxmlformats.org/drawingml/2006/main">
            <a:off x="785296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2" name="Editable chart path">
            <a:extLst xmlns:a="http://schemas.openxmlformats.org/drawingml/2006/main">
              <a:ext uri="{FF2B5EF4-FFF2-40B4-BE49-F238E27FC236}">
                <a16:creationId xmlns:a16="http://schemas.microsoft.com/office/drawing/2014/main" id="{F2CE0187-A5AE-429D-BAB1-34B3AA4143A3}"/>
              </a:ext>
            </a:extLst>
          </p:cNvPr>
          <p:cNvSpPr>
            <a:spLocks xmlns:a="http://schemas.openxmlformats.org/drawingml/2006/main" noGrp="1"/>
          </p:cNvSpPr>
          <p:nvPr/>
        </p:nvSpPr>
        <p:spPr>
          <a:xfrm xmlns:a="http://schemas.openxmlformats.org/drawingml/2006/main">
            <a:off x="7915102"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3" name="Editable chart path">
            <a:extLst xmlns:a="http://schemas.openxmlformats.org/drawingml/2006/main">
              <a:ext uri="{FF2B5EF4-FFF2-40B4-BE49-F238E27FC236}">
                <a16:creationId xmlns:a16="http://schemas.microsoft.com/office/drawing/2014/main" id="{B88FC55C-4C79-4E86-91DE-33C859FAB47E}"/>
              </a:ext>
            </a:extLst>
          </p:cNvPr>
          <p:cNvSpPr>
            <a:spLocks xmlns:a="http://schemas.openxmlformats.org/drawingml/2006/main" noGrp="1"/>
          </p:cNvSpPr>
          <p:nvPr/>
        </p:nvSpPr>
        <p:spPr>
          <a:xfrm xmlns:a="http://schemas.openxmlformats.org/drawingml/2006/main">
            <a:off x="797723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4" name="Editable chart path">
            <a:extLst xmlns:a="http://schemas.openxmlformats.org/drawingml/2006/main">
              <a:ext uri="{FF2B5EF4-FFF2-40B4-BE49-F238E27FC236}">
                <a16:creationId xmlns:a16="http://schemas.microsoft.com/office/drawing/2014/main" id="{460C237D-B044-45F9-9F20-17CD79B144EC}"/>
              </a:ext>
            </a:extLst>
          </p:cNvPr>
          <p:cNvSpPr>
            <a:spLocks xmlns:a="http://schemas.openxmlformats.org/drawingml/2006/main" noGrp="1"/>
          </p:cNvSpPr>
          <p:nvPr/>
        </p:nvSpPr>
        <p:spPr>
          <a:xfrm xmlns:a="http://schemas.openxmlformats.org/drawingml/2006/main">
            <a:off x="803937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5" name="Editable chart path">
            <a:extLst xmlns:a="http://schemas.openxmlformats.org/drawingml/2006/main">
              <a:ext uri="{FF2B5EF4-FFF2-40B4-BE49-F238E27FC236}">
                <a16:creationId xmlns:a16="http://schemas.microsoft.com/office/drawing/2014/main" id="{2129803F-F3D5-47F9-A82F-671D226B0F3C}"/>
              </a:ext>
            </a:extLst>
          </p:cNvPr>
          <p:cNvSpPr>
            <a:spLocks xmlns:a="http://schemas.openxmlformats.org/drawingml/2006/main" noGrp="1"/>
          </p:cNvSpPr>
          <p:nvPr/>
        </p:nvSpPr>
        <p:spPr>
          <a:xfrm xmlns:a="http://schemas.openxmlformats.org/drawingml/2006/main">
            <a:off x="636166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6" name="Editable chart path">
            <a:extLst xmlns:a="http://schemas.openxmlformats.org/drawingml/2006/main">
              <a:ext uri="{FF2B5EF4-FFF2-40B4-BE49-F238E27FC236}">
                <a16:creationId xmlns:a16="http://schemas.microsoft.com/office/drawing/2014/main" id="{36C3D728-E9EC-4694-9F07-F1E55B4256A3}"/>
              </a:ext>
            </a:extLst>
          </p:cNvPr>
          <p:cNvSpPr>
            <a:spLocks xmlns:a="http://schemas.openxmlformats.org/drawingml/2006/main" noGrp="1"/>
          </p:cNvSpPr>
          <p:nvPr/>
        </p:nvSpPr>
        <p:spPr>
          <a:xfrm xmlns:a="http://schemas.openxmlformats.org/drawingml/2006/main">
            <a:off x="642379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7" name="Editable chart path">
            <a:extLst xmlns:a="http://schemas.openxmlformats.org/drawingml/2006/main">
              <a:ext uri="{FF2B5EF4-FFF2-40B4-BE49-F238E27FC236}">
                <a16:creationId xmlns:a16="http://schemas.microsoft.com/office/drawing/2014/main" id="{4C5B06B6-C11D-4A50-A850-3A661D3480EC}"/>
              </a:ext>
            </a:extLst>
          </p:cNvPr>
          <p:cNvSpPr>
            <a:spLocks xmlns:a="http://schemas.openxmlformats.org/drawingml/2006/main" noGrp="1"/>
          </p:cNvSpPr>
          <p:nvPr/>
        </p:nvSpPr>
        <p:spPr>
          <a:xfrm xmlns:a="http://schemas.openxmlformats.org/drawingml/2006/main">
            <a:off x="6485936"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8" name="Editable chart path">
            <a:extLst xmlns:a="http://schemas.openxmlformats.org/drawingml/2006/main">
              <a:ext uri="{FF2B5EF4-FFF2-40B4-BE49-F238E27FC236}">
                <a16:creationId xmlns:a16="http://schemas.microsoft.com/office/drawing/2014/main" id="{B7DCACC7-49D7-41C5-9F8C-BF52C5D7DB6A}"/>
              </a:ext>
            </a:extLst>
          </p:cNvPr>
          <p:cNvSpPr>
            <a:spLocks xmlns:a="http://schemas.openxmlformats.org/drawingml/2006/main" noGrp="1"/>
          </p:cNvSpPr>
          <p:nvPr/>
        </p:nvSpPr>
        <p:spPr>
          <a:xfrm xmlns:a="http://schemas.openxmlformats.org/drawingml/2006/main">
            <a:off x="679662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9" name="Editable chart path">
            <a:extLst xmlns:a="http://schemas.openxmlformats.org/drawingml/2006/main">
              <a:ext uri="{FF2B5EF4-FFF2-40B4-BE49-F238E27FC236}">
                <a16:creationId xmlns:a16="http://schemas.microsoft.com/office/drawing/2014/main" id="{87A71FC5-ADA4-4BE7-98FE-58985441A649}"/>
              </a:ext>
            </a:extLst>
          </p:cNvPr>
          <p:cNvSpPr>
            <a:spLocks xmlns:a="http://schemas.openxmlformats.org/drawingml/2006/main" noGrp="1"/>
          </p:cNvSpPr>
          <p:nvPr/>
        </p:nvSpPr>
        <p:spPr>
          <a:xfrm xmlns:a="http://schemas.openxmlformats.org/drawingml/2006/main">
            <a:off x="6920900"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0" name="Editable chart path">
            <a:extLst xmlns:a="http://schemas.openxmlformats.org/drawingml/2006/main">
              <a:ext uri="{FF2B5EF4-FFF2-40B4-BE49-F238E27FC236}">
                <a16:creationId xmlns:a16="http://schemas.microsoft.com/office/drawing/2014/main" id="{63B0DC00-B3B0-4A70-9456-9A2F7A67F73E}"/>
              </a:ext>
            </a:extLst>
          </p:cNvPr>
          <p:cNvSpPr>
            <a:spLocks xmlns:a="http://schemas.openxmlformats.org/drawingml/2006/main" noGrp="1"/>
          </p:cNvSpPr>
          <p:nvPr/>
        </p:nvSpPr>
        <p:spPr>
          <a:xfrm xmlns:a="http://schemas.openxmlformats.org/drawingml/2006/main">
            <a:off x="6983037"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1" name="Editable chart path">
            <a:extLst xmlns:a="http://schemas.openxmlformats.org/drawingml/2006/main">
              <a:ext uri="{FF2B5EF4-FFF2-40B4-BE49-F238E27FC236}">
                <a16:creationId xmlns:a16="http://schemas.microsoft.com/office/drawing/2014/main" id="{5854A4BA-C3AB-46F9-9827-DF101D52D813}"/>
              </a:ext>
            </a:extLst>
          </p:cNvPr>
          <p:cNvSpPr>
            <a:spLocks xmlns:a="http://schemas.openxmlformats.org/drawingml/2006/main" noGrp="1"/>
          </p:cNvSpPr>
          <p:nvPr/>
        </p:nvSpPr>
        <p:spPr>
          <a:xfrm xmlns:a="http://schemas.openxmlformats.org/drawingml/2006/main">
            <a:off x="7355863"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2" name="Editable chart path">
            <a:extLst xmlns:a="http://schemas.openxmlformats.org/drawingml/2006/main">
              <a:ext uri="{FF2B5EF4-FFF2-40B4-BE49-F238E27FC236}">
                <a16:creationId xmlns:a16="http://schemas.microsoft.com/office/drawing/2014/main" id="{943355A2-9862-46DC-B83E-1C9F43B0E018}"/>
              </a:ext>
            </a:extLst>
          </p:cNvPr>
          <p:cNvSpPr>
            <a:spLocks xmlns:a="http://schemas.openxmlformats.org/drawingml/2006/main" noGrp="1"/>
          </p:cNvSpPr>
          <p:nvPr/>
        </p:nvSpPr>
        <p:spPr>
          <a:xfrm xmlns:a="http://schemas.openxmlformats.org/drawingml/2006/main">
            <a:off x="741800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3" name="Editable chart path">
            <a:extLst xmlns:a="http://schemas.openxmlformats.org/drawingml/2006/main">
              <a:ext uri="{FF2B5EF4-FFF2-40B4-BE49-F238E27FC236}">
                <a16:creationId xmlns:a16="http://schemas.microsoft.com/office/drawing/2014/main" id="{AB5E73C1-5E0B-427B-9711-0667C53417C7}"/>
              </a:ext>
            </a:extLst>
          </p:cNvPr>
          <p:cNvSpPr>
            <a:spLocks xmlns:a="http://schemas.openxmlformats.org/drawingml/2006/main" noGrp="1"/>
          </p:cNvSpPr>
          <p:nvPr/>
        </p:nvSpPr>
        <p:spPr>
          <a:xfrm xmlns:a="http://schemas.openxmlformats.org/drawingml/2006/main">
            <a:off x="7480138"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4" name="Editable chart path">
            <a:extLst xmlns:a="http://schemas.openxmlformats.org/drawingml/2006/main">
              <a:ext uri="{FF2B5EF4-FFF2-40B4-BE49-F238E27FC236}">
                <a16:creationId xmlns:a16="http://schemas.microsoft.com/office/drawing/2014/main" id="{C4584C63-C3C7-4CF4-A439-F98F2332E3F7}"/>
              </a:ext>
            </a:extLst>
          </p:cNvPr>
          <p:cNvSpPr>
            <a:spLocks xmlns:a="http://schemas.openxmlformats.org/drawingml/2006/main" noGrp="1"/>
          </p:cNvSpPr>
          <p:nvPr/>
        </p:nvSpPr>
        <p:spPr>
          <a:xfrm xmlns:a="http://schemas.openxmlformats.org/drawingml/2006/main">
            <a:off x="7542276"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5" name="Editable chart path">
            <a:extLst xmlns:a="http://schemas.openxmlformats.org/drawingml/2006/main">
              <a:ext uri="{FF2B5EF4-FFF2-40B4-BE49-F238E27FC236}">
                <a16:creationId xmlns:a16="http://schemas.microsoft.com/office/drawing/2014/main" id="{FDD5DCC7-0A24-40CC-AFCC-75B6A0523A7B}"/>
              </a:ext>
            </a:extLst>
          </p:cNvPr>
          <p:cNvSpPr>
            <a:spLocks xmlns:a="http://schemas.openxmlformats.org/drawingml/2006/main" noGrp="1"/>
          </p:cNvSpPr>
          <p:nvPr/>
        </p:nvSpPr>
        <p:spPr>
          <a:xfrm xmlns:a="http://schemas.openxmlformats.org/drawingml/2006/main">
            <a:off x="760441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6" name="Editable chart path">
            <a:extLst xmlns:a="http://schemas.openxmlformats.org/drawingml/2006/main">
              <a:ext uri="{FF2B5EF4-FFF2-40B4-BE49-F238E27FC236}">
                <a16:creationId xmlns:a16="http://schemas.microsoft.com/office/drawing/2014/main" id="{7585832A-F74C-459D-87CE-768AA248C050}"/>
              </a:ext>
            </a:extLst>
          </p:cNvPr>
          <p:cNvSpPr>
            <a:spLocks xmlns:a="http://schemas.openxmlformats.org/drawingml/2006/main" noGrp="1"/>
          </p:cNvSpPr>
          <p:nvPr/>
        </p:nvSpPr>
        <p:spPr>
          <a:xfrm xmlns:a="http://schemas.openxmlformats.org/drawingml/2006/main">
            <a:off x="766655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7" name="Editable chart path">
            <a:extLst xmlns:a="http://schemas.openxmlformats.org/drawingml/2006/main">
              <a:ext uri="{FF2B5EF4-FFF2-40B4-BE49-F238E27FC236}">
                <a16:creationId xmlns:a16="http://schemas.microsoft.com/office/drawing/2014/main" id="{72253A93-9BE8-4E26-8E47-68EC97FB6E0F}"/>
              </a:ext>
            </a:extLst>
          </p:cNvPr>
          <p:cNvSpPr>
            <a:spLocks xmlns:a="http://schemas.openxmlformats.org/drawingml/2006/main" noGrp="1"/>
          </p:cNvSpPr>
          <p:nvPr/>
        </p:nvSpPr>
        <p:spPr>
          <a:xfrm xmlns:a="http://schemas.openxmlformats.org/drawingml/2006/main">
            <a:off x="772868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8" name="Editable chart path">
            <a:extLst xmlns:a="http://schemas.openxmlformats.org/drawingml/2006/main">
              <a:ext uri="{FF2B5EF4-FFF2-40B4-BE49-F238E27FC236}">
                <a16:creationId xmlns:a16="http://schemas.microsoft.com/office/drawing/2014/main" id="{11122F9B-E381-416F-8144-71BC2436A23D}"/>
              </a:ext>
            </a:extLst>
          </p:cNvPr>
          <p:cNvSpPr>
            <a:spLocks xmlns:a="http://schemas.openxmlformats.org/drawingml/2006/main" noGrp="1"/>
          </p:cNvSpPr>
          <p:nvPr/>
        </p:nvSpPr>
        <p:spPr>
          <a:xfrm xmlns:a="http://schemas.openxmlformats.org/drawingml/2006/main">
            <a:off x="7790827"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9" name="Editable chart path">
            <a:extLst xmlns:a="http://schemas.openxmlformats.org/drawingml/2006/main">
              <a:ext uri="{FF2B5EF4-FFF2-40B4-BE49-F238E27FC236}">
                <a16:creationId xmlns:a16="http://schemas.microsoft.com/office/drawing/2014/main" id="{9A01F9B6-C032-4F22-B15F-2C4549E3C149}"/>
              </a:ext>
            </a:extLst>
          </p:cNvPr>
          <p:cNvSpPr>
            <a:spLocks xmlns:a="http://schemas.openxmlformats.org/drawingml/2006/main" noGrp="1"/>
          </p:cNvSpPr>
          <p:nvPr/>
        </p:nvSpPr>
        <p:spPr>
          <a:xfrm xmlns:a="http://schemas.openxmlformats.org/drawingml/2006/main">
            <a:off x="785296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0" name="Editable chart path">
            <a:extLst xmlns:a="http://schemas.openxmlformats.org/drawingml/2006/main">
              <a:ext uri="{FF2B5EF4-FFF2-40B4-BE49-F238E27FC236}">
                <a16:creationId xmlns:a16="http://schemas.microsoft.com/office/drawing/2014/main" id="{2B2E0F33-ACF5-45A4-BE25-846358DBEC54}"/>
              </a:ext>
            </a:extLst>
          </p:cNvPr>
          <p:cNvSpPr>
            <a:spLocks xmlns:a="http://schemas.openxmlformats.org/drawingml/2006/main" noGrp="1"/>
          </p:cNvSpPr>
          <p:nvPr/>
        </p:nvSpPr>
        <p:spPr>
          <a:xfrm xmlns:a="http://schemas.openxmlformats.org/drawingml/2006/main">
            <a:off x="7915102"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1" name="Editable chart path">
            <a:extLst xmlns:a="http://schemas.openxmlformats.org/drawingml/2006/main">
              <a:ext uri="{FF2B5EF4-FFF2-40B4-BE49-F238E27FC236}">
                <a16:creationId xmlns:a16="http://schemas.microsoft.com/office/drawing/2014/main" id="{41F1303B-B181-4052-B30D-5036F9437C13}"/>
              </a:ext>
            </a:extLst>
          </p:cNvPr>
          <p:cNvSpPr>
            <a:spLocks xmlns:a="http://schemas.openxmlformats.org/drawingml/2006/main" noGrp="1"/>
          </p:cNvSpPr>
          <p:nvPr/>
        </p:nvSpPr>
        <p:spPr>
          <a:xfrm xmlns:a="http://schemas.openxmlformats.org/drawingml/2006/main">
            <a:off x="797723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2" name="Editable chart path">
            <a:extLst xmlns:a="http://schemas.openxmlformats.org/drawingml/2006/main">
              <a:ext uri="{FF2B5EF4-FFF2-40B4-BE49-F238E27FC236}">
                <a16:creationId xmlns:a16="http://schemas.microsoft.com/office/drawing/2014/main" id="{AC612CCD-3C47-40B4-ABC2-7BD5B9F3562F}"/>
              </a:ext>
            </a:extLst>
          </p:cNvPr>
          <p:cNvSpPr>
            <a:spLocks xmlns:a="http://schemas.openxmlformats.org/drawingml/2006/main" noGrp="1"/>
          </p:cNvSpPr>
          <p:nvPr/>
        </p:nvSpPr>
        <p:spPr>
          <a:xfrm xmlns:a="http://schemas.openxmlformats.org/drawingml/2006/main">
            <a:off x="8039377"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3" name="Editable chart path">
            <a:extLst xmlns:a="http://schemas.openxmlformats.org/drawingml/2006/main">
              <a:ext uri="{FF2B5EF4-FFF2-40B4-BE49-F238E27FC236}">
                <a16:creationId xmlns:a16="http://schemas.microsoft.com/office/drawing/2014/main" id="{2495DC1C-A29E-42E9-AF4C-3673418304C7}"/>
              </a:ext>
            </a:extLst>
          </p:cNvPr>
          <p:cNvSpPr>
            <a:spLocks xmlns:a="http://schemas.openxmlformats.org/drawingml/2006/main" noGrp="1"/>
          </p:cNvSpPr>
          <p:nvPr/>
        </p:nvSpPr>
        <p:spPr>
          <a:xfrm xmlns:a="http://schemas.openxmlformats.org/drawingml/2006/main">
            <a:off x="8101515"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4" name="Editable chart path">
            <a:extLst xmlns:a="http://schemas.openxmlformats.org/drawingml/2006/main">
              <a:ext uri="{FF2B5EF4-FFF2-40B4-BE49-F238E27FC236}">
                <a16:creationId xmlns:a16="http://schemas.microsoft.com/office/drawing/2014/main" id="{E8DD7454-878B-4EC6-8260-E2B819107F42}"/>
              </a:ext>
            </a:extLst>
          </p:cNvPr>
          <p:cNvSpPr>
            <a:spLocks xmlns:a="http://schemas.openxmlformats.org/drawingml/2006/main" noGrp="1"/>
          </p:cNvSpPr>
          <p:nvPr/>
        </p:nvSpPr>
        <p:spPr>
          <a:xfrm xmlns:a="http://schemas.openxmlformats.org/drawingml/2006/main">
            <a:off x="8163652"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5" name="Editable chart path">
            <a:extLst xmlns:a="http://schemas.openxmlformats.org/drawingml/2006/main">
              <a:ext uri="{FF2B5EF4-FFF2-40B4-BE49-F238E27FC236}">
                <a16:creationId xmlns:a16="http://schemas.microsoft.com/office/drawing/2014/main" id="{84608EDA-1CE1-41B4-8E46-0763658C491B}"/>
              </a:ext>
            </a:extLst>
          </p:cNvPr>
          <p:cNvSpPr>
            <a:spLocks xmlns:a="http://schemas.openxmlformats.org/drawingml/2006/main" noGrp="1"/>
          </p:cNvSpPr>
          <p:nvPr/>
        </p:nvSpPr>
        <p:spPr>
          <a:xfrm xmlns:a="http://schemas.openxmlformats.org/drawingml/2006/main">
            <a:off x="636166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6" name="Editable chart path">
            <a:extLst xmlns:a="http://schemas.openxmlformats.org/drawingml/2006/main">
              <a:ext uri="{FF2B5EF4-FFF2-40B4-BE49-F238E27FC236}">
                <a16:creationId xmlns:a16="http://schemas.microsoft.com/office/drawing/2014/main" id="{0892FE35-BC0B-42A7-84E6-6D5DD2706686}"/>
              </a:ext>
            </a:extLst>
          </p:cNvPr>
          <p:cNvSpPr>
            <a:spLocks xmlns:a="http://schemas.openxmlformats.org/drawingml/2006/main" noGrp="1"/>
          </p:cNvSpPr>
          <p:nvPr/>
        </p:nvSpPr>
        <p:spPr>
          <a:xfrm xmlns:a="http://schemas.openxmlformats.org/drawingml/2006/main">
            <a:off x="642379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7" name="Editable chart path">
            <a:extLst xmlns:a="http://schemas.openxmlformats.org/drawingml/2006/main">
              <a:ext uri="{FF2B5EF4-FFF2-40B4-BE49-F238E27FC236}">
                <a16:creationId xmlns:a16="http://schemas.microsoft.com/office/drawing/2014/main" id="{C472F5E9-AD9C-4D37-B050-16A363F2EB02}"/>
              </a:ext>
            </a:extLst>
          </p:cNvPr>
          <p:cNvSpPr>
            <a:spLocks xmlns:a="http://schemas.openxmlformats.org/drawingml/2006/main" noGrp="1"/>
          </p:cNvSpPr>
          <p:nvPr/>
        </p:nvSpPr>
        <p:spPr>
          <a:xfrm xmlns:a="http://schemas.openxmlformats.org/drawingml/2006/main">
            <a:off x="6485936"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8" name="Editable chart path">
            <a:extLst xmlns:a="http://schemas.openxmlformats.org/drawingml/2006/main">
              <a:ext uri="{FF2B5EF4-FFF2-40B4-BE49-F238E27FC236}">
                <a16:creationId xmlns:a16="http://schemas.microsoft.com/office/drawing/2014/main" id="{32820FC6-7DA9-47EA-9032-976A44DD7E40}"/>
              </a:ext>
            </a:extLst>
          </p:cNvPr>
          <p:cNvSpPr>
            <a:spLocks xmlns:a="http://schemas.openxmlformats.org/drawingml/2006/main" noGrp="1"/>
          </p:cNvSpPr>
          <p:nvPr/>
        </p:nvSpPr>
        <p:spPr>
          <a:xfrm xmlns:a="http://schemas.openxmlformats.org/drawingml/2006/main">
            <a:off x="661021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9" name="Editable chart path">
            <a:extLst xmlns:a="http://schemas.openxmlformats.org/drawingml/2006/main">
              <a:ext uri="{FF2B5EF4-FFF2-40B4-BE49-F238E27FC236}">
                <a16:creationId xmlns:a16="http://schemas.microsoft.com/office/drawing/2014/main" id="{C3F0017D-D071-4276-9B3A-8C21011F34D1}"/>
              </a:ext>
            </a:extLst>
          </p:cNvPr>
          <p:cNvSpPr>
            <a:spLocks xmlns:a="http://schemas.openxmlformats.org/drawingml/2006/main" noGrp="1"/>
          </p:cNvSpPr>
          <p:nvPr/>
        </p:nvSpPr>
        <p:spPr>
          <a:xfrm xmlns:a="http://schemas.openxmlformats.org/drawingml/2006/main">
            <a:off x="673448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0" name="Editable chart path">
            <a:extLst xmlns:a="http://schemas.openxmlformats.org/drawingml/2006/main">
              <a:ext uri="{FF2B5EF4-FFF2-40B4-BE49-F238E27FC236}">
                <a16:creationId xmlns:a16="http://schemas.microsoft.com/office/drawing/2014/main" id="{6B08F706-DC6B-4601-AF63-199FE0C8714A}"/>
              </a:ext>
            </a:extLst>
          </p:cNvPr>
          <p:cNvSpPr>
            <a:spLocks xmlns:a="http://schemas.openxmlformats.org/drawingml/2006/main" noGrp="1"/>
          </p:cNvSpPr>
          <p:nvPr/>
        </p:nvSpPr>
        <p:spPr>
          <a:xfrm xmlns:a="http://schemas.openxmlformats.org/drawingml/2006/main">
            <a:off x="723158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1" name="Editable chart path">
            <a:extLst xmlns:a="http://schemas.openxmlformats.org/drawingml/2006/main">
              <a:ext uri="{FF2B5EF4-FFF2-40B4-BE49-F238E27FC236}">
                <a16:creationId xmlns:a16="http://schemas.microsoft.com/office/drawing/2014/main" id="{C6D5FC69-95A0-4E10-91BD-80AAC5050154}"/>
              </a:ext>
            </a:extLst>
          </p:cNvPr>
          <p:cNvSpPr>
            <a:spLocks xmlns:a="http://schemas.openxmlformats.org/drawingml/2006/main" noGrp="1"/>
          </p:cNvSpPr>
          <p:nvPr/>
        </p:nvSpPr>
        <p:spPr>
          <a:xfrm xmlns:a="http://schemas.openxmlformats.org/drawingml/2006/main">
            <a:off x="729372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2" name="Editable chart path">
            <a:extLst xmlns:a="http://schemas.openxmlformats.org/drawingml/2006/main">
              <a:ext uri="{FF2B5EF4-FFF2-40B4-BE49-F238E27FC236}">
                <a16:creationId xmlns:a16="http://schemas.microsoft.com/office/drawing/2014/main" id="{483B34AC-1273-49E1-8D0B-339B53BD088A}"/>
              </a:ext>
            </a:extLst>
          </p:cNvPr>
          <p:cNvSpPr>
            <a:spLocks xmlns:a="http://schemas.openxmlformats.org/drawingml/2006/main" noGrp="1"/>
          </p:cNvSpPr>
          <p:nvPr/>
        </p:nvSpPr>
        <p:spPr>
          <a:xfrm xmlns:a="http://schemas.openxmlformats.org/drawingml/2006/main">
            <a:off x="7355863"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3" name="Editable chart path">
            <a:extLst xmlns:a="http://schemas.openxmlformats.org/drawingml/2006/main">
              <a:ext uri="{FF2B5EF4-FFF2-40B4-BE49-F238E27FC236}">
                <a16:creationId xmlns:a16="http://schemas.microsoft.com/office/drawing/2014/main" id="{D546C745-BFDE-44DA-B4D4-78921C24F030}"/>
              </a:ext>
            </a:extLst>
          </p:cNvPr>
          <p:cNvSpPr>
            <a:spLocks xmlns:a="http://schemas.openxmlformats.org/drawingml/2006/main" noGrp="1"/>
          </p:cNvSpPr>
          <p:nvPr/>
        </p:nvSpPr>
        <p:spPr>
          <a:xfrm xmlns:a="http://schemas.openxmlformats.org/drawingml/2006/main">
            <a:off x="741800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4" name="Editable chart path">
            <a:extLst xmlns:a="http://schemas.openxmlformats.org/drawingml/2006/main">
              <a:ext uri="{FF2B5EF4-FFF2-40B4-BE49-F238E27FC236}">
                <a16:creationId xmlns:a16="http://schemas.microsoft.com/office/drawing/2014/main" id="{EE23ADFA-9168-45D0-BB99-72AE581A32F8}"/>
              </a:ext>
            </a:extLst>
          </p:cNvPr>
          <p:cNvSpPr>
            <a:spLocks xmlns:a="http://schemas.openxmlformats.org/drawingml/2006/main" noGrp="1"/>
          </p:cNvSpPr>
          <p:nvPr/>
        </p:nvSpPr>
        <p:spPr>
          <a:xfrm xmlns:a="http://schemas.openxmlformats.org/drawingml/2006/main">
            <a:off x="748013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5" name="Editable chart path">
            <a:extLst xmlns:a="http://schemas.openxmlformats.org/drawingml/2006/main">
              <a:ext uri="{FF2B5EF4-FFF2-40B4-BE49-F238E27FC236}">
                <a16:creationId xmlns:a16="http://schemas.microsoft.com/office/drawing/2014/main" id="{FE854284-F75C-4C6F-83FD-D83DDF82D65F}"/>
              </a:ext>
            </a:extLst>
          </p:cNvPr>
          <p:cNvSpPr>
            <a:spLocks xmlns:a="http://schemas.openxmlformats.org/drawingml/2006/main" noGrp="1"/>
          </p:cNvSpPr>
          <p:nvPr/>
        </p:nvSpPr>
        <p:spPr>
          <a:xfrm xmlns:a="http://schemas.openxmlformats.org/drawingml/2006/main">
            <a:off x="7542276"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6" name="Editable chart path">
            <a:extLst xmlns:a="http://schemas.openxmlformats.org/drawingml/2006/main">
              <a:ext uri="{FF2B5EF4-FFF2-40B4-BE49-F238E27FC236}">
                <a16:creationId xmlns:a16="http://schemas.microsoft.com/office/drawing/2014/main" id="{F3374527-8A27-43F9-9247-A6DC16F16187}"/>
              </a:ext>
            </a:extLst>
          </p:cNvPr>
          <p:cNvSpPr>
            <a:spLocks xmlns:a="http://schemas.openxmlformats.org/drawingml/2006/main" noGrp="1"/>
          </p:cNvSpPr>
          <p:nvPr/>
        </p:nvSpPr>
        <p:spPr>
          <a:xfrm xmlns:a="http://schemas.openxmlformats.org/drawingml/2006/main">
            <a:off x="7604414"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7" name="Editable chart path">
            <a:extLst xmlns:a="http://schemas.openxmlformats.org/drawingml/2006/main">
              <a:ext uri="{FF2B5EF4-FFF2-40B4-BE49-F238E27FC236}">
                <a16:creationId xmlns:a16="http://schemas.microsoft.com/office/drawing/2014/main" id="{6F0645DE-C98A-45F2-ADD1-1B3788132278}"/>
              </a:ext>
            </a:extLst>
          </p:cNvPr>
          <p:cNvSpPr>
            <a:spLocks xmlns:a="http://schemas.openxmlformats.org/drawingml/2006/main" noGrp="1"/>
          </p:cNvSpPr>
          <p:nvPr/>
        </p:nvSpPr>
        <p:spPr>
          <a:xfrm xmlns:a="http://schemas.openxmlformats.org/drawingml/2006/main">
            <a:off x="766655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8" name="Editable chart path">
            <a:extLst xmlns:a="http://schemas.openxmlformats.org/drawingml/2006/main">
              <a:ext uri="{FF2B5EF4-FFF2-40B4-BE49-F238E27FC236}">
                <a16:creationId xmlns:a16="http://schemas.microsoft.com/office/drawing/2014/main" id="{D31A09E2-2FA9-4403-BC33-C06D7DD33199}"/>
              </a:ext>
            </a:extLst>
          </p:cNvPr>
          <p:cNvSpPr>
            <a:spLocks xmlns:a="http://schemas.openxmlformats.org/drawingml/2006/main" noGrp="1"/>
          </p:cNvSpPr>
          <p:nvPr/>
        </p:nvSpPr>
        <p:spPr>
          <a:xfrm xmlns:a="http://schemas.openxmlformats.org/drawingml/2006/main">
            <a:off x="772868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9" name="Editable chart path">
            <a:extLst xmlns:a="http://schemas.openxmlformats.org/drawingml/2006/main">
              <a:ext uri="{FF2B5EF4-FFF2-40B4-BE49-F238E27FC236}">
                <a16:creationId xmlns:a16="http://schemas.microsoft.com/office/drawing/2014/main" id="{2560944F-CD6E-42B5-81D6-3DC175C9BB13}"/>
              </a:ext>
            </a:extLst>
          </p:cNvPr>
          <p:cNvSpPr>
            <a:spLocks xmlns:a="http://schemas.openxmlformats.org/drawingml/2006/main" noGrp="1"/>
          </p:cNvSpPr>
          <p:nvPr/>
        </p:nvSpPr>
        <p:spPr>
          <a:xfrm xmlns:a="http://schemas.openxmlformats.org/drawingml/2006/main">
            <a:off x="779082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0" name="Editable chart path">
            <a:extLst xmlns:a="http://schemas.openxmlformats.org/drawingml/2006/main">
              <a:ext uri="{FF2B5EF4-FFF2-40B4-BE49-F238E27FC236}">
                <a16:creationId xmlns:a16="http://schemas.microsoft.com/office/drawing/2014/main" id="{B212BDC7-8F59-40F7-BC6A-723D0731C27D}"/>
              </a:ext>
            </a:extLst>
          </p:cNvPr>
          <p:cNvSpPr>
            <a:spLocks xmlns:a="http://schemas.openxmlformats.org/drawingml/2006/main" noGrp="1"/>
          </p:cNvSpPr>
          <p:nvPr/>
        </p:nvSpPr>
        <p:spPr>
          <a:xfrm xmlns:a="http://schemas.openxmlformats.org/drawingml/2006/main">
            <a:off x="7852964"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1" name="Editable chart path">
            <a:extLst xmlns:a="http://schemas.openxmlformats.org/drawingml/2006/main">
              <a:ext uri="{FF2B5EF4-FFF2-40B4-BE49-F238E27FC236}">
                <a16:creationId xmlns:a16="http://schemas.microsoft.com/office/drawing/2014/main" id="{3C5C3375-123D-49C7-B92A-D7D9ABC2A814}"/>
              </a:ext>
            </a:extLst>
          </p:cNvPr>
          <p:cNvSpPr>
            <a:spLocks xmlns:a="http://schemas.openxmlformats.org/drawingml/2006/main" noGrp="1"/>
          </p:cNvSpPr>
          <p:nvPr/>
        </p:nvSpPr>
        <p:spPr>
          <a:xfrm xmlns:a="http://schemas.openxmlformats.org/drawingml/2006/main">
            <a:off x="7915102"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2" name="Editable chart path">
            <a:extLst xmlns:a="http://schemas.openxmlformats.org/drawingml/2006/main">
              <a:ext uri="{FF2B5EF4-FFF2-40B4-BE49-F238E27FC236}">
                <a16:creationId xmlns:a16="http://schemas.microsoft.com/office/drawing/2014/main" id="{685FE281-D228-41B8-9B84-76B0A0FBF7DC}"/>
              </a:ext>
            </a:extLst>
          </p:cNvPr>
          <p:cNvSpPr>
            <a:spLocks xmlns:a="http://schemas.openxmlformats.org/drawingml/2006/main" noGrp="1"/>
          </p:cNvSpPr>
          <p:nvPr/>
        </p:nvSpPr>
        <p:spPr>
          <a:xfrm xmlns:a="http://schemas.openxmlformats.org/drawingml/2006/main">
            <a:off x="797723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3" name="Editable chart path">
            <a:extLst xmlns:a="http://schemas.openxmlformats.org/drawingml/2006/main">
              <a:ext uri="{FF2B5EF4-FFF2-40B4-BE49-F238E27FC236}">
                <a16:creationId xmlns:a16="http://schemas.microsoft.com/office/drawing/2014/main" id="{441DF40B-43DF-4E04-B5D9-61F803F14159}"/>
              </a:ext>
            </a:extLst>
          </p:cNvPr>
          <p:cNvSpPr>
            <a:spLocks xmlns:a="http://schemas.openxmlformats.org/drawingml/2006/main" noGrp="1"/>
          </p:cNvSpPr>
          <p:nvPr/>
        </p:nvSpPr>
        <p:spPr>
          <a:xfrm xmlns:a="http://schemas.openxmlformats.org/drawingml/2006/main">
            <a:off x="803937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4" name="Editable chart path">
            <a:extLst xmlns:a="http://schemas.openxmlformats.org/drawingml/2006/main">
              <a:ext uri="{FF2B5EF4-FFF2-40B4-BE49-F238E27FC236}">
                <a16:creationId xmlns:a16="http://schemas.microsoft.com/office/drawing/2014/main" id="{D9D3C433-0135-4037-A3A8-2B4DD707B38E}"/>
              </a:ext>
            </a:extLst>
          </p:cNvPr>
          <p:cNvSpPr>
            <a:spLocks xmlns:a="http://schemas.openxmlformats.org/drawingml/2006/main" noGrp="1"/>
          </p:cNvSpPr>
          <p:nvPr/>
        </p:nvSpPr>
        <p:spPr>
          <a:xfrm xmlns:a="http://schemas.openxmlformats.org/drawingml/2006/main">
            <a:off x="810151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5" name="Editable chart path">
            <a:extLst xmlns:a="http://schemas.openxmlformats.org/drawingml/2006/main">
              <a:ext uri="{FF2B5EF4-FFF2-40B4-BE49-F238E27FC236}">
                <a16:creationId xmlns:a16="http://schemas.microsoft.com/office/drawing/2014/main" id="{E18EF18E-F0EC-4DDE-8583-506C8EAA810B}"/>
              </a:ext>
            </a:extLst>
          </p:cNvPr>
          <p:cNvSpPr>
            <a:spLocks xmlns:a="http://schemas.openxmlformats.org/drawingml/2006/main" noGrp="1"/>
          </p:cNvSpPr>
          <p:nvPr/>
        </p:nvSpPr>
        <p:spPr>
          <a:xfrm xmlns:a="http://schemas.openxmlformats.org/drawingml/2006/main">
            <a:off x="8163652"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6" name="Editable chart path">
            <a:extLst xmlns:a="http://schemas.openxmlformats.org/drawingml/2006/main">
              <a:ext uri="{FF2B5EF4-FFF2-40B4-BE49-F238E27FC236}">
                <a16:creationId xmlns:a16="http://schemas.microsoft.com/office/drawing/2014/main" id="{123A59EF-36D2-4836-98BC-394CA02CE226}"/>
              </a:ext>
            </a:extLst>
          </p:cNvPr>
          <p:cNvSpPr>
            <a:spLocks xmlns:a="http://schemas.openxmlformats.org/drawingml/2006/main" noGrp="1"/>
          </p:cNvSpPr>
          <p:nvPr/>
        </p:nvSpPr>
        <p:spPr>
          <a:xfrm xmlns:a="http://schemas.openxmlformats.org/drawingml/2006/main">
            <a:off x="8225790"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7" name="Editable chart path">
            <a:extLst xmlns:a="http://schemas.openxmlformats.org/drawingml/2006/main">
              <a:ext uri="{FF2B5EF4-FFF2-40B4-BE49-F238E27FC236}">
                <a16:creationId xmlns:a16="http://schemas.microsoft.com/office/drawing/2014/main" id="{76CCE6CC-EF15-4C72-B84F-4E7A786B41A4}"/>
              </a:ext>
            </a:extLst>
          </p:cNvPr>
          <p:cNvSpPr>
            <a:spLocks xmlns:a="http://schemas.openxmlformats.org/drawingml/2006/main" noGrp="1"/>
          </p:cNvSpPr>
          <p:nvPr/>
        </p:nvSpPr>
        <p:spPr>
          <a:xfrm xmlns:a="http://schemas.openxmlformats.org/drawingml/2006/main">
            <a:off x="828792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8" name="Editable chart path">
            <a:extLst xmlns:a="http://schemas.openxmlformats.org/drawingml/2006/main">
              <a:ext uri="{FF2B5EF4-FFF2-40B4-BE49-F238E27FC236}">
                <a16:creationId xmlns:a16="http://schemas.microsoft.com/office/drawing/2014/main" id="{AF227DD8-4510-48D7-AA67-9AEBCB8D7A21}"/>
              </a:ext>
            </a:extLst>
          </p:cNvPr>
          <p:cNvSpPr>
            <a:spLocks xmlns:a="http://schemas.openxmlformats.org/drawingml/2006/main" noGrp="1"/>
          </p:cNvSpPr>
          <p:nvPr/>
        </p:nvSpPr>
        <p:spPr>
          <a:xfrm xmlns:a="http://schemas.openxmlformats.org/drawingml/2006/main">
            <a:off x="636166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9" name="Editable chart path">
            <a:extLst xmlns:a="http://schemas.openxmlformats.org/drawingml/2006/main">
              <a:ext uri="{FF2B5EF4-FFF2-40B4-BE49-F238E27FC236}">
                <a16:creationId xmlns:a16="http://schemas.microsoft.com/office/drawing/2014/main" id="{DBFADE7A-E472-4E13-B43F-A141464BFF40}"/>
              </a:ext>
            </a:extLst>
          </p:cNvPr>
          <p:cNvSpPr>
            <a:spLocks xmlns:a="http://schemas.openxmlformats.org/drawingml/2006/main" noGrp="1"/>
          </p:cNvSpPr>
          <p:nvPr/>
        </p:nvSpPr>
        <p:spPr>
          <a:xfrm xmlns:a="http://schemas.openxmlformats.org/drawingml/2006/main">
            <a:off x="642379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0" name="Editable chart path">
            <a:extLst xmlns:a="http://schemas.openxmlformats.org/drawingml/2006/main">
              <a:ext uri="{FF2B5EF4-FFF2-40B4-BE49-F238E27FC236}">
                <a16:creationId xmlns:a16="http://schemas.microsoft.com/office/drawing/2014/main" id="{AF36BCB7-9E8B-4002-8CA2-DA6798E7F2A2}"/>
              </a:ext>
            </a:extLst>
          </p:cNvPr>
          <p:cNvSpPr>
            <a:spLocks xmlns:a="http://schemas.openxmlformats.org/drawingml/2006/main" noGrp="1"/>
          </p:cNvSpPr>
          <p:nvPr/>
        </p:nvSpPr>
        <p:spPr>
          <a:xfrm xmlns:a="http://schemas.openxmlformats.org/drawingml/2006/main">
            <a:off x="6485936"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1" name="Editable chart path">
            <a:extLst xmlns:a="http://schemas.openxmlformats.org/drawingml/2006/main">
              <a:ext uri="{FF2B5EF4-FFF2-40B4-BE49-F238E27FC236}">
                <a16:creationId xmlns:a16="http://schemas.microsoft.com/office/drawing/2014/main" id="{5E7E9DD3-55B3-4D51-93B7-55DB2F8696D2}"/>
              </a:ext>
            </a:extLst>
          </p:cNvPr>
          <p:cNvSpPr>
            <a:spLocks xmlns:a="http://schemas.openxmlformats.org/drawingml/2006/main" noGrp="1"/>
          </p:cNvSpPr>
          <p:nvPr/>
        </p:nvSpPr>
        <p:spPr>
          <a:xfrm xmlns:a="http://schemas.openxmlformats.org/drawingml/2006/main">
            <a:off x="661021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2" name="Editable chart path">
            <a:extLst xmlns:a="http://schemas.openxmlformats.org/drawingml/2006/main">
              <a:ext uri="{FF2B5EF4-FFF2-40B4-BE49-F238E27FC236}">
                <a16:creationId xmlns:a16="http://schemas.microsoft.com/office/drawing/2014/main" id="{4D9AA487-C6FE-4FD3-8C40-523EE81B9142}"/>
              </a:ext>
            </a:extLst>
          </p:cNvPr>
          <p:cNvSpPr>
            <a:spLocks xmlns:a="http://schemas.openxmlformats.org/drawingml/2006/main" noGrp="1"/>
          </p:cNvSpPr>
          <p:nvPr/>
        </p:nvSpPr>
        <p:spPr>
          <a:xfrm xmlns:a="http://schemas.openxmlformats.org/drawingml/2006/main">
            <a:off x="667234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3" name="Editable chart path">
            <a:extLst xmlns:a="http://schemas.openxmlformats.org/drawingml/2006/main">
              <a:ext uri="{FF2B5EF4-FFF2-40B4-BE49-F238E27FC236}">
                <a16:creationId xmlns:a16="http://schemas.microsoft.com/office/drawing/2014/main" id="{14C7E8BC-D313-43A3-8949-87DA1FCEB36C}"/>
              </a:ext>
            </a:extLst>
          </p:cNvPr>
          <p:cNvSpPr>
            <a:spLocks xmlns:a="http://schemas.openxmlformats.org/drawingml/2006/main" noGrp="1"/>
          </p:cNvSpPr>
          <p:nvPr/>
        </p:nvSpPr>
        <p:spPr>
          <a:xfrm xmlns:a="http://schemas.openxmlformats.org/drawingml/2006/main">
            <a:off x="673448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4" name="Editable chart path">
            <a:extLst xmlns:a="http://schemas.openxmlformats.org/drawingml/2006/main">
              <a:ext uri="{FF2B5EF4-FFF2-40B4-BE49-F238E27FC236}">
                <a16:creationId xmlns:a16="http://schemas.microsoft.com/office/drawing/2014/main" id="{11B68DAA-6F12-4863-AE76-FED1DEDA54F2}"/>
              </a:ext>
            </a:extLst>
          </p:cNvPr>
          <p:cNvSpPr>
            <a:spLocks xmlns:a="http://schemas.openxmlformats.org/drawingml/2006/main" noGrp="1"/>
          </p:cNvSpPr>
          <p:nvPr/>
        </p:nvSpPr>
        <p:spPr>
          <a:xfrm xmlns:a="http://schemas.openxmlformats.org/drawingml/2006/main">
            <a:off x="679662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5" name="Editable chart path">
            <a:extLst xmlns:a="http://schemas.openxmlformats.org/drawingml/2006/main">
              <a:ext uri="{FF2B5EF4-FFF2-40B4-BE49-F238E27FC236}">
                <a16:creationId xmlns:a16="http://schemas.microsoft.com/office/drawing/2014/main" id="{9184717B-9CB3-4B1F-A913-C8055ADA0668}"/>
              </a:ext>
            </a:extLst>
          </p:cNvPr>
          <p:cNvSpPr>
            <a:spLocks xmlns:a="http://schemas.openxmlformats.org/drawingml/2006/main" noGrp="1"/>
          </p:cNvSpPr>
          <p:nvPr/>
        </p:nvSpPr>
        <p:spPr>
          <a:xfrm xmlns:a="http://schemas.openxmlformats.org/drawingml/2006/main">
            <a:off x="685876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6" name="Editable chart path">
            <a:extLst xmlns:a="http://schemas.openxmlformats.org/drawingml/2006/main">
              <a:ext uri="{FF2B5EF4-FFF2-40B4-BE49-F238E27FC236}">
                <a16:creationId xmlns:a16="http://schemas.microsoft.com/office/drawing/2014/main" id="{ECE3B548-00B5-4554-85CB-39A06F5465BF}"/>
              </a:ext>
            </a:extLst>
          </p:cNvPr>
          <p:cNvSpPr>
            <a:spLocks xmlns:a="http://schemas.openxmlformats.org/drawingml/2006/main" noGrp="1"/>
          </p:cNvSpPr>
          <p:nvPr/>
        </p:nvSpPr>
        <p:spPr>
          <a:xfrm xmlns:a="http://schemas.openxmlformats.org/drawingml/2006/main">
            <a:off x="6920900"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7" name="Editable chart path">
            <a:extLst xmlns:a="http://schemas.openxmlformats.org/drawingml/2006/main">
              <a:ext uri="{FF2B5EF4-FFF2-40B4-BE49-F238E27FC236}">
                <a16:creationId xmlns:a16="http://schemas.microsoft.com/office/drawing/2014/main" id="{FDFFE9A5-F1ED-41A2-B139-916F72BEEF2A}"/>
              </a:ext>
            </a:extLst>
          </p:cNvPr>
          <p:cNvSpPr>
            <a:spLocks xmlns:a="http://schemas.openxmlformats.org/drawingml/2006/main" noGrp="1"/>
          </p:cNvSpPr>
          <p:nvPr/>
        </p:nvSpPr>
        <p:spPr>
          <a:xfrm xmlns:a="http://schemas.openxmlformats.org/drawingml/2006/main">
            <a:off x="698303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8" name="Editable chart path">
            <a:extLst xmlns:a="http://schemas.openxmlformats.org/drawingml/2006/main">
              <a:ext uri="{FF2B5EF4-FFF2-40B4-BE49-F238E27FC236}">
                <a16:creationId xmlns:a16="http://schemas.microsoft.com/office/drawing/2014/main" id="{AC73F108-C9FE-493E-AF7F-BBDD6666C2E1}"/>
              </a:ext>
            </a:extLst>
          </p:cNvPr>
          <p:cNvSpPr>
            <a:spLocks xmlns:a="http://schemas.openxmlformats.org/drawingml/2006/main" noGrp="1"/>
          </p:cNvSpPr>
          <p:nvPr/>
        </p:nvSpPr>
        <p:spPr>
          <a:xfrm xmlns:a="http://schemas.openxmlformats.org/drawingml/2006/main">
            <a:off x="704517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9" name="Editable chart path">
            <a:extLst xmlns:a="http://schemas.openxmlformats.org/drawingml/2006/main">
              <a:ext uri="{FF2B5EF4-FFF2-40B4-BE49-F238E27FC236}">
                <a16:creationId xmlns:a16="http://schemas.microsoft.com/office/drawing/2014/main" id="{E60BA1F5-DD21-4C46-B1E7-0D3F8D08A49C}"/>
              </a:ext>
            </a:extLst>
          </p:cNvPr>
          <p:cNvSpPr>
            <a:spLocks xmlns:a="http://schemas.openxmlformats.org/drawingml/2006/main" noGrp="1"/>
          </p:cNvSpPr>
          <p:nvPr/>
        </p:nvSpPr>
        <p:spPr>
          <a:xfrm xmlns:a="http://schemas.openxmlformats.org/drawingml/2006/main">
            <a:off x="710731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0" name="Editable chart path">
            <a:extLst xmlns:a="http://schemas.openxmlformats.org/drawingml/2006/main">
              <a:ext uri="{FF2B5EF4-FFF2-40B4-BE49-F238E27FC236}">
                <a16:creationId xmlns:a16="http://schemas.microsoft.com/office/drawing/2014/main" id="{81439BD2-35EA-461B-8B43-3DC9A477BE0C}"/>
              </a:ext>
            </a:extLst>
          </p:cNvPr>
          <p:cNvSpPr>
            <a:spLocks xmlns:a="http://schemas.openxmlformats.org/drawingml/2006/main" noGrp="1"/>
          </p:cNvSpPr>
          <p:nvPr/>
        </p:nvSpPr>
        <p:spPr>
          <a:xfrm xmlns:a="http://schemas.openxmlformats.org/drawingml/2006/main">
            <a:off x="7169450"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1" name="Editable chart path">
            <a:extLst xmlns:a="http://schemas.openxmlformats.org/drawingml/2006/main">
              <a:ext uri="{FF2B5EF4-FFF2-40B4-BE49-F238E27FC236}">
                <a16:creationId xmlns:a16="http://schemas.microsoft.com/office/drawing/2014/main" id="{D0158125-4E31-4F0D-BB47-F76E6609A233}"/>
              </a:ext>
            </a:extLst>
          </p:cNvPr>
          <p:cNvSpPr>
            <a:spLocks xmlns:a="http://schemas.openxmlformats.org/drawingml/2006/main" noGrp="1"/>
          </p:cNvSpPr>
          <p:nvPr/>
        </p:nvSpPr>
        <p:spPr>
          <a:xfrm xmlns:a="http://schemas.openxmlformats.org/drawingml/2006/main">
            <a:off x="723158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2" name="Editable chart path">
            <a:extLst xmlns:a="http://schemas.openxmlformats.org/drawingml/2006/main">
              <a:ext uri="{FF2B5EF4-FFF2-40B4-BE49-F238E27FC236}">
                <a16:creationId xmlns:a16="http://schemas.microsoft.com/office/drawing/2014/main" id="{C124BF3F-0345-433D-B17A-140EEABB0584}"/>
              </a:ext>
            </a:extLst>
          </p:cNvPr>
          <p:cNvSpPr>
            <a:spLocks xmlns:a="http://schemas.openxmlformats.org/drawingml/2006/main" noGrp="1"/>
          </p:cNvSpPr>
          <p:nvPr/>
        </p:nvSpPr>
        <p:spPr>
          <a:xfrm xmlns:a="http://schemas.openxmlformats.org/drawingml/2006/main">
            <a:off x="729372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3" name="Editable chart path">
            <a:extLst xmlns:a="http://schemas.openxmlformats.org/drawingml/2006/main">
              <a:ext uri="{FF2B5EF4-FFF2-40B4-BE49-F238E27FC236}">
                <a16:creationId xmlns:a16="http://schemas.microsoft.com/office/drawing/2014/main" id="{533164F4-9BC8-4A8D-BD32-9ADC23F8D5BF}"/>
              </a:ext>
            </a:extLst>
          </p:cNvPr>
          <p:cNvSpPr>
            <a:spLocks xmlns:a="http://schemas.openxmlformats.org/drawingml/2006/main" noGrp="1"/>
          </p:cNvSpPr>
          <p:nvPr/>
        </p:nvSpPr>
        <p:spPr>
          <a:xfrm xmlns:a="http://schemas.openxmlformats.org/drawingml/2006/main">
            <a:off x="735586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4" name="Editable chart path">
            <a:extLst xmlns:a="http://schemas.openxmlformats.org/drawingml/2006/main">
              <a:ext uri="{FF2B5EF4-FFF2-40B4-BE49-F238E27FC236}">
                <a16:creationId xmlns:a16="http://schemas.microsoft.com/office/drawing/2014/main" id="{234CFB11-0D1A-4BED-AE9D-18B6E4060B1E}"/>
              </a:ext>
            </a:extLst>
          </p:cNvPr>
          <p:cNvSpPr>
            <a:spLocks xmlns:a="http://schemas.openxmlformats.org/drawingml/2006/main" noGrp="1"/>
          </p:cNvSpPr>
          <p:nvPr/>
        </p:nvSpPr>
        <p:spPr>
          <a:xfrm xmlns:a="http://schemas.openxmlformats.org/drawingml/2006/main">
            <a:off x="741800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5" name="Editable chart path">
            <a:extLst xmlns:a="http://schemas.openxmlformats.org/drawingml/2006/main">
              <a:ext uri="{FF2B5EF4-FFF2-40B4-BE49-F238E27FC236}">
                <a16:creationId xmlns:a16="http://schemas.microsoft.com/office/drawing/2014/main" id="{FEC09739-7CE1-4507-AA82-FACB25562C34}"/>
              </a:ext>
            </a:extLst>
          </p:cNvPr>
          <p:cNvSpPr>
            <a:spLocks xmlns:a="http://schemas.openxmlformats.org/drawingml/2006/main" noGrp="1"/>
          </p:cNvSpPr>
          <p:nvPr/>
        </p:nvSpPr>
        <p:spPr>
          <a:xfrm xmlns:a="http://schemas.openxmlformats.org/drawingml/2006/main">
            <a:off x="748013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6" name="Editable chart path">
            <a:extLst xmlns:a="http://schemas.openxmlformats.org/drawingml/2006/main">
              <a:ext uri="{FF2B5EF4-FFF2-40B4-BE49-F238E27FC236}">
                <a16:creationId xmlns:a16="http://schemas.microsoft.com/office/drawing/2014/main" id="{BCE37214-2663-4AC9-B78C-A57236DF58FA}"/>
              </a:ext>
            </a:extLst>
          </p:cNvPr>
          <p:cNvSpPr>
            <a:spLocks xmlns:a="http://schemas.openxmlformats.org/drawingml/2006/main" noGrp="1"/>
          </p:cNvSpPr>
          <p:nvPr/>
        </p:nvSpPr>
        <p:spPr>
          <a:xfrm xmlns:a="http://schemas.openxmlformats.org/drawingml/2006/main">
            <a:off x="7542276"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7" name="Editable chart path">
            <a:extLst xmlns:a="http://schemas.openxmlformats.org/drawingml/2006/main">
              <a:ext uri="{FF2B5EF4-FFF2-40B4-BE49-F238E27FC236}">
                <a16:creationId xmlns:a16="http://schemas.microsoft.com/office/drawing/2014/main" id="{2140F89C-B117-4505-B399-6E936735DEDF}"/>
              </a:ext>
            </a:extLst>
          </p:cNvPr>
          <p:cNvSpPr>
            <a:spLocks xmlns:a="http://schemas.openxmlformats.org/drawingml/2006/main" noGrp="1"/>
          </p:cNvSpPr>
          <p:nvPr/>
        </p:nvSpPr>
        <p:spPr>
          <a:xfrm xmlns:a="http://schemas.openxmlformats.org/drawingml/2006/main">
            <a:off x="760441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8" name="Editable chart path">
            <a:extLst xmlns:a="http://schemas.openxmlformats.org/drawingml/2006/main">
              <a:ext uri="{FF2B5EF4-FFF2-40B4-BE49-F238E27FC236}">
                <a16:creationId xmlns:a16="http://schemas.microsoft.com/office/drawing/2014/main" id="{829B8896-CD6C-4BED-BB23-F87A09684DF8}"/>
              </a:ext>
            </a:extLst>
          </p:cNvPr>
          <p:cNvSpPr>
            <a:spLocks xmlns:a="http://schemas.openxmlformats.org/drawingml/2006/main" noGrp="1"/>
          </p:cNvSpPr>
          <p:nvPr/>
        </p:nvSpPr>
        <p:spPr>
          <a:xfrm xmlns:a="http://schemas.openxmlformats.org/drawingml/2006/main">
            <a:off x="766655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9" name="Editable chart path">
            <a:extLst xmlns:a="http://schemas.openxmlformats.org/drawingml/2006/main">
              <a:ext uri="{FF2B5EF4-FFF2-40B4-BE49-F238E27FC236}">
                <a16:creationId xmlns:a16="http://schemas.microsoft.com/office/drawing/2014/main" id="{35779D8B-EDEB-4C9D-AC78-34D05277E86F}"/>
              </a:ext>
            </a:extLst>
          </p:cNvPr>
          <p:cNvSpPr>
            <a:spLocks xmlns:a="http://schemas.openxmlformats.org/drawingml/2006/main" noGrp="1"/>
          </p:cNvSpPr>
          <p:nvPr/>
        </p:nvSpPr>
        <p:spPr>
          <a:xfrm xmlns:a="http://schemas.openxmlformats.org/drawingml/2006/main">
            <a:off x="772868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0" name="Editable chart path">
            <a:extLst xmlns:a="http://schemas.openxmlformats.org/drawingml/2006/main">
              <a:ext uri="{FF2B5EF4-FFF2-40B4-BE49-F238E27FC236}">
                <a16:creationId xmlns:a16="http://schemas.microsoft.com/office/drawing/2014/main" id="{7E247A38-19E1-48DB-B764-C661C122219C}"/>
              </a:ext>
            </a:extLst>
          </p:cNvPr>
          <p:cNvSpPr>
            <a:spLocks xmlns:a="http://schemas.openxmlformats.org/drawingml/2006/main" noGrp="1"/>
          </p:cNvSpPr>
          <p:nvPr/>
        </p:nvSpPr>
        <p:spPr>
          <a:xfrm xmlns:a="http://schemas.openxmlformats.org/drawingml/2006/main">
            <a:off x="779082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1" name="Editable chart path">
            <a:extLst xmlns:a="http://schemas.openxmlformats.org/drawingml/2006/main">
              <a:ext uri="{FF2B5EF4-FFF2-40B4-BE49-F238E27FC236}">
                <a16:creationId xmlns:a16="http://schemas.microsoft.com/office/drawing/2014/main" id="{76DD860E-9CC6-4F27-962B-82AC4C46E79B}"/>
              </a:ext>
            </a:extLst>
          </p:cNvPr>
          <p:cNvSpPr>
            <a:spLocks xmlns:a="http://schemas.openxmlformats.org/drawingml/2006/main" noGrp="1"/>
          </p:cNvSpPr>
          <p:nvPr/>
        </p:nvSpPr>
        <p:spPr>
          <a:xfrm xmlns:a="http://schemas.openxmlformats.org/drawingml/2006/main">
            <a:off x="785296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2" name="Editable chart path">
            <a:extLst xmlns:a="http://schemas.openxmlformats.org/drawingml/2006/main">
              <a:ext uri="{FF2B5EF4-FFF2-40B4-BE49-F238E27FC236}">
                <a16:creationId xmlns:a16="http://schemas.microsoft.com/office/drawing/2014/main" id="{D87422F8-7EC6-487A-9582-ACE78060C7B1}"/>
              </a:ext>
            </a:extLst>
          </p:cNvPr>
          <p:cNvSpPr>
            <a:spLocks xmlns:a="http://schemas.openxmlformats.org/drawingml/2006/main" noGrp="1"/>
          </p:cNvSpPr>
          <p:nvPr/>
        </p:nvSpPr>
        <p:spPr>
          <a:xfrm xmlns:a="http://schemas.openxmlformats.org/drawingml/2006/main">
            <a:off x="791510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3" name="Editable chart path">
            <a:extLst xmlns:a="http://schemas.openxmlformats.org/drawingml/2006/main">
              <a:ext uri="{FF2B5EF4-FFF2-40B4-BE49-F238E27FC236}">
                <a16:creationId xmlns:a16="http://schemas.microsoft.com/office/drawing/2014/main" id="{C8F3CB7F-34C4-42B8-A6DA-9C0D926E2A64}"/>
              </a:ext>
            </a:extLst>
          </p:cNvPr>
          <p:cNvSpPr>
            <a:spLocks xmlns:a="http://schemas.openxmlformats.org/drawingml/2006/main" noGrp="1"/>
          </p:cNvSpPr>
          <p:nvPr/>
        </p:nvSpPr>
        <p:spPr>
          <a:xfrm xmlns:a="http://schemas.openxmlformats.org/drawingml/2006/main">
            <a:off x="797723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4" name="Editable chart path">
            <a:extLst xmlns:a="http://schemas.openxmlformats.org/drawingml/2006/main">
              <a:ext uri="{FF2B5EF4-FFF2-40B4-BE49-F238E27FC236}">
                <a16:creationId xmlns:a16="http://schemas.microsoft.com/office/drawing/2014/main" id="{B22ECA39-7849-46A2-AD6B-BD4787B2E0E6}"/>
              </a:ext>
            </a:extLst>
          </p:cNvPr>
          <p:cNvSpPr>
            <a:spLocks xmlns:a="http://schemas.openxmlformats.org/drawingml/2006/main" noGrp="1"/>
          </p:cNvSpPr>
          <p:nvPr/>
        </p:nvSpPr>
        <p:spPr>
          <a:xfrm xmlns:a="http://schemas.openxmlformats.org/drawingml/2006/main">
            <a:off x="803937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5" name="Editable chart path">
            <a:extLst xmlns:a="http://schemas.openxmlformats.org/drawingml/2006/main">
              <a:ext uri="{FF2B5EF4-FFF2-40B4-BE49-F238E27FC236}">
                <a16:creationId xmlns:a16="http://schemas.microsoft.com/office/drawing/2014/main" id="{924D5F4A-E13E-493B-9F02-410C4A7C965A}"/>
              </a:ext>
            </a:extLst>
          </p:cNvPr>
          <p:cNvSpPr>
            <a:spLocks xmlns:a="http://schemas.openxmlformats.org/drawingml/2006/main" noGrp="1"/>
          </p:cNvSpPr>
          <p:nvPr/>
        </p:nvSpPr>
        <p:spPr>
          <a:xfrm xmlns:a="http://schemas.openxmlformats.org/drawingml/2006/main">
            <a:off x="810151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6" name="Editable chart path">
            <a:extLst xmlns:a="http://schemas.openxmlformats.org/drawingml/2006/main">
              <a:ext uri="{FF2B5EF4-FFF2-40B4-BE49-F238E27FC236}">
                <a16:creationId xmlns:a16="http://schemas.microsoft.com/office/drawing/2014/main" id="{AE089735-56E2-4263-A43F-A87B8B872047}"/>
              </a:ext>
            </a:extLst>
          </p:cNvPr>
          <p:cNvSpPr>
            <a:spLocks xmlns:a="http://schemas.openxmlformats.org/drawingml/2006/main" noGrp="1"/>
          </p:cNvSpPr>
          <p:nvPr/>
        </p:nvSpPr>
        <p:spPr>
          <a:xfrm xmlns:a="http://schemas.openxmlformats.org/drawingml/2006/main">
            <a:off x="816365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7" name="Editable chart path">
            <a:extLst xmlns:a="http://schemas.openxmlformats.org/drawingml/2006/main">
              <a:ext uri="{FF2B5EF4-FFF2-40B4-BE49-F238E27FC236}">
                <a16:creationId xmlns:a16="http://schemas.microsoft.com/office/drawing/2014/main" id="{D6C73333-1637-40A7-AF62-43DC1BF25217}"/>
              </a:ext>
            </a:extLst>
          </p:cNvPr>
          <p:cNvSpPr>
            <a:spLocks xmlns:a="http://schemas.openxmlformats.org/drawingml/2006/main" noGrp="1"/>
          </p:cNvSpPr>
          <p:nvPr/>
        </p:nvSpPr>
        <p:spPr>
          <a:xfrm xmlns:a="http://schemas.openxmlformats.org/drawingml/2006/main">
            <a:off x="8225790"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8" name="Editable chart path">
            <a:extLst xmlns:a="http://schemas.openxmlformats.org/drawingml/2006/main">
              <a:ext uri="{FF2B5EF4-FFF2-40B4-BE49-F238E27FC236}">
                <a16:creationId xmlns:a16="http://schemas.microsoft.com/office/drawing/2014/main" id="{D330F906-073F-443E-8AEC-B859758ED496}"/>
              </a:ext>
            </a:extLst>
          </p:cNvPr>
          <p:cNvSpPr>
            <a:spLocks xmlns:a="http://schemas.openxmlformats.org/drawingml/2006/main" noGrp="1"/>
          </p:cNvSpPr>
          <p:nvPr/>
        </p:nvSpPr>
        <p:spPr>
          <a:xfrm xmlns:a="http://schemas.openxmlformats.org/drawingml/2006/main">
            <a:off x="828792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9" name="Editable chart path">
            <a:extLst xmlns:a="http://schemas.openxmlformats.org/drawingml/2006/main">
              <a:ext uri="{FF2B5EF4-FFF2-40B4-BE49-F238E27FC236}">
                <a16:creationId xmlns:a16="http://schemas.microsoft.com/office/drawing/2014/main" id="{2E4BD595-DA76-4DA3-B7C4-6B5D914518D0}"/>
              </a:ext>
            </a:extLst>
          </p:cNvPr>
          <p:cNvSpPr>
            <a:spLocks xmlns:a="http://schemas.openxmlformats.org/drawingml/2006/main" noGrp="1"/>
          </p:cNvSpPr>
          <p:nvPr/>
        </p:nvSpPr>
        <p:spPr>
          <a:xfrm xmlns:a="http://schemas.openxmlformats.org/drawingml/2006/main">
            <a:off x="835006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0" name="Editable chart path">
            <a:extLst xmlns:a="http://schemas.openxmlformats.org/drawingml/2006/main">
              <a:ext uri="{FF2B5EF4-FFF2-40B4-BE49-F238E27FC236}">
                <a16:creationId xmlns:a16="http://schemas.microsoft.com/office/drawing/2014/main" id="{CE85156B-EB13-4E89-BD5C-BD2D6046D398}"/>
              </a:ext>
            </a:extLst>
          </p:cNvPr>
          <p:cNvSpPr>
            <a:spLocks xmlns:a="http://schemas.openxmlformats.org/drawingml/2006/main" noGrp="1"/>
          </p:cNvSpPr>
          <p:nvPr/>
        </p:nvSpPr>
        <p:spPr>
          <a:xfrm xmlns:a="http://schemas.openxmlformats.org/drawingml/2006/main">
            <a:off x="841220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1" name="Editable chart path">
            <a:extLst xmlns:a="http://schemas.openxmlformats.org/drawingml/2006/main">
              <a:ext uri="{FF2B5EF4-FFF2-40B4-BE49-F238E27FC236}">
                <a16:creationId xmlns:a16="http://schemas.microsoft.com/office/drawing/2014/main" id="{6BF81460-5E90-4639-A71E-2E114DCC4BD7}"/>
              </a:ext>
            </a:extLst>
          </p:cNvPr>
          <p:cNvSpPr>
            <a:spLocks xmlns:a="http://schemas.openxmlformats.org/drawingml/2006/main" noGrp="1"/>
          </p:cNvSpPr>
          <p:nvPr/>
        </p:nvSpPr>
        <p:spPr>
          <a:xfrm xmlns:a="http://schemas.openxmlformats.org/drawingml/2006/main">
            <a:off x="847434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2" name="Editable chart path">
            <a:extLst xmlns:a="http://schemas.openxmlformats.org/drawingml/2006/main">
              <a:ext uri="{FF2B5EF4-FFF2-40B4-BE49-F238E27FC236}">
                <a16:creationId xmlns:a16="http://schemas.microsoft.com/office/drawing/2014/main" id="{328E8DE4-D476-42C6-B29E-54C14144E0F5}"/>
              </a:ext>
            </a:extLst>
          </p:cNvPr>
          <p:cNvSpPr>
            <a:spLocks xmlns:a="http://schemas.openxmlformats.org/drawingml/2006/main" noGrp="1"/>
          </p:cNvSpPr>
          <p:nvPr/>
        </p:nvSpPr>
        <p:spPr>
          <a:xfrm xmlns:a="http://schemas.openxmlformats.org/drawingml/2006/main">
            <a:off x="853647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3" name="Editable chart path">
            <a:extLst xmlns:a="http://schemas.openxmlformats.org/drawingml/2006/main">
              <a:ext uri="{FF2B5EF4-FFF2-40B4-BE49-F238E27FC236}">
                <a16:creationId xmlns:a16="http://schemas.microsoft.com/office/drawing/2014/main" id="{7D2EC021-4F09-40C1-B8F6-B0E24A3B2D76}"/>
              </a:ext>
            </a:extLst>
          </p:cNvPr>
          <p:cNvSpPr>
            <a:spLocks xmlns:a="http://schemas.openxmlformats.org/drawingml/2006/main" noGrp="1"/>
          </p:cNvSpPr>
          <p:nvPr/>
        </p:nvSpPr>
        <p:spPr>
          <a:xfrm xmlns:a="http://schemas.openxmlformats.org/drawingml/2006/main">
            <a:off x="636166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4" name="Editable chart path">
            <a:extLst xmlns:a="http://schemas.openxmlformats.org/drawingml/2006/main">
              <a:ext uri="{FF2B5EF4-FFF2-40B4-BE49-F238E27FC236}">
                <a16:creationId xmlns:a16="http://schemas.microsoft.com/office/drawing/2014/main" id="{D39CF8A7-DA85-4B02-B0AE-4CE747B4FE57}"/>
              </a:ext>
            </a:extLst>
          </p:cNvPr>
          <p:cNvSpPr>
            <a:spLocks xmlns:a="http://schemas.openxmlformats.org/drawingml/2006/main" noGrp="1"/>
          </p:cNvSpPr>
          <p:nvPr/>
        </p:nvSpPr>
        <p:spPr>
          <a:xfrm xmlns:a="http://schemas.openxmlformats.org/drawingml/2006/main">
            <a:off x="642379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5" name="Editable chart path">
            <a:extLst xmlns:a="http://schemas.openxmlformats.org/drawingml/2006/main">
              <a:ext uri="{FF2B5EF4-FFF2-40B4-BE49-F238E27FC236}">
                <a16:creationId xmlns:a16="http://schemas.microsoft.com/office/drawing/2014/main" id="{68D53DF5-F9D2-43D5-9ECC-69F5E528E4F4}"/>
              </a:ext>
            </a:extLst>
          </p:cNvPr>
          <p:cNvSpPr>
            <a:spLocks xmlns:a="http://schemas.openxmlformats.org/drawingml/2006/main" noGrp="1"/>
          </p:cNvSpPr>
          <p:nvPr/>
        </p:nvSpPr>
        <p:spPr>
          <a:xfrm xmlns:a="http://schemas.openxmlformats.org/drawingml/2006/main">
            <a:off x="648593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6" name="Editable chart path">
            <a:extLst xmlns:a="http://schemas.openxmlformats.org/drawingml/2006/main">
              <a:ext uri="{FF2B5EF4-FFF2-40B4-BE49-F238E27FC236}">
                <a16:creationId xmlns:a16="http://schemas.microsoft.com/office/drawing/2014/main" id="{99F9DBA1-634F-41C5-9D57-47F3A4617E7A}"/>
              </a:ext>
            </a:extLst>
          </p:cNvPr>
          <p:cNvSpPr>
            <a:spLocks xmlns:a="http://schemas.openxmlformats.org/drawingml/2006/main" noGrp="1"/>
          </p:cNvSpPr>
          <p:nvPr/>
        </p:nvSpPr>
        <p:spPr>
          <a:xfrm xmlns:a="http://schemas.openxmlformats.org/drawingml/2006/main">
            <a:off x="654807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7" name="Editable chart path">
            <a:extLst xmlns:a="http://schemas.openxmlformats.org/drawingml/2006/main">
              <a:ext uri="{FF2B5EF4-FFF2-40B4-BE49-F238E27FC236}">
                <a16:creationId xmlns:a16="http://schemas.microsoft.com/office/drawing/2014/main" id="{DEACB5F9-2CFF-4E00-8A9F-119CE9C194FB}"/>
              </a:ext>
            </a:extLst>
          </p:cNvPr>
          <p:cNvSpPr>
            <a:spLocks xmlns:a="http://schemas.openxmlformats.org/drawingml/2006/main" noGrp="1"/>
          </p:cNvSpPr>
          <p:nvPr/>
        </p:nvSpPr>
        <p:spPr>
          <a:xfrm xmlns:a="http://schemas.openxmlformats.org/drawingml/2006/main">
            <a:off x="661021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8" name="Editable chart path">
            <a:extLst xmlns:a="http://schemas.openxmlformats.org/drawingml/2006/main">
              <a:ext uri="{FF2B5EF4-FFF2-40B4-BE49-F238E27FC236}">
                <a16:creationId xmlns:a16="http://schemas.microsoft.com/office/drawing/2014/main" id="{51E415AA-2B63-481C-9968-CBE3C24E0DBC}"/>
              </a:ext>
            </a:extLst>
          </p:cNvPr>
          <p:cNvSpPr>
            <a:spLocks xmlns:a="http://schemas.openxmlformats.org/drawingml/2006/main" noGrp="1"/>
          </p:cNvSpPr>
          <p:nvPr/>
        </p:nvSpPr>
        <p:spPr>
          <a:xfrm xmlns:a="http://schemas.openxmlformats.org/drawingml/2006/main">
            <a:off x="667234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9" name="Editable chart path">
            <a:extLst xmlns:a="http://schemas.openxmlformats.org/drawingml/2006/main">
              <a:ext uri="{FF2B5EF4-FFF2-40B4-BE49-F238E27FC236}">
                <a16:creationId xmlns:a16="http://schemas.microsoft.com/office/drawing/2014/main" id="{83EA206F-6E1E-4AC3-8046-5AE3DD1B43F2}"/>
              </a:ext>
            </a:extLst>
          </p:cNvPr>
          <p:cNvSpPr>
            <a:spLocks xmlns:a="http://schemas.openxmlformats.org/drawingml/2006/main" noGrp="1"/>
          </p:cNvSpPr>
          <p:nvPr/>
        </p:nvSpPr>
        <p:spPr>
          <a:xfrm xmlns:a="http://schemas.openxmlformats.org/drawingml/2006/main">
            <a:off x="673448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0" name="Editable chart path">
            <a:extLst xmlns:a="http://schemas.openxmlformats.org/drawingml/2006/main">
              <a:ext uri="{FF2B5EF4-FFF2-40B4-BE49-F238E27FC236}">
                <a16:creationId xmlns:a16="http://schemas.microsoft.com/office/drawing/2014/main" id="{FB704ADA-024A-457F-BFA1-4F9E4F3CD48C}"/>
              </a:ext>
            </a:extLst>
          </p:cNvPr>
          <p:cNvSpPr>
            <a:spLocks xmlns:a="http://schemas.openxmlformats.org/drawingml/2006/main" noGrp="1"/>
          </p:cNvSpPr>
          <p:nvPr/>
        </p:nvSpPr>
        <p:spPr>
          <a:xfrm xmlns:a="http://schemas.openxmlformats.org/drawingml/2006/main">
            <a:off x="679662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1" name="Editable chart path">
            <a:extLst xmlns:a="http://schemas.openxmlformats.org/drawingml/2006/main">
              <a:ext uri="{FF2B5EF4-FFF2-40B4-BE49-F238E27FC236}">
                <a16:creationId xmlns:a16="http://schemas.microsoft.com/office/drawing/2014/main" id="{5DA3A9D7-81B6-4F27-BF2E-99DE2B81DF56}"/>
              </a:ext>
            </a:extLst>
          </p:cNvPr>
          <p:cNvSpPr>
            <a:spLocks xmlns:a="http://schemas.openxmlformats.org/drawingml/2006/main" noGrp="1"/>
          </p:cNvSpPr>
          <p:nvPr/>
        </p:nvSpPr>
        <p:spPr>
          <a:xfrm xmlns:a="http://schemas.openxmlformats.org/drawingml/2006/main">
            <a:off x="685876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2" name="Editable chart path">
            <a:extLst xmlns:a="http://schemas.openxmlformats.org/drawingml/2006/main">
              <a:ext uri="{FF2B5EF4-FFF2-40B4-BE49-F238E27FC236}">
                <a16:creationId xmlns:a16="http://schemas.microsoft.com/office/drawing/2014/main" id="{80FFA2AE-3F5D-4F94-8AA8-B087B8B09B2F}"/>
              </a:ext>
            </a:extLst>
          </p:cNvPr>
          <p:cNvSpPr>
            <a:spLocks xmlns:a="http://schemas.openxmlformats.org/drawingml/2006/main" noGrp="1"/>
          </p:cNvSpPr>
          <p:nvPr/>
        </p:nvSpPr>
        <p:spPr>
          <a:xfrm xmlns:a="http://schemas.openxmlformats.org/drawingml/2006/main">
            <a:off x="692090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3" name="Editable chart path">
            <a:extLst xmlns:a="http://schemas.openxmlformats.org/drawingml/2006/main">
              <a:ext uri="{FF2B5EF4-FFF2-40B4-BE49-F238E27FC236}">
                <a16:creationId xmlns:a16="http://schemas.microsoft.com/office/drawing/2014/main" id="{5FEA5C09-C2A1-4B1C-8D0D-EB63DBEF35A5}"/>
              </a:ext>
            </a:extLst>
          </p:cNvPr>
          <p:cNvSpPr>
            <a:spLocks xmlns:a="http://schemas.openxmlformats.org/drawingml/2006/main" noGrp="1"/>
          </p:cNvSpPr>
          <p:nvPr/>
        </p:nvSpPr>
        <p:spPr>
          <a:xfrm xmlns:a="http://schemas.openxmlformats.org/drawingml/2006/main">
            <a:off x="698303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4" name="Editable chart path">
            <a:extLst xmlns:a="http://schemas.openxmlformats.org/drawingml/2006/main">
              <a:ext uri="{FF2B5EF4-FFF2-40B4-BE49-F238E27FC236}">
                <a16:creationId xmlns:a16="http://schemas.microsoft.com/office/drawing/2014/main" id="{2C4A6A7C-DCAB-4F4D-B4B2-9D9FDC6E1FED}"/>
              </a:ext>
            </a:extLst>
          </p:cNvPr>
          <p:cNvSpPr>
            <a:spLocks xmlns:a="http://schemas.openxmlformats.org/drawingml/2006/main" noGrp="1"/>
          </p:cNvSpPr>
          <p:nvPr/>
        </p:nvSpPr>
        <p:spPr>
          <a:xfrm xmlns:a="http://schemas.openxmlformats.org/drawingml/2006/main">
            <a:off x="704517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5" name="Editable chart path">
            <a:extLst xmlns:a="http://schemas.openxmlformats.org/drawingml/2006/main">
              <a:ext uri="{FF2B5EF4-FFF2-40B4-BE49-F238E27FC236}">
                <a16:creationId xmlns:a16="http://schemas.microsoft.com/office/drawing/2014/main" id="{85F513B9-B056-4459-8506-D6CA4658DD46}"/>
              </a:ext>
            </a:extLst>
          </p:cNvPr>
          <p:cNvSpPr>
            <a:spLocks xmlns:a="http://schemas.openxmlformats.org/drawingml/2006/main" noGrp="1"/>
          </p:cNvSpPr>
          <p:nvPr/>
        </p:nvSpPr>
        <p:spPr>
          <a:xfrm xmlns:a="http://schemas.openxmlformats.org/drawingml/2006/main">
            <a:off x="710731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6" name="Editable chart path">
            <a:extLst xmlns:a="http://schemas.openxmlformats.org/drawingml/2006/main">
              <a:ext uri="{FF2B5EF4-FFF2-40B4-BE49-F238E27FC236}">
                <a16:creationId xmlns:a16="http://schemas.microsoft.com/office/drawing/2014/main" id="{79D263A4-F84C-46A3-BAC4-4EB49815111A}"/>
              </a:ext>
            </a:extLst>
          </p:cNvPr>
          <p:cNvSpPr>
            <a:spLocks xmlns:a="http://schemas.openxmlformats.org/drawingml/2006/main" noGrp="1"/>
          </p:cNvSpPr>
          <p:nvPr/>
        </p:nvSpPr>
        <p:spPr>
          <a:xfrm xmlns:a="http://schemas.openxmlformats.org/drawingml/2006/main">
            <a:off x="716945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7" name="Editable chart path">
            <a:extLst xmlns:a="http://schemas.openxmlformats.org/drawingml/2006/main">
              <a:ext uri="{FF2B5EF4-FFF2-40B4-BE49-F238E27FC236}">
                <a16:creationId xmlns:a16="http://schemas.microsoft.com/office/drawing/2014/main" id="{992C02A3-CE4B-4E74-B936-C8B47CF58C8B}"/>
              </a:ext>
            </a:extLst>
          </p:cNvPr>
          <p:cNvSpPr>
            <a:spLocks xmlns:a="http://schemas.openxmlformats.org/drawingml/2006/main" noGrp="1"/>
          </p:cNvSpPr>
          <p:nvPr/>
        </p:nvSpPr>
        <p:spPr>
          <a:xfrm xmlns:a="http://schemas.openxmlformats.org/drawingml/2006/main">
            <a:off x="723158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8" name="Editable chart path">
            <a:extLst xmlns:a="http://schemas.openxmlformats.org/drawingml/2006/main">
              <a:ext uri="{FF2B5EF4-FFF2-40B4-BE49-F238E27FC236}">
                <a16:creationId xmlns:a16="http://schemas.microsoft.com/office/drawing/2014/main" id="{4BBC4192-9382-414B-87C3-3C1F8780E371}"/>
              </a:ext>
            </a:extLst>
          </p:cNvPr>
          <p:cNvSpPr>
            <a:spLocks xmlns:a="http://schemas.openxmlformats.org/drawingml/2006/main" noGrp="1"/>
          </p:cNvSpPr>
          <p:nvPr/>
        </p:nvSpPr>
        <p:spPr>
          <a:xfrm xmlns:a="http://schemas.openxmlformats.org/drawingml/2006/main">
            <a:off x="729372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9" name="Editable chart path">
            <a:extLst xmlns:a="http://schemas.openxmlformats.org/drawingml/2006/main">
              <a:ext uri="{FF2B5EF4-FFF2-40B4-BE49-F238E27FC236}">
                <a16:creationId xmlns:a16="http://schemas.microsoft.com/office/drawing/2014/main" id="{44E078C2-8CF8-487C-964E-E6683A36301D}"/>
              </a:ext>
            </a:extLst>
          </p:cNvPr>
          <p:cNvSpPr>
            <a:spLocks xmlns:a="http://schemas.openxmlformats.org/drawingml/2006/main" noGrp="1"/>
          </p:cNvSpPr>
          <p:nvPr/>
        </p:nvSpPr>
        <p:spPr>
          <a:xfrm xmlns:a="http://schemas.openxmlformats.org/drawingml/2006/main">
            <a:off x="735586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0" name="Editable chart path">
            <a:extLst xmlns:a="http://schemas.openxmlformats.org/drawingml/2006/main">
              <a:ext uri="{FF2B5EF4-FFF2-40B4-BE49-F238E27FC236}">
                <a16:creationId xmlns:a16="http://schemas.microsoft.com/office/drawing/2014/main" id="{EA763E9D-B72C-48DA-ACD9-B8BE8A58AE15}"/>
              </a:ext>
            </a:extLst>
          </p:cNvPr>
          <p:cNvSpPr>
            <a:spLocks xmlns:a="http://schemas.openxmlformats.org/drawingml/2006/main" noGrp="1"/>
          </p:cNvSpPr>
          <p:nvPr/>
        </p:nvSpPr>
        <p:spPr>
          <a:xfrm xmlns:a="http://schemas.openxmlformats.org/drawingml/2006/main">
            <a:off x="741800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1" name="Editable chart path">
            <a:extLst xmlns:a="http://schemas.openxmlformats.org/drawingml/2006/main">
              <a:ext uri="{FF2B5EF4-FFF2-40B4-BE49-F238E27FC236}">
                <a16:creationId xmlns:a16="http://schemas.microsoft.com/office/drawing/2014/main" id="{817C1022-F638-49D6-9A51-82B45AAAF5D5}"/>
              </a:ext>
            </a:extLst>
          </p:cNvPr>
          <p:cNvSpPr>
            <a:spLocks xmlns:a="http://schemas.openxmlformats.org/drawingml/2006/main" noGrp="1"/>
          </p:cNvSpPr>
          <p:nvPr/>
        </p:nvSpPr>
        <p:spPr>
          <a:xfrm xmlns:a="http://schemas.openxmlformats.org/drawingml/2006/main">
            <a:off x="748013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2" name="Editable chart path">
            <a:extLst xmlns:a="http://schemas.openxmlformats.org/drawingml/2006/main">
              <a:ext uri="{FF2B5EF4-FFF2-40B4-BE49-F238E27FC236}">
                <a16:creationId xmlns:a16="http://schemas.microsoft.com/office/drawing/2014/main" id="{B674B40A-0062-4E7E-931D-1B0D21E29A5F}"/>
              </a:ext>
            </a:extLst>
          </p:cNvPr>
          <p:cNvSpPr>
            <a:spLocks xmlns:a="http://schemas.openxmlformats.org/drawingml/2006/main" noGrp="1"/>
          </p:cNvSpPr>
          <p:nvPr/>
        </p:nvSpPr>
        <p:spPr>
          <a:xfrm xmlns:a="http://schemas.openxmlformats.org/drawingml/2006/main">
            <a:off x="754227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3" name="Editable chart path">
            <a:extLst xmlns:a="http://schemas.openxmlformats.org/drawingml/2006/main">
              <a:ext uri="{FF2B5EF4-FFF2-40B4-BE49-F238E27FC236}">
                <a16:creationId xmlns:a16="http://schemas.microsoft.com/office/drawing/2014/main" id="{0F79E094-776F-47F4-8E1A-75FED3E951EE}"/>
              </a:ext>
            </a:extLst>
          </p:cNvPr>
          <p:cNvSpPr>
            <a:spLocks xmlns:a="http://schemas.openxmlformats.org/drawingml/2006/main" noGrp="1"/>
          </p:cNvSpPr>
          <p:nvPr/>
        </p:nvSpPr>
        <p:spPr>
          <a:xfrm xmlns:a="http://schemas.openxmlformats.org/drawingml/2006/main">
            <a:off x="760441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4" name="Editable chart path">
            <a:extLst xmlns:a="http://schemas.openxmlformats.org/drawingml/2006/main">
              <a:ext uri="{FF2B5EF4-FFF2-40B4-BE49-F238E27FC236}">
                <a16:creationId xmlns:a16="http://schemas.microsoft.com/office/drawing/2014/main" id="{3859B411-7B2E-4337-AD40-4092DCDFF74F}"/>
              </a:ext>
            </a:extLst>
          </p:cNvPr>
          <p:cNvSpPr>
            <a:spLocks xmlns:a="http://schemas.openxmlformats.org/drawingml/2006/main" noGrp="1"/>
          </p:cNvSpPr>
          <p:nvPr/>
        </p:nvSpPr>
        <p:spPr>
          <a:xfrm xmlns:a="http://schemas.openxmlformats.org/drawingml/2006/main">
            <a:off x="766655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5" name="Editable chart path">
            <a:extLst xmlns:a="http://schemas.openxmlformats.org/drawingml/2006/main">
              <a:ext uri="{FF2B5EF4-FFF2-40B4-BE49-F238E27FC236}">
                <a16:creationId xmlns:a16="http://schemas.microsoft.com/office/drawing/2014/main" id="{B4FCB582-F971-4C0E-80E7-16DD13C87D54}"/>
              </a:ext>
            </a:extLst>
          </p:cNvPr>
          <p:cNvSpPr>
            <a:spLocks xmlns:a="http://schemas.openxmlformats.org/drawingml/2006/main" noGrp="1"/>
          </p:cNvSpPr>
          <p:nvPr/>
        </p:nvSpPr>
        <p:spPr>
          <a:xfrm xmlns:a="http://schemas.openxmlformats.org/drawingml/2006/main">
            <a:off x="772868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6" name="Editable chart path">
            <a:extLst xmlns:a="http://schemas.openxmlformats.org/drawingml/2006/main">
              <a:ext uri="{FF2B5EF4-FFF2-40B4-BE49-F238E27FC236}">
                <a16:creationId xmlns:a16="http://schemas.microsoft.com/office/drawing/2014/main" id="{585A7B8C-EC74-4688-91AB-F03FDDAD0E62}"/>
              </a:ext>
            </a:extLst>
          </p:cNvPr>
          <p:cNvSpPr>
            <a:spLocks xmlns:a="http://schemas.openxmlformats.org/drawingml/2006/main" noGrp="1"/>
          </p:cNvSpPr>
          <p:nvPr/>
        </p:nvSpPr>
        <p:spPr>
          <a:xfrm xmlns:a="http://schemas.openxmlformats.org/drawingml/2006/main">
            <a:off x="779082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7" name="Editable chart path">
            <a:extLst xmlns:a="http://schemas.openxmlformats.org/drawingml/2006/main">
              <a:ext uri="{FF2B5EF4-FFF2-40B4-BE49-F238E27FC236}">
                <a16:creationId xmlns:a16="http://schemas.microsoft.com/office/drawing/2014/main" id="{C39447B3-B244-4D31-A940-0A2174761140}"/>
              </a:ext>
            </a:extLst>
          </p:cNvPr>
          <p:cNvSpPr>
            <a:spLocks xmlns:a="http://schemas.openxmlformats.org/drawingml/2006/main" noGrp="1"/>
          </p:cNvSpPr>
          <p:nvPr/>
        </p:nvSpPr>
        <p:spPr>
          <a:xfrm xmlns:a="http://schemas.openxmlformats.org/drawingml/2006/main">
            <a:off x="785296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8" name="Editable chart path">
            <a:extLst xmlns:a="http://schemas.openxmlformats.org/drawingml/2006/main">
              <a:ext uri="{FF2B5EF4-FFF2-40B4-BE49-F238E27FC236}">
                <a16:creationId xmlns:a16="http://schemas.microsoft.com/office/drawing/2014/main" id="{84EE8E98-444E-47B6-941A-2FEDBEF90795}"/>
              </a:ext>
            </a:extLst>
          </p:cNvPr>
          <p:cNvSpPr>
            <a:spLocks xmlns:a="http://schemas.openxmlformats.org/drawingml/2006/main" noGrp="1"/>
          </p:cNvSpPr>
          <p:nvPr/>
        </p:nvSpPr>
        <p:spPr>
          <a:xfrm xmlns:a="http://schemas.openxmlformats.org/drawingml/2006/main">
            <a:off x="791510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9" name="Editable chart path">
            <a:extLst xmlns:a="http://schemas.openxmlformats.org/drawingml/2006/main">
              <a:ext uri="{FF2B5EF4-FFF2-40B4-BE49-F238E27FC236}">
                <a16:creationId xmlns:a16="http://schemas.microsoft.com/office/drawing/2014/main" id="{FF0C28EB-6EB2-43DB-A1F9-F53CABDB1041}"/>
              </a:ext>
            </a:extLst>
          </p:cNvPr>
          <p:cNvSpPr>
            <a:spLocks xmlns:a="http://schemas.openxmlformats.org/drawingml/2006/main" noGrp="1"/>
          </p:cNvSpPr>
          <p:nvPr/>
        </p:nvSpPr>
        <p:spPr>
          <a:xfrm xmlns:a="http://schemas.openxmlformats.org/drawingml/2006/main">
            <a:off x="797723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0" name="Editable chart path">
            <a:extLst xmlns:a="http://schemas.openxmlformats.org/drawingml/2006/main">
              <a:ext uri="{FF2B5EF4-FFF2-40B4-BE49-F238E27FC236}">
                <a16:creationId xmlns:a16="http://schemas.microsoft.com/office/drawing/2014/main" id="{786788B4-D67C-46D4-9D06-29CF08963A53}"/>
              </a:ext>
            </a:extLst>
          </p:cNvPr>
          <p:cNvSpPr>
            <a:spLocks xmlns:a="http://schemas.openxmlformats.org/drawingml/2006/main" noGrp="1"/>
          </p:cNvSpPr>
          <p:nvPr/>
        </p:nvSpPr>
        <p:spPr>
          <a:xfrm xmlns:a="http://schemas.openxmlformats.org/drawingml/2006/main">
            <a:off x="803937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1" name="Editable chart path">
            <a:extLst xmlns:a="http://schemas.openxmlformats.org/drawingml/2006/main">
              <a:ext uri="{FF2B5EF4-FFF2-40B4-BE49-F238E27FC236}">
                <a16:creationId xmlns:a16="http://schemas.microsoft.com/office/drawing/2014/main" id="{00BAC4EF-719E-4811-B849-3B64A3E5BEEB}"/>
              </a:ext>
            </a:extLst>
          </p:cNvPr>
          <p:cNvSpPr>
            <a:spLocks xmlns:a="http://schemas.openxmlformats.org/drawingml/2006/main" noGrp="1"/>
          </p:cNvSpPr>
          <p:nvPr/>
        </p:nvSpPr>
        <p:spPr>
          <a:xfrm xmlns:a="http://schemas.openxmlformats.org/drawingml/2006/main">
            <a:off x="810151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2" name="Editable chart path">
            <a:extLst xmlns:a="http://schemas.openxmlformats.org/drawingml/2006/main">
              <a:ext uri="{FF2B5EF4-FFF2-40B4-BE49-F238E27FC236}">
                <a16:creationId xmlns:a16="http://schemas.microsoft.com/office/drawing/2014/main" id="{B83345DB-4687-42A6-8470-CB5794BD6269}"/>
              </a:ext>
            </a:extLst>
          </p:cNvPr>
          <p:cNvSpPr>
            <a:spLocks xmlns:a="http://schemas.openxmlformats.org/drawingml/2006/main" noGrp="1"/>
          </p:cNvSpPr>
          <p:nvPr/>
        </p:nvSpPr>
        <p:spPr>
          <a:xfrm xmlns:a="http://schemas.openxmlformats.org/drawingml/2006/main">
            <a:off x="816365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3" name="Editable chart path">
            <a:extLst xmlns:a="http://schemas.openxmlformats.org/drawingml/2006/main">
              <a:ext uri="{FF2B5EF4-FFF2-40B4-BE49-F238E27FC236}">
                <a16:creationId xmlns:a16="http://schemas.microsoft.com/office/drawing/2014/main" id="{D0459BCD-E122-4005-8565-A014F984374C}"/>
              </a:ext>
            </a:extLst>
          </p:cNvPr>
          <p:cNvSpPr>
            <a:spLocks xmlns:a="http://schemas.openxmlformats.org/drawingml/2006/main" noGrp="1"/>
          </p:cNvSpPr>
          <p:nvPr/>
        </p:nvSpPr>
        <p:spPr>
          <a:xfrm xmlns:a="http://schemas.openxmlformats.org/drawingml/2006/main">
            <a:off x="822579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4" name="Editable chart path">
            <a:extLst xmlns:a="http://schemas.openxmlformats.org/drawingml/2006/main">
              <a:ext uri="{FF2B5EF4-FFF2-40B4-BE49-F238E27FC236}">
                <a16:creationId xmlns:a16="http://schemas.microsoft.com/office/drawing/2014/main" id="{8D40AD9C-ABAF-4AF2-A5D5-4F6556564772}"/>
              </a:ext>
            </a:extLst>
          </p:cNvPr>
          <p:cNvSpPr>
            <a:spLocks xmlns:a="http://schemas.openxmlformats.org/drawingml/2006/main" noGrp="1"/>
          </p:cNvSpPr>
          <p:nvPr/>
        </p:nvSpPr>
        <p:spPr>
          <a:xfrm xmlns:a="http://schemas.openxmlformats.org/drawingml/2006/main">
            <a:off x="828792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5" name="Editable chart path">
            <a:extLst xmlns:a="http://schemas.openxmlformats.org/drawingml/2006/main">
              <a:ext uri="{FF2B5EF4-FFF2-40B4-BE49-F238E27FC236}">
                <a16:creationId xmlns:a16="http://schemas.microsoft.com/office/drawing/2014/main" id="{539A2A82-6B1A-4729-8503-259E14CC3353}"/>
              </a:ext>
            </a:extLst>
          </p:cNvPr>
          <p:cNvSpPr>
            <a:spLocks xmlns:a="http://schemas.openxmlformats.org/drawingml/2006/main" noGrp="1"/>
          </p:cNvSpPr>
          <p:nvPr/>
        </p:nvSpPr>
        <p:spPr>
          <a:xfrm xmlns:a="http://schemas.openxmlformats.org/drawingml/2006/main">
            <a:off x="835006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6" name="Editable chart path">
            <a:extLst xmlns:a="http://schemas.openxmlformats.org/drawingml/2006/main">
              <a:ext uri="{FF2B5EF4-FFF2-40B4-BE49-F238E27FC236}">
                <a16:creationId xmlns:a16="http://schemas.microsoft.com/office/drawing/2014/main" id="{8DCBF163-0C0C-4C75-A55A-ECC7A18E19DB}"/>
              </a:ext>
            </a:extLst>
          </p:cNvPr>
          <p:cNvSpPr>
            <a:spLocks xmlns:a="http://schemas.openxmlformats.org/drawingml/2006/main" noGrp="1"/>
          </p:cNvSpPr>
          <p:nvPr/>
        </p:nvSpPr>
        <p:spPr>
          <a:xfrm xmlns:a="http://schemas.openxmlformats.org/drawingml/2006/main">
            <a:off x="841220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7" name="Editable chart path">
            <a:extLst xmlns:a="http://schemas.openxmlformats.org/drawingml/2006/main">
              <a:ext uri="{FF2B5EF4-FFF2-40B4-BE49-F238E27FC236}">
                <a16:creationId xmlns:a16="http://schemas.microsoft.com/office/drawing/2014/main" id="{87095578-ED7A-4EA3-93E6-6F973B51AE09}"/>
              </a:ext>
            </a:extLst>
          </p:cNvPr>
          <p:cNvSpPr>
            <a:spLocks xmlns:a="http://schemas.openxmlformats.org/drawingml/2006/main" noGrp="1"/>
          </p:cNvSpPr>
          <p:nvPr/>
        </p:nvSpPr>
        <p:spPr>
          <a:xfrm xmlns:a="http://schemas.openxmlformats.org/drawingml/2006/main">
            <a:off x="847434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8" name="Editable chart path">
            <a:extLst xmlns:a="http://schemas.openxmlformats.org/drawingml/2006/main">
              <a:ext uri="{FF2B5EF4-FFF2-40B4-BE49-F238E27FC236}">
                <a16:creationId xmlns:a16="http://schemas.microsoft.com/office/drawing/2014/main" id="{59DE8F14-AF9A-4491-9B2C-0B3D4431B536}"/>
              </a:ext>
            </a:extLst>
          </p:cNvPr>
          <p:cNvSpPr>
            <a:spLocks xmlns:a="http://schemas.openxmlformats.org/drawingml/2006/main" noGrp="1"/>
          </p:cNvSpPr>
          <p:nvPr/>
        </p:nvSpPr>
        <p:spPr>
          <a:xfrm xmlns:a="http://schemas.openxmlformats.org/drawingml/2006/main">
            <a:off x="853647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9" name="Editable chart path">
            <a:extLst xmlns:a="http://schemas.openxmlformats.org/drawingml/2006/main">
              <a:ext uri="{FF2B5EF4-FFF2-40B4-BE49-F238E27FC236}">
                <a16:creationId xmlns:a16="http://schemas.microsoft.com/office/drawing/2014/main" id="{EC42B741-73C0-43FD-8F81-822CB0F5B891}"/>
              </a:ext>
            </a:extLst>
          </p:cNvPr>
          <p:cNvSpPr>
            <a:spLocks xmlns:a="http://schemas.openxmlformats.org/drawingml/2006/main" noGrp="1"/>
          </p:cNvSpPr>
          <p:nvPr/>
        </p:nvSpPr>
        <p:spPr>
          <a:xfrm xmlns:a="http://schemas.openxmlformats.org/drawingml/2006/main">
            <a:off x="859861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0" name="Editable chart path">
            <a:extLst xmlns:a="http://schemas.openxmlformats.org/drawingml/2006/main">
              <a:ext uri="{FF2B5EF4-FFF2-40B4-BE49-F238E27FC236}">
                <a16:creationId xmlns:a16="http://schemas.microsoft.com/office/drawing/2014/main" id="{E06218E9-8AB2-49C5-B6C2-A2B943CC1E00}"/>
              </a:ext>
            </a:extLst>
          </p:cNvPr>
          <p:cNvSpPr>
            <a:spLocks xmlns:a="http://schemas.openxmlformats.org/drawingml/2006/main" noGrp="1"/>
          </p:cNvSpPr>
          <p:nvPr/>
        </p:nvSpPr>
        <p:spPr>
          <a:xfrm xmlns:a="http://schemas.openxmlformats.org/drawingml/2006/main">
            <a:off x="866075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1" name="Editable chart path">
            <a:extLst xmlns:a="http://schemas.openxmlformats.org/drawingml/2006/main">
              <a:ext uri="{FF2B5EF4-FFF2-40B4-BE49-F238E27FC236}">
                <a16:creationId xmlns:a16="http://schemas.microsoft.com/office/drawing/2014/main" id="{4221381E-6CAE-46DC-BF30-19FA95CBDAA9}"/>
              </a:ext>
            </a:extLst>
          </p:cNvPr>
          <p:cNvSpPr>
            <a:spLocks xmlns:a="http://schemas.openxmlformats.org/drawingml/2006/main" noGrp="1"/>
          </p:cNvSpPr>
          <p:nvPr/>
        </p:nvSpPr>
        <p:spPr>
          <a:xfrm xmlns:a="http://schemas.openxmlformats.org/drawingml/2006/main">
            <a:off x="872289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2" name="Editable chart path">
            <a:extLst xmlns:a="http://schemas.openxmlformats.org/drawingml/2006/main">
              <a:ext uri="{FF2B5EF4-FFF2-40B4-BE49-F238E27FC236}">
                <a16:creationId xmlns:a16="http://schemas.microsoft.com/office/drawing/2014/main" id="{0E5CCE75-5655-4FC4-9140-042E133D1F60}"/>
              </a:ext>
            </a:extLst>
          </p:cNvPr>
          <p:cNvSpPr>
            <a:spLocks xmlns:a="http://schemas.openxmlformats.org/drawingml/2006/main" noGrp="1"/>
          </p:cNvSpPr>
          <p:nvPr/>
        </p:nvSpPr>
        <p:spPr>
          <a:xfrm xmlns:a="http://schemas.openxmlformats.org/drawingml/2006/main">
            <a:off x="878502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3" name="Editable chart path">
            <a:extLst xmlns:a="http://schemas.openxmlformats.org/drawingml/2006/main">
              <a:ext uri="{FF2B5EF4-FFF2-40B4-BE49-F238E27FC236}">
                <a16:creationId xmlns:a16="http://schemas.microsoft.com/office/drawing/2014/main" id="{95B4D3B2-AEC2-4F58-9A3D-9321ED1C81D6}"/>
              </a:ext>
            </a:extLst>
          </p:cNvPr>
          <p:cNvSpPr>
            <a:spLocks xmlns:a="http://schemas.openxmlformats.org/drawingml/2006/main" noGrp="1"/>
          </p:cNvSpPr>
          <p:nvPr/>
        </p:nvSpPr>
        <p:spPr>
          <a:xfrm xmlns:a="http://schemas.openxmlformats.org/drawingml/2006/main">
            <a:off x="884716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4" name="Editable chart path">
            <a:extLst xmlns:a="http://schemas.openxmlformats.org/drawingml/2006/main">
              <a:ext uri="{FF2B5EF4-FFF2-40B4-BE49-F238E27FC236}">
                <a16:creationId xmlns:a16="http://schemas.microsoft.com/office/drawing/2014/main" id="{2CA92867-2EFC-4F74-9B7D-4E914B1AEF35}"/>
              </a:ext>
            </a:extLst>
          </p:cNvPr>
          <p:cNvSpPr>
            <a:spLocks xmlns:a="http://schemas.openxmlformats.org/drawingml/2006/main" noGrp="1"/>
          </p:cNvSpPr>
          <p:nvPr/>
        </p:nvSpPr>
        <p:spPr>
          <a:xfrm xmlns:a="http://schemas.openxmlformats.org/drawingml/2006/main">
            <a:off x="890930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5" name="Editable chart path">
            <a:extLst xmlns:a="http://schemas.openxmlformats.org/drawingml/2006/main">
              <a:ext uri="{FF2B5EF4-FFF2-40B4-BE49-F238E27FC236}">
                <a16:creationId xmlns:a16="http://schemas.microsoft.com/office/drawing/2014/main" id="{2904D91C-0FBA-4227-ABE4-6E4FA3093DAC}"/>
              </a:ext>
            </a:extLst>
          </p:cNvPr>
          <p:cNvSpPr>
            <a:spLocks xmlns:a="http://schemas.openxmlformats.org/drawingml/2006/main" noGrp="1"/>
          </p:cNvSpPr>
          <p:nvPr/>
        </p:nvSpPr>
        <p:spPr>
          <a:xfrm xmlns:a="http://schemas.openxmlformats.org/drawingml/2006/main">
            <a:off x="897144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6" name="Editable chart path">
            <a:extLst xmlns:a="http://schemas.openxmlformats.org/drawingml/2006/main">
              <a:ext uri="{FF2B5EF4-FFF2-40B4-BE49-F238E27FC236}">
                <a16:creationId xmlns:a16="http://schemas.microsoft.com/office/drawing/2014/main" id="{0F332F84-7C9F-446E-9448-DD57486AD432}"/>
              </a:ext>
            </a:extLst>
          </p:cNvPr>
          <p:cNvSpPr>
            <a:spLocks xmlns:a="http://schemas.openxmlformats.org/drawingml/2006/main" noGrp="1"/>
          </p:cNvSpPr>
          <p:nvPr/>
        </p:nvSpPr>
        <p:spPr>
          <a:xfrm xmlns:a="http://schemas.openxmlformats.org/drawingml/2006/main">
            <a:off x="903357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7" name="Editable chart path">
            <a:extLst xmlns:a="http://schemas.openxmlformats.org/drawingml/2006/main">
              <a:ext uri="{FF2B5EF4-FFF2-40B4-BE49-F238E27FC236}">
                <a16:creationId xmlns:a16="http://schemas.microsoft.com/office/drawing/2014/main" id="{D0B93D13-CDA9-49D3-9BFE-DAEE8C4307E1}"/>
              </a:ext>
            </a:extLst>
          </p:cNvPr>
          <p:cNvSpPr>
            <a:spLocks xmlns:a="http://schemas.openxmlformats.org/drawingml/2006/main" noGrp="1"/>
          </p:cNvSpPr>
          <p:nvPr/>
        </p:nvSpPr>
        <p:spPr>
          <a:xfrm xmlns:a="http://schemas.openxmlformats.org/drawingml/2006/main">
            <a:off x="909571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8" name="Editable chart path">
            <a:extLst xmlns:a="http://schemas.openxmlformats.org/drawingml/2006/main">
              <a:ext uri="{FF2B5EF4-FFF2-40B4-BE49-F238E27FC236}">
                <a16:creationId xmlns:a16="http://schemas.microsoft.com/office/drawing/2014/main" id="{08F51653-2A47-4902-B015-CC87C94A4AE7}"/>
              </a:ext>
            </a:extLst>
          </p:cNvPr>
          <p:cNvSpPr>
            <a:spLocks xmlns:a="http://schemas.openxmlformats.org/drawingml/2006/main" noGrp="1"/>
          </p:cNvSpPr>
          <p:nvPr/>
        </p:nvSpPr>
        <p:spPr>
          <a:xfrm xmlns:a="http://schemas.openxmlformats.org/drawingml/2006/main">
            <a:off x="915785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9" name="Editable chart path">
            <a:extLst xmlns:a="http://schemas.openxmlformats.org/drawingml/2006/main">
              <a:ext uri="{FF2B5EF4-FFF2-40B4-BE49-F238E27FC236}">
                <a16:creationId xmlns:a16="http://schemas.microsoft.com/office/drawing/2014/main" id="{A67D6422-4410-409B-A797-6D8233638BD1}"/>
              </a:ext>
            </a:extLst>
          </p:cNvPr>
          <p:cNvSpPr>
            <a:spLocks xmlns:a="http://schemas.openxmlformats.org/drawingml/2006/main" noGrp="1"/>
          </p:cNvSpPr>
          <p:nvPr/>
        </p:nvSpPr>
        <p:spPr>
          <a:xfrm xmlns:a="http://schemas.openxmlformats.org/drawingml/2006/main">
            <a:off x="636166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0" name="Editable chart path">
            <a:extLst xmlns:a="http://schemas.openxmlformats.org/drawingml/2006/main">
              <a:ext uri="{FF2B5EF4-FFF2-40B4-BE49-F238E27FC236}">
                <a16:creationId xmlns:a16="http://schemas.microsoft.com/office/drawing/2014/main" id="{9B2D61C9-5762-4382-BD67-27FE896FC127}"/>
              </a:ext>
            </a:extLst>
          </p:cNvPr>
          <p:cNvSpPr>
            <a:spLocks xmlns:a="http://schemas.openxmlformats.org/drawingml/2006/main" noGrp="1"/>
          </p:cNvSpPr>
          <p:nvPr/>
        </p:nvSpPr>
        <p:spPr>
          <a:xfrm xmlns:a="http://schemas.openxmlformats.org/drawingml/2006/main">
            <a:off x="642379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1" name="Editable chart path">
            <a:extLst xmlns:a="http://schemas.openxmlformats.org/drawingml/2006/main">
              <a:ext uri="{FF2B5EF4-FFF2-40B4-BE49-F238E27FC236}">
                <a16:creationId xmlns:a16="http://schemas.microsoft.com/office/drawing/2014/main" id="{80F594EC-8935-4E5E-970F-1981B45A11FB}"/>
              </a:ext>
            </a:extLst>
          </p:cNvPr>
          <p:cNvSpPr>
            <a:spLocks xmlns:a="http://schemas.openxmlformats.org/drawingml/2006/main" noGrp="1"/>
          </p:cNvSpPr>
          <p:nvPr/>
        </p:nvSpPr>
        <p:spPr>
          <a:xfrm xmlns:a="http://schemas.openxmlformats.org/drawingml/2006/main">
            <a:off x="648593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2" name="Editable chart path">
            <a:extLst xmlns:a="http://schemas.openxmlformats.org/drawingml/2006/main">
              <a:ext uri="{FF2B5EF4-FFF2-40B4-BE49-F238E27FC236}">
                <a16:creationId xmlns:a16="http://schemas.microsoft.com/office/drawing/2014/main" id="{247F4635-E4A7-4C92-BE12-2FCCD521BEF5}"/>
              </a:ext>
            </a:extLst>
          </p:cNvPr>
          <p:cNvSpPr>
            <a:spLocks xmlns:a="http://schemas.openxmlformats.org/drawingml/2006/main" noGrp="1"/>
          </p:cNvSpPr>
          <p:nvPr/>
        </p:nvSpPr>
        <p:spPr>
          <a:xfrm xmlns:a="http://schemas.openxmlformats.org/drawingml/2006/main">
            <a:off x="654807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3" name="Editable chart path">
            <a:extLst xmlns:a="http://schemas.openxmlformats.org/drawingml/2006/main">
              <a:ext uri="{FF2B5EF4-FFF2-40B4-BE49-F238E27FC236}">
                <a16:creationId xmlns:a16="http://schemas.microsoft.com/office/drawing/2014/main" id="{FEBE50F3-883A-4C88-A7CE-DC8334F5EFAC}"/>
              </a:ext>
            </a:extLst>
          </p:cNvPr>
          <p:cNvSpPr>
            <a:spLocks xmlns:a="http://schemas.openxmlformats.org/drawingml/2006/main" noGrp="1"/>
          </p:cNvSpPr>
          <p:nvPr/>
        </p:nvSpPr>
        <p:spPr>
          <a:xfrm xmlns:a="http://schemas.openxmlformats.org/drawingml/2006/main">
            <a:off x="661021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4" name="Editable chart path">
            <a:extLst xmlns:a="http://schemas.openxmlformats.org/drawingml/2006/main">
              <a:ext uri="{FF2B5EF4-FFF2-40B4-BE49-F238E27FC236}">
                <a16:creationId xmlns:a16="http://schemas.microsoft.com/office/drawing/2014/main" id="{2D94BC8E-641A-4EAE-A6A2-2CEA7D1EEA77}"/>
              </a:ext>
            </a:extLst>
          </p:cNvPr>
          <p:cNvSpPr>
            <a:spLocks xmlns:a="http://schemas.openxmlformats.org/drawingml/2006/main" noGrp="1"/>
          </p:cNvSpPr>
          <p:nvPr/>
        </p:nvSpPr>
        <p:spPr>
          <a:xfrm xmlns:a="http://schemas.openxmlformats.org/drawingml/2006/main">
            <a:off x="667234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5" name="Editable chart path">
            <a:extLst xmlns:a="http://schemas.openxmlformats.org/drawingml/2006/main">
              <a:ext uri="{FF2B5EF4-FFF2-40B4-BE49-F238E27FC236}">
                <a16:creationId xmlns:a16="http://schemas.microsoft.com/office/drawing/2014/main" id="{B22D8817-6289-4D28-A6CF-42DF2F469394}"/>
              </a:ext>
            </a:extLst>
          </p:cNvPr>
          <p:cNvSpPr>
            <a:spLocks xmlns:a="http://schemas.openxmlformats.org/drawingml/2006/main" noGrp="1"/>
          </p:cNvSpPr>
          <p:nvPr/>
        </p:nvSpPr>
        <p:spPr>
          <a:xfrm xmlns:a="http://schemas.openxmlformats.org/drawingml/2006/main">
            <a:off x="673448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6" name="Editable chart path">
            <a:extLst xmlns:a="http://schemas.openxmlformats.org/drawingml/2006/main">
              <a:ext uri="{FF2B5EF4-FFF2-40B4-BE49-F238E27FC236}">
                <a16:creationId xmlns:a16="http://schemas.microsoft.com/office/drawing/2014/main" id="{32116A77-B28D-41BB-9C02-3AFB72462B3D}"/>
              </a:ext>
            </a:extLst>
          </p:cNvPr>
          <p:cNvSpPr>
            <a:spLocks xmlns:a="http://schemas.openxmlformats.org/drawingml/2006/main" noGrp="1"/>
          </p:cNvSpPr>
          <p:nvPr/>
        </p:nvSpPr>
        <p:spPr>
          <a:xfrm xmlns:a="http://schemas.openxmlformats.org/drawingml/2006/main">
            <a:off x="679662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7" name="Editable chart path">
            <a:extLst xmlns:a="http://schemas.openxmlformats.org/drawingml/2006/main">
              <a:ext uri="{FF2B5EF4-FFF2-40B4-BE49-F238E27FC236}">
                <a16:creationId xmlns:a16="http://schemas.microsoft.com/office/drawing/2014/main" id="{384A1F29-FCC8-4138-AC95-1CC8FB74FB62}"/>
              </a:ext>
            </a:extLst>
          </p:cNvPr>
          <p:cNvSpPr>
            <a:spLocks xmlns:a="http://schemas.openxmlformats.org/drawingml/2006/main" noGrp="1"/>
          </p:cNvSpPr>
          <p:nvPr/>
        </p:nvSpPr>
        <p:spPr>
          <a:xfrm xmlns:a="http://schemas.openxmlformats.org/drawingml/2006/main">
            <a:off x="685876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8" name="Editable chart path">
            <a:extLst xmlns:a="http://schemas.openxmlformats.org/drawingml/2006/main">
              <a:ext uri="{FF2B5EF4-FFF2-40B4-BE49-F238E27FC236}">
                <a16:creationId xmlns:a16="http://schemas.microsoft.com/office/drawing/2014/main" id="{86EF290E-79C3-4900-8592-416D04293E57}"/>
              </a:ext>
            </a:extLst>
          </p:cNvPr>
          <p:cNvSpPr>
            <a:spLocks xmlns:a="http://schemas.openxmlformats.org/drawingml/2006/main" noGrp="1"/>
          </p:cNvSpPr>
          <p:nvPr/>
        </p:nvSpPr>
        <p:spPr>
          <a:xfrm xmlns:a="http://schemas.openxmlformats.org/drawingml/2006/main">
            <a:off x="692090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9" name="Editable chart path">
            <a:extLst xmlns:a="http://schemas.openxmlformats.org/drawingml/2006/main">
              <a:ext uri="{FF2B5EF4-FFF2-40B4-BE49-F238E27FC236}">
                <a16:creationId xmlns:a16="http://schemas.microsoft.com/office/drawing/2014/main" id="{EF5C2266-67C1-4618-B634-C04270FF37A1}"/>
              </a:ext>
            </a:extLst>
          </p:cNvPr>
          <p:cNvSpPr>
            <a:spLocks xmlns:a="http://schemas.openxmlformats.org/drawingml/2006/main" noGrp="1"/>
          </p:cNvSpPr>
          <p:nvPr/>
        </p:nvSpPr>
        <p:spPr>
          <a:xfrm xmlns:a="http://schemas.openxmlformats.org/drawingml/2006/main">
            <a:off x="698303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0" name="Editable chart path">
            <a:extLst xmlns:a="http://schemas.openxmlformats.org/drawingml/2006/main">
              <a:ext uri="{FF2B5EF4-FFF2-40B4-BE49-F238E27FC236}">
                <a16:creationId xmlns:a16="http://schemas.microsoft.com/office/drawing/2014/main" id="{BFB5CF4B-2E56-4F51-8C0E-6885EE2C5017}"/>
              </a:ext>
            </a:extLst>
          </p:cNvPr>
          <p:cNvSpPr>
            <a:spLocks xmlns:a="http://schemas.openxmlformats.org/drawingml/2006/main" noGrp="1"/>
          </p:cNvSpPr>
          <p:nvPr/>
        </p:nvSpPr>
        <p:spPr>
          <a:xfrm xmlns:a="http://schemas.openxmlformats.org/drawingml/2006/main">
            <a:off x="704517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1" name="Editable chart path">
            <a:extLst xmlns:a="http://schemas.openxmlformats.org/drawingml/2006/main">
              <a:ext uri="{FF2B5EF4-FFF2-40B4-BE49-F238E27FC236}">
                <a16:creationId xmlns:a16="http://schemas.microsoft.com/office/drawing/2014/main" id="{AE41FB1C-46AB-4C9F-8442-3DB2A3BF30CD}"/>
              </a:ext>
            </a:extLst>
          </p:cNvPr>
          <p:cNvSpPr>
            <a:spLocks xmlns:a="http://schemas.openxmlformats.org/drawingml/2006/main" noGrp="1"/>
          </p:cNvSpPr>
          <p:nvPr/>
        </p:nvSpPr>
        <p:spPr>
          <a:xfrm xmlns:a="http://schemas.openxmlformats.org/drawingml/2006/main">
            <a:off x="710731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2" name="Editable chart path">
            <a:extLst xmlns:a="http://schemas.openxmlformats.org/drawingml/2006/main">
              <a:ext uri="{FF2B5EF4-FFF2-40B4-BE49-F238E27FC236}">
                <a16:creationId xmlns:a16="http://schemas.microsoft.com/office/drawing/2014/main" id="{BB1A8AAF-5A67-423F-A64C-0517E1E1B805}"/>
              </a:ext>
            </a:extLst>
          </p:cNvPr>
          <p:cNvSpPr>
            <a:spLocks xmlns:a="http://schemas.openxmlformats.org/drawingml/2006/main" noGrp="1"/>
          </p:cNvSpPr>
          <p:nvPr/>
        </p:nvSpPr>
        <p:spPr>
          <a:xfrm xmlns:a="http://schemas.openxmlformats.org/drawingml/2006/main">
            <a:off x="716945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3" name="Editable chart path">
            <a:extLst xmlns:a="http://schemas.openxmlformats.org/drawingml/2006/main">
              <a:ext uri="{FF2B5EF4-FFF2-40B4-BE49-F238E27FC236}">
                <a16:creationId xmlns:a16="http://schemas.microsoft.com/office/drawing/2014/main" id="{B4E94D0F-E298-40C1-83F6-32A569615818}"/>
              </a:ext>
            </a:extLst>
          </p:cNvPr>
          <p:cNvSpPr>
            <a:spLocks xmlns:a="http://schemas.openxmlformats.org/drawingml/2006/main" noGrp="1"/>
          </p:cNvSpPr>
          <p:nvPr/>
        </p:nvSpPr>
        <p:spPr>
          <a:xfrm xmlns:a="http://schemas.openxmlformats.org/drawingml/2006/main">
            <a:off x="723158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4" name="Editable chart path">
            <a:extLst xmlns:a="http://schemas.openxmlformats.org/drawingml/2006/main">
              <a:ext uri="{FF2B5EF4-FFF2-40B4-BE49-F238E27FC236}">
                <a16:creationId xmlns:a16="http://schemas.microsoft.com/office/drawing/2014/main" id="{21ED8191-4D03-492C-B98E-D786B8F7A80B}"/>
              </a:ext>
            </a:extLst>
          </p:cNvPr>
          <p:cNvSpPr>
            <a:spLocks xmlns:a="http://schemas.openxmlformats.org/drawingml/2006/main" noGrp="1"/>
          </p:cNvSpPr>
          <p:nvPr/>
        </p:nvSpPr>
        <p:spPr>
          <a:xfrm xmlns:a="http://schemas.openxmlformats.org/drawingml/2006/main">
            <a:off x="729372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5" name="Editable chart path">
            <a:extLst xmlns:a="http://schemas.openxmlformats.org/drawingml/2006/main">
              <a:ext uri="{FF2B5EF4-FFF2-40B4-BE49-F238E27FC236}">
                <a16:creationId xmlns:a16="http://schemas.microsoft.com/office/drawing/2014/main" id="{A90F7A1A-6FB1-4699-A363-AA2E4E7E4295}"/>
              </a:ext>
            </a:extLst>
          </p:cNvPr>
          <p:cNvSpPr>
            <a:spLocks xmlns:a="http://schemas.openxmlformats.org/drawingml/2006/main" noGrp="1"/>
          </p:cNvSpPr>
          <p:nvPr/>
        </p:nvSpPr>
        <p:spPr>
          <a:xfrm xmlns:a="http://schemas.openxmlformats.org/drawingml/2006/main">
            <a:off x="735586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6" name="Editable chart path">
            <a:extLst xmlns:a="http://schemas.openxmlformats.org/drawingml/2006/main">
              <a:ext uri="{FF2B5EF4-FFF2-40B4-BE49-F238E27FC236}">
                <a16:creationId xmlns:a16="http://schemas.microsoft.com/office/drawing/2014/main" id="{2DDD9AC0-8A60-4150-8301-B3D366245F52}"/>
              </a:ext>
            </a:extLst>
          </p:cNvPr>
          <p:cNvSpPr>
            <a:spLocks xmlns:a="http://schemas.openxmlformats.org/drawingml/2006/main" noGrp="1"/>
          </p:cNvSpPr>
          <p:nvPr/>
        </p:nvSpPr>
        <p:spPr>
          <a:xfrm xmlns:a="http://schemas.openxmlformats.org/drawingml/2006/main">
            <a:off x="741800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7" name="Editable chart path">
            <a:extLst xmlns:a="http://schemas.openxmlformats.org/drawingml/2006/main">
              <a:ext uri="{FF2B5EF4-FFF2-40B4-BE49-F238E27FC236}">
                <a16:creationId xmlns:a16="http://schemas.microsoft.com/office/drawing/2014/main" id="{02035981-B5C9-4642-9FDD-2648797083F7}"/>
              </a:ext>
            </a:extLst>
          </p:cNvPr>
          <p:cNvSpPr>
            <a:spLocks xmlns:a="http://schemas.openxmlformats.org/drawingml/2006/main" noGrp="1"/>
          </p:cNvSpPr>
          <p:nvPr/>
        </p:nvSpPr>
        <p:spPr>
          <a:xfrm xmlns:a="http://schemas.openxmlformats.org/drawingml/2006/main">
            <a:off x="748013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8" name="Editable chart path">
            <a:extLst xmlns:a="http://schemas.openxmlformats.org/drawingml/2006/main">
              <a:ext uri="{FF2B5EF4-FFF2-40B4-BE49-F238E27FC236}">
                <a16:creationId xmlns:a16="http://schemas.microsoft.com/office/drawing/2014/main" id="{3E0AF8D4-9162-4528-9344-12CA6F95D438}"/>
              </a:ext>
            </a:extLst>
          </p:cNvPr>
          <p:cNvSpPr>
            <a:spLocks xmlns:a="http://schemas.openxmlformats.org/drawingml/2006/main" noGrp="1"/>
          </p:cNvSpPr>
          <p:nvPr/>
        </p:nvSpPr>
        <p:spPr>
          <a:xfrm xmlns:a="http://schemas.openxmlformats.org/drawingml/2006/main">
            <a:off x="754227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9" name="Editable chart path">
            <a:extLst xmlns:a="http://schemas.openxmlformats.org/drawingml/2006/main">
              <a:ext uri="{FF2B5EF4-FFF2-40B4-BE49-F238E27FC236}">
                <a16:creationId xmlns:a16="http://schemas.microsoft.com/office/drawing/2014/main" id="{BC545174-CE83-4E36-BD07-00CC4A96103C}"/>
              </a:ext>
            </a:extLst>
          </p:cNvPr>
          <p:cNvSpPr>
            <a:spLocks xmlns:a="http://schemas.openxmlformats.org/drawingml/2006/main" noGrp="1"/>
          </p:cNvSpPr>
          <p:nvPr/>
        </p:nvSpPr>
        <p:spPr>
          <a:xfrm xmlns:a="http://schemas.openxmlformats.org/drawingml/2006/main">
            <a:off x="760441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0" name="Editable chart path">
            <a:extLst xmlns:a="http://schemas.openxmlformats.org/drawingml/2006/main">
              <a:ext uri="{FF2B5EF4-FFF2-40B4-BE49-F238E27FC236}">
                <a16:creationId xmlns:a16="http://schemas.microsoft.com/office/drawing/2014/main" id="{CA259556-2819-48E9-A848-D365DF2A683C}"/>
              </a:ext>
            </a:extLst>
          </p:cNvPr>
          <p:cNvSpPr>
            <a:spLocks xmlns:a="http://schemas.openxmlformats.org/drawingml/2006/main" noGrp="1"/>
          </p:cNvSpPr>
          <p:nvPr/>
        </p:nvSpPr>
        <p:spPr>
          <a:xfrm xmlns:a="http://schemas.openxmlformats.org/drawingml/2006/main">
            <a:off x="766655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1" name="Editable chart path">
            <a:extLst xmlns:a="http://schemas.openxmlformats.org/drawingml/2006/main">
              <a:ext uri="{FF2B5EF4-FFF2-40B4-BE49-F238E27FC236}">
                <a16:creationId xmlns:a16="http://schemas.microsoft.com/office/drawing/2014/main" id="{8AF59290-8227-46F2-BC3F-071A1159C5B0}"/>
              </a:ext>
            </a:extLst>
          </p:cNvPr>
          <p:cNvSpPr>
            <a:spLocks xmlns:a="http://schemas.openxmlformats.org/drawingml/2006/main" noGrp="1"/>
          </p:cNvSpPr>
          <p:nvPr/>
        </p:nvSpPr>
        <p:spPr>
          <a:xfrm xmlns:a="http://schemas.openxmlformats.org/drawingml/2006/main">
            <a:off x="772868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2" name="Editable chart path">
            <a:extLst xmlns:a="http://schemas.openxmlformats.org/drawingml/2006/main">
              <a:ext uri="{FF2B5EF4-FFF2-40B4-BE49-F238E27FC236}">
                <a16:creationId xmlns:a16="http://schemas.microsoft.com/office/drawing/2014/main" id="{7100BD1F-3A9A-4B77-AF7C-7BBB0DCC8648}"/>
              </a:ext>
            </a:extLst>
          </p:cNvPr>
          <p:cNvSpPr>
            <a:spLocks xmlns:a="http://schemas.openxmlformats.org/drawingml/2006/main" noGrp="1"/>
          </p:cNvSpPr>
          <p:nvPr/>
        </p:nvSpPr>
        <p:spPr>
          <a:xfrm xmlns:a="http://schemas.openxmlformats.org/drawingml/2006/main">
            <a:off x="779082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3" name="Editable chart path">
            <a:extLst xmlns:a="http://schemas.openxmlformats.org/drawingml/2006/main">
              <a:ext uri="{FF2B5EF4-FFF2-40B4-BE49-F238E27FC236}">
                <a16:creationId xmlns:a16="http://schemas.microsoft.com/office/drawing/2014/main" id="{BA14FD41-DB97-4CD6-A53A-B4A4010549C4}"/>
              </a:ext>
            </a:extLst>
          </p:cNvPr>
          <p:cNvSpPr>
            <a:spLocks xmlns:a="http://schemas.openxmlformats.org/drawingml/2006/main" noGrp="1"/>
          </p:cNvSpPr>
          <p:nvPr/>
        </p:nvSpPr>
        <p:spPr>
          <a:xfrm xmlns:a="http://schemas.openxmlformats.org/drawingml/2006/main">
            <a:off x="785296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4" name="Editable chart path">
            <a:extLst xmlns:a="http://schemas.openxmlformats.org/drawingml/2006/main">
              <a:ext uri="{FF2B5EF4-FFF2-40B4-BE49-F238E27FC236}">
                <a16:creationId xmlns:a16="http://schemas.microsoft.com/office/drawing/2014/main" id="{9BCED9D9-1954-4C0D-85C2-8CBDA04AB6E5}"/>
              </a:ext>
            </a:extLst>
          </p:cNvPr>
          <p:cNvSpPr>
            <a:spLocks xmlns:a="http://schemas.openxmlformats.org/drawingml/2006/main" noGrp="1"/>
          </p:cNvSpPr>
          <p:nvPr/>
        </p:nvSpPr>
        <p:spPr>
          <a:xfrm xmlns:a="http://schemas.openxmlformats.org/drawingml/2006/main">
            <a:off x="791510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5" name="Editable chart path">
            <a:extLst xmlns:a="http://schemas.openxmlformats.org/drawingml/2006/main">
              <a:ext uri="{FF2B5EF4-FFF2-40B4-BE49-F238E27FC236}">
                <a16:creationId xmlns:a16="http://schemas.microsoft.com/office/drawing/2014/main" id="{CF1F730F-1C5B-4E43-9444-9B7C6A2DBB07}"/>
              </a:ext>
            </a:extLst>
          </p:cNvPr>
          <p:cNvSpPr>
            <a:spLocks xmlns:a="http://schemas.openxmlformats.org/drawingml/2006/main" noGrp="1"/>
          </p:cNvSpPr>
          <p:nvPr/>
        </p:nvSpPr>
        <p:spPr>
          <a:xfrm xmlns:a="http://schemas.openxmlformats.org/drawingml/2006/main">
            <a:off x="797723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6" name="Editable chart path">
            <a:extLst xmlns:a="http://schemas.openxmlformats.org/drawingml/2006/main">
              <a:ext uri="{FF2B5EF4-FFF2-40B4-BE49-F238E27FC236}">
                <a16:creationId xmlns:a16="http://schemas.microsoft.com/office/drawing/2014/main" id="{DA61E6EF-6863-4269-836A-E6B357371DDC}"/>
              </a:ext>
            </a:extLst>
          </p:cNvPr>
          <p:cNvSpPr>
            <a:spLocks xmlns:a="http://schemas.openxmlformats.org/drawingml/2006/main" noGrp="1"/>
          </p:cNvSpPr>
          <p:nvPr/>
        </p:nvSpPr>
        <p:spPr>
          <a:xfrm xmlns:a="http://schemas.openxmlformats.org/drawingml/2006/main">
            <a:off x="803937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7" name="Editable chart path">
            <a:extLst xmlns:a="http://schemas.openxmlformats.org/drawingml/2006/main">
              <a:ext uri="{FF2B5EF4-FFF2-40B4-BE49-F238E27FC236}">
                <a16:creationId xmlns:a16="http://schemas.microsoft.com/office/drawing/2014/main" id="{67F54D72-6BA5-455C-8DDB-2F4DC4A852F4}"/>
              </a:ext>
            </a:extLst>
          </p:cNvPr>
          <p:cNvSpPr>
            <a:spLocks xmlns:a="http://schemas.openxmlformats.org/drawingml/2006/main" noGrp="1"/>
          </p:cNvSpPr>
          <p:nvPr/>
        </p:nvSpPr>
        <p:spPr>
          <a:xfrm xmlns:a="http://schemas.openxmlformats.org/drawingml/2006/main">
            <a:off x="810151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8" name="Editable chart path">
            <a:extLst xmlns:a="http://schemas.openxmlformats.org/drawingml/2006/main">
              <a:ext uri="{FF2B5EF4-FFF2-40B4-BE49-F238E27FC236}">
                <a16:creationId xmlns:a16="http://schemas.microsoft.com/office/drawing/2014/main" id="{105A7233-E047-44A4-99AC-8C51534FE7AE}"/>
              </a:ext>
            </a:extLst>
          </p:cNvPr>
          <p:cNvSpPr>
            <a:spLocks xmlns:a="http://schemas.openxmlformats.org/drawingml/2006/main" noGrp="1"/>
          </p:cNvSpPr>
          <p:nvPr/>
        </p:nvSpPr>
        <p:spPr>
          <a:xfrm xmlns:a="http://schemas.openxmlformats.org/drawingml/2006/main">
            <a:off x="816365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9" name="Editable chart path">
            <a:extLst xmlns:a="http://schemas.openxmlformats.org/drawingml/2006/main">
              <a:ext uri="{FF2B5EF4-FFF2-40B4-BE49-F238E27FC236}">
                <a16:creationId xmlns:a16="http://schemas.microsoft.com/office/drawing/2014/main" id="{49F8703E-F879-47E7-A414-BEF5735C0FC0}"/>
              </a:ext>
            </a:extLst>
          </p:cNvPr>
          <p:cNvSpPr>
            <a:spLocks xmlns:a="http://schemas.openxmlformats.org/drawingml/2006/main" noGrp="1"/>
          </p:cNvSpPr>
          <p:nvPr/>
        </p:nvSpPr>
        <p:spPr>
          <a:xfrm xmlns:a="http://schemas.openxmlformats.org/drawingml/2006/main">
            <a:off x="822579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0" name="Editable chart path">
            <a:extLst xmlns:a="http://schemas.openxmlformats.org/drawingml/2006/main">
              <a:ext uri="{FF2B5EF4-FFF2-40B4-BE49-F238E27FC236}">
                <a16:creationId xmlns:a16="http://schemas.microsoft.com/office/drawing/2014/main" id="{82DA95C1-4658-46AB-9323-4088C2D749BF}"/>
              </a:ext>
            </a:extLst>
          </p:cNvPr>
          <p:cNvSpPr>
            <a:spLocks xmlns:a="http://schemas.openxmlformats.org/drawingml/2006/main" noGrp="1"/>
          </p:cNvSpPr>
          <p:nvPr/>
        </p:nvSpPr>
        <p:spPr>
          <a:xfrm xmlns:a="http://schemas.openxmlformats.org/drawingml/2006/main">
            <a:off x="828792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1" name="Editable chart path">
            <a:extLst xmlns:a="http://schemas.openxmlformats.org/drawingml/2006/main">
              <a:ext uri="{FF2B5EF4-FFF2-40B4-BE49-F238E27FC236}">
                <a16:creationId xmlns:a16="http://schemas.microsoft.com/office/drawing/2014/main" id="{5B01B5EF-CCED-4D4F-B2BB-F8BF6D301ECD}"/>
              </a:ext>
            </a:extLst>
          </p:cNvPr>
          <p:cNvSpPr>
            <a:spLocks xmlns:a="http://schemas.openxmlformats.org/drawingml/2006/main" noGrp="1"/>
          </p:cNvSpPr>
          <p:nvPr/>
        </p:nvSpPr>
        <p:spPr>
          <a:xfrm xmlns:a="http://schemas.openxmlformats.org/drawingml/2006/main">
            <a:off x="835006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2" name="Editable chart path">
            <a:extLst xmlns:a="http://schemas.openxmlformats.org/drawingml/2006/main">
              <a:ext uri="{FF2B5EF4-FFF2-40B4-BE49-F238E27FC236}">
                <a16:creationId xmlns:a16="http://schemas.microsoft.com/office/drawing/2014/main" id="{3F2A27E8-F57B-4D43-879D-BAE9906B257E}"/>
              </a:ext>
            </a:extLst>
          </p:cNvPr>
          <p:cNvSpPr>
            <a:spLocks xmlns:a="http://schemas.openxmlformats.org/drawingml/2006/main" noGrp="1"/>
          </p:cNvSpPr>
          <p:nvPr/>
        </p:nvSpPr>
        <p:spPr>
          <a:xfrm xmlns:a="http://schemas.openxmlformats.org/drawingml/2006/main">
            <a:off x="841220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3" name="Editable chart path">
            <a:extLst xmlns:a="http://schemas.openxmlformats.org/drawingml/2006/main">
              <a:ext uri="{FF2B5EF4-FFF2-40B4-BE49-F238E27FC236}">
                <a16:creationId xmlns:a16="http://schemas.microsoft.com/office/drawing/2014/main" id="{72065AC9-9BFF-464B-934E-473CC9AF6AED}"/>
              </a:ext>
            </a:extLst>
          </p:cNvPr>
          <p:cNvSpPr>
            <a:spLocks xmlns:a="http://schemas.openxmlformats.org/drawingml/2006/main" noGrp="1"/>
          </p:cNvSpPr>
          <p:nvPr/>
        </p:nvSpPr>
        <p:spPr>
          <a:xfrm xmlns:a="http://schemas.openxmlformats.org/drawingml/2006/main">
            <a:off x="847434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4" name="Editable chart path">
            <a:extLst xmlns:a="http://schemas.openxmlformats.org/drawingml/2006/main">
              <a:ext uri="{FF2B5EF4-FFF2-40B4-BE49-F238E27FC236}">
                <a16:creationId xmlns:a16="http://schemas.microsoft.com/office/drawing/2014/main" id="{0BAF44BF-3338-4B6E-A701-8D4C2FCCEA5E}"/>
              </a:ext>
            </a:extLst>
          </p:cNvPr>
          <p:cNvSpPr>
            <a:spLocks xmlns:a="http://schemas.openxmlformats.org/drawingml/2006/main" noGrp="1"/>
          </p:cNvSpPr>
          <p:nvPr/>
        </p:nvSpPr>
        <p:spPr>
          <a:xfrm xmlns:a="http://schemas.openxmlformats.org/drawingml/2006/main">
            <a:off x="853647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5" name="Editable chart path">
            <a:extLst xmlns:a="http://schemas.openxmlformats.org/drawingml/2006/main">
              <a:ext uri="{FF2B5EF4-FFF2-40B4-BE49-F238E27FC236}">
                <a16:creationId xmlns:a16="http://schemas.microsoft.com/office/drawing/2014/main" id="{0F90902C-AB15-4B0E-BF64-6F98CF286A36}"/>
              </a:ext>
            </a:extLst>
          </p:cNvPr>
          <p:cNvSpPr>
            <a:spLocks xmlns:a="http://schemas.openxmlformats.org/drawingml/2006/main" noGrp="1"/>
          </p:cNvSpPr>
          <p:nvPr/>
        </p:nvSpPr>
        <p:spPr>
          <a:xfrm xmlns:a="http://schemas.openxmlformats.org/drawingml/2006/main">
            <a:off x="859861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6" name="Editable chart path">
            <a:extLst xmlns:a="http://schemas.openxmlformats.org/drawingml/2006/main">
              <a:ext uri="{FF2B5EF4-FFF2-40B4-BE49-F238E27FC236}">
                <a16:creationId xmlns:a16="http://schemas.microsoft.com/office/drawing/2014/main" id="{3B2A3FBA-F4AA-4E5C-BDBC-FECF2B4C48E3}"/>
              </a:ext>
            </a:extLst>
          </p:cNvPr>
          <p:cNvSpPr>
            <a:spLocks xmlns:a="http://schemas.openxmlformats.org/drawingml/2006/main" noGrp="1"/>
          </p:cNvSpPr>
          <p:nvPr/>
        </p:nvSpPr>
        <p:spPr>
          <a:xfrm xmlns:a="http://schemas.openxmlformats.org/drawingml/2006/main">
            <a:off x="866075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7" name="Editable chart path">
            <a:extLst xmlns:a="http://schemas.openxmlformats.org/drawingml/2006/main">
              <a:ext uri="{FF2B5EF4-FFF2-40B4-BE49-F238E27FC236}">
                <a16:creationId xmlns:a16="http://schemas.microsoft.com/office/drawing/2014/main" id="{915C5D62-8167-479C-9B33-3847CBAAB697}"/>
              </a:ext>
            </a:extLst>
          </p:cNvPr>
          <p:cNvSpPr>
            <a:spLocks xmlns:a="http://schemas.openxmlformats.org/drawingml/2006/main" noGrp="1"/>
          </p:cNvSpPr>
          <p:nvPr/>
        </p:nvSpPr>
        <p:spPr>
          <a:xfrm xmlns:a="http://schemas.openxmlformats.org/drawingml/2006/main">
            <a:off x="872289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8" name="Editable chart path">
            <a:extLst xmlns:a="http://schemas.openxmlformats.org/drawingml/2006/main">
              <a:ext uri="{FF2B5EF4-FFF2-40B4-BE49-F238E27FC236}">
                <a16:creationId xmlns:a16="http://schemas.microsoft.com/office/drawing/2014/main" id="{22C1240E-7268-41A5-B927-EA0B15EB0797}"/>
              </a:ext>
            </a:extLst>
          </p:cNvPr>
          <p:cNvSpPr>
            <a:spLocks xmlns:a="http://schemas.openxmlformats.org/drawingml/2006/main" noGrp="1"/>
          </p:cNvSpPr>
          <p:nvPr/>
        </p:nvSpPr>
        <p:spPr>
          <a:xfrm xmlns:a="http://schemas.openxmlformats.org/drawingml/2006/main">
            <a:off x="878502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9" name="Editable chart path">
            <a:extLst xmlns:a="http://schemas.openxmlformats.org/drawingml/2006/main">
              <a:ext uri="{FF2B5EF4-FFF2-40B4-BE49-F238E27FC236}">
                <a16:creationId xmlns:a16="http://schemas.microsoft.com/office/drawing/2014/main" id="{54402ECB-36B4-4810-AF24-7F25849B0613}"/>
              </a:ext>
            </a:extLst>
          </p:cNvPr>
          <p:cNvSpPr>
            <a:spLocks xmlns:a="http://schemas.openxmlformats.org/drawingml/2006/main" noGrp="1"/>
          </p:cNvSpPr>
          <p:nvPr/>
        </p:nvSpPr>
        <p:spPr>
          <a:xfrm xmlns:a="http://schemas.openxmlformats.org/drawingml/2006/main">
            <a:off x="884716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0" name="Editable chart path">
            <a:extLst xmlns:a="http://schemas.openxmlformats.org/drawingml/2006/main">
              <a:ext uri="{FF2B5EF4-FFF2-40B4-BE49-F238E27FC236}">
                <a16:creationId xmlns:a16="http://schemas.microsoft.com/office/drawing/2014/main" id="{3CA2334B-1C7A-4B5D-9390-02E9F1D3ED10}"/>
              </a:ext>
            </a:extLst>
          </p:cNvPr>
          <p:cNvSpPr>
            <a:spLocks xmlns:a="http://schemas.openxmlformats.org/drawingml/2006/main" noGrp="1"/>
          </p:cNvSpPr>
          <p:nvPr/>
        </p:nvSpPr>
        <p:spPr>
          <a:xfrm xmlns:a="http://schemas.openxmlformats.org/drawingml/2006/main">
            <a:off x="890930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1" name="Editable chart path">
            <a:extLst xmlns:a="http://schemas.openxmlformats.org/drawingml/2006/main">
              <a:ext uri="{FF2B5EF4-FFF2-40B4-BE49-F238E27FC236}">
                <a16:creationId xmlns:a16="http://schemas.microsoft.com/office/drawing/2014/main" id="{9C0376CE-13D4-4A01-9268-80913C861F9E}"/>
              </a:ext>
            </a:extLst>
          </p:cNvPr>
          <p:cNvSpPr>
            <a:spLocks xmlns:a="http://schemas.openxmlformats.org/drawingml/2006/main" noGrp="1"/>
          </p:cNvSpPr>
          <p:nvPr/>
        </p:nvSpPr>
        <p:spPr>
          <a:xfrm xmlns:a="http://schemas.openxmlformats.org/drawingml/2006/main">
            <a:off x="897144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2" name="Editable chart path">
            <a:extLst xmlns:a="http://schemas.openxmlformats.org/drawingml/2006/main">
              <a:ext uri="{FF2B5EF4-FFF2-40B4-BE49-F238E27FC236}">
                <a16:creationId xmlns:a16="http://schemas.microsoft.com/office/drawing/2014/main" id="{CB5FE93B-A93B-4850-BE88-7DCF2F3D58B6}"/>
              </a:ext>
            </a:extLst>
          </p:cNvPr>
          <p:cNvSpPr>
            <a:spLocks xmlns:a="http://schemas.openxmlformats.org/drawingml/2006/main" noGrp="1"/>
          </p:cNvSpPr>
          <p:nvPr/>
        </p:nvSpPr>
        <p:spPr>
          <a:xfrm xmlns:a="http://schemas.openxmlformats.org/drawingml/2006/main">
            <a:off x="903357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3" name="Editable chart path">
            <a:extLst xmlns:a="http://schemas.openxmlformats.org/drawingml/2006/main">
              <a:ext uri="{FF2B5EF4-FFF2-40B4-BE49-F238E27FC236}">
                <a16:creationId xmlns:a16="http://schemas.microsoft.com/office/drawing/2014/main" id="{DF791C3F-6DF7-47A2-84BC-2C5D6C8C7763}"/>
              </a:ext>
            </a:extLst>
          </p:cNvPr>
          <p:cNvSpPr>
            <a:spLocks xmlns:a="http://schemas.openxmlformats.org/drawingml/2006/main" noGrp="1"/>
          </p:cNvSpPr>
          <p:nvPr/>
        </p:nvSpPr>
        <p:spPr>
          <a:xfrm xmlns:a="http://schemas.openxmlformats.org/drawingml/2006/main">
            <a:off x="642379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4" name="Editable chart path">
            <a:extLst xmlns:a="http://schemas.openxmlformats.org/drawingml/2006/main">
              <a:ext uri="{FF2B5EF4-FFF2-40B4-BE49-F238E27FC236}">
                <a16:creationId xmlns:a16="http://schemas.microsoft.com/office/drawing/2014/main" id="{41500193-E98E-4772-8013-837F27EBFBD6}"/>
              </a:ext>
            </a:extLst>
          </p:cNvPr>
          <p:cNvSpPr>
            <a:spLocks xmlns:a="http://schemas.openxmlformats.org/drawingml/2006/main" noGrp="1"/>
          </p:cNvSpPr>
          <p:nvPr/>
        </p:nvSpPr>
        <p:spPr>
          <a:xfrm xmlns:a="http://schemas.openxmlformats.org/drawingml/2006/main">
            <a:off x="648593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5" name="Editable chart path">
            <a:extLst xmlns:a="http://schemas.openxmlformats.org/drawingml/2006/main">
              <a:ext uri="{FF2B5EF4-FFF2-40B4-BE49-F238E27FC236}">
                <a16:creationId xmlns:a16="http://schemas.microsoft.com/office/drawing/2014/main" id="{05D028A2-78A6-4498-8E6E-E80FE0676199}"/>
              </a:ext>
            </a:extLst>
          </p:cNvPr>
          <p:cNvSpPr>
            <a:spLocks xmlns:a="http://schemas.openxmlformats.org/drawingml/2006/main" noGrp="1"/>
          </p:cNvSpPr>
          <p:nvPr/>
        </p:nvSpPr>
        <p:spPr>
          <a:xfrm xmlns:a="http://schemas.openxmlformats.org/drawingml/2006/main">
            <a:off x="654807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6" name="Editable chart path">
            <a:extLst xmlns:a="http://schemas.openxmlformats.org/drawingml/2006/main">
              <a:ext uri="{FF2B5EF4-FFF2-40B4-BE49-F238E27FC236}">
                <a16:creationId xmlns:a16="http://schemas.microsoft.com/office/drawing/2014/main" id="{6C8BAF82-CF31-4CEA-95C5-5026AEE0E57F}"/>
              </a:ext>
            </a:extLst>
          </p:cNvPr>
          <p:cNvSpPr>
            <a:spLocks xmlns:a="http://schemas.openxmlformats.org/drawingml/2006/main" noGrp="1"/>
          </p:cNvSpPr>
          <p:nvPr/>
        </p:nvSpPr>
        <p:spPr>
          <a:xfrm xmlns:a="http://schemas.openxmlformats.org/drawingml/2006/main">
            <a:off x="661021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7" name="Editable chart path">
            <a:extLst xmlns:a="http://schemas.openxmlformats.org/drawingml/2006/main">
              <a:ext uri="{FF2B5EF4-FFF2-40B4-BE49-F238E27FC236}">
                <a16:creationId xmlns:a16="http://schemas.microsoft.com/office/drawing/2014/main" id="{FDECE3CE-5A67-4229-8AAC-2F4CC3AD7188}"/>
              </a:ext>
            </a:extLst>
          </p:cNvPr>
          <p:cNvSpPr>
            <a:spLocks xmlns:a="http://schemas.openxmlformats.org/drawingml/2006/main" noGrp="1"/>
          </p:cNvSpPr>
          <p:nvPr/>
        </p:nvSpPr>
        <p:spPr>
          <a:xfrm xmlns:a="http://schemas.openxmlformats.org/drawingml/2006/main">
            <a:off x="667234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8" name="Editable chart path">
            <a:extLst xmlns:a="http://schemas.openxmlformats.org/drawingml/2006/main">
              <a:ext uri="{FF2B5EF4-FFF2-40B4-BE49-F238E27FC236}">
                <a16:creationId xmlns:a16="http://schemas.microsoft.com/office/drawing/2014/main" id="{B3D36613-A997-487D-90E5-A8811DDEFBD9}"/>
              </a:ext>
            </a:extLst>
          </p:cNvPr>
          <p:cNvSpPr>
            <a:spLocks xmlns:a="http://schemas.openxmlformats.org/drawingml/2006/main" noGrp="1"/>
          </p:cNvSpPr>
          <p:nvPr/>
        </p:nvSpPr>
        <p:spPr>
          <a:xfrm xmlns:a="http://schemas.openxmlformats.org/drawingml/2006/main">
            <a:off x="673448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9" name="Editable chart path">
            <a:extLst xmlns:a="http://schemas.openxmlformats.org/drawingml/2006/main">
              <a:ext uri="{FF2B5EF4-FFF2-40B4-BE49-F238E27FC236}">
                <a16:creationId xmlns:a16="http://schemas.microsoft.com/office/drawing/2014/main" id="{D112E012-B861-49D2-B8F4-82D47A5196AC}"/>
              </a:ext>
            </a:extLst>
          </p:cNvPr>
          <p:cNvSpPr>
            <a:spLocks xmlns:a="http://schemas.openxmlformats.org/drawingml/2006/main" noGrp="1"/>
          </p:cNvSpPr>
          <p:nvPr/>
        </p:nvSpPr>
        <p:spPr>
          <a:xfrm xmlns:a="http://schemas.openxmlformats.org/drawingml/2006/main">
            <a:off x="679662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0" name="Editable chart path">
            <a:extLst xmlns:a="http://schemas.openxmlformats.org/drawingml/2006/main">
              <a:ext uri="{FF2B5EF4-FFF2-40B4-BE49-F238E27FC236}">
                <a16:creationId xmlns:a16="http://schemas.microsoft.com/office/drawing/2014/main" id="{0E0D0EDA-9053-44E5-BB92-3E40AA150830}"/>
              </a:ext>
            </a:extLst>
          </p:cNvPr>
          <p:cNvSpPr>
            <a:spLocks xmlns:a="http://schemas.openxmlformats.org/drawingml/2006/main" noGrp="1"/>
          </p:cNvSpPr>
          <p:nvPr/>
        </p:nvSpPr>
        <p:spPr>
          <a:xfrm xmlns:a="http://schemas.openxmlformats.org/drawingml/2006/main">
            <a:off x="685876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1" name="Editable chart path">
            <a:extLst xmlns:a="http://schemas.openxmlformats.org/drawingml/2006/main">
              <a:ext uri="{FF2B5EF4-FFF2-40B4-BE49-F238E27FC236}">
                <a16:creationId xmlns:a16="http://schemas.microsoft.com/office/drawing/2014/main" id="{694C2D2E-1CBF-4320-BDCB-8A9F6E8158EE}"/>
              </a:ext>
            </a:extLst>
          </p:cNvPr>
          <p:cNvSpPr>
            <a:spLocks xmlns:a="http://schemas.openxmlformats.org/drawingml/2006/main" noGrp="1"/>
          </p:cNvSpPr>
          <p:nvPr/>
        </p:nvSpPr>
        <p:spPr>
          <a:xfrm xmlns:a="http://schemas.openxmlformats.org/drawingml/2006/main">
            <a:off x="692090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2" name="Editable chart path">
            <a:extLst xmlns:a="http://schemas.openxmlformats.org/drawingml/2006/main">
              <a:ext uri="{FF2B5EF4-FFF2-40B4-BE49-F238E27FC236}">
                <a16:creationId xmlns:a16="http://schemas.microsoft.com/office/drawing/2014/main" id="{405DF832-4B18-40C3-A247-3079E994E7DB}"/>
              </a:ext>
            </a:extLst>
          </p:cNvPr>
          <p:cNvSpPr>
            <a:spLocks xmlns:a="http://schemas.openxmlformats.org/drawingml/2006/main" noGrp="1"/>
          </p:cNvSpPr>
          <p:nvPr/>
        </p:nvSpPr>
        <p:spPr>
          <a:xfrm xmlns:a="http://schemas.openxmlformats.org/drawingml/2006/main">
            <a:off x="698303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3" name="Editable chart path">
            <a:extLst xmlns:a="http://schemas.openxmlformats.org/drawingml/2006/main">
              <a:ext uri="{FF2B5EF4-FFF2-40B4-BE49-F238E27FC236}">
                <a16:creationId xmlns:a16="http://schemas.microsoft.com/office/drawing/2014/main" id="{4B0304D2-D012-463F-872E-CD8F31964DE9}"/>
              </a:ext>
            </a:extLst>
          </p:cNvPr>
          <p:cNvSpPr>
            <a:spLocks xmlns:a="http://schemas.openxmlformats.org/drawingml/2006/main" noGrp="1"/>
          </p:cNvSpPr>
          <p:nvPr/>
        </p:nvSpPr>
        <p:spPr>
          <a:xfrm xmlns:a="http://schemas.openxmlformats.org/drawingml/2006/main">
            <a:off x="704517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4" name="Editable chart path">
            <a:extLst xmlns:a="http://schemas.openxmlformats.org/drawingml/2006/main">
              <a:ext uri="{FF2B5EF4-FFF2-40B4-BE49-F238E27FC236}">
                <a16:creationId xmlns:a16="http://schemas.microsoft.com/office/drawing/2014/main" id="{18F2FD7E-7559-47CB-836F-E356252CF494}"/>
              </a:ext>
            </a:extLst>
          </p:cNvPr>
          <p:cNvSpPr>
            <a:spLocks xmlns:a="http://schemas.openxmlformats.org/drawingml/2006/main" noGrp="1"/>
          </p:cNvSpPr>
          <p:nvPr/>
        </p:nvSpPr>
        <p:spPr>
          <a:xfrm xmlns:a="http://schemas.openxmlformats.org/drawingml/2006/main">
            <a:off x="710731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5" name="Editable chart path">
            <a:extLst xmlns:a="http://schemas.openxmlformats.org/drawingml/2006/main">
              <a:ext uri="{FF2B5EF4-FFF2-40B4-BE49-F238E27FC236}">
                <a16:creationId xmlns:a16="http://schemas.microsoft.com/office/drawing/2014/main" id="{399C36C6-8132-45E1-8C16-20456E73FD86}"/>
              </a:ext>
            </a:extLst>
          </p:cNvPr>
          <p:cNvSpPr>
            <a:spLocks xmlns:a="http://schemas.openxmlformats.org/drawingml/2006/main" noGrp="1"/>
          </p:cNvSpPr>
          <p:nvPr/>
        </p:nvSpPr>
        <p:spPr>
          <a:xfrm xmlns:a="http://schemas.openxmlformats.org/drawingml/2006/main">
            <a:off x="716945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6" name="Editable chart path">
            <a:extLst xmlns:a="http://schemas.openxmlformats.org/drawingml/2006/main">
              <a:ext uri="{FF2B5EF4-FFF2-40B4-BE49-F238E27FC236}">
                <a16:creationId xmlns:a16="http://schemas.microsoft.com/office/drawing/2014/main" id="{9580DEF7-AB12-4684-8C26-8B9DD3C32961}"/>
              </a:ext>
            </a:extLst>
          </p:cNvPr>
          <p:cNvSpPr>
            <a:spLocks xmlns:a="http://schemas.openxmlformats.org/drawingml/2006/main" noGrp="1"/>
          </p:cNvSpPr>
          <p:nvPr/>
        </p:nvSpPr>
        <p:spPr>
          <a:xfrm xmlns:a="http://schemas.openxmlformats.org/drawingml/2006/main">
            <a:off x="723158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7" name="Editable chart path">
            <a:extLst xmlns:a="http://schemas.openxmlformats.org/drawingml/2006/main">
              <a:ext uri="{FF2B5EF4-FFF2-40B4-BE49-F238E27FC236}">
                <a16:creationId xmlns:a16="http://schemas.microsoft.com/office/drawing/2014/main" id="{67A800D4-610E-4D8F-9AAE-9D15AF53FC56}"/>
              </a:ext>
            </a:extLst>
          </p:cNvPr>
          <p:cNvSpPr>
            <a:spLocks xmlns:a="http://schemas.openxmlformats.org/drawingml/2006/main" noGrp="1"/>
          </p:cNvSpPr>
          <p:nvPr/>
        </p:nvSpPr>
        <p:spPr>
          <a:xfrm xmlns:a="http://schemas.openxmlformats.org/drawingml/2006/main">
            <a:off x="729372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8" name="Editable chart path">
            <a:extLst xmlns:a="http://schemas.openxmlformats.org/drawingml/2006/main">
              <a:ext uri="{FF2B5EF4-FFF2-40B4-BE49-F238E27FC236}">
                <a16:creationId xmlns:a16="http://schemas.microsoft.com/office/drawing/2014/main" id="{DBE673BC-57E0-498B-90A4-361512DAF190}"/>
              </a:ext>
            </a:extLst>
          </p:cNvPr>
          <p:cNvSpPr>
            <a:spLocks xmlns:a="http://schemas.openxmlformats.org/drawingml/2006/main" noGrp="1"/>
          </p:cNvSpPr>
          <p:nvPr/>
        </p:nvSpPr>
        <p:spPr>
          <a:xfrm xmlns:a="http://schemas.openxmlformats.org/drawingml/2006/main">
            <a:off x="735586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9" name="Editable chart path">
            <a:extLst xmlns:a="http://schemas.openxmlformats.org/drawingml/2006/main">
              <a:ext uri="{FF2B5EF4-FFF2-40B4-BE49-F238E27FC236}">
                <a16:creationId xmlns:a16="http://schemas.microsoft.com/office/drawing/2014/main" id="{B362DF21-11B3-4A35-B547-520997FC20DF}"/>
              </a:ext>
            </a:extLst>
          </p:cNvPr>
          <p:cNvSpPr>
            <a:spLocks xmlns:a="http://schemas.openxmlformats.org/drawingml/2006/main" noGrp="1"/>
          </p:cNvSpPr>
          <p:nvPr/>
        </p:nvSpPr>
        <p:spPr>
          <a:xfrm xmlns:a="http://schemas.openxmlformats.org/drawingml/2006/main">
            <a:off x="741800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0" name="Editable chart path">
            <a:extLst xmlns:a="http://schemas.openxmlformats.org/drawingml/2006/main">
              <a:ext uri="{FF2B5EF4-FFF2-40B4-BE49-F238E27FC236}">
                <a16:creationId xmlns:a16="http://schemas.microsoft.com/office/drawing/2014/main" id="{3C2B5D7E-97D0-4D86-9F1A-D8D45D47EC2E}"/>
              </a:ext>
            </a:extLst>
          </p:cNvPr>
          <p:cNvSpPr>
            <a:spLocks xmlns:a="http://schemas.openxmlformats.org/drawingml/2006/main" noGrp="1"/>
          </p:cNvSpPr>
          <p:nvPr/>
        </p:nvSpPr>
        <p:spPr>
          <a:xfrm xmlns:a="http://schemas.openxmlformats.org/drawingml/2006/main">
            <a:off x="748013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1" name="Editable chart path">
            <a:extLst xmlns:a="http://schemas.openxmlformats.org/drawingml/2006/main">
              <a:ext uri="{FF2B5EF4-FFF2-40B4-BE49-F238E27FC236}">
                <a16:creationId xmlns:a16="http://schemas.microsoft.com/office/drawing/2014/main" id="{2CDF16CA-E09B-4C7D-95B7-E11D9B9F4E3D}"/>
              </a:ext>
            </a:extLst>
          </p:cNvPr>
          <p:cNvSpPr>
            <a:spLocks xmlns:a="http://schemas.openxmlformats.org/drawingml/2006/main" noGrp="1"/>
          </p:cNvSpPr>
          <p:nvPr/>
        </p:nvSpPr>
        <p:spPr>
          <a:xfrm xmlns:a="http://schemas.openxmlformats.org/drawingml/2006/main">
            <a:off x="754227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2" name="Editable chart path">
            <a:extLst xmlns:a="http://schemas.openxmlformats.org/drawingml/2006/main">
              <a:ext uri="{FF2B5EF4-FFF2-40B4-BE49-F238E27FC236}">
                <a16:creationId xmlns:a16="http://schemas.microsoft.com/office/drawing/2014/main" id="{6A8C5EDD-CBE1-4441-AB6E-E16AAB147029}"/>
              </a:ext>
            </a:extLst>
          </p:cNvPr>
          <p:cNvSpPr>
            <a:spLocks xmlns:a="http://schemas.openxmlformats.org/drawingml/2006/main" noGrp="1"/>
          </p:cNvSpPr>
          <p:nvPr/>
        </p:nvSpPr>
        <p:spPr>
          <a:xfrm xmlns:a="http://schemas.openxmlformats.org/drawingml/2006/main">
            <a:off x="760441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3" name="Editable chart path">
            <a:extLst xmlns:a="http://schemas.openxmlformats.org/drawingml/2006/main">
              <a:ext uri="{FF2B5EF4-FFF2-40B4-BE49-F238E27FC236}">
                <a16:creationId xmlns:a16="http://schemas.microsoft.com/office/drawing/2014/main" id="{EE40AED9-B408-4012-A60E-BA444CF36F30}"/>
              </a:ext>
            </a:extLst>
          </p:cNvPr>
          <p:cNvSpPr>
            <a:spLocks xmlns:a="http://schemas.openxmlformats.org/drawingml/2006/main" noGrp="1"/>
          </p:cNvSpPr>
          <p:nvPr/>
        </p:nvSpPr>
        <p:spPr>
          <a:xfrm xmlns:a="http://schemas.openxmlformats.org/drawingml/2006/main">
            <a:off x="766655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4" name="Editable chart path">
            <a:extLst xmlns:a="http://schemas.openxmlformats.org/drawingml/2006/main">
              <a:ext uri="{FF2B5EF4-FFF2-40B4-BE49-F238E27FC236}">
                <a16:creationId xmlns:a16="http://schemas.microsoft.com/office/drawing/2014/main" id="{F035A726-7841-4DA1-94BA-ABA6E3747EE7}"/>
              </a:ext>
            </a:extLst>
          </p:cNvPr>
          <p:cNvSpPr>
            <a:spLocks xmlns:a="http://schemas.openxmlformats.org/drawingml/2006/main" noGrp="1"/>
          </p:cNvSpPr>
          <p:nvPr/>
        </p:nvSpPr>
        <p:spPr>
          <a:xfrm xmlns:a="http://schemas.openxmlformats.org/drawingml/2006/main">
            <a:off x="772868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5" name="Editable chart path">
            <a:extLst xmlns:a="http://schemas.openxmlformats.org/drawingml/2006/main">
              <a:ext uri="{FF2B5EF4-FFF2-40B4-BE49-F238E27FC236}">
                <a16:creationId xmlns:a16="http://schemas.microsoft.com/office/drawing/2014/main" id="{19021FAF-3793-42DE-9EC7-A7521B8CCDA1}"/>
              </a:ext>
            </a:extLst>
          </p:cNvPr>
          <p:cNvSpPr>
            <a:spLocks xmlns:a="http://schemas.openxmlformats.org/drawingml/2006/main" noGrp="1"/>
          </p:cNvSpPr>
          <p:nvPr/>
        </p:nvSpPr>
        <p:spPr>
          <a:xfrm xmlns:a="http://schemas.openxmlformats.org/drawingml/2006/main">
            <a:off x="779082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6" name="Editable chart path">
            <a:extLst xmlns:a="http://schemas.openxmlformats.org/drawingml/2006/main">
              <a:ext uri="{FF2B5EF4-FFF2-40B4-BE49-F238E27FC236}">
                <a16:creationId xmlns:a16="http://schemas.microsoft.com/office/drawing/2014/main" id="{698774B3-6C92-4927-8BFC-040BBBA4A6FB}"/>
              </a:ext>
            </a:extLst>
          </p:cNvPr>
          <p:cNvSpPr>
            <a:spLocks xmlns:a="http://schemas.openxmlformats.org/drawingml/2006/main" noGrp="1"/>
          </p:cNvSpPr>
          <p:nvPr/>
        </p:nvSpPr>
        <p:spPr>
          <a:xfrm xmlns:a="http://schemas.openxmlformats.org/drawingml/2006/main">
            <a:off x="785296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7" name="Editable chart path">
            <a:extLst xmlns:a="http://schemas.openxmlformats.org/drawingml/2006/main">
              <a:ext uri="{FF2B5EF4-FFF2-40B4-BE49-F238E27FC236}">
                <a16:creationId xmlns:a16="http://schemas.microsoft.com/office/drawing/2014/main" id="{77DAA9B4-79C6-4BC1-B347-28396108781E}"/>
              </a:ext>
            </a:extLst>
          </p:cNvPr>
          <p:cNvSpPr>
            <a:spLocks xmlns:a="http://schemas.openxmlformats.org/drawingml/2006/main" noGrp="1"/>
          </p:cNvSpPr>
          <p:nvPr/>
        </p:nvSpPr>
        <p:spPr>
          <a:xfrm xmlns:a="http://schemas.openxmlformats.org/drawingml/2006/main">
            <a:off x="791510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8" name="Editable chart path">
            <a:extLst xmlns:a="http://schemas.openxmlformats.org/drawingml/2006/main">
              <a:ext uri="{FF2B5EF4-FFF2-40B4-BE49-F238E27FC236}">
                <a16:creationId xmlns:a16="http://schemas.microsoft.com/office/drawing/2014/main" id="{F13E10AB-1B47-4E54-AF6E-A0B0258A94C5}"/>
              </a:ext>
            </a:extLst>
          </p:cNvPr>
          <p:cNvSpPr>
            <a:spLocks xmlns:a="http://schemas.openxmlformats.org/drawingml/2006/main" noGrp="1"/>
          </p:cNvSpPr>
          <p:nvPr/>
        </p:nvSpPr>
        <p:spPr>
          <a:xfrm xmlns:a="http://schemas.openxmlformats.org/drawingml/2006/main">
            <a:off x="797723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9" name="Editable chart path">
            <a:extLst xmlns:a="http://schemas.openxmlformats.org/drawingml/2006/main">
              <a:ext uri="{FF2B5EF4-FFF2-40B4-BE49-F238E27FC236}">
                <a16:creationId xmlns:a16="http://schemas.microsoft.com/office/drawing/2014/main" id="{384DE13F-4E8B-42C5-865A-EA555559EBD7}"/>
              </a:ext>
            </a:extLst>
          </p:cNvPr>
          <p:cNvSpPr>
            <a:spLocks xmlns:a="http://schemas.openxmlformats.org/drawingml/2006/main" noGrp="1"/>
          </p:cNvSpPr>
          <p:nvPr/>
        </p:nvSpPr>
        <p:spPr>
          <a:xfrm xmlns:a="http://schemas.openxmlformats.org/drawingml/2006/main">
            <a:off x="803937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0" name="Editable chart path">
            <a:extLst xmlns:a="http://schemas.openxmlformats.org/drawingml/2006/main">
              <a:ext uri="{FF2B5EF4-FFF2-40B4-BE49-F238E27FC236}">
                <a16:creationId xmlns:a16="http://schemas.microsoft.com/office/drawing/2014/main" id="{A96D731A-8115-40F8-A988-116F751ED86E}"/>
              </a:ext>
            </a:extLst>
          </p:cNvPr>
          <p:cNvSpPr>
            <a:spLocks xmlns:a="http://schemas.openxmlformats.org/drawingml/2006/main" noGrp="1"/>
          </p:cNvSpPr>
          <p:nvPr/>
        </p:nvSpPr>
        <p:spPr>
          <a:xfrm xmlns:a="http://schemas.openxmlformats.org/drawingml/2006/main">
            <a:off x="810151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1" name="Editable chart path">
            <a:extLst xmlns:a="http://schemas.openxmlformats.org/drawingml/2006/main">
              <a:ext uri="{FF2B5EF4-FFF2-40B4-BE49-F238E27FC236}">
                <a16:creationId xmlns:a16="http://schemas.microsoft.com/office/drawing/2014/main" id="{51DBBB74-5E29-4C87-840E-7E9D2BB2D186}"/>
              </a:ext>
            </a:extLst>
          </p:cNvPr>
          <p:cNvSpPr>
            <a:spLocks xmlns:a="http://schemas.openxmlformats.org/drawingml/2006/main" noGrp="1"/>
          </p:cNvSpPr>
          <p:nvPr/>
        </p:nvSpPr>
        <p:spPr>
          <a:xfrm xmlns:a="http://schemas.openxmlformats.org/drawingml/2006/main">
            <a:off x="816365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2" name="Editable chart path">
            <a:extLst xmlns:a="http://schemas.openxmlformats.org/drawingml/2006/main">
              <a:ext uri="{FF2B5EF4-FFF2-40B4-BE49-F238E27FC236}">
                <a16:creationId xmlns:a16="http://schemas.microsoft.com/office/drawing/2014/main" id="{A11FC274-8414-4D8F-8521-B51D23243BD2}"/>
              </a:ext>
            </a:extLst>
          </p:cNvPr>
          <p:cNvSpPr>
            <a:spLocks xmlns:a="http://schemas.openxmlformats.org/drawingml/2006/main" noGrp="1"/>
          </p:cNvSpPr>
          <p:nvPr/>
        </p:nvSpPr>
        <p:spPr>
          <a:xfrm xmlns:a="http://schemas.openxmlformats.org/drawingml/2006/main">
            <a:off x="822579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3" name="Editable chart path">
            <a:extLst xmlns:a="http://schemas.openxmlformats.org/drawingml/2006/main">
              <a:ext uri="{FF2B5EF4-FFF2-40B4-BE49-F238E27FC236}">
                <a16:creationId xmlns:a16="http://schemas.microsoft.com/office/drawing/2014/main" id="{F7226C20-E9B7-44EE-A398-228F26ACEBF1}"/>
              </a:ext>
            </a:extLst>
          </p:cNvPr>
          <p:cNvSpPr>
            <a:spLocks xmlns:a="http://schemas.openxmlformats.org/drawingml/2006/main" noGrp="1"/>
          </p:cNvSpPr>
          <p:nvPr/>
        </p:nvSpPr>
        <p:spPr>
          <a:xfrm xmlns:a="http://schemas.openxmlformats.org/drawingml/2006/main">
            <a:off x="828792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4" name="Editable chart path">
            <a:extLst xmlns:a="http://schemas.openxmlformats.org/drawingml/2006/main">
              <a:ext uri="{FF2B5EF4-FFF2-40B4-BE49-F238E27FC236}">
                <a16:creationId xmlns:a16="http://schemas.microsoft.com/office/drawing/2014/main" id="{43BAA596-08F1-44A0-A025-64ECFC5F66C0}"/>
              </a:ext>
            </a:extLst>
          </p:cNvPr>
          <p:cNvSpPr>
            <a:spLocks xmlns:a="http://schemas.openxmlformats.org/drawingml/2006/main" noGrp="1"/>
          </p:cNvSpPr>
          <p:nvPr/>
        </p:nvSpPr>
        <p:spPr>
          <a:xfrm xmlns:a="http://schemas.openxmlformats.org/drawingml/2006/main">
            <a:off x="835006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5" name="Editable chart path">
            <a:extLst xmlns:a="http://schemas.openxmlformats.org/drawingml/2006/main">
              <a:ext uri="{FF2B5EF4-FFF2-40B4-BE49-F238E27FC236}">
                <a16:creationId xmlns:a16="http://schemas.microsoft.com/office/drawing/2014/main" id="{F5090A20-213F-40CE-BE1C-4725124F776F}"/>
              </a:ext>
            </a:extLst>
          </p:cNvPr>
          <p:cNvSpPr>
            <a:spLocks xmlns:a="http://schemas.openxmlformats.org/drawingml/2006/main" noGrp="1"/>
          </p:cNvSpPr>
          <p:nvPr/>
        </p:nvSpPr>
        <p:spPr>
          <a:xfrm xmlns:a="http://schemas.openxmlformats.org/drawingml/2006/main">
            <a:off x="841220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6" name="Editable chart path">
            <a:extLst xmlns:a="http://schemas.openxmlformats.org/drawingml/2006/main">
              <a:ext uri="{FF2B5EF4-FFF2-40B4-BE49-F238E27FC236}">
                <a16:creationId xmlns:a16="http://schemas.microsoft.com/office/drawing/2014/main" id="{AB4374F4-74A1-4F87-AFC5-AB27FCA0F518}"/>
              </a:ext>
            </a:extLst>
          </p:cNvPr>
          <p:cNvSpPr>
            <a:spLocks xmlns:a="http://schemas.openxmlformats.org/drawingml/2006/main" noGrp="1"/>
          </p:cNvSpPr>
          <p:nvPr/>
        </p:nvSpPr>
        <p:spPr>
          <a:xfrm xmlns:a="http://schemas.openxmlformats.org/drawingml/2006/main">
            <a:off x="847434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7" name="Editable chart path">
            <a:extLst xmlns:a="http://schemas.openxmlformats.org/drawingml/2006/main">
              <a:ext uri="{FF2B5EF4-FFF2-40B4-BE49-F238E27FC236}">
                <a16:creationId xmlns:a16="http://schemas.microsoft.com/office/drawing/2014/main" id="{DF7A6041-56AA-46AA-ABF5-4B139AB8B41B}"/>
              </a:ext>
            </a:extLst>
          </p:cNvPr>
          <p:cNvSpPr>
            <a:spLocks xmlns:a="http://schemas.openxmlformats.org/drawingml/2006/main" noGrp="1"/>
          </p:cNvSpPr>
          <p:nvPr/>
        </p:nvSpPr>
        <p:spPr>
          <a:xfrm xmlns:a="http://schemas.openxmlformats.org/drawingml/2006/main">
            <a:off x="853647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8" name="Editable chart path">
            <a:extLst xmlns:a="http://schemas.openxmlformats.org/drawingml/2006/main">
              <a:ext uri="{FF2B5EF4-FFF2-40B4-BE49-F238E27FC236}">
                <a16:creationId xmlns:a16="http://schemas.microsoft.com/office/drawing/2014/main" id="{9757A3EC-ADF8-4298-985A-705A2C07FF7C}"/>
              </a:ext>
            </a:extLst>
          </p:cNvPr>
          <p:cNvSpPr>
            <a:spLocks xmlns:a="http://schemas.openxmlformats.org/drawingml/2006/main" noGrp="1"/>
          </p:cNvSpPr>
          <p:nvPr/>
        </p:nvSpPr>
        <p:spPr>
          <a:xfrm xmlns:a="http://schemas.openxmlformats.org/drawingml/2006/main">
            <a:off x="859861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9" name="Editable chart path">
            <a:extLst xmlns:a="http://schemas.openxmlformats.org/drawingml/2006/main">
              <a:ext uri="{FF2B5EF4-FFF2-40B4-BE49-F238E27FC236}">
                <a16:creationId xmlns:a16="http://schemas.microsoft.com/office/drawing/2014/main" id="{EEDA4AC3-6C23-4F02-80D9-2FEB0BB0DBE0}"/>
              </a:ext>
            </a:extLst>
          </p:cNvPr>
          <p:cNvSpPr>
            <a:spLocks xmlns:a="http://schemas.openxmlformats.org/drawingml/2006/main" noGrp="1"/>
          </p:cNvSpPr>
          <p:nvPr/>
        </p:nvSpPr>
        <p:spPr>
          <a:xfrm xmlns:a="http://schemas.openxmlformats.org/drawingml/2006/main">
            <a:off x="866075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0" name="Editable chart path">
            <a:extLst xmlns:a="http://schemas.openxmlformats.org/drawingml/2006/main">
              <a:ext uri="{FF2B5EF4-FFF2-40B4-BE49-F238E27FC236}">
                <a16:creationId xmlns:a16="http://schemas.microsoft.com/office/drawing/2014/main" id="{838ECB6C-35BE-48BE-8DC2-74C3B5CF8566}"/>
              </a:ext>
            </a:extLst>
          </p:cNvPr>
          <p:cNvSpPr>
            <a:spLocks xmlns:a="http://schemas.openxmlformats.org/drawingml/2006/main" noGrp="1"/>
          </p:cNvSpPr>
          <p:nvPr/>
        </p:nvSpPr>
        <p:spPr>
          <a:xfrm xmlns:a="http://schemas.openxmlformats.org/drawingml/2006/main">
            <a:off x="872289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1" name="Editable chart path">
            <a:extLst xmlns:a="http://schemas.openxmlformats.org/drawingml/2006/main">
              <a:ext uri="{FF2B5EF4-FFF2-40B4-BE49-F238E27FC236}">
                <a16:creationId xmlns:a16="http://schemas.microsoft.com/office/drawing/2014/main" id="{CD2445C1-2F7A-4A87-B94F-3848EF445405}"/>
              </a:ext>
            </a:extLst>
          </p:cNvPr>
          <p:cNvSpPr>
            <a:spLocks xmlns:a="http://schemas.openxmlformats.org/drawingml/2006/main" noGrp="1"/>
          </p:cNvSpPr>
          <p:nvPr/>
        </p:nvSpPr>
        <p:spPr>
          <a:xfrm xmlns:a="http://schemas.openxmlformats.org/drawingml/2006/main">
            <a:off x="878502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2" name="Editable chart path">
            <a:extLst xmlns:a="http://schemas.openxmlformats.org/drawingml/2006/main">
              <a:ext uri="{FF2B5EF4-FFF2-40B4-BE49-F238E27FC236}">
                <a16:creationId xmlns:a16="http://schemas.microsoft.com/office/drawing/2014/main" id="{13672E70-D574-4E28-B8CC-B616AEF00163}"/>
              </a:ext>
            </a:extLst>
          </p:cNvPr>
          <p:cNvSpPr>
            <a:spLocks xmlns:a="http://schemas.openxmlformats.org/drawingml/2006/main" noGrp="1"/>
          </p:cNvSpPr>
          <p:nvPr/>
        </p:nvSpPr>
        <p:spPr>
          <a:xfrm xmlns:a="http://schemas.openxmlformats.org/drawingml/2006/main">
            <a:off x="884716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3" name="Editable chart path">
            <a:extLst xmlns:a="http://schemas.openxmlformats.org/drawingml/2006/main">
              <a:ext uri="{FF2B5EF4-FFF2-40B4-BE49-F238E27FC236}">
                <a16:creationId xmlns:a16="http://schemas.microsoft.com/office/drawing/2014/main" id="{921862BB-9369-4EE1-8A07-90B1B2531388}"/>
              </a:ext>
            </a:extLst>
          </p:cNvPr>
          <p:cNvSpPr>
            <a:spLocks xmlns:a="http://schemas.openxmlformats.org/drawingml/2006/main" noGrp="1"/>
          </p:cNvSpPr>
          <p:nvPr/>
        </p:nvSpPr>
        <p:spPr>
          <a:xfrm xmlns:a="http://schemas.openxmlformats.org/drawingml/2006/main">
            <a:off x="890930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4" name="Editable chart path">
            <a:extLst xmlns:a="http://schemas.openxmlformats.org/drawingml/2006/main">
              <a:ext uri="{FF2B5EF4-FFF2-40B4-BE49-F238E27FC236}">
                <a16:creationId xmlns:a16="http://schemas.microsoft.com/office/drawing/2014/main" id="{C8AA6B94-3DFB-460D-9387-B4814146591B}"/>
              </a:ext>
            </a:extLst>
          </p:cNvPr>
          <p:cNvSpPr>
            <a:spLocks xmlns:a="http://schemas.openxmlformats.org/drawingml/2006/main" noGrp="1"/>
          </p:cNvSpPr>
          <p:nvPr/>
        </p:nvSpPr>
        <p:spPr>
          <a:xfrm xmlns:a="http://schemas.openxmlformats.org/drawingml/2006/main">
            <a:off x="897144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5" name="Editable chart path">
            <a:extLst xmlns:a="http://schemas.openxmlformats.org/drawingml/2006/main">
              <a:ext uri="{FF2B5EF4-FFF2-40B4-BE49-F238E27FC236}">
                <a16:creationId xmlns:a16="http://schemas.microsoft.com/office/drawing/2014/main" id="{52FF1BED-F2F5-4FE3-BF2D-6FFE692B98FC}"/>
              </a:ext>
            </a:extLst>
          </p:cNvPr>
          <p:cNvSpPr>
            <a:spLocks xmlns:a="http://schemas.openxmlformats.org/drawingml/2006/main" noGrp="1"/>
          </p:cNvSpPr>
          <p:nvPr/>
        </p:nvSpPr>
        <p:spPr>
          <a:xfrm xmlns:a="http://schemas.openxmlformats.org/drawingml/2006/main">
            <a:off x="903357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6" name="Editable chart path">
            <a:extLst xmlns:a="http://schemas.openxmlformats.org/drawingml/2006/main">
              <a:ext uri="{FF2B5EF4-FFF2-40B4-BE49-F238E27FC236}">
                <a16:creationId xmlns:a16="http://schemas.microsoft.com/office/drawing/2014/main" id="{EC6210F1-6963-4253-A2CF-980DFCAD80E2}"/>
              </a:ext>
            </a:extLst>
          </p:cNvPr>
          <p:cNvSpPr>
            <a:spLocks xmlns:a="http://schemas.openxmlformats.org/drawingml/2006/main" noGrp="1"/>
          </p:cNvSpPr>
          <p:nvPr/>
        </p:nvSpPr>
        <p:spPr>
          <a:xfrm xmlns:a="http://schemas.openxmlformats.org/drawingml/2006/main">
            <a:off x="909571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7" name="Editable chart path">
            <a:extLst xmlns:a="http://schemas.openxmlformats.org/drawingml/2006/main">
              <a:ext uri="{FF2B5EF4-FFF2-40B4-BE49-F238E27FC236}">
                <a16:creationId xmlns:a16="http://schemas.microsoft.com/office/drawing/2014/main" id="{87870F07-762F-40EE-A1D6-A1701E455DCC}"/>
              </a:ext>
            </a:extLst>
          </p:cNvPr>
          <p:cNvSpPr>
            <a:spLocks xmlns:a="http://schemas.openxmlformats.org/drawingml/2006/main" noGrp="1"/>
          </p:cNvSpPr>
          <p:nvPr/>
        </p:nvSpPr>
        <p:spPr>
          <a:xfrm xmlns:a="http://schemas.openxmlformats.org/drawingml/2006/main">
            <a:off x="648593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8" name="Editable chart path">
            <a:extLst xmlns:a="http://schemas.openxmlformats.org/drawingml/2006/main">
              <a:ext uri="{FF2B5EF4-FFF2-40B4-BE49-F238E27FC236}">
                <a16:creationId xmlns:a16="http://schemas.microsoft.com/office/drawing/2014/main" id="{DA1DAC53-DE37-4E1D-89D3-C39495B8916F}"/>
              </a:ext>
            </a:extLst>
          </p:cNvPr>
          <p:cNvSpPr>
            <a:spLocks xmlns:a="http://schemas.openxmlformats.org/drawingml/2006/main" noGrp="1"/>
          </p:cNvSpPr>
          <p:nvPr/>
        </p:nvSpPr>
        <p:spPr>
          <a:xfrm xmlns:a="http://schemas.openxmlformats.org/drawingml/2006/main">
            <a:off x="654807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9" name="Editable chart path">
            <a:extLst xmlns:a="http://schemas.openxmlformats.org/drawingml/2006/main">
              <a:ext uri="{FF2B5EF4-FFF2-40B4-BE49-F238E27FC236}">
                <a16:creationId xmlns:a16="http://schemas.microsoft.com/office/drawing/2014/main" id="{DC966057-6D15-4895-8C8B-68EB2DEE0FE1}"/>
              </a:ext>
            </a:extLst>
          </p:cNvPr>
          <p:cNvSpPr>
            <a:spLocks xmlns:a="http://schemas.openxmlformats.org/drawingml/2006/main" noGrp="1"/>
          </p:cNvSpPr>
          <p:nvPr/>
        </p:nvSpPr>
        <p:spPr>
          <a:xfrm xmlns:a="http://schemas.openxmlformats.org/drawingml/2006/main">
            <a:off x="661021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0" name="Editable chart path">
            <a:extLst xmlns:a="http://schemas.openxmlformats.org/drawingml/2006/main">
              <a:ext uri="{FF2B5EF4-FFF2-40B4-BE49-F238E27FC236}">
                <a16:creationId xmlns:a16="http://schemas.microsoft.com/office/drawing/2014/main" id="{D68FA7E0-7E1A-4F21-ABB4-F4DFA3E2A547}"/>
              </a:ext>
            </a:extLst>
          </p:cNvPr>
          <p:cNvSpPr>
            <a:spLocks xmlns:a="http://schemas.openxmlformats.org/drawingml/2006/main" noGrp="1"/>
          </p:cNvSpPr>
          <p:nvPr/>
        </p:nvSpPr>
        <p:spPr>
          <a:xfrm xmlns:a="http://schemas.openxmlformats.org/drawingml/2006/main">
            <a:off x="667234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1" name="Editable chart path">
            <a:extLst xmlns:a="http://schemas.openxmlformats.org/drawingml/2006/main">
              <a:ext uri="{FF2B5EF4-FFF2-40B4-BE49-F238E27FC236}">
                <a16:creationId xmlns:a16="http://schemas.microsoft.com/office/drawing/2014/main" id="{FFA8BC83-EB6B-48AB-9428-5795B9B52658}"/>
              </a:ext>
            </a:extLst>
          </p:cNvPr>
          <p:cNvSpPr>
            <a:spLocks xmlns:a="http://schemas.openxmlformats.org/drawingml/2006/main" noGrp="1"/>
          </p:cNvSpPr>
          <p:nvPr/>
        </p:nvSpPr>
        <p:spPr>
          <a:xfrm xmlns:a="http://schemas.openxmlformats.org/drawingml/2006/main">
            <a:off x="673448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2" name="Editable chart path">
            <a:extLst xmlns:a="http://schemas.openxmlformats.org/drawingml/2006/main">
              <a:ext uri="{FF2B5EF4-FFF2-40B4-BE49-F238E27FC236}">
                <a16:creationId xmlns:a16="http://schemas.microsoft.com/office/drawing/2014/main" id="{5E3037E1-E528-41F7-A965-C5063E142A79}"/>
              </a:ext>
            </a:extLst>
          </p:cNvPr>
          <p:cNvSpPr>
            <a:spLocks xmlns:a="http://schemas.openxmlformats.org/drawingml/2006/main" noGrp="1"/>
          </p:cNvSpPr>
          <p:nvPr/>
        </p:nvSpPr>
        <p:spPr>
          <a:xfrm xmlns:a="http://schemas.openxmlformats.org/drawingml/2006/main">
            <a:off x="679662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3" name="Editable chart path">
            <a:extLst xmlns:a="http://schemas.openxmlformats.org/drawingml/2006/main">
              <a:ext uri="{FF2B5EF4-FFF2-40B4-BE49-F238E27FC236}">
                <a16:creationId xmlns:a16="http://schemas.microsoft.com/office/drawing/2014/main" id="{71E58783-EB03-4D92-A41A-4A334ECC69F5}"/>
              </a:ext>
            </a:extLst>
          </p:cNvPr>
          <p:cNvSpPr>
            <a:spLocks xmlns:a="http://schemas.openxmlformats.org/drawingml/2006/main" noGrp="1"/>
          </p:cNvSpPr>
          <p:nvPr/>
        </p:nvSpPr>
        <p:spPr>
          <a:xfrm xmlns:a="http://schemas.openxmlformats.org/drawingml/2006/main">
            <a:off x="685876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4" name="Editable chart path">
            <a:extLst xmlns:a="http://schemas.openxmlformats.org/drawingml/2006/main">
              <a:ext uri="{FF2B5EF4-FFF2-40B4-BE49-F238E27FC236}">
                <a16:creationId xmlns:a16="http://schemas.microsoft.com/office/drawing/2014/main" id="{CA286F4C-0194-4EED-B641-C497E15BBBDE}"/>
              </a:ext>
            </a:extLst>
          </p:cNvPr>
          <p:cNvSpPr>
            <a:spLocks xmlns:a="http://schemas.openxmlformats.org/drawingml/2006/main" noGrp="1"/>
          </p:cNvSpPr>
          <p:nvPr/>
        </p:nvSpPr>
        <p:spPr>
          <a:xfrm xmlns:a="http://schemas.openxmlformats.org/drawingml/2006/main">
            <a:off x="692090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5" name="Editable chart path">
            <a:extLst xmlns:a="http://schemas.openxmlformats.org/drawingml/2006/main">
              <a:ext uri="{FF2B5EF4-FFF2-40B4-BE49-F238E27FC236}">
                <a16:creationId xmlns:a16="http://schemas.microsoft.com/office/drawing/2014/main" id="{F93D1E45-CC7C-4B49-99E9-6BE20B2369E2}"/>
              </a:ext>
            </a:extLst>
          </p:cNvPr>
          <p:cNvSpPr>
            <a:spLocks xmlns:a="http://schemas.openxmlformats.org/drawingml/2006/main" noGrp="1"/>
          </p:cNvSpPr>
          <p:nvPr/>
        </p:nvSpPr>
        <p:spPr>
          <a:xfrm xmlns:a="http://schemas.openxmlformats.org/drawingml/2006/main">
            <a:off x="698303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6" name="Editable chart path">
            <a:extLst xmlns:a="http://schemas.openxmlformats.org/drawingml/2006/main">
              <a:ext uri="{FF2B5EF4-FFF2-40B4-BE49-F238E27FC236}">
                <a16:creationId xmlns:a16="http://schemas.microsoft.com/office/drawing/2014/main" id="{0BF95A5F-F39C-4DC5-A425-114AD7918B6C}"/>
              </a:ext>
            </a:extLst>
          </p:cNvPr>
          <p:cNvSpPr>
            <a:spLocks xmlns:a="http://schemas.openxmlformats.org/drawingml/2006/main" noGrp="1"/>
          </p:cNvSpPr>
          <p:nvPr/>
        </p:nvSpPr>
        <p:spPr>
          <a:xfrm xmlns:a="http://schemas.openxmlformats.org/drawingml/2006/main">
            <a:off x="704517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7" name="Editable chart path">
            <a:extLst xmlns:a="http://schemas.openxmlformats.org/drawingml/2006/main">
              <a:ext uri="{FF2B5EF4-FFF2-40B4-BE49-F238E27FC236}">
                <a16:creationId xmlns:a16="http://schemas.microsoft.com/office/drawing/2014/main" id="{D37283B7-DD90-4F05-94C1-BFD5A9FEB670}"/>
              </a:ext>
            </a:extLst>
          </p:cNvPr>
          <p:cNvSpPr>
            <a:spLocks xmlns:a="http://schemas.openxmlformats.org/drawingml/2006/main" noGrp="1"/>
          </p:cNvSpPr>
          <p:nvPr/>
        </p:nvSpPr>
        <p:spPr>
          <a:xfrm xmlns:a="http://schemas.openxmlformats.org/drawingml/2006/main">
            <a:off x="710731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8" name="Editable chart path">
            <a:extLst xmlns:a="http://schemas.openxmlformats.org/drawingml/2006/main">
              <a:ext uri="{FF2B5EF4-FFF2-40B4-BE49-F238E27FC236}">
                <a16:creationId xmlns:a16="http://schemas.microsoft.com/office/drawing/2014/main" id="{F70A45FB-24E9-4706-874B-9E0AEEA03C9D}"/>
              </a:ext>
            </a:extLst>
          </p:cNvPr>
          <p:cNvSpPr>
            <a:spLocks xmlns:a="http://schemas.openxmlformats.org/drawingml/2006/main" noGrp="1"/>
          </p:cNvSpPr>
          <p:nvPr/>
        </p:nvSpPr>
        <p:spPr>
          <a:xfrm xmlns:a="http://schemas.openxmlformats.org/drawingml/2006/main">
            <a:off x="716945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9" name="Editable chart path">
            <a:extLst xmlns:a="http://schemas.openxmlformats.org/drawingml/2006/main">
              <a:ext uri="{FF2B5EF4-FFF2-40B4-BE49-F238E27FC236}">
                <a16:creationId xmlns:a16="http://schemas.microsoft.com/office/drawing/2014/main" id="{484CF878-682D-4D66-A583-630FBEA82BC9}"/>
              </a:ext>
            </a:extLst>
          </p:cNvPr>
          <p:cNvSpPr>
            <a:spLocks xmlns:a="http://schemas.openxmlformats.org/drawingml/2006/main" noGrp="1"/>
          </p:cNvSpPr>
          <p:nvPr/>
        </p:nvSpPr>
        <p:spPr>
          <a:xfrm xmlns:a="http://schemas.openxmlformats.org/drawingml/2006/main">
            <a:off x="723158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0" name="Editable chart path">
            <a:extLst xmlns:a="http://schemas.openxmlformats.org/drawingml/2006/main">
              <a:ext uri="{FF2B5EF4-FFF2-40B4-BE49-F238E27FC236}">
                <a16:creationId xmlns:a16="http://schemas.microsoft.com/office/drawing/2014/main" id="{EE49A316-FF66-4ED1-ACD0-C6F670DCB513}"/>
              </a:ext>
            </a:extLst>
          </p:cNvPr>
          <p:cNvSpPr>
            <a:spLocks xmlns:a="http://schemas.openxmlformats.org/drawingml/2006/main" noGrp="1"/>
          </p:cNvSpPr>
          <p:nvPr/>
        </p:nvSpPr>
        <p:spPr>
          <a:xfrm xmlns:a="http://schemas.openxmlformats.org/drawingml/2006/main">
            <a:off x="729372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1" name="Editable chart path">
            <a:extLst xmlns:a="http://schemas.openxmlformats.org/drawingml/2006/main">
              <a:ext uri="{FF2B5EF4-FFF2-40B4-BE49-F238E27FC236}">
                <a16:creationId xmlns:a16="http://schemas.microsoft.com/office/drawing/2014/main" id="{D964FD75-FB79-41C5-B1DB-23D8D75A626C}"/>
              </a:ext>
            </a:extLst>
          </p:cNvPr>
          <p:cNvSpPr>
            <a:spLocks xmlns:a="http://schemas.openxmlformats.org/drawingml/2006/main" noGrp="1"/>
          </p:cNvSpPr>
          <p:nvPr/>
        </p:nvSpPr>
        <p:spPr>
          <a:xfrm xmlns:a="http://schemas.openxmlformats.org/drawingml/2006/main">
            <a:off x="735586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2" name="Editable chart path">
            <a:extLst xmlns:a="http://schemas.openxmlformats.org/drawingml/2006/main">
              <a:ext uri="{FF2B5EF4-FFF2-40B4-BE49-F238E27FC236}">
                <a16:creationId xmlns:a16="http://schemas.microsoft.com/office/drawing/2014/main" id="{035FB468-92C9-44F9-ABD8-BC01C3FC1E34}"/>
              </a:ext>
            </a:extLst>
          </p:cNvPr>
          <p:cNvSpPr>
            <a:spLocks xmlns:a="http://schemas.openxmlformats.org/drawingml/2006/main" noGrp="1"/>
          </p:cNvSpPr>
          <p:nvPr/>
        </p:nvSpPr>
        <p:spPr>
          <a:xfrm xmlns:a="http://schemas.openxmlformats.org/drawingml/2006/main">
            <a:off x="741800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3" name="Editable chart path">
            <a:extLst xmlns:a="http://schemas.openxmlformats.org/drawingml/2006/main">
              <a:ext uri="{FF2B5EF4-FFF2-40B4-BE49-F238E27FC236}">
                <a16:creationId xmlns:a16="http://schemas.microsoft.com/office/drawing/2014/main" id="{DAC674F5-871E-4D40-A716-897C9E1916AC}"/>
              </a:ext>
            </a:extLst>
          </p:cNvPr>
          <p:cNvSpPr>
            <a:spLocks xmlns:a="http://schemas.openxmlformats.org/drawingml/2006/main" noGrp="1"/>
          </p:cNvSpPr>
          <p:nvPr/>
        </p:nvSpPr>
        <p:spPr>
          <a:xfrm xmlns:a="http://schemas.openxmlformats.org/drawingml/2006/main">
            <a:off x="748013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4" name="Editable chart path">
            <a:extLst xmlns:a="http://schemas.openxmlformats.org/drawingml/2006/main">
              <a:ext uri="{FF2B5EF4-FFF2-40B4-BE49-F238E27FC236}">
                <a16:creationId xmlns:a16="http://schemas.microsoft.com/office/drawing/2014/main" id="{8B820B7A-A286-4520-AB86-455E87BFBBAE}"/>
              </a:ext>
            </a:extLst>
          </p:cNvPr>
          <p:cNvSpPr>
            <a:spLocks xmlns:a="http://schemas.openxmlformats.org/drawingml/2006/main" noGrp="1"/>
          </p:cNvSpPr>
          <p:nvPr/>
        </p:nvSpPr>
        <p:spPr>
          <a:xfrm xmlns:a="http://schemas.openxmlformats.org/drawingml/2006/main">
            <a:off x="754227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5" name="Editable chart path">
            <a:extLst xmlns:a="http://schemas.openxmlformats.org/drawingml/2006/main">
              <a:ext uri="{FF2B5EF4-FFF2-40B4-BE49-F238E27FC236}">
                <a16:creationId xmlns:a16="http://schemas.microsoft.com/office/drawing/2014/main" id="{17EEF390-A2E2-45AE-AB9E-5A274C3A31BE}"/>
              </a:ext>
            </a:extLst>
          </p:cNvPr>
          <p:cNvSpPr>
            <a:spLocks xmlns:a="http://schemas.openxmlformats.org/drawingml/2006/main" noGrp="1"/>
          </p:cNvSpPr>
          <p:nvPr/>
        </p:nvSpPr>
        <p:spPr>
          <a:xfrm xmlns:a="http://schemas.openxmlformats.org/drawingml/2006/main">
            <a:off x="760441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6" name="Editable chart path">
            <a:extLst xmlns:a="http://schemas.openxmlformats.org/drawingml/2006/main">
              <a:ext uri="{FF2B5EF4-FFF2-40B4-BE49-F238E27FC236}">
                <a16:creationId xmlns:a16="http://schemas.microsoft.com/office/drawing/2014/main" id="{F36BA483-03D9-40DD-A240-9560ED1FECDE}"/>
              </a:ext>
            </a:extLst>
          </p:cNvPr>
          <p:cNvSpPr>
            <a:spLocks xmlns:a="http://schemas.openxmlformats.org/drawingml/2006/main" noGrp="1"/>
          </p:cNvSpPr>
          <p:nvPr/>
        </p:nvSpPr>
        <p:spPr>
          <a:xfrm xmlns:a="http://schemas.openxmlformats.org/drawingml/2006/main">
            <a:off x="766655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7" name="Editable chart path">
            <a:extLst xmlns:a="http://schemas.openxmlformats.org/drawingml/2006/main">
              <a:ext uri="{FF2B5EF4-FFF2-40B4-BE49-F238E27FC236}">
                <a16:creationId xmlns:a16="http://schemas.microsoft.com/office/drawing/2014/main" id="{F356426D-F555-4132-8FE9-8C3789821EC6}"/>
              </a:ext>
            </a:extLst>
          </p:cNvPr>
          <p:cNvSpPr>
            <a:spLocks xmlns:a="http://schemas.openxmlformats.org/drawingml/2006/main" noGrp="1"/>
          </p:cNvSpPr>
          <p:nvPr/>
        </p:nvSpPr>
        <p:spPr>
          <a:xfrm xmlns:a="http://schemas.openxmlformats.org/drawingml/2006/main">
            <a:off x="772868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8" name="Editable chart path">
            <a:extLst xmlns:a="http://schemas.openxmlformats.org/drawingml/2006/main">
              <a:ext uri="{FF2B5EF4-FFF2-40B4-BE49-F238E27FC236}">
                <a16:creationId xmlns:a16="http://schemas.microsoft.com/office/drawing/2014/main" id="{0A6C0C03-F132-42A7-9C4C-3619C50CECEB}"/>
              </a:ext>
            </a:extLst>
          </p:cNvPr>
          <p:cNvSpPr>
            <a:spLocks xmlns:a="http://schemas.openxmlformats.org/drawingml/2006/main" noGrp="1"/>
          </p:cNvSpPr>
          <p:nvPr/>
        </p:nvSpPr>
        <p:spPr>
          <a:xfrm xmlns:a="http://schemas.openxmlformats.org/drawingml/2006/main">
            <a:off x="779082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9" name="Editable chart path">
            <a:extLst xmlns:a="http://schemas.openxmlformats.org/drawingml/2006/main">
              <a:ext uri="{FF2B5EF4-FFF2-40B4-BE49-F238E27FC236}">
                <a16:creationId xmlns:a16="http://schemas.microsoft.com/office/drawing/2014/main" id="{D34DE857-BF78-4646-895E-3024664FEF00}"/>
              </a:ext>
            </a:extLst>
          </p:cNvPr>
          <p:cNvSpPr>
            <a:spLocks xmlns:a="http://schemas.openxmlformats.org/drawingml/2006/main" noGrp="1"/>
          </p:cNvSpPr>
          <p:nvPr/>
        </p:nvSpPr>
        <p:spPr>
          <a:xfrm xmlns:a="http://schemas.openxmlformats.org/drawingml/2006/main">
            <a:off x="785296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0" name="Editable chart path">
            <a:extLst xmlns:a="http://schemas.openxmlformats.org/drawingml/2006/main">
              <a:ext uri="{FF2B5EF4-FFF2-40B4-BE49-F238E27FC236}">
                <a16:creationId xmlns:a16="http://schemas.microsoft.com/office/drawing/2014/main" id="{BB1D4E15-A911-4048-B5C9-9FD0627F2B7A}"/>
              </a:ext>
            </a:extLst>
          </p:cNvPr>
          <p:cNvSpPr>
            <a:spLocks xmlns:a="http://schemas.openxmlformats.org/drawingml/2006/main" noGrp="1"/>
          </p:cNvSpPr>
          <p:nvPr/>
        </p:nvSpPr>
        <p:spPr>
          <a:xfrm xmlns:a="http://schemas.openxmlformats.org/drawingml/2006/main">
            <a:off x="791510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1" name="Editable chart path">
            <a:extLst xmlns:a="http://schemas.openxmlformats.org/drawingml/2006/main">
              <a:ext uri="{FF2B5EF4-FFF2-40B4-BE49-F238E27FC236}">
                <a16:creationId xmlns:a16="http://schemas.microsoft.com/office/drawing/2014/main" id="{445FA208-8A91-4EDF-BA18-C8E658BEC400}"/>
              </a:ext>
            </a:extLst>
          </p:cNvPr>
          <p:cNvSpPr>
            <a:spLocks xmlns:a="http://schemas.openxmlformats.org/drawingml/2006/main" noGrp="1"/>
          </p:cNvSpPr>
          <p:nvPr/>
        </p:nvSpPr>
        <p:spPr>
          <a:xfrm xmlns:a="http://schemas.openxmlformats.org/drawingml/2006/main">
            <a:off x="797723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2" name="Editable chart path">
            <a:extLst xmlns:a="http://schemas.openxmlformats.org/drawingml/2006/main">
              <a:ext uri="{FF2B5EF4-FFF2-40B4-BE49-F238E27FC236}">
                <a16:creationId xmlns:a16="http://schemas.microsoft.com/office/drawing/2014/main" id="{1E3097F5-3AE5-4338-88C1-5FEFAA8E7007}"/>
              </a:ext>
            </a:extLst>
          </p:cNvPr>
          <p:cNvSpPr>
            <a:spLocks xmlns:a="http://schemas.openxmlformats.org/drawingml/2006/main" noGrp="1"/>
          </p:cNvSpPr>
          <p:nvPr/>
        </p:nvSpPr>
        <p:spPr>
          <a:xfrm xmlns:a="http://schemas.openxmlformats.org/drawingml/2006/main">
            <a:off x="803937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3" name="Editable chart path">
            <a:extLst xmlns:a="http://schemas.openxmlformats.org/drawingml/2006/main">
              <a:ext uri="{FF2B5EF4-FFF2-40B4-BE49-F238E27FC236}">
                <a16:creationId xmlns:a16="http://schemas.microsoft.com/office/drawing/2014/main" id="{A107E021-0274-4A66-B517-BF1059056929}"/>
              </a:ext>
            </a:extLst>
          </p:cNvPr>
          <p:cNvSpPr>
            <a:spLocks xmlns:a="http://schemas.openxmlformats.org/drawingml/2006/main" noGrp="1"/>
          </p:cNvSpPr>
          <p:nvPr/>
        </p:nvSpPr>
        <p:spPr>
          <a:xfrm xmlns:a="http://schemas.openxmlformats.org/drawingml/2006/main">
            <a:off x="810151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4" name="Editable chart path">
            <a:extLst xmlns:a="http://schemas.openxmlformats.org/drawingml/2006/main">
              <a:ext uri="{FF2B5EF4-FFF2-40B4-BE49-F238E27FC236}">
                <a16:creationId xmlns:a16="http://schemas.microsoft.com/office/drawing/2014/main" id="{8B2EC9A3-3BA9-4D96-AB59-A398F72F2F1C}"/>
              </a:ext>
            </a:extLst>
          </p:cNvPr>
          <p:cNvSpPr>
            <a:spLocks xmlns:a="http://schemas.openxmlformats.org/drawingml/2006/main" noGrp="1"/>
          </p:cNvSpPr>
          <p:nvPr/>
        </p:nvSpPr>
        <p:spPr>
          <a:xfrm xmlns:a="http://schemas.openxmlformats.org/drawingml/2006/main">
            <a:off x="816365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5" name="Editable chart path">
            <a:extLst xmlns:a="http://schemas.openxmlformats.org/drawingml/2006/main">
              <a:ext uri="{FF2B5EF4-FFF2-40B4-BE49-F238E27FC236}">
                <a16:creationId xmlns:a16="http://schemas.microsoft.com/office/drawing/2014/main" id="{3939F399-D2F6-452E-853A-2327D6714097}"/>
              </a:ext>
            </a:extLst>
          </p:cNvPr>
          <p:cNvSpPr>
            <a:spLocks xmlns:a="http://schemas.openxmlformats.org/drawingml/2006/main" noGrp="1"/>
          </p:cNvSpPr>
          <p:nvPr/>
        </p:nvSpPr>
        <p:spPr>
          <a:xfrm xmlns:a="http://schemas.openxmlformats.org/drawingml/2006/main">
            <a:off x="822579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6" name="Editable chart path">
            <a:extLst xmlns:a="http://schemas.openxmlformats.org/drawingml/2006/main">
              <a:ext uri="{FF2B5EF4-FFF2-40B4-BE49-F238E27FC236}">
                <a16:creationId xmlns:a16="http://schemas.microsoft.com/office/drawing/2014/main" id="{4A045B02-7ABD-4059-826F-E11C8B1715F7}"/>
              </a:ext>
            </a:extLst>
          </p:cNvPr>
          <p:cNvSpPr>
            <a:spLocks xmlns:a="http://schemas.openxmlformats.org/drawingml/2006/main" noGrp="1"/>
          </p:cNvSpPr>
          <p:nvPr/>
        </p:nvSpPr>
        <p:spPr>
          <a:xfrm xmlns:a="http://schemas.openxmlformats.org/drawingml/2006/main">
            <a:off x="828792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7" name="Editable chart path">
            <a:extLst xmlns:a="http://schemas.openxmlformats.org/drawingml/2006/main">
              <a:ext uri="{FF2B5EF4-FFF2-40B4-BE49-F238E27FC236}">
                <a16:creationId xmlns:a16="http://schemas.microsoft.com/office/drawing/2014/main" id="{CD994CCE-6139-444D-84DF-1B4BF195CD5F}"/>
              </a:ext>
            </a:extLst>
          </p:cNvPr>
          <p:cNvSpPr>
            <a:spLocks xmlns:a="http://schemas.openxmlformats.org/drawingml/2006/main" noGrp="1"/>
          </p:cNvSpPr>
          <p:nvPr/>
        </p:nvSpPr>
        <p:spPr>
          <a:xfrm xmlns:a="http://schemas.openxmlformats.org/drawingml/2006/main">
            <a:off x="835006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8" name="Editable chart path">
            <a:extLst xmlns:a="http://schemas.openxmlformats.org/drawingml/2006/main">
              <a:ext uri="{FF2B5EF4-FFF2-40B4-BE49-F238E27FC236}">
                <a16:creationId xmlns:a16="http://schemas.microsoft.com/office/drawing/2014/main" id="{C7928E15-B407-48E1-8AAD-78463D2CD1C7}"/>
              </a:ext>
            </a:extLst>
          </p:cNvPr>
          <p:cNvSpPr>
            <a:spLocks xmlns:a="http://schemas.openxmlformats.org/drawingml/2006/main" noGrp="1"/>
          </p:cNvSpPr>
          <p:nvPr/>
        </p:nvSpPr>
        <p:spPr>
          <a:xfrm xmlns:a="http://schemas.openxmlformats.org/drawingml/2006/main">
            <a:off x="841220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9" name="Editable chart path">
            <a:extLst xmlns:a="http://schemas.openxmlformats.org/drawingml/2006/main">
              <a:ext uri="{FF2B5EF4-FFF2-40B4-BE49-F238E27FC236}">
                <a16:creationId xmlns:a16="http://schemas.microsoft.com/office/drawing/2014/main" id="{976EF3AC-61FB-41C4-B8E5-51E9235EBBF2}"/>
              </a:ext>
            </a:extLst>
          </p:cNvPr>
          <p:cNvSpPr>
            <a:spLocks xmlns:a="http://schemas.openxmlformats.org/drawingml/2006/main" noGrp="1"/>
          </p:cNvSpPr>
          <p:nvPr/>
        </p:nvSpPr>
        <p:spPr>
          <a:xfrm xmlns:a="http://schemas.openxmlformats.org/drawingml/2006/main">
            <a:off x="847434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0" name="Editable chart path">
            <a:extLst xmlns:a="http://schemas.openxmlformats.org/drawingml/2006/main">
              <a:ext uri="{FF2B5EF4-FFF2-40B4-BE49-F238E27FC236}">
                <a16:creationId xmlns:a16="http://schemas.microsoft.com/office/drawing/2014/main" id="{831C32B7-9164-4E35-BB3F-63F5C8DA6F66}"/>
              </a:ext>
            </a:extLst>
          </p:cNvPr>
          <p:cNvSpPr>
            <a:spLocks xmlns:a="http://schemas.openxmlformats.org/drawingml/2006/main" noGrp="1"/>
          </p:cNvSpPr>
          <p:nvPr/>
        </p:nvSpPr>
        <p:spPr>
          <a:xfrm xmlns:a="http://schemas.openxmlformats.org/drawingml/2006/main">
            <a:off x="853647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1" name="Editable chart path">
            <a:extLst xmlns:a="http://schemas.openxmlformats.org/drawingml/2006/main">
              <a:ext uri="{FF2B5EF4-FFF2-40B4-BE49-F238E27FC236}">
                <a16:creationId xmlns:a16="http://schemas.microsoft.com/office/drawing/2014/main" id="{2AAE2185-8946-4AC3-B7C9-ABEA35DCFF3C}"/>
              </a:ext>
            </a:extLst>
          </p:cNvPr>
          <p:cNvSpPr>
            <a:spLocks xmlns:a="http://schemas.openxmlformats.org/drawingml/2006/main" noGrp="1"/>
          </p:cNvSpPr>
          <p:nvPr/>
        </p:nvSpPr>
        <p:spPr>
          <a:xfrm xmlns:a="http://schemas.openxmlformats.org/drawingml/2006/main">
            <a:off x="859861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2" name="Editable chart path">
            <a:extLst xmlns:a="http://schemas.openxmlformats.org/drawingml/2006/main">
              <a:ext uri="{FF2B5EF4-FFF2-40B4-BE49-F238E27FC236}">
                <a16:creationId xmlns:a16="http://schemas.microsoft.com/office/drawing/2014/main" id="{4599BB64-B38F-4DFA-8B40-7D3ADD554DEA}"/>
              </a:ext>
            </a:extLst>
          </p:cNvPr>
          <p:cNvSpPr>
            <a:spLocks xmlns:a="http://schemas.openxmlformats.org/drawingml/2006/main" noGrp="1"/>
          </p:cNvSpPr>
          <p:nvPr/>
        </p:nvSpPr>
        <p:spPr>
          <a:xfrm xmlns:a="http://schemas.openxmlformats.org/drawingml/2006/main">
            <a:off x="866075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3" name="Editable chart path">
            <a:extLst xmlns:a="http://schemas.openxmlformats.org/drawingml/2006/main">
              <a:ext uri="{FF2B5EF4-FFF2-40B4-BE49-F238E27FC236}">
                <a16:creationId xmlns:a16="http://schemas.microsoft.com/office/drawing/2014/main" id="{BC4BC666-27EB-45DE-BCF7-47ADAA87E49D}"/>
              </a:ext>
            </a:extLst>
          </p:cNvPr>
          <p:cNvSpPr>
            <a:spLocks xmlns:a="http://schemas.openxmlformats.org/drawingml/2006/main" noGrp="1"/>
          </p:cNvSpPr>
          <p:nvPr/>
        </p:nvSpPr>
        <p:spPr>
          <a:xfrm xmlns:a="http://schemas.openxmlformats.org/drawingml/2006/main">
            <a:off x="872289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4" name="Editable chart path">
            <a:extLst xmlns:a="http://schemas.openxmlformats.org/drawingml/2006/main">
              <a:ext uri="{FF2B5EF4-FFF2-40B4-BE49-F238E27FC236}">
                <a16:creationId xmlns:a16="http://schemas.microsoft.com/office/drawing/2014/main" id="{B22E5783-633C-4825-9922-7BB1813AD377}"/>
              </a:ext>
            </a:extLst>
          </p:cNvPr>
          <p:cNvSpPr>
            <a:spLocks xmlns:a="http://schemas.openxmlformats.org/drawingml/2006/main" noGrp="1"/>
          </p:cNvSpPr>
          <p:nvPr/>
        </p:nvSpPr>
        <p:spPr>
          <a:xfrm xmlns:a="http://schemas.openxmlformats.org/drawingml/2006/main">
            <a:off x="878502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5" name="Editable chart path">
            <a:extLst xmlns:a="http://schemas.openxmlformats.org/drawingml/2006/main">
              <a:ext uri="{FF2B5EF4-FFF2-40B4-BE49-F238E27FC236}">
                <a16:creationId xmlns:a16="http://schemas.microsoft.com/office/drawing/2014/main" id="{B81EA252-F7FA-4226-9425-85ADA3F5F71D}"/>
              </a:ext>
            </a:extLst>
          </p:cNvPr>
          <p:cNvSpPr>
            <a:spLocks xmlns:a="http://schemas.openxmlformats.org/drawingml/2006/main" noGrp="1"/>
          </p:cNvSpPr>
          <p:nvPr/>
        </p:nvSpPr>
        <p:spPr>
          <a:xfrm xmlns:a="http://schemas.openxmlformats.org/drawingml/2006/main">
            <a:off x="884716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6" name="Editable chart path">
            <a:extLst xmlns:a="http://schemas.openxmlformats.org/drawingml/2006/main">
              <a:ext uri="{FF2B5EF4-FFF2-40B4-BE49-F238E27FC236}">
                <a16:creationId xmlns:a16="http://schemas.microsoft.com/office/drawing/2014/main" id="{59125E90-3F25-4218-A748-B17AD8BD6610}"/>
              </a:ext>
            </a:extLst>
          </p:cNvPr>
          <p:cNvSpPr>
            <a:spLocks xmlns:a="http://schemas.openxmlformats.org/drawingml/2006/main" noGrp="1"/>
          </p:cNvSpPr>
          <p:nvPr/>
        </p:nvSpPr>
        <p:spPr>
          <a:xfrm xmlns:a="http://schemas.openxmlformats.org/drawingml/2006/main">
            <a:off x="890930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7" name="Editable chart path">
            <a:extLst xmlns:a="http://schemas.openxmlformats.org/drawingml/2006/main">
              <a:ext uri="{FF2B5EF4-FFF2-40B4-BE49-F238E27FC236}">
                <a16:creationId xmlns:a16="http://schemas.microsoft.com/office/drawing/2014/main" id="{01583736-5C1F-4DEB-A8A1-50FBFC0B6B62}"/>
              </a:ext>
            </a:extLst>
          </p:cNvPr>
          <p:cNvSpPr>
            <a:spLocks xmlns:a="http://schemas.openxmlformats.org/drawingml/2006/main" noGrp="1"/>
          </p:cNvSpPr>
          <p:nvPr/>
        </p:nvSpPr>
        <p:spPr>
          <a:xfrm xmlns:a="http://schemas.openxmlformats.org/drawingml/2006/main">
            <a:off x="897144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8" name="Editable chart path">
            <a:extLst xmlns:a="http://schemas.openxmlformats.org/drawingml/2006/main">
              <a:ext uri="{FF2B5EF4-FFF2-40B4-BE49-F238E27FC236}">
                <a16:creationId xmlns:a16="http://schemas.microsoft.com/office/drawing/2014/main" id="{CA2706C0-6584-41F2-8E69-CB46B17A9363}"/>
              </a:ext>
            </a:extLst>
          </p:cNvPr>
          <p:cNvSpPr>
            <a:spLocks xmlns:a="http://schemas.openxmlformats.org/drawingml/2006/main" noGrp="1"/>
          </p:cNvSpPr>
          <p:nvPr/>
        </p:nvSpPr>
        <p:spPr>
          <a:xfrm xmlns:a="http://schemas.openxmlformats.org/drawingml/2006/main">
            <a:off x="903357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9" name="Editable chart path">
            <a:extLst xmlns:a="http://schemas.openxmlformats.org/drawingml/2006/main">
              <a:ext uri="{FF2B5EF4-FFF2-40B4-BE49-F238E27FC236}">
                <a16:creationId xmlns:a16="http://schemas.microsoft.com/office/drawing/2014/main" id="{C139A5F8-559B-4966-9C20-B5497106BE96}"/>
              </a:ext>
            </a:extLst>
          </p:cNvPr>
          <p:cNvSpPr>
            <a:spLocks xmlns:a="http://schemas.openxmlformats.org/drawingml/2006/main" noGrp="1"/>
          </p:cNvSpPr>
          <p:nvPr/>
        </p:nvSpPr>
        <p:spPr>
          <a:xfrm xmlns:a="http://schemas.openxmlformats.org/drawingml/2006/main">
            <a:off x="909571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0" name="Editable chart path">
            <a:extLst xmlns:a="http://schemas.openxmlformats.org/drawingml/2006/main">
              <a:ext uri="{FF2B5EF4-FFF2-40B4-BE49-F238E27FC236}">
                <a16:creationId xmlns:a16="http://schemas.microsoft.com/office/drawing/2014/main" id="{968563CC-E4CB-4024-98D1-8CB09EEFFB54}"/>
              </a:ext>
            </a:extLst>
          </p:cNvPr>
          <p:cNvSpPr>
            <a:spLocks xmlns:a="http://schemas.openxmlformats.org/drawingml/2006/main" noGrp="1"/>
          </p:cNvSpPr>
          <p:nvPr/>
        </p:nvSpPr>
        <p:spPr>
          <a:xfrm xmlns:a="http://schemas.openxmlformats.org/drawingml/2006/main">
            <a:off x="946854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1" name="Editable chart path">
            <a:extLst xmlns:a="http://schemas.openxmlformats.org/drawingml/2006/main">
              <a:ext uri="{FF2B5EF4-FFF2-40B4-BE49-F238E27FC236}">
                <a16:creationId xmlns:a16="http://schemas.microsoft.com/office/drawing/2014/main" id="{7A49EE65-8433-40B3-86BB-5FF0554AB1FA}"/>
              </a:ext>
            </a:extLst>
          </p:cNvPr>
          <p:cNvSpPr>
            <a:spLocks xmlns:a="http://schemas.openxmlformats.org/drawingml/2006/main" noGrp="1"/>
          </p:cNvSpPr>
          <p:nvPr/>
        </p:nvSpPr>
        <p:spPr>
          <a:xfrm xmlns:a="http://schemas.openxmlformats.org/drawingml/2006/main">
            <a:off x="648593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2" name="Editable chart path">
            <a:extLst xmlns:a="http://schemas.openxmlformats.org/drawingml/2006/main">
              <a:ext uri="{FF2B5EF4-FFF2-40B4-BE49-F238E27FC236}">
                <a16:creationId xmlns:a16="http://schemas.microsoft.com/office/drawing/2014/main" id="{18193B7A-9D8B-4A3A-99BD-DB17B224BD2F}"/>
              </a:ext>
            </a:extLst>
          </p:cNvPr>
          <p:cNvSpPr>
            <a:spLocks xmlns:a="http://schemas.openxmlformats.org/drawingml/2006/main" noGrp="1"/>
          </p:cNvSpPr>
          <p:nvPr/>
        </p:nvSpPr>
        <p:spPr>
          <a:xfrm xmlns:a="http://schemas.openxmlformats.org/drawingml/2006/main">
            <a:off x="654807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3" name="Editable chart path">
            <a:extLst xmlns:a="http://schemas.openxmlformats.org/drawingml/2006/main">
              <a:ext uri="{FF2B5EF4-FFF2-40B4-BE49-F238E27FC236}">
                <a16:creationId xmlns:a16="http://schemas.microsoft.com/office/drawing/2014/main" id="{7FD1BDC6-843C-4DAE-825B-8F2EAF4E1C53}"/>
              </a:ext>
            </a:extLst>
          </p:cNvPr>
          <p:cNvSpPr>
            <a:spLocks xmlns:a="http://schemas.openxmlformats.org/drawingml/2006/main" noGrp="1"/>
          </p:cNvSpPr>
          <p:nvPr/>
        </p:nvSpPr>
        <p:spPr>
          <a:xfrm xmlns:a="http://schemas.openxmlformats.org/drawingml/2006/main">
            <a:off x="661021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4" name="Editable chart path">
            <a:extLst xmlns:a="http://schemas.openxmlformats.org/drawingml/2006/main">
              <a:ext uri="{FF2B5EF4-FFF2-40B4-BE49-F238E27FC236}">
                <a16:creationId xmlns:a16="http://schemas.microsoft.com/office/drawing/2014/main" id="{510F8E54-B5CB-4144-B374-F2D411D20744}"/>
              </a:ext>
            </a:extLst>
          </p:cNvPr>
          <p:cNvSpPr>
            <a:spLocks xmlns:a="http://schemas.openxmlformats.org/drawingml/2006/main" noGrp="1"/>
          </p:cNvSpPr>
          <p:nvPr/>
        </p:nvSpPr>
        <p:spPr>
          <a:xfrm xmlns:a="http://schemas.openxmlformats.org/drawingml/2006/main">
            <a:off x="667234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5" name="Editable chart path">
            <a:extLst xmlns:a="http://schemas.openxmlformats.org/drawingml/2006/main">
              <a:ext uri="{FF2B5EF4-FFF2-40B4-BE49-F238E27FC236}">
                <a16:creationId xmlns:a16="http://schemas.microsoft.com/office/drawing/2014/main" id="{B83BB7EA-4AA8-4069-8420-4E313EC8AE8A}"/>
              </a:ext>
            </a:extLst>
          </p:cNvPr>
          <p:cNvSpPr>
            <a:spLocks xmlns:a="http://schemas.openxmlformats.org/drawingml/2006/main" noGrp="1"/>
          </p:cNvSpPr>
          <p:nvPr/>
        </p:nvSpPr>
        <p:spPr>
          <a:xfrm xmlns:a="http://schemas.openxmlformats.org/drawingml/2006/main">
            <a:off x="673448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6" name="Editable chart path">
            <a:extLst xmlns:a="http://schemas.openxmlformats.org/drawingml/2006/main">
              <a:ext uri="{FF2B5EF4-FFF2-40B4-BE49-F238E27FC236}">
                <a16:creationId xmlns:a16="http://schemas.microsoft.com/office/drawing/2014/main" id="{3EC69EC5-A3E5-479B-BFB0-6262676E6812}"/>
              </a:ext>
            </a:extLst>
          </p:cNvPr>
          <p:cNvSpPr>
            <a:spLocks xmlns:a="http://schemas.openxmlformats.org/drawingml/2006/main" noGrp="1"/>
          </p:cNvSpPr>
          <p:nvPr/>
        </p:nvSpPr>
        <p:spPr>
          <a:xfrm xmlns:a="http://schemas.openxmlformats.org/drawingml/2006/main">
            <a:off x="679662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7" name="Editable chart path">
            <a:extLst xmlns:a="http://schemas.openxmlformats.org/drawingml/2006/main">
              <a:ext uri="{FF2B5EF4-FFF2-40B4-BE49-F238E27FC236}">
                <a16:creationId xmlns:a16="http://schemas.microsoft.com/office/drawing/2014/main" id="{00BD6DA7-5D1A-48B1-9487-1FFC42376D89}"/>
              </a:ext>
            </a:extLst>
          </p:cNvPr>
          <p:cNvSpPr>
            <a:spLocks xmlns:a="http://schemas.openxmlformats.org/drawingml/2006/main" noGrp="1"/>
          </p:cNvSpPr>
          <p:nvPr/>
        </p:nvSpPr>
        <p:spPr>
          <a:xfrm xmlns:a="http://schemas.openxmlformats.org/drawingml/2006/main">
            <a:off x="685876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8" name="Editable chart path">
            <a:extLst xmlns:a="http://schemas.openxmlformats.org/drawingml/2006/main">
              <a:ext uri="{FF2B5EF4-FFF2-40B4-BE49-F238E27FC236}">
                <a16:creationId xmlns:a16="http://schemas.microsoft.com/office/drawing/2014/main" id="{2E56D048-32C7-486E-B281-D1E3F0CDCD49}"/>
              </a:ext>
            </a:extLst>
          </p:cNvPr>
          <p:cNvSpPr>
            <a:spLocks xmlns:a="http://schemas.openxmlformats.org/drawingml/2006/main" noGrp="1"/>
          </p:cNvSpPr>
          <p:nvPr/>
        </p:nvSpPr>
        <p:spPr>
          <a:xfrm xmlns:a="http://schemas.openxmlformats.org/drawingml/2006/main">
            <a:off x="692090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9" name="Editable chart path">
            <a:extLst xmlns:a="http://schemas.openxmlformats.org/drawingml/2006/main">
              <a:ext uri="{FF2B5EF4-FFF2-40B4-BE49-F238E27FC236}">
                <a16:creationId xmlns:a16="http://schemas.microsoft.com/office/drawing/2014/main" id="{22B68F87-16D8-470E-875B-97EA237CF492}"/>
              </a:ext>
            </a:extLst>
          </p:cNvPr>
          <p:cNvSpPr>
            <a:spLocks xmlns:a="http://schemas.openxmlformats.org/drawingml/2006/main" noGrp="1"/>
          </p:cNvSpPr>
          <p:nvPr/>
        </p:nvSpPr>
        <p:spPr>
          <a:xfrm xmlns:a="http://schemas.openxmlformats.org/drawingml/2006/main">
            <a:off x="698303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0" name="Editable chart path">
            <a:extLst xmlns:a="http://schemas.openxmlformats.org/drawingml/2006/main">
              <a:ext uri="{FF2B5EF4-FFF2-40B4-BE49-F238E27FC236}">
                <a16:creationId xmlns:a16="http://schemas.microsoft.com/office/drawing/2014/main" id="{7E425998-B044-40D7-851F-F01DE3122783}"/>
              </a:ext>
            </a:extLst>
          </p:cNvPr>
          <p:cNvSpPr>
            <a:spLocks xmlns:a="http://schemas.openxmlformats.org/drawingml/2006/main" noGrp="1"/>
          </p:cNvSpPr>
          <p:nvPr/>
        </p:nvSpPr>
        <p:spPr>
          <a:xfrm xmlns:a="http://schemas.openxmlformats.org/drawingml/2006/main">
            <a:off x="704517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1" name="Editable chart path">
            <a:extLst xmlns:a="http://schemas.openxmlformats.org/drawingml/2006/main">
              <a:ext uri="{FF2B5EF4-FFF2-40B4-BE49-F238E27FC236}">
                <a16:creationId xmlns:a16="http://schemas.microsoft.com/office/drawing/2014/main" id="{143E7E91-B076-46AF-92B7-E1DA5F43E8FF}"/>
              </a:ext>
            </a:extLst>
          </p:cNvPr>
          <p:cNvSpPr>
            <a:spLocks xmlns:a="http://schemas.openxmlformats.org/drawingml/2006/main" noGrp="1"/>
          </p:cNvSpPr>
          <p:nvPr/>
        </p:nvSpPr>
        <p:spPr>
          <a:xfrm xmlns:a="http://schemas.openxmlformats.org/drawingml/2006/main">
            <a:off x="710731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2" name="Editable chart path">
            <a:extLst xmlns:a="http://schemas.openxmlformats.org/drawingml/2006/main">
              <a:ext uri="{FF2B5EF4-FFF2-40B4-BE49-F238E27FC236}">
                <a16:creationId xmlns:a16="http://schemas.microsoft.com/office/drawing/2014/main" id="{AE1A169C-5CC8-4F92-86CC-3480F916272F}"/>
              </a:ext>
            </a:extLst>
          </p:cNvPr>
          <p:cNvSpPr>
            <a:spLocks xmlns:a="http://schemas.openxmlformats.org/drawingml/2006/main" noGrp="1"/>
          </p:cNvSpPr>
          <p:nvPr/>
        </p:nvSpPr>
        <p:spPr>
          <a:xfrm xmlns:a="http://schemas.openxmlformats.org/drawingml/2006/main">
            <a:off x="716945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3" name="Editable chart path">
            <a:extLst xmlns:a="http://schemas.openxmlformats.org/drawingml/2006/main">
              <a:ext uri="{FF2B5EF4-FFF2-40B4-BE49-F238E27FC236}">
                <a16:creationId xmlns:a16="http://schemas.microsoft.com/office/drawing/2014/main" id="{DC7049CD-BF5B-4E3B-8E16-C974605198E9}"/>
              </a:ext>
            </a:extLst>
          </p:cNvPr>
          <p:cNvSpPr>
            <a:spLocks xmlns:a="http://schemas.openxmlformats.org/drawingml/2006/main" noGrp="1"/>
          </p:cNvSpPr>
          <p:nvPr/>
        </p:nvSpPr>
        <p:spPr>
          <a:xfrm xmlns:a="http://schemas.openxmlformats.org/drawingml/2006/main">
            <a:off x="723158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4" name="Editable chart path">
            <a:extLst xmlns:a="http://schemas.openxmlformats.org/drawingml/2006/main">
              <a:ext uri="{FF2B5EF4-FFF2-40B4-BE49-F238E27FC236}">
                <a16:creationId xmlns:a16="http://schemas.microsoft.com/office/drawing/2014/main" id="{315685E8-A46E-4F0E-AE13-DE73FA37C71B}"/>
              </a:ext>
            </a:extLst>
          </p:cNvPr>
          <p:cNvSpPr>
            <a:spLocks xmlns:a="http://schemas.openxmlformats.org/drawingml/2006/main" noGrp="1"/>
          </p:cNvSpPr>
          <p:nvPr/>
        </p:nvSpPr>
        <p:spPr>
          <a:xfrm xmlns:a="http://schemas.openxmlformats.org/drawingml/2006/main">
            <a:off x="729372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5" name="Editable chart path">
            <a:extLst xmlns:a="http://schemas.openxmlformats.org/drawingml/2006/main">
              <a:ext uri="{FF2B5EF4-FFF2-40B4-BE49-F238E27FC236}">
                <a16:creationId xmlns:a16="http://schemas.microsoft.com/office/drawing/2014/main" id="{73B38ACA-B2FD-4B08-9808-DC2578996B7C}"/>
              </a:ext>
            </a:extLst>
          </p:cNvPr>
          <p:cNvSpPr>
            <a:spLocks xmlns:a="http://schemas.openxmlformats.org/drawingml/2006/main" noGrp="1"/>
          </p:cNvSpPr>
          <p:nvPr/>
        </p:nvSpPr>
        <p:spPr>
          <a:xfrm xmlns:a="http://schemas.openxmlformats.org/drawingml/2006/main">
            <a:off x="735586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6" name="Editable chart path">
            <a:extLst xmlns:a="http://schemas.openxmlformats.org/drawingml/2006/main">
              <a:ext uri="{FF2B5EF4-FFF2-40B4-BE49-F238E27FC236}">
                <a16:creationId xmlns:a16="http://schemas.microsoft.com/office/drawing/2014/main" id="{77D8E43F-F7AB-40B6-94CD-1EBE5BA54FA0}"/>
              </a:ext>
            </a:extLst>
          </p:cNvPr>
          <p:cNvSpPr>
            <a:spLocks xmlns:a="http://schemas.openxmlformats.org/drawingml/2006/main" noGrp="1"/>
          </p:cNvSpPr>
          <p:nvPr/>
        </p:nvSpPr>
        <p:spPr>
          <a:xfrm xmlns:a="http://schemas.openxmlformats.org/drawingml/2006/main">
            <a:off x="741800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7" name="Editable chart path">
            <a:extLst xmlns:a="http://schemas.openxmlformats.org/drawingml/2006/main">
              <a:ext uri="{FF2B5EF4-FFF2-40B4-BE49-F238E27FC236}">
                <a16:creationId xmlns:a16="http://schemas.microsoft.com/office/drawing/2014/main" id="{9E25865C-EB09-4170-8DAB-14EF6DAA1263}"/>
              </a:ext>
            </a:extLst>
          </p:cNvPr>
          <p:cNvSpPr>
            <a:spLocks xmlns:a="http://schemas.openxmlformats.org/drawingml/2006/main" noGrp="1"/>
          </p:cNvSpPr>
          <p:nvPr/>
        </p:nvSpPr>
        <p:spPr>
          <a:xfrm xmlns:a="http://schemas.openxmlformats.org/drawingml/2006/main">
            <a:off x="748013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8" name="Editable chart path">
            <a:extLst xmlns:a="http://schemas.openxmlformats.org/drawingml/2006/main">
              <a:ext uri="{FF2B5EF4-FFF2-40B4-BE49-F238E27FC236}">
                <a16:creationId xmlns:a16="http://schemas.microsoft.com/office/drawing/2014/main" id="{8489812E-5F75-4752-A874-D164C243C704}"/>
              </a:ext>
            </a:extLst>
          </p:cNvPr>
          <p:cNvSpPr>
            <a:spLocks xmlns:a="http://schemas.openxmlformats.org/drawingml/2006/main" noGrp="1"/>
          </p:cNvSpPr>
          <p:nvPr/>
        </p:nvSpPr>
        <p:spPr>
          <a:xfrm xmlns:a="http://schemas.openxmlformats.org/drawingml/2006/main">
            <a:off x="754227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9" name="Editable chart path">
            <a:extLst xmlns:a="http://schemas.openxmlformats.org/drawingml/2006/main">
              <a:ext uri="{FF2B5EF4-FFF2-40B4-BE49-F238E27FC236}">
                <a16:creationId xmlns:a16="http://schemas.microsoft.com/office/drawing/2014/main" id="{3BBD1130-9BFF-4B8A-AD0E-00B29C0EF83D}"/>
              </a:ext>
            </a:extLst>
          </p:cNvPr>
          <p:cNvSpPr>
            <a:spLocks xmlns:a="http://schemas.openxmlformats.org/drawingml/2006/main" noGrp="1"/>
          </p:cNvSpPr>
          <p:nvPr/>
        </p:nvSpPr>
        <p:spPr>
          <a:xfrm xmlns:a="http://schemas.openxmlformats.org/drawingml/2006/main">
            <a:off x="760441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0" name="Editable chart path">
            <a:extLst xmlns:a="http://schemas.openxmlformats.org/drawingml/2006/main">
              <a:ext uri="{FF2B5EF4-FFF2-40B4-BE49-F238E27FC236}">
                <a16:creationId xmlns:a16="http://schemas.microsoft.com/office/drawing/2014/main" id="{B7E28A86-0562-4E32-8241-80A959F48DCE}"/>
              </a:ext>
            </a:extLst>
          </p:cNvPr>
          <p:cNvSpPr>
            <a:spLocks xmlns:a="http://schemas.openxmlformats.org/drawingml/2006/main" noGrp="1"/>
          </p:cNvSpPr>
          <p:nvPr/>
        </p:nvSpPr>
        <p:spPr>
          <a:xfrm xmlns:a="http://schemas.openxmlformats.org/drawingml/2006/main">
            <a:off x="766655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1" name="Editable chart path">
            <a:extLst xmlns:a="http://schemas.openxmlformats.org/drawingml/2006/main">
              <a:ext uri="{FF2B5EF4-FFF2-40B4-BE49-F238E27FC236}">
                <a16:creationId xmlns:a16="http://schemas.microsoft.com/office/drawing/2014/main" id="{6D3388B4-EFA5-4162-A38E-C039B93D6BC4}"/>
              </a:ext>
            </a:extLst>
          </p:cNvPr>
          <p:cNvSpPr>
            <a:spLocks xmlns:a="http://schemas.openxmlformats.org/drawingml/2006/main" noGrp="1"/>
          </p:cNvSpPr>
          <p:nvPr/>
        </p:nvSpPr>
        <p:spPr>
          <a:xfrm xmlns:a="http://schemas.openxmlformats.org/drawingml/2006/main">
            <a:off x="772868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2" name="Editable chart path">
            <a:extLst xmlns:a="http://schemas.openxmlformats.org/drawingml/2006/main">
              <a:ext uri="{FF2B5EF4-FFF2-40B4-BE49-F238E27FC236}">
                <a16:creationId xmlns:a16="http://schemas.microsoft.com/office/drawing/2014/main" id="{F39453BF-B99F-4788-A5DF-54E8ECB0A591}"/>
              </a:ext>
            </a:extLst>
          </p:cNvPr>
          <p:cNvSpPr>
            <a:spLocks xmlns:a="http://schemas.openxmlformats.org/drawingml/2006/main" noGrp="1"/>
          </p:cNvSpPr>
          <p:nvPr/>
        </p:nvSpPr>
        <p:spPr>
          <a:xfrm xmlns:a="http://schemas.openxmlformats.org/drawingml/2006/main">
            <a:off x="779082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3" name="Editable chart path">
            <a:extLst xmlns:a="http://schemas.openxmlformats.org/drawingml/2006/main">
              <a:ext uri="{FF2B5EF4-FFF2-40B4-BE49-F238E27FC236}">
                <a16:creationId xmlns:a16="http://schemas.microsoft.com/office/drawing/2014/main" id="{7D9011BD-AC94-488D-B8EF-BF5241D7A432}"/>
              </a:ext>
            </a:extLst>
          </p:cNvPr>
          <p:cNvSpPr>
            <a:spLocks xmlns:a="http://schemas.openxmlformats.org/drawingml/2006/main" noGrp="1"/>
          </p:cNvSpPr>
          <p:nvPr/>
        </p:nvSpPr>
        <p:spPr>
          <a:xfrm xmlns:a="http://schemas.openxmlformats.org/drawingml/2006/main">
            <a:off x="785296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4" name="Editable chart path">
            <a:extLst xmlns:a="http://schemas.openxmlformats.org/drawingml/2006/main">
              <a:ext uri="{FF2B5EF4-FFF2-40B4-BE49-F238E27FC236}">
                <a16:creationId xmlns:a16="http://schemas.microsoft.com/office/drawing/2014/main" id="{7ECA6934-E3B0-4518-9879-E6C0B1CB923A}"/>
              </a:ext>
            </a:extLst>
          </p:cNvPr>
          <p:cNvSpPr>
            <a:spLocks xmlns:a="http://schemas.openxmlformats.org/drawingml/2006/main" noGrp="1"/>
          </p:cNvSpPr>
          <p:nvPr/>
        </p:nvSpPr>
        <p:spPr>
          <a:xfrm xmlns:a="http://schemas.openxmlformats.org/drawingml/2006/main">
            <a:off x="791510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5" name="Editable chart path">
            <a:extLst xmlns:a="http://schemas.openxmlformats.org/drawingml/2006/main">
              <a:ext uri="{FF2B5EF4-FFF2-40B4-BE49-F238E27FC236}">
                <a16:creationId xmlns:a16="http://schemas.microsoft.com/office/drawing/2014/main" id="{0A68D889-F0A8-41FB-A0AD-830FC03A2DF0}"/>
              </a:ext>
            </a:extLst>
          </p:cNvPr>
          <p:cNvSpPr>
            <a:spLocks xmlns:a="http://schemas.openxmlformats.org/drawingml/2006/main" noGrp="1"/>
          </p:cNvSpPr>
          <p:nvPr/>
        </p:nvSpPr>
        <p:spPr>
          <a:xfrm xmlns:a="http://schemas.openxmlformats.org/drawingml/2006/main">
            <a:off x="797723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6" name="Editable chart path">
            <a:extLst xmlns:a="http://schemas.openxmlformats.org/drawingml/2006/main">
              <a:ext uri="{FF2B5EF4-FFF2-40B4-BE49-F238E27FC236}">
                <a16:creationId xmlns:a16="http://schemas.microsoft.com/office/drawing/2014/main" id="{0898E34E-BF7F-40C6-8478-3E216E2BB8BA}"/>
              </a:ext>
            </a:extLst>
          </p:cNvPr>
          <p:cNvSpPr>
            <a:spLocks xmlns:a="http://schemas.openxmlformats.org/drawingml/2006/main" noGrp="1"/>
          </p:cNvSpPr>
          <p:nvPr/>
        </p:nvSpPr>
        <p:spPr>
          <a:xfrm xmlns:a="http://schemas.openxmlformats.org/drawingml/2006/main">
            <a:off x="803937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7" name="Editable chart path">
            <a:extLst xmlns:a="http://schemas.openxmlformats.org/drawingml/2006/main">
              <a:ext uri="{FF2B5EF4-FFF2-40B4-BE49-F238E27FC236}">
                <a16:creationId xmlns:a16="http://schemas.microsoft.com/office/drawing/2014/main" id="{EAE87B25-F2E6-44DC-B012-80B44568B7A7}"/>
              </a:ext>
            </a:extLst>
          </p:cNvPr>
          <p:cNvSpPr>
            <a:spLocks xmlns:a="http://schemas.openxmlformats.org/drawingml/2006/main" noGrp="1"/>
          </p:cNvSpPr>
          <p:nvPr/>
        </p:nvSpPr>
        <p:spPr>
          <a:xfrm xmlns:a="http://schemas.openxmlformats.org/drawingml/2006/main">
            <a:off x="810151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8" name="Editable chart path">
            <a:extLst xmlns:a="http://schemas.openxmlformats.org/drawingml/2006/main">
              <a:ext uri="{FF2B5EF4-FFF2-40B4-BE49-F238E27FC236}">
                <a16:creationId xmlns:a16="http://schemas.microsoft.com/office/drawing/2014/main" id="{258CAC32-DA21-45F4-B5C7-8E192577C1AD}"/>
              </a:ext>
            </a:extLst>
          </p:cNvPr>
          <p:cNvSpPr>
            <a:spLocks xmlns:a="http://schemas.openxmlformats.org/drawingml/2006/main" noGrp="1"/>
          </p:cNvSpPr>
          <p:nvPr/>
        </p:nvSpPr>
        <p:spPr>
          <a:xfrm xmlns:a="http://schemas.openxmlformats.org/drawingml/2006/main">
            <a:off x="816365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9" name="Editable chart path">
            <a:extLst xmlns:a="http://schemas.openxmlformats.org/drawingml/2006/main">
              <a:ext uri="{FF2B5EF4-FFF2-40B4-BE49-F238E27FC236}">
                <a16:creationId xmlns:a16="http://schemas.microsoft.com/office/drawing/2014/main" id="{F209C7A0-E46A-421F-8E49-7A4E8507EAD2}"/>
              </a:ext>
            </a:extLst>
          </p:cNvPr>
          <p:cNvSpPr>
            <a:spLocks xmlns:a="http://schemas.openxmlformats.org/drawingml/2006/main" noGrp="1"/>
          </p:cNvSpPr>
          <p:nvPr/>
        </p:nvSpPr>
        <p:spPr>
          <a:xfrm xmlns:a="http://schemas.openxmlformats.org/drawingml/2006/main">
            <a:off x="822579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0" name="Editable chart path">
            <a:extLst xmlns:a="http://schemas.openxmlformats.org/drawingml/2006/main">
              <a:ext uri="{FF2B5EF4-FFF2-40B4-BE49-F238E27FC236}">
                <a16:creationId xmlns:a16="http://schemas.microsoft.com/office/drawing/2014/main" id="{1223297E-B8D5-4182-8716-FC928F7CEC67}"/>
              </a:ext>
            </a:extLst>
          </p:cNvPr>
          <p:cNvSpPr>
            <a:spLocks xmlns:a="http://schemas.openxmlformats.org/drawingml/2006/main" noGrp="1"/>
          </p:cNvSpPr>
          <p:nvPr/>
        </p:nvSpPr>
        <p:spPr>
          <a:xfrm xmlns:a="http://schemas.openxmlformats.org/drawingml/2006/main">
            <a:off x="828792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1" name="Editable chart path">
            <a:extLst xmlns:a="http://schemas.openxmlformats.org/drawingml/2006/main">
              <a:ext uri="{FF2B5EF4-FFF2-40B4-BE49-F238E27FC236}">
                <a16:creationId xmlns:a16="http://schemas.microsoft.com/office/drawing/2014/main" id="{D11B0188-A5C3-45A6-B043-D2CE8E501068}"/>
              </a:ext>
            </a:extLst>
          </p:cNvPr>
          <p:cNvSpPr>
            <a:spLocks xmlns:a="http://schemas.openxmlformats.org/drawingml/2006/main" noGrp="1"/>
          </p:cNvSpPr>
          <p:nvPr/>
        </p:nvSpPr>
        <p:spPr>
          <a:xfrm xmlns:a="http://schemas.openxmlformats.org/drawingml/2006/main">
            <a:off x="835006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2" name="Editable chart path">
            <a:extLst xmlns:a="http://schemas.openxmlformats.org/drawingml/2006/main">
              <a:ext uri="{FF2B5EF4-FFF2-40B4-BE49-F238E27FC236}">
                <a16:creationId xmlns:a16="http://schemas.microsoft.com/office/drawing/2014/main" id="{994FA6A9-6A04-41CE-8309-15C55EFE567C}"/>
              </a:ext>
            </a:extLst>
          </p:cNvPr>
          <p:cNvSpPr>
            <a:spLocks xmlns:a="http://schemas.openxmlformats.org/drawingml/2006/main" noGrp="1"/>
          </p:cNvSpPr>
          <p:nvPr/>
        </p:nvSpPr>
        <p:spPr>
          <a:xfrm xmlns:a="http://schemas.openxmlformats.org/drawingml/2006/main">
            <a:off x="841220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3" name="Editable chart path">
            <a:extLst xmlns:a="http://schemas.openxmlformats.org/drawingml/2006/main">
              <a:ext uri="{FF2B5EF4-FFF2-40B4-BE49-F238E27FC236}">
                <a16:creationId xmlns:a16="http://schemas.microsoft.com/office/drawing/2014/main" id="{D7835FBE-278B-46E9-8A4E-F34534ED471D}"/>
              </a:ext>
            </a:extLst>
          </p:cNvPr>
          <p:cNvSpPr>
            <a:spLocks xmlns:a="http://schemas.openxmlformats.org/drawingml/2006/main" noGrp="1"/>
          </p:cNvSpPr>
          <p:nvPr/>
        </p:nvSpPr>
        <p:spPr>
          <a:xfrm xmlns:a="http://schemas.openxmlformats.org/drawingml/2006/main">
            <a:off x="847434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4" name="Editable chart path">
            <a:extLst xmlns:a="http://schemas.openxmlformats.org/drawingml/2006/main">
              <a:ext uri="{FF2B5EF4-FFF2-40B4-BE49-F238E27FC236}">
                <a16:creationId xmlns:a16="http://schemas.microsoft.com/office/drawing/2014/main" id="{DB43F6AD-9449-4167-BC5F-45403B1266BC}"/>
              </a:ext>
            </a:extLst>
          </p:cNvPr>
          <p:cNvSpPr>
            <a:spLocks xmlns:a="http://schemas.openxmlformats.org/drawingml/2006/main" noGrp="1"/>
          </p:cNvSpPr>
          <p:nvPr/>
        </p:nvSpPr>
        <p:spPr>
          <a:xfrm xmlns:a="http://schemas.openxmlformats.org/drawingml/2006/main">
            <a:off x="853647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5" name="Editable chart path">
            <a:extLst xmlns:a="http://schemas.openxmlformats.org/drawingml/2006/main">
              <a:ext uri="{FF2B5EF4-FFF2-40B4-BE49-F238E27FC236}">
                <a16:creationId xmlns:a16="http://schemas.microsoft.com/office/drawing/2014/main" id="{96747860-0A72-47CA-BF9B-06E298A0F08D}"/>
              </a:ext>
            </a:extLst>
          </p:cNvPr>
          <p:cNvSpPr>
            <a:spLocks xmlns:a="http://schemas.openxmlformats.org/drawingml/2006/main" noGrp="1"/>
          </p:cNvSpPr>
          <p:nvPr/>
        </p:nvSpPr>
        <p:spPr>
          <a:xfrm xmlns:a="http://schemas.openxmlformats.org/drawingml/2006/main">
            <a:off x="859861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6" name="Editable chart path">
            <a:extLst xmlns:a="http://schemas.openxmlformats.org/drawingml/2006/main">
              <a:ext uri="{FF2B5EF4-FFF2-40B4-BE49-F238E27FC236}">
                <a16:creationId xmlns:a16="http://schemas.microsoft.com/office/drawing/2014/main" id="{C3C51E4D-5DE0-4CED-A8E1-067CAD833090}"/>
              </a:ext>
            </a:extLst>
          </p:cNvPr>
          <p:cNvSpPr>
            <a:spLocks xmlns:a="http://schemas.openxmlformats.org/drawingml/2006/main" noGrp="1"/>
          </p:cNvSpPr>
          <p:nvPr/>
        </p:nvSpPr>
        <p:spPr>
          <a:xfrm xmlns:a="http://schemas.openxmlformats.org/drawingml/2006/main">
            <a:off x="866075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7" name="Editable chart path">
            <a:extLst xmlns:a="http://schemas.openxmlformats.org/drawingml/2006/main">
              <a:ext uri="{FF2B5EF4-FFF2-40B4-BE49-F238E27FC236}">
                <a16:creationId xmlns:a16="http://schemas.microsoft.com/office/drawing/2014/main" id="{BE5E0C5E-9B02-4FDA-A282-A61ED7EC66E3}"/>
              </a:ext>
            </a:extLst>
          </p:cNvPr>
          <p:cNvSpPr>
            <a:spLocks xmlns:a="http://schemas.openxmlformats.org/drawingml/2006/main" noGrp="1"/>
          </p:cNvSpPr>
          <p:nvPr/>
        </p:nvSpPr>
        <p:spPr>
          <a:xfrm xmlns:a="http://schemas.openxmlformats.org/drawingml/2006/main">
            <a:off x="872289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8" name="Editable chart path">
            <a:extLst xmlns:a="http://schemas.openxmlformats.org/drawingml/2006/main">
              <a:ext uri="{FF2B5EF4-FFF2-40B4-BE49-F238E27FC236}">
                <a16:creationId xmlns:a16="http://schemas.microsoft.com/office/drawing/2014/main" id="{614EF2F3-CC9B-4CA5-8CAE-96913C24AFE8}"/>
              </a:ext>
            </a:extLst>
          </p:cNvPr>
          <p:cNvSpPr>
            <a:spLocks xmlns:a="http://schemas.openxmlformats.org/drawingml/2006/main" noGrp="1"/>
          </p:cNvSpPr>
          <p:nvPr/>
        </p:nvSpPr>
        <p:spPr>
          <a:xfrm xmlns:a="http://schemas.openxmlformats.org/drawingml/2006/main">
            <a:off x="878502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9" name="Editable chart path">
            <a:extLst xmlns:a="http://schemas.openxmlformats.org/drawingml/2006/main">
              <a:ext uri="{FF2B5EF4-FFF2-40B4-BE49-F238E27FC236}">
                <a16:creationId xmlns:a16="http://schemas.microsoft.com/office/drawing/2014/main" id="{2AFD3941-6522-46F7-A8A4-52CFCAAF087E}"/>
              </a:ext>
            </a:extLst>
          </p:cNvPr>
          <p:cNvSpPr>
            <a:spLocks xmlns:a="http://schemas.openxmlformats.org/drawingml/2006/main" noGrp="1"/>
          </p:cNvSpPr>
          <p:nvPr/>
        </p:nvSpPr>
        <p:spPr>
          <a:xfrm xmlns:a="http://schemas.openxmlformats.org/drawingml/2006/main">
            <a:off x="884716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0" name="Editable chart path">
            <a:extLst xmlns:a="http://schemas.openxmlformats.org/drawingml/2006/main">
              <a:ext uri="{FF2B5EF4-FFF2-40B4-BE49-F238E27FC236}">
                <a16:creationId xmlns:a16="http://schemas.microsoft.com/office/drawing/2014/main" id="{2FB05604-7DAC-4262-B9B5-DC3B037D12D9}"/>
              </a:ext>
            </a:extLst>
          </p:cNvPr>
          <p:cNvSpPr>
            <a:spLocks xmlns:a="http://schemas.openxmlformats.org/drawingml/2006/main" noGrp="1"/>
          </p:cNvSpPr>
          <p:nvPr/>
        </p:nvSpPr>
        <p:spPr>
          <a:xfrm xmlns:a="http://schemas.openxmlformats.org/drawingml/2006/main">
            <a:off x="890930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1" name="Editable chart path">
            <a:extLst xmlns:a="http://schemas.openxmlformats.org/drawingml/2006/main">
              <a:ext uri="{FF2B5EF4-FFF2-40B4-BE49-F238E27FC236}">
                <a16:creationId xmlns:a16="http://schemas.microsoft.com/office/drawing/2014/main" id="{CE0AB499-96A1-4D87-9554-F5E862A8CB2B}"/>
              </a:ext>
            </a:extLst>
          </p:cNvPr>
          <p:cNvSpPr>
            <a:spLocks xmlns:a="http://schemas.openxmlformats.org/drawingml/2006/main" noGrp="1"/>
          </p:cNvSpPr>
          <p:nvPr/>
        </p:nvSpPr>
        <p:spPr>
          <a:xfrm xmlns:a="http://schemas.openxmlformats.org/drawingml/2006/main">
            <a:off x="897144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2" name="Editable chart path">
            <a:extLst xmlns:a="http://schemas.openxmlformats.org/drawingml/2006/main">
              <a:ext uri="{FF2B5EF4-FFF2-40B4-BE49-F238E27FC236}">
                <a16:creationId xmlns:a16="http://schemas.microsoft.com/office/drawing/2014/main" id="{E1DDD1D7-626A-4A4E-994E-8C5C945D44EC}"/>
              </a:ext>
            </a:extLst>
          </p:cNvPr>
          <p:cNvSpPr>
            <a:spLocks xmlns:a="http://schemas.openxmlformats.org/drawingml/2006/main" noGrp="1"/>
          </p:cNvSpPr>
          <p:nvPr/>
        </p:nvSpPr>
        <p:spPr>
          <a:xfrm xmlns:a="http://schemas.openxmlformats.org/drawingml/2006/main">
            <a:off x="903357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3" name="Editable chart path">
            <a:extLst xmlns:a="http://schemas.openxmlformats.org/drawingml/2006/main">
              <a:ext uri="{FF2B5EF4-FFF2-40B4-BE49-F238E27FC236}">
                <a16:creationId xmlns:a16="http://schemas.microsoft.com/office/drawing/2014/main" id="{46BC1C6F-2A4C-4B36-8B54-E64348850AA8}"/>
              </a:ext>
            </a:extLst>
          </p:cNvPr>
          <p:cNvSpPr>
            <a:spLocks xmlns:a="http://schemas.openxmlformats.org/drawingml/2006/main" noGrp="1"/>
          </p:cNvSpPr>
          <p:nvPr/>
        </p:nvSpPr>
        <p:spPr>
          <a:xfrm xmlns:a="http://schemas.openxmlformats.org/drawingml/2006/main">
            <a:off x="909571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4" name="Editable chart path">
            <a:extLst xmlns:a="http://schemas.openxmlformats.org/drawingml/2006/main">
              <a:ext uri="{FF2B5EF4-FFF2-40B4-BE49-F238E27FC236}">
                <a16:creationId xmlns:a16="http://schemas.microsoft.com/office/drawing/2014/main" id="{35640052-E751-4258-95B2-9AC60A318C93}"/>
              </a:ext>
            </a:extLst>
          </p:cNvPr>
          <p:cNvSpPr>
            <a:spLocks xmlns:a="http://schemas.openxmlformats.org/drawingml/2006/main" noGrp="1"/>
          </p:cNvSpPr>
          <p:nvPr/>
        </p:nvSpPr>
        <p:spPr>
          <a:xfrm xmlns:a="http://schemas.openxmlformats.org/drawingml/2006/main">
            <a:off x="915785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5" name="Editable chart path">
            <a:extLst xmlns:a="http://schemas.openxmlformats.org/drawingml/2006/main">
              <a:ext uri="{FF2B5EF4-FFF2-40B4-BE49-F238E27FC236}">
                <a16:creationId xmlns:a16="http://schemas.microsoft.com/office/drawing/2014/main" id="{893410E1-3A1F-454C-BF77-A321049F5AB7}"/>
              </a:ext>
            </a:extLst>
          </p:cNvPr>
          <p:cNvSpPr>
            <a:spLocks xmlns:a="http://schemas.openxmlformats.org/drawingml/2006/main" noGrp="1"/>
          </p:cNvSpPr>
          <p:nvPr/>
        </p:nvSpPr>
        <p:spPr>
          <a:xfrm xmlns:a="http://schemas.openxmlformats.org/drawingml/2006/main">
            <a:off x="940640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6" name="Editable chart path">
            <a:extLst xmlns:a="http://schemas.openxmlformats.org/drawingml/2006/main">
              <a:ext uri="{FF2B5EF4-FFF2-40B4-BE49-F238E27FC236}">
                <a16:creationId xmlns:a16="http://schemas.microsoft.com/office/drawing/2014/main" id="{2E3835AF-EE07-45E6-8191-64AC0A794788}"/>
              </a:ext>
            </a:extLst>
          </p:cNvPr>
          <p:cNvSpPr>
            <a:spLocks xmlns:a="http://schemas.openxmlformats.org/drawingml/2006/main" noGrp="1"/>
          </p:cNvSpPr>
          <p:nvPr/>
        </p:nvSpPr>
        <p:spPr>
          <a:xfrm xmlns:a="http://schemas.openxmlformats.org/drawingml/2006/main">
            <a:off x="946854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7" name="Editable chart path">
            <a:extLst xmlns:a="http://schemas.openxmlformats.org/drawingml/2006/main">
              <a:ext uri="{FF2B5EF4-FFF2-40B4-BE49-F238E27FC236}">
                <a16:creationId xmlns:a16="http://schemas.microsoft.com/office/drawing/2014/main" id="{D90A2E57-936B-4FB4-96E5-84A0939DFCFB}"/>
              </a:ext>
            </a:extLst>
          </p:cNvPr>
          <p:cNvSpPr>
            <a:spLocks xmlns:a="http://schemas.openxmlformats.org/drawingml/2006/main" noGrp="1"/>
          </p:cNvSpPr>
          <p:nvPr/>
        </p:nvSpPr>
        <p:spPr>
          <a:xfrm xmlns:a="http://schemas.openxmlformats.org/drawingml/2006/main">
            <a:off x="654807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8" name="Editable chart path">
            <a:extLst xmlns:a="http://schemas.openxmlformats.org/drawingml/2006/main">
              <a:ext uri="{FF2B5EF4-FFF2-40B4-BE49-F238E27FC236}">
                <a16:creationId xmlns:a16="http://schemas.microsoft.com/office/drawing/2014/main" id="{2C0F423C-9C95-478D-8274-831B1F04169D}"/>
              </a:ext>
            </a:extLst>
          </p:cNvPr>
          <p:cNvSpPr>
            <a:spLocks xmlns:a="http://schemas.openxmlformats.org/drawingml/2006/main" noGrp="1"/>
          </p:cNvSpPr>
          <p:nvPr/>
        </p:nvSpPr>
        <p:spPr>
          <a:xfrm xmlns:a="http://schemas.openxmlformats.org/drawingml/2006/main">
            <a:off x="661021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9" name="Editable chart path">
            <a:extLst xmlns:a="http://schemas.openxmlformats.org/drawingml/2006/main">
              <a:ext uri="{FF2B5EF4-FFF2-40B4-BE49-F238E27FC236}">
                <a16:creationId xmlns:a16="http://schemas.microsoft.com/office/drawing/2014/main" id="{17A7448E-0517-4708-9CDB-B2730E7C5C85}"/>
              </a:ext>
            </a:extLst>
          </p:cNvPr>
          <p:cNvSpPr>
            <a:spLocks xmlns:a="http://schemas.openxmlformats.org/drawingml/2006/main" noGrp="1"/>
          </p:cNvSpPr>
          <p:nvPr/>
        </p:nvSpPr>
        <p:spPr>
          <a:xfrm xmlns:a="http://schemas.openxmlformats.org/drawingml/2006/main">
            <a:off x="667234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0" name="Editable chart path">
            <a:extLst xmlns:a="http://schemas.openxmlformats.org/drawingml/2006/main">
              <a:ext uri="{FF2B5EF4-FFF2-40B4-BE49-F238E27FC236}">
                <a16:creationId xmlns:a16="http://schemas.microsoft.com/office/drawing/2014/main" id="{E437023E-CDD4-4D98-AF69-D9B069B27FC4}"/>
              </a:ext>
            </a:extLst>
          </p:cNvPr>
          <p:cNvSpPr>
            <a:spLocks xmlns:a="http://schemas.openxmlformats.org/drawingml/2006/main" noGrp="1"/>
          </p:cNvSpPr>
          <p:nvPr/>
        </p:nvSpPr>
        <p:spPr>
          <a:xfrm xmlns:a="http://schemas.openxmlformats.org/drawingml/2006/main">
            <a:off x="673448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1" name="Editable chart path">
            <a:extLst xmlns:a="http://schemas.openxmlformats.org/drawingml/2006/main">
              <a:ext uri="{FF2B5EF4-FFF2-40B4-BE49-F238E27FC236}">
                <a16:creationId xmlns:a16="http://schemas.microsoft.com/office/drawing/2014/main" id="{1A71A86B-A69D-4486-8D03-968E7EA6D93B}"/>
              </a:ext>
            </a:extLst>
          </p:cNvPr>
          <p:cNvSpPr>
            <a:spLocks xmlns:a="http://schemas.openxmlformats.org/drawingml/2006/main" noGrp="1"/>
          </p:cNvSpPr>
          <p:nvPr/>
        </p:nvSpPr>
        <p:spPr>
          <a:xfrm xmlns:a="http://schemas.openxmlformats.org/drawingml/2006/main">
            <a:off x="679662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2" name="Editable chart path">
            <a:extLst xmlns:a="http://schemas.openxmlformats.org/drawingml/2006/main">
              <a:ext uri="{FF2B5EF4-FFF2-40B4-BE49-F238E27FC236}">
                <a16:creationId xmlns:a16="http://schemas.microsoft.com/office/drawing/2014/main" id="{354AB211-F1AD-4453-9B3F-45BFDD412756}"/>
              </a:ext>
            </a:extLst>
          </p:cNvPr>
          <p:cNvSpPr>
            <a:spLocks xmlns:a="http://schemas.openxmlformats.org/drawingml/2006/main" noGrp="1"/>
          </p:cNvSpPr>
          <p:nvPr/>
        </p:nvSpPr>
        <p:spPr>
          <a:xfrm xmlns:a="http://schemas.openxmlformats.org/drawingml/2006/main">
            <a:off x="685876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3" name="Editable chart path">
            <a:extLst xmlns:a="http://schemas.openxmlformats.org/drawingml/2006/main">
              <a:ext uri="{FF2B5EF4-FFF2-40B4-BE49-F238E27FC236}">
                <a16:creationId xmlns:a16="http://schemas.microsoft.com/office/drawing/2014/main" id="{5160C584-852B-45F4-8D21-399042E17052}"/>
              </a:ext>
            </a:extLst>
          </p:cNvPr>
          <p:cNvSpPr>
            <a:spLocks xmlns:a="http://schemas.openxmlformats.org/drawingml/2006/main" noGrp="1"/>
          </p:cNvSpPr>
          <p:nvPr/>
        </p:nvSpPr>
        <p:spPr>
          <a:xfrm xmlns:a="http://schemas.openxmlformats.org/drawingml/2006/main">
            <a:off x="692090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4" name="Editable chart path">
            <a:extLst xmlns:a="http://schemas.openxmlformats.org/drawingml/2006/main">
              <a:ext uri="{FF2B5EF4-FFF2-40B4-BE49-F238E27FC236}">
                <a16:creationId xmlns:a16="http://schemas.microsoft.com/office/drawing/2014/main" id="{A81951EC-3A6A-4374-9FE9-174C67BA4067}"/>
              </a:ext>
            </a:extLst>
          </p:cNvPr>
          <p:cNvSpPr>
            <a:spLocks xmlns:a="http://schemas.openxmlformats.org/drawingml/2006/main" noGrp="1"/>
          </p:cNvSpPr>
          <p:nvPr/>
        </p:nvSpPr>
        <p:spPr>
          <a:xfrm xmlns:a="http://schemas.openxmlformats.org/drawingml/2006/main">
            <a:off x="698303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5" name="Editable chart path">
            <a:extLst xmlns:a="http://schemas.openxmlformats.org/drawingml/2006/main">
              <a:ext uri="{FF2B5EF4-FFF2-40B4-BE49-F238E27FC236}">
                <a16:creationId xmlns:a16="http://schemas.microsoft.com/office/drawing/2014/main" id="{03501C06-6072-4C89-858B-921F2FA214D0}"/>
              </a:ext>
            </a:extLst>
          </p:cNvPr>
          <p:cNvSpPr>
            <a:spLocks xmlns:a="http://schemas.openxmlformats.org/drawingml/2006/main" noGrp="1"/>
          </p:cNvSpPr>
          <p:nvPr/>
        </p:nvSpPr>
        <p:spPr>
          <a:xfrm xmlns:a="http://schemas.openxmlformats.org/drawingml/2006/main">
            <a:off x="704517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6" name="Editable chart path">
            <a:extLst xmlns:a="http://schemas.openxmlformats.org/drawingml/2006/main">
              <a:ext uri="{FF2B5EF4-FFF2-40B4-BE49-F238E27FC236}">
                <a16:creationId xmlns:a16="http://schemas.microsoft.com/office/drawing/2014/main" id="{97FBD7D3-504A-4B33-93F5-4498FE489FEB}"/>
              </a:ext>
            </a:extLst>
          </p:cNvPr>
          <p:cNvSpPr>
            <a:spLocks xmlns:a="http://schemas.openxmlformats.org/drawingml/2006/main" noGrp="1"/>
          </p:cNvSpPr>
          <p:nvPr/>
        </p:nvSpPr>
        <p:spPr>
          <a:xfrm xmlns:a="http://schemas.openxmlformats.org/drawingml/2006/main">
            <a:off x="710731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7" name="Editable chart path">
            <a:extLst xmlns:a="http://schemas.openxmlformats.org/drawingml/2006/main">
              <a:ext uri="{FF2B5EF4-FFF2-40B4-BE49-F238E27FC236}">
                <a16:creationId xmlns:a16="http://schemas.microsoft.com/office/drawing/2014/main" id="{60FA2439-C5AC-4DD4-BA5C-9262DC2A4BB8}"/>
              </a:ext>
            </a:extLst>
          </p:cNvPr>
          <p:cNvSpPr>
            <a:spLocks xmlns:a="http://schemas.openxmlformats.org/drawingml/2006/main" noGrp="1"/>
          </p:cNvSpPr>
          <p:nvPr/>
        </p:nvSpPr>
        <p:spPr>
          <a:xfrm xmlns:a="http://schemas.openxmlformats.org/drawingml/2006/main">
            <a:off x="716945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8" name="Editable chart path">
            <a:extLst xmlns:a="http://schemas.openxmlformats.org/drawingml/2006/main">
              <a:ext uri="{FF2B5EF4-FFF2-40B4-BE49-F238E27FC236}">
                <a16:creationId xmlns:a16="http://schemas.microsoft.com/office/drawing/2014/main" id="{BA32DE7B-08E6-4AA9-A54A-686136F531A4}"/>
              </a:ext>
            </a:extLst>
          </p:cNvPr>
          <p:cNvSpPr>
            <a:spLocks xmlns:a="http://schemas.openxmlformats.org/drawingml/2006/main" noGrp="1"/>
          </p:cNvSpPr>
          <p:nvPr/>
        </p:nvSpPr>
        <p:spPr>
          <a:xfrm xmlns:a="http://schemas.openxmlformats.org/drawingml/2006/main">
            <a:off x="723158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9" name="Editable chart path">
            <a:extLst xmlns:a="http://schemas.openxmlformats.org/drawingml/2006/main">
              <a:ext uri="{FF2B5EF4-FFF2-40B4-BE49-F238E27FC236}">
                <a16:creationId xmlns:a16="http://schemas.microsoft.com/office/drawing/2014/main" id="{B5DAEC3B-7460-45A3-B0F9-4D5658D99FCD}"/>
              </a:ext>
            </a:extLst>
          </p:cNvPr>
          <p:cNvSpPr>
            <a:spLocks xmlns:a="http://schemas.openxmlformats.org/drawingml/2006/main" noGrp="1"/>
          </p:cNvSpPr>
          <p:nvPr/>
        </p:nvSpPr>
        <p:spPr>
          <a:xfrm xmlns:a="http://schemas.openxmlformats.org/drawingml/2006/main">
            <a:off x="729372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0" name="Editable chart path">
            <a:extLst xmlns:a="http://schemas.openxmlformats.org/drawingml/2006/main">
              <a:ext uri="{FF2B5EF4-FFF2-40B4-BE49-F238E27FC236}">
                <a16:creationId xmlns:a16="http://schemas.microsoft.com/office/drawing/2014/main" id="{4A8E3C31-1AA3-4F91-96A0-A6CD7E4502DB}"/>
              </a:ext>
            </a:extLst>
          </p:cNvPr>
          <p:cNvSpPr>
            <a:spLocks xmlns:a="http://schemas.openxmlformats.org/drawingml/2006/main" noGrp="1"/>
          </p:cNvSpPr>
          <p:nvPr/>
        </p:nvSpPr>
        <p:spPr>
          <a:xfrm xmlns:a="http://schemas.openxmlformats.org/drawingml/2006/main">
            <a:off x="735586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1" name="Editable chart path">
            <a:extLst xmlns:a="http://schemas.openxmlformats.org/drawingml/2006/main">
              <a:ext uri="{FF2B5EF4-FFF2-40B4-BE49-F238E27FC236}">
                <a16:creationId xmlns:a16="http://schemas.microsoft.com/office/drawing/2014/main" id="{B897056E-54FE-4B21-B3A9-AB7BA48063F4}"/>
              </a:ext>
            </a:extLst>
          </p:cNvPr>
          <p:cNvSpPr>
            <a:spLocks xmlns:a="http://schemas.openxmlformats.org/drawingml/2006/main" noGrp="1"/>
          </p:cNvSpPr>
          <p:nvPr/>
        </p:nvSpPr>
        <p:spPr>
          <a:xfrm xmlns:a="http://schemas.openxmlformats.org/drawingml/2006/main">
            <a:off x="741800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2" name="Editable chart path">
            <a:extLst xmlns:a="http://schemas.openxmlformats.org/drawingml/2006/main">
              <a:ext uri="{FF2B5EF4-FFF2-40B4-BE49-F238E27FC236}">
                <a16:creationId xmlns:a16="http://schemas.microsoft.com/office/drawing/2014/main" id="{86073574-D86D-4C50-828E-7DB406BEBF55}"/>
              </a:ext>
            </a:extLst>
          </p:cNvPr>
          <p:cNvSpPr>
            <a:spLocks xmlns:a="http://schemas.openxmlformats.org/drawingml/2006/main" noGrp="1"/>
          </p:cNvSpPr>
          <p:nvPr/>
        </p:nvSpPr>
        <p:spPr>
          <a:xfrm xmlns:a="http://schemas.openxmlformats.org/drawingml/2006/main">
            <a:off x="748013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3" name="Editable chart path">
            <a:extLst xmlns:a="http://schemas.openxmlformats.org/drawingml/2006/main">
              <a:ext uri="{FF2B5EF4-FFF2-40B4-BE49-F238E27FC236}">
                <a16:creationId xmlns:a16="http://schemas.microsoft.com/office/drawing/2014/main" id="{EE04BC54-D0CD-4607-B15D-9BB808C72464}"/>
              </a:ext>
            </a:extLst>
          </p:cNvPr>
          <p:cNvSpPr>
            <a:spLocks xmlns:a="http://schemas.openxmlformats.org/drawingml/2006/main" noGrp="1"/>
          </p:cNvSpPr>
          <p:nvPr/>
        </p:nvSpPr>
        <p:spPr>
          <a:xfrm xmlns:a="http://schemas.openxmlformats.org/drawingml/2006/main">
            <a:off x="754227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4" name="Editable chart path">
            <a:extLst xmlns:a="http://schemas.openxmlformats.org/drawingml/2006/main">
              <a:ext uri="{FF2B5EF4-FFF2-40B4-BE49-F238E27FC236}">
                <a16:creationId xmlns:a16="http://schemas.microsoft.com/office/drawing/2014/main" id="{4B99AEE6-240C-43AB-8D67-2F1E0B607412}"/>
              </a:ext>
            </a:extLst>
          </p:cNvPr>
          <p:cNvSpPr>
            <a:spLocks xmlns:a="http://schemas.openxmlformats.org/drawingml/2006/main" noGrp="1"/>
          </p:cNvSpPr>
          <p:nvPr/>
        </p:nvSpPr>
        <p:spPr>
          <a:xfrm xmlns:a="http://schemas.openxmlformats.org/drawingml/2006/main">
            <a:off x="760441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5" name="Editable chart path">
            <a:extLst xmlns:a="http://schemas.openxmlformats.org/drawingml/2006/main">
              <a:ext uri="{FF2B5EF4-FFF2-40B4-BE49-F238E27FC236}">
                <a16:creationId xmlns:a16="http://schemas.microsoft.com/office/drawing/2014/main" id="{B06D225D-B614-4C94-9419-DE4507525AD5}"/>
              </a:ext>
            </a:extLst>
          </p:cNvPr>
          <p:cNvSpPr>
            <a:spLocks xmlns:a="http://schemas.openxmlformats.org/drawingml/2006/main" noGrp="1"/>
          </p:cNvSpPr>
          <p:nvPr/>
        </p:nvSpPr>
        <p:spPr>
          <a:xfrm xmlns:a="http://schemas.openxmlformats.org/drawingml/2006/main">
            <a:off x="766655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6" name="Editable chart path">
            <a:extLst xmlns:a="http://schemas.openxmlformats.org/drawingml/2006/main">
              <a:ext uri="{FF2B5EF4-FFF2-40B4-BE49-F238E27FC236}">
                <a16:creationId xmlns:a16="http://schemas.microsoft.com/office/drawing/2014/main" id="{7BBE1665-2332-49F8-A2DC-A6F2D72900A9}"/>
              </a:ext>
            </a:extLst>
          </p:cNvPr>
          <p:cNvSpPr>
            <a:spLocks xmlns:a="http://schemas.openxmlformats.org/drawingml/2006/main" noGrp="1"/>
          </p:cNvSpPr>
          <p:nvPr/>
        </p:nvSpPr>
        <p:spPr>
          <a:xfrm xmlns:a="http://schemas.openxmlformats.org/drawingml/2006/main">
            <a:off x="772868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7" name="Editable chart path">
            <a:extLst xmlns:a="http://schemas.openxmlformats.org/drawingml/2006/main">
              <a:ext uri="{FF2B5EF4-FFF2-40B4-BE49-F238E27FC236}">
                <a16:creationId xmlns:a16="http://schemas.microsoft.com/office/drawing/2014/main" id="{063A8DF0-5D19-4C34-8CA4-D12AA05C9A2D}"/>
              </a:ext>
            </a:extLst>
          </p:cNvPr>
          <p:cNvSpPr>
            <a:spLocks xmlns:a="http://schemas.openxmlformats.org/drawingml/2006/main" noGrp="1"/>
          </p:cNvSpPr>
          <p:nvPr/>
        </p:nvSpPr>
        <p:spPr>
          <a:xfrm xmlns:a="http://schemas.openxmlformats.org/drawingml/2006/main">
            <a:off x="779082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8" name="Editable chart path">
            <a:extLst xmlns:a="http://schemas.openxmlformats.org/drawingml/2006/main">
              <a:ext uri="{FF2B5EF4-FFF2-40B4-BE49-F238E27FC236}">
                <a16:creationId xmlns:a16="http://schemas.microsoft.com/office/drawing/2014/main" id="{53CAFB1D-319C-4520-BCEA-9AB04E46075B}"/>
              </a:ext>
            </a:extLst>
          </p:cNvPr>
          <p:cNvSpPr>
            <a:spLocks xmlns:a="http://schemas.openxmlformats.org/drawingml/2006/main" noGrp="1"/>
          </p:cNvSpPr>
          <p:nvPr/>
        </p:nvSpPr>
        <p:spPr>
          <a:xfrm xmlns:a="http://schemas.openxmlformats.org/drawingml/2006/main">
            <a:off x="785296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9" name="Editable chart path">
            <a:extLst xmlns:a="http://schemas.openxmlformats.org/drawingml/2006/main">
              <a:ext uri="{FF2B5EF4-FFF2-40B4-BE49-F238E27FC236}">
                <a16:creationId xmlns:a16="http://schemas.microsoft.com/office/drawing/2014/main" id="{05BDDE28-3E8A-4DB3-86A2-813CF5558056}"/>
              </a:ext>
            </a:extLst>
          </p:cNvPr>
          <p:cNvSpPr>
            <a:spLocks xmlns:a="http://schemas.openxmlformats.org/drawingml/2006/main" noGrp="1"/>
          </p:cNvSpPr>
          <p:nvPr/>
        </p:nvSpPr>
        <p:spPr>
          <a:xfrm xmlns:a="http://schemas.openxmlformats.org/drawingml/2006/main">
            <a:off x="791510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0" name="Editable chart path">
            <a:extLst xmlns:a="http://schemas.openxmlformats.org/drawingml/2006/main">
              <a:ext uri="{FF2B5EF4-FFF2-40B4-BE49-F238E27FC236}">
                <a16:creationId xmlns:a16="http://schemas.microsoft.com/office/drawing/2014/main" id="{59AA3CA5-0324-4A0C-92ED-1A3707EABCD7}"/>
              </a:ext>
            </a:extLst>
          </p:cNvPr>
          <p:cNvSpPr>
            <a:spLocks xmlns:a="http://schemas.openxmlformats.org/drawingml/2006/main" noGrp="1"/>
          </p:cNvSpPr>
          <p:nvPr/>
        </p:nvSpPr>
        <p:spPr>
          <a:xfrm xmlns:a="http://schemas.openxmlformats.org/drawingml/2006/main">
            <a:off x="797723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1" name="Editable chart path">
            <a:extLst xmlns:a="http://schemas.openxmlformats.org/drawingml/2006/main">
              <a:ext uri="{FF2B5EF4-FFF2-40B4-BE49-F238E27FC236}">
                <a16:creationId xmlns:a16="http://schemas.microsoft.com/office/drawing/2014/main" id="{96D0CFB8-6CCE-4F84-B867-89645D0EB73E}"/>
              </a:ext>
            </a:extLst>
          </p:cNvPr>
          <p:cNvSpPr>
            <a:spLocks xmlns:a="http://schemas.openxmlformats.org/drawingml/2006/main" noGrp="1"/>
          </p:cNvSpPr>
          <p:nvPr/>
        </p:nvSpPr>
        <p:spPr>
          <a:xfrm xmlns:a="http://schemas.openxmlformats.org/drawingml/2006/main">
            <a:off x="803937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2" name="Editable chart path">
            <a:extLst xmlns:a="http://schemas.openxmlformats.org/drawingml/2006/main">
              <a:ext uri="{FF2B5EF4-FFF2-40B4-BE49-F238E27FC236}">
                <a16:creationId xmlns:a16="http://schemas.microsoft.com/office/drawing/2014/main" id="{354DA4C4-7B24-424A-8625-CA78B961D00E}"/>
              </a:ext>
            </a:extLst>
          </p:cNvPr>
          <p:cNvSpPr>
            <a:spLocks xmlns:a="http://schemas.openxmlformats.org/drawingml/2006/main" noGrp="1"/>
          </p:cNvSpPr>
          <p:nvPr/>
        </p:nvSpPr>
        <p:spPr>
          <a:xfrm xmlns:a="http://schemas.openxmlformats.org/drawingml/2006/main">
            <a:off x="810151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3" name="Editable chart path">
            <a:extLst xmlns:a="http://schemas.openxmlformats.org/drawingml/2006/main">
              <a:ext uri="{FF2B5EF4-FFF2-40B4-BE49-F238E27FC236}">
                <a16:creationId xmlns:a16="http://schemas.microsoft.com/office/drawing/2014/main" id="{4AABEC54-C8C7-47DF-85CF-5BC400759F22}"/>
              </a:ext>
            </a:extLst>
          </p:cNvPr>
          <p:cNvSpPr>
            <a:spLocks xmlns:a="http://schemas.openxmlformats.org/drawingml/2006/main" noGrp="1"/>
          </p:cNvSpPr>
          <p:nvPr/>
        </p:nvSpPr>
        <p:spPr>
          <a:xfrm xmlns:a="http://schemas.openxmlformats.org/drawingml/2006/main">
            <a:off x="816365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4" name="Editable chart path">
            <a:extLst xmlns:a="http://schemas.openxmlformats.org/drawingml/2006/main">
              <a:ext uri="{FF2B5EF4-FFF2-40B4-BE49-F238E27FC236}">
                <a16:creationId xmlns:a16="http://schemas.microsoft.com/office/drawing/2014/main" id="{594A975B-A73C-4609-9D4E-67FDCC60C6F5}"/>
              </a:ext>
            </a:extLst>
          </p:cNvPr>
          <p:cNvSpPr>
            <a:spLocks xmlns:a="http://schemas.openxmlformats.org/drawingml/2006/main" noGrp="1"/>
          </p:cNvSpPr>
          <p:nvPr/>
        </p:nvSpPr>
        <p:spPr>
          <a:xfrm xmlns:a="http://schemas.openxmlformats.org/drawingml/2006/main">
            <a:off x="822579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5" name="Editable chart path">
            <a:extLst xmlns:a="http://schemas.openxmlformats.org/drawingml/2006/main">
              <a:ext uri="{FF2B5EF4-FFF2-40B4-BE49-F238E27FC236}">
                <a16:creationId xmlns:a16="http://schemas.microsoft.com/office/drawing/2014/main" id="{F11EB762-70CB-40A3-B62F-6CE370615B42}"/>
              </a:ext>
            </a:extLst>
          </p:cNvPr>
          <p:cNvSpPr>
            <a:spLocks xmlns:a="http://schemas.openxmlformats.org/drawingml/2006/main" noGrp="1"/>
          </p:cNvSpPr>
          <p:nvPr/>
        </p:nvSpPr>
        <p:spPr>
          <a:xfrm xmlns:a="http://schemas.openxmlformats.org/drawingml/2006/main">
            <a:off x="828792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6" name="Editable chart path">
            <a:extLst xmlns:a="http://schemas.openxmlformats.org/drawingml/2006/main">
              <a:ext uri="{FF2B5EF4-FFF2-40B4-BE49-F238E27FC236}">
                <a16:creationId xmlns:a16="http://schemas.microsoft.com/office/drawing/2014/main" id="{2229AF8C-F515-4852-B1B2-9C0AF44F3D5C}"/>
              </a:ext>
            </a:extLst>
          </p:cNvPr>
          <p:cNvSpPr>
            <a:spLocks xmlns:a="http://schemas.openxmlformats.org/drawingml/2006/main" noGrp="1"/>
          </p:cNvSpPr>
          <p:nvPr/>
        </p:nvSpPr>
        <p:spPr>
          <a:xfrm xmlns:a="http://schemas.openxmlformats.org/drawingml/2006/main">
            <a:off x="835006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7" name="Editable chart path">
            <a:extLst xmlns:a="http://schemas.openxmlformats.org/drawingml/2006/main">
              <a:ext uri="{FF2B5EF4-FFF2-40B4-BE49-F238E27FC236}">
                <a16:creationId xmlns:a16="http://schemas.microsoft.com/office/drawing/2014/main" id="{44E9892C-CF91-47C4-92AA-87A909A89356}"/>
              </a:ext>
            </a:extLst>
          </p:cNvPr>
          <p:cNvSpPr>
            <a:spLocks xmlns:a="http://schemas.openxmlformats.org/drawingml/2006/main" noGrp="1"/>
          </p:cNvSpPr>
          <p:nvPr/>
        </p:nvSpPr>
        <p:spPr>
          <a:xfrm xmlns:a="http://schemas.openxmlformats.org/drawingml/2006/main">
            <a:off x="841220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8" name="Editable chart path">
            <a:extLst xmlns:a="http://schemas.openxmlformats.org/drawingml/2006/main">
              <a:ext uri="{FF2B5EF4-FFF2-40B4-BE49-F238E27FC236}">
                <a16:creationId xmlns:a16="http://schemas.microsoft.com/office/drawing/2014/main" id="{6B7119F3-2499-457A-ABDD-620B399DB3B7}"/>
              </a:ext>
            </a:extLst>
          </p:cNvPr>
          <p:cNvSpPr>
            <a:spLocks xmlns:a="http://schemas.openxmlformats.org/drawingml/2006/main" noGrp="1"/>
          </p:cNvSpPr>
          <p:nvPr/>
        </p:nvSpPr>
        <p:spPr>
          <a:xfrm xmlns:a="http://schemas.openxmlformats.org/drawingml/2006/main">
            <a:off x="847434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9" name="Editable chart path">
            <a:extLst xmlns:a="http://schemas.openxmlformats.org/drawingml/2006/main">
              <a:ext uri="{FF2B5EF4-FFF2-40B4-BE49-F238E27FC236}">
                <a16:creationId xmlns:a16="http://schemas.microsoft.com/office/drawing/2014/main" id="{07DFC6E9-D991-4B03-AB68-0C4AD929C7EF}"/>
              </a:ext>
            </a:extLst>
          </p:cNvPr>
          <p:cNvSpPr>
            <a:spLocks xmlns:a="http://schemas.openxmlformats.org/drawingml/2006/main" noGrp="1"/>
          </p:cNvSpPr>
          <p:nvPr/>
        </p:nvSpPr>
        <p:spPr>
          <a:xfrm xmlns:a="http://schemas.openxmlformats.org/drawingml/2006/main">
            <a:off x="853647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0" name="Editable chart path">
            <a:extLst xmlns:a="http://schemas.openxmlformats.org/drawingml/2006/main">
              <a:ext uri="{FF2B5EF4-FFF2-40B4-BE49-F238E27FC236}">
                <a16:creationId xmlns:a16="http://schemas.microsoft.com/office/drawing/2014/main" id="{1572FF22-3CB2-4CE6-93C3-01F159F49860}"/>
              </a:ext>
            </a:extLst>
          </p:cNvPr>
          <p:cNvSpPr>
            <a:spLocks xmlns:a="http://schemas.openxmlformats.org/drawingml/2006/main" noGrp="1"/>
          </p:cNvSpPr>
          <p:nvPr/>
        </p:nvSpPr>
        <p:spPr>
          <a:xfrm xmlns:a="http://schemas.openxmlformats.org/drawingml/2006/main">
            <a:off x="859861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1" name="Editable chart path">
            <a:extLst xmlns:a="http://schemas.openxmlformats.org/drawingml/2006/main">
              <a:ext uri="{FF2B5EF4-FFF2-40B4-BE49-F238E27FC236}">
                <a16:creationId xmlns:a16="http://schemas.microsoft.com/office/drawing/2014/main" id="{07C30EF3-3241-429E-B266-10DC9685CA96}"/>
              </a:ext>
            </a:extLst>
          </p:cNvPr>
          <p:cNvSpPr>
            <a:spLocks xmlns:a="http://schemas.openxmlformats.org/drawingml/2006/main" noGrp="1"/>
          </p:cNvSpPr>
          <p:nvPr/>
        </p:nvSpPr>
        <p:spPr>
          <a:xfrm xmlns:a="http://schemas.openxmlformats.org/drawingml/2006/main">
            <a:off x="866075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2" name="Editable chart path">
            <a:extLst xmlns:a="http://schemas.openxmlformats.org/drawingml/2006/main">
              <a:ext uri="{FF2B5EF4-FFF2-40B4-BE49-F238E27FC236}">
                <a16:creationId xmlns:a16="http://schemas.microsoft.com/office/drawing/2014/main" id="{D76D301F-5121-4C29-B771-C9213F3DB54E}"/>
              </a:ext>
            </a:extLst>
          </p:cNvPr>
          <p:cNvSpPr>
            <a:spLocks xmlns:a="http://schemas.openxmlformats.org/drawingml/2006/main" noGrp="1"/>
          </p:cNvSpPr>
          <p:nvPr/>
        </p:nvSpPr>
        <p:spPr>
          <a:xfrm xmlns:a="http://schemas.openxmlformats.org/drawingml/2006/main">
            <a:off x="872289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3" name="Editable chart path">
            <a:extLst xmlns:a="http://schemas.openxmlformats.org/drawingml/2006/main">
              <a:ext uri="{FF2B5EF4-FFF2-40B4-BE49-F238E27FC236}">
                <a16:creationId xmlns:a16="http://schemas.microsoft.com/office/drawing/2014/main" id="{DA1739E6-47F6-4DB0-AF5A-C9A295E0F70B}"/>
              </a:ext>
            </a:extLst>
          </p:cNvPr>
          <p:cNvSpPr>
            <a:spLocks xmlns:a="http://schemas.openxmlformats.org/drawingml/2006/main" noGrp="1"/>
          </p:cNvSpPr>
          <p:nvPr/>
        </p:nvSpPr>
        <p:spPr>
          <a:xfrm xmlns:a="http://schemas.openxmlformats.org/drawingml/2006/main">
            <a:off x="878502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4" name="Editable chart path">
            <a:extLst xmlns:a="http://schemas.openxmlformats.org/drawingml/2006/main">
              <a:ext uri="{FF2B5EF4-FFF2-40B4-BE49-F238E27FC236}">
                <a16:creationId xmlns:a16="http://schemas.microsoft.com/office/drawing/2014/main" id="{EA6A3820-D5C8-4B97-9853-6D67E14D67B7}"/>
              </a:ext>
            </a:extLst>
          </p:cNvPr>
          <p:cNvSpPr>
            <a:spLocks xmlns:a="http://schemas.openxmlformats.org/drawingml/2006/main" noGrp="1"/>
          </p:cNvSpPr>
          <p:nvPr/>
        </p:nvSpPr>
        <p:spPr>
          <a:xfrm xmlns:a="http://schemas.openxmlformats.org/drawingml/2006/main">
            <a:off x="884716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5" name="Editable chart path">
            <a:extLst xmlns:a="http://schemas.openxmlformats.org/drawingml/2006/main">
              <a:ext uri="{FF2B5EF4-FFF2-40B4-BE49-F238E27FC236}">
                <a16:creationId xmlns:a16="http://schemas.microsoft.com/office/drawing/2014/main" id="{A7D80F29-BCBD-4901-B266-25A21B6509C6}"/>
              </a:ext>
            </a:extLst>
          </p:cNvPr>
          <p:cNvSpPr>
            <a:spLocks xmlns:a="http://schemas.openxmlformats.org/drawingml/2006/main" noGrp="1"/>
          </p:cNvSpPr>
          <p:nvPr/>
        </p:nvSpPr>
        <p:spPr>
          <a:xfrm xmlns:a="http://schemas.openxmlformats.org/drawingml/2006/main">
            <a:off x="890930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6" name="Editable chart path">
            <a:extLst xmlns:a="http://schemas.openxmlformats.org/drawingml/2006/main">
              <a:ext uri="{FF2B5EF4-FFF2-40B4-BE49-F238E27FC236}">
                <a16:creationId xmlns:a16="http://schemas.microsoft.com/office/drawing/2014/main" id="{EA71F2DC-FB94-44AB-A1E2-B3F19A04DCC3}"/>
              </a:ext>
            </a:extLst>
          </p:cNvPr>
          <p:cNvSpPr>
            <a:spLocks xmlns:a="http://schemas.openxmlformats.org/drawingml/2006/main" noGrp="1"/>
          </p:cNvSpPr>
          <p:nvPr/>
        </p:nvSpPr>
        <p:spPr>
          <a:xfrm xmlns:a="http://schemas.openxmlformats.org/drawingml/2006/main">
            <a:off x="897144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7" name="Editable chart path">
            <a:extLst xmlns:a="http://schemas.openxmlformats.org/drawingml/2006/main">
              <a:ext uri="{FF2B5EF4-FFF2-40B4-BE49-F238E27FC236}">
                <a16:creationId xmlns:a16="http://schemas.microsoft.com/office/drawing/2014/main" id="{CBFBD939-BBCE-4E73-9656-D14E425B4DE7}"/>
              </a:ext>
            </a:extLst>
          </p:cNvPr>
          <p:cNvSpPr>
            <a:spLocks xmlns:a="http://schemas.openxmlformats.org/drawingml/2006/main" noGrp="1"/>
          </p:cNvSpPr>
          <p:nvPr/>
        </p:nvSpPr>
        <p:spPr>
          <a:xfrm xmlns:a="http://schemas.openxmlformats.org/drawingml/2006/main">
            <a:off x="903357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8" name="Editable chart path">
            <a:extLst xmlns:a="http://schemas.openxmlformats.org/drawingml/2006/main">
              <a:ext uri="{FF2B5EF4-FFF2-40B4-BE49-F238E27FC236}">
                <a16:creationId xmlns:a16="http://schemas.microsoft.com/office/drawing/2014/main" id="{4BF57C1F-C367-4A53-83E6-0A52965F4386}"/>
              </a:ext>
            </a:extLst>
          </p:cNvPr>
          <p:cNvSpPr>
            <a:spLocks xmlns:a="http://schemas.openxmlformats.org/drawingml/2006/main" noGrp="1"/>
          </p:cNvSpPr>
          <p:nvPr/>
        </p:nvSpPr>
        <p:spPr>
          <a:xfrm xmlns:a="http://schemas.openxmlformats.org/drawingml/2006/main">
            <a:off x="909571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9" name="Editable chart path">
            <a:extLst xmlns:a="http://schemas.openxmlformats.org/drawingml/2006/main">
              <a:ext uri="{FF2B5EF4-FFF2-40B4-BE49-F238E27FC236}">
                <a16:creationId xmlns:a16="http://schemas.microsoft.com/office/drawing/2014/main" id="{302FF685-37BF-416A-8969-D0C610FA565B}"/>
              </a:ext>
            </a:extLst>
          </p:cNvPr>
          <p:cNvSpPr>
            <a:spLocks xmlns:a="http://schemas.openxmlformats.org/drawingml/2006/main" noGrp="1"/>
          </p:cNvSpPr>
          <p:nvPr/>
        </p:nvSpPr>
        <p:spPr>
          <a:xfrm xmlns:a="http://schemas.openxmlformats.org/drawingml/2006/main">
            <a:off x="934426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0" name="Editable chart path">
            <a:extLst xmlns:a="http://schemas.openxmlformats.org/drawingml/2006/main">
              <a:ext uri="{FF2B5EF4-FFF2-40B4-BE49-F238E27FC236}">
                <a16:creationId xmlns:a16="http://schemas.microsoft.com/office/drawing/2014/main" id="{C3E4D2D2-700C-4962-B7D2-68E5D5816023}"/>
              </a:ext>
            </a:extLst>
          </p:cNvPr>
          <p:cNvSpPr>
            <a:spLocks xmlns:a="http://schemas.openxmlformats.org/drawingml/2006/main" noGrp="1"/>
          </p:cNvSpPr>
          <p:nvPr/>
        </p:nvSpPr>
        <p:spPr>
          <a:xfrm xmlns:a="http://schemas.openxmlformats.org/drawingml/2006/main">
            <a:off x="940640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1" name="Editable chart path">
            <a:extLst xmlns:a="http://schemas.openxmlformats.org/drawingml/2006/main">
              <a:ext uri="{FF2B5EF4-FFF2-40B4-BE49-F238E27FC236}">
                <a16:creationId xmlns:a16="http://schemas.microsoft.com/office/drawing/2014/main" id="{A0D4021E-71FC-43B3-A736-F903DC14C587}"/>
              </a:ext>
            </a:extLst>
          </p:cNvPr>
          <p:cNvSpPr>
            <a:spLocks xmlns:a="http://schemas.openxmlformats.org/drawingml/2006/main" noGrp="1"/>
          </p:cNvSpPr>
          <p:nvPr/>
        </p:nvSpPr>
        <p:spPr>
          <a:xfrm xmlns:a="http://schemas.openxmlformats.org/drawingml/2006/main">
            <a:off x="654807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2" name="Editable chart path">
            <a:extLst xmlns:a="http://schemas.openxmlformats.org/drawingml/2006/main">
              <a:ext uri="{FF2B5EF4-FFF2-40B4-BE49-F238E27FC236}">
                <a16:creationId xmlns:a16="http://schemas.microsoft.com/office/drawing/2014/main" id="{881308A7-A3B5-412E-A63C-21C1C3540C62}"/>
              </a:ext>
            </a:extLst>
          </p:cNvPr>
          <p:cNvSpPr>
            <a:spLocks xmlns:a="http://schemas.openxmlformats.org/drawingml/2006/main" noGrp="1"/>
          </p:cNvSpPr>
          <p:nvPr/>
        </p:nvSpPr>
        <p:spPr>
          <a:xfrm xmlns:a="http://schemas.openxmlformats.org/drawingml/2006/main">
            <a:off x="661021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3" name="Editable chart path">
            <a:extLst xmlns:a="http://schemas.openxmlformats.org/drawingml/2006/main">
              <a:ext uri="{FF2B5EF4-FFF2-40B4-BE49-F238E27FC236}">
                <a16:creationId xmlns:a16="http://schemas.microsoft.com/office/drawing/2014/main" id="{E968EE76-DD2E-47A8-9E16-663C0DDF95A7}"/>
              </a:ext>
            </a:extLst>
          </p:cNvPr>
          <p:cNvSpPr>
            <a:spLocks xmlns:a="http://schemas.openxmlformats.org/drawingml/2006/main" noGrp="1"/>
          </p:cNvSpPr>
          <p:nvPr/>
        </p:nvSpPr>
        <p:spPr>
          <a:xfrm xmlns:a="http://schemas.openxmlformats.org/drawingml/2006/main">
            <a:off x="667234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4" name="Editable chart path">
            <a:extLst xmlns:a="http://schemas.openxmlformats.org/drawingml/2006/main">
              <a:ext uri="{FF2B5EF4-FFF2-40B4-BE49-F238E27FC236}">
                <a16:creationId xmlns:a16="http://schemas.microsoft.com/office/drawing/2014/main" id="{B6F0E627-A63D-44BD-83B6-A228E033314B}"/>
              </a:ext>
            </a:extLst>
          </p:cNvPr>
          <p:cNvSpPr>
            <a:spLocks xmlns:a="http://schemas.openxmlformats.org/drawingml/2006/main" noGrp="1"/>
          </p:cNvSpPr>
          <p:nvPr/>
        </p:nvSpPr>
        <p:spPr>
          <a:xfrm xmlns:a="http://schemas.openxmlformats.org/drawingml/2006/main">
            <a:off x="673448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5" name="Editable chart path">
            <a:extLst xmlns:a="http://schemas.openxmlformats.org/drawingml/2006/main">
              <a:ext uri="{FF2B5EF4-FFF2-40B4-BE49-F238E27FC236}">
                <a16:creationId xmlns:a16="http://schemas.microsoft.com/office/drawing/2014/main" id="{70B9FAA0-3647-499B-AFF6-74B859688754}"/>
              </a:ext>
            </a:extLst>
          </p:cNvPr>
          <p:cNvSpPr>
            <a:spLocks xmlns:a="http://schemas.openxmlformats.org/drawingml/2006/main" noGrp="1"/>
          </p:cNvSpPr>
          <p:nvPr/>
        </p:nvSpPr>
        <p:spPr>
          <a:xfrm xmlns:a="http://schemas.openxmlformats.org/drawingml/2006/main">
            <a:off x="679662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6" name="Editable chart path">
            <a:extLst xmlns:a="http://schemas.openxmlformats.org/drawingml/2006/main">
              <a:ext uri="{FF2B5EF4-FFF2-40B4-BE49-F238E27FC236}">
                <a16:creationId xmlns:a16="http://schemas.microsoft.com/office/drawing/2014/main" id="{3FA32B52-2E24-4C7B-911D-01EED5021555}"/>
              </a:ext>
            </a:extLst>
          </p:cNvPr>
          <p:cNvSpPr>
            <a:spLocks xmlns:a="http://schemas.openxmlformats.org/drawingml/2006/main" noGrp="1"/>
          </p:cNvSpPr>
          <p:nvPr/>
        </p:nvSpPr>
        <p:spPr>
          <a:xfrm xmlns:a="http://schemas.openxmlformats.org/drawingml/2006/main">
            <a:off x="685876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7" name="Editable chart path">
            <a:extLst xmlns:a="http://schemas.openxmlformats.org/drawingml/2006/main">
              <a:ext uri="{FF2B5EF4-FFF2-40B4-BE49-F238E27FC236}">
                <a16:creationId xmlns:a16="http://schemas.microsoft.com/office/drawing/2014/main" id="{5ABB62A6-AE65-448D-8F26-100346EE0E83}"/>
              </a:ext>
            </a:extLst>
          </p:cNvPr>
          <p:cNvSpPr>
            <a:spLocks xmlns:a="http://schemas.openxmlformats.org/drawingml/2006/main" noGrp="1"/>
          </p:cNvSpPr>
          <p:nvPr/>
        </p:nvSpPr>
        <p:spPr>
          <a:xfrm xmlns:a="http://schemas.openxmlformats.org/drawingml/2006/main">
            <a:off x="692090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8" name="Editable chart path">
            <a:extLst xmlns:a="http://schemas.openxmlformats.org/drawingml/2006/main">
              <a:ext uri="{FF2B5EF4-FFF2-40B4-BE49-F238E27FC236}">
                <a16:creationId xmlns:a16="http://schemas.microsoft.com/office/drawing/2014/main" id="{5D895546-4B8F-471B-AB6B-AFD2E2D23BF8}"/>
              </a:ext>
            </a:extLst>
          </p:cNvPr>
          <p:cNvSpPr>
            <a:spLocks xmlns:a="http://schemas.openxmlformats.org/drawingml/2006/main" noGrp="1"/>
          </p:cNvSpPr>
          <p:nvPr/>
        </p:nvSpPr>
        <p:spPr>
          <a:xfrm xmlns:a="http://schemas.openxmlformats.org/drawingml/2006/main">
            <a:off x="698303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9" name="Editable chart path">
            <a:extLst xmlns:a="http://schemas.openxmlformats.org/drawingml/2006/main">
              <a:ext uri="{FF2B5EF4-FFF2-40B4-BE49-F238E27FC236}">
                <a16:creationId xmlns:a16="http://schemas.microsoft.com/office/drawing/2014/main" id="{9A0E0811-B44F-4795-8392-87DC2B7D502D}"/>
              </a:ext>
            </a:extLst>
          </p:cNvPr>
          <p:cNvSpPr>
            <a:spLocks xmlns:a="http://schemas.openxmlformats.org/drawingml/2006/main" noGrp="1"/>
          </p:cNvSpPr>
          <p:nvPr/>
        </p:nvSpPr>
        <p:spPr>
          <a:xfrm xmlns:a="http://schemas.openxmlformats.org/drawingml/2006/main">
            <a:off x="704517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0" name="Editable chart path">
            <a:extLst xmlns:a="http://schemas.openxmlformats.org/drawingml/2006/main">
              <a:ext uri="{FF2B5EF4-FFF2-40B4-BE49-F238E27FC236}">
                <a16:creationId xmlns:a16="http://schemas.microsoft.com/office/drawing/2014/main" id="{2DC39BF1-E038-40D8-A120-1EEEB5339644}"/>
              </a:ext>
            </a:extLst>
          </p:cNvPr>
          <p:cNvSpPr>
            <a:spLocks xmlns:a="http://schemas.openxmlformats.org/drawingml/2006/main" noGrp="1"/>
          </p:cNvSpPr>
          <p:nvPr/>
        </p:nvSpPr>
        <p:spPr>
          <a:xfrm xmlns:a="http://schemas.openxmlformats.org/drawingml/2006/main">
            <a:off x="710731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1" name="Editable chart path">
            <a:extLst xmlns:a="http://schemas.openxmlformats.org/drawingml/2006/main">
              <a:ext uri="{FF2B5EF4-FFF2-40B4-BE49-F238E27FC236}">
                <a16:creationId xmlns:a16="http://schemas.microsoft.com/office/drawing/2014/main" id="{E7D8002E-ED9D-4C60-A7E5-B0CB877CDB3A}"/>
              </a:ext>
            </a:extLst>
          </p:cNvPr>
          <p:cNvSpPr>
            <a:spLocks xmlns:a="http://schemas.openxmlformats.org/drawingml/2006/main" noGrp="1"/>
          </p:cNvSpPr>
          <p:nvPr/>
        </p:nvSpPr>
        <p:spPr>
          <a:xfrm xmlns:a="http://schemas.openxmlformats.org/drawingml/2006/main">
            <a:off x="716945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2" name="Editable chart path">
            <a:extLst xmlns:a="http://schemas.openxmlformats.org/drawingml/2006/main">
              <a:ext uri="{FF2B5EF4-FFF2-40B4-BE49-F238E27FC236}">
                <a16:creationId xmlns:a16="http://schemas.microsoft.com/office/drawing/2014/main" id="{2B54C3B9-6F52-40B7-BD01-05EFCA527316}"/>
              </a:ext>
            </a:extLst>
          </p:cNvPr>
          <p:cNvSpPr>
            <a:spLocks xmlns:a="http://schemas.openxmlformats.org/drawingml/2006/main" noGrp="1"/>
          </p:cNvSpPr>
          <p:nvPr/>
        </p:nvSpPr>
        <p:spPr>
          <a:xfrm xmlns:a="http://schemas.openxmlformats.org/drawingml/2006/main">
            <a:off x="723158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3" name="Editable chart path">
            <a:extLst xmlns:a="http://schemas.openxmlformats.org/drawingml/2006/main">
              <a:ext uri="{FF2B5EF4-FFF2-40B4-BE49-F238E27FC236}">
                <a16:creationId xmlns:a16="http://schemas.microsoft.com/office/drawing/2014/main" id="{8654BFD7-2F17-4B7D-8BAF-E584CF6C4B36}"/>
              </a:ext>
            </a:extLst>
          </p:cNvPr>
          <p:cNvSpPr>
            <a:spLocks xmlns:a="http://schemas.openxmlformats.org/drawingml/2006/main" noGrp="1"/>
          </p:cNvSpPr>
          <p:nvPr/>
        </p:nvSpPr>
        <p:spPr>
          <a:xfrm xmlns:a="http://schemas.openxmlformats.org/drawingml/2006/main">
            <a:off x="729372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4" name="Editable chart path">
            <a:extLst xmlns:a="http://schemas.openxmlformats.org/drawingml/2006/main">
              <a:ext uri="{FF2B5EF4-FFF2-40B4-BE49-F238E27FC236}">
                <a16:creationId xmlns:a16="http://schemas.microsoft.com/office/drawing/2014/main" id="{59E4926C-A010-464C-9516-9A6C3187B0A0}"/>
              </a:ext>
            </a:extLst>
          </p:cNvPr>
          <p:cNvSpPr>
            <a:spLocks xmlns:a="http://schemas.openxmlformats.org/drawingml/2006/main" noGrp="1"/>
          </p:cNvSpPr>
          <p:nvPr/>
        </p:nvSpPr>
        <p:spPr>
          <a:xfrm xmlns:a="http://schemas.openxmlformats.org/drawingml/2006/main">
            <a:off x="735586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5" name="Editable chart path">
            <a:extLst xmlns:a="http://schemas.openxmlformats.org/drawingml/2006/main">
              <a:ext uri="{FF2B5EF4-FFF2-40B4-BE49-F238E27FC236}">
                <a16:creationId xmlns:a16="http://schemas.microsoft.com/office/drawing/2014/main" id="{F430D9F7-95C9-4199-A8AF-C80F6C8B0BAA}"/>
              </a:ext>
            </a:extLst>
          </p:cNvPr>
          <p:cNvSpPr>
            <a:spLocks xmlns:a="http://schemas.openxmlformats.org/drawingml/2006/main" noGrp="1"/>
          </p:cNvSpPr>
          <p:nvPr/>
        </p:nvSpPr>
        <p:spPr>
          <a:xfrm xmlns:a="http://schemas.openxmlformats.org/drawingml/2006/main">
            <a:off x="741800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6" name="Editable chart path">
            <a:extLst xmlns:a="http://schemas.openxmlformats.org/drawingml/2006/main">
              <a:ext uri="{FF2B5EF4-FFF2-40B4-BE49-F238E27FC236}">
                <a16:creationId xmlns:a16="http://schemas.microsoft.com/office/drawing/2014/main" id="{CF0A55D0-B71C-491A-9B50-42A83CE80574}"/>
              </a:ext>
            </a:extLst>
          </p:cNvPr>
          <p:cNvSpPr>
            <a:spLocks xmlns:a="http://schemas.openxmlformats.org/drawingml/2006/main" noGrp="1"/>
          </p:cNvSpPr>
          <p:nvPr/>
        </p:nvSpPr>
        <p:spPr>
          <a:xfrm xmlns:a="http://schemas.openxmlformats.org/drawingml/2006/main">
            <a:off x="748013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7" name="Editable chart path">
            <a:extLst xmlns:a="http://schemas.openxmlformats.org/drawingml/2006/main">
              <a:ext uri="{FF2B5EF4-FFF2-40B4-BE49-F238E27FC236}">
                <a16:creationId xmlns:a16="http://schemas.microsoft.com/office/drawing/2014/main" id="{F16AB0A0-D8AA-47D8-B458-123917B6B733}"/>
              </a:ext>
            </a:extLst>
          </p:cNvPr>
          <p:cNvSpPr>
            <a:spLocks xmlns:a="http://schemas.openxmlformats.org/drawingml/2006/main" noGrp="1"/>
          </p:cNvSpPr>
          <p:nvPr/>
        </p:nvSpPr>
        <p:spPr>
          <a:xfrm xmlns:a="http://schemas.openxmlformats.org/drawingml/2006/main">
            <a:off x="7542276"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8" name="Editable chart path">
            <a:extLst xmlns:a="http://schemas.openxmlformats.org/drawingml/2006/main">
              <a:ext uri="{FF2B5EF4-FFF2-40B4-BE49-F238E27FC236}">
                <a16:creationId xmlns:a16="http://schemas.microsoft.com/office/drawing/2014/main" id="{884F51FA-1CDF-474C-89E4-AB48FFB946F7}"/>
              </a:ext>
            </a:extLst>
          </p:cNvPr>
          <p:cNvSpPr>
            <a:spLocks xmlns:a="http://schemas.openxmlformats.org/drawingml/2006/main" noGrp="1"/>
          </p:cNvSpPr>
          <p:nvPr/>
        </p:nvSpPr>
        <p:spPr>
          <a:xfrm xmlns:a="http://schemas.openxmlformats.org/drawingml/2006/main">
            <a:off x="760441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9" name="Editable chart path">
            <a:extLst xmlns:a="http://schemas.openxmlformats.org/drawingml/2006/main">
              <a:ext uri="{FF2B5EF4-FFF2-40B4-BE49-F238E27FC236}">
                <a16:creationId xmlns:a16="http://schemas.microsoft.com/office/drawing/2014/main" id="{21FB7EC0-4B64-4468-9092-DBB707E6C99B}"/>
              </a:ext>
            </a:extLst>
          </p:cNvPr>
          <p:cNvSpPr>
            <a:spLocks xmlns:a="http://schemas.openxmlformats.org/drawingml/2006/main" noGrp="1"/>
          </p:cNvSpPr>
          <p:nvPr/>
        </p:nvSpPr>
        <p:spPr>
          <a:xfrm xmlns:a="http://schemas.openxmlformats.org/drawingml/2006/main">
            <a:off x="766655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0" name="Editable chart path">
            <a:extLst xmlns:a="http://schemas.openxmlformats.org/drawingml/2006/main">
              <a:ext uri="{FF2B5EF4-FFF2-40B4-BE49-F238E27FC236}">
                <a16:creationId xmlns:a16="http://schemas.microsoft.com/office/drawing/2014/main" id="{2FBB7270-CF03-4233-9AF7-D33433EA374C}"/>
              </a:ext>
            </a:extLst>
          </p:cNvPr>
          <p:cNvSpPr>
            <a:spLocks xmlns:a="http://schemas.openxmlformats.org/drawingml/2006/main" noGrp="1"/>
          </p:cNvSpPr>
          <p:nvPr/>
        </p:nvSpPr>
        <p:spPr>
          <a:xfrm xmlns:a="http://schemas.openxmlformats.org/drawingml/2006/main">
            <a:off x="772868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1" name="Editable chart path">
            <a:extLst xmlns:a="http://schemas.openxmlformats.org/drawingml/2006/main">
              <a:ext uri="{FF2B5EF4-FFF2-40B4-BE49-F238E27FC236}">
                <a16:creationId xmlns:a16="http://schemas.microsoft.com/office/drawing/2014/main" id="{D98D175C-EF1D-4A4D-A2FA-4F1B43A19648}"/>
              </a:ext>
            </a:extLst>
          </p:cNvPr>
          <p:cNvSpPr>
            <a:spLocks xmlns:a="http://schemas.openxmlformats.org/drawingml/2006/main" noGrp="1"/>
          </p:cNvSpPr>
          <p:nvPr/>
        </p:nvSpPr>
        <p:spPr>
          <a:xfrm xmlns:a="http://schemas.openxmlformats.org/drawingml/2006/main">
            <a:off x="779082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2" name="Editable chart path">
            <a:extLst xmlns:a="http://schemas.openxmlformats.org/drawingml/2006/main">
              <a:ext uri="{FF2B5EF4-FFF2-40B4-BE49-F238E27FC236}">
                <a16:creationId xmlns:a16="http://schemas.microsoft.com/office/drawing/2014/main" id="{CE460552-EE9E-43ED-99E1-5294B85A508B}"/>
              </a:ext>
            </a:extLst>
          </p:cNvPr>
          <p:cNvSpPr>
            <a:spLocks xmlns:a="http://schemas.openxmlformats.org/drawingml/2006/main" noGrp="1"/>
          </p:cNvSpPr>
          <p:nvPr/>
        </p:nvSpPr>
        <p:spPr>
          <a:xfrm xmlns:a="http://schemas.openxmlformats.org/drawingml/2006/main">
            <a:off x="785296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3" name="Editable chart path">
            <a:extLst xmlns:a="http://schemas.openxmlformats.org/drawingml/2006/main">
              <a:ext uri="{FF2B5EF4-FFF2-40B4-BE49-F238E27FC236}">
                <a16:creationId xmlns:a16="http://schemas.microsoft.com/office/drawing/2014/main" id="{5141013C-7472-4106-A537-87658F80F4FE}"/>
              </a:ext>
            </a:extLst>
          </p:cNvPr>
          <p:cNvSpPr>
            <a:spLocks xmlns:a="http://schemas.openxmlformats.org/drawingml/2006/main" noGrp="1"/>
          </p:cNvSpPr>
          <p:nvPr/>
        </p:nvSpPr>
        <p:spPr>
          <a:xfrm xmlns:a="http://schemas.openxmlformats.org/drawingml/2006/main">
            <a:off x="791510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4" name="Editable chart path">
            <a:extLst xmlns:a="http://schemas.openxmlformats.org/drawingml/2006/main">
              <a:ext uri="{FF2B5EF4-FFF2-40B4-BE49-F238E27FC236}">
                <a16:creationId xmlns:a16="http://schemas.microsoft.com/office/drawing/2014/main" id="{6F0CBCE1-C751-4FDA-866C-AFFB7D725936}"/>
              </a:ext>
            </a:extLst>
          </p:cNvPr>
          <p:cNvSpPr>
            <a:spLocks xmlns:a="http://schemas.openxmlformats.org/drawingml/2006/main" noGrp="1"/>
          </p:cNvSpPr>
          <p:nvPr/>
        </p:nvSpPr>
        <p:spPr>
          <a:xfrm xmlns:a="http://schemas.openxmlformats.org/drawingml/2006/main">
            <a:off x="797723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5" name="Editable chart path">
            <a:extLst xmlns:a="http://schemas.openxmlformats.org/drawingml/2006/main">
              <a:ext uri="{FF2B5EF4-FFF2-40B4-BE49-F238E27FC236}">
                <a16:creationId xmlns:a16="http://schemas.microsoft.com/office/drawing/2014/main" id="{7984BE54-25F8-47E3-BC61-E8CA5E4F8371}"/>
              </a:ext>
            </a:extLst>
          </p:cNvPr>
          <p:cNvSpPr>
            <a:spLocks xmlns:a="http://schemas.openxmlformats.org/drawingml/2006/main" noGrp="1"/>
          </p:cNvSpPr>
          <p:nvPr/>
        </p:nvSpPr>
        <p:spPr>
          <a:xfrm xmlns:a="http://schemas.openxmlformats.org/drawingml/2006/main">
            <a:off x="803937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6" name="Editable chart path">
            <a:extLst xmlns:a="http://schemas.openxmlformats.org/drawingml/2006/main">
              <a:ext uri="{FF2B5EF4-FFF2-40B4-BE49-F238E27FC236}">
                <a16:creationId xmlns:a16="http://schemas.microsoft.com/office/drawing/2014/main" id="{2A079B78-69A5-4F75-AFF6-D647347F947E}"/>
              </a:ext>
            </a:extLst>
          </p:cNvPr>
          <p:cNvSpPr>
            <a:spLocks xmlns:a="http://schemas.openxmlformats.org/drawingml/2006/main" noGrp="1"/>
          </p:cNvSpPr>
          <p:nvPr/>
        </p:nvSpPr>
        <p:spPr>
          <a:xfrm xmlns:a="http://schemas.openxmlformats.org/drawingml/2006/main">
            <a:off x="810151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7" name="Editable chart path">
            <a:extLst xmlns:a="http://schemas.openxmlformats.org/drawingml/2006/main">
              <a:ext uri="{FF2B5EF4-FFF2-40B4-BE49-F238E27FC236}">
                <a16:creationId xmlns:a16="http://schemas.microsoft.com/office/drawing/2014/main" id="{14B6732A-D30A-4AAB-BD9B-4A130B5FB777}"/>
              </a:ext>
            </a:extLst>
          </p:cNvPr>
          <p:cNvSpPr>
            <a:spLocks xmlns:a="http://schemas.openxmlformats.org/drawingml/2006/main" noGrp="1"/>
          </p:cNvSpPr>
          <p:nvPr/>
        </p:nvSpPr>
        <p:spPr>
          <a:xfrm xmlns:a="http://schemas.openxmlformats.org/drawingml/2006/main">
            <a:off x="816365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8" name="Editable chart path">
            <a:extLst xmlns:a="http://schemas.openxmlformats.org/drawingml/2006/main">
              <a:ext uri="{FF2B5EF4-FFF2-40B4-BE49-F238E27FC236}">
                <a16:creationId xmlns:a16="http://schemas.microsoft.com/office/drawing/2014/main" id="{12178ACC-2D11-4C41-8769-1163B597613B}"/>
              </a:ext>
            </a:extLst>
          </p:cNvPr>
          <p:cNvSpPr>
            <a:spLocks xmlns:a="http://schemas.openxmlformats.org/drawingml/2006/main" noGrp="1"/>
          </p:cNvSpPr>
          <p:nvPr/>
        </p:nvSpPr>
        <p:spPr>
          <a:xfrm xmlns:a="http://schemas.openxmlformats.org/drawingml/2006/main">
            <a:off x="822579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9" name="Editable chart path">
            <a:extLst xmlns:a="http://schemas.openxmlformats.org/drawingml/2006/main">
              <a:ext uri="{FF2B5EF4-FFF2-40B4-BE49-F238E27FC236}">
                <a16:creationId xmlns:a16="http://schemas.microsoft.com/office/drawing/2014/main" id="{8D3598F9-AEF3-4B8D-9B07-74AF5B39F198}"/>
              </a:ext>
            </a:extLst>
          </p:cNvPr>
          <p:cNvSpPr>
            <a:spLocks xmlns:a="http://schemas.openxmlformats.org/drawingml/2006/main" noGrp="1"/>
          </p:cNvSpPr>
          <p:nvPr/>
        </p:nvSpPr>
        <p:spPr>
          <a:xfrm xmlns:a="http://schemas.openxmlformats.org/drawingml/2006/main">
            <a:off x="828792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0" name="Editable chart path">
            <a:extLst xmlns:a="http://schemas.openxmlformats.org/drawingml/2006/main">
              <a:ext uri="{FF2B5EF4-FFF2-40B4-BE49-F238E27FC236}">
                <a16:creationId xmlns:a16="http://schemas.microsoft.com/office/drawing/2014/main" id="{95E0A24F-9952-4F11-8148-6FAA5F5E949E}"/>
              </a:ext>
            </a:extLst>
          </p:cNvPr>
          <p:cNvSpPr>
            <a:spLocks xmlns:a="http://schemas.openxmlformats.org/drawingml/2006/main" noGrp="1"/>
          </p:cNvSpPr>
          <p:nvPr/>
        </p:nvSpPr>
        <p:spPr>
          <a:xfrm xmlns:a="http://schemas.openxmlformats.org/drawingml/2006/main">
            <a:off x="835006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1" name="Editable chart path">
            <a:extLst xmlns:a="http://schemas.openxmlformats.org/drawingml/2006/main">
              <a:ext uri="{FF2B5EF4-FFF2-40B4-BE49-F238E27FC236}">
                <a16:creationId xmlns:a16="http://schemas.microsoft.com/office/drawing/2014/main" id="{C106ED91-9669-49E9-875A-3C1E7B88A916}"/>
              </a:ext>
            </a:extLst>
          </p:cNvPr>
          <p:cNvSpPr>
            <a:spLocks xmlns:a="http://schemas.openxmlformats.org/drawingml/2006/main" noGrp="1"/>
          </p:cNvSpPr>
          <p:nvPr/>
        </p:nvSpPr>
        <p:spPr>
          <a:xfrm xmlns:a="http://schemas.openxmlformats.org/drawingml/2006/main">
            <a:off x="841220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2" name="Editable chart path">
            <a:extLst xmlns:a="http://schemas.openxmlformats.org/drawingml/2006/main">
              <a:ext uri="{FF2B5EF4-FFF2-40B4-BE49-F238E27FC236}">
                <a16:creationId xmlns:a16="http://schemas.microsoft.com/office/drawing/2014/main" id="{BB09107C-EFF7-4BEA-B393-3E92EA963EDB}"/>
              </a:ext>
            </a:extLst>
          </p:cNvPr>
          <p:cNvSpPr>
            <a:spLocks xmlns:a="http://schemas.openxmlformats.org/drawingml/2006/main" noGrp="1"/>
          </p:cNvSpPr>
          <p:nvPr/>
        </p:nvSpPr>
        <p:spPr>
          <a:xfrm xmlns:a="http://schemas.openxmlformats.org/drawingml/2006/main">
            <a:off x="847434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3" name="Editable chart path">
            <a:extLst xmlns:a="http://schemas.openxmlformats.org/drawingml/2006/main">
              <a:ext uri="{FF2B5EF4-FFF2-40B4-BE49-F238E27FC236}">
                <a16:creationId xmlns:a16="http://schemas.microsoft.com/office/drawing/2014/main" id="{93641B41-90F1-4ACD-A66B-01D8F0E84EA0}"/>
              </a:ext>
            </a:extLst>
          </p:cNvPr>
          <p:cNvSpPr>
            <a:spLocks xmlns:a="http://schemas.openxmlformats.org/drawingml/2006/main" noGrp="1"/>
          </p:cNvSpPr>
          <p:nvPr/>
        </p:nvSpPr>
        <p:spPr>
          <a:xfrm xmlns:a="http://schemas.openxmlformats.org/drawingml/2006/main">
            <a:off x="853647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4" name="Editable chart path">
            <a:extLst xmlns:a="http://schemas.openxmlformats.org/drawingml/2006/main">
              <a:ext uri="{FF2B5EF4-FFF2-40B4-BE49-F238E27FC236}">
                <a16:creationId xmlns:a16="http://schemas.microsoft.com/office/drawing/2014/main" id="{482EB850-B1ED-4834-9720-7032089A61CD}"/>
              </a:ext>
            </a:extLst>
          </p:cNvPr>
          <p:cNvSpPr>
            <a:spLocks xmlns:a="http://schemas.openxmlformats.org/drawingml/2006/main" noGrp="1"/>
          </p:cNvSpPr>
          <p:nvPr/>
        </p:nvSpPr>
        <p:spPr>
          <a:xfrm xmlns:a="http://schemas.openxmlformats.org/drawingml/2006/main">
            <a:off x="8598616"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5" name="Editable chart path">
            <a:extLst xmlns:a="http://schemas.openxmlformats.org/drawingml/2006/main">
              <a:ext uri="{FF2B5EF4-FFF2-40B4-BE49-F238E27FC236}">
                <a16:creationId xmlns:a16="http://schemas.microsoft.com/office/drawing/2014/main" id="{E364EE3B-03C1-487F-8945-0BD5333EE564}"/>
              </a:ext>
            </a:extLst>
          </p:cNvPr>
          <p:cNvSpPr>
            <a:spLocks xmlns:a="http://schemas.openxmlformats.org/drawingml/2006/main" noGrp="1"/>
          </p:cNvSpPr>
          <p:nvPr/>
        </p:nvSpPr>
        <p:spPr>
          <a:xfrm xmlns:a="http://schemas.openxmlformats.org/drawingml/2006/main">
            <a:off x="866075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6" name="Editable chart path">
            <a:extLst xmlns:a="http://schemas.openxmlformats.org/drawingml/2006/main">
              <a:ext uri="{FF2B5EF4-FFF2-40B4-BE49-F238E27FC236}">
                <a16:creationId xmlns:a16="http://schemas.microsoft.com/office/drawing/2014/main" id="{7740FA76-F1E7-42FC-A124-315327665BB5}"/>
              </a:ext>
            </a:extLst>
          </p:cNvPr>
          <p:cNvSpPr>
            <a:spLocks xmlns:a="http://schemas.openxmlformats.org/drawingml/2006/main" noGrp="1"/>
          </p:cNvSpPr>
          <p:nvPr/>
        </p:nvSpPr>
        <p:spPr>
          <a:xfrm xmlns:a="http://schemas.openxmlformats.org/drawingml/2006/main">
            <a:off x="872289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7" name="Editable chart path">
            <a:extLst xmlns:a="http://schemas.openxmlformats.org/drawingml/2006/main">
              <a:ext uri="{FF2B5EF4-FFF2-40B4-BE49-F238E27FC236}">
                <a16:creationId xmlns:a16="http://schemas.microsoft.com/office/drawing/2014/main" id="{E0B5569E-089C-454B-8512-2E3221734082}"/>
              </a:ext>
            </a:extLst>
          </p:cNvPr>
          <p:cNvSpPr>
            <a:spLocks xmlns:a="http://schemas.openxmlformats.org/drawingml/2006/main" noGrp="1"/>
          </p:cNvSpPr>
          <p:nvPr/>
        </p:nvSpPr>
        <p:spPr>
          <a:xfrm xmlns:a="http://schemas.openxmlformats.org/drawingml/2006/main">
            <a:off x="878502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8" name="Editable chart path">
            <a:extLst xmlns:a="http://schemas.openxmlformats.org/drawingml/2006/main">
              <a:ext uri="{FF2B5EF4-FFF2-40B4-BE49-F238E27FC236}">
                <a16:creationId xmlns:a16="http://schemas.microsoft.com/office/drawing/2014/main" id="{98FEC8F2-F545-46D1-8DF2-A08C956D42B6}"/>
              </a:ext>
            </a:extLst>
          </p:cNvPr>
          <p:cNvSpPr>
            <a:spLocks xmlns:a="http://schemas.openxmlformats.org/drawingml/2006/main" noGrp="1"/>
          </p:cNvSpPr>
          <p:nvPr/>
        </p:nvSpPr>
        <p:spPr>
          <a:xfrm xmlns:a="http://schemas.openxmlformats.org/drawingml/2006/main">
            <a:off x="8847166"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9" name="Editable chart path">
            <a:extLst xmlns:a="http://schemas.openxmlformats.org/drawingml/2006/main">
              <a:ext uri="{FF2B5EF4-FFF2-40B4-BE49-F238E27FC236}">
                <a16:creationId xmlns:a16="http://schemas.microsoft.com/office/drawing/2014/main" id="{B701B8CB-0D41-47D6-8479-25563A03DAA8}"/>
              </a:ext>
            </a:extLst>
          </p:cNvPr>
          <p:cNvSpPr>
            <a:spLocks xmlns:a="http://schemas.openxmlformats.org/drawingml/2006/main" noGrp="1"/>
          </p:cNvSpPr>
          <p:nvPr/>
        </p:nvSpPr>
        <p:spPr>
          <a:xfrm xmlns:a="http://schemas.openxmlformats.org/drawingml/2006/main">
            <a:off x="890930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0" name="Editable chart path">
            <a:extLst xmlns:a="http://schemas.openxmlformats.org/drawingml/2006/main">
              <a:ext uri="{FF2B5EF4-FFF2-40B4-BE49-F238E27FC236}">
                <a16:creationId xmlns:a16="http://schemas.microsoft.com/office/drawing/2014/main" id="{4C8ED192-4CEF-4161-A597-040EBB19CF8B}"/>
              </a:ext>
            </a:extLst>
          </p:cNvPr>
          <p:cNvSpPr>
            <a:spLocks xmlns:a="http://schemas.openxmlformats.org/drawingml/2006/main" noGrp="1"/>
          </p:cNvSpPr>
          <p:nvPr/>
        </p:nvSpPr>
        <p:spPr>
          <a:xfrm xmlns:a="http://schemas.openxmlformats.org/drawingml/2006/main">
            <a:off x="897144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1" name="Editable chart path">
            <a:extLst xmlns:a="http://schemas.openxmlformats.org/drawingml/2006/main">
              <a:ext uri="{FF2B5EF4-FFF2-40B4-BE49-F238E27FC236}">
                <a16:creationId xmlns:a16="http://schemas.microsoft.com/office/drawing/2014/main" id="{BAE7D8DE-2F44-442C-9FAA-8D465FACA3B0}"/>
              </a:ext>
            </a:extLst>
          </p:cNvPr>
          <p:cNvSpPr>
            <a:spLocks xmlns:a="http://schemas.openxmlformats.org/drawingml/2006/main" noGrp="1"/>
          </p:cNvSpPr>
          <p:nvPr/>
        </p:nvSpPr>
        <p:spPr>
          <a:xfrm xmlns:a="http://schemas.openxmlformats.org/drawingml/2006/main">
            <a:off x="928213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2" name="Editable chart path">
            <a:extLst xmlns:a="http://schemas.openxmlformats.org/drawingml/2006/main">
              <a:ext uri="{FF2B5EF4-FFF2-40B4-BE49-F238E27FC236}">
                <a16:creationId xmlns:a16="http://schemas.microsoft.com/office/drawing/2014/main" id="{AF749C34-16BF-4C71-9FC8-CC90D4B41DE4}"/>
              </a:ext>
            </a:extLst>
          </p:cNvPr>
          <p:cNvSpPr>
            <a:spLocks xmlns:a="http://schemas.openxmlformats.org/drawingml/2006/main" noGrp="1"/>
          </p:cNvSpPr>
          <p:nvPr/>
        </p:nvSpPr>
        <p:spPr>
          <a:xfrm xmlns:a="http://schemas.openxmlformats.org/drawingml/2006/main">
            <a:off x="934426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3" name="Editable chart path">
            <a:extLst xmlns:a="http://schemas.openxmlformats.org/drawingml/2006/main">
              <a:ext uri="{FF2B5EF4-FFF2-40B4-BE49-F238E27FC236}">
                <a16:creationId xmlns:a16="http://schemas.microsoft.com/office/drawing/2014/main" id="{9E130E20-FD99-445B-8356-1F62E0C58CC3}"/>
              </a:ext>
            </a:extLst>
          </p:cNvPr>
          <p:cNvSpPr>
            <a:spLocks xmlns:a="http://schemas.openxmlformats.org/drawingml/2006/main" noGrp="1"/>
          </p:cNvSpPr>
          <p:nvPr/>
        </p:nvSpPr>
        <p:spPr>
          <a:xfrm xmlns:a="http://schemas.openxmlformats.org/drawingml/2006/main">
            <a:off x="940640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4" name="Editable chart path">
            <a:extLst xmlns:a="http://schemas.openxmlformats.org/drawingml/2006/main">
              <a:ext uri="{FF2B5EF4-FFF2-40B4-BE49-F238E27FC236}">
                <a16:creationId xmlns:a16="http://schemas.microsoft.com/office/drawing/2014/main" id="{DB512F3C-9436-41EE-BEE7-D50513E5A9DC}"/>
              </a:ext>
            </a:extLst>
          </p:cNvPr>
          <p:cNvSpPr>
            <a:spLocks xmlns:a="http://schemas.openxmlformats.org/drawingml/2006/main" noGrp="1"/>
          </p:cNvSpPr>
          <p:nvPr/>
        </p:nvSpPr>
        <p:spPr>
          <a:xfrm xmlns:a="http://schemas.openxmlformats.org/drawingml/2006/main">
            <a:off x="946854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5" name="Editable chart path">
            <a:extLst xmlns:a="http://schemas.openxmlformats.org/drawingml/2006/main">
              <a:ext uri="{FF2B5EF4-FFF2-40B4-BE49-F238E27FC236}">
                <a16:creationId xmlns:a16="http://schemas.microsoft.com/office/drawing/2014/main" id="{759B761F-3859-4A43-B73B-1E32B31AFA8A}"/>
              </a:ext>
            </a:extLst>
          </p:cNvPr>
          <p:cNvSpPr>
            <a:spLocks xmlns:a="http://schemas.openxmlformats.org/drawingml/2006/main" noGrp="1"/>
          </p:cNvSpPr>
          <p:nvPr/>
        </p:nvSpPr>
        <p:spPr>
          <a:xfrm xmlns:a="http://schemas.openxmlformats.org/drawingml/2006/main">
            <a:off x="661021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6" name="Editable chart path">
            <a:extLst xmlns:a="http://schemas.openxmlformats.org/drawingml/2006/main">
              <a:ext uri="{FF2B5EF4-FFF2-40B4-BE49-F238E27FC236}">
                <a16:creationId xmlns:a16="http://schemas.microsoft.com/office/drawing/2014/main" id="{ABB3EBC0-31AE-4CDB-AC3B-EECD99207CD9}"/>
              </a:ext>
            </a:extLst>
          </p:cNvPr>
          <p:cNvSpPr>
            <a:spLocks xmlns:a="http://schemas.openxmlformats.org/drawingml/2006/main" noGrp="1"/>
          </p:cNvSpPr>
          <p:nvPr/>
        </p:nvSpPr>
        <p:spPr>
          <a:xfrm xmlns:a="http://schemas.openxmlformats.org/drawingml/2006/main">
            <a:off x="667234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7" name="Editable chart path">
            <a:extLst xmlns:a="http://schemas.openxmlformats.org/drawingml/2006/main">
              <a:ext uri="{FF2B5EF4-FFF2-40B4-BE49-F238E27FC236}">
                <a16:creationId xmlns:a16="http://schemas.microsoft.com/office/drawing/2014/main" id="{3764A23C-2CDA-466D-9843-32F3B7C8AFFC}"/>
              </a:ext>
            </a:extLst>
          </p:cNvPr>
          <p:cNvSpPr>
            <a:spLocks xmlns:a="http://schemas.openxmlformats.org/drawingml/2006/main" noGrp="1"/>
          </p:cNvSpPr>
          <p:nvPr/>
        </p:nvSpPr>
        <p:spPr>
          <a:xfrm xmlns:a="http://schemas.openxmlformats.org/drawingml/2006/main">
            <a:off x="673448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8" name="Editable chart path">
            <a:extLst xmlns:a="http://schemas.openxmlformats.org/drawingml/2006/main">
              <a:ext uri="{FF2B5EF4-FFF2-40B4-BE49-F238E27FC236}">
                <a16:creationId xmlns:a16="http://schemas.microsoft.com/office/drawing/2014/main" id="{B6C0B4FA-F5ED-4E77-96C6-4B903D5BB6B2}"/>
              </a:ext>
            </a:extLst>
          </p:cNvPr>
          <p:cNvSpPr>
            <a:spLocks xmlns:a="http://schemas.openxmlformats.org/drawingml/2006/main" noGrp="1"/>
          </p:cNvSpPr>
          <p:nvPr/>
        </p:nvSpPr>
        <p:spPr>
          <a:xfrm xmlns:a="http://schemas.openxmlformats.org/drawingml/2006/main">
            <a:off x="679662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9" name="Editable chart path">
            <a:extLst xmlns:a="http://schemas.openxmlformats.org/drawingml/2006/main">
              <a:ext uri="{FF2B5EF4-FFF2-40B4-BE49-F238E27FC236}">
                <a16:creationId xmlns:a16="http://schemas.microsoft.com/office/drawing/2014/main" id="{9E46003B-59BC-42D5-A88A-EE26CB623CB5}"/>
              </a:ext>
            </a:extLst>
          </p:cNvPr>
          <p:cNvSpPr>
            <a:spLocks xmlns:a="http://schemas.openxmlformats.org/drawingml/2006/main" noGrp="1"/>
          </p:cNvSpPr>
          <p:nvPr/>
        </p:nvSpPr>
        <p:spPr>
          <a:xfrm xmlns:a="http://schemas.openxmlformats.org/drawingml/2006/main">
            <a:off x="685876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0" name="Editable chart path">
            <a:extLst xmlns:a="http://schemas.openxmlformats.org/drawingml/2006/main">
              <a:ext uri="{FF2B5EF4-FFF2-40B4-BE49-F238E27FC236}">
                <a16:creationId xmlns:a16="http://schemas.microsoft.com/office/drawing/2014/main" id="{E6C0D03B-D4B2-47E2-98D6-C3DDB1D1D23B}"/>
              </a:ext>
            </a:extLst>
          </p:cNvPr>
          <p:cNvSpPr>
            <a:spLocks xmlns:a="http://schemas.openxmlformats.org/drawingml/2006/main" noGrp="1"/>
          </p:cNvSpPr>
          <p:nvPr/>
        </p:nvSpPr>
        <p:spPr>
          <a:xfrm xmlns:a="http://schemas.openxmlformats.org/drawingml/2006/main">
            <a:off x="692090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1" name="Editable chart path">
            <a:extLst xmlns:a="http://schemas.openxmlformats.org/drawingml/2006/main">
              <a:ext uri="{FF2B5EF4-FFF2-40B4-BE49-F238E27FC236}">
                <a16:creationId xmlns:a16="http://schemas.microsoft.com/office/drawing/2014/main" id="{BDDA045C-4789-471F-9445-1C19D2541BDB}"/>
              </a:ext>
            </a:extLst>
          </p:cNvPr>
          <p:cNvSpPr>
            <a:spLocks xmlns:a="http://schemas.openxmlformats.org/drawingml/2006/main" noGrp="1"/>
          </p:cNvSpPr>
          <p:nvPr/>
        </p:nvSpPr>
        <p:spPr>
          <a:xfrm xmlns:a="http://schemas.openxmlformats.org/drawingml/2006/main">
            <a:off x="698303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2" name="Editable chart path">
            <a:extLst xmlns:a="http://schemas.openxmlformats.org/drawingml/2006/main">
              <a:ext uri="{FF2B5EF4-FFF2-40B4-BE49-F238E27FC236}">
                <a16:creationId xmlns:a16="http://schemas.microsoft.com/office/drawing/2014/main" id="{C4CB9FDB-B944-4425-AE1F-2C18A4395AB2}"/>
              </a:ext>
            </a:extLst>
          </p:cNvPr>
          <p:cNvSpPr>
            <a:spLocks xmlns:a="http://schemas.openxmlformats.org/drawingml/2006/main" noGrp="1"/>
          </p:cNvSpPr>
          <p:nvPr/>
        </p:nvSpPr>
        <p:spPr>
          <a:xfrm xmlns:a="http://schemas.openxmlformats.org/drawingml/2006/main">
            <a:off x="704517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3" name="Editable chart path">
            <a:extLst xmlns:a="http://schemas.openxmlformats.org/drawingml/2006/main">
              <a:ext uri="{FF2B5EF4-FFF2-40B4-BE49-F238E27FC236}">
                <a16:creationId xmlns:a16="http://schemas.microsoft.com/office/drawing/2014/main" id="{F6B4EB19-FEEB-44DC-B173-32A4260983F9}"/>
              </a:ext>
            </a:extLst>
          </p:cNvPr>
          <p:cNvSpPr>
            <a:spLocks xmlns:a="http://schemas.openxmlformats.org/drawingml/2006/main" noGrp="1"/>
          </p:cNvSpPr>
          <p:nvPr/>
        </p:nvSpPr>
        <p:spPr>
          <a:xfrm xmlns:a="http://schemas.openxmlformats.org/drawingml/2006/main">
            <a:off x="710731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4" name="Editable chart path">
            <a:extLst xmlns:a="http://schemas.openxmlformats.org/drawingml/2006/main">
              <a:ext uri="{FF2B5EF4-FFF2-40B4-BE49-F238E27FC236}">
                <a16:creationId xmlns:a16="http://schemas.microsoft.com/office/drawing/2014/main" id="{F2EAC065-B049-434E-9127-032A26BDE7F0}"/>
              </a:ext>
            </a:extLst>
          </p:cNvPr>
          <p:cNvSpPr>
            <a:spLocks xmlns:a="http://schemas.openxmlformats.org/drawingml/2006/main" noGrp="1"/>
          </p:cNvSpPr>
          <p:nvPr/>
        </p:nvSpPr>
        <p:spPr>
          <a:xfrm xmlns:a="http://schemas.openxmlformats.org/drawingml/2006/main">
            <a:off x="716945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5" name="Editable chart path">
            <a:extLst xmlns:a="http://schemas.openxmlformats.org/drawingml/2006/main">
              <a:ext uri="{FF2B5EF4-FFF2-40B4-BE49-F238E27FC236}">
                <a16:creationId xmlns:a16="http://schemas.microsoft.com/office/drawing/2014/main" id="{076532B5-960E-45A5-8B6C-8D769A132BBC}"/>
              </a:ext>
            </a:extLst>
          </p:cNvPr>
          <p:cNvSpPr>
            <a:spLocks xmlns:a="http://schemas.openxmlformats.org/drawingml/2006/main" noGrp="1"/>
          </p:cNvSpPr>
          <p:nvPr/>
        </p:nvSpPr>
        <p:spPr>
          <a:xfrm xmlns:a="http://schemas.openxmlformats.org/drawingml/2006/main">
            <a:off x="723158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6" name="Editable chart path">
            <a:extLst xmlns:a="http://schemas.openxmlformats.org/drawingml/2006/main">
              <a:ext uri="{FF2B5EF4-FFF2-40B4-BE49-F238E27FC236}">
                <a16:creationId xmlns:a16="http://schemas.microsoft.com/office/drawing/2014/main" id="{484BA9FD-6D56-449F-984B-1A83DCB4683D}"/>
              </a:ext>
            </a:extLst>
          </p:cNvPr>
          <p:cNvSpPr>
            <a:spLocks xmlns:a="http://schemas.openxmlformats.org/drawingml/2006/main" noGrp="1"/>
          </p:cNvSpPr>
          <p:nvPr/>
        </p:nvSpPr>
        <p:spPr>
          <a:xfrm xmlns:a="http://schemas.openxmlformats.org/drawingml/2006/main">
            <a:off x="729372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7" name="Editable chart path">
            <a:extLst xmlns:a="http://schemas.openxmlformats.org/drawingml/2006/main">
              <a:ext uri="{FF2B5EF4-FFF2-40B4-BE49-F238E27FC236}">
                <a16:creationId xmlns:a16="http://schemas.microsoft.com/office/drawing/2014/main" id="{619928C2-663B-4C7E-8D0F-02A6555BB1A2}"/>
              </a:ext>
            </a:extLst>
          </p:cNvPr>
          <p:cNvSpPr>
            <a:spLocks xmlns:a="http://schemas.openxmlformats.org/drawingml/2006/main" noGrp="1"/>
          </p:cNvSpPr>
          <p:nvPr/>
        </p:nvSpPr>
        <p:spPr>
          <a:xfrm xmlns:a="http://schemas.openxmlformats.org/drawingml/2006/main">
            <a:off x="735586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8" name="Editable chart path">
            <a:extLst xmlns:a="http://schemas.openxmlformats.org/drawingml/2006/main">
              <a:ext uri="{FF2B5EF4-FFF2-40B4-BE49-F238E27FC236}">
                <a16:creationId xmlns:a16="http://schemas.microsoft.com/office/drawing/2014/main" id="{BF301959-E9B1-4053-84AD-CBCA76AAB573}"/>
              </a:ext>
            </a:extLst>
          </p:cNvPr>
          <p:cNvSpPr>
            <a:spLocks xmlns:a="http://schemas.openxmlformats.org/drawingml/2006/main" noGrp="1"/>
          </p:cNvSpPr>
          <p:nvPr/>
        </p:nvSpPr>
        <p:spPr>
          <a:xfrm xmlns:a="http://schemas.openxmlformats.org/drawingml/2006/main">
            <a:off x="741800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9" name="Editable chart path">
            <a:extLst xmlns:a="http://schemas.openxmlformats.org/drawingml/2006/main">
              <a:ext uri="{FF2B5EF4-FFF2-40B4-BE49-F238E27FC236}">
                <a16:creationId xmlns:a16="http://schemas.microsoft.com/office/drawing/2014/main" id="{40E90398-614D-422C-8D2E-E9EF36470EF1}"/>
              </a:ext>
            </a:extLst>
          </p:cNvPr>
          <p:cNvSpPr>
            <a:spLocks xmlns:a="http://schemas.openxmlformats.org/drawingml/2006/main" noGrp="1"/>
          </p:cNvSpPr>
          <p:nvPr/>
        </p:nvSpPr>
        <p:spPr>
          <a:xfrm xmlns:a="http://schemas.openxmlformats.org/drawingml/2006/main">
            <a:off x="748013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0" name="Editable chart path">
            <a:extLst xmlns:a="http://schemas.openxmlformats.org/drawingml/2006/main">
              <a:ext uri="{FF2B5EF4-FFF2-40B4-BE49-F238E27FC236}">
                <a16:creationId xmlns:a16="http://schemas.microsoft.com/office/drawing/2014/main" id="{9C3517C1-7D45-4271-B91C-6F5CC502B9A2}"/>
              </a:ext>
            </a:extLst>
          </p:cNvPr>
          <p:cNvSpPr>
            <a:spLocks xmlns:a="http://schemas.openxmlformats.org/drawingml/2006/main" noGrp="1"/>
          </p:cNvSpPr>
          <p:nvPr/>
        </p:nvSpPr>
        <p:spPr>
          <a:xfrm xmlns:a="http://schemas.openxmlformats.org/drawingml/2006/main">
            <a:off x="7542276"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1" name="Editable chart path">
            <a:extLst xmlns:a="http://schemas.openxmlformats.org/drawingml/2006/main">
              <a:ext uri="{FF2B5EF4-FFF2-40B4-BE49-F238E27FC236}">
                <a16:creationId xmlns:a16="http://schemas.microsoft.com/office/drawing/2014/main" id="{93DD0804-C3E2-43C2-A0EB-025D18C561DF}"/>
              </a:ext>
            </a:extLst>
          </p:cNvPr>
          <p:cNvSpPr>
            <a:spLocks xmlns:a="http://schemas.openxmlformats.org/drawingml/2006/main" noGrp="1"/>
          </p:cNvSpPr>
          <p:nvPr/>
        </p:nvSpPr>
        <p:spPr>
          <a:xfrm xmlns:a="http://schemas.openxmlformats.org/drawingml/2006/main">
            <a:off x="760441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2" name="Editable chart path">
            <a:extLst xmlns:a="http://schemas.openxmlformats.org/drawingml/2006/main">
              <a:ext uri="{FF2B5EF4-FFF2-40B4-BE49-F238E27FC236}">
                <a16:creationId xmlns:a16="http://schemas.microsoft.com/office/drawing/2014/main" id="{B0B2F481-5454-43AB-966E-56C2B3D5BF67}"/>
              </a:ext>
            </a:extLst>
          </p:cNvPr>
          <p:cNvSpPr>
            <a:spLocks xmlns:a="http://schemas.openxmlformats.org/drawingml/2006/main" noGrp="1"/>
          </p:cNvSpPr>
          <p:nvPr/>
        </p:nvSpPr>
        <p:spPr>
          <a:xfrm xmlns:a="http://schemas.openxmlformats.org/drawingml/2006/main">
            <a:off x="766655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3" name="Editable chart path">
            <a:extLst xmlns:a="http://schemas.openxmlformats.org/drawingml/2006/main">
              <a:ext uri="{FF2B5EF4-FFF2-40B4-BE49-F238E27FC236}">
                <a16:creationId xmlns:a16="http://schemas.microsoft.com/office/drawing/2014/main" id="{23B4F757-8A01-4368-8DCC-F8A678019FB7}"/>
              </a:ext>
            </a:extLst>
          </p:cNvPr>
          <p:cNvSpPr>
            <a:spLocks xmlns:a="http://schemas.openxmlformats.org/drawingml/2006/main" noGrp="1"/>
          </p:cNvSpPr>
          <p:nvPr/>
        </p:nvSpPr>
        <p:spPr>
          <a:xfrm xmlns:a="http://schemas.openxmlformats.org/drawingml/2006/main">
            <a:off x="772868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4" name="Editable chart path">
            <a:extLst xmlns:a="http://schemas.openxmlformats.org/drawingml/2006/main">
              <a:ext uri="{FF2B5EF4-FFF2-40B4-BE49-F238E27FC236}">
                <a16:creationId xmlns:a16="http://schemas.microsoft.com/office/drawing/2014/main" id="{F27DF470-8456-4D85-AB48-4398C81BC3DE}"/>
              </a:ext>
            </a:extLst>
          </p:cNvPr>
          <p:cNvSpPr>
            <a:spLocks xmlns:a="http://schemas.openxmlformats.org/drawingml/2006/main" noGrp="1"/>
          </p:cNvSpPr>
          <p:nvPr/>
        </p:nvSpPr>
        <p:spPr>
          <a:xfrm xmlns:a="http://schemas.openxmlformats.org/drawingml/2006/main">
            <a:off x="779082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5" name="Editable chart path">
            <a:extLst xmlns:a="http://schemas.openxmlformats.org/drawingml/2006/main">
              <a:ext uri="{FF2B5EF4-FFF2-40B4-BE49-F238E27FC236}">
                <a16:creationId xmlns:a16="http://schemas.microsoft.com/office/drawing/2014/main" id="{1F3169B5-FFF9-4522-9F55-7184E6FCE3DF}"/>
              </a:ext>
            </a:extLst>
          </p:cNvPr>
          <p:cNvSpPr>
            <a:spLocks xmlns:a="http://schemas.openxmlformats.org/drawingml/2006/main" noGrp="1"/>
          </p:cNvSpPr>
          <p:nvPr/>
        </p:nvSpPr>
        <p:spPr>
          <a:xfrm xmlns:a="http://schemas.openxmlformats.org/drawingml/2006/main">
            <a:off x="785296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6" name="Editable chart path">
            <a:extLst xmlns:a="http://schemas.openxmlformats.org/drawingml/2006/main">
              <a:ext uri="{FF2B5EF4-FFF2-40B4-BE49-F238E27FC236}">
                <a16:creationId xmlns:a16="http://schemas.microsoft.com/office/drawing/2014/main" id="{4EFF28F4-E10F-4224-BAE2-ED774C897138}"/>
              </a:ext>
            </a:extLst>
          </p:cNvPr>
          <p:cNvSpPr>
            <a:spLocks xmlns:a="http://schemas.openxmlformats.org/drawingml/2006/main" noGrp="1"/>
          </p:cNvSpPr>
          <p:nvPr/>
        </p:nvSpPr>
        <p:spPr>
          <a:xfrm xmlns:a="http://schemas.openxmlformats.org/drawingml/2006/main">
            <a:off x="791510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7" name="Editable chart path">
            <a:extLst xmlns:a="http://schemas.openxmlformats.org/drawingml/2006/main">
              <a:ext uri="{FF2B5EF4-FFF2-40B4-BE49-F238E27FC236}">
                <a16:creationId xmlns:a16="http://schemas.microsoft.com/office/drawing/2014/main" id="{A926E010-A9FD-4338-BCCB-3DF24C2F411E}"/>
              </a:ext>
            </a:extLst>
          </p:cNvPr>
          <p:cNvSpPr>
            <a:spLocks xmlns:a="http://schemas.openxmlformats.org/drawingml/2006/main" noGrp="1"/>
          </p:cNvSpPr>
          <p:nvPr/>
        </p:nvSpPr>
        <p:spPr>
          <a:xfrm xmlns:a="http://schemas.openxmlformats.org/drawingml/2006/main">
            <a:off x="797723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8" name="Editable chart path">
            <a:extLst xmlns:a="http://schemas.openxmlformats.org/drawingml/2006/main">
              <a:ext uri="{FF2B5EF4-FFF2-40B4-BE49-F238E27FC236}">
                <a16:creationId xmlns:a16="http://schemas.microsoft.com/office/drawing/2014/main" id="{2E1E1710-33C4-478A-9F0A-F9B5BE4E07FC}"/>
              </a:ext>
            </a:extLst>
          </p:cNvPr>
          <p:cNvSpPr>
            <a:spLocks xmlns:a="http://schemas.openxmlformats.org/drawingml/2006/main" noGrp="1"/>
          </p:cNvSpPr>
          <p:nvPr/>
        </p:nvSpPr>
        <p:spPr>
          <a:xfrm xmlns:a="http://schemas.openxmlformats.org/drawingml/2006/main">
            <a:off x="803937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9" name="Editable chart path">
            <a:extLst xmlns:a="http://schemas.openxmlformats.org/drawingml/2006/main">
              <a:ext uri="{FF2B5EF4-FFF2-40B4-BE49-F238E27FC236}">
                <a16:creationId xmlns:a16="http://schemas.microsoft.com/office/drawing/2014/main" id="{78A60A1E-3600-4476-A718-9593FD66EF07}"/>
              </a:ext>
            </a:extLst>
          </p:cNvPr>
          <p:cNvSpPr>
            <a:spLocks xmlns:a="http://schemas.openxmlformats.org/drawingml/2006/main" noGrp="1"/>
          </p:cNvSpPr>
          <p:nvPr/>
        </p:nvSpPr>
        <p:spPr>
          <a:xfrm xmlns:a="http://schemas.openxmlformats.org/drawingml/2006/main">
            <a:off x="810151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0" name="Editable chart path">
            <a:extLst xmlns:a="http://schemas.openxmlformats.org/drawingml/2006/main">
              <a:ext uri="{FF2B5EF4-FFF2-40B4-BE49-F238E27FC236}">
                <a16:creationId xmlns:a16="http://schemas.microsoft.com/office/drawing/2014/main" id="{2DD0CE5B-33E2-4411-B662-8B18D9E843D5}"/>
              </a:ext>
            </a:extLst>
          </p:cNvPr>
          <p:cNvSpPr>
            <a:spLocks xmlns:a="http://schemas.openxmlformats.org/drawingml/2006/main" noGrp="1"/>
          </p:cNvSpPr>
          <p:nvPr/>
        </p:nvSpPr>
        <p:spPr>
          <a:xfrm xmlns:a="http://schemas.openxmlformats.org/drawingml/2006/main">
            <a:off x="816365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1" name="Editable chart path">
            <a:extLst xmlns:a="http://schemas.openxmlformats.org/drawingml/2006/main">
              <a:ext uri="{FF2B5EF4-FFF2-40B4-BE49-F238E27FC236}">
                <a16:creationId xmlns:a16="http://schemas.microsoft.com/office/drawing/2014/main" id="{7C0EB979-23D3-410B-9EA9-334F65B5D8CF}"/>
              </a:ext>
            </a:extLst>
          </p:cNvPr>
          <p:cNvSpPr>
            <a:spLocks xmlns:a="http://schemas.openxmlformats.org/drawingml/2006/main" noGrp="1"/>
          </p:cNvSpPr>
          <p:nvPr/>
        </p:nvSpPr>
        <p:spPr>
          <a:xfrm xmlns:a="http://schemas.openxmlformats.org/drawingml/2006/main">
            <a:off x="822579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2" name="Editable chart path">
            <a:extLst xmlns:a="http://schemas.openxmlformats.org/drawingml/2006/main">
              <a:ext uri="{FF2B5EF4-FFF2-40B4-BE49-F238E27FC236}">
                <a16:creationId xmlns:a16="http://schemas.microsoft.com/office/drawing/2014/main" id="{E0510920-2258-4AB6-B826-D75D9786017D}"/>
              </a:ext>
            </a:extLst>
          </p:cNvPr>
          <p:cNvSpPr>
            <a:spLocks xmlns:a="http://schemas.openxmlformats.org/drawingml/2006/main" noGrp="1"/>
          </p:cNvSpPr>
          <p:nvPr/>
        </p:nvSpPr>
        <p:spPr>
          <a:xfrm xmlns:a="http://schemas.openxmlformats.org/drawingml/2006/main">
            <a:off x="828792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3" name="Editable chart path">
            <a:extLst xmlns:a="http://schemas.openxmlformats.org/drawingml/2006/main">
              <a:ext uri="{FF2B5EF4-FFF2-40B4-BE49-F238E27FC236}">
                <a16:creationId xmlns:a16="http://schemas.microsoft.com/office/drawing/2014/main" id="{663E4C16-5435-436E-B2A5-DE114B9EB7A3}"/>
              </a:ext>
            </a:extLst>
          </p:cNvPr>
          <p:cNvSpPr>
            <a:spLocks xmlns:a="http://schemas.openxmlformats.org/drawingml/2006/main" noGrp="1"/>
          </p:cNvSpPr>
          <p:nvPr/>
        </p:nvSpPr>
        <p:spPr>
          <a:xfrm xmlns:a="http://schemas.openxmlformats.org/drawingml/2006/main">
            <a:off x="835006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4" name="Editable chart path">
            <a:extLst xmlns:a="http://schemas.openxmlformats.org/drawingml/2006/main">
              <a:ext uri="{FF2B5EF4-FFF2-40B4-BE49-F238E27FC236}">
                <a16:creationId xmlns:a16="http://schemas.microsoft.com/office/drawing/2014/main" id="{A8B53AE6-D4D1-4190-97EF-C40CCC5734B4}"/>
              </a:ext>
            </a:extLst>
          </p:cNvPr>
          <p:cNvSpPr>
            <a:spLocks xmlns:a="http://schemas.openxmlformats.org/drawingml/2006/main" noGrp="1"/>
          </p:cNvSpPr>
          <p:nvPr/>
        </p:nvSpPr>
        <p:spPr>
          <a:xfrm xmlns:a="http://schemas.openxmlformats.org/drawingml/2006/main">
            <a:off x="841220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5" name="Editable chart path">
            <a:extLst xmlns:a="http://schemas.openxmlformats.org/drawingml/2006/main">
              <a:ext uri="{FF2B5EF4-FFF2-40B4-BE49-F238E27FC236}">
                <a16:creationId xmlns:a16="http://schemas.microsoft.com/office/drawing/2014/main" id="{CFD2CC05-9D78-48F3-A389-597981A69117}"/>
              </a:ext>
            </a:extLst>
          </p:cNvPr>
          <p:cNvSpPr>
            <a:spLocks xmlns:a="http://schemas.openxmlformats.org/drawingml/2006/main" noGrp="1"/>
          </p:cNvSpPr>
          <p:nvPr/>
        </p:nvSpPr>
        <p:spPr>
          <a:xfrm xmlns:a="http://schemas.openxmlformats.org/drawingml/2006/main">
            <a:off x="847434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6" name="Editable chart path">
            <a:extLst xmlns:a="http://schemas.openxmlformats.org/drawingml/2006/main">
              <a:ext uri="{FF2B5EF4-FFF2-40B4-BE49-F238E27FC236}">
                <a16:creationId xmlns:a16="http://schemas.microsoft.com/office/drawing/2014/main" id="{9B0F14D0-6C41-403B-922D-288AB24A2008}"/>
              </a:ext>
            </a:extLst>
          </p:cNvPr>
          <p:cNvSpPr>
            <a:spLocks xmlns:a="http://schemas.openxmlformats.org/drawingml/2006/main" noGrp="1"/>
          </p:cNvSpPr>
          <p:nvPr/>
        </p:nvSpPr>
        <p:spPr>
          <a:xfrm xmlns:a="http://schemas.openxmlformats.org/drawingml/2006/main">
            <a:off x="853647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7" name="Editable chart path">
            <a:extLst xmlns:a="http://schemas.openxmlformats.org/drawingml/2006/main">
              <a:ext uri="{FF2B5EF4-FFF2-40B4-BE49-F238E27FC236}">
                <a16:creationId xmlns:a16="http://schemas.microsoft.com/office/drawing/2014/main" id="{ADDDCBB6-3D95-4868-8845-AD8AE2CCC1B4}"/>
              </a:ext>
            </a:extLst>
          </p:cNvPr>
          <p:cNvSpPr>
            <a:spLocks xmlns:a="http://schemas.openxmlformats.org/drawingml/2006/main" noGrp="1"/>
          </p:cNvSpPr>
          <p:nvPr/>
        </p:nvSpPr>
        <p:spPr>
          <a:xfrm xmlns:a="http://schemas.openxmlformats.org/drawingml/2006/main">
            <a:off x="8598616"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8" name="Editable chart path">
            <a:extLst xmlns:a="http://schemas.openxmlformats.org/drawingml/2006/main">
              <a:ext uri="{FF2B5EF4-FFF2-40B4-BE49-F238E27FC236}">
                <a16:creationId xmlns:a16="http://schemas.microsoft.com/office/drawing/2014/main" id="{B8906518-489A-4562-B198-0DCED933DF58}"/>
              </a:ext>
            </a:extLst>
          </p:cNvPr>
          <p:cNvSpPr>
            <a:spLocks xmlns:a="http://schemas.openxmlformats.org/drawingml/2006/main" noGrp="1"/>
          </p:cNvSpPr>
          <p:nvPr/>
        </p:nvSpPr>
        <p:spPr>
          <a:xfrm xmlns:a="http://schemas.openxmlformats.org/drawingml/2006/main">
            <a:off x="866075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9" name="Editable chart path">
            <a:extLst xmlns:a="http://schemas.openxmlformats.org/drawingml/2006/main">
              <a:ext uri="{FF2B5EF4-FFF2-40B4-BE49-F238E27FC236}">
                <a16:creationId xmlns:a16="http://schemas.microsoft.com/office/drawing/2014/main" id="{8806351C-8105-4008-8A5B-97E69A328E37}"/>
              </a:ext>
            </a:extLst>
          </p:cNvPr>
          <p:cNvSpPr>
            <a:spLocks xmlns:a="http://schemas.openxmlformats.org/drawingml/2006/main" noGrp="1"/>
          </p:cNvSpPr>
          <p:nvPr/>
        </p:nvSpPr>
        <p:spPr>
          <a:xfrm xmlns:a="http://schemas.openxmlformats.org/drawingml/2006/main">
            <a:off x="872289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0" name="Editable chart path">
            <a:extLst xmlns:a="http://schemas.openxmlformats.org/drawingml/2006/main">
              <a:ext uri="{FF2B5EF4-FFF2-40B4-BE49-F238E27FC236}">
                <a16:creationId xmlns:a16="http://schemas.microsoft.com/office/drawing/2014/main" id="{708D6F25-BE75-4EF3-89FB-CA58FE6DA212}"/>
              </a:ext>
            </a:extLst>
          </p:cNvPr>
          <p:cNvSpPr>
            <a:spLocks xmlns:a="http://schemas.openxmlformats.org/drawingml/2006/main" noGrp="1"/>
          </p:cNvSpPr>
          <p:nvPr/>
        </p:nvSpPr>
        <p:spPr>
          <a:xfrm xmlns:a="http://schemas.openxmlformats.org/drawingml/2006/main">
            <a:off x="878502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1" name="Editable chart path">
            <a:extLst xmlns:a="http://schemas.openxmlformats.org/drawingml/2006/main">
              <a:ext uri="{FF2B5EF4-FFF2-40B4-BE49-F238E27FC236}">
                <a16:creationId xmlns:a16="http://schemas.microsoft.com/office/drawing/2014/main" id="{1629B571-288A-4736-8029-154FC7C85CEF}"/>
              </a:ext>
            </a:extLst>
          </p:cNvPr>
          <p:cNvSpPr>
            <a:spLocks xmlns:a="http://schemas.openxmlformats.org/drawingml/2006/main" noGrp="1"/>
          </p:cNvSpPr>
          <p:nvPr/>
        </p:nvSpPr>
        <p:spPr>
          <a:xfrm xmlns:a="http://schemas.openxmlformats.org/drawingml/2006/main">
            <a:off x="8847166"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2" name="Editable chart path">
            <a:extLst xmlns:a="http://schemas.openxmlformats.org/drawingml/2006/main">
              <a:ext uri="{FF2B5EF4-FFF2-40B4-BE49-F238E27FC236}">
                <a16:creationId xmlns:a16="http://schemas.microsoft.com/office/drawing/2014/main" id="{A6EEADC8-31A7-4FE6-AAC4-1A977CE0593A}"/>
              </a:ext>
            </a:extLst>
          </p:cNvPr>
          <p:cNvSpPr>
            <a:spLocks xmlns:a="http://schemas.openxmlformats.org/drawingml/2006/main" noGrp="1"/>
          </p:cNvSpPr>
          <p:nvPr/>
        </p:nvSpPr>
        <p:spPr>
          <a:xfrm xmlns:a="http://schemas.openxmlformats.org/drawingml/2006/main">
            <a:off x="890930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3" name="Editable chart path">
            <a:extLst xmlns:a="http://schemas.openxmlformats.org/drawingml/2006/main">
              <a:ext uri="{FF2B5EF4-FFF2-40B4-BE49-F238E27FC236}">
                <a16:creationId xmlns:a16="http://schemas.microsoft.com/office/drawing/2014/main" id="{7894E2C3-DBCC-464D-B95C-5ED655BBEBCE}"/>
              </a:ext>
            </a:extLst>
          </p:cNvPr>
          <p:cNvSpPr>
            <a:spLocks xmlns:a="http://schemas.openxmlformats.org/drawingml/2006/main" noGrp="1"/>
          </p:cNvSpPr>
          <p:nvPr/>
        </p:nvSpPr>
        <p:spPr>
          <a:xfrm xmlns:a="http://schemas.openxmlformats.org/drawingml/2006/main">
            <a:off x="915785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4" name="Editable chart path">
            <a:extLst xmlns:a="http://schemas.openxmlformats.org/drawingml/2006/main">
              <a:ext uri="{FF2B5EF4-FFF2-40B4-BE49-F238E27FC236}">
                <a16:creationId xmlns:a16="http://schemas.microsoft.com/office/drawing/2014/main" id="{9F18971B-F4FC-4482-B27C-4E1897CD96FD}"/>
              </a:ext>
            </a:extLst>
          </p:cNvPr>
          <p:cNvSpPr>
            <a:spLocks xmlns:a="http://schemas.openxmlformats.org/drawingml/2006/main" noGrp="1"/>
          </p:cNvSpPr>
          <p:nvPr/>
        </p:nvSpPr>
        <p:spPr>
          <a:xfrm xmlns:a="http://schemas.openxmlformats.org/drawingml/2006/main">
            <a:off x="921999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5" name="Editable chart path">
            <a:extLst xmlns:a="http://schemas.openxmlformats.org/drawingml/2006/main">
              <a:ext uri="{FF2B5EF4-FFF2-40B4-BE49-F238E27FC236}">
                <a16:creationId xmlns:a16="http://schemas.microsoft.com/office/drawing/2014/main" id="{ED00E40C-207A-4713-9789-F0C74CA10F80}"/>
              </a:ext>
            </a:extLst>
          </p:cNvPr>
          <p:cNvSpPr>
            <a:spLocks xmlns:a="http://schemas.openxmlformats.org/drawingml/2006/main" noGrp="1"/>
          </p:cNvSpPr>
          <p:nvPr/>
        </p:nvSpPr>
        <p:spPr>
          <a:xfrm xmlns:a="http://schemas.openxmlformats.org/drawingml/2006/main">
            <a:off x="928213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6" name="Editable chart path">
            <a:extLst xmlns:a="http://schemas.openxmlformats.org/drawingml/2006/main">
              <a:ext uri="{FF2B5EF4-FFF2-40B4-BE49-F238E27FC236}">
                <a16:creationId xmlns:a16="http://schemas.microsoft.com/office/drawing/2014/main" id="{455CBF18-30DE-4C48-9A5C-2A5A31722399}"/>
              </a:ext>
            </a:extLst>
          </p:cNvPr>
          <p:cNvSpPr>
            <a:spLocks xmlns:a="http://schemas.openxmlformats.org/drawingml/2006/main" noGrp="1"/>
          </p:cNvSpPr>
          <p:nvPr/>
        </p:nvSpPr>
        <p:spPr>
          <a:xfrm xmlns:a="http://schemas.openxmlformats.org/drawingml/2006/main">
            <a:off x="934426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7" name="Editable chart path">
            <a:extLst xmlns:a="http://schemas.openxmlformats.org/drawingml/2006/main">
              <a:ext uri="{FF2B5EF4-FFF2-40B4-BE49-F238E27FC236}">
                <a16:creationId xmlns:a16="http://schemas.microsoft.com/office/drawing/2014/main" id="{DB4D6AFC-D4E9-4383-A57A-443AEC4F699B}"/>
              </a:ext>
            </a:extLst>
          </p:cNvPr>
          <p:cNvSpPr>
            <a:spLocks xmlns:a="http://schemas.openxmlformats.org/drawingml/2006/main" noGrp="1"/>
          </p:cNvSpPr>
          <p:nvPr/>
        </p:nvSpPr>
        <p:spPr>
          <a:xfrm xmlns:a="http://schemas.openxmlformats.org/drawingml/2006/main">
            <a:off x="940640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8" name="Editable chart path">
            <a:extLst xmlns:a="http://schemas.openxmlformats.org/drawingml/2006/main">
              <a:ext uri="{FF2B5EF4-FFF2-40B4-BE49-F238E27FC236}">
                <a16:creationId xmlns:a16="http://schemas.microsoft.com/office/drawing/2014/main" id="{516D9F73-F3B4-49C5-BCA6-C8A33BC85BFC}"/>
              </a:ext>
            </a:extLst>
          </p:cNvPr>
          <p:cNvSpPr>
            <a:spLocks xmlns:a="http://schemas.openxmlformats.org/drawingml/2006/main" noGrp="1"/>
          </p:cNvSpPr>
          <p:nvPr/>
        </p:nvSpPr>
        <p:spPr>
          <a:xfrm xmlns:a="http://schemas.openxmlformats.org/drawingml/2006/main">
            <a:off x="946854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9" name="Editable chart path">
            <a:extLst xmlns:a="http://schemas.openxmlformats.org/drawingml/2006/main">
              <a:ext uri="{FF2B5EF4-FFF2-40B4-BE49-F238E27FC236}">
                <a16:creationId xmlns:a16="http://schemas.microsoft.com/office/drawing/2014/main" id="{E10763F0-3419-4A03-804B-1EEA98A5AE36}"/>
              </a:ext>
            </a:extLst>
          </p:cNvPr>
          <p:cNvSpPr>
            <a:spLocks xmlns:a="http://schemas.openxmlformats.org/drawingml/2006/main" noGrp="1"/>
          </p:cNvSpPr>
          <p:nvPr/>
        </p:nvSpPr>
        <p:spPr>
          <a:xfrm xmlns:a="http://schemas.openxmlformats.org/drawingml/2006/main">
            <a:off x="6610211"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0" name="Editable chart path">
            <a:extLst xmlns:a="http://schemas.openxmlformats.org/drawingml/2006/main">
              <a:ext uri="{FF2B5EF4-FFF2-40B4-BE49-F238E27FC236}">
                <a16:creationId xmlns:a16="http://schemas.microsoft.com/office/drawing/2014/main" id="{E400C499-D20B-40B2-A90B-7244E2647F1C}"/>
              </a:ext>
            </a:extLst>
          </p:cNvPr>
          <p:cNvSpPr>
            <a:spLocks xmlns:a="http://schemas.openxmlformats.org/drawingml/2006/main" noGrp="1"/>
          </p:cNvSpPr>
          <p:nvPr/>
        </p:nvSpPr>
        <p:spPr>
          <a:xfrm xmlns:a="http://schemas.openxmlformats.org/drawingml/2006/main">
            <a:off x="667234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1" name="Editable chart path">
            <a:extLst xmlns:a="http://schemas.openxmlformats.org/drawingml/2006/main">
              <a:ext uri="{FF2B5EF4-FFF2-40B4-BE49-F238E27FC236}">
                <a16:creationId xmlns:a16="http://schemas.microsoft.com/office/drawing/2014/main" id="{6E88609C-20AA-4653-A4D7-7AB76A1BF9A3}"/>
              </a:ext>
            </a:extLst>
          </p:cNvPr>
          <p:cNvSpPr>
            <a:spLocks xmlns:a="http://schemas.openxmlformats.org/drawingml/2006/main" noGrp="1"/>
          </p:cNvSpPr>
          <p:nvPr/>
        </p:nvSpPr>
        <p:spPr>
          <a:xfrm xmlns:a="http://schemas.openxmlformats.org/drawingml/2006/main">
            <a:off x="673448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2" name="Editable chart path">
            <a:extLst xmlns:a="http://schemas.openxmlformats.org/drawingml/2006/main">
              <a:ext uri="{FF2B5EF4-FFF2-40B4-BE49-F238E27FC236}">
                <a16:creationId xmlns:a16="http://schemas.microsoft.com/office/drawing/2014/main" id="{8B14A79A-FDB9-4ADE-B17F-D907CE51BAF2}"/>
              </a:ext>
            </a:extLst>
          </p:cNvPr>
          <p:cNvSpPr>
            <a:spLocks xmlns:a="http://schemas.openxmlformats.org/drawingml/2006/main" noGrp="1"/>
          </p:cNvSpPr>
          <p:nvPr/>
        </p:nvSpPr>
        <p:spPr>
          <a:xfrm xmlns:a="http://schemas.openxmlformats.org/drawingml/2006/main">
            <a:off x="679662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3" name="Editable chart path">
            <a:extLst xmlns:a="http://schemas.openxmlformats.org/drawingml/2006/main">
              <a:ext uri="{FF2B5EF4-FFF2-40B4-BE49-F238E27FC236}">
                <a16:creationId xmlns:a16="http://schemas.microsoft.com/office/drawing/2014/main" id="{AD5531F5-80B7-4124-818D-759E2C1BE8A5}"/>
              </a:ext>
            </a:extLst>
          </p:cNvPr>
          <p:cNvSpPr>
            <a:spLocks xmlns:a="http://schemas.openxmlformats.org/drawingml/2006/main" noGrp="1"/>
          </p:cNvSpPr>
          <p:nvPr/>
        </p:nvSpPr>
        <p:spPr>
          <a:xfrm xmlns:a="http://schemas.openxmlformats.org/drawingml/2006/main">
            <a:off x="685876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4" name="Editable chart path">
            <a:extLst xmlns:a="http://schemas.openxmlformats.org/drawingml/2006/main">
              <a:ext uri="{FF2B5EF4-FFF2-40B4-BE49-F238E27FC236}">
                <a16:creationId xmlns:a16="http://schemas.microsoft.com/office/drawing/2014/main" id="{0CE2435C-1E13-445A-877A-7B94F4FF8650}"/>
              </a:ext>
            </a:extLst>
          </p:cNvPr>
          <p:cNvSpPr>
            <a:spLocks xmlns:a="http://schemas.openxmlformats.org/drawingml/2006/main" noGrp="1"/>
          </p:cNvSpPr>
          <p:nvPr/>
        </p:nvSpPr>
        <p:spPr>
          <a:xfrm xmlns:a="http://schemas.openxmlformats.org/drawingml/2006/main">
            <a:off x="692090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5" name="Editable chart path">
            <a:extLst xmlns:a="http://schemas.openxmlformats.org/drawingml/2006/main">
              <a:ext uri="{FF2B5EF4-FFF2-40B4-BE49-F238E27FC236}">
                <a16:creationId xmlns:a16="http://schemas.microsoft.com/office/drawing/2014/main" id="{C821AD92-76B0-49CE-A026-739411E440D4}"/>
              </a:ext>
            </a:extLst>
          </p:cNvPr>
          <p:cNvSpPr>
            <a:spLocks xmlns:a="http://schemas.openxmlformats.org/drawingml/2006/main" noGrp="1"/>
          </p:cNvSpPr>
          <p:nvPr/>
        </p:nvSpPr>
        <p:spPr>
          <a:xfrm xmlns:a="http://schemas.openxmlformats.org/drawingml/2006/main">
            <a:off x="698303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6" name="Editable chart path">
            <a:extLst xmlns:a="http://schemas.openxmlformats.org/drawingml/2006/main">
              <a:ext uri="{FF2B5EF4-FFF2-40B4-BE49-F238E27FC236}">
                <a16:creationId xmlns:a16="http://schemas.microsoft.com/office/drawing/2014/main" id="{0BA1D257-D325-4587-BD81-A7186068BDA7}"/>
              </a:ext>
            </a:extLst>
          </p:cNvPr>
          <p:cNvSpPr>
            <a:spLocks xmlns:a="http://schemas.openxmlformats.org/drawingml/2006/main" noGrp="1"/>
          </p:cNvSpPr>
          <p:nvPr/>
        </p:nvSpPr>
        <p:spPr>
          <a:xfrm xmlns:a="http://schemas.openxmlformats.org/drawingml/2006/main">
            <a:off x="704517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7" name="Editable chart path">
            <a:extLst xmlns:a="http://schemas.openxmlformats.org/drawingml/2006/main">
              <a:ext uri="{FF2B5EF4-FFF2-40B4-BE49-F238E27FC236}">
                <a16:creationId xmlns:a16="http://schemas.microsoft.com/office/drawing/2014/main" id="{7C8404CC-DD40-424D-93BC-88039590E684}"/>
              </a:ext>
            </a:extLst>
          </p:cNvPr>
          <p:cNvSpPr>
            <a:spLocks xmlns:a="http://schemas.openxmlformats.org/drawingml/2006/main" noGrp="1"/>
          </p:cNvSpPr>
          <p:nvPr/>
        </p:nvSpPr>
        <p:spPr>
          <a:xfrm xmlns:a="http://schemas.openxmlformats.org/drawingml/2006/main">
            <a:off x="710731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8" name="Editable chart path">
            <a:extLst xmlns:a="http://schemas.openxmlformats.org/drawingml/2006/main">
              <a:ext uri="{FF2B5EF4-FFF2-40B4-BE49-F238E27FC236}">
                <a16:creationId xmlns:a16="http://schemas.microsoft.com/office/drawing/2014/main" id="{52D99AC5-1C69-4EAD-B839-8F4F1D57CB5C}"/>
              </a:ext>
            </a:extLst>
          </p:cNvPr>
          <p:cNvSpPr>
            <a:spLocks xmlns:a="http://schemas.openxmlformats.org/drawingml/2006/main" noGrp="1"/>
          </p:cNvSpPr>
          <p:nvPr/>
        </p:nvSpPr>
        <p:spPr>
          <a:xfrm xmlns:a="http://schemas.openxmlformats.org/drawingml/2006/main">
            <a:off x="716945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9" name="Editable chart path">
            <a:extLst xmlns:a="http://schemas.openxmlformats.org/drawingml/2006/main">
              <a:ext uri="{FF2B5EF4-FFF2-40B4-BE49-F238E27FC236}">
                <a16:creationId xmlns:a16="http://schemas.microsoft.com/office/drawing/2014/main" id="{774DAB00-067F-4AF2-8E18-50998D05F122}"/>
              </a:ext>
            </a:extLst>
          </p:cNvPr>
          <p:cNvSpPr>
            <a:spLocks xmlns:a="http://schemas.openxmlformats.org/drawingml/2006/main" noGrp="1"/>
          </p:cNvSpPr>
          <p:nvPr/>
        </p:nvSpPr>
        <p:spPr>
          <a:xfrm xmlns:a="http://schemas.openxmlformats.org/drawingml/2006/main">
            <a:off x="723158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0" name="Editable chart path">
            <a:extLst xmlns:a="http://schemas.openxmlformats.org/drawingml/2006/main">
              <a:ext uri="{FF2B5EF4-FFF2-40B4-BE49-F238E27FC236}">
                <a16:creationId xmlns:a16="http://schemas.microsoft.com/office/drawing/2014/main" id="{ACA433AE-3C1B-4D02-BBB0-F9090B17B616}"/>
              </a:ext>
            </a:extLst>
          </p:cNvPr>
          <p:cNvSpPr>
            <a:spLocks xmlns:a="http://schemas.openxmlformats.org/drawingml/2006/main" noGrp="1"/>
          </p:cNvSpPr>
          <p:nvPr/>
        </p:nvSpPr>
        <p:spPr>
          <a:xfrm xmlns:a="http://schemas.openxmlformats.org/drawingml/2006/main">
            <a:off x="729372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1" name="Editable chart path">
            <a:extLst xmlns:a="http://schemas.openxmlformats.org/drawingml/2006/main">
              <a:ext uri="{FF2B5EF4-FFF2-40B4-BE49-F238E27FC236}">
                <a16:creationId xmlns:a16="http://schemas.microsoft.com/office/drawing/2014/main" id="{BD7F25B2-F1EB-4C08-9B04-33CCD44736DD}"/>
              </a:ext>
            </a:extLst>
          </p:cNvPr>
          <p:cNvSpPr>
            <a:spLocks xmlns:a="http://schemas.openxmlformats.org/drawingml/2006/main" noGrp="1"/>
          </p:cNvSpPr>
          <p:nvPr/>
        </p:nvSpPr>
        <p:spPr>
          <a:xfrm xmlns:a="http://schemas.openxmlformats.org/drawingml/2006/main">
            <a:off x="735586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2" name="Editable chart path">
            <a:extLst xmlns:a="http://schemas.openxmlformats.org/drawingml/2006/main">
              <a:ext uri="{FF2B5EF4-FFF2-40B4-BE49-F238E27FC236}">
                <a16:creationId xmlns:a16="http://schemas.microsoft.com/office/drawing/2014/main" id="{F4966066-D9D3-4997-8FAC-2F19EC325972}"/>
              </a:ext>
            </a:extLst>
          </p:cNvPr>
          <p:cNvSpPr>
            <a:spLocks xmlns:a="http://schemas.openxmlformats.org/drawingml/2006/main" noGrp="1"/>
          </p:cNvSpPr>
          <p:nvPr/>
        </p:nvSpPr>
        <p:spPr>
          <a:xfrm xmlns:a="http://schemas.openxmlformats.org/drawingml/2006/main">
            <a:off x="7418001"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3" name="Editable chart path">
            <a:extLst xmlns:a="http://schemas.openxmlformats.org/drawingml/2006/main">
              <a:ext uri="{FF2B5EF4-FFF2-40B4-BE49-F238E27FC236}">
                <a16:creationId xmlns:a16="http://schemas.microsoft.com/office/drawing/2014/main" id="{2BA2ACC9-8AD5-41B4-BB86-57AD3E5220D1}"/>
              </a:ext>
            </a:extLst>
          </p:cNvPr>
          <p:cNvSpPr>
            <a:spLocks xmlns:a="http://schemas.openxmlformats.org/drawingml/2006/main" noGrp="1"/>
          </p:cNvSpPr>
          <p:nvPr/>
        </p:nvSpPr>
        <p:spPr>
          <a:xfrm xmlns:a="http://schemas.openxmlformats.org/drawingml/2006/main">
            <a:off x="748013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4" name="Editable chart path">
            <a:extLst xmlns:a="http://schemas.openxmlformats.org/drawingml/2006/main">
              <a:ext uri="{FF2B5EF4-FFF2-40B4-BE49-F238E27FC236}">
                <a16:creationId xmlns:a16="http://schemas.microsoft.com/office/drawing/2014/main" id="{F3182F29-2B28-4366-9B9F-3073BA621E70}"/>
              </a:ext>
            </a:extLst>
          </p:cNvPr>
          <p:cNvSpPr>
            <a:spLocks xmlns:a="http://schemas.openxmlformats.org/drawingml/2006/main" noGrp="1"/>
          </p:cNvSpPr>
          <p:nvPr/>
        </p:nvSpPr>
        <p:spPr>
          <a:xfrm xmlns:a="http://schemas.openxmlformats.org/drawingml/2006/main">
            <a:off x="7542276"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5" name="Editable chart path">
            <a:extLst xmlns:a="http://schemas.openxmlformats.org/drawingml/2006/main">
              <a:ext uri="{FF2B5EF4-FFF2-40B4-BE49-F238E27FC236}">
                <a16:creationId xmlns:a16="http://schemas.microsoft.com/office/drawing/2014/main" id="{6D408AF2-28A9-4306-BAD9-B40C1AAC9893}"/>
              </a:ext>
            </a:extLst>
          </p:cNvPr>
          <p:cNvSpPr>
            <a:spLocks xmlns:a="http://schemas.openxmlformats.org/drawingml/2006/main" noGrp="1"/>
          </p:cNvSpPr>
          <p:nvPr/>
        </p:nvSpPr>
        <p:spPr>
          <a:xfrm xmlns:a="http://schemas.openxmlformats.org/drawingml/2006/main">
            <a:off x="760441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6" name="Editable chart path">
            <a:extLst xmlns:a="http://schemas.openxmlformats.org/drawingml/2006/main">
              <a:ext uri="{FF2B5EF4-FFF2-40B4-BE49-F238E27FC236}">
                <a16:creationId xmlns:a16="http://schemas.microsoft.com/office/drawing/2014/main" id="{1A64F882-4BAD-4D64-83B2-E5DDC39C8FB0}"/>
              </a:ext>
            </a:extLst>
          </p:cNvPr>
          <p:cNvSpPr>
            <a:spLocks xmlns:a="http://schemas.openxmlformats.org/drawingml/2006/main" noGrp="1"/>
          </p:cNvSpPr>
          <p:nvPr/>
        </p:nvSpPr>
        <p:spPr>
          <a:xfrm xmlns:a="http://schemas.openxmlformats.org/drawingml/2006/main">
            <a:off x="7666551"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7" name="Editable chart path">
            <a:extLst xmlns:a="http://schemas.openxmlformats.org/drawingml/2006/main">
              <a:ext uri="{FF2B5EF4-FFF2-40B4-BE49-F238E27FC236}">
                <a16:creationId xmlns:a16="http://schemas.microsoft.com/office/drawing/2014/main" id="{89B55971-CB70-4CAB-B778-F50BEC8D5D82}"/>
              </a:ext>
            </a:extLst>
          </p:cNvPr>
          <p:cNvSpPr>
            <a:spLocks xmlns:a="http://schemas.openxmlformats.org/drawingml/2006/main" noGrp="1"/>
          </p:cNvSpPr>
          <p:nvPr/>
        </p:nvSpPr>
        <p:spPr>
          <a:xfrm xmlns:a="http://schemas.openxmlformats.org/drawingml/2006/main">
            <a:off x="772868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8" name="Editable chart path">
            <a:extLst xmlns:a="http://schemas.openxmlformats.org/drawingml/2006/main">
              <a:ext uri="{FF2B5EF4-FFF2-40B4-BE49-F238E27FC236}">
                <a16:creationId xmlns:a16="http://schemas.microsoft.com/office/drawing/2014/main" id="{F636226E-3596-4037-8DAA-3CD3120FF29C}"/>
              </a:ext>
            </a:extLst>
          </p:cNvPr>
          <p:cNvSpPr>
            <a:spLocks xmlns:a="http://schemas.openxmlformats.org/drawingml/2006/main" noGrp="1"/>
          </p:cNvSpPr>
          <p:nvPr/>
        </p:nvSpPr>
        <p:spPr>
          <a:xfrm xmlns:a="http://schemas.openxmlformats.org/drawingml/2006/main">
            <a:off x="779082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9" name="Editable chart path">
            <a:extLst xmlns:a="http://schemas.openxmlformats.org/drawingml/2006/main">
              <a:ext uri="{FF2B5EF4-FFF2-40B4-BE49-F238E27FC236}">
                <a16:creationId xmlns:a16="http://schemas.microsoft.com/office/drawing/2014/main" id="{FFF3D1BF-514B-4770-8FD1-F6D2CF8545C3}"/>
              </a:ext>
            </a:extLst>
          </p:cNvPr>
          <p:cNvSpPr>
            <a:spLocks xmlns:a="http://schemas.openxmlformats.org/drawingml/2006/main" noGrp="1"/>
          </p:cNvSpPr>
          <p:nvPr/>
        </p:nvSpPr>
        <p:spPr>
          <a:xfrm xmlns:a="http://schemas.openxmlformats.org/drawingml/2006/main">
            <a:off x="785296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0" name="Editable chart path">
            <a:extLst xmlns:a="http://schemas.openxmlformats.org/drawingml/2006/main">
              <a:ext uri="{FF2B5EF4-FFF2-40B4-BE49-F238E27FC236}">
                <a16:creationId xmlns:a16="http://schemas.microsoft.com/office/drawing/2014/main" id="{5FFF2188-B245-4E3C-84CB-AF57B528B35E}"/>
              </a:ext>
            </a:extLst>
          </p:cNvPr>
          <p:cNvSpPr>
            <a:spLocks xmlns:a="http://schemas.openxmlformats.org/drawingml/2006/main" noGrp="1"/>
          </p:cNvSpPr>
          <p:nvPr/>
        </p:nvSpPr>
        <p:spPr>
          <a:xfrm xmlns:a="http://schemas.openxmlformats.org/drawingml/2006/main">
            <a:off x="791510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1" name="Editable chart path">
            <a:extLst xmlns:a="http://schemas.openxmlformats.org/drawingml/2006/main">
              <a:ext uri="{FF2B5EF4-FFF2-40B4-BE49-F238E27FC236}">
                <a16:creationId xmlns:a16="http://schemas.microsoft.com/office/drawing/2014/main" id="{3DC90522-DA4D-4BC8-ABD1-76E73895C3AA}"/>
              </a:ext>
            </a:extLst>
          </p:cNvPr>
          <p:cNvSpPr>
            <a:spLocks xmlns:a="http://schemas.openxmlformats.org/drawingml/2006/main" noGrp="1"/>
          </p:cNvSpPr>
          <p:nvPr/>
        </p:nvSpPr>
        <p:spPr>
          <a:xfrm xmlns:a="http://schemas.openxmlformats.org/drawingml/2006/main">
            <a:off x="797723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2" name="Editable chart path">
            <a:extLst xmlns:a="http://schemas.openxmlformats.org/drawingml/2006/main">
              <a:ext uri="{FF2B5EF4-FFF2-40B4-BE49-F238E27FC236}">
                <a16:creationId xmlns:a16="http://schemas.microsoft.com/office/drawing/2014/main" id="{EF801C24-EB9E-4CFE-9FC9-62BAB2596748}"/>
              </a:ext>
            </a:extLst>
          </p:cNvPr>
          <p:cNvSpPr>
            <a:spLocks xmlns:a="http://schemas.openxmlformats.org/drawingml/2006/main" noGrp="1"/>
          </p:cNvSpPr>
          <p:nvPr/>
        </p:nvSpPr>
        <p:spPr>
          <a:xfrm xmlns:a="http://schemas.openxmlformats.org/drawingml/2006/main">
            <a:off x="803937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3" name="Editable chart path">
            <a:extLst xmlns:a="http://schemas.openxmlformats.org/drawingml/2006/main">
              <a:ext uri="{FF2B5EF4-FFF2-40B4-BE49-F238E27FC236}">
                <a16:creationId xmlns:a16="http://schemas.microsoft.com/office/drawing/2014/main" id="{03DB12B6-7506-4BB8-91D4-9693974FA2D3}"/>
              </a:ext>
            </a:extLst>
          </p:cNvPr>
          <p:cNvSpPr>
            <a:spLocks xmlns:a="http://schemas.openxmlformats.org/drawingml/2006/main" noGrp="1"/>
          </p:cNvSpPr>
          <p:nvPr/>
        </p:nvSpPr>
        <p:spPr>
          <a:xfrm xmlns:a="http://schemas.openxmlformats.org/drawingml/2006/main">
            <a:off x="810151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4" name="Editable chart path">
            <a:extLst xmlns:a="http://schemas.openxmlformats.org/drawingml/2006/main">
              <a:ext uri="{FF2B5EF4-FFF2-40B4-BE49-F238E27FC236}">
                <a16:creationId xmlns:a16="http://schemas.microsoft.com/office/drawing/2014/main" id="{F5B2235F-B3DD-4983-9463-444985CFBE6C}"/>
              </a:ext>
            </a:extLst>
          </p:cNvPr>
          <p:cNvSpPr>
            <a:spLocks xmlns:a="http://schemas.openxmlformats.org/drawingml/2006/main" noGrp="1"/>
          </p:cNvSpPr>
          <p:nvPr/>
        </p:nvSpPr>
        <p:spPr>
          <a:xfrm xmlns:a="http://schemas.openxmlformats.org/drawingml/2006/main">
            <a:off x="816365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5" name="Editable chart path">
            <a:extLst xmlns:a="http://schemas.openxmlformats.org/drawingml/2006/main">
              <a:ext uri="{FF2B5EF4-FFF2-40B4-BE49-F238E27FC236}">
                <a16:creationId xmlns:a16="http://schemas.microsoft.com/office/drawing/2014/main" id="{80FF7451-556E-4DB2-AB17-7D1206456AEF}"/>
              </a:ext>
            </a:extLst>
          </p:cNvPr>
          <p:cNvSpPr>
            <a:spLocks xmlns:a="http://schemas.openxmlformats.org/drawingml/2006/main" noGrp="1"/>
          </p:cNvSpPr>
          <p:nvPr/>
        </p:nvSpPr>
        <p:spPr>
          <a:xfrm xmlns:a="http://schemas.openxmlformats.org/drawingml/2006/main">
            <a:off x="822579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6" name="Editable chart path">
            <a:extLst xmlns:a="http://schemas.openxmlformats.org/drawingml/2006/main">
              <a:ext uri="{FF2B5EF4-FFF2-40B4-BE49-F238E27FC236}">
                <a16:creationId xmlns:a16="http://schemas.microsoft.com/office/drawing/2014/main" id="{167968A3-3D9E-4040-A01F-6532E3A563CE}"/>
              </a:ext>
            </a:extLst>
          </p:cNvPr>
          <p:cNvSpPr>
            <a:spLocks xmlns:a="http://schemas.openxmlformats.org/drawingml/2006/main" noGrp="1"/>
          </p:cNvSpPr>
          <p:nvPr/>
        </p:nvSpPr>
        <p:spPr>
          <a:xfrm xmlns:a="http://schemas.openxmlformats.org/drawingml/2006/main">
            <a:off x="828792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7" name="Editable chart path">
            <a:extLst xmlns:a="http://schemas.openxmlformats.org/drawingml/2006/main">
              <a:ext uri="{FF2B5EF4-FFF2-40B4-BE49-F238E27FC236}">
                <a16:creationId xmlns:a16="http://schemas.microsoft.com/office/drawing/2014/main" id="{2E6D07C8-F99F-43DC-966C-A252735E9D96}"/>
              </a:ext>
            </a:extLst>
          </p:cNvPr>
          <p:cNvSpPr>
            <a:spLocks xmlns:a="http://schemas.openxmlformats.org/drawingml/2006/main" noGrp="1"/>
          </p:cNvSpPr>
          <p:nvPr/>
        </p:nvSpPr>
        <p:spPr>
          <a:xfrm xmlns:a="http://schemas.openxmlformats.org/drawingml/2006/main">
            <a:off x="835006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8" name="Editable chart path">
            <a:extLst xmlns:a="http://schemas.openxmlformats.org/drawingml/2006/main">
              <a:ext uri="{FF2B5EF4-FFF2-40B4-BE49-F238E27FC236}">
                <a16:creationId xmlns:a16="http://schemas.microsoft.com/office/drawing/2014/main" id="{C71821F3-8CAF-44DE-B05E-D62C4BE9B415}"/>
              </a:ext>
            </a:extLst>
          </p:cNvPr>
          <p:cNvSpPr>
            <a:spLocks xmlns:a="http://schemas.openxmlformats.org/drawingml/2006/main" noGrp="1"/>
          </p:cNvSpPr>
          <p:nvPr/>
        </p:nvSpPr>
        <p:spPr>
          <a:xfrm xmlns:a="http://schemas.openxmlformats.org/drawingml/2006/main">
            <a:off x="841220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9" name="Editable chart path">
            <a:extLst xmlns:a="http://schemas.openxmlformats.org/drawingml/2006/main">
              <a:ext uri="{FF2B5EF4-FFF2-40B4-BE49-F238E27FC236}">
                <a16:creationId xmlns:a16="http://schemas.microsoft.com/office/drawing/2014/main" id="{A98FD1C9-E8AC-481F-A834-63C4F1710206}"/>
              </a:ext>
            </a:extLst>
          </p:cNvPr>
          <p:cNvSpPr>
            <a:spLocks xmlns:a="http://schemas.openxmlformats.org/drawingml/2006/main" noGrp="1"/>
          </p:cNvSpPr>
          <p:nvPr/>
        </p:nvSpPr>
        <p:spPr>
          <a:xfrm xmlns:a="http://schemas.openxmlformats.org/drawingml/2006/main">
            <a:off x="8474341"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0" name="Editable chart path">
            <a:extLst xmlns:a="http://schemas.openxmlformats.org/drawingml/2006/main">
              <a:ext uri="{FF2B5EF4-FFF2-40B4-BE49-F238E27FC236}">
                <a16:creationId xmlns:a16="http://schemas.microsoft.com/office/drawing/2014/main" id="{5875C37C-5729-4F80-BB99-B1B782804860}"/>
              </a:ext>
            </a:extLst>
          </p:cNvPr>
          <p:cNvSpPr>
            <a:spLocks xmlns:a="http://schemas.openxmlformats.org/drawingml/2006/main" noGrp="1"/>
          </p:cNvSpPr>
          <p:nvPr/>
        </p:nvSpPr>
        <p:spPr>
          <a:xfrm xmlns:a="http://schemas.openxmlformats.org/drawingml/2006/main">
            <a:off x="853647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1" name="Editable chart path">
            <a:extLst xmlns:a="http://schemas.openxmlformats.org/drawingml/2006/main">
              <a:ext uri="{FF2B5EF4-FFF2-40B4-BE49-F238E27FC236}">
                <a16:creationId xmlns:a16="http://schemas.microsoft.com/office/drawing/2014/main" id="{D20E8BAF-5B09-46AB-8F13-FACA688FA3EE}"/>
              </a:ext>
            </a:extLst>
          </p:cNvPr>
          <p:cNvSpPr>
            <a:spLocks xmlns:a="http://schemas.openxmlformats.org/drawingml/2006/main" noGrp="1"/>
          </p:cNvSpPr>
          <p:nvPr/>
        </p:nvSpPr>
        <p:spPr>
          <a:xfrm xmlns:a="http://schemas.openxmlformats.org/drawingml/2006/main">
            <a:off x="878502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2" name="Editable chart path">
            <a:extLst xmlns:a="http://schemas.openxmlformats.org/drawingml/2006/main">
              <a:ext uri="{FF2B5EF4-FFF2-40B4-BE49-F238E27FC236}">
                <a16:creationId xmlns:a16="http://schemas.microsoft.com/office/drawing/2014/main" id="{EFF9AA9E-D3DB-4403-9AE7-360EFE9482B5}"/>
              </a:ext>
            </a:extLst>
          </p:cNvPr>
          <p:cNvSpPr>
            <a:spLocks xmlns:a="http://schemas.openxmlformats.org/drawingml/2006/main" noGrp="1"/>
          </p:cNvSpPr>
          <p:nvPr/>
        </p:nvSpPr>
        <p:spPr>
          <a:xfrm xmlns:a="http://schemas.openxmlformats.org/drawingml/2006/main">
            <a:off x="8847166"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3" name="Editable chart path">
            <a:extLst xmlns:a="http://schemas.openxmlformats.org/drawingml/2006/main">
              <a:ext uri="{FF2B5EF4-FFF2-40B4-BE49-F238E27FC236}">
                <a16:creationId xmlns:a16="http://schemas.microsoft.com/office/drawing/2014/main" id="{5E8F7252-9CDF-4C1D-A1F9-D50854D47F99}"/>
              </a:ext>
            </a:extLst>
          </p:cNvPr>
          <p:cNvSpPr>
            <a:spLocks xmlns:a="http://schemas.openxmlformats.org/drawingml/2006/main" noGrp="1"/>
          </p:cNvSpPr>
          <p:nvPr/>
        </p:nvSpPr>
        <p:spPr>
          <a:xfrm xmlns:a="http://schemas.openxmlformats.org/drawingml/2006/main">
            <a:off x="890930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4" name="Editable chart path">
            <a:extLst xmlns:a="http://schemas.openxmlformats.org/drawingml/2006/main">
              <a:ext uri="{FF2B5EF4-FFF2-40B4-BE49-F238E27FC236}">
                <a16:creationId xmlns:a16="http://schemas.microsoft.com/office/drawing/2014/main" id="{B6F2D01B-7C79-45B8-98CF-69C18951E3C7}"/>
              </a:ext>
            </a:extLst>
          </p:cNvPr>
          <p:cNvSpPr>
            <a:spLocks xmlns:a="http://schemas.openxmlformats.org/drawingml/2006/main" noGrp="1"/>
          </p:cNvSpPr>
          <p:nvPr/>
        </p:nvSpPr>
        <p:spPr>
          <a:xfrm xmlns:a="http://schemas.openxmlformats.org/drawingml/2006/main">
            <a:off x="909571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5" name="Editable chart path">
            <a:extLst xmlns:a="http://schemas.openxmlformats.org/drawingml/2006/main">
              <a:ext uri="{FF2B5EF4-FFF2-40B4-BE49-F238E27FC236}">
                <a16:creationId xmlns:a16="http://schemas.microsoft.com/office/drawing/2014/main" id="{62162908-8DA4-412F-B6D8-18C406BF42CE}"/>
              </a:ext>
            </a:extLst>
          </p:cNvPr>
          <p:cNvSpPr>
            <a:spLocks xmlns:a="http://schemas.openxmlformats.org/drawingml/2006/main" noGrp="1"/>
          </p:cNvSpPr>
          <p:nvPr/>
        </p:nvSpPr>
        <p:spPr>
          <a:xfrm xmlns:a="http://schemas.openxmlformats.org/drawingml/2006/main">
            <a:off x="915785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6" name="Editable chart path">
            <a:extLst xmlns:a="http://schemas.openxmlformats.org/drawingml/2006/main">
              <a:ext uri="{FF2B5EF4-FFF2-40B4-BE49-F238E27FC236}">
                <a16:creationId xmlns:a16="http://schemas.microsoft.com/office/drawing/2014/main" id="{F3C219D6-83E2-4AE3-86D6-B55E4FB7994A}"/>
              </a:ext>
            </a:extLst>
          </p:cNvPr>
          <p:cNvSpPr>
            <a:spLocks xmlns:a="http://schemas.openxmlformats.org/drawingml/2006/main" noGrp="1"/>
          </p:cNvSpPr>
          <p:nvPr/>
        </p:nvSpPr>
        <p:spPr>
          <a:xfrm xmlns:a="http://schemas.openxmlformats.org/drawingml/2006/main">
            <a:off x="921999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7" name="Editable chart path">
            <a:extLst xmlns:a="http://schemas.openxmlformats.org/drawingml/2006/main">
              <a:ext uri="{FF2B5EF4-FFF2-40B4-BE49-F238E27FC236}">
                <a16:creationId xmlns:a16="http://schemas.microsoft.com/office/drawing/2014/main" id="{9A85DC09-C7F3-4FF9-910C-B4A61DBB7CD1}"/>
              </a:ext>
            </a:extLst>
          </p:cNvPr>
          <p:cNvSpPr>
            <a:spLocks xmlns:a="http://schemas.openxmlformats.org/drawingml/2006/main" noGrp="1"/>
          </p:cNvSpPr>
          <p:nvPr/>
        </p:nvSpPr>
        <p:spPr>
          <a:xfrm xmlns:a="http://schemas.openxmlformats.org/drawingml/2006/main">
            <a:off x="928213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8" name="Editable chart path">
            <a:extLst xmlns:a="http://schemas.openxmlformats.org/drawingml/2006/main">
              <a:ext uri="{FF2B5EF4-FFF2-40B4-BE49-F238E27FC236}">
                <a16:creationId xmlns:a16="http://schemas.microsoft.com/office/drawing/2014/main" id="{CE089A3A-0B9C-4736-AC54-FEED9A787F8B}"/>
              </a:ext>
            </a:extLst>
          </p:cNvPr>
          <p:cNvSpPr>
            <a:spLocks xmlns:a="http://schemas.openxmlformats.org/drawingml/2006/main" noGrp="1"/>
          </p:cNvSpPr>
          <p:nvPr/>
        </p:nvSpPr>
        <p:spPr>
          <a:xfrm xmlns:a="http://schemas.openxmlformats.org/drawingml/2006/main">
            <a:off x="934426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9" name="Editable chart path">
            <a:extLst xmlns:a="http://schemas.openxmlformats.org/drawingml/2006/main">
              <a:ext uri="{FF2B5EF4-FFF2-40B4-BE49-F238E27FC236}">
                <a16:creationId xmlns:a16="http://schemas.microsoft.com/office/drawing/2014/main" id="{8F255475-B510-4013-84BC-36D9DC47ED02}"/>
              </a:ext>
            </a:extLst>
          </p:cNvPr>
          <p:cNvSpPr>
            <a:spLocks xmlns:a="http://schemas.openxmlformats.org/drawingml/2006/main" noGrp="1"/>
          </p:cNvSpPr>
          <p:nvPr/>
        </p:nvSpPr>
        <p:spPr>
          <a:xfrm xmlns:a="http://schemas.openxmlformats.org/drawingml/2006/main">
            <a:off x="940640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0" name="Editable chart path">
            <a:extLst xmlns:a="http://schemas.openxmlformats.org/drawingml/2006/main">
              <a:ext uri="{FF2B5EF4-FFF2-40B4-BE49-F238E27FC236}">
                <a16:creationId xmlns:a16="http://schemas.microsoft.com/office/drawing/2014/main" id="{4C78A5E9-B501-4E1D-B196-FA951411F593}"/>
              </a:ext>
            </a:extLst>
          </p:cNvPr>
          <p:cNvSpPr>
            <a:spLocks xmlns:a="http://schemas.openxmlformats.org/drawingml/2006/main" noGrp="1"/>
          </p:cNvSpPr>
          <p:nvPr/>
        </p:nvSpPr>
        <p:spPr>
          <a:xfrm xmlns:a="http://schemas.openxmlformats.org/drawingml/2006/main">
            <a:off x="946854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1" name="Editable chart path">
            <a:extLst xmlns:a="http://schemas.openxmlformats.org/drawingml/2006/main">
              <a:ext uri="{FF2B5EF4-FFF2-40B4-BE49-F238E27FC236}">
                <a16:creationId xmlns:a16="http://schemas.microsoft.com/office/drawing/2014/main" id="{04AA00EE-1499-4B31-B06B-487F76CC59CD}"/>
              </a:ext>
            </a:extLst>
          </p:cNvPr>
          <p:cNvSpPr>
            <a:spLocks xmlns:a="http://schemas.openxmlformats.org/drawingml/2006/main" noGrp="1"/>
          </p:cNvSpPr>
          <p:nvPr/>
        </p:nvSpPr>
        <p:spPr>
          <a:xfrm xmlns:a="http://schemas.openxmlformats.org/drawingml/2006/main">
            <a:off x="661021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2" name="Editable chart path">
            <a:extLst xmlns:a="http://schemas.openxmlformats.org/drawingml/2006/main">
              <a:ext uri="{FF2B5EF4-FFF2-40B4-BE49-F238E27FC236}">
                <a16:creationId xmlns:a16="http://schemas.microsoft.com/office/drawing/2014/main" id="{C2512590-ECBD-4432-8C8B-4F09365BB3EA}"/>
              </a:ext>
            </a:extLst>
          </p:cNvPr>
          <p:cNvSpPr>
            <a:spLocks xmlns:a="http://schemas.openxmlformats.org/drawingml/2006/main" noGrp="1"/>
          </p:cNvSpPr>
          <p:nvPr/>
        </p:nvSpPr>
        <p:spPr>
          <a:xfrm xmlns:a="http://schemas.openxmlformats.org/drawingml/2006/main">
            <a:off x="6672349"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3" name="Editable chart path">
            <a:extLst xmlns:a="http://schemas.openxmlformats.org/drawingml/2006/main">
              <a:ext uri="{FF2B5EF4-FFF2-40B4-BE49-F238E27FC236}">
                <a16:creationId xmlns:a16="http://schemas.microsoft.com/office/drawing/2014/main" id="{7247EE68-5D0F-4CAB-8AA1-2D824878AE04}"/>
              </a:ext>
            </a:extLst>
          </p:cNvPr>
          <p:cNvSpPr>
            <a:spLocks xmlns:a="http://schemas.openxmlformats.org/drawingml/2006/main" noGrp="1"/>
          </p:cNvSpPr>
          <p:nvPr/>
        </p:nvSpPr>
        <p:spPr>
          <a:xfrm xmlns:a="http://schemas.openxmlformats.org/drawingml/2006/main">
            <a:off x="673448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4" name="Editable chart path">
            <a:extLst xmlns:a="http://schemas.openxmlformats.org/drawingml/2006/main">
              <a:ext uri="{FF2B5EF4-FFF2-40B4-BE49-F238E27FC236}">
                <a16:creationId xmlns:a16="http://schemas.microsoft.com/office/drawing/2014/main" id="{9945C635-2B75-426E-8CEB-65D0DD3A9228}"/>
              </a:ext>
            </a:extLst>
          </p:cNvPr>
          <p:cNvSpPr>
            <a:spLocks xmlns:a="http://schemas.openxmlformats.org/drawingml/2006/main" noGrp="1"/>
          </p:cNvSpPr>
          <p:nvPr/>
        </p:nvSpPr>
        <p:spPr>
          <a:xfrm xmlns:a="http://schemas.openxmlformats.org/drawingml/2006/main">
            <a:off x="6796624"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5" name="Editable chart path">
            <a:extLst xmlns:a="http://schemas.openxmlformats.org/drawingml/2006/main">
              <a:ext uri="{FF2B5EF4-FFF2-40B4-BE49-F238E27FC236}">
                <a16:creationId xmlns:a16="http://schemas.microsoft.com/office/drawing/2014/main" id="{04ED5785-4C8F-4485-8FB8-24027066E981}"/>
              </a:ext>
            </a:extLst>
          </p:cNvPr>
          <p:cNvSpPr>
            <a:spLocks xmlns:a="http://schemas.openxmlformats.org/drawingml/2006/main" noGrp="1"/>
          </p:cNvSpPr>
          <p:nvPr/>
        </p:nvSpPr>
        <p:spPr>
          <a:xfrm xmlns:a="http://schemas.openxmlformats.org/drawingml/2006/main">
            <a:off x="685876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6" name="Editable chart path">
            <a:extLst xmlns:a="http://schemas.openxmlformats.org/drawingml/2006/main">
              <a:ext uri="{FF2B5EF4-FFF2-40B4-BE49-F238E27FC236}">
                <a16:creationId xmlns:a16="http://schemas.microsoft.com/office/drawing/2014/main" id="{08E46752-4358-41F8-8342-3B576B5169CE}"/>
              </a:ext>
            </a:extLst>
          </p:cNvPr>
          <p:cNvSpPr>
            <a:spLocks xmlns:a="http://schemas.openxmlformats.org/drawingml/2006/main" noGrp="1"/>
          </p:cNvSpPr>
          <p:nvPr/>
        </p:nvSpPr>
        <p:spPr>
          <a:xfrm xmlns:a="http://schemas.openxmlformats.org/drawingml/2006/main">
            <a:off x="692090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7" name="Editable chart path">
            <a:extLst xmlns:a="http://schemas.openxmlformats.org/drawingml/2006/main">
              <a:ext uri="{FF2B5EF4-FFF2-40B4-BE49-F238E27FC236}">
                <a16:creationId xmlns:a16="http://schemas.microsoft.com/office/drawing/2014/main" id="{DF3BD56C-65CA-4635-9FF5-3B9673BE5A8A}"/>
              </a:ext>
            </a:extLst>
          </p:cNvPr>
          <p:cNvSpPr>
            <a:spLocks xmlns:a="http://schemas.openxmlformats.org/drawingml/2006/main" noGrp="1"/>
          </p:cNvSpPr>
          <p:nvPr/>
        </p:nvSpPr>
        <p:spPr>
          <a:xfrm xmlns:a="http://schemas.openxmlformats.org/drawingml/2006/main">
            <a:off x="698303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8" name="Editable chart path">
            <a:extLst xmlns:a="http://schemas.openxmlformats.org/drawingml/2006/main">
              <a:ext uri="{FF2B5EF4-FFF2-40B4-BE49-F238E27FC236}">
                <a16:creationId xmlns:a16="http://schemas.microsoft.com/office/drawing/2014/main" id="{7A4263AB-67D3-4C9D-84F9-AE66F810E1B6}"/>
              </a:ext>
            </a:extLst>
          </p:cNvPr>
          <p:cNvSpPr>
            <a:spLocks xmlns:a="http://schemas.openxmlformats.org/drawingml/2006/main" noGrp="1"/>
          </p:cNvSpPr>
          <p:nvPr/>
        </p:nvSpPr>
        <p:spPr>
          <a:xfrm xmlns:a="http://schemas.openxmlformats.org/drawingml/2006/main">
            <a:off x="704517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9" name="Editable chart path">
            <a:extLst xmlns:a="http://schemas.openxmlformats.org/drawingml/2006/main">
              <a:ext uri="{FF2B5EF4-FFF2-40B4-BE49-F238E27FC236}">
                <a16:creationId xmlns:a16="http://schemas.microsoft.com/office/drawing/2014/main" id="{F4CB4D80-EABB-44DF-8921-D4EEB9F3F200}"/>
              </a:ext>
            </a:extLst>
          </p:cNvPr>
          <p:cNvSpPr>
            <a:spLocks xmlns:a="http://schemas.openxmlformats.org/drawingml/2006/main" noGrp="1"/>
          </p:cNvSpPr>
          <p:nvPr/>
        </p:nvSpPr>
        <p:spPr>
          <a:xfrm xmlns:a="http://schemas.openxmlformats.org/drawingml/2006/main">
            <a:off x="7107313"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0" name="Editable chart path">
            <a:extLst xmlns:a="http://schemas.openxmlformats.org/drawingml/2006/main">
              <a:ext uri="{FF2B5EF4-FFF2-40B4-BE49-F238E27FC236}">
                <a16:creationId xmlns:a16="http://schemas.microsoft.com/office/drawing/2014/main" id="{2C77D56F-5292-4630-8EC5-00ADF9289AA0}"/>
              </a:ext>
            </a:extLst>
          </p:cNvPr>
          <p:cNvSpPr>
            <a:spLocks xmlns:a="http://schemas.openxmlformats.org/drawingml/2006/main" noGrp="1"/>
          </p:cNvSpPr>
          <p:nvPr/>
        </p:nvSpPr>
        <p:spPr>
          <a:xfrm xmlns:a="http://schemas.openxmlformats.org/drawingml/2006/main">
            <a:off x="716945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1" name="Editable chart path">
            <a:extLst xmlns:a="http://schemas.openxmlformats.org/drawingml/2006/main">
              <a:ext uri="{FF2B5EF4-FFF2-40B4-BE49-F238E27FC236}">
                <a16:creationId xmlns:a16="http://schemas.microsoft.com/office/drawing/2014/main" id="{EFAAE669-5A16-4C1D-901F-5C76C9371E32}"/>
              </a:ext>
            </a:extLst>
          </p:cNvPr>
          <p:cNvSpPr>
            <a:spLocks xmlns:a="http://schemas.openxmlformats.org/drawingml/2006/main" noGrp="1"/>
          </p:cNvSpPr>
          <p:nvPr/>
        </p:nvSpPr>
        <p:spPr>
          <a:xfrm xmlns:a="http://schemas.openxmlformats.org/drawingml/2006/main">
            <a:off x="723158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2" name="Editable chart path">
            <a:extLst xmlns:a="http://schemas.openxmlformats.org/drawingml/2006/main">
              <a:ext uri="{FF2B5EF4-FFF2-40B4-BE49-F238E27FC236}">
                <a16:creationId xmlns:a16="http://schemas.microsoft.com/office/drawing/2014/main" id="{BF94EC5C-3730-493E-BC46-54EE06309AE1}"/>
              </a:ext>
            </a:extLst>
          </p:cNvPr>
          <p:cNvSpPr>
            <a:spLocks xmlns:a="http://schemas.openxmlformats.org/drawingml/2006/main" noGrp="1"/>
          </p:cNvSpPr>
          <p:nvPr/>
        </p:nvSpPr>
        <p:spPr>
          <a:xfrm xmlns:a="http://schemas.openxmlformats.org/drawingml/2006/main">
            <a:off x="729372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3" name="Editable chart path">
            <a:extLst xmlns:a="http://schemas.openxmlformats.org/drawingml/2006/main">
              <a:ext uri="{FF2B5EF4-FFF2-40B4-BE49-F238E27FC236}">
                <a16:creationId xmlns:a16="http://schemas.microsoft.com/office/drawing/2014/main" id="{302DDDB0-96B4-46BB-9CD0-AA7E73696DB6}"/>
              </a:ext>
            </a:extLst>
          </p:cNvPr>
          <p:cNvSpPr>
            <a:spLocks xmlns:a="http://schemas.openxmlformats.org/drawingml/2006/main" noGrp="1"/>
          </p:cNvSpPr>
          <p:nvPr/>
        </p:nvSpPr>
        <p:spPr>
          <a:xfrm xmlns:a="http://schemas.openxmlformats.org/drawingml/2006/main">
            <a:off x="7355863"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4" name="Editable chart path">
            <a:extLst xmlns:a="http://schemas.openxmlformats.org/drawingml/2006/main">
              <a:ext uri="{FF2B5EF4-FFF2-40B4-BE49-F238E27FC236}">
                <a16:creationId xmlns:a16="http://schemas.microsoft.com/office/drawing/2014/main" id="{C232A124-79FD-48CE-BA2F-09877AB99133}"/>
              </a:ext>
            </a:extLst>
          </p:cNvPr>
          <p:cNvSpPr>
            <a:spLocks xmlns:a="http://schemas.openxmlformats.org/drawingml/2006/main" noGrp="1"/>
          </p:cNvSpPr>
          <p:nvPr/>
        </p:nvSpPr>
        <p:spPr>
          <a:xfrm xmlns:a="http://schemas.openxmlformats.org/drawingml/2006/main">
            <a:off x="741800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5" name="Editable chart path">
            <a:extLst xmlns:a="http://schemas.openxmlformats.org/drawingml/2006/main">
              <a:ext uri="{FF2B5EF4-FFF2-40B4-BE49-F238E27FC236}">
                <a16:creationId xmlns:a16="http://schemas.microsoft.com/office/drawing/2014/main" id="{BE2AC9CB-E907-4086-8E67-CED21DDF7886}"/>
              </a:ext>
            </a:extLst>
          </p:cNvPr>
          <p:cNvSpPr>
            <a:spLocks xmlns:a="http://schemas.openxmlformats.org/drawingml/2006/main" noGrp="1"/>
          </p:cNvSpPr>
          <p:nvPr/>
        </p:nvSpPr>
        <p:spPr>
          <a:xfrm xmlns:a="http://schemas.openxmlformats.org/drawingml/2006/main">
            <a:off x="748013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6" name="Editable chart path">
            <a:extLst xmlns:a="http://schemas.openxmlformats.org/drawingml/2006/main">
              <a:ext uri="{FF2B5EF4-FFF2-40B4-BE49-F238E27FC236}">
                <a16:creationId xmlns:a16="http://schemas.microsoft.com/office/drawing/2014/main" id="{B5A2459F-554D-43E6-8F73-8DE9CA9E3138}"/>
              </a:ext>
            </a:extLst>
          </p:cNvPr>
          <p:cNvSpPr>
            <a:spLocks xmlns:a="http://schemas.openxmlformats.org/drawingml/2006/main" noGrp="1"/>
          </p:cNvSpPr>
          <p:nvPr/>
        </p:nvSpPr>
        <p:spPr>
          <a:xfrm xmlns:a="http://schemas.openxmlformats.org/drawingml/2006/main">
            <a:off x="7542276"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7" name="Editable chart path">
            <a:extLst xmlns:a="http://schemas.openxmlformats.org/drawingml/2006/main">
              <a:ext uri="{FF2B5EF4-FFF2-40B4-BE49-F238E27FC236}">
                <a16:creationId xmlns:a16="http://schemas.microsoft.com/office/drawing/2014/main" id="{973E8CFD-88A2-4FF4-BA6C-A875C02AA11A}"/>
              </a:ext>
            </a:extLst>
          </p:cNvPr>
          <p:cNvSpPr>
            <a:spLocks xmlns:a="http://schemas.openxmlformats.org/drawingml/2006/main" noGrp="1"/>
          </p:cNvSpPr>
          <p:nvPr/>
        </p:nvSpPr>
        <p:spPr>
          <a:xfrm xmlns:a="http://schemas.openxmlformats.org/drawingml/2006/main">
            <a:off x="7604414"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8" name="Editable chart path">
            <a:extLst xmlns:a="http://schemas.openxmlformats.org/drawingml/2006/main">
              <a:ext uri="{FF2B5EF4-FFF2-40B4-BE49-F238E27FC236}">
                <a16:creationId xmlns:a16="http://schemas.microsoft.com/office/drawing/2014/main" id="{344D09C5-BB34-4CA6-B0AE-267E6B15A3D4}"/>
              </a:ext>
            </a:extLst>
          </p:cNvPr>
          <p:cNvSpPr>
            <a:spLocks xmlns:a="http://schemas.openxmlformats.org/drawingml/2006/main" noGrp="1"/>
          </p:cNvSpPr>
          <p:nvPr/>
        </p:nvSpPr>
        <p:spPr>
          <a:xfrm xmlns:a="http://schemas.openxmlformats.org/drawingml/2006/main">
            <a:off x="766655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9" name="Editable chart path">
            <a:extLst xmlns:a="http://schemas.openxmlformats.org/drawingml/2006/main">
              <a:ext uri="{FF2B5EF4-FFF2-40B4-BE49-F238E27FC236}">
                <a16:creationId xmlns:a16="http://schemas.microsoft.com/office/drawing/2014/main" id="{1FEB2E31-5980-4215-90C2-EA8B042024AF}"/>
              </a:ext>
            </a:extLst>
          </p:cNvPr>
          <p:cNvSpPr>
            <a:spLocks xmlns:a="http://schemas.openxmlformats.org/drawingml/2006/main" noGrp="1"/>
          </p:cNvSpPr>
          <p:nvPr/>
        </p:nvSpPr>
        <p:spPr>
          <a:xfrm xmlns:a="http://schemas.openxmlformats.org/drawingml/2006/main">
            <a:off x="7728689"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0" name="Editable chart path">
            <a:extLst xmlns:a="http://schemas.openxmlformats.org/drawingml/2006/main">
              <a:ext uri="{FF2B5EF4-FFF2-40B4-BE49-F238E27FC236}">
                <a16:creationId xmlns:a16="http://schemas.microsoft.com/office/drawing/2014/main" id="{B76CD415-BE9A-441E-9B85-0245FDC0829E}"/>
              </a:ext>
            </a:extLst>
          </p:cNvPr>
          <p:cNvSpPr>
            <a:spLocks xmlns:a="http://schemas.openxmlformats.org/drawingml/2006/main" noGrp="1"/>
          </p:cNvSpPr>
          <p:nvPr/>
        </p:nvSpPr>
        <p:spPr>
          <a:xfrm xmlns:a="http://schemas.openxmlformats.org/drawingml/2006/main">
            <a:off x="779082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1" name="Editable chart path">
            <a:extLst xmlns:a="http://schemas.openxmlformats.org/drawingml/2006/main">
              <a:ext uri="{FF2B5EF4-FFF2-40B4-BE49-F238E27FC236}">
                <a16:creationId xmlns:a16="http://schemas.microsoft.com/office/drawing/2014/main" id="{650D5634-9F6F-4BFA-ADF0-792279A3CE8A}"/>
              </a:ext>
            </a:extLst>
          </p:cNvPr>
          <p:cNvSpPr>
            <a:spLocks xmlns:a="http://schemas.openxmlformats.org/drawingml/2006/main" noGrp="1"/>
          </p:cNvSpPr>
          <p:nvPr/>
        </p:nvSpPr>
        <p:spPr>
          <a:xfrm xmlns:a="http://schemas.openxmlformats.org/drawingml/2006/main">
            <a:off x="7852964"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2" name="Editable chart path">
            <a:extLst xmlns:a="http://schemas.openxmlformats.org/drawingml/2006/main">
              <a:ext uri="{FF2B5EF4-FFF2-40B4-BE49-F238E27FC236}">
                <a16:creationId xmlns:a16="http://schemas.microsoft.com/office/drawing/2014/main" id="{1AFF9E49-5DF8-4C9B-9F94-C3E5FD432996}"/>
              </a:ext>
            </a:extLst>
          </p:cNvPr>
          <p:cNvSpPr>
            <a:spLocks xmlns:a="http://schemas.openxmlformats.org/drawingml/2006/main" noGrp="1"/>
          </p:cNvSpPr>
          <p:nvPr/>
        </p:nvSpPr>
        <p:spPr>
          <a:xfrm xmlns:a="http://schemas.openxmlformats.org/drawingml/2006/main">
            <a:off x="791510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3" name="Editable chart path">
            <a:extLst xmlns:a="http://schemas.openxmlformats.org/drawingml/2006/main">
              <a:ext uri="{FF2B5EF4-FFF2-40B4-BE49-F238E27FC236}">
                <a16:creationId xmlns:a16="http://schemas.microsoft.com/office/drawing/2014/main" id="{4B5925E4-4161-4A3B-848A-9C3C329573CB}"/>
              </a:ext>
            </a:extLst>
          </p:cNvPr>
          <p:cNvSpPr>
            <a:spLocks xmlns:a="http://schemas.openxmlformats.org/drawingml/2006/main" noGrp="1"/>
          </p:cNvSpPr>
          <p:nvPr/>
        </p:nvSpPr>
        <p:spPr>
          <a:xfrm xmlns:a="http://schemas.openxmlformats.org/drawingml/2006/main">
            <a:off x="7977239"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4" name="Editable chart path">
            <a:extLst xmlns:a="http://schemas.openxmlformats.org/drawingml/2006/main">
              <a:ext uri="{FF2B5EF4-FFF2-40B4-BE49-F238E27FC236}">
                <a16:creationId xmlns:a16="http://schemas.microsoft.com/office/drawing/2014/main" id="{1FC3D74C-A458-4745-B1EC-5D278C2B9068}"/>
              </a:ext>
            </a:extLst>
          </p:cNvPr>
          <p:cNvSpPr>
            <a:spLocks xmlns:a="http://schemas.openxmlformats.org/drawingml/2006/main" noGrp="1"/>
          </p:cNvSpPr>
          <p:nvPr/>
        </p:nvSpPr>
        <p:spPr>
          <a:xfrm xmlns:a="http://schemas.openxmlformats.org/drawingml/2006/main">
            <a:off x="803937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5" name="Editable chart path">
            <a:extLst xmlns:a="http://schemas.openxmlformats.org/drawingml/2006/main">
              <a:ext uri="{FF2B5EF4-FFF2-40B4-BE49-F238E27FC236}">
                <a16:creationId xmlns:a16="http://schemas.microsoft.com/office/drawing/2014/main" id="{351B61C6-F663-4E63-BA72-67E579B2486D}"/>
              </a:ext>
            </a:extLst>
          </p:cNvPr>
          <p:cNvSpPr>
            <a:spLocks xmlns:a="http://schemas.openxmlformats.org/drawingml/2006/main" noGrp="1"/>
          </p:cNvSpPr>
          <p:nvPr/>
        </p:nvSpPr>
        <p:spPr>
          <a:xfrm xmlns:a="http://schemas.openxmlformats.org/drawingml/2006/main">
            <a:off x="810151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6" name="Editable chart path">
            <a:extLst xmlns:a="http://schemas.openxmlformats.org/drawingml/2006/main">
              <a:ext uri="{FF2B5EF4-FFF2-40B4-BE49-F238E27FC236}">
                <a16:creationId xmlns:a16="http://schemas.microsoft.com/office/drawing/2014/main" id="{8E36E40F-32D8-40AA-B689-96D7DF85E3B1}"/>
              </a:ext>
            </a:extLst>
          </p:cNvPr>
          <p:cNvSpPr>
            <a:spLocks xmlns:a="http://schemas.openxmlformats.org/drawingml/2006/main" noGrp="1"/>
          </p:cNvSpPr>
          <p:nvPr/>
        </p:nvSpPr>
        <p:spPr>
          <a:xfrm xmlns:a="http://schemas.openxmlformats.org/drawingml/2006/main">
            <a:off x="816365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7" name="Editable chart path">
            <a:extLst xmlns:a="http://schemas.openxmlformats.org/drawingml/2006/main">
              <a:ext uri="{FF2B5EF4-FFF2-40B4-BE49-F238E27FC236}">
                <a16:creationId xmlns:a16="http://schemas.microsoft.com/office/drawing/2014/main" id="{97B1DED9-B51C-4DC8-9A13-728DA8690D0A}"/>
              </a:ext>
            </a:extLst>
          </p:cNvPr>
          <p:cNvSpPr>
            <a:spLocks xmlns:a="http://schemas.openxmlformats.org/drawingml/2006/main" noGrp="1"/>
          </p:cNvSpPr>
          <p:nvPr/>
        </p:nvSpPr>
        <p:spPr>
          <a:xfrm xmlns:a="http://schemas.openxmlformats.org/drawingml/2006/main">
            <a:off x="822579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8" name="Editable chart path">
            <a:extLst xmlns:a="http://schemas.openxmlformats.org/drawingml/2006/main">
              <a:ext uri="{FF2B5EF4-FFF2-40B4-BE49-F238E27FC236}">
                <a16:creationId xmlns:a16="http://schemas.microsoft.com/office/drawing/2014/main" id="{C619658D-057F-4DBE-BE30-83F8A725A0F2}"/>
              </a:ext>
            </a:extLst>
          </p:cNvPr>
          <p:cNvSpPr>
            <a:spLocks xmlns:a="http://schemas.openxmlformats.org/drawingml/2006/main" noGrp="1"/>
          </p:cNvSpPr>
          <p:nvPr/>
        </p:nvSpPr>
        <p:spPr>
          <a:xfrm xmlns:a="http://schemas.openxmlformats.org/drawingml/2006/main">
            <a:off x="828792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9" name="Editable chart path">
            <a:extLst xmlns:a="http://schemas.openxmlformats.org/drawingml/2006/main">
              <a:ext uri="{FF2B5EF4-FFF2-40B4-BE49-F238E27FC236}">
                <a16:creationId xmlns:a16="http://schemas.microsoft.com/office/drawing/2014/main" id="{42AD01FE-585A-451F-8770-296BF8841688}"/>
              </a:ext>
            </a:extLst>
          </p:cNvPr>
          <p:cNvSpPr>
            <a:spLocks xmlns:a="http://schemas.openxmlformats.org/drawingml/2006/main" noGrp="1"/>
          </p:cNvSpPr>
          <p:nvPr/>
        </p:nvSpPr>
        <p:spPr>
          <a:xfrm xmlns:a="http://schemas.openxmlformats.org/drawingml/2006/main">
            <a:off x="835006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0" name="Editable chart path">
            <a:extLst xmlns:a="http://schemas.openxmlformats.org/drawingml/2006/main">
              <a:ext uri="{FF2B5EF4-FFF2-40B4-BE49-F238E27FC236}">
                <a16:creationId xmlns:a16="http://schemas.microsoft.com/office/drawing/2014/main" id="{59EB78AB-B5C8-4287-AC45-05549F500FC2}"/>
              </a:ext>
            </a:extLst>
          </p:cNvPr>
          <p:cNvSpPr>
            <a:spLocks xmlns:a="http://schemas.openxmlformats.org/drawingml/2006/main" noGrp="1"/>
          </p:cNvSpPr>
          <p:nvPr/>
        </p:nvSpPr>
        <p:spPr>
          <a:xfrm xmlns:a="http://schemas.openxmlformats.org/drawingml/2006/main">
            <a:off x="8412203"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1" name="Editable chart path">
            <a:extLst xmlns:a="http://schemas.openxmlformats.org/drawingml/2006/main">
              <a:ext uri="{FF2B5EF4-FFF2-40B4-BE49-F238E27FC236}">
                <a16:creationId xmlns:a16="http://schemas.microsoft.com/office/drawing/2014/main" id="{99ABAAEF-621C-4FA5-BC67-E6520EBAC2FF}"/>
              </a:ext>
            </a:extLst>
          </p:cNvPr>
          <p:cNvSpPr>
            <a:spLocks xmlns:a="http://schemas.openxmlformats.org/drawingml/2006/main" noGrp="1"/>
          </p:cNvSpPr>
          <p:nvPr/>
        </p:nvSpPr>
        <p:spPr>
          <a:xfrm xmlns:a="http://schemas.openxmlformats.org/drawingml/2006/main">
            <a:off x="847434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2" name="Editable chart path">
            <a:extLst xmlns:a="http://schemas.openxmlformats.org/drawingml/2006/main">
              <a:ext uri="{FF2B5EF4-FFF2-40B4-BE49-F238E27FC236}">
                <a16:creationId xmlns:a16="http://schemas.microsoft.com/office/drawing/2014/main" id="{35600DB2-2447-41CE-96C4-07C15D3ECB5C}"/>
              </a:ext>
            </a:extLst>
          </p:cNvPr>
          <p:cNvSpPr>
            <a:spLocks xmlns:a="http://schemas.openxmlformats.org/drawingml/2006/main" noGrp="1"/>
          </p:cNvSpPr>
          <p:nvPr/>
        </p:nvSpPr>
        <p:spPr>
          <a:xfrm xmlns:a="http://schemas.openxmlformats.org/drawingml/2006/main">
            <a:off x="909571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3" name="Editable chart path">
            <a:extLst xmlns:a="http://schemas.openxmlformats.org/drawingml/2006/main">
              <a:ext uri="{FF2B5EF4-FFF2-40B4-BE49-F238E27FC236}">
                <a16:creationId xmlns:a16="http://schemas.microsoft.com/office/drawing/2014/main" id="{F64839C2-712E-48CC-8FC2-CDEADF7D219E}"/>
              </a:ext>
            </a:extLst>
          </p:cNvPr>
          <p:cNvSpPr>
            <a:spLocks xmlns:a="http://schemas.openxmlformats.org/drawingml/2006/main" noGrp="1"/>
          </p:cNvSpPr>
          <p:nvPr/>
        </p:nvSpPr>
        <p:spPr>
          <a:xfrm xmlns:a="http://schemas.openxmlformats.org/drawingml/2006/main">
            <a:off x="915785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4" name="Editable chart path">
            <a:extLst xmlns:a="http://schemas.openxmlformats.org/drawingml/2006/main">
              <a:ext uri="{FF2B5EF4-FFF2-40B4-BE49-F238E27FC236}">
                <a16:creationId xmlns:a16="http://schemas.microsoft.com/office/drawing/2014/main" id="{6FC5C7E5-5C94-4353-B20D-8F6B95F87165}"/>
              </a:ext>
            </a:extLst>
          </p:cNvPr>
          <p:cNvSpPr>
            <a:spLocks xmlns:a="http://schemas.openxmlformats.org/drawingml/2006/main" noGrp="1"/>
          </p:cNvSpPr>
          <p:nvPr/>
        </p:nvSpPr>
        <p:spPr>
          <a:xfrm xmlns:a="http://schemas.openxmlformats.org/drawingml/2006/main">
            <a:off x="921999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5" name="Editable chart path">
            <a:extLst xmlns:a="http://schemas.openxmlformats.org/drawingml/2006/main">
              <a:ext uri="{FF2B5EF4-FFF2-40B4-BE49-F238E27FC236}">
                <a16:creationId xmlns:a16="http://schemas.microsoft.com/office/drawing/2014/main" id="{30F4EF29-E3DB-4A31-A053-5B4D6FD3836D}"/>
              </a:ext>
            </a:extLst>
          </p:cNvPr>
          <p:cNvSpPr>
            <a:spLocks xmlns:a="http://schemas.openxmlformats.org/drawingml/2006/main" noGrp="1"/>
          </p:cNvSpPr>
          <p:nvPr/>
        </p:nvSpPr>
        <p:spPr>
          <a:xfrm xmlns:a="http://schemas.openxmlformats.org/drawingml/2006/main">
            <a:off x="928213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6" name="Editable chart path">
            <a:extLst xmlns:a="http://schemas.openxmlformats.org/drawingml/2006/main">
              <a:ext uri="{FF2B5EF4-FFF2-40B4-BE49-F238E27FC236}">
                <a16:creationId xmlns:a16="http://schemas.microsoft.com/office/drawing/2014/main" id="{911BC988-DBFA-4F9B-AB37-C2D48E6F6ED4}"/>
              </a:ext>
            </a:extLst>
          </p:cNvPr>
          <p:cNvSpPr>
            <a:spLocks xmlns:a="http://schemas.openxmlformats.org/drawingml/2006/main" noGrp="1"/>
          </p:cNvSpPr>
          <p:nvPr/>
        </p:nvSpPr>
        <p:spPr>
          <a:xfrm xmlns:a="http://schemas.openxmlformats.org/drawingml/2006/main">
            <a:off x="934426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7" name="Editable chart path">
            <a:extLst xmlns:a="http://schemas.openxmlformats.org/drawingml/2006/main">
              <a:ext uri="{FF2B5EF4-FFF2-40B4-BE49-F238E27FC236}">
                <a16:creationId xmlns:a16="http://schemas.microsoft.com/office/drawing/2014/main" id="{1D99C777-E2DF-4324-82A2-75723177443D}"/>
              </a:ext>
            </a:extLst>
          </p:cNvPr>
          <p:cNvSpPr>
            <a:spLocks xmlns:a="http://schemas.openxmlformats.org/drawingml/2006/main" noGrp="1"/>
          </p:cNvSpPr>
          <p:nvPr/>
        </p:nvSpPr>
        <p:spPr>
          <a:xfrm xmlns:a="http://schemas.openxmlformats.org/drawingml/2006/main">
            <a:off x="940640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8" name="Editable chart path">
            <a:extLst xmlns:a="http://schemas.openxmlformats.org/drawingml/2006/main">
              <a:ext uri="{FF2B5EF4-FFF2-40B4-BE49-F238E27FC236}">
                <a16:creationId xmlns:a16="http://schemas.microsoft.com/office/drawing/2014/main" id="{0A6B849B-C009-4122-98F5-32BC67A023AB}"/>
              </a:ext>
            </a:extLst>
          </p:cNvPr>
          <p:cNvSpPr>
            <a:spLocks xmlns:a="http://schemas.openxmlformats.org/drawingml/2006/main" noGrp="1"/>
          </p:cNvSpPr>
          <p:nvPr/>
        </p:nvSpPr>
        <p:spPr>
          <a:xfrm xmlns:a="http://schemas.openxmlformats.org/drawingml/2006/main">
            <a:off x="9468543"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9" name="Editable chart path">
            <a:extLst xmlns:a="http://schemas.openxmlformats.org/drawingml/2006/main">
              <a:ext uri="{FF2B5EF4-FFF2-40B4-BE49-F238E27FC236}">
                <a16:creationId xmlns:a16="http://schemas.microsoft.com/office/drawing/2014/main" id="{BBFE0843-7614-441D-B004-7784C35D3235}"/>
              </a:ext>
            </a:extLst>
          </p:cNvPr>
          <p:cNvSpPr>
            <a:spLocks xmlns:a="http://schemas.openxmlformats.org/drawingml/2006/main" noGrp="1"/>
          </p:cNvSpPr>
          <p:nvPr/>
        </p:nvSpPr>
        <p:spPr>
          <a:xfrm xmlns:a="http://schemas.openxmlformats.org/drawingml/2006/main">
            <a:off x="953068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0" name="Editable chart path">
            <a:extLst xmlns:a="http://schemas.openxmlformats.org/drawingml/2006/main">
              <a:ext uri="{FF2B5EF4-FFF2-40B4-BE49-F238E27FC236}">
                <a16:creationId xmlns:a16="http://schemas.microsoft.com/office/drawing/2014/main" id="{9DF22573-1174-428B-92C9-A71A8B32C62A}"/>
              </a:ext>
            </a:extLst>
          </p:cNvPr>
          <p:cNvSpPr>
            <a:spLocks xmlns:a="http://schemas.openxmlformats.org/drawingml/2006/main" noGrp="1"/>
          </p:cNvSpPr>
          <p:nvPr/>
        </p:nvSpPr>
        <p:spPr>
          <a:xfrm xmlns:a="http://schemas.openxmlformats.org/drawingml/2006/main">
            <a:off x="667234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1" name="Editable chart path">
            <a:extLst xmlns:a="http://schemas.openxmlformats.org/drawingml/2006/main">
              <a:ext uri="{FF2B5EF4-FFF2-40B4-BE49-F238E27FC236}">
                <a16:creationId xmlns:a16="http://schemas.microsoft.com/office/drawing/2014/main" id="{9E659845-2BA7-4358-AC9A-213E1F4A9BEA}"/>
              </a:ext>
            </a:extLst>
          </p:cNvPr>
          <p:cNvSpPr>
            <a:spLocks xmlns:a="http://schemas.openxmlformats.org/drawingml/2006/main" noGrp="1"/>
          </p:cNvSpPr>
          <p:nvPr/>
        </p:nvSpPr>
        <p:spPr>
          <a:xfrm xmlns:a="http://schemas.openxmlformats.org/drawingml/2006/main">
            <a:off x="673448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2" name="Editable chart path">
            <a:extLst xmlns:a="http://schemas.openxmlformats.org/drawingml/2006/main">
              <a:ext uri="{FF2B5EF4-FFF2-40B4-BE49-F238E27FC236}">
                <a16:creationId xmlns:a16="http://schemas.microsoft.com/office/drawing/2014/main" id="{8D7B55D7-2529-4831-A9F9-EB2FEE87FBE0}"/>
              </a:ext>
            </a:extLst>
          </p:cNvPr>
          <p:cNvSpPr>
            <a:spLocks xmlns:a="http://schemas.openxmlformats.org/drawingml/2006/main" noGrp="1"/>
          </p:cNvSpPr>
          <p:nvPr/>
        </p:nvSpPr>
        <p:spPr>
          <a:xfrm xmlns:a="http://schemas.openxmlformats.org/drawingml/2006/main">
            <a:off x="6796624"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3" name="Editable chart path">
            <a:extLst xmlns:a="http://schemas.openxmlformats.org/drawingml/2006/main">
              <a:ext uri="{FF2B5EF4-FFF2-40B4-BE49-F238E27FC236}">
                <a16:creationId xmlns:a16="http://schemas.microsoft.com/office/drawing/2014/main" id="{58826803-BE79-4315-9C6D-C0702E254A4D}"/>
              </a:ext>
            </a:extLst>
          </p:cNvPr>
          <p:cNvSpPr>
            <a:spLocks xmlns:a="http://schemas.openxmlformats.org/drawingml/2006/main" noGrp="1"/>
          </p:cNvSpPr>
          <p:nvPr/>
        </p:nvSpPr>
        <p:spPr>
          <a:xfrm xmlns:a="http://schemas.openxmlformats.org/drawingml/2006/main">
            <a:off x="6858762"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4" name="Editable chart path">
            <a:extLst xmlns:a="http://schemas.openxmlformats.org/drawingml/2006/main">
              <a:ext uri="{FF2B5EF4-FFF2-40B4-BE49-F238E27FC236}">
                <a16:creationId xmlns:a16="http://schemas.microsoft.com/office/drawing/2014/main" id="{F9A363BC-92B2-4063-965D-60D027DA3B81}"/>
              </a:ext>
            </a:extLst>
          </p:cNvPr>
          <p:cNvSpPr>
            <a:spLocks xmlns:a="http://schemas.openxmlformats.org/drawingml/2006/main" noGrp="1"/>
          </p:cNvSpPr>
          <p:nvPr/>
        </p:nvSpPr>
        <p:spPr>
          <a:xfrm xmlns:a="http://schemas.openxmlformats.org/drawingml/2006/main">
            <a:off x="692090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5" name="Editable chart path">
            <a:extLst xmlns:a="http://schemas.openxmlformats.org/drawingml/2006/main">
              <a:ext uri="{FF2B5EF4-FFF2-40B4-BE49-F238E27FC236}">
                <a16:creationId xmlns:a16="http://schemas.microsoft.com/office/drawing/2014/main" id="{600F7F26-9C55-4E15-A457-FECA96D11B5E}"/>
              </a:ext>
            </a:extLst>
          </p:cNvPr>
          <p:cNvSpPr>
            <a:spLocks xmlns:a="http://schemas.openxmlformats.org/drawingml/2006/main" noGrp="1"/>
          </p:cNvSpPr>
          <p:nvPr/>
        </p:nvSpPr>
        <p:spPr>
          <a:xfrm xmlns:a="http://schemas.openxmlformats.org/drawingml/2006/main">
            <a:off x="698303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6" name="Editable chart path">
            <a:extLst xmlns:a="http://schemas.openxmlformats.org/drawingml/2006/main">
              <a:ext uri="{FF2B5EF4-FFF2-40B4-BE49-F238E27FC236}">
                <a16:creationId xmlns:a16="http://schemas.microsoft.com/office/drawing/2014/main" id="{FD560132-0828-4B64-BE77-00252BBBE5C5}"/>
              </a:ext>
            </a:extLst>
          </p:cNvPr>
          <p:cNvSpPr>
            <a:spLocks xmlns:a="http://schemas.openxmlformats.org/drawingml/2006/main" noGrp="1"/>
          </p:cNvSpPr>
          <p:nvPr/>
        </p:nvSpPr>
        <p:spPr>
          <a:xfrm xmlns:a="http://schemas.openxmlformats.org/drawingml/2006/main">
            <a:off x="704517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7" name="Editable chart path">
            <a:extLst xmlns:a="http://schemas.openxmlformats.org/drawingml/2006/main">
              <a:ext uri="{FF2B5EF4-FFF2-40B4-BE49-F238E27FC236}">
                <a16:creationId xmlns:a16="http://schemas.microsoft.com/office/drawing/2014/main" id="{1F507C29-7E5E-4CC6-A901-DD9DF3FE4771}"/>
              </a:ext>
            </a:extLst>
          </p:cNvPr>
          <p:cNvSpPr>
            <a:spLocks xmlns:a="http://schemas.openxmlformats.org/drawingml/2006/main" noGrp="1"/>
          </p:cNvSpPr>
          <p:nvPr/>
        </p:nvSpPr>
        <p:spPr>
          <a:xfrm xmlns:a="http://schemas.openxmlformats.org/drawingml/2006/main">
            <a:off x="710731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8" name="Editable chart path">
            <a:extLst xmlns:a="http://schemas.openxmlformats.org/drawingml/2006/main">
              <a:ext uri="{FF2B5EF4-FFF2-40B4-BE49-F238E27FC236}">
                <a16:creationId xmlns:a16="http://schemas.microsoft.com/office/drawing/2014/main" id="{06954E4F-22D1-47A9-BF4C-806A8A2667DD}"/>
              </a:ext>
            </a:extLst>
          </p:cNvPr>
          <p:cNvSpPr>
            <a:spLocks xmlns:a="http://schemas.openxmlformats.org/drawingml/2006/main" noGrp="1"/>
          </p:cNvSpPr>
          <p:nvPr/>
        </p:nvSpPr>
        <p:spPr>
          <a:xfrm xmlns:a="http://schemas.openxmlformats.org/drawingml/2006/main">
            <a:off x="716945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9" name="Editable chart path">
            <a:extLst xmlns:a="http://schemas.openxmlformats.org/drawingml/2006/main">
              <a:ext uri="{FF2B5EF4-FFF2-40B4-BE49-F238E27FC236}">
                <a16:creationId xmlns:a16="http://schemas.microsoft.com/office/drawing/2014/main" id="{DF251603-7281-4E53-9E31-1D4BE0B7BCB3}"/>
              </a:ext>
            </a:extLst>
          </p:cNvPr>
          <p:cNvSpPr>
            <a:spLocks xmlns:a="http://schemas.openxmlformats.org/drawingml/2006/main" noGrp="1"/>
          </p:cNvSpPr>
          <p:nvPr/>
        </p:nvSpPr>
        <p:spPr>
          <a:xfrm xmlns:a="http://schemas.openxmlformats.org/drawingml/2006/main">
            <a:off x="723158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0" name="Editable chart path">
            <a:extLst xmlns:a="http://schemas.openxmlformats.org/drawingml/2006/main">
              <a:ext uri="{FF2B5EF4-FFF2-40B4-BE49-F238E27FC236}">
                <a16:creationId xmlns:a16="http://schemas.microsoft.com/office/drawing/2014/main" id="{1322F139-AA4D-4B9B-A55F-F379875F55C4}"/>
              </a:ext>
            </a:extLst>
          </p:cNvPr>
          <p:cNvSpPr>
            <a:spLocks xmlns:a="http://schemas.openxmlformats.org/drawingml/2006/main" noGrp="1"/>
          </p:cNvSpPr>
          <p:nvPr/>
        </p:nvSpPr>
        <p:spPr>
          <a:xfrm xmlns:a="http://schemas.openxmlformats.org/drawingml/2006/main">
            <a:off x="729372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1" name="Editable chart path">
            <a:extLst xmlns:a="http://schemas.openxmlformats.org/drawingml/2006/main">
              <a:ext uri="{FF2B5EF4-FFF2-40B4-BE49-F238E27FC236}">
                <a16:creationId xmlns:a16="http://schemas.microsoft.com/office/drawing/2014/main" id="{21B2BCB6-7981-4548-B238-09C5C955DA83}"/>
              </a:ext>
            </a:extLst>
          </p:cNvPr>
          <p:cNvSpPr>
            <a:spLocks xmlns:a="http://schemas.openxmlformats.org/drawingml/2006/main" noGrp="1"/>
          </p:cNvSpPr>
          <p:nvPr/>
        </p:nvSpPr>
        <p:spPr>
          <a:xfrm xmlns:a="http://schemas.openxmlformats.org/drawingml/2006/main">
            <a:off x="735586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2" name="Editable chart path">
            <a:extLst xmlns:a="http://schemas.openxmlformats.org/drawingml/2006/main">
              <a:ext uri="{FF2B5EF4-FFF2-40B4-BE49-F238E27FC236}">
                <a16:creationId xmlns:a16="http://schemas.microsoft.com/office/drawing/2014/main" id="{765FA826-F4E4-4984-A5F6-EA90A00504A3}"/>
              </a:ext>
            </a:extLst>
          </p:cNvPr>
          <p:cNvSpPr>
            <a:spLocks xmlns:a="http://schemas.openxmlformats.org/drawingml/2006/main" noGrp="1"/>
          </p:cNvSpPr>
          <p:nvPr/>
        </p:nvSpPr>
        <p:spPr>
          <a:xfrm xmlns:a="http://schemas.openxmlformats.org/drawingml/2006/main">
            <a:off x="7418001"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3" name="Editable chart path">
            <a:extLst xmlns:a="http://schemas.openxmlformats.org/drawingml/2006/main">
              <a:ext uri="{FF2B5EF4-FFF2-40B4-BE49-F238E27FC236}">
                <a16:creationId xmlns:a16="http://schemas.microsoft.com/office/drawing/2014/main" id="{2CED4B0B-F17F-4FC1-BE03-E9EC87011431}"/>
              </a:ext>
            </a:extLst>
          </p:cNvPr>
          <p:cNvSpPr>
            <a:spLocks xmlns:a="http://schemas.openxmlformats.org/drawingml/2006/main" noGrp="1"/>
          </p:cNvSpPr>
          <p:nvPr/>
        </p:nvSpPr>
        <p:spPr>
          <a:xfrm xmlns:a="http://schemas.openxmlformats.org/drawingml/2006/main">
            <a:off x="748013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4" name="Editable chart path">
            <a:extLst xmlns:a="http://schemas.openxmlformats.org/drawingml/2006/main">
              <a:ext uri="{FF2B5EF4-FFF2-40B4-BE49-F238E27FC236}">
                <a16:creationId xmlns:a16="http://schemas.microsoft.com/office/drawing/2014/main" id="{B3B815D3-3EE1-4B2F-9464-24083AAC5767}"/>
              </a:ext>
            </a:extLst>
          </p:cNvPr>
          <p:cNvSpPr>
            <a:spLocks xmlns:a="http://schemas.openxmlformats.org/drawingml/2006/main" noGrp="1"/>
          </p:cNvSpPr>
          <p:nvPr/>
        </p:nvSpPr>
        <p:spPr>
          <a:xfrm xmlns:a="http://schemas.openxmlformats.org/drawingml/2006/main">
            <a:off x="7542276"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5" name="Editable chart path">
            <a:extLst xmlns:a="http://schemas.openxmlformats.org/drawingml/2006/main">
              <a:ext uri="{FF2B5EF4-FFF2-40B4-BE49-F238E27FC236}">
                <a16:creationId xmlns:a16="http://schemas.microsoft.com/office/drawing/2014/main" id="{45540FA1-AD8B-4365-999C-E808C95A41D4}"/>
              </a:ext>
            </a:extLst>
          </p:cNvPr>
          <p:cNvSpPr>
            <a:spLocks xmlns:a="http://schemas.openxmlformats.org/drawingml/2006/main" noGrp="1"/>
          </p:cNvSpPr>
          <p:nvPr/>
        </p:nvSpPr>
        <p:spPr>
          <a:xfrm xmlns:a="http://schemas.openxmlformats.org/drawingml/2006/main">
            <a:off x="7604414"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6" name="Editable chart path">
            <a:extLst xmlns:a="http://schemas.openxmlformats.org/drawingml/2006/main">
              <a:ext uri="{FF2B5EF4-FFF2-40B4-BE49-F238E27FC236}">
                <a16:creationId xmlns:a16="http://schemas.microsoft.com/office/drawing/2014/main" id="{88CF949B-A979-4294-8ADB-C4C8EA163435}"/>
              </a:ext>
            </a:extLst>
          </p:cNvPr>
          <p:cNvSpPr>
            <a:spLocks xmlns:a="http://schemas.openxmlformats.org/drawingml/2006/main" noGrp="1"/>
          </p:cNvSpPr>
          <p:nvPr/>
        </p:nvSpPr>
        <p:spPr>
          <a:xfrm xmlns:a="http://schemas.openxmlformats.org/drawingml/2006/main">
            <a:off x="7666551"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7" name="Editable chart path">
            <a:extLst xmlns:a="http://schemas.openxmlformats.org/drawingml/2006/main">
              <a:ext uri="{FF2B5EF4-FFF2-40B4-BE49-F238E27FC236}">
                <a16:creationId xmlns:a16="http://schemas.microsoft.com/office/drawing/2014/main" id="{C7D6034C-F875-488A-BAD0-7F2DBB86DDAE}"/>
              </a:ext>
            </a:extLst>
          </p:cNvPr>
          <p:cNvSpPr>
            <a:spLocks xmlns:a="http://schemas.openxmlformats.org/drawingml/2006/main" noGrp="1"/>
          </p:cNvSpPr>
          <p:nvPr/>
        </p:nvSpPr>
        <p:spPr>
          <a:xfrm xmlns:a="http://schemas.openxmlformats.org/drawingml/2006/main">
            <a:off x="772868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8" name="Editable chart path">
            <a:extLst xmlns:a="http://schemas.openxmlformats.org/drawingml/2006/main">
              <a:ext uri="{FF2B5EF4-FFF2-40B4-BE49-F238E27FC236}">
                <a16:creationId xmlns:a16="http://schemas.microsoft.com/office/drawing/2014/main" id="{3FC39B2D-E9E4-4D5E-90C0-FC1538003DF0}"/>
              </a:ext>
            </a:extLst>
          </p:cNvPr>
          <p:cNvSpPr>
            <a:spLocks xmlns:a="http://schemas.openxmlformats.org/drawingml/2006/main" noGrp="1"/>
          </p:cNvSpPr>
          <p:nvPr/>
        </p:nvSpPr>
        <p:spPr>
          <a:xfrm xmlns:a="http://schemas.openxmlformats.org/drawingml/2006/main">
            <a:off x="779082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9" name="Editable chart path">
            <a:extLst xmlns:a="http://schemas.openxmlformats.org/drawingml/2006/main">
              <a:ext uri="{FF2B5EF4-FFF2-40B4-BE49-F238E27FC236}">
                <a16:creationId xmlns:a16="http://schemas.microsoft.com/office/drawing/2014/main" id="{FB4EFD79-E1E9-4F3B-A163-0ABC875ADBBF}"/>
              </a:ext>
            </a:extLst>
          </p:cNvPr>
          <p:cNvSpPr>
            <a:spLocks xmlns:a="http://schemas.openxmlformats.org/drawingml/2006/main" noGrp="1"/>
          </p:cNvSpPr>
          <p:nvPr/>
        </p:nvSpPr>
        <p:spPr>
          <a:xfrm xmlns:a="http://schemas.openxmlformats.org/drawingml/2006/main">
            <a:off x="7852964"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0" name="Editable chart path">
            <a:extLst xmlns:a="http://schemas.openxmlformats.org/drawingml/2006/main">
              <a:ext uri="{FF2B5EF4-FFF2-40B4-BE49-F238E27FC236}">
                <a16:creationId xmlns:a16="http://schemas.microsoft.com/office/drawing/2014/main" id="{DC4AE892-AAF5-4F18-B3D2-7634AC8893E1}"/>
              </a:ext>
            </a:extLst>
          </p:cNvPr>
          <p:cNvSpPr>
            <a:spLocks xmlns:a="http://schemas.openxmlformats.org/drawingml/2006/main" noGrp="1"/>
          </p:cNvSpPr>
          <p:nvPr/>
        </p:nvSpPr>
        <p:spPr>
          <a:xfrm xmlns:a="http://schemas.openxmlformats.org/drawingml/2006/main">
            <a:off x="7915102"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1" name="Editable chart path">
            <a:extLst xmlns:a="http://schemas.openxmlformats.org/drawingml/2006/main">
              <a:ext uri="{FF2B5EF4-FFF2-40B4-BE49-F238E27FC236}">
                <a16:creationId xmlns:a16="http://schemas.microsoft.com/office/drawing/2014/main" id="{3BC4A001-4D27-4963-A331-3D2A8CE6CA56}"/>
              </a:ext>
            </a:extLst>
          </p:cNvPr>
          <p:cNvSpPr>
            <a:spLocks xmlns:a="http://schemas.openxmlformats.org/drawingml/2006/main" noGrp="1"/>
          </p:cNvSpPr>
          <p:nvPr/>
        </p:nvSpPr>
        <p:spPr>
          <a:xfrm xmlns:a="http://schemas.openxmlformats.org/drawingml/2006/main">
            <a:off x="797723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2" name="Editable chart path">
            <a:extLst xmlns:a="http://schemas.openxmlformats.org/drawingml/2006/main">
              <a:ext uri="{FF2B5EF4-FFF2-40B4-BE49-F238E27FC236}">
                <a16:creationId xmlns:a16="http://schemas.microsoft.com/office/drawing/2014/main" id="{122112C7-5169-4F92-9D39-14E4EC3EE8B5}"/>
              </a:ext>
            </a:extLst>
          </p:cNvPr>
          <p:cNvSpPr>
            <a:spLocks xmlns:a="http://schemas.openxmlformats.org/drawingml/2006/main" noGrp="1"/>
          </p:cNvSpPr>
          <p:nvPr/>
        </p:nvSpPr>
        <p:spPr>
          <a:xfrm xmlns:a="http://schemas.openxmlformats.org/drawingml/2006/main">
            <a:off x="803937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3" name="Editable chart path">
            <a:extLst xmlns:a="http://schemas.openxmlformats.org/drawingml/2006/main">
              <a:ext uri="{FF2B5EF4-FFF2-40B4-BE49-F238E27FC236}">
                <a16:creationId xmlns:a16="http://schemas.microsoft.com/office/drawing/2014/main" id="{8E597BF4-1F45-4E1D-827A-A4CA97D3A7E3}"/>
              </a:ext>
            </a:extLst>
          </p:cNvPr>
          <p:cNvSpPr>
            <a:spLocks xmlns:a="http://schemas.openxmlformats.org/drawingml/2006/main" noGrp="1"/>
          </p:cNvSpPr>
          <p:nvPr/>
        </p:nvSpPr>
        <p:spPr>
          <a:xfrm xmlns:a="http://schemas.openxmlformats.org/drawingml/2006/main">
            <a:off x="810151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4" name="Editable chart path">
            <a:extLst xmlns:a="http://schemas.openxmlformats.org/drawingml/2006/main">
              <a:ext uri="{FF2B5EF4-FFF2-40B4-BE49-F238E27FC236}">
                <a16:creationId xmlns:a16="http://schemas.microsoft.com/office/drawing/2014/main" id="{5D954712-4E26-486D-AD12-1668555EDADC}"/>
              </a:ext>
            </a:extLst>
          </p:cNvPr>
          <p:cNvSpPr>
            <a:spLocks xmlns:a="http://schemas.openxmlformats.org/drawingml/2006/main" noGrp="1"/>
          </p:cNvSpPr>
          <p:nvPr/>
        </p:nvSpPr>
        <p:spPr>
          <a:xfrm xmlns:a="http://schemas.openxmlformats.org/drawingml/2006/main">
            <a:off x="8163652"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5" name="Editable chart path">
            <a:extLst xmlns:a="http://schemas.openxmlformats.org/drawingml/2006/main">
              <a:ext uri="{FF2B5EF4-FFF2-40B4-BE49-F238E27FC236}">
                <a16:creationId xmlns:a16="http://schemas.microsoft.com/office/drawing/2014/main" id="{7B34BC57-17F3-4F01-AB7B-439AD69CAA34}"/>
              </a:ext>
            </a:extLst>
          </p:cNvPr>
          <p:cNvSpPr>
            <a:spLocks xmlns:a="http://schemas.openxmlformats.org/drawingml/2006/main" noGrp="1"/>
          </p:cNvSpPr>
          <p:nvPr/>
        </p:nvSpPr>
        <p:spPr>
          <a:xfrm xmlns:a="http://schemas.openxmlformats.org/drawingml/2006/main">
            <a:off x="822579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6" name="Editable chart path">
            <a:extLst xmlns:a="http://schemas.openxmlformats.org/drawingml/2006/main">
              <a:ext uri="{FF2B5EF4-FFF2-40B4-BE49-F238E27FC236}">
                <a16:creationId xmlns:a16="http://schemas.microsoft.com/office/drawing/2014/main" id="{AB4C0046-9712-4751-B46A-4AE5F1BF3A16}"/>
              </a:ext>
            </a:extLst>
          </p:cNvPr>
          <p:cNvSpPr>
            <a:spLocks xmlns:a="http://schemas.openxmlformats.org/drawingml/2006/main" noGrp="1"/>
          </p:cNvSpPr>
          <p:nvPr/>
        </p:nvSpPr>
        <p:spPr>
          <a:xfrm xmlns:a="http://schemas.openxmlformats.org/drawingml/2006/main">
            <a:off x="828792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7" name="Editable chart path">
            <a:extLst xmlns:a="http://schemas.openxmlformats.org/drawingml/2006/main">
              <a:ext uri="{FF2B5EF4-FFF2-40B4-BE49-F238E27FC236}">
                <a16:creationId xmlns:a16="http://schemas.microsoft.com/office/drawing/2014/main" id="{30B3EA75-2FA6-43C7-9C5E-44431FDA03E9}"/>
              </a:ext>
            </a:extLst>
          </p:cNvPr>
          <p:cNvSpPr>
            <a:spLocks xmlns:a="http://schemas.openxmlformats.org/drawingml/2006/main" noGrp="1"/>
          </p:cNvSpPr>
          <p:nvPr/>
        </p:nvSpPr>
        <p:spPr>
          <a:xfrm xmlns:a="http://schemas.openxmlformats.org/drawingml/2006/main">
            <a:off x="835006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8" name="Editable chart path">
            <a:extLst xmlns:a="http://schemas.openxmlformats.org/drawingml/2006/main">
              <a:ext uri="{FF2B5EF4-FFF2-40B4-BE49-F238E27FC236}">
                <a16:creationId xmlns:a16="http://schemas.microsoft.com/office/drawing/2014/main" id="{EDAE3318-B85E-476A-957E-31222D7270EF}"/>
              </a:ext>
            </a:extLst>
          </p:cNvPr>
          <p:cNvSpPr>
            <a:spLocks xmlns:a="http://schemas.openxmlformats.org/drawingml/2006/main" noGrp="1"/>
          </p:cNvSpPr>
          <p:nvPr/>
        </p:nvSpPr>
        <p:spPr>
          <a:xfrm xmlns:a="http://schemas.openxmlformats.org/drawingml/2006/main">
            <a:off x="841220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9" name="Editable chart path">
            <a:extLst xmlns:a="http://schemas.openxmlformats.org/drawingml/2006/main">
              <a:ext uri="{FF2B5EF4-FFF2-40B4-BE49-F238E27FC236}">
                <a16:creationId xmlns:a16="http://schemas.microsoft.com/office/drawing/2014/main" id="{FE24165E-D34E-45D2-88F6-731B2C3778B9}"/>
              </a:ext>
            </a:extLst>
          </p:cNvPr>
          <p:cNvSpPr>
            <a:spLocks xmlns:a="http://schemas.openxmlformats.org/drawingml/2006/main" noGrp="1"/>
          </p:cNvSpPr>
          <p:nvPr/>
        </p:nvSpPr>
        <p:spPr>
          <a:xfrm xmlns:a="http://schemas.openxmlformats.org/drawingml/2006/main">
            <a:off x="8598616"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0" name="Editable chart path">
            <a:extLst xmlns:a="http://schemas.openxmlformats.org/drawingml/2006/main">
              <a:ext uri="{FF2B5EF4-FFF2-40B4-BE49-F238E27FC236}">
                <a16:creationId xmlns:a16="http://schemas.microsoft.com/office/drawing/2014/main" id="{B640DB7F-582D-4476-A483-25B05487125F}"/>
              </a:ext>
            </a:extLst>
          </p:cNvPr>
          <p:cNvSpPr>
            <a:spLocks xmlns:a="http://schemas.openxmlformats.org/drawingml/2006/main" noGrp="1"/>
          </p:cNvSpPr>
          <p:nvPr/>
        </p:nvSpPr>
        <p:spPr>
          <a:xfrm xmlns:a="http://schemas.openxmlformats.org/drawingml/2006/main">
            <a:off x="866075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1" name="Editable chart path">
            <a:extLst xmlns:a="http://schemas.openxmlformats.org/drawingml/2006/main">
              <a:ext uri="{FF2B5EF4-FFF2-40B4-BE49-F238E27FC236}">
                <a16:creationId xmlns:a16="http://schemas.microsoft.com/office/drawing/2014/main" id="{935A6547-6EFC-456B-90D5-932C28C4C04E}"/>
              </a:ext>
            </a:extLst>
          </p:cNvPr>
          <p:cNvSpPr>
            <a:spLocks xmlns:a="http://schemas.openxmlformats.org/drawingml/2006/main" noGrp="1"/>
          </p:cNvSpPr>
          <p:nvPr/>
        </p:nvSpPr>
        <p:spPr>
          <a:xfrm xmlns:a="http://schemas.openxmlformats.org/drawingml/2006/main">
            <a:off x="8722891"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2" name="Editable chart path">
            <a:extLst xmlns:a="http://schemas.openxmlformats.org/drawingml/2006/main">
              <a:ext uri="{FF2B5EF4-FFF2-40B4-BE49-F238E27FC236}">
                <a16:creationId xmlns:a16="http://schemas.microsoft.com/office/drawing/2014/main" id="{E79D84EC-8C67-424B-879E-270C6EE93F23}"/>
              </a:ext>
            </a:extLst>
          </p:cNvPr>
          <p:cNvSpPr>
            <a:spLocks xmlns:a="http://schemas.openxmlformats.org/drawingml/2006/main" noGrp="1"/>
          </p:cNvSpPr>
          <p:nvPr/>
        </p:nvSpPr>
        <p:spPr>
          <a:xfrm xmlns:a="http://schemas.openxmlformats.org/drawingml/2006/main">
            <a:off x="878502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3" name="Editable chart path">
            <a:extLst xmlns:a="http://schemas.openxmlformats.org/drawingml/2006/main">
              <a:ext uri="{FF2B5EF4-FFF2-40B4-BE49-F238E27FC236}">
                <a16:creationId xmlns:a16="http://schemas.microsoft.com/office/drawing/2014/main" id="{82E741D5-1D6B-4FF4-B8E0-5643A1F4E0EE}"/>
              </a:ext>
            </a:extLst>
          </p:cNvPr>
          <p:cNvSpPr>
            <a:spLocks xmlns:a="http://schemas.openxmlformats.org/drawingml/2006/main" noGrp="1"/>
          </p:cNvSpPr>
          <p:nvPr/>
        </p:nvSpPr>
        <p:spPr>
          <a:xfrm xmlns:a="http://schemas.openxmlformats.org/drawingml/2006/main">
            <a:off x="8847166"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4" name="Editable chart path">
            <a:extLst xmlns:a="http://schemas.openxmlformats.org/drawingml/2006/main">
              <a:ext uri="{FF2B5EF4-FFF2-40B4-BE49-F238E27FC236}">
                <a16:creationId xmlns:a16="http://schemas.microsoft.com/office/drawing/2014/main" id="{67197153-C506-4968-96F6-425E66F45075}"/>
              </a:ext>
            </a:extLst>
          </p:cNvPr>
          <p:cNvSpPr>
            <a:spLocks xmlns:a="http://schemas.openxmlformats.org/drawingml/2006/main" noGrp="1"/>
          </p:cNvSpPr>
          <p:nvPr/>
        </p:nvSpPr>
        <p:spPr>
          <a:xfrm xmlns:a="http://schemas.openxmlformats.org/drawingml/2006/main">
            <a:off x="8909304"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5" name="Editable chart path">
            <a:extLst xmlns:a="http://schemas.openxmlformats.org/drawingml/2006/main">
              <a:ext uri="{FF2B5EF4-FFF2-40B4-BE49-F238E27FC236}">
                <a16:creationId xmlns:a16="http://schemas.microsoft.com/office/drawing/2014/main" id="{491D9056-36D5-4161-B697-0D60EAA1B9C6}"/>
              </a:ext>
            </a:extLst>
          </p:cNvPr>
          <p:cNvSpPr>
            <a:spLocks xmlns:a="http://schemas.openxmlformats.org/drawingml/2006/main" noGrp="1"/>
          </p:cNvSpPr>
          <p:nvPr/>
        </p:nvSpPr>
        <p:spPr>
          <a:xfrm xmlns:a="http://schemas.openxmlformats.org/drawingml/2006/main">
            <a:off x="915785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6" name="Editable chart path">
            <a:extLst xmlns:a="http://schemas.openxmlformats.org/drawingml/2006/main">
              <a:ext uri="{FF2B5EF4-FFF2-40B4-BE49-F238E27FC236}">
                <a16:creationId xmlns:a16="http://schemas.microsoft.com/office/drawing/2014/main" id="{1E483CF2-903C-4275-BC01-52BCB904B164}"/>
              </a:ext>
            </a:extLst>
          </p:cNvPr>
          <p:cNvSpPr>
            <a:spLocks xmlns:a="http://schemas.openxmlformats.org/drawingml/2006/main" noGrp="1"/>
          </p:cNvSpPr>
          <p:nvPr/>
        </p:nvSpPr>
        <p:spPr>
          <a:xfrm xmlns:a="http://schemas.openxmlformats.org/drawingml/2006/main">
            <a:off x="9219992"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7" name="Editable chart path">
            <a:extLst xmlns:a="http://schemas.openxmlformats.org/drawingml/2006/main">
              <a:ext uri="{FF2B5EF4-FFF2-40B4-BE49-F238E27FC236}">
                <a16:creationId xmlns:a16="http://schemas.microsoft.com/office/drawing/2014/main" id="{D57911AA-0AFC-4607-97F3-703869DE56BC}"/>
              </a:ext>
            </a:extLst>
          </p:cNvPr>
          <p:cNvSpPr>
            <a:spLocks xmlns:a="http://schemas.openxmlformats.org/drawingml/2006/main" noGrp="1"/>
          </p:cNvSpPr>
          <p:nvPr/>
        </p:nvSpPr>
        <p:spPr>
          <a:xfrm xmlns:a="http://schemas.openxmlformats.org/drawingml/2006/main">
            <a:off x="928213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8" name="Editable chart path">
            <a:extLst xmlns:a="http://schemas.openxmlformats.org/drawingml/2006/main">
              <a:ext uri="{FF2B5EF4-FFF2-40B4-BE49-F238E27FC236}">
                <a16:creationId xmlns:a16="http://schemas.microsoft.com/office/drawing/2014/main" id="{E7E6EAEE-4ACB-41D4-9F3B-E8D21BDEABB1}"/>
              </a:ext>
            </a:extLst>
          </p:cNvPr>
          <p:cNvSpPr>
            <a:spLocks xmlns:a="http://schemas.openxmlformats.org/drawingml/2006/main" noGrp="1"/>
          </p:cNvSpPr>
          <p:nvPr/>
        </p:nvSpPr>
        <p:spPr>
          <a:xfrm xmlns:a="http://schemas.openxmlformats.org/drawingml/2006/main">
            <a:off x="934426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9" name="Editable chart path">
            <a:extLst xmlns:a="http://schemas.openxmlformats.org/drawingml/2006/main">
              <a:ext uri="{FF2B5EF4-FFF2-40B4-BE49-F238E27FC236}">
                <a16:creationId xmlns:a16="http://schemas.microsoft.com/office/drawing/2014/main" id="{956172F0-A1A1-45EC-BDEE-B0AECF9B5D2A}"/>
              </a:ext>
            </a:extLst>
          </p:cNvPr>
          <p:cNvSpPr>
            <a:spLocks xmlns:a="http://schemas.openxmlformats.org/drawingml/2006/main" noGrp="1"/>
          </p:cNvSpPr>
          <p:nvPr/>
        </p:nvSpPr>
        <p:spPr>
          <a:xfrm xmlns:a="http://schemas.openxmlformats.org/drawingml/2006/main">
            <a:off x="940640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0" name="Editable chart path">
            <a:extLst xmlns:a="http://schemas.openxmlformats.org/drawingml/2006/main">
              <a:ext uri="{FF2B5EF4-FFF2-40B4-BE49-F238E27FC236}">
                <a16:creationId xmlns:a16="http://schemas.microsoft.com/office/drawing/2014/main" id="{2756BD01-F608-45D9-B38C-17A0D4EAFC3E}"/>
              </a:ext>
            </a:extLst>
          </p:cNvPr>
          <p:cNvSpPr>
            <a:spLocks xmlns:a="http://schemas.openxmlformats.org/drawingml/2006/main" noGrp="1"/>
          </p:cNvSpPr>
          <p:nvPr/>
        </p:nvSpPr>
        <p:spPr>
          <a:xfrm xmlns:a="http://schemas.openxmlformats.org/drawingml/2006/main">
            <a:off x="946854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1" name="Editable chart path">
            <a:extLst xmlns:a="http://schemas.openxmlformats.org/drawingml/2006/main">
              <a:ext uri="{FF2B5EF4-FFF2-40B4-BE49-F238E27FC236}">
                <a16:creationId xmlns:a16="http://schemas.microsoft.com/office/drawing/2014/main" id="{AEB78D02-A76C-4DB7-94B7-6403F7261290}"/>
              </a:ext>
            </a:extLst>
          </p:cNvPr>
          <p:cNvSpPr>
            <a:spLocks xmlns:a="http://schemas.openxmlformats.org/drawingml/2006/main" noGrp="1"/>
          </p:cNvSpPr>
          <p:nvPr/>
        </p:nvSpPr>
        <p:spPr>
          <a:xfrm xmlns:a="http://schemas.openxmlformats.org/drawingml/2006/main">
            <a:off x="673448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2" name="Editable chart path">
            <a:extLst xmlns:a="http://schemas.openxmlformats.org/drawingml/2006/main">
              <a:ext uri="{FF2B5EF4-FFF2-40B4-BE49-F238E27FC236}">
                <a16:creationId xmlns:a16="http://schemas.microsoft.com/office/drawing/2014/main" id="{D73AA1D3-3EFC-4E6E-AD27-036474E056C9}"/>
              </a:ext>
            </a:extLst>
          </p:cNvPr>
          <p:cNvSpPr>
            <a:spLocks xmlns:a="http://schemas.openxmlformats.org/drawingml/2006/main" noGrp="1"/>
          </p:cNvSpPr>
          <p:nvPr/>
        </p:nvSpPr>
        <p:spPr>
          <a:xfrm xmlns:a="http://schemas.openxmlformats.org/drawingml/2006/main">
            <a:off x="679662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3" name="Editable chart path">
            <a:extLst xmlns:a="http://schemas.openxmlformats.org/drawingml/2006/main">
              <a:ext uri="{FF2B5EF4-FFF2-40B4-BE49-F238E27FC236}">
                <a16:creationId xmlns:a16="http://schemas.microsoft.com/office/drawing/2014/main" id="{D8C5F3E5-C457-4CE7-B255-9DC2346ACDB5}"/>
              </a:ext>
            </a:extLst>
          </p:cNvPr>
          <p:cNvSpPr>
            <a:spLocks xmlns:a="http://schemas.openxmlformats.org/drawingml/2006/main" noGrp="1"/>
          </p:cNvSpPr>
          <p:nvPr/>
        </p:nvSpPr>
        <p:spPr>
          <a:xfrm xmlns:a="http://schemas.openxmlformats.org/drawingml/2006/main">
            <a:off x="685876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4" name="Editable chart path">
            <a:extLst xmlns:a="http://schemas.openxmlformats.org/drawingml/2006/main">
              <a:ext uri="{FF2B5EF4-FFF2-40B4-BE49-F238E27FC236}">
                <a16:creationId xmlns:a16="http://schemas.microsoft.com/office/drawing/2014/main" id="{E7CA2D50-950E-4C77-B194-8F2C2A0766F2}"/>
              </a:ext>
            </a:extLst>
          </p:cNvPr>
          <p:cNvSpPr>
            <a:spLocks xmlns:a="http://schemas.openxmlformats.org/drawingml/2006/main" noGrp="1"/>
          </p:cNvSpPr>
          <p:nvPr/>
        </p:nvSpPr>
        <p:spPr>
          <a:xfrm xmlns:a="http://schemas.openxmlformats.org/drawingml/2006/main">
            <a:off x="6920900"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5" name="Editable chart path">
            <a:extLst xmlns:a="http://schemas.openxmlformats.org/drawingml/2006/main">
              <a:ext uri="{FF2B5EF4-FFF2-40B4-BE49-F238E27FC236}">
                <a16:creationId xmlns:a16="http://schemas.microsoft.com/office/drawing/2014/main" id="{64162C08-8244-4A5D-A87D-CB74E8CB0BF5}"/>
              </a:ext>
            </a:extLst>
          </p:cNvPr>
          <p:cNvSpPr>
            <a:spLocks xmlns:a="http://schemas.openxmlformats.org/drawingml/2006/main" noGrp="1"/>
          </p:cNvSpPr>
          <p:nvPr/>
        </p:nvSpPr>
        <p:spPr>
          <a:xfrm xmlns:a="http://schemas.openxmlformats.org/drawingml/2006/main">
            <a:off x="698303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6" name="Editable chart path">
            <a:extLst xmlns:a="http://schemas.openxmlformats.org/drawingml/2006/main">
              <a:ext uri="{FF2B5EF4-FFF2-40B4-BE49-F238E27FC236}">
                <a16:creationId xmlns:a16="http://schemas.microsoft.com/office/drawing/2014/main" id="{2F399ABA-CCA9-46CB-880D-5D74DBE8DBBF}"/>
              </a:ext>
            </a:extLst>
          </p:cNvPr>
          <p:cNvSpPr>
            <a:spLocks xmlns:a="http://schemas.openxmlformats.org/drawingml/2006/main" noGrp="1"/>
          </p:cNvSpPr>
          <p:nvPr/>
        </p:nvSpPr>
        <p:spPr>
          <a:xfrm xmlns:a="http://schemas.openxmlformats.org/drawingml/2006/main">
            <a:off x="704517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7" name="Editable chart path">
            <a:extLst xmlns:a="http://schemas.openxmlformats.org/drawingml/2006/main">
              <a:ext uri="{FF2B5EF4-FFF2-40B4-BE49-F238E27FC236}">
                <a16:creationId xmlns:a16="http://schemas.microsoft.com/office/drawing/2014/main" id="{7D7CA3CD-05F8-42F4-8594-2891428B5F4F}"/>
              </a:ext>
            </a:extLst>
          </p:cNvPr>
          <p:cNvSpPr>
            <a:spLocks xmlns:a="http://schemas.openxmlformats.org/drawingml/2006/main" noGrp="1"/>
          </p:cNvSpPr>
          <p:nvPr/>
        </p:nvSpPr>
        <p:spPr>
          <a:xfrm xmlns:a="http://schemas.openxmlformats.org/drawingml/2006/main">
            <a:off x="7107313"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8" name="Editable chart path">
            <a:extLst xmlns:a="http://schemas.openxmlformats.org/drawingml/2006/main">
              <a:ext uri="{FF2B5EF4-FFF2-40B4-BE49-F238E27FC236}">
                <a16:creationId xmlns:a16="http://schemas.microsoft.com/office/drawing/2014/main" id="{D06A5BD4-475C-4D1A-84F9-9181178508D6}"/>
              </a:ext>
            </a:extLst>
          </p:cNvPr>
          <p:cNvSpPr>
            <a:spLocks xmlns:a="http://schemas.openxmlformats.org/drawingml/2006/main" noGrp="1"/>
          </p:cNvSpPr>
          <p:nvPr/>
        </p:nvSpPr>
        <p:spPr>
          <a:xfrm xmlns:a="http://schemas.openxmlformats.org/drawingml/2006/main">
            <a:off x="7169450"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9" name="Editable chart path">
            <a:extLst xmlns:a="http://schemas.openxmlformats.org/drawingml/2006/main">
              <a:ext uri="{FF2B5EF4-FFF2-40B4-BE49-F238E27FC236}">
                <a16:creationId xmlns:a16="http://schemas.microsoft.com/office/drawing/2014/main" id="{F185E881-7441-4F5B-8155-9F942452D760}"/>
              </a:ext>
            </a:extLst>
          </p:cNvPr>
          <p:cNvSpPr>
            <a:spLocks xmlns:a="http://schemas.openxmlformats.org/drawingml/2006/main" noGrp="1"/>
          </p:cNvSpPr>
          <p:nvPr/>
        </p:nvSpPr>
        <p:spPr>
          <a:xfrm xmlns:a="http://schemas.openxmlformats.org/drawingml/2006/main">
            <a:off x="723158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0" name="Editable chart path">
            <a:extLst xmlns:a="http://schemas.openxmlformats.org/drawingml/2006/main">
              <a:ext uri="{FF2B5EF4-FFF2-40B4-BE49-F238E27FC236}">
                <a16:creationId xmlns:a16="http://schemas.microsoft.com/office/drawing/2014/main" id="{D6C6398F-C76A-4D53-AE96-17AA352368D4}"/>
              </a:ext>
            </a:extLst>
          </p:cNvPr>
          <p:cNvSpPr>
            <a:spLocks xmlns:a="http://schemas.openxmlformats.org/drawingml/2006/main" noGrp="1"/>
          </p:cNvSpPr>
          <p:nvPr/>
        </p:nvSpPr>
        <p:spPr>
          <a:xfrm xmlns:a="http://schemas.openxmlformats.org/drawingml/2006/main">
            <a:off x="729372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1" name="Editable chart path">
            <a:extLst xmlns:a="http://schemas.openxmlformats.org/drawingml/2006/main">
              <a:ext uri="{FF2B5EF4-FFF2-40B4-BE49-F238E27FC236}">
                <a16:creationId xmlns:a16="http://schemas.microsoft.com/office/drawing/2014/main" id="{3A5256E2-98B1-4BCE-B28C-E14504B00FE9}"/>
              </a:ext>
            </a:extLst>
          </p:cNvPr>
          <p:cNvSpPr>
            <a:spLocks xmlns:a="http://schemas.openxmlformats.org/drawingml/2006/main" noGrp="1"/>
          </p:cNvSpPr>
          <p:nvPr/>
        </p:nvSpPr>
        <p:spPr>
          <a:xfrm xmlns:a="http://schemas.openxmlformats.org/drawingml/2006/main">
            <a:off x="7355863"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2" name="Editable chart path">
            <a:extLst xmlns:a="http://schemas.openxmlformats.org/drawingml/2006/main">
              <a:ext uri="{FF2B5EF4-FFF2-40B4-BE49-F238E27FC236}">
                <a16:creationId xmlns:a16="http://schemas.microsoft.com/office/drawing/2014/main" id="{F2A31791-8CAD-4322-9526-C6A4BECB4889}"/>
              </a:ext>
            </a:extLst>
          </p:cNvPr>
          <p:cNvSpPr>
            <a:spLocks xmlns:a="http://schemas.openxmlformats.org/drawingml/2006/main" noGrp="1"/>
          </p:cNvSpPr>
          <p:nvPr/>
        </p:nvSpPr>
        <p:spPr>
          <a:xfrm xmlns:a="http://schemas.openxmlformats.org/drawingml/2006/main">
            <a:off x="7418001"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3" name="Editable chart path">
            <a:extLst xmlns:a="http://schemas.openxmlformats.org/drawingml/2006/main">
              <a:ext uri="{FF2B5EF4-FFF2-40B4-BE49-F238E27FC236}">
                <a16:creationId xmlns:a16="http://schemas.microsoft.com/office/drawing/2014/main" id="{991B1D4C-CAA2-489C-A1AE-3969B5B4740C}"/>
              </a:ext>
            </a:extLst>
          </p:cNvPr>
          <p:cNvSpPr>
            <a:spLocks xmlns:a="http://schemas.openxmlformats.org/drawingml/2006/main" noGrp="1"/>
          </p:cNvSpPr>
          <p:nvPr/>
        </p:nvSpPr>
        <p:spPr>
          <a:xfrm xmlns:a="http://schemas.openxmlformats.org/drawingml/2006/main">
            <a:off x="748013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4" name="Editable chart path">
            <a:extLst xmlns:a="http://schemas.openxmlformats.org/drawingml/2006/main">
              <a:ext uri="{FF2B5EF4-FFF2-40B4-BE49-F238E27FC236}">
                <a16:creationId xmlns:a16="http://schemas.microsoft.com/office/drawing/2014/main" id="{4129CB61-4A35-40A7-BE4C-1E943DFE5BE2}"/>
              </a:ext>
            </a:extLst>
          </p:cNvPr>
          <p:cNvSpPr>
            <a:spLocks xmlns:a="http://schemas.openxmlformats.org/drawingml/2006/main" noGrp="1"/>
          </p:cNvSpPr>
          <p:nvPr/>
        </p:nvSpPr>
        <p:spPr>
          <a:xfrm xmlns:a="http://schemas.openxmlformats.org/drawingml/2006/main">
            <a:off x="7542276"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5" name="Editable chart path">
            <a:extLst xmlns:a="http://schemas.openxmlformats.org/drawingml/2006/main">
              <a:ext uri="{FF2B5EF4-FFF2-40B4-BE49-F238E27FC236}">
                <a16:creationId xmlns:a16="http://schemas.microsoft.com/office/drawing/2014/main" id="{4A36C39B-CF48-4A75-87E5-04864DF9834C}"/>
              </a:ext>
            </a:extLst>
          </p:cNvPr>
          <p:cNvSpPr>
            <a:spLocks xmlns:a="http://schemas.openxmlformats.org/drawingml/2006/main" noGrp="1"/>
          </p:cNvSpPr>
          <p:nvPr/>
        </p:nvSpPr>
        <p:spPr>
          <a:xfrm xmlns:a="http://schemas.openxmlformats.org/drawingml/2006/main">
            <a:off x="760441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6" name="Editable chart path">
            <a:extLst xmlns:a="http://schemas.openxmlformats.org/drawingml/2006/main">
              <a:ext uri="{FF2B5EF4-FFF2-40B4-BE49-F238E27FC236}">
                <a16:creationId xmlns:a16="http://schemas.microsoft.com/office/drawing/2014/main" id="{64D88726-9171-43D4-A686-C2A3B2334A78}"/>
              </a:ext>
            </a:extLst>
          </p:cNvPr>
          <p:cNvSpPr>
            <a:spLocks xmlns:a="http://schemas.openxmlformats.org/drawingml/2006/main" noGrp="1"/>
          </p:cNvSpPr>
          <p:nvPr/>
        </p:nvSpPr>
        <p:spPr>
          <a:xfrm xmlns:a="http://schemas.openxmlformats.org/drawingml/2006/main">
            <a:off x="7666551"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7" name="Editable chart path">
            <a:extLst xmlns:a="http://schemas.openxmlformats.org/drawingml/2006/main">
              <a:ext uri="{FF2B5EF4-FFF2-40B4-BE49-F238E27FC236}">
                <a16:creationId xmlns:a16="http://schemas.microsoft.com/office/drawing/2014/main" id="{9810037D-7990-4A04-A148-1B7389A3A9CE}"/>
              </a:ext>
            </a:extLst>
          </p:cNvPr>
          <p:cNvSpPr>
            <a:spLocks xmlns:a="http://schemas.openxmlformats.org/drawingml/2006/main" noGrp="1"/>
          </p:cNvSpPr>
          <p:nvPr/>
        </p:nvSpPr>
        <p:spPr>
          <a:xfrm xmlns:a="http://schemas.openxmlformats.org/drawingml/2006/main">
            <a:off x="772868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8" name="Editable chart path">
            <a:extLst xmlns:a="http://schemas.openxmlformats.org/drawingml/2006/main">
              <a:ext uri="{FF2B5EF4-FFF2-40B4-BE49-F238E27FC236}">
                <a16:creationId xmlns:a16="http://schemas.microsoft.com/office/drawing/2014/main" id="{5B91C151-B9F8-4374-AAB9-918C1F01EBAF}"/>
              </a:ext>
            </a:extLst>
          </p:cNvPr>
          <p:cNvSpPr>
            <a:spLocks xmlns:a="http://schemas.openxmlformats.org/drawingml/2006/main" noGrp="1"/>
          </p:cNvSpPr>
          <p:nvPr/>
        </p:nvSpPr>
        <p:spPr>
          <a:xfrm xmlns:a="http://schemas.openxmlformats.org/drawingml/2006/main">
            <a:off x="779082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9" name="Editable chart path">
            <a:extLst xmlns:a="http://schemas.openxmlformats.org/drawingml/2006/main">
              <a:ext uri="{FF2B5EF4-FFF2-40B4-BE49-F238E27FC236}">
                <a16:creationId xmlns:a16="http://schemas.microsoft.com/office/drawing/2014/main" id="{508FF4FA-F731-43FE-AA17-090C09471989}"/>
              </a:ext>
            </a:extLst>
          </p:cNvPr>
          <p:cNvSpPr>
            <a:spLocks xmlns:a="http://schemas.openxmlformats.org/drawingml/2006/main" noGrp="1"/>
          </p:cNvSpPr>
          <p:nvPr/>
        </p:nvSpPr>
        <p:spPr>
          <a:xfrm xmlns:a="http://schemas.openxmlformats.org/drawingml/2006/main">
            <a:off x="785296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0" name="Editable chart path">
            <a:extLst xmlns:a="http://schemas.openxmlformats.org/drawingml/2006/main">
              <a:ext uri="{FF2B5EF4-FFF2-40B4-BE49-F238E27FC236}">
                <a16:creationId xmlns:a16="http://schemas.microsoft.com/office/drawing/2014/main" id="{EE47519A-9EBB-45B3-B5E5-6D334BBCF383}"/>
              </a:ext>
            </a:extLst>
          </p:cNvPr>
          <p:cNvSpPr>
            <a:spLocks xmlns:a="http://schemas.openxmlformats.org/drawingml/2006/main" noGrp="1"/>
          </p:cNvSpPr>
          <p:nvPr/>
        </p:nvSpPr>
        <p:spPr>
          <a:xfrm xmlns:a="http://schemas.openxmlformats.org/drawingml/2006/main">
            <a:off x="791510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1" name="Editable chart path">
            <a:extLst xmlns:a="http://schemas.openxmlformats.org/drawingml/2006/main">
              <a:ext uri="{FF2B5EF4-FFF2-40B4-BE49-F238E27FC236}">
                <a16:creationId xmlns:a16="http://schemas.microsoft.com/office/drawing/2014/main" id="{A59CACE8-4A78-4CA6-8BD8-62A5A6A8476E}"/>
              </a:ext>
            </a:extLst>
          </p:cNvPr>
          <p:cNvSpPr>
            <a:spLocks xmlns:a="http://schemas.openxmlformats.org/drawingml/2006/main" noGrp="1"/>
          </p:cNvSpPr>
          <p:nvPr/>
        </p:nvSpPr>
        <p:spPr>
          <a:xfrm xmlns:a="http://schemas.openxmlformats.org/drawingml/2006/main">
            <a:off x="797723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2" name="Editable chart path">
            <a:extLst xmlns:a="http://schemas.openxmlformats.org/drawingml/2006/main">
              <a:ext uri="{FF2B5EF4-FFF2-40B4-BE49-F238E27FC236}">
                <a16:creationId xmlns:a16="http://schemas.microsoft.com/office/drawing/2014/main" id="{0D3A764D-9261-46C2-ADC9-78D4BCB8C4FB}"/>
              </a:ext>
            </a:extLst>
          </p:cNvPr>
          <p:cNvSpPr>
            <a:spLocks xmlns:a="http://schemas.openxmlformats.org/drawingml/2006/main" noGrp="1"/>
          </p:cNvSpPr>
          <p:nvPr/>
        </p:nvSpPr>
        <p:spPr>
          <a:xfrm xmlns:a="http://schemas.openxmlformats.org/drawingml/2006/main">
            <a:off x="803937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3" name="Editable chart path">
            <a:extLst xmlns:a="http://schemas.openxmlformats.org/drawingml/2006/main">
              <a:ext uri="{FF2B5EF4-FFF2-40B4-BE49-F238E27FC236}">
                <a16:creationId xmlns:a16="http://schemas.microsoft.com/office/drawing/2014/main" id="{E2011818-1418-4D26-9479-422ECD7DBA1A}"/>
              </a:ext>
            </a:extLst>
          </p:cNvPr>
          <p:cNvSpPr>
            <a:spLocks xmlns:a="http://schemas.openxmlformats.org/drawingml/2006/main" noGrp="1"/>
          </p:cNvSpPr>
          <p:nvPr/>
        </p:nvSpPr>
        <p:spPr>
          <a:xfrm xmlns:a="http://schemas.openxmlformats.org/drawingml/2006/main">
            <a:off x="810151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4" name="Editable chart path">
            <a:extLst xmlns:a="http://schemas.openxmlformats.org/drawingml/2006/main">
              <a:ext uri="{FF2B5EF4-FFF2-40B4-BE49-F238E27FC236}">
                <a16:creationId xmlns:a16="http://schemas.microsoft.com/office/drawing/2014/main" id="{231C0FD9-6D61-4409-98C8-C06D6CE8BB7C}"/>
              </a:ext>
            </a:extLst>
          </p:cNvPr>
          <p:cNvSpPr>
            <a:spLocks xmlns:a="http://schemas.openxmlformats.org/drawingml/2006/main" noGrp="1"/>
          </p:cNvSpPr>
          <p:nvPr/>
        </p:nvSpPr>
        <p:spPr>
          <a:xfrm xmlns:a="http://schemas.openxmlformats.org/drawingml/2006/main">
            <a:off x="816365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5" name="Editable chart path">
            <a:extLst xmlns:a="http://schemas.openxmlformats.org/drawingml/2006/main">
              <a:ext uri="{FF2B5EF4-FFF2-40B4-BE49-F238E27FC236}">
                <a16:creationId xmlns:a16="http://schemas.microsoft.com/office/drawing/2014/main" id="{7853E461-8AEF-4767-9601-6DFD1B99598A}"/>
              </a:ext>
            </a:extLst>
          </p:cNvPr>
          <p:cNvSpPr>
            <a:spLocks xmlns:a="http://schemas.openxmlformats.org/drawingml/2006/main" noGrp="1"/>
          </p:cNvSpPr>
          <p:nvPr/>
        </p:nvSpPr>
        <p:spPr>
          <a:xfrm xmlns:a="http://schemas.openxmlformats.org/drawingml/2006/main">
            <a:off x="8225790"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6" name="Editable chart path">
            <a:extLst xmlns:a="http://schemas.openxmlformats.org/drawingml/2006/main">
              <a:ext uri="{FF2B5EF4-FFF2-40B4-BE49-F238E27FC236}">
                <a16:creationId xmlns:a16="http://schemas.microsoft.com/office/drawing/2014/main" id="{F62F00A4-F348-4883-9686-3ABB24421E3B}"/>
              </a:ext>
            </a:extLst>
          </p:cNvPr>
          <p:cNvSpPr>
            <a:spLocks xmlns:a="http://schemas.openxmlformats.org/drawingml/2006/main" noGrp="1"/>
          </p:cNvSpPr>
          <p:nvPr/>
        </p:nvSpPr>
        <p:spPr>
          <a:xfrm xmlns:a="http://schemas.openxmlformats.org/drawingml/2006/main">
            <a:off x="828792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7" name="Editable chart path">
            <a:extLst xmlns:a="http://schemas.openxmlformats.org/drawingml/2006/main">
              <a:ext uri="{FF2B5EF4-FFF2-40B4-BE49-F238E27FC236}">
                <a16:creationId xmlns:a16="http://schemas.microsoft.com/office/drawing/2014/main" id="{52A333A9-9616-4C6B-B6BD-FBABCCD35B87}"/>
              </a:ext>
            </a:extLst>
          </p:cNvPr>
          <p:cNvSpPr>
            <a:spLocks xmlns:a="http://schemas.openxmlformats.org/drawingml/2006/main" noGrp="1"/>
          </p:cNvSpPr>
          <p:nvPr/>
        </p:nvSpPr>
        <p:spPr>
          <a:xfrm xmlns:a="http://schemas.openxmlformats.org/drawingml/2006/main">
            <a:off x="835006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8" name="Editable chart path">
            <a:extLst xmlns:a="http://schemas.openxmlformats.org/drawingml/2006/main">
              <a:ext uri="{FF2B5EF4-FFF2-40B4-BE49-F238E27FC236}">
                <a16:creationId xmlns:a16="http://schemas.microsoft.com/office/drawing/2014/main" id="{B51CF021-7814-452B-B87C-13A28E051D70}"/>
              </a:ext>
            </a:extLst>
          </p:cNvPr>
          <p:cNvSpPr>
            <a:spLocks xmlns:a="http://schemas.openxmlformats.org/drawingml/2006/main" noGrp="1"/>
          </p:cNvSpPr>
          <p:nvPr/>
        </p:nvSpPr>
        <p:spPr>
          <a:xfrm xmlns:a="http://schemas.openxmlformats.org/drawingml/2006/main">
            <a:off x="853647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9" name="Editable chart path">
            <a:extLst xmlns:a="http://schemas.openxmlformats.org/drawingml/2006/main">
              <a:ext uri="{FF2B5EF4-FFF2-40B4-BE49-F238E27FC236}">
                <a16:creationId xmlns:a16="http://schemas.microsoft.com/office/drawing/2014/main" id="{52B345A3-F3E4-4875-802F-0C15DACBFA84}"/>
              </a:ext>
            </a:extLst>
          </p:cNvPr>
          <p:cNvSpPr>
            <a:spLocks xmlns:a="http://schemas.openxmlformats.org/drawingml/2006/main" noGrp="1"/>
          </p:cNvSpPr>
          <p:nvPr/>
        </p:nvSpPr>
        <p:spPr>
          <a:xfrm xmlns:a="http://schemas.openxmlformats.org/drawingml/2006/main">
            <a:off x="8598616"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0" name="Editable chart path">
            <a:extLst xmlns:a="http://schemas.openxmlformats.org/drawingml/2006/main">
              <a:ext uri="{FF2B5EF4-FFF2-40B4-BE49-F238E27FC236}">
                <a16:creationId xmlns:a16="http://schemas.microsoft.com/office/drawing/2014/main" id="{054292ED-1F6A-4B02-8E06-75E7B177677C}"/>
              </a:ext>
            </a:extLst>
          </p:cNvPr>
          <p:cNvSpPr>
            <a:spLocks xmlns:a="http://schemas.openxmlformats.org/drawingml/2006/main" noGrp="1"/>
          </p:cNvSpPr>
          <p:nvPr/>
        </p:nvSpPr>
        <p:spPr>
          <a:xfrm xmlns:a="http://schemas.openxmlformats.org/drawingml/2006/main">
            <a:off x="8660753"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1" name="Editable chart path">
            <a:extLst xmlns:a="http://schemas.openxmlformats.org/drawingml/2006/main">
              <a:ext uri="{FF2B5EF4-FFF2-40B4-BE49-F238E27FC236}">
                <a16:creationId xmlns:a16="http://schemas.microsoft.com/office/drawing/2014/main" id="{A1CB2199-CAB3-4F3D-8720-D8C19642FEF8}"/>
              </a:ext>
            </a:extLst>
          </p:cNvPr>
          <p:cNvSpPr>
            <a:spLocks xmlns:a="http://schemas.openxmlformats.org/drawingml/2006/main" noGrp="1"/>
          </p:cNvSpPr>
          <p:nvPr/>
        </p:nvSpPr>
        <p:spPr>
          <a:xfrm xmlns:a="http://schemas.openxmlformats.org/drawingml/2006/main">
            <a:off x="8722891"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2" name="Editable chart path">
            <a:extLst xmlns:a="http://schemas.openxmlformats.org/drawingml/2006/main">
              <a:ext uri="{FF2B5EF4-FFF2-40B4-BE49-F238E27FC236}">
                <a16:creationId xmlns:a16="http://schemas.microsoft.com/office/drawing/2014/main" id="{FA675EBD-8028-4633-A511-748315506127}"/>
              </a:ext>
            </a:extLst>
          </p:cNvPr>
          <p:cNvSpPr>
            <a:spLocks xmlns:a="http://schemas.openxmlformats.org/drawingml/2006/main" noGrp="1"/>
          </p:cNvSpPr>
          <p:nvPr/>
        </p:nvSpPr>
        <p:spPr>
          <a:xfrm xmlns:a="http://schemas.openxmlformats.org/drawingml/2006/main">
            <a:off x="878502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3" name="Editable chart path">
            <a:extLst xmlns:a="http://schemas.openxmlformats.org/drawingml/2006/main">
              <a:ext uri="{FF2B5EF4-FFF2-40B4-BE49-F238E27FC236}">
                <a16:creationId xmlns:a16="http://schemas.microsoft.com/office/drawing/2014/main" id="{9E1B3FFA-0460-4604-A4EF-8B932335E789}"/>
              </a:ext>
            </a:extLst>
          </p:cNvPr>
          <p:cNvSpPr>
            <a:spLocks xmlns:a="http://schemas.openxmlformats.org/drawingml/2006/main" noGrp="1"/>
          </p:cNvSpPr>
          <p:nvPr/>
        </p:nvSpPr>
        <p:spPr>
          <a:xfrm xmlns:a="http://schemas.openxmlformats.org/drawingml/2006/main">
            <a:off x="8847166"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4" name="Editable chart path">
            <a:extLst xmlns:a="http://schemas.openxmlformats.org/drawingml/2006/main">
              <a:ext uri="{FF2B5EF4-FFF2-40B4-BE49-F238E27FC236}">
                <a16:creationId xmlns:a16="http://schemas.microsoft.com/office/drawing/2014/main" id="{4335E7DB-BB7E-4443-94EB-35197081D0C1}"/>
              </a:ext>
            </a:extLst>
          </p:cNvPr>
          <p:cNvSpPr>
            <a:spLocks xmlns:a="http://schemas.openxmlformats.org/drawingml/2006/main" noGrp="1"/>
          </p:cNvSpPr>
          <p:nvPr/>
        </p:nvSpPr>
        <p:spPr>
          <a:xfrm xmlns:a="http://schemas.openxmlformats.org/drawingml/2006/main">
            <a:off x="890930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5" name="Editable chart path">
            <a:extLst xmlns:a="http://schemas.openxmlformats.org/drawingml/2006/main">
              <a:ext uri="{FF2B5EF4-FFF2-40B4-BE49-F238E27FC236}">
                <a16:creationId xmlns:a16="http://schemas.microsoft.com/office/drawing/2014/main" id="{15D5F174-FB51-42A9-A196-2E1EBCF8C56B}"/>
              </a:ext>
            </a:extLst>
          </p:cNvPr>
          <p:cNvSpPr>
            <a:spLocks xmlns:a="http://schemas.openxmlformats.org/drawingml/2006/main" noGrp="1"/>
          </p:cNvSpPr>
          <p:nvPr/>
        </p:nvSpPr>
        <p:spPr>
          <a:xfrm xmlns:a="http://schemas.openxmlformats.org/drawingml/2006/main">
            <a:off x="903357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6" name="Editable chart path">
            <a:extLst xmlns:a="http://schemas.openxmlformats.org/drawingml/2006/main">
              <a:ext uri="{FF2B5EF4-FFF2-40B4-BE49-F238E27FC236}">
                <a16:creationId xmlns:a16="http://schemas.microsoft.com/office/drawing/2014/main" id="{FDDF8B3A-119B-46D8-8F08-EEE3A76B96AE}"/>
              </a:ext>
            </a:extLst>
          </p:cNvPr>
          <p:cNvSpPr>
            <a:spLocks xmlns:a="http://schemas.openxmlformats.org/drawingml/2006/main" noGrp="1"/>
          </p:cNvSpPr>
          <p:nvPr/>
        </p:nvSpPr>
        <p:spPr>
          <a:xfrm xmlns:a="http://schemas.openxmlformats.org/drawingml/2006/main">
            <a:off x="909571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7" name="Editable chart path">
            <a:extLst xmlns:a="http://schemas.openxmlformats.org/drawingml/2006/main">
              <a:ext uri="{FF2B5EF4-FFF2-40B4-BE49-F238E27FC236}">
                <a16:creationId xmlns:a16="http://schemas.microsoft.com/office/drawing/2014/main" id="{A0CE72B3-801D-41B7-8417-BE0C51B76AF9}"/>
              </a:ext>
            </a:extLst>
          </p:cNvPr>
          <p:cNvSpPr>
            <a:spLocks xmlns:a="http://schemas.openxmlformats.org/drawingml/2006/main" noGrp="1"/>
          </p:cNvSpPr>
          <p:nvPr/>
        </p:nvSpPr>
        <p:spPr>
          <a:xfrm xmlns:a="http://schemas.openxmlformats.org/drawingml/2006/main">
            <a:off x="915785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8" name="Editable chart path">
            <a:extLst xmlns:a="http://schemas.openxmlformats.org/drawingml/2006/main">
              <a:ext uri="{FF2B5EF4-FFF2-40B4-BE49-F238E27FC236}">
                <a16:creationId xmlns:a16="http://schemas.microsoft.com/office/drawing/2014/main" id="{F677CD2E-1525-479A-AF26-8C28D62B5047}"/>
              </a:ext>
            </a:extLst>
          </p:cNvPr>
          <p:cNvSpPr>
            <a:spLocks xmlns:a="http://schemas.openxmlformats.org/drawingml/2006/main" noGrp="1"/>
          </p:cNvSpPr>
          <p:nvPr/>
        </p:nvSpPr>
        <p:spPr>
          <a:xfrm xmlns:a="http://schemas.openxmlformats.org/drawingml/2006/main">
            <a:off x="921999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9" name="Editable chart path">
            <a:extLst xmlns:a="http://schemas.openxmlformats.org/drawingml/2006/main">
              <a:ext uri="{FF2B5EF4-FFF2-40B4-BE49-F238E27FC236}">
                <a16:creationId xmlns:a16="http://schemas.microsoft.com/office/drawing/2014/main" id="{F168F0F5-437F-467C-9CCE-01FE5A798D77}"/>
              </a:ext>
            </a:extLst>
          </p:cNvPr>
          <p:cNvSpPr>
            <a:spLocks xmlns:a="http://schemas.openxmlformats.org/drawingml/2006/main" noGrp="1"/>
          </p:cNvSpPr>
          <p:nvPr/>
        </p:nvSpPr>
        <p:spPr>
          <a:xfrm xmlns:a="http://schemas.openxmlformats.org/drawingml/2006/main">
            <a:off x="9282130"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0" name="Editable chart path">
            <a:extLst xmlns:a="http://schemas.openxmlformats.org/drawingml/2006/main">
              <a:ext uri="{FF2B5EF4-FFF2-40B4-BE49-F238E27FC236}">
                <a16:creationId xmlns:a16="http://schemas.microsoft.com/office/drawing/2014/main" id="{5AFD1C76-C5A5-42A6-815B-783FDC8A57AE}"/>
              </a:ext>
            </a:extLst>
          </p:cNvPr>
          <p:cNvSpPr>
            <a:spLocks xmlns:a="http://schemas.openxmlformats.org/drawingml/2006/main" noGrp="1"/>
          </p:cNvSpPr>
          <p:nvPr/>
        </p:nvSpPr>
        <p:spPr>
          <a:xfrm xmlns:a="http://schemas.openxmlformats.org/drawingml/2006/main">
            <a:off x="934426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1" name="Editable chart path">
            <a:extLst xmlns:a="http://schemas.openxmlformats.org/drawingml/2006/main">
              <a:ext uri="{FF2B5EF4-FFF2-40B4-BE49-F238E27FC236}">
                <a16:creationId xmlns:a16="http://schemas.microsoft.com/office/drawing/2014/main" id="{278ACF87-7078-4040-9DF1-FA444E9C5784}"/>
              </a:ext>
            </a:extLst>
          </p:cNvPr>
          <p:cNvSpPr>
            <a:spLocks xmlns:a="http://schemas.openxmlformats.org/drawingml/2006/main" noGrp="1"/>
          </p:cNvSpPr>
          <p:nvPr/>
        </p:nvSpPr>
        <p:spPr>
          <a:xfrm xmlns:a="http://schemas.openxmlformats.org/drawingml/2006/main">
            <a:off x="9406405"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2" name="Editable chart path">
            <a:extLst xmlns:a="http://schemas.openxmlformats.org/drawingml/2006/main">
              <a:ext uri="{FF2B5EF4-FFF2-40B4-BE49-F238E27FC236}">
                <a16:creationId xmlns:a16="http://schemas.microsoft.com/office/drawing/2014/main" id="{094205DE-FF46-4502-97B8-123D6173F390}"/>
              </a:ext>
            </a:extLst>
          </p:cNvPr>
          <p:cNvSpPr>
            <a:spLocks xmlns:a="http://schemas.openxmlformats.org/drawingml/2006/main" noGrp="1"/>
          </p:cNvSpPr>
          <p:nvPr/>
        </p:nvSpPr>
        <p:spPr>
          <a:xfrm xmlns:a="http://schemas.openxmlformats.org/drawingml/2006/main">
            <a:off x="9468543"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3" name="Editable chart path">
            <a:extLst xmlns:a="http://schemas.openxmlformats.org/drawingml/2006/main">
              <a:ext uri="{FF2B5EF4-FFF2-40B4-BE49-F238E27FC236}">
                <a16:creationId xmlns:a16="http://schemas.microsoft.com/office/drawing/2014/main" id="{68C3D426-9B03-49F3-B09D-D6D451595F3B}"/>
              </a:ext>
            </a:extLst>
          </p:cNvPr>
          <p:cNvSpPr>
            <a:spLocks xmlns:a="http://schemas.openxmlformats.org/drawingml/2006/main" noGrp="1"/>
          </p:cNvSpPr>
          <p:nvPr/>
        </p:nvSpPr>
        <p:spPr>
          <a:xfrm xmlns:a="http://schemas.openxmlformats.org/drawingml/2006/main">
            <a:off x="673448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4" name="Editable chart path">
            <a:extLst xmlns:a="http://schemas.openxmlformats.org/drawingml/2006/main">
              <a:ext uri="{FF2B5EF4-FFF2-40B4-BE49-F238E27FC236}">
                <a16:creationId xmlns:a16="http://schemas.microsoft.com/office/drawing/2014/main" id="{12558435-AA39-49A2-BEEF-85E671B7A3A5}"/>
              </a:ext>
            </a:extLst>
          </p:cNvPr>
          <p:cNvSpPr>
            <a:spLocks xmlns:a="http://schemas.openxmlformats.org/drawingml/2006/main" noGrp="1"/>
          </p:cNvSpPr>
          <p:nvPr/>
        </p:nvSpPr>
        <p:spPr>
          <a:xfrm xmlns:a="http://schemas.openxmlformats.org/drawingml/2006/main">
            <a:off x="6796624"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5" name="Editable chart path">
            <a:extLst xmlns:a="http://schemas.openxmlformats.org/drawingml/2006/main">
              <a:ext uri="{FF2B5EF4-FFF2-40B4-BE49-F238E27FC236}">
                <a16:creationId xmlns:a16="http://schemas.microsoft.com/office/drawing/2014/main" id="{FA33F419-4223-4D13-A0F4-DD595AC4D5C8}"/>
              </a:ext>
            </a:extLst>
          </p:cNvPr>
          <p:cNvSpPr>
            <a:spLocks xmlns:a="http://schemas.openxmlformats.org/drawingml/2006/main" noGrp="1"/>
          </p:cNvSpPr>
          <p:nvPr/>
        </p:nvSpPr>
        <p:spPr>
          <a:xfrm xmlns:a="http://schemas.openxmlformats.org/drawingml/2006/main">
            <a:off x="685876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6" name="Editable chart path">
            <a:extLst xmlns:a="http://schemas.openxmlformats.org/drawingml/2006/main">
              <a:ext uri="{FF2B5EF4-FFF2-40B4-BE49-F238E27FC236}">
                <a16:creationId xmlns:a16="http://schemas.microsoft.com/office/drawing/2014/main" id="{05CD9C83-B850-4714-8E53-F91DCC14367E}"/>
              </a:ext>
            </a:extLst>
          </p:cNvPr>
          <p:cNvSpPr>
            <a:spLocks xmlns:a="http://schemas.openxmlformats.org/drawingml/2006/main" noGrp="1"/>
          </p:cNvSpPr>
          <p:nvPr/>
        </p:nvSpPr>
        <p:spPr>
          <a:xfrm xmlns:a="http://schemas.openxmlformats.org/drawingml/2006/main">
            <a:off x="6920900"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7" name="Editable chart path">
            <a:extLst xmlns:a="http://schemas.openxmlformats.org/drawingml/2006/main">
              <a:ext uri="{FF2B5EF4-FFF2-40B4-BE49-F238E27FC236}">
                <a16:creationId xmlns:a16="http://schemas.microsoft.com/office/drawing/2014/main" id="{1A3B6BD5-8EBD-4681-921C-33AAD3D3BE31}"/>
              </a:ext>
            </a:extLst>
          </p:cNvPr>
          <p:cNvSpPr>
            <a:spLocks xmlns:a="http://schemas.openxmlformats.org/drawingml/2006/main" noGrp="1"/>
          </p:cNvSpPr>
          <p:nvPr/>
        </p:nvSpPr>
        <p:spPr>
          <a:xfrm xmlns:a="http://schemas.openxmlformats.org/drawingml/2006/main">
            <a:off x="698303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8" name="Editable chart path">
            <a:extLst xmlns:a="http://schemas.openxmlformats.org/drawingml/2006/main">
              <a:ext uri="{FF2B5EF4-FFF2-40B4-BE49-F238E27FC236}">
                <a16:creationId xmlns:a16="http://schemas.microsoft.com/office/drawing/2014/main" id="{BF957EAB-F38E-4651-8D1A-BE8D7EDAFBBD}"/>
              </a:ext>
            </a:extLst>
          </p:cNvPr>
          <p:cNvSpPr>
            <a:spLocks xmlns:a="http://schemas.openxmlformats.org/drawingml/2006/main" noGrp="1"/>
          </p:cNvSpPr>
          <p:nvPr/>
        </p:nvSpPr>
        <p:spPr>
          <a:xfrm xmlns:a="http://schemas.openxmlformats.org/drawingml/2006/main">
            <a:off x="704517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9" name="Editable chart path">
            <a:extLst xmlns:a="http://schemas.openxmlformats.org/drawingml/2006/main">
              <a:ext uri="{FF2B5EF4-FFF2-40B4-BE49-F238E27FC236}">
                <a16:creationId xmlns:a16="http://schemas.microsoft.com/office/drawing/2014/main" id="{851BBB64-D248-46B7-AE65-22688396E499}"/>
              </a:ext>
            </a:extLst>
          </p:cNvPr>
          <p:cNvSpPr>
            <a:spLocks xmlns:a="http://schemas.openxmlformats.org/drawingml/2006/main" noGrp="1"/>
          </p:cNvSpPr>
          <p:nvPr/>
        </p:nvSpPr>
        <p:spPr>
          <a:xfrm xmlns:a="http://schemas.openxmlformats.org/drawingml/2006/main">
            <a:off x="7107313"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0" name="Editable chart path">
            <a:extLst xmlns:a="http://schemas.openxmlformats.org/drawingml/2006/main">
              <a:ext uri="{FF2B5EF4-FFF2-40B4-BE49-F238E27FC236}">
                <a16:creationId xmlns:a16="http://schemas.microsoft.com/office/drawing/2014/main" id="{564F90E0-1E06-4DD1-9067-6B387AD90422}"/>
              </a:ext>
            </a:extLst>
          </p:cNvPr>
          <p:cNvSpPr>
            <a:spLocks xmlns:a="http://schemas.openxmlformats.org/drawingml/2006/main" noGrp="1"/>
          </p:cNvSpPr>
          <p:nvPr/>
        </p:nvSpPr>
        <p:spPr>
          <a:xfrm xmlns:a="http://schemas.openxmlformats.org/drawingml/2006/main">
            <a:off x="7169450"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1" name="Editable chart path">
            <a:extLst xmlns:a="http://schemas.openxmlformats.org/drawingml/2006/main">
              <a:ext uri="{FF2B5EF4-FFF2-40B4-BE49-F238E27FC236}">
                <a16:creationId xmlns:a16="http://schemas.microsoft.com/office/drawing/2014/main" id="{C0693103-942A-410F-AD90-173D9F372505}"/>
              </a:ext>
            </a:extLst>
          </p:cNvPr>
          <p:cNvSpPr>
            <a:spLocks xmlns:a="http://schemas.openxmlformats.org/drawingml/2006/main" noGrp="1"/>
          </p:cNvSpPr>
          <p:nvPr/>
        </p:nvSpPr>
        <p:spPr>
          <a:xfrm xmlns:a="http://schemas.openxmlformats.org/drawingml/2006/main">
            <a:off x="7231588"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2" name="Editable chart path">
            <a:extLst xmlns:a="http://schemas.openxmlformats.org/drawingml/2006/main">
              <a:ext uri="{FF2B5EF4-FFF2-40B4-BE49-F238E27FC236}">
                <a16:creationId xmlns:a16="http://schemas.microsoft.com/office/drawing/2014/main" id="{6B5813AA-1EF1-4A9C-801D-4FE46D0E65A5}"/>
              </a:ext>
            </a:extLst>
          </p:cNvPr>
          <p:cNvSpPr>
            <a:spLocks xmlns:a="http://schemas.openxmlformats.org/drawingml/2006/main" noGrp="1"/>
          </p:cNvSpPr>
          <p:nvPr/>
        </p:nvSpPr>
        <p:spPr>
          <a:xfrm xmlns:a="http://schemas.openxmlformats.org/drawingml/2006/main">
            <a:off x="729372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3" name="Editable chart path">
            <a:extLst xmlns:a="http://schemas.openxmlformats.org/drawingml/2006/main">
              <a:ext uri="{FF2B5EF4-FFF2-40B4-BE49-F238E27FC236}">
                <a16:creationId xmlns:a16="http://schemas.microsoft.com/office/drawing/2014/main" id="{17A7D904-F500-41EC-9DCF-17A869837CD2}"/>
              </a:ext>
            </a:extLst>
          </p:cNvPr>
          <p:cNvSpPr>
            <a:spLocks xmlns:a="http://schemas.openxmlformats.org/drawingml/2006/main" noGrp="1"/>
          </p:cNvSpPr>
          <p:nvPr/>
        </p:nvSpPr>
        <p:spPr>
          <a:xfrm xmlns:a="http://schemas.openxmlformats.org/drawingml/2006/main">
            <a:off x="7355863"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4" name="Editable chart path">
            <a:extLst xmlns:a="http://schemas.openxmlformats.org/drawingml/2006/main">
              <a:ext uri="{FF2B5EF4-FFF2-40B4-BE49-F238E27FC236}">
                <a16:creationId xmlns:a16="http://schemas.microsoft.com/office/drawing/2014/main" id="{7D62CC12-B05A-48B4-AC6F-102D765F32F0}"/>
              </a:ext>
            </a:extLst>
          </p:cNvPr>
          <p:cNvSpPr>
            <a:spLocks xmlns:a="http://schemas.openxmlformats.org/drawingml/2006/main" noGrp="1"/>
          </p:cNvSpPr>
          <p:nvPr/>
        </p:nvSpPr>
        <p:spPr>
          <a:xfrm xmlns:a="http://schemas.openxmlformats.org/drawingml/2006/main">
            <a:off x="7418001"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5" name="Editable chart path">
            <a:extLst xmlns:a="http://schemas.openxmlformats.org/drawingml/2006/main">
              <a:ext uri="{FF2B5EF4-FFF2-40B4-BE49-F238E27FC236}">
                <a16:creationId xmlns:a16="http://schemas.microsoft.com/office/drawing/2014/main" id="{33A87132-DCFB-46B4-AE5B-D35C2CF2F743}"/>
              </a:ext>
            </a:extLst>
          </p:cNvPr>
          <p:cNvSpPr>
            <a:spLocks xmlns:a="http://schemas.openxmlformats.org/drawingml/2006/main" noGrp="1"/>
          </p:cNvSpPr>
          <p:nvPr/>
        </p:nvSpPr>
        <p:spPr>
          <a:xfrm xmlns:a="http://schemas.openxmlformats.org/drawingml/2006/main">
            <a:off x="7480138"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6" name="Editable chart path">
            <a:extLst xmlns:a="http://schemas.openxmlformats.org/drawingml/2006/main">
              <a:ext uri="{FF2B5EF4-FFF2-40B4-BE49-F238E27FC236}">
                <a16:creationId xmlns:a16="http://schemas.microsoft.com/office/drawing/2014/main" id="{E7C718B2-3BB9-4119-8604-2FA1D0C7BB9B}"/>
              </a:ext>
            </a:extLst>
          </p:cNvPr>
          <p:cNvSpPr>
            <a:spLocks xmlns:a="http://schemas.openxmlformats.org/drawingml/2006/main" noGrp="1"/>
          </p:cNvSpPr>
          <p:nvPr/>
        </p:nvSpPr>
        <p:spPr>
          <a:xfrm xmlns:a="http://schemas.openxmlformats.org/drawingml/2006/main">
            <a:off x="7542276"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7" name="Editable chart path">
            <a:extLst xmlns:a="http://schemas.openxmlformats.org/drawingml/2006/main">
              <a:ext uri="{FF2B5EF4-FFF2-40B4-BE49-F238E27FC236}">
                <a16:creationId xmlns:a16="http://schemas.microsoft.com/office/drawing/2014/main" id="{FE05C3BA-065A-4C33-A670-04BB42597319}"/>
              </a:ext>
            </a:extLst>
          </p:cNvPr>
          <p:cNvSpPr>
            <a:spLocks xmlns:a="http://schemas.openxmlformats.org/drawingml/2006/main" noGrp="1"/>
          </p:cNvSpPr>
          <p:nvPr/>
        </p:nvSpPr>
        <p:spPr>
          <a:xfrm xmlns:a="http://schemas.openxmlformats.org/drawingml/2006/main">
            <a:off x="7604414"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8" name="Editable chart path">
            <a:extLst xmlns:a="http://schemas.openxmlformats.org/drawingml/2006/main">
              <a:ext uri="{FF2B5EF4-FFF2-40B4-BE49-F238E27FC236}">
                <a16:creationId xmlns:a16="http://schemas.microsoft.com/office/drawing/2014/main" id="{156F50AB-841E-4A44-AF08-54DF71AD9312}"/>
              </a:ext>
            </a:extLst>
          </p:cNvPr>
          <p:cNvSpPr>
            <a:spLocks xmlns:a="http://schemas.openxmlformats.org/drawingml/2006/main" noGrp="1"/>
          </p:cNvSpPr>
          <p:nvPr/>
        </p:nvSpPr>
        <p:spPr>
          <a:xfrm xmlns:a="http://schemas.openxmlformats.org/drawingml/2006/main">
            <a:off x="7666551"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9" name="Editable chart path">
            <a:extLst xmlns:a="http://schemas.openxmlformats.org/drawingml/2006/main">
              <a:ext uri="{FF2B5EF4-FFF2-40B4-BE49-F238E27FC236}">
                <a16:creationId xmlns:a16="http://schemas.microsoft.com/office/drawing/2014/main" id="{5DDDE812-EC3A-4A7E-B26A-E08CEA0FF13E}"/>
              </a:ext>
            </a:extLst>
          </p:cNvPr>
          <p:cNvSpPr>
            <a:spLocks xmlns:a="http://schemas.openxmlformats.org/drawingml/2006/main" noGrp="1"/>
          </p:cNvSpPr>
          <p:nvPr/>
        </p:nvSpPr>
        <p:spPr>
          <a:xfrm xmlns:a="http://schemas.openxmlformats.org/drawingml/2006/main">
            <a:off x="7728689"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0" name="Editable chart path">
            <a:extLst xmlns:a="http://schemas.openxmlformats.org/drawingml/2006/main">
              <a:ext uri="{FF2B5EF4-FFF2-40B4-BE49-F238E27FC236}">
                <a16:creationId xmlns:a16="http://schemas.microsoft.com/office/drawing/2014/main" id="{5109FFF9-EB8E-4857-B8E4-43831800660E}"/>
              </a:ext>
            </a:extLst>
          </p:cNvPr>
          <p:cNvSpPr>
            <a:spLocks xmlns:a="http://schemas.openxmlformats.org/drawingml/2006/main" noGrp="1"/>
          </p:cNvSpPr>
          <p:nvPr/>
        </p:nvSpPr>
        <p:spPr>
          <a:xfrm xmlns:a="http://schemas.openxmlformats.org/drawingml/2006/main">
            <a:off x="779082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1" name="Editable chart path">
            <a:extLst xmlns:a="http://schemas.openxmlformats.org/drawingml/2006/main">
              <a:ext uri="{FF2B5EF4-FFF2-40B4-BE49-F238E27FC236}">
                <a16:creationId xmlns:a16="http://schemas.microsoft.com/office/drawing/2014/main" id="{48352221-9643-4861-AD7E-31F0AAE8896B}"/>
              </a:ext>
            </a:extLst>
          </p:cNvPr>
          <p:cNvSpPr>
            <a:spLocks xmlns:a="http://schemas.openxmlformats.org/drawingml/2006/main" noGrp="1"/>
          </p:cNvSpPr>
          <p:nvPr/>
        </p:nvSpPr>
        <p:spPr>
          <a:xfrm xmlns:a="http://schemas.openxmlformats.org/drawingml/2006/main">
            <a:off x="7852964"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2" name="Editable chart path">
            <a:extLst xmlns:a="http://schemas.openxmlformats.org/drawingml/2006/main">
              <a:ext uri="{FF2B5EF4-FFF2-40B4-BE49-F238E27FC236}">
                <a16:creationId xmlns:a16="http://schemas.microsoft.com/office/drawing/2014/main" id="{419861E4-6DE3-4DED-B565-0A8F5C1BCA90}"/>
              </a:ext>
            </a:extLst>
          </p:cNvPr>
          <p:cNvSpPr>
            <a:spLocks xmlns:a="http://schemas.openxmlformats.org/drawingml/2006/main" noGrp="1"/>
          </p:cNvSpPr>
          <p:nvPr/>
        </p:nvSpPr>
        <p:spPr>
          <a:xfrm xmlns:a="http://schemas.openxmlformats.org/drawingml/2006/main">
            <a:off x="791510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3" name="Editable chart path">
            <a:extLst xmlns:a="http://schemas.openxmlformats.org/drawingml/2006/main">
              <a:ext uri="{FF2B5EF4-FFF2-40B4-BE49-F238E27FC236}">
                <a16:creationId xmlns:a16="http://schemas.microsoft.com/office/drawing/2014/main" id="{2738BF28-EFF9-4B39-A665-52F470359CC8}"/>
              </a:ext>
            </a:extLst>
          </p:cNvPr>
          <p:cNvSpPr>
            <a:spLocks xmlns:a="http://schemas.openxmlformats.org/drawingml/2006/main" noGrp="1"/>
          </p:cNvSpPr>
          <p:nvPr/>
        </p:nvSpPr>
        <p:spPr>
          <a:xfrm xmlns:a="http://schemas.openxmlformats.org/drawingml/2006/main">
            <a:off x="810151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4" name="Editable chart path">
            <a:extLst xmlns:a="http://schemas.openxmlformats.org/drawingml/2006/main">
              <a:ext uri="{FF2B5EF4-FFF2-40B4-BE49-F238E27FC236}">
                <a16:creationId xmlns:a16="http://schemas.microsoft.com/office/drawing/2014/main" id="{8F6EE3EC-5BA5-4C31-ADDA-D90AB2A0F064}"/>
              </a:ext>
            </a:extLst>
          </p:cNvPr>
          <p:cNvSpPr>
            <a:spLocks xmlns:a="http://schemas.openxmlformats.org/drawingml/2006/main" noGrp="1"/>
          </p:cNvSpPr>
          <p:nvPr/>
        </p:nvSpPr>
        <p:spPr>
          <a:xfrm xmlns:a="http://schemas.openxmlformats.org/drawingml/2006/main">
            <a:off x="816365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5" name="Editable chart path">
            <a:extLst xmlns:a="http://schemas.openxmlformats.org/drawingml/2006/main">
              <a:ext uri="{FF2B5EF4-FFF2-40B4-BE49-F238E27FC236}">
                <a16:creationId xmlns:a16="http://schemas.microsoft.com/office/drawing/2014/main" id="{8B5FCA4A-CE2C-4384-A84D-64F77E36AFEB}"/>
              </a:ext>
            </a:extLst>
          </p:cNvPr>
          <p:cNvSpPr>
            <a:spLocks xmlns:a="http://schemas.openxmlformats.org/drawingml/2006/main" noGrp="1"/>
          </p:cNvSpPr>
          <p:nvPr/>
        </p:nvSpPr>
        <p:spPr>
          <a:xfrm xmlns:a="http://schemas.openxmlformats.org/drawingml/2006/main">
            <a:off x="8474341"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6" name="Editable chart path">
            <a:extLst xmlns:a="http://schemas.openxmlformats.org/drawingml/2006/main">
              <a:ext uri="{FF2B5EF4-FFF2-40B4-BE49-F238E27FC236}">
                <a16:creationId xmlns:a16="http://schemas.microsoft.com/office/drawing/2014/main" id="{24C4AE14-45EE-4281-A79F-A7237FC5CFED}"/>
              </a:ext>
            </a:extLst>
          </p:cNvPr>
          <p:cNvSpPr>
            <a:spLocks xmlns:a="http://schemas.openxmlformats.org/drawingml/2006/main" noGrp="1"/>
          </p:cNvSpPr>
          <p:nvPr/>
        </p:nvSpPr>
        <p:spPr>
          <a:xfrm xmlns:a="http://schemas.openxmlformats.org/drawingml/2006/main">
            <a:off x="9033579"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7" name="Editable chart path">
            <a:extLst xmlns:a="http://schemas.openxmlformats.org/drawingml/2006/main">
              <a:ext uri="{FF2B5EF4-FFF2-40B4-BE49-F238E27FC236}">
                <a16:creationId xmlns:a16="http://schemas.microsoft.com/office/drawing/2014/main" id="{889D133F-29D8-4543-A83C-509887872426}"/>
              </a:ext>
            </a:extLst>
          </p:cNvPr>
          <p:cNvSpPr>
            <a:spLocks xmlns:a="http://schemas.openxmlformats.org/drawingml/2006/main" noGrp="1"/>
          </p:cNvSpPr>
          <p:nvPr/>
        </p:nvSpPr>
        <p:spPr>
          <a:xfrm xmlns:a="http://schemas.openxmlformats.org/drawingml/2006/main">
            <a:off x="909571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8" name="Editable chart path">
            <a:extLst xmlns:a="http://schemas.openxmlformats.org/drawingml/2006/main">
              <a:ext uri="{FF2B5EF4-FFF2-40B4-BE49-F238E27FC236}">
                <a16:creationId xmlns:a16="http://schemas.microsoft.com/office/drawing/2014/main" id="{3BBBD8A0-1E58-441C-8DE9-1B3EBE553E8F}"/>
              </a:ext>
            </a:extLst>
          </p:cNvPr>
          <p:cNvSpPr>
            <a:spLocks xmlns:a="http://schemas.openxmlformats.org/drawingml/2006/main" noGrp="1"/>
          </p:cNvSpPr>
          <p:nvPr/>
        </p:nvSpPr>
        <p:spPr>
          <a:xfrm xmlns:a="http://schemas.openxmlformats.org/drawingml/2006/main">
            <a:off x="915785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9" name="Editable chart path">
            <a:extLst xmlns:a="http://schemas.openxmlformats.org/drawingml/2006/main">
              <a:ext uri="{FF2B5EF4-FFF2-40B4-BE49-F238E27FC236}">
                <a16:creationId xmlns:a16="http://schemas.microsoft.com/office/drawing/2014/main" id="{F3F24417-FDF8-4ABC-A9C7-E1B55C62B0FC}"/>
              </a:ext>
            </a:extLst>
          </p:cNvPr>
          <p:cNvSpPr>
            <a:spLocks xmlns:a="http://schemas.openxmlformats.org/drawingml/2006/main" noGrp="1"/>
          </p:cNvSpPr>
          <p:nvPr/>
        </p:nvSpPr>
        <p:spPr>
          <a:xfrm xmlns:a="http://schemas.openxmlformats.org/drawingml/2006/main">
            <a:off x="921999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0" name="Editable chart path">
            <a:extLst xmlns:a="http://schemas.openxmlformats.org/drawingml/2006/main">
              <a:ext uri="{FF2B5EF4-FFF2-40B4-BE49-F238E27FC236}">
                <a16:creationId xmlns:a16="http://schemas.microsoft.com/office/drawing/2014/main" id="{9EEAAEDD-1AE9-4473-A871-0647A8BF1E38}"/>
              </a:ext>
            </a:extLst>
          </p:cNvPr>
          <p:cNvSpPr>
            <a:spLocks xmlns:a="http://schemas.openxmlformats.org/drawingml/2006/main" noGrp="1"/>
          </p:cNvSpPr>
          <p:nvPr/>
        </p:nvSpPr>
        <p:spPr>
          <a:xfrm xmlns:a="http://schemas.openxmlformats.org/drawingml/2006/main">
            <a:off x="9282130"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1" name="Editable chart path">
            <a:extLst xmlns:a="http://schemas.openxmlformats.org/drawingml/2006/main">
              <a:ext uri="{FF2B5EF4-FFF2-40B4-BE49-F238E27FC236}">
                <a16:creationId xmlns:a16="http://schemas.microsoft.com/office/drawing/2014/main" id="{6BA68F34-6B59-47B2-82B2-CEA339D1DD03}"/>
              </a:ext>
            </a:extLst>
          </p:cNvPr>
          <p:cNvSpPr>
            <a:spLocks xmlns:a="http://schemas.openxmlformats.org/drawingml/2006/main" noGrp="1"/>
          </p:cNvSpPr>
          <p:nvPr/>
        </p:nvSpPr>
        <p:spPr>
          <a:xfrm xmlns:a="http://schemas.openxmlformats.org/drawingml/2006/main">
            <a:off x="934426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2" name="Editable chart path">
            <a:extLst xmlns:a="http://schemas.openxmlformats.org/drawingml/2006/main">
              <a:ext uri="{FF2B5EF4-FFF2-40B4-BE49-F238E27FC236}">
                <a16:creationId xmlns:a16="http://schemas.microsoft.com/office/drawing/2014/main" id="{F3FF5CAD-8C06-42A2-BA37-13199BBCE551}"/>
              </a:ext>
            </a:extLst>
          </p:cNvPr>
          <p:cNvSpPr>
            <a:spLocks xmlns:a="http://schemas.openxmlformats.org/drawingml/2006/main" noGrp="1"/>
          </p:cNvSpPr>
          <p:nvPr/>
        </p:nvSpPr>
        <p:spPr>
          <a:xfrm xmlns:a="http://schemas.openxmlformats.org/drawingml/2006/main">
            <a:off x="940640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3" name="Editable chart path">
            <a:extLst xmlns:a="http://schemas.openxmlformats.org/drawingml/2006/main">
              <a:ext uri="{FF2B5EF4-FFF2-40B4-BE49-F238E27FC236}">
                <a16:creationId xmlns:a16="http://schemas.microsoft.com/office/drawing/2014/main" id="{D9804161-ED04-406A-A07C-DFB07193B94D}"/>
              </a:ext>
            </a:extLst>
          </p:cNvPr>
          <p:cNvSpPr>
            <a:spLocks xmlns:a="http://schemas.openxmlformats.org/drawingml/2006/main" noGrp="1"/>
          </p:cNvSpPr>
          <p:nvPr/>
        </p:nvSpPr>
        <p:spPr>
          <a:xfrm xmlns:a="http://schemas.openxmlformats.org/drawingml/2006/main">
            <a:off x="6858762"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4" name="Editable chart path">
            <a:extLst xmlns:a="http://schemas.openxmlformats.org/drawingml/2006/main">
              <a:ext uri="{FF2B5EF4-FFF2-40B4-BE49-F238E27FC236}">
                <a16:creationId xmlns:a16="http://schemas.microsoft.com/office/drawing/2014/main" id="{09422826-15F6-469D-98CC-ECFD66E5748D}"/>
              </a:ext>
            </a:extLst>
          </p:cNvPr>
          <p:cNvSpPr>
            <a:spLocks xmlns:a="http://schemas.openxmlformats.org/drawingml/2006/main" noGrp="1"/>
          </p:cNvSpPr>
          <p:nvPr/>
        </p:nvSpPr>
        <p:spPr>
          <a:xfrm xmlns:a="http://schemas.openxmlformats.org/drawingml/2006/main">
            <a:off x="6920900"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5" name="Editable chart path">
            <a:extLst xmlns:a="http://schemas.openxmlformats.org/drawingml/2006/main">
              <a:ext uri="{FF2B5EF4-FFF2-40B4-BE49-F238E27FC236}">
                <a16:creationId xmlns:a16="http://schemas.microsoft.com/office/drawing/2014/main" id="{206EEEC5-7B63-4EC1-84F0-E1DC8A6E00B0}"/>
              </a:ext>
            </a:extLst>
          </p:cNvPr>
          <p:cNvSpPr>
            <a:spLocks xmlns:a="http://schemas.openxmlformats.org/drawingml/2006/main" noGrp="1"/>
          </p:cNvSpPr>
          <p:nvPr/>
        </p:nvSpPr>
        <p:spPr>
          <a:xfrm xmlns:a="http://schemas.openxmlformats.org/drawingml/2006/main">
            <a:off x="6983037"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6" name="Editable chart path">
            <a:extLst xmlns:a="http://schemas.openxmlformats.org/drawingml/2006/main">
              <a:ext uri="{FF2B5EF4-FFF2-40B4-BE49-F238E27FC236}">
                <a16:creationId xmlns:a16="http://schemas.microsoft.com/office/drawing/2014/main" id="{C8D77152-F42E-402D-A022-2C5124F53B16}"/>
              </a:ext>
            </a:extLst>
          </p:cNvPr>
          <p:cNvSpPr>
            <a:spLocks xmlns:a="http://schemas.openxmlformats.org/drawingml/2006/main" noGrp="1"/>
          </p:cNvSpPr>
          <p:nvPr/>
        </p:nvSpPr>
        <p:spPr>
          <a:xfrm xmlns:a="http://schemas.openxmlformats.org/drawingml/2006/main">
            <a:off x="7045175"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7" name="Editable chart path">
            <a:extLst xmlns:a="http://schemas.openxmlformats.org/drawingml/2006/main">
              <a:ext uri="{FF2B5EF4-FFF2-40B4-BE49-F238E27FC236}">
                <a16:creationId xmlns:a16="http://schemas.microsoft.com/office/drawing/2014/main" id="{4C828989-9FF7-49DB-ABD5-BE3FA02D599A}"/>
              </a:ext>
            </a:extLst>
          </p:cNvPr>
          <p:cNvSpPr>
            <a:spLocks xmlns:a="http://schemas.openxmlformats.org/drawingml/2006/main" noGrp="1"/>
          </p:cNvSpPr>
          <p:nvPr/>
        </p:nvSpPr>
        <p:spPr>
          <a:xfrm xmlns:a="http://schemas.openxmlformats.org/drawingml/2006/main">
            <a:off x="7107313"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8" name="Editable chart path">
            <a:extLst xmlns:a="http://schemas.openxmlformats.org/drawingml/2006/main">
              <a:ext uri="{FF2B5EF4-FFF2-40B4-BE49-F238E27FC236}">
                <a16:creationId xmlns:a16="http://schemas.microsoft.com/office/drawing/2014/main" id="{8C6AAAD2-2B8F-4510-A1E6-B5159D170F47}"/>
              </a:ext>
            </a:extLst>
          </p:cNvPr>
          <p:cNvSpPr>
            <a:spLocks xmlns:a="http://schemas.openxmlformats.org/drawingml/2006/main" noGrp="1"/>
          </p:cNvSpPr>
          <p:nvPr/>
        </p:nvSpPr>
        <p:spPr>
          <a:xfrm xmlns:a="http://schemas.openxmlformats.org/drawingml/2006/main">
            <a:off x="7169450"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9" name="Editable chart path">
            <a:extLst xmlns:a="http://schemas.openxmlformats.org/drawingml/2006/main">
              <a:ext uri="{FF2B5EF4-FFF2-40B4-BE49-F238E27FC236}">
                <a16:creationId xmlns:a16="http://schemas.microsoft.com/office/drawing/2014/main" id="{E11793C3-B052-4229-B3D3-9F8E0CCEBD94}"/>
              </a:ext>
            </a:extLst>
          </p:cNvPr>
          <p:cNvSpPr>
            <a:spLocks xmlns:a="http://schemas.openxmlformats.org/drawingml/2006/main" noGrp="1"/>
          </p:cNvSpPr>
          <p:nvPr/>
        </p:nvSpPr>
        <p:spPr>
          <a:xfrm xmlns:a="http://schemas.openxmlformats.org/drawingml/2006/main">
            <a:off x="7231588"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0" name="Editable chart path">
            <a:extLst xmlns:a="http://schemas.openxmlformats.org/drawingml/2006/main">
              <a:ext uri="{FF2B5EF4-FFF2-40B4-BE49-F238E27FC236}">
                <a16:creationId xmlns:a16="http://schemas.microsoft.com/office/drawing/2014/main" id="{201CB923-CC1C-4A77-8635-4CF29F1604AE}"/>
              </a:ext>
            </a:extLst>
          </p:cNvPr>
          <p:cNvSpPr>
            <a:spLocks xmlns:a="http://schemas.openxmlformats.org/drawingml/2006/main" noGrp="1"/>
          </p:cNvSpPr>
          <p:nvPr/>
        </p:nvSpPr>
        <p:spPr>
          <a:xfrm xmlns:a="http://schemas.openxmlformats.org/drawingml/2006/main">
            <a:off x="7293725"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1" name="Editable chart path">
            <a:extLst xmlns:a="http://schemas.openxmlformats.org/drawingml/2006/main">
              <a:ext uri="{FF2B5EF4-FFF2-40B4-BE49-F238E27FC236}">
                <a16:creationId xmlns:a16="http://schemas.microsoft.com/office/drawing/2014/main" id="{E4675802-53C5-497F-AFDC-EF3D6165F1C9}"/>
              </a:ext>
            </a:extLst>
          </p:cNvPr>
          <p:cNvSpPr>
            <a:spLocks xmlns:a="http://schemas.openxmlformats.org/drawingml/2006/main" noGrp="1"/>
          </p:cNvSpPr>
          <p:nvPr/>
        </p:nvSpPr>
        <p:spPr>
          <a:xfrm xmlns:a="http://schemas.openxmlformats.org/drawingml/2006/main">
            <a:off x="7355863"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2" name="Editable chart path">
            <a:extLst xmlns:a="http://schemas.openxmlformats.org/drawingml/2006/main">
              <a:ext uri="{FF2B5EF4-FFF2-40B4-BE49-F238E27FC236}">
                <a16:creationId xmlns:a16="http://schemas.microsoft.com/office/drawing/2014/main" id="{539E5E55-45BC-404A-A5B8-DD4AC8848FC8}"/>
              </a:ext>
            </a:extLst>
          </p:cNvPr>
          <p:cNvSpPr>
            <a:spLocks xmlns:a="http://schemas.openxmlformats.org/drawingml/2006/main" noGrp="1"/>
          </p:cNvSpPr>
          <p:nvPr/>
        </p:nvSpPr>
        <p:spPr>
          <a:xfrm xmlns:a="http://schemas.openxmlformats.org/drawingml/2006/main">
            <a:off x="7418001"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3" name="Editable chart path">
            <a:extLst xmlns:a="http://schemas.openxmlformats.org/drawingml/2006/main">
              <a:ext uri="{FF2B5EF4-FFF2-40B4-BE49-F238E27FC236}">
                <a16:creationId xmlns:a16="http://schemas.microsoft.com/office/drawing/2014/main" id="{B596F742-8F5A-48E7-9336-EF805F322D49}"/>
              </a:ext>
            </a:extLst>
          </p:cNvPr>
          <p:cNvSpPr>
            <a:spLocks xmlns:a="http://schemas.openxmlformats.org/drawingml/2006/main" noGrp="1"/>
          </p:cNvSpPr>
          <p:nvPr/>
        </p:nvSpPr>
        <p:spPr>
          <a:xfrm xmlns:a="http://schemas.openxmlformats.org/drawingml/2006/main">
            <a:off x="7480138"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4" name="Editable chart path">
            <a:extLst xmlns:a="http://schemas.openxmlformats.org/drawingml/2006/main">
              <a:ext uri="{FF2B5EF4-FFF2-40B4-BE49-F238E27FC236}">
                <a16:creationId xmlns:a16="http://schemas.microsoft.com/office/drawing/2014/main" id="{AEBAAF38-E0DF-47FA-84B8-A3C93447283A}"/>
              </a:ext>
            </a:extLst>
          </p:cNvPr>
          <p:cNvSpPr>
            <a:spLocks xmlns:a="http://schemas.openxmlformats.org/drawingml/2006/main" noGrp="1"/>
          </p:cNvSpPr>
          <p:nvPr/>
        </p:nvSpPr>
        <p:spPr>
          <a:xfrm xmlns:a="http://schemas.openxmlformats.org/drawingml/2006/main">
            <a:off x="7542276"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5" name="Editable chart path">
            <a:extLst xmlns:a="http://schemas.openxmlformats.org/drawingml/2006/main">
              <a:ext uri="{FF2B5EF4-FFF2-40B4-BE49-F238E27FC236}">
                <a16:creationId xmlns:a16="http://schemas.microsoft.com/office/drawing/2014/main" id="{D21FA621-29E3-4BAB-8D01-79647945C511}"/>
              </a:ext>
            </a:extLst>
          </p:cNvPr>
          <p:cNvSpPr>
            <a:spLocks xmlns:a="http://schemas.openxmlformats.org/drawingml/2006/main" noGrp="1"/>
          </p:cNvSpPr>
          <p:nvPr/>
        </p:nvSpPr>
        <p:spPr>
          <a:xfrm xmlns:a="http://schemas.openxmlformats.org/drawingml/2006/main">
            <a:off x="7604414"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6" name="Editable chart path">
            <a:extLst xmlns:a="http://schemas.openxmlformats.org/drawingml/2006/main">
              <a:ext uri="{FF2B5EF4-FFF2-40B4-BE49-F238E27FC236}">
                <a16:creationId xmlns:a16="http://schemas.microsoft.com/office/drawing/2014/main" id="{AACFC30F-CA3D-4BA1-9607-CFA140989490}"/>
              </a:ext>
            </a:extLst>
          </p:cNvPr>
          <p:cNvSpPr>
            <a:spLocks xmlns:a="http://schemas.openxmlformats.org/drawingml/2006/main" noGrp="1"/>
          </p:cNvSpPr>
          <p:nvPr/>
        </p:nvSpPr>
        <p:spPr>
          <a:xfrm xmlns:a="http://schemas.openxmlformats.org/drawingml/2006/main">
            <a:off x="7666551"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7" name="Editable chart path">
            <a:extLst xmlns:a="http://schemas.openxmlformats.org/drawingml/2006/main">
              <a:ext uri="{FF2B5EF4-FFF2-40B4-BE49-F238E27FC236}">
                <a16:creationId xmlns:a16="http://schemas.microsoft.com/office/drawing/2014/main" id="{4CC6D46A-0604-493A-B2B6-5C5C986B4129}"/>
              </a:ext>
            </a:extLst>
          </p:cNvPr>
          <p:cNvSpPr>
            <a:spLocks xmlns:a="http://schemas.openxmlformats.org/drawingml/2006/main" noGrp="1"/>
          </p:cNvSpPr>
          <p:nvPr/>
        </p:nvSpPr>
        <p:spPr>
          <a:xfrm xmlns:a="http://schemas.openxmlformats.org/drawingml/2006/main">
            <a:off x="7728689"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8" name="Editable chart path">
            <a:extLst xmlns:a="http://schemas.openxmlformats.org/drawingml/2006/main">
              <a:ext uri="{FF2B5EF4-FFF2-40B4-BE49-F238E27FC236}">
                <a16:creationId xmlns:a16="http://schemas.microsoft.com/office/drawing/2014/main" id="{4E3B7C35-E50C-4736-87AD-3A887BDB437B}"/>
              </a:ext>
            </a:extLst>
          </p:cNvPr>
          <p:cNvSpPr>
            <a:spLocks xmlns:a="http://schemas.openxmlformats.org/drawingml/2006/main" noGrp="1"/>
          </p:cNvSpPr>
          <p:nvPr/>
        </p:nvSpPr>
        <p:spPr>
          <a:xfrm xmlns:a="http://schemas.openxmlformats.org/drawingml/2006/main">
            <a:off x="7790827"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9" name="Editable chart path">
            <a:extLst xmlns:a="http://schemas.openxmlformats.org/drawingml/2006/main">
              <a:ext uri="{FF2B5EF4-FFF2-40B4-BE49-F238E27FC236}">
                <a16:creationId xmlns:a16="http://schemas.microsoft.com/office/drawing/2014/main" id="{82B0697E-DA2C-43BE-B66B-78AE445C92D6}"/>
              </a:ext>
            </a:extLst>
          </p:cNvPr>
          <p:cNvSpPr>
            <a:spLocks xmlns:a="http://schemas.openxmlformats.org/drawingml/2006/main" noGrp="1"/>
          </p:cNvSpPr>
          <p:nvPr/>
        </p:nvSpPr>
        <p:spPr>
          <a:xfrm xmlns:a="http://schemas.openxmlformats.org/drawingml/2006/main">
            <a:off x="7852964"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0" name="Editable chart path">
            <a:extLst xmlns:a="http://schemas.openxmlformats.org/drawingml/2006/main">
              <a:ext uri="{FF2B5EF4-FFF2-40B4-BE49-F238E27FC236}">
                <a16:creationId xmlns:a16="http://schemas.microsoft.com/office/drawing/2014/main" id="{DC478E86-FE3D-482A-97E7-7DF062359805}"/>
              </a:ext>
            </a:extLst>
          </p:cNvPr>
          <p:cNvSpPr>
            <a:spLocks xmlns:a="http://schemas.openxmlformats.org/drawingml/2006/main" noGrp="1"/>
          </p:cNvSpPr>
          <p:nvPr/>
        </p:nvSpPr>
        <p:spPr>
          <a:xfrm xmlns:a="http://schemas.openxmlformats.org/drawingml/2006/main">
            <a:off x="7915102"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1" name="Editable chart path">
            <a:extLst xmlns:a="http://schemas.openxmlformats.org/drawingml/2006/main">
              <a:ext uri="{FF2B5EF4-FFF2-40B4-BE49-F238E27FC236}">
                <a16:creationId xmlns:a16="http://schemas.microsoft.com/office/drawing/2014/main" id="{D8D281AA-331E-48B8-B864-283BD334C428}"/>
              </a:ext>
            </a:extLst>
          </p:cNvPr>
          <p:cNvSpPr>
            <a:spLocks xmlns:a="http://schemas.openxmlformats.org/drawingml/2006/main" noGrp="1"/>
          </p:cNvSpPr>
          <p:nvPr/>
        </p:nvSpPr>
        <p:spPr>
          <a:xfrm xmlns:a="http://schemas.openxmlformats.org/drawingml/2006/main">
            <a:off x="7977239"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2" name="Editable chart path">
            <a:extLst xmlns:a="http://schemas.openxmlformats.org/drawingml/2006/main">
              <a:ext uri="{FF2B5EF4-FFF2-40B4-BE49-F238E27FC236}">
                <a16:creationId xmlns:a16="http://schemas.microsoft.com/office/drawing/2014/main" id="{8CB8323C-14DB-4EAB-9EC9-56FCDB7EEF62}"/>
              </a:ext>
            </a:extLst>
          </p:cNvPr>
          <p:cNvSpPr>
            <a:spLocks xmlns:a="http://schemas.openxmlformats.org/drawingml/2006/main" noGrp="1"/>
          </p:cNvSpPr>
          <p:nvPr/>
        </p:nvSpPr>
        <p:spPr>
          <a:xfrm xmlns:a="http://schemas.openxmlformats.org/drawingml/2006/main">
            <a:off x="9095717"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3" name="Editable chart path">
            <a:extLst xmlns:a="http://schemas.openxmlformats.org/drawingml/2006/main">
              <a:ext uri="{FF2B5EF4-FFF2-40B4-BE49-F238E27FC236}">
                <a16:creationId xmlns:a16="http://schemas.microsoft.com/office/drawing/2014/main" id="{F1087B9C-40FF-4965-ADCB-46AE3CE086AD}"/>
              </a:ext>
            </a:extLst>
          </p:cNvPr>
          <p:cNvSpPr>
            <a:spLocks xmlns:a="http://schemas.openxmlformats.org/drawingml/2006/main" noGrp="1"/>
          </p:cNvSpPr>
          <p:nvPr/>
        </p:nvSpPr>
        <p:spPr>
          <a:xfrm xmlns:a="http://schemas.openxmlformats.org/drawingml/2006/main">
            <a:off x="9157855"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4" name="Editable chart path">
            <a:extLst xmlns:a="http://schemas.openxmlformats.org/drawingml/2006/main">
              <a:ext uri="{FF2B5EF4-FFF2-40B4-BE49-F238E27FC236}">
                <a16:creationId xmlns:a16="http://schemas.microsoft.com/office/drawing/2014/main" id="{1386DC35-24D4-4554-B0B3-78A5E5EEB1BD}"/>
              </a:ext>
            </a:extLst>
          </p:cNvPr>
          <p:cNvSpPr>
            <a:spLocks xmlns:a="http://schemas.openxmlformats.org/drawingml/2006/main" noGrp="1"/>
          </p:cNvSpPr>
          <p:nvPr/>
        </p:nvSpPr>
        <p:spPr>
          <a:xfrm xmlns:a="http://schemas.openxmlformats.org/drawingml/2006/main">
            <a:off x="9219992"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5" name="Editable chart path">
            <a:extLst xmlns:a="http://schemas.openxmlformats.org/drawingml/2006/main">
              <a:ext uri="{FF2B5EF4-FFF2-40B4-BE49-F238E27FC236}">
                <a16:creationId xmlns:a16="http://schemas.microsoft.com/office/drawing/2014/main" id="{4400BAC0-DA9C-44AB-8D1F-B1DD5D62C8BA}"/>
              </a:ext>
            </a:extLst>
          </p:cNvPr>
          <p:cNvSpPr>
            <a:spLocks xmlns:a="http://schemas.openxmlformats.org/drawingml/2006/main" noGrp="1"/>
          </p:cNvSpPr>
          <p:nvPr/>
        </p:nvSpPr>
        <p:spPr>
          <a:xfrm xmlns:a="http://schemas.openxmlformats.org/drawingml/2006/main">
            <a:off x="6920900"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6" name="Editable chart path">
            <a:extLst xmlns:a="http://schemas.openxmlformats.org/drawingml/2006/main">
              <a:ext uri="{FF2B5EF4-FFF2-40B4-BE49-F238E27FC236}">
                <a16:creationId xmlns:a16="http://schemas.microsoft.com/office/drawing/2014/main" id="{51450509-AC63-40C6-980D-BE5B14346C08}"/>
              </a:ext>
            </a:extLst>
          </p:cNvPr>
          <p:cNvSpPr>
            <a:spLocks xmlns:a="http://schemas.openxmlformats.org/drawingml/2006/main" noGrp="1"/>
          </p:cNvSpPr>
          <p:nvPr/>
        </p:nvSpPr>
        <p:spPr>
          <a:xfrm xmlns:a="http://schemas.openxmlformats.org/drawingml/2006/main">
            <a:off x="6983037"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7" name="Editable chart path">
            <a:extLst xmlns:a="http://schemas.openxmlformats.org/drawingml/2006/main">
              <a:ext uri="{FF2B5EF4-FFF2-40B4-BE49-F238E27FC236}">
                <a16:creationId xmlns:a16="http://schemas.microsoft.com/office/drawing/2014/main" id="{4013E428-565B-4F91-9B74-50D44D0FCDFC}"/>
              </a:ext>
            </a:extLst>
          </p:cNvPr>
          <p:cNvSpPr>
            <a:spLocks xmlns:a="http://schemas.openxmlformats.org/drawingml/2006/main" noGrp="1"/>
          </p:cNvSpPr>
          <p:nvPr/>
        </p:nvSpPr>
        <p:spPr>
          <a:xfrm xmlns:a="http://schemas.openxmlformats.org/drawingml/2006/main">
            <a:off x="7045175"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8" name="Editable chart path">
            <a:extLst xmlns:a="http://schemas.openxmlformats.org/drawingml/2006/main">
              <a:ext uri="{FF2B5EF4-FFF2-40B4-BE49-F238E27FC236}">
                <a16:creationId xmlns:a16="http://schemas.microsoft.com/office/drawing/2014/main" id="{A17B5807-B0EF-4E26-85A2-11D5887F3D99}"/>
              </a:ext>
            </a:extLst>
          </p:cNvPr>
          <p:cNvSpPr>
            <a:spLocks xmlns:a="http://schemas.openxmlformats.org/drawingml/2006/main" noGrp="1"/>
          </p:cNvSpPr>
          <p:nvPr/>
        </p:nvSpPr>
        <p:spPr>
          <a:xfrm xmlns:a="http://schemas.openxmlformats.org/drawingml/2006/main">
            <a:off x="7107313"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9" name="Editable chart path">
            <a:extLst xmlns:a="http://schemas.openxmlformats.org/drawingml/2006/main">
              <a:ext uri="{FF2B5EF4-FFF2-40B4-BE49-F238E27FC236}">
                <a16:creationId xmlns:a16="http://schemas.microsoft.com/office/drawing/2014/main" id="{3A8109EB-375B-4716-9775-46FC7B0D5332}"/>
              </a:ext>
            </a:extLst>
          </p:cNvPr>
          <p:cNvSpPr>
            <a:spLocks xmlns:a="http://schemas.openxmlformats.org/drawingml/2006/main" noGrp="1"/>
          </p:cNvSpPr>
          <p:nvPr/>
        </p:nvSpPr>
        <p:spPr>
          <a:xfrm xmlns:a="http://schemas.openxmlformats.org/drawingml/2006/main">
            <a:off x="7169450"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0" name="Editable chart path">
            <a:extLst xmlns:a="http://schemas.openxmlformats.org/drawingml/2006/main">
              <a:ext uri="{FF2B5EF4-FFF2-40B4-BE49-F238E27FC236}">
                <a16:creationId xmlns:a16="http://schemas.microsoft.com/office/drawing/2014/main" id="{DBE12271-B1AB-4061-A342-1ED040CC83A2}"/>
              </a:ext>
            </a:extLst>
          </p:cNvPr>
          <p:cNvSpPr>
            <a:spLocks xmlns:a="http://schemas.openxmlformats.org/drawingml/2006/main" noGrp="1"/>
          </p:cNvSpPr>
          <p:nvPr/>
        </p:nvSpPr>
        <p:spPr>
          <a:xfrm xmlns:a="http://schemas.openxmlformats.org/drawingml/2006/main">
            <a:off x="7231588"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1" name="Editable chart path">
            <a:extLst xmlns:a="http://schemas.openxmlformats.org/drawingml/2006/main">
              <a:ext uri="{FF2B5EF4-FFF2-40B4-BE49-F238E27FC236}">
                <a16:creationId xmlns:a16="http://schemas.microsoft.com/office/drawing/2014/main" id="{E806B916-BE3F-40FA-AB36-C6DA08B88922}"/>
              </a:ext>
            </a:extLst>
          </p:cNvPr>
          <p:cNvSpPr>
            <a:spLocks xmlns:a="http://schemas.openxmlformats.org/drawingml/2006/main" noGrp="1"/>
          </p:cNvSpPr>
          <p:nvPr/>
        </p:nvSpPr>
        <p:spPr>
          <a:xfrm xmlns:a="http://schemas.openxmlformats.org/drawingml/2006/main">
            <a:off x="7293725"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2" name="Editable chart path">
            <a:extLst xmlns:a="http://schemas.openxmlformats.org/drawingml/2006/main">
              <a:ext uri="{FF2B5EF4-FFF2-40B4-BE49-F238E27FC236}">
                <a16:creationId xmlns:a16="http://schemas.microsoft.com/office/drawing/2014/main" id="{FBDA1ABB-F53D-4477-93F7-E35A30565B39}"/>
              </a:ext>
            </a:extLst>
          </p:cNvPr>
          <p:cNvSpPr>
            <a:spLocks xmlns:a="http://schemas.openxmlformats.org/drawingml/2006/main" noGrp="1"/>
          </p:cNvSpPr>
          <p:nvPr/>
        </p:nvSpPr>
        <p:spPr>
          <a:xfrm xmlns:a="http://schemas.openxmlformats.org/drawingml/2006/main">
            <a:off x="7355863"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3" name="Editable chart path">
            <a:extLst xmlns:a="http://schemas.openxmlformats.org/drawingml/2006/main">
              <a:ext uri="{FF2B5EF4-FFF2-40B4-BE49-F238E27FC236}">
                <a16:creationId xmlns:a16="http://schemas.microsoft.com/office/drawing/2014/main" id="{B924CF61-C36B-4274-AD76-1E974FA0222D}"/>
              </a:ext>
            </a:extLst>
          </p:cNvPr>
          <p:cNvSpPr>
            <a:spLocks xmlns:a="http://schemas.openxmlformats.org/drawingml/2006/main" noGrp="1"/>
          </p:cNvSpPr>
          <p:nvPr/>
        </p:nvSpPr>
        <p:spPr>
          <a:xfrm xmlns:a="http://schemas.openxmlformats.org/drawingml/2006/main">
            <a:off x="7418001"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4" name="Editable chart path">
            <a:extLst xmlns:a="http://schemas.openxmlformats.org/drawingml/2006/main">
              <a:ext uri="{FF2B5EF4-FFF2-40B4-BE49-F238E27FC236}">
                <a16:creationId xmlns:a16="http://schemas.microsoft.com/office/drawing/2014/main" id="{AC52CC99-F215-463A-BF6C-038A0CB25DC4}"/>
              </a:ext>
            </a:extLst>
          </p:cNvPr>
          <p:cNvSpPr>
            <a:spLocks xmlns:a="http://schemas.openxmlformats.org/drawingml/2006/main" noGrp="1"/>
          </p:cNvSpPr>
          <p:nvPr/>
        </p:nvSpPr>
        <p:spPr>
          <a:xfrm xmlns:a="http://schemas.openxmlformats.org/drawingml/2006/main">
            <a:off x="7480138"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5" name="Editable chart path">
            <a:extLst xmlns:a="http://schemas.openxmlformats.org/drawingml/2006/main">
              <a:ext uri="{FF2B5EF4-FFF2-40B4-BE49-F238E27FC236}">
                <a16:creationId xmlns:a16="http://schemas.microsoft.com/office/drawing/2014/main" id="{23EDC99D-6831-46F7-92E7-985D5A7C7EFF}"/>
              </a:ext>
            </a:extLst>
          </p:cNvPr>
          <p:cNvSpPr>
            <a:spLocks xmlns:a="http://schemas.openxmlformats.org/drawingml/2006/main" noGrp="1"/>
          </p:cNvSpPr>
          <p:nvPr/>
        </p:nvSpPr>
        <p:spPr>
          <a:xfrm xmlns:a="http://schemas.openxmlformats.org/drawingml/2006/main">
            <a:off x="7542276"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6" name="Editable chart path">
            <a:extLst xmlns:a="http://schemas.openxmlformats.org/drawingml/2006/main">
              <a:ext uri="{FF2B5EF4-FFF2-40B4-BE49-F238E27FC236}">
                <a16:creationId xmlns:a16="http://schemas.microsoft.com/office/drawing/2014/main" id="{67708321-89C3-4440-ABC7-8ABF89EF87A7}"/>
              </a:ext>
            </a:extLst>
          </p:cNvPr>
          <p:cNvSpPr>
            <a:spLocks xmlns:a="http://schemas.openxmlformats.org/drawingml/2006/main" noGrp="1"/>
          </p:cNvSpPr>
          <p:nvPr/>
        </p:nvSpPr>
        <p:spPr>
          <a:xfrm xmlns:a="http://schemas.openxmlformats.org/drawingml/2006/main">
            <a:off x="7604414"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7" name="Editable chart path">
            <a:extLst xmlns:a="http://schemas.openxmlformats.org/drawingml/2006/main">
              <a:ext uri="{FF2B5EF4-FFF2-40B4-BE49-F238E27FC236}">
                <a16:creationId xmlns:a16="http://schemas.microsoft.com/office/drawing/2014/main" id="{6ACCEF35-FBF9-40E2-A561-B4D87FE43E86}"/>
              </a:ext>
            </a:extLst>
          </p:cNvPr>
          <p:cNvSpPr>
            <a:spLocks xmlns:a="http://schemas.openxmlformats.org/drawingml/2006/main" noGrp="1"/>
          </p:cNvSpPr>
          <p:nvPr/>
        </p:nvSpPr>
        <p:spPr>
          <a:xfrm xmlns:a="http://schemas.openxmlformats.org/drawingml/2006/main">
            <a:off x="7666551"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8" name="Editable chart path">
            <a:extLst xmlns:a="http://schemas.openxmlformats.org/drawingml/2006/main">
              <a:ext uri="{FF2B5EF4-FFF2-40B4-BE49-F238E27FC236}">
                <a16:creationId xmlns:a16="http://schemas.microsoft.com/office/drawing/2014/main" id="{90C6DCC1-8FF2-4C78-A8F2-795124F88F13}"/>
              </a:ext>
            </a:extLst>
          </p:cNvPr>
          <p:cNvSpPr>
            <a:spLocks xmlns:a="http://schemas.openxmlformats.org/drawingml/2006/main" noGrp="1"/>
          </p:cNvSpPr>
          <p:nvPr/>
        </p:nvSpPr>
        <p:spPr>
          <a:xfrm xmlns:a="http://schemas.openxmlformats.org/drawingml/2006/main">
            <a:off x="7728689"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9" name="Editable chart path">
            <a:extLst xmlns:a="http://schemas.openxmlformats.org/drawingml/2006/main">
              <a:ext uri="{FF2B5EF4-FFF2-40B4-BE49-F238E27FC236}">
                <a16:creationId xmlns:a16="http://schemas.microsoft.com/office/drawing/2014/main" id="{44D779F2-201F-4171-B110-68943D523143}"/>
              </a:ext>
            </a:extLst>
          </p:cNvPr>
          <p:cNvSpPr>
            <a:spLocks xmlns:a="http://schemas.openxmlformats.org/drawingml/2006/main" noGrp="1"/>
          </p:cNvSpPr>
          <p:nvPr/>
        </p:nvSpPr>
        <p:spPr>
          <a:xfrm xmlns:a="http://schemas.openxmlformats.org/drawingml/2006/main">
            <a:off x="7790827"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0" name="Editable chart path">
            <a:extLst xmlns:a="http://schemas.openxmlformats.org/drawingml/2006/main">
              <a:ext uri="{FF2B5EF4-FFF2-40B4-BE49-F238E27FC236}">
                <a16:creationId xmlns:a16="http://schemas.microsoft.com/office/drawing/2014/main" id="{E1AA0C5B-FD8D-446F-869D-E7EE4AC0ED22}"/>
              </a:ext>
            </a:extLst>
          </p:cNvPr>
          <p:cNvSpPr>
            <a:spLocks xmlns:a="http://schemas.openxmlformats.org/drawingml/2006/main" noGrp="1"/>
          </p:cNvSpPr>
          <p:nvPr/>
        </p:nvSpPr>
        <p:spPr>
          <a:xfrm xmlns:a="http://schemas.openxmlformats.org/drawingml/2006/main">
            <a:off x="7852964"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1" name="Editable chart path">
            <a:extLst xmlns:a="http://schemas.openxmlformats.org/drawingml/2006/main">
              <a:ext uri="{FF2B5EF4-FFF2-40B4-BE49-F238E27FC236}">
                <a16:creationId xmlns:a16="http://schemas.microsoft.com/office/drawing/2014/main" id="{A57A8CDF-7933-4608-8511-747133284039}"/>
              </a:ext>
            </a:extLst>
          </p:cNvPr>
          <p:cNvSpPr>
            <a:spLocks xmlns:a="http://schemas.openxmlformats.org/drawingml/2006/main" noGrp="1"/>
          </p:cNvSpPr>
          <p:nvPr/>
        </p:nvSpPr>
        <p:spPr>
          <a:xfrm xmlns:a="http://schemas.openxmlformats.org/drawingml/2006/main">
            <a:off x="7915102"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2" name="Editable chart path">
            <a:extLst xmlns:a="http://schemas.openxmlformats.org/drawingml/2006/main">
              <a:ext uri="{FF2B5EF4-FFF2-40B4-BE49-F238E27FC236}">
                <a16:creationId xmlns:a16="http://schemas.microsoft.com/office/drawing/2014/main" id="{8903C0FD-4487-4997-B609-76591BC581C7}"/>
              </a:ext>
            </a:extLst>
          </p:cNvPr>
          <p:cNvSpPr>
            <a:spLocks xmlns:a="http://schemas.openxmlformats.org/drawingml/2006/main" noGrp="1"/>
          </p:cNvSpPr>
          <p:nvPr/>
        </p:nvSpPr>
        <p:spPr>
          <a:xfrm xmlns:a="http://schemas.openxmlformats.org/drawingml/2006/main">
            <a:off x="7977239"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3" name="Editable chart path">
            <a:extLst xmlns:a="http://schemas.openxmlformats.org/drawingml/2006/main">
              <a:ext uri="{FF2B5EF4-FFF2-40B4-BE49-F238E27FC236}">
                <a16:creationId xmlns:a16="http://schemas.microsoft.com/office/drawing/2014/main" id="{6E354B21-C932-4B0B-9CFA-B1DEF31621A0}"/>
              </a:ext>
            </a:extLst>
          </p:cNvPr>
          <p:cNvSpPr>
            <a:spLocks xmlns:a="http://schemas.openxmlformats.org/drawingml/2006/main" noGrp="1"/>
          </p:cNvSpPr>
          <p:nvPr/>
        </p:nvSpPr>
        <p:spPr>
          <a:xfrm xmlns:a="http://schemas.openxmlformats.org/drawingml/2006/main">
            <a:off x="8039377"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4" name="Editable chart path">
            <a:extLst xmlns:a="http://schemas.openxmlformats.org/drawingml/2006/main">
              <a:ext uri="{FF2B5EF4-FFF2-40B4-BE49-F238E27FC236}">
                <a16:creationId xmlns:a16="http://schemas.microsoft.com/office/drawing/2014/main" id="{6B3FC532-18C0-4774-BE53-2BEDECE3218B}"/>
              </a:ext>
            </a:extLst>
          </p:cNvPr>
          <p:cNvSpPr>
            <a:spLocks xmlns:a="http://schemas.openxmlformats.org/drawingml/2006/main" noGrp="1"/>
          </p:cNvSpPr>
          <p:nvPr/>
        </p:nvSpPr>
        <p:spPr>
          <a:xfrm xmlns:a="http://schemas.openxmlformats.org/drawingml/2006/main">
            <a:off x="7418001"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5" name="Editable chart path">
            <a:extLst xmlns:a="http://schemas.openxmlformats.org/drawingml/2006/main">
              <a:ext uri="{FF2B5EF4-FFF2-40B4-BE49-F238E27FC236}">
                <a16:creationId xmlns:a16="http://schemas.microsoft.com/office/drawing/2014/main" id="{B8896CEA-3806-4479-8234-AC89504269AF}"/>
              </a:ext>
            </a:extLst>
          </p:cNvPr>
          <p:cNvSpPr>
            <a:spLocks xmlns:a="http://schemas.openxmlformats.org/drawingml/2006/main" noGrp="1"/>
          </p:cNvSpPr>
          <p:nvPr/>
        </p:nvSpPr>
        <p:spPr>
          <a:xfrm xmlns:a="http://schemas.openxmlformats.org/drawingml/2006/main">
            <a:off x="7480138"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6" name="Editable chart path">
            <a:extLst xmlns:a="http://schemas.openxmlformats.org/drawingml/2006/main">
              <a:ext uri="{FF2B5EF4-FFF2-40B4-BE49-F238E27FC236}">
                <a16:creationId xmlns:a16="http://schemas.microsoft.com/office/drawing/2014/main" id="{CEBD5466-BE29-4529-878C-C1D6846D13B3}"/>
              </a:ext>
            </a:extLst>
          </p:cNvPr>
          <p:cNvSpPr>
            <a:spLocks xmlns:a="http://schemas.openxmlformats.org/drawingml/2006/main" noGrp="1"/>
          </p:cNvSpPr>
          <p:nvPr/>
        </p:nvSpPr>
        <p:spPr>
          <a:xfrm xmlns:a="http://schemas.openxmlformats.org/drawingml/2006/main">
            <a:off x="7542276"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7" name="Editable chart path">
            <a:extLst xmlns:a="http://schemas.openxmlformats.org/drawingml/2006/main">
              <a:ext uri="{FF2B5EF4-FFF2-40B4-BE49-F238E27FC236}">
                <a16:creationId xmlns:a16="http://schemas.microsoft.com/office/drawing/2014/main" id="{D1EF74DB-37F8-425F-BE81-FF130D05A408}"/>
              </a:ext>
            </a:extLst>
          </p:cNvPr>
          <p:cNvSpPr>
            <a:spLocks xmlns:a="http://schemas.openxmlformats.org/drawingml/2006/main" noGrp="1"/>
          </p:cNvSpPr>
          <p:nvPr/>
        </p:nvSpPr>
        <p:spPr>
          <a:xfrm xmlns:a="http://schemas.openxmlformats.org/drawingml/2006/main">
            <a:off x="7604414"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8" name="Editable chart path">
            <a:extLst xmlns:a="http://schemas.openxmlformats.org/drawingml/2006/main">
              <a:ext uri="{FF2B5EF4-FFF2-40B4-BE49-F238E27FC236}">
                <a16:creationId xmlns:a16="http://schemas.microsoft.com/office/drawing/2014/main" id="{D442C2E6-814B-42F2-8E1E-69848E7ADD4B}"/>
              </a:ext>
            </a:extLst>
          </p:cNvPr>
          <p:cNvSpPr>
            <a:spLocks xmlns:a="http://schemas.openxmlformats.org/drawingml/2006/main" noGrp="1"/>
          </p:cNvSpPr>
          <p:nvPr/>
        </p:nvSpPr>
        <p:spPr>
          <a:xfrm xmlns:a="http://schemas.openxmlformats.org/drawingml/2006/main">
            <a:off x="7666551"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9" name="Editable chart path">
            <a:extLst xmlns:a="http://schemas.openxmlformats.org/drawingml/2006/main">
              <a:ext uri="{FF2B5EF4-FFF2-40B4-BE49-F238E27FC236}">
                <a16:creationId xmlns:a16="http://schemas.microsoft.com/office/drawing/2014/main" id="{ACD6BD10-A640-4EF8-94D1-87D4122D8A85}"/>
              </a:ext>
            </a:extLst>
          </p:cNvPr>
          <p:cNvSpPr>
            <a:spLocks xmlns:a="http://schemas.openxmlformats.org/drawingml/2006/main" noGrp="1"/>
          </p:cNvSpPr>
          <p:nvPr/>
        </p:nvSpPr>
        <p:spPr>
          <a:xfrm xmlns:a="http://schemas.openxmlformats.org/drawingml/2006/main">
            <a:off x="7728689"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0" name="Editable chart path">
            <a:extLst xmlns:a="http://schemas.openxmlformats.org/drawingml/2006/main">
              <a:ext uri="{FF2B5EF4-FFF2-40B4-BE49-F238E27FC236}">
                <a16:creationId xmlns:a16="http://schemas.microsoft.com/office/drawing/2014/main" id="{CB8FB1C4-CCE0-4CBE-8C6D-8FABBFC7772C}"/>
              </a:ext>
            </a:extLst>
          </p:cNvPr>
          <p:cNvSpPr>
            <a:spLocks xmlns:a="http://schemas.openxmlformats.org/drawingml/2006/main" noGrp="1"/>
          </p:cNvSpPr>
          <p:nvPr/>
        </p:nvSpPr>
        <p:spPr>
          <a:xfrm xmlns:a="http://schemas.openxmlformats.org/drawingml/2006/main">
            <a:off x="7790827"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1" name="Editable chart path">
            <a:extLst xmlns:a="http://schemas.openxmlformats.org/drawingml/2006/main">
              <a:ext uri="{FF2B5EF4-FFF2-40B4-BE49-F238E27FC236}">
                <a16:creationId xmlns:a16="http://schemas.microsoft.com/office/drawing/2014/main" id="{93D15E00-19CB-4EEF-ACDE-52DA4A4A0256}"/>
              </a:ext>
            </a:extLst>
          </p:cNvPr>
          <p:cNvSpPr>
            <a:spLocks xmlns:a="http://schemas.openxmlformats.org/drawingml/2006/main" noGrp="1"/>
          </p:cNvSpPr>
          <p:nvPr/>
        </p:nvSpPr>
        <p:spPr>
          <a:xfrm xmlns:a="http://schemas.openxmlformats.org/drawingml/2006/main">
            <a:off x="7852964"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2" name="Editable chart path">
            <a:extLst xmlns:a="http://schemas.openxmlformats.org/drawingml/2006/main">
              <a:ext uri="{FF2B5EF4-FFF2-40B4-BE49-F238E27FC236}">
                <a16:creationId xmlns:a16="http://schemas.microsoft.com/office/drawing/2014/main" id="{BB3C8A77-116D-4C47-B965-C01AF350494B}"/>
              </a:ext>
            </a:extLst>
          </p:cNvPr>
          <p:cNvSpPr>
            <a:spLocks xmlns:a="http://schemas.openxmlformats.org/drawingml/2006/main" noGrp="1"/>
          </p:cNvSpPr>
          <p:nvPr/>
        </p:nvSpPr>
        <p:spPr>
          <a:xfrm xmlns:a="http://schemas.openxmlformats.org/drawingml/2006/main">
            <a:off x="7915102"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3" name="Editable chart path">
            <a:extLst xmlns:a="http://schemas.openxmlformats.org/drawingml/2006/main">
              <a:ext uri="{FF2B5EF4-FFF2-40B4-BE49-F238E27FC236}">
                <a16:creationId xmlns:a16="http://schemas.microsoft.com/office/drawing/2014/main" id="{CABF4FE1-E5B3-43D8-8212-15549B9DE54F}"/>
              </a:ext>
            </a:extLst>
          </p:cNvPr>
          <p:cNvSpPr>
            <a:spLocks xmlns:a="http://schemas.openxmlformats.org/drawingml/2006/main" noGrp="1"/>
          </p:cNvSpPr>
          <p:nvPr/>
        </p:nvSpPr>
        <p:spPr>
          <a:xfrm xmlns:a="http://schemas.openxmlformats.org/drawingml/2006/main">
            <a:off x="7542276"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4" name="Editable chart path">
            <a:extLst xmlns:a="http://schemas.openxmlformats.org/drawingml/2006/main">
              <a:ext uri="{FF2B5EF4-FFF2-40B4-BE49-F238E27FC236}">
                <a16:creationId xmlns:a16="http://schemas.microsoft.com/office/drawing/2014/main" id="{5C60C123-E583-4FCC-BD82-71F31EF1F473}"/>
              </a:ext>
            </a:extLst>
          </p:cNvPr>
          <p:cNvSpPr>
            <a:spLocks xmlns:a="http://schemas.openxmlformats.org/drawingml/2006/main" noGrp="1"/>
          </p:cNvSpPr>
          <p:nvPr/>
        </p:nvSpPr>
        <p:spPr>
          <a:xfrm xmlns:a="http://schemas.openxmlformats.org/drawingml/2006/main">
            <a:off x="7604414"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5" name="Editable chart path">
            <a:extLst xmlns:a="http://schemas.openxmlformats.org/drawingml/2006/main">
              <a:ext uri="{FF2B5EF4-FFF2-40B4-BE49-F238E27FC236}">
                <a16:creationId xmlns:a16="http://schemas.microsoft.com/office/drawing/2014/main" id="{4E4D59D5-1ED8-4637-9F32-8F7A8CF325A1}"/>
              </a:ext>
            </a:extLst>
          </p:cNvPr>
          <p:cNvSpPr>
            <a:spLocks xmlns:a="http://schemas.openxmlformats.org/drawingml/2006/main" noGrp="1"/>
          </p:cNvSpPr>
          <p:nvPr/>
        </p:nvSpPr>
        <p:spPr>
          <a:xfrm xmlns:a="http://schemas.openxmlformats.org/drawingml/2006/main">
            <a:off x="7666551"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6" name="Editable chart path">
            <a:extLst xmlns:a="http://schemas.openxmlformats.org/drawingml/2006/main">
              <a:ext uri="{FF2B5EF4-FFF2-40B4-BE49-F238E27FC236}">
                <a16:creationId xmlns:a16="http://schemas.microsoft.com/office/drawing/2014/main" id="{81268EB4-F1A5-470C-A40F-F6042265C5F5}"/>
              </a:ext>
            </a:extLst>
          </p:cNvPr>
          <p:cNvSpPr>
            <a:spLocks xmlns:a="http://schemas.openxmlformats.org/drawingml/2006/main" noGrp="1"/>
          </p:cNvSpPr>
          <p:nvPr/>
        </p:nvSpPr>
        <p:spPr>
          <a:xfrm xmlns:a="http://schemas.openxmlformats.org/drawingml/2006/main">
            <a:off x="7728689"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7" name="Editable chart path">
            <a:extLst xmlns:a="http://schemas.openxmlformats.org/drawingml/2006/main">
              <a:ext uri="{FF2B5EF4-FFF2-40B4-BE49-F238E27FC236}">
                <a16:creationId xmlns:a16="http://schemas.microsoft.com/office/drawing/2014/main" id="{B665259D-7F29-4A78-88F0-4F54071F2A11}"/>
              </a:ext>
            </a:extLst>
          </p:cNvPr>
          <p:cNvSpPr>
            <a:spLocks xmlns:a="http://schemas.openxmlformats.org/drawingml/2006/main" noGrp="1"/>
          </p:cNvSpPr>
          <p:nvPr/>
        </p:nvSpPr>
        <p:spPr>
          <a:xfrm xmlns:a="http://schemas.openxmlformats.org/drawingml/2006/main">
            <a:off x="7852964"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8" name="Editable chart path">
            <a:extLst xmlns:a="http://schemas.openxmlformats.org/drawingml/2006/main">
              <a:ext uri="{FF2B5EF4-FFF2-40B4-BE49-F238E27FC236}">
                <a16:creationId xmlns:a16="http://schemas.microsoft.com/office/drawing/2014/main" id="{9CA4F65F-4F4C-44FB-92C7-3DC9ED42FEE5}"/>
              </a:ext>
            </a:extLst>
          </p:cNvPr>
          <p:cNvSpPr>
            <a:spLocks xmlns:a="http://schemas.openxmlformats.org/drawingml/2006/main" noGrp="1"/>
          </p:cNvSpPr>
          <p:nvPr/>
        </p:nvSpPr>
        <p:spPr>
          <a:xfrm xmlns:a="http://schemas.openxmlformats.org/drawingml/2006/main">
            <a:off x="636166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1999" name="Editable chart path">
            <a:extLst xmlns:a="http://schemas.openxmlformats.org/drawingml/2006/main">
              <a:ext uri="{FF2B5EF4-FFF2-40B4-BE49-F238E27FC236}">
                <a16:creationId xmlns:a16="http://schemas.microsoft.com/office/drawing/2014/main" id="{C86318A2-F696-4D93-8E1F-1D596FB046C7}"/>
              </a:ext>
            </a:extLst>
          </p:cNvPr>
          <p:cNvSpPr>
            <a:spLocks xmlns:a="http://schemas.openxmlformats.org/drawingml/2006/main" noGrp="1"/>
          </p:cNvSpPr>
          <p:nvPr/>
        </p:nvSpPr>
        <p:spPr>
          <a:xfrm xmlns:a="http://schemas.openxmlformats.org/drawingml/2006/main">
            <a:off x="642379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000" name="Editable chart path">
            <a:extLst xmlns:a="http://schemas.openxmlformats.org/drawingml/2006/main">
              <a:ext uri="{FF2B5EF4-FFF2-40B4-BE49-F238E27FC236}">
                <a16:creationId xmlns:a16="http://schemas.microsoft.com/office/drawing/2014/main" id="{E44775F3-34E8-425B-8A24-AFF28E845593}"/>
              </a:ext>
            </a:extLst>
          </p:cNvPr>
          <p:cNvSpPr>
            <a:spLocks xmlns:a="http://schemas.openxmlformats.org/drawingml/2006/main" noGrp="1"/>
          </p:cNvSpPr>
          <p:nvPr/>
        </p:nvSpPr>
        <p:spPr>
          <a:xfrm xmlns:a="http://schemas.openxmlformats.org/drawingml/2006/main">
            <a:off x="648593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001" name="Editable chart path">
            <a:extLst xmlns:a="http://schemas.openxmlformats.org/drawingml/2006/main">
              <a:ext uri="{FF2B5EF4-FFF2-40B4-BE49-F238E27FC236}">
                <a16:creationId xmlns:a16="http://schemas.microsoft.com/office/drawing/2014/main" id="{2A9BF57E-B549-438C-A0EF-D25268A7C1CD}"/>
              </a:ext>
            </a:extLst>
          </p:cNvPr>
          <p:cNvSpPr>
            <a:spLocks xmlns:a="http://schemas.openxmlformats.org/drawingml/2006/main" noGrp="1"/>
          </p:cNvSpPr>
          <p:nvPr/>
        </p:nvSpPr>
        <p:spPr>
          <a:xfrm xmlns:a="http://schemas.openxmlformats.org/drawingml/2006/main">
            <a:off x="654807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002" name="Editable chart path">
            <a:extLst xmlns:a="http://schemas.openxmlformats.org/drawingml/2006/main">
              <a:ext uri="{FF2B5EF4-FFF2-40B4-BE49-F238E27FC236}">
                <a16:creationId xmlns:a16="http://schemas.microsoft.com/office/drawing/2014/main" id="{6CB0ACCE-F377-4CD8-9D09-E61986EF86C0}"/>
              </a:ext>
            </a:extLst>
          </p:cNvPr>
          <p:cNvSpPr>
            <a:spLocks xmlns:a="http://schemas.openxmlformats.org/drawingml/2006/main" noGrp="1"/>
          </p:cNvSpPr>
          <p:nvPr/>
        </p:nvSpPr>
        <p:spPr>
          <a:xfrm xmlns:a="http://schemas.openxmlformats.org/drawingml/2006/main">
            <a:off x="661021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9BEBB"/>
          </a:solidFill>
          <a:ln xmlns:a="http://schemas.openxmlformats.org/drawingml/2006/main" w="2205">
            <a:solidFill>
              <a:srgbClr val="FBFCFE"/>
            </a:solidFill>
            <a:prstDash val="solid"/>
          </a:ln>
        </p:spPr>
      </p:sp>
      <p:sp>
        <p:nvSpPr>
          <p:cNvPr id="2003" name="Editable chart path">
            <a:extLst xmlns:a="http://schemas.openxmlformats.org/drawingml/2006/main">
              <a:ext uri="{FF2B5EF4-FFF2-40B4-BE49-F238E27FC236}">
                <a16:creationId xmlns:a16="http://schemas.microsoft.com/office/drawing/2014/main" id="{C0584B0D-277B-48DA-9CA2-5F36235FAD72}"/>
              </a:ext>
            </a:extLst>
          </p:cNvPr>
          <p:cNvSpPr>
            <a:spLocks xmlns:a="http://schemas.openxmlformats.org/drawingml/2006/main" noGrp="1"/>
          </p:cNvSpPr>
          <p:nvPr/>
        </p:nvSpPr>
        <p:spPr>
          <a:xfrm xmlns:a="http://schemas.openxmlformats.org/drawingml/2006/main">
            <a:off x="661021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004" name="Editable chart path">
            <a:extLst xmlns:a="http://schemas.openxmlformats.org/drawingml/2006/main">
              <a:ext uri="{FF2B5EF4-FFF2-40B4-BE49-F238E27FC236}">
                <a16:creationId xmlns:a16="http://schemas.microsoft.com/office/drawing/2014/main" id="{81ED9566-A71A-4088-912E-91E096C87FFE}"/>
              </a:ext>
            </a:extLst>
          </p:cNvPr>
          <p:cNvSpPr>
            <a:spLocks xmlns:a="http://schemas.openxmlformats.org/drawingml/2006/main" noGrp="1"/>
          </p:cNvSpPr>
          <p:nvPr/>
        </p:nvSpPr>
        <p:spPr>
          <a:xfrm xmlns:a="http://schemas.openxmlformats.org/drawingml/2006/main">
            <a:off x="667234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005" name="Editable chart path">
            <a:extLst xmlns:a="http://schemas.openxmlformats.org/drawingml/2006/main">
              <a:ext uri="{FF2B5EF4-FFF2-40B4-BE49-F238E27FC236}">
                <a16:creationId xmlns:a16="http://schemas.microsoft.com/office/drawing/2014/main" id="{2BFA95AE-3461-4FF4-9086-2F1D1A9D9E99}"/>
              </a:ext>
            </a:extLst>
          </p:cNvPr>
          <p:cNvSpPr>
            <a:spLocks xmlns:a="http://schemas.openxmlformats.org/drawingml/2006/main" noGrp="1"/>
          </p:cNvSpPr>
          <p:nvPr/>
        </p:nvSpPr>
        <p:spPr>
          <a:xfrm xmlns:a="http://schemas.openxmlformats.org/drawingml/2006/main">
            <a:off x="673448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06" name="Editable chart path">
            <a:extLst xmlns:a="http://schemas.openxmlformats.org/drawingml/2006/main">
              <a:ext uri="{FF2B5EF4-FFF2-40B4-BE49-F238E27FC236}">
                <a16:creationId xmlns:a16="http://schemas.microsoft.com/office/drawing/2014/main" id="{A6932F94-891F-4661-886C-3E9F3ABD872F}"/>
              </a:ext>
            </a:extLst>
          </p:cNvPr>
          <p:cNvSpPr>
            <a:spLocks xmlns:a="http://schemas.openxmlformats.org/drawingml/2006/main" noGrp="1"/>
          </p:cNvSpPr>
          <p:nvPr/>
        </p:nvSpPr>
        <p:spPr>
          <a:xfrm xmlns:a="http://schemas.openxmlformats.org/drawingml/2006/main">
            <a:off x="673448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007" name="Editable chart path">
            <a:extLst xmlns:a="http://schemas.openxmlformats.org/drawingml/2006/main">
              <a:ext uri="{FF2B5EF4-FFF2-40B4-BE49-F238E27FC236}">
                <a16:creationId xmlns:a16="http://schemas.microsoft.com/office/drawing/2014/main" id="{F8847F1F-78C0-4534-A353-26DD1BD29310}"/>
              </a:ext>
            </a:extLst>
          </p:cNvPr>
          <p:cNvSpPr>
            <a:spLocks xmlns:a="http://schemas.openxmlformats.org/drawingml/2006/main" noGrp="1"/>
          </p:cNvSpPr>
          <p:nvPr/>
        </p:nvSpPr>
        <p:spPr>
          <a:xfrm xmlns:a="http://schemas.openxmlformats.org/drawingml/2006/main">
            <a:off x="679662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008" name="Editable chart path">
            <a:extLst xmlns:a="http://schemas.openxmlformats.org/drawingml/2006/main">
              <a:ext uri="{FF2B5EF4-FFF2-40B4-BE49-F238E27FC236}">
                <a16:creationId xmlns:a16="http://schemas.microsoft.com/office/drawing/2014/main" id="{35550BEB-494F-4233-A7DD-B0EF6AE11082}"/>
              </a:ext>
            </a:extLst>
          </p:cNvPr>
          <p:cNvSpPr>
            <a:spLocks xmlns:a="http://schemas.openxmlformats.org/drawingml/2006/main" noGrp="1"/>
          </p:cNvSpPr>
          <p:nvPr/>
        </p:nvSpPr>
        <p:spPr>
          <a:xfrm xmlns:a="http://schemas.openxmlformats.org/drawingml/2006/main">
            <a:off x="679662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009" name="Editable chart path">
            <a:extLst xmlns:a="http://schemas.openxmlformats.org/drawingml/2006/main">
              <a:ext uri="{FF2B5EF4-FFF2-40B4-BE49-F238E27FC236}">
                <a16:creationId xmlns:a16="http://schemas.microsoft.com/office/drawing/2014/main" id="{19FFBE7C-3B6B-4E3F-BF8C-13148EBFD50A}"/>
              </a:ext>
            </a:extLst>
          </p:cNvPr>
          <p:cNvSpPr>
            <a:spLocks xmlns:a="http://schemas.openxmlformats.org/drawingml/2006/main" noGrp="1"/>
          </p:cNvSpPr>
          <p:nvPr/>
        </p:nvSpPr>
        <p:spPr>
          <a:xfrm xmlns:a="http://schemas.openxmlformats.org/drawingml/2006/main">
            <a:off x="679662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E6F68"/>
          </a:solidFill>
          <a:ln xmlns:a="http://schemas.openxmlformats.org/drawingml/2006/main" w="2205">
            <a:solidFill>
              <a:srgbClr val="FBFCFE"/>
            </a:solidFill>
            <a:prstDash val="solid"/>
          </a:ln>
        </p:spPr>
      </p:sp>
      <p:sp>
        <p:nvSpPr>
          <p:cNvPr id="2010" name="Editable chart path">
            <a:extLst xmlns:a="http://schemas.openxmlformats.org/drawingml/2006/main">
              <a:ext uri="{FF2B5EF4-FFF2-40B4-BE49-F238E27FC236}">
                <a16:creationId xmlns:a16="http://schemas.microsoft.com/office/drawing/2014/main" id="{44CD6C36-5D31-4F23-A7E3-942F69CDE49D}"/>
              </a:ext>
            </a:extLst>
          </p:cNvPr>
          <p:cNvSpPr>
            <a:spLocks xmlns:a="http://schemas.openxmlformats.org/drawingml/2006/main" noGrp="1"/>
          </p:cNvSpPr>
          <p:nvPr/>
        </p:nvSpPr>
        <p:spPr>
          <a:xfrm xmlns:a="http://schemas.openxmlformats.org/drawingml/2006/main">
            <a:off x="685876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11" name="Editable chart path">
            <a:extLst xmlns:a="http://schemas.openxmlformats.org/drawingml/2006/main">
              <a:ext uri="{FF2B5EF4-FFF2-40B4-BE49-F238E27FC236}">
                <a16:creationId xmlns:a16="http://schemas.microsoft.com/office/drawing/2014/main" id="{28325385-EF50-44A1-8D28-31088C9F8E59}"/>
              </a:ext>
            </a:extLst>
          </p:cNvPr>
          <p:cNvSpPr>
            <a:spLocks xmlns:a="http://schemas.openxmlformats.org/drawingml/2006/main" noGrp="1"/>
          </p:cNvSpPr>
          <p:nvPr/>
        </p:nvSpPr>
        <p:spPr>
          <a:xfrm xmlns:a="http://schemas.openxmlformats.org/drawingml/2006/main">
            <a:off x="685876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12" name="Editable chart path">
            <a:extLst xmlns:a="http://schemas.openxmlformats.org/drawingml/2006/main">
              <a:ext uri="{FF2B5EF4-FFF2-40B4-BE49-F238E27FC236}">
                <a16:creationId xmlns:a16="http://schemas.microsoft.com/office/drawing/2014/main" id="{E2719C55-1392-40C1-9143-AC320FDC8453}"/>
              </a:ext>
            </a:extLst>
          </p:cNvPr>
          <p:cNvSpPr>
            <a:spLocks xmlns:a="http://schemas.openxmlformats.org/drawingml/2006/main" noGrp="1"/>
          </p:cNvSpPr>
          <p:nvPr/>
        </p:nvSpPr>
        <p:spPr>
          <a:xfrm xmlns:a="http://schemas.openxmlformats.org/drawingml/2006/main">
            <a:off x="685876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566B1"/>
          </a:solidFill>
          <a:ln xmlns:a="http://schemas.openxmlformats.org/drawingml/2006/main" w="2205">
            <a:solidFill>
              <a:srgbClr val="FBFCFE"/>
            </a:solidFill>
            <a:prstDash val="solid"/>
          </a:ln>
        </p:spPr>
      </p:sp>
      <p:sp>
        <p:nvSpPr>
          <p:cNvPr id="2013" name="Editable chart path">
            <a:extLst xmlns:a="http://schemas.openxmlformats.org/drawingml/2006/main">
              <a:ext uri="{FF2B5EF4-FFF2-40B4-BE49-F238E27FC236}">
                <a16:creationId xmlns:a16="http://schemas.microsoft.com/office/drawing/2014/main" id="{82210F55-34B1-4E5F-AEA8-E97D1369FAD1}"/>
              </a:ext>
            </a:extLst>
          </p:cNvPr>
          <p:cNvSpPr>
            <a:spLocks xmlns:a="http://schemas.openxmlformats.org/drawingml/2006/main" noGrp="1"/>
          </p:cNvSpPr>
          <p:nvPr/>
        </p:nvSpPr>
        <p:spPr>
          <a:xfrm xmlns:a="http://schemas.openxmlformats.org/drawingml/2006/main">
            <a:off x="685876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14" name="Editable chart path">
            <a:extLst xmlns:a="http://schemas.openxmlformats.org/drawingml/2006/main">
              <a:ext uri="{FF2B5EF4-FFF2-40B4-BE49-F238E27FC236}">
                <a16:creationId xmlns:a16="http://schemas.microsoft.com/office/drawing/2014/main" id="{3E5EEAB9-A725-4069-A176-2B2A95F457F5}"/>
              </a:ext>
            </a:extLst>
          </p:cNvPr>
          <p:cNvSpPr>
            <a:spLocks xmlns:a="http://schemas.openxmlformats.org/drawingml/2006/main" noGrp="1"/>
          </p:cNvSpPr>
          <p:nvPr/>
        </p:nvSpPr>
        <p:spPr>
          <a:xfrm xmlns:a="http://schemas.openxmlformats.org/drawingml/2006/main">
            <a:off x="685876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15" name="Editable chart path">
            <a:extLst xmlns:a="http://schemas.openxmlformats.org/drawingml/2006/main">
              <a:ext uri="{FF2B5EF4-FFF2-40B4-BE49-F238E27FC236}">
                <a16:creationId xmlns:a16="http://schemas.microsoft.com/office/drawing/2014/main" id="{BEFFE8FE-FEA5-43EC-83EF-98D27EBF4290}"/>
              </a:ext>
            </a:extLst>
          </p:cNvPr>
          <p:cNvSpPr>
            <a:spLocks xmlns:a="http://schemas.openxmlformats.org/drawingml/2006/main" noGrp="1"/>
          </p:cNvSpPr>
          <p:nvPr/>
        </p:nvSpPr>
        <p:spPr>
          <a:xfrm xmlns:a="http://schemas.openxmlformats.org/drawingml/2006/main">
            <a:off x="692090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16" name="Editable chart path">
            <a:extLst xmlns:a="http://schemas.openxmlformats.org/drawingml/2006/main">
              <a:ext uri="{FF2B5EF4-FFF2-40B4-BE49-F238E27FC236}">
                <a16:creationId xmlns:a16="http://schemas.microsoft.com/office/drawing/2014/main" id="{A08AC02F-8D3F-4D1A-8A2B-A1A070833FC5}"/>
              </a:ext>
            </a:extLst>
          </p:cNvPr>
          <p:cNvSpPr>
            <a:spLocks xmlns:a="http://schemas.openxmlformats.org/drawingml/2006/main" noGrp="1"/>
          </p:cNvSpPr>
          <p:nvPr/>
        </p:nvSpPr>
        <p:spPr>
          <a:xfrm xmlns:a="http://schemas.openxmlformats.org/drawingml/2006/main">
            <a:off x="692090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17" name="Editable chart path">
            <a:extLst xmlns:a="http://schemas.openxmlformats.org/drawingml/2006/main">
              <a:ext uri="{FF2B5EF4-FFF2-40B4-BE49-F238E27FC236}">
                <a16:creationId xmlns:a16="http://schemas.microsoft.com/office/drawing/2014/main" id="{CAA28DD7-31CF-4006-ABA8-BCB9C535D4C7}"/>
              </a:ext>
            </a:extLst>
          </p:cNvPr>
          <p:cNvSpPr>
            <a:spLocks xmlns:a="http://schemas.openxmlformats.org/drawingml/2006/main" noGrp="1"/>
          </p:cNvSpPr>
          <p:nvPr/>
        </p:nvSpPr>
        <p:spPr>
          <a:xfrm xmlns:a="http://schemas.openxmlformats.org/drawingml/2006/main">
            <a:off x="692090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18" name="Editable chart path">
            <a:extLst xmlns:a="http://schemas.openxmlformats.org/drawingml/2006/main">
              <a:ext uri="{FF2B5EF4-FFF2-40B4-BE49-F238E27FC236}">
                <a16:creationId xmlns:a16="http://schemas.microsoft.com/office/drawing/2014/main" id="{BE93E607-BA47-4B63-BD57-760365C5A56C}"/>
              </a:ext>
            </a:extLst>
          </p:cNvPr>
          <p:cNvSpPr>
            <a:spLocks xmlns:a="http://schemas.openxmlformats.org/drawingml/2006/main" noGrp="1"/>
          </p:cNvSpPr>
          <p:nvPr/>
        </p:nvSpPr>
        <p:spPr>
          <a:xfrm xmlns:a="http://schemas.openxmlformats.org/drawingml/2006/main">
            <a:off x="692090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19" name="Editable chart path">
            <a:extLst xmlns:a="http://schemas.openxmlformats.org/drawingml/2006/main">
              <a:ext uri="{FF2B5EF4-FFF2-40B4-BE49-F238E27FC236}">
                <a16:creationId xmlns:a16="http://schemas.microsoft.com/office/drawing/2014/main" id="{CFFFE176-CE28-4B12-AF8E-CDA18DADF9C8}"/>
              </a:ext>
            </a:extLst>
          </p:cNvPr>
          <p:cNvSpPr>
            <a:spLocks xmlns:a="http://schemas.openxmlformats.org/drawingml/2006/main" noGrp="1"/>
          </p:cNvSpPr>
          <p:nvPr/>
        </p:nvSpPr>
        <p:spPr>
          <a:xfrm xmlns:a="http://schemas.openxmlformats.org/drawingml/2006/main">
            <a:off x="692090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20" name="Editable chart path">
            <a:extLst xmlns:a="http://schemas.openxmlformats.org/drawingml/2006/main">
              <a:ext uri="{FF2B5EF4-FFF2-40B4-BE49-F238E27FC236}">
                <a16:creationId xmlns:a16="http://schemas.microsoft.com/office/drawing/2014/main" id="{B5F8DECA-C0E9-4989-AEB2-42089F960D14}"/>
              </a:ext>
            </a:extLst>
          </p:cNvPr>
          <p:cNvSpPr>
            <a:spLocks xmlns:a="http://schemas.openxmlformats.org/drawingml/2006/main" noGrp="1"/>
          </p:cNvSpPr>
          <p:nvPr/>
        </p:nvSpPr>
        <p:spPr>
          <a:xfrm xmlns:a="http://schemas.openxmlformats.org/drawingml/2006/main">
            <a:off x="698303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21" name="Editable chart path">
            <a:extLst xmlns:a="http://schemas.openxmlformats.org/drawingml/2006/main">
              <a:ext uri="{FF2B5EF4-FFF2-40B4-BE49-F238E27FC236}">
                <a16:creationId xmlns:a16="http://schemas.microsoft.com/office/drawing/2014/main" id="{6419040A-143E-41E3-93FD-D0D19B43B5A0}"/>
              </a:ext>
            </a:extLst>
          </p:cNvPr>
          <p:cNvSpPr>
            <a:spLocks xmlns:a="http://schemas.openxmlformats.org/drawingml/2006/main" noGrp="1"/>
          </p:cNvSpPr>
          <p:nvPr/>
        </p:nvSpPr>
        <p:spPr>
          <a:xfrm xmlns:a="http://schemas.openxmlformats.org/drawingml/2006/main">
            <a:off x="698303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8BCB9"/>
          </a:solidFill>
          <a:ln xmlns:a="http://schemas.openxmlformats.org/drawingml/2006/main" w="2205">
            <a:solidFill>
              <a:srgbClr val="FBFCFE"/>
            </a:solidFill>
            <a:prstDash val="solid"/>
          </a:ln>
        </p:spPr>
      </p:sp>
      <p:sp>
        <p:nvSpPr>
          <p:cNvPr id="2022" name="Editable chart path">
            <a:extLst xmlns:a="http://schemas.openxmlformats.org/drawingml/2006/main">
              <a:ext uri="{FF2B5EF4-FFF2-40B4-BE49-F238E27FC236}">
                <a16:creationId xmlns:a16="http://schemas.microsoft.com/office/drawing/2014/main" id="{C7B5E1B0-0B67-4B1D-A8AF-C045F7DFE0BA}"/>
              </a:ext>
            </a:extLst>
          </p:cNvPr>
          <p:cNvSpPr>
            <a:spLocks xmlns:a="http://schemas.openxmlformats.org/drawingml/2006/main" noGrp="1"/>
          </p:cNvSpPr>
          <p:nvPr/>
        </p:nvSpPr>
        <p:spPr>
          <a:xfrm xmlns:a="http://schemas.openxmlformats.org/drawingml/2006/main">
            <a:off x="698303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BC3C0"/>
          </a:solidFill>
          <a:ln xmlns:a="http://schemas.openxmlformats.org/drawingml/2006/main" w="2205">
            <a:solidFill>
              <a:srgbClr val="FBFCFE"/>
            </a:solidFill>
            <a:prstDash val="solid"/>
          </a:ln>
        </p:spPr>
      </p:sp>
      <p:sp>
        <p:nvSpPr>
          <p:cNvPr id="2023" name="Editable chart path">
            <a:extLst xmlns:a="http://schemas.openxmlformats.org/drawingml/2006/main">
              <a:ext uri="{FF2B5EF4-FFF2-40B4-BE49-F238E27FC236}">
                <a16:creationId xmlns:a16="http://schemas.microsoft.com/office/drawing/2014/main" id="{25FE2373-5B69-4540-A86F-E788CB07BF7B}"/>
              </a:ext>
            </a:extLst>
          </p:cNvPr>
          <p:cNvSpPr>
            <a:spLocks xmlns:a="http://schemas.openxmlformats.org/drawingml/2006/main" noGrp="1"/>
          </p:cNvSpPr>
          <p:nvPr/>
        </p:nvSpPr>
        <p:spPr>
          <a:xfrm xmlns:a="http://schemas.openxmlformats.org/drawingml/2006/main">
            <a:off x="698303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24" name="Editable chart path">
            <a:extLst xmlns:a="http://schemas.openxmlformats.org/drawingml/2006/main">
              <a:ext uri="{FF2B5EF4-FFF2-40B4-BE49-F238E27FC236}">
                <a16:creationId xmlns:a16="http://schemas.microsoft.com/office/drawing/2014/main" id="{F18FD208-2C09-4559-9F68-3796C177AC4C}"/>
              </a:ext>
            </a:extLst>
          </p:cNvPr>
          <p:cNvSpPr>
            <a:spLocks xmlns:a="http://schemas.openxmlformats.org/drawingml/2006/main" noGrp="1"/>
          </p:cNvSpPr>
          <p:nvPr/>
        </p:nvSpPr>
        <p:spPr>
          <a:xfrm xmlns:a="http://schemas.openxmlformats.org/drawingml/2006/main">
            <a:off x="698303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1D6D4"/>
          </a:solidFill>
          <a:ln xmlns:a="http://schemas.openxmlformats.org/drawingml/2006/main" w="2205">
            <a:solidFill>
              <a:srgbClr val="FBFCFE"/>
            </a:solidFill>
            <a:prstDash val="solid"/>
          </a:ln>
        </p:spPr>
      </p:sp>
      <p:sp>
        <p:nvSpPr>
          <p:cNvPr id="2025" name="Editable chart path">
            <a:extLst xmlns:a="http://schemas.openxmlformats.org/drawingml/2006/main">
              <a:ext uri="{FF2B5EF4-FFF2-40B4-BE49-F238E27FC236}">
                <a16:creationId xmlns:a16="http://schemas.microsoft.com/office/drawing/2014/main" id="{D6E792C9-2F9D-441B-B464-D35062E5A39D}"/>
              </a:ext>
            </a:extLst>
          </p:cNvPr>
          <p:cNvSpPr>
            <a:spLocks xmlns:a="http://schemas.openxmlformats.org/drawingml/2006/main" noGrp="1"/>
          </p:cNvSpPr>
          <p:nvPr/>
        </p:nvSpPr>
        <p:spPr>
          <a:xfrm xmlns:a="http://schemas.openxmlformats.org/drawingml/2006/main">
            <a:off x="698303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26" name="Editable chart path">
            <a:extLst xmlns:a="http://schemas.openxmlformats.org/drawingml/2006/main">
              <a:ext uri="{FF2B5EF4-FFF2-40B4-BE49-F238E27FC236}">
                <a16:creationId xmlns:a16="http://schemas.microsoft.com/office/drawing/2014/main" id="{19C49AAD-AD53-40BC-A6DC-28B09FC245FB}"/>
              </a:ext>
            </a:extLst>
          </p:cNvPr>
          <p:cNvSpPr>
            <a:spLocks xmlns:a="http://schemas.openxmlformats.org/drawingml/2006/main" noGrp="1"/>
          </p:cNvSpPr>
          <p:nvPr/>
        </p:nvSpPr>
        <p:spPr>
          <a:xfrm xmlns:a="http://schemas.openxmlformats.org/drawingml/2006/main">
            <a:off x="704517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B9590"/>
          </a:solidFill>
          <a:ln xmlns:a="http://schemas.openxmlformats.org/drawingml/2006/main" w="2205">
            <a:solidFill>
              <a:srgbClr val="FBFCFE"/>
            </a:solidFill>
            <a:prstDash val="solid"/>
          </a:ln>
        </p:spPr>
      </p:sp>
      <p:sp>
        <p:nvSpPr>
          <p:cNvPr id="2027" name="Editable chart path">
            <a:extLst xmlns:a="http://schemas.openxmlformats.org/drawingml/2006/main">
              <a:ext uri="{FF2B5EF4-FFF2-40B4-BE49-F238E27FC236}">
                <a16:creationId xmlns:a16="http://schemas.microsoft.com/office/drawing/2014/main" id="{12BF9026-36E5-48A2-A395-AC678B553110}"/>
              </a:ext>
            </a:extLst>
          </p:cNvPr>
          <p:cNvSpPr>
            <a:spLocks xmlns:a="http://schemas.openxmlformats.org/drawingml/2006/main" noGrp="1"/>
          </p:cNvSpPr>
          <p:nvPr/>
        </p:nvSpPr>
        <p:spPr>
          <a:xfrm xmlns:a="http://schemas.openxmlformats.org/drawingml/2006/main">
            <a:off x="704517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28" name="Editable chart path">
            <a:extLst xmlns:a="http://schemas.openxmlformats.org/drawingml/2006/main">
              <a:ext uri="{FF2B5EF4-FFF2-40B4-BE49-F238E27FC236}">
                <a16:creationId xmlns:a16="http://schemas.microsoft.com/office/drawing/2014/main" id="{C8F7298F-D4A7-4428-A709-261CC5D34DCB}"/>
              </a:ext>
            </a:extLst>
          </p:cNvPr>
          <p:cNvSpPr>
            <a:spLocks xmlns:a="http://schemas.openxmlformats.org/drawingml/2006/main" noGrp="1"/>
          </p:cNvSpPr>
          <p:nvPr/>
        </p:nvSpPr>
        <p:spPr>
          <a:xfrm xmlns:a="http://schemas.openxmlformats.org/drawingml/2006/main">
            <a:off x="704517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29" name="Editable chart path">
            <a:extLst xmlns:a="http://schemas.openxmlformats.org/drawingml/2006/main">
              <a:ext uri="{FF2B5EF4-FFF2-40B4-BE49-F238E27FC236}">
                <a16:creationId xmlns:a16="http://schemas.microsoft.com/office/drawing/2014/main" id="{ABB0D66B-33F4-42C5-8B83-F1EB3CBA42D6}"/>
              </a:ext>
            </a:extLst>
          </p:cNvPr>
          <p:cNvSpPr>
            <a:spLocks xmlns:a="http://schemas.openxmlformats.org/drawingml/2006/main" noGrp="1"/>
          </p:cNvSpPr>
          <p:nvPr/>
        </p:nvSpPr>
        <p:spPr>
          <a:xfrm xmlns:a="http://schemas.openxmlformats.org/drawingml/2006/main">
            <a:off x="704517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B655D"/>
          </a:solidFill>
          <a:ln xmlns:a="http://schemas.openxmlformats.org/drawingml/2006/main" w="2205">
            <a:solidFill>
              <a:srgbClr val="FBFCFE"/>
            </a:solidFill>
            <a:prstDash val="solid"/>
          </a:ln>
        </p:spPr>
      </p:sp>
      <p:sp>
        <p:nvSpPr>
          <p:cNvPr id="2030" name="Editable chart path">
            <a:extLst xmlns:a="http://schemas.openxmlformats.org/drawingml/2006/main">
              <a:ext uri="{FF2B5EF4-FFF2-40B4-BE49-F238E27FC236}">
                <a16:creationId xmlns:a16="http://schemas.microsoft.com/office/drawing/2014/main" id="{F52921D7-71E7-4168-AE1A-2D2C6E90E23E}"/>
              </a:ext>
            </a:extLst>
          </p:cNvPr>
          <p:cNvSpPr>
            <a:spLocks xmlns:a="http://schemas.openxmlformats.org/drawingml/2006/main" noGrp="1"/>
          </p:cNvSpPr>
          <p:nvPr/>
        </p:nvSpPr>
        <p:spPr>
          <a:xfrm xmlns:a="http://schemas.openxmlformats.org/drawingml/2006/main">
            <a:off x="710731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031" name="Editable chart path">
            <a:extLst xmlns:a="http://schemas.openxmlformats.org/drawingml/2006/main">
              <a:ext uri="{FF2B5EF4-FFF2-40B4-BE49-F238E27FC236}">
                <a16:creationId xmlns:a16="http://schemas.microsoft.com/office/drawing/2014/main" id="{24770DD7-3FF7-4329-90C6-574AD44DBE8A}"/>
              </a:ext>
            </a:extLst>
          </p:cNvPr>
          <p:cNvSpPr>
            <a:spLocks xmlns:a="http://schemas.openxmlformats.org/drawingml/2006/main" noGrp="1"/>
          </p:cNvSpPr>
          <p:nvPr/>
        </p:nvSpPr>
        <p:spPr>
          <a:xfrm xmlns:a="http://schemas.openxmlformats.org/drawingml/2006/main">
            <a:off x="710731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32" name="Editable chart path">
            <a:extLst xmlns:a="http://schemas.openxmlformats.org/drawingml/2006/main">
              <a:ext uri="{FF2B5EF4-FFF2-40B4-BE49-F238E27FC236}">
                <a16:creationId xmlns:a16="http://schemas.microsoft.com/office/drawing/2014/main" id="{04793C75-FE30-4756-AEA3-6881CC7ADBF7}"/>
              </a:ext>
            </a:extLst>
          </p:cNvPr>
          <p:cNvSpPr>
            <a:spLocks xmlns:a="http://schemas.openxmlformats.org/drawingml/2006/main" noGrp="1"/>
          </p:cNvSpPr>
          <p:nvPr/>
        </p:nvSpPr>
        <p:spPr>
          <a:xfrm xmlns:a="http://schemas.openxmlformats.org/drawingml/2006/main">
            <a:off x="710731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33" name="Editable chart path">
            <a:extLst xmlns:a="http://schemas.openxmlformats.org/drawingml/2006/main">
              <a:ext uri="{FF2B5EF4-FFF2-40B4-BE49-F238E27FC236}">
                <a16:creationId xmlns:a16="http://schemas.microsoft.com/office/drawing/2014/main" id="{EA29BB3D-AC18-48AB-AC2C-FFA64F3D53C1}"/>
              </a:ext>
            </a:extLst>
          </p:cNvPr>
          <p:cNvSpPr>
            <a:spLocks xmlns:a="http://schemas.openxmlformats.org/drawingml/2006/main" noGrp="1"/>
          </p:cNvSpPr>
          <p:nvPr/>
        </p:nvSpPr>
        <p:spPr>
          <a:xfrm xmlns:a="http://schemas.openxmlformats.org/drawingml/2006/main">
            <a:off x="710731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34" name="Editable chart path">
            <a:extLst xmlns:a="http://schemas.openxmlformats.org/drawingml/2006/main">
              <a:ext uri="{FF2B5EF4-FFF2-40B4-BE49-F238E27FC236}">
                <a16:creationId xmlns:a16="http://schemas.microsoft.com/office/drawing/2014/main" id="{F9118404-5AC9-4BF0-821D-738F946A049B}"/>
              </a:ext>
            </a:extLst>
          </p:cNvPr>
          <p:cNvSpPr>
            <a:spLocks xmlns:a="http://schemas.openxmlformats.org/drawingml/2006/main" noGrp="1"/>
          </p:cNvSpPr>
          <p:nvPr/>
        </p:nvSpPr>
        <p:spPr>
          <a:xfrm xmlns:a="http://schemas.openxmlformats.org/drawingml/2006/main">
            <a:off x="710731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35" name="Editable chart path">
            <a:extLst xmlns:a="http://schemas.openxmlformats.org/drawingml/2006/main">
              <a:ext uri="{FF2B5EF4-FFF2-40B4-BE49-F238E27FC236}">
                <a16:creationId xmlns:a16="http://schemas.microsoft.com/office/drawing/2014/main" id="{16E2A86B-0A03-4B09-AE20-AEB79E438F35}"/>
              </a:ext>
            </a:extLst>
          </p:cNvPr>
          <p:cNvSpPr>
            <a:spLocks xmlns:a="http://schemas.openxmlformats.org/drawingml/2006/main" noGrp="1"/>
          </p:cNvSpPr>
          <p:nvPr/>
        </p:nvSpPr>
        <p:spPr>
          <a:xfrm xmlns:a="http://schemas.openxmlformats.org/drawingml/2006/main">
            <a:off x="710731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CC5C3"/>
          </a:solidFill>
          <a:ln xmlns:a="http://schemas.openxmlformats.org/drawingml/2006/main" w="2205">
            <a:solidFill>
              <a:srgbClr val="FBFCFE"/>
            </a:solidFill>
            <a:prstDash val="solid"/>
          </a:ln>
        </p:spPr>
      </p:sp>
      <p:sp>
        <p:nvSpPr>
          <p:cNvPr id="2036" name="Editable chart path">
            <a:extLst xmlns:a="http://schemas.openxmlformats.org/drawingml/2006/main">
              <a:ext uri="{FF2B5EF4-FFF2-40B4-BE49-F238E27FC236}">
                <a16:creationId xmlns:a16="http://schemas.microsoft.com/office/drawing/2014/main" id="{48A7FF99-EE97-48B4-98F4-EA71651D70D8}"/>
              </a:ext>
            </a:extLst>
          </p:cNvPr>
          <p:cNvSpPr>
            <a:spLocks xmlns:a="http://schemas.openxmlformats.org/drawingml/2006/main" noGrp="1"/>
          </p:cNvSpPr>
          <p:nvPr/>
        </p:nvSpPr>
        <p:spPr>
          <a:xfrm xmlns:a="http://schemas.openxmlformats.org/drawingml/2006/main">
            <a:off x="7169450"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037" name="Editable chart path">
            <a:extLst xmlns:a="http://schemas.openxmlformats.org/drawingml/2006/main">
              <a:ext uri="{FF2B5EF4-FFF2-40B4-BE49-F238E27FC236}">
                <a16:creationId xmlns:a16="http://schemas.microsoft.com/office/drawing/2014/main" id="{D5DA8B1C-F38A-49D2-9D1B-4AD1BB665AB6}"/>
              </a:ext>
            </a:extLst>
          </p:cNvPr>
          <p:cNvSpPr>
            <a:spLocks xmlns:a="http://schemas.openxmlformats.org/drawingml/2006/main" noGrp="1"/>
          </p:cNvSpPr>
          <p:nvPr/>
        </p:nvSpPr>
        <p:spPr>
          <a:xfrm xmlns:a="http://schemas.openxmlformats.org/drawingml/2006/main">
            <a:off x="716945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38" name="Editable chart path">
            <a:extLst xmlns:a="http://schemas.openxmlformats.org/drawingml/2006/main">
              <a:ext uri="{FF2B5EF4-FFF2-40B4-BE49-F238E27FC236}">
                <a16:creationId xmlns:a16="http://schemas.microsoft.com/office/drawing/2014/main" id="{52B28C4F-73A0-425A-B4ED-B3CEE5A787DA}"/>
              </a:ext>
            </a:extLst>
          </p:cNvPr>
          <p:cNvSpPr>
            <a:spLocks xmlns:a="http://schemas.openxmlformats.org/drawingml/2006/main" noGrp="1"/>
          </p:cNvSpPr>
          <p:nvPr/>
        </p:nvSpPr>
        <p:spPr>
          <a:xfrm xmlns:a="http://schemas.openxmlformats.org/drawingml/2006/main">
            <a:off x="716945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1D7D5"/>
          </a:solidFill>
          <a:ln xmlns:a="http://schemas.openxmlformats.org/drawingml/2006/main" w="2205">
            <a:solidFill>
              <a:srgbClr val="FBFCFE"/>
            </a:solidFill>
            <a:prstDash val="solid"/>
          </a:ln>
        </p:spPr>
      </p:sp>
      <p:sp>
        <p:nvSpPr>
          <p:cNvPr id="2039" name="Editable chart path">
            <a:extLst xmlns:a="http://schemas.openxmlformats.org/drawingml/2006/main">
              <a:ext uri="{FF2B5EF4-FFF2-40B4-BE49-F238E27FC236}">
                <a16:creationId xmlns:a16="http://schemas.microsoft.com/office/drawing/2014/main" id="{59B6CA1C-14BE-475E-B7E4-7443B96DB686}"/>
              </a:ext>
            </a:extLst>
          </p:cNvPr>
          <p:cNvSpPr>
            <a:spLocks xmlns:a="http://schemas.openxmlformats.org/drawingml/2006/main" noGrp="1"/>
          </p:cNvSpPr>
          <p:nvPr/>
        </p:nvSpPr>
        <p:spPr>
          <a:xfrm xmlns:a="http://schemas.openxmlformats.org/drawingml/2006/main">
            <a:off x="716945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40" name="Editable chart path">
            <a:extLst xmlns:a="http://schemas.openxmlformats.org/drawingml/2006/main">
              <a:ext uri="{FF2B5EF4-FFF2-40B4-BE49-F238E27FC236}">
                <a16:creationId xmlns:a16="http://schemas.microsoft.com/office/drawing/2014/main" id="{D64657E5-51E0-44AC-8E5B-C7D1980F7CE6}"/>
              </a:ext>
            </a:extLst>
          </p:cNvPr>
          <p:cNvSpPr>
            <a:spLocks xmlns:a="http://schemas.openxmlformats.org/drawingml/2006/main" noGrp="1"/>
          </p:cNvSpPr>
          <p:nvPr/>
        </p:nvSpPr>
        <p:spPr>
          <a:xfrm xmlns:a="http://schemas.openxmlformats.org/drawingml/2006/main">
            <a:off x="716945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41" name="Editable chart path">
            <a:extLst xmlns:a="http://schemas.openxmlformats.org/drawingml/2006/main">
              <a:ext uri="{FF2B5EF4-FFF2-40B4-BE49-F238E27FC236}">
                <a16:creationId xmlns:a16="http://schemas.microsoft.com/office/drawing/2014/main" id="{20E3EF4C-5E8A-4C56-B919-4587C90DF934}"/>
              </a:ext>
            </a:extLst>
          </p:cNvPr>
          <p:cNvSpPr>
            <a:spLocks xmlns:a="http://schemas.openxmlformats.org/drawingml/2006/main" noGrp="1"/>
          </p:cNvSpPr>
          <p:nvPr/>
        </p:nvSpPr>
        <p:spPr>
          <a:xfrm xmlns:a="http://schemas.openxmlformats.org/drawingml/2006/main">
            <a:off x="716945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42" name="Editable chart path">
            <a:extLst xmlns:a="http://schemas.openxmlformats.org/drawingml/2006/main">
              <a:ext uri="{FF2B5EF4-FFF2-40B4-BE49-F238E27FC236}">
                <a16:creationId xmlns:a16="http://schemas.microsoft.com/office/drawing/2014/main" id="{C00EF2BE-3E36-493C-AA61-AD34F22D6386}"/>
              </a:ext>
            </a:extLst>
          </p:cNvPr>
          <p:cNvSpPr>
            <a:spLocks xmlns:a="http://schemas.openxmlformats.org/drawingml/2006/main" noGrp="1"/>
          </p:cNvSpPr>
          <p:nvPr/>
        </p:nvSpPr>
        <p:spPr>
          <a:xfrm xmlns:a="http://schemas.openxmlformats.org/drawingml/2006/main">
            <a:off x="716945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43" name="Editable chart path">
            <a:extLst xmlns:a="http://schemas.openxmlformats.org/drawingml/2006/main">
              <a:ext uri="{FF2B5EF4-FFF2-40B4-BE49-F238E27FC236}">
                <a16:creationId xmlns:a16="http://schemas.microsoft.com/office/drawing/2014/main" id="{09985BC9-F25F-46E3-930D-54675D0BB7E4}"/>
              </a:ext>
            </a:extLst>
          </p:cNvPr>
          <p:cNvSpPr>
            <a:spLocks xmlns:a="http://schemas.openxmlformats.org/drawingml/2006/main" noGrp="1"/>
          </p:cNvSpPr>
          <p:nvPr/>
        </p:nvSpPr>
        <p:spPr>
          <a:xfrm xmlns:a="http://schemas.openxmlformats.org/drawingml/2006/main">
            <a:off x="716945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45149"/>
          </a:solidFill>
          <a:ln xmlns:a="http://schemas.openxmlformats.org/drawingml/2006/main" w="2205">
            <a:solidFill>
              <a:srgbClr val="FBFCFE"/>
            </a:solidFill>
            <a:prstDash val="solid"/>
          </a:ln>
        </p:spPr>
      </p:sp>
      <p:sp>
        <p:nvSpPr>
          <p:cNvPr id="2044" name="Editable chart path">
            <a:extLst xmlns:a="http://schemas.openxmlformats.org/drawingml/2006/main">
              <a:ext uri="{FF2B5EF4-FFF2-40B4-BE49-F238E27FC236}">
                <a16:creationId xmlns:a16="http://schemas.microsoft.com/office/drawing/2014/main" id="{0F68EB5C-E502-44B4-A50A-92858062C776}"/>
              </a:ext>
            </a:extLst>
          </p:cNvPr>
          <p:cNvSpPr>
            <a:spLocks xmlns:a="http://schemas.openxmlformats.org/drawingml/2006/main" noGrp="1"/>
          </p:cNvSpPr>
          <p:nvPr/>
        </p:nvSpPr>
        <p:spPr>
          <a:xfrm xmlns:a="http://schemas.openxmlformats.org/drawingml/2006/main">
            <a:off x="716945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45" name="Editable chart path">
            <a:extLst xmlns:a="http://schemas.openxmlformats.org/drawingml/2006/main">
              <a:ext uri="{FF2B5EF4-FFF2-40B4-BE49-F238E27FC236}">
                <a16:creationId xmlns:a16="http://schemas.microsoft.com/office/drawing/2014/main" id="{B0AA4FF7-BFEB-42ED-9062-866E87B78712}"/>
              </a:ext>
            </a:extLst>
          </p:cNvPr>
          <p:cNvSpPr>
            <a:spLocks xmlns:a="http://schemas.openxmlformats.org/drawingml/2006/main" noGrp="1"/>
          </p:cNvSpPr>
          <p:nvPr/>
        </p:nvSpPr>
        <p:spPr>
          <a:xfrm xmlns:a="http://schemas.openxmlformats.org/drawingml/2006/main">
            <a:off x="716945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78883"/>
          </a:solidFill>
          <a:ln xmlns:a="http://schemas.openxmlformats.org/drawingml/2006/main" w="2205">
            <a:solidFill>
              <a:srgbClr val="FBFCFE"/>
            </a:solidFill>
            <a:prstDash val="solid"/>
          </a:ln>
        </p:spPr>
      </p:sp>
      <p:sp>
        <p:nvSpPr>
          <p:cNvPr id="2046" name="Editable chart path">
            <a:extLst xmlns:a="http://schemas.openxmlformats.org/drawingml/2006/main">
              <a:ext uri="{FF2B5EF4-FFF2-40B4-BE49-F238E27FC236}">
                <a16:creationId xmlns:a16="http://schemas.microsoft.com/office/drawing/2014/main" id="{5BD19FBF-521A-4113-AB97-B647DEC15D88}"/>
              </a:ext>
            </a:extLst>
          </p:cNvPr>
          <p:cNvSpPr>
            <a:spLocks xmlns:a="http://schemas.openxmlformats.org/drawingml/2006/main" noGrp="1"/>
          </p:cNvSpPr>
          <p:nvPr/>
        </p:nvSpPr>
        <p:spPr>
          <a:xfrm xmlns:a="http://schemas.openxmlformats.org/drawingml/2006/main">
            <a:off x="716945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47" name="Editable chart path">
            <a:extLst xmlns:a="http://schemas.openxmlformats.org/drawingml/2006/main">
              <a:ext uri="{FF2B5EF4-FFF2-40B4-BE49-F238E27FC236}">
                <a16:creationId xmlns:a16="http://schemas.microsoft.com/office/drawing/2014/main" id="{8C8122F8-6627-4BA9-929E-8265B24CBBE6}"/>
              </a:ext>
            </a:extLst>
          </p:cNvPr>
          <p:cNvSpPr>
            <a:spLocks xmlns:a="http://schemas.openxmlformats.org/drawingml/2006/main" noGrp="1"/>
          </p:cNvSpPr>
          <p:nvPr/>
        </p:nvSpPr>
        <p:spPr>
          <a:xfrm xmlns:a="http://schemas.openxmlformats.org/drawingml/2006/main">
            <a:off x="723158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48" name="Editable chart path">
            <a:extLst xmlns:a="http://schemas.openxmlformats.org/drawingml/2006/main">
              <a:ext uri="{FF2B5EF4-FFF2-40B4-BE49-F238E27FC236}">
                <a16:creationId xmlns:a16="http://schemas.microsoft.com/office/drawing/2014/main" id="{813D7B4A-CF6F-48C2-B6FE-149995D245CC}"/>
              </a:ext>
            </a:extLst>
          </p:cNvPr>
          <p:cNvSpPr>
            <a:spLocks xmlns:a="http://schemas.openxmlformats.org/drawingml/2006/main" noGrp="1"/>
          </p:cNvSpPr>
          <p:nvPr/>
        </p:nvSpPr>
        <p:spPr>
          <a:xfrm xmlns:a="http://schemas.openxmlformats.org/drawingml/2006/main">
            <a:off x="723158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049" name="Editable chart path">
            <a:extLst xmlns:a="http://schemas.openxmlformats.org/drawingml/2006/main">
              <a:ext uri="{FF2B5EF4-FFF2-40B4-BE49-F238E27FC236}">
                <a16:creationId xmlns:a16="http://schemas.microsoft.com/office/drawing/2014/main" id="{54CA08FF-5820-4024-905E-3FE3645B9AB7}"/>
              </a:ext>
            </a:extLst>
          </p:cNvPr>
          <p:cNvSpPr>
            <a:spLocks xmlns:a="http://schemas.openxmlformats.org/drawingml/2006/main" noGrp="1"/>
          </p:cNvSpPr>
          <p:nvPr/>
        </p:nvSpPr>
        <p:spPr>
          <a:xfrm xmlns:a="http://schemas.openxmlformats.org/drawingml/2006/main">
            <a:off x="723158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3D7F3"/>
          </a:solidFill>
          <a:ln xmlns:a="http://schemas.openxmlformats.org/drawingml/2006/main" w="2205">
            <a:solidFill>
              <a:srgbClr val="FBFCFE"/>
            </a:solidFill>
            <a:prstDash val="solid"/>
          </a:ln>
        </p:spPr>
      </p:sp>
      <p:sp>
        <p:nvSpPr>
          <p:cNvPr id="2050" name="Editable chart path">
            <a:extLst xmlns:a="http://schemas.openxmlformats.org/drawingml/2006/main">
              <a:ext uri="{FF2B5EF4-FFF2-40B4-BE49-F238E27FC236}">
                <a16:creationId xmlns:a16="http://schemas.microsoft.com/office/drawing/2014/main" id="{DFAB3A31-B43B-4B92-87CB-2EF3C1708942}"/>
              </a:ext>
            </a:extLst>
          </p:cNvPr>
          <p:cNvSpPr>
            <a:spLocks xmlns:a="http://schemas.openxmlformats.org/drawingml/2006/main" noGrp="1"/>
          </p:cNvSpPr>
          <p:nvPr/>
        </p:nvSpPr>
        <p:spPr>
          <a:xfrm xmlns:a="http://schemas.openxmlformats.org/drawingml/2006/main">
            <a:off x="723158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4AEAA"/>
          </a:solidFill>
          <a:ln xmlns:a="http://schemas.openxmlformats.org/drawingml/2006/main" w="2205">
            <a:solidFill>
              <a:srgbClr val="FBFCFE"/>
            </a:solidFill>
            <a:prstDash val="solid"/>
          </a:ln>
        </p:spPr>
      </p:sp>
      <p:sp>
        <p:nvSpPr>
          <p:cNvPr id="2051" name="Editable chart path">
            <a:extLst xmlns:a="http://schemas.openxmlformats.org/drawingml/2006/main">
              <a:ext uri="{FF2B5EF4-FFF2-40B4-BE49-F238E27FC236}">
                <a16:creationId xmlns:a16="http://schemas.microsoft.com/office/drawing/2014/main" id="{D19ABD72-DA97-4A31-A969-BECB80E08435}"/>
              </a:ext>
            </a:extLst>
          </p:cNvPr>
          <p:cNvSpPr>
            <a:spLocks xmlns:a="http://schemas.openxmlformats.org/drawingml/2006/main" noGrp="1"/>
          </p:cNvSpPr>
          <p:nvPr/>
        </p:nvSpPr>
        <p:spPr>
          <a:xfrm xmlns:a="http://schemas.openxmlformats.org/drawingml/2006/main">
            <a:off x="723158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52" name="Editable chart path">
            <a:extLst xmlns:a="http://schemas.openxmlformats.org/drawingml/2006/main">
              <a:ext uri="{FF2B5EF4-FFF2-40B4-BE49-F238E27FC236}">
                <a16:creationId xmlns:a16="http://schemas.microsoft.com/office/drawing/2014/main" id="{4A0B5F44-1156-4BBC-B407-4A85C8BA03F7}"/>
              </a:ext>
            </a:extLst>
          </p:cNvPr>
          <p:cNvSpPr>
            <a:spLocks xmlns:a="http://schemas.openxmlformats.org/drawingml/2006/main" noGrp="1"/>
          </p:cNvSpPr>
          <p:nvPr/>
        </p:nvSpPr>
        <p:spPr>
          <a:xfrm xmlns:a="http://schemas.openxmlformats.org/drawingml/2006/main">
            <a:off x="723158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53" name="Editable chart path">
            <a:extLst xmlns:a="http://schemas.openxmlformats.org/drawingml/2006/main">
              <a:ext uri="{FF2B5EF4-FFF2-40B4-BE49-F238E27FC236}">
                <a16:creationId xmlns:a16="http://schemas.microsoft.com/office/drawing/2014/main" id="{C863E1A5-6883-489F-8F30-A9258CD4B46D}"/>
              </a:ext>
            </a:extLst>
          </p:cNvPr>
          <p:cNvSpPr>
            <a:spLocks xmlns:a="http://schemas.openxmlformats.org/drawingml/2006/main" noGrp="1"/>
          </p:cNvSpPr>
          <p:nvPr/>
        </p:nvSpPr>
        <p:spPr>
          <a:xfrm xmlns:a="http://schemas.openxmlformats.org/drawingml/2006/main">
            <a:off x="723158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54" name="Editable chart path">
            <a:extLst xmlns:a="http://schemas.openxmlformats.org/drawingml/2006/main">
              <a:ext uri="{FF2B5EF4-FFF2-40B4-BE49-F238E27FC236}">
                <a16:creationId xmlns:a16="http://schemas.microsoft.com/office/drawing/2014/main" id="{493CF955-2087-4A59-96A4-C86CFF2C5BEF}"/>
              </a:ext>
            </a:extLst>
          </p:cNvPr>
          <p:cNvSpPr>
            <a:spLocks xmlns:a="http://schemas.openxmlformats.org/drawingml/2006/main" noGrp="1"/>
          </p:cNvSpPr>
          <p:nvPr/>
        </p:nvSpPr>
        <p:spPr>
          <a:xfrm xmlns:a="http://schemas.openxmlformats.org/drawingml/2006/main">
            <a:off x="723158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B6CB5"/>
          </a:solidFill>
          <a:ln xmlns:a="http://schemas.openxmlformats.org/drawingml/2006/main" w="2205">
            <a:solidFill>
              <a:srgbClr val="FBFCFE"/>
            </a:solidFill>
            <a:prstDash val="solid"/>
          </a:ln>
        </p:spPr>
      </p:sp>
      <p:sp>
        <p:nvSpPr>
          <p:cNvPr id="2055" name="Editable chart path">
            <a:extLst xmlns:a="http://schemas.openxmlformats.org/drawingml/2006/main">
              <a:ext uri="{FF2B5EF4-FFF2-40B4-BE49-F238E27FC236}">
                <a16:creationId xmlns:a16="http://schemas.microsoft.com/office/drawing/2014/main" id="{9E084D35-6225-45D0-96E6-ED215A695285}"/>
              </a:ext>
            </a:extLst>
          </p:cNvPr>
          <p:cNvSpPr>
            <a:spLocks xmlns:a="http://schemas.openxmlformats.org/drawingml/2006/main" noGrp="1"/>
          </p:cNvSpPr>
          <p:nvPr/>
        </p:nvSpPr>
        <p:spPr>
          <a:xfrm xmlns:a="http://schemas.openxmlformats.org/drawingml/2006/main">
            <a:off x="723158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56" name="Editable chart path">
            <a:extLst xmlns:a="http://schemas.openxmlformats.org/drawingml/2006/main">
              <a:ext uri="{FF2B5EF4-FFF2-40B4-BE49-F238E27FC236}">
                <a16:creationId xmlns:a16="http://schemas.microsoft.com/office/drawing/2014/main" id="{229ADC96-27D3-4010-AB25-A4A9729F02CC}"/>
              </a:ext>
            </a:extLst>
          </p:cNvPr>
          <p:cNvSpPr>
            <a:spLocks xmlns:a="http://schemas.openxmlformats.org/drawingml/2006/main" noGrp="1"/>
          </p:cNvSpPr>
          <p:nvPr/>
        </p:nvSpPr>
        <p:spPr>
          <a:xfrm xmlns:a="http://schemas.openxmlformats.org/drawingml/2006/main">
            <a:off x="723158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57" name="Editable chart path">
            <a:extLst xmlns:a="http://schemas.openxmlformats.org/drawingml/2006/main">
              <a:ext uri="{FF2B5EF4-FFF2-40B4-BE49-F238E27FC236}">
                <a16:creationId xmlns:a16="http://schemas.microsoft.com/office/drawing/2014/main" id="{1CA190E5-74C0-46E5-8D8C-CC4B7A992AF5}"/>
              </a:ext>
            </a:extLst>
          </p:cNvPr>
          <p:cNvSpPr>
            <a:spLocks xmlns:a="http://schemas.openxmlformats.org/drawingml/2006/main" noGrp="1"/>
          </p:cNvSpPr>
          <p:nvPr/>
        </p:nvSpPr>
        <p:spPr>
          <a:xfrm xmlns:a="http://schemas.openxmlformats.org/drawingml/2006/main">
            <a:off x="723158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2058" name="Editable chart path">
            <a:extLst xmlns:a="http://schemas.openxmlformats.org/drawingml/2006/main">
              <a:ext uri="{FF2B5EF4-FFF2-40B4-BE49-F238E27FC236}">
                <a16:creationId xmlns:a16="http://schemas.microsoft.com/office/drawing/2014/main" id="{1A6DEA4D-11AA-4D91-B7D9-815F79951329}"/>
              </a:ext>
            </a:extLst>
          </p:cNvPr>
          <p:cNvSpPr>
            <a:spLocks xmlns:a="http://schemas.openxmlformats.org/drawingml/2006/main" noGrp="1"/>
          </p:cNvSpPr>
          <p:nvPr/>
        </p:nvSpPr>
        <p:spPr>
          <a:xfrm xmlns:a="http://schemas.openxmlformats.org/drawingml/2006/main">
            <a:off x="723158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E6F68"/>
          </a:solidFill>
          <a:ln xmlns:a="http://schemas.openxmlformats.org/drawingml/2006/main" w="2205">
            <a:solidFill>
              <a:srgbClr val="FBFCFE"/>
            </a:solidFill>
            <a:prstDash val="solid"/>
          </a:ln>
        </p:spPr>
      </p:sp>
      <p:sp>
        <p:nvSpPr>
          <p:cNvPr id="2059" name="Editable chart path">
            <a:extLst xmlns:a="http://schemas.openxmlformats.org/drawingml/2006/main">
              <a:ext uri="{FF2B5EF4-FFF2-40B4-BE49-F238E27FC236}">
                <a16:creationId xmlns:a16="http://schemas.microsoft.com/office/drawing/2014/main" id="{DB6C0768-8C33-47AC-84C5-E1340672556B}"/>
              </a:ext>
            </a:extLst>
          </p:cNvPr>
          <p:cNvSpPr>
            <a:spLocks xmlns:a="http://schemas.openxmlformats.org/drawingml/2006/main" noGrp="1"/>
          </p:cNvSpPr>
          <p:nvPr/>
        </p:nvSpPr>
        <p:spPr>
          <a:xfrm xmlns:a="http://schemas.openxmlformats.org/drawingml/2006/main">
            <a:off x="729372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60" name="Editable chart path">
            <a:extLst xmlns:a="http://schemas.openxmlformats.org/drawingml/2006/main">
              <a:ext uri="{FF2B5EF4-FFF2-40B4-BE49-F238E27FC236}">
                <a16:creationId xmlns:a16="http://schemas.microsoft.com/office/drawing/2014/main" id="{19A4C40F-3CDA-4624-A468-4FF356D41227}"/>
              </a:ext>
            </a:extLst>
          </p:cNvPr>
          <p:cNvSpPr>
            <a:spLocks xmlns:a="http://schemas.openxmlformats.org/drawingml/2006/main" noGrp="1"/>
          </p:cNvSpPr>
          <p:nvPr/>
        </p:nvSpPr>
        <p:spPr>
          <a:xfrm xmlns:a="http://schemas.openxmlformats.org/drawingml/2006/main">
            <a:off x="729372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0766F"/>
          </a:solidFill>
          <a:ln xmlns:a="http://schemas.openxmlformats.org/drawingml/2006/main" w="2205">
            <a:solidFill>
              <a:srgbClr val="FBFCFE"/>
            </a:solidFill>
            <a:prstDash val="solid"/>
          </a:ln>
        </p:spPr>
      </p:sp>
      <p:sp>
        <p:nvSpPr>
          <p:cNvPr id="2061" name="Editable chart path">
            <a:extLst xmlns:a="http://schemas.openxmlformats.org/drawingml/2006/main">
              <a:ext uri="{FF2B5EF4-FFF2-40B4-BE49-F238E27FC236}">
                <a16:creationId xmlns:a16="http://schemas.microsoft.com/office/drawing/2014/main" id="{EFA9F735-A133-468E-93A9-5D04787B218D}"/>
              </a:ext>
            </a:extLst>
          </p:cNvPr>
          <p:cNvSpPr>
            <a:spLocks xmlns:a="http://schemas.openxmlformats.org/drawingml/2006/main" noGrp="1"/>
          </p:cNvSpPr>
          <p:nvPr/>
        </p:nvSpPr>
        <p:spPr>
          <a:xfrm xmlns:a="http://schemas.openxmlformats.org/drawingml/2006/main">
            <a:off x="729372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B655D"/>
          </a:solidFill>
          <a:ln xmlns:a="http://schemas.openxmlformats.org/drawingml/2006/main" w="2205">
            <a:solidFill>
              <a:srgbClr val="FBFCFE"/>
            </a:solidFill>
            <a:prstDash val="solid"/>
          </a:ln>
        </p:spPr>
      </p:sp>
      <p:sp>
        <p:nvSpPr>
          <p:cNvPr id="2062" name="Editable chart path">
            <a:extLst xmlns:a="http://schemas.openxmlformats.org/drawingml/2006/main">
              <a:ext uri="{FF2B5EF4-FFF2-40B4-BE49-F238E27FC236}">
                <a16:creationId xmlns:a16="http://schemas.microsoft.com/office/drawing/2014/main" id="{F0B792C4-9A9C-4CE5-A0D0-03CA66ACBB79}"/>
              </a:ext>
            </a:extLst>
          </p:cNvPr>
          <p:cNvSpPr>
            <a:spLocks xmlns:a="http://schemas.openxmlformats.org/drawingml/2006/main" noGrp="1"/>
          </p:cNvSpPr>
          <p:nvPr/>
        </p:nvSpPr>
        <p:spPr>
          <a:xfrm xmlns:a="http://schemas.openxmlformats.org/drawingml/2006/main">
            <a:off x="729372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8CB5F0"/>
          </a:solidFill>
          <a:ln xmlns:a="http://schemas.openxmlformats.org/drawingml/2006/main" w="2205">
            <a:solidFill>
              <a:srgbClr val="FBFCFE"/>
            </a:solidFill>
            <a:prstDash val="solid"/>
          </a:ln>
        </p:spPr>
      </p:sp>
      <p:sp>
        <p:nvSpPr>
          <p:cNvPr id="2063" name="Editable chart path">
            <a:extLst xmlns:a="http://schemas.openxmlformats.org/drawingml/2006/main">
              <a:ext uri="{FF2B5EF4-FFF2-40B4-BE49-F238E27FC236}">
                <a16:creationId xmlns:a16="http://schemas.microsoft.com/office/drawing/2014/main" id="{ABDA5395-D3C6-4AD1-9612-A117A19A6E50}"/>
              </a:ext>
            </a:extLst>
          </p:cNvPr>
          <p:cNvSpPr>
            <a:spLocks xmlns:a="http://schemas.openxmlformats.org/drawingml/2006/main" noGrp="1"/>
          </p:cNvSpPr>
          <p:nvPr/>
        </p:nvSpPr>
        <p:spPr>
          <a:xfrm xmlns:a="http://schemas.openxmlformats.org/drawingml/2006/main">
            <a:off x="729372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64" name="Editable chart path">
            <a:extLst xmlns:a="http://schemas.openxmlformats.org/drawingml/2006/main">
              <a:ext uri="{FF2B5EF4-FFF2-40B4-BE49-F238E27FC236}">
                <a16:creationId xmlns:a16="http://schemas.microsoft.com/office/drawing/2014/main" id="{20B3A0DF-C9C4-427D-A6EA-9CAF9CC9CBBA}"/>
              </a:ext>
            </a:extLst>
          </p:cNvPr>
          <p:cNvSpPr>
            <a:spLocks xmlns:a="http://schemas.openxmlformats.org/drawingml/2006/main" noGrp="1"/>
          </p:cNvSpPr>
          <p:nvPr/>
        </p:nvSpPr>
        <p:spPr>
          <a:xfrm xmlns:a="http://schemas.openxmlformats.org/drawingml/2006/main">
            <a:off x="729372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65" name="Editable chart path">
            <a:extLst xmlns:a="http://schemas.openxmlformats.org/drawingml/2006/main">
              <a:ext uri="{FF2B5EF4-FFF2-40B4-BE49-F238E27FC236}">
                <a16:creationId xmlns:a16="http://schemas.microsoft.com/office/drawing/2014/main" id="{679815DA-2CCE-4B3E-95C3-32612F9880B5}"/>
              </a:ext>
            </a:extLst>
          </p:cNvPr>
          <p:cNvSpPr>
            <a:spLocks xmlns:a="http://schemas.openxmlformats.org/drawingml/2006/main" noGrp="1"/>
          </p:cNvSpPr>
          <p:nvPr/>
        </p:nvSpPr>
        <p:spPr>
          <a:xfrm xmlns:a="http://schemas.openxmlformats.org/drawingml/2006/main">
            <a:off x="729372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66" name="Editable chart path">
            <a:extLst xmlns:a="http://schemas.openxmlformats.org/drawingml/2006/main">
              <a:ext uri="{FF2B5EF4-FFF2-40B4-BE49-F238E27FC236}">
                <a16:creationId xmlns:a16="http://schemas.microsoft.com/office/drawing/2014/main" id="{19C91F31-D3C4-45F0-AB7D-7BE8DF242861}"/>
              </a:ext>
            </a:extLst>
          </p:cNvPr>
          <p:cNvSpPr>
            <a:spLocks xmlns:a="http://schemas.openxmlformats.org/drawingml/2006/main" noGrp="1"/>
          </p:cNvSpPr>
          <p:nvPr/>
        </p:nvSpPr>
        <p:spPr>
          <a:xfrm xmlns:a="http://schemas.openxmlformats.org/drawingml/2006/main">
            <a:off x="729372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67" name="Editable chart path">
            <a:extLst xmlns:a="http://schemas.openxmlformats.org/drawingml/2006/main">
              <a:ext uri="{FF2B5EF4-FFF2-40B4-BE49-F238E27FC236}">
                <a16:creationId xmlns:a16="http://schemas.microsoft.com/office/drawing/2014/main" id="{F7A8DC4C-64D4-4AEB-B5CE-23734864E339}"/>
              </a:ext>
            </a:extLst>
          </p:cNvPr>
          <p:cNvSpPr>
            <a:spLocks xmlns:a="http://schemas.openxmlformats.org/drawingml/2006/main" noGrp="1"/>
          </p:cNvSpPr>
          <p:nvPr/>
        </p:nvSpPr>
        <p:spPr>
          <a:xfrm xmlns:a="http://schemas.openxmlformats.org/drawingml/2006/main">
            <a:off x="729372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68" name="Editable chart path">
            <a:extLst xmlns:a="http://schemas.openxmlformats.org/drawingml/2006/main">
              <a:ext uri="{FF2B5EF4-FFF2-40B4-BE49-F238E27FC236}">
                <a16:creationId xmlns:a16="http://schemas.microsoft.com/office/drawing/2014/main" id="{F8C17BF5-5039-461D-B7CD-D568230E9B7E}"/>
              </a:ext>
            </a:extLst>
          </p:cNvPr>
          <p:cNvSpPr>
            <a:spLocks xmlns:a="http://schemas.openxmlformats.org/drawingml/2006/main" noGrp="1"/>
          </p:cNvSpPr>
          <p:nvPr/>
        </p:nvSpPr>
        <p:spPr>
          <a:xfrm xmlns:a="http://schemas.openxmlformats.org/drawingml/2006/main">
            <a:off x="729372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69" name="Editable chart path">
            <a:extLst xmlns:a="http://schemas.openxmlformats.org/drawingml/2006/main">
              <a:ext uri="{FF2B5EF4-FFF2-40B4-BE49-F238E27FC236}">
                <a16:creationId xmlns:a16="http://schemas.microsoft.com/office/drawing/2014/main" id="{7BED1942-EC79-4292-941E-095F43DDE573}"/>
              </a:ext>
            </a:extLst>
          </p:cNvPr>
          <p:cNvSpPr>
            <a:spLocks xmlns:a="http://schemas.openxmlformats.org/drawingml/2006/main" noGrp="1"/>
          </p:cNvSpPr>
          <p:nvPr/>
        </p:nvSpPr>
        <p:spPr>
          <a:xfrm xmlns:a="http://schemas.openxmlformats.org/drawingml/2006/main">
            <a:off x="729372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70" name="Editable chart path">
            <a:extLst xmlns:a="http://schemas.openxmlformats.org/drawingml/2006/main">
              <a:ext uri="{FF2B5EF4-FFF2-40B4-BE49-F238E27FC236}">
                <a16:creationId xmlns:a16="http://schemas.microsoft.com/office/drawing/2014/main" id="{F6986240-B423-4E7C-AAAA-FE7F329C3C0A}"/>
              </a:ext>
            </a:extLst>
          </p:cNvPr>
          <p:cNvSpPr>
            <a:spLocks xmlns:a="http://schemas.openxmlformats.org/drawingml/2006/main" noGrp="1"/>
          </p:cNvSpPr>
          <p:nvPr/>
        </p:nvSpPr>
        <p:spPr>
          <a:xfrm xmlns:a="http://schemas.openxmlformats.org/drawingml/2006/main">
            <a:off x="7293725"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71" name="Editable chart path">
            <a:extLst xmlns:a="http://schemas.openxmlformats.org/drawingml/2006/main">
              <a:ext uri="{FF2B5EF4-FFF2-40B4-BE49-F238E27FC236}">
                <a16:creationId xmlns:a16="http://schemas.microsoft.com/office/drawing/2014/main" id="{6B754DDB-0317-4462-B242-7D99F15EF945}"/>
              </a:ext>
            </a:extLst>
          </p:cNvPr>
          <p:cNvSpPr>
            <a:spLocks xmlns:a="http://schemas.openxmlformats.org/drawingml/2006/main" noGrp="1"/>
          </p:cNvSpPr>
          <p:nvPr/>
        </p:nvSpPr>
        <p:spPr>
          <a:xfrm xmlns:a="http://schemas.openxmlformats.org/drawingml/2006/main">
            <a:off x="7355863"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6574F"/>
          </a:solidFill>
          <a:ln xmlns:a="http://schemas.openxmlformats.org/drawingml/2006/main" w="2205">
            <a:solidFill>
              <a:srgbClr val="FBFCFE"/>
            </a:solidFill>
            <a:prstDash val="solid"/>
          </a:ln>
        </p:spPr>
      </p:sp>
      <p:sp>
        <p:nvSpPr>
          <p:cNvPr id="2072" name="Editable chart path">
            <a:extLst xmlns:a="http://schemas.openxmlformats.org/drawingml/2006/main">
              <a:ext uri="{FF2B5EF4-FFF2-40B4-BE49-F238E27FC236}">
                <a16:creationId xmlns:a16="http://schemas.microsoft.com/office/drawing/2014/main" id="{5BA24320-8D92-4FA0-86A0-C1D0AF888C1E}"/>
              </a:ext>
            </a:extLst>
          </p:cNvPr>
          <p:cNvSpPr>
            <a:spLocks xmlns:a="http://schemas.openxmlformats.org/drawingml/2006/main" noGrp="1"/>
          </p:cNvSpPr>
          <p:nvPr/>
        </p:nvSpPr>
        <p:spPr>
          <a:xfrm xmlns:a="http://schemas.openxmlformats.org/drawingml/2006/main">
            <a:off x="7355863"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73" name="Editable chart path">
            <a:extLst xmlns:a="http://schemas.openxmlformats.org/drawingml/2006/main">
              <a:ext uri="{FF2B5EF4-FFF2-40B4-BE49-F238E27FC236}">
                <a16:creationId xmlns:a16="http://schemas.microsoft.com/office/drawing/2014/main" id="{3A032EAB-E789-4EEE-BDB2-FD4AAC2AEC98}"/>
              </a:ext>
            </a:extLst>
          </p:cNvPr>
          <p:cNvSpPr>
            <a:spLocks xmlns:a="http://schemas.openxmlformats.org/drawingml/2006/main" noGrp="1"/>
          </p:cNvSpPr>
          <p:nvPr/>
        </p:nvSpPr>
        <p:spPr>
          <a:xfrm xmlns:a="http://schemas.openxmlformats.org/drawingml/2006/main">
            <a:off x="735586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74" name="Editable chart path">
            <a:extLst xmlns:a="http://schemas.openxmlformats.org/drawingml/2006/main">
              <a:ext uri="{FF2B5EF4-FFF2-40B4-BE49-F238E27FC236}">
                <a16:creationId xmlns:a16="http://schemas.microsoft.com/office/drawing/2014/main" id="{686ABD05-6970-4708-AB22-F0686EF70651}"/>
              </a:ext>
            </a:extLst>
          </p:cNvPr>
          <p:cNvSpPr>
            <a:spLocks xmlns:a="http://schemas.openxmlformats.org/drawingml/2006/main" noGrp="1"/>
          </p:cNvSpPr>
          <p:nvPr/>
        </p:nvSpPr>
        <p:spPr>
          <a:xfrm xmlns:a="http://schemas.openxmlformats.org/drawingml/2006/main">
            <a:off x="735586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FA09C"/>
          </a:solidFill>
          <a:ln xmlns:a="http://schemas.openxmlformats.org/drawingml/2006/main" w="2205">
            <a:solidFill>
              <a:srgbClr val="FBFCFE"/>
            </a:solidFill>
            <a:prstDash val="solid"/>
          </a:ln>
        </p:spPr>
      </p:sp>
      <p:sp>
        <p:nvSpPr>
          <p:cNvPr id="2075" name="Editable chart path">
            <a:extLst xmlns:a="http://schemas.openxmlformats.org/drawingml/2006/main">
              <a:ext uri="{FF2B5EF4-FFF2-40B4-BE49-F238E27FC236}">
                <a16:creationId xmlns:a16="http://schemas.microsoft.com/office/drawing/2014/main" id="{4DF20499-EB63-4A15-A12F-A797ACBD3AEC}"/>
              </a:ext>
            </a:extLst>
          </p:cNvPr>
          <p:cNvSpPr>
            <a:spLocks xmlns:a="http://schemas.openxmlformats.org/drawingml/2006/main" noGrp="1"/>
          </p:cNvSpPr>
          <p:nvPr/>
        </p:nvSpPr>
        <p:spPr>
          <a:xfrm xmlns:a="http://schemas.openxmlformats.org/drawingml/2006/main">
            <a:off x="735586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76" name="Editable chart path">
            <a:extLst xmlns:a="http://schemas.openxmlformats.org/drawingml/2006/main">
              <a:ext uri="{FF2B5EF4-FFF2-40B4-BE49-F238E27FC236}">
                <a16:creationId xmlns:a16="http://schemas.microsoft.com/office/drawing/2014/main" id="{7EAC1130-FC05-4CB8-86B2-EF7BEF25FE59}"/>
              </a:ext>
            </a:extLst>
          </p:cNvPr>
          <p:cNvSpPr>
            <a:spLocks xmlns:a="http://schemas.openxmlformats.org/drawingml/2006/main" noGrp="1"/>
          </p:cNvSpPr>
          <p:nvPr/>
        </p:nvSpPr>
        <p:spPr>
          <a:xfrm xmlns:a="http://schemas.openxmlformats.org/drawingml/2006/main">
            <a:off x="735586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77" name="Editable chart path">
            <a:extLst xmlns:a="http://schemas.openxmlformats.org/drawingml/2006/main">
              <a:ext uri="{FF2B5EF4-FFF2-40B4-BE49-F238E27FC236}">
                <a16:creationId xmlns:a16="http://schemas.microsoft.com/office/drawing/2014/main" id="{E032E177-392C-4ABA-A286-A200E4E6061D}"/>
              </a:ext>
            </a:extLst>
          </p:cNvPr>
          <p:cNvSpPr>
            <a:spLocks xmlns:a="http://schemas.openxmlformats.org/drawingml/2006/main" noGrp="1"/>
          </p:cNvSpPr>
          <p:nvPr/>
        </p:nvSpPr>
        <p:spPr>
          <a:xfrm xmlns:a="http://schemas.openxmlformats.org/drawingml/2006/main">
            <a:off x="735586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78" name="Editable chart path">
            <a:extLst xmlns:a="http://schemas.openxmlformats.org/drawingml/2006/main">
              <a:ext uri="{FF2B5EF4-FFF2-40B4-BE49-F238E27FC236}">
                <a16:creationId xmlns:a16="http://schemas.microsoft.com/office/drawing/2014/main" id="{D667DCF9-66C1-4190-9B19-839C803B8009}"/>
              </a:ext>
            </a:extLst>
          </p:cNvPr>
          <p:cNvSpPr>
            <a:spLocks xmlns:a="http://schemas.openxmlformats.org/drawingml/2006/main" noGrp="1"/>
          </p:cNvSpPr>
          <p:nvPr/>
        </p:nvSpPr>
        <p:spPr>
          <a:xfrm xmlns:a="http://schemas.openxmlformats.org/drawingml/2006/main">
            <a:off x="735586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79" name="Editable chart path">
            <a:extLst xmlns:a="http://schemas.openxmlformats.org/drawingml/2006/main">
              <a:ext uri="{FF2B5EF4-FFF2-40B4-BE49-F238E27FC236}">
                <a16:creationId xmlns:a16="http://schemas.microsoft.com/office/drawing/2014/main" id="{C21BFEBE-B076-405A-AC1D-3060634A1F79}"/>
              </a:ext>
            </a:extLst>
          </p:cNvPr>
          <p:cNvSpPr>
            <a:spLocks xmlns:a="http://schemas.openxmlformats.org/drawingml/2006/main" noGrp="1"/>
          </p:cNvSpPr>
          <p:nvPr/>
        </p:nvSpPr>
        <p:spPr>
          <a:xfrm xmlns:a="http://schemas.openxmlformats.org/drawingml/2006/main">
            <a:off x="735586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80" name="Editable chart path">
            <a:extLst xmlns:a="http://schemas.openxmlformats.org/drawingml/2006/main">
              <a:ext uri="{FF2B5EF4-FFF2-40B4-BE49-F238E27FC236}">
                <a16:creationId xmlns:a16="http://schemas.microsoft.com/office/drawing/2014/main" id="{3123B165-3AFB-4184-A1AA-EBA0D43C31B5}"/>
              </a:ext>
            </a:extLst>
          </p:cNvPr>
          <p:cNvSpPr>
            <a:spLocks xmlns:a="http://schemas.openxmlformats.org/drawingml/2006/main" noGrp="1"/>
          </p:cNvSpPr>
          <p:nvPr/>
        </p:nvSpPr>
        <p:spPr>
          <a:xfrm xmlns:a="http://schemas.openxmlformats.org/drawingml/2006/main">
            <a:off x="735586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81" name="Editable chart path">
            <a:extLst xmlns:a="http://schemas.openxmlformats.org/drawingml/2006/main">
              <a:ext uri="{FF2B5EF4-FFF2-40B4-BE49-F238E27FC236}">
                <a16:creationId xmlns:a16="http://schemas.microsoft.com/office/drawing/2014/main" id="{F08C97A7-CDAA-4E20-A7C8-008A12C1542E}"/>
              </a:ext>
            </a:extLst>
          </p:cNvPr>
          <p:cNvSpPr>
            <a:spLocks xmlns:a="http://schemas.openxmlformats.org/drawingml/2006/main" noGrp="1"/>
          </p:cNvSpPr>
          <p:nvPr/>
        </p:nvSpPr>
        <p:spPr>
          <a:xfrm xmlns:a="http://schemas.openxmlformats.org/drawingml/2006/main">
            <a:off x="735586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82" name="Editable chart path">
            <a:extLst xmlns:a="http://schemas.openxmlformats.org/drawingml/2006/main">
              <a:ext uri="{FF2B5EF4-FFF2-40B4-BE49-F238E27FC236}">
                <a16:creationId xmlns:a16="http://schemas.microsoft.com/office/drawing/2014/main" id="{9E2BF943-4B41-4BA9-8465-199ECFA35E85}"/>
              </a:ext>
            </a:extLst>
          </p:cNvPr>
          <p:cNvSpPr>
            <a:spLocks xmlns:a="http://schemas.openxmlformats.org/drawingml/2006/main" noGrp="1"/>
          </p:cNvSpPr>
          <p:nvPr/>
        </p:nvSpPr>
        <p:spPr>
          <a:xfrm xmlns:a="http://schemas.openxmlformats.org/drawingml/2006/main">
            <a:off x="7355863"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6860"/>
          </a:solidFill>
          <a:ln xmlns:a="http://schemas.openxmlformats.org/drawingml/2006/main" w="2205">
            <a:solidFill>
              <a:srgbClr val="FBFCFE"/>
            </a:solidFill>
            <a:prstDash val="solid"/>
          </a:ln>
        </p:spPr>
      </p:sp>
      <p:sp>
        <p:nvSpPr>
          <p:cNvPr id="2083" name="Editable chart path">
            <a:extLst xmlns:a="http://schemas.openxmlformats.org/drawingml/2006/main">
              <a:ext uri="{FF2B5EF4-FFF2-40B4-BE49-F238E27FC236}">
                <a16:creationId xmlns:a16="http://schemas.microsoft.com/office/drawing/2014/main" id="{0A03659D-FF06-4549-A8F5-4BA1ADDB4548}"/>
              </a:ext>
            </a:extLst>
          </p:cNvPr>
          <p:cNvSpPr>
            <a:spLocks xmlns:a="http://schemas.openxmlformats.org/drawingml/2006/main" noGrp="1"/>
          </p:cNvSpPr>
          <p:nvPr/>
        </p:nvSpPr>
        <p:spPr>
          <a:xfrm xmlns:a="http://schemas.openxmlformats.org/drawingml/2006/main">
            <a:off x="7355863"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2084" name="Editable chart path">
            <a:extLst xmlns:a="http://schemas.openxmlformats.org/drawingml/2006/main">
              <a:ext uri="{FF2B5EF4-FFF2-40B4-BE49-F238E27FC236}">
                <a16:creationId xmlns:a16="http://schemas.microsoft.com/office/drawing/2014/main" id="{64DB2B5B-21EF-47D2-B5F4-F9AFBA4A923A}"/>
              </a:ext>
            </a:extLst>
          </p:cNvPr>
          <p:cNvSpPr>
            <a:spLocks xmlns:a="http://schemas.openxmlformats.org/drawingml/2006/main" noGrp="1"/>
          </p:cNvSpPr>
          <p:nvPr/>
        </p:nvSpPr>
        <p:spPr>
          <a:xfrm xmlns:a="http://schemas.openxmlformats.org/drawingml/2006/main">
            <a:off x="7355863"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85" name="Editable chart path">
            <a:extLst xmlns:a="http://schemas.openxmlformats.org/drawingml/2006/main">
              <a:ext uri="{FF2B5EF4-FFF2-40B4-BE49-F238E27FC236}">
                <a16:creationId xmlns:a16="http://schemas.microsoft.com/office/drawing/2014/main" id="{44F0E0A9-46FF-4382-AEF3-780A3E985B65}"/>
              </a:ext>
            </a:extLst>
          </p:cNvPr>
          <p:cNvSpPr>
            <a:spLocks xmlns:a="http://schemas.openxmlformats.org/drawingml/2006/main" noGrp="1"/>
          </p:cNvSpPr>
          <p:nvPr/>
        </p:nvSpPr>
        <p:spPr>
          <a:xfrm xmlns:a="http://schemas.openxmlformats.org/drawingml/2006/main">
            <a:off x="7355863"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86" name="Editable chart path">
            <a:extLst xmlns:a="http://schemas.openxmlformats.org/drawingml/2006/main">
              <a:ext uri="{FF2B5EF4-FFF2-40B4-BE49-F238E27FC236}">
                <a16:creationId xmlns:a16="http://schemas.microsoft.com/office/drawing/2014/main" id="{F8AAA75F-23F5-45F0-AA98-1AE0DC44D92A}"/>
              </a:ext>
            </a:extLst>
          </p:cNvPr>
          <p:cNvSpPr>
            <a:spLocks xmlns:a="http://schemas.openxmlformats.org/drawingml/2006/main" noGrp="1"/>
          </p:cNvSpPr>
          <p:nvPr/>
        </p:nvSpPr>
        <p:spPr>
          <a:xfrm xmlns:a="http://schemas.openxmlformats.org/drawingml/2006/main">
            <a:off x="7355863"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87" name="Editable chart path">
            <a:extLst xmlns:a="http://schemas.openxmlformats.org/drawingml/2006/main">
              <a:ext uri="{FF2B5EF4-FFF2-40B4-BE49-F238E27FC236}">
                <a16:creationId xmlns:a16="http://schemas.microsoft.com/office/drawing/2014/main" id="{CE5EAF8A-7794-4F1D-BE3C-98030CF6D23B}"/>
              </a:ext>
            </a:extLst>
          </p:cNvPr>
          <p:cNvSpPr>
            <a:spLocks xmlns:a="http://schemas.openxmlformats.org/drawingml/2006/main" noGrp="1"/>
          </p:cNvSpPr>
          <p:nvPr/>
        </p:nvSpPr>
        <p:spPr>
          <a:xfrm xmlns:a="http://schemas.openxmlformats.org/drawingml/2006/main">
            <a:off x="741800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9691"/>
          </a:solidFill>
          <a:ln xmlns:a="http://schemas.openxmlformats.org/drawingml/2006/main" w="2205">
            <a:solidFill>
              <a:srgbClr val="FBFCFE"/>
            </a:solidFill>
            <a:prstDash val="solid"/>
          </a:ln>
        </p:spPr>
      </p:sp>
      <p:sp>
        <p:nvSpPr>
          <p:cNvPr id="2088" name="Editable chart path">
            <a:extLst xmlns:a="http://schemas.openxmlformats.org/drawingml/2006/main">
              <a:ext uri="{FF2B5EF4-FFF2-40B4-BE49-F238E27FC236}">
                <a16:creationId xmlns:a16="http://schemas.microsoft.com/office/drawing/2014/main" id="{279B84D2-41A1-4B0B-9B93-ED4B8FE7F0BA}"/>
              </a:ext>
            </a:extLst>
          </p:cNvPr>
          <p:cNvSpPr>
            <a:spLocks xmlns:a="http://schemas.openxmlformats.org/drawingml/2006/main" noGrp="1"/>
          </p:cNvSpPr>
          <p:nvPr/>
        </p:nvSpPr>
        <p:spPr>
          <a:xfrm xmlns:a="http://schemas.openxmlformats.org/drawingml/2006/main">
            <a:off x="741800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88B86"/>
          </a:solidFill>
          <a:ln xmlns:a="http://schemas.openxmlformats.org/drawingml/2006/main" w="2205">
            <a:solidFill>
              <a:srgbClr val="FBFCFE"/>
            </a:solidFill>
            <a:prstDash val="solid"/>
          </a:ln>
        </p:spPr>
      </p:sp>
      <p:sp>
        <p:nvSpPr>
          <p:cNvPr id="2089" name="Editable chart path">
            <a:extLst xmlns:a="http://schemas.openxmlformats.org/drawingml/2006/main">
              <a:ext uri="{FF2B5EF4-FFF2-40B4-BE49-F238E27FC236}">
                <a16:creationId xmlns:a16="http://schemas.microsoft.com/office/drawing/2014/main" id="{8A3332DF-3E29-46C5-B8DF-5D635A3DFDFC}"/>
              </a:ext>
            </a:extLst>
          </p:cNvPr>
          <p:cNvSpPr>
            <a:spLocks xmlns:a="http://schemas.openxmlformats.org/drawingml/2006/main" noGrp="1"/>
          </p:cNvSpPr>
          <p:nvPr/>
        </p:nvSpPr>
        <p:spPr>
          <a:xfrm xmlns:a="http://schemas.openxmlformats.org/drawingml/2006/main">
            <a:off x="741800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90" name="Editable chart path">
            <a:extLst xmlns:a="http://schemas.openxmlformats.org/drawingml/2006/main">
              <a:ext uri="{FF2B5EF4-FFF2-40B4-BE49-F238E27FC236}">
                <a16:creationId xmlns:a16="http://schemas.microsoft.com/office/drawing/2014/main" id="{FEBE1EE3-E3B4-4BDD-B26F-3A60F512436C}"/>
              </a:ext>
            </a:extLst>
          </p:cNvPr>
          <p:cNvSpPr>
            <a:spLocks xmlns:a="http://schemas.openxmlformats.org/drawingml/2006/main" noGrp="1"/>
          </p:cNvSpPr>
          <p:nvPr/>
        </p:nvSpPr>
        <p:spPr>
          <a:xfrm xmlns:a="http://schemas.openxmlformats.org/drawingml/2006/main">
            <a:off x="741800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091" name="Editable chart path">
            <a:extLst xmlns:a="http://schemas.openxmlformats.org/drawingml/2006/main">
              <a:ext uri="{FF2B5EF4-FFF2-40B4-BE49-F238E27FC236}">
                <a16:creationId xmlns:a16="http://schemas.microsoft.com/office/drawing/2014/main" id="{BB1CABC1-B6DE-497F-B9C3-8C2707E59102}"/>
              </a:ext>
            </a:extLst>
          </p:cNvPr>
          <p:cNvSpPr>
            <a:spLocks xmlns:a="http://schemas.openxmlformats.org/drawingml/2006/main" noGrp="1"/>
          </p:cNvSpPr>
          <p:nvPr/>
        </p:nvSpPr>
        <p:spPr>
          <a:xfrm xmlns:a="http://schemas.openxmlformats.org/drawingml/2006/main">
            <a:off x="741800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75A1DF"/>
          </a:solidFill>
          <a:ln xmlns:a="http://schemas.openxmlformats.org/drawingml/2006/main" w="2205">
            <a:solidFill>
              <a:srgbClr val="FBFCFE"/>
            </a:solidFill>
            <a:prstDash val="solid"/>
          </a:ln>
        </p:spPr>
      </p:sp>
      <p:sp>
        <p:nvSpPr>
          <p:cNvPr id="2092" name="Editable chart path">
            <a:extLst xmlns:a="http://schemas.openxmlformats.org/drawingml/2006/main">
              <a:ext uri="{FF2B5EF4-FFF2-40B4-BE49-F238E27FC236}">
                <a16:creationId xmlns:a16="http://schemas.microsoft.com/office/drawing/2014/main" id="{C97B3B64-F596-4943-B57E-A1A650AC6594}"/>
              </a:ext>
            </a:extLst>
          </p:cNvPr>
          <p:cNvSpPr>
            <a:spLocks xmlns:a="http://schemas.openxmlformats.org/drawingml/2006/main" noGrp="1"/>
          </p:cNvSpPr>
          <p:nvPr/>
        </p:nvSpPr>
        <p:spPr>
          <a:xfrm xmlns:a="http://schemas.openxmlformats.org/drawingml/2006/main">
            <a:off x="741800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93" name="Editable chart path">
            <a:extLst xmlns:a="http://schemas.openxmlformats.org/drawingml/2006/main">
              <a:ext uri="{FF2B5EF4-FFF2-40B4-BE49-F238E27FC236}">
                <a16:creationId xmlns:a16="http://schemas.microsoft.com/office/drawing/2014/main" id="{1296A133-8269-4EFA-B899-0B04BDAE5C1D}"/>
              </a:ext>
            </a:extLst>
          </p:cNvPr>
          <p:cNvSpPr>
            <a:spLocks xmlns:a="http://schemas.openxmlformats.org/drawingml/2006/main" noGrp="1"/>
          </p:cNvSpPr>
          <p:nvPr/>
        </p:nvSpPr>
        <p:spPr>
          <a:xfrm xmlns:a="http://schemas.openxmlformats.org/drawingml/2006/main">
            <a:off x="741800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94" name="Editable chart path">
            <a:extLst xmlns:a="http://schemas.openxmlformats.org/drawingml/2006/main">
              <a:ext uri="{FF2B5EF4-FFF2-40B4-BE49-F238E27FC236}">
                <a16:creationId xmlns:a16="http://schemas.microsoft.com/office/drawing/2014/main" id="{BAFF7313-ED12-475E-BA5A-5B0BB73B1CA1}"/>
              </a:ext>
            </a:extLst>
          </p:cNvPr>
          <p:cNvSpPr>
            <a:spLocks xmlns:a="http://schemas.openxmlformats.org/drawingml/2006/main" noGrp="1"/>
          </p:cNvSpPr>
          <p:nvPr/>
        </p:nvSpPr>
        <p:spPr>
          <a:xfrm xmlns:a="http://schemas.openxmlformats.org/drawingml/2006/main">
            <a:off x="741800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95" name="Editable chart path">
            <a:extLst xmlns:a="http://schemas.openxmlformats.org/drawingml/2006/main">
              <a:ext uri="{FF2B5EF4-FFF2-40B4-BE49-F238E27FC236}">
                <a16:creationId xmlns:a16="http://schemas.microsoft.com/office/drawing/2014/main" id="{3C703924-5648-4A4D-BCA7-CC57F16858E4}"/>
              </a:ext>
            </a:extLst>
          </p:cNvPr>
          <p:cNvSpPr>
            <a:spLocks xmlns:a="http://schemas.openxmlformats.org/drawingml/2006/main" noGrp="1"/>
          </p:cNvSpPr>
          <p:nvPr/>
        </p:nvSpPr>
        <p:spPr>
          <a:xfrm xmlns:a="http://schemas.openxmlformats.org/drawingml/2006/main">
            <a:off x="741800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96" name="Editable chart path">
            <a:extLst xmlns:a="http://schemas.openxmlformats.org/drawingml/2006/main">
              <a:ext uri="{FF2B5EF4-FFF2-40B4-BE49-F238E27FC236}">
                <a16:creationId xmlns:a16="http://schemas.microsoft.com/office/drawing/2014/main" id="{8A5881E6-D9B7-49A9-993A-3395AA809E6F}"/>
              </a:ext>
            </a:extLst>
          </p:cNvPr>
          <p:cNvSpPr>
            <a:spLocks xmlns:a="http://schemas.openxmlformats.org/drawingml/2006/main" noGrp="1"/>
          </p:cNvSpPr>
          <p:nvPr/>
        </p:nvSpPr>
        <p:spPr>
          <a:xfrm xmlns:a="http://schemas.openxmlformats.org/drawingml/2006/main">
            <a:off x="7418001"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9BEBB"/>
          </a:solidFill>
          <a:ln xmlns:a="http://schemas.openxmlformats.org/drawingml/2006/main" w="2205">
            <a:solidFill>
              <a:srgbClr val="FBFCFE"/>
            </a:solidFill>
            <a:prstDash val="solid"/>
          </a:ln>
        </p:spPr>
      </p:sp>
      <p:sp>
        <p:nvSpPr>
          <p:cNvPr id="2097" name="Editable chart path">
            <a:extLst xmlns:a="http://schemas.openxmlformats.org/drawingml/2006/main">
              <a:ext uri="{FF2B5EF4-FFF2-40B4-BE49-F238E27FC236}">
                <a16:creationId xmlns:a16="http://schemas.microsoft.com/office/drawing/2014/main" id="{7A4D59E6-5452-4619-93FE-80052EF98EBE}"/>
              </a:ext>
            </a:extLst>
          </p:cNvPr>
          <p:cNvSpPr>
            <a:spLocks xmlns:a="http://schemas.openxmlformats.org/drawingml/2006/main" noGrp="1"/>
          </p:cNvSpPr>
          <p:nvPr/>
        </p:nvSpPr>
        <p:spPr>
          <a:xfrm xmlns:a="http://schemas.openxmlformats.org/drawingml/2006/main">
            <a:off x="7418001"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098" name="Editable chart path">
            <a:extLst xmlns:a="http://schemas.openxmlformats.org/drawingml/2006/main">
              <a:ext uri="{FF2B5EF4-FFF2-40B4-BE49-F238E27FC236}">
                <a16:creationId xmlns:a16="http://schemas.microsoft.com/office/drawing/2014/main" id="{99A111EA-4658-497A-BB32-EBA0B8B0CFCE}"/>
              </a:ext>
            </a:extLst>
          </p:cNvPr>
          <p:cNvSpPr>
            <a:spLocks xmlns:a="http://schemas.openxmlformats.org/drawingml/2006/main" noGrp="1"/>
          </p:cNvSpPr>
          <p:nvPr/>
        </p:nvSpPr>
        <p:spPr>
          <a:xfrm xmlns:a="http://schemas.openxmlformats.org/drawingml/2006/main">
            <a:off x="7418001"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4817B"/>
          </a:solidFill>
          <a:ln xmlns:a="http://schemas.openxmlformats.org/drawingml/2006/main" w="2205">
            <a:solidFill>
              <a:srgbClr val="FBFCFE"/>
            </a:solidFill>
            <a:prstDash val="solid"/>
          </a:ln>
        </p:spPr>
      </p:sp>
      <p:sp>
        <p:nvSpPr>
          <p:cNvPr id="2099" name="Editable chart path">
            <a:extLst xmlns:a="http://schemas.openxmlformats.org/drawingml/2006/main">
              <a:ext uri="{FF2B5EF4-FFF2-40B4-BE49-F238E27FC236}">
                <a16:creationId xmlns:a16="http://schemas.microsoft.com/office/drawing/2014/main" id="{214C5E7F-E306-4C9E-9C68-B5F0DDBC878B}"/>
              </a:ext>
            </a:extLst>
          </p:cNvPr>
          <p:cNvSpPr>
            <a:spLocks xmlns:a="http://schemas.openxmlformats.org/drawingml/2006/main" noGrp="1"/>
          </p:cNvSpPr>
          <p:nvPr/>
        </p:nvSpPr>
        <p:spPr>
          <a:xfrm xmlns:a="http://schemas.openxmlformats.org/drawingml/2006/main">
            <a:off x="7418001"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00" name="Editable chart path">
            <a:extLst xmlns:a="http://schemas.openxmlformats.org/drawingml/2006/main">
              <a:ext uri="{FF2B5EF4-FFF2-40B4-BE49-F238E27FC236}">
                <a16:creationId xmlns:a16="http://schemas.microsoft.com/office/drawing/2014/main" id="{2510E883-ED22-4D9F-AC13-A20C53CE11A3}"/>
              </a:ext>
            </a:extLst>
          </p:cNvPr>
          <p:cNvSpPr>
            <a:spLocks xmlns:a="http://schemas.openxmlformats.org/drawingml/2006/main" noGrp="1"/>
          </p:cNvSpPr>
          <p:nvPr/>
        </p:nvSpPr>
        <p:spPr>
          <a:xfrm xmlns:a="http://schemas.openxmlformats.org/drawingml/2006/main">
            <a:off x="7480138"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4B0AC"/>
          </a:solidFill>
          <a:ln xmlns:a="http://schemas.openxmlformats.org/drawingml/2006/main" w="2205">
            <a:solidFill>
              <a:srgbClr val="FBFCFE"/>
            </a:solidFill>
            <a:prstDash val="solid"/>
          </a:ln>
        </p:spPr>
      </p:sp>
      <p:sp>
        <p:nvSpPr>
          <p:cNvPr id="2101" name="Editable chart path">
            <a:extLst xmlns:a="http://schemas.openxmlformats.org/drawingml/2006/main">
              <a:ext uri="{FF2B5EF4-FFF2-40B4-BE49-F238E27FC236}">
                <a16:creationId xmlns:a16="http://schemas.microsoft.com/office/drawing/2014/main" id="{B71DDC9F-97EF-489D-8565-17BC61A68249}"/>
              </a:ext>
            </a:extLst>
          </p:cNvPr>
          <p:cNvSpPr>
            <a:spLocks xmlns:a="http://schemas.openxmlformats.org/drawingml/2006/main" noGrp="1"/>
          </p:cNvSpPr>
          <p:nvPr/>
        </p:nvSpPr>
        <p:spPr>
          <a:xfrm xmlns:a="http://schemas.openxmlformats.org/drawingml/2006/main">
            <a:off x="7480138"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02" name="Editable chart path">
            <a:extLst xmlns:a="http://schemas.openxmlformats.org/drawingml/2006/main">
              <a:ext uri="{FF2B5EF4-FFF2-40B4-BE49-F238E27FC236}">
                <a16:creationId xmlns:a16="http://schemas.microsoft.com/office/drawing/2014/main" id="{9110D765-7044-45AC-B1FF-31D521F4D51D}"/>
              </a:ext>
            </a:extLst>
          </p:cNvPr>
          <p:cNvSpPr>
            <a:spLocks xmlns:a="http://schemas.openxmlformats.org/drawingml/2006/main" noGrp="1"/>
          </p:cNvSpPr>
          <p:nvPr/>
        </p:nvSpPr>
        <p:spPr>
          <a:xfrm xmlns:a="http://schemas.openxmlformats.org/drawingml/2006/main">
            <a:off x="748013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4DFDD"/>
          </a:solidFill>
          <a:ln xmlns:a="http://schemas.openxmlformats.org/drawingml/2006/main" w="2205">
            <a:solidFill>
              <a:srgbClr val="FBFCFE"/>
            </a:solidFill>
            <a:prstDash val="solid"/>
          </a:ln>
        </p:spPr>
      </p:sp>
      <p:sp>
        <p:nvSpPr>
          <p:cNvPr id="2103" name="Editable chart path">
            <a:extLst xmlns:a="http://schemas.openxmlformats.org/drawingml/2006/main">
              <a:ext uri="{FF2B5EF4-FFF2-40B4-BE49-F238E27FC236}">
                <a16:creationId xmlns:a16="http://schemas.microsoft.com/office/drawing/2014/main" id="{01818BAC-7C53-40DD-A1F0-BD42EF304C16}"/>
              </a:ext>
            </a:extLst>
          </p:cNvPr>
          <p:cNvSpPr>
            <a:spLocks xmlns:a="http://schemas.openxmlformats.org/drawingml/2006/main" noGrp="1"/>
          </p:cNvSpPr>
          <p:nvPr/>
        </p:nvSpPr>
        <p:spPr>
          <a:xfrm xmlns:a="http://schemas.openxmlformats.org/drawingml/2006/main">
            <a:off x="748013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4F3"/>
          </a:solidFill>
          <a:ln xmlns:a="http://schemas.openxmlformats.org/drawingml/2006/main" w="2205">
            <a:solidFill>
              <a:srgbClr val="FBFCFE"/>
            </a:solidFill>
            <a:prstDash val="solid"/>
          </a:ln>
        </p:spPr>
      </p:sp>
      <p:sp>
        <p:nvSpPr>
          <p:cNvPr id="2104" name="Editable chart path">
            <a:extLst xmlns:a="http://schemas.openxmlformats.org/drawingml/2006/main">
              <a:ext uri="{FF2B5EF4-FFF2-40B4-BE49-F238E27FC236}">
                <a16:creationId xmlns:a16="http://schemas.microsoft.com/office/drawing/2014/main" id="{CF7C9769-2A8E-4E89-8FDC-829B595C2A57}"/>
              </a:ext>
            </a:extLst>
          </p:cNvPr>
          <p:cNvSpPr>
            <a:spLocks xmlns:a="http://schemas.openxmlformats.org/drawingml/2006/main" noGrp="1"/>
          </p:cNvSpPr>
          <p:nvPr/>
        </p:nvSpPr>
        <p:spPr>
          <a:xfrm xmlns:a="http://schemas.openxmlformats.org/drawingml/2006/main">
            <a:off x="748013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98E89"/>
          </a:solidFill>
          <a:ln xmlns:a="http://schemas.openxmlformats.org/drawingml/2006/main" w="2205">
            <a:solidFill>
              <a:srgbClr val="FBFCFE"/>
            </a:solidFill>
            <a:prstDash val="solid"/>
          </a:ln>
        </p:spPr>
      </p:sp>
      <p:sp>
        <p:nvSpPr>
          <p:cNvPr id="2105" name="Editable chart path">
            <a:extLst xmlns:a="http://schemas.openxmlformats.org/drawingml/2006/main">
              <a:ext uri="{FF2B5EF4-FFF2-40B4-BE49-F238E27FC236}">
                <a16:creationId xmlns:a16="http://schemas.microsoft.com/office/drawing/2014/main" id="{358F19EB-49EC-4F20-8F8D-A7B2C2AED02F}"/>
              </a:ext>
            </a:extLst>
          </p:cNvPr>
          <p:cNvSpPr>
            <a:spLocks xmlns:a="http://schemas.openxmlformats.org/drawingml/2006/main" noGrp="1"/>
          </p:cNvSpPr>
          <p:nvPr/>
        </p:nvSpPr>
        <p:spPr>
          <a:xfrm xmlns:a="http://schemas.openxmlformats.org/drawingml/2006/main">
            <a:off x="748013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106" name="Editable chart path">
            <a:extLst xmlns:a="http://schemas.openxmlformats.org/drawingml/2006/main">
              <a:ext uri="{FF2B5EF4-FFF2-40B4-BE49-F238E27FC236}">
                <a16:creationId xmlns:a16="http://schemas.microsoft.com/office/drawing/2014/main" id="{455BFC55-EF4C-41DE-BB97-CF156442E721}"/>
              </a:ext>
            </a:extLst>
          </p:cNvPr>
          <p:cNvSpPr>
            <a:spLocks xmlns:a="http://schemas.openxmlformats.org/drawingml/2006/main" noGrp="1"/>
          </p:cNvSpPr>
          <p:nvPr/>
        </p:nvSpPr>
        <p:spPr>
          <a:xfrm xmlns:a="http://schemas.openxmlformats.org/drawingml/2006/main">
            <a:off x="748013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107" name="Editable chart path">
            <a:extLst xmlns:a="http://schemas.openxmlformats.org/drawingml/2006/main">
              <a:ext uri="{FF2B5EF4-FFF2-40B4-BE49-F238E27FC236}">
                <a16:creationId xmlns:a16="http://schemas.microsoft.com/office/drawing/2014/main" id="{E28642D2-2946-48A6-9104-A87597B623AA}"/>
              </a:ext>
            </a:extLst>
          </p:cNvPr>
          <p:cNvSpPr>
            <a:spLocks xmlns:a="http://schemas.openxmlformats.org/drawingml/2006/main" noGrp="1"/>
          </p:cNvSpPr>
          <p:nvPr/>
        </p:nvSpPr>
        <p:spPr>
          <a:xfrm xmlns:a="http://schemas.openxmlformats.org/drawingml/2006/main">
            <a:off x="748013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108" name="Editable chart path">
            <a:extLst xmlns:a="http://schemas.openxmlformats.org/drawingml/2006/main">
              <a:ext uri="{FF2B5EF4-FFF2-40B4-BE49-F238E27FC236}">
                <a16:creationId xmlns:a16="http://schemas.microsoft.com/office/drawing/2014/main" id="{79C8DE60-DC08-4E3E-8C37-BE923EE121C5}"/>
              </a:ext>
            </a:extLst>
          </p:cNvPr>
          <p:cNvSpPr>
            <a:spLocks xmlns:a="http://schemas.openxmlformats.org/drawingml/2006/main" noGrp="1"/>
          </p:cNvSpPr>
          <p:nvPr/>
        </p:nvSpPr>
        <p:spPr>
          <a:xfrm xmlns:a="http://schemas.openxmlformats.org/drawingml/2006/main">
            <a:off x="748013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09" name="Editable chart path">
            <a:extLst xmlns:a="http://schemas.openxmlformats.org/drawingml/2006/main">
              <a:ext uri="{FF2B5EF4-FFF2-40B4-BE49-F238E27FC236}">
                <a16:creationId xmlns:a16="http://schemas.microsoft.com/office/drawing/2014/main" id="{59E148B2-3018-4CCF-A77D-86AA9AC4B3AC}"/>
              </a:ext>
            </a:extLst>
          </p:cNvPr>
          <p:cNvSpPr>
            <a:spLocks xmlns:a="http://schemas.openxmlformats.org/drawingml/2006/main" noGrp="1"/>
          </p:cNvSpPr>
          <p:nvPr/>
        </p:nvSpPr>
        <p:spPr>
          <a:xfrm xmlns:a="http://schemas.openxmlformats.org/drawingml/2006/main">
            <a:off x="7480138"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10" name="Editable chart path">
            <a:extLst xmlns:a="http://schemas.openxmlformats.org/drawingml/2006/main">
              <a:ext uri="{FF2B5EF4-FFF2-40B4-BE49-F238E27FC236}">
                <a16:creationId xmlns:a16="http://schemas.microsoft.com/office/drawing/2014/main" id="{F1312C87-8845-4BD9-8514-DD74D3116F35}"/>
              </a:ext>
            </a:extLst>
          </p:cNvPr>
          <p:cNvSpPr>
            <a:spLocks xmlns:a="http://schemas.openxmlformats.org/drawingml/2006/main" noGrp="1"/>
          </p:cNvSpPr>
          <p:nvPr/>
        </p:nvSpPr>
        <p:spPr>
          <a:xfrm xmlns:a="http://schemas.openxmlformats.org/drawingml/2006/main">
            <a:off x="7480138"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11" name="Editable chart path">
            <a:extLst xmlns:a="http://schemas.openxmlformats.org/drawingml/2006/main">
              <a:ext uri="{FF2B5EF4-FFF2-40B4-BE49-F238E27FC236}">
                <a16:creationId xmlns:a16="http://schemas.microsoft.com/office/drawing/2014/main" id="{AE69CE2E-3551-4277-B1EE-2AA008510ED2}"/>
              </a:ext>
            </a:extLst>
          </p:cNvPr>
          <p:cNvSpPr>
            <a:spLocks xmlns:a="http://schemas.openxmlformats.org/drawingml/2006/main" noGrp="1"/>
          </p:cNvSpPr>
          <p:nvPr/>
        </p:nvSpPr>
        <p:spPr>
          <a:xfrm xmlns:a="http://schemas.openxmlformats.org/drawingml/2006/main">
            <a:off x="7480138"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12" name="Editable chart path">
            <a:extLst xmlns:a="http://schemas.openxmlformats.org/drawingml/2006/main">
              <a:ext uri="{FF2B5EF4-FFF2-40B4-BE49-F238E27FC236}">
                <a16:creationId xmlns:a16="http://schemas.microsoft.com/office/drawing/2014/main" id="{70ED4C02-EADF-48D0-8391-E7D7C7F37D83}"/>
              </a:ext>
            </a:extLst>
          </p:cNvPr>
          <p:cNvSpPr>
            <a:spLocks xmlns:a="http://schemas.openxmlformats.org/drawingml/2006/main" noGrp="1"/>
          </p:cNvSpPr>
          <p:nvPr/>
        </p:nvSpPr>
        <p:spPr>
          <a:xfrm xmlns:a="http://schemas.openxmlformats.org/drawingml/2006/main">
            <a:off x="7542276"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2AAA6"/>
          </a:solidFill>
          <a:ln xmlns:a="http://schemas.openxmlformats.org/drawingml/2006/main" w="2205">
            <a:solidFill>
              <a:srgbClr val="FBFCFE"/>
            </a:solidFill>
            <a:prstDash val="solid"/>
          </a:ln>
        </p:spPr>
      </p:sp>
      <p:sp>
        <p:nvSpPr>
          <p:cNvPr id="2113" name="Editable chart path">
            <a:extLst xmlns:a="http://schemas.openxmlformats.org/drawingml/2006/main">
              <a:ext uri="{FF2B5EF4-FFF2-40B4-BE49-F238E27FC236}">
                <a16:creationId xmlns:a16="http://schemas.microsoft.com/office/drawing/2014/main" id="{8D88ED2B-84CE-436E-90A7-BE5164FD65E8}"/>
              </a:ext>
            </a:extLst>
          </p:cNvPr>
          <p:cNvSpPr>
            <a:spLocks xmlns:a="http://schemas.openxmlformats.org/drawingml/2006/main" noGrp="1"/>
          </p:cNvSpPr>
          <p:nvPr/>
        </p:nvSpPr>
        <p:spPr>
          <a:xfrm xmlns:a="http://schemas.openxmlformats.org/drawingml/2006/main">
            <a:off x="7542276"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114" name="Editable chart path">
            <a:extLst xmlns:a="http://schemas.openxmlformats.org/drawingml/2006/main">
              <a:ext uri="{FF2B5EF4-FFF2-40B4-BE49-F238E27FC236}">
                <a16:creationId xmlns:a16="http://schemas.microsoft.com/office/drawing/2014/main" id="{0DDAD7DA-12EC-4E8A-9A51-C3B64905CC8A}"/>
              </a:ext>
            </a:extLst>
          </p:cNvPr>
          <p:cNvSpPr>
            <a:spLocks xmlns:a="http://schemas.openxmlformats.org/drawingml/2006/main" noGrp="1"/>
          </p:cNvSpPr>
          <p:nvPr/>
        </p:nvSpPr>
        <p:spPr>
          <a:xfrm xmlns:a="http://schemas.openxmlformats.org/drawingml/2006/main">
            <a:off x="7542276"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15" name="Editable chart path">
            <a:extLst xmlns:a="http://schemas.openxmlformats.org/drawingml/2006/main">
              <a:ext uri="{FF2B5EF4-FFF2-40B4-BE49-F238E27FC236}">
                <a16:creationId xmlns:a16="http://schemas.microsoft.com/office/drawing/2014/main" id="{E57D42EE-D596-42C7-BE8D-8F2E4DAE4459}"/>
              </a:ext>
            </a:extLst>
          </p:cNvPr>
          <p:cNvSpPr>
            <a:spLocks xmlns:a="http://schemas.openxmlformats.org/drawingml/2006/main" noGrp="1"/>
          </p:cNvSpPr>
          <p:nvPr/>
        </p:nvSpPr>
        <p:spPr>
          <a:xfrm xmlns:a="http://schemas.openxmlformats.org/drawingml/2006/main">
            <a:off x="7542276"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17871"/>
          </a:solidFill>
          <a:ln xmlns:a="http://schemas.openxmlformats.org/drawingml/2006/main" w="2205">
            <a:solidFill>
              <a:srgbClr val="FBFCFE"/>
            </a:solidFill>
            <a:prstDash val="solid"/>
          </a:ln>
        </p:spPr>
      </p:sp>
      <p:sp>
        <p:nvSpPr>
          <p:cNvPr id="2116" name="Editable chart path">
            <a:extLst xmlns:a="http://schemas.openxmlformats.org/drawingml/2006/main">
              <a:ext uri="{FF2B5EF4-FFF2-40B4-BE49-F238E27FC236}">
                <a16:creationId xmlns:a16="http://schemas.microsoft.com/office/drawing/2014/main" id="{B8DC0653-9448-406D-A95F-6CBDE52B35E5}"/>
              </a:ext>
            </a:extLst>
          </p:cNvPr>
          <p:cNvSpPr>
            <a:spLocks xmlns:a="http://schemas.openxmlformats.org/drawingml/2006/main" noGrp="1"/>
          </p:cNvSpPr>
          <p:nvPr/>
        </p:nvSpPr>
        <p:spPr>
          <a:xfrm xmlns:a="http://schemas.openxmlformats.org/drawingml/2006/main">
            <a:off x="7542276"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0766F"/>
          </a:solidFill>
          <a:ln xmlns:a="http://schemas.openxmlformats.org/drawingml/2006/main" w="2205">
            <a:solidFill>
              <a:srgbClr val="FBFCFE"/>
            </a:solidFill>
            <a:prstDash val="solid"/>
          </a:ln>
        </p:spPr>
      </p:sp>
      <p:sp>
        <p:nvSpPr>
          <p:cNvPr id="2117" name="Editable chart path">
            <a:extLst xmlns:a="http://schemas.openxmlformats.org/drawingml/2006/main">
              <a:ext uri="{FF2B5EF4-FFF2-40B4-BE49-F238E27FC236}">
                <a16:creationId xmlns:a16="http://schemas.microsoft.com/office/drawing/2014/main" id="{DA8A753B-8B06-4534-92A8-47ED26A0F678}"/>
              </a:ext>
            </a:extLst>
          </p:cNvPr>
          <p:cNvSpPr>
            <a:spLocks xmlns:a="http://schemas.openxmlformats.org/drawingml/2006/main" noGrp="1"/>
          </p:cNvSpPr>
          <p:nvPr/>
        </p:nvSpPr>
        <p:spPr>
          <a:xfrm xmlns:a="http://schemas.openxmlformats.org/drawingml/2006/main">
            <a:off x="754227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18" name="Editable chart path">
            <a:extLst xmlns:a="http://schemas.openxmlformats.org/drawingml/2006/main">
              <a:ext uri="{FF2B5EF4-FFF2-40B4-BE49-F238E27FC236}">
                <a16:creationId xmlns:a16="http://schemas.microsoft.com/office/drawing/2014/main" id="{ABE89FF5-692A-4C11-BE8C-A2C8AADDC916}"/>
              </a:ext>
            </a:extLst>
          </p:cNvPr>
          <p:cNvSpPr>
            <a:spLocks xmlns:a="http://schemas.openxmlformats.org/drawingml/2006/main" noGrp="1"/>
          </p:cNvSpPr>
          <p:nvPr/>
        </p:nvSpPr>
        <p:spPr>
          <a:xfrm xmlns:a="http://schemas.openxmlformats.org/drawingml/2006/main">
            <a:off x="754227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19" name="Editable chart path">
            <a:extLst xmlns:a="http://schemas.openxmlformats.org/drawingml/2006/main">
              <a:ext uri="{FF2B5EF4-FFF2-40B4-BE49-F238E27FC236}">
                <a16:creationId xmlns:a16="http://schemas.microsoft.com/office/drawing/2014/main" id="{84DCC319-9F43-409E-B6B9-1759AC0AC6D5}"/>
              </a:ext>
            </a:extLst>
          </p:cNvPr>
          <p:cNvSpPr>
            <a:spLocks xmlns:a="http://schemas.openxmlformats.org/drawingml/2006/main" noGrp="1"/>
          </p:cNvSpPr>
          <p:nvPr/>
        </p:nvSpPr>
        <p:spPr>
          <a:xfrm xmlns:a="http://schemas.openxmlformats.org/drawingml/2006/main">
            <a:off x="754227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120" name="Editable chart path">
            <a:extLst xmlns:a="http://schemas.openxmlformats.org/drawingml/2006/main">
              <a:ext uri="{FF2B5EF4-FFF2-40B4-BE49-F238E27FC236}">
                <a16:creationId xmlns:a16="http://schemas.microsoft.com/office/drawing/2014/main" id="{5B26F791-E64F-4C87-8A0C-D9D057BDC65D}"/>
              </a:ext>
            </a:extLst>
          </p:cNvPr>
          <p:cNvSpPr>
            <a:spLocks xmlns:a="http://schemas.openxmlformats.org/drawingml/2006/main" noGrp="1"/>
          </p:cNvSpPr>
          <p:nvPr/>
        </p:nvSpPr>
        <p:spPr>
          <a:xfrm xmlns:a="http://schemas.openxmlformats.org/drawingml/2006/main">
            <a:off x="7542276"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21" name="Editable chart path">
            <a:extLst xmlns:a="http://schemas.openxmlformats.org/drawingml/2006/main">
              <a:ext uri="{FF2B5EF4-FFF2-40B4-BE49-F238E27FC236}">
                <a16:creationId xmlns:a16="http://schemas.microsoft.com/office/drawing/2014/main" id="{F73FBDF4-F4B7-498A-AB9D-9BC11A27B7DE}"/>
              </a:ext>
            </a:extLst>
          </p:cNvPr>
          <p:cNvSpPr>
            <a:spLocks xmlns:a="http://schemas.openxmlformats.org/drawingml/2006/main" noGrp="1"/>
          </p:cNvSpPr>
          <p:nvPr/>
        </p:nvSpPr>
        <p:spPr>
          <a:xfrm xmlns:a="http://schemas.openxmlformats.org/drawingml/2006/main">
            <a:off x="7542276"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22" name="Editable chart path">
            <a:extLst xmlns:a="http://schemas.openxmlformats.org/drawingml/2006/main">
              <a:ext uri="{FF2B5EF4-FFF2-40B4-BE49-F238E27FC236}">
                <a16:creationId xmlns:a16="http://schemas.microsoft.com/office/drawing/2014/main" id="{08BE7E50-A000-4FDA-BF6F-03886552E293}"/>
              </a:ext>
            </a:extLst>
          </p:cNvPr>
          <p:cNvSpPr>
            <a:spLocks xmlns:a="http://schemas.openxmlformats.org/drawingml/2006/main" noGrp="1"/>
          </p:cNvSpPr>
          <p:nvPr/>
        </p:nvSpPr>
        <p:spPr>
          <a:xfrm xmlns:a="http://schemas.openxmlformats.org/drawingml/2006/main">
            <a:off x="7542276"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23" name="Editable chart path">
            <a:extLst xmlns:a="http://schemas.openxmlformats.org/drawingml/2006/main">
              <a:ext uri="{FF2B5EF4-FFF2-40B4-BE49-F238E27FC236}">
                <a16:creationId xmlns:a16="http://schemas.microsoft.com/office/drawing/2014/main" id="{262A1054-839C-4DA0-BA4C-B622E97C3DAD}"/>
              </a:ext>
            </a:extLst>
          </p:cNvPr>
          <p:cNvSpPr>
            <a:spLocks xmlns:a="http://schemas.openxmlformats.org/drawingml/2006/main" noGrp="1"/>
          </p:cNvSpPr>
          <p:nvPr/>
        </p:nvSpPr>
        <p:spPr>
          <a:xfrm xmlns:a="http://schemas.openxmlformats.org/drawingml/2006/main">
            <a:off x="7542276"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24" name="Editable chart path">
            <a:extLst xmlns:a="http://schemas.openxmlformats.org/drawingml/2006/main">
              <a:ext uri="{FF2B5EF4-FFF2-40B4-BE49-F238E27FC236}">
                <a16:creationId xmlns:a16="http://schemas.microsoft.com/office/drawing/2014/main" id="{EFD2BBD6-400A-4E25-B0FA-EA09173836C4}"/>
              </a:ext>
            </a:extLst>
          </p:cNvPr>
          <p:cNvSpPr>
            <a:spLocks xmlns:a="http://schemas.openxmlformats.org/drawingml/2006/main" noGrp="1"/>
          </p:cNvSpPr>
          <p:nvPr/>
        </p:nvSpPr>
        <p:spPr>
          <a:xfrm xmlns:a="http://schemas.openxmlformats.org/drawingml/2006/main">
            <a:off x="7542276"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AAC8F3"/>
          </a:solidFill>
          <a:ln xmlns:a="http://schemas.openxmlformats.org/drawingml/2006/main" w="2205">
            <a:solidFill>
              <a:srgbClr val="FBFCFE"/>
            </a:solidFill>
            <a:prstDash val="solid"/>
          </a:ln>
        </p:spPr>
      </p:sp>
      <p:sp>
        <p:nvSpPr>
          <p:cNvPr id="2125" name="Editable chart path">
            <a:extLst xmlns:a="http://schemas.openxmlformats.org/drawingml/2006/main">
              <a:ext uri="{FF2B5EF4-FFF2-40B4-BE49-F238E27FC236}">
                <a16:creationId xmlns:a16="http://schemas.microsoft.com/office/drawing/2014/main" id="{4502AFF0-4BB9-4E3E-A353-7720F4398C3A}"/>
              </a:ext>
            </a:extLst>
          </p:cNvPr>
          <p:cNvSpPr>
            <a:spLocks xmlns:a="http://schemas.openxmlformats.org/drawingml/2006/main" noGrp="1"/>
          </p:cNvSpPr>
          <p:nvPr/>
        </p:nvSpPr>
        <p:spPr>
          <a:xfrm xmlns:a="http://schemas.openxmlformats.org/drawingml/2006/main">
            <a:off x="760441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5B3AF"/>
          </a:solidFill>
          <a:ln xmlns:a="http://schemas.openxmlformats.org/drawingml/2006/main" w="2205">
            <a:solidFill>
              <a:srgbClr val="FBFCFE"/>
            </a:solidFill>
            <a:prstDash val="solid"/>
          </a:ln>
        </p:spPr>
      </p:sp>
      <p:sp>
        <p:nvSpPr>
          <p:cNvPr id="2126" name="Editable chart path">
            <a:extLst xmlns:a="http://schemas.openxmlformats.org/drawingml/2006/main">
              <a:ext uri="{FF2B5EF4-FFF2-40B4-BE49-F238E27FC236}">
                <a16:creationId xmlns:a16="http://schemas.microsoft.com/office/drawing/2014/main" id="{3A56C048-52AA-49F6-A585-585F3390F4F0}"/>
              </a:ext>
            </a:extLst>
          </p:cNvPr>
          <p:cNvSpPr>
            <a:spLocks xmlns:a="http://schemas.openxmlformats.org/drawingml/2006/main" noGrp="1"/>
          </p:cNvSpPr>
          <p:nvPr/>
        </p:nvSpPr>
        <p:spPr>
          <a:xfrm xmlns:a="http://schemas.openxmlformats.org/drawingml/2006/main">
            <a:off x="760441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1D7D5"/>
          </a:solidFill>
          <a:ln xmlns:a="http://schemas.openxmlformats.org/drawingml/2006/main" w="2205">
            <a:solidFill>
              <a:srgbClr val="FBFCFE"/>
            </a:solidFill>
            <a:prstDash val="solid"/>
          </a:ln>
        </p:spPr>
      </p:sp>
      <p:sp>
        <p:nvSpPr>
          <p:cNvPr id="2127" name="Editable chart path">
            <a:extLst xmlns:a="http://schemas.openxmlformats.org/drawingml/2006/main">
              <a:ext uri="{FF2B5EF4-FFF2-40B4-BE49-F238E27FC236}">
                <a16:creationId xmlns:a16="http://schemas.microsoft.com/office/drawing/2014/main" id="{3D377EDD-8FBD-49BB-B51F-41F3D4660151}"/>
              </a:ext>
            </a:extLst>
          </p:cNvPr>
          <p:cNvSpPr>
            <a:spLocks xmlns:a="http://schemas.openxmlformats.org/drawingml/2006/main" noGrp="1"/>
          </p:cNvSpPr>
          <p:nvPr/>
        </p:nvSpPr>
        <p:spPr>
          <a:xfrm xmlns:a="http://schemas.openxmlformats.org/drawingml/2006/main">
            <a:off x="760441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37E78"/>
          </a:solidFill>
          <a:ln xmlns:a="http://schemas.openxmlformats.org/drawingml/2006/main" w="2205">
            <a:solidFill>
              <a:srgbClr val="FBFCFE"/>
            </a:solidFill>
            <a:prstDash val="solid"/>
          </a:ln>
        </p:spPr>
      </p:sp>
      <p:sp>
        <p:nvSpPr>
          <p:cNvPr id="2128" name="Editable chart path">
            <a:extLst xmlns:a="http://schemas.openxmlformats.org/drawingml/2006/main">
              <a:ext uri="{FF2B5EF4-FFF2-40B4-BE49-F238E27FC236}">
                <a16:creationId xmlns:a16="http://schemas.microsoft.com/office/drawing/2014/main" id="{AE19D171-B836-45E5-BAC1-A3843161D655}"/>
              </a:ext>
            </a:extLst>
          </p:cNvPr>
          <p:cNvSpPr>
            <a:spLocks xmlns:a="http://schemas.openxmlformats.org/drawingml/2006/main" noGrp="1"/>
          </p:cNvSpPr>
          <p:nvPr/>
        </p:nvSpPr>
        <p:spPr>
          <a:xfrm xmlns:a="http://schemas.openxmlformats.org/drawingml/2006/main">
            <a:off x="7604414"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8EAE9"/>
          </a:solidFill>
          <a:ln xmlns:a="http://schemas.openxmlformats.org/drawingml/2006/main" w="2205">
            <a:solidFill>
              <a:srgbClr val="FBFCFE"/>
            </a:solidFill>
            <a:prstDash val="solid"/>
          </a:ln>
        </p:spPr>
      </p:sp>
      <p:sp>
        <p:nvSpPr>
          <p:cNvPr id="2129" name="Editable chart path">
            <a:extLst xmlns:a="http://schemas.openxmlformats.org/drawingml/2006/main">
              <a:ext uri="{FF2B5EF4-FFF2-40B4-BE49-F238E27FC236}">
                <a16:creationId xmlns:a16="http://schemas.microsoft.com/office/drawing/2014/main" id="{997F262B-AC68-46BE-83D1-EE1F359811B5}"/>
              </a:ext>
            </a:extLst>
          </p:cNvPr>
          <p:cNvSpPr>
            <a:spLocks xmlns:a="http://schemas.openxmlformats.org/drawingml/2006/main" noGrp="1"/>
          </p:cNvSpPr>
          <p:nvPr/>
        </p:nvSpPr>
        <p:spPr>
          <a:xfrm xmlns:a="http://schemas.openxmlformats.org/drawingml/2006/main">
            <a:off x="760441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30" name="Editable chart path">
            <a:extLst xmlns:a="http://schemas.openxmlformats.org/drawingml/2006/main">
              <a:ext uri="{FF2B5EF4-FFF2-40B4-BE49-F238E27FC236}">
                <a16:creationId xmlns:a16="http://schemas.microsoft.com/office/drawing/2014/main" id="{9C325341-2CEE-4160-BD0C-09B6603D5537}"/>
              </a:ext>
            </a:extLst>
          </p:cNvPr>
          <p:cNvSpPr>
            <a:spLocks xmlns:a="http://schemas.openxmlformats.org/drawingml/2006/main" noGrp="1"/>
          </p:cNvSpPr>
          <p:nvPr/>
        </p:nvSpPr>
        <p:spPr>
          <a:xfrm xmlns:a="http://schemas.openxmlformats.org/drawingml/2006/main">
            <a:off x="760441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131" name="Editable chart path">
            <a:extLst xmlns:a="http://schemas.openxmlformats.org/drawingml/2006/main">
              <a:ext uri="{FF2B5EF4-FFF2-40B4-BE49-F238E27FC236}">
                <a16:creationId xmlns:a16="http://schemas.microsoft.com/office/drawing/2014/main" id="{80D3D703-AB33-4768-831E-9621F389B795}"/>
              </a:ext>
            </a:extLst>
          </p:cNvPr>
          <p:cNvSpPr>
            <a:spLocks xmlns:a="http://schemas.openxmlformats.org/drawingml/2006/main" noGrp="1"/>
          </p:cNvSpPr>
          <p:nvPr/>
        </p:nvSpPr>
        <p:spPr>
          <a:xfrm xmlns:a="http://schemas.openxmlformats.org/drawingml/2006/main">
            <a:off x="760441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32" name="Editable chart path">
            <a:extLst xmlns:a="http://schemas.openxmlformats.org/drawingml/2006/main">
              <a:ext uri="{FF2B5EF4-FFF2-40B4-BE49-F238E27FC236}">
                <a16:creationId xmlns:a16="http://schemas.microsoft.com/office/drawing/2014/main" id="{C0EC48D6-2AF4-4C31-9233-69BBC35ED085}"/>
              </a:ext>
            </a:extLst>
          </p:cNvPr>
          <p:cNvSpPr>
            <a:spLocks xmlns:a="http://schemas.openxmlformats.org/drawingml/2006/main" noGrp="1"/>
          </p:cNvSpPr>
          <p:nvPr/>
        </p:nvSpPr>
        <p:spPr>
          <a:xfrm xmlns:a="http://schemas.openxmlformats.org/drawingml/2006/main">
            <a:off x="760441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133" name="Editable chart path">
            <a:extLst xmlns:a="http://schemas.openxmlformats.org/drawingml/2006/main">
              <a:ext uri="{FF2B5EF4-FFF2-40B4-BE49-F238E27FC236}">
                <a16:creationId xmlns:a16="http://schemas.microsoft.com/office/drawing/2014/main" id="{8F7CDBB2-7803-45EC-AC0B-08A65D46E036}"/>
              </a:ext>
            </a:extLst>
          </p:cNvPr>
          <p:cNvSpPr>
            <a:spLocks xmlns:a="http://schemas.openxmlformats.org/drawingml/2006/main" noGrp="1"/>
          </p:cNvSpPr>
          <p:nvPr/>
        </p:nvSpPr>
        <p:spPr>
          <a:xfrm xmlns:a="http://schemas.openxmlformats.org/drawingml/2006/main">
            <a:off x="760441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134" name="Editable chart path">
            <a:extLst xmlns:a="http://schemas.openxmlformats.org/drawingml/2006/main">
              <a:ext uri="{FF2B5EF4-FFF2-40B4-BE49-F238E27FC236}">
                <a16:creationId xmlns:a16="http://schemas.microsoft.com/office/drawing/2014/main" id="{4ECF3F17-80D3-4E9E-91D7-367D88B248D8}"/>
              </a:ext>
            </a:extLst>
          </p:cNvPr>
          <p:cNvSpPr>
            <a:spLocks xmlns:a="http://schemas.openxmlformats.org/drawingml/2006/main" noGrp="1"/>
          </p:cNvSpPr>
          <p:nvPr/>
        </p:nvSpPr>
        <p:spPr>
          <a:xfrm xmlns:a="http://schemas.openxmlformats.org/drawingml/2006/main">
            <a:off x="760441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35" name="Editable chart path">
            <a:extLst xmlns:a="http://schemas.openxmlformats.org/drawingml/2006/main">
              <a:ext uri="{FF2B5EF4-FFF2-40B4-BE49-F238E27FC236}">
                <a16:creationId xmlns:a16="http://schemas.microsoft.com/office/drawing/2014/main" id="{600E3AB7-B2AC-4678-9B33-91B843B616CE}"/>
              </a:ext>
            </a:extLst>
          </p:cNvPr>
          <p:cNvSpPr>
            <a:spLocks xmlns:a="http://schemas.openxmlformats.org/drawingml/2006/main" noGrp="1"/>
          </p:cNvSpPr>
          <p:nvPr/>
        </p:nvSpPr>
        <p:spPr>
          <a:xfrm xmlns:a="http://schemas.openxmlformats.org/drawingml/2006/main">
            <a:off x="7604414"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36" name="Editable chart path">
            <a:extLst xmlns:a="http://schemas.openxmlformats.org/drawingml/2006/main">
              <a:ext uri="{FF2B5EF4-FFF2-40B4-BE49-F238E27FC236}">
                <a16:creationId xmlns:a16="http://schemas.microsoft.com/office/drawing/2014/main" id="{C883DFAB-6BA4-45E2-A91F-F7E8176364BB}"/>
              </a:ext>
            </a:extLst>
          </p:cNvPr>
          <p:cNvSpPr>
            <a:spLocks xmlns:a="http://schemas.openxmlformats.org/drawingml/2006/main" noGrp="1"/>
          </p:cNvSpPr>
          <p:nvPr/>
        </p:nvSpPr>
        <p:spPr>
          <a:xfrm xmlns:a="http://schemas.openxmlformats.org/drawingml/2006/main">
            <a:off x="7604414"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37" name="Editable chart path">
            <a:extLst xmlns:a="http://schemas.openxmlformats.org/drawingml/2006/main">
              <a:ext uri="{FF2B5EF4-FFF2-40B4-BE49-F238E27FC236}">
                <a16:creationId xmlns:a16="http://schemas.microsoft.com/office/drawing/2014/main" id="{D4FC4735-EA07-4A5A-9D7E-5158B7BA16D0}"/>
              </a:ext>
            </a:extLst>
          </p:cNvPr>
          <p:cNvSpPr>
            <a:spLocks xmlns:a="http://schemas.openxmlformats.org/drawingml/2006/main" noGrp="1"/>
          </p:cNvSpPr>
          <p:nvPr/>
        </p:nvSpPr>
        <p:spPr>
          <a:xfrm xmlns:a="http://schemas.openxmlformats.org/drawingml/2006/main">
            <a:off x="7604414"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DAD8"/>
          </a:solidFill>
          <a:ln xmlns:a="http://schemas.openxmlformats.org/drawingml/2006/main" w="2205">
            <a:solidFill>
              <a:srgbClr val="FBFCFE"/>
            </a:solidFill>
            <a:prstDash val="solid"/>
          </a:ln>
        </p:spPr>
      </p:sp>
      <p:sp>
        <p:nvSpPr>
          <p:cNvPr id="2138" name="Editable chart path">
            <a:extLst xmlns:a="http://schemas.openxmlformats.org/drawingml/2006/main">
              <a:ext uri="{FF2B5EF4-FFF2-40B4-BE49-F238E27FC236}">
                <a16:creationId xmlns:a16="http://schemas.microsoft.com/office/drawing/2014/main" id="{C865E85F-A2F4-4263-B1B8-161F62B260A9}"/>
              </a:ext>
            </a:extLst>
          </p:cNvPr>
          <p:cNvSpPr>
            <a:spLocks xmlns:a="http://schemas.openxmlformats.org/drawingml/2006/main" noGrp="1"/>
          </p:cNvSpPr>
          <p:nvPr/>
        </p:nvSpPr>
        <p:spPr>
          <a:xfrm xmlns:a="http://schemas.openxmlformats.org/drawingml/2006/main">
            <a:off x="7666551"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139" name="Editable chart path">
            <a:extLst xmlns:a="http://schemas.openxmlformats.org/drawingml/2006/main">
              <a:ext uri="{FF2B5EF4-FFF2-40B4-BE49-F238E27FC236}">
                <a16:creationId xmlns:a16="http://schemas.microsoft.com/office/drawing/2014/main" id="{AA5E5CBC-68A5-4E4C-A9F4-213FEE7EDEE8}"/>
              </a:ext>
            </a:extLst>
          </p:cNvPr>
          <p:cNvSpPr>
            <a:spLocks xmlns:a="http://schemas.openxmlformats.org/drawingml/2006/main" noGrp="1"/>
          </p:cNvSpPr>
          <p:nvPr/>
        </p:nvSpPr>
        <p:spPr>
          <a:xfrm xmlns:a="http://schemas.openxmlformats.org/drawingml/2006/main">
            <a:off x="7666551"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40" name="Editable chart path">
            <a:extLst xmlns:a="http://schemas.openxmlformats.org/drawingml/2006/main">
              <a:ext uri="{FF2B5EF4-FFF2-40B4-BE49-F238E27FC236}">
                <a16:creationId xmlns:a16="http://schemas.microsoft.com/office/drawing/2014/main" id="{1ADEB52B-C3FC-4692-ABDF-9922CBD24EAB}"/>
              </a:ext>
            </a:extLst>
          </p:cNvPr>
          <p:cNvSpPr>
            <a:spLocks xmlns:a="http://schemas.openxmlformats.org/drawingml/2006/main" noGrp="1"/>
          </p:cNvSpPr>
          <p:nvPr/>
        </p:nvSpPr>
        <p:spPr>
          <a:xfrm xmlns:a="http://schemas.openxmlformats.org/drawingml/2006/main">
            <a:off x="7666551"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41" name="Editable chart path">
            <a:extLst xmlns:a="http://schemas.openxmlformats.org/drawingml/2006/main">
              <a:ext uri="{FF2B5EF4-FFF2-40B4-BE49-F238E27FC236}">
                <a16:creationId xmlns:a16="http://schemas.microsoft.com/office/drawing/2014/main" id="{95A65690-2CB7-4ADB-8B7A-B97DA6552E6E}"/>
              </a:ext>
            </a:extLst>
          </p:cNvPr>
          <p:cNvSpPr>
            <a:spLocks xmlns:a="http://schemas.openxmlformats.org/drawingml/2006/main" noGrp="1"/>
          </p:cNvSpPr>
          <p:nvPr/>
        </p:nvSpPr>
        <p:spPr>
          <a:xfrm xmlns:a="http://schemas.openxmlformats.org/drawingml/2006/main">
            <a:off x="7666551"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37E78"/>
          </a:solidFill>
          <a:ln xmlns:a="http://schemas.openxmlformats.org/drawingml/2006/main" w="2205">
            <a:solidFill>
              <a:srgbClr val="FBFCFE"/>
            </a:solidFill>
            <a:prstDash val="solid"/>
          </a:ln>
        </p:spPr>
      </p:sp>
      <p:sp>
        <p:nvSpPr>
          <p:cNvPr id="2142" name="Editable chart path">
            <a:extLst xmlns:a="http://schemas.openxmlformats.org/drawingml/2006/main">
              <a:ext uri="{FF2B5EF4-FFF2-40B4-BE49-F238E27FC236}">
                <a16:creationId xmlns:a16="http://schemas.microsoft.com/office/drawing/2014/main" id="{E6AEB608-00A0-4A8B-9776-943E9B9E9496}"/>
              </a:ext>
            </a:extLst>
          </p:cNvPr>
          <p:cNvSpPr>
            <a:spLocks xmlns:a="http://schemas.openxmlformats.org/drawingml/2006/main" noGrp="1"/>
          </p:cNvSpPr>
          <p:nvPr/>
        </p:nvSpPr>
        <p:spPr>
          <a:xfrm xmlns:a="http://schemas.openxmlformats.org/drawingml/2006/main">
            <a:off x="7666551"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4373BB"/>
          </a:solidFill>
          <a:ln xmlns:a="http://schemas.openxmlformats.org/drawingml/2006/main" w="2205">
            <a:solidFill>
              <a:srgbClr val="FBFCFE"/>
            </a:solidFill>
            <a:prstDash val="solid"/>
          </a:ln>
        </p:spPr>
      </p:sp>
      <p:sp>
        <p:nvSpPr>
          <p:cNvPr id="2143" name="Editable chart path">
            <a:extLst xmlns:a="http://schemas.openxmlformats.org/drawingml/2006/main">
              <a:ext uri="{FF2B5EF4-FFF2-40B4-BE49-F238E27FC236}">
                <a16:creationId xmlns:a16="http://schemas.microsoft.com/office/drawing/2014/main" id="{4BA84A2B-3CA3-4848-A224-8382105CBD9E}"/>
              </a:ext>
            </a:extLst>
          </p:cNvPr>
          <p:cNvSpPr>
            <a:spLocks xmlns:a="http://schemas.openxmlformats.org/drawingml/2006/main" noGrp="1"/>
          </p:cNvSpPr>
          <p:nvPr/>
        </p:nvSpPr>
        <p:spPr>
          <a:xfrm xmlns:a="http://schemas.openxmlformats.org/drawingml/2006/main">
            <a:off x="7666551"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D9B96"/>
          </a:solidFill>
          <a:ln xmlns:a="http://schemas.openxmlformats.org/drawingml/2006/main" w="2205">
            <a:solidFill>
              <a:srgbClr val="FBFCFE"/>
            </a:solidFill>
            <a:prstDash val="solid"/>
          </a:ln>
        </p:spPr>
      </p:sp>
      <p:sp>
        <p:nvSpPr>
          <p:cNvPr id="2144" name="Editable chart path">
            <a:extLst xmlns:a="http://schemas.openxmlformats.org/drawingml/2006/main">
              <a:ext uri="{FF2B5EF4-FFF2-40B4-BE49-F238E27FC236}">
                <a16:creationId xmlns:a16="http://schemas.microsoft.com/office/drawing/2014/main" id="{069A8D4D-4132-47FE-9523-B404A651AD74}"/>
              </a:ext>
            </a:extLst>
          </p:cNvPr>
          <p:cNvSpPr>
            <a:spLocks xmlns:a="http://schemas.openxmlformats.org/drawingml/2006/main" noGrp="1"/>
          </p:cNvSpPr>
          <p:nvPr/>
        </p:nvSpPr>
        <p:spPr>
          <a:xfrm xmlns:a="http://schemas.openxmlformats.org/drawingml/2006/main">
            <a:off x="766655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D6EB7"/>
          </a:solidFill>
          <a:ln xmlns:a="http://schemas.openxmlformats.org/drawingml/2006/main" w="2205">
            <a:solidFill>
              <a:srgbClr val="FBFCFE"/>
            </a:solidFill>
            <a:prstDash val="solid"/>
          </a:ln>
        </p:spPr>
      </p:sp>
      <p:sp>
        <p:nvSpPr>
          <p:cNvPr id="2145" name="Editable chart path">
            <a:extLst xmlns:a="http://schemas.openxmlformats.org/drawingml/2006/main">
              <a:ext uri="{FF2B5EF4-FFF2-40B4-BE49-F238E27FC236}">
                <a16:creationId xmlns:a16="http://schemas.microsoft.com/office/drawing/2014/main" id="{313A09B6-C210-4C5D-AFB2-3592B427CBBA}"/>
              </a:ext>
            </a:extLst>
          </p:cNvPr>
          <p:cNvSpPr>
            <a:spLocks xmlns:a="http://schemas.openxmlformats.org/drawingml/2006/main" noGrp="1"/>
          </p:cNvSpPr>
          <p:nvPr/>
        </p:nvSpPr>
        <p:spPr>
          <a:xfrm xmlns:a="http://schemas.openxmlformats.org/drawingml/2006/main">
            <a:off x="766655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E9C97"/>
          </a:solidFill>
          <a:ln xmlns:a="http://schemas.openxmlformats.org/drawingml/2006/main" w="2205">
            <a:solidFill>
              <a:srgbClr val="FBFCFE"/>
            </a:solidFill>
            <a:prstDash val="solid"/>
          </a:ln>
        </p:spPr>
      </p:sp>
      <p:sp>
        <p:nvSpPr>
          <p:cNvPr id="2146" name="Editable chart path">
            <a:extLst xmlns:a="http://schemas.openxmlformats.org/drawingml/2006/main">
              <a:ext uri="{FF2B5EF4-FFF2-40B4-BE49-F238E27FC236}">
                <a16:creationId xmlns:a16="http://schemas.microsoft.com/office/drawing/2014/main" id="{76998C4B-A220-4D7A-BD28-376873B2144A}"/>
              </a:ext>
            </a:extLst>
          </p:cNvPr>
          <p:cNvSpPr>
            <a:spLocks xmlns:a="http://schemas.openxmlformats.org/drawingml/2006/main" noGrp="1"/>
          </p:cNvSpPr>
          <p:nvPr/>
        </p:nvSpPr>
        <p:spPr>
          <a:xfrm xmlns:a="http://schemas.openxmlformats.org/drawingml/2006/main">
            <a:off x="766655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85E56"/>
          </a:solidFill>
          <a:ln xmlns:a="http://schemas.openxmlformats.org/drawingml/2006/main" w="2205">
            <a:solidFill>
              <a:srgbClr val="FBFCFE"/>
            </a:solidFill>
            <a:prstDash val="solid"/>
          </a:ln>
        </p:spPr>
      </p:sp>
      <p:sp>
        <p:nvSpPr>
          <p:cNvPr id="2147" name="Editable chart path">
            <a:extLst xmlns:a="http://schemas.openxmlformats.org/drawingml/2006/main">
              <a:ext uri="{FF2B5EF4-FFF2-40B4-BE49-F238E27FC236}">
                <a16:creationId xmlns:a16="http://schemas.microsoft.com/office/drawing/2014/main" id="{824A59AE-5D93-4771-BD6C-E5B50C87BF80}"/>
              </a:ext>
            </a:extLst>
          </p:cNvPr>
          <p:cNvSpPr>
            <a:spLocks xmlns:a="http://schemas.openxmlformats.org/drawingml/2006/main" noGrp="1"/>
          </p:cNvSpPr>
          <p:nvPr/>
        </p:nvSpPr>
        <p:spPr>
          <a:xfrm xmlns:a="http://schemas.openxmlformats.org/drawingml/2006/main">
            <a:off x="7666551"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B5DA8"/>
          </a:solidFill>
          <a:ln xmlns:a="http://schemas.openxmlformats.org/drawingml/2006/main" w="2205">
            <a:solidFill>
              <a:srgbClr val="FBFCFE"/>
            </a:solidFill>
            <a:prstDash val="solid"/>
          </a:ln>
        </p:spPr>
      </p:sp>
      <p:sp>
        <p:nvSpPr>
          <p:cNvPr id="2148" name="Editable chart path">
            <a:extLst xmlns:a="http://schemas.openxmlformats.org/drawingml/2006/main">
              <a:ext uri="{FF2B5EF4-FFF2-40B4-BE49-F238E27FC236}">
                <a16:creationId xmlns:a16="http://schemas.microsoft.com/office/drawing/2014/main" id="{0D51215F-23B2-4263-8177-2C505111DE5D}"/>
              </a:ext>
            </a:extLst>
          </p:cNvPr>
          <p:cNvSpPr>
            <a:spLocks xmlns:a="http://schemas.openxmlformats.org/drawingml/2006/main" noGrp="1"/>
          </p:cNvSpPr>
          <p:nvPr/>
        </p:nvSpPr>
        <p:spPr>
          <a:xfrm xmlns:a="http://schemas.openxmlformats.org/drawingml/2006/main">
            <a:off x="7666551"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49" name="Editable chart path">
            <a:extLst xmlns:a="http://schemas.openxmlformats.org/drawingml/2006/main">
              <a:ext uri="{FF2B5EF4-FFF2-40B4-BE49-F238E27FC236}">
                <a16:creationId xmlns:a16="http://schemas.microsoft.com/office/drawing/2014/main" id="{F5EE2D38-7F48-47AA-A5D0-404C3FA727F5}"/>
              </a:ext>
            </a:extLst>
          </p:cNvPr>
          <p:cNvSpPr>
            <a:spLocks xmlns:a="http://schemas.openxmlformats.org/drawingml/2006/main" noGrp="1"/>
          </p:cNvSpPr>
          <p:nvPr/>
        </p:nvSpPr>
        <p:spPr>
          <a:xfrm xmlns:a="http://schemas.openxmlformats.org/drawingml/2006/main">
            <a:off x="7666551"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78A84"/>
          </a:solidFill>
          <a:ln xmlns:a="http://schemas.openxmlformats.org/drawingml/2006/main" w="2205">
            <a:solidFill>
              <a:srgbClr val="FBFCFE"/>
            </a:solidFill>
            <a:prstDash val="solid"/>
          </a:ln>
        </p:spPr>
      </p:sp>
      <p:sp>
        <p:nvSpPr>
          <p:cNvPr id="2150" name="Editable chart path">
            <a:extLst xmlns:a="http://schemas.openxmlformats.org/drawingml/2006/main">
              <a:ext uri="{FF2B5EF4-FFF2-40B4-BE49-F238E27FC236}">
                <a16:creationId xmlns:a16="http://schemas.microsoft.com/office/drawing/2014/main" id="{B9AC79D2-B7A9-4EE4-8156-01AE2B60F72D}"/>
              </a:ext>
            </a:extLst>
          </p:cNvPr>
          <p:cNvSpPr>
            <a:spLocks xmlns:a="http://schemas.openxmlformats.org/drawingml/2006/main" noGrp="1"/>
          </p:cNvSpPr>
          <p:nvPr/>
        </p:nvSpPr>
        <p:spPr>
          <a:xfrm xmlns:a="http://schemas.openxmlformats.org/drawingml/2006/main">
            <a:off x="7666551" y="261351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51" name="Editable chart path">
            <a:extLst xmlns:a="http://schemas.openxmlformats.org/drawingml/2006/main">
              <a:ext uri="{FF2B5EF4-FFF2-40B4-BE49-F238E27FC236}">
                <a16:creationId xmlns:a16="http://schemas.microsoft.com/office/drawing/2014/main" id="{36B5C345-B9AA-41D0-BE23-132F5E74F215}"/>
              </a:ext>
            </a:extLst>
          </p:cNvPr>
          <p:cNvSpPr>
            <a:spLocks xmlns:a="http://schemas.openxmlformats.org/drawingml/2006/main" noGrp="1"/>
          </p:cNvSpPr>
          <p:nvPr/>
        </p:nvSpPr>
        <p:spPr>
          <a:xfrm xmlns:a="http://schemas.openxmlformats.org/drawingml/2006/main">
            <a:off x="7728689" y="404268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52" name="Editable chart path">
            <a:extLst xmlns:a="http://schemas.openxmlformats.org/drawingml/2006/main">
              <a:ext uri="{FF2B5EF4-FFF2-40B4-BE49-F238E27FC236}">
                <a16:creationId xmlns:a16="http://schemas.microsoft.com/office/drawing/2014/main" id="{8EC9679C-59E5-42E7-B7D9-10A0BEFBBA7F}"/>
              </a:ext>
            </a:extLst>
          </p:cNvPr>
          <p:cNvSpPr>
            <a:spLocks xmlns:a="http://schemas.openxmlformats.org/drawingml/2006/main" noGrp="1"/>
          </p:cNvSpPr>
          <p:nvPr/>
        </p:nvSpPr>
        <p:spPr>
          <a:xfrm xmlns:a="http://schemas.openxmlformats.org/drawingml/2006/main">
            <a:off x="772868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53" name="Editable chart path">
            <a:extLst xmlns:a="http://schemas.openxmlformats.org/drawingml/2006/main">
              <a:ext uri="{FF2B5EF4-FFF2-40B4-BE49-F238E27FC236}">
                <a16:creationId xmlns:a16="http://schemas.microsoft.com/office/drawing/2014/main" id="{AA218308-7D49-4D78-9B6D-A8471BB8999F}"/>
              </a:ext>
            </a:extLst>
          </p:cNvPr>
          <p:cNvSpPr>
            <a:spLocks xmlns:a="http://schemas.openxmlformats.org/drawingml/2006/main" noGrp="1"/>
          </p:cNvSpPr>
          <p:nvPr/>
        </p:nvSpPr>
        <p:spPr>
          <a:xfrm xmlns:a="http://schemas.openxmlformats.org/drawingml/2006/main">
            <a:off x="772868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98E89"/>
          </a:solidFill>
          <a:ln xmlns:a="http://schemas.openxmlformats.org/drawingml/2006/main" w="2205">
            <a:solidFill>
              <a:srgbClr val="FBFCFE"/>
            </a:solidFill>
            <a:prstDash val="solid"/>
          </a:ln>
        </p:spPr>
      </p:sp>
      <p:sp>
        <p:nvSpPr>
          <p:cNvPr id="2154" name="Editable chart path">
            <a:extLst xmlns:a="http://schemas.openxmlformats.org/drawingml/2006/main">
              <a:ext uri="{FF2B5EF4-FFF2-40B4-BE49-F238E27FC236}">
                <a16:creationId xmlns:a16="http://schemas.microsoft.com/office/drawing/2014/main" id="{77E48753-FDF4-4F49-951E-5B1D9426E095}"/>
              </a:ext>
            </a:extLst>
          </p:cNvPr>
          <p:cNvSpPr>
            <a:spLocks xmlns:a="http://schemas.openxmlformats.org/drawingml/2006/main" noGrp="1"/>
          </p:cNvSpPr>
          <p:nvPr/>
        </p:nvSpPr>
        <p:spPr>
          <a:xfrm xmlns:a="http://schemas.openxmlformats.org/drawingml/2006/main">
            <a:off x="772868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2155" name="Editable chart path">
            <a:extLst xmlns:a="http://schemas.openxmlformats.org/drawingml/2006/main">
              <a:ext uri="{FF2B5EF4-FFF2-40B4-BE49-F238E27FC236}">
                <a16:creationId xmlns:a16="http://schemas.microsoft.com/office/drawing/2014/main" id="{7A3CE45A-9C44-4111-9042-2C52F2000C02}"/>
              </a:ext>
            </a:extLst>
          </p:cNvPr>
          <p:cNvSpPr>
            <a:spLocks xmlns:a="http://schemas.openxmlformats.org/drawingml/2006/main" noGrp="1"/>
          </p:cNvSpPr>
          <p:nvPr/>
        </p:nvSpPr>
        <p:spPr>
          <a:xfrm xmlns:a="http://schemas.openxmlformats.org/drawingml/2006/main">
            <a:off x="772868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56" name="Editable chart path">
            <a:extLst xmlns:a="http://schemas.openxmlformats.org/drawingml/2006/main">
              <a:ext uri="{FF2B5EF4-FFF2-40B4-BE49-F238E27FC236}">
                <a16:creationId xmlns:a16="http://schemas.microsoft.com/office/drawing/2014/main" id="{FA6723A0-D31E-482D-8B78-AE3330BE044A}"/>
              </a:ext>
            </a:extLst>
          </p:cNvPr>
          <p:cNvSpPr>
            <a:spLocks xmlns:a="http://schemas.openxmlformats.org/drawingml/2006/main" noGrp="1"/>
          </p:cNvSpPr>
          <p:nvPr/>
        </p:nvSpPr>
        <p:spPr>
          <a:xfrm xmlns:a="http://schemas.openxmlformats.org/drawingml/2006/main">
            <a:off x="772868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57" name="Editable chart path">
            <a:extLst xmlns:a="http://schemas.openxmlformats.org/drawingml/2006/main">
              <a:ext uri="{FF2B5EF4-FFF2-40B4-BE49-F238E27FC236}">
                <a16:creationId xmlns:a16="http://schemas.microsoft.com/office/drawing/2014/main" id="{7DDD7560-7641-41AD-A263-9A38E6236467}"/>
              </a:ext>
            </a:extLst>
          </p:cNvPr>
          <p:cNvSpPr>
            <a:spLocks xmlns:a="http://schemas.openxmlformats.org/drawingml/2006/main" noGrp="1"/>
          </p:cNvSpPr>
          <p:nvPr/>
        </p:nvSpPr>
        <p:spPr>
          <a:xfrm xmlns:a="http://schemas.openxmlformats.org/drawingml/2006/main">
            <a:off x="772868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CC0F2"/>
          </a:solidFill>
          <a:ln xmlns:a="http://schemas.openxmlformats.org/drawingml/2006/main" w="2205">
            <a:solidFill>
              <a:srgbClr val="FBFCFE"/>
            </a:solidFill>
            <a:prstDash val="solid"/>
          </a:ln>
        </p:spPr>
      </p:sp>
      <p:sp>
        <p:nvSpPr>
          <p:cNvPr id="2158" name="Editable chart path">
            <a:extLst xmlns:a="http://schemas.openxmlformats.org/drawingml/2006/main">
              <a:ext uri="{FF2B5EF4-FFF2-40B4-BE49-F238E27FC236}">
                <a16:creationId xmlns:a16="http://schemas.microsoft.com/office/drawing/2014/main" id="{BFA7CD83-1894-4635-B318-C53A8577C402}"/>
              </a:ext>
            </a:extLst>
          </p:cNvPr>
          <p:cNvSpPr>
            <a:spLocks xmlns:a="http://schemas.openxmlformats.org/drawingml/2006/main" noGrp="1"/>
          </p:cNvSpPr>
          <p:nvPr/>
        </p:nvSpPr>
        <p:spPr>
          <a:xfrm xmlns:a="http://schemas.openxmlformats.org/drawingml/2006/main">
            <a:off x="772868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59" name="Editable chart path">
            <a:extLst xmlns:a="http://schemas.openxmlformats.org/drawingml/2006/main">
              <a:ext uri="{FF2B5EF4-FFF2-40B4-BE49-F238E27FC236}">
                <a16:creationId xmlns:a16="http://schemas.microsoft.com/office/drawing/2014/main" id="{CC5045E0-9BCA-42E7-86EF-A1A1BE68D8B5}"/>
              </a:ext>
            </a:extLst>
          </p:cNvPr>
          <p:cNvSpPr>
            <a:spLocks xmlns:a="http://schemas.openxmlformats.org/drawingml/2006/main" noGrp="1"/>
          </p:cNvSpPr>
          <p:nvPr/>
        </p:nvSpPr>
        <p:spPr>
          <a:xfrm xmlns:a="http://schemas.openxmlformats.org/drawingml/2006/main">
            <a:off x="772868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5B3AF"/>
          </a:solidFill>
          <a:ln xmlns:a="http://schemas.openxmlformats.org/drawingml/2006/main" w="2205">
            <a:solidFill>
              <a:srgbClr val="FBFCFE"/>
            </a:solidFill>
            <a:prstDash val="solid"/>
          </a:ln>
        </p:spPr>
      </p:sp>
      <p:sp>
        <p:nvSpPr>
          <p:cNvPr id="2160" name="Editable chart path">
            <a:extLst xmlns:a="http://schemas.openxmlformats.org/drawingml/2006/main">
              <a:ext uri="{FF2B5EF4-FFF2-40B4-BE49-F238E27FC236}">
                <a16:creationId xmlns:a16="http://schemas.microsoft.com/office/drawing/2014/main" id="{C5A9A40F-F4C6-41C8-AC64-24BB69ED5B26}"/>
              </a:ext>
            </a:extLst>
          </p:cNvPr>
          <p:cNvSpPr>
            <a:spLocks xmlns:a="http://schemas.openxmlformats.org/drawingml/2006/main" noGrp="1"/>
          </p:cNvSpPr>
          <p:nvPr/>
        </p:nvSpPr>
        <p:spPr>
          <a:xfrm xmlns:a="http://schemas.openxmlformats.org/drawingml/2006/main">
            <a:off x="772868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61" name="Editable chart path">
            <a:extLst xmlns:a="http://schemas.openxmlformats.org/drawingml/2006/main">
              <a:ext uri="{FF2B5EF4-FFF2-40B4-BE49-F238E27FC236}">
                <a16:creationId xmlns:a16="http://schemas.microsoft.com/office/drawing/2014/main" id="{C4B6DFF2-090D-43B5-A067-1ADFBF489213}"/>
              </a:ext>
            </a:extLst>
          </p:cNvPr>
          <p:cNvSpPr>
            <a:spLocks xmlns:a="http://schemas.openxmlformats.org/drawingml/2006/main" noGrp="1"/>
          </p:cNvSpPr>
          <p:nvPr/>
        </p:nvSpPr>
        <p:spPr>
          <a:xfrm xmlns:a="http://schemas.openxmlformats.org/drawingml/2006/main">
            <a:off x="772868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2162" name="Editable chart path">
            <a:extLst xmlns:a="http://schemas.openxmlformats.org/drawingml/2006/main">
              <a:ext uri="{FF2B5EF4-FFF2-40B4-BE49-F238E27FC236}">
                <a16:creationId xmlns:a16="http://schemas.microsoft.com/office/drawing/2014/main" id="{4FBD93A2-CD58-4764-BD4B-EEC1F760CA6D}"/>
              </a:ext>
            </a:extLst>
          </p:cNvPr>
          <p:cNvSpPr>
            <a:spLocks xmlns:a="http://schemas.openxmlformats.org/drawingml/2006/main" noGrp="1"/>
          </p:cNvSpPr>
          <p:nvPr/>
        </p:nvSpPr>
        <p:spPr>
          <a:xfrm xmlns:a="http://schemas.openxmlformats.org/drawingml/2006/main">
            <a:off x="7728689"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163" name="Editable chart path">
            <a:extLst xmlns:a="http://schemas.openxmlformats.org/drawingml/2006/main">
              <a:ext uri="{FF2B5EF4-FFF2-40B4-BE49-F238E27FC236}">
                <a16:creationId xmlns:a16="http://schemas.microsoft.com/office/drawing/2014/main" id="{77527E4B-659B-4867-A71D-6CBBD313209A}"/>
              </a:ext>
            </a:extLst>
          </p:cNvPr>
          <p:cNvSpPr>
            <a:spLocks xmlns:a="http://schemas.openxmlformats.org/drawingml/2006/main" noGrp="1"/>
          </p:cNvSpPr>
          <p:nvPr/>
        </p:nvSpPr>
        <p:spPr>
          <a:xfrm xmlns:a="http://schemas.openxmlformats.org/drawingml/2006/main">
            <a:off x="7728689"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A625A"/>
          </a:solidFill>
          <a:ln xmlns:a="http://schemas.openxmlformats.org/drawingml/2006/main" w="2205">
            <a:solidFill>
              <a:srgbClr val="FBFCFE"/>
            </a:solidFill>
            <a:prstDash val="solid"/>
          </a:ln>
        </p:spPr>
      </p:sp>
      <p:sp>
        <p:nvSpPr>
          <p:cNvPr id="2164" name="Editable chart path">
            <a:extLst xmlns:a="http://schemas.openxmlformats.org/drawingml/2006/main">
              <a:ext uri="{FF2B5EF4-FFF2-40B4-BE49-F238E27FC236}">
                <a16:creationId xmlns:a16="http://schemas.microsoft.com/office/drawing/2014/main" id="{10AE2ABC-4CFA-4A5B-BCB0-87436325AC9D}"/>
              </a:ext>
            </a:extLst>
          </p:cNvPr>
          <p:cNvSpPr>
            <a:spLocks xmlns:a="http://schemas.openxmlformats.org/drawingml/2006/main" noGrp="1"/>
          </p:cNvSpPr>
          <p:nvPr/>
        </p:nvSpPr>
        <p:spPr>
          <a:xfrm xmlns:a="http://schemas.openxmlformats.org/drawingml/2006/main">
            <a:off x="7728689"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98F8A"/>
          </a:solidFill>
          <a:ln xmlns:a="http://schemas.openxmlformats.org/drawingml/2006/main" w="2205">
            <a:solidFill>
              <a:srgbClr val="FBFCFE"/>
            </a:solidFill>
            <a:prstDash val="solid"/>
          </a:ln>
        </p:spPr>
      </p:sp>
      <p:sp>
        <p:nvSpPr>
          <p:cNvPr id="2165" name="Editable chart path">
            <a:extLst xmlns:a="http://schemas.openxmlformats.org/drawingml/2006/main">
              <a:ext uri="{FF2B5EF4-FFF2-40B4-BE49-F238E27FC236}">
                <a16:creationId xmlns:a16="http://schemas.microsoft.com/office/drawing/2014/main" id="{AE590D57-178C-402A-8BC6-3927462EF6B1}"/>
              </a:ext>
            </a:extLst>
          </p:cNvPr>
          <p:cNvSpPr>
            <a:spLocks xmlns:a="http://schemas.openxmlformats.org/drawingml/2006/main" noGrp="1"/>
          </p:cNvSpPr>
          <p:nvPr/>
        </p:nvSpPr>
        <p:spPr>
          <a:xfrm xmlns:a="http://schemas.openxmlformats.org/drawingml/2006/main">
            <a:off x="7728689"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66" name="Editable chart path">
            <a:extLst xmlns:a="http://schemas.openxmlformats.org/drawingml/2006/main">
              <a:ext uri="{FF2B5EF4-FFF2-40B4-BE49-F238E27FC236}">
                <a16:creationId xmlns:a16="http://schemas.microsoft.com/office/drawing/2014/main" id="{FA819D04-9423-48BF-8016-94F6B0CAEBEC}"/>
              </a:ext>
            </a:extLst>
          </p:cNvPr>
          <p:cNvSpPr>
            <a:spLocks xmlns:a="http://schemas.openxmlformats.org/drawingml/2006/main" noGrp="1"/>
          </p:cNvSpPr>
          <p:nvPr/>
        </p:nvSpPr>
        <p:spPr>
          <a:xfrm xmlns:a="http://schemas.openxmlformats.org/drawingml/2006/main">
            <a:off x="7728689" y="267565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67" name="Editable chart path">
            <a:extLst xmlns:a="http://schemas.openxmlformats.org/drawingml/2006/main">
              <a:ext uri="{FF2B5EF4-FFF2-40B4-BE49-F238E27FC236}">
                <a16:creationId xmlns:a16="http://schemas.microsoft.com/office/drawing/2014/main" id="{9D53DDB9-BF36-40C2-AE27-048DDE4F90EB}"/>
              </a:ext>
            </a:extLst>
          </p:cNvPr>
          <p:cNvSpPr>
            <a:spLocks xmlns:a="http://schemas.openxmlformats.org/drawingml/2006/main" noGrp="1"/>
          </p:cNvSpPr>
          <p:nvPr/>
        </p:nvSpPr>
        <p:spPr>
          <a:xfrm xmlns:a="http://schemas.openxmlformats.org/drawingml/2006/main">
            <a:off x="7790827"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FA29D"/>
          </a:solidFill>
          <a:ln xmlns:a="http://schemas.openxmlformats.org/drawingml/2006/main" w="2205">
            <a:solidFill>
              <a:srgbClr val="FBFCFE"/>
            </a:solidFill>
            <a:prstDash val="solid"/>
          </a:ln>
        </p:spPr>
      </p:sp>
      <p:sp>
        <p:nvSpPr>
          <p:cNvPr id="2168" name="Editable chart path">
            <a:extLst xmlns:a="http://schemas.openxmlformats.org/drawingml/2006/main">
              <a:ext uri="{FF2B5EF4-FFF2-40B4-BE49-F238E27FC236}">
                <a16:creationId xmlns:a16="http://schemas.microsoft.com/office/drawing/2014/main" id="{1E614911-5F46-481C-85DE-F95E6C5C2007}"/>
              </a:ext>
            </a:extLst>
          </p:cNvPr>
          <p:cNvSpPr>
            <a:spLocks xmlns:a="http://schemas.openxmlformats.org/drawingml/2006/main" noGrp="1"/>
          </p:cNvSpPr>
          <p:nvPr/>
        </p:nvSpPr>
        <p:spPr>
          <a:xfrm xmlns:a="http://schemas.openxmlformats.org/drawingml/2006/main">
            <a:off x="779082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2169" name="Editable chart path">
            <a:extLst xmlns:a="http://schemas.openxmlformats.org/drawingml/2006/main">
              <a:ext uri="{FF2B5EF4-FFF2-40B4-BE49-F238E27FC236}">
                <a16:creationId xmlns:a16="http://schemas.microsoft.com/office/drawing/2014/main" id="{5B3B6F7B-1CED-47B9-BF8E-5124BBE3379B}"/>
              </a:ext>
            </a:extLst>
          </p:cNvPr>
          <p:cNvSpPr>
            <a:spLocks xmlns:a="http://schemas.openxmlformats.org/drawingml/2006/main" noGrp="1"/>
          </p:cNvSpPr>
          <p:nvPr/>
        </p:nvSpPr>
        <p:spPr>
          <a:xfrm xmlns:a="http://schemas.openxmlformats.org/drawingml/2006/main">
            <a:off x="7790827"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70" name="Editable chart path">
            <a:extLst xmlns:a="http://schemas.openxmlformats.org/drawingml/2006/main">
              <a:ext uri="{FF2B5EF4-FFF2-40B4-BE49-F238E27FC236}">
                <a16:creationId xmlns:a16="http://schemas.microsoft.com/office/drawing/2014/main" id="{E2D4035E-43E8-456C-91E5-72840E49F653}"/>
              </a:ext>
            </a:extLst>
          </p:cNvPr>
          <p:cNvSpPr>
            <a:spLocks xmlns:a="http://schemas.openxmlformats.org/drawingml/2006/main" noGrp="1"/>
          </p:cNvSpPr>
          <p:nvPr/>
        </p:nvSpPr>
        <p:spPr>
          <a:xfrm xmlns:a="http://schemas.openxmlformats.org/drawingml/2006/main">
            <a:off x="779082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71" name="Editable chart path">
            <a:extLst xmlns:a="http://schemas.openxmlformats.org/drawingml/2006/main">
              <a:ext uri="{FF2B5EF4-FFF2-40B4-BE49-F238E27FC236}">
                <a16:creationId xmlns:a16="http://schemas.microsoft.com/office/drawing/2014/main" id="{7BB1E9D0-AC39-4210-BAFF-6EA96BF5C0A2}"/>
              </a:ext>
            </a:extLst>
          </p:cNvPr>
          <p:cNvSpPr>
            <a:spLocks xmlns:a="http://schemas.openxmlformats.org/drawingml/2006/main" noGrp="1"/>
          </p:cNvSpPr>
          <p:nvPr/>
        </p:nvSpPr>
        <p:spPr>
          <a:xfrm xmlns:a="http://schemas.openxmlformats.org/drawingml/2006/main">
            <a:off x="779082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BD2F3"/>
          </a:solidFill>
          <a:ln xmlns:a="http://schemas.openxmlformats.org/drawingml/2006/main" w="2205">
            <a:solidFill>
              <a:srgbClr val="FBFCFE"/>
            </a:solidFill>
            <a:prstDash val="solid"/>
          </a:ln>
        </p:spPr>
      </p:sp>
      <p:sp>
        <p:nvSpPr>
          <p:cNvPr id="2172" name="Editable chart path">
            <a:extLst xmlns:a="http://schemas.openxmlformats.org/drawingml/2006/main">
              <a:ext uri="{FF2B5EF4-FFF2-40B4-BE49-F238E27FC236}">
                <a16:creationId xmlns:a16="http://schemas.microsoft.com/office/drawing/2014/main" id="{AF3A9363-181F-477B-89FC-1D565519C570}"/>
              </a:ext>
            </a:extLst>
          </p:cNvPr>
          <p:cNvSpPr>
            <a:spLocks xmlns:a="http://schemas.openxmlformats.org/drawingml/2006/main" noGrp="1"/>
          </p:cNvSpPr>
          <p:nvPr/>
        </p:nvSpPr>
        <p:spPr>
          <a:xfrm xmlns:a="http://schemas.openxmlformats.org/drawingml/2006/main">
            <a:off x="779082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73" name="Editable chart path">
            <a:extLst xmlns:a="http://schemas.openxmlformats.org/drawingml/2006/main">
              <a:ext uri="{FF2B5EF4-FFF2-40B4-BE49-F238E27FC236}">
                <a16:creationId xmlns:a16="http://schemas.microsoft.com/office/drawing/2014/main" id="{500373DA-5AAF-49BE-BC8C-1CF2E56776ED}"/>
              </a:ext>
            </a:extLst>
          </p:cNvPr>
          <p:cNvSpPr>
            <a:spLocks xmlns:a="http://schemas.openxmlformats.org/drawingml/2006/main" noGrp="1"/>
          </p:cNvSpPr>
          <p:nvPr/>
        </p:nvSpPr>
        <p:spPr>
          <a:xfrm xmlns:a="http://schemas.openxmlformats.org/drawingml/2006/main">
            <a:off x="779082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74" name="Editable chart path">
            <a:extLst xmlns:a="http://schemas.openxmlformats.org/drawingml/2006/main">
              <a:ext uri="{FF2B5EF4-FFF2-40B4-BE49-F238E27FC236}">
                <a16:creationId xmlns:a16="http://schemas.microsoft.com/office/drawing/2014/main" id="{1DE132E0-064F-4FEB-85EF-99DAA42C312F}"/>
              </a:ext>
            </a:extLst>
          </p:cNvPr>
          <p:cNvSpPr>
            <a:spLocks xmlns:a="http://schemas.openxmlformats.org/drawingml/2006/main" noGrp="1"/>
          </p:cNvSpPr>
          <p:nvPr/>
        </p:nvSpPr>
        <p:spPr>
          <a:xfrm xmlns:a="http://schemas.openxmlformats.org/drawingml/2006/main">
            <a:off x="779082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75" name="Editable chart path">
            <a:extLst xmlns:a="http://schemas.openxmlformats.org/drawingml/2006/main">
              <a:ext uri="{FF2B5EF4-FFF2-40B4-BE49-F238E27FC236}">
                <a16:creationId xmlns:a16="http://schemas.microsoft.com/office/drawing/2014/main" id="{F4EAE945-82AE-4077-BEE7-30CE8B38D1C6}"/>
              </a:ext>
            </a:extLst>
          </p:cNvPr>
          <p:cNvSpPr>
            <a:spLocks xmlns:a="http://schemas.openxmlformats.org/drawingml/2006/main" noGrp="1"/>
          </p:cNvSpPr>
          <p:nvPr/>
        </p:nvSpPr>
        <p:spPr>
          <a:xfrm xmlns:a="http://schemas.openxmlformats.org/drawingml/2006/main">
            <a:off x="779082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76" name="Editable chart path">
            <a:extLst xmlns:a="http://schemas.openxmlformats.org/drawingml/2006/main">
              <a:ext uri="{FF2B5EF4-FFF2-40B4-BE49-F238E27FC236}">
                <a16:creationId xmlns:a16="http://schemas.microsoft.com/office/drawing/2014/main" id="{CE6FA26A-1C71-4AFC-BC65-384F6C38864E}"/>
              </a:ext>
            </a:extLst>
          </p:cNvPr>
          <p:cNvSpPr>
            <a:spLocks xmlns:a="http://schemas.openxmlformats.org/drawingml/2006/main" noGrp="1"/>
          </p:cNvSpPr>
          <p:nvPr/>
        </p:nvSpPr>
        <p:spPr>
          <a:xfrm xmlns:a="http://schemas.openxmlformats.org/drawingml/2006/main">
            <a:off x="779082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77" name="Editable chart path">
            <a:extLst xmlns:a="http://schemas.openxmlformats.org/drawingml/2006/main">
              <a:ext uri="{FF2B5EF4-FFF2-40B4-BE49-F238E27FC236}">
                <a16:creationId xmlns:a16="http://schemas.microsoft.com/office/drawing/2014/main" id="{6F50D6DA-F01E-4F68-81C8-8CEB4E62D2C4}"/>
              </a:ext>
            </a:extLst>
          </p:cNvPr>
          <p:cNvSpPr>
            <a:spLocks xmlns:a="http://schemas.openxmlformats.org/drawingml/2006/main" noGrp="1"/>
          </p:cNvSpPr>
          <p:nvPr/>
        </p:nvSpPr>
        <p:spPr>
          <a:xfrm xmlns:a="http://schemas.openxmlformats.org/drawingml/2006/main">
            <a:off x="779082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E9E99"/>
          </a:solidFill>
          <a:ln xmlns:a="http://schemas.openxmlformats.org/drawingml/2006/main" w="2205">
            <a:solidFill>
              <a:srgbClr val="FBFCFE"/>
            </a:solidFill>
            <a:prstDash val="solid"/>
          </a:ln>
        </p:spPr>
      </p:sp>
      <p:sp>
        <p:nvSpPr>
          <p:cNvPr id="2178" name="Editable chart path">
            <a:extLst xmlns:a="http://schemas.openxmlformats.org/drawingml/2006/main">
              <a:ext uri="{FF2B5EF4-FFF2-40B4-BE49-F238E27FC236}">
                <a16:creationId xmlns:a16="http://schemas.microsoft.com/office/drawing/2014/main" id="{762CBA76-BC29-4B06-B481-1AB52393A3B2}"/>
              </a:ext>
            </a:extLst>
          </p:cNvPr>
          <p:cNvSpPr>
            <a:spLocks xmlns:a="http://schemas.openxmlformats.org/drawingml/2006/main" noGrp="1"/>
          </p:cNvSpPr>
          <p:nvPr/>
        </p:nvSpPr>
        <p:spPr>
          <a:xfrm xmlns:a="http://schemas.openxmlformats.org/drawingml/2006/main">
            <a:off x="779082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79" name="Editable chart path">
            <a:extLst xmlns:a="http://schemas.openxmlformats.org/drawingml/2006/main">
              <a:ext uri="{FF2B5EF4-FFF2-40B4-BE49-F238E27FC236}">
                <a16:creationId xmlns:a16="http://schemas.microsoft.com/office/drawing/2014/main" id="{6E5375AE-435D-49AC-9CF2-26F7115BFA71}"/>
              </a:ext>
            </a:extLst>
          </p:cNvPr>
          <p:cNvSpPr>
            <a:spLocks xmlns:a="http://schemas.openxmlformats.org/drawingml/2006/main" noGrp="1"/>
          </p:cNvSpPr>
          <p:nvPr/>
        </p:nvSpPr>
        <p:spPr>
          <a:xfrm xmlns:a="http://schemas.openxmlformats.org/drawingml/2006/main">
            <a:off x="779082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80" name="Editable chart path">
            <a:extLst xmlns:a="http://schemas.openxmlformats.org/drawingml/2006/main">
              <a:ext uri="{FF2B5EF4-FFF2-40B4-BE49-F238E27FC236}">
                <a16:creationId xmlns:a16="http://schemas.microsoft.com/office/drawing/2014/main" id="{EC098BFB-9D65-44CF-A45B-7771A0119903}"/>
              </a:ext>
            </a:extLst>
          </p:cNvPr>
          <p:cNvSpPr>
            <a:spLocks xmlns:a="http://schemas.openxmlformats.org/drawingml/2006/main" noGrp="1"/>
          </p:cNvSpPr>
          <p:nvPr/>
        </p:nvSpPr>
        <p:spPr>
          <a:xfrm xmlns:a="http://schemas.openxmlformats.org/drawingml/2006/main">
            <a:off x="779082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81" name="Editable chart path">
            <a:extLst xmlns:a="http://schemas.openxmlformats.org/drawingml/2006/main">
              <a:ext uri="{FF2B5EF4-FFF2-40B4-BE49-F238E27FC236}">
                <a16:creationId xmlns:a16="http://schemas.microsoft.com/office/drawing/2014/main" id="{3EAA346E-2019-4931-92EC-E612C2792CB3}"/>
              </a:ext>
            </a:extLst>
          </p:cNvPr>
          <p:cNvSpPr>
            <a:spLocks xmlns:a="http://schemas.openxmlformats.org/drawingml/2006/main" noGrp="1"/>
          </p:cNvSpPr>
          <p:nvPr/>
        </p:nvSpPr>
        <p:spPr>
          <a:xfrm xmlns:a="http://schemas.openxmlformats.org/drawingml/2006/main">
            <a:off x="779082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82" name="Editable chart path">
            <a:extLst xmlns:a="http://schemas.openxmlformats.org/drawingml/2006/main">
              <a:ext uri="{FF2B5EF4-FFF2-40B4-BE49-F238E27FC236}">
                <a16:creationId xmlns:a16="http://schemas.microsoft.com/office/drawing/2014/main" id="{43E9A2A8-711B-4085-9EB8-DA862B0369B4}"/>
              </a:ext>
            </a:extLst>
          </p:cNvPr>
          <p:cNvSpPr>
            <a:spLocks xmlns:a="http://schemas.openxmlformats.org/drawingml/2006/main" noGrp="1"/>
          </p:cNvSpPr>
          <p:nvPr/>
        </p:nvSpPr>
        <p:spPr>
          <a:xfrm xmlns:a="http://schemas.openxmlformats.org/drawingml/2006/main">
            <a:off x="7790827"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5544C"/>
          </a:solidFill>
          <a:ln xmlns:a="http://schemas.openxmlformats.org/drawingml/2006/main" w="2205">
            <a:solidFill>
              <a:srgbClr val="FBFCFE"/>
            </a:solidFill>
            <a:prstDash val="solid"/>
          </a:ln>
        </p:spPr>
      </p:sp>
      <p:sp>
        <p:nvSpPr>
          <p:cNvPr id="2183" name="Editable chart path">
            <a:extLst xmlns:a="http://schemas.openxmlformats.org/drawingml/2006/main">
              <a:ext uri="{FF2B5EF4-FFF2-40B4-BE49-F238E27FC236}">
                <a16:creationId xmlns:a16="http://schemas.microsoft.com/office/drawing/2014/main" id="{37B412C6-28BD-4C9A-96B0-F7BD94973527}"/>
              </a:ext>
            </a:extLst>
          </p:cNvPr>
          <p:cNvSpPr>
            <a:spLocks xmlns:a="http://schemas.openxmlformats.org/drawingml/2006/main" noGrp="1"/>
          </p:cNvSpPr>
          <p:nvPr/>
        </p:nvSpPr>
        <p:spPr>
          <a:xfrm xmlns:a="http://schemas.openxmlformats.org/drawingml/2006/main">
            <a:off x="7790827"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84" name="Editable chart path">
            <a:extLst xmlns:a="http://schemas.openxmlformats.org/drawingml/2006/main">
              <a:ext uri="{FF2B5EF4-FFF2-40B4-BE49-F238E27FC236}">
                <a16:creationId xmlns:a16="http://schemas.microsoft.com/office/drawing/2014/main" id="{97A8807E-342A-4087-A69B-3F3EE4EF1EA4}"/>
              </a:ext>
            </a:extLst>
          </p:cNvPr>
          <p:cNvSpPr>
            <a:spLocks xmlns:a="http://schemas.openxmlformats.org/drawingml/2006/main" noGrp="1"/>
          </p:cNvSpPr>
          <p:nvPr/>
        </p:nvSpPr>
        <p:spPr>
          <a:xfrm xmlns:a="http://schemas.openxmlformats.org/drawingml/2006/main">
            <a:off x="7790827"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85" name="Editable chart path">
            <a:extLst xmlns:a="http://schemas.openxmlformats.org/drawingml/2006/main">
              <a:ext uri="{FF2B5EF4-FFF2-40B4-BE49-F238E27FC236}">
                <a16:creationId xmlns:a16="http://schemas.microsoft.com/office/drawing/2014/main" id="{A23D6D5D-77FC-4192-BCD1-4534F095F077}"/>
              </a:ext>
            </a:extLst>
          </p:cNvPr>
          <p:cNvSpPr>
            <a:spLocks xmlns:a="http://schemas.openxmlformats.org/drawingml/2006/main" noGrp="1"/>
          </p:cNvSpPr>
          <p:nvPr/>
        </p:nvSpPr>
        <p:spPr>
          <a:xfrm xmlns:a="http://schemas.openxmlformats.org/drawingml/2006/main">
            <a:off x="7790827"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86" name="Editable chart path">
            <a:extLst xmlns:a="http://schemas.openxmlformats.org/drawingml/2006/main">
              <a:ext uri="{FF2B5EF4-FFF2-40B4-BE49-F238E27FC236}">
                <a16:creationId xmlns:a16="http://schemas.microsoft.com/office/drawing/2014/main" id="{D8F55F50-CC00-4494-B287-99D2EAB4C90D}"/>
              </a:ext>
            </a:extLst>
          </p:cNvPr>
          <p:cNvSpPr>
            <a:spLocks xmlns:a="http://schemas.openxmlformats.org/drawingml/2006/main" noGrp="1"/>
          </p:cNvSpPr>
          <p:nvPr/>
        </p:nvSpPr>
        <p:spPr>
          <a:xfrm xmlns:a="http://schemas.openxmlformats.org/drawingml/2006/main">
            <a:off x="7852964" y="410481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187" name="Editable chart path">
            <a:extLst xmlns:a="http://schemas.openxmlformats.org/drawingml/2006/main">
              <a:ext uri="{FF2B5EF4-FFF2-40B4-BE49-F238E27FC236}">
                <a16:creationId xmlns:a16="http://schemas.microsoft.com/office/drawing/2014/main" id="{9C82A876-ADAA-460B-BA29-C4A6CBF47DCF}"/>
              </a:ext>
            </a:extLst>
          </p:cNvPr>
          <p:cNvSpPr>
            <a:spLocks xmlns:a="http://schemas.openxmlformats.org/drawingml/2006/main" noGrp="1"/>
          </p:cNvSpPr>
          <p:nvPr/>
        </p:nvSpPr>
        <p:spPr>
          <a:xfrm xmlns:a="http://schemas.openxmlformats.org/drawingml/2006/main">
            <a:off x="7852964"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4817B"/>
          </a:solidFill>
          <a:ln xmlns:a="http://schemas.openxmlformats.org/drawingml/2006/main" w="2205">
            <a:solidFill>
              <a:srgbClr val="FBFCFE"/>
            </a:solidFill>
            <a:prstDash val="solid"/>
          </a:ln>
        </p:spPr>
      </p:sp>
      <p:sp>
        <p:nvSpPr>
          <p:cNvPr id="2188" name="Editable chart path">
            <a:extLst xmlns:a="http://schemas.openxmlformats.org/drawingml/2006/main">
              <a:ext uri="{FF2B5EF4-FFF2-40B4-BE49-F238E27FC236}">
                <a16:creationId xmlns:a16="http://schemas.microsoft.com/office/drawing/2014/main" id="{47FCF448-EE55-4309-A6AD-A74ABA0402ED}"/>
              </a:ext>
            </a:extLst>
          </p:cNvPr>
          <p:cNvSpPr>
            <a:spLocks xmlns:a="http://schemas.openxmlformats.org/drawingml/2006/main" noGrp="1"/>
          </p:cNvSpPr>
          <p:nvPr/>
        </p:nvSpPr>
        <p:spPr>
          <a:xfrm xmlns:a="http://schemas.openxmlformats.org/drawingml/2006/main">
            <a:off x="7852964"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89" name="Editable chart path">
            <a:extLst xmlns:a="http://schemas.openxmlformats.org/drawingml/2006/main">
              <a:ext uri="{FF2B5EF4-FFF2-40B4-BE49-F238E27FC236}">
                <a16:creationId xmlns:a16="http://schemas.microsoft.com/office/drawing/2014/main" id="{26E18425-5155-4C60-A9F6-B8335E3BA540}"/>
              </a:ext>
            </a:extLst>
          </p:cNvPr>
          <p:cNvSpPr>
            <a:spLocks xmlns:a="http://schemas.openxmlformats.org/drawingml/2006/main" noGrp="1"/>
          </p:cNvSpPr>
          <p:nvPr/>
        </p:nvSpPr>
        <p:spPr>
          <a:xfrm xmlns:a="http://schemas.openxmlformats.org/drawingml/2006/main">
            <a:off x="7852964"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5B1AD"/>
          </a:solidFill>
          <a:ln xmlns:a="http://schemas.openxmlformats.org/drawingml/2006/main" w="2205">
            <a:solidFill>
              <a:srgbClr val="FBFCFE"/>
            </a:solidFill>
            <a:prstDash val="solid"/>
          </a:ln>
        </p:spPr>
      </p:sp>
      <p:sp>
        <p:nvSpPr>
          <p:cNvPr id="2190" name="Editable chart path">
            <a:extLst xmlns:a="http://schemas.openxmlformats.org/drawingml/2006/main">
              <a:ext uri="{FF2B5EF4-FFF2-40B4-BE49-F238E27FC236}">
                <a16:creationId xmlns:a16="http://schemas.microsoft.com/office/drawing/2014/main" id="{3B9506A4-29F0-43B1-B3CD-D83D8D33571D}"/>
              </a:ext>
            </a:extLst>
          </p:cNvPr>
          <p:cNvSpPr>
            <a:spLocks xmlns:a="http://schemas.openxmlformats.org/drawingml/2006/main" noGrp="1"/>
          </p:cNvSpPr>
          <p:nvPr/>
        </p:nvSpPr>
        <p:spPr>
          <a:xfrm xmlns:a="http://schemas.openxmlformats.org/drawingml/2006/main">
            <a:off x="7852964"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2191" name="Editable chart path">
            <a:extLst xmlns:a="http://schemas.openxmlformats.org/drawingml/2006/main">
              <a:ext uri="{FF2B5EF4-FFF2-40B4-BE49-F238E27FC236}">
                <a16:creationId xmlns:a16="http://schemas.microsoft.com/office/drawing/2014/main" id="{D6762132-0992-4617-A229-D54EB5584CB6}"/>
              </a:ext>
            </a:extLst>
          </p:cNvPr>
          <p:cNvSpPr>
            <a:spLocks xmlns:a="http://schemas.openxmlformats.org/drawingml/2006/main" noGrp="1"/>
          </p:cNvSpPr>
          <p:nvPr/>
        </p:nvSpPr>
        <p:spPr>
          <a:xfrm xmlns:a="http://schemas.openxmlformats.org/drawingml/2006/main">
            <a:off x="7852964"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92" name="Editable chart path">
            <a:extLst xmlns:a="http://schemas.openxmlformats.org/drawingml/2006/main">
              <a:ext uri="{FF2B5EF4-FFF2-40B4-BE49-F238E27FC236}">
                <a16:creationId xmlns:a16="http://schemas.microsoft.com/office/drawing/2014/main" id="{5381D396-071B-4470-BE14-549C3738BB7C}"/>
              </a:ext>
            </a:extLst>
          </p:cNvPr>
          <p:cNvSpPr>
            <a:spLocks xmlns:a="http://schemas.openxmlformats.org/drawingml/2006/main" noGrp="1"/>
          </p:cNvSpPr>
          <p:nvPr/>
        </p:nvSpPr>
        <p:spPr>
          <a:xfrm xmlns:a="http://schemas.openxmlformats.org/drawingml/2006/main">
            <a:off x="7852964"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98E89"/>
          </a:solidFill>
          <a:ln xmlns:a="http://schemas.openxmlformats.org/drawingml/2006/main" w="2205">
            <a:solidFill>
              <a:srgbClr val="FBFCFE"/>
            </a:solidFill>
            <a:prstDash val="solid"/>
          </a:ln>
        </p:spPr>
      </p:sp>
      <p:sp>
        <p:nvSpPr>
          <p:cNvPr id="2193" name="Editable chart path">
            <a:extLst xmlns:a="http://schemas.openxmlformats.org/drawingml/2006/main">
              <a:ext uri="{FF2B5EF4-FFF2-40B4-BE49-F238E27FC236}">
                <a16:creationId xmlns:a16="http://schemas.microsoft.com/office/drawing/2014/main" id="{5CA212FF-36A7-47AC-907E-E15EA4084ECA}"/>
              </a:ext>
            </a:extLst>
          </p:cNvPr>
          <p:cNvSpPr>
            <a:spLocks xmlns:a="http://schemas.openxmlformats.org/drawingml/2006/main" noGrp="1"/>
          </p:cNvSpPr>
          <p:nvPr/>
        </p:nvSpPr>
        <p:spPr>
          <a:xfrm xmlns:a="http://schemas.openxmlformats.org/drawingml/2006/main">
            <a:off x="7852964"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4373BB"/>
          </a:solidFill>
          <a:ln xmlns:a="http://schemas.openxmlformats.org/drawingml/2006/main" w="2205">
            <a:solidFill>
              <a:srgbClr val="FBFCFE"/>
            </a:solidFill>
            <a:prstDash val="solid"/>
          </a:ln>
        </p:spPr>
      </p:sp>
      <p:sp>
        <p:nvSpPr>
          <p:cNvPr id="2194" name="Editable chart path">
            <a:extLst xmlns:a="http://schemas.openxmlformats.org/drawingml/2006/main">
              <a:ext uri="{FF2B5EF4-FFF2-40B4-BE49-F238E27FC236}">
                <a16:creationId xmlns:a16="http://schemas.microsoft.com/office/drawing/2014/main" id="{9A71DBB0-2093-4A3D-A3DD-34D56CB12E46}"/>
              </a:ext>
            </a:extLst>
          </p:cNvPr>
          <p:cNvSpPr>
            <a:spLocks xmlns:a="http://schemas.openxmlformats.org/drawingml/2006/main" noGrp="1"/>
          </p:cNvSpPr>
          <p:nvPr/>
        </p:nvSpPr>
        <p:spPr>
          <a:xfrm xmlns:a="http://schemas.openxmlformats.org/drawingml/2006/main">
            <a:off x="7852964"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CF7F6"/>
          </a:solidFill>
          <a:ln xmlns:a="http://schemas.openxmlformats.org/drawingml/2006/main" w="2205">
            <a:solidFill>
              <a:srgbClr val="FBFCFE"/>
            </a:solidFill>
            <a:prstDash val="solid"/>
          </a:ln>
        </p:spPr>
      </p:sp>
      <p:sp>
        <p:nvSpPr>
          <p:cNvPr id="2195" name="Editable chart path">
            <a:extLst xmlns:a="http://schemas.openxmlformats.org/drawingml/2006/main">
              <a:ext uri="{FF2B5EF4-FFF2-40B4-BE49-F238E27FC236}">
                <a16:creationId xmlns:a16="http://schemas.microsoft.com/office/drawing/2014/main" id="{CD751433-3DD7-444F-9D9D-52B667C65C8C}"/>
              </a:ext>
            </a:extLst>
          </p:cNvPr>
          <p:cNvSpPr>
            <a:spLocks xmlns:a="http://schemas.openxmlformats.org/drawingml/2006/main" noGrp="1"/>
          </p:cNvSpPr>
          <p:nvPr/>
        </p:nvSpPr>
        <p:spPr>
          <a:xfrm xmlns:a="http://schemas.openxmlformats.org/drawingml/2006/main">
            <a:off x="7852964"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5524A"/>
          </a:solidFill>
          <a:ln xmlns:a="http://schemas.openxmlformats.org/drawingml/2006/main" w="2205">
            <a:solidFill>
              <a:srgbClr val="FBFCFE"/>
            </a:solidFill>
            <a:prstDash val="solid"/>
          </a:ln>
        </p:spPr>
      </p:sp>
      <p:sp>
        <p:nvSpPr>
          <p:cNvPr id="2196" name="Editable chart path">
            <a:extLst xmlns:a="http://schemas.openxmlformats.org/drawingml/2006/main">
              <a:ext uri="{FF2B5EF4-FFF2-40B4-BE49-F238E27FC236}">
                <a16:creationId xmlns:a16="http://schemas.microsoft.com/office/drawing/2014/main" id="{ED48D83A-96EB-4C58-95B2-6F0D8FA0A1C2}"/>
              </a:ext>
            </a:extLst>
          </p:cNvPr>
          <p:cNvSpPr>
            <a:spLocks xmlns:a="http://schemas.openxmlformats.org/drawingml/2006/main" noGrp="1"/>
          </p:cNvSpPr>
          <p:nvPr/>
        </p:nvSpPr>
        <p:spPr>
          <a:xfrm xmlns:a="http://schemas.openxmlformats.org/drawingml/2006/main">
            <a:off x="785296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97" name="Editable chart path">
            <a:extLst xmlns:a="http://schemas.openxmlformats.org/drawingml/2006/main">
              <a:ext uri="{FF2B5EF4-FFF2-40B4-BE49-F238E27FC236}">
                <a16:creationId xmlns:a16="http://schemas.microsoft.com/office/drawing/2014/main" id="{46C16828-0417-4765-9D5C-FD43CD2065E3}"/>
              </a:ext>
            </a:extLst>
          </p:cNvPr>
          <p:cNvSpPr>
            <a:spLocks xmlns:a="http://schemas.openxmlformats.org/drawingml/2006/main" noGrp="1"/>
          </p:cNvSpPr>
          <p:nvPr/>
        </p:nvSpPr>
        <p:spPr>
          <a:xfrm xmlns:a="http://schemas.openxmlformats.org/drawingml/2006/main">
            <a:off x="785296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BC3C0"/>
          </a:solidFill>
          <a:ln xmlns:a="http://schemas.openxmlformats.org/drawingml/2006/main" w="2205">
            <a:solidFill>
              <a:srgbClr val="FBFCFE"/>
            </a:solidFill>
            <a:prstDash val="solid"/>
          </a:ln>
        </p:spPr>
      </p:sp>
      <p:sp>
        <p:nvSpPr>
          <p:cNvPr id="2198" name="Editable chart path">
            <a:extLst xmlns:a="http://schemas.openxmlformats.org/drawingml/2006/main">
              <a:ext uri="{FF2B5EF4-FFF2-40B4-BE49-F238E27FC236}">
                <a16:creationId xmlns:a16="http://schemas.microsoft.com/office/drawing/2014/main" id="{7179C19C-541F-416B-A8EC-EF9B296CE92F}"/>
              </a:ext>
            </a:extLst>
          </p:cNvPr>
          <p:cNvSpPr>
            <a:spLocks xmlns:a="http://schemas.openxmlformats.org/drawingml/2006/main" noGrp="1"/>
          </p:cNvSpPr>
          <p:nvPr/>
        </p:nvSpPr>
        <p:spPr>
          <a:xfrm xmlns:a="http://schemas.openxmlformats.org/drawingml/2006/main">
            <a:off x="7852964"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199" name="Editable chart path">
            <a:extLst xmlns:a="http://schemas.openxmlformats.org/drawingml/2006/main">
              <a:ext uri="{FF2B5EF4-FFF2-40B4-BE49-F238E27FC236}">
                <a16:creationId xmlns:a16="http://schemas.microsoft.com/office/drawing/2014/main" id="{1730EC61-BC5C-475C-BB72-07DA2FFB5ECF}"/>
              </a:ext>
            </a:extLst>
          </p:cNvPr>
          <p:cNvSpPr>
            <a:spLocks xmlns:a="http://schemas.openxmlformats.org/drawingml/2006/main" noGrp="1"/>
          </p:cNvSpPr>
          <p:nvPr/>
        </p:nvSpPr>
        <p:spPr>
          <a:xfrm xmlns:a="http://schemas.openxmlformats.org/drawingml/2006/main">
            <a:off x="7852964"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1A7A3"/>
          </a:solidFill>
          <a:ln xmlns:a="http://schemas.openxmlformats.org/drawingml/2006/main" w="2205">
            <a:solidFill>
              <a:srgbClr val="FBFCFE"/>
            </a:solidFill>
            <a:prstDash val="solid"/>
          </a:ln>
        </p:spPr>
      </p:sp>
      <p:sp>
        <p:nvSpPr>
          <p:cNvPr id="2200" name="Editable chart path">
            <a:extLst xmlns:a="http://schemas.openxmlformats.org/drawingml/2006/main">
              <a:ext uri="{FF2B5EF4-FFF2-40B4-BE49-F238E27FC236}">
                <a16:creationId xmlns:a16="http://schemas.microsoft.com/office/drawing/2014/main" id="{A614886C-93C1-4861-8830-DA920F6125E6}"/>
              </a:ext>
            </a:extLst>
          </p:cNvPr>
          <p:cNvSpPr>
            <a:spLocks xmlns:a="http://schemas.openxmlformats.org/drawingml/2006/main" noGrp="1"/>
          </p:cNvSpPr>
          <p:nvPr/>
        </p:nvSpPr>
        <p:spPr>
          <a:xfrm xmlns:a="http://schemas.openxmlformats.org/drawingml/2006/main">
            <a:off x="7852964"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01" name="Editable chart path">
            <a:extLst xmlns:a="http://schemas.openxmlformats.org/drawingml/2006/main">
              <a:ext uri="{FF2B5EF4-FFF2-40B4-BE49-F238E27FC236}">
                <a16:creationId xmlns:a16="http://schemas.microsoft.com/office/drawing/2014/main" id="{6FF27604-1AA6-4695-8923-B5791C161003}"/>
              </a:ext>
            </a:extLst>
          </p:cNvPr>
          <p:cNvSpPr>
            <a:spLocks xmlns:a="http://schemas.openxmlformats.org/drawingml/2006/main" noGrp="1"/>
          </p:cNvSpPr>
          <p:nvPr/>
        </p:nvSpPr>
        <p:spPr>
          <a:xfrm xmlns:a="http://schemas.openxmlformats.org/drawingml/2006/main">
            <a:off x="7852964"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02" name="Editable chart path">
            <a:extLst xmlns:a="http://schemas.openxmlformats.org/drawingml/2006/main">
              <a:ext uri="{FF2B5EF4-FFF2-40B4-BE49-F238E27FC236}">
                <a16:creationId xmlns:a16="http://schemas.microsoft.com/office/drawing/2014/main" id="{EAAF20B6-B36D-4575-B109-0C2F37E5FADB}"/>
              </a:ext>
            </a:extLst>
          </p:cNvPr>
          <p:cNvSpPr>
            <a:spLocks xmlns:a="http://schemas.openxmlformats.org/drawingml/2006/main" noGrp="1"/>
          </p:cNvSpPr>
          <p:nvPr/>
        </p:nvSpPr>
        <p:spPr>
          <a:xfrm xmlns:a="http://schemas.openxmlformats.org/drawingml/2006/main">
            <a:off x="7852964"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03" name="Editable chart path">
            <a:extLst xmlns:a="http://schemas.openxmlformats.org/drawingml/2006/main">
              <a:ext uri="{FF2B5EF4-FFF2-40B4-BE49-F238E27FC236}">
                <a16:creationId xmlns:a16="http://schemas.microsoft.com/office/drawing/2014/main" id="{10B0D481-F6C4-43BF-9F75-4B04F3B9377A}"/>
              </a:ext>
            </a:extLst>
          </p:cNvPr>
          <p:cNvSpPr>
            <a:spLocks xmlns:a="http://schemas.openxmlformats.org/drawingml/2006/main" noGrp="1"/>
          </p:cNvSpPr>
          <p:nvPr/>
        </p:nvSpPr>
        <p:spPr>
          <a:xfrm xmlns:a="http://schemas.openxmlformats.org/drawingml/2006/main">
            <a:off x="7852964" y="279992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04" name="Editable chart path">
            <a:extLst xmlns:a="http://schemas.openxmlformats.org/drawingml/2006/main">
              <a:ext uri="{FF2B5EF4-FFF2-40B4-BE49-F238E27FC236}">
                <a16:creationId xmlns:a16="http://schemas.microsoft.com/office/drawing/2014/main" id="{1E120719-F50A-43AB-8A31-E518B349202E}"/>
              </a:ext>
            </a:extLst>
          </p:cNvPr>
          <p:cNvSpPr>
            <a:spLocks xmlns:a="http://schemas.openxmlformats.org/drawingml/2006/main" noGrp="1"/>
          </p:cNvSpPr>
          <p:nvPr/>
        </p:nvSpPr>
        <p:spPr>
          <a:xfrm xmlns:a="http://schemas.openxmlformats.org/drawingml/2006/main">
            <a:off x="7852964" y="273779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5B3AF"/>
          </a:solidFill>
          <a:ln xmlns:a="http://schemas.openxmlformats.org/drawingml/2006/main" w="2205">
            <a:solidFill>
              <a:srgbClr val="FBFCFE"/>
            </a:solidFill>
            <a:prstDash val="solid"/>
          </a:ln>
        </p:spPr>
      </p:sp>
      <p:sp>
        <p:nvSpPr>
          <p:cNvPr id="2205" name="Editable chart path">
            <a:extLst xmlns:a="http://schemas.openxmlformats.org/drawingml/2006/main">
              <a:ext uri="{FF2B5EF4-FFF2-40B4-BE49-F238E27FC236}">
                <a16:creationId xmlns:a16="http://schemas.microsoft.com/office/drawing/2014/main" id="{48E70556-027B-4E35-96EF-ACAD4726F0CC}"/>
              </a:ext>
            </a:extLst>
          </p:cNvPr>
          <p:cNvSpPr>
            <a:spLocks xmlns:a="http://schemas.openxmlformats.org/drawingml/2006/main" noGrp="1"/>
          </p:cNvSpPr>
          <p:nvPr/>
        </p:nvSpPr>
        <p:spPr>
          <a:xfrm xmlns:a="http://schemas.openxmlformats.org/drawingml/2006/main">
            <a:off x="7915102"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06" name="Editable chart path">
            <a:extLst xmlns:a="http://schemas.openxmlformats.org/drawingml/2006/main">
              <a:ext uri="{FF2B5EF4-FFF2-40B4-BE49-F238E27FC236}">
                <a16:creationId xmlns:a16="http://schemas.microsoft.com/office/drawing/2014/main" id="{865F1058-7DB3-454E-AB0E-D8C360B38C65}"/>
              </a:ext>
            </a:extLst>
          </p:cNvPr>
          <p:cNvSpPr>
            <a:spLocks xmlns:a="http://schemas.openxmlformats.org/drawingml/2006/main" noGrp="1"/>
          </p:cNvSpPr>
          <p:nvPr/>
        </p:nvSpPr>
        <p:spPr>
          <a:xfrm xmlns:a="http://schemas.openxmlformats.org/drawingml/2006/main">
            <a:off x="7915102"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07" name="Editable chart path">
            <a:extLst xmlns:a="http://schemas.openxmlformats.org/drawingml/2006/main">
              <a:ext uri="{FF2B5EF4-FFF2-40B4-BE49-F238E27FC236}">
                <a16:creationId xmlns:a16="http://schemas.microsoft.com/office/drawing/2014/main" id="{93D53332-723F-4164-8D0E-A932344E33E7}"/>
              </a:ext>
            </a:extLst>
          </p:cNvPr>
          <p:cNvSpPr>
            <a:spLocks xmlns:a="http://schemas.openxmlformats.org/drawingml/2006/main" noGrp="1"/>
          </p:cNvSpPr>
          <p:nvPr/>
        </p:nvSpPr>
        <p:spPr>
          <a:xfrm xmlns:a="http://schemas.openxmlformats.org/drawingml/2006/main">
            <a:off x="7915102"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F7069"/>
          </a:solidFill>
          <a:ln xmlns:a="http://schemas.openxmlformats.org/drawingml/2006/main" w="2205">
            <a:solidFill>
              <a:srgbClr val="FBFCFE"/>
            </a:solidFill>
            <a:prstDash val="solid"/>
          </a:ln>
        </p:spPr>
      </p:sp>
      <p:sp>
        <p:nvSpPr>
          <p:cNvPr id="2208" name="Editable chart path">
            <a:extLst xmlns:a="http://schemas.openxmlformats.org/drawingml/2006/main">
              <a:ext uri="{FF2B5EF4-FFF2-40B4-BE49-F238E27FC236}">
                <a16:creationId xmlns:a16="http://schemas.microsoft.com/office/drawing/2014/main" id="{A2C776E0-D554-4D86-9EA6-B74F20ECFE29}"/>
              </a:ext>
            </a:extLst>
          </p:cNvPr>
          <p:cNvSpPr>
            <a:spLocks xmlns:a="http://schemas.openxmlformats.org/drawingml/2006/main" noGrp="1"/>
          </p:cNvSpPr>
          <p:nvPr/>
        </p:nvSpPr>
        <p:spPr>
          <a:xfrm xmlns:a="http://schemas.openxmlformats.org/drawingml/2006/main">
            <a:off x="7915102"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09" name="Editable chart path">
            <a:extLst xmlns:a="http://schemas.openxmlformats.org/drawingml/2006/main">
              <a:ext uri="{FF2B5EF4-FFF2-40B4-BE49-F238E27FC236}">
                <a16:creationId xmlns:a16="http://schemas.microsoft.com/office/drawing/2014/main" id="{1FEE4946-B557-4388-80F9-2FECF1729D20}"/>
              </a:ext>
            </a:extLst>
          </p:cNvPr>
          <p:cNvSpPr>
            <a:spLocks xmlns:a="http://schemas.openxmlformats.org/drawingml/2006/main" noGrp="1"/>
          </p:cNvSpPr>
          <p:nvPr/>
        </p:nvSpPr>
        <p:spPr>
          <a:xfrm xmlns:a="http://schemas.openxmlformats.org/drawingml/2006/main">
            <a:off x="791510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10" name="Editable chart path">
            <a:extLst xmlns:a="http://schemas.openxmlformats.org/drawingml/2006/main">
              <a:ext uri="{FF2B5EF4-FFF2-40B4-BE49-F238E27FC236}">
                <a16:creationId xmlns:a16="http://schemas.microsoft.com/office/drawing/2014/main" id="{708F7BC3-7560-4A05-B723-AB4FB4831209}"/>
              </a:ext>
            </a:extLst>
          </p:cNvPr>
          <p:cNvSpPr>
            <a:spLocks xmlns:a="http://schemas.openxmlformats.org/drawingml/2006/main" noGrp="1"/>
          </p:cNvSpPr>
          <p:nvPr/>
        </p:nvSpPr>
        <p:spPr>
          <a:xfrm xmlns:a="http://schemas.openxmlformats.org/drawingml/2006/main">
            <a:off x="791510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11" name="Editable chart path">
            <a:extLst xmlns:a="http://schemas.openxmlformats.org/drawingml/2006/main">
              <a:ext uri="{FF2B5EF4-FFF2-40B4-BE49-F238E27FC236}">
                <a16:creationId xmlns:a16="http://schemas.microsoft.com/office/drawing/2014/main" id="{6E08AFDB-3B3D-485D-B37D-EE2AF5ADD230}"/>
              </a:ext>
            </a:extLst>
          </p:cNvPr>
          <p:cNvSpPr>
            <a:spLocks xmlns:a="http://schemas.openxmlformats.org/drawingml/2006/main" noGrp="1"/>
          </p:cNvSpPr>
          <p:nvPr/>
        </p:nvSpPr>
        <p:spPr>
          <a:xfrm xmlns:a="http://schemas.openxmlformats.org/drawingml/2006/main">
            <a:off x="791510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12" name="Editable chart path">
            <a:extLst xmlns:a="http://schemas.openxmlformats.org/drawingml/2006/main">
              <a:ext uri="{FF2B5EF4-FFF2-40B4-BE49-F238E27FC236}">
                <a16:creationId xmlns:a16="http://schemas.microsoft.com/office/drawing/2014/main" id="{FD2327F0-BF9E-4401-B10E-9A76502D4917}"/>
              </a:ext>
            </a:extLst>
          </p:cNvPr>
          <p:cNvSpPr>
            <a:spLocks xmlns:a="http://schemas.openxmlformats.org/drawingml/2006/main" noGrp="1"/>
          </p:cNvSpPr>
          <p:nvPr/>
        </p:nvSpPr>
        <p:spPr>
          <a:xfrm xmlns:a="http://schemas.openxmlformats.org/drawingml/2006/main">
            <a:off x="791510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13" name="Editable chart path">
            <a:extLst xmlns:a="http://schemas.openxmlformats.org/drawingml/2006/main">
              <a:ext uri="{FF2B5EF4-FFF2-40B4-BE49-F238E27FC236}">
                <a16:creationId xmlns:a16="http://schemas.microsoft.com/office/drawing/2014/main" id="{CCDC7E48-5A11-4F3E-8FC6-9B3849B8A632}"/>
              </a:ext>
            </a:extLst>
          </p:cNvPr>
          <p:cNvSpPr>
            <a:spLocks xmlns:a="http://schemas.openxmlformats.org/drawingml/2006/main" noGrp="1"/>
          </p:cNvSpPr>
          <p:nvPr/>
        </p:nvSpPr>
        <p:spPr>
          <a:xfrm xmlns:a="http://schemas.openxmlformats.org/drawingml/2006/main">
            <a:off x="791510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0766F"/>
          </a:solidFill>
          <a:ln xmlns:a="http://schemas.openxmlformats.org/drawingml/2006/main" w="2205">
            <a:solidFill>
              <a:srgbClr val="FBFCFE"/>
            </a:solidFill>
            <a:prstDash val="solid"/>
          </a:ln>
        </p:spPr>
      </p:sp>
      <p:sp>
        <p:nvSpPr>
          <p:cNvPr id="2214" name="Editable chart path">
            <a:extLst xmlns:a="http://schemas.openxmlformats.org/drawingml/2006/main">
              <a:ext uri="{FF2B5EF4-FFF2-40B4-BE49-F238E27FC236}">
                <a16:creationId xmlns:a16="http://schemas.microsoft.com/office/drawing/2014/main" id="{EFC636CE-D751-444C-A7D0-6D1AED31FA7B}"/>
              </a:ext>
            </a:extLst>
          </p:cNvPr>
          <p:cNvSpPr>
            <a:spLocks xmlns:a="http://schemas.openxmlformats.org/drawingml/2006/main" noGrp="1"/>
          </p:cNvSpPr>
          <p:nvPr/>
        </p:nvSpPr>
        <p:spPr>
          <a:xfrm xmlns:a="http://schemas.openxmlformats.org/drawingml/2006/main">
            <a:off x="791510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15" name="Editable chart path">
            <a:extLst xmlns:a="http://schemas.openxmlformats.org/drawingml/2006/main">
              <a:ext uri="{FF2B5EF4-FFF2-40B4-BE49-F238E27FC236}">
                <a16:creationId xmlns:a16="http://schemas.microsoft.com/office/drawing/2014/main" id="{7C9B93FA-F389-430C-AD35-D39D5DAF7F0B}"/>
              </a:ext>
            </a:extLst>
          </p:cNvPr>
          <p:cNvSpPr>
            <a:spLocks xmlns:a="http://schemas.openxmlformats.org/drawingml/2006/main" noGrp="1"/>
          </p:cNvSpPr>
          <p:nvPr/>
        </p:nvSpPr>
        <p:spPr>
          <a:xfrm xmlns:a="http://schemas.openxmlformats.org/drawingml/2006/main">
            <a:off x="791510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16" name="Editable chart path">
            <a:extLst xmlns:a="http://schemas.openxmlformats.org/drawingml/2006/main">
              <a:ext uri="{FF2B5EF4-FFF2-40B4-BE49-F238E27FC236}">
                <a16:creationId xmlns:a16="http://schemas.microsoft.com/office/drawing/2014/main" id="{CE42BF11-25C9-41AC-B881-265F57B08497}"/>
              </a:ext>
            </a:extLst>
          </p:cNvPr>
          <p:cNvSpPr>
            <a:spLocks xmlns:a="http://schemas.openxmlformats.org/drawingml/2006/main" noGrp="1"/>
          </p:cNvSpPr>
          <p:nvPr/>
        </p:nvSpPr>
        <p:spPr>
          <a:xfrm xmlns:a="http://schemas.openxmlformats.org/drawingml/2006/main">
            <a:off x="791510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17" name="Editable chart path">
            <a:extLst xmlns:a="http://schemas.openxmlformats.org/drawingml/2006/main">
              <a:ext uri="{FF2B5EF4-FFF2-40B4-BE49-F238E27FC236}">
                <a16:creationId xmlns:a16="http://schemas.microsoft.com/office/drawing/2014/main" id="{42BAF527-3D3B-44C9-B643-65A7B2A7BF07}"/>
              </a:ext>
            </a:extLst>
          </p:cNvPr>
          <p:cNvSpPr>
            <a:spLocks xmlns:a="http://schemas.openxmlformats.org/drawingml/2006/main" noGrp="1"/>
          </p:cNvSpPr>
          <p:nvPr/>
        </p:nvSpPr>
        <p:spPr>
          <a:xfrm xmlns:a="http://schemas.openxmlformats.org/drawingml/2006/main">
            <a:off x="791510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96059"/>
          </a:solidFill>
          <a:ln xmlns:a="http://schemas.openxmlformats.org/drawingml/2006/main" w="2205">
            <a:solidFill>
              <a:srgbClr val="FBFCFE"/>
            </a:solidFill>
            <a:prstDash val="solid"/>
          </a:ln>
        </p:spPr>
      </p:sp>
      <p:sp>
        <p:nvSpPr>
          <p:cNvPr id="2218" name="Editable chart path">
            <a:extLst xmlns:a="http://schemas.openxmlformats.org/drawingml/2006/main">
              <a:ext uri="{FF2B5EF4-FFF2-40B4-BE49-F238E27FC236}">
                <a16:creationId xmlns:a16="http://schemas.microsoft.com/office/drawing/2014/main" id="{3F6F7CAC-2C98-4B81-9D0A-7B0FCD1CA3CA}"/>
              </a:ext>
            </a:extLst>
          </p:cNvPr>
          <p:cNvSpPr>
            <a:spLocks xmlns:a="http://schemas.openxmlformats.org/drawingml/2006/main" noGrp="1"/>
          </p:cNvSpPr>
          <p:nvPr/>
        </p:nvSpPr>
        <p:spPr>
          <a:xfrm xmlns:a="http://schemas.openxmlformats.org/drawingml/2006/main">
            <a:off x="791510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19" name="Editable chart path">
            <a:extLst xmlns:a="http://schemas.openxmlformats.org/drawingml/2006/main">
              <a:ext uri="{FF2B5EF4-FFF2-40B4-BE49-F238E27FC236}">
                <a16:creationId xmlns:a16="http://schemas.microsoft.com/office/drawing/2014/main" id="{911FFAE1-A302-40DB-9BE9-587DB8405E10}"/>
              </a:ext>
            </a:extLst>
          </p:cNvPr>
          <p:cNvSpPr>
            <a:spLocks xmlns:a="http://schemas.openxmlformats.org/drawingml/2006/main" noGrp="1"/>
          </p:cNvSpPr>
          <p:nvPr/>
        </p:nvSpPr>
        <p:spPr>
          <a:xfrm xmlns:a="http://schemas.openxmlformats.org/drawingml/2006/main">
            <a:off x="791510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20" name="Editable chart path">
            <a:extLst xmlns:a="http://schemas.openxmlformats.org/drawingml/2006/main">
              <a:ext uri="{FF2B5EF4-FFF2-40B4-BE49-F238E27FC236}">
                <a16:creationId xmlns:a16="http://schemas.microsoft.com/office/drawing/2014/main" id="{B0A8BFF2-48CD-4640-934C-9DEE21F7D2FA}"/>
              </a:ext>
            </a:extLst>
          </p:cNvPr>
          <p:cNvSpPr>
            <a:spLocks xmlns:a="http://schemas.openxmlformats.org/drawingml/2006/main" noGrp="1"/>
          </p:cNvSpPr>
          <p:nvPr/>
        </p:nvSpPr>
        <p:spPr>
          <a:xfrm xmlns:a="http://schemas.openxmlformats.org/drawingml/2006/main">
            <a:off x="7915102"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8BBB8"/>
          </a:solidFill>
          <a:ln xmlns:a="http://schemas.openxmlformats.org/drawingml/2006/main" w="2205">
            <a:solidFill>
              <a:srgbClr val="FBFCFE"/>
            </a:solidFill>
            <a:prstDash val="solid"/>
          </a:ln>
        </p:spPr>
      </p:sp>
      <p:sp>
        <p:nvSpPr>
          <p:cNvPr id="2221" name="Editable chart path">
            <a:extLst xmlns:a="http://schemas.openxmlformats.org/drawingml/2006/main">
              <a:ext uri="{FF2B5EF4-FFF2-40B4-BE49-F238E27FC236}">
                <a16:creationId xmlns:a16="http://schemas.microsoft.com/office/drawing/2014/main" id="{41A4E793-8AAB-44BA-9DD6-A9245255E291}"/>
              </a:ext>
            </a:extLst>
          </p:cNvPr>
          <p:cNvSpPr>
            <a:spLocks xmlns:a="http://schemas.openxmlformats.org/drawingml/2006/main" noGrp="1"/>
          </p:cNvSpPr>
          <p:nvPr/>
        </p:nvSpPr>
        <p:spPr>
          <a:xfrm xmlns:a="http://schemas.openxmlformats.org/drawingml/2006/main">
            <a:off x="7915102"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5544C"/>
          </a:solidFill>
          <a:ln xmlns:a="http://schemas.openxmlformats.org/drawingml/2006/main" w="2205">
            <a:solidFill>
              <a:srgbClr val="FBFCFE"/>
            </a:solidFill>
            <a:prstDash val="solid"/>
          </a:ln>
        </p:spPr>
      </p:sp>
      <p:sp>
        <p:nvSpPr>
          <p:cNvPr id="2222" name="Editable chart path">
            <a:extLst xmlns:a="http://schemas.openxmlformats.org/drawingml/2006/main">
              <a:ext uri="{FF2B5EF4-FFF2-40B4-BE49-F238E27FC236}">
                <a16:creationId xmlns:a16="http://schemas.microsoft.com/office/drawing/2014/main" id="{15C9A560-CE24-400D-876C-053A6B6D989F}"/>
              </a:ext>
            </a:extLst>
          </p:cNvPr>
          <p:cNvSpPr>
            <a:spLocks xmlns:a="http://schemas.openxmlformats.org/drawingml/2006/main" noGrp="1"/>
          </p:cNvSpPr>
          <p:nvPr/>
        </p:nvSpPr>
        <p:spPr>
          <a:xfrm xmlns:a="http://schemas.openxmlformats.org/drawingml/2006/main">
            <a:off x="7977239" y="398054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223" name="Editable chart path">
            <a:extLst xmlns:a="http://schemas.openxmlformats.org/drawingml/2006/main">
              <a:ext uri="{FF2B5EF4-FFF2-40B4-BE49-F238E27FC236}">
                <a16:creationId xmlns:a16="http://schemas.microsoft.com/office/drawing/2014/main" id="{30FAD8C3-50B0-44F9-93F5-795F88A44299}"/>
              </a:ext>
            </a:extLst>
          </p:cNvPr>
          <p:cNvSpPr>
            <a:spLocks xmlns:a="http://schemas.openxmlformats.org/drawingml/2006/main" noGrp="1"/>
          </p:cNvSpPr>
          <p:nvPr/>
        </p:nvSpPr>
        <p:spPr>
          <a:xfrm xmlns:a="http://schemas.openxmlformats.org/drawingml/2006/main">
            <a:off x="7977239" y="391840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224" name="Editable chart path">
            <a:extLst xmlns:a="http://schemas.openxmlformats.org/drawingml/2006/main">
              <a:ext uri="{FF2B5EF4-FFF2-40B4-BE49-F238E27FC236}">
                <a16:creationId xmlns:a16="http://schemas.microsoft.com/office/drawing/2014/main" id="{BDF5BC6B-79D8-4A56-A13B-ADFA268D5713}"/>
              </a:ext>
            </a:extLst>
          </p:cNvPr>
          <p:cNvSpPr>
            <a:spLocks xmlns:a="http://schemas.openxmlformats.org/drawingml/2006/main" noGrp="1"/>
          </p:cNvSpPr>
          <p:nvPr/>
        </p:nvSpPr>
        <p:spPr>
          <a:xfrm xmlns:a="http://schemas.openxmlformats.org/drawingml/2006/main">
            <a:off x="7977239"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45149"/>
          </a:solidFill>
          <a:ln xmlns:a="http://schemas.openxmlformats.org/drawingml/2006/main" w="2205">
            <a:solidFill>
              <a:srgbClr val="FBFCFE"/>
            </a:solidFill>
            <a:prstDash val="solid"/>
          </a:ln>
        </p:spPr>
      </p:sp>
      <p:sp>
        <p:nvSpPr>
          <p:cNvPr id="2225" name="Editable chart path">
            <a:extLst xmlns:a="http://schemas.openxmlformats.org/drawingml/2006/main">
              <a:ext uri="{FF2B5EF4-FFF2-40B4-BE49-F238E27FC236}">
                <a16:creationId xmlns:a16="http://schemas.microsoft.com/office/drawing/2014/main" id="{033A8CF2-4A3B-4E37-8CD6-0DAD1B24864C}"/>
              </a:ext>
            </a:extLst>
          </p:cNvPr>
          <p:cNvSpPr>
            <a:spLocks xmlns:a="http://schemas.openxmlformats.org/drawingml/2006/main" noGrp="1"/>
          </p:cNvSpPr>
          <p:nvPr/>
        </p:nvSpPr>
        <p:spPr>
          <a:xfrm xmlns:a="http://schemas.openxmlformats.org/drawingml/2006/main">
            <a:off x="7977239" y="379413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26" name="Editable chart path">
            <a:extLst xmlns:a="http://schemas.openxmlformats.org/drawingml/2006/main">
              <a:ext uri="{FF2B5EF4-FFF2-40B4-BE49-F238E27FC236}">
                <a16:creationId xmlns:a16="http://schemas.microsoft.com/office/drawing/2014/main" id="{FB4AEE41-9294-428C-A6DC-10F2AFEC337D}"/>
              </a:ext>
            </a:extLst>
          </p:cNvPr>
          <p:cNvSpPr>
            <a:spLocks xmlns:a="http://schemas.openxmlformats.org/drawingml/2006/main" noGrp="1"/>
          </p:cNvSpPr>
          <p:nvPr/>
        </p:nvSpPr>
        <p:spPr>
          <a:xfrm xmlns:a="http://schemas.openxmlformats.org/drawingml/2006/main">
            <a:off x="7977239"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A635C"/>
          </a:solidFill>
          <a:ln xmlns:a="http://schemas.openxmlformats.org/drawingml/2006/main" w="2205">
            <a:solidFill>
              <a:srgbClr val="FBFCFE"/>
            </a:solidFill>
            <a:prstDash val="solid"/>
          </a:ln>
        </p:spPr>
      </p:sp>
      <p:sp>
        <p:nvSpPr>
          <p:cNvPr id="2227" name="Editable chart path">
            <a:extLst xmlns:a="http://schemas.openxmlformats.org/drawingml/2006/main">
              <a:ext uri="{FF2B5EF4-FFF2-40B4-BE49-F238E27FC236}">
                <a16:creationId xmlns:a16="http://schemas.microsoft.com/office/drawing/2014/main" id="{247F32C0-9BEE-4D2C-A4EB-1662A6605BA2}"/>
              </a:ext>
            </a:extLst>
          </p:cNvPr>
          <p:cNvSpPr>
            <a:spLocks xmlns:a="http://schemas.openxmlformats.org/drawingml/2006/main" noGrp="1"/>
          </p:cNvSpPr>
          <p:nvPr/>
        </p:nvSpPr>
        <p:spPr>
          <a:xfrm xmlns:a="http://schemas.openxmlformats.org/drawingml/2006/main">
            <a:off x="7977239"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28" name="Editable chart path">
            <a:extLst xmlns:a="http://schemas.openxmlformats.org/drawingml/2006/main">
              <a:ext uri="{FF2B5EF4-FFF2-40B4-BE49-F238E27FC236}">
                <a16:creationId xmlns:a16="http://schemas.microsoft.com/office/drawing/2014/main" id="{0556EA0A-C50F-4936-B340-4F2C2772436F}"/>
              </a:ext>
            </a:extLst>
          </p:cNvPr>
          <p:cNvSpPr>
            <a:spLocks xmlns:a="http://schemas.openxmlformats.org/drawingml/2006/main" noGrp="1"/>
          </p:cNvSpPr>
          <p:nvPr/>
        </p:nvSpPr>
        <p:spPr>
          <a:xfrm xmlns:a="http://schemas.openxmlformats.org/drawingml/2006/main">
            <a:off x="7977239"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0B9F2"/>
          </a:solidFill>
          <a:ln xmlns:a="http://schemas.openxmlformats.org/drawingml/2006/main" w="2205">
            <a:solidFill>
              <a:srgbClr val="FBFCFE"/>
            </a:solidFill>
            <a:prstDash val="solid"/>
          </a:ln>
        </p:spPr>
      </p:sp>
      <p:sp>
        <p:nvSpPr>
          <p:cNvPr id="2229" name="Editable chart path">
            <a:extLst xmlns:a="http://schemas.openxmlformats.org/drawingml/2006/main">
              <a:ext uri="{FF2B5EF4-FFF2-40B4-BE49-F238E27FC236}">
                <a16:creationId xmlns:a16="http://schemas.microsoft.com/office/drawing/2014/main" id="{42D458E2-5CF9-4E82-BE7C-A614B0963404}"/>
              </a:ext>
            </a:extLst>
          </p:cNvPr>
          <p:cNvSpPr>
            <a:spLocks xmlns:a="http://schemas.openxmlformats.org/drawingml/2006/main" noGrp="1"/>
          </p:cNvSpPr>
          <p:nvPr/>
        </p:nvSpPr>
        <p:spPr>
          <a:xfrm xmlns:a="http://schemas.openxmlformats.org/drawingml/2006/main">
            <a:off x="797723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6554D"/>
          </a:solidFill>
          <a:ln xmlns:a="http://schemas.openxmlformats.org/drawingml/2006/main" w="2205">
            <a:solidFill>
              <a:srgbClr val="FBFCFE"/>
            </a:solidFill>
            <a:prstDash val="solid"/>
          </a:ln>
        </p:spPr>
      </p:sp>
      <p:sp>
        <p:nvSpPr>
          <p:cNvPr id="2230" name="Editable chart path">
            <a:extLst xmlns:a="http://schemas.openxmlformats.org/drawingml/2006/main">
              <a:ext uri="{FF2B5EF4-FFF2-40B4-BE49-F238E27FC236}">
                <a16:creationId xmlns:a16="http://schemas.microsoft.com/office/drawing/2014/main" id="{5A7DB87A-79E0-49EF-8AC8-E09B3340E484}"/>
              </a:ext>
            </a:extLst>
          </p:cNvPr>
          <p:cNvSpPr>
            <a:spLocks xmlns:a="http://schemas.openxmlformats.org/drawingml/2006/main" noGrp="1"/>
          </p:cNvSpPr>
          <p:nvPr/>
        </p:nvSpPr>
        <p:spPr>
          <a:xfrm xmlns:a="http://schemas.openxmlformats.org/drawingml/2006/main">
            <a:off x="797723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B7D0F3"/>
          </a:solidFill>
          <a:ln xmlns:a="http://schemas.openxmlformats.org/drawingml/2006/main" w="2205">
            <a:solidFill>
              <a:srgbClr val="FBFCFE"/>
            </a:solidFill>
            <a:prstDash val="solid"/>
          </a:ln>
        </p:spPr>
      </p:sp>
      <p:sp>
        <p:nvSpPr>
          <p:cNvPr id="2231" name="Editable chart path">
            <a:extLst xmlns:a="http://schemas.openxmlformats.org/drawingml/2006/main">
              <a:ext uri="{FF2B5EF4-FFF2-40B4-BE49-F238E27FC236}">
                <a16:creationId xmlns:a16="http://schemas.microsoft.com/office/drawing/2014/main" id="{41754D56-B33F-44AC-B2C8-B3AE9C58419B}"/>
              </a:ext>
            </a:extLst>
          </p:cNvPr>
          <p:cNvSpPr>
            <a:spLocks xmlns:a="http://schemas.openxmlformats.org/drawingml/2006/main" noGrp="1"/>
          </p:cNvSpPr>
          <p:nvPr/>
        </p:nvSpPr>
        <p:spPr>
          <a:xfrm xmlns:a="http://schemas.openxmlformats.org/drawingml/2006/main">
            <a:off x="797723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2232" name="Editable chart path">
            <a:extLst xmlns:a="http://schemas.openxmlformats.org/drawingml/2006/main">
              <a:ext uri="{FF2B5EF4-FFF2-40B4-BE49-F238E27FC236}">
                <a16:creationId xmlns:a16="http://schemas.microsoft.com/office/drawing/2014/main" id="{699A93BB-A0A9-4D8B-837B-1C18FAC00922}"/>
              </a:ext>
            </a:extLst>
          </p:cNvPr>
          <p:cNvSpPr>
            <a:spLocks xmlns:a="http://schemas.openxmlformats.org/drawingml/2006/main" noGrp="1"/>
          </p:cNvSpPr>
          <p:nvPr/>
        </p:nvSpPr>
        <p:spPr>
          <a:xfrm xmlns:a="http://schemas.openxmlformats.org/drawingml/2006/main">
            <a:off x="7977239"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33" name="Editable chart path">
            <a:extLst xmlns:a="http://schemas.openxmlformats.org/drawingml/2006/main">
              <a:ext uri="{FF2B5EF4-FFF2-40B4-BE49-F238E27FC236}">
                <a16:creationId xmlns:a16="http://schemas.microsoft.com/office/drawing/2014/main" id="{00C9F209-4F05-4CE8-93A7-A04FF334CC6A}"/>
              </a:ext>
            </a:extLst>
          </p:cNvPr>
          <p:cNvSpPr>
            <a:spLocks xmlns:a="http://schemas.openxmlformats.org/drawingml/2006/main" noGrp="1"/>
          </p:cNvSpPr>
          <p:nvPr/>
        </p:nvSpPr>
        <p:spPr>
          <a:xfrm xmlns:a="http://schemas.openxmlformats.org/drawingml/2006/main">
            <a:off x="7977239"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2DAD8"/>
          </a:solidFill>
          <a:ln xmlns:a="http://schemas.openxmlformats.org/drawingml/2006/main" w="2205">
            <a:solidFill>
              <a:srgbClr val="FBFCFE"/>
            </a:solidFill>
            <a:prstDash val="solid"/>
          </a:ln>
        </p:spPr>
      </p:sp>
      <p:sp>
        <p:nvSpPr>
          <p:cNvPr id="2234" name="Editable chart path">
            <a:extLst xmlns:a="http://schemas.openxmlformats.org/drawingml/2006/main">
              <a:ext uri="{FF2B5EF4-FFF2-40B4-BE49-F238E27FC236}">
                <a16:creationId xmlns:a16="http://schemas.microsoft.com/office/drawing/2014/main" id="{ABF385A7-FAAC-4519-B026-FD1EDB94C808}"/>
              </a:ext>
            </a:extLst>
          </p:cNvPr>
          <p:cNvSpPr>
            <a:spLocks xmlns:a="http://schemas.openxmlformats.org/drawingml/2006/main" noGrp="1"/>
          </p:cNvSpPr>
          <p:nvPr/>
        </p:nvSpPr>
        <p:spPr>
          <a:xfrm xmlns:a="http://schemas.openxmlformats.org/drawingml/2006/main">
            <a:off x="797723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C6A62"/>
          </a:solidFill>
          <a:ln xmlns:a="http://schemas.openxmlformats.org/drawingml/2006/main" w="2205">
            <a:solidFill>
              <a:srgbClr val="FBFCFE"/>
            </a:solidFill>
            <a:prstDash val="solid"/>
          </a:ln>
        </p:spPr>
      </p:sp>
      <p:sp>
        <p:nvSpPr>
          <p:cNvPr id="2235" name="Editable chart path">
            <a:extLst xmlns:a="http://schemas.openxmlformats.org/drawingml/2006/main">
              <a:ext uri="{FF2B5EF4-FFF2-40B4-BE49-F238E27FC236}">
                <a16:creationId xmlns:a16="http://schemas.microsoft.com/office/drawing/2014/main" id="{E465346C-86D6-4ECE-8FA2-3887A9D92FE7}"/>
              </a:ext>
            </a:extLst>
          </p:cNvPr>
          <p:cNvSpPr>
            <a:spLocks xmlns:a="http://schemas.openxmlformats.org/drawingml/2006/main" noGrp="1"/>
          </p:cNvSpPr>
          <p:nvPr/>
        </p:nvSpPr>
        <p:spPr>
          <a:xfrm xmlns:a="http://schemas.openxmlformats.org/drawingml/2006/main">
            <a:off x="797723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36" name="Editable chart path">
            <a:extLst xmlns:a="http://schemas.openxmlformats.org/drawingml/2006/main">
              <a:ext uri="{FF2B5EF4-FFF2-40B4-BE49-F238E27FC236}">
                <a16:creationId xmlns:a16="http://schemas.microsoft.com/office/drawing/2014/main" id="{FAB22E07-117F-4A35-8955-37FF020A4071}"/>
              </a:ext>
            </a:extLst>
          </p:cNvPr>
          <p:cNvSpPr>
            <a:spLocks xmlns:a="http://schemas.openxmlformats.org/drawingml/2006/main" noGrp="1"/>
          </p:cNvSpPr>
          <p:nvPr/>
        </p:nvSpPr>
        <p:spPr>
          <a:xfrm xmlns:a="http://schemas.openxmlformats.org/drawingml/2006/main">
            <a:off x="7977239"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4F7EC3"/>
          </a:solidFill>
          <a:ln xmlns:a="http://schemas.openxmlformats.org/drawingml/2006/main" w="2205">
            <a:solidFill>
              <a:srgbClr val="FBFCFE"/>
            </a:solidFill>
            <a:prstDash val="solid"/>
          </a:ln>
        </p:spPr>
      </p:sp>
      <p:sp>
        <p:nvSpPr>
          <p:cNvPr id="2237" name="Editable chart path">
            <a:extLst xmlns:a="http://schemas.openxmlformats.org/drawingml/2006/main">
              <a:ext uri="{FF2B5EF4-FFF2-40B4-BE49-F238E27FC236}">
                <a16:creationId xmlns:a16="http://schemas.microsoft.com/office/drawing/2014/main" id="{783A757B-3FFB-42FD-8979-C96CD6B0A08C}"/>
              </a:ext>
            </a:extLst>
          </p:cNvPr>
          <p:cNvSpPr>
            <a:spLocks xmlns:a="http://schemas.openxmlformats.org/drawingml/2006/main" noGrp="1"/>
          </p:cNvSpPr>
          <p:nvPr/>
        </p:nvSpPr>
        <p:spPr>
          <a:xfrm xmlns:a="http://schemas.openxmlformats.org/drawingml/2006/main">
            <a:off x="7977239"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95F57"/>
          </a:solidFill>
          <a:ln xmlns:a="http://schemas.openxmlformats.org/drawingml/2006/main" w="2205">
            <a:solidFill>
              <a:srgbClr val="FBFCFE"/>
            </a:solidFill>
            <a:prstDash val="solid"/>
          </a:ln>
        </p:spPr>
      </p:sp>
      <p:sp>
        <p:nvSpPr>
          <p:cNvPr id="2238" name="Editable chart path">
            <a:extLst xmlns:a="http://schemas.openxmlformats.org/drawingml/2006/main">
              <a:ext uri="{FF2B5EF4-FFF2-40B4-BE49-F238E27FC236}">
                <a16:creationId xmlns:a16="http://schemas.microsoft.com/office/drawing/2014/main" id="{36896447-2F19-4780-99A1-1B3E0CCE058E}"/>
              </a:ext>
            </a:extLst>
          </p:cNvPr>
          <p:cNvSpPr>
            <a:spLocks xmlns:a="http://schemas.openxmlformats.org/drawingml/2006/main" noGrp="1"/>
          </p:cNvSpPr>
          <p:nvPr/>
        </p:nvSpPr>
        <p:spPr>
          <a:xfrm xmlns:a="http://schemas.openxmlformats.org/drawingml/2006/main">
            <a:off x="7977239"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39" name="Editable chart path">
            <a:extLst xmlns:a="http://schemas.openxmlformats.org/drawingml/2006/main">
              <a:ext uri="{FF2B5EF4-FFF2-40B4-BE49-F238E27FC236}">
                <a16:creationId xmlns:a16="http://schemas.microsoft.com/office/drawing/2014/main" id="{6B87B5F9-1790-421D-830E-E1987215F1BC}"/>
              </a:ext>
            </a:extLst>
          </p:cNvPr>
          <p:cNvSpPr>
            <a:spLocks xmlns:a="http://schemas.openxmlformats.org/drawingml/2006/main" noGrp="1"/>
          </p:cNvSpPr>
          <p:nvPr/>
        </p:nvSpPr>
        <p:spPr>
          <a:xfrm xmlns:a="http://schemas.openxmlformats.org/drawingml/2006/main">
            <a:off x="7977239" y="286206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240" name="Editable chart path">
            <a:extLst xmlns:a="http://schemas.openxmlformats.org/drawingml/2006/main">
              <a:ext uri="{FF2B5EF4-FFF2-40B4-BE49-F238E27FC236}">
                <a16:creationId xmlns:a16="http://schemas.microsoft.com/office/drawing/2014/main" id="{223F4F04-D542-41D9-A699-7D8073943D22}"/>
              </a:ext>
            </a:extLst>
          </p:cNvPr>
          <p:cNvSpPr>
            <a:spLocks xmlns:a="http://schemas.openxmlformats.org/drawingml/2006/main" noGrp="1"/>
          </p:cNvSpPr>
          <p:nvPr/>
        </p:nvSpPr>
        <p:spPr>
          <a:xfrm xmlns:a="http://schemas.openxmlformats.org/drawingml/2006/main">
            <a:off x="8039377" y="3856269"/>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41" name="Editable chart path">
            <a:extLst xmlns:a="http://schemas.openxmlformats.org/drawingml/2006/main">
              <a:ext uri="{FF2B5EF4-FFF2-40B4-BE49-F238E27FC236}">
                <a16:creationId xmlns:a16="http://schemas.microsoft.com/office/drawing/2014/main" id="{9C981B42-FB8D-4461-ADB1-3849BACD150B}"/>
              </a:ext>
            </a:extLst>
          </p:cNvPr>
          <p:cNvSpPr>
            <a:spLocks xmlns:a="http://schemas.openxmlformats.org/drawingml/2006/main" noGrp="1"/>
          </p:cNvSpPr>
          <p:nvPr/>
        </p:nvSpPr>
        <p:spPr>
          <a:xfrm xmlns:a="http://schemas.openxmlformats.org/drawingml/2006/main">
            <a:off x="8039377"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3566B1"/>
          </a:solidFill>
          <a:ln xmlns:a="http://schemas.openxmlformats.org/drawingml/2006/main" w="2205">
            <a:solidFill>
              <a:srgbClr val="FBFCFE"/>
            </a:solidFill>
            <a:prstDash val="solid"/>
          </a:ln>
        </p:spPr>
      </p:sp>
      <p:sp>
        <p:nvSpPr>
          <p:cNvPr id="2242" name="Editable chart path">
            <a:extLst xmlns:a="http://schemas.openxmlformats.org/drawingml/2006/main">
              <a:ext uri="{FF2B5EF4-FFF2-40B4-BE49-F238E27FC236}">
                <a16:creationId xmlns:a16="http://schemas.microsoft.com/office/drawing/2014/main" id="{F3A0B47F-39F1-4CB2-A5FB-E36F90A7120E}"/>
              </a:ext>
            </a:extLst>
          </p:cNvPr>
          <p:cNvSpPr>
            <a:spLocks xmlns:a="http://schemas.openxmlformats.org/drawingml/2006/main" noGrp="1"/>
          </p:cNvSpPr>
          <p:nvPr/>
        </p:nvSpPr>
        <p:spPr>
          <a:xfrm xmlns:a="http://schemas.openxmlformats.org/drawingml/2006/main">
            <a:off x="8039377"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1A5A1"/>
          </a:solidFill>
          <a:ln xmlns:a="http://schemas.openxmlformats.org/drawingml/2006/main" w="2205">
            <a:solidFill>
              <a:srgbClr val="FBFCFE"/>
            </a:solidFill>
            <a:prstDash val="solid"/>
          </a:ln>
        </p:spPr>
      </p:sp>
      <p:sp>
        <p:nvSpPr>
          <p:cNvPr id="2243" name="Editable chart path">
            <a:extLst xmlns:a="http://schemas.openxmlformats.org/drawingml/2006/main">
              <a:ext uri="{FF2B5EF4-FFF2-40B4-BE49-F238E27FC236}">
                <a16:creationId xmlns:a16="http://schemas.microsoft.com/office/drawing/2014/main" id="{D1D5854E-E516-4D1A-9E27-8821EA701F84}"/>
              </a:ext>
            </a:extLst>
          </p:cNvPr>
          <p:cNvSpPr>
            <a:spLocks xmlns:a="http://schemas.openxmlformats.org/drawingml/2006/main" noGrp="1"/>
          </p:cNvSpPr>
          <p:nvPr/>
        </p:nvSpPr>
        <p:spPr>
          <a:xfrm xmlns:a="http://schemas.openxmlformats.org/drawingml/2006/main">
            <a:off x="8039377"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244" name="Editable chart path">
            <a:extLst xmlns:a="http://schemas.openxmlformats.org/drawingml/2006/main">
              <a:ext uri="{FF2B5EF4-FFF2-40B4-BE49-F238E27FC236}">
                <a16:creationId xmlns:a16="http://schemas.microsoft.com/office/drawing/2014/main" id="{309A3492-68F4-476A-9A96-414C1A0D27B1}"/>
              </a:ext>
            </a:extLst>
          </p:cNvPr>
          <p:cNvSpPr>
            <a:spLocks xmlns:a="http://schemas.openxmlformats.org/drawingml/2006/main" noGrp="1"/>
          </p:cNvSpPr>
          <p:nvPr/>
        </p:nvSpPr>
        <p:spPr>
          <a:xfrm xmlns:a="http://schemas.openxmlformats.org/drawingml/2006/main">
            <a:off x="8039377"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45" name="Editable chart path">
            <a:extLst xmlns:a="http://schemas.openxmlformats.org/drawingml/2006/main">
              <a:ext uri="{FF2B5EF4-FFF2-40B4-BE49-F238E27FC236}">
                <a16:creationId xmlns:a16="http://schemas.microsoft.com/office/drawing/2014/main" id="{0BC05DD4-5B9E-4F90-A5AD-5ABC39A5B58E}"/>
              </a:ext>
            </a:extLst>
          </p:cNvPr>
          <p:cNvSpPr>
            <a:spLocks xmlns:a="http://schemas.openxmlformats.org/drawingml/2006/main" noGrp="1"/>
          </p:cNvSpPr>
          <p:nvPr/>
        </p:nvSpPr>
        <p:spPr>
          <a:xfrm xmlns:a="http://schemas.openxmlformats.org/drawingml/2006/main">
            <a:off x="8039377"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E6D66"/>
          </a:solidFill>
          <a:ln xmlns:a="http://schemas.openxmlformats.org/drawingml/2006/main" w="2205">
            <a:solidFill>
              <a:srgbClr val="FBFCFE"/>
            </a:solidFill>
            <a:prstDash val="solid"/>
          </a:ln>
        </p:spPr>
      </p:sp>
      <p:sp>
        <p:nvSpPr>
          <p:cNvPr id="2246" name="Editable chart path">
            <a:extLst xmlns:a="http://schemas.openxmlformats.org/drawingml/2006/main">
              <a:ext uri="{FF2B5EF4-FFF2-40B4-BE49-F238E27FC236}">
                <a16:creationId xmlns:a16="http://schemas.microsoft.com/office/drawing/2014/main" id="{B5F1EF7B-2B44-4A68-A9F4-C326514A0EF2}"/>
              </a:ext>
            </a:extLst>
          </p:cNvPr>
          <p:cNvSpPr>
            <a:spLocks xmlns:a="http://schemas.openxmlformats.org/drawingml/2006/main" noGrp="1"/>
          </p:cNvSpPr>
          <p:nvPr/>
        </p:nvSpPr>
        <p:spPr>
          <a:xfrm xmlns:a="http://schemas.openxmlformats.org/drawingml/2006/main">
            <a:off x="8039377"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47" name="Editable chart path">
            <a:extLst xmlns:a="http://schemas.openxmlformats.org/drawingml/2006/main">
              <a:ext uri="{FF2B5EF4-FFF2-40B4-BE49-F238E27FC236}">
                <a16:creationId xmlns:a16="http://schemas.microsoft.com/office/drawing/2014/main" id="{30FD507A-17AB-4BE3-9EDB-312C2881D018}"/>
              </a:ext>
            </a:extLst>
          </p:cNvPr>
          <p:cNvSpPr>
            <a:spLocks xmlns:a="http://schemas.openxmlformats.org/drawingml/2006/main" noGrp="1"/>
          </p:cNvSpPr>
          <p:nvPr/>
        </p:nvSpPr>
        <p:spPr>
          <a:xfrm xmlns:a="http://schemas.openxmlformats.org/drawingml/2006/main">
            <a:off x="8039377"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48" name="Editable chart path">
            <a:extLst xmlns:a="http://schemas.openxmlformats.org/drawingml/2006/main">
              <a:ext uri="{FF2B5EF4-FFF2-40B4-BE49-F238E27FC236}">
                <a16:creationId xmlns:a16="http://schemas.microsoft.com/office/drawing/2014/main" id="{B9BCA3CD-44EE-4F71-AF78-5E02B330B27A}"/>
              </a:ext>
            </a:extLst>
          </p:cNvPr>
          <p:cNvSpPr>
            <a:spLocks xmlns:a="http://schemas.openxmlformats.org/drawingml/2006/main" noGrp="1"/>
          </p:cNvSpPr>
          <p:nvPr/>
        </p:nvSpPr>
        <p:spPr>
          <a:xfrm xmlns:a="http://schemas.openxmlformats.org/drawingml/2006/main">
            <a:off x="8039377"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49" name="Editable chart path">
            <a:extLst xmlns:a="http://schemas.openxmlformats.org/drawingml/2006/main">
              <a:ext uri="{FF2B5EF4-FFF2-40B4-BE49-F238E27FC236}">
                <a16:creationId xmlns:a16="http://schemas.microsoft.com/office/drawing/2014/main" id="{BB5B764E-05F6-492F-A23C-1E45F3C3EE5E}"/>
              </a:ext>
            </a:extLst>
          </p:cNvPr>
          <p:cNvSpPr>
            <a:spLocks xmlns:a="http://schemas.openxmlformats.org/drawingml/2006/main" noGrp="1"/>
          </p:cNvSpPr>
          <p:nvPr/>
        </p:nvSpPr>
        <p:spPr>
          <a:xfrm xmlns:a="http://schemas.openxmlformats.org/drawingml/2006/main">
            <a:off x="8039377"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50" name="Editable chart path">
            <a:extLst xmlns:a="http://schemas.openxmlformats.org/drawingml/2006/main">
              <a:ext uri="{FF2B5EF4-FFF2-40B4-BE49-F238E27FC236}">
                <a16:creationId xmlns:a16="http://schemas.microsoft.com/office/drawing/2014/main" id="{D7D4F529-88D3-4154-A875-FA84037B7832}"/>
              </a:ext>
            </a:extLst>
          </p:cNvPr>
          <p:cNvSpPr>
            <a:spLocks xmlns:a="http://schemas.openxmlformats.org/drawingml/2006/main" noGrp="1"/>
          </p:cNvSpPr>
          <p:nvPr/>
        </p:nvSpPr>
        <p:spPr>
          <a:xfrm xmlns:a="http://schemas.openxmlformats.org/drawingml/2006/main">
            <a:off x="8039377"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251" name="Editable chart path">
            <a:extLst xmlns:a="http://schemas.openxmlformats.org/drawingml/2006/main">
              <a:ext uri="{FF2B5EF4-FFF2-40B4-BE49-F238E27FC236}">
                <a16:creationId xmlns:a16="http://schemas.microsoft.com/office/drawing/2014/main" id="{95B1B54C-F744-4AE3-AE18-2862EDC04F52}"/>
              </a:ext>
            </a:extLst>
          </p:cNvPr>
          <p:cNvSpPr>
            <a:spLocks xmlns:a="http://schemas.openxmlformats.org/drawingml/2006/main" noGrp="1"/>
          </p:cNvSpPr>
          <p:nvPr/>
        </p:nvSpPr>
        <p:spPr>
          <a:xfrm xmlns:a="http://schemas.openxmlformats.org/drawingml/2006/main">
            <a:off x="8039377"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52" name="Editable chart path">
            <a:extLst xmlns:a="http://schemas.openxmlformats.org/drawingml/2006/main">
              <a:ext uri="{FF2B5EF4-FFF2-40B4-BE49-F238E27FC236}">
                <a16:creationId xmlns:a16="http://schemas.microsoft.com/office/drawing/2014/main" id="{42A3B40E-BC1F-4ED0-BF66-55A58A3ECA0D}"/>
              </a:ext>
            </a:extLst>
          </p:cNvPr>
          <p:cNvSpPr>
            <a:spLocks xmlns:a="http://schemas.openxmlformats.org/drawingml/2006/main" noGrp="1"/>
          </p:cNvSpPr>
          <p:nvPr/>
        </p:nvSpPr>
        <p:spPr>
          <a:xfrm xmlns:a="http://schemas.openxmlformats.org/drawingml/2006/main">
            <a:off x="8039377"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53" name="Editable chart path">
            <a:extLst xmlns:a="http://schemas.openxmlformats.org/drawingml/2006/main">
              <a:ext uri="{FF2B5EF4-FFF2-40B4-BE49-F238E27FC236}">
                <a16:creationId xmlns:a16="http://schemas.microsoft.com/office/drawing/2014/main" id="{C94BC7D2-F09E-4050-9BA4-27DA2CD99A38}"/>
              </a:ext>
            </a:extLst>
          </p:cNvPr>
          <p:cNvSpPr>
            <a:spLocks xmlns:a="http://schemas.openxmlformats.org/drawingml/2006/main" noGrp="1"/>
          </p:cNvSpPr>
          <p:nvPr/>
        </p:nvSpPr>
        <p:spPr>
          <a:xfrm xmlns:a="http://schemas.openxmlformats.org/drawingml/2006/main">
            <a:off x="8039377"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254" name="Editable chart path">
            <a:extLst xmlns:a="http://schemas.openxmlformats.org/drawingml/2006/main">
              <a:ext uri="{FF2B5EF4-FFF2-40B4-BE49-F238E27FC236}">
                <a16:creationId xmlns:a16="http://schemas.microsoft.com/office/drawing/2014/main" id="{5751D3C9-EB5F-4D20-A619-347993F1045B}"/>
              </a:ext>
            </a:extLst>
          </p:cNvPr>
          <p:cNvSpPr>
            <a:spLocks xmlns:a="http://schemas.openxmlformats.org/drawingml/2006/main" noGrp="1"/>
          </p:cNvSpPr>
          <p:nvPr/>
        </p:nvSpPr>
        <p:spPr>
          <a:xfrm xmlns:a="http://schemas.openxmlformats.org/drawingml/2006/main">
            <a:off x="810151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55" name="Editable chart path">
            <a:extLst xmlns:a="http://schemas.openxmlformats.org/drawingml/2006/main">
              <a:ext uri="{FF2B5EF4-FFF2-40B4-BE49-F238E27FC236}">
                <a16:creationId xmlns:a16="http://schemas.microsoft.com/office/drawing/2014/main" id="{DD74ACFC-A1AE-4369-9DB7-89B8C1703605}"/>
              </a:ext>
            </a:extLst>
          </p:cNvPr>
          <p:cNvSpPr>
            <a:spLocks xmlns:a="http://schemas.openxmlformats.org/drawingml/2006/main" noGrp="1"/>
          </p:cNvSpPr>
          <p:nvPr/>
        </p:nvSpPr>
        <p:spPr>
          <a:xfrm xmlns:a="http://schemas.openxmlformats.org/drawingml/2006/main">
            <a:off x="810151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AECBF3"/>
          </a:solidFill>
          <a:ln xmlns:a="http://schemas.openxmlformats.org/drawingml/2006/main" w="2205">
            <a:solidFill>
              <a:srgbClr val="FBFCFE"/>
            </a:solidFill>
            <a:prstDash val="solid"/>
          </a:ln>
        </p:spPr>
      </p:sp>
      <p:sp>
        <p:nvSpPr>
          <p:cNvPr id="2256" name="Editable chart path">
            <a:extLst xmlns:a="http://schemas.openxmlformats.org/drawingml/2006/main">
              <a:ext uri="{FF2B5EF4-FFF2-40B4-BE49-F238E27FC236}">
                <a16:creationId xmlns:a16="http://schemas.microsoft.com/office/drawing/2014/main" id="{F701F84D-EDA6-46D3-A9EB-EB0B4DFCEFBB}"/>
              </a:ext>
            </a:extLst>
          </p:cNvPr>
          <p:cNvSpPr>
            <a:spLocks xmlns:a="http://schemas.openxmlformats.org/drawingml/2006/main" noGrp="1"/>
          </p:cNvSpPr>
          <p:nvPr/>
        </p:nvSpPr>
        <p:spPr>
          <a:xfrm xmlns:a="http://schemas.openxmlformats.org/drawingml/2006/main">
            <a:off x="810151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57" name="Editable chart path">
            <a:extLst xmlns:a="http://schemas.openxmlformats.org/drawingml/2006/main">
              <a:ext uri="{FF2B5EF4-FFF2-40B4-BE49-F238E27FC236}">
                <a16:creationId xmlns:a16="http://schemas.microsoft.com/office/drawing/2014/main" id="{E25CF165-29BE-434A-8CA2-ED43C101A525}"/>
              </a:ext>
            </a:extLst>
          </p:cNvPr>
          <p:cNvSpPr>
            <a:spLocks xmlns:a="http://schemas.openxmlformats.org/drawingml/2006/main" noGrp="1"/>
          </p:cNvSpPr>
          <p:nvPr/>
        </p:nvSpPr>
        <p:spPr>
          <a:xfrm xmlns:a="http://schemas.openxmlformats.org/drawingml/2006/main">
            <a:off x="810151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58" name="Editable chart path">
            <a:extLst xmlns:a="http://schemas.openxmlformats.org/drawingml/2006/main">
              <a:ext uri="{FF2B5EF4-FFF2-40B4-BE49-F238E27FC236}">
                <a16:creationId xmlns:a16="http://schemas.microsoft.com/office/drawing/2014/main" id="{67FFF1BD-0B1E-4C5A-AE49-EF8DD0680F32}"/>
              </a:ext>
            </a:extLst>
          </p:cNvPr>
          <p:cNvSpPr>
            <a:spLocks xmlns:a="http://schemas.openxmlformats.org/drawingml/2006/main" noGrp="1"/>
          </p:cNvSpPr>
          <p:nvPr/>
        </p:nvSpPr>
        <p:spPr>
          <a:xfrm xmlns:a="http://schemas.openxmlformats.org/drawingml/2006/main">
            <a:off x="810151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259" name="Editable chart path">
            <a:extLst xmlns:a="http://schemas.openxmlformats.org/drawingml/2006/main">
              <a:ext uri="{FF2B5EF4-FFF2-40B4-BE49-F238E27FC236}">
                <a16:creationId xmlns:a16="http://schemas.microsoft.com/office/drawing/2014/main" id="{A6182DB9-AA06-4F6E-AA90-9AFE8B942CEE}"/>
              </a:ext>
            </a:extLst>
          </p:cNvPr>
          <p:cNvSpPr>
            <a:spLocks xmlns:a="http://schemas.openxmlformats.org/drawingml/2006/main" noGrp="1"/>
          </p:cNvSpPr>
          <p:nvPr/>
        </p:nvSpPr>
        <p:spPr>
          <a:xfrm xmlns:a="http://schemas.openxmlformats.org/drawingml/2006/main">
            <a:off x="810151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60" name="Editable chart path">
            <a:extLst xmlns:a="http://schemas.openxmlformats.org/drawingml/2006/main">
              <a:ext uri="{FF2B5EF4-FFF2-40B4-BE49-F238E27FC236}">
                <a16:creationId xmlns:a16="http://schemas.microsoft.com/office/drawing/2014/main" id="{0842A3B9-F0DE-4821-91B1-9DDEA700A810}"/>
              </a:ext>
            </a:extLst>
          </p:cNvPr>
          <p:cNvSpPr>
            <a:spLocks xmlns:a="http://schemas.openxmlformats.org/drawingml/2006/main" noGrp="1"/>
          </p:cNvSpPr>
          <p:nvPr/>
        </p:nvSpPr>
        <p:spPr>
          <a:xfrm xmlns:a="http://schemas.openxmlformats.org/drawingml/2006/main">
            <a:off x="8101515"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61" name="Editable chart path">
            <a:extLst xmlns:a="http://schemas.openxmlformats.org/drawingml/2006/main">
              <a:ext uri="{FF2B5EF4-FFF2-40B4-BE49-F238E27FC236}">
                <a16:creationId xmlns:a16="http://schemas.microsoft.com/office/drawing/2014/main" id="{2A5D0893-A837-4FA4-A6A7-249A6523467C}"/>
              </a:ext>
            </a:extLst>
          </p:cNvPr>
          <p:cNvSpPr>
            <a:spLocks xmlns:a="http://schemas.openxmlformats.org/drawingml/2006/main" noGrp="1"/>
          </p:cNvSpPr>
          <p:nvPr/>
        </p:nvSpPr>
        <p:spPr>
          <a:xfrm xmlns:a="http://schemas.openxmlformats.org/drawingml/2006/main">
            <a:off x="8101515"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2262" name="Editable chart path">
            <a:extLst xmlns:a="http://schemas.openxmlformats.org/drawingml/2006/main">
              <a:ext uri="{FF2B5EF4-FFF2-40B4-BE49-F238E27FC236}">
                <a16:creationId xmlns:a16="http://schemas.microsoft.com/office/drawing/2014/main" id="{0D096423-C914-4B48-AA8C-53849243EFAC}"/>
              </a:ext>
            </a:extLst>
          </p:cNvPr>
          <p:cNvSpPr>
            <a:spLocks xmlns:a="http://schemas.openxmlformats.org/drawingml/2006/main" noGrp="1"/>
          </p:cNvSpPr>
          <p:nvPr/>
        </p:nvSpPr>
        <p:spPr>
          <a:xfrm xmlns:a="http://schemas.openxmlformats.org/drawingml/2006/main">
            <a:off x="8101515"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8BCB9"/>
          </a:solidFill>
          <a:ln xmlns:a="http://schemas.openxmlformats.org/drawingml/2006/main" w="2205">
            <a:solidFill>
              <a:srgbClr val="FBFCFE"/>
            </a:solidFill>
            <a:prstDash val="solid"/>
          </a:ln>
        </p:spPr>
      </p:sp>
      <p:sp>
        <p:nvSpPr>
          <p:cNvPr id="2263" name="Editable chart path">
            <a:extLst xmlns:a="http://schemas.openxmlformats.org/drawingml/2006/main">
              <a:ext uri="{FF2B5EF4-FFF2-40B4-BE49-F238E27FC236}">
                <a16:creationId xmlns:a16="http://schemas.microsoft.com/office/drawing/2014/main" id="{AE17B8EE-1CB2-45F7-821A-927988094A1F}"/>
              </a:ext>
            </a:extLst>
          </p:cNvPr>
          <p:cNvSpPr>
            <a:spLocks xmlns:a="http://schemas.openxmlformats.org/drawingml/2006/main" noGrp="1"/>
          </p:cNvSpPr>
          <p:nvPr/>
        </p:nvSpPr>
        <p:spPr>
          <a:xfrm xmlns:a="http://schemas.openxmlformats.org/drawingml/2006/main">
            <a:off x="810151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64" name="Editable chart path">
            <a:extLst xmlns:a="http://schemas.openxmlformats.org/drawingml/2006/main">
              <a:ext uri="{FF2B5EF4-FFF2-40B4-BE49-F238E27FC236}">
                <a16:creationId xmlns:a16="http://schemas.microsoft.com/office/drawing/2014/main" id="{DA48CA10-8428-4280-B8F2-70BBD52C0BE7}"/>
              </a:ext>
            </a:extLst>
          </p:cNvPr>
          <p:cNvSpPr>
            <a:spLocks xmlns:a="http://schemas.openxmlformats.org/drawingml/2006/main" noGrp="1"/>
          </p:cNvSpPr>
          <p:nvPr/>
        </p:nvSpPr>
        <p:spPr>
          <a:xfrm xmlns:a="http://schemas.openxmlformats.org/drawingml/2006/main">
            <a:off x="810151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265" name="Editable chart path">
            <a:extLst xmlns:a="http://schemas.openxmlformats.org/drawingml/2006/main">
              <a:ext uri="{FF2B5EF4-FFF2-40B4-BE49-F238E27FC236}">
                <a16:creationId xmlns:a16="http://schemas.microsoft.com/office/drawing/2014/main" id="{62B58D81-8C18-4063-8F3F-FE552EAF4FF0}"/>
              </a:ext>
            </a:extLst>
          </p:cNvPr>
          <p:cNvSpPr>
            <a:spLocks xmlns:a="http://schemas.openxmlformats.org/drawingml/2006/main" noGrp="1"/>
          </p:cNvSpPr>
          <p:nvPr/>
        </p:nvSpPr>
        <p:spPr>
          <a:xfrm xmlns:a="http://schemas.openxmlformats.org/drawingml/2006/main">
            <a:off x="810151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66" name="Editable chart path">
            <a:extLst xmlns:a="http://schemas.openxmlformats.org/drawingml/2006/main">
              <a:ext uri="{FF2B5EF4-FFF2-40B4-BE49-F238E27FC236}">
                <a16:creationId xmlns:a16="http://schemas.microsoft.com/office/drawing/2014/main" id="{D52D5A6E-F7EA-4DDD-9816-89ECB6833D4F}"/>
              </a:ext>
            </a:extLst>
          </p:cNvPr>
          <p:cNvSpPr>
            <a:spLocks xmlns:a="http://schemas.openxmlformats.org/drawingml/2006/main" noGrp="1"/>
          </p:cNvSpPr>
          <p:nvPr/>
        </p:nvSpPr>
        <p:spPr>
          <a:xfrm xmlns:a="http://schemas.openxmlformats.org/drawingml/2006/main">
            <a:off x="8163652"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4807A"/>
          </a:solidFill>
          <a:ln xmlns:a="http://schemas.openxmlformats.org/drawingml/2006/main" w="2205">
            <a:solidFill>
              <a:srgbClr val="FBFCFE"/>
            </a:solidFill>
            <a:prstDash val="solid"/>
          </a:ln>
        </p:spPr>
      </p:sp>
      <p:sp>
        <p:nvSpPr>
          <p:cNvPr id="2267" name="Editable chart path">
            <a:extLst xmlns:a="http://schemas.openxmlformats.org/drawingml/2006/main">
              <a:ext uri="{FF2B5EF4-FFF2-40B4-BE49-F238E27FC236}">
                <a16:creationId xmlns:a16="http://schemas.microsoft.com/office/drawing/2014/main" id="{9D1635E0-0080-43B2-ABC4-A49AA01CC5B0}"/>
              </a:ext>
            </a:extLst>
          </p:cNvPr>
          <p:cNvSpPr>
            <a:spLocks xmlns:a="http://schemas.openxmlformats.org/drawingml/2006/main" noGrp="1"/>
          </p:cNvSpPr>
          <p:nvPr/>
        </p:nvSpPr>
        <p:spPr>
          <a:xfrm xmlns:a="http://schemas.openxmlformats.org/drawingml/2006/main">
            <a:off x="8163652"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17871"/>
          </a:solidFill>
          <a:ln xmlns:a="http://schemas.openxmlformats.org/drawingml/2006/main" w="2205">
            <a:solidFill>
              <a:srgbClr val="FBFCFE"/>
            </a:solidFill>
            <a:prstDash val="solid"/>
          </a:ln>
        </p:spPr>
      </p:sp>
      <p:sp>
        <p:nvSpPr>
          <p:cNvPr id="2268" name="Editable chart path">
            <a:extLst xmlns:a="http://schemas.openxmlformats.org/drawingml/2006/main">
              <a:ext uri="{FF2B5EF4-FFF2-40B4-BE49-F238E27FC236}">
                <a16:creationId xmlns:a16="http://schemas.microsoft.com/office/drawing/2014/main" id="{CB906378-1A5B-4D28-94E3-227EFE1828FF}"/>
              </a:ext>
            </a:extLst>
          </p:cNvPr>
          <p:cNvSpPr>
            <a:spLocks xmlns:a="http://schemas.openxmlformats.org/drawingml/2006/main" noGrp="1"/>
          </p:cNvSpPr>
          <p:nvPr/>
        </p:nvSpPr>
        <p:spPr>
          <a:xfrm xmlns:a="http://schemas.openxmlformats.org/drawingml/2006/main">
            <a:off x="8163652"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69" name="Editable chart path">
            <a:extLst xmlns:a="http://schemas.openxmlformats.org/drawingml/2006/main">
              <a:ext uri="{FF2B5EF4-FFF2-40B4-BE49-F238E27FC236}">
                <a16:creationId xmlns:a16="http://schemas.microsoft.com/office/drawing/2014/main" id="{CC1D3630-5F0A-45C3-BB5A-C49D5916FE9C}"/>
              </a:ext>
            </a:extLst>
          </p:cNvPr>
          <p:cNvSpPr>
            <a:spLocks xmlns:a="http://schemas.openxmlformats.org/drawingml/2006/main" noGrp="1"/>
          </p:cNvSpPr>
          <p:nvPr/>
        </p:nvSpPr>
        <p:spPr>
          <a:xfrm xmlns:a="http://schemas.openxmlformats.org/drawingml/2006/main">
            <a:off x="8163652"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70" name="Editable chart path">
            <a:extLst xmlns:a="http://schemas.openxmlformats.org/drawingml/2006/main">
              <a:ext uri="{FF2B5EF4-FFF2-40B4-BE49-F238E27FC236}">
                <a16:creationId xmlns:a16="http://schemas.microsoft.com/office/drawing/2014/main" id="{99BA0064-0106-46B3-84F0-75DAE1498C85}"/>
              </a:ext>
            </a:extLst>
          </p:cNvPr>
          <p:cNvSpPr>
            <a:spLocks xmlns:a="http://schemas.openxmlformats.org/drawingml/2006/main" noGrp="1"/>
          </p:cNvSpPr>
          <p:nvPr/>
        </p:nvSpPr>
        <p:spPr>
          <a:xfrm xmlns:a="http://schemas.openxmlformats.org/drawingml/2006/main">
            <a:off x="8163652"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71" name="Editable chart path">
            <a:extLst xmlns:a="http://schemas.openxmlformats.org/drawingml/2006/main">
              <a:ext uri="{FF2B5EF4-FFF2-40B4-BE49-F238E27FC236}">
                <a16:creationId xmlns:a16="http://schemas.microsoft.com/office/drawing/2014/main" id="{B776CF1A-461E-4FE6-988B-9988D37EC9A3}"/>
              </a:ext>
            </a:extLst>
          </p:cNvPr>
          <p:cNvSpPr>
            <a:spLocks xmlns:a="http://schemas.openxmlformats.org/drawingml/2006/main" noGrp="1"/>
          </p:cNvSpPr>
          <p:nvPr/>
        </p:nvSpPr>
        <p:spPr>
          <a:xfrm xmlns:a="http://schemas.openxmlformats.org/drawingml/2006/main">
            <a:off x="8163652"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DF9F9"/>
          </a:solidFill>
          <a:ln xmlns:a="http://schemas.openxmlformats.org/drawingml/2006/main" w="2205">
            <a:solidFill>
              <a:srgbClr val="FBFCFE"/>
            </a:solidFill>
            <a:prstDash val="solid"/>
          </a:ln>
        </p:spPr>
      </p:sp>
      <p:sp>
        <p:nvSpPr>
          <p:cNvPr id="2272" name="Editable chart path">
            <a:extLst xmlns:a="http://schemas.openxmlformats.org/drawingml/2006/main">
              <a:ext uri="{FF2B5EF4-FFF2-40B4-BE49-F238E27FC236}">
                <a16:creationId xmlns:a16="http://schemas.microsoft.com/office/drawing/2014/main" id="{B72CD8F0-AF21-4676-9895-CC42A9577D45}"/>
              </a:ext>
            </a:extLst>
          </p:cNvPr>
          <p:cNvSpPr>
            <a:spLocks xmlns:a="http://schemas.openxmlformats.org/drawingml/2006/main" noGrp="1"/>
          </p:cNvSpPr>
          <p:nvPr/>
        </p:nvSpPr>
        <p:spPr>
          <a:xfrm xmlns:a="http://schemas.openxmlformats.org/drawingml/2006/main">
            <a:off x="8163652"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73" name="Editable chart path">
            <a:extLst xmlns:a="http://schemas.openxmlformats.org/drawingml/2006/main">
              <a:ext uri="{FF2B5EF4-FFF2-40B4-BE49-F238E27FC236}">
                <a16:creationId xmlns:a16="http://schemas.microsoft.com/office/drawing/2014/main" id="{29D46CD9-6BDD-4DAA-951A-0CAA1D242751}"/>
              </a:ext>
            </a:extLst>
          </p:cNvPr>
          <p:cNvSpPr>
            <a:spLocks xmlns:a="http://schemas.openxmlformats.org/drawingml/2006/main" noGrp="1"/>
          </p:cNvSpPr>
          <p:nvPr/>
        </p:nvSpPr>
        <p:spPr>
          <a:xfrm xmlns:a="http://schemas.openxmlformats.org/drawingml/2006/main">
            <a:off x="8163652"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74" name="Editable chart path">
            <a:extLst xmlns:a="http://schemas.openxmlformats.org/drawingml/2006/main">
              <a:ext uri="{FF2B5EF4-FFF2-40B4-BE49-F238E27FC236}">
                <a16:creationId xmlns:a16="http://schemas.microsoft.com/office/drawing/2014/main" id="{F43E5641-AB07-4402-B977-8ECA9D7B0E3C}"/>
              </a:ext>
            </a:extLst>
          </p:cNvPr>
          <p:cNvSpPr>
            <a:spLocks xmlns:a="http://schemas.openxmlformats.org/drawingml/2006/main" noGrp="1"/>
          </p:cNvSpPr>
          <p:nvPr/>
        </p:nvSpPr>
        <p:spPr>
          <a:xfrm xmlns:a="http://schemas.openxmlformats.org/drawingml/2006/main">
            <a:off x="8163652"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75" name="Editable chart path">
            <a:extLst xmlns:a="http://schemas.openxmlformats.org/drawingml/2006/main">
              <a:ext uri="{FF2B5EF4-FFF2-40B4-BE49-F238E27FC236}">
                <a16:creationId xmlns:a16="http://schemas.microsoft.com/office/drawing/2014/main" id="{CD8E9166-624D-4D27-B9BC-633B323BE09B}"/>
              </a:ext>
            </a:extLst>
          </p:cNvPr>
          <p:cNvSpPr>
            <a:spLocks xmlns:a="http://schemas.openxmlformats.org/drawingml/2006/main" noGrp="1"/>
          </p:cNvSpPr>
          <p:nvPr/>
        </p:nvSpPr>
        <p:spPr>
          <a:xfrm xmlns:a="http://schemas.openxmlformats.org/drawingml/2006/main">
            <a:off x="816365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76" name="Editable chart path">
            <a:extLst xmlns:a="http://schemas.openxmlformats.org/drawingml/2006/main">
              <a:ext uri="{FF2B5EF4-FFF2-40B4-BE49-F238E27FC236}">
                <a16:creationId xmlns:a16="http://schemas.microsoft.com/office/drawing/2014/main" id="{616807D1-27E7-4261-9A02-3FFC910ACC9D}"/>
              </a:ext>
            </a:extLst>
          </p:cNvPr>
          <p:cNvSpPr>
            <a:spLocks xmlns:a="http://schemas.openxmlformats.org/drawingml/2006/main" noGrp="1"/>
          </p:cNvSpPr>
          <p:nvPr/>
        </p:nvSpPr>
        <p:spPr>
          <a:xfrm xmlns:a="http://schemas.openxmlformats.org/drawingml/2006/main">
            <a:off x="8163652"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7B7B3"/>
          </a:solidFill>
          <a:ln xmlns:a="http://schemas.openxmlformats.org/drawingml/2006/main" w="2205">
            <a:solidFill>
              <a:srgbClr val="FBFCFE"/>
            </a:solidFill>
            <a:prstDash val="solid"/>
          </a:ln>
        </p:spPr>
      </p:sp>
      <p:sp>
        <p:nvSpPr>
          <p:cNvPr id="2277" name="Editable chart path">
            <a:extLst xmlns:a="http://schemas.openxmlformats.org/drawingml/2006/main">
              <a:ext uri="{FF2B5EF4-FFF2-40B4-BE49-F238E27FC236}">
                <a16:creationId xmlns:a16="http://schemas.microsoft.com/office/drawing/2014/main" id="{1B697693-FD8E-4BD4-BD7F-97A1A7B6F199}"/>
              </a:ext>
            </a:extLst>
          </p:cNvPr>
          <p:cNvSpPr>
            <a:spLocks xmlns:a="http://schemas.openxmlformats.org/drawingml/2006/main" noGrp="1"/>
          </p:cNvSpPr>
          <p:nvPr/>
        </p:nvSpPr>
        <p:spPr>
          <a:xfrm xmlns:a="http://schemas.openxmlformats.org/drawingml/2006/main">
            <a:off x="8163652"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7BAB6"/>
          </a:solidFill>
          <a:ln xmlns:a="http://schemas.openxmlformats.org/drawingml/2006/main" w="2205">
            <a:solidFill>
              <a:srgbClr val="FBFCFE"/>
            </a:solidFill>
            <a:prstDash val="solid"/>
          </a:ln>
        </p:spPr>
      </p:sp>
      <p:sp>
        <p:nvSpPr>
          <p:cNvPr id="2278" name="Editable chart path">
            <a:extLst xmlns:a="http://schemas.openxmlformats.org/drawingml/2006/main">
              <a:ext uri="{FF2B5EF4-FFF2-40B4-BE49-F238E27FC236}">
                <a16:creationId xmlns:a16="http://schemas.microsoft.com/office/drawing/2014/main" id="{A5497584-A537-4B27-8AD3-6FB09680B6BE}"/>
              </a:ext>
            </a:extLst>
          </p:cNvPr>
          <p:cNvSpPr>
            <a:spLocks xmlns:a="http://schemas.openxmlformats.org/drawingml/2006/main" noGrp="1"/>
          </p:cNvSpPr>
          <p:nvPr/>
        </p:nvSpPr>
        <p:spPr>
          <a:xfrm xmlns:a="http://schemas.openxmlformats.org/drawingml/2006/main">
            <a:off x="8225790"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79" name="Editable chart path">
            <a:extLst xmlns:a="http://schemas.openxmlformats.org/drawingml/2006/main">
              <a:ext uri="{FF2B5EF4-FFF2-40B4-BE49-F238E27FC236}">
                <a16:creationId xmlns:a16="http://schemas.microsoft.com/office/drawing/2014/main" id="{F2B5A693-BA26-4F9D-AA76-CC8B05DAEC0F}"/>
              </a:ext>
            </a:extLst>
          </p:cNvPr>
          <p:cNvSpPr>
            <a:spLocks xmlns:a="http://schemas.openxmlformats.org/drawingml/2006/main" noGrp="1"/>
          </p:cNvSpPr>
          <p:nvPr/>
        </p:nvSpPr>
        <p:spPr>
          <a:xfrm xmlns:a="http://schemas.openxmlformats.org/drawingml/2006/main">
            <a:off x="8225790"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280" name="Editable chart path">
            <a:extLst xmlns:a="http://schemas.openxmlformats.org/drawingml/2006/main">
              <a:ext uri="{FF2B5EF4-FFF2-40B4-BE49-F238E27FC236}">
                <a16:creationId xmlns:a16="http://schemas.microsoft.com/office/drawing/2014/main" id="{0277A6AE-0CC6-41AF-ABB1-4B26DB57A9CA}"/>
              </a:ext>
            </a:extLst>
          </p:cNvPr>
          <p:cNvSpPr>
            <a:spLocks xmlns:a="http://schemas.openxmlformats.org/drawingml/2006/main" noGrp="1"/>
          </p:cNvSpPr>
          <p:nvPr/>
        </p:nvSpPr>
        <p:spPr>
          <a:xfrm xmlns:a="http://schemas.openxmlformats.org/drawingml/2006/main">
            <a:off x="8225790"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34D44"/>
          </a:solidFill>
          <a:ln xmlns:a="http://schemas.openxmlformats.org/drawingml/2006/main" w="2205">
            <a:solidFill>
              <a:srgbClr val="FBFCFE"/>
            </a:solidFill>
            <a:prstDash val="solid"/>
          </a:ln>
        </p:spPr>
      </p:sp>
      <p:sp>
        <p:nvSpPr>
          <p:cNvPr id="2281" name="Editable chart path">
            <a:extLst xmlns:a="http://schemas.openxmlformats.org/drawingml/2006/main">
              <a:ext uri="{FF2B5EF4-FFF2-40B4-BE49-F238E27FC236}">
                <a16:creationId xmlns:a16="http://schemas.microsoft.com/office/drawing/2014/main" id="{3EBDA0E1-8ED5-4D6C-823B-0C0D24326A31}"/>
              </a:ext>
            </a:extLst>
          </p:cNvPr>
          <p:cNvSpPr>
            <a:spLocks xmlns:a="http://schemas.openxmlformats.org/drawingml/2006/main" noGrp="1"/>
          </p:cNvSpPr>
          <p:nvPr/>
        </p:nvSpPr>
        <p:spPr>
          <a:xfrm xmlns:a="http://schemas.openxmlformats.org/drawingml/2006/main">
            <a:off x="8225790"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282" name="Editable chart path">
            <a:extLst xmlns:a="http://schemas.openxmlformats.org/drawingml/2006/main">
              <a:ext uri="{FF2B5EF4-FFF2-40B4-BE49-F238E27FC236}">
                <a16:creationId xmlns:a16="http://schemas.microsoft.com/office/drawing/2014/main" id="{A554BEFE-8C31-4E23-8B55-76F1DBC7F9A1}"/>
              </a:ext>
            </a:extLst>
          </p:cNvPr>
          <p:cNvSpPr>
            <a:spLocks xmlns:a="http://schemas.openxmlformats.org/drawingml/2006/main" noGrp="1"/>
          </p:cNvSpPr>
          <p:nvPr/>
        </p:nvSpPr>
        <p:spPr>
          <a:xfrm xmlns:a="http://schemas.openxmlformats.org/drawingml/2006/main">
            <a:off x="8225790"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96059"/>
          </a:solidFill>
          <a:ln xmlns:a="http://schemas.openxmlformats.org/drawingml/2006/main" w="2205">
            <a:solidFill>
              <a:srgbClr val="FBFCFE"/>
            </a:solidFill>
            <a:prstDash val="solid"/>
          </a:ln>
        </p:spPr>
      </p:sp>
      <p:sp>
        <p:nvSpPr>
          <p:cNvPr id="2283" name="Editable chart path">
            <a:extLst xmlns:a="http://schemas.openxmlformats.org/drawingml/2006/main">
              <a:ext uri="{FF2B5EF4-FFF2-40B4-BE49-F238E27FC236}">
                <a16:creationId xmlns:a16="http://schemas.microsoft.com/office/drawing/2014/main" id="{B1011F7F-EF49-48BF-B7CA-52FF7F69E751}"/>
              </a:ext>
            </a:extLst>
          </p:cNvPr>
          <p:cNvSpPr>
            <a:spLocks xmlns:a="http://schemas.openxmlformats.org/drawingml/2006/main" noGrp="1"/>
          </p:cNvSpPr>
          <p:nvPr/>
        </p:nvSpPr>
        <p:spPr>
          <a:xfrm xmlns:a="http://schemas.openxmlformats.org/drawingml/2006/main">
            <a:off x="8225790"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4817B"/>
          </a:solidFill>
          <a:ln xmlns:a="http://schemas.openxmlformats.org/drawingml/2006/main" w="2205">
            <a:solidFill>
              <a:srgbClr val="FBFCFE"/>
            </a:solidFill>
            <a:prstDash val="solid"/>
          </a:ln>
        </p:spPr>
      </p:sp>
      <p:sp>
        <p:nvSpPr>
          <p:cNvPr id="2284" name="Editable chart path">
            <a:extLst xmlns:a="http://schemas.openxmlformats.org/drawingml/2006/main">
              <a:ext uri="{FF2B5EF4-FFF2-40B4-BE49-F238E27FC236}">
                <a16:creationId xmlns:a16="http://schemas.microsoft.com/office/drawing/2014/main" id="{B36031C8-2139-476D-84CB-67AC7A9867B1}"/>
              </a:ext>
            </a:extLst>
          </p:cNvPr>
          <p:cNvSpPr>
            <a:spLocks xmlns:a="http://schemas.openxmlformats.org/drawingml/2006/main" noGrp="1"/>
          </p:cNvSpPr>
          <p:nvPr/>
        </p:nvSpPr>
        <p:spPr>
          <a:xfrm xmlns:a="http://schemas.openxmlformats.org/drawingml/2006/main">
            <a:off x="8225790"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85" name="Editable chart path">
            <a:extLst xmlns:a="http://schemas.openxmlformats.org/drawingml/2006/main">
              <a:ext uri="{FF2B5EF4-FFF2-40B4-BE49-F238E27FC236}">
                <a16:creationId xmlns:a16="http://schemas.microsoft.com/office/drawing/2014/main" id="{CFC5EED4-A994-4418-8B9F-5728EEAFB052}"/>
              </a:ext>
            </a:extLst>
          </p:cNvPr>
          <p:cNvSpPr>
            <a:spLocks xmlns:a="http://schemas.openxmlformats.org/drawingml/2006/main" noGrp="1"/>
          </p:cNvSpPr>
          <p:nvPr/>
        </p:nvSpPr>
        <p:spPr>
          <a:xfrm xmlns:a="http://schemas.openxmlformats.org/drawingml/2006/main">
            <a:off x="8225790"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86" name="Editable chart path">
            <a:extLst xmlns:a="http://schemas.openxmlformats.org/drawingml/2006/main">
              <a:ext uri="{FF2B5EF4-FFF2-40B4-BE49-F238E27FC236}">
                <a16:creationId xmlns:a16="http://schemas.microsoft.com/office/drawing/2014/main" id="{D8EC03FE-BBB1-4482-84D0-10D1AAB39A06}"/>
              </a:ext>
            </a:extLst>
          </p:cNvPr>
          <p:cNvSpPr>
            <a:spLocks xmlns:a="http://schemas.openxmlformats.org/drawingml/2006/main" noGrp="1"/>
          </p:cNvSpPr>
          <p:nvPr/>
        </p:nvSpPr>
        <p:spPr>
          <a:xfrm xmlns:a="http://schemas.openxmlformats.org/drawingml/2006/main">
            <a:off x="8225790"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87" name="Editable chart path">
            <a:extLst xmlns:a="http://schemas.openxmlformats.org/drawingml/2006/main">
              <a:ext uri="{FF2B5EF4-FFF2-40B4-BE49-F238E27FC236}">
                <a16:creationId xmlns:a16="http://schemas.microsoft.com/office/drawing/2014/main" id="{66EDCBD3-C8C6-456D-9060-DB344E57CDB6}"/>
              </a:ext>
            </a:extLst>
          </p:cNvPr>
          <p:cNvSpPr>
            <a:spLocks xmlns:a="http://schemas.openxmlformats.org/drawingml/2006/main" noGrp="1"/>
          </p:cNvSpPr>
          <p:nvPr/>
        </p:nvSpPr>
        <p:spPr>
          <a:xfrm xmlns:a="http://schemas.openxmlformats.org/drawingml/2006/main">
            <a:off x="8225790"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88" name="Editable chart path">
            <a:extLst xmlns:a="http://schemas.openxmlformats.org/drawingml/2006/main">
              <a:ext uri="{FF2B5EF4-FFF2-40B4-BE49-F238E27FC236}">
                <a16:creationId xmlns:a16="http://schemas.microsoft.com/office/drawing/2014/main" id="{74D511DE-5150-4082-A29A-B35FD9803274}"/>
              </a:ext>
            </a:extLst>
          </p:cNvPr>
          <p:cNvSpPr>
            <a:spLocks xmlns:a="http://schemas.openxmlformats.org/drawingml/2006/main" noGrp="1"/>
          </p:cNvSpPr>
          <p:nvPr/>
        </p:nvSpPr>
        <p:spPr>
          <a:xfrm xmlns:a="http://schemas.openxmlformats.org/drawingml/2006/main">
            <a:off x="8225790"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89" name="Editable chart path">
            <a:extLst xmlns:a="http://schemas.openxmlformats.org/drawingml/2006/main">
              <a:ext uri="{FF2B5EF4-FFF2-40B4-BE49-F238E27FC236}">
                <a16:creationId xmlns:a16="http://schemas.microsoft.com/office/drawing/2014/main" id="{4BECEBF6-9285-4AD5-848B-6CF36F4FD626}"/>
              </a:ext>
            </a:extLst>
          </p:cNvPr>
          <p:cNvSpPr>
            <a:spLocks xmlns:a="http://schemas.openxmlformats.org/drawingml/2006/main" noGrp="1"/>
          </p:cNvSpPr>
          <p:nvPr/>
        </p:nvSpPr>
        <p:spPr>
          <a:xfrm xmlns:a="http://schemas.openxmlformats.org/drawingml/2006/main">
            <a:off x="8225790"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5524A"/>
          </a:solidFill>
          <a:ln xmlns:a="http://schemas.openxmlformats.org/drawingml/2006/main" w="2205">
            <a:solidFill>
              <a:srgbClr val="FBFCFE"/>
            </a:solidFill>
            <a:prstDash val="solid"/>
          </a:ln>
        </p:spPr>
      </p:sp>
      <p:sp>
        <p:nvSpPr>
          <p:cNvPr id="2290" name="Editable chart path">
            <a:extLst xmlns:a="http://schemas.openxmlformats.org/drawingml/2006/main">
              <a:ext uri="{FF2B5EF4-FFF2-40B4-BE49-F238E27FC236}">
                <a16:creationId xmlns:a16="http://schemas.microsoft.com/office/drawing/2014/main" id="{C8B8BEFE-6B4F-4FD2-BA40-6288F81FA3AE}"/>
              </a:ext>
            </a:extLst>
          </p:cNvPr>
          <p:cNvSpPr>
            <a:spLocks xmlns:a="http://schemas.openxmlformats.org/drawingml/2006/main" noGrp="1"/>
          </p:cNvSpPr>
          <p:nvPr/>
        </p:nvSpPr>
        <p:spPr>
          <a:xfrm xmlns:a="http://schemas.openxmlformats.org/drawingml/2006/main">
            <a:off x="8225790"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91" name="Editable chart path">
            <a:extLst xmlns:a="http://schemas.openxmlformats.org/drawingml/2006/main">
              <a:ext uri="{FF2B5EF4-FFF2-40B4-BE49-F238E27FC236}">
                <a16:creationId xmlns:a16="http://schemas.microsoft.com/office/drawing/2014/main" id="{17D55E6A-193C-48B9-8C4B-AFA2F30D928F}"/>
              </a:ext>
            </a:extLst>
          </p:cNvPr>
          <p:cNvSpPr>
            <a:spLocks xmlns:a="http://schemas.openxmlformats.org/drawingml/2006/main" noGrp="1"/>
          </p:cNvSpPr>
          <p:nvPr/>
        </p:nvSpPr>
        <p:spPr>
          <a:xfrm xmlns:a="http://schemas.openxmlformats.org/drawingml/2006/main">
            <a:off x="8287928"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17871"/>
          </a:solidFill>
          <a:ln xmlns:a="http://schemas.openxmlformats.org/drawingml/2006/main" w="2205">
            <a:solidFill>
              <a:srgbClr val="FBFCFE"/>
            </a:solidFill>
            <a:prstDash val="solid"/>
          </a:ln>
        </p:spPr>
      </p:sp>
      <p:sp>
        <p:nvSpPr>
          <p:cNvPr id="2292" name="Editable chart path">
            <a:extLst xmlns:a="http://schemas.openxmlformats.org/drawingml/2006/main">
              <a:ext uri="{FF2B5EF4-FFF2-40B4-BE49-F238E27FC236}">
                <a16:creationId xmlns:a16="http://schemas.microsoft.com/office/drawing/2014/main" id="{5CB230B4-CB3B-4620-8C59-3D8929A7CCCD}"/>
              </a:ext>
            </a:extLst>
          </p:cNvPr>
          <p:cNvSpPr>
            <a:spLocks xmlns:a="http://schemas.openxmlformats.org/drawingml/2006/main" noGrp="1"/>
          </p:cNvSpPr>
          <p:nvPr/>
        </p:nvSpPr>
        <p:spPr>
          <a:xfrm xmlns:a="http://schemas.openxmlformats.org/drawingml/2006/main">
            <a:off x="828792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93" name="Editable chart path">
            <a:extLst xmlns:a="http://schemas.openxmlformats.org/drawingml/2006/main">
              <a:ext uri="{FF2B5EF4-FFF2-40B4-BE49-F238E27FC236}">
                <a16:creationId xmlns:a16="http://schemas.microsoft.com/office/drawing/2014/main" id="{55B6E9A3-2DEB-4BF3-9373-2ACD8EB17EDC}"/>
              </a:ext>
            </a:extLst>
          </p:cNvPr>
          <p:cNvSpPr>
            <a:spLocks xmlns:a="http://schemas.openxmlformats.org/drawingml/2006/main" noGrp="1"/>
          </p:cNvSpPr>
          <p:nvPr/>
        </p:nvSpPr>
        <p:spPr>
          <a:xfrm xmlns:a="http://schemas.openxmlformats.org/drawingml/2006/main">
            <a:off x="828792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94" name="Editable chart path">
            <a:extLst xmlns:a="http://schemas.openxmlformats.org/drawingml/2006/main">
              <a:ext uri="{FF2B5EF4-FFF2-40B4-BE49-F238E27FC236}">
                <a16:creationId xmlns:a16="http://schemas.microsoft.com/office/drawing/2014/main" id="{3B2FF52E-C429-4EC5-B6C5-8AC977519BE3}"/>
              </a:ext>
            </a:extLst>
          </p:cNvPr>
          <p:cNvSpPr>
            <a:spLocks xmlns:a="http://schemas.openxmlformats.org/drawingml/2006/main" noGrp="1"/>
          </p:cNvSpPr>
          <p:nvPr/>
        </p:nvSpPr>
        <p:spPr>
          <a:xfrm xmlns:a="http://schemas.openxmlformats.org/drawingml/2006/main">
            <a:off x="828792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95" name="Editable chart path">
            <a:extLst xmlns:a="http://schemas.openxmlformats.org/drawingml/2006/main">
              <a:ext uri="{FF2B5EF4-FFF2-40B4-BE49-F238E27FC236}">
                <a16:creationId xmlns:a16="http://schemas.microsoft.com/office/drawing/2014/main" id="{EA455321-838D-41AD-80FF-EE607B6A9127}"/>
              </a:ext>
            </a:extLst>
          </p:cNvPr>
          <p:cNvSpPr>
            <a:spLocks xmlns:a="http://schemas.openxmlformats.org/drawingml/2006/main" noGrp="1"/>
          </p:cNvSpPr>
          <p:nvPr/>
        </p:nvSpPr>
        <p:spPr>
          <a:xfrm xmlns:a="http://schemas.openxmlformats.org/drawingml/2006/main">
            <a:off x="828792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DDDF4"/>
          </a:solidFill>
          <a:ln xmlns:a="http://schemas.openxmlformats.org/drawingml/2006/main" w="2205">
            <a:solidFill>
              <a:srgbClr val="FBFCFE"/>
            </a:solidFill>
            <a:prstDash val="solid"/>
          </a:ln>
        </p:spPr>
      </p:sp>
      <p:sp>
        <p:nvSpPr>
          <p:cNvPr id="2296" name="Editable chart path">
            <a:extLst xmlns:a="http://schemas.openxmlformats.org/drawingml/2006/main">
              <a:ext uri="{FF2B5EF4-FFF2-40B4-BE49-F238E27FC236}">
                <a16:creationId xmlns:a16="http://schemas.microsoft.com/office/drawing/2014/main" id="{F4981AF2-D51E-4782-94ED-BFAB7BCA3152}"/>
              </a:ext>
            </a:extLst>
          </p:cNvPr>
          <p:cNvSpPr>
            <a:spLocks xmlns:a="http://schemas.openxmlformats.org/drawingml/2006/main" noGrp="1"/>
          </p:cNvSpPr>
          <p:nvPr/>
        </p:nvSpPr>
        <p:spPr>
          <a:xfrm xmlns:a="http://schemas.openxmlformats.org/drawingml/2006/main">
            <a:off x="828792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297" name="Editable chart path">
            <a:extLst xmlns:a="http://schemas.openxmlformats.org/drawingml/2006/main">
              <a:ext uri="{FF2B5EF4-FFF2-40B4-BE49-F238E27FC236}">
                <a16:creationId xmlns:a16="http://schemas.microsoft.com/office/drawing/2014/main" id="{2CF1D957-4770-4C48-8861-617E052A073C}"/>
              </a:ext>
            </a:extLst>
          </p:cNvPr>
          <p:cNvSpPr>
            <a:spLocks xmlns:a="http://schemas.openxmlformats.org/drawingml/2006/main" noGrp="1"/>
          </p:cNvSpPr>
          <p:nvPr/>
        </p:nvSpPr>
        <p:spPr>
          <a:xfrm xmlns:a="http://schemas.openxmlformats.org/drawingml/2006/main">
            <a:off x="828792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298" name="Editable chart path">
            <a:extLst xmlns:a="http://schemas.openxmlformats.org/drawingml/2006/main">
              <a:ext uri="{FF2B5EF4-FFF2-40B4-BE49-F238E27FC236}">
                <a16:creationId xmlns:a16="http://schemas.microsoft.com/office/drawing/2014/main" id="{3366F900-4973-4487-80FC-C765A8909D2E}"/>
              </a:ext>
            </a:extLst>
          </p:cNvPr>
          <p:cNvSpPr>
            <a:spLocks xmlns:a="http://schemas.openxmlformats.org/drawingml/2006/main" noGrp="1"/>
          </p:cNvSpPr>
          <p:nvPr/>
        </p:nvSpPr>
        <p:spPr>
          <a:xfrm xmlns:a="http://schemas.openxmlformats.org/drawingml/2006/main">
            <a:off x="828792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A928D"/>
          </a:solidFill>
          <a:ln xmlns:a="http://schemas.openxmlformats.org/drawingml/2006/main" w="2205">
            <a:solidFill>
              <a:srgbClr val="FBFCFE"/>
            </a:solidFill>
            <a:prstDash val="solid"/>
          </a:ln>
        </p:spPr>
      </p:sp>
      <p:sp>
        <p:nvSpPr>
          <p:cNvPr id="2299" name="Editable chart path">
            <a:extLst xmlns:a="http://schemas.openxmlformats.org/drawingml/2006/main">
              <a:ext uri="{FF2B5EF4-FFF2-40B4-BE49-F238E27FC236}">
                <a16:creationId xmlns:a16="http://schemas.microsoft.com/office/drawing/2014/main" id="{6B384939-FD55-4154-A6FD-C6D9EDF79A0B}"/>
              </a:ext>
            </a:extLst>
          </p:cNvPr>
          <p:cNvSpPr>
            <a:spLocks xmlns:a="http://schemas.openxmlformats.org/drawingml/2006/main" noGrp="1"/>
          </p:cNvSpPr>
          <p:nvPr/>
        </p:nvSpPr>
        <p:spPr>
          <a:xfrm xmlns:a="http://schemas.openxmlformats.org/drawingml/2006/main">
            <a:off x="828792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00" name="Editable chart path">
            <a:extLst xmlns:a="http://schemas.openxmlformats.org/drawingml/2006/main">
              <a:ext uri="{FF2B5EF4-FFF2-40B4-BE49-F238E27FC236}">
                <a16:creationId xmlns:a16="http://schemas.microsoft.com/office/drawing/2014/main" id="{168FF88A-F39B-42DD-97AD-BEEB4669E269}"/>
              </a:ext>
            </a:extLst>
          </p:cNvPr>
          <p:cNvSpPr>
            <a:spLocks xmlns:a="http://schemas.openxmlformats.org/drawingml/2006/main" noGrp="1"/>
          </p:cNvSpPr>
          <p:nvPr/>
        </p:nvSpPr>
        <p:spPr>
          <a:xfrm xmlns:a="http://schemas.openxmlformats.org/drawingml/2006/main">
            <a:off x="8287928"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01" name="Editable chart path">
            <a:extLst xmlns:a="http://schemas.openxmlformats.org/drawingml/2006/main">
              <a:ext uri="{FF2B5EF4-FFF2-40B4-BE49-F238E27FC236}">
                <a16:creationId xmlns:a16="http://schemas.microsoft.com/office/drawing/2014/main" id="{36A5E64A-2C8F-404D-B72A-A3E656E48831}"/>
              </a:ext>
            </a:extLst>
          </p:cNvPr>
          <p:cNvSpPr>
            <a:spLocks xmlns:a="http://schemas.openxmlformats.org/drawingml/2006/main" noGrp="1"/>
          </p:cNvSpPr>
          <p:nvPr/>
        </p:nvSpPr>
        <p:spPr>
          <a:xfrm xmlns:a="http://schemas.openxmlformats.org/drawingml/2006/main">
            <a:off x="8287928"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02" name="Editable chart path">
            <a:extLst xmlns:a="http://schemas.openxmlformats.org/drawingml/2006/main">
              <a:ext uri="{FF2B5EF4-FFF2-40B4-BE49-F238E27FC236}">
                <a16:creationId xmlns:a16="http://schemas.microsoft.com/office/drawing/2014/main" id="{C18B370F-8FBD-4875-8701-85B9514F6551}"/>
              </a:ext>
            </a:extLst>
          </p:cNvPr>
          <p:cNvSpPr>
            <a:spLocks xmlns:a="http://schemas.openxmlformats.org/drawingml/2006/main" noGrp="1"/>
          </p:cNvSpPr>
          <p:nvPr/>
        </p:nvSpPr>
        <p:spPr>
          <a:xfrm xmlns:a="http://schemas.openxmlformats.org/drawingml/2006/main">
            <a:off x="8287928"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75B53"/>
          </a:solidFill>
          <a:ln xmlns:a="http://schemas.openxmlformats.org/drawingml/2006/main" w="2205">
            <a:solidFill>
              <a:srgbClr val="FBFCFE"/>
            </a:solidFill>
            <a:prstDash val="solid"/>
          </a:ln>
        </p:spPr>
      </p:sp>
      <p:sp>
        <p:nvSpPr>
          <p:cNvPr id="2303" name="Editable chart path">
            <a:extLst xmlns:a="http://schemas.openxmlformats.org/drawingml/2006/main">
              <a:ext uri="{FF2B5EF4-FFF2-40B4-BE49-F238E27FC236}">
                <a16:creationId xmlns:a16="http://schemas.microsoft.com/office/drawing/2014/main" id="{5C03B247-3A1B-457A-AA50-224BB18E7F77}"/>
              </a:ext>
            </a:extLst>
          </p:cNvPr>
          <p:cNvSpPr>
            <a:spLocks xmlns:a="http://schemas.openxmlformats.org/drawingml/2006/main" noGrp="1"/>
          </p:cNvSpPr>
          <p:nvPr/>
        </p:nvSpPr>
        <p:spPr>
          <a:xfrm xmlns:a="http://schemas.openxmlformats.org/drawingml/2006/main">
            <a:off x="8287928" y="292420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5847E"/>
          </a:solidFill>
          <a:ln xmlns:a="http://schemas.openxmlformats.org/drawingml/2006/main" w="2205">
            <a:solidFill>
              <a:srgbClr val="FBFCFE"/>
            </a:solidFill>
            <a:prstDash val="solid"/>
          </a:ln>
        </p:spPr>
      </p:sp>
      <p:sp>
        <p:nvSpPr>
          <p:cNvPr id="2304" name="Editable chart path">
            <a:extLst xmlns:a="http://schemas.openxmlformats.org/drawingml/2006/main">
              <a:ext uri="{FF2B5EF4-FFF2-40B4-BE49-F238E27FC236}">
                <a16:creationId xmlns:a16="http://schemas.microsoft.com/office/drawing/2014/main" id="{BD767D68-2587-43D0-A9D6-470AB5B521BB}"/>
              </a:ext>
            </a:extLst>
          </p:cNvPr>
          <p:cNvSpPr>
            <a:spLocks xmlns:a="http://schemas.openxmlformats.org/drawingml/2006/main" noGrp="1"/>
          </p:cNvSpPr>
          <p:nvPr/>
        </p:nvSpPr>
        <p:spPr>
          <a:xfrm xmlns:a="http://schemas.openxmlformats.org/drawingml/2006/main">
            <a:off x="8350065" y="3731994"/>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05" name="Editable chart path">
            <a:extLst xmlns:a="http://schemas.openxmlformats.org/drawingml/2006/main">
              <a:ext uri="{FF2B5EF4-FFF2-40B4-BE49-F238E27FC236}">
                <a16:creationId xmlns:a16="http://schemas.microsoft.com/office/drawing/2014/main" id="{371356E8-FFCD-4949-BA35-B01E7D07CFEB}"/>
              </a:ext>
            </a:extLst>
          </p:cNvPr>
          <p:cNvSpPr>
            <a:spLocks xmlns:a="http://schemas.openxmlformats.org/drawingml/2006/main" noGrp="1"/>
          </p:cNvSpPr>
          <p:nvPr/>
        </p:nvSpPr>
        <p:spPr>
          <a:xfrm xmlns:a="http://schemas.openxmlformats.org/drawingml/2006/main">
            <a:off x="8350065"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1A5A1"/>
          </a:solidFill>
          <a:ln xmlns:a="http://schemas.openxmlformats.org/drawingml/2006/main" w="2205">
            <a:solidFill>
              <a:srgbClr val="FBFCFE"/>
            </a:solidFill>
            <a:prstDash val="solid"/>
          </a:ln>
        </p:spPr>
      </p:sp>
      <p:sp>
        <p:nvSpPr>
          <p:cNvPr id="2306" name="Editable chart path">
            <a:extLst xmlns:a="http://schemas.openxmlformats.org/drawingml/2006/main">
              <a:ext uri="{FF2B5EF4-FFF2-40B4-BE49-F238E27FC236}">
                <a16:creationId xmlns:a16="http://schemas.microsoft.com/office/drawing/2014/main" id="{739243E1-F95B-4DAD-A2EC-705E42F23A63}"/>
              </a:ext>
            </a:extLst>
          </p:cNvPr>
          <p:cNvSpPr>
            <a:spLocks xmlns:a="http://schemas.openxmlformats.org/drawingml/2006/main" noGrp="1"/>
          </p:cNvSpPr>
          <p:nvPr/>
        </p:nvSpPr>
        <p:spPr>
          <a:xfrm xmlns:a="http://schemas.openxmlformats.org/drawingml/2006/main">
            <a:off x="8350065"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93BAF2"/>
          </a:solidFill>
          <a:ln xmlns:a="http://schemas.openxmlformats.org/drawingml/2006/main" w="2205">
            <a:solidFill>
              <a:srgbClr val="FBFCFE"/>
            </a:solidFill>
            <a:prstDash val="solid"/>
          </a:ln>
        </p:spPr>
      </p:sp>
      <p:sp>
        <p:nvSpPr>
          <p:cNvPr id="2307" name="Editable chart path">
            <a:extLst xmlns:a="http://schemas.openxmlformats.org/drawingml/2006/main">
              <a:ext uri="{FF2B5EF4-FFF2-40B4-BE49-F238E27FC236}">
                <a16:creationId xmlns:a16="http://schemas.microsoft.com/office/drawing/2014/main" id="{9263C4B4-7722-41DD-B420-7D787E410B11}"/>
              </a:ext>
            </a:extLst>
          </p:cNvPr>
          <p:cNvSpPr>
            <a:spLocks xmlns:a="http://schemas.openxmlformats.org/drawingml/2006/main" noGrp="1"/>
          </p:cNvSpPr>
          <p:nvPr/>
        </p:nvSpPr>
        <p:spPr>
          <a:xfrm xmlns:a="http://schemas.openxmlformats.org/drawingml/2006/main">
            <a:off x="8350065"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08" name="Editable chart path">
            <a:extLst xmlns:a="http://schemas.openxmlformats.org/drawingml/2006/main">
              <a:ext uri="{FF2B5EF4-FFF2-40B4-BE49-F238E27FC236}">
                <a16:creationId xmlns:a16="http://schemas.microsoft.com/office/drawing/2014/main" id="{9081B410-634C-45B5-9B66-EF82AF90231D}"/>
              </a:ext>
            </a:extLst>
          </p:cNvPr>
          <p:cNvSpPr>
            <a:spLocks xmlns:a="http://schemas.openxmlformats.org/drawingml/2006/main" noGrp="1"/>
          </p:cNvSpPr>
          <p:nvPr/>
        </p:nvSpPr>
        <p:spPr>
          <a:xfrm xmlns:a="http://schemas.openxmlformats.org/drawingml/2006/main">
            <a:off x="8350065"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09" name="Editable chart path">
            <a:extLst xmlns:a="http://schemas.openxmlformats.org/drawingml/2006/main">
              <a:ext uri="{FF2B5EF4-FFF2-40B4-BE49-F238E27FC236}">
                <a16:creationId xmlns:a16="http://schemas.microsoft.com/office/drawing/2014/main" id="{2868C756-8C88-4DF7-9A1A-F94A3010DAFA}"/>
              </a:ext>
            </a:extLst>
          </p:cNvPr>
          <p:cNvSpPr>
            <a:spLocks xmlns:a="http://schemas.openxmlformats.org/drawingml/2006/main" noGrp="1"/>
          </p:cNvSpPr>
          <p:nvPr/>
        </p:nvSpPr>
        <p:spPr>
          <a:xfrm xmlns:a="http://schemas.openxmlformats.org/drawingml/2006/main">
            <a:off x="8350065"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E9E99"/>
          </a:solidFill>
          <a:ln xmlns:a="http://schemas.openxmlformats.org/drawingml/2006/main" w="2205">
            <a:solidFill>
              <a:srgbClr val="FBFCFE"/>
            </a:solidFill>
            <a:prstDash val="solid"/>
          </a:ln>
        </p:spPr>
      </p:sp>
      <p:sp>
        <p:nvSpPr>
          <p:cNvPr id="2310" name="Editable chart path">
            <a:extLst xmlns:a="http://schemas.openxmlformats.org/drawingml/2006/main">
              <a:ext uri="{FF2B5EF4-FFF2-40B4-BE49-F238E27FC236}">
                <a16:creationId xmlns:a16="http://schemas.microsoft.com/office/drawing/2014/main" id="{7D5452BA-ADC3-4485-B6FF-4417BE59E025}"/>
              </a:ext>
            </a:extLst>
          </p:cNvPr>
          <p:cNvSpPr>
            <a:spLocks xmlns:a="http://schemas.openxmlformats.org/drawingml/2006/main" noGrp="1"/>
          </p:cNvSpPr>
          <p:nvPr/>
        </p:nvSpPr>
        <p:spPr>
          <a:xfrm xmlns:a="http://schemas.openxmlformats.org/drawingml/2006/main">
            <a:off x="8350065"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11" name="Editable chart path">
            <a:extLst xmlns:a="http://schemas.openxmlformats.org/drawingml/2006/main">
              <a:ext uri="{FF2B5EF4-FFF2-40B4-BE49-F238E27FC236}">
                <a16:creationId xmlns:a16="http://schemas.microsoft.com/office/drawing/2014/main" id="{0C0CAA86-4FA8-4695-9109-1954DB97BAA8}"/>
              </a:ext>
            </a:extLst>
          </p:cNvPr>
          <p:cNvSpPr>
            <a:spLocks xmlns:a="http://schemas.openxmlformats.org/drawingml/2006/main" noGrp="1"/>
          </p:cNvSpPr>
          <p:nvPr/>
        </p:nvSpPr>
        <p:spPr>
          <a:xfrm xmlns:a="http://schemas.openxmlformats.org/drawingml/2006/main">
            <a:off x="8350065"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12" name="Editable chart path">
            <a:extLst xmlns:a="http://schemas.openxmlformats.org/drawingml/2006/main">
              <a:ext uri="{FF2B5EF4-FFF2-40B4-BE49-F238E27FC236}">
                <a16:creationId xmlns:a16="http://schemas.microsoft.com/office/drawing/2014/main" id="{CE8618A6-B366-4FC0-90EA-053B6803ECB1}"/>
              </a:ext>
            </a:extLst>
          </p:cNvPr>
          <p:cNvSpPr>
            <a:spLocks xmlns:a="http://schemas.openxmlformats.org/drawingml/2006/main" noGrp="1"/>
          </p:cNvSpPr>
          <p:nvPr/>
        </p:nvSpPr>
        <p:spPr>
          <a:xfrm xmlns:a="http://schemas.openxmlformats.org/drawingml/2006/main">
            <a:off x="8350065" y="304848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13" name="Editable chart path">
            <a:extLst xmlns:a="http://schemas.openxmlformats.org/drawingml/2006/main">
              <a:ext uri="{FF2B5EF4-FFF2-40B4-BE49-F238E27FC236}">
                <a16:creationId xmlns:a16="http://schemas.microsoft.com/office/drawing/2014/main" id="{136AD6F2-E6E1-4DA8-B515-ED94F5F524E6}"/>
              </a:ext>
            </a:extLst>
          </p:cNvPr>
          <p:cNvSpPr>
            <a:spLocks xmlns:a="http://schemas.openxmlformats.org/drawingml/2006/main" noGrp="1"/>
          </p:cNvSpPr>
          <p:nvPr/>
        </p:nvSpPr>
        <p:spPr>
          <a:xfrm xmlns:a="http://schemas.openxmlformats.org/drawingml/2006/main">
            <a:off x="8350065" y="298634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14" name="Editable chart path">
            <a:extLst xmlns:a="http://schemas.openxmlformats.org/drawingml/2006/main">
              <a:ext uri="{FF2B5EF4-FFF2-40B4-BE49-F238E27FC236}">
                <a16:creationId xmlns:a16="http://schemas.microsoft.com/office/drawing/2014/main" id="{3792528F-125D-41C6-8C9D-3471C7EC9877}"/>
              </a:ext>
            </a:extLst>
          </p:cNvPr>
          <p:cNvSpPr>
            <a:spLocks xmlns:a="http://schemas.openxmlformats.org/drawingml/2006/main" noGrp="1"/>
          </p:cNvSpPr>
          <p:nvPr/>
        </p:nvSpPr>
        <p:spPr>
          <a:xfrm xmlns:a="http://schemas.openxmlformats.org/drawingml/2006/main">
            <a:off x="8412203"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15" name="Editable chart path">
            <a:extLst xmlns:a="http://schemas.openxmlformats.org/drawingml/2006/main">
              <a:ext uri="{FF2B5EF4-FFF2-40B4-BE49-F238E27FC236}">
                <a16:creationId xmlns:a16="http://schemas.microsoft.com/office/drawing/2014/main" id="{39947A95-2B31-4A67-B054-EF22C67781A1}"/>
              </a:ext>
            </a:extLst>
          </p:cNvPr>
          <p:cNvSpPr>
            <a:spLocks xmlns:a="http://schemas.openxmlformats.org/drawingml/2006/main" noGrp="1"/>
          </p:cNvSpPr>
          <p:nvPr/>
        </p:nvSpPr>
        <p:spPr>
          <a:xfrm xmlns:a="http://schemas.openxmlformats.org/drawingml/2006/main">
            <a:off x="841220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16" name="Editable chart path">
            <a:extLst xmlns:a="http://schemas.openxmlformats.org/drawingml/2006/main">
              <a:ext uri="{FF2B5EF4-FFF2-40B4-BE49-F238E27FC236}">
                <a16:creationId xmlns:a16="http://schemas.microsoft.com/office/drawing/2014/main" id="{1DB7E25D-A974-40B5-9C8D-FFD1F42F1E60}"/>
              </a:ext>
            </a:extLst>
          </p:cNvPr>
          <p:cNvSpPr>
            <a:spLocks xmlns:a="http://schemas.openxmlformats.org/drawingml/2006/main" noGrp="1"/>
          </p:cNvSpPr>
          <p:nvPr/>
        </p:nvSpPr>
        <p:spPr>
          <a:xfrm xmlns:a="http://schemas.openxmlformats.org/drawingml/2006/main">
            <a:off x="8412203"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17" name="Editable chart path">
            <a:extLst xmlns:a="http://schemas.openxmlformats.org/drawingml/2006/main">
              <a:ext uri="{FF2B5EF4-FFF2-40B4-BE49-F238E27FC236}">
                <a16:creationId xmlns:a16="http://schemas.microsoft.com/office/drawing/2014/main" id="{AB6740C4-82BF-4946-91CB-292FA59E9CB6}"/>
              </a:ext>
            </a:extLst>
          </p:cNvPr>
          <p:cNvSpPr>
            <a:spLocks xmlns:a="http://schemas.openxmlformats.org/drawingml/2006/main" noGrp="1"/>
          </p:cNvSpPr>
          <p:nvPr/>
        </p:nvSpPr>
        <p:spPr>
          <a:xfrm xmlns:a="http://schemas.openxmlformats.org/drawingml/2006/main">
            <a:off x="841220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7E9E7"/>
          </a:solidFill>
          <a:ln xmlns:a="http://schemas.openxmlformats.org/drawingml/2006/main" w="2205">
            <a:solidFill>
              <a:srgbClr val="FBFCFE"/>
            </a:solidFill>
            <a:prstDash val="solid"/>
          </a:ln>
        </p:spPr>
      </p:sp>
      <p:sp>
        <p:nvSpPr>
          <p:cNvPr id="2318" name="Editable chart path">
            <a:extLst xmlns:a="http://schemas.openxmlformats.org/drawingml/2006/main">
              <a:ext uri="{FF2B5EF4-FFF2-40B4-BE49-F238E27FC236}">
                <a16:creationId xmlns:a16="http://schemas.microsoft.com/office/drawing/2014/main" id="{BDE7BA35-07C7-4689-9A37-EA3BE2FD5F52}"/>
              </a:ext>
            </a:extLst>
          </p:cNvPr>
          <p:cNvSpPr>
            <a:spLocks xmlns:a="http://schemas.openxmlformats.org/drawingml/2006/main" noGrp="1"/>
          </p:cNvSpPr>
          <p:nvPr/>
        </p:nvSpPr>
        <p:spPr>
          <a:xfrm xmlns:a="http://schemas.openxmlformats.org/drawingml/2006/main">
            <a:off x="8412203"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19" name="Editable chart path">
            <a:extLst xmlns:a="http://schemas.openxmlformats.org/drawingml/2006/main">
              <a:ext uri="{FF2B5EF4-FFF2-40B4-BE49-F238E27FC236}">
                <a16:creationId xmlns:a16="http://schemas.microsoft.com/office/drawing/2014/main" id="{9631AA9C-55ED-41DF-84B6-C737E19421EC}"/>
              </a:ext>
            </a:extLst>
          </p:cNvPr>
          <p:cNvSpPr>
            <a:spLocks xmlns:a="http://schemas.openxmlformats.org/drawingml/2006/main" noGrp="1"/>
          </p:cNvSpPr>
          <p:nvPr/>
        </p:nvSpPr>
        <p:spPr>
          <a:xfrm xmlns:a="http://schemas.openxmlformats.org/drawingml/2006/main">
            <a:off x="8474341"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320" name="Editable chart path">
            <a:extLst xmlns:a="http://schemas.openxmlformats.org/drawingml/2006/main">
              <a:ext uri="{FF2B5EF4-FFF2-40B4-BE49-F238E27FC236}">
                <a16:creationId xmlns:a16="http://schemas.microsoft.com/office/drawing/2014/main" id="{D8D573F5-6C3B-45B4-A533-3E25098BEB32}"/>
              </a:ext>
            </a:extLst>
          </p:cNvPr>
          <p:cNvSpPr>
            <a:spLocks xmlns:a="http://schemas.openxmlformats.org/drawingml/2006/main" noGrp="1"/>
          </p:cNvSpPr>
          <p:nvPr/>
        </p:nvSpPr>
        <p:spPr>
          <a:xfrm xmlns:a="http://schemas.openxmlformats.org/drawingml/2006/main">
            <a:off x="847434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88D87"/>
          </a:solidFill>
          <a:ln xmlns:a="http://schemas.openxmlformats.org/drawingml/2006/main" w="2205">
            <a:solidFill>
              <a:srgbClr val="FBFCFE"/>
            </a:solidFill>
            <a:prstDash val="solid"/>
          </a:ln>
        </p:spPr>
      </p:sp>
      <p:sp>
        <p:nvSpPr>
          <p:cNvPr id="2321" name="Editable chart path">
            <a:extLst xmlns:a="http://schemas.openxmlformats.org/drawingml/2006/main">
              <a:ext uri="{FF2B5EF4-FFF2-40B4-BE49-F238E27FC236}">
                <a16:creationId xmlns:a16="http://schemas.microsoft.com/office/drawing/2014/main" id="{694C0DE5-457A-4925-9040-433150627B4C}"/>
              </a:ext>
            </a:extLst>
          </p:cNvPr>
          <p:cNvSpPr>
            <a:spLocks xmlns:a="http://schemas.openxmlformats.org/drawingml/2006/main" noGrp="1"/>
          </p:cNvSpPr>
          <p:nvPr/>
        </p:nvSpPr>
        <p:spPr>
          <a:xfrm xmlns:a="http://schemas.openxmlformats.org/drawingml/2006/main">
            <a:off x="847434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5524A"/>
          </a:solidFill>
          <a:ln xmlns:a="http://schemas.openxmlformats.org/drawingml/2006/main" w="2205">
            <a:solidFill>
              <a:srgbClr val="FBFCFE"/>
            </a:solidFill>
            <a:prstDash val="solid"/>
          </a:ln>
        </p:spPr>
      </p:sp>
      <p:sp>
        <p:nvSpPr>
          <p:cNvPr id="2322" name="Editable chart path">
            <a:extLst xmlns:a="http://schemas.openxmlformats.org/drawingml/2006/main">
              <a:ext uri="{FF2B5EF4-FFF2-40B4-BE49-F238E27FC236}">
                <a16:creationId xmlns:a16="http://schemas.microsoft.com/office/drawing/2014/main" id="{682C5D79-9805-4127-B0D0-67216D6F275B}"/>
              </a:ext>
            </a:extLst>
          </p:cNvPr>
          <p:cNvSpPr>
            <a:spLocks xmlns:a="http://schemas.openxmlformats.org/drawingml/2006/main" noGrp="1"/>
          </p:cNvSpPr>
          <p:nvPr/>
        </p:nvSpPr>
        <p:spPr>
          <a:xfrm xmlns:a="http://schemas.openxmlformats.org/drawingml/2006/main">
            <a:off x="847434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CF5F5"/>
          </a:solidFill>
          <a:ln xmlns:a="http://schemas.openxmlformats.org/drawingml/2006/main" w="2205">
            <a:solidFill>
              <a:srgbClr val="FBFCFE"/>
            </a:solidFill>
            <a:prstDash val="solid"/>
          </a:ln>
        </p:spPr>
      </p:sp>
      <p:sp>
        <p:nvSpPr>
          <p:cNvPr id="2323" name="Editable chart path">
            <a:extLst xmlns:a="http://schemas.openxmlformats.org/drawingml/2006/main">
              <a:ext uri="{FF2B5EF4-FFF2-40B4-BE49-F238E27FC236}">
                <a16:creationId xmlns:a16="http://schemas.microsoft.com/office/drawing/2014/main" id="{A8ECC365-F61A-4D48-8BE1-74554C48361A}"/>
              </a:ext>
            </a:extLst>
          </p:cNvPr>
          <p:cNvSpPr>
            <a:spLocks xmlns:a="http://schemas.openxmlformats.org/drawingml/2006/main" noGrp="1"/>
          </p:cNvSpPr>
          <p:nvPr/>
        </p:nvSpPr>
        <p:spPr>
          <a:xfrm xmlns:a="http://schemas.openxmlformats.org/drawingml/2006/main">
            <a:off x="847434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324" name="Editable chart path">
            <a:extLst xmlns:a="http://schemas.openxmlformats.org/drawingml/2006/main">
              <a:ext uri="{FF2B5EF4-FFF2-40B4-BE49-F238E27FC236}">
                <a16:creationId xmlns:a16="http://schemas.microsoft.com/office/drawing/2014/main" id="{EEB7FA83-7866-4C7C-ACC7-BC13F77D81C3}"/>
              </a:ext>
            </a:extLst>
          </p:cNvPr>
          <p:cNvSpPr>
            <a:spLocks xmlns:a="http://schemas.openxmlformats.org/drawingml/2006/main" noGrp="1"/>
          </p:cNvSpPr>
          <p:nvPr/>
        </p:nvSpPr>
        <p:spPr>
          <a:xfrm xmlns:a="http://schemas.openxmlformats.org/drawingml/2006/main">
            <a:off x="847434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0756E"/>
          </a:solidFill>
          <a:ln xmlns:a="http://schemas.openxmlformats.org/drawingml/2006/main" w="2205">
            <a:solidFill>
              <a:srgbClr val="FBFCFE"/>
            </a:solidFill>
            <a:prstDash val="solid"/>
          </a:ln>
        </p:spPr>
      </p:sp>
      <p:sp>
        <p:nvSpPr>
          <p:cNvPr id="2325" name="Editable chart path">
            <a:extLst xmlns:a="http://schemas.openxmlformats.org/drawingml/2006/main">
              <a:ext uri="{FF2B5EF4-FFF2-40B4-BE49-F238E27FC236}">
                <a16:creationId xmlns:a16="http://schemas.microsoft.com/office/drawing/2014/main" id="{47F7F780-0267-494C-9EE8-95911A51FA2B}"/>
              </a:ext>
            </a:extLst>
          </p:cNvPr>
          <p:cNvSpPr>
            <a:spLocks xmlns:a="http://schemas.openxmlformats.org/drawingml/2006/main" noGrp="1"/>
          </p:cNvSpPr>
          <p:nvPr/>
        </p:nvSpPr>
        <p:spPr>
          <a:xfrm xmlns:a="http://schemas.openxmlformats.org/drawingml/2006/main">
            <a:off x="847434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0766F"/>
          </a:solidFill>
          <a:ln xmlns:a="http://schemas.openxmlformats.org/drawingml/2006/main" w="2205">
            <a:solidFill>
              <a:srgbClr val="FBFCFE"/>
            </a:solidFill>
            <a:prstDash val="solid"/>
          </a:ln>
        </p:spPr>
      </p:sp>
      <p:sp>
        <p:nvSpPr>
          <p:cNvPr id="2326" name="Editable chart path">
            <a:extLst xmlns:a="http://schemas.openxmlformats.org/drawingml/2006/main">
              <a:ext uri="{FF2B5EF4-FFF2-40B4-BE49-F238E27FC236}">
                <a16:creationId xmlns:a16="http://schemas.microsoft.com/office/drawing/2014/main" id="{BD7E256A-24F6-4C65-8DFD-DA449C788752}"/>
              </a:ext>
            </a:extLst>
          </p:cNvPr>
          <p:cNvSpPr>
            <a:spLocks xmlns:a="http://schemas.openxmlformats.org/drawingml/2006/main" noGrp="1"/>
          </p:cNvSpPr>
          <p:nvPr/>
        </p:nvSpPr>
        <p:spPr>
          <a:xfrm xmlns:a="http://schemas.openxmlformats.org/drawingml/2006/main">
            <a:off x="847434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27" name="Editable chart path">
            <a:extLst xmlns:a="http://schemas.openxmlformats.org/drawingml/2006/main">
              <a:ext uri="{FF2B5EF4-FFF2-40B4-BE49-F238E27FC236}">
                <a16:creationId xmlns:a16="http://schemas.microsoft.com/office/drawing/2014/main" id="{A391F239-A71A-4004-BB1F-C600FF27AE53}"/>
              </a:ext>
            </a:extLst>
          </p:cNvPr>
          <p:cNvSpPr>
            <a:spLocks xmlns:a="http://schemas.openxmlformats.org/drawingml/2006/main" noGrp="1"/>
          </p:cNvSpPr>
          <p:nvPr/>
        </p:nvSpPr>
        <p:spPr>
          <a:xfrm xmlns:a="http://schemas.openxmlformats.org/drawingml/2006/main">
            <a:off x="8474341"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A918C"/>
          </a:solidFill>
          <a:ln xmlns:a="http://schemas.openxmlformats.org/drawingml/2006/main" w="2205">
            <a:solidFill>
              <a:srgbClr val="FBFCFE"/>
            </a:solidFill>
            <a:prstDash val="solid"/>
          </a:ln>
        </p:spPr>
      </p:sp>
      <p:sp>
        <p:nvSpPr>
          <p:cNvPr id="2328" name="Editable chart path">
            <a:extLst xmlns:a="http://schemas.openxmlformats.org/drawingml/2006/main">
              <a:ext uri="{FF2B5EF4-FFF2-40B4-BE49-F238E27FC236}">
                <a16:creationId xmlns:a16="http://schemas.microsoft.com/office/drawing/2014/main" id="{E32AE188-08A5-4B89-B5BF-EF2998E17E1A}"/>
              </a:ext>
            </a:extLst>
          </p:cNvPr>
          <p:cNvSpPr>
            <a:spLocks xmlns:a="http://schemas.openxmlformats.org/drawingml/2006/main" noGrp="1"/>
          </p:cNvSpPr>
          <p:nvPr/>
        </p:nvSpPr>
        <p:spPr>
          <a:xfrm xmlns:a="http://schemas.openxmlformats.org/drawingml/2006/main">
            <a:off x="8536478"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29" name="Editable chart path">
            <a:extLst xmlns:a="http://schemas.openxmlformats.org/drawingml/2006/main">
              <a:ext uri="{FF2B5EF4-FFF2-40B4-BE49-F238E27FC236}">
                <a16:creationId xmlns:a16="http://schemas.microsoft.com/office/drawing/2014/main" id="{1BDBEE9F-90F6-4CF2-A117-E0D8578915B8}"/>
              </a:ext>
            </a:extLst>
          </p:cNvPr>
          <p:cNvSpPr>
            <a:spLocks xmlns:a="http://schemas.openxmlformats.org/drawingml/2006/main" noGrp="1"/>
          </p:cNvSpPr>
          <p:nvPr/>
        </p:nvSpPr>
        <p:spPr>
          <a:xfrm xmlns:a="http://schemas.openxmlformats.org/drawingml/2006/main">
            <a:off x="8536478"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30" name="Editable chart path">
            <a:extLst xmlns:a="http://schemas.openxmlformats.org/drawingml/2006/main">
              <a:ext uri="{FF2B5EF4-FFF2-40B4-BE49-F238E27FC236}">
                <a16:creationId xmlns:a16="http://schemas.microsoft.com/office/drawing/2014/main" id="{4BBAC6E8-082E-4081-B62C-E40780F92B29}"/>
              </a:ext>
            </a:extLst>
          </p:cNvPr>
          <p:cNvSpPr>
            <a:spLocks xmlns:a="http://schemas.openxmlformats.org/drawingml/2006/main" noGrp="1"/>
          </p:cNvSpPr>
          <p:nvPr/>
        </p:nvSpPr>
        <p:spPr>
          <a:xfrm xmlns:a="http://schemas.openxmlformats.org/drawingml/2006/main">
            <a:off x="8536478"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31" name="Editable chart path">
            <a:extLst xmlns:a="http://schemas.openxmlformats.org/drawingml/2006/main">
              <a:ext uri="{FF2B5EF4-FFF2-40B4-BE49-F238E27FC236}">
                <a16:creationId xmlns:a16="http://schemas.microsoft.com/office/drawing/2014/main" id="{79DEB7FF-C588-4D3A-82C5-E4EEDB3191B6}"/>
              </a:ext>
            </a:extLst>
          </p:cNvPr>
          <p:cNvSpPr>
            <a:spLocks xmlns:a="http://schemas.openxmlformats.org/drawingml/2006/main" noGrp="1"/>
          </p:cNvSpPr>
          <p:nvPr/>
        </p:nvSpPr>
        <p:spPr>
          <a:xfrm xmlns:a="http://schemas.openxmlformats.org/drawingml/2006/main">
            <a:off x="8536478"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32" name="Editable chart path">
            <a:extLst xmlns:a="http://schemas.openxmlformats.org/drawingml/2006/main">
              <a:ext uri="{FF2B5EF4-FFF2-40B4-BE49-F238E27FC236}">
                <a16:creationId xmlns:a16="http://schemas.microsoft.com/office/drawing/2014/main" id="{CA10EB82-A348-4486-972B-A053BFBEBFA3}"/>
              </a:ext>
            </a:extLst>
          </p:cNvPr>
          <p:cNvSpPr>
            <a:spLocks xmlns:a="http://schemas.openxmlformats.org/drawingml/2006/main" noGrp="1"/>
          </p:cNvSpPr>
          <p:nvPr/>
        </p:nvSpPr>
        <p:spPr>
          <a:xfrm xmlns:a="http://schemas.openxmlformats.org/drawingml/2006/main">
            <a:off x="8536478"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27B75"/>
          </a:solidFill>
          <a:ln xmlns:a="http://schemas.openxmlformats.org/drawingml/2006/main" w="2205">
            <a:solidFill>
              <a:srgbClr val="FBFCFE"/>
            </a:solidFill>
            <a:prstDash val="solid"/>
          </a:ln>
        </p:spPr>
      </p:sp>
      <p:sp>
        <p:nvSpPr>
          <p:cNvPr id="2333" name="Editable chart path">
            <a:extLst xmlns:a="http://schemas.openxmlformats.org/drawingml/2006/main">
              <a:ext uri="{FF2B5EF4-FFF2-40B4-BE49-F238E27FC236}">
                <a16:creationId xmlns:a16="http://schemas.microsoft.com/office/drawing/2014/main" id="{1B7FB34F-2EFC-45B4-9605-8A083DB061C1}"/>
              </a:ext>
            </a:extLst>
          </p:cNvPr>
          <p:cNvSpPr>
            <a:spLocks xmlns:a="http://schemas.openxmlformats.org/drawingml/2006/main" noGrp="1"/>
          </p:cNvSpPr>
          <p:nvPr/>
        </p:nvSpPr>
        <p:spPr>
          <a:xfrm xmlns:a="http://schemas.openxmlformats.org/drawingml/2006/main">
            <a:off x="8536478"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78883"/>
          </a:solidFill>
          <a:ln xmlns:a="http://schemas.openxmlformats.org/drawingml/2006/main" w="2205">
            <a:solidFill>
              <a:srgbClr val="FBFCFE"/>
            </a:solidFill>
            <a:prstDash val="solid"/>
          </a:ln>
        </p:spPr>
      </p:sp>
      <p:sp>
        <p:nvSpPr>
          <p:cNvPr id="2334" name="Editable chart path">
            <a:extLst xmlns:a="http://schemas.openxmlformats.org/drawingml/2006/main">
              <a:ext uri="{FF2B5EF4-FFF2-40B4-BE49-F238E27FC236}">
                <a16:creationId xmlns:a16="http://schemas.microsoft.com/office/drawing/2014/main" id="{A43A7AA3-21D0-4C06-901C-097E5B2F2705}"/>
              </a:ext>
            </a:extLst>
          </p:cNvPr>
          <p:cNvSpPr>
            <a:spLocks xmlns:a="http://schemas.openxmlformats.org/drawingml/2006/main" noGrp="1"/>
          </p:cNvSpPr>
          <p:nvPr/>
        </p:nvSpPr>
        <p:spPr>
          <a:xfrm xmlns:a="http://schemas.openxmlformats.org/drawingml/2006/main">
            <a:off x="8536478"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35" name="Editable chart path">
            <a:extLst xmlns:a="http://schemas.openxmlformats.org/drawingml/2006/main">
              <a:ext uri="{FF2B5EF4-FFF2-40B4-BE49-F238E27FC236}">
                <a16:creationId xmlns:a16="http://schemas.microsoft.com/office/drawing/2014/main" id="{9C988DC2-F83C-4DD5-B524-2B67CCAECDE7}"/>
              </a:ext>
            </a:extLst>
          </p:cNvPr>
          <p:cNvSpPr>
            <a:spLocks xmlns:a="http://schemas.openxmlformats.org/drawingml/2006/main" noGrp="1"/>
          </p:cNvSpPr>
          <p:nvPr/>
        </p:nvSpPr>
        <p:spPr>
          <a:xfrm xmlns:a="http://schemas.openxmlformats.org/drawingml/2006/main">
            <a:off x="8536478"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36" name="Editable chart path">
            <a:extLst xmlns:a="http://schemas.openxmlformats.org/drawingml/2006/main">
              <a:ext uri="{FF2B5EF4-FFF2-40B4-BE49-F238E27FC236}">
                <a16:creationId xmlns:a16="http://schemas.microsoft.com/office/drawing/2014/main" id="{5A5C1D54-533E-4E8B-86FE-116C34FAFA44}"/>
              </a:ext>
            </a:extLst>
          </p:cNvPr>
          <p:cNvSpPr>
            <a:spLocks xmlns:a="http://schemas.openxmlformats.org/drawingml/2006/main" noGrp="1"/>
          </p:cNvSpPr>
          <p:nvPr/>
        </p:nvSpPr>
        <p:spPr>
          <a:xfrm xmlns:a="http://schemas.openxmlformats.org/drawingml/2006/main">
            <a:off x="8536478"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37" name="Editable chart path">
            <a:extLst xmlns:a="http://schemas.openxmlformats.org/drawingml/2006/main">
              <a:ext uri="{FF2B5EF4-FFF2-40B4-BE49-F238E27FC236}">
                <a16:creationId xmlns:a16="http://schemas.microsoft.com/office/drawing/2014/main" id="{07F6C377-A392-430A-AFC8-BFFC191FF17F}"/>
              </a:ext>
            </a:extLst>
          </p:cNvPr>
          <p:cNvSpPr>
            <a:spLocks xmlns:a="http://schemas.openxmlformats.org/drawingml/2006/main" noGrp="1"/>
          </p:cNvSpPr>
          <p:nvPr/>
        </p:nvSpPr>
        <p:spPr>
          <a:xfrm xmlns:a="http://schemas.openxmlformats.org/drawingml/2006/main">
            <a:off x="8598616" y="3669856"/>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338" name="Editable chart path">
            <a:extLst xmlns:a="http://schemas.openxmlformats.org/drawingml/2006/main">
              <a:ext uri="{FF2B5EF4-FFF2-40B4-BE49-F238E27FC236}">
                <a16:creationId xmlns:a16="http://schemas.microsoft.com/office/drawing/2014/main" id="{111EAF37-B9BE-4D58-B25D-DDA99F56EC4A}"/>
              </a:ext>
            </a:extLst>
          </p:cNvPr>
          <p:cNvSpPr>
            <a:spLocks xmlns:a="http://schemas.openxmlformats.org/drawingml/2006/main" noGrp="1"/>
          </p:cNvSpPr>
          <p:nvPr/>
        </p:nvSpPr>
        <p:spPr>
          <a:xfrm xmlns:a="http://schemas.openxmlformats.org/drawingml/2006/main">
            <a:off x="859861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39" name="Editable chart path">
            <a:extLst xmlns:a="http://schemas.openxmlformats.org/drawingml/2006/main">
              <a:ext uri="{FF2B5EF4-FFF2-40B4-BE49-F238E27FC236}">
                <a16:creationId xmlns:a16="http://schemas.microsoft.com/office/drawing/2014/main" id="{FBEDD7CA-8895-49A5-AC17-B059CDA0C4B1}"/>
              </a:ext>
            </a:extLst>
          </p:cNvPr>
          <p:cNvSpPr>
            <a:spLocks xmlns:a="http://schemas.openxmlformats.org/drawingml/2006/main" noGrp="1"/>
          </p:cNvSpPr>
          <p:nvPr/>
        </p:nvSpPr>
        <p:spPr>
          <a:xfrm xmlns:a="http://schemas.openxmlformats.org/drawingml/2006/main">
            <a:off x="8598616"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5E2E0"/>
          </a:solidFill>
          <a:ln xmlns:a="http://schemas.openxmlformats.org/drawingml/2006/main" w="2205">
            <a:solidFill>
              <a:srgbClr val="FBFCFE"/>
            </a:solidFill>
            <a:prstDash val="solid"/>
          </a:ln>
        </p:spPr>
      </p:sp>
      <p:sp>
        <p:nvSpPr>
          <p:cNvPr id="2340" name="Editable chart path">
            <a:extLst xmlns:a="http://schemas.openxmlformats.org/drawingml/2006/main">
              <a:ext uri="{FF2B5EF4-FFF2-40B4-BE49-F238E27FC236}">
                <a16:creationId xmlns:a16="http://schemas.microsoft.com/office/drawing/2014/main" id="{39737D6A-A17A-4A50-9CC0-08800637DF1C}"/>
              </a:ext>
            </a:extLst>
          </p:cNvPr>
          <p:cNvSpPr>
            <a:spLocks xmlns:a="http://schemas.openxmlformats.org/drawingml/2006/main" noGrp="1"/>
          </p:cNvSpPr>
          <p:nvPr/>
        </p:nvSpPr>
        <p:spPr>
          <a:xfrm xmlns:a="http://schemas.openxmlformats.org/drawingml/2006/main">
            <a:off x="859861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41" name="Editable chart path">
            <a:extLst xmlns:a="http://schemas.openxmlformats.org/drawingml/2006/main">
              <a:ext uri="{FF2B5EF4-FFF2-40B4-BE49-F238E27FC236}">
                <a16:creationId xmlns:a16="http://schemas.microsoft.com/office/drawing/2014/main" id="{CAF6E12B-E1BD-4210-B565-7CC8C608D24E}"/>
              </a:ext>
            </a:extLst>
          </p:cNvPr>
          <p:cNvSpPr>
            <a:spLocks xmlns:a="http://schemas.openxmlformats.org/drawingml/2006/main" noGrp="1"/>
          </p:cNvSpPr>
          <p:nvPr/>
        </p:nvSpPr>
        <p:spPr>
          <a:xfrm xmlns:a="http://schemas.openxmlformats.org/drawingml/2006/main">
            <a:off x="859861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B665F"/>
          </a:solidFill>
          <a:ln xmlns:a="http://schemas.openxmlformats.org/drawingml/2006/main" w="2205">
            <a:solidFill>
              <a:srgbClr val="FBFCFE"/>
            </a:solidFill>
            <a:prstDash val="solid"/>
          </a:ln>
        </p:spPr>
      </p:sp>
      <p:sp>
        <p:nvSpPr>
          <p:cNvPr id="2342" name="Editable chart path">
            <a:extLst xmlns:a="http://schemas.openxmlformats.org/drawingml/2006/main">
              <a:ext uri="{FF2B5EF4-FFF2-40B4-BE49-F238E27FC236}">
                <a16:creationId xmlns:a16="http://schemas.microsoft.com/office/drawing/2014/main" id="{A89173AD-18C7-4255-9420-6AB3AEFA8995}"/>
              </a:ext>
            </a:extLst>
          </p:cNvPr>
          <p:cNvSpPr>
            <a:spLocks xmlns:a="http://schemas.openxmlformats.org/drawingml/2006/main" noGrp="1"/>
          </p:cNvSpPr>
          <p:nvPr/>
        </p:nvSpPr>
        <p:spPr>
          <a:xfrm xmlns:a="http://schemas.openxmlformats.org/drawingml/2006/main">
            <a:off x="859861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A635C"/>
          </a:solidFill>
          <a:ln xmlns:a="http://schemas.openxmlformats.org/drawingml/2006/main" w="2205">
            <a:solidFill>
              <a:srgbClr val="FBFCFE"/>
            </a:solidFill>
            <a:prstDash val="solid"/>
          </a:ln>
        </p:spPr>
      </p:sp>
      <p:sp>
        <p:nvSpPr>
          <p:cNvPr id="2343" name="Editable chart path">
            <a:extLst xmlns:a="http://schemas.openxmlformats.org/drawingml/2006/main">
              <a:ext uri="{FF2B5EF4-FFF2-40B4-BE49-F238E27FC236}">
                <a16:creationId xmlns:a16="http://schemas.microsoft.com/office/drawing/2014/main" id="{AD61B989-6A71-4AC9-A937-0723ABE848C9}"/>
              </a:ext>
            </a:extLst>
          </p:cNvPr>
          <p:cNvSpPr>
            <a:spLocks xmlns:a="http://schemas.openxmlformats.org/drawingml/2006/main" noGrp="1"/>
          </p:cNvSpPr>
          <p:nvPr/>
        </p:nvSpPr>
        <p:spPr>
          <a:xfrm xmlns:a="http://schemas.openxmlformats.org/drawingml/2006/main">
            <a:off x="859861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44" name="Editable chart path">
            <a:extLst xmlns:a="http://schemas.openxmlformats.org/drawingml/2006/main">
              <a:ext uri="{FF2B5EF4-FFF2-40B4-BE49-F238E27FC236}">
                <a16:creationId xmlns:a16="http://schemas.microsoft.com/office/drawing/2014/main" id="{5576908A-556E-4C86-8547-1C7E88BEC3E1}"/>
              </a:ext>
            </a:extLst>
          </p:cNvPr>
          <p:cNvSpPr>
            <a:spLocks xmlns:a="http://schemas.openxmlformats.org/drawingml/2006/main" noGrp="1"/>
          </p:cNvSpPr>
          <p:nvPr/>
        </p:nvSpPr>
        <p:spPr>
          <a:xfrm xmlns:a="http://schemas.openxmlformats.org/drawingml/2006/main">
            <a:off x="8598616"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F736C"/>
          </a:solidFill>
          <a:ln xmlns:a="http://schemas.openxmlformats.org/drawingml/2006/main" w="2205">
            <a:solidFill>
              <a:srgbClr val="FBFCFE"/>
            </a:solidFill>
            <a:prstDash val="solid"/>
          </a:ln>
        </p:spPr>
      </p:sp>
      <p:sp>
        <p:nvSpPr>
          <p:cNvPr id="2345" name="Editable chart path">
            <a:extLst xmlns:a="http://schemas.openxmlformats.org/drawingml/2006/main">
              <a:ext uri="{FF2B5EF4-FFF2-40B4-BE49-F238E27FC236}">
                <a16:creationId xmlns:a16="http://schemas.microsoft.com/office/drawing/2014/main" id="{9EBBFA9D-4CE5-44A8-B892-CEF5763677DF}"/>
              </a:ext>
            </a:extLst>
          </p:cNvPr>
          <p:cNvSpPr>
            <a:spLocks xmlns:a="http://schemas.openxmlformats.org/drawingml/2006/main" noGrp="1"/>
          </p:cNvSpPr>
          <p:nvPr/>
        </p:nvSpPr>
        <p:spPr>
          <a:xfrm xmlns:a="http://schemas.openxmlformats.org/drawingml/2006/main">
            <a:off x="8660753"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346" name="Editable chart path">
            <a:extLst xmlns:a="http://schemas.openxmlformats.org/drawingml/2006/main">
              <a:ext uri="{FF2B5EF4-FFF2-40B4-BE49-F238E27FC236}">
                <a16:creationId xmlns:a16="http://schemas.microsoft.com/office/drawing/2014/main" id="{5D04EC94-BA36-43B9-A8CC-6B8ACFA6887E}"/>
              </a:ext>
            </a:extLst>
          </p:cNvPr>
          <p:cNvSpPr>
            <a:spLocks xmlns:a="http://schemas.openxmlformats.org/drawingml/2006/main" noGrp="1"/>
          </p:cNvSpPr>
          <p:nvPr/>
        </p:nvSpPr>
        <p:spPr>
          <a:xfrm xmlns:a="http://schemas.openxmlformats.org/drawingml/2006/main">
            <a:off x="8660753"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347" name="Editable chart path">
            <a:extLst xmlns:a="http://schemas.openxmlformats.org/drawingml/2006/main">
              <a:ext uri="{FF2B5EF4-FFF2-40B4-BE49-F238E27FC236}">
                <a16:creationId xmlns:a16="http://schemas.microsoft.com/office/drawing/2014/main" id="{550A66E0-5F88-4487-8C45-251A23085EE0}"/>
              </a:ext>
            </a:extLst>
          </p:cNvPr>
          <p:cNvSpPr>
            <a:spLocks xmlns:a="http://schemas.openxmlformats.org/drawingml/2006/main" noGrp="1"/>
          </p:cNvSpPr>
          <p:nvPr/>
        </p:nvSpPr>
        <p:spPr>
          <a:xfrm xmlns:a="http://schemas.openxmlformats.org/drawingml/2006/main">
            <a:off x="8660753"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6B5B2"/>
          </a:solidFill>
          <a:ln xmlns:a="http://schemas.openxmlformats.org/drawingml/2006/main" w="2205">
            <a:solidFill>
              <a:srgbClr val="FBFCFE"/>
            </a:solidFill>
            <a:prstDash val="solid"/>
          </a:ln>
        </p:spPr>
      </p:sp>
      <p:sp>
        <p:nvSpPr>
          <p:cNvPr id="2348" name="Editable chart path">
            <a:extLst xmlns:a="http://schemas.openxmlformats.org/drawingml/2006/main">
              <a:ext uri="{FF2B5EF4-FFF2-40B4-BE49-F238E27FC236}">
                <a16:creationId xmlns:a16="http://schemas.microsoft.com/office/drawing/2014/main" id="{EA008ABE-584A-40B1-B35A-B77E4AF4385E}"/>
              </a:ext>
            </a:extLst>
          </p:cNvPr>
          <p:cNvSpPr>
            <a:spLocks xmlns:a="http://schemas.openxmlformats.org/drawingml/2006/main" noGrp="1"/>
          </p:cNvSpPr>
          <p:nvPr/>
        </p:nvSpPr>
        <p:spPr>
          <a:xfrm xmlns:a="http://schemas.openxmlformats.org/drawingml/2006/main">
            <a:off x="8660753"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2349" name="Editable chart path">
            <a:extLst xmlns:a="http://schemas.openxmlformats.org/drawingml/2006/main">
              <a:ext uri="{FF2B5EF4-FFF2-40B4-BE49-F238E27FC236}">
                <a16:creationId xmlns:a16="http://schemas.microsoft.com/office/drawing/2014/main" id="{69766236-BD28-470F-8149-BD286FF926AA}"/>
              </a:ext>
            </a:extLst>
          </p:cNvPr>
          <p:cNvSpPr>
            <a:spLocks xmlns:a="http://schemas.openxmlformats.org/drawingml/2006/main" noGrp="1"/>
          </p:cNvSpPr>
          <p:nvPr/>
        </p:nvSpPr>
        <p:spPr>
          <a:xfrm xmlns:a="http://schemas.openxmlformats.org/drawingml/2006/main">
            <a:off x="8660753"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50" name="Editable chart path">
            <a:extLst xmlns:a="http://schemas.openxmlformats.org/drawingml/2006/main">
              <a:ext uri="{FF2B5EF4-FFF2-40B4-BE49-F238E27FC236}">
                <a16:creationId xmlns:a16="http://schemas.microsoft.com/office/drawing/2014/main" id="{EA130760-02BE-4A89-81B9-5E57BDD393F2}"/>
              </a:ext>
            </a:extLst>
          </p:cNvPr>
          <p:cNvSpPr>
            <a:spLocks xmlns:a="http://schemas.openxmlformats.org/drawingml/2006/main" noGrp="1"/>
          </p:cNvSpPr>
          <p:nvPr/>
        </p:nvSpPr>
        <p:spPr>
          <a:xfrm xmlns:a="http://schemas.openxmlformats.org/drawingml/2006/main">
            <a:off x="8660753"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51" name="Editable chart path">
            <a:extLst xmlns:a="http://schemas.openxmlformats.org/drawingml/2006/main">
              <a:ext uri="{FF2B5EF4-FFF2-40B4-BE49-F238E27FC236}">
                <a16:creationId xmlns:a16="http://schemas.microsoft.com/office/drawing/2014/main" id="{C6AB3072-4251-417B-8B5F-CD0C52B34D0C}"/>
              </a:ext>
            </a:extLst>
          </p:cNvPr>
          <p:cNvSpPr>
            <a:spLocks xmlns:a="http://schemas.openxmlformats.org/drawingml/2006/main" noGrp="1"/>
          </p:cNvSpPr>
          <p:nvPr/>
        </p:nvSpPr>
        <p:spPr>
          <a:xfrm xmlns:a="http://schemas.openxmlformats.org/drawingml/2006/main">
            <a:off x="8722891"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52" name="Editable chart path">
            <a:extLst xmlns:a="http://schemas.openxmlformats.org/drawingml/2006/main">
              <a:ext uri="{FF2B5EF4-FFF2-40B4-BE49-F238E27FC236}">
                <a16:creationId xmlns:a16="http://schemas.microsoft.com/office/drawing/2014/main" id="{9DA4936D-4183-42EA-A65A-EEF3C1EA28F0}"/>
              </a:ext>
            </a:extLst>
          </p:cNvPr>
          <p:cNvSpPr>
            <a:spLocks xmlns:a="http://schemas.openxmlformats.org/drawingml/2006/main" noGrp="1"/>
          </p:cNvSpPr>
          <p:nvPr/>
        </p:nvSpPr>
        <p:spPr>
          <a:xfrm xmlns:a="http://schemas.openxmlformats.org/drawingml/2006/main">
            <a:off x="8722891"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68680"/>
          </a:solidFill>
          <a:ln xmlns:a="http://schemas.openxmlformats.org/drawingml/2006/main" w="2205">
            <a:solidFill>
              <a:srgbClr val="FBFCFE"/>
            </a:solidFill>
            <a:prstDash val="solid"/>
          </a:ln>
        </p:spPr>
      </p:sp>
      <p:sp>
        <p:nvSpPr>
          <p:cNvPr id="2353" name="Editable chart path">
            <a:extLst xmlns:a="http://schemas.openxmlformats.org/drawingml/2006/main">
              <a:ext uri="{FF2B5EF4-FFF2-40B4-BE49-F238E27FC236}">
                <a16:creationId xmlns:a16="http://schemas.microsoft.com/office/drawing/2014/main" id="{DB16C07B-B96A-43AF-8BAF-E58CAB2B1EA9}"/>
              </a:ext>
            </a:extLst>
          </p:cNvPr>
          <p:cNvSpPr>
            <a:spLocks xmlns:a="http://schemas.openxmlformats.org/drawingml/2006/main" noGrp="1"/>
          </p:cNvSpPr>
          <p:nvPr/>
        </p:nvSpPr>
        <p:spPr>
          <a:xfrm xmlns:a="http://schemas.openxmlformats.org/drawingml/2006/main">
            <a:off x="8722891"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AFCBF3"/>
          </a:solidFill>
          <a:ln xmlns:a="http://schemas.openxmlformats.org/drawingml/2006/main" w="2205">
            <a:solidFill>
              <a:srgbClr val="FBFCFE"/>
            </a:solidFill>
            <a:prstDash val="solid"/>
          </a:ln>
        </p:spPr>
      </p:sp>
      <p:sp>
        <p:nvSpPr>
          <p:cNvPr id="2354" name="Editable chart path">
            <a:extLst xmlns:a="http://schemas.openxmlformats.org/drawingml/2006/main">
              <a:ext uri="{FF2B5EF4-FFF2-40B4-BE49-F238E27FC236}">
                <a16:creationId xmlns:a16="http://schemas.microsoft.com/office/drawing/2014/main" id="{41E6FDBE-B643-472E-99CB-0EE8C0548CB5}"/>
              </a:ext>
            </a:extLst>
          </p:cNvPr>
          <p:cNvSpPr>
            <a:spLocks xmlns:a="http://schemas.openxmlformats.org/drawingml/2006/main" noGrp="1"/>
          </p:cNvSpPr>
          <p:nvPr/>
        </p:nvSpPr>
        <p:spPr>
          <a:xfrm xmlns:a="http://schemas.openxmlformats.org/drawingml/2006/main">
            <a:off x="8722891"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55" name="Editable chart path">
            <a:extLst xmlns:a="http://schemas.openxmlformats.org/drawingml/2006/main">
              <a:ext uri="{FF2B5EF4-FFF2-40B4-BE49-F238E27FC236}">
                <a16:creationId xmlns:a16="http://schemas.microsoft.com/office/drawing/2014/main" id="{3C7C8541-50BF-4918-B0C9-E693C2E1DB51}"/>
              </a:ext>
            </a:extLst>
          </p:cNvPr>
          <p:cNvSpPr>
            <a:spLocks xmlns:a="http://schemas.openxmlformats.org/drawingml/2006/main" noGrp="1"/>
          </p:cNvSpPr>
          <p:nvPr/>
        </p:nvSpPr>
        <p:spPr>
          <a:xfrm xmlns:a="http://schemas.openxmlformats.org/drawingml/2006/main">
            <a:off x="8722891"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ECECC"/>
          </a:solidFill>
          <a:ln xmlns:a="http://schemas.openxmlformats.org/drawingml/2006/main" w="2205">
            <a:solidFill>
              <a:srgbClr val="FBFCFE"/>
            </a:solidFill>
            <a:prstDash val="solid"/>
          </a:ln>
        </p:spPr>
      </p:sp>
      <p:sp>
        <p:nvSpPr>
          <p:cNvPr id="2356" name="Editable chart path">
            <a:extLst xmlns:a="http://schemas.openxmlformats.org/drawingml/2006/main">
              <a:ext uri="{FF2B5EF4-FFF2-40B4-BE49-F238E27FC236}">
                <a16:creationId xmlns:a16="http://schemas.microsoft.com/office/drawing/2014/main" id="{0ED83AC7-D291-4D39-A76B-721E278EB8C6}"/>
              </a:ext>
            </a:extLst>
          </p:cNvPr>
          <p:cNvSpPr>
            <a:spLocks xmlns:a="http://schemas.openxmlformats.org/drawingml/2006/main" noGrp="1"/>
          </p:cNvSpPr>
          <p:nvPr/>
        </p:nvSpPr>
        <p:spPr>
          <a:xfrm xmlns:a="http://schemas.openxmlformats.org/drawingml/2006/main">
            <a:off x="8722891"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357" name="Editable chart path">
            <a:extLst xmlns:a="http://schemas.openxmlformats.org/drawingml/2006/main">
              <a:ext uri="{FF2B5EF4-FFF2-40B4-BE49-F238E27FC236}">
                <a16:creationId xmlns:a16="http://schemas.microsoft.com/office/drawing/2014/main" id="{FB32346E-6C4C-4538-9BFF-457AB2D75B68}"/>
              </a:ext>
            </a:extLst>
          </p:cNvPr>
          <p:cNvSpPr>
            <a:spLocks xmlns:a="http://schemas.openxmlformats.org/drawingml/2006/main" noGrp="1"/>
          </p:cNvSpPr>
          <p:nvPr/>
        </p:nvSpPr>
        <p:spPr>
          <a:xfrm xmlns:a="http://schemas.openxmlformats.org/drawingml/2006/main">
            <a:off x="8722891"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B948E"/>
          </a:solidFill>
          <a:ln xmlns:a="http://schemas.openxmlformats.org/drawingml/2006/main" w="2205">
            <a:solidFill>
              <a:srgbClr val="FBFCFE"/>
            </a:solidFill>
            <a:prstDash val="solid"/>
          </a:ln>
        </p:spPr>
      </p:sp>
      <p:sp>
        <p:nvSpPr>
          <p:cNvPr id="2358" name="Editable chart path">
            <a:extLst xmlns:a="http://schemas.openxmlformats.org/drawingml/2006/main">
              <a:ext uri="{FF2B5EF4-FFF2-40B4-BE49-F238E27FC236}">
                <a16:creationId xmlns:a16="http://schemas.microsoft.com/office/drawing/2014/main" id="{3D186F5D-F47B-4E6B-B644-962C78C80345}"/>
              </a:ext>
            </a:extLst>
          </p:cNvPr>
          <p:cNvSpPr>
            <a:spLocks xmlns:a="http://schemas.openxmlformats.org/drawingml/2006/main" noGrp="1"/>
          </p:cNvSpPr>
          <p:nvPr/>
        </p:nvSpPr>
        <p:spPr>
          <a:xfrm xmlns:a="http://schemas.openxmlformats.org/drawingml/2006/main">
            <a:off x="8785029" y="3545581"/>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1A5A1"/>
          </a:solidFill>
          <a:ln xmlns:a="http://schemas.openxmlformats.org/drawingml/2006/main" w="2205">
            <a:solidFill>
              <a:srgbClr val="FBFCFE"/>
            </a:solidFill>
            <a:prstDash val="solid"/>
          </a:ln>
        </p:spPr>
      </p:sp>
      <p:sp>
        <p:nvSpPr>
          <p:cNvPr id="2359" name="Editable chart path">
            <a:extLst xmlns:a="http://schemas.openxmlformats.org/drawingml/2006/main">
              <a:ext uri="{FF2B5EF4-FFF2-40B4-BE49-F238E27FC236}">
                <a16:creationId xmlns:a16="http://schemas.microsoft.com/office/drawing/2014/main" id="{F73DFC38-3253-4F18-BD7A-0BEF8B76630D}"/>
              </a:ext>
            </a:extLst>
          </p:cNvPr>
          <p:cNvSpPr>
            <a:spLocks xmlns:a="http://schemas.openxmlformats.org/drawingml/2006/main" noGrp="1"/>
          </p:cNvSpPr>
          <p:nvPr/>
        </p:nvSpPr>
        <p:spPr>
          <a:xfrm xmlns:a="http://schemas.openxmlformats.org/drawingml/2006/main">
            <a:off x="8785029"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7B8B5"/>
          </a:solidFill>
          <a:ln xmlns:a="http://schemas.openxmlformats.org/drawingml/2006/main" w="2205">
            <a:solidFill>
              <a:srgbClr val="FBFCFE"/>
            </a:solidFill>
            <a:prstDash val="solid"/>
          </a:ln>
        </p:spPr>
      </p:sp>
      <p:sp>
        <p:nvSpPr>
          <p:cNvPr id="2360" name="Editable chart path">
            <a:extLst xmlns:a="http://schemas.openxmlformats.org/drawingml/2006/main">
              <a:ext uri="{FF2B5EF4-FFF2-40B4-BE49-F238E27FC236}">
                <a16:creationId xmlns:a16="http://schemas.microsoft.com/office/drawing/2014/main" id="{B3E186F9-3011-498D-B5D9-B2829E811696}"/>
              </a:ext>
            </a:extLst>
          </p:cNvPr>
          <p:cNvSpPr>
            <a:spLocks xmlns:a="http://schemas.openxmlformats.org/drawingml/2006/main" noGrp="1"/>
          </p:cNvSpPr>
          <p:nvPr/>
        </p:nvSpPr>
        <p:spPr>
          <a:xfrm xmlns:a="http://schemas.openxmlformats.org/drawingml/2006/main">
            <a:off x="8785029"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2F2"/>
          </a:solidFill>
          <a:ln xmlns:a="http://schemas.openxmlformats.org/drawingml/2006/main" w="2205">
            <a:solidFill>
              <a:srgbClr val="FBFCFE"/>
            </a:solidFill>
            <a:prstDash val="solid"/>
          </a:ln>
        </p:spPr>
      </p:sp>
      <p:sp>
        <p:nvSpPr>
          <p:cNvPr id="2361" name="Editable chart path">
            <a:extLst xmlns:a="http://schemas.openxmlformats.org/drawingml/2006/main">
              <a:ext uri="{FF2B5EF4-FFF2-40B4-BE49-F238E27FC236}">
                <a16:creationId xmlns:a16="http://schemas.microsoft.com/office/drawing/2014/main" id="{A70027AC-4888-4680-9F6A-36CB8FE4DF63}"/>
              </a:ext>
            </a:extLst>
          </p:cNvPr>
          <p:cNvSpPr>
            <a:spLocks xmlns:a="http://schemas.openxmlformats.org/drawingml/2006/main" noGrp="1"/>
          </p:cNvSpPr>
          <p:nvPr/>
        </p:nvSpPr>
        <p:spPr>
          <a:xfrm xmlns:a="http://schemas.openxmlformats.org/drawingml/2006/main">
            <a:off x="8785029" y="3234892"/>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2C5EAA"/>
          </a:solidFill>
          <a:ln xmlns:a="http://schemas.openxmlformats.org/drawingml/2006/main" w="2205">
            <a:solidFill>
              <a:srgbClr val="FBFCFE"/>
            </a:solidFill>
            <a:prstDash val="solid"/>
          </a:ln>
        </p:spPr>
      </p:sp>
      <p:sp>
        <p:nvSpPr>
          <p:cNvPr id="2362" name="Editable chart path">
            <a:extLst xmlns:a="http://schemas.openxmlformats.org/drawingml/2006/main">
              <a:ext uri="{FF2B5EF4-FFF2-40B4-BE49-F238E27FC236}">
                <a16:creationId xmlns:a16="http://schemas.microsoft.com/office/drawing/2014/main" id="{7868ACB1-74CD-4570-BADE-83D7BF566CDC}"/>
              </a:ext>
            </a:extLst>
          </p:cNvPr>
          <p:cNvSpPr>
            <a:spLocks xmlns:a="http://schemas.openxmlformats.org/drawingml/2006/main" noGrp="1"/>
          </p:cNvSpPr>
          <p:nvPr/>
        </p:nvSpPr>
        <p:spPr>
          <a:xfrm xmlns:a="http://schemas.openxmlformats.org/drawingml/2006/main">
            <a:off x="8785029"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363" name="Editable chart path">
            <a:extLst xmlns:a="http://schemas.openxmlformats.org/drawingml/2006/main">
              <a:ext uri="{FF2B5EF4-FFF2-40B4-BE49-F238E27FC236}">
                <a16:creationId xmlns:a16="http://schemas.microsoft.com/office/drawing/2014/main" id="{D222B022-C910-40D7-B69F-F77968F87C2A}"/>
              </a:ext>
            </a:extLst>
          </p:cNvPr>
          <p:cNvSpPr>
            <a:spLocks xmlns:a="http://schemas.openxmlformats.org/drawingml/2006/main" noGrp="1"/>
          </p:cNvSpPr>
          <p:nvPr/>
        </p:nvSpPr>
        <p:spPr>
          <a:xfrm xmlns:a="http://schemas.openxmlformats.org/drawingml/2006/main">
            <a:off x="8847166" y="360771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2364" name="Editable chart path">
            <a:extLst xmlns:a="http://schemas.openxmlformats.org/drawingml/2006/main">
              <a:ext uri="{FF2B5EF4-FFF2-40B4-BE49-F238E27FC236}">
                <a16:creationId xmlns:a16="http://schemas.microsoft.com/office/drawing/2014/main" id="{B03683D4-7328-4DC3-B168-2ACB6F1B80BD}"/>
              </a:ext>
            </a:extLst>
          </p:cNvPr>
          <p:cNvSpPr>
            <a:spLocks xmlns:a="http://schemas.openxmlformats.org/drawingml/2006/main" noGrp="1"/>
          </p:cNvSpPr>
          <p:nvPr/>
        </p:nvSpPr>
        <p:spPr>
          <a:xfrm xmlns:a="http://schemas.openxmlformats.org/drawingml/2006/main">
            <a:off x="8847166" y="3483443"/>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27A74"/>
          </a:solidFill>
          <a:ln xmlns:a="http://schemas.openxmlformats.org/drawingml/2006/main" w="2205">
            <a:solidFill>
              <a:srgbClr val="FBFCFE"/>
            </a:solidFill>
            <a:prstDash val="solid"/>
          </a:ln>
        </p:spPr>
      </p:sp>
      <p:sp>
        <p:nvSpPr>
          <p:cNvPr id="2365" name="Editable chart path">
            <a:extLst xmlns:a="http://schemas.openxmlformats.org/drawingml/2006/main">
              <a:ext uri="{FF2B5EF4-FFF2-40B4-BE49-F238E27FC236}">
                <a16:creationId xmlns:a16="http://schemas.microsoft.com/office/drawing/2014/main" id="{0A55BE53-D256-4507-A947-604F818392C9}"/>
              </a:ext>
            </a:extLst>
          </p:cNvPr>
          <p:cNvSpPr>
            <a:spLocks xmlns:a="http://schemas.openxmlformats.org/drawingml/2006/main" noGrp="1"/>
          </p:cNvSpPr>
          <p:nvPr/>
        </p:nvSpPr>
        <p:spPr>
          <a:xfrm xmlns:a="http://schemas.openxmlformats.org/drawingml/2006/main">
            <a:off x="8847166" y="342130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66" name="Editable chart path">
            <a:extLst xmlns:a="http://schemas.openxmlformats.org/drawingml/2006/main">
              <a:ext uri="{FF2B5EF4-FFF2-40B4-BE49-F238E27FC236}">
                <a16:creationId xmlns:a16="http://schemas.microsoft.com/office/drawing/2014/main" id="{58AE92A7-7896-48C9-9B82-90FB5E140B1B}"/>
              </a:ext>
            </a:extLst>
          </p:cNvPr>
          <p:cNvSpPr>
            <a:spLocks xmlns:a="http://schemas.openxmlformats.org/drawingml/2006/main" noGrp="1"/>
          </p:cNvSpPr>
          <p:nvPr/>
        </p:nvSpPr>
        <p:spPr>
          <a:xfrm xmlns:a="http://schemas.openxmlformats.org/drawingml/2006/main">
            <a:off x="8847166"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E8BCB9"/>
          </a:solidFill>
          <a:ln xmlns:a="http://schemas.openxmlformats.org/drawingml/2006/main" w="2205">
            <a:solidFill>
              <a:srgbClr val="FBFCFE"/>
            </a:solidFill>
            <a:prstDash val="solid"/>
          </a:ln>
        </p:spPr>
      </p:sp>
      <p:sp>
        <p:nvSpPr>
          <p:cNvPr id="2367" name="Editable chart path">
            <a:extLst xmlns:a="http://schemas.openxmlformats.org/drawingml/2006/main">
              <a:ext uri="{FF2B5EF4-FFF2-40B4-BE49-F238E27FC236}">
                <a16:creationId xmlns:a16="http://schemas.microsoft.com/office/drawing/2014/main" id="{CA21AF9D-FBF4-438B-AFA9-F05B801A7F95}"/>
              </a:ext>
            </a:extLst>
          </p:cNvPr>
          <p:cNvSpPr>
            <a:spLocks xmlns:a="http://schemas.openxmlformats.org/drawingml/2006/main" noGrp="1"/>
          </p:cNvSpPr>
          <p:nvPr/>
        </p:nvSpPr>
        <p:spPr>
          <a:xfrm xmlns:a="http://schemas.openxmlformats.org/drawingml/2006/main">
            <a:off x="8847166"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2368" name="Editable chart path">
            <a:extLst xmlns:a="http://schemas.openxmlformats.org/drawingml/2006/main">
              <a:ext uri="{FF2B5EF4-FFF2-40B4-BE49-F238E27FC236}">
                <a16:creationId xmlns:a16="http://schemas.microsoft.com/office/drawing/2014/main" id="{1841B7E2-4AE4-4225-8E60-7D8A9C422A8A}"/>
              </a:ext>
            </a:extLst>
          </p:cNvPr>
          <p:cNvSpPr>
            <a:spLocks xmlns:a="http://schemas.openxmlformats.org/drawingml/2006/main" noGrp="1"/>
          </p:cNvSpPr>
          <p:nvPr/>
        </p:nvSpPr>
        <p:spPr>
          <a:xfrm xmlns:a="http://schemas.openxmlformats.org/drawingml/2006/main">
            <a:off x="8847166" y="3110617"/>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2369" name="Editable chart path">
            <a:extLst xmlns:a="http://schemas.openxmlformats.org/drawingml/2006/main">
              <a:ext uri="{FF2B5EF4-FFF2-40B4-BE49-F238E27FC236}">
                <a16:creationId xmlns:a16="http://schemas.microsoft.com/office/drawing/2014/main" id="{0CBBF10B-BB02-4E4C-B2B9-9A43C68BC56A}"/>
              </a:ext>
            </a:extLst>
          </p:cNvPr>
          <p:cNvSpPr>
            <a:spLocks xmlns:a="http://schemas.openxmlformats.org/drawingml/2006/main" noGrp="1"/>
          </p:cNvSpPr>
          <p:nvPr/>
        </p:nvSpPr>
        <p:spPr>
          <a:xfrm xmlns:a="http://schemas.openxmlformats.org/drawingml/2006/main">
            <a:off x="8909304" y="3359168"/>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E6F68"/>
          </a:solidFill>
          <a:ln xmlns:a="http://schemas.openxmlformats.org/drawingml/2006/main" w="2205">
            <a:solidFill>
              <a:srgbClr val="FBFCFE"/>
            </a:solidFill>
            <a:prstDash val="solid"/>
          </a:ln>
        </p:spPr>
      </p:sp>
      <p:sp>
        <p:nvSpPr>
          <p:cNvPr id="2370" name="Editable chart path">
            <a:extLst xmlns:a="http://schemas.openxmlformats.org/drawingml/2006/main">
              <a:ext uri="{FF2B5EF4-FFF2-40B4-BE49-F238E27FC236}">
                <a16:creationId xmlns:a16="http://schemas.microsoft.com/office/drawing/2014/main" id="{9E14D358-27B8-4B52-AA65-05A35C7C5503}"/>
              </a:ext>
            </a:extLst>
          </p:cNvPr>
          <p:cNvSpPr>
            <a:spLocks xmlns:a="http://schemas.openxmlformats.org/drawingml/2006/main" noGrp="1"/>
          </p:cNvSpPr>
          <p:nvPr/>
        </p:nvSpPr>
        <p:spPr>
          <a:xfrm xmlns:a="http://schemas.openxmlformats.org/drawingml/2006/main">
            <a:off x="8909304" y="3297030"/>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2371" name="Editable chart path">
            <a:extLst xmlns:a="http://schemas.openxmlformats.org/drawingml/2006/main">
              <a:ext uri="{FF2B5EF4-FFF2-40B4-BE49-F238E27FC236}">
                <a16:creationId xmlns:a16="http://schemas.microsoft.com/office/drawing/2014/main" id="{1700D044-8772-4CA1-9F47-8DEC67F298CD}"/>
              </a:ext>
            </a:extLst>
          </p:cNvPr>
          <p:cNvSpPr>
            <a:spLocks xmlns:a="http://schemas.openxmlformats.org/drawingml/2006/main" noGrp="1"/>
          </p:cNvSpPr>
          <p:nvPr/>
        </p:nvSpPr>
        <p:spPr>
          <a:xfrm xmlns:a="http://schemas.openxmlformats.org/drawingml/2006/main">
            <a:off x="8971442" y="3172755"/>
            <a:ext cx="62138" cy="62138"/>
          </a:xfrm>
          <a:custGeom xmlns:a="http://schemas.openxmlformats.org/drawingml/2006/main">
            <a:pathLst>
              <a:path w="67109" h="67109">
                <a:moveTo>
                  <a:pt x="0" y="67109"/>
                </a:moveTo>
                <a:lnTo>
                  <a:pt x="67109" y="67109"/>
                </a:lnTo>
                <a:lnTo>
                  <a:pt x="67109" y="0"/>
                </a:lnTo>
                <a:lnTo>
                  <a:pt x="0" y="0"/>
                </a:lnTo>
                <a:close/>
              </a:path>
            </a:pathLst>
          </a:custGeom>
          <a:solidFill xmlns:a="http://schemas.openxmlformats.org/drawingml/2006/main">
            <a:srgbClr val="C6574F"/>
          </a:solidFill>
          <a:ln xmlns:a="http://schemas.openxmlformats.org/drawingml/2006/main" w="2205">
            <a:solidFill>
              <a:srgbClr val="FBFCFE"/>
            </a:solidFill>
            <a:prstDash val="solid"/>
          </a:ln>
        </p:spPr>
      </p:sp>
      <p:sp>
        <p:nvSpPr>
          <p:cNvPr id="2372" name="Editable chart path">
            <a:extLst xmlns:a="http://schemas.openxmlformats.org/drawingml/2006/main">
              <a:ext uri="{FF2B5EF4-FFF2-40B4-BE49-F238E27FC236}">
                <a16:creationId xmlns:a16="http://schemas.microsoft.com/office/drawing/2014/main" id="{982C3B61-A856-441C-8085-F80BEEAC566A}"/>
              </a:ext>
            </a:extLst>
          </p:cNvPr>
          <p:cNvSpPr>
            <a:spLocks xmlns:a="http://schemas.openxmlformats.org/drawingml/2006/main" noGrp="1"/>
          </p:cNvSpPr>
          <p:nvPr/>
        </p:nvSpPr>
        <p:spPr>
          <a:xfrm xmlns:a="http://schemas.openxmlformats.org/drawingml/2006/main">
            <a:off x="7946171" y="3825200"/>
            <a:ext cx="136703" cy="95"/>
          </a:xfrm>
          <a:custGeom xmlns:a="http://schemas.openxmlformats.org/drawingml/2006/main">
            <a:pathLst>
              <a:path w="147639" h="95">
                <a:moveTo>
                  <a:pt x="0" y="0"/>
                </a:moveTo>
                <a:lnTo>
                  <a:pt x="147639" y="0"/>
                </a:lnTo>
              </a:path>
            </a:pathLst>
          </a:custGeom>
          <a:noFill xmlns:a="http://schemas.openxmlformats.org/drawingml/2006/main"/>
          <a:ln xmlns:a="http://schemas.openxmlformats.org/drawingml/2006/main" w="7056">
            <a:solidFill>
              <a:srgbClr val="14295B"/>
            </a:solidFill>
            <a:prstDash val="solid"/>
          </a:ln>
        </p:spPr>
      </p:sp>
      <p:sp>
        <p:nvSpPr>
          <p:cNvPr id="2373" name="Editable chart path">
            <a:extLst xmlns:a="http://schemas.openxmlformats.org/drawingml/2006/main">
              <a:ext uri="{FF2B5EF4-FFF2-40B4-BE49-F238E27FC236}">
                <a16:creationId xmlns:a16="http://schemas.microsoft.com/office/drawing/2014/main" id="{2CB6F02F-88DA-4774-800A-F8A763860E07}"/>
              </a:ext>
            </a:extLst>
          </p:cNvPr>
          <p:cNvSpPr>
            <a:spLocks xmlns:a="http://schemas.openxmlformats.org/drawingml/2006/main" noGrp="1"/>
          </p:cNvSpPr>
          <p:nvPr/>
        </p:nvSpPr>
        <p:spPr>
          <a:xfrm xmlns:a="http://schemas.openxmlformats.org/drawingml/2006/main">
            <a:off x="8824227" y="3336229"/>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2374" name="Editable chart path">
            <a:extLst xmlns:a="http://schemas.openxmlformats.org/drawingml/2006/main">
              <a:ext uri="{FF2B5EF4-FFF2-40B4-BE49-F238E27FC236}">
                <a16:creationId xmlns:a16="http://schemas.microsoft.com/office/drawing/2014/main" id="{EA4775A8-3180-43A4-9D5B-39A6E847A7BA}"/>
              </a:ext>
            </a:extLst>
          </p:cNvPr>
          <p:cNvSpPr>
            <a:spLocks xmlns:a="http://schemas.openxmlformats.org/drawingml/2006/main" noGrp="1"/>
          </p:cNvSpPr>
          <p:nvPr/>
        </p:nvSpPr>
        <p:spPr>
          <a:xfrm xmlns:a="http://schemas.openxmlformats.org/drawingml/2006/main">
            <a:off x="7892163" y="3833330"/>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2375" name="Editable chart path">
            <a:extLst xmlns:a="http://schemas.openxmlformats.org/drawingml/2006/main">
              <a:ext uri="{FF2B5EF4-FFF2-40B4-BE49-F238E27FC236}">
                <a16:creationId xmlns:a16="http://schemas.microsoft.com/office/drawing/2014/main" id="{77DDC910-C745-49A2-BABB-502A9FC718AF}"/>
              </a:ext>
            </a:extLst>
          </p:cNvPr>
          <p:cNvSpPr>
            <a:spLocks xmlns:a="http://schemas.openxmlformats.org/drawingml/2006/main" noGrp="1"/>
          </p:cNvSpPr>
          <p:nvPr/>
        </p:nvSpPr>
        <p:spPr>
          <a:xfrm xmlns:a="http://schemas.openxmlformats.org/drawingml/2006/main">
            <a:off x="8028866" y="3771192"/>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2376" name="">
            <a:extLst xmlns:a="http://schemas.openxmlformats.org/drawingml/2006/main">
              <a:ext uri="{FF2B5EF4-FFF2-40B4-BE49-F238E27FC236}">
                <a16:creationId xmlns:a16="http://schemas.microsoft.com/office/drawing/2014/main" id="{8DB1D5FA-5D51-43BA-9672-B565336A9539}"/>
              </a:ext>
            </a:extLst>
          </p:cNvPr>
          <p:cNvSpPr>
            <a:spLocks xmlns:a="http://schemas.openxmlformats.org/drawingml/2006/main" noGrp="1"/>
          </p:cNvSpPr>
          <p:nvPr/>
        </p:nvSpPr>
        <p:spPr>
          <a:xfrm xmlns:a="http://schemas.openxmlformats.org/drawingml/2006/main" rot="0">
            <a:off x="8858566" y="3314672"/>
            <a:ext cx="39338"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1</a:t>
            </a:r>
          </a:p>
        </p:txBody>
      </p:sp>
      <p:sp>
        <p:nvSpPr>
          <p:cNvPr id="2377" name="">
            <a:extLst xmlns:a="http://schemas.openxmlformats.org/drawingml/2006/main">
              <a:ext uri="{FF2B5EF4-FFF2-40B4-BE49-F238E27FC236}">
                <a16:creationId xmlns:a16="http://schemas.microsoft.com/office/drawing/2014/main" id="{FE47209E-BB8C-4981-9217-142FB2643BEE}"/>
              </a:ext>
            </a:extLst>
          </p:cNvPr>
          <p:cNvSpPr>
            <a:spLocks xmlns:a="http://schemas.openxmlformats.org/drawingml/2006/main" noGrp="1"/>
          </p:cNvSpPr>
          <p:nvPr/>
        </p:nvSpPr>
        <p:spPr>
          <a:xfrm xmlns:a="http://schemas.openxmlformats.org/drawingml/2006/main" rot="0">
            <a:off x="7912786" y="3811773"/>
            <a:ext cx="66770"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2</a:t>
            </a:r>
          </a:p>
        </p:txBody>
      </p:sp>
      <p:sp>
        <p:nvSpPr>
          <p:cNvPr id="2378" name="">
            <a:extLst xmlns:a="http://schemas.openxmlformats.org/drawingml/2006/main">
              <a:ext uri="{FF2B5EF4-FFF2-40B4-BE49-F238E27FC236}">
                <a16:creationId xmlns:a16="http://schemas.microsoft.com/office/drawing/2014/main" id="{C817E549-F7DA-4C13-BE3E-459138FBEA58}"/>
              </a:ext>
            </a:extLst>
          </p:cNvPr>
          <p:cNvSpPr>
            <a:spLocks xmlns:a="http://schemas.openxmlformats.org/drawingml/2006/main" noGrp="1"/>
          </p:cNvSpPr>
          <p:nvPr/>
        </p:nvSpPr>
        <p:spPr>
          <a:xfrm xmlns:a="http://schemas.openxmlformats.org/drawingml/2006/main" rot="0">
            <a:off x="8048726" y="3749635"/>
            <a:ext cx="68294"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3</a:t>
            </a:r>
          </a:p>
        </p:txBody>
      </p:sp>
      <p:sp>
        <p:nvSpPr>
          <p:cNvPr id="2379" name="">
            <a:extLst xmlns:a="http://schemas.openxmlformats.org/drawingml/2006/main">
              <a:ext uri="{FF2B5EF4-FFF2-40B4-BE49-F238E27FC236}">
                <a16:creationId xmlns:a16="http://schemas.microsoft.com/office/drawing/2014/main" id="{15401C37-3E0D-4C95-BFA5-CC5DF971D23A}"/>
              </a:ext>
            </a:extLst>
          </p:cNvPr>
          <p:cNvSpPr>
            <a:spLocks xmlns:a="http://schemas.openxmlformats.org/drawingml/2006/main" noGrp="1"/>
          </p:cNvSpPr>
          <p:nvPr/>
        </p:nvSpPr>
        <p:spPr>
          <a:xfrm xmlns:a="http://schemas.openxmlformats.org/drawingml/2006/main" rot="0">
            <a:off x="9662160" y="2693782"/>
            <a:ext cx="82858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1  Changi T3</a:t>
            </a:r>
          </a:p>
        </p:txBody>
      </p:sp>
      <p:sp>
        <p:nvSpPr>
          <p:cNvPr id="2380" name="">
            <a:extLst xmlns:a="http://schemas.openxmlformats.org/drawingml/2006/main">
              <a:ext uri="{FF2B5EF4-FFF2-40B4-BE49-F238E27FC236}">
                <a16:creationId xmlns:a16="http://schemas.microsoft.com/office/drawing/2014/main" id="{D0E8C60F-EFF0-4703-B7BC-A2A61DA1FCD8}"/>
              </a:ext>
            </a:extLst>
          </p:cNvPr>
          <p:cNvSpPr>
            <a:spLocks xmlns:a="http://schemas.openxmlformats.org/drawingml/2006/main" noGrp="1"/>
          </p:cNvSpPr>
          <p:nvPr/>
        </p:nvSpPr>
        <p:spPr>
          <a:xfrm xmlns:a="http://schemas.openxmlformats.org/drawingml/2006/main" rot="0">
            <a:off x="9662160" y="2870719"/>
            <a:ext cx="46424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−14.7%</a:t>
            </a:r>
          </a:p>
        </p:txBody>
      </p:sp>
      <p:sp>
        <p:nvSpPr>
          <p:cNvPr id="2381" name="">
            <a:extLst xmlns:a="http://schemas.openxmlformats.org/drawingml/2006/main">
              <a:ext uri="{FF2B5EF4-FFF2-40B4-BE49-F238E27FC236}">
                <a16:creationId xmlns:a16="http://schemas.microsoft.com/office/drawing/2014/main" id="{C2EFBA80-67D3-4A27-BD45-3B0750A44BE7}"/>
              </a:ext>
            </a:extLst>
          </p:cNvPr>
          <p:cNvSpPr>
            <a:spLocks xmlns:a="http://schemas.openxmlformats.org/drawingml/2006/main" noGrp="1"/>
          </p:cNvSpPr>
          <p:nvPr/>
        </p:nvSpPr>
        <p:spPr>
          <a:xfrm xmlns:a="http://schemas.openxmlformats.org/drawingml/2006/main" rot="0">
            <a:off x="9662160" y="3047655"/>
            <a:ext cx="106165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98 / 114.8 taxis</a:t>
            </a:r>
          </a:p>
        </p:txBody>
      </p:sp>
      <p:sp>
        <p:nvSpPr>
          <p:cNvPr id="2382" name="">
            <a:extLst xmlns:a="http://schemas.openxmlformats.org/drawingml/2006/main">
              <a:ext uri="{FF2B5EF4-FFF2-40B4-BE49-F238E27FC236}">
                <a16:creationId xmlns:a16="http://schemas.microsoft.com/office/drawing/2014/main" id="{43BE1BE1-155D-4680-A23E-A886BD815567}"/>
              </a:ext>
            </a:extLst>
          </p:cNvPr>
          <p:cNvSpPr>
            <a:spLocks xmlns:a="http://schemas.openxmlformats.org/drawingml/2006/main" noGrp="1"/>
          </p:cNvSpPr>
          <p:nvPr/>
        </p:nvSpPr>
        <p:spPr>
          <a:xfrm xmlns:a="http://schemas.openxmlformats.org/drawingml/2006/main" rot="0">
            <a:off x="9662160" y="3303230"/>
            <a:ext cx="88049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2  Lau Pa Sat</a:t>
            </a:r>
          </a:p>
        </p:txBody>
      </p:sp>
      <p:sp>
        <p:nvSpPr>
          <p:cNvPr id="2383" name="">
            <a:extLst xmlns:a="http://schemas.openxmlformats.org/drawingml/2006/main">
              <a:ext uri="{FF2B5EF4-FFF2-40B4-BE49-F238E27FC236}">
                <a16:creationId xmlns:a16="http://schemas.microsoft.com/office/drawing/2014/main" id="{30C6F6A2-C419-4E47-8361-F59E9C351647}"/>
              </a:ext>
            </a:extLst>
          </p:cNvPr>
          <p:cNvSpPr>
            <a:spLocks xmlns:a="http://schemas.openxmlformats.org/drawingml/2006/main" noGrp="1"/>
          </p:cNvSpPr>
          <p:nvPr/>
        </p:nvSpPr>
        <p:spPr>
          <a:xfrm xmlns:a="http://schemas.openxmlformats.org/drawingml/2006/main" rot="0">
            <a:off x="9662160" y="3480166"/>
            <a:ext cx="52416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−40.8%</a:t>
            </a:r>
          </a:p>
        </p:txBody>
      </p:sp>
      <p:sp>
        <p:nvSpPr>
          <p:cNvPr id="2384" name="">
            <a:extLst xmlns:a="http://schemas.openxmlformats.org/drawingml/2006/main">
              <a:ext uri="{FF2B5EF4-FFF2-40B4-BE49-F238E27FC236}">
                <a16:creationId xmlns:a16="http://schemas.microsoft.com/office/drawing/2014/main" id="{049EE8DF-7553-4D77-B967-92BCC0FCEF96}"/>
              </a:ext>
            </a:extLst>
          </p:cNvPr>
          <p:cNvSpPr>
            <a:spLocks xmlns:a="http://schemas.openxmlformats.org/drawingml/2006/main" noGrp="1"/>
          </p:cNvSpPr>
          <p:nvPr/>
        </p:nvSpPr>
        <p:spPr>
          <a:xfrm xmlns:a="http://schemas.openxmlformats.org/drawingml/2006/main" rot="0">
            <a:off x="9662160" y="3657103"/>
            <a:ext cx="98945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13 / 22.0 taxis</a:t>
            </a:r>
          </a:p>
        </p:txBody>
      </p:sp>
      <p:sp>
        <p:nvSpPr>
          <p:cNvPr id="2385" name="">
            <a:extLst xmlns:a="http://schemas.openxmlformats.org/drawingml/2006/main">
              <a:ext uri="{FF2B5EF4-FFF2-40B4-BE49-F238E27FC236}">
                <a16:creationId xmlns:a16="http://schemas.microsoft.com/office/drawing/2014/main" id="{A7E6301E-D7EA-4FD3-BA82-4C0D37C43771}"/>
              </a:ext>
            </a:extLst>
          </p:cNvPr>
          <p:cNvSpPr>
            <a:spLocks xmlns:a="http://schemas.openxmlformats.org/drawingml/2006/main" noGrp="1"/>
          </p:cNvSpPr>
          <p:nvPr/>
        </p:nvSpPr>
        <p:spPr>
          <a:xfrm xmlns:a="http://schemas.openxmlformats.org/drawingml/2006/main" rot="0">
            <a:off x="9662160" y="3912678"/>
            <a:ext cx="72999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3  City Hall</a:t>
            </a:r>
          </a:p>
        </p:txBody>
      </p:sp>
      <p:sp>
        <p:nvSpPr>
          <p:cNvPr id="2386" name="">
            <a:extLst xmlns:a="http://schemas.openxmlformats.org/drawingml/2006/main">
              <a:ext uri="{FF2B5EF4-FFF2-40B4-BE49-F238E27FC236}">
                <a16:creationId xmlns:a16="http://schemas.microsoft.com/office/drawing/2014/main" id="{71E1264A-FC37-46F6-AB0C-73A5168B90BB}"/>
              </a:ext>
            </a:extLst>
          </p:cNvPr>
          <p:cNvSpPr>
            <a:spLocks xmlns:a="http://schemas.openxmlformats.org/drawingml/2006/main" noGrp="1"/>
          </p:cNvSpPr>
          <p:nvPr/>
        </p:nvSpPr>
        <p:spPr>
          <a:xfrm xmlns:a="http://schemas.openxmlformats.org/drawingml/2006/main" rot="0">
            <a:off x="9662160" y="4089614"/>
            <a:ext cx="46472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−31.3%</a:t>
            </a:r>
          </a:p>
        </p:txBody>
      </p:sp>
      <p:sp>
        <p:nvSpPr>
          <p:cNvPr id="2387" name="">
            <a:extLst xmlns:a="http://schemas.openxmlformats.org/drawingml/2006/main">
              <a:ext uri="{FF2B5EF4-FFF2-40B4-BE49-F238E27FC236}">
                <a16:creationId xmlns:a16="http://schemas.microsoft.com/office/drawing/2014/main" id="{D00DD37C-CBCF-43DF-8015-EE71C843DAD7}"/>
              </a:ext>
            </a:extLst>
          </p:cNvPr>
          <p:cNvSpPr>
            <a:spLocks xmlns:a="http://schemas.openxmlformats.org/drawingml/2006/main" noGrp="1"/>
          </p:cNvSpPr>
          <p:nvPr/>
        </p:nvSpPr>
        <p:spPr>
          <a:xfrm xmlns:a="http://schemas.openxmlformats.org/drawingml/2006/main" rot="0">
            <a:off x="9662160" y="4266550"/>
            <a:ext cx="91868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11 / 16.0 taxis</a:t>
            </a:r>
          </a:p>
        </p:txBody>
      </p:sp>
      <p:sp>
        <p:nvSpPr>
          <p:cNvPr id="2388" name="Editable chart path">
            <a:extLst xmlns:a="http://schemas.openxmlformats.org/drawingml/2006/main">
              <a:ext uri="{FF2B5EF4-FFF2-40B4-BE49-F238E27FC236}">
                <a16:creationId xmlns:a16="http://schemas.microsoft.com/office/drawing/2014/main" id="{1710C186-1CC4-4650-A703-16D5EFB40854}"/>
              </a:ext>
            </a:extLst>
          </p:cNvPr>
          <p:cNvSpPr>
            <a:spLocks xmlns:a="http://schemas.openxmlformats.org/drawingml/2006/main" noGrp="1"/>
          </p:cNvSpPr>
          <p:nvPr/>
        </p:nvSpPr>
        <p:spPr>
          <a:xfrm xmlns:a="http://schemas.openxmlformats.org/drawingml/2006/main">
            <a:off x="1786890" y="4833402"/>
            <a:ext cx="3665220" cy="75362"/>
          </a:xfrm>
          <a:custGeom xmlns:a="http://schemas.openxmlformats.org/drawingml/2006/main">
            <a:pathLst>
              <a:path w="3958438" h="81391">
                <a:moveTo>
                  <a:pt x="0" y="81391"/>
                </a:moveTo>
                <a:lnTo>
                  <a:pt x="3958438" y="81391"/>
                </a:lnTo>
                <a:lnTo>
                  <a:pt x="3958438" y="0"/>
                </a:lnTo>
                <a:lnTo>
                  <a:pt x="0" y="0"/>
                </a:lnTo>
                <a:close/>
              </a:path>
            </a:pathLst>
          </a:custGeom>
          <a:solidFill xmlns:a="http://schemas.openxmlformats.org/drawingml/2006/main">
            <a:srgbClr val="FBFCFE"/>
          </a:solidFill>
          <a:ln xmlns:a="http://schemas.openxmlformats.org/drawingml/2006/main" w="0">
            <a:noFill/>
            <a:prstDash val="solid"/>
          </a:ln>
        </p:spPr>
      </p:sp>
      <p:pic>
        <p:nvPicPr>
          <p:cNvPr id="2389" name="">
            <a:extLst xmlns:a="http://schemas.openxmlformats.org/drawingml/2006/main">
              <a:ext uri="{FF2B5EF4-FFF2-40B4-BE49-F238E27FC236}">
                <a16:creationId xmlns:a16="http://schemas.microsoft.com/office/drawing/2014/main" id="{F28C54CE-AEB2-421B-A4F7-CDDFBEF48EEE}"/>
              </a:ext>
            </a:extLst>
          </p:cNvPr>
          <p:cNvPicPr>
            <a:picLocks xmlns:a="http://schemas.openxmlformats.org/drawingml/2006/main" noChangeAspect="1"/>
          </p:cNvPicPr>
          <p:nvPr/>
        </p:nvPicPr>
        <p:blipFill>
          <a:blip xmlns:r="http://schemas.openxmlformats.org/officeDocument/2006/relationships" xmlns:a="http://schemas.openxmlformats.org/drawingml/2006/main" r:embed="R2e47aabf04724d83"/>
          <a:stretch xmlns:a="http://schemas.openxmlformats.org/drawingml/2006/main"/>
        </p:blipFill>
        <p:spPr>
          <a:xfrm xmlns:a="http://schemas.openxmlformats.org/drawingml/2006/main" flipH="0" flipV="1">
            <a:off x="1787525" y="4832945"/>
            <a:ext cx="3663950" cy="76200"/>
          </a:xfrm>
          <a:prstGeom xmlns:a="http://schemas.openxmlformats.org/drawingml/2006/main" prst="rect">
            <a:avLst/>
          </a:prstGeom>
        </p:spPr>
      </p:pic>
      <p:sp>
        <p:nvSpPr>
          <p:cNvPr id="2390" name="">
            <a:extLst xmlns:a="http://schemas.openxmlformats.org/drawingml/2006/main">
              <a:ext uri="{FF2B5EF4-FFF2-40B4-BE49-F238E27FC236}">
                <a16:creationId xmlns:a16="http://schemas.microsoft.com/office/drawing/2014/main" id="{19CC49C3-8BC8-4899-AB8E-4D40DE2228F4}"/>
              </a:ext>
            </a:extLst>
          </p:cNvPr>
          <p:cNvSpPr>
            <a:spLocks xmlns:a="http://schemas.openxmlformats.org/drawingml/2006/main" noGrp="1"/>
          </p:cNvSpPr>
          <p:nvPr/>
        </p:nvSpPr>
        <p:spPr>
          <a:xfrm xmlns:a="http://schemas.openxmlformats.org/drawingml/2006/main" rot="0">
            <a:off x="1740694" y="4952861"/>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391" name="">
            <a:extLst xmlns:a="http://schemas.openxmlformats.org/drawingml/2006/main">
              <a:ext uri="{FF2B5EF4-FFF2-40B4-BE49-F238E27FC236}">
                <a16:creationId xmlns:a16="http://schemas.microsoft.com/office/drawing/2014/main" id="{CAF0CB60-AFE1-43F4-88ED-043DD5732AA0}"/>
              </a:ext>
            </a:extLst>
          </p:cNvPr>
          <p:cNvSpPr>
            <a:spLocks xmlns:a="http://schemas.openxmlformats.org/drawingml/2006/main" noGrp="1"/>
          </p:cNvSpPr>
          <p:nvPr/>
        </p:nvSpPr>
        <p:spPr>
          <a:xfrm xmlns:a="http://schemas.openxmlformats.org/drawingml/2006/main" rot="0">
            <a:off x="2329228" y="4952861"/>
            <a:ext cx="13706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392" name="">
            <a:extLst xmlns:a="http://schemas.openxmlformats.org/drawingml/2006/main">
              <a:ext uri="{FF2B5EF4-FFF2-40B4-BE49-F238E27FC236}">
                <a16:creationId xmlns:a16="http://schemas.microsoft.com/office/drawing/2014/main" id="{DC2EDDAC-5103-48F4-A9D8-5E1815D8A17C}"/>
              </a:ext>
            </a:extLst>
          </p:cNvPr>
          <p:cNvSpPr>
            <a:spLocks xmlns:a="http://schemas.openxmlformats.org/drawingml/2006/main" noGrp="1"/>
          </p:cNvSpPr>
          <p:nvPr/>
        </p:nvSpPr>
        <p:spPr>
          <a:xfrm xmlns:a="http://schemas.openxmlformats.org/drawingml/2006/main" rot="0">
            <a:off x="3532156" y="4952861"/>
            <a:ext cx="17468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2393" name="">
            <a:extLst xmlns:a="http://schemas.openxmlformats.org/drawingml/2006/main">
              <a:ext uri="{FF2B5EF4-FFF2-40B4-BE49-F238E27FC236}">
                <a16:creationId xmlns:a16="http://schemas.microsoft.com/office/drawing/2014/main" id="{2C25B7A5-B489-49F5-AADC-5F004381EE9E}"/>
              </a:ext>
            </a:extLst>
          </p:cNvPr>
          <p:cNvSpPr>
            <a:spLocks xmlns:a="http://schemas.openxmlformats.org/drawingml/2006/main" noGrp="1"/>
          </p:cNvSpPr>
          <p:nvPr/>
        </p:nvSpPr>
        <p:spPr>
          <a:xfrm xmlns:a="http://schemas.openxmlformats.org/drawingml/2006/main" rot="0">
            <a:off x="5325904" y="4952861"/>
            <a:ext cx="25241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2394" name="">
            <a:extLst xmlns:a="http://schemas.openxmlformats.org/drawingml/2006/main">
              <a:ext uri="{FF2B5EF4-FFF2-40B4-BE49-F238E27FC236}">
                <a16:creationId xmlns:a16="http://schemas.microsoft.com/office/drawing/2014/main" id="{D25E5937-705D-4777-B079-622635AACF67}"/>
              </a:ext>
            </a:extLst>
          </p:cNvPr>
          <p:cNvSpPr>
            <a:spLocks xmlns:a="http://schemas.openxmlformats.org/drawingml/2006/main" noGrp="1"/>
          </p:cNvSpPr>
          <p:nvPr/>
        </p:nvSpPr>
        <p:spPr>
          <a:xfrm xmlns:a="http://schemas.openxmlformats.org/drawingml/2006/main" rot="0">
            <a:off x="2508266" y="5218997"/>
            <a:ext cx="222246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Rain in previous 30 min (mm/h)</a:t>
            </a:r>
          </a:p>
        </p:txBody>
      </p:sp>
      <p:sp>
        <p:nvSpPr>
          <p:cNvPr id="2395" name="Editable chart path">
            <a:extLst xmlns:a="http://schemas.openxmlformats.org/drawingml/2006/main">
              <a:ext uri="{FF2B5EF4-FFF2-40B4-BE49-F238E27FC236}">
                <a16:creationId xmlns:a16="http://schemas.microsoft.com/office/drawing/2014/main" id="{9B89469E-02D1-4CF7-94CF-202DCBC3AA00}"/>
              </a:ext>
            </a:extLst>
          </p:cNvPr>
          <p:cNvSpPr>
            <a:spLocks xmlns:a="http://schemas.openxmlformats.org/drawingml/2006/main" noGrp="1"/>
          </p:cNvSpPr>
          <p:nvPr/>
        </p:nvSpPr>
        <p:spPr>
          <a:xfrm xmlns:a="http://schemas.openxmlformats.org/drawingml/2006/main">
            <a:off x="6739890" y="4833402"/>
            <a:ext cx="3665220" cy="75362"/>
          </a:xfrm>
          <a:custGeom xmlns:a="http://schemas.openxmlformats.org/drawingml/2006/main">
            <a:pathLst>
              <a:path w="3958438" h="81391">
                <a:moveTo>
                  <a:pt x="0" y="81391"/>
                </a:moveTo>
                <a:lnTo>
                  <a:pt x="3958438" y="81391"/>
                </a:lnTo>
                <a:lnTo>
                  <a:pt x="3958438" y="0"/>
                </a:lnTo>
                <a:lnTo>
                  <a:pt x="0" y="0"/>
                </a:lnTo>
                <a:close/>
              </a:path>
            </a:pathLst>
          </a:custGeom>
          <a:solidFill xmlns:a="http://schemas.openxmlformats.org/drawingml/2006/main">
            <a:srgbClr val="FBFCFE"/>
          </a:solidFill>
          <a:ln xmlns:a="http://schemas.openxmlformats.org/drawingml/2006/main" w="0">
            <a:noFill/>
            <a:prstDash val="solid"/>
          </a:ln>
        </p:spPr>
      </p:sp>
      <p:pic>
        <p:nvPicPr>
          <p:cNvPr id="2396" name="">
            <a:extLst xmlns:a="http://schemas.openxmlformats.org/drawingml/2006/main">
              <a:ext uri="{FF2B5EF4-FFF2-40B4-BE49-F238E27FC236}">
                <a16:creationId xmlns:a16="http://schemas.microsoft.com/office/drawing/2014/main" id="{F04CD9F4-1C7B-421F-92D8-7CA02822874F}"/>
              </a:ext>
            </a:extLst>
          </p:cNvPr>
          <p:cNvPicPr>
            <a:picLocks xmlns:a="http://schemas.openxmlformats.org/drawingml/2006/main" noChangeAspect="1"/>
          </p:cNvPicPr>
          <p:nvPr/>
        </p:nvPicPr>
        <p:blipFill>
          <a:blip xmlns:r="http://schemas.openxmlformats.org/officeDocument/2006/relationships" xmlns:a="http://schemas.openxmlformats.org/drawingml/2006/main" r:embed="Rdfd238ea312b4cae"/>
          <a:stretch xmlns:a="http://schemas.openxmlformats.org/drawingml/2006/main"/>
        </p:blipFill>
        <p:spPr>
          <a:xfrm xmlns:a="http://schemas.openxmlformats.org/drawingml/2006/main" flipH="0" flipV="1">
            <a:off x="6740525" y="4832945"/>
            <a:ext cx="3663950" cy="76200"/>
          </a:xfrm>
          <a:prstGeom xmlns:a="http://schemas.openxmlformats.org/drawingml/2006/main" prst="rect">
            <a:avLst/>
          </a:prstGeom>
        </p:spPr>
      </p:pic>
      <p:sp>
        <p:nvSpPr>
          <p:cNvPr id="2397" name="">
            <a:extLst xmlns:a="http://schemas.openxmlformats.org/drawingml/2006/main">
              <a:ext uri="{FF2B5EF4-FFF2-40B4-BE49-F238E27FC236}">
                <a16:creationId xmlns:a16="http://schemas.microsoft.com/office/drawing/2014/main" id="{370A234F-D9D1-4043-8852-B4440CD95739}"/>
              </a:ext>
            </a:extLst>
          </p:cNvPr>
          <p:cNvSpPr>
            <a:spLocks xmlns:a="http://schemas.openxmlformats.org/drawingml/2006/main" noGrp="1"/>
          </p:cNvSpPr>
          <p:nvPr/>
        </p:nvSpPr>
        <p:spPr>
          <a:xfrm xmlns:a="http://schemas.openxmlformats.org/drawingml/2006/main" rot="0">
            <a:off x="6611302" y="4952861"/>
            <a:ext cx="25717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2398" name="">
            <a:extLst xmlns:a="http://schemas.openxmlformats.org/drawingml/2006/main">
              <a:ext uri="{FF2B5EF4-FFF2-40B4-BE49-F238E27FC236}">
                <a16:creationId xmlns:a16="http://schemas.microsoft.com/office/drawing/2014/main" id="{26DA74C0-AA83-44EA-AD3B-64519B1D268E}"/>
              </a:ext>
            </a:extLst>
          </p:cNvPr>
          <p:cNvSpPr>
            <a:spLocks xmlns:a="http://schemas.openxmlformats.org/drawingml/2006/main" noGrp="1"/>
          </p:cNvSpPr>
          <p:nvPr/>
        </p:nvSpPr>
        <p:spPr>
          <a:xfrm xmlns:a="http://schemas.openxmlformats.org/drawingml/2006/main" rot="0">
            <a:off x="7531370" y="4952861"/>
            <a:ext cx="24965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399" name="">
            <a:extLst xmlns:a="http://schemas.openxmlformats.org/drawingml/2006/main">
              <a:ext uri="{FF2B5EF4-FFF2-40B4-BE49-F238E27FC236}">
                <a16:creationId xmlns:a16="http://schemas.microsoft.com/office/drawing/2014/main" id="{F4F3790F-F6C4-4277-9E0D-7975022F635B}"/>
              </a:ext>
            </a:extLst>
          </p:cNvPr>
          <p:cNvSpPr>
            <a:spLocks xmlns:a="http://schemas.openxmlformats.org/drawingml/2006/main" noGrp="1"/>
          </p:cNvSpPr>
          <p:nvPr/>
        </p:nvSpPr>
        <p:spPr>
          <a:xfrm xmlns:a="http://schemas.openxmlformats.org/drawingml/2006/main" rot="0">
            <a:off x="8526304" y="4952861"/>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400" name="">
            <a:extLst xmlns:a="http://schemas.openxmlformats.org/drawingml/2006/main">
              <a:ext uri="{FF2B5EF4-FFF2-40B4-BE49-F238E27FC236}">
                <a16:creationId xmlns:a16="http://schemas.microsoft.com/office/drawing/2014/main" id="{7B391C77-3BDD-4B49-AA27-5E61D3367BE0}"/>
              </a:ext>
            </a:extLst>
          </p:cNvPr>
          <p:cNvSpPr>
            <a:spLocks xmlns:a="http://schemas.openxmlformats.org/drawingml/2006/main" noGrp="1"/>
          </p:cNvSpPr>
          <p:nvPr/>
        </p:nvSpPr>
        <p:spPr>
          <a:xfrm xmlns:a="http://schemas.openxmlformats.org/drawingml/2006/main" rot="0">
            <a:off x="9402461" y="4952861"/>
            <a:ext cx="17268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401" name="">
            <a:extLst xmlns:a="http://schemas.openxmlformats.org/drawingml/2006/main">
              <a:ext uri="{FF2B5EF4-FFF2-40B4-BE49-F238E27FC236}">
                <a16:creationId xmlns:a16="http://schemas.microsoft.com/office/drawing/2014/main" id="{DC4FDD42-B3B9-4EC4-9841-63508CA0DFF4}"/>
              </a:ext>
            </a:extLst>
          </p:cNvPr>
          <p:cNvSpPr>
            <a:spLocks xmlns:a="http://schemas.openxmlformats.org/drawingml/2006/main" noGrp="1"/>
          </p:cNvSpPr>
          <p:nvPr/>
        </p:nvSpPr>
        <p:spPr>
          <a:xfrm xmlns:a="http://schemas.openxmlformats.org/drawingml/2006/main" rot="0">
            <a:off x="10315003" y="4952861"/>
            <a:ext cx="18021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2402" name="">
            <a:extLst xmlns:a="http://schemas.openxmlformats.org/drawingml/2006/main">
              <a:ext uri="{FF2B5EF4-FFF2-40B4-BE49-F238E27FC236}">
                <a16:creationId xmlns:a16="http://schemas.microsoft.com/office/drawing/2014/main" id="{07391D40-CE56-4D68-901E-8C5AA73166EF}"/>
              </a:ext>
            </a:extLst>
          </p:cNvPr>
          <p:cNvSpPr>
            <a:spLocks xmlns:a="http://schemas.openxmlformats.org/drawingml/2006/main" noGrp="1"/>
          </p:cNvSpPr>
          <p:nvPr/>
        </p:nvSpPr>
        <p:spPr>
          <a:xfrm xmlns:a="http://schemas.openxmlformats.org/drawingml/2006/main" rot="0">
            <a:off x="7709773" y="5218997"/>
            <a:ext cx="1725454"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 vacant taxis vs normal</a:t>
            </a:r>
          </a:p>
        </p:txBody>
      </p:sp>
    </p:spTree>
    <p:extLst>
      <p:ext uri="{BB962C8B-B14F-4D97-AF65-F5344CB8AC3E}">
        <p14:creationId xmlns:p14="http://schemas.microsoft.com/office/powerpoint/2010/main" val="470165488"/>
      </p:ext>
    </p:extLst>
  </p:cSld>
</p:sld>
</file>

<file path=ppt/slides/slide8.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99365900-5E3A-48A8-84DB-5AE1B9921A97}"/>
              </a:ext>
            </a:extLst>
          </p:cNvPr>
          <p:cNvSpPr>
            <a:spLocks xmlns:a="http://schemas.openxmlformats.org/drawingml/2006/main" noGrp="1"/>
          </p:cNvSpPr>
          <p:nvPr/>
        </p:nvSpPr>
        <p:spPr>
          <a:xfrm xmlns:a="http://schemas.openxmlformats.org/drawingml/2006/main">
            <a:off x="812800" y="812800"/>
            <a:ext cx="2490043"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Q2 · WHEN · EVENT STUDY</a:t>
            </a:r>
            <a:endParaRPr sz="1200"/>
          </a:p>
        </p:txBody>
      </p:sp>
      <p:sp>
        <p:nvSpPr>
          <p:cNvPr id="3" name="Text 1">
            <a:extLst xmlns:a="http://schemas.openxmlformats.org/drawingml/2006/main">
              <a:ext uri="{FF2B5EF4-FFF2-40B4-BE49-F238E27FC236}">
                <a16:creationId xmlns:a16="http://schemas.microsoft.com/office/drawing/2014/main" id="{5B2AC4F4-99D3-4997-A1F5-51B99305E2C5}"/>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LOWER SUPPLY CAN PRECEDE LOCAL RAIN</a:t>
            </a:r>
            <a:endParaRPr sz="4000"/>
          </a:p>
        </p:txBody>
      </p:sp>
      <p:sp>
        <p:nvSpPr>
          <p:cNvPr id="4" name="Shape 2">
            <a:extLst xmlns:a="http://schemas.openxmlformats.org/drawingml/2006/main">
              <a:ext uri="{FF2B5EF4-FFF2-40B4-BE49-F238E27FC236}">
                <a16:creationId xmlns:a16="http://schemas.microsoft.com/office/drawing/2014/main" id="{A3151145-68DF-4560-9ECB-7BE3938485A2}"/>
              </a:ext>
            </a:extLst>
          </p:cNvPr>
          <p:cNvSpPr>
            <a:spLocks xmlns:a="http://schemas.openxmlformats.org/drawingml/2006/main" noGrp="1"/>
          </p:cNvSpPr>
          <p:nvPr/>
        </p:nvSpPr>
        <p:spPr>
          <a:xfrm xmlns:a="http://schemas.openxmlformats.org/drawingml/2006/main">
            <a:off x="812800" y="2004020"/>
            <a:ext cx="6908800" cy="3708400"/>
          </a:xfrm>
          <a:prstGeom xmlns:a="http://schemas.openxmlformats.org/drawingml/2006/main" prst="roundRect">
            <a:avLst>
              <a:gd name="adj" fmla="val 4452"/>
            </a:avLst>
          </a:prstGeom>
          <a:solidFill xmlns:a="http://schemas.openxmlformats.org/drawingml/2006/main">
            <a:srgbClr val="FBFCFE"/>
          </a:solidFill>
        </p:spPr>
      </p:sp>
      <p:sp>
        <p:nvSpPr>
          <p:cNvPr id="6" name="Text 3">
            <a:extLst xmlns:a="http://schemas.openxmlformats.org/drawingml/2006/main">
              <a:ext uri="{FF2B5EF4-FFF2-40B4-BE49-F238E27FC236}">
                <a16:creationId xmlns:a16="http://schemas.microsoft.com/office/drawing/2014/main" id="{E4634EDA-2416-4B74-B8EE-48FC78853A8B}"/>
              </a:ext>
            </a:extLst>
          </p:cNvPr>
          <p:cNvSpPr>
            <a:spLocks xmlns:a="http://schemas.openxmlformats.org/drawingml/2006/main" noGrp="1"/>
          </p:cNvSpPr>
          <p:nvPr/>
        </p:nvSpPr>
        <p:spPr>
          <a:xfrm xmlns:a="http://schemas.openxmlformats.org/drawingml/2006/main">
            <a:off x="7975600" y="2089795"/>
            <a:ext cx="3505708"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4000"/>
              </a:lnSpc>
              <a:buNone/>
            </a:pPr>
            <a:r>
              <a:rPr sz="4000">
                <a:solidFill>
                  <a:srgbClr val="C0453C"/>
                </a:solidFill>
                <a:latin typeface="Anton"/>
                <a:ea typeface="Anton"/>
                <a:cs typeface="Anton"/>
              </a:rPr>
              <a:t>−7%</a:t>
            </a:r>
            <a:endParaRPr sz="4000"/>
          </a:p>
        </p:txBody>
      </p:sp>
      <p:sp>
        <p:nvSpPr>
          <p:cNvPr id="7" name="Text 4">
            <a:extLst xmlns:a="http://schemas.openxmlformats.org/drawingml/2006/main">
              <a:ext uri="{FF2B5EF4-FFF2-40B4-BE49-F238E27FC236}">
                <a16:creationId xmlns:a16="http://schemas.microsoft.com/office/drawing/2014/main" id="{BC73325B-7510-49EA-9987-226AF5211B18}"/>
              </a:ext>
            </a:extLst>
          </p:cNvPr>
          <p:cNvSpPr>
            <a:spLocks xmlns:a="http://schemas.openxmlformats.org/drawingml/2006/main" noGrp="1"/>
          </p:cNvSpPr>
          <p:nvPr/>
        </p:nvSpPr>
        <p:spPr>
          <a:xfrm xmlns:a="http://schemas.openxmlformats.org/drawingml/2006/main">
            <a:off x="7975600" y="2623195"/>
            <a:ext cx="3505708"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a:solidFill>
                  <a:srgbClr val="14203A"/>
                </a:solidFill>
                <a:latin typeface="Poppins"/>
                <a:ea typeface="Poppins"/>
                <a:cs typeface="Poppins"/>
              </a:rPr>
              <a:t>already, when rain is 2–5 km away and the square is still dry</a:t>
            </a:r>
            <a:endParaRPr sz="1400"/>
          </a:p>
        </p:txBody>
      </p:sp>
      <p:sp>
        <p:nvSpPr>
          <p:cNvPr id="8" name="Shape 5">
            <a:extLst xmlns:a="http://schemas.openxmlformats.org/drawingml/2006/main">
              <a:ext uri="{FF2B5EF4-FFF2-40B4-BE49-F238E27FC236}">
                <a16:creationId xmlns:a16="http://schemas.microsoft.com/office/drawing/2014/main" id="{A32F00D9-B82C-48AC-A792-267A9E579015}"/>
              </a:ext>
            </a:extLst>
          </p:cNvPr>
          <p:cNvSpPr>
            <a:spLocks xmlns:a="http://schemas.openxmlformats.org/drawingml/2006/main" noGrp="1"/>
          </p:cNvSpPr>
          <p:nvPr/>
        </p:nvSpPr>
        <p:spPr>
          <a:xfrm xmlns:a="http://schemas.openxmlformats.org/drawingml/2006/main">
            <a:off x="7975600" y="3312765"/>
            <a:ext cx="3403600" cy="0"/>
          </a:xfrm>
          <a:prstGeom xmlns:a="http://schemas.openxmlformats.org/drawingml/2006/main" prst="line">
            <a:avLst/>
          </a:prstGeom>
          <a:noFill xmlns:a="http://schemas.openxmlformats.org/drawingml/2006/main"/>
          <a:ln xmlns:a="http://schemas.openxmlformats.org/drawingml/2006/main" w="12700">
            <a:solidFill>
              <a:srgbClr val="CBD6E8"/>
            </a:solidFill>
            <a:prstDash val="solid"/>
          </a:ln>
        </p:spPr>
      </p:sp>
      <p:sp>
        <p:nvSpPr>
          <p:cNvPr id="9" name="Text 6">
            <a:extLst xmlns:a="http://schemas.openxmlformats.org/drawingml/2006/main">
              <a:ext uri="{FF2B5EF4-FFF2-40B4-BE49-F238E27FC236}">
                <a16:creationId xmlns:a16="http://schemas.microsoft.com/office/drawing/2014/main" id="{01347899-5B44-4B7A-B7A4-774D5FE3C10B}"/>
              </a:ext>
            </a:extLst>
          </p:cNvPr>
          <p:cNvSpPr>
            <a:spLocks xmlns:a="http://schemas.openxmlformats.org/drawingml/2006/main" noGrp="1"/>
          </p:cNvSpPr>
          <p:nvPr/>
        </p:nvSpPr>
        <p:spPr>
          <a:xfrm xmlns:a="http://schemas.openxmlformats.org/drawingml/2006/main">
            <a:off x="7975600" y="3471515"/>
            <a:ext cx="3505708"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4000"/>
              </a:lnSpc>
              <a:buNone/>
            </a:pPr>
            <a:r>
              <a:rPr sz="4000">
                <a:solidFill>
                  <a:srgbClr val="14295B"/>
                </a:solidFill>
                <a:latin typeface="Anton"/>
                <a:ea typeface="Anton"/>
                <a:cs typeface="Anton"/>
              </a:rPr>
              <a:t>−5%</a:t>
            </a:r>
            <a:endParaRPr sz="4000"/>
          </a:p>
        </p:txBody>
      </p:sp>
      <p:sp>
        <p:nvSpPr>
          <p:cNvPr id="10" name="Text 7">
            <a:extLst xmlns:a="http://schemas.openxmlformats.org/drawingml/2006/main">
              <a:ext uri="{FF2B5EF4-FFF2-40B4-BE49-F238E27FC236}">
                <a16:creationId xmlns:a16="http://schemas.microsoft.com/office/drawing/2014/main" id="{74781E9C-8E69-47AE-BE3F-02FF0468696C}"/>
              </a:ext>
            </a:extLst>
          </p:cNvPr>
          <p:cNvSpPr>
            <a:spLocks xmlns:a="http://schemas.openxmlformats.org/drawingml/2006/main" noGrp="1"/>
          </p:cNvSpPr>
          <p:nvPr/>
        </p:nvSpPr>
        <p:spPr>
          <a:xfrm xmlns:a="http://schemas.openxmlformats.org/drawingml/2006/main">
            <a:off x="7975600" y="4004915"/>
            <a:ext cx="3505708"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a:solidFill>
                  <a:srgbClr val="14203A"/>
                </a:solidFill>
                <a:latin typeface="Poppins"/>
                <a:ea typeface="Poppins"/>
                <a:cs typeface="Poppins"/>
              </a:rPr>
              <a:t>on an NEA “thundery showers” forecast alone</a:t>
            </a:r>
            <a:endParaRPr sz="1400"/>
          </a:p>
        </p:txBody>
      </p:sp>
      <p:sp>
        <p:nvSpPr>
          <p:cNvPr id="11" name="Shape 8">
            <a:extLst xmlns:a="http://schemas.openxmlformats.org/drawingml/2006/main">
              <a:ext uri="{FF2B5EF4-FFF2-40B4-BE49-F238E27FC236}">
                <a16:creationId xmlns:a16="http://schemas.microsoft.com/office/drawing/2014/main" id="{B35685AF-6D20-4625-91A2-B4453A9805B7}"/>
              </a:ext>
            </a:extLst>
          </p:cNvPr>
          <p:cNvSpPr>
            <a:spLocks xmlns:a="http://schemas.openxmlformats.org/drawingml/2006/main" noGrp="1"/>
          </p:cNvSpPr>
          <p:nvPr/>
        </p:nvSpPr>
        <p:spPr>
          <a:xfrm xmlns:a="http://schemas.openxmlformats.org/drawingml/2006/main">
            <a:off x="7975600" y="4694486"/>
            <a:ext cx="3403600" cy="0"/>
          </a:xfrm>
          <a:prstGeom xmlns:a="http://schemas.openxmlformats.org/drawingml/2006/main" prst="line">
            <a:avLst/>
          </a:prstGeom>
          <a:noFill xmlns:a="http://schemas.openxmlformats.org/drawingml/2006/main"/>
          <a:ln xmlns:a="http://schemas.openxmlformats.org/drawingml/2006/main" w="12700">
            <a:solidFill>
              <a:srgbClr val="CBD6E8"/>
            </a:solidFill>
            <a:prstDash val="solid"/>
          </a:ln>
        </p:spPr>
      </p:sp>
      <p:sp>
        <p:nvSpPr>
          <p:cNvPr id="12" name="Text 9">
            <a:extLst xmlns:a="http://schemas.openxmlformats.org/drawingml/2006/main">
              <a:ext uri="{FF2B5EF4-FFF2-40B4-BE49-F238E27FC236}">
                <a16:creationId xmlns:a16="http://schemas.microsoft.com/office/drawing/2014/main" id="{4C7E6C61-356D-4EB9-845E-D9DC4685C4D5}"/>
              </a:ext>
            </a:extLst>
          </p:cNvPr>
          <p:cNvSpPr>
            <a:spLocks xmlns:a="http://schemas.openxmlformats.org/drawingml/2006/main" noGrp="1"/>
          </p:cNvSpPr>
          <p:nvPr/>
        </p:nvSpPr>
        <p:spPr>
          <a:xfrm xmlns:a="http://schemas.openxmlformats.org/drawingml/2006/main">
            <a:off x="7975600" y="4853236"/>
            <a:ext cx="3505708"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4000"/>
              </a:lnSpc>
              <a:buNone/>
            </a:pPr>
            <a:r>
              <a:rPr sz="4000">
                <a:solidFill>
                  <a:srgbClr val="2C5EAA"/>
                </a:solidFill>
                <a:latin typeface="Anton"/>
                <a:ea typeface="Anton"/>
                <a:cs typeface="Anton"/>
              </a:rPr>
              <a:t>~2.5 h</a:t>
            </a:r>
            <a:endParaRPr sz="4000"/>
          </a:p>
        </p:txBody>
      </p:sp>
      <p:sp>
        <p:nvSpPr>
          <p:cNvPr id="13" name="Text 10">
            <a:extLst xmlns:a="http://schemas.openxmlformats.org/drawingml/2006/main">
              <a:ext uri="{FF2B5EF4-FFF2-40B4-BE49-F238E27FC236}">
                <a16:creationId xmlns:a16="http://schemas.microsoft.com/office/drawing/2014/main" id="{0F1604EC-C8B8-42E8-8959-255770E1CECB}"/>
              </a:ext>
            </a:extLst>
          </p:cNvPr>
          <p:cNvSpPr>
            <a:spLocks xmlns:a="http://schemas.openxmlformats.org/drawingml/2006/main" noGrp="1"/>
          </p:cNvSpPr>
          <p:nvPr/>
        </p:nvSpPr>
        <p:spPr>
          <a:xfrm xmlns:a="http://schemas.openxmlformats.org/drawingml/2006/main">
            <a:off x="7975600" y="5386636"/>
            <a:ext cx="3505708" cy="26541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a:solidFill>
                  <a:srgbClr val="14203A"/>
                </a:solidFill>
                <a:latin typeface="Poppins"/>
                <a:ea typeface="Poppins"/>
                <a:cs typeface="Poppins"/>
              </a:rPr>
              <a:t>until the drop is no longer detectable</a:t>
            </a:r>
            <a:endParaRPr sz="1400"/>
          </a:p>
        </p:txBody>
      </p:sp>
      <p:sp>
        <p:nvSpPr>
          <p:cNvPr id="14" name="Text 11">
            <a:extLst xmlns:a="http://schemas.openxmlformats.org/drawingml/2006/main">
              <a:ext uri="{FF2B5EF4-FFF2-40B4-BE49-F238E27FC236}">
                <a16:creationId xmlns:a16="http://schemas.microsoft.com/office/drawing/2014/main" id="{733D8784-71C3-4D11-91D0-D7BA5E9FECC5}"/>
              </a:ext>
            </a:extLst>
          </p:cNvPr>
          <p:cNvSpPr>
            <a:spLocks xmlns:a="http://schemas.openxmlformats.org/drawingml/2006/main" noGrp="1"/>
          </p:cNvSpPr>
          <p:nvPr/>
        </p:nvSpPr>
        <p:spPr>
          <a:xfrm xmlns:a="http://schemas.openxmlformats.org/drawingml/2006/main">
            <a:off x="812800" y="6248400"/>
            <a:ext cx="6456581"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Event study around rain onset in each square · 95% CI clustered by day</a:t>
            </a:r>
            <a:endParaRPr sz="1200"/>
          </a:p>
        </p:txBody>
      </p:sp>
      <p:sp>
        <p:nvSpPr>
          <p:cNvPr id="15" name="Text 12">
            <a:extLst xmlns:a="http://schemas.openxmlformats.org/drawingml/2006/main">
              <a:ext uri="{FF2B5EF4-FFF2-40B4-BE49-F238E27FC236}">
                <a16:creationId xmlns:a16="http://schemas.microsoft.com/office/drawing/2014/main" id="{B54026EA-9445-4396-893D-B52B28C84CC4}"/>
              </a:ext>
            </a:extLst>
          </p:cNvPr>
          <p:cNvSpPr>
            <a:spLocks xmlns:a="http://schemas.openxmlformats.org/drawingml/2006/main" noGrp="1"/>
          </p:cNvSpPr>
          <p:nvPr/>
        </p:nvSpPr>
        <p:spPr>
          <a:xfrm xmlns:a="http://schemas.openxmlformats.org/drawingml/2006/main">
            <a:off x="11136511" y="6248400"/>
            <a:ext cx="242689"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08</a:t>
            </a:r>
            <a:endParaRPr sz="1200"/>
          </a:p>
        </p:txBody>
      </p:sp>
      <p:sp>
        <p:nvSpPr>
          <p:cNvPr id="16" name="Editable chart path">
            <a:extLst xmlns:a="http://schemas.openxmlformats.org/drawingml/2006/main">
              <a:ext uri="{FF2B5EF4-FFF2-40B4-BE49-F238E27FC236}">
                <a16:creationId xmlns:a16="http://schemas.microsoft.com/office/drawing/2014/main" id="{09705B70-1F97-429C-968D-E61D394EA4AF}"/>
              </a:ext>
            </a:extLst>
          </p:cNvPr>
          <p:cNvSpPr>
            <a:spLocks xmlns:a="http://schemas.openxmlformats.org/drawingml/2006/main" noGrp="1"/>
          </p:cNvSpPr>
          <p:nvPr/>
        </p:nvSpPr>
        <p:spPr>
          <a:xfrm xmlns:a="http://schemas.openxmlformats.org/drawingml/2006/main">
            <a:off x="965200" y="2156420"/>
            <a:ext cx="6604000" cy="3403600"/>
          </a:xfrm>
          <a:custGeom xmlns:a="http://schemas.openxmlformats.org/drawingml/2006/main">
            <a:pathLst>
              <a:path w="7132320" h="3675888">
                <a:moveTo>
                  <a:pt x="0" y="3675888"/>
                </a:moveTo>
                <a:lnTo>
                  <a:pt x="7132320" y="3675888"/>
                </a:lnTo>
                <a:lnTo>
                  <a:pt x="7132320" y="0"/>
                </a:lnTo>
                <a:lnTo>
                  <a:pt x="0" y="0"/>
                </a:lnTo>
                <a:close/>
              </a:path>
            </a:pathLst>
          </a:custGeom>
          <a:solidFill xmlns:a="http://schemas.openxmlformats.org/drawingml/2006/main">
            <a:srgbClr val="FBFCFE"/>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2B91A81F-2B2D-450E-A00F-D29B9DC59FDB}"/>
              </a:ext>
            </a:extLst>
          </p:cNvPr>
          <p:cNvSpPr>
            <a:spLocks xmlns:a="http://schemas.openxmlformats.org/drawingml/2006/main" noGrp="1"/>
          </p:cNvSpPr>
          <p:nvPr/>
        </p:nvSpPr>
        <p:spPr>
          <a:xfrm xmlns:a="http://schemas.openxmlformats.org/drawingml/2006/main">
            <a:off x="1592580" y="2598888"/>
            <a:ext cx="5745480" cy="1940052"/>
          </a:xfrm>
          <a:custGeom xmlns:a="http://schemas.openxmlformats.org/drawingml/2006/main">
            <a:pathLst>
              <a:path w="6205118" h="2095256">
                <a:moveTo>
                  <a:pt x="0" y="2095256"/>
                </a:moveTo>
                <a:lnTo>
                  <a:pt x="6205118" y="2095256"/>
                </a:lnTo>
                <a:lnTo>
                  <a:pt x="6205118" y="0"/>
                </a:lnTo>
                <a:lnTo>
                  <a:pt x="0" y="0"/>
                </a:lnTo>
                <a:close/>
              </a:path>
            </a:pathLst>
          </a:custGeom>
          <a:solidFill xmlns:a="http://schemas.openxmlformats.org/drawingml/2006/main">
            <a:srgbClr val="FBFCFE"/>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7B6C49F5-DC87-41DE-AF60-20F783C677A6}"/>
              </a:ext>
            </a:extLst>
          </p:cNvPr>
          <p:cNvSpPr>
            <a:spLocks xmlns:a="http://schemas.openxmlformats.org/drawingml/2006/main" noGrp="1"/>
          </p:cNvSpPr>
          <p:nvPr/>
        </p:nvSpPr>
        <p:spPr>
          <a:xfrm xmlns:a="http://schemas.openxmlformats.org/drawingml/2006/main">
            <a:off x="1592580" y="2598888"/>
            <a:ext cx="1436370" cy="1940052"/>
          </a:xfrm>
          <a:custGeom xmlns:a="http://schemas.openxmlformats.org/drawingml/2006/main">
            <a:pathLst>
              <a:path w="1551280" h="2095256">
                <a:moveTo>
                  <a:pt x="0" y="2095256"/>
                </a:moveTo>
                <a:lnTo>
                  <a:pt x="1551280" y="2095256"/>
                </a:lnTo>
                <a:lnTo>
                  <a:pt x="1551280" y="0"/>
                </a:lnTo>
                <a:lnTo>
                  <a:pt x="0" y="0"/>
                </a:lnTo>
                <a:close/>
              </a:path>
            </a:pathLst>
          </a:custGeom>
          <a:solidFill xmlns:a="http://schemas.openxmlformats.org/drawingml/2006/main">
            <a:srgbClr val="DCE6F4">
              <a:alpha val="65000"/>
            </a:srgbClr>
          </a:solidFill>
          <a:ln xmlns:a="http://schemas.openxmlformats.org/drawingml/2006/main" w="8819">
            <a:solidFill>
              <a:srgbClr val="DCE6F4"/>
            </a:solidFill>
            <a:prstDash val="solid"/>
          </a:ln>
        </p:spPr>
      </p:sp>
      <p:sp>
        <p:nvSpPr>
          <p:cNvPr id="19" name="Editable chart path">
            <a:extLst xmlns:a="http://schemas.openxmlformats.org/drawingml/2006/main">
              <a:ext uri="{FF2B5EF4-FFF2-40B4-BE49-F238E27FC236}">
                <a16:creationId xmlns:a16="http://schemas.microsoft.com/office/drawing/2014/main" id="{748A997D-4FC1-4F4F-91CE-D5AEE62ADF75}"/>
              </a:ext>
            </a:extLst>
          </p:cNvPr>
          <p:cNvSpPr>
            <a:spLocks xmlns:a="http://schemas.openxmlformats.org/drawingml/2006/main" noGrp="1"/>
          </p:cNvSpPr>
          <p:nvPr/>
        </p:nvSpPr>
        <p:spPr>
          <a:xfrm xmlns:a="http://schemas.openxmlformats.org/drawingml/2006/main">
            <a:off x="3028950" y="2598888"/>
            <a:ext cx="1436370" cy="1940052"/>
          </a:xfrm>
          <a:custGeom xmlns:a="http://schemas.openxmlformats.org/drawingml/2006/main">
            <a:pathLst>
              <a:path w="1551280" h="2095256">
                <a:moveTo>
                  <a:pt x="0" y="2095256"/>
                </a:moveTo>
                <a:lnTo>
                  <a:pt x="1551280" y="2095256"/>
                </a:lnTo>
                <a:lnTo>
                  <a:pt x="1551280" y="0"/>
                </a:lnTo>
                <a:lnTo>
                  <a:pt x="0" y="0"/>
                </a:lnTo>
                <a:close/>
              </a:path>
            </a:pathLst>
          </a:custGeom>
          <a:solidFill xmlns:a="http://schemas.openxmlformats.org/drawingml/2006/main">
            <a:srgbClr val="E4EAF4">
              <a:alpha val="65000"/>
            </a:srgbClr>
          </a:solidFill>
          <a:ln xmlns:a="http://schemas.openxmlformats.org/drawingml/2006/main" w="8819">
            <a:solidFill>
              <a:srgbClr val="E4EAF4"/>
            </a:solidFill>
            <a:prstDash val="solid"/>
          </a:ln>
        </p:spPr>
      </p:sp>
      <p:sp>
        <p:nvSpPr>
          <p:cNvPr id="20" name="Editable chart path">
            <a:extLst xmlns:a="http://schemas.openxmlformats.org/drawingml/2006/main">
              <a:ext uri="{FF2B5EF4-FFF2-40B4-BE49-F238E27FC236}">
                <a16:creationId xmlns:a16="http://schemas.microsoft.com/office/drawing/2014/main" id="{1453A128-ED9C-467A-84DA-C946A3CE2975}"/>
              </a:ext>
            </a:extLst>
          </p:cNvPr>
          <p:cNvSpPr>
            <a:spLocks xmlns:a="http://schemas.openxmlformats.org/drawingml/2006/main" noGrp="1"/>
          </p:cNvSpPr>
          <p:nvPr/>
        </p:nvSpPr>
        <p:spPr>
          <a:xfrm xmlns:a="http://schemas.openxmlformats.org/drawingml/2006/main">
            <a:off x="4465320" y="2598888"/>
            <a:ext cx="2154555" cy="1940052"/>
          </a:xfrm>
          <a:custGeom xmlns:a="http://schemas.openxmlformats.org/drawingml/2006/main">
            <a:pathLst>
              <a:path w="2326919" h="2095256">
                <a:moveTo>
                  <a:pt x="0" y="2095256"/>
                </a:moveTo>
                <a:lnTo>
                  <a:pt x="2326919" y="2095256"/>
                </a:lnTo>
                <a:lnTo>
                  <a:pt x="2326919" y="0"/>
                </a:lnTo>
                <a:lnTo>
                  <a:pt x="0" y="0"/>
                </a:lnTo>
                <a:close/>
              </a:path>
            </a:pathLst>
          </a:custGeom>
          <a:solidFill xmlns:a="http://schemas.openxmlformats.org/drawingml/2006/main">
            <a:srgbClr val="DCE6F4">
              <a:alpha val="65000"/>
            </a:srgbClr>
          </a:solidFill>
          <a:ln xmlns:a="http://schemas.openxmlformats.org/drawingml/2006/main" w="8819">
            <a:solidFill>
              <a:srgbClr val="DCE6F4"/>
            </a:solidFill>
            <a:prstDash val="solid"/>
          </a:ln>
        </p:spPr>
      </p:sp>
      <p:sp>
        <p:nvSpPr>
          <p:cNvPr id="21" name="Editable chart path">
            <a:extLst xmlns:a="http://schemas.openxmlformats.org/drawingml/2006/main">
              <a:ext uri="{FF2B5EF4-FFF2-40B4-BE49-F238E27FC236}">
                <a16:creationId xmlns:a16="http://schemas.microsoft.com/office/drawing/2014/main" id="{FA180698-697D-4511-B34D-693D171927E9}"/>
              </a:ext>
            </a:extLst>
          </p:cNvPr>
          <p:cNvSpPr>
            <a:spLocks xmlns:a="http://schemas.openxmlformats.org/drawingml/2006/main" noGrp="1"/>
          </p:cNvSpPr>
          <p:nvPr/>
        </p:nvSpPr>
        <p:spPr>
          <a:xfrm xmlns:a="http://schemas.openxmlformats.org/drawingml/2006/main">
            <a:off x="6619875" y="2598888"/>
            <a:ext cx="718185" cy="1940052"/>
          </a:xfrm>
          <a:custGeom xmlns:a="http://schemas.openxmlformats.org/drawingml/2006/main">
            <a:pathLst>
              <a:path w="775640" h="2095256">
                <a:moveTo>
                  <a:pt x="0" y="2095256"/>
                </a:moveTo>
                <a:lnTo>
                  <a:pt x="775640" y="2095256"/>
                </a:lnTo>
                <a:lnTo>
                  <a:pt x="775640" y="0"/>
                </a:lnTo>
                <a:lnTo>
                  <a:pt x="0" y="0"/>
                </a:lnTo>
                <a:close/>
              </a:path>
            </a:pathLst>
          </a:custGeom>
          <a:solidFill xmlns:a="http://schemas.openxmlformats.org/drawingml/2006/main">
            <a:srgbClr val="E4EAF4">
              <a:alpha val="65000"/>
            </a:srgbClr>
          </a:solidFill>
          <a:ln xmlns:a="http://schemas.openxmlformats.org/drawingml/2006/main" w="8819">
            <a:solidFill>
              <a:srgbClr val="E4EAF4"/>
            </a:solidFill>
            <a:prstDash val="solid"/>
          </a:ln>
        </p:spPr>
      </p:sp>
      <p:sp>
        <p:nvSpPr>
          <p:cNvPr id="22" name="">
            <a:extLst xmlns:a="http://schemas.openxmlformats.org/drawingml/2006/main">
              <a:ext uri="{FF2B5EF4-FFF2-40B4-BE49-F238E27FC236}">
                <a16:creationId xmlns:a16="http://schemas.microsoft.com/office/drawing/2014/main" id="{0491FA96-20CB-4757-8D12-666430C5E2F3}"/>
              </a:ext>
            </a:extLst>
          </p:cNvPr>
          <p:cNvSpPr>
            <a:spLocks xmlns:a="http://schemas.openxmlformats.org/drawingml/2006/main" noGrp="1"/>
          </p:cNvSpPr>
          <p:nvPr/>
        </p:nvSpPr>
        <p:spPr>
          <a:xfrm xmlns:a="http://schemas.openxmlformats.org/drawingml/2006/main" rot="0">
            <a:off x="1463564" y="4627134"/>
            <a:ext cx="25803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23" name="">
            <a:extLst xmlns:a="http://schemas.openxmlformats.org/drawingml/2006/main">
              <a:ext uri="{FF2B5EF4-FFF2-40B4-BE49-F238E27FC236}">
                <a16:creationId xmlns:a16="http://schemas.microsoft.com/office/drawing/2014/main" id="{1E988D8E-609E-4842-9D6F-097E218D7A91}"/>
              </a:ext>
            </a:extLst>
          </p:cNvPr>
          <p:cNvSpPr>
            <a:spLocks xmlns:a="http://schemas.openxmlformats.org/drawingml/2006/main" noGrp="1"/>
          </p:cNvSpPr>
          <p:nvPr/>
        </p:nvSpPr>
        <p:spPr>
          <a:xfrm xmlns:a="http://schemas.openxmlformats.org/drawingml/2006/main" rot="0">
            <a:off x="2982754" y="4627134"/>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4" name="">
            <a:extLst xmlns:a="http://schemas.openxmlformats.org/drawingml/2006/main">
              <a:ext uri="{FF2B5EF4-FFF2-40B4-BE49-F238E27FC236}">
                <a16:creationId xmlns:a16="http://schemas.microsoft.com/office/drawing/2014/main" id="{3E3335D6-9A16-43C2-BB10-8FF92A1A843D}"/>
              </a:ext>
            </a:extLst>
          </p:cNvPr>
          <p:cNvSpPr>
            <a:spLocks xmlns:a="http://schemas.openxmlformats.org/drawingml/2006/main" noGrp="1"/>
          </p:cNvSpPr>
          <p:nvPr/>
        </p:nvSpPr>
        <p:spPr>
          <a:xfrm xmlns:a="http://schemas.openxmlformats.org/drawingml/2006/main" rot="0">
            <a:off x="4374785" y="4627134"/>
            <a:ext cx="18107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25" name="">
            <a:extLst xmlns:a="http://schemas.openxmlformats.org/drawingml/2006/main">
              <a:ext uri="{FF2B5EF4-FFF2-40B4-BE49-F238E27FC236}">
                <a16:creationId xmlns:a16="http://schemas.microsoft.com/office/drawing/2014/main" id="{BC3C0383-752C-4075-B1F1-C2597E9AC7FB}"/>
              </a:ext>
            </a:extLst>
          </p:cNvPr>
          <p:cNvSpPr>
            <a:spLocks xmlns:a="http://schemas.openxmlformats.org/drawingml/2006/main" noGrp="1"/>
          </p:cNvSpPr>
          <p:nvPr/>
        </p:nvSpPr>
        <p:spPr>
          <a:xfrm xmlns:a="http://schemas.openxmlformats.org/drawingml/2006/main" rot="0">
            <a:off x="5793010" y="4627134"/>
            <a:ext cx="21736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a:t>
            </a:r>
          </a:p>
        </p:txBody>
      </p:sp>
      <p:sp>
        <p:nvSpPr>
          <p:cNvPr id="26" name="">
            <a:extLst xmlns:a="http://schemas.openxmlformats.org/drawingml/2006/main">
              <a:ext uri="{FF2B5EF4-FFF2-40B4-BE49-F238E27FC236}">
                <a16:creationId xmlns:a16="http://schemas.microsoft.com/office/drawing/2014/main" id="{D60C6A36-2AF5-4FE3-86E5-645B0CC5946B}"/>
              </a:ext>
            </a:extLst>
          </p:cNvPr>
          <p:cNvSpPr>
            <a:spLocks xmlns:a="http://schemas.openxmlformats.org/drawingml/2006/main" noGrp="1"/>
          </p:cNvSpPr>
          <p:nvPr/>
        </p:nvSpPr>
        <p:spPr>
          <a:xfrm xmlns:a="http://schemas.openxmlformats.org/drawingml/2006/main" rot="0">
            <a:off x="7225475" y="4627134"/>
            <a:ext cx="22517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180</a:t>
            </a:r>
          </a:p>
        </p:txBody>
      </p:sp>
      <p:sp>
        <p:nvSpPr>
          <p:cNvPr id="27" name="">
            <a:extLst xmlns:a="http://schemas.openxmlformats.org/drawingml/2006/main">
              <a:ext uri="{FF2B5EF4-FFF2-40B4-BE49-F238E27FC236}">
                <a16:creationId xmlns:a16="http://schemas.microsoft.com/office/drawing/2014/main" id="{57EECAC8-6AB7-4F4C-91AC-935885ED66C4}"/>
              </a:ext>
            </a:extLst>
          </p:cNvPr>
          <p:cNvSpPr>
            <a:spLocks xmlns:a="http://schemas.openxmlformats.org/drawingml/2006/main" noGrp="1"/>
          </p:cNvSpPr>
          <p:nvPr/>
        </p:nvSpPr>
        <p:spPr>
          <a:xfrm xmlns:a="http://schemas.openxmlformats.org/drawingml/2006/main" rot="0">
            <a:off x="3640217" y="4857992"/>
            <a:ext cx="165020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Minutes from rain onset</a:t>
            </a:r>
          </a:p>
        </p:txBody>
      </p:sp>
      <p:sp>
        <p:nvSpPr>
          <p:cNvPr id="28" name="Editable chart path">
            <a:extLst xmlns:a="http://schemas.openxmlformats.org/drawingml/2006/main">
              <a:ext uri="{FF2B5EF4-FFF2-40B4-BE49-F238E27FC236}">
                <a16:creationId xmlns:a16="http://schemas.microsoft.com/office/drawing/2014/main" id="{CD0CF287-B337-4124-A8ED-3CFFB3EB89AD}"/>
              </a:ext>
            </a:extLst>
          </p:cNvPr>
          <p:cNvSpPr>
            <a:spLocks xmlns:a="http://schemas.openxmlformats.org/drawingml/2006/main" noGrp="1"/>
          </p:cNvSpPr>
          <p:nvPr/>
        </p:nvSpPr>
        <p:spPr>
          <a:xfrm xmlns:a="http://schemas.openxmlformats.org/drawingml/2006/main">
            <a:off x="1592580" y="4377269"/>
            <a:ext cx="5745480" cy="95"/>
          </a:xfrm>
          <a:custGeom xmlns:a="http://schemas.openxmlformats.org/drawingml/2006/main">
            <a:pathLst>
              <a:path w="6205118" h="95">
                <a:moveTo>
                  <a:pt x="0" y="0"/>
                </a:moveTo>
                <a:lnTo>
                  <a:pt x="6205118" y="0"/>
                </a:lnTo>
              </a:path>
            </a:pathLst>
          </a:custGeom>
          <a:noFill xmlns:a="http://schemas.openxmlformats.org/drawingml/2006/main"/>
          <a:ln xmlns:a="http://schemas.openxmlformats.org/drawingml/2006/main" w="6174">
            <a:solidFill>
              <a:srgbClr val="E4EAF4"/>
            </a:solidFill>
            <a:prstDash val="solid"/>
          </a:ln>
        </p:spPr>
      </p:sp>
      <p:sp>
        <p:nvSpPr>
          <p:cNvPr id="29" name="">
            <a:extLst xmlns:a="http://schemas.openxmlformats.org/drawingml/2006/main">
              <a:ext uri="{FF2B5EF4-FFF2-40B4-BE49-F238E27FC236}">
                <a16:creationId xmlns:a16="http://schemas.microsoft.com/office/drawing/2014/main" id="{A5AF1A1D-9777-4555-87D4-C91A66412B1D}"/>
              </a:ext>
            </a:extLst>
          </p:cNvPr>
          <p:cNvSpPr>
            <a:spLocks xmlns:a="http://schemas.openxmlformats.org/drawingml/2006/main" noGrp="1"/>
          </p:cNvSpPr>
          <p:nvPr/>
        </p:nvSpPr>
        <p:spPr>
          <a:xfrm xmlns:a="http://schemas.openxmlformats.org/drawingml/2006/main" rot="0">
            <a:off x="1228637" y="4303927"/>
            <a:ext cx="27574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30" name="Editable chart path">
            <a:extLst xmlns:a="http://schemas.openxmlformats.org/drawingml/2006/main">
              <a:ext uri="{FF2B5EF4-FFF2-40B4-BE49-F238E27FC236}">
                <a16:creationId xmlns:a16="http://schemas.microsoft.com/office/drawing/2014/main" id="{E55AD562-7D6B-4D11-99EB-EA2938A14E58}"/>
              </a:ext>
            </a:extLst>
          </p:cNvPr>
          <p:cNvSpPr>
            <a:spLocks xmlns:a="http://schemas.openxmlformats.org/drawingml/2006/main" noGrp="1"/>
          </p:cNvSpPr>
          <p:nvPr/>
        </p:nvSpPr>
        <p:spPr>
          <a:xfrm xmlns:a="http://schemas.openxmlformats.org/drawingml/2006/main">
            <a:off x="1592580" y="3730585"/>
            <a:ext cx="5745480" cy="95"/>
          </a:xfrm>
          <a:custGeom xmlns:a="http://schemas.openxmlformats.org/drawingml/2006/main">
            <a:pathLst>
              <a:path w="6205118" h="95">
                <a:moveTo>
                  <a:pt x="0" y="0"/>
                </a:moveTo>
                <a:lnTo>
                  <a:pt x="6205118" y="0"/>
                </a:lnTo>
              </a:path>
            </a:pathLst>
          </a:custGeom>
          <a:noFill xmlns:a="http://schemas.openxmlformats.org/drawingml/2006/main"/>
          <a:ln xmlns:a="http://schemas.openxmlformats.org/drawingml/2006/main" w="6174">
            <a:solidFill>
              <a:srgbClr val="E4EAF4"/>
            </a:solidFill>
            <a:prstDash val="solid"/>
          </a:ln>
        </p:spPr>
      </p:sp>
      <p:sp>
        <p:nvSpPr>
          <p:cNvPr id="31" name="">
            <a:extLst xmlns:a="http://schemas.openxmlformats.org/drawingml/2006/main">
              <a:ext uri="{FF2B5EF4-FFF2-40B4-BE49-F238E27FC236}">
                <a16:creationId xmlns:a16="http://schemas.microsoft.com/office/drawing/2014/main" id="{2915662E-F543-4EE0-944F-D80D700187A2}"/>
              </a:ext>
            </a:extLst>
          </p:cNvPr>
          <p:cNvSpPr>
            <a:spLocks xmlns:a="http://schemas.openxmlformats.org/drawingml/2006/main" noGrp="1"/>
          </p:cNvSpPr>
          <p:nvPr/>
        </p:nvSpPr>
        <p:spPr>
          <a:xfrm xmlns:a="http://schemas.openxmlformats.org/drawingml/2006/main" rot="0">
            <a:off x="1228923" y="3657243"/>
            <a:ext cx="27546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32" name="Editable chart path">
            <a:extLst xmlns:a="http://schemas.openxmlformats.org/drawingml/2006/main">
              <a:ext uri="{FF2B5EF4-FFF2-40B4-BE49-F238E27FC236}">
                <a16:creationId xmlns:a16="http://schemas.microsoft.com/office/drawing/2014/main" id="{C159B243-616D-4B24-B2DE-2FC12A0E0C5C}"/>
              </a:ext>
            </a:extLst>
          </p:cNvPr>
          <p:cNvSpPr>
            <a:spLocks xmlns:a="http://schemas.openxmlformats.org/drawingml/2006/main" noGrp="1"/>
          </p:cNvSpPr>
          <p:nvPr/>
        </p:nvSpPr>
        <p:spPr>
          <a:xfrm xmlns:a="http://schemas.openxmlformats.org/drawingml/2006/main">
            <a:off x="1592580" y="3083901"/>
            <a:ext cx="5745480" cy="95"/>
          </a:xfrm>
          <a:custGeom xmlns:a="http://schemas.openxmlformats.org/drawingml/2006/main">
            <a:pathLst>
              <a:path w="6205118" h="95">
                <a:moveTo>
                  <a:pt x="0" y="0"/>
                </a:moveTo>
                <a:lnTo>
                  <a:pt x="6205118" y="0"/>
                </a:lnTo>
              </a:path>
            </a:pathLst>
          </a:custGeom>
          <a:noFill xmlns:a="http://schemas.openxmlformats.org/drawingml/2006/main"/>
          <a:ln xmlns:a="http://schemas.openxmlformats.org/drawingml/2006/main" w="6174">
            <a:solidFill>
              <a:srgbClr val="E4EAF4"/>
            </a:solidFill>
            <a:prstDash val="solid"/>
          </a:ln>
        </p:spPr>
      </p:sp>
      <p:sp>
        <p:nvSpPr>
          <p:cNvPr id="33" name="">
            <a:extLst xmlns:a="http://schemas.openxmlformats.org/drawingml/2006/main">
              <a:ext uri="{FF2B5EF4-FFF2-40B4-BE49-F238E27FC236}">
                <a16:creationId xmlns:a16="http://schemas.microsoft.com/office/drawing/2014/main" id="{F715FA74-835F-45E2-8981-BAAD6D535020}"/>
              </a:ext>
            </a:extLst>
          </p:cNvPr>
          <p:cNvSpPr>
            <a:spLocks xmlns:a="http://schemas.openxmlformats.org/drawingml/2006/main" noGrp="1"/>
          </p:cNvSpPr>
          <p:nvPr/>
        </p:nvSpPr>
        <p:spPr>
          <a:xfrm xmlns:a="http://schemas.openxmlformats.org/drawingml/2006/main" rot="0">
            <a:off x="1411993" y="3010559"/>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34" name="">
            <a:extLst xmlns:a="http://schemas.openxmlformats.org/drawingml/2006/main">
              <a:ext uri="{FF2B5EF4-FFF2-40B4-BE49-F238E27FC236}">
                <a16:creationId xmlns:a16="http://schemas.microsoft.com/office/drawing/2014/main" id="{9EFF8A31-91F6-4A48-960C-CDE831D2DE26}"/>
              </a:ext>
            </a:extLst>
          </p:cNvPr>
          <p:cNvSpPr>
            <a:spLocks xmlns:a="http://schemas.openxmlformats.org/drawingml/2006/main" noGrp="1"/>
          </p:cNvSpPr>
          <p:nvPr/>
        </p:nvSpPr>
        <p:spPr>
          <a:xfrm xmlns:a="http://schemas.openxmlformats.org/drawingml/2006/main" rot="-5400000">
            <a:off x="684101" y="3443184"/>
            <a:ext cx="88801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 vs −30 min</a:t>
            </a:r>
          </a:p>
        </p:txBody>
      </p:sp>
      <p:sp>
        <p:nvSpPr>
          <p:cNvPr id="35" name="Editable chart path">
            <a:extLst xmlns:a="http://schemas.openxmlformats.org/drawingml/2006/main">
              <a:ext uri="{FF2B5EF4-FFF2-40B4-BE49-F238E27FC236}">
                <a16:creationId xmlns:a16="http://schemas.microsoft.com/office/drawing/2014/main" id="{7E2DF83E-38D9-49C0-A5BD-F8F490021A75}"/>
              </a:ext>
            </a:extLst>
          </p:cNvPr>
          <p:cNvSpPr>
            <a:spLocks xmlns:a="http://schemas.openxmlformats.org/drawingml/2006/main" noGrp="1"/>
          </p:cNvSpPr>
          <p:nvPr/>
        </p:nvSpPr>
        <p:spPr>
          <a:xfrm xmlns:a="http://schemas.openxmlformats.org/drawingml/2006/main">
            <a:off x="1592580" y="2726231"/>
            <a:ext cx="5745480" cy="1402747"/>
          </a:xfrm>
          <a:custGeom xmlns:a="http://schemas.openxmlformats.org/drawingml/2006/main">
            <a:pathLst>
              <a:path w="6205118" h="1514967">
                <a:moveTo>
                  <a:pt x="0" y="0"/>
                </a:moveTo>
                <a:lnTo>
                  <a:pt x="0" y="209313"/>
                </a:lnTo>
                <a:lnTo>
                  <a:pt x="775640" y="386284"/>
                </a:lnTo>
                <a:lnTo>
                  <a:pt x="1551280" y="1429782"/>
                </a:lnTo>
                <a:lnTo>
                  <a:pt x="2326919" y="1514967"/>
                </a:lnTo>
                <a:lnTo>
                  <a:pt x="3102559" y="1121097"/>
                </a:lnTo>
                <a:lnTo>
                  <a:pt x="3878199" y="892129"/>
                </a:lnTo>
                <a:lnTo>
                  <a:pt x="4653839" y="819501"/>
                </a:lnTo>
                <a:lnTo>
                  <a:pt x="5429479" y="727258"/>
                </a:lnTo>
                <a:lnTo>
                  <a:pt x="6205118" y="730591"/>
                </a:lnTo>
                <a:lnTo>
                  <a:pt x="6205118" y="240267"/>
                </a:lnTo>
                <a:lnTo>
                  <a:pt x="6205118" y="240267"/>
                </a:lnTo>
                <a:lnTo>
                  <a:pt x="5429479" y="261628"/>
                </a:lnTo>
                <a:lnTo>
                  <a:pt x="4653839" y="389273"/>
                </a:lnTo>
                <a:lnTo>
                  <a:pt x="3878199" y="478748"/>
                </a:lnTo>
                <a:lnTo>
                  <a:pt x="3102559" y="745799"/>
                </a:lnTo>
                <a:lnTo>
                  <a:pt x="2326919" y="1210702"/>
                </a:lnTo>
                <a:lnTo>
                  <a:pt x="1551280" y="1202865"/>
                </a:lnTo>
                <a:lnTo>
                  <a:pt x="775640" y="386284"/>
                </a:lnTo>
                <a:lnTo>
                  <a:pt x="0" y="0"/>
                </a:lnTo>
                <a:close/>
              </a:path>
            </a:pathLst>
          </a:custGeom>
          <a:solidFill xmlns:a="http://schemas.openxmlformats.org/drawingml/2006/main">
            <a:srgbClr val="8FB8F2">
              <a:alpha val="55000"/>
            </a:srgbClr>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68FD0901-A974-4447-B5C3-96AB5FF6CF03}"/>
              </a:ext>
            </a:extLst>
          </p:cNvPr>
          <p:cNvSpPr>
            <a:spLocks xmlns:a="http://schemas.openxmlformats.org/drawingml/2006/main" noGrp="1"/>
          </p:cNvSpPr>
          <p:nvPr/>
        </p:nvSpPr>
        <p:spPr>
          <a:xfrm xmlns:a="http://schemas.openxmlformats.org/drawingml/2006/main">
            <a:off x="1592580" y="2823421"/>
            <a:ext cx="5745480" cy="1165344"/>
          </a:xfrm>
          <a:custGeom xmlns:a="http://schemas.openxmlformats.org/drawingml/2006/main">
            <a:pathLst>
              <a:path w="6205118" h="1258571">
                <a:moveTo>
                  <a:pt x="0" y="0"/>
                </a:moveTo>
                <a:lnTo>
                  <a:pt x="775640" y="281319"/>
                </a:lnTo>
                <a:lnTo>
                  <a:pt x="1551280" y="1211748"/>
                </a:lnTo>
                <a:lnTo>
                  <a:pt x="2326919" y="1258571"/>
                </a:lnTo>
                <a:lnTo>
                  <a:pt x="3102559" y="829524"/>
                </a:lnTo>
                <a:lnTo>
                  <a:pt x="3878199" y="581718"/>
                </a:lnTo>
                <a:lnTo>
                  <a:pt x="4653839" y="500763"/>
                </a:lnTo>
                <a:lnTo>
                  <a:pt x="5429479" y="391039"/>
                </a:lnTo>
                <a:lnTo>
                  <a:pt x="6205118" y="382195"/>
                </a:lnTo>
              </a:path>
            </a:pathLst>
          </a:custGeom>
          <a:noFill xmlns:a="http://schemas.openxmlformats.org/drawingml/2006/main"/>
          <a:ln xmlns:a="http://schemas.openxmlformats.org/drawingml/2006/main" w="19403">
            <a:solidFill>
              <a:srgbClr val="14295B"/>
            </a:solidFill>
            <a:prstDash val="solid"/>
          </a:ln>
        </p:spPr>
      </p:sp>
      <p:sp>
        <p:nvSpPr>
          <p:cNvPr id="37" name="Editable chart path">
            <a:extLst xmlns:a="http://schemas.openxmlformats.org/drawingml/2006/main">
              <a:ext uri="{FF2B5EF4-FFF2-40B4-BE49-F238E27FC236}">
                <a16:creationId xmlns:a16="http://schemas.microsoft.com/office/drawing/2014/main" id="{675FC215-C7AE-4019-80E0-560AE16B0F99}"/>
              </a:ext>
            </a:extLst>
          </p:cNvPr>
          <p:cNvSpPr>
            <a:spLocks xmlns:a="http://schemas.openxmlformats.org/drawingml/2006/main" noGrp="1"/>
          </p:cNvSpPr>
          <p:nvPr/>
        </p:nvSpPr>
        <p:spPr>
          <a:xfrm xmlns:a="http://schemas.openxmlformats.org/drawingml/2006/main">
            <a:off x="1570531" y="2801372"/>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38" name="Editable chart path">
            <a:extLst xmlns:a="http://schemas.openxmlformats.org/drawingml/2006/main">
              <a:ext uri="{FF2B5EF4-FFF2-40B4-BE49-F238E27FC236}">
                <a16:creationId xmlns:a16="http://schemas.microsoft.com/office/drawing/2014/main" id="{3A941690-DF27-4FF1-8FF3-4EA7F3E151B6}"/>
              </a:ext>
            </a:extLst>
          </p:cNvPr>
          <p:cNvSpPr>
            <a:spLocks xmlns:a="http://schemas.openxmlformats.org/drawingml/2006/main" noGrp="1"/>
          </p:cNvSpPr>
          <p:nvPr/>
        </p:nvSpPr>
        <p:spPr>
          <a:xfrm xmlns:a="http://schemas.openxmlformats.org/drawingml/2006/main">
            <a:off x="2288716" y="3061852"/>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39" name="Editable chart path">
            <a:extLst xmlns:a="http://schemas.openxmlformats.org/drawingml/2006/main">
              <a:ext uri="{FF2B5EF4-FFF2-40B4-BE49-F238E27FC236}">
                <a16:creationId xmlns:a16="http://schemas.microsoft.com/office/drawing/2014/main" id="{059D83D3-2403-4D2B-8385-BB740BAAEDF5}"/>
              </a:ext>
            </a:extLst>
          </p:cNvPr>
          <p:cNvSpPr>
            <a:spLocks xmlns:a="http://schemas.openxmlformats.org/drawingml/2006/main" noGrp="1"/>
          </p:cNvSpPr>
          <p:nvPr/>
        </p:nvSpPr>
        <p:spPr>
          <a:xfrm xmlns:a="http://schemas.openxmlformats.org/drawingml/2006/main">
            <a:off x="3006901" y="3923361"/>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40" name="Editable chart path">
            <a:extLst xmlns:a="http://schemas.openxmlformats.org/drawingml/2006/main">
              <a:ext uri="{FF2B5EF4-FFF2-40B4-BE49-F238E27FC236}">
                <a16:creationId xmlns:a16="http://schemas.microsoft.com/office/drawing/2014/main" id="{A42ABEBD-6F7F-4BE3-B5F5-90BAA07CAF6F}"/>
              </a:ext>
            </a:extLst>
          </p:cNvPr>
          <p:cNvSpPr>
            <a:spLocks xmlns:a="http://schemas.openxmlformats.org/drawingml/2006/main" noGrp="1"/>
          </p:cNvSpPr>
          <p:nvPr/>
        </p:nvSpPr>
        <p:spPr>
          <a:xfrm xmlns:a="http://schemas.openxmlformats.org/drawingml/2006/main">
            <a:off x="3725086" y="3966716"/>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41" name="Editable chart path">
            <a:extLst xmlns:a="http://schemas.openxmlformats.org/drawingml/2006/main">
              <a:ext uri="{FF2B5EF4-FFF2-40B4-BE49-F238E27FC236}">
                <a16:creationId xmlns:a16="http://schemas.microsoft.com/office/drawing/2014/main" id="{198B682D-DB96-4EE8-890B-400547D6992D}"/>
              </a:ext>
            </a:extLst>
          </p:cNvPr>
          <p:cNvSpPr>
            <a:spLocks xmlns:a="http://schemas.openxmlformats.org/drawingml/2006/main" noGrp="1"/>
          </p:cNvSpPr>
          <p:nvPr/>
        </p:nvSpPr>
        <p:spPr>
          <a:xfrm xmlns:a="http://schemas.openxmlformats.org/drawingml/2006/main">
            <a:off x="4443271" y="3569450"/>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42" name="Editable chart path">
            <a:extLst xmlns:a="http://schemas.openxmlformats.org/drawingml/2006/main">
              <a:ext uri="{FF2B5EF4-FFF2-40B4-BE49-F238E27FC236}">
                <a16:creationId xmlns:a16="http://schemas.microsoft.com/office/drawing/2014/main" id="{4B9CF07F-DDDC-4702-A178-F64ACDC50480}"/>
              </a:ext>
            </a:extLst>
          </p:cNvPr>
          <p:cNvSpPr>
            <a:spLocks xmlns:a="http://schemas.openxmlformats.org/drawingml/2006/main" noGrp="1"/>
          </p:cNvSpPr>
          <p:nvPr/>
        </p:nvSpPr>
        <p:spPr>
          <a:xfrm xmlns:a="http://schemas.openxmlformats.org/drawingml/2006/main">
            <a:off x="5161456" y="3340000"/>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43" name="Editable chart path">
            <a:extLst xmlns:a="http://schemas.openxmlformats.org/drawingml/2006/main">
              <a:ext uri="{FF2B5EF4-FFF2-40B4-BE49-F238E27FC236}">
                <a16:creationId xmlns:a16="http://schemas.microsoft.com/office/drawing/2014/main" id="{4BEFA703-28AC-40B5-88BF-C052192ACF5E}"/>
              </a:ext>
            </a:extLst>
          </p:cNvPr>
          <p:cNvSpPr>
            <a:spLocks xmlns:a="http://schemas.openxmlformats.org/drawingml/2006/main" noGrp="1"/>
          </p:cNvSpPr>
          <p:nvPr/>
        </p:nvSpPr>
        <p:spPr>
          <a:xfrm xmlns:a="http://schemas.openxmlformats.org/drawingml/2006/main">
            <a:off x="5879641" y="3265042"/>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44" name="Editable chart path">
            <a:extLst xmlns:a="http://schemas.openxmlformats.org/drawingml/2006/main">
              <a:ext uri="{FF2B5EF4-FFF2-40B4-BE49-F238E27FC236}">
                <a16:creationId xmlns:a16="http://schemas.microsoft.com/office/drawing/2014/main" id="{9FCA9787-1138-4F76-BA2F-2E15771DF496}"/>
              </a:ext>
            </a:extLst>
          </p:cNvPr>
          <p:cNvSpPr>
            <a:spLocks xmlns:a="http://schemas.openxmlformats.org/drawingml/2006/main" noGrp="1"/>
          </p:cNvSpPr>
          <p:nvPr/>
        </p:nvSpPr>
        <p:spPr>
          <a:xfrm xmlns:a="http://schemas.openxmlformats.org/drawingml/2006/main">
            <a:off x="6597826" y="3163446"/>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45" name="Editable chart path">
            <a:extLst xmlns:a="http://schemas.openxmlformats.org/drawingml/2006/main">
              <a:ext uri="{FF2B5EF4-FFF2-40B4-BE49-F238E27FC236}">
                <a16:creationId xmlns:a16="http://schemas.microsoft.com/office/drawing/2014/main" id="{4411546B-25A9-43DB-8020-2875D862A830}"/>
              </a:ext>
            </a:extLst>
          </p:cNvPr>
          <p:cNvSpPr>
            <a:spLocks xmlns:a="http://schemas.openxmlformats.org/drawingml/2006/main" noGrp="1"/>
          </p:cNvSpPr>
          <p:nvPr/>
        </p:nvSpPr>
        <p:spPr>
          <a:xfrm xmlns:a="http://schemas.openxmlformats.org/drawingml/2006/main">
            <a:off x="7316011" y="3155256"/>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46" name="Editable chart path">
            <a:extLst xmlns:a="http://schemas.openxmlformats.org/drawingml/2006/main">
              <a:ext uri="{FF2B5EF4-FFF2-40B4-BE49-F238E27FC236}">
                <a16:creationId xmlns:a16="http://schemas.microsoft.com/office/drawing/2014/main" id="{65252706-1391-41EC-B4B6-E96E196A47DA}"/>
              </a:ext>
            </a:extLst>
          </p:cNvPr>
          <p:cNvSpPr>
            <a:spLocks xmlns:a="http://schemas.openxmlformats.org/drawingml/2006/main" noGrp="1"/>
          </p:cNvSpPr>
          <p:nvPr/>
        </p:nvSpPr>
        <p:spPr>
          <a:xfrm xmlns:a="http://schemas.openxmlformats.org/drawingml/2006/main">
            <a:off x="3028950" y="2598888"/>
            <a:ext cx="95" cy="1940052"/>
          </a:xfrm>
          <a:custGeom xmlns:a="http://schemas.openxmlformats.org/drawingml/2006/main">
            <a:pathLst>
              <a:path w="95" h="2095256">
                <a:moveTo>
                  <a:pt x="0" y="2095256"/>
                </a:moveTo>
                <a:lnTo>
                  <a:pt x="0" y="0"/>
                </a:lnTo>
              </a:path>
            </a:pathLst>
          </a:custGeom>
          <a:noFill xmlns:a="http://schemas.openxmlformats.org/drawingml/2006/main"/>
          <a:ln xmlns:a="http://schemas.openxmlformats.org/drawingml/2006/main" w="10583">
            <a:solidFill>
              <a:srgbClr val="14295B"/>
            </a:solidFill>
            <a:prstDash val="dash"/>
          </a:ln>
        </p:spPr>
      </p:sp>
      <p:sp>
        <p:nvSpPr>
          <p:cNvPr id="47" name="Editable chart path">
            <a:extLst xmlns:a="http://schemas.openxmlformats.org/drawingml/2006/main">
              <a:ext uri="{FF2B5EF4-FFF2-40B4-BE49-F238E27FC236}">
                <a16:creationId xmlns:a16="http://schemas.microsoft.com/office/drawing/2014/main" id="{32135671-F7ED-407D-BE92-22C56BAF491F}"/>
              </a:ext>
            </a:extLst>
          </p:cNvPr>
          <p:cNvSpPr>
            <a:spLocks xmlns:a="http://schemas.openxmlformats.org/drawingml/2006/main" noGrp="1"/>
          </p:cNvSpPr>
          <p:nvPr/>
        </p:nvSpPr>
        <p:spPr>
          <a:xfrm xmlns:a="http://schemas.openxmlformats.org/drawingml/2006/main">
            <a:off x="1592580" y="3083901"/>
            <a:ext cx="5745480" cy="95"/>
          </a:xfrm>
          <a:custGeom xmlns:a="http://schemas.openxmlformats.org/drawingml/2006/main">
            <a:pathLst>
              <a:path w="6205118" h="95">
                <a:moveTo>
                  <a:pt x="0" y="0"/>
                </a:moveTo>
                <a:lnTo>
                  <a:pt x="6205118" y="0"/>
                </a:lnTo>
              </a:path>
            </a:pathLst>
          </a:custGeom>
          <a:noFill xmlns:a="http://schemas.openxmlformats.org/drawingml/2006/main"/>
          <a:ln xmlns:a="http://schemas.openxmlformats.org/drawingml/2006/main" w="7056">
            <a:solidFill>
              <a:srgbClr val="5A6683"/>
            </a:solidFill>
            <a:prstDash val="solid"/>
          </a:ln>
        </p:spPr>
      </p:sp>
      <p:sp>
        <p:nvSpPr>
          <p:cNvPr id="48" name="Editable chart path">
            <a:extLst xmlns:a="http://schemas.openxmlformats.org/drawingml/2006/main">
              <a:ext uri="{FF2B5EF4-FFF2-40B4-BE49-F238E27FC236}">
                <a16:creationId xmlns:a16="http://schemas.microsoft.com/office/drawing/2014/main" id="{F4FD45C8-7A43-48D6-9E79-CC736DD27A5A}"/>
              </a:ext>
            </a:extLst>
          </p:cNvPr>
          <p:cNvSpPr>
            <a:spLocks xmlns:a="http://schemas.openxmlformats.org/drawingml/2006/main" noGrp="1"/>
          </p:cNvSpPr>
          <p:nvPr/>
        </p:nvSpPr>
        <p:spPr>
          <a:xfrm xmlns:a="http://schemas.openxmlformats.org/drawingml/2006/main">
            <a:off x="1592580" y="4538940"/>
            <a:ext cx="5745480" cy="95"/>
          </a:xfrm>
          <a:custGeom xmlns:a="http://schemas.openxmlformats.org/drawingml/2006/main">
            <a:pathLst>
              <a:path w="6205118" h="95">
                <a:moveTo>
                  <a:pt x="0" y="0"/>
                </a:moveTo>
                <a:lnTo>
                  <a:pt x="6205118" y="0"/>
                </a:lnTo>
              </a:path>
            </a:pathLst>
          </a:custGeom>
          <a:noFill xmlns:a="http://schemas.openxmlformats.org/drawingml/2006/main"/>
          <a:ln xmlns:a="http://schemas.openxmlformats.org/drawingml/2006/main" w="7056">
            <a:solidFill>
              <a:srgbClr val="E4EAF4"/>
            </a:solidFill>
            <a:prstDash val="solid"/>
          </a:ln>
        </p:spPr>
      </p:sp>
      <p:sp>
        <p:nvSpPr>
          <p:cNvPr id="49" name="">
            <a:extLst xmlns:a="http://schemas.openxmlformats.org/drawingml/2006/main">
              <a:ext uri="{FF2B5EF4-FFF2-40B4-BE49-F238E27FC236}">
                <a16:creationId xmlns:a16="http://schemas.microsoft.com/office/drawing/2014/main" id="{550DCBDB-11A3-40B5-A33C-8C2A5D446642}"/>
              </a:ext>
            </a:extLst>
          </p:cNvPr>
          <p:cNvSpPr>
            <a:spLocks xmlns:a="http://schemas.openxmlformats.org/drawingml/2006/main" noGrp="1"/>
          </p:cNvSpPr>
          <p:nvPr/>
        </p:nvSpPr>
        <p:spPr>
          <a:xfrm xmlns:a="http://schemas.openxmlformats.org/drawingml/2006/main" rot="0">
            <a:off x="1939021" y="2202940"/>
            <a:ext cx="74771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Before: act</a:t>
            </a:r>
          </a:p>
        </p:txBody>
      </p:sp>
      <p:sp>
        <p:nvSpPr>
          <p:cNvPr id="50" name="">
            <a:extLst xmlns:a="http://schemas.openxmlformats.org/drawingml/2006/main">
              <a:ext uri="{FF2B5EF4-FFF2-40B4-BE49-F238E27FC236}">
                <a16:creationId xmlns:a16="http://schemas.microsoft.com/office/drawing/2014/main" id="{595E83D8-4A13-42D5-879F-89D2EBF5A6B4}"/>
              </a:ext>
            </a:extLst>
          </p:cNvPr>
          <p:cNvSpPr>
            <a:spLocks xmlns:a="http://schemas.openxmlformats.org/drawingml/2006/main" noGrp="1"/>
          </p:cNvSpPr>
          <p:nvPr/>
        </p:nvSpPr>
        <p:spPr>
          <a:xfrm xmlns:a="http://schemas.openxmlformats.org/drawingml/2006/main" rot="0">
            <a:off x="1914148" y="2412490"/>
            <a:ext cx="79743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on forecast</a:t>
            </a:r>
          </a:p>
        </p:txBody>
      </p:sp>
      <p:sp>
        <p:nvSpPr>
          <p:cNvPr id="51" name="">
            <a:extLst xmlns:a="http://schemas.openxmlformats.org/drawingml/2006/main">
              <a:ext uri="{FF2B5EF4-FFF2-40B4-BE49-F238E27FC236}">
                <a16:creationId xmlns:a16="http://schemas.microsoft.com/office/drawing/2014/main" id="{4F25CB23-5AEA-4AD9-A4A2-860EAF9BCECC}"/>
              </a:ext>
            </a:extLst>
          </p:cNvPr>
          <p:cNvSpPr>
            <a:spLocks xmlns:a="http://schemas.openxmlformats.org/drawingml/2006/main" noGrp="1"/>
          </p:cNvSpPr>
          <p:nvPr/>
        </p:nvSpPr>
        <p:spPr>
          <a:xfrm xmlns:a="http://schemas.openxmlformats.org/drawingml/2006/main" rot="0">
            <a:off x="3413110" y="2202940"/>
            <a:ext cx="67237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First hour:</a:t>
            </a:r>
          </a:p>
        </p:txBody>
      </p:sp>
      <p:sp>
        <p:nvSpPr>
          <p:cNvPr id="52" name="">
            <a:extLst xmlns:a="http://schemas.openxmlformats.org/drawingml/2006/main">
              <a:ext uri="{FF2B5EF4-FFF2-40B4-BE49-F238E27FC236}">
                <a16:creationId xmlns:a16="http://schemas.microsoft.com/office/drawing/2014/main" id="{E7BD0BD0-529F-4143-B8C5-A58344D508E8}"/>
              </a:ext>
            </a:extLst>
          </p:cNvPr>
          <p:cNvSpPr>
            <a:spLocks xmlns:a="http://schemas.openxmlformats.org/drawingml/2006/main" noGrp="1"/>
          </p:cNvSpPr>
          <p:nvPr/>
        </p:nvSpPr>
        <p:spPr>
          <a:xfrm xmlns:a="http://schemas.openxmlformats.org/drawingml/2006/main" rot="0">
            <a:off x="3460892" y="2412490"/>
            <a:ext cx="576834"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deepest</a:t>
            </a:r>
          </a:p>
        </p:txBody>
      </p:sp>
      <p:sp>
        <p:nvSpPr>
          <p:cNvPr id="53" name="">
            <a:extLst xmlns:a="http://schemas.openxmlformats.org/drawingml/2006/main">
              <a:ext uri="{FF2B5EF4-FFF2-40B4-BE49-F238E27FC236}">
                <a16:creationId xmlns:a16="http://schemas.microsoft.com/office/drawing/2014/main" id="{53BB4CBA-936E-4C45-8F57-E8C65C8DF133}"/>
              </a:ext>
            </a:extLst>
          </p:cNvPr>
          <p:cNvSpPr>
            <a:spLocks xmlns:a="http://schemas.openxmlformats.org/drawingml/2006/main" noGrp="1"/>
          </p:cNvSpPr>
          <p:nvPr/>
        </p:nvSpPr>
        <p:spPr>
          <a:xfrm xmlns:a="http://schemas.openxmlformats.org/drawingml/2006/main" rot="0">
            <a:off x="5219700" y="2419475"/>
            <a:ext cx="64579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Recovery</a:t>
            </a:r>
          </a:p>
        </p:txBody>
      </p:sp>
      <p:sp>
        <p:nvSpPr>
          <p:cNvPr id="54" name="">
            <a:extLst xmlns:a="http://schemas.openxmlformats.org/drawingml/2006/main">
              <a:ext uri="{FF2B5EF4-FFF2-40B4-BE49-F238E27FC236}">
                <a16:creationId xmlns:a16="http://schemas.microsoft.com/office/drawing/2014/main" id="{BE5BC61A-613C-4F8F-AC96-7318E7231F18}"/>
              </a:ext>
            </a:extLst>
          </p:cNvPr>
          <p:cNvSpPr>
            <a:spLocks xmlns:a="http://schemas.openxmlformats.org/drawingml/2006/main" noGrp="1"/>
          </p:cNvSpPr>
          <p:nvPr/>
        </p:nvSpPr>
        <p:spPr>
          <a:xfrm xmlns:a="http://schemas.openxmlformats.org/drawingml/2006/main" rot="0">
            <a:off x="6585439" y="2202940"/>
            <a:ext cx="79124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Back within</a:t>
            </a:r>
          </a:p>
        </p:txBody>
      </p:sp>
      <p:sp>
        <p:nvSpPr>
          <p:cNvPr id="55" name="">
            <a:extLst xmlns:a="http://schemas.openxmlformats.org/drawingml/2006/main">
              <a:ext uri="{FF2B5EF4-FFF2-40B4-BE49-F238E27FC236}">
                <a16:creationId xmlns:a16="http://schemas.microsoft.com/office/drawing/2014/main" id="{3132C7D6-72FE-42CF-A501-D461D1DB3698}"/>
              </a:ext>
            </a:extLst>
          </p:cNvPr>
          <p:cNvSpPr>
            <a:spLocks xmlns:a="http://schemas.openxmlformats.org/drawingml/2006/main" noGrp="1"/>
          </p:cNvSpPr>
          <p:nvPr/>
        </p:nvSpPr>
        <p:spPr>
          <a:xfrm xmlns:a="http://schemas.openxmlformats.org/drawingml/2006/main" rot="0">
            <a:off x="6792610" y="2412490"/>
            <a:ext cx="37719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noise</a:t>
            </a:r>
          </a:p>
        </p:txBody>
      </p:sp>
      <p:sp>
        <p:nvSpPr>
          <p:cNvPr id="56" name="">
            <a:extLst xmlns:a="http://schemas.openxmlformats.org/drawingml/2006/main">
              <a:ext uri="{FF2B5EF4-FFF2-40B4-BE49-F238E27FC236}">
                <a16:creationId xmlns:a16="http://schemas.microsoft.com/office/drawing/2014/main" id="{394F4F9E-23D4-472B-9AD2-B91AD0AEDF88}"/>
              </a:ext>
            </a:extLst>
          </p:cNvPr>
          <p:cNvSpPr>
            <a:spLocks xmlns:a="http://schemas.openxmlformats.org/drawingml/2006/main" noGrp="1"/>
          </p:cNvSpPr>
          <p:nvPr/>
        </p:nvSpPr>
        <p:spPr>
          <a:xfrm xmlns:a="http://schemas.openxmlformats.org/drawingml/2006/main" rot="0">
            <a:off x="2242312" y="4294859"/>
            <a:ext cx="73875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Rain starts</a:t>
            </a:r>
          </a:p>
        </p:txBody>
      </p:sp>
      <p:sp>
        <p:nvSpPr>
          <p:cNvPr id="57" name="">
            <a:extLst xmlns:a="http://schemas.openxmlformats.org/drawingml/2006/main">
              <a:ext uri="{FF2B5EF4-FFF2-40B4-BE49-F238E27FC236}">
                <a16:creationId xmlns:a16="http://schemas.microsoft.com/office/drawing/2014/main" id="{201C2B26-DB97-4AB0-971B-4844A41AFEB5}"/>
              </a:ext>
            </a:extLst>
          </p:cNvPr>
          <p:cNvSpPr>
            <a:spLocks xmlns:a="http://schemas.openxmlformats.org/drawingml/2006/main" noGrp="1"/>
          </p:cNvSpPr>
          <p:nvPr/>
        </p:nvSpPr>
        <p:spPr>
          <a:xfrm xmlns:a="http://schemas.openxmlformats.org/drawingml/2006/main" rot="0">
            <a:off x="3532680" y="4209814"/>
            <a:ext cx="42891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−5.6%</a:t>
            </a:r>
          </a:p>
        </p:txBody>
      </p:sp>
      <p:sp>
        <p:nvSpPr>
          <p:cNvPr id="58" name="">
            <a:extLst xmlns:a="http://schemas.openxmlformats.org/drawingml/2006/main">
              <a:ext uri="{FF2B5EF4-FFF2-40B4-BE49-F238E27FC236}">
                <a16:creationId xmlns:a16="http://schemas.microsoft.com/office/drawing/2014/main" id="{023B1711-4D61-4396-97A4-13D8BD28145B}"/>
              </a:ext>
            </a:extLst>
          </p:cNvPr>
          <p:cNvSpPr>
            <a:spLocks xmlns:a="http://schemas.openxmlformats.org/drawingml/2006/main" noGrp="1"/>
          </p:cNvSpPr>
          <p:nvPr/>
        </p:nvSpPr>
        <p:spPr>
          <a:xfrm xmlns:a="http://schemas.openxmlformats.org/drawingml/2006/main" rot="0">
            <a:off x="1592580" y="5212802"/>
            <a:ext cx="432054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−7% already when rain is 2–5 km away (separate model)</a:t>
            </a:r>
          </a:p>
        </p:txBody>
      </p:sp>
    </p:spTree>
    <p:extLst>
      <p:ext uri="{BB962C8B-B14F-4D97-AF65-F5344CB8AC3E}">
        <p14:creationId xmlns:p14="http://schemas.microsoft.com/office/powerpoint/2010/main" val="143982702"/>
      </p:ext>
    </p:extLst>
  </p:cSld>
</p:sld>
</file>

<file path=ppt/slides/slide9.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BC1749C4-BF12-4493-8CDD-D99FF0B47BD9}"/>
              </a:ext>
            </a:extLst>
          </p:cNvPr>
          <p:cNvSpPr>
            <a:spLocks xmlns:a="http://schemas.openxmlformats.org/drawingml/2006/main" noGrp="1"/>
          </p:cNvSpPr>
          <p:nvPr/>
        </p:nvSpPr>
        <p:spPr>
          <a:xfrm xmlns:a="http://schemas.openxmlformats.org/drawingml/2006/main">
            <a:off x="812800" y="812800"/>
            <a:ext cx="3887143"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Q2 · WHEN · DOSE-RESPONSE REGRESSION</a:t>
            </a:r>
            <a:endParaRPr sz="1200"/>
          </a:p>
        </p:txBody>
      </p:sp>
      <p:sp>
        <p:nvSpPr>
          <p:cNvPr id="3" name="Text 1">
            <a:extLst xmlns:a="http://schemas.openxmlformats.org/drawingml/2006/main">
              <a:ext uri="{FF2B5EF4-FFF2-40B4-BE49-F238E27FC236}">
                <a16:creationId xmlns:a16="http://schemas.microsoft.com/office/drawing/2014/main" id="{29B703ED-0497-4AEF-BB7E-C38DBD0531E6}"/>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LOWER SUPPLY WITH LIGHT AND LONG RAIN</a:t>
            </a:r>
            <a:endParaRPr sz="4000"/>
          </a:p>
        </p:txBody>
      </p:sp>
      <p:sp>
        <p:nvSpPr>
          <p:cNvPr id="4" name="Shape 2">
            <a:extLst xmlns:a="http://schemas.openxmlformats.org/drawingml/2006/main">
              <a:ext uri="{FF2B5EF4-FFF2-40B4-BE49-F238E27FC236}">
                <a16:creationId xmlns:a16="http://schemas.microsoft.com/office/drawing/2014/main" id="{6B658646-6233-415A-A7C5-033CFE0F25D9}"/>
              </a:ext>
            </a:extLst>
          </p:cNvPr>
          <p:cNvSpPr>
            <a:spLocks xmlns:a="http://schemas.openxmlformats.org/drawingml/2006/main" noGrp="1"/>
          </p:cNvSpPr>
          <p:nvPr/>
        </p:nvSpPr>
        <p:spPr>
          <a:xfrm xmlns:a="http://schemas.openxmlformats.org/drawingml/2006/main">
            <a:off x="812800" y="2004020"/>
            <a:ext cx="3556000" cy="1175941"/>
          </a:xfrm>
          <a:prstGeom xmlns:a="http://schemas.openxmlformats.org/drawingml/2006/main" prst="roundRect">
            <a:avLst>
              <a:gd name="adj" fmla="val 14040"/>
            </a:avLst>
          </a:prstGeom>
          <a:solidFill xmlns:a="http://schemas.openxmlformats.org/drawingml/2006/main">
            <a:srgbClr val="FBFCFE"/>
          </a:solidFill>
        </p:spPr>
      </p:sp>
      <p:sp>
        <p:nvSpPr>
          <p:cNvPr id="5" name="Text 3">
            <a:extLst xmlns:a="http://schemas.openxmlformats.org/drawingml/2006/main">
              <a:ext uri="{FF2B5EF4-FFF2-40B4-BE49-F238E27FC236}">
                <a16:creationId xmlns:a16="http://schemas.microsoft.com/office/drawing/2014/main" id="{64FB04E2-DF22-4B42-B272-DA74F0E2637E}"/>
              </a:ext>
            </a:extLst>
          </p:cNvPr>
          <p:cNvSpPr>
            <a:spLocks xmlns:a="http://schemas.openxmlformats.org/drawingml/2006/main" noGrp="1"/>
          </p:cNvSpPr>
          <p:nvPr/>
        </p:nvSpPr>
        <p:spPr>
          <a:xfrm xmlns:a="http://schemas.openxmlformats.org/drawingml/2006/main">
            <a:off x="1016000" y="2156420"/>
            <a:ext cx="3244088" cy="42545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150"/>
              </a:lnSpc>
              <a:buNone/>
            </a:pPr>
            <a:r>
              <a:rPr sz="3000">
                <a:solidFill>
                  <a:srgbClr val="C0453C"/>
                </a:solidFill>
                <a:latin typeface="Anton"/>
                <a:ea typeface="Anton"/>
                <a:cs typeface="Anton"/>
              </a:rPr>
              <a:t>−9.7%</a:t>
            </a:r>
            <a:endParaRPr sz="3000"/>
          </a:p>
        </p:txBody>
      </p:sp>
      <p:sp>
        <p:nvSpPr>
          <p:cNvPr id="6" name="Text 4">
            <a:extLst xmlns:a="http://schemas.openxmlformats.org/drawingml/2006/main">
              <a:ext uri="{FF2B5EF4-FFF2-40B4-BE49-F238E27FC236}">
                <a16:creationId xmlns:a16="http://schemas.microsoft.com/office/drawing/2014/main" id="{7A65FF11-E8C1-4049-83B4-E13305F3506C}"/>
              </a:ext>
            </a:extLst>
          </p:cNvPr>
          <p:cNvSpPr>
            <a:spLocks xmlns:a="http://schemas.openxmlformats.org/drawingml/2006/main" noGrp="1"/>
          </p:cNvSpPr>
          <p:nvPr/>
        </p:nvSpPr>
        <p:spPr>
          <a:xfrm xmlns:a="http://schemas.openxmlformats.org/drawingml/2006/main">
            <a:off x="1016000" y="2581870"/>
            <a:ext cx="3244088"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at just 1 mm/h. </a:t>
            </a:r>
            <a:r>
              <a:rPr sz="1300">
                <a:solidFill>
                  <a:srgbClr val="14203A"/>
                </a:solidFill>
                <a:latin typeface="Poppins"/>
                <a:ea typeface="Poppins"/>
                <a:cs typeface="Poppins"/>
              </a:rPr>
              <a:t>A sharp association at low intensity.</a:t>
            </a:r>
            <a:endParaRPr sz="1300"/>
          </a:p>
        </p:txBody>
      </p:sp>
      <p:sp>
        <p:nvSpPr>
          <p:cNvPr id="7" name="Shape 5">
            <a:extLst xmlns:a="http://schemas.openxmlformats.org/drawingml/2006/main">
              <a:ext uri="{FF2B5EF4-FFF2-40B4-BE49-F238E27FC236}">
                <a16:creationId xmlns:a16="http://schemas.microsoft.com/office/drawing/2014/main" id="{3DDF6E08-320B-44B2-A361-FD442A92234B}"/>
              </a:ext>
            </a:extLst>
          </p:cNvPr>
          <p:cNvSpPr>
            <a:spLocks xmlns:a="http://schemas.openxmlformats.org/drawingml/2006/main" noGrp="1"/>
          </p:cNvSpPr>
          <p:nvPr/>
        </p:nvSpPr>
        <p:spPr>
          <a:xfrm xmlns:a="http://schemas.openxmlformats.org/drawingml/2006/main">
            <a:off x="812800" y="3281561"/>
            <a:ext cx="3556000" cy="1175941"/>
          </a:xfrm>
          <a:prstGeom xmlns:a="http://schemas.openxmlformats.org/drawingml/2006/main" prst="roundRect">
            <a:avLst>
              <a:gd name="adj" fmla="val 14040"/>
            </a:avLst>
          </a:prstGeom>
          <a:solidFill xmlns:a="http://schemas.openxmlformats.org/drawingml/2006/main">
            <a:srgbClr val="FBFCFE"/>
          </a:solidFill>
        </p:spPr>
      </p:sp>
      <p:sp>
        <p:nvSpPr>
          <p:cNvPr id="8" name="Text 6">
            <a:extLst xmlns:a="http://schemas.openxmlformats.org/drawingml/2006/main">
              <a:ext uri="{FF2B5EF4-FFF2-40B4-BE49-F238E27FC236}">
                <a16:creationId xmlns:a16="http://schemas.microsoft.com/office/drawing/2014/main" id="{1755507F-1763-4BAC-AC50-1DF514D52EA5}"/>
              </a:ext>
            </a:extLst>
          </p:cNvPr>
          <p:cNvSpPr>
            <a:spLocks xmlns:a="http://schemas.openxmlformats.org/drawingml/2006/main" noGrp="1"/>
          </p:cNvSpPr>
          <p:nvPr/>
        </p:nvSpPr>
        <p:spPr>
          <a:xfrm xmlns:a="http://schemas.openxmlformats.org/drawingml/2006/main">
            <a:off x="1016000" y="3433961"/>
            <a:ext cx="3244088" cy="42545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150"/>
              </a:lnSpc>
              <a:buNone/>
            </a:pPr>
            <a:r>
              <a:rPr sz="3000">
                <a:solidFill>
                  <a:srgbClr val="C0453C"/>
                </a:solidFill>
                <a:latin typeface="Anton"/>
                <a:ea typeface="Anton"/>
                <a:cs typeface="Anton"/>
              </a:rPr>
              <a:t>−18%</a:t>
            </a:r>
            <a:endParaRPr sz="3000"/>
          </a:p>
        </p:txBody>
      </p:sp>
      <p:sp>
        <p:nvSpPr>
          <p:cNvPr id="9" name="Text 7">
            <a:extLst xmlns:a="http://schemas.openxmlformats.org/drawingml/2006/main">
              <a:ext uri="{FF2B5EF4-FFF2-40B4-BE49-F238E27FC236}">
                <a16:creationId xmlns:a16="http://schemas.microsoft.com/office/drawing/2014/main" id="{A1613845-D7E3-486E-AA45-3CA271C66AD1}"/>
              </a:ext>
            </a:extLst>
          </p:cNvPr>
          <p:cNvSpPr>
            <a:spLocks xmlns:a="http://schemas.openxmlformats.org/drawingml/2006/main" noGrp="1"/>
          </p:cNvSpPr>
          <p:nvPr/>
        </p:nvSpPr>
        <p:spPr>
          <a:xfrm xmlns:a="http://schemas.openxmlformats.org/drawingml/2006/main">
            <a:off x="1016000" y="3859411"/>
            <a:ext cx="3244088"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after 2 hours of heavy rain, vs −11% in the first 30 min</a:t>
            </a:r>
            <a:endParaRPr sz="1300"/>
          </a:p>
        </p:txBody>
      </p:sp>
      <p:sp>
        <p:nvSpPr>
          <p:cNvPr id="10" name="Shape 8">
            <a:extLst xmlns:a="http://schemas.openxmlformats.org/drawingml/2006/main">
              <a:ext uri="{FF2B5EF4-FFF2-40B4-BE49-F238E27FC236}">
                <a16:creationId xmlns:a16="http://schemas.microsoft.com/office/drawing/2014/main" id="{9CE32781-3622-4A68-86BA-78EDBD170EB4}"/>
              </a:ext>
            </a:extLst>
          </p:cNvPr>
          <p:cNvSpPr>
            <a:spLocks xmlns:a="http://schemas.openxmlformats.org/drawingml/2006/main" noGrp="1"/>
          </p:cNvSpPr>
          <p:nvPr/>
        </p:nvSpPr>
        <p:spPr>
          <a:xfrm xmlns:a="http://schemas.openxmlformats.org/drawingml/2006/main">
            <a:off x="812800" y="4559102"/>
            <a:ext cx="3556000" cy="1175941"/>
          </a:xfrm>
          <a:prstGeom xmlns:a="http://schemas.openxmlformats.org/drawingml/2006/main" prst="roundRect">
            <a:avLst>
              <a:gd name="adj" fmla="val 14040"/>
            </a:avLst>
          </a:prstGeom>
          <a:solidFill xmlns:a="http://schemas.openxmlformats.org/drawingml/2006/main">
            <a:srgbClr val="14295B"/>
          </a:solidFill>
        </p:spPr>
      </p:sp>
      <p:sp>
        <p:nvSpPr>
          <p:cNvPr id="11" name="Text 9">
            <a:extLst xmlns:a="http://schemas.openxmlformats.org/drawingml/2006/main">
              <a:ext uri="{FF2B5EF4-FFF2-40B4-BE49-F238E27FC236}">
                <a16:creationId xmlns:a16="http://schemas.microsoft.com/office/drawing/2014/main" id="{DD34D2A1-37D0-4D56-941B-F96DC71628FB}"/>
              </a:ext>
            </a:extLst>
          </p:cNvPr>
          <p:cNvSpPr>
            <a:spLocks xmlns:a="http://schemas.openxmlformats.org/drawingml/2006/main" noGrp="1"/>
          </p:cNvSpPr>
          <p:nvPr/>
        </p:nvSpPr>
        <p:spPr>
          <a:xfrm xmlns:a="http://schemas.openxmlformats.org/drawingml/2006/main">
            <a:off x="1016000" y="4711502"/>
            <a:ext cx="3244088" cy="42545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150"/>
              </a:lnSpc>
              <a:buNone/>
            </a:pPr>
            <a:r>
              <a:rPr sz="3000">
                <a:solidFill>
                  <a:srgbClr val="8FB8F2"/>
                </a:solidFill>
                <a:latin typeface="Anton"/>
                <a:ea typeface="Anton"/>
                <a:cs typeface="Anton"/>
              </a:rPr>
              <a:t>−18%</a:t>
            </a:r>
            <a:endParaRPr sz="3000"/>
          </a:p>
        </p:txBody>
      </p:sp>
      <p:sp>
        <p:nvSpPr>
          <p:cNvPr id="12" name="Text 10">
            <a:extLst xmlns:a="http://schemas.openxmlformats.org/drawingml/2006/main">
              <a:ext uri="{FF2B5EF4-FFF2-40B4-BE49-F238E27FC236}">
                <a16:creationId xmlns:a16="http://schemas.microsoft.com/office/drawing/2014/main" id="{F629A8D8-324D-4F20-AAD3-C0679C44A1C3}"/>
              </a:ext>
            </a:extLst>
          </p:cNvPr>
          <p:cNvSpPr>
            <a:spLocks xmlns:a="http://schemas.openxmlformats.org/drawingml/2006/main" noGrp="1"/>
          </p:cNvSpPr>
          <p:nvPr/>
        </p:nvSpPr>
        <p:spPr>
          <a:xfrm xmlns:a="http://schemas.openxmlformats.org/drawingml/2006/main">
            <a:off x="1016000" y="5136952"/>
            <a:ext cx="3244088"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FFFFFF"/>
                </a:solidFill>
                <a:latin typeface="Poppins"/>
                <a:ea typeface="Poppins"/>
                <a:cs typeface="Poppins"/>
              </a:rPr>
              <a:t>in weekday rush hours, vs −11% at other times</a:t>
            </a:r>
            <a:endParaRPr sz="1300"/>
          </a:p>
        </p:txBody>
      </p:sp>
      <p:sp>
        <p:nvSpPr>
          <p:cNvPr id="13" name="Shape 11">
            <a:extLst xmlns:a="http://schemas.openxmlformats.org/drawingml/2006/main">
              <a:ext uri="{FF2B5EF4-FFF2-40B4-BE49-F238E27FC236}">
                <a16:creationId xmlns:a16="http://schemas.microsoft.com/office/drawing/2014/main" id="{BA68D670-E17F-408D-915E-6FF98E95DE0E}"/>
              </a:ext>
            </a:extLst>
          </p:cNvPr>
          <p:cNvSpPr>
            <a:spLocks xmlns:a="http://schemas.openxmlformats.org/drawingml/2006/main" noGrp="1"/>
          </p:cNvSpPr>
          <p:nvPr/>
        </p:nvSpPr>
        <p:spPr>
          <a:xfrm xmlns:a="http://schemas.openxmlformats.org/drawingml/2006/main">
            <a:off x="4622800" y="2526506"/>
            <a:ext cx="6756400" cy="2686050"/>
          </a:xfrm>
          <a:prstGeom xmlns:a="http://schemas.openxmlformats.org/drawingml/2006/main" prst="roundRect">
            <a:avLst>
              <a:gd name="adj" fmla="val 6147"/>
            </a:avLst>
          </a:prstGeom>
          <a:solidFill xmlns:a="http://schemas.openxmlformats.org/drawingml/2006/main">
            <a:srgbClr val="FBFCFE"/>
          </a:solidFill>
        </p:spPr>
      </p:sp>
      <p:sp>
        <p:nvSpPr>
          <p:cNvPr id="15" name="Text 12">
            <a:extLst xmlns:a="http://schemas.openxmlformats.org/drawingml/2006/main">
              <a:ext uri="{FF2B5EF4-FFF2-40B4-BE49-F238E27FC236}">
                <a16:creationId xmlns:a16="http://schemas.microsoft.com/office/drawing/2014/main" id="{4DE76BAF-B559-47A8-AFA1-0D20A16697E3}"/>
              </a:ext>
            </a:extLst>
          </p:cNvPr>
          <p:cNvSpPr>
            <a:spLocks xmlns:a="http://schemas.openxmlformats.org/drawingml/2006/main" noGrp="1"/>
          </p:cNvSpPr>
          <p:nvPr/>
        </p:nvSpPr>
        <p:spPr>
          <a:xfrm xmlns:a="http://schemas.openxmlformats.org/drawingml/2006/main">
            <a:off x="812800" y="6248400"/>
            <a:ext cx="7203698"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Spline dose-response, spell length and after-rain models · Apr 2022 – Mar 2025</a:t>
            </a:r>
            <a:endParaRPr sz="1200"/>
          </a:p>
        </p:txBody>
      </p:sp>
      <p:sp>
        <p:nvSpPr>
          <p:cNvPr id="16" name="Text 13">
            <a:extLst xmlns:a="http://schemas.openxmlformats.org/drawingml/2006/main">
              <a:ext uri="{FF2B5EF4-FFF2-40B4-BE49-F238E27FC236}">
                <a16:creationId xmlns:a16="http://schemas.microsoft.com/office/drawing/2014/main" id="{6CD05F24-8CDC-42C5-8EBF-3E78C707B22D}"/>
              </a:ext>
            </a:extLst>
          </p:cNvPr>
          <p:cNvSpPr>
            <a:spLocks xmlns:a="http://schemas.openxmlformats.org/drawingml/2006/main" noGrp="1"/>
          </p:cNvSpPr>
          <p:nvPr/>
        </p:nvSpPr>
        <p:spPr>
          <a:xfrm xmlns:a="http://schemas.openxmlformats.org/drawingml/2006/main">
            <a:off x="11136660" y="6248400"/>
            <a:ext cx="242540"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09</a:t>
            </a:r>
            <a:endParaRPr sz="1200"/>
          </a:p>
        </p:txBody>
      </p:sp>
      <p:sp>
        <p:nvSpPr>
          <p:cNvPr id="17" name="Editable chart path">
            <a:extLst xmlns:a="http://schemas.openxmlformats.org/drawingml/2006/main">
              <a:ext uri="{FF2B5EF4-FFF2-40B4-BE49-F238E27FC236}">
                <a16:creationId xmlns:a16="http://schemas.microsoft.com/office/drawing/2014/main" id="{77F1B599-FDA3-4E85-961B-6B8182BA91FA}"/>
              </a:ext>
            </a:extLst>
          </p:cNvPr>
          <p:cNvSpPr>
            <a:spLocks xmlns:a="http://schemas.openxmlformats.org/drawingml/2006/main" noGrp="1"/>
          </p:cNvSpPr>
          <p:nvPr/>
        </p:nvSpPr>
        <p:spPr>
          <a:xfrm xmlns:a="http://schemas.openxmlformats.org/drawingml/2006/main">
            <a:off x="4775200" y="2678906"/>
            <a:ext cx="6451600" cy="2381250"/>
          </a:xfrm>
          <a:custGeom xmlns:a="http://schemas.openxmlformats.org/drawingml/2006/main">
            <a:pathLst>
              <a:path w="6967728" h="2571750">
                <a:moveTo>
                  <a:pt x="0" y="2571750"/>
                </a:moveTo>
                <a:lnTo>
                  <a:pt x="6967728" y="2571750"/>
                </a:lnTo>
                <a:lnTo>
                  <a:pt x="6967728" y="0"/>
                </a:lnTo>
                <a:lnTo>
                  <a:pt x="0" y="0"/>
                </a:lnTo>
                <a:close/>
              </a:path>
            </a:pathLst>
          </a:custGeom>
          <a:solidFill xmlns:a="http://schemas.openxmlformats.org/drawingml/2006/main">
            <a:srgbClr val="FBFCFE"/>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E18DC74D-B100-4935-B929-4A59C642AA41}"/>
              </a:ext>
            </a:extLst>
          </p:cNvPr>
          <p:cNvSpPr>
            <a:spLocks xmlns:a="http://schemas.openxmlformats.org/drawingml/2006/main" noGrp="1"/>
          </p:cNvSpPr>
          <p:nvPr/>
        </p:nvSpPr>
        <p:spPr>
          <a:xfrm xmlns:a="http://schemas.openxmlformats.org/drawingml/2006/main">
            <a:off x="5259070" y="2988469"/>
            <a:ext cx="1709674" cy="1333500"/>
          </a:xfrm>
          <a:custGeom xmlns:a="http://schemas.openxmlformats.org/drawingml/2006/main">
            <a:pathLst>
              <a:path w="1846448" h="1440180">
                <a:moveTo>
                  <a:pt x="0" y="1440180"/>
                </a:moveTo>
                <a:lnTo>
                  <a:pt x="1846448" y="1440180"/>
                </a:lnTo>
                <a:lnTo>
                  <a:pt x="1846448" y="0"/>
                </a:lnTo>
                <a:lnTo>
                  <a:pt x="0" y="0"/>
                </a:lnTo>
                <a:close/>
              </a:path>
            </a:pathLst>
          </a:custGeom>
          <a:solidFill xmlns:a="http://schemas.openxmlformats.org/drawingml/2006/main">
            <a:srgbClr val="FBFCFE"/>
          </a:solidFill>
          <a:ln xmlns:a="http://schemas.openxmlformats.org/drawingml/2006/main" w="0">
            <a:noFill/>
            <a:prstDash val="solid"/>
          </a:ln>
        </p:spPr>
      </p:sp>
      <p:sp>
        <p:nvSpPr>
          <p:cNvPr id="19" name="">
            <a:extLst xmlns:a="http://schemas.openxmlformats.org/drawingml/2006/main">
              <a:ext uri="{FF2B5EF4-FFF2-40B4-BE49-F238E27FC236}">
                <a16:creationId xmlns:a16="http://schemas.microsoft.com/office/drawing/2014/main" id="{B186670E-9220-496D-AB1A-A44128C3DF94}"/>
              </a:ext>
            </a:extLst>
          </p:cNvPr>
          <p:cNvSpPr>
            <a:spLocks xmlns:a="http://schemas.openxmlformats.org/drawingml/2006/main" noGrp="1"/>
          </p:cNvSpPr>
          <p:nvPr/>
        </p:nvSpPr>
        <p:spPr>
          <a:xfrm xmlns:a="http://schemas.openxmlformats.org/drawingml/2006/main" rot="0">
            <a:off x="5212874" y="4410163"/>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0" name="">
            <a:extLst xmlns:a="http://schemas.openxmlformats.org/drawingml/2006/main">
              <a:ext uri="{FF2B5EF4-FFF2-40B4-BE49-F238E27FC236}">
                <a16:creationId xmlns:a16="http://schemas.microsoft.com/office/drawing/2014/main" id="{1B676D58-2F8B-4A28-9316-B50C4FDD0E2E}"/>
              </a:ext>
            </a:extLst>
          </p:cNvPr>
          <p:cNvSpPr>
            <a:spLocks xmlns:a="http://schemas.openxmlformats.org/drawingml/2006/main" noGrp="1"/>
          </p:cNvSpPr>
          <p:nvPr/>
        </p:nvSpPr>
        <p:spPr>
          <a:xfrm xmlns:a="http://schemas.openxmlformats.org/drawingml/2006/main" rot="0">
            <a:off x="5605555" y="4410163"/>
            <a:ext cx="17268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1" name="">
            <a:extLst xmlns:a="http://schemas.openxmlformats.org/drawingml/2006/main">
              <a:ext uri="{FF2B5EF4-FFF2-40B4-BE49-F238E27FC236}">
                <a16:creationId xmlns:a16="http://schemas.microsoft.com/office/drawing/2014/main" id="{862B7686-BC59-4673-BD58-93CD5636E0E5}"/>
              </a:ext>
            </a:extLst>
          </p:cNvPr>
          <p:cNvSpPr>
            <a:spLocks xmlns:a="http://schemas.openxmlformats.org/drawingml/2006/main" noGrp="1"/>
          </p:cNvSpPr>
          <p:nvPr/>
        </p:nvSpPr>
        <p:spPr>
          <a:xfrm xmlns:a="http://schemas.openxmlformats.org/drawingml/2006/main" rot="0">
            <a:off x="6034621" y="4410163"/>
            <a:ext cx="18021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22" name="">
            <a:extLst xmlns:a="http://schemas.openxmlformats.org/drawingml/2006/main">
              <a:ext uri="{FF2B5EF4-FFF2-40B4-BE49-F238E27FC236}">
                <a16:creationId xmlns:a16="http://schemas.microsoft.com/office/drawing/2014/main" id="{5CE66343-F2A8-46BF-9980-DF2886021F00}"/>
              </a:ext>
            </a:extLst>
          </p:cNvPr>
          <p:cNvSpPr>
            <a:spLocks xmlns:a="http://schemas.openxmlformats.org/drawingml/2006/main" noGrp="1"/>
          </p:cNvSpPr>
          <p:nvPr/>
        </p:nvSpPr>
        <p:spPr>
          <a:xfrm xmlns:a="http://schemas.openxmlformats.org/drawingml/2006/main" rot="0">
            <a:off x="6467021" y="4410163"/>
            <a:ext cx="18107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23" name="">
            <a:extLst xmlns:a="http://schemas.openxmlformats.org/drawingml/2006/main">
              <a:ext uri="{FF2B5EF4-FFF2-40B4-BE49-F238E27FC236}">
                <a16:creationId xmlns:a16="http://schemas.microsoft.com/office/drawing/2014/main" id="{60EFAE8E-C6BB-4885-A671-672D262FD408}"/>
              </a:ext>
            </a:extLst>
          </p:cNvPr>
          <p:cNvSpPr>
            <a:spLocks xmlns:a="http://schemas.openxmlformats.org/drawingml/2006/main" noGrp="1"/>
          </p:cNvSpPr>
          <p:nvPr/>
        </p:nvSpPr>
        <p:spPr>
          <a:xfrm xmlns:a="http://schemas.openxmlformats.org/drawingml/2006/main" rot="0">
            <a:off x="5344192" y="4641021"/>
            <a:ext cx="153943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Rain intensity (mm/h)</a:t>
            </a:r>
          </a:p>
        </p:txBody>
      </p:sp>
      <p:sp>
        <p:nvSpPr>
          <p:cNvPr id="24" name="Editable chart path">
            <a:extLst xmlns:a="http://schemas.openxmlformats.org/drawingml/2006/main">
              <a:ext uri="{FF2B5EF4-FFF2-40B4-BE49-F238E27FC236}">
                <a16:creationId xmlns:a16="http://schemas.microsoft.com/office/drawing/2014/main" id="{1A53E9F6-FDD1-46D9-B34F-C63CA0A1C530}"/>
              </a:ext>
            </a:extLst>
          </p:cNvPr>
          <p:cNvSpPr>
            <a:spLocks xmlns:a="http://schemas.openxmlformats.org/drawingml/2006/main" noGrp="1"/>
          </p:cNvSpPr>
          <p:nvPr/>
        </p:nvSpPr>
        <p:spPr>
          <a:xfrm xmlns:a="http://schemas.openxmlformats.org/drawingml/2006/main">
            <a:off x="5259070" y="4124413"/>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E4EAF4"/>
            </a:solidFill>
            <a:prstDash val="solid"/>
          </a:ln>
        </p:spPr>
      </p:sp>
      <p:sp>
        <p:nvSpPr>
          <p:cNvPr id="25" name="">
            <a:extLst xmlns:a="http://schemas.openxmlformats.org/drawingml/2006/main">
              <a:ext uri="{FF2B5EF4-FFF2-40B4-BE49-F238E27FC236}">
                <a16:creationId xmlns:a16="http://schemas.microsoft.com/office/drawing/2014/main" id="{A4625FCD-4503-459B-AAAF-DD7D5D89E6EE}"/>
              </a:ext>
            </a:extLst>
          </p:cNvPr>
          <p:cNvSpPr>
            <a:spLocks xmlns:a="http://schemas.openxmlformats.org/drawingml/2006/main" noGrp="1"/>
          </p:cNvSpPr>
          <p:nvPr/>
        </p:nvSpPr>
        <p:spPr>
          <a:xfrm xmlns:a="http://schemas.openxmlformats.org/drawingml/2006/main" rot="0">
            <a:off x="4815307" y="4051070"/>
            <a:ext cx="35556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6" name="Editable chart path">
            <a:extLst xmlns:a="http://schemas.openxmlformats.org/drawingml/2006/main">
              <a:ext uri="{FF2B5EF4-FFF2-40B4-BE49-F238E27FC236}">
                <a16:creationId xmlns:a16="http://schemas.microsoft.com/office/drawing/2014/main" id="{5C558502-9202-465F-BBD6-03F239B01154}"/>
              </a:ext>
            </a:extLst>
          </p:cNvPr>
          <p:cNvSpPr>
            <a:spLocks xmlns:a="http://schemas.openxmlformats.org/drawingml/2006/main" noGrp="1"/>
          </p:cNvSpPr>
          <p:nvPr/>
        </p:nvSpPr>
        <p:spPr>
          <a:xfrm xmlns:a="http://schemas.openxmlformats.org/drawingml/2006/main">
            <a:off x="5259070" y="3630524"/>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E4EAF4"/>
            </a:solidFill>
            <a:prstDash val="solid"/>
          </a:ln>
        </p:spPr>
      </p:sp>
      <p:sp>
        <p:nvSpPr>
          <p:cNvPr id="27" name="">
            <a:extLst xmlns:a="http://schemas.openxmlformats.org/drawingml/2006/main">
              <a:ext uri="{FF2B5EF4-FFF2-40B4-BE49-F238E27FC236}">
                <a16:creationId xmlns:a16="http://schemas.microsoft.com/office/drawing/2014/main" id="{1804968C-3590-4C2B-9831-71B1CD8460E0}"/>
              </a:ext>
            </a:extLst>
          </p:cNvPr>
          <p:cNvSpPr>
            <a:spLocks xmlns:a="http://schemas.openxmlformats.org/drawingml/2006/main" noGrp="1"/>
          </p:cNvSpPr>
          <p:nvPr/>
        </p:nvSpPr>
        <p:spPr>
          <a:xfrm xmlns:a="http://schemas.openxmlformats.org/drawingml/2006/main" rot="0">
            <a:off x="4850931" y="3557182"/>
            <a:ext cx="31994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8" name="Editable chart path">
            <a:extLst xmlns:a="http://schemas.openxmlformats.org/drawingml/2006/main">
              <a:ext uri="{FF2B5EF4-FFF2-40B4-BE49-F238E27FC236}">
                <a16:creationId xmlns:a16="http://schemas.microsoft.com/office/drawing/2014/main" id="{7D100258-55E9-4867-A8C1-345DE2986CC5}"/>
              </a:ext>
            </a:extLst>
          </p:cNvPr>
          <p:cNvSpPr>
            <a:spLocks xmlns:a="http://schemas.openxmlformats.org/drawingml/2006/main" noGrp="1"/>
          </p:cNvSpPr>
          <p:nvPr/>
        </p:nvSpPr>
        <p:spPr>
          <a:xfrm xmlns:a="http://schemas.openxmlformats.org/drawingml/2006/main">
            <a:off x="5259070" y="3136635"/>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E4EAF4"/>
            </a:solidFill>
            <a:prstDash val="solid"/>
          </a:ln>
        </p:spPr>
      </p:sp>
      <p:sp>
        <p:nvSpPr>
          <p:cNvPr id="29" name="">
            <a:extLst xmlns:a="http://schemas.openxmlformats.org/drawingml/2006/main">
              <a:ext uri="{FF2B5EF4-FFF2-40B4-BE49-F238E27FC236}">
                <a16:creationId xmlns:a16="http://schemas.microsoft.com/office/drawing/2014/main" id="{EA42E46D-DDA4-4994-9B35-61798FA170A6}"/>
              </a:ext>
            </a:extLst>
          </p:cNvPr>
          <p:cNvSpPr>
            <a:spLocks xmlns:a="http://schemas.openxmlformats.org/drawingml/2006/main" noGrp="1"/>
          </p:cNvSpPr>
          <p:nvPr/>
        </p:nvSpPr>
        <p:spPr>
          <a:xfrm xmlns:a="http://schemas.openxmlformats.org/drawingml/2006/main" rot="0">
            <a:off x="5078483" y="3063293"/>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30" name="Editable chart path">
            <a:extLst xmlns:a="http://schemas.openxmlformats.org/drawingml/2006/main">
              <a:ext uri="{FF2B5EF4-FFF2-40B4-BE49-F238E27FC236}">
                <a16:creationId xmlns:a16="http://schemas.microsoft.com/office/drawing/2014/main" id="{93C9A2BB-679C-43F4-AB0E-B070554720D9}"/>
              </a:ext>
            </a:extLst>
          </p:cNvPr>
          <p:cNvSpPr>
            <a:spLocks xmlns:a="http://schemas.openxmlformats.org/drawingml/2006/main" noGrp="1"/>
          </p:cNvSpPr>
          <p:nvPr/>
        </p:nvSpPr>
        <p:spPr>
          <a:xfrm xmlns:a="http://schemas.openxmlformats.org/drawingml/2006/main">
            <a:off x="5259070" y="3136635"/>
            <a:ext cx="1298487" cy="766130"/>
          </a:xfrm>
          <a:custGeom xmlns:a="http://schemas.openxmlformats.org/drawingml/2006/main">
            <a:pathLst>
              <a:path w="1402366" h="827421">
                <a:moveTo>
                  <a:pt x="0" y="0"/>
                </a:moveTo>
                <a:lnTo>
                  <a:pt x="0" y="0"/>
                </a:lnTo>
                <a:lnTo>
                  <a:pt x="11686" y="366595"/>
                </a:lnTo>
                <a:lnTo>
                  <a:pt x="23373" y="613682"/>
                </a:lnTo>
                <a:lnTo>
                  <a:pt x="46746" y="670548"/>
                </a:lnTo>
                <a:lnTo>
                  <a:pt x="58432" y="620328"/>
                </a:lnTo>
                <a:lnTo>
                  <a:pt x="93491" y="593039"/>
                </a:lnTo>
                <a:lnTo>
                  <a:pt x="116864" y="632522"/>
                </a:lnTo>
                <a:lnTo>
                  <a:pt x="175296" y="703981"/>
                </a:lnTo>
                <a:lnTo>
                  <a:pt x="233728" y="726176"/>
                </a:lnTo>
                <a:lnTo>
                  <a:pt x="350591" y="765536"/>
                </a:lnTo>
                <a:lnTo>
                  <a:pt x="467455" y="800436"/>
                </a:lnTo>
                <a:lnTo>
                  <a:pt x="701183" y="808336"/>
                </a:lnTo>
                <a:lnTo>
                  <a:pt x="934910" y="794761"/>
                </a:lnTo>
                <a:lnTo>
                  <a:pt x="1402366" y="827421"/>
                </a:lnTo>
                <a:lnTo>
                  <a:pt x="1402366" y="533683"/>
                </a:lnTo>
                <a:lnTo>
                  <a:pt x="1402366" y="533683"/>
                </a:lnTo>
                <a:lnTo>
                  <a:pt x="934910" y="573106"/>
                </a:lnTo>
                <a:lnTo>
                  <a:pt x="701183" y="604188"/>
                </a:lnTo>
                <a:lnTo>
                  <a:pt x="467455" y="609746"/>
                </a:lnTo>
                <a:lnTo>
                  <a:pt x="350591" y="602374"/>
                </a:lnTo>
                <a:lnTo>
                  <a:pt x="233728" y="578030"/>
                </a:lnTo>
                <a:lnTo>
                  <a:pt x="175296" y="549285"/>
                </a:lnTo>
                <a:lnTo>
                  <a:pt x="116864" y="478449"/>
                </a:lnTo>
                <a:lnTo>
                  <a:pt x="93491" y="432550"/>
                </a:lnTo>
                <a:lnTo>
                  <a:pt x="58432" y="450110"/>
                </a:lnTo>
                <a:lnTo>
                  <a:pt x="46746" y="490051"/>
                </a:lnTo>
                <a:lnTo>
                  <a:pt x="23373" y="419636"/>
                </a:lnTo>
                <a:lnTo>
                  <a:pt x="11686" y="243428"/>
                </a:lnTo>
                <a:lnTo>
                  <a:pt x="0" y="0"/>
                </a:lnTo>
                <a:close/>
              </a:path>
            </a:pathLst>
          </a:custGeom>
          <a:solidFill xmlns:a="http://schemas.openxmlformats.org/drawingml/2006/main">
            <a:srgbClr val="DCE6F4">
              <a:alpha val="60000"/>
            </a:srgbClr>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708C6B53-9DD4-46D9-9B6F-4FAD159242D5}"/>
              </a:ext>
            </a:extLst>
          </p:cNvPr>
          <p:cNvSpPr>
            <a:spLocks xmlns:a="http://schemas.openxmlformats.org/drawingml/2006/main" noGrp="1"/>
          </p:cNvSpPr>
          <p:nvPr/>
        </p:nvSpPr>
        <p:spPr>
          <a:xfrm xmlns:a="http://schemas.openxmlformats.org/drawingml/2006/main">
            <a:off x="5259070" y="3136635"/>
            <a:ext cx="1298487" cy="436415"/>
          </a:xfrm>
          <a:custGeom xmlns:a="http://schemas.openxmlformats.org/drawingml/2006/main">
            <a:pathLst>
              <a:path w="1402366" h="471328">
                <a:moveTo>
                  <a:pt x="0" y="0"/>
                </a:moveTo>
                <a:lnTo>
                  <a:pt x="0" y="0"/>
                </a:lnTo>
                <a:lnTo>
                  <a:pt x="11686" y="99596"/>
                </a:lnTo>
                <a:lnTo>
                  <a:pt x="23373" y="178673"/>
                </a:lnTo>
                <a:lnTo>
                  <a:pt x="46746" y="259099"/>
                </a:lnTo>
                <a:lnTo>
                  <a:pt x="58432" y="283166"/>
                </a:lnTo>
                <a:lnTo>
                  <a:pt x="93491" y="300971"/>
                </a:lnTo>
                <a:lnTo>
                  <a:pt x="116864" y="300432"/>
                </a:lnTo>
                <a:lnTo>
                  <a:pt x="175296" y="323038"/>
                </a:lnTo>
                <a:lnTo>
                  <a:pt x="233728" y="357746"/>
                </a:lnTo>
                <a:lnTo>
                  <a:pt x="350591" y="393953"/>
                </a:lnTo>
                <a:lnTo>
                  <a:pt x="467455" y="400786"/>
                </a:lnTo>
                <a:lnTo>
                  <a:pt x="701183" y="425824"/>
                </a:lnTo>
                <a:lnTo>
                  <a:pt x="934910" y="460303"/>
                </a:lnTo>
                <a:lnTo>
                  <a:pt x="1402366" y="471328"/>
                </a:lnTo>
                <a:lnTo>
                  <a:pt x="1402366" y="189048"/>
                </a:lnTo>
                <a:lnTo>
                  <a:pt x="1402366" y="189048"/>
                </a:lnTo>
                <a:lnTo>
                  <a:pt x="934910" y="255312"/>
                </a:lnTo>
                <a:lnTo>
                  <a:pt x="701183" y="246617"/>
                </a:lnTo>
                <a:lnTo>
                  <a:pt x="467455" y="243577"/>
                </a:lnTo>
                <a:lnTo>
                  <a:pt x="350591" y="251445"/>
                </a:lnTo>
                <a:lnTo>
                  <a:pt x="233728" y="230674"/>
                </a:lnTo>
                <a:lnTo>
                  <a:pt x="175296" y="201423"/>
                </a:lnTo>
                <a:lnTo>
                  <a:pt x="116864" y="188007"/>
                </a:lnTo>
                <a:lnTo>
                  <a:pt x="93491" y="189437"/>
                </a:lnTo>
                <a:lnTo>
                  <a:pt x="58432" y="171579"/>
                </a:lnTo>
                <a:lnTo>
                  <a:pt x="46746" y="157790"/>
                </a:lnTo>
                <a:lnTo>
                  <a:pt x="23373" y="87846"/>
                </a:lnTo>
                <a:lnTo>
                  <a:pt x="11686" y="43760"/>
                </a:lnTo>
                <a:lnTo>
                  <a:pt x="0" y="0"/>
                </a:lnTo>
                <a:close/>
              </a:path>
            </a:pathLst>
          </a:custGeom>
          <a:solidFill xmlns:a="http://schemas.openxmlformats.org/drawingml/2006/main">
            <a:srgbClr val="8FB8F2">
              <a:alpha val="60000"/>
            </a:srgbClr>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8AF6762D-F646-456E-AA7C-141D58D5FEEB}"/>
              </a:ext>
            </a:extLst>
          </p:cNvPr>
          <p:cNvSpPr>
            <a:spLocks xmlns:a="http://schemas.openxmlformats.org/drawingml/2006/main" noGrp="1"/>
          </p:cNvSpPr>
          <p:nvPr/>
        </p:nvSpPr>
        <p:spPr>
          <a:xfrm xmlns:a="http://schemas.openxmlformats.org/drawingml/2006/main">
            <a:off x="5259070" y="3136635"/>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1268A6C7-2DDE-47D5-BC73-2386D11E0E4B}"/>
              </a:ext>
            </a:extLst>
          </p:cNvPr>
          <p:cNvSpPr>
            <a:spLocks xmlns:a="http://schemas.openxmlformats.org/drawingml/2006/main" noGrp="1"/>
          </p:cNvSpPr>
          <p:nvPr/>
        </p:nvSpPr>
        <p:spPr>
          <a:xfrm xmlns:a="http://schemas.openxmlformats.org/drawingml/2006/main">
            <a:off x="5259070" y="3136635"/>
            <a:ext cx="1298487" cy="654991"/>
          </a:xfrm>
          <a:custGeom xmlns:a="http://schemas.openxmlformats.org/drawingml/2006/main">
            <a:pathLst>
              <a:path w="1402366" h="707390">
                <a:moveTo>
                  <a:pt x="0" y="0"/>
                </a:moveTo>
                <a:lnTo>
                  <a:pt x="11686" y="305388"/>
                </a:lnTo>
                <a:lnTo>
                  <a:pt x="23373" y="517638"/>
                </a:lnTo>
                <a:lnTo>
                  <a:pt x="46746" y="581155"/>
                </a:lnTo>
                <a:lnTo>
                  <a:pt x="58432" y="535976"/>
                </a:lnTo>
                <a:lnTo>
                  <a:pt x="93491" y="513462"/>
                </a:lnTo>
                <a:lnTo>
                  <a:pt x="116864" y="556107"/>
                </a:lnTo>
                <a:lnTo>
                  <a:pt x="175296" y="627268"/>
                </a:lnTo>
                <a:lnTo>
                  <a:pt x="233728" y="652684"/>
                </a:lnTo>
                <a:lnTo>
                  <a:pt x="350591" y="684667"/>
                </a:lnTo>
                <a:lnTo>
                  <a:pt x="467455" y="706072"/>
                </a:lnTo>
                <a:lnTo>
                  <a:pt x="701183" y="707390"/>
                </a:lnTo>
                <a:lnTo>
                  <a:pt x="934910" y="685254"/>
                </a:lnTo>
                <a:lnTo>
                  <a:pt x="1402366" y="682869"/>
                </a:lnTo>
              </a:path>
            </a:pathLst>
          </a:custGeom>
          <a:noFill xmlns:a="http://schemas.openxmlformats.org/drawingml/2006/main"/>
          <a:ln xmlns:a="http://schemas.openxmlformats.org/drawingml/2006/main" w="15875">
            <a:solidFill>
              <a:srgbClr val="14295B"/>
            </a:solidFill>
            <a:prstDash val="solid"/>
          </a:ln>
        </p:spPr>
      </p:sp>
      <p:sp>
        <p:nvSpPr>
          <p:cNvPr id="34" name="Editable chart path">
            <a:extLst xmlns:a="http://schemas.openxmlformats.org/drawingml/2006/main">
              <a:ext uri="{FF2B5EF4-FFF2-40B4-BE49-F238E27FC236}">
                <a16:creationId xmlns:a16="http://schemas.microsoft.com/office/drawing/2014/main" id="{9A082263-B661-417C-AB97-F40B7C5C6443}"/>
              </a:ext>
            </a:extLst>
          </p:cNvPr>
          <p:cNvSpPr>
            <a:spLocks xmlns:a="http://schemas.openxmlformats.org/drawingml/2006/main" noGrp="1"/>
          </p:cNvSpPr>
          <p:nvPr/>
        </p:nvSpPr>
        <p:spPr>
          <a:xfrm xmlns:a="http://schemas.openxmlformats.org/drawingml/2006/main">
            <a:off x="5259070" y="3136635"/>
            <a:ext cx="1298487" cy="332284"/>
          </a:xfrm>
          <a:custGeom xmlns:a="http://schemas.openxmlformats.org/drawingml/2006/main">
            <a:pathLst>
              <a:path w="1402366" h="358866">
                <a:moveTo>
                  <a:pt x="0" y="0"/>
                </a:moveTo>
                <a:lnTo>
                  <a:pt x="11686" y="71753"/>
                </a:lnTo>
                <a:lnTo>
                  <a:pt x="23373" y="133457"/>
                </a:lnTo>
                <a:lnTo>
                  <a:pt x="46746" y="208698"/>
                </a:lnTo>
                <a:lnTo>
                  <a:pt x="58432" y="227676"/>
                </a:lnTo>
                <a:lnTo>
                  <a:pt x="93491" y="245508"/>
                </a:lnTo>
                <a:lnTo>
                  <a:pt x="116864" y="244527"/>
                </a:lnTo>
                <a:lnTo>
                  <a:pt x="175296" y="262593"/>
                </a:lnTo>
                <a:lnTo>
                  <a:pt x="233728" y="294607"/>
                </a:lnTo>
                <a:lnTo>
                  <a:pt x="350591" y="323203"/>
                </a:lnTo>
                <a:lnTo>
                  <a:pt x="467455" y="322798"/>
                </a:lnTo>
                <a:lnTo>
                  <a:pt x="701183" y="337023"/>
                </a:lnTo>
                <a:lnTo>
                  <a:pt x="934910" y="358866"/>
                </a:lnTo>
                <a:lnTo>
                  <a:pt x="1402366" y="332180"/>
                </a:lnTo>
              </a:path>
            </a:pathLst>
          </a:custGeom>
          <a:noFill xmlns:a="http://schemas.openxmlformats.org/drawingml/2006/main"/>
          <a:ln xmlns:a="http://schemas.openxmlformats.org/drawingml/2006/main" w="15875">
            <a:solidFill>
              <a:srgbClr val="2C5EAA"/>
            </a:solidFill>
            <a:prstDash val="solid"/>
          </a:ln>
        </p:spPr>
      </p:sp>
      <p:sp>
        <p:nvSpPr>
          <p:cNvPr id="35" name="Editable chart path">
            <a:extLst xmlns:a="http://schemas.openxmlformats.org/drawingml/2006/main">
              <a:ext uri="{FF2B5EF4-FFF2-40B4-BE49-F238E27FC236}">
                <a16:creationId xmlns:a16="http://schemas.microsoft.com/office/drawing/2014/main" id="{F17178E2-26D6-405C-99B5-DE12ACDF43DE}"/>
              </a:ext>
            </a:extLst>
          </p:cNvPr>
          <p:cNvSpPr>
            <a:spLocks xmlns:a="http://schemas.openxmlformats.org/drawingml/2006/main" noGrp="1"/>
          </p:cNvSpPr>
          <p:nvPr/>
        </p:nvSpPr>
        <p:spPr>
          <a:xfrm xmlns:a="http://schemas.openxmlformats.org/drawingml/2006/main">
            <a:off x="5661031" y="3759538"/>
            <a:ext cx="61736" cy="6173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C0453C"/>
          </a:solidFill>
          <a:ln xmlns:a="http://schemas.openxmlformats.org/drawingml/2006/main" w="8819">
            <a:solidFill>
              <a:srgbClr val="C0453C"/>
            </a:solidFill>
            <a:prstDash val="solid"/>
          </a:ln>
        </p:spPr>
      </p:sp>
      <p:sp>
        <p:nvSpPr>
          <p:cNvPr id="36" name="Editable chart path">
            <a:extLst xmlns:a="http://schemas.openxmlformats.org/drawingml/2006/main">
              <a:ext uri="{FF2B5EF4-FFF2-40B4-BE49-F238E27FC236}">
                <a16:creationId xmlns:a16="http://schemas.microsoft.com/office/drawing/2014/main" id="{DE74CE15-83A0-4491-9A53-B25B4CA8EEAC}"/>
              </a:ext>
            </a:extLst>
          </p:cNvPr>
          <p:cNvSpPr>
            <a:spLocks xmlns:a="http://schemas.openxmlformats.org/drawingml/2006/main" noGrp="1"/>
          </p:cNvSpPr>
          <p:nvPr/>
        </p:nvSpPr>
        <p:spPr>
          <a:xfrm xmlns:a="http://schemas.openxmlformats.org/drawingml/2006/main">
            <a:off x="5259070" y="4321969"/>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7056">
            <a:solidFill>
              <a:srgbClr val="E4EAF4"/>
            </a:solidFill>
            <a:prstDash val="solid"/>
          </a:ln>
        </p:spPr>
      </p:sp>
      <p:sp>
        <p:nvSpPr>
          <p:cNvPr id="37" name="">
            <a:extLst xmlns:a="http://schemas.openxmlformats.org/drawingml/2006/main">
              <a:ext uri="{FF2B5EF4-FFF2-40B4-BE49-F238E27FC236}">
                <a16:creationId xmlns:a16="http://schemas.microsoft.com/office/drawing/2014/main" id="{C79891BC-5541-434F-9737-A7CB63189440}"/>
              </a:ext>
            </a:extLst>
          </p:cNvPr>
          <p:cNvSpPr>
            <a:spLocks xmlns:a="http://schemas.openxmlformats.org/drawingml/2006/main" noGrp="1"/>
          </p:cNvSpPr>
          <p:nvPr/>
        </p:nvSpPr>
        <p:spPr>
          <a:xfrm xmlns:a="http://schemas.openxmlformats.org/drawingml/2006/main" rot="0">
            <a:off x="6579198" y="3671132"/>
            <a:ext cx="29537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Abs.</a:t>
            </a:r>
          </a:p>
        </p:txBody>
      </p:sp>
      <p:sp>
        <p:nvSpPr>
          <p:cNvPr id="38" name="">
            <a:extLst xmlns:a="http://schemas.openxmlformats.org/drawingml/2006/main">
              <a:ext uri="{FF2B5EF4-FFF2-40B4-BE49-F238E27FC236}">
                <a16:creationId xmlns:a16="http://schemas.microsoft.com/office/drawing/2014/main" id="{C316820E-D96E-450A-8F6E-131C00C563B5}"/>
              </a:ext>
            </a:extLst>
          </p:cNvPr>
          <p:cNvSpPr>
            <a:spLocks xmlns:a="http://schemas.openxmlformats.org/drawingml/2006/main" noGrp="1"/>
          </p:cNvSpPr>
          <p:nvPr/>
        </p:nvSpPr>
        <p:spPr>
          <a:xfrm xmlns:a="http://schemas.openxmlformats.org/drawingml/2006/main" rot="0">
            <a:off x="6579198" y="3346419"/>
            <a:ext cx="40900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2C5EAA"/>
                </a:solidFill>
                <a:latin typeface="Poppins"/>
                <a:ea typeface="Poppins"/>
                <a:cs typeface="Poppins"/>
              </a:defRPr>
            </a:defPPr>
            <a:lvl1pPr>
              <a:defRPr sz="1100" b="0">
                <a:solidFill>
                  <a:srgbClr val="2C5EAA"/>
                </a:solidFill>
                <a:latin typeface="Poppins"/>
                <a:ea typeface="Poppins"/>
                <a:cs typeface="Poppins"/>
              </a:defRPr>
            </a:lvl1pPr>
            <a:lvl2pPr>
              <a:defRPr sz="1100" b="0">
                <a:solidFill>
                  <a:srgbClr val="2C5EAA"/>
                </a:solidFill>
                <a:latin typeface="Poppins"/>
                <a:ea typeface="Poppins"/>
                <a:cs typeface="Poppins"/>
              </a:defRPr>
            </a:lvl2pPr>
            <a:lvl3pPr>
              <a:defRPr sz="1100" b="0">
                <a:solidFill>
                  <a:srgbClr val="2C5EAA"/>
                </a:solidFill>
                <a:latin typeface="Poppins"/>
                <a:ea typeface="Poppins"/>
                <a:cs typeface="Poppins"/>
              </a:defRPr>
            </a:lvl3pPr>
            <a:lvl4pPr>
              <a:defRPr sz="1100" b="0">
                <a:solidFill>
                  <a:srgbClr val="2C5EAA"/>
                </a:solidFill>
                <a:latin typeface="Poppins"/>
                <a:ea typeface="Poppins"/>
                <a:cs typeface="Poppins"/>
              </a:defRPr>
            </a:lvl4pPr>
            <a:lvl5pPr>
              <a:defRPr sz="1100" b="0">
                <a:solidFill>
                  <a:srgbClr val="2C5EAA"/>
                </a:solidFill>
                <a:latin typeface="Poppins"/>
                <a:ea typeface="Poppins"/>
                <a:cs typeface="Poppins"/>
              </a:defRPr>
            </a:lvl5pPr>
            <a:lvl6pPr>
              <a:defRPr sz="1100" b="0">
                <a:solidFill>
                  <a:srgbClr val="2C5EAA"/>
                </a:solidFill>
                <a:latin typeface="Poppins"/>
                <a:ea typeface="Poppins"/>
                <a:cs typeface="Poppins"/>
              </a:defRPr>
            </a:lvl6pPr>
            <a:lvl7pPr>
              <a:defRPr sz="1100" b="0">
                <a:solidFill>
                  <a:srgbClr val="2C5EAA"/>
                </a:solidFill>
                <a:latin typeface="Poppins"/>
                <a:ea typeface="Poppins"/>
                <a:cs typeface="Poppins"/>
              </a:defRPr>
            </a:lvl7pPr>
            <a:lvl8pPr>
              <a:defRPr sz="1100" b="0">
                <a:solidFill>
                  <a:srgbClr val="2C5EAA"/>
                </a:solidFill>
                <a:latin typeface="Poppins"/>
                <a:ea typeface="Poppins"/>
                <a:cs typeface="Poppins"/>
              </a:defRPr>
            </a:lvl8pPr>
            <a:lvl9pPr>
              <a:defRPr sz="1100" b="0">
                <a:solidFill>
                  <a:srgbClr val="2C5EAA"/>
                </a:solidFill>
                <a:latin typeface="Poppins"/>
                <a:ea typeface="Poppins"/>
                <a:cs typeface="Poppins"/>
              </a:defRPr>
            </a:lvl9pPr>
          </a:lstStyle>
          <a:p xmlns:a="http://schemas.openxmlformats.org/drawingml/2006/main">
            <a:pPr>
              <a:defRPr sz="1100" b="0">
                <a:solidFill>
                  <a:srgbClr val="2C5EAA"/>
                </a:solidFill>
                <a:latin typeface="Poppins"/>
                <a:ea typeface="Poppins"/>
                <a:cs typeface="Poppins"/>
              </a:defRPr>
            </a:pPr>
            <a:r>
              <a:rPr sz="1100" b="0">
                <a:solidFill>
                  <a:srgbClr val="2C5EAA"/>
                </a:solidFill>
                <a:latin typeface="Poppins"/>
                <a:ea typeface="Poppins"/>
                <a:cs typeface="Poppins"/>
              </a:rPr>
              <a:t>Share</a:t>
            </a:r>
          </a:p>
        </p:txBody>
      </p:sp>
      <p:sp>
        <p:nvSpPr>
          <p:cNvPr id="39" name="">
            <a:extLst xmlns:a="http://schemas.openxmlformats.org/drawingml/2006/main">
              <a:ext uri="{FF2B5EF4-FFF2-40B4-BE49-F238E27FC236}">
                <a16:creationId xmlns:a16="http://schemas.microsoft.com/office/drawing/2014/main" id="{B13DE121-1D61-43E7-A6D0-987AEAB4F341}"/>
              </a:ext>
            </a:extLst>
          </p:cNvPr>
          <p:cNvSpPr>
            <a:spLocks xmlns:a="http://schemas.openxmlformats.org/drawingml/2006/main" noGrp="1"/>
          </p:cNvSpPr>
          <p:nvPr/>
        </p:nvSpPr>
        <p:spPr>
          <a:xfrm xmlns:a="http://schemas.openxmlformats.org/drawingml/2006/main" rot="0">
            <a:off x="5438990" y="3964393"/>
            <a:ext cx="46253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−13.2%</a:t>
            </a:r>
          </a:p>
        </p:txBody>
      </p:sp>
      <p:sp>
        <p:nvSpPr>
          <p:cNvPr id="40" name="Editable chart path">
            <a:extLst xmlns:a="http://schemas.openxmlformats.org/drawingml/2006/main">
              <a:ext uri="{FF2B5EF4-FFF2-40B4-BE49-F238E27FC236}">
                <a16:creationId xmlns:a16="http://schemas.microsoft.com/office/drawing/2014/main" id="{639CF199-0D84-43DE-A10B-90253D4D3A62}"/>
              </a:ext>
            </a:extLst>
          </p:cNvPr>
          <p:cNvSpPr>
            <a:spLocks xmlns:a="http://schemas.openxmlformats.org/drawingml/2006/main" noGrp="1"/>
          </p:cNvSpPr>
          <p:nvPr/>
        </p:nvSpPr>
        <p:spPr>
          <a:xfrm xmlns:a="http://schemas.openxmlformats.org/drawingml/2006/main">
            <a:off x="7355840" y="2988469"/>
            <a:ext cx="1709674" cy="1333500"/>
          </a:xfrm>
          <a:custGeom xmlns:a="http://schemas.openxmlformats.org/drawingml/2006/main">
            <a:pathLst>
              <a:path w="1846448" h="1440180">
                <a:moveTo>
                  <a:pt x="0" y="1440180"/>
                </a:moveTo>
                <a:lnTo>
                  <a:pt x="1846448" y="1440180"/>
                </a:lnTo>
                <a:lnTo>
                  <a:pt x="1846448" y="0"/>
                </a:lnTo>
                <a:lnTo>
                  <a:pt x="0" y="0"/>
                </a:lnTo>
                <a:close/>
              </a:path>
            </a:pathLst>
          </a:custGeom>
          <a:solidFill xmlns:a="http://schemas.openxmlformats.org/drawingml/2006/main">
            <a:srgbClr val="FBFCFE"/>
          </a:solidFill>
          <a:ln xmlns:a="http://schemas.openxmlformats.org/drawingml/2006/main" w="0">
            <a:noFill/>
            <a:prstDash val="solid"/>
          </a:ln>
        </p:spPr>
      </p:sp>
      <p:sp>
        <p:nvSpPr>
          <p:cNvPr id="41" name="">
            <a:extLst xmlns:a="http://schemas.openxmlformats.org/drawingml/2006/main">
              <a:ext uri="{FF2B5EF4-FFF2-40B4-BE49-F238E27FC236}">
                <a16:creationId xmlns:a16="http://schemas.microsoft.com/office/drawing/2014/main" id="{FE57F65E-17FB-49FB-805F-D2964009F9B2}"/>
              </a:ext>
            </a:extLst>
          </p:cNvPr>
          <p:cNvSpPr>
            <a:spLocks xmlns:a="http://schemas.openxmlformats.org/drawingml/2006/main" noGrp="1"/>
          </p:cNvSpPr>
          <p:nvPr/>
        </p:nvSpPr>
        <p:spPr>
          <a:xfrm xmlns:a="http://schemas.openxmlformats.org/drawingml/2006/main" rot="-1500000">
            <a:off x="7383506" y="4404316"/>
            <a:ext cx="24603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42" name="">
            <a:extLst xmlns:a="http://schemas.openxmlformats.org/drawingml/2006/main">
              <a:ext uri="{FF2B5EF4-FFF2-40B4-BE49-F238E27FC236}">
                <a16:creationId xmlns:a16="http://schemas.microsoft.com/office/drawing/2014/main" id="{02F56B7F-246C-4B22-93A7-2D0B3EF9E62F}"/>
              </a:ext>
            </a:extLst>
          </p:cNvPr>
          <p:cNvSpPr>
            <a:spLocks xmlns:a="http://schemas.openxmlformats.org/drawingml/2006/main" noGrp="1"/>
          </p:cNvSpPr>
          <p:nvPr/>
        </p:nvSpPr>
        <p:spPr>
          <a:xfrm xmlns:a="http://schemas.openxmlformats.org/drawingml/2006/main" rot="-1500000">
            <a:off x="7761117" y="4437436"/>
            <a:ext cx="40252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31–60</a:t>
            </a:r>
          </a:p>
        </p:txBody>
      </p:sp>
      <p:sp>
        <p:nvSpPr>
          <p:cNvPr id="43" name="">
            <a:extLst xmlns:a="http://schemas.openxmlformats.org/drawingml/2006/main">
              <a:ext uri="{FF2B5EF4-FFF2-40B4-BE49-F238E27FC236}">
                <a16:creationId xmlns:a16="http://schemas.microsoft.com/office/drawing/2014/main" id="{91C1D035-CB8B-4DC5-BD29-14A652F0076C}"/>
              </a:ext>
            </a:extLst>
          </p:cNvPr>
          <p:cNvSpPr>
            <a:spLocks xmlns:a="http://schemas.openxmlformats.org/drawingml/2006/main" noGrp="1"/>
          </p:cNvSpPr>
          <p:nvPr/>
        </p:nvSpPr>
        <p:spPr>
          <a:xfrm xmlns:a="http://schemas.openxmlformats.org/drawingml/2006/main" rot="-1500000">
            <a:off x="8195663" y="4446482"/>
            <a:ext cx="44519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61–120</a:t>
            </a:r>
          </a:p>
        </p:txBody>
      </p:sp>
      <p:sp>
        <p:nvSpPr>
          <p:cNvPr id="44" name="">
            <a:extLst xmlns:a="http://schemas.openxmlformats.org/drawingml/2006/main">
              <a:ext uri="{FF2B5EF4-FFF2-40B4-BE49-F238E27FC236}">
                <a16:creationId xmlns:a16="http://schemas.microsoft.com/office/drawing/2014/main" id="{0E74F291-A607-4D68-9F60-D5F4EA7874C6}"/>
              </a:ext>
            </a:extLst>
          </p:cNvPr>
          <p:cNvSpPr>
            <a:spLocks xmlns:a="http://schemas.openxmlformats.org/drawingml/2006/main" noGrp="1"/>
          </p:cNvSpPr>
          <p:nvPr/>
        </p:nvSpPr>
        <p:spPr>
          <a:xfrm xmlns:a="http://schemas.openxmlformats.org/drawingml/2006/main" rot="-1500000">
            <a:off x="8727915" y="4414197"/>
            <a:ext cx="29260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&gt;120</a:t>
            </a:r>
          </a:p>
        </p:txBody>
      </p:sp>
      <p:sp>
        <p:nvSpPr>
          <p:cNvPr id="45" name="">
            <a:extLst xmlns:a="http://schemas.openxmlformats.org/drawingml/2006/main">
              <a:ext uri="{FF2B5EF4-FFF2-40B4-BE49-F238E27FC236}">
                <a16:creationId xmlns:a16="http://schemas.microsoft.com/office/drawing/2014/main" id="{CF2B78FE-83FA-44B1-9774-E7FE3E49E5FF}"/>
              </a:ext>
            </a:extLst>
          </p:cNvPr>
          <p:cNvSpPr>
            <a:spLocks xmlns:a="http://schemas.openxmlformats.org/drawingml/2006/main" noGrp="1"/>
          </p:cNvSpPr>
          <p:nvPr/>
        </p:nvSpPr>
        <p:spPr>
          <a:xfrm xmlns:a="http://schemas.openxmlformats.org/drawingml/2006/main" rot="0">
            <a:off x="7421912" y="4764870"/>
            <a:ext cx="157753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Heavy-rain spell (min)</a:t>
            </a:r>
          </a:p>
        </p:txBody>
      </p:sp>
      <p:sp>
        <p:nvSpPr>
          <p:cNvPr id="46" name="Editable chart path">
            <a:extLst xmlns:a="http://schemas.openxmlformats.org/drawingml/2006/main">
              <a:ext uri="{FF2B5EF4-FFF2-40B4-BE49-F238E27FC236}">
                <a16:creationId xmlns:a16="http://schemas.microsoft.com/office/drawing/2014/main" id="{74DFC020-F22A-43DF-9ED1-46E4F67BD9EF}"/>
              </a:ext>
            </a:extLst>
          </p:cNvPr>
          <p:cNvSpPr>
            <a:spLocks xmlns:a="http://schemas.openxmlformats.org/drawingml/2006/main" noGrp="1"/>
          </p:cNvSpPr>
          <p:nvPr/>
        </p:nvSpPr>
        <p:spPr>
          <a:xfrm xmlns:a="http://schemas.openxmlformats.org/drawingml/2006/main">
            <a:off x="7355840" y="4124413"/>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26520FE6-01B1-4EFE-879D-6EE3EF9F5BE2}"/>
              </a:ext>
            </a:extLst>
          </p:cNvPr>
          <p:cNvSpPr>
            <a:spLocks xmlns:a="http://schemas.openxmlformats.org/drawingml/2006/main" noGrp="1"/>
          </p:cNvSpPr>
          <p:nvPr/>
        </p:nvSpPr>
        <p:spPr>
          <a:xfrm xmlns:a="http://schemas.openxmlformats.org/drawingml/2006/main">
            <a:off x="7355840" y="3630524"/>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8BCDAF5B-6408-4C8F-B3A3-30068E619BA0}"/>
              </a:ext>
            </a:extLst>
          </p:cNvPr>
          <p:cNvSpPr>
            <a:spLocks xmlns:a="http://schemas.openxmlformats.org/drawingml/2006/main" noGrp="1"/>
          </p:cNvSpPr>
          <p:nvPr/>
        </p:nvSpPr>
        <p:spPr>
          <a:xfrm xmlns:a="http://schemas.openxmlformats.org/drawingml/2006/main">
            <a:off x="7355840" y="3136635"/>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7D1122F3-B4FA-4557-AA74-859CE3151EED}"/>
              </a:ext>
            </a:extLst>
          </p:cNvPr>
          <p:cNvSpPr>
            <a:spLocks xmlns:a="http://schemas.openxmlformats.org/drawingml/2006/main" noGrp="1"/>
          </p:cNvSpPr>
          <p:nvPr/>
        </p:nvSpPr>
        <p:spPr>
          <a:xfrm xmlns:a="http://schemas.openxmlformats.org/drawingml/2006/main">
            <a:off x="7355840" y="3136635"/>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5A6683"/>
            </a:solidFill>
            <a:prstDash val="solid"/>
          </a:ln>
        </p:spPr>
      </p:sp>
      <p:sp>
        <p:nvSpPr>
          <p:cNvPr id="50" name="Editable chart path">
            <a:extLst xmlns:a="http://schemas.openxmlformats.org/drawingml/2006/main">
              <a:ext uri="{FF2B5EF4-FFF2-40B4-BE49-F238E27FC236}">
                <a16:creationId xmlns:a16="http://schemas.microsoft.com/office/drawing/2014/main" id="{DB99865C-3945-473C-AFA3-DDB215B14B8E}"/>
              </a:ext>
            </a:extLst>
          </p:cNvPr>
          <p:cNvSpPr>
            <a:spLocks xmlns:a="http://schemas.openxmlformats.org/drawingml/2006/main" noGrp="1"/>
          </p:cNvSpPr>
          <p:nvPr/>
        </p:nvSpPr>
        <p:spPr>
          <a:xfrm xmlns:a="http://schemas.openxmlformats.org/drawingml/2006/main">
            <a:off x="7492614" y="3700318"/>
            <a:ext cx="1367739" cy="323531"/>
          </a:xfrm>
          <a:custGeom xmlns:a="http://schemas.openxmlformats.org/drawingml/2006/main">
            <a:pathLst>
              <a:path w="1477158" h="349414">
                <a:moveTo>
                  <a:pt x="0" y="0"/>
                </a:moveTo>
                <a:lnTo>
                  <a:pt x="492386" y="93868"/>
                </a:lnTo>
                <a:lnTo>
                  <a:pt x="984772" y="153872"/>
                </a:lnTo>
                <a:lnTo>
                  <a:pt x="1477158" y="349414"/>
                </a:lnTo>
              </a:path>
            </a:pathLst>
          </a:custGeom>
          <a:noFill xmlns:a="http://schemas.openxmlformats.org/drawingml/2006/main"/>
          <a:ln xmlns:a="http://schemas.openxmlformats.org/drawingml/2006/main" w="15875">
            <a:solidFill>
              <a:srgbClr val="14295B"/>
            </a:solidFill>
            <a:prstDash val="solid"/>
          </a:ln>
        </p:spPr>
      </p:sp>
      <p:sp>
        <p:nvSpPr>
          <p:cNvPr id="51" name="Editable chart path">
            <a:extLst xmlns:a="http://schemas.openxmlformats.org/drawingml/2006/main">
              <a:ext uri="{FF2B5EF4-FFF2-40B4-BE49-F238E27FC236}">
                <a16:creationId xmlns:a16="http://schemas.microsoft.com/office/drawing/2014/main" id="{5727EEF9-30C7-4388-B64D-FF89286FD2BD}"/>
              </a:ext>
            </a:extLst>
          </p:cNvPr>
          <p:cNvSpPr>
            <a:spLocks xmlns:a="http://schemas.openxmlformats.org/drawingml/2006/main" noGrp="1"/>
          </p:cNvSpPr>
          <p:nvPr/>
        </p:nvSpPr>
        <p:spPr>
          <a:xfrm xmlns:a="http://schemas.openxmlformats.org/drawingml/2006/main">
            <a:off x="7355840" y="4321969"/>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7056">
            <a:solidFill>
              <a:srgbClr val="E4EAF4"/>
            </a:solidFill>
            <a:prstDash val="solid"/>
          </a:ln>
        </p:spPr>
      </p:sp>
      <p:sp>
        <p:nvSpPr>
          <p:cNvPr id="52" name="">
            <a:extLst xmlns:a="http://schemas.openxmlformats.org/drawingml/2006/main">
              <a:ext uri="{FF2B5EF4-FFF2-40B4-BE49-F238E27FC236}">
                <a16:creationId xmlns:a16="http://schemas.microsoft.com/office/drawing/2014/main" id="{290ED28F-CD3E-4E34-97DD-2683D024D750}"/>
              </a:ext>
            </a:extLst>
          </p:cNvPr>
          <p:cNvSpPr>
            <a:spLocks xmlns:a="http://schemas.openxmlformats.org/drawingml/2006/main" noGrp="1"/>
          </p:cNvSpPr>
          <p:nvPr/>
        </p:nvSpPr>
        <p:spPr>
          <a:xfrm xmlns:a="http://schemas.openxmlformats.org/drawingml/2006/main" rot="0">
            <a:off x="8120343" y="4112560"/>
            <a:ext cx="47701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−18.0%</a:t>
            </a:r>
          </a:p>
        </p:txBody>
      </p:sp>
      <p:sp>
        <p:nvSpPr>
          <p:cNvPr id="53" name="Editable chart path">
            <a:extLst xmlns:a="http://schemas.openxmlformats.org/drawingml/2006/main">
              <a:ext uri="{FF2B5EF4-FFF2-40B4-BE49-F238E27FC236}">
                <a16:creationId xmlns:a16="http://schemas.microsoft.com/office/drawing/2014/main" id="{A656E7A5-08A5-4B35-B5AE-5DDEF4A8ED26}"/>
              </a:ext>
            </a:extLst>
          </p:cNvPr>
          <p:cNvSpPr>
            <a:spLocks xmlns:a="http://schemas.openxmlformats.org/drawingml/2006/main" noGrp="1"/>
          </p:cNvSpPr>
          <p:nvPr/>
        </p:nvSpPr>
        <p:spPr>
          <a:xfrm xmlns:a="http://schemas.openxmlformats.org/drawingml/2006/main">
            <a:off x="7492614" y="3618123"/>
            <a:ext cx="95" cy="162875"/>
          </a:xfrm>
          <a:custGeom xmlns:a="http://schemas.openxmlformats.org/drawingml/2006/main">
            <a:pathLst>
              <a:path w="95" h="175905">
                <a:moveTo>
                  <a:pt x="0" y="175905"/>
                </a:moveTo>
                <a:lnTo>
                  <a:pt x="0" y="0"/>
                </a:lnTo>
              </a:path>
            </a:pathLst>
          </a:custGeom>
          <a:noFill xmlns:a="http://schemas.openxmlformats.org/drawingml/2006/main"/>
          <a:ln xmlns:a="http://schemas.openxmlformats.org/drawingml/2006/main" w="14111">
            <a:solidFill>
              <a:srgbClr val="14295B"/>
            </a:solidFill>
            <a:prstDash val="solid"/>
          </a:ln>
        </p:spPr>
      </p:sp>
      <p:sp>
        <p:nvSpPr>
          <p:cNvPr id="54" name="Editable chart path">
            <a:extLst xmlns:a="http://schemas.openxmlformats.org/drawingml/2006/main">
              <a:ext uri="{FF2B5EF4-FFF2-40B4-BE49-F238E27FC236}">
                <a16:creationId xmlns:a16="http://schemas.microsoft.com/office/drawing/2014/main" id="{510A367C-86D3-4318-873E-A0107E44804E}"/>
              </a:ext>
            </a:extLst>
          </p:cNvPr>
          <p:cNvSpPr>
            <a:spLocks xmlns:a="http://schemas.openxmlformats.org/drawingml/2006/main" noGrp="1"/>
          </p:cNvSpPr>
          <p:nvPr/>
        </p:nvSpPr>
        <p:spPr>
          <a:xfrm xmlns:a="http://schemas.openxmlformats.org/drawingml/2006/main">
            <a:off x="7457336" y="3780998"/>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55" name="Editable chart path">
            <a:extLst xmlns:a="http://schemas.openxmlformats.org/drawingml/2006/main">
              <a:ext uri="{FF2B5EF4-FFF2-40B4-BE49-F238E27FC236}">
                <a16:creationId xmlns:a16="http://schemas.microsoft.com/office/drawing/2014/main" id="{C7984543-B950-4AF2-9B86-0C3CA6768B88}"/>
              </a:ext>
            </a:extLst>
          </p:cNvPr>
          <p:cNvSpPr>
            <a:spLocks xmlns:a="http://schemas.openxmlformats.org/drawingml/2006/main" noGrp="1"/>
          </p:cNvSpPr>
          <p:nvPr/>
        </p:nvSpPr>
        <p:spPr>
          <a:xfrm xmlns:a="http://schemas.openxmlformats.org/drawingml/2006/main">
            <a:off x="7457336" y="3618123"/>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56" name="Editable chart path">
            <a:extLst xmlns:a="http://schemas.openxmlformats.org/drawingml/2006/main">
              <a:ext uri="{FF2B5EF4-FFF2-40B4-BE49-F238E27FC236}">
                <a16:creationId xmlns:a16="http://schemas.microsoft.com/office/drawing/2014/main" id="{72525896-A809-4BB5-BDD5-BA6052F2187C}"/>
              </a:ext>
            </a:extLst>
          </p:cNvPr>
          <p:cNvSpPr>
            <a:spLocks xmlns:a="http://schemas.openxmlformats.org/drawingml/2006/main" noGrp="1"/>
          </p:cNvSpPr>
          <p:nvPr/>
        </p:nvSpPr>
        <p:spPr>
          <a:xfrm xmlns:a="http://schemas.openxmlformats.org/drawingml/2006/main">
            <a:off x="7948527" y="3705938"/>
            <a:ext cx="95" cy="161077"/>
          </a:xfrm>
          <a:custGeom xmlns:a="http://schemas.openxmlformats.org/drawingml/2006/main">
            <a:pathLst>
              <a:path w="95" h="173963">
                <a:moveTo>
                  <a:pt x="0" y="173963"/>
                </a:moveTo>
                <a:lnTo>
                  <a:pt x="0" y="0"/>
                </a:lnTo>
              </a:path>
            </a:pathLst>
          </a:custGeom>
          <a:noFill xmlns:a="http://schemas.openxmlformats.org/drawingml/2006/main"/>
          <a:ln xmlns:a="http://schemas.openxmlformats.org/drawingml/2006/main" w="14111">
            <a:solidFill>
              <a:srgbClr val="14295B"/>
            </a:solidFill>
            <a:prstDash val="solid"/>
          </a:ln>
        </p:spPr>
      </p:sp>
      <p:sp>
        <p:nvSpPr>
          <p:cNvPr id="57" name="Editable chart path">
            <a:extLst xmlns:a="http://schemas.openxmlformats.org/drawingml/2006/main">
              <a:ext uri="{FF2B5EF4-FFF2-40B4-BE49-F238E27FC236}">
                <a16:creationId xmlns:a16="http://schemas.microsoft.com/office/drawing/2014/main" id="{F8D8829A-E0E9-48F9-BF73-15A5118654E1}"/>
              </a:ext>
            </a:extLst>
          </p:cNvPr>
          <p:cNvSpPr>
            <a:spLocks xmlns:a="http://schemas.openxmlformats.org/drawingml/2006/main" noGrp="1"/>
          </p:cNvSpPr>
          <p:nvPr/>
        </p:nvSpPr>
        <p:spPr>
          <a:xfrm xmlns:a="http://schemas.openxmlformats.org/drawingml/2006/main">
            <a:off x="7913249" y="3867015"/>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58" name="Editable chart path">
            <a:extLst xmlns:a="http://schemas.openxmlformats.org/drawingml/2006/main">
              <a:ext uri="{FF2B5EF4-FFF2-40B4-BE49-F238E27FC236}">
                <a16:creationId xmlns:a16="http://schemas.microsoft.com/office/drawing/2014/main" id="{23EE9F3B-206A-423F-93FB-FB04B0D1E00E}"/>
              </a:ext>
            </a:extLst>
          </p:cNvPr>
          <p:cNvSpPr>
            <a:spLocks xmlns:a="http://schemas.openxmlformats.org/drawingml/2006/main" noGrp="1"/>
          </p:cNvSpPr>
          <p:nvPr/>
        </p:nvSpPr>
        <p:spPr>
          <a:xfrm xmlns:a="http://schemas.openxmlformats.org/drawingml/2006/main">
            <a:off x="7913249" y="3705938"/>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59" name="Editable chart path">
            <a:extLst xmlns:a="http://schemas.openxmlformats.org/drawingml/2006/main">
              <a:ext uri="{FF2B5EF4-FFF2-40B4-BE49-F238E27FC236}">
                <a16:creationId xmlns:a16="http://schemas.microsoft.com/office/drawing/2014/main" id="{A276A472-05B6-4C51-90ED-7D4E2F3EAD03}"/>
              </a:ext>
            </a:extLst>
          </p:cNvPr>
          <p:cNvSpPr>
            <a:spLocks xmlns:a="http://schemas.openxmlformats.org/drawingml/2006/main" noGrp="1"/>
          </p:cNvSpPr>
          <p:nvPr/>
        </p:nvSpPr>
        <p:spPr>
          <a:xfrm xmlns:a="http://schemas.openxmlformats.org/drawingml/2006/main">
            <a:off x="8404440" y="3709824"/>
            <a:ext cx="95" cy="261886"/>
          </a:xfrm>
          <a:custGeom xmlns:a="http://schemas.openxmlformats.org/drawingml/2006/main">
            <a:pathLst>
              <a:path w="95" h="282836">
                <a:moveTo>
                  <a:pt x="0" y="282836"/>
                </a:moveTo>
                <a:lnTo>
                  <a:pt x="0" y="0"/>
                </a:lnTo>
              </a:path>
            </a:pathLst>
          </a:custGeom>
          <a:noFill xmlns:a="http://schemas.openxmlformats.org/drawingml/2006/main"/>
          <a:ln xmlns:a="http://schemas.openxmlformats.org/drawingml/2006/main" w="14111">
            <a:solidFill>
              <a:srgbClr val="14295B"/>
            </a:solidFill>
            <a:prstDash val="solid"/>
          </a:ln>
        </p:spPr>
      </p:sp>
      <p:sp>
        <p:nvSpPr>
          <p:cNvPr id="60" name="Editable chart path">
            <a:extLst xmlns:a="http://schemas.openxmlformats.org/drawingml/2006/main">
              <a:ext uri="{FF2B5EF4-FFF2-40B4-BE49-F238E27FC236}">
                <a16:creationId xmlns:a16="http://schemas.microsoft.com/office/drawing/2014/main" id="{44CD8737-D564-4B4A-8423-F3AD9ADEAFA2}"/>
              </a:ext>
            </a:extLst>
          </p:cNvPr>
          <p:cNvSpPr>
            <a:spLocks xmlns:a="http://schemas.openxmlformats.org/drawingml/2006/main" noGrp="1"/>
          </p:cNvSpPr>
          <p:nvPr/>
        </p:nvSpPr>
        <p:spPr>
          <a:xfrm xmlns:a="http://schemas.openxmlformats.org/drawingml/2006/main">
            <a:off x="8369162" y="3971710"/>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61" name="Editable chart path">
            <a:extLst xmlns:a="http://schemas.openxmlformats.org/drawingml/2006/main">
              <a:ext uri="{FF2B5EF4-FFF2-40B4-BE49-F238E27FC236}">
                <a16:creationId xmlns:a16="http://schemas.microsoft.com/office/drawing/2014/main" id="{37602F92-FB7C-4B67-90BE-2BFAA8EA9307}"/>
              </a:ext>
            </a:extLst>
          </p:cNvPr>
          <p:cNvSpPr>
            <a:spLocks xmlns:a="http://schemas.openxmlformats.org/drawingml/2006/main" noGrp="1"/>
          </p:cNvSpPr>
          <p:nvPr/>
        </p:nvSpPr>
        <p:spPr>
          <a:xfrm xmlns:a="http://schemas.openxmlformats.org/drawingml/2006/main">
            <a:off x="8369162" y="3709824"/>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62" name="Editable chart path">
            <a:extLst xmlns:a="http://schemas.openxmlformats.org/drawingml/2006/main">
              <a:ext uri="{FF2B5EF4-FFF2-40B4-BE49-F238E27FC236}">
                <a16:creationId xmlns:a16="http://schemas.microsoft.com/office/drawing/2014/main" id="{79AA7671-F9D3-41A5-A3AD-2058498CC877}"/>
              </a:ext>
            </a:extLst>
          </p:cNvPr>
          <p:cNvSpPr>
            <a:spLocks xmlns:a="http://schemas.openxmlformats.org/drawingml/2006/main" noGrp="1"/>
          </p:cNvSpPr>
          <p:nvPr/>
        </p:nvSpPr>
        <p:spPr>
          <a:xfrm xmlns:a="http://schemas.openxmlformats.org/drawingml/2006/main">
            <a:off x="8860353" y="3856081"/>
            <a:ext cx="95" cy="328866"/>
          </a:xfrm>
          <a:custGeom xmlns:a="http://schemas.openxmlformats.org/drawingml/2006/main">
            <a:pathLst>
              <a:path w="95" h="355176">
                <a:moveTo>
                  <a:pt x="0" y="355176"/>
                </a:moveTo>
                <a:lnTo>
                  <a:pt x="0" y="0"/>
                </a:lnTo>
              </a:path>
            </a:pathLst>
          </a:custGeom>
          <a:noFill xmlns:a="http://schemas.openxmlformats.org/drawingml/2006/main"/>
          <a:ln xmlns:a="http://schemas.openxmlformats.org/drawingml/2006/main" w="14111">
            <a:solidFill>
              <a:srgbClr val="C0453C"/>
            </a:solidFill>
            <a:prstDash val="solid"/>
          </a:ln>
        </p:spPr>
      </p:sp>
      <p:sp>
        <p:nvSpPr>
          <p:cNvPr id="63" name="Editable chart path">
            <a:extLst xmlns:a="http://schemas.openxmlformats.org/drawingml/2006/main">
              <a:ext uri="{FF2B5EF4-FFF2-40B4-BE49-F238E27FC236}">
                <a16:creationId xmlns:a16="http://schemas.microsoft.com/office/drawing/2014/main" id="{DE3F7DC0-131D-4961-9777-0F66BB30DB21}"/>
              </a:ext>
            </a:extLst>
          </p:cNvPr>
          <p:cNvSpPr>
            <a:spLocks xmlns:a="http://schemas.openxmlformats.org/drawingml/2006/main" noGrp="1"/>
          </p:cNvSpPr>
          <p:nvPr/>
        </p:nvSpPr>
        <p:spPr>
          <a:xfrm xmlns:a="http://schemas.openxmlformats.org/drawingml/2006/main">
            <a:off x="8825075" y="4184947"/>
            <a:ext cx="70556" cy="95"/>
          </a:xfrm>
          <a:custGeom xmlns:a="http://schemas.openxmlformats.org/drawingml/2006/main">
            <a:pathLst>
              <a:path w="76200" h="95">
                <a:moveTo>
                  <a:pt x="76200" y="0"/>
                </a:moveTo>
                <a:lnTo>
                  <a:pt x="0" y="0"/>
                </a:lnTo>
              </a:path>
            </a:pathLst>
          </a:custGeom>
          <a:solidFill xmlns:a="http://schemas.openxmlformats.org/drawingml/2006/main">
            <a:srgbClr val="C0453C"/>
          </a:solidFill>
          <a:ln xmlns:a="http://schemas.openxmlformats.org/drawingml/2006/main" w="8819">
            <a:solidFill>
              <a:srgbClr val="C0453C"/>
            </a:solidFill>
            <a:prstDash val="solid"/>
          </a:ln>
        </p:spPr>
      </p:sp>
      <p:sp>
        <p:nvSpPr>
          <p:cNvPr id="64" name="Editable chart path">
            <a:extLst xmlns:a="http://schemas.openxmlformats.org/drawingml/2006/main">
              <a:ext uri="{FF2B5EF4-FFF2-40B4-BE49-F238E27FC236}">
                <a16:creationId xmlns:a16="http://schemas.microsoft.com/office/drawing/2014/main" id="{58B5CCCF-F1FF-45A6-93D3-7369A7BA67FA}"/>
              </a:ext>
            </a:extLst>
          </p:cNvPr>
          <p:cNvSpPr>
            <a:spLocks xmlns:a="http://schemas.openxmlformats.org/drawingml/2006/main" noGrp="1"/>
          </p:cNvSpPr>
          <p:nvPr/>
        </p:nvSpPr>
        <p:spPr>
          <a:xfrm xmlns:a="http://schemas.openxmlformats.org/drawingml/2006/main">
            <a:off x="8825075" y="3856081"/>
            <a:ext cx="70556" cy="95"/>
          </a:xfrm>
          <a:custGeom xmlns:a="http://schemas.openxmlformats.org/drawingml/2006/main">
            <a:pathLst>
              <a:path w="76200" h="95">
                <a:moveTo>
                  <a:pt x="76200" y="0"/>
                </a:moveTo>
                <a:lnTo>
                  <a:pt x="0" y="0"/>
                </a:lnTo>
              </a:path>
            </a:pathLst>
          </a:custGeom>
          <a:solidFill xmlns:a="http://schemas.openxmlformats.org/drawingml/2006/main">
            <a:srgbClr val="C0453C"/>
          </a:solidFill>
          <a:ln xmlns:a="http://schemas.openxmlformats.org/drawingml/2006/main" w="8819">
            <a:solidFill>
              <a:srgbClr val="C0453C"/>
            </a:solidFill>
            <a:prstDash val="solid"/>
          </a:ln>
        </p:spPr>
      </p:sp>
      <p:sp>
        <p:nvSpPr>
          <p:cNvPr id="65" name="Editable chart path">
            <a:extLst xmlns:a="http://schemas.openxmlformats.org/drawingml/2006/main">
              <a:ext uri="{FF2B5EF4-FFF2-40B4-BE49-F238E27FC236}">
                <a16:creationId xmlns:a16="http://schemas.microsoft.com/office/drawing/2014/main" id="{5D0FD690-DFB2-425D-AAEB-00D026741109}"/>
              </a:ext>
            </a:extLst>
          </p:cNvPr>
          <p:cNvSpPr>
            <a:spLocks xmlns:a="http://schemas.openxmlformats.org/drawingml/2006/main" noGrp="1"/>
          </p:cNvSpPr>
          <p:nvPr/>
        </p:nvSpPr>
        <p:spPr>
          <a:xfrm xmlns:a="http://schemas.openxmlformats.org/drawingml/2006/main">
            <a:off x="7466156" y="3673860"/>
            <a:ext cx="52917" cy="5291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66" name="Editable chart path">
            <a:extLst xmlns:a="http://schemas.openxmlformats.org/drawingml/2006/main">
              <a:ext uri="{FF2B5EF4-FFF2-40B4-BE49-F238E27FC236}">
                <a16:creationId xmlns:a16="http://schemas.microsoft.com/office/drawing/2014/main" id="{4F9E8E1C-AD88-48C4-B2FE-D02E58443903}"/>
              </a:ext>
            </a:extLst>
          </p:cNvPr>
          <p:cNvSpPr>
            <a:spLocks xmlns:a="http://schemas.openxmlformats.org/drawingml/2006/main" noGrp="1"/>
          </p:cNvSpPr>
          <p:nvPr/>
        </p:nvSpPr>
        <p:spPr>
          <a:xfrm xmlns:a="http://schemas.openxmlformats.org/drawingml/2006/main">
            <a:off x="7922069" y="3760774"/>
            <a:ext cx="52917" cy="5291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67" name="Editable chart path">
            <a:extLst xmlns:a="http://schemas.openxmlformats.org/drawingml/2006/main">
              <a:ext uri="{FF2B5EF4-FFF2-40B4-BE49-F238E27FC236}">
                <a16:creationId xmlns:a16="http://schemas.microsoft.com/office/drawing/2014/main" id="{1109402F-313E-4645-BEA9-B4F6DDF8A184}"/>
              </a:ext>
            </a:extLst>
          </p:cNvPr>
          <p:cNvSpPr>
            <a:spLocks xmlns:a="http://schemas.openxmlformats.org/drawingml/2006/main" noGrp="1"/>
          </p:cNvSpPr>
          <p:nvPr/>
        </p:nvSpPr>
        <p:spPr>
          <a:xfrm xmlns:a="http://schemas.openxmlformats.org/drawingml/2006/main">
            <a:off x="8377982" y="3816334"/>
            <a:ext cx="52917" cy="5291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68" name="Editable chart path">
            <a:extLst xmlns:a="http://schemas.openxmlformats.org/drawingml/2006/main">
              <a:ext uri="{FF2B5EF4-FFF2-40B4-BE49-F238E27FC236}">
                <a16:creationId xmlns:a16="http://schemas.microsoft.com/office/drawing/2014/main" id="{C6664EB7-6D9D-4424-A288-116F18520F7D}"/>
              </a:ext>
            </a:extLst>
          </p:cNvPr>
          <p:cNvSpPr>
            <a:spLocks xmlns:a="http://schemas.openxmlformats.org/drawingml/2006/main" noGrp="1"/>
          </p:cNvSpPr>
          <p:nvPr/>
        </p:nvSpPr>
        <p:spPr>
          <a:xfrm xmlns:a="http://schemas.openxmlformats.org/drawingml/2006/main">
            <a:off x="8833895" y="3997391"/>
            <a:ext cx="52917" cy="5291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C0453C"/>
          </a:solidFill>
          <a:ln xmlns:a="http://schemas.openxmlformats.org/drawingml/2006/main" w="8819">
            <a:solidFill>
              <a:srgbClr val="C0453C"/>
            </a:solidFill>
            <a:prstDash val="solid"/>
          </a:ln>
        </p:spPr>
      </p:sp>
      <p:sp>
        <p:nvSpPr>
          <p:cNvPr id="69" name="Editable chart path">
            <a:extLst xmlns:a="http://schemas.openxmlformats.org/drawingml/2006/main">
              <a:ext uri="{FF2B5EF4-FFF2-40B4-BE49-F238E27FC236}">
                <a16:creationId xmlns:a16="http://schemas.microsoft.com/office/drawing/2014/main" id="{E743189F-B534-4245-B73E-1A249F9BFF1C}"/>
              </a:ext>
            </a:extLst>
          </p:cNvPr>
          <p:cNvSpPr>
            <a:spLocks xmlns:a="http://schemas.openxmlformats.org/drawingml/2006/main" noGrp="1"/>
          </p:cNvSpPr>
          <p:nvPr/>
        </p:nvSpPr>
        <p:spPr>
          <a:xfrm xmlns:a="http://schemas.openxmlformats.org/drawingml/2006/main">
            <a:off x="9452610" y="2988469"/>
            <a:ext cx="1709674" cy="1333500"/>
          </a:xfrm>
          <a:custGeom xmlns:a="http://schemas.openxmlformats.org/drawingml/2006/main">
            <a:pathLst>
              <a:path w="1846448" h="1440180">
                <a:moveTo>
                  <a:pt x="0" y="1440180"/>
                </a:moveTo>
                <a:lnTo>
                  <a:pt x="1846448" y="1440180"/>
                </a:lnTo>
                <a:lnTo>
                  <a:pt x="1846448" y="0"/>
                </a:lnTo>
                <a:lnTo>
                  <a:pt x="0" y="0"/>
                </a:lnTo>
                <a:close/>
              </a:path>
            </a:pathLst>
          </a:custGeom>
          <a:solidFill xmlns:a="http://schemas.openxmlformats.org/drawingml/2006/main">
            <a:srgbClr val="FBFCFE"/>
          </a:solidFill>
          <a:ln xmlns:a="http://schemas.openxmlformats.org/drawingml/2006/main" w="0">
            <a:noFill/>
            <a:prstDash val="solid"/>
          </a:ln>
        </p:spPr>
      </p:sp>
      <p:sp>
        <p:nvSpPr>
          <p:cNvPr id="70" name="">
            <a:extLst xmlns:a="http://schemas.openxmlformats.org/drawingml/2006/main">
              <a:ext uri="{FF2B5EF4-FFF2-40B4-BE49-F238E27FC236}">
                <a16:creationId xmlns:a16="http://schemas.microsoft.com/office/drawing/2014/main" id="{F1F0839A-368C-453F-960C-2A0713D401F0}"/>
              </a:ext>
            </a:extLst>
          </p:cNvPr>
          <p:cNvSpPr>
            <a:spLocks xmlns:a="http://schemas.openxmlformats.org/drawingml/2006/main" noGrp="1"/>
          </p:cNvSpPr>
          <p:nvPr/>
        </p:nvSpPr>
        <p:spPr>
          <a:xfrm xmlns:a="http://schemas.openxmlformats.org/drawingml/2006/main" rot="0">
            <a:off x="9611402" y="4410163"/>
            <a:ext cx="18107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71" name="">
            <a:extLst xmlns:a="http://schemas.openxmlformats.org/drawingml/2006/main">
              <a:ext uri="{FF2B5EF4-FFF2-40B4-BE49-F238E27FC236}">
                <a16:creationId xmlns:a16="http://schemas.microsoft.com/office/drawing/2014/main" id="{2C7126A3-2E2D-438C-A6F5-D9086B6F061F}"/>
              </a:ext>
            </a:extLst>
          </p:cNvPr>
          <p:cNvSpPr>
            <a:spLocks xmlns:a="http://schemas.openxmlformats.org/drawingml/2006/main" noGrp="1"/>
          </p:cNvSpPr>
          <p:nvPr/>
        </p:nvSpPr>
        <p:spPr>
          <a:xfrm xmlns:a="http://schemas.openxmlformats.org/drawingml/2006/main" rot="0">
            <a:off x="10020676" y="4410163"/>
            <a:ext cx="21736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a:t>
            </a:r>
          </a:p>
        </p:txBody>
      </p:sp>
      <p:sp>
        <p:nvSpPr>
          <p:cNvPr id="72" name="">
            <a:extLst xmlns:a="http://schemas.openxmlformats.org/drawingml/2006/main">
              <a:ext uri="{FF2B5EF4-FFF2-40B4-BE49-F238E27FC236}">
                <a16:creationId xmlns:a16="http://schemas.microsoft.com/office/drawing/2014/main" id="{1AA0A057-30E8-4710-8033-2758EAE75600}"/>
              </a:ext>
            </a:extLst>
          </p:cNvPr>
          <p:cNvSpPr>
            <a:spLocks xmlns:a="http://schemas.openxmlformats.org/drawingml/2006/main" noGrp="1"/>
          </p:cNvSpPr>
          <p:nvPr/>
        </p:nvSpPr>
        <p:spPr>
          <a:xfrm xmlns:a="http://schemas.openxmlformats.org/drawingml/2006/main" rot="0">
            <a:off x="10444189" y="4410163"/>
            <a:ext cx="22517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180</a:t>
            </a:r>
          </a:p>
        </p:txBody>
      </p:sp>
      <p:sp>
        <p:nvSpPr>
          <p:cNvPr id="73" name="">
            <a:extLst xmlns:a="http://schemas.openxmlformats.org/drawingml/2006/main">
              <a:ext uri="{FF2B5EF4-FFF2-40B4-BE49-F238E27FC236}">
                <a16:creationId xmlns:a16="http://schemas.microsoft.com/office/drawing/2014/main" id="{12F78892-45C1-461E-8593-15FF849DB0AC}"/>
              </a:ext>
            </a:extLst>
          </p:cNvPr>
          <p:cNvSpPr>
            <a:spLocks xmlns:a="http://schemas.openxmlformats.org/drawingml/2006/main" noGrp="1"/>
          </p:cNvSpPr>
          <p:nvPr/>
        </p:nvSpPr>
        <p:spPr>
          <a:xfrm xmlns:a="http://schemas.openxmlformats.org/drawingml/2006/main" rot="0">
            <a:off x="9696132" y="4641021"/>
            <a:ext cx="122262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Minutes after rain</a:t>
            </a:r>
          </a:p>
        </p:txBody>
      </p:sp>
      <p:sp>
        <p:nvSpPr>
          <p:cNvPr id="74" name="Editable chart path">
            <a:extLst xmlns:a="http://schemas.openxmlformats.org/drawingml/2006/main">
              <a:ext uri="{FF2B5EF4-FFF2-40B4-BE49-F238E27FC236}">
                <a16:creationId xmlns:a16="http://schemas.microsoft.com/office/drawing/2014/main" id="{FB22324A-8D06-4B59-9B28-B1E47390E88E}"/>
              </a:ext>
            </a:extLst>
          </p:cNvPr>
          <p:cNvSpPr>
            <a:spLocks xmlns:a="http://schemas.openxmlformats.org/drawingml/2006/main" noGrp="1"/>
          </p:cNvSpPr>
          <p:nvPr/>
        </p:nvSpPr>
        <p:spPr>
          <a:xfrm xmlns:a="http://schemas.openxmlformats.org/drawingml/2006/main">
            <a:off x="9452610" y="4124413"/>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E4EAF4"/>
            </a:solidFill>
            <a:prstDash val="solid"/>
          </a:ln>
        </p:spPr>
      </p:sp>
      <p:sp>
        <p:nvSpPr>
          <p:cNvPr id="75" name="Editable chart path">
            <a:extLst xmlns:a="http://schemas.openxmlformats.org/drawingml/2006/main">
              <a:ext uri="{FF2B5EF4-FFF2-40B4-BE49-F238E27FC236}">
                <a16:creationId xmlns:a16="http://schemas.microsoft.com/office/drawing/2014/main" id="{7B761A52-5AD4-478A-9C6B-538080E1C124}"/>
              </a:ext>
            </a:extLst>
          </p:cNvPr>
          <p:cNvSpPr>
            <a:spLocks xmlns:a="http://schemas.openxmlformats.org/drawingml/2006/main" noGrp="1"/>
          </p:cNvSpPr>
          <p:nvPr/>
        </p:nvSpPr>
        <p:spPr>
          <a:xfrm xmlns:a="http://schemas.openxmlformats.org/drawingml/2006/main">
            <a:off x="9452610" y="3630524"/>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E4EAF4"/>
            </a:solidFill>
            <a:prstDash val="solid"/>
          </a:ln>
        </p:spPr>
      </p:sp>
      <p:sp>
        <p:nvSpPr>
          <p:cNvPr id="76" name="Editable chart path">
            <a:extLst xmlns:a="http://schemas.openxmlformats.org/drawingml/2006/main">
              <a:ext uri="{FF2B5EF4-FFF2-40B4-BE49-F238E27FC236}">
                <a16:creationId xmlns:a16="http://schemas.microsoft.com/office/drawing/2014/main" id="{6418F40E-F2F3-47AC-809B-7BB059BACAD4}"/>
              </a:ext>
            </a:extLst>
          </p:cNvPr>
          <p:cNvSpPr>
            <a:spLocks xmlns:a="http://schemas.openxmlformats.org/drawingml/2006/main" noGrp="1"/>
          </p:cNvSpPr>
          <p:nvPr/>
        </p:nvSpPr>
        <p:spPr>
          <a:xfrm xmlns:a="http://schemas.openxmlformats.org/drawingml/2006/main">
            <a:off x="9452610" y="3136635"/>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E4EAF4"/>
            </a:solidFill>
            <a:prstDash val="solid"/>
          </a:ln>
        </p:spPr>
      </p:sp>
      <p:sp>
        <p:nvSpPr>
          <p:cNvPr id="77" name="Editable chart path">
            <a:extLst xmlns:a="http://schemas.openxmlformats.org/drawingml/2006/main">
              <a:ext uri="{FF2B5EF4-FFF2-40B4-BE49-F238E27FC236}">
                <a16:creationId xmlns:a16="http://schemas.microsoft.com/office/drawing/2014/main" id="{F0DAB35D-C552-4993-8668-3E63AE953A16}"/>
              </a:ext>
            </a:extLst>
          </p:cNvPr>
          <p:cNvSpPr>
            <a:spLocks xmlns:a="http://schemas.openxmlformats.org/drawingml/2006/main" noGrp="1"/>
          </p:cNvSpPr>
          <p:nvPr/>
        </p:nvSpPr>
        <p:spPr>
          <a:xfrm xmlns:a="http://schemas.openxmlformats.org/drawingml/2006/main">
            <a:off x="9452610" y="3136635"/>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6174">
            <a:solidFill>
              <a:srgbClr val="5A6683"/>
            </a:solidFill>
            <a:prstDash val="solid"/>
          </a:ln>
        </p:spPr>
      </p:sp>
      <p:sp>
        <p:nvSpPr>
          <p:cNvPr id="78" name="Editable chart path">
            <a:extLst xmlns:a="http://schemas.openxmlformats.org/drawingml/2006/main">
              <a:ext uri="{FF2B5EF4-FFF2-40B4-BE49-F238E27FC236}">
                <a16:creationId xmlns:a16="http://schemas.microsoft.com/office/drawing/2014/main" id="{1E868D78-FB62-4AE1-9ABF-42C5830490D7}"/>
              </a:ext>
            </a:extLst>
          </p:cNvPr>
          <p:cNvSpPr>
            <a:spLocks xmlns:a="http://schemas.openxmlformats.org/drawingml/2006/main" noGrp="1"/>
          </p:cNvSpPr>
          <p:nvPr/>
        </p:nvSpPr>
        <p:spPr>
          <a:xfrm xmlns:a="http://schemas.openxmlformats.org/drawingml/2006/main">
            <a:off x="9595083" y="3207556"/>
            <a:ext cx="1068546" cy="192824"/>
          </a:xfrm>
          <a:custGeom xmlns:a="http://schemas.openxmlformats.org/drawingml/2006/main">
            <a:pathLst>
              <a:path w="1154030" h="208249">
                <a:moveTo>
                  <a:pt x="0" y="208249"/>
                </a:moveTo>
                <a:lnTo>
                  <a:pt x="230806" y="86786"/>
                </a:lnTo>
                <a:lnTo>
                  <a:pt x="461612" y="35452"/>
                </a:lnTo>
                <a:lnTo>
                  <a:pt x="692418" y="25317"/>
                </a:lnTo>
                <a:lnTo>
                  <a:pt x="923224" y="12187"/>
                </a:lnTo>
                <a:lnTo>
                  <a:pt x="1154030" y="0"/>
                </a:lnTo>
              </a:path>
            </a:pathLst>
          </a:custGeom>
          <a:noFill xmlns:a="http://schemas.openxmlformats.org/drawingml/2006/main"/>
          <a:ln xmlns:a="http://schemas.openxmlformats.org/drawingml/2006/main" w="13229">
            <a:solidFill>
              <a:srgbClr val="14295B"/>
            </a:solidFill>
            <a:prstDash val="solid"/>
          </a:ln>
        </p:spPr>
      </p:sp>
      <p:sp>
        <p:nvSpPr>
          <p:cNvPr id="79" name="Editable chart path">
            <a:extLst xmlns:a="http://schemas.openxmlformats.org/drawingml/2006/main">
              <a:ext uri="{FF2B5EF4-FFF2-40B4-BE49-F238E27FC236}">
                <a16:creationId xmlns:a16="http://schemas.microsoft.com/office/drawing/2014/main" id="{D25DC62D-05B8-4FAF-8072-D04FDB92586E}"/>
              </a:ext>
            </a:extLst>
          </p:cNvPr>
          <p:cNvSpPr>
            <a:spLocks xmlns:a="http://schemas.openxmlformats.org/drawingml/2006/main" noGrp="1"/>
          </p:cNvSpPr>
          <p:nvPr/>
        </p:nvSpPr>
        <p:spPr>
          <a:xfrm xmlns:a="http://schemas.openxmlformats.org/drawingml/2006/main">
            <a:off x="9595083" y="3095816"/>
            <a:ext cx="1068546" cy="45354"/>
          </a:xfrm>
          <a:custGeom xmlns:a="http://schemas.openxmlformats.org/drawingml/2006/main">
            <a:pathLst>
              <a:path w="1154030" h="48982">
                <a:moveTo>
                  <a:pt x="0" y="48982"/>
                </a:moveTo>
                <a:lnTo>
                  <a:pt x="230806" y="0"/>
                </a:lnTo>
                <a:lnTo>
                  <a:pt x="461612" y="1258"/>
                </a:lnTo>
                <a:lnTo>
                  <a:pt x="692418" y="8302"/>
                </a:lnTo>
                <a:lnTo>
                  <a:pt x="923224" y="19866"/>
                </a:lnTo>
                <a:lnTo>
                  <a:pt x="1154030" y="48244"/>
                </a:lnTo>
              </a:path>
            </a:pathLst>
          </a:custGeom>
          <a:noFill xmlns:a="http://schemas.openxmlformats.org/drawingml/2006/main"/>
          <a:ln xmlns:a="http://schemas.openxmlformats.org/drawingml/2006/main" w="13229">
            <a:solidFill>
              <a:srgbClr val="2C5EAA"/>
            </a:solidFill>
            <a:prstDash val="solid"/>
          </a:ln>
        </p:spPr>
      </p:sp>
      <p:sp>
        <p:nvSpPr>
          <p:cNvPr id="80" name="Editable chart path">
            <a:extLst xmlns:a="http://schemas.openxmlformats.org/drawingml/2006/main">
              <a:ext uri="{FF2B5EF4-FFF2-40B4-BE49-F238E27FC236}">
                <a16:creationId xmlns:a16="http://schemas.microsoft.com/office/drawing/2014/main" id="{42F56392-46A0-4A00-9522-9C1C3D4D9194}"/>
              </a:ext>
            </a:extLst>
          </p:cNvPr>
          <p:cNvSpPr>
            <a:spLocks xmlns:a="http://schemas.openxmlformats.org/drawingml/2006/main" noGrp="1"/>
          </p:cNvSpPr>
          <p:nvPr/>
        </p:nvSpPr>
        <p:spPr>
          <a:xfrm xmlns:a="http://schemas.openxmlformats.org/drawingml/2006/main">
            <a:off x="9452610" y="4321969"/>
            <a:ext cx="1709674" cy="95"/>
          </a:xfrm>
          <a:custGeom xmlns:a="http://schemas.openxmlformats.org/drawingml/2006/main">
            <a:pathLst>
              <a:path w="1846448" h="95">
                <a:moveTo>
                  <a:pt x="0" y="0"/>
                </a:moveTo>
                <a:lnTo>
                  <a:pt x="1846448" y="0"/>
                </a:lnTo>
              </a:path>
            </a:pathLst>
          </a:custGeom>
          <a:noFill xmlns:a="http://schemas.openxmlformats.org/drawingml/2006/main"/>
          <a:ln xmlns:a="http://schemas.openxmlformats.org/drawingml/2006/main" w="7056">
            <a:solidFill>
              <a:srgbClr val="E4EAF4"/>
            </a:solidFill>
            <a:prstDash val="solid"/>
          </a:ln>
        </p:spPr>
      </p:sp>
      <p:sp>
        <p:nvSpPr>
          <p:cNvPr id="81" name="">
            <a:extLst xmlns:a="http://schemas.openxmlformats.org/drawingml/2006/main">
              <a:ext uri="{FF2B5EF4-FFF2-40B4-BE49-F238E27FC236}">
                <a16:creationId xmlns:a16="http://schemas.microsoft.com/office/drawing/2014/main" id="{2534587B-D4D7-45AC-92F0-541BFDEBCEEE}"/>
              </a:ext>
            </a:extLst>
          </p:cNvPr>
          <p:cNvSpPr>
            <a:spLocks xmlns:a="http://schemas.openxmlformats.org/drawingml/2006/main" noGrp="1"/>
          </p:cNvSpPr>
          <p:nvPr/>
        </p:nvSpPr>
        <p:spPr>
          <a:xfrm xmlns:a="http://schemas.openxmlformats.org/drawingml/2006/main" rot="0">
            <a:off x="10741989" y="3208543"/>
            <a:ext cx="29537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Abs.</a:t>
            </a:r>
          </a:p>
        </p:txBody>
      </p:sp>
      <p:sp>
        <p:nvSpPr>
          <p:cNvPr id="82" name="">
            <a:extLst xmlns:a="http://schemas.openxmlformats.org/drawingml/2006/main">
              <a:ext uri="{FF2B5EF4-FFF2-40B4-BE49-F238E27FC236}">
                <a16:creationId xmlns:a16="http://schemas.microsoft.com/office/drawing/2014/main" id="{A770A9FF-FEB4-495D-8CA0-0B1A165B00B6}"/>
              </a:ext>
            </a:extLst>
          </p:cNvPr>
          <p:cNvSpPr>
            <a:spLocks xmlns:a="http://schemas.openxmlformats.org/drawingml/2006/main" noGrp="1"/>
          </p:cNvSpPr>
          <p:nvPr/>
        </p:nvSpPr>
        <p:spPr>
          <a:xfrm xmlns:a="http://schemas.openxmlformats.org/drawingml/2006/main" rot="0">
            <a:off x="10741989" y="2943918"/>
            <a:ext cx="40900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2C5EAA"/>
                </a:solidFill>
                <a:latin typeface="Poppins"/>
                <a:ea typeface="Poppins"/>
                <a:cs typeface="Poppins"/>
              </a:defRPr>
            </a:defPPr>
            <a:lvl1pPr>
              <a:defRPr sz="1100" b="0">
                <a:solidFill>
                  <a:srgbClr val="2C5EAA"/>
                </a:solidFill>
                <a:latin typeface="Poppins"/>
                <a:ea typeface="Poppins"/>
                <a:cs typeface="Poppins"/>
              </a:defRPr>
            </a:lvl1pPr>
            <a:lvl2pPr>
              <a:defRPr sz="1100" b="0">
                <a:solidFill>
                  <a:srgbClr val="2C5EAA"/>
                </a:solidFill>
                <a:latin typeface="Poppins"/>
                <a:ea typeface="Poppins"/>
                <a:cs typeface="Poppins"/>
              </a:defRPr>
            </a:lvl2pPr>
            <a:lvl3pPr>
              <a:defRPr sz="1100" b="0">
                <a:solidFill>
                  <a:srgbClr val="2C5EAA"/>
                </a:solidFill>
                <a:latin typeface="Poppins"/>
                <a:ea typeface="Poppins"/>
                <a:cs typeface="Poppins"/>
              </a:defRPr>
            </a:lvl3pPr>
            <a:lvl4pPr>
              <a:defRPr sz="1100" b="0">
                <a:solidFill>
                  <a:srgbClr val="2C5EAA"/>
                </a:solidFill>
                <a:latin typeface="Poppins"/>
                <a:ea typeface="Poppins"/>
                <a:cs typeface="Poppins"/>
              </a:defRPr>
            </a:lvl4pPr>
            <a:lvl5pPr>
              <a:defRPr sz="1100" b="0">
                <a:solidFill>
                  <a:srgbClr val="2C5EAA"/>
                </a:solidFill>
                <a:latin typeface="Poppins"/>
                <a:ea typeface="Poppins"/>
                <a:cs typeface="Poppins"/>
              </a:defRPr>
            </a:lvl5pPr>
            <a:lvl6pPr>
              <a:defRPr sz="1100" b="0">
                <a:solidFill>
                  <a:srgbClr val="2C5EAA"/>
                </a:solidFill>
                <a:latin typeface="Poppins"/>
                <a:ea typeface="Poppins"/>
                <a:cs typeface="Poppins"/>
              </a:defRPr>
            </a:lvl6pPr>
            <a:lvl7pPr>
              <a:defRPr sz="1100" b="0">
                <a:solidFill>
                  <a:srgbClr val="2C5EAA"/>
                </a:solidFill>
                <a:latin typeface="Poppins"/>
                <a:ea typeface="Poppins"/>
                <a:cs typeface="Poppins"/>
              </a:defRPr>
            </a:lvl7pPr>
            <a:lvl8pPr>
              <a:defRPr sz="1100" b="0">
                <a:solidFill>
                  <a:srgbClr val="2C5EAA"/>
                </a:solidFill>
                <a:latin typeface="Poppins"/>
                <a:ea typeface="Poppins"/>
                <a:cs typeface="Poppins"/>
              </a:defRPr>
            </a:lvl8pPr>
            <a:lvl9pPr>
              <a:defRPr sz="1100" b="0">
                <a:solidFill>
                  <a:srgbClr val="2C5EAA"/>
                </a:solidFill>
                <a:latin typeface="Poppins"/>
                <a:ea typeface="Poppins"/>
                <a:cs typeface="Poppins"/>
              </a:defRPr>
            </a:lvl9pPr>
          </a:lstStyle>
          <a:p xmlns:a="http://schemas.openxmlformats.org/drawingml/2006/main">
            <a:pPr>
              <a:defRPr sz="1100" b="0">
                <a:solidFill>
                  <a:srgbClr val="2C5EAA"/>
                </a:solidFill>
                <a:latin typeface="Poppins"/>
                <a:ea typeface="Poppins"/>
                <a:cs typeface="Poppins"/>
              </a:defRPr>
            </a:pPr>
            <a:r>
              <a:rPr sz="1100" b="0">
                <a:solidFill>
                  <a:srgbClr val="2C5EAA"/>
                </a:solidFill>
                <a:latin typeface="Poppins"/>
                <a:ea typeface="Poppins"/>
                <a:cs typeface="Poppins"/>
              </a:rPr>
              <a:t>Share</a:t>
            </a:r>
          </a:p>
        </p:txBody>
      </p:sp>
      <p:sp>
        <p:nvSpPr>
          <p:cNvPr id="83" name="">
            <a:extLst xmlns:a="http://schemas.openxmlformats.org/drawingml/2006/main">
              <a:ext uri="{FF2B5EF4-FFF2-40B4-BE49-F238E27FC236}">
                <a16:creationId xmlns:a16="http://schemas.microsoft.com/office/drawing/2014/main" id="{FED31172-0945-456E-9E76-553060117FA8}"/>
              </a:ext>
            </a:extLst>
          </p:cNvPr>
          <p:cNvSpPr>
            <a:spLocks xmlns:a="http://schemas.openxmlformats.org/drawingml/2006/main" noGrp="1"/>
          </p:cNvSpPr>
          <p:nvPr/>
        </p:nvSpPr>
        <p:spPr>
          <a:xfrm xmlns:a="http://schemas.openxmlformats.org/drawingml/2006/main" rot="0">
            <a:off x="9384152" y="3569282"/>
            <a:ext cx="42186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−5.3%</a:t>
            </a:r>
          </a:p>
        </p:txBody>
      </p:sp>
      <p:sp>
        <p:nvSpPr>
          <p:cNvPr id="84" name="Editable chart path">
            <a:extLst xmlns:a="http://schemas.openxmlformats.org/drawingml/2006/main">
              <a:ext uri="{FF2B5EF4-FFF2-40B4-BE49-F238E27FC236}">
                <a16:creationId xmlns:a16="http://schemas.microsoft.com/office/drawing/2014/main" id="{7071EA5D-9380-4799-8021-17A1FFAEB582}"/>
              </a:ext>
            </a:extLst>
          </p:cNvPr>
          <p:cNvSpPr>
            <a:spLocks xmlns:a="http://schemas.openxmlformats.org/drawingml/2006/main" noGrp="1"/>
          </p:cNvSpPr>
          <p:nvPr/>
        </p:nvSpPr>
        <p:spPr>
          <a:xfrm xmlns:a="http://schemas.openxmlformats.org/drawingml/2006/main">
            <a:off x="9566588" y="3336506"/>
            <a:ext cx="95" cy="126886"/>
          </a:xfrm>
          <a:custGeom xmlns:a="http://schemas.openxmlformats.org/drawingml/2006/main">
            <a:pathLst>
              <a:path w="95" h="137037">
                <a:moveTo>
                  <a:pt x="0" y="137037"/>
                </a:moveTo>
                <a:lnTo>
                  <a:pt x="0" y="0"/>
                </a:lnTo>
              </a:path>
            </a:pathLst>
          </a:custGeom>
          <a:noFill xmlns:a="http://schemas.openxmlformats.org/drawingml/2006/main"/>
          <a:ln xmlns:a="http://schemas.openxmlformats.org/drawingml/2006/main" w="14111">
            <a:solidFill>
              <a:srgbClr val="C0453C"/>
            </a:solidFill>
            <a:prstDash val="solid"/>
          </a:ln>
        </p:spPr>
      </p:sp>
      <p:sp>
        <p:nvSpPr>
          <p:cNvPr id="85" name="Editable chart path">
            <a:extLst xmlns:a="http://schemas.openxmlformats.org/drawingml/2006/main">
              <a:ext uri="{FF2B5EF4-FFF2-40B4-BE49-F238E27FC236}">
                <a16:creationId xmlns:a16="http://schemas.microsoft.com/office/drawing/2014/main" id="{BD9FABE2-A84D-48BA-B51B-F8C357E79551}"/>
              </a:ext>
            </a:extLst>
          </p:cNvPr>
          <p:cNvSpPr>
            <a:spLocks xmlns:a="http://schemas.openxmlformats.org/drawingml/2006/main" noGrp="1"/>
          </p:cNvSpPr>
          <p:nvPr/>
        </p:nvSpPr>
        <p:spPr>
          <a:xfrm xmlns:a="http://schemas.openxmlformats.org/drawingml/2006/main">
            <a:off x="9531310" y="3463392"/>
            <a:ext cx="70556" cy="95"/>
          </a:xfrm>
          <a:custGeom xmlns:a="http://schemas.openxmlformats.org/drawingml/2006/main">
            <a:pathLst>
              <a:path w="76200" h="95">
                <a:moveTo>
                  <a:pt x="76200" y="0"/>
                </a:moveTo>
                <a:lnTo>
                  <a:pt x="0" y="0"/>
                </a:lnTo>
              </a:path>
            </a:pathLst>
          </a:custGeom>
          <a:solidFill xmlns:a="http://schemas.openxmlformats.org/drawingml/2006/main">
            <a:srgbClr val="C0453C"/>
          </a:solidFill>
          <a:ln xmlns:a="http://schemas.openxmlformats.org/drawingml/2006/main" w="8819">
            <a:solidFill>
              <a:srgbClr val="C0453C"/>
            </a:solidFill>
            <a:prstDash val="solid"/>
          </a:ln>
        </p:spPr>
      </p:sp>
      <p:sp>
        <p:nvSpPr>
          <p:cNvPr id="86" name="Editable chart path">
            <a:extLst xmlns:a="http://schemas.openxmlformats.org/drawingml/2006/main">
              <a:ext uri="{FF2B5EF4-FFF2-40B4-BE49-F238E27FC236}">
                <a16:creationId xmlns:a16="http://schemas.microsoft.com/office/drawing/2014/main" id="{C695D292-0A92-46BD-9753-F6AA68DFE541}"/>
              </a:ext>
            </a:extLst>
          </p:cNvPr>
          <p:cNvSpPr>
            <a:spLocks xmlns:a="http://schemas.openxmlformats.org/drawingml/2006/main" noGrp="1"/>
          </p:cNvSpPr>
          <p:nvPr/>
        </p:nvSpPr>
        <p:spPr>
          <a:xfrm xmlns:a="http://schemas.openxmlformats.org/drawingml/2006/main">
            <a:off x="9531310" y="3336506"/>
            <a:ext cx="70556" cy="95"/>
          </a:xfrm>
          <a:custGeom xmlns:a="http://schemas.openxmlformats.org/drawingml/2006/main">
            <a:pathLst>
              <a:path w="76200" h="95">
                <a:moveTo>
                  <a:pt x="76200" y="0"/>
                </a:moveTo>
                <a:lnTo>
                  <a:pt x="0" y="0"/>
                </a:lnTo>
              </a:path>
            </a:pathLst>
          </a:custGeom>
          <a:solidFill xmlns:a="http://schemas.openxmlformats.org/drawingml/2006/main">
            <a:srgbClr val="C0453C"/>
          </a:solidFill>
          <a:ln xmlns:a="http://schemas.openxmlformats.org/drawingml/2006/main" w="8819">
            <a:solidFill>
              <a:srgbClr val="C0453C"/>
            </a:solidFill>
            <a:prstDash val="solid"/>
          </a:ln>
        </p:spPr>
      </p:sp>
      <p:sp>
        <p:nvSpPr>
          <p:cNvPr id="87" name="Editable chart path">
            <a:extLst xmlns:a="http://schemas.openxmlformats.org/drawingml/2006/main">
              <a:ext uri="{FF2B5EF4-FFF2-40B4-BE49-F238E27FC236}">
                <a16:creationId xmlns:a16="http://schemas.microsoft.com/office/drawing/2014/main" id="{0200176C-FF76-423A-A2A9-4078C4FD1E8D}"/>
              </a:ext>
            </a:extLst>
          </p:cNvPr>
          <p:cNvSpPr>
            <a:spLocks xmlns:a="http://schemas.openxmlformats.org/drawingml/2006/main" noGrp="1"/>
          </p:cNvSpPr>
          <p:nvPr/>
        </p:nvSpPr>
        <p:spPr>
          <a:xfrm xmlns:a="http://schemas.openxmlformats.org/drawingml/2006/main">
            <a:off x="9780298" y="3225354"/>
            <a:ext cx="95" cy="124311"/>
          </a:xfrm>
          <a:custGeom xmlns:a="http://schemas.openxmlformats.org/drawingml/2006/main">
            <a:pathLst>
              <a:path w="95" h="134256">
                <a:moveTo>
                  <a:pt x="0" y="134256"/>
                </a:moveTo>
                <a:lnTo>
                  <a:pt x="0" y="0"/>
                </a:lnTo>
              </a:path>
            </a:pathLst>
          </a:custGeom>
          <a:noFill xmlns:a="http://schemas.openxmlformats.org/drawingml/2006/main"/>
          <a:ln xmlns:a="http://schemas.openxmlformats.org/drawingml/2006/main" w="14111">
            <a:solidFill>
              <a:srgbClr val="14295B"/>
            </a:solidFill>
            <a:prstDash val="solid"/>
          </a:ln>
        </p:spPr>
      </p:sp>
      <p:sp>
        <p:nvSpPr>
          <p:cNvPr id="88" name="Editable chart path">
            <a:extLst xmlns:a="http://schemas.openxmlformats.org/drawingml/2006/main">
              <a:ext uri="{FF2B5EF4-FFF2-40B4-BE49-F238E27FC236}">
                <a16:creationId xmlns:a16="http://schemas.microsoft.com/office/drawing/2014/main" id="{4ECCE947-9D58-44E4-9D1C-B74321F34D6C}"/>
              </a:ext>
            </a:extLst>
          </p:cNvPr>
          <p:cNvSpPr>
            <a:spLocks xmlns:a="http://schemas.openxmlformats.org/drawingml/2006/main" noGrp="1"/>
          </p:cNvSpPr>
          <p:nvPr/>
        </p:nvSpPr>
        <p:spPr>
          <a:xfrm xmlns:a="http://schemas.openxmlformats.org/drawingml/2006/main">
            <a:off x="9745020" y="3349665"/>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89" name="Editable chart path">
            <a:extLst xmlns:a="http://schemas.openxmlformats.org/drawingml/2006/main">
              <a:ext uri="{FF2B5EF4-FFF2-40B4-BE49-F238E27FC236}">
                <a16:creationId xmlns:a16="http://schemas.microsoft.com/office/drawing/2014/main" id="{2EB2FA0D-9F7B-4F8A-BB12-E04E0FD1143A}"/>
              </a:ext>
            </a:extLst>
          </p:cNvPr>
          <p:cNvSpPr>
            <a:spLocks xmlns:a="http://schemas.openxmlformats.org/drawingml/2006/main" noGrp="1"/>
          </p:cNvSpPr>
          <p:nvPr/>
        </p:nvSpPr>
        <p:spPr>
          <a:xfrm xmlns:a="http://schemas.openxmlformats.org/drawingml/2006/main">
            <a:off x="9745020" y="3225354"/>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90" name="Editable chart path">
            <a:extLst xmlns:a="http://schemas.openxmlformats.org/drawingml/2006/main">
              <a:ext uri="{FF2B5EF4-FFF2-40B4-BE49-F238E27FC236}">
                <a16:creationId xmlns:a16="http://schemas.microsoft.com/office/drawing/2014/main" id="{BC31701B-D361-45FB-A6EC-3A2509AD6FA1}"/>
              </a:ext>
            </a:extLst>
          </p:cNvPr>
          <p:cNvSpPr>
            <a:spLocks xmlns:a="http://schemas.openxmlformats.org/drawingml/2006/main" noGrp="1"/>
          </p:cNvSpPr>
          <p:nvPr/>
        </p:nvSpPr>
        <p:spPr>
          <a:xfrm xmlns:a="http://schemas.openxmlformats.org/drawingml/2006/main">
            <a:off x="9994007" y="3177797"/>
            <a:ext cx="95" cy="124370"/>
          </a:xfrm>
          <a:custGeom xmlns:a="http://schemas.openxmlformats.org/drawingml/2006/main">
            <a:pathLst>
              <a:path w="95" h="134319">
                <a:moveTo>
                  <a:pt x="0" y="134319"/>
                </a:moveTo>
                <a:lnTo>
                  <a:pt x="0" y="0"/>
                </a:lnTo>
              </a:path>
            </a:pathLst>
          </a:custGeom>
          <a:noFill xmlns:a="http://schemas.openxmlformats.org/drawingml/2006/main"/>
          <a:ln xmlns:a="http://schemas.openxmlformats.org/drawingml/2006/main" w="14111">
            <a:solidFill>
              <a:srgbClr val="14295B"/>
            </a:solidFill>
            <a:prstDash val="solid"/>
          </a:ln>
        </p:spPr>
      </p:sp>
      <p:sp>
        <p:nvSpPr>
          <p:cNvPr id="91" name="Editable chart path">
            <a:extLst xmlns:a="http://schemas.openxmlformats.org/drawingml/2006/main">
              <a:ext uri="{FF2B5EF4-FFF2-40B4-BE49-F238E27FC236}">
                <a16:creationId xmlns:a16="http://schemas.microsoft.com/office/drawing/2014/main" id="{150DBEE1-411F-4E34-8912-B00CBFB4111B}"/>
              </a:ext>
            </a:extLst>
          </p:cNvPr>
          <p:cNvSpPr>
            <a:spLocks xmlns:a="http://schemas.openxmlformats.org/drawingml/2006/main" noGrp="1"/>
          </p:cNvSpPr>
          <p:nvPr/>
        </p:nvSpPr>
        <p:spPr>
          <a:xfrm xmlns:a="http://schemas.openxmlformats.org/drawingml/2006/main">
            <a:off x="9958729" y="3302166"/>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92" name="Editable chart path">
            <a:extLst xmlns:a="http://schemas.openxmlformats.org/drawingml/2006/main">
              <a:ext uri="{FF2B5EF4-FFF2-40B4-BE49-F238E27FC236}">
                <a16:creationId xmlns:a16="http://schemas.microsoft.com/office/drawing/2014/main" id="{C602249E-4E37-4DDC-ABDA-F34525A6968A}"/>
              </a:ext>
            </a:extLst>
          </p:cNvPr>
          <p:cNvSpPr>
            <a:spLocks xmlns:a="http://schemas.openxmlformats.org/drawingml/2006/main" noGrp="1"/>
          </p:cNvSpPr>
          <p:nvPr/>
        </p:nvSpPr>
        <p:spPr>
          <a:xfrm xmlns:a="http://schemas.openxmlformats.org/drawingml/2006/main">
            <a:off x="9958729" y="3177797"/>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93" name="Editable chart path">
            <a:extLst xmlns:a="http://schemas.openxmlformats.org/drawingml/2006/main">
              <a:ext uri="{FF2B5EF4-FFF2-40B4-BE49-F238E27FC236}">
                <a16:creationId xmlns:a16="http://schemas.microsoft.com/office/drawing/2014/main" id="{54E33860-C0AA-46AA-90AF-C2BB4ACEA090}"/>
              </a:ext>
            </a:extLst>
          </p:cNvPr>
          <p:cNvSpPr>
            <a:spLocks xmlns:a="http://schemas.openxmlformats.org/drawingml/2006/main" noGrp="1"/>
          </p:cNvSpPr>
          <p:nvPr/>
        </p:nvSpPr>
        <p:spPr>
          <a:xfrm xmlns:a="http://schemas.openxmlformats.org/drawingml/2006/main">
            <a:off x="10207716" y="3167846"/>
            <a:ext cx="95" cy="125490"/>
          </a:xfrm>
          <a:custGeom xmlns:a="http://schemas.openxmlformats.org/drawingml/2006/main">
            <a:pathLst>
              <a:path w="95" h="135529">
                <a:moveTo>
                  <a:pt x="0" y="135529"/>
                </a:moveTo>
                <a:lnTo>
                  <a:pt x="0" y="0"/>
                </a:lnTo>
              </a:path>
            </a:pathLst>
          </a:custGeom>
          <a:noFill xmlns:a="http://schemas.openxmlformats.org/drawingml/2006/main"/>
          <a:ln xmlns:a="http://schemas.openxmlformats.org/drawingml/2006/main" w="14111">
            <a:solidFill>
              <a:srgbClr val="14295B"/>
            </a:solidFill>
            <a:prstDash val="solid"/>
          </a:ln>
        </p:spPr>
      </p:sp>
      <p:sp>
        <p:nvSpPr>
          <p:cNvPr id="94" name="Editable chart path">
            <a:extLst xmlns:a="http://schemas.openxmlformats.org/drawingml/2006/main">
              <a:ext uri="{FF2B5EF4-FFF2-40B4-BE49-F238E27FC236}">
                <a16:creationId xmlns:a16="http://schemas.microsoft.com/office/drawing/2014/main" id="{ED84120A-B8B5-44A4-BB48-EA55DDD03174}"/>
              </a:ext>
            </a:extLst>
          </p:cNvPr>
          <p:cNvSpPr>
            <a:spLocks xmlns:a="http://schemas.openxmlformats.org/drawingml/2006/main" noGrp="1"/>
          </p:cNvSpPr>
          <p:nvPr/>
        </p:nvSpPr>
        <p:spPr>
          <a:xfrm xmlns:a="http://schemas.openxmlformats.org/drawingml/2006/main">
            <a:off x="10172438" y="3293337"/>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95" name="Editable chart path">
            <a:extLst xmlns:a="http://schemas.openxmlformats.org/drawingml/2006/main">
              <a:ext uri="{FF2B5EF4-FFF2-40B4-BE49-F238E27FC236}">
                <a16:creationId xmlns:a16="http://schemas.microsoft.com/office/drawing/2014/main" id="{882065CA-773E-49B5-8438-9BC0110ABF00}"/>
              </a:ext>
            </a:extLst>
          </p:cNvPr>
          <p:cNvSpPr>
            <a:spLocks xmlns:a="http://schemas.openxmlformats.org/drawingml/2006/main" noGrp="1"/>
          </p:cNvSpPr>
          <p:nvPr/>
        </p:nvSpPr>
        <p:spPr>
          <a:xfrm xmlns:a="http://schemas.openxmlformats.org/drawingml/2006/main">
            <a:off x="10172438" y="3167846"/>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96" name="Editable chart path">
            <a:extLst xmlns:a="http://schemas.openxmlformats.org/drawingml/2006/main">
              <a:ext uri="{FF2B5EF4-FFF2-40B4-BE49-F238E27FC236}">
                <a16:creationId xmlns:a16="http://schemas.microsoft.com/office/drawing/2014/main" id="{873DF3E5-7073-45BD-83DD-071411B03FF4}"/>
              </a:ext>
            </a:extLst>
          </p:cNvPr>
          <p:cNvSpPr>
            <a:spLocks xmlns:a="http://schemas.openxmlformats.org/drawingml/2006/main" noGrp="1"/>
          </p:cNvSpPr>
          <p:nvPr/>
        </p:nvSpPr>
        <p:spPr>
          <a:xfrm xmlns:a="http://schemas.openxmlformats.org/drawingml/2006/main">
            <a:off x="10421425" y="3156230"/>
            <a:ext cx="95" cy="124422"/>
          </a:xfrm>
          <a:custGeom xmlns:a="http://schemas.openxmlformats.org/drawingml/2006/main">
            <a:pathLst>
              <a:path w="95" h="134376">
                <a:moveTo>
                  <a:pt x="0" y="134376"/>
                </a:moveTo>
                <a:lnTo>
                  <a:pt x="0" y="0"/>
                </a:lnTo>
              </a:path>
            </a:pathLst>
          </a:custGeom>
          <a:noFill xmlns:a="http://schemas.openxmlformats.org/drawingml/2006/main"/>
          <a:ln xmlns:a="http://schemas.openxmlformats.org/drawingml/2006/main" w="14111">
            <a:solidFill>
              <a:srgbClr val="14295B"/>
            </a:solidFill>
            <a:prstDash val="solid"/>
          </a:ln>
        </p:spPr>
      </p:sp>
      <p:sp>
        <p:nvSpPr>
          <p:cNvPr id="97" name="Editable chart path">
            <a:extLst xmlns:a="http://schemas.openxmlformats.org/drawingml/2006/main">
              <a:ext uri="{FF2B5EF4-FFF2-40B4-BE49-F238E27FC236}">
                <a16:creationId xmlns:a16="http://schemas.microsoft.com/office/drawing/2014/main" id="{ACE175DF-E892-445C-BFEE-9ECB65C9A494}"/>
              </a:ext>
            </a:extLst>
          </p:cNvPr>
          <p:cNvSpPr>
            <a:spLocks xmlns:a="http://schemas.openxmlformats.org/drawingml/2006/main" noGrp="1"/>
          </p:cNvSpPr>
          <p:nvPr/>
        </p:nvSpPr>
        <p:spPr>
          <a:xfrm xmlns:a="http://schemas.openxmlformats.org/drawingml/2006/main">
            <a:off x="10386147" y="3280653"/>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98" name="Editable chart path">
            <a:extLst xmlns:a="http://schemas.openxmlformats.org/drawingml/2006/main">
              <a:ext uri="{FF2B5EF4-FFF2-40B4-BE49-F238E27FC236}">
                <a16:creationId xmlns:a16="http://schemas.microsoft.com/office/drawing/2014/main" id="{00B1DF5F-E222-4405-92B7-0687C6078370}"/>
              </a:ext>
            </a:extLst>
          </p:cNvPr>
          <p:cNvSpPr>
            <a:spLocks xmlns:a="http://schemas.openxmlformats.org/drawingml/2006/main" noGrp="1"/>
          </p:cNvSpPr>
          <p:nvPr/>
        </p:nvSpPr>
        <p:spPr>
          <a:xfrm xmlns:a="http://schemas.openxmlformats.org/drawingml/2006/main">
            <a:off x="10386147" y="3156230"/>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99" name="Editable chart path">
            <a:extLst xmlns:a="http://schemas.openxmlformats.org/drawingml/2006/main">
              <a:ext uri="{FF2B5EF4-FFF2-40B4-BE49-F238E27FC236}">
                <a16:creationId xmlns:a16="http://schemas.microsoft.com/office/drawing/2014/main" id="{C6791969-98CA-4662-9BA6-D151FD227680}"/>
              </a:ext>
            </a:extLst>
          </p:cNvPr>
          <p:cNvSpPr>
            <a:spLocks xmlns:a="http://schemas.openxmlformats.org/drawingml/2006/main" noGrp="1"/>
          </p:cNvSpPr>
          <p:nvPr/>
        </p:nvSpPr>
        <p:spPr>
          <a:xfrm xmlns:a="http://schemas.openxmlformats.org/drawingml/2006/main">
            <a:off x="10635135" y="3151857"/>
            <a:ext cx="95" cy="110767"/>
          </a:xfrm>
          <a:custGeom xmlns:a="http://schemas.openxmlformats.org/drawingml/2006/main">
            <a:pathLst>
              <a:path w="95" h="119628">
                <a:moveTo>
                  <a:pt x="0" y="119628"/>
                </a:moveTo>
                <a:lnTo>
                  <a:pt x="0" y="0"/>
                </a:lnTo>
              </a:path>
            </a:pathLst>
          </a:custGeom>
          <a:noFill xmlns:a="http://schemas.openxmlformats.org/drawingml/2006/main"/>
          <a:ln xmlns:a="http://schemas.openxmlformats.org/drawingml/2006/main" w="14111">
            <a:solidFill>
              <a:srgbClr val="14295B"/>
            </a:solidFill>
            <a:prstDash val="solid"/>
          </a:ln>
        </p:spPr>
      </p:sp>
      <p:sp>
        <p:nvSpPr>
          <p:cNvPr id="100" name="Editable chart path">
            <a:extLst xmlns:a="http://schemas.openxmlformats.org/drawingml/2006/main">
              <a:ext uri="{FF2B5EF4-FFF2-40B4-BE49-F238E27FC236}">
                <a16:creationId xmlns:a16="http://schemas.microsoft.com/office/drawing/2014/main" id="{11EB4250-DD11-40CE-8357-19265C872124}"/>
              </a:ext>
            </a:extLst>
          </p:cNvPr>
          <p:cNvSpPr>
            <a:spLocks xmlns:a="http://schemas.openxmlformats.org/drawingml/2006/main" noGrp="1"/>
          </p:cNvSpPr>
          <p:nvPr/>
        </p:nvSpPr>
        <p:spPr>
          <a:xfrm xmlns:a="http://schemas.openxmlformats.org/drawingml/2006/main">
            <a:off x="10599857" y="3262624"/>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101" name="Editable chart path">
            <a:extLst xmlns:a="http://schemas.openxmlformats.org/drawingml/2006/main">
              <a:ext uri="{FF2B5EF4-FFF2-40B4-BE49-F238E27FC236}">
                <a16:creationId xmlns:a16="http://schemas.microsoft.com/office/drawing/2014/main" id="{740392F1-D0D1-4727-9ED0-ED917BFBB59B}"/>
              </a:ext>
            </a:extLst>
          </p:cNvPr>
          <p:cNvSpPr>
            <a:spLocks xmlns:a="http://schemas.openxmlformats.org/drawingml/2006/main" noGrp="1"/>
          </p:cNvSpPr>
          <p:nvPr/>
        </p:nvSpPr>
        <p:spPr>
          <a:xfrm xmlns:a="http://schemas.openxmlformats.org/drawingml/2006/main">
            <a:off x="10599857" y="3151857"/>
            <a:ext cx="70556" cy="95"/>
          </a:xfrm>
          <a:custGeom xmlns:a="http://schemas.openxmlformats.org/drawingml/2006/main">
            <a:pathLst>
              <a:path w="76200" h="95">
                <a:moveTo>
                  <a:pt x="76200" y="0"/>
                </a:moveTo>
                <a:lnTo>
                  <a:pt x="0" y="0"/>
                </a:lnTo>
              </a:path>
            </a:pathLst>
          </a:custGeom>
          <a:solidFill xmlns:a="http://schemas.openxmlformats.org/drawingml/2006/main">
            <a:srgbClr val="14295B"/>
          </a:solidFill>
          <a:ln xmlns:a="http://schemas.openxmlformats.org/drawingml/2006/main" w="8819">
            <a:solidFill>
              <a:srgbClr val="14295B"/>
            </a:solidFill>
            <a:prstDash val="solid"/>
          </a:ln>
        </p:spPr>
      </p:sp>
      <p:sp>
        <p:nvSpPr>
          <p:cNvPr id="102" name="Editable chart path">
            <a:extLst xmlns:a="http://schemas.openxmlformats.org/drawingml/2006/main">
              <a:ext uri="{FF2B5EF4-FFF2-40B4-BE49-F238E27FC236}">
                <a16:creationId xmlns:a16="http://schemas.microsoft.com/office/drawing/2014/main" id="{1EC9E20D-0643-425C-AEDC-0DE0B22CDE59}"/>
              </a:ext>
            </a:extLst>
          </p:cNvPr>
          <p:cNvSpPr>
            <a:spLocks xmlns:a="http://schemas.openxmlformats.org/drawingml/2006/main" noGrp="1"/>
          </p:cNvSpPr>
          <p:nvPr/>
        </p:nvSpPr>
        <p:spPr>
          <a:xfrm xmlns:a="http://schemas.openxmlformats.org/drawingml/2006/main">
            <a:off x="9623577" y="3096825"/>
            <a:ext cx="95" cy="88294"/>
          </a:xfrm>
          <a:custGeom xmlns:a="http://schemas.openxmlformats.org/drawingml/2006/main">
            <a:pathLst>
              <a:path w="95" h="95357">
                <a:moveTo>
                  <a:pt x="0" y="95357"/>
                </a:moveTo>
                <a:lnTo>
                  <a:pt x="0" y="0"/>
                </a:lnTo>
              </a:path>
            </a:pathLst>
          </a:custGeom>
          <a:noFill xmlns:a="http://schemas.openxmlformats.org/drawingml/2006/main"/>
          <a:ln xmlns:a="http://schemas.openxmlformats.org/drawingml/2006/main" w="14111">
            <a:solidFill>
              <a:srgbClr val="2C5EAA"/>
            </a:solidFill>
            <a:prstDash val="solid"/>
          </a:ln>
        </p:spPr>
      </p:sp>
      <p:sp>
        <p:nvSpPr>
          <p:cNvPr id="103" name="Editable chart path">
            <a:extLst xmlns:a="http://schemas.openxmlformats.org/drawingml/2006/main">
              <a:ext uri="{FF2B5EF4-FFF2-40B4-BE49-F238E27FC236}">
                <a16:creationId xmlns:a16="http://schemas.microsoft.com/office/drawing/2014/main" id="{01788360-919B-4ED7-91CA-944F98B004E1}"/>
              </a:ext>
            </a:extLst>
          </p:cNvPr>
          <p:cNvSpPr>
            <a:spLocks xmlns:a="http://schemas.openxmlformats.org/drawingml/2006/main" noGrp="1"/>
          </p:cNvSpPr>
          <p:nvPr/>
        </p:nvSpPr>
        <p:spPr>
          <a:xfrm xmlns:a="http://schemas.openxmlformats.org/drawingml/2006/main">
            <a:off x="9588300" y="3185119"/>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04" name="Editable chart path">
            <a:extLst xmlns:a="http://schemas.openxmlformats.org/drawingml/2006/main">
              <a:ext uri="{FF2B5EF4-FFF2-40B4-BE49-F238E27FC236}">
                <a16:creationId xmlns:a16="http://schemas.microsoft.com/office/drawing/2014/main" id="{7D61B6D9-FDF1-4BFD-A5F6-F5427297B036}"/>
              </a:ext>
            </a:extLst>
          </p:cNvPr>
          <p:cNvSpPr>
            <a:spLocks xmlns:a="http://schemas.openxmlformats.org/drawingml/2006/main" noGrp="1"/>
          </p:cNvSpPr>
          <p:nvPr/>
        </p:nvSpPr>
        <p:spPr>
          <a:xfrm xmlns:a="http://schemas.openxmlformats.org/drawingml/2006/main">
            <a:off x="9588300" y="3096825"/>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05" name="Editable chart path">
            <a:extLst xmlns:a="http://schemas.openxmlformats.org/drawingml/2006/main">
              <a:ext uri="{FF2B5EF4-FFF2-40B4-BE49-F238E27FC236}">
                <a16:creationId xmlns:a16="http://schemas.microsoft.com/office/drawing/2014/main" id="{E34515C1-81A2-46A0-85FF-EB72CF8D3700}"/>
              </a:ext>
            </a:extLst>
          </p:cNvPr>
          <p:cNvSpPr>
            <a:spLocks xmlns:a="http://schemas.openxmlformats.org/drawingml/2006/main" noGrp="1"/>
          </p:cNvSpPr>
          <p:nvPr/>
        </p:nvSpPr>
        <p:spPr>
          <a:xfrm xmlns:a="http://schemas.openxmlformats.org/drawingml/2006/main">
            <a:off x="9837287" y="3050263"/>
            <a:ext cx="95" cy="90691"/>
          </a:xfrm>
          <a:custGeom xmlns:a="http://schemas.openxmlformats.org/drawingml/2006/main">
            <a:pathLst>
              <a:path w="95" h="97947">
                <a:moveTo>
                  <a:pt x="0" y="97947"/>
                </a:moveTo>
                <a:lnTo>
                  <a:pt x="0" y="0"/>
                </a:lnTo>
              </a:path>
            </a:pathLst>
          </a:custGeom>
          <a:noFill xmlns:a="http://schemas.openxmlformats.org/drawingml/2006/main"/>
          <a:ln xmlns:a="http://schemas.openxmlformats.org/drawingml/2006/main" w="14111">
            <a:solidFill>
              <a:srgbClr val="2C5EAA"/>
            </a:solidFill>
            <a:prstDash val="solid"/>
          </a:ln>
        </p:spPr>
      </p:sp>
      <p:sp>
        <p:nvSpPr>
          <p:cNvPr id="106" name="Editable chart path">
            <a:extLst xmlns:a="http://schemas.openxmlformats.org/drawingml/2006/main">
              <a:ext uri="{FF2B5EF4-FFF2-40B4-BE49-F238E27FC236}">
                <a16:creationId xmlns:a16="http://schemas.microsoft.com/office/drawing/2014/main" id="{7FCD71FA-E3D3-4147-932D-A9294938C0EA}"/>
              </a:ext>
            </a:extLst>
          </p:cNvPr>
          <p:cNvSpPr>
            <a:spLocks xmlns:a="http://schemas.openxmlformats.org/drawingml/2006/main" noGrp="1"/>
          </p:cNvSpPr>
          <p:nvPr/>
        </p:nvSpPr>
        <p:spPr>
          <a:xfrm xmlns:a="http://schemas.openxmlformats.org/drawingml/2006/main">
            <a:off x="9802009" y="3140955"/>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07" name="Editable chart path">
            <a:extLst xmlns:a="http://schemas.openxmlformats.org/drawingml/2006/main">
              <a:ext uri="{FF2B5EF4-FFF2-40B4-BE49-F238E27FC236}">
                <a16:creationId xmlns:a16="http://schemas.microsoft.com/office/drawing/2014/main" id="{A0025CD4-C478-471C-A5BA-200BC4665998}"/>
              </a:ext>
            </a:extLst>
          </p:cNvPr>
          <p:cNvSpPr>
            <a:spLocks xmlns:a="http://schemas.openxmlformats.org/drawingml/2006/main" noGrp="1"/>
          </p:cNvSpPr>
          <p:nvPr/>
        </p:nvSpPr>
        <p:spPr>
          <a:xfrm xmlns:a="http://schemas.openxmlformats.org/drawingml/2006/main">
            <a:off x="9802009" y="3050263"/>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08" name="Editable chart path">
            <a:extLst xmlns:a="http://schemas.openxmlformats.org/drawingml/2006/main">
              <a:ext uri="{FF2B5EF4-FFF2-40B4-BE49-F238E27FC236}">
                <a16:creationId xmlns:a16="http://schemas.microsoft.com/office/drawing/2014/main" id="{E9DF3D65-6658-4CCD-8F1D-BFB9CDA45A27}"/>
              </a:ext>
            </a:extLst>
          </p:cNvPr>
          <p:cNvSpPr>
            <a:spLocks xmlns:a="http://schemas.openxmlformats.org/drawingml/2006/main" noGrp="1"/>
          </p:cNvSpPr>
          <p:nvPr/>
        </p:nvSpPr>
        <p:spPr>
          <a:xfrm xmlns:a="http://schemas.openxmlformats.org/drawingml/2006/main">
            <a:off x="10050996" y="3050577"/>
            <a:ext cx="95" cy="92377"/>
          </a:xfrm>
          <a:custGeom xmlns:a="http://schemas.openxmlformats.org/drawingml/2006/main">
            <a:pathLst>
              <a:path w="95" h="99768">
                <a:moveTo>
                  <a:pt x="0" y="99768"/>
                </a:moveTo>
                <a:lnTo>
                  <a:pt x="0" y="0"/>
                </a:lnTo>
              </a:path>
            </a:pathLst>
          </a:custGeom>
          <a:noFill xmlns:a="http://schemas.openxmlformats.org/drawingml/2006/main"/>
          <a:ln xmlns:a="http://schemas.openxmlformats.org/drawingml/2006/main" w="14111">
            <a:solidFill>
              <a:srgbClr val="2C5EAA"/>
            </a:solidFill>
            <a:prstDash val="solid"/>
          </a:ln>
        </p:spPr>
      </p:sp>
      <p:sp>
        <p:nvSpPr>
          <p:cNvPr id="109" name="Editable chart path">
            <a:extLst xmlns:a="http://schemas.openxmlformats.org/drawingml/2006/main">
              <a:ext uri="{FF2B5EF4-FFF2-40B4-BE49-F238E27FC236}">
                <a16:creationId xmlns:a16="http://schemas.microsoft.com/office/drawing/2014/main" id="{33880EDC-E60D-4238-97A5-10A9682FAA3C}"/>
              </a:ext>
            </a:extLst>
          </p:cNvPr>
          <p:cNvSpPr>
            <a:spLocks xmlns:a="http://schemas.openxmlformats.org/drawingml/2006/main" noGrp="1"/>
          </p:cNvSpPr>
          <p:nvPr/>
        </p:nvSpPr>
        <p:spPr>
          <a:xfrm xmlns:a="http://schemas.openxmlformats.org/drawingml/2006/main">
            <a:off x="10015718" y="3142954"/>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10" name="Editable chart path">
            <a:extLst xmlns:a="http://schemas.openxmlformats.org/drawingml/2006/main">
              <a:ext uri="{FF2B5EF4-FFF2-40B4-BE49-F238E27FC236}">
                <a16:creationId xmlns:a16="http://schemas.microsoft.com/office/drawing/2014/main" id="{EF12F7A5-7D4A-4191-BE1E-EF85E037647E}"/>
              </a:ext>
            </a:extLst>
          </p:cNvPr>
          <p:cNvSpPr>
            <a:spLocks xmlns:a="http://schemas.openxmlformats.org/drawingml/2006/main" noGrp="1"/>
          </p:cNvSpPr>
          <p:nvPr/>
        </p:nvSpPr>
        <p:spPr>
          <a:xfrm xmlns:a="http://schemas.openxmlformats.org/drawingml/2006/main">
            <a:off x="10015718" y="3050577"/>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11" name="Editable chart path">
            <a:extLst xmlns:a="http://schemas.openxmlformats.org/drawingml/2006/main">
              <a:ext uri="{FF2B5EF4-FFF2-40B4-BE49-F238E27FC236}">
                <a16:creationId xmlns:a16="http://schemas.microsoft.com/office/drawing/2014/main" id="{F77A723F-CBF2-4DA6-A925-5FB5F69330D5}"/>
              </a:ext>
            </a:extLst>
          </p:cNvPr>
          <p:cNvSpPr>
            <a:spLocks xmlns:a="http://schemas.openxmlformats.org/drawingml/2006/main" noGrp="1"/>
          </p:cNvSpPr>
          <p:nvPr/>
        </p:nvSpPr>
        <p:spPr>
          <a:xfrm xmlns:a="http://schemas.openxmlformats.org/drawingml/2006/main">
            <a:off x="10264705" y="3057056"/>
            <a:ext cx="95" cy="92464"/>
          </a:xfrm>
          <a:custGeom xmlns:a="http://schemas.openxmlformats.org/drawingml/2006/main">
            <a:pathLst>
              <a:path w="95" h="99862">
                <a:moveTo>
                  <a:pt x="0" y="99862"/>
                </a:moveTo>
                <a:lnTo>
                  <a:pt x="0" y="0"/>
                </a:lnTo>
              </a:path>
            </a:pathLst>
          </a:custGeom>
          <a:noFill xmlns:a="http://schemas.openxmlformats.org/drawingml/2006/main"/>
          <a:ln xmlns:a="http://schemas.openxmlformats.org/drawingml/2006/main" w="14111">
            <a:solidFill>
              <a:srgbClr val="2C5EAA"/>
            </a:solidFill>
            <a:prstDash val="solid"/>
          </a:ln>
        </p:spPr>
      </p:sp>
      <p:sp>
        <p:nvSpPr>
          <p:cNvPr id="112" name="Editable chart path">
            <a:extLst xmlns:a="http://schemas.openxmlformats.org/drawingml/2006/main">
              <a:ext uri="{FF2B5EF4-FFF2-40B4-BE49-F238E27FC236}">
                <a16:creationId xmlns:a16="http://schemas.microsoft.com/office/drawing/2014/main" id="{A7A1705E-2BC2-4DB6-AAF9-E42840FAF308}"/>
              </a:ext>
            </a:extLst>
          </p:cNvPr>
          <p:cNvSpPr>
            <a:spLocks xmlns:a="http://schemas.openxmlformats.org/drawingml/2006/main" noGrp="1"/>
          </p:cNvSpPr>
          <p:nvPr/>
        </p:nvSpPr>
        <p:spPr>
          <a:xfrm xmlns:a="http://schemas.openxmlformats.org/drawingml/2006/main">
            <a:off x="10229427" y="3149520"/>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13" name="Editable chart path">
            <a:extLst xmlns:a="http://schemas.openxmlformats.org/drawingml/2006/main">
              <a:ext uri="{FF2B5EF4-FFF2-40B4-BE49-F238E27FC236}">
                <a16:creationId xmlns:a16="http://schemas.microsoft.com/office/drawing/2014/main" id="{EE9127C3-26C0-4238-81C0-6D19AB95BAC4}"/>
              </a:ext>
            </a:extLst>
          </p:cNvPr>
          <p:cNvSpPr>
            <a:spLocks xmlns:a="http://schemas.openxmlformats.org/drawingml/2006/main" noGrp="1"/>
          </p:cNvSpPr>
          <p:nvPr/>
        </p:nvSpPr>
        <p:spPr>
          <a:xfrm xmlns:a="http://schemas.openxmlformats.org/drawingml/2006/main">
            <a:off x="10229427" y="3057056"/>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14" name="Editable chart path">
            <a:extLst xmlns:a="http://schemas.openxmlformats.org/drawingml/2006/main">
              <a:ext uri="{FF2B5EF4-FFF2-40B4-BE49-F238E27FC236}">
                <a16:creationId xmlns:a16="http://schemas.microsoft.com/office/drawing/2014/main" id="{A3E34A35-0B9F-433A-B087-C3821E8222BE}"/>
              </a:ext>
            </a:extLst>
          </p:cNvPr>
          <p:cNvSpPr>
            <a:spLocks xmlns:a="http://schemas.openxmlformats.org/drawingml/2006/main" noGrp="1"/>
          </p:cNvSpPr>
          <p:nvPr/>
        </p:nvSpPr>
        <p:spPr>
          <a:xfrm xmlns:a="http://schemas.openxmlformats.org/drawingml/2006/main">
            <a:off x="10478414" y="3068190"/>
            <a:ext cx="95" cy="91619"/>
          </a:xfrm>
          <a:custGeom xmlns:a="http://schemas.openxmlformats.org/drawingml/2006/main">
            <a:pathLst>
              <a:path w="95" h="98949">
                <a:moveTo>
                  <a:pt x="0" y="98949"/>
                </a:moveTo>
                <a:lnTo>
                  <a:pt x="0" y="0"/>
                </a:lnTo>
              </a:path>
            </a:pathLst>
          </a:custGeom>
          <a:noFill xmlns:a="http://schemas.openxmlformats.org/drawingml/2006/main"/>
          <a:ln xmlns:a="http://schemas.openxmlformats.org/drawingml/2006/main" w="14111">
            <a:solidFill>
              <a:srgbClr val="2C5EAA"/>
            </a:solidFill>
            <a:prstDash val="solid"/>
          </a:ln>
        </p:spPr>
      </p:sp>
      <p:sp>
        <p:nvSpPr>
          <p:cNvPr id="115" name="Editable chart path">
            <a:extLst xmlns:a="http://schemas.openxmlformats.org/drawingml/2006/main">
              <a:ext uri="{FF2B5EF4-FFF2-40B4-BE49-F238E27FC236}">
                <a16:creationId xmlns:a16="http://schemas.microsoft.com/office/drawing/2014/main" id="{EB50F5A7-FBC6-47FD-8181-26A151448D57}"/>
              </a:ext>
            </a:extLst>
          </p:cNvPr>
          <p:cNvSpPr>
            <a:spLocks xmlns:a="http://schemas.openxmlformats.org/drawingml/2006/main" noGrp="1"/>
          </p:cNvSpPr>
          <p:nvPr/>
        </p:nvSpPr>
        <p:spPr>
          <a:xfrm xmlns:a="http://schemas.openxmlformats.org/drawingml/2006/main">
            <a:off x="10443137" y="3159809"/>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16" name="Editable chart path">
            <a:extLst xmlns:a="http://schemas.openxmlformats.org/drawingml/2006/main">
              <a:ext uri="{FF2B5EF4-FFF2-40B4-BE49-F238E27FC236}">
                <a16:creationId xmlns:a16="http://schemas.microsoft.com/office/drawing/2014/main" id="{1011C77E-AD7D-41A6-B9FB-7164ACF2BCA5}"/>
              </a:ext>
            </a:extLst>
          </p:cNvPr>
          <p:cNvSpPr>
            <a:spLocks xmlns:a="http://schemas.openxmlformats.org/drawingml/2006/main" noGrp="1"/>
          </p:cNvSpPr>
          <p:nvPr/>
        </p:nvSpPr>
        <p:spPr>
          <a:xfrm xmlns:a="http://schemas.openxmlformats.org/drawingml/2006/main">
            <a:off x="10443137" y="3068190"/>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17" name="Editable chart path">
            <a:extLst xmlns:a="http://schemas.openxmlformats.org/drawingml/2006/main">
              <a:ext uri="{FF2B5EF4-FFF2-40B4-BE49-F238E27FC236}">
                <a16:creationId xmlns:a16="http://schemas.microsoft.com/office/drawing/2014/main" id="{9AF85ACD-566B-4B19-BA02-E3D03E6E5E71}"/>
              </a:ext>
            </a:extLst>
          </p:cNvPr>
          <p:cNvSpPr>
            <a:spLocks xmlns:a="http://schemas.openxmlformats.org/drawingml/2006/main" noGrp="1"/>
          </p:cNvSpPr>
          <p:nvPr/>
        </p:nvSpPr>
        <p:spPr>
          <a:xfrm xmlns:a="http://schemas.openxmlformats.org/drawingml/2006/main">
            <a:off x="10692124" y="3101743"/>
            <a:ext cx="95" cy="77185"/>
          </a:xfrm>
          <a:custGeom xmlns:a="http://schemas.openxmlformats.org/drawingml/2006/main">
            <a:pathLst>
              <a:path w="95" h="83360">
                <a:moveTo>
                  <a:pt x="0" y="83360"/>
                </a:moveTo>
                <a:lnTo>
                  <a:pt x="0" y="0"/>
                </a:lnTo>
              </a:path>
            </a:pathLst>
          </a:custGeom>
          <a:noFill xmlns:a="http://schemas.openxmlformats.org/drawingml/2006/main"/>
          <a:ln xmlns:a="http://schemas.openxmlformats.org/drawingml/2006/main" w="14111">
            <a:solidFill>
              <a:srgbClr val="2C5EAA"/>
            </a:solidFill>
            <a:prstDash val="solid"/>
          </a:ln>
        </p:spPr>
      </p:sp>
      <p:sp>
        <p:nvSpPr>
          <p:cNvPr id="118" name="Editable chart path">
            <a:extLst xmlns:a="http://schemas.openxmlformats.org/drawingml/2006/main">
              <a:ext uri="{FF2B5EF4-FFF2-40B4-BE49-F238E27FC236}">
                <a16:creationId xmlns:a16="http://schemas.microsoft.com/office/drawing/2014/main" id="{1A51E1C1-9055-4054-AEE1-DE4269DF1D82}"/>
              </a:ext>
            </a:extLst>
          </p:cNvPr>
          <p:cNvSpPr>
            <a:spLocks xmlns:a="http://schemas.openxmlformats.org/drawingml/2006/main" noGrp="1"/>
          </p:cNvSpPr>
          <p:nvPr/>
        </p:nvSpPr>
        <p:spPr>
          <a:xfrm xmlns:a="http://schemas.openxmlformats.org/drawingml/2006/main">
            <a:off x="10656846" y="3178928"/>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19" name="Editable chart path">
            <a:extLst xmlns:a="http://schemas.openxmlformats.org/drawingml/2006/main">
              <a:ext uri="{FF2B5EF4-FFF2-40B4-BE49-F238E27FC236}">
                <a16:creationId xmlns:a16="http://schemas.microsoft.com/office/drawing/2014/main" id="{59D49785-41A1-4971-8E17-61E21E2EBAF3}"/>
              </a:ext>
            </a:extLst>
          </p:cNvPr>
          <p:cNvSpPr>
            <a:spLocks xmlns:a="http://schemas.openxmlformats.org/drawingml/2006/main" noGrp="1"/>
          </p:cNvSpPr>
          <p:nvPr/>
        </p:nvSpPr>
        <p:spPr>
          <a:xfrm xmlns:a="http://schemas.openxmlformats.org/drawingml/2006/main">
            <a:off x="10656846" y="3101743"/>
            <a:ext cx="70556" cy="95"/>
          </a:xfrm>
          <a:custGeom xmlns:a="http://schemas.openxmlformats.org/drawingml/2006/main">
            <a:pathLst>
              <a:path w="76200" h="95">
                <a:moveTo>
                  <a:pt x="76200" y="0"/>
                </a:moveTo>
                <a:lnTo>
                  <a:pt x="0" y="0"/>
                </a:lnTo>
              </a:path>
            </a:pathLst>
          </a:custGeom>
          <a:solidFill xmlns:a="http://schemas.openxmlformats.org/drawingml/2006/main">
            <a:srgbClr val="2C5EAA"/>
          </a:solidFill>
          <a:ln xmlns:a="http://schemas.openxmlformats.org/drawingml/2006/main" w="8819">
            <a:solidFill>
              <a:srgbClr val="2C5EAA"/>
            </a:solidFill>
            <a:prstDash val="solid"/>
          </a:ln>
        </p:spPr>
      </p:sp>
      <p:sp>
        <p:nvSpPr>
          <p:cNvPr id="120" name="Editable chart path">
            <a:extLst xmlns:a="http://schemas.openxmlformats.org/drawingml/2006/main">
              <a:ext uri="{FF2B5EF4-FFF2-40B4-BE49-F238E27FC236}">
                <a16:creationId xmlns:a16="http://schemas.microsoft.com/office/drawing/2014/main" id="{C587DF2C-D27E-4E1F-AE90-22DE84BB74E9}"/>
              </a:ext>
            </a:extLst>
          </p:cNvPr>
          <p:cNvSpPr>
            <a:spLocks xmlns:a="http://schemas.openxmlformats.org/drawingml/2006/main" noGrp="1"/>
          </p:cNvSpPr>
          <p:nvPr/>
        </p:nvSpPr>
        <p:spPr>
          <a:xfrm xmlns:a="http://schemas.openxmlformats.org/drawingml/2006/main">
            <a:off x="9544540" y="3378331"/>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C0453C"/>
          </a:solidFill>
          <a:ln xmlns:a="http://schemas.openxmlformats.org/drawingml/2006/main" w="8819">
            <a:solidFill>
              <a:srgbClr val="C0453C"/>
            </a:solidFill>
            <a:prstDash val="solid"/>
          </a:ln>
        </p:spPr>
      </p:sp>
      <p:sp>
        <p:nvSpPr>
          <p:cNvPr id="121" name="Editable chart path">
            <a:extLst xmlns:a="http://schemas.openxmlformats.org/drawingml/2006/main">
              <a:ext uri="{FF2B5EF4-FFF2-40B4-BE49-F238E27FC236}">
                <a16:creationId xmlns:a16="http://schemas.microsoft.com/office/drawing/2014/main" id="{904898AF-6592-412C-87E7-9DF26C382364}"/>
              </a:ext>
            </a:extLst>
          </p:cNvPr>
          <p:cNvSpPr>
            <a:spLocks xmlns:a="http://schemas.openxmlformats.org/drawingml/2006/main" noGrp="1"/>
          </p:cNvSpPr>
          <p:nvPr/>
        </p:nvSpPr>
        <p:spPr>
          <a:xfrm xmlns:a="http://schemas.openxmlformats.org/drawingml/2006/main">
            <a:off x="9758249" y="3265864"/>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22" name="Editable chart path">
            <a:extLst xmlns:a="http://schemas.openxmlformats.org/drawingml/2006/main">
              <a:ext uri="{FF2B5EF4-FFF2-40B4-BE49-F238E27FC236}">
                <a16:creationId xmlns:a16="http://schemas.microsoft.com/office/drawing/2014/main" id="{93AA21F4-EBC8-442D-84D0-D20572DAAC4B}"/>
              </a:ext>
            </a:extLst>
          </p:cNvPr>
          <p:cNvSpPr>
            <a:spLocks xmlns:a="http://schemas.openxmlformats.org/drawingml/2006/main" noGrp="1"/>
          </p:cNvSpPr>
          <p:nvPr/>
        </p:nvSpPr>
        <p:spPr>
          <a:xfrm xmlns:a="http://schemas.openxmlformats.org/drawingml/2006/main">
            <a:off x="9971958" y="3218333"/>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23" name="Editable chart path">
            <a:extLst xmlns:a="http://schemas.openxmlformats.org/drawingml/2006/main">
              <a:ext uri="{FF2B5EF4-FFF2-40B4-BE49-F238E27FC236}">
                <a16:creationId xmlns:a16="http://schemas.microsoft.com/office/drawing/2014/main" id="{633B677C-02A7-4775-B0DB-3688E8DA7F73}"/>
              </a:ext>
            </a:extLst>
          </p:cNvPr>
          <p:cNvSpPr>
            <a:spLocks xmlns:a="http://schemas.openxmlformats.org/drawingml/2006/main" noGrp="1"/>
          </p:cNvSpPr>
          <p:nvPr/>
        </p:nvSpPr>
        <p:spPr>
          <a:xfrm xmlns:a="http://schemas.openxmlformats.org/drawingml/2006/main">
            <a:off x="10185667" y="3208949"/>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24" name="Editable chart path">
            <a:extLst xmlns:a="http://schemas.openxmlformats.org/drawingml/2006/main">
              <a:ext uri="{FF2B5EF4-FFF2-40B4-BE49-F238E27FC236}">
                <a16:creationId xmlns:a16="http://schemas.microsoft.com/office/drawing/2014/main" id="{84100E44-BED8-454E-ACB6-3172315B7C8E}"/>
              </a:ext>
            </a:extLst>
          </p:cNvPr>
          <p:cNvSpPr>
            <a:spLocks xmlns:a="http://schemas.openxmlformats.org/drawingml/2006/main" noGrp="1"/>
          </p:cNvSpPr>
          <p:nvPr/>
        </p:nvSpPr>
        <p:spPr>
          <a:xfrm xmlns:a="http://schemas.openxmlformats.org/drawingml/2006/main">
            <a:off x="10399377" y="3196791"/>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25" name="Editable chart path">
            <a:extLst xmlns:a="http://schemas.openxmlformats.org/drawingml/2006/main">
              <a:ext uri="{FF2B5EF4-FFF2-40B4-BE49-F238E27FC236}">
                <a16:creationId xmlns:a16="http://schemas.microsoft.com/office/drawing/2014/main" id="{F79B1C90-4705-488C-85B1-A75323315686}"/>
              </a:ext>
            </a:extLst>
          </p:cNvPr>
          <p:cNvSpPr>
            <a:spLocks xmlns:a="http://schemas.openxmlformats.org/drawingml/2006/main" noGrp="1"/>
          </p:cNvSpPr>
          <p:nvPr/>
        </p:nvSpPr>
        <p:spPr>
          <a:xfrm xmlns:a="http://schemas.openxmlformats.org/drawingml/2006/main">
            <a:off x="10613086" y="3185507"/>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26" name="Editable chart path">
            <a:extLst xmlns:a="http://schemas.openxmlformats.org/drawingml/2006/main">
              <a:ext uri="{FF2B5EF4-FFF2-40B4-BE49-F238E27FC236}">
                <a16:creationId xmlns:a16="http://schemas.microsoft.com/office/drawing/2014/main" id="{725E9578-177D-4A63-B06D-2835562D8B76}"/>
              </a:ext>
            </a:extLst>
          </p:cNvPr>
          <p:cNvSpPr>
            <a:spLocks xmlns:a="http://schemas.openxmlformats.org/drawingml/2006/main" noGrp="1"/>
          </p:cNvSpPr>
          <p:nvPr/>
        </p:nvSpPr>
        <p:spPr>
          <a:xfrm xmlns:a="http://schemas.openxmlformats.org/drawingml/2006/main">
            <a:off x="9601529" y="3119121"/>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819">
            <a:solidFill>
              <a:srgbClr val="2C5EAA"/>
            </a:solidFill>
            <a:prstDash val="solid"/>
          </a:ln>
        </p:spPr>
      </p:sp>
      <p:sp>
        <p:nvSpPr>
          <p:cNvPr id="127" name="Editable chart path">
            <a:extLst xmlns:a="http://schemas.openxmlformats.org/drawingml/2006/main">
              <a:ext uri="{FF2B5EF4-FFF2-40B4-BE49-F238E27FC236}">
                <a16:creationId xmlns:a16="http://schemas.microsoft.com/office/drawing/2014/main" id="{D42336C3-1D4E-44B9-A9F6-4121D695696E}"/>
              </a:ext>
            </a:extLst>
          </p:cNvPr>
          <p:cNvSpPr>
            <a:spLocks xmlns:a="http://schemas.openxmlformats.org/drawingml/2006/main" noGrp="1"/>
          </p:cNvSpPr>
          <p:nvPr/>
        </p:nvSpPr>
        <p:spPr>
          <a:xfrm xmlns:a="http://schemas.openxmlformats.org/drawingml/2006/main">
            <a:off x="9815238" y="3073767"/>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819">
            <a:solidFill>
              <a:srgbClr val="2C5EAA"/>
            </a:solidFill>
            <a:prstDash val="solid"/>
          </a:ln>
        </p:spPr>
      </p:sp>
      <p:sp>
        <p:nvSpPr>
          <p:cNvPr id="128" name="Editable chart path">
            <a:extLst xmlns:a="http://schemas.openxmlformats.org/drawingml/2006/main">
              <a:ext uri="{FF2B5EF4-FFF2-40B4-BE49-F238E27FC236}">
                <a16:creationId xmlns:a16="http://schemas.microsoft.com/office/drawing/2014/main" id="{BBEFC910-97F6-4D9F-BBB4-14E8399124BB}"/>
              </a:ext>
            </a:extLst>
          </p:cNvPr>
          <p:cNvSpPr>
            <a:spLocks xmlns:a="http://schemas.openxmlformats.org/drawingml/2006/main" noGrp="1"/>
          </p:cNvSpPr>
          <p:nvPr/>
        </p:nvSpPr>
        <p:spPr>
          <a:xfrm xmlns:a="http://schemas.openxmlformats.org/drawingml/2006/main">
            <a:off x="10028947" y="3074932"/>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819">
            <a:solidFill>
              <a:srgbClr val="2C5EAA"/>
            </a:solidFill>
            <a:prstDash val="solid"/>
          </a:ln>
        </p:spPr>
      </p:sp>
      <p:sp>
        <p:nvSpPr>
          <p:cNvPr id="129" name="Editable chart path">
            <a:extLst xmlns:a="http://schemas.openxmlformats.org/drawingml/2006/main">
              <a:ext uri="{FF2B5EF4-FFF2-40B4-BE49-F238E27FC236}">
                <a16:creationId xmlns:a16="http://schemas.microsoft.com/office/drawing/2014/main" id="{79472432-E70B-429A-B73F-6CDC0D1B60B0}"/>
              </a:ext>
            </a:extLst>
          </p:cNvPr>
          <p:cNvSpPr>
            <a:spLocks xmlns:a="http://schemas.openxmlformats.org/drawingml/2006/main" noGrp="1"/>
          </p:cNvSpPr>
          <p:nvPr/>
        </p:nvSpPr>
        <p:spPr>
          <a:xfrm xmlns:a="http://schemas.openxmlformats.org/drawingml/2006/main">
            <a:off x="10242657" y="3081455"/>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819">
            <a:solidFill>
              <a:srgbClr val="2C5EAA"/>
            </a:solidFill>
            <a:prstDash val="solid"/>
          </a:ln>
        </p:spPr>
      </p:sp>
      <p:sp>
        <p:nvSpPr>
          <p:cNvPr id="130" name="Editable chart path">
            <a:extLst xmlns:a="http://schemas.openxmlformats.org/drawingml/2006/main">
              <a:ext uri="{FF2B5EF4-FFF2-40B4-BE49-F238E27FC236}">
                <a16:creationId xmlns:a16="http://schemas.microsoft.com/office/drawing/2014/main" id="{53B1A9ED-C236-4437-8C8A-8FCBD05A6FB5}"/>
              </a:ext>
            </a:extLst>
          </p:cNvPr>
          <p:cNvSpPr>
            <a:spLocks xmlns:a="http://schemas.openxmlformats.org/drawingml/2006/main" noGrp="1"/>
          </p:cNvSpPr>
          <p:nvPr/>
        </p:nvSpPr>
        <p:spPr>
          <a:xfrm xmlns:a="http://schemas.openxmlformats.org/drawingml/2006/main">
            <a:off x="10456366" y="3092162"/>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819">
            <a:solidFill>
              <a:srgbClr val="2C5EAA"/>
            </a:solidFill>
            <a:prstDash val="solid"/>
          </a:ln>
        </p:spPr>
      </p:sp>
      <p:sp>
        <p:nvSpPr>
          <p:cNvPr id="131" name="Editable chart path">
            <a:extLst xmlns:a="http://schemas.openxmlformats.org/drawingml/2006/main">
              <a:ext uri="{FF2B5EF4-FFF2-40B4-BE49-F238E27FC236}">
                <a16:creationId xmlns:a16="http://schemas.microsoft.com/office/drawing/2014/main" id="{02A24061-54C3-4BD4-9A6D-E5AF0353B3C0}"/>
              </a:ext>
            </a:extLst>
          </p:cNvPr>
          <p:cNvSpPr>
            <a:spLocks xmlns:a="http://schemas.openxmlformats.org/drawingml/2006/main" noGrp="1"/>
          </p:cNvSpPr>
          <p:nvPr/>
        </p:nvSpPr>
        <p:spPr>
          <a:xfrm xmlns:a="http://schemas.openxmlformats.org/drawingml/2006/main">
            <a:off x="10670075" y="3118437"/>
            <a:ext cx="44097" cy="4409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819">
            <a:solidFill>
              <a:srgbClr val="2C5EAA"/>
            </a:solidFill>
            <a:prstDash val="solid"/>
          </a:ln>
        </p:spPr>
      </p:sp>
      <p:sp>
        <p:nvSpPr>
          <p:cNvPr id="132" name="">
            <a:extLst xmlns:a="http://schemas.openxmlformats.org/drawingml/2006/main">
              <a:ext uri="{FF2B5EF4-FFF2-40B4-BE49-F238E27FC236}">
                <a16:creationId xmlns:a16="http://schemas.microsoft.com/office/drawing/2014/main" id="{570E56F8-8196-4164-9C4D-69CF237DDB03}"/>
              </a:ext>
            </a:extLst>
          </p:cNvPr>
          <p:cNvSpPr>
            <a:spLocks xmlns:a="http://schemas.openxmlformats.org/drawingml/2006/main" noGrp="1"/>
          </p:cNvSpPr>
          <p:nvPr/>
        </p:nvSpPr>
        <p:spPr>
          <a:xfrm xmlns:a="http://schemas.openxmlformats.org/drawingml/2006/main" rot="0">
            <a:off x="5259070" y="2710815"/>
            <a:ext cx="144722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vacant taxis vs dry</a:t>
            </a:r>
          </a:p>
        </p:txBody>
      </p:sp>
      <p:sp>
        <p:nvSpPr>
          <p:cNvPr id="133" name="">
            <a:extLst xmlns:a="http://schemas.openxmlformats.org/drawingml/2006/main">
              <a:ext uri="{FF2B5EF4-FFF2-40B4-BE49-F238E27FC236}">
                <a16:creationId xmlns:a16="http://schemas.microsoft.com/office/drawing/2014/main" id="{0894BBC3-F2F4-482F-B4E9-44ED06508DE7}"/>
              </a:ext>
            </a:extLst>
          </p:cNvPr>
          <p:cNvSpPr>
            <a:spLocks xmlns:a="http://schemas.openxmlformats.org/drawingml/2006/main" noGrp="1"/>
          </p:cNvSpPr>
          <p:nvPr/>
        </p:nvSpPr>
        <p:spPr>
          <a:xfrm xmlns:a="http://schemas.openxmlformats.org/drawingml/2006/main" rot="0">
            <a:off x="8631412" y="2737485"/>
            <a:ext cx="1642396" cy="20574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00" b="0">
                <a:solidFill>
                  <a:srgbClr val="5A6683"/>
                </a:solidFill>
                <a:latin typeface="Poppins"/>
                <a:ea typeface="Poppins"/>
                <a:cs typeface="Poppins"/>
              </a:defRPr>
            </a:defPPr>
            <a:lvl1pPr>
              <a:defRPr sz="900" b="0">
                <a:solidFill>
                  <a:srgbClr val="5A6683"/>
                </a:solidFill>
                <a:latin typeface="Poppins"/>
                <a:ea typeface="Poppins"/>
                <a:cs typeface="Poppins"/>
              </a:defRPr>
            </a:lvl1pPr>
            <a:lvl2pPr>
              <a:defRPr sz="900" b="0">
                <a:solidFill>
                  <a:srgbClr val="5A6683"/>
                </a:solidFill>
                <a:latin typeface="Poppins"/>
                <a:ea typeface="Poppins"/>
                <a:cs typeface="Poppins"/>
              </a:defRPr>
            </a:lvl2pPr>
            <a:lvl3pPr>
              <a:defRPr sz="900" b="0">
                <a:solidFill>
                  <a:srgbClr val="5A6683"/>
                </a:solidFill>
                <a:latin typeface="Poppins"/>
                <a:ea typeface="Poppins"/>
                <a:cs typeface="Poppins"/>
              </a:defRPr>
            </a:lvl3pPr>
            <a:lvl4pPr>
              <a:defRPr sz="900" b="0">
                <a:solidFill>
                  <a:srgbClr val="5A6683"/>
                </a:solidFill>
                <a:latin typeface="Poppins"/>
                <a:ea typeface="Poppins"/>
                <a:cs typeface="Poppins"/>
              </a:defRPr>
            </a:lvl4pPr>
            <a:lvl5pPr>
              <a:defRPr sz="900" b="0">
                <a:solidFill>
                  <a:srgbClr val="5A6683"/>
                </a:solidFill>
                <a:latin typeface="Poppins"/>
                <a:ea typeface="Poppins"/>
                <a:cs typeface="Poppins"/>
              </a:defRPr>
            </a:lvl5pPr>
            <a:lvl6pPr>
              <a:defRPr sz="900" b="0">
                <a:solidFill>
                  <a:srgbClr val="5A6683"/>
                </a:solidFill>
                <a:latin typeface="Poppins"/>
                <a:ea typeface="Poppins"/>
                <a:cs typeface="Poppins"/>
              </a:defRPr>
            </a:lvl6pPr>
            <a:lvl7pPr>
              <a:defRPr sz="900" b="0">
                <a:solidFill>
                  <a:srgbClr val="5A6683"/>
                </a:solidFill>
                <a:latin typeface="Poppins"/>
                <a:ea typeface="Poppins"/>
                <a:cs typeface="Poppins"/>
              </a:defRPr>
            </a:lvl7pPr>
            <a:lvl8pPr>
              <a:defRPr sz="900" b="0">
                <a:solidFill>
                  <a:srgbClr val="5A6683"/>
                </a:solidFill>
                <a:latin typeface="Poppins"/>
                <a:ea typeface="Poppins"/>
                <a:cs typeface="Poppins"/>
              </a:defRPr>
            </a:lvl8pPr>
            <a:lvl9pPr>
              <a:defRPr sz="900" b="0">
                <a:solidFill>
                  <a:srgbClr val="5A6683"/>
                </a:solidFill>
                <a:latin typeface="Poppins"/>
                <a:ea typeface="Poppins"/>
                <a:cs typeface="Poppins"/>
              </a:defRPr>
            </a:lvl9pPr>
          </a:lstStyle>
          <a:p xmlns:a="http://schemas.openxmlformats.org/drawingml/2006/main">
            <a:pPr>
              <a:defRPr sz="900" b="0">
                <a:solidFill>
                  <a:srgbClr val="5A6683"/>
                </a:solidFill>
                <a:latin typeface="Poppins"/>
                <a:ea typeface="Poppins"/>
                <a:cs typeface="Poppins"/>
              </a:defRPr>
            </a:pPr>
            <a:r>
              <a:rPr sz="900" b="0">
                <a:solidFill>
                  <a:srgbClr val="5A6683"/>
                </a:solidFill>
                <a:latin typeface="Poppins"/>
                <a:ea typeface="Poppins"/>
                <a:cs typeface="Poppins"/>
              </a:rPr>
              <a:t>After-rain reference: dry ≥6 h</a:t>
            </a:r>
          </a:p>
        </p:txBody>
      </p:sp>
    </p:spTree>
    <p:extLst>
      <p:ext uri="{BB962C8B-B14F-4D97-AF65-F5344CB8AC3E}">
        <p14:creationId xmlns:p14="http://schemas.microsoft.com/office/powerpoint/2010/main" val="1314926261"/>
      </p:ext>
    </p:extLst>
  </p:cSld>
</p:sld>
</file>

<file path=ppt/slides/slide10.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80856996-E1C1-4D6D-A929-EF9AFACCE1DE}"/>
              </a:ext>
            </a:extLst>
          </p:cNvPr>
          <p:cNvSpPr>
            <a:spLocks xmlns:a="http://schemas.openxmlformats.org/drawingml/2006/main" noGrp="1"/>
          </p:cNvSpPr>
          <p:nvPr/>
        </p:nvSpPr>
        <p:spPr>
          <a:xfrm xmlns:a="http://schemas.openxmlformats.org/drawingml/2006/main">
            <a:off x="812800" y="812800"/>
            <a:ext cx="6122045"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Q2 · WHERE · REGRESSION PER SQUARE, FALSE-DISCOVERY CONTROL</a:t>
            </a:r>
            <a:endParaRPr sz="1200"/>
          </a:p>
        </p:txBody>
      </p:sp>
      <p:sp>
        <p:nvSpPr>
          <p:cNvPr id="3" name="Text 1">
            <a:extLst xmlns:a="http://schemas.openxmlformats.org/drawingml/2006/main">
              <a:ext uri="{FF2B5EF4-FFF2-40B4-BE49-F238E27FC236}">
                <a16:creationId xmlns:a16="http://schemas.microsoft.com/office/drawing/2014/main" id="{A42EBE96-E20A-4398-B59C-3E475E134B7F}"/>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HEAVY-RAIN LOSSES CLUSTER BY PLACE</a:t>
            </a:r>
            <a:endParaRPr sz="4000"/>
          </a:p>
        </p:txBody>
      </p:sp>
      <p:sp>
        <p:nvSpPr>
          <p:cNvPr id="4" name="Shape 2">
            <a:extLst xmlns:a="http://schemas.openxmlformats.org/drawingml/2006/main">
              <a:ext uri="{FF2B5EF4-FFF2-40B4-BE49-F238E27FC236}">
                <a16:creationId xmlns:a16="http://schemas.microsoft.com/office/drawing/2014/main" id="{10E385F4-DAD0-4CF2-BF10-87627E5DB68F}"/>
              </a:ext>
            </a:extLst>
          </p:cNvPr>
          <p:cNvSpPr>
            <a:spLocks xmlns:a="http://schemas.openxmlformats.org/drawingml/2006/main" noGrp="1"/>
          </p:cNvSpPr>
          <p:nvPr/>
        </p:nvSpPr>
        <p:spPr>
          <a:xfrm xmlns:a="http://schemas.openxmlformats.org/drawingml/2006/main">
            <a:off x="812800" y="1953220"/>
            <a:ext cx="10566400" cy="3778250"/>
          </a:xfrm>
          <a:prstGeom xmlns:a="http://schemas.openxmlformats.org/drawingml/2006/main" prst="roundRect">
            <a:avLst>
              <a:gd name="adj" fmla="val 4370"/>
            </a:avLst>
          </a:prstGeom>
          <a:solidFill xmlns:a="http://schemas.openxmlformats.org/drawingml/2006/main">
            <a:srgbClr val="FBFCFE"/>
          </a:solidFill>
        </p:spPr>
      </p:sp>
      <p:sp>
        <p:nvSpPr>
          <p:cNvPr id="6" name="Text 3">
            <a:extLst xmlns:a="http://schemas.openxmlformats.org/drawingml/2006/main">
              <a:ext uri="{FF2B5EF4-FFF2-40B4-BE49-F238E27FC236}">
                <a16:creationId xmlns:a16="http://schemas.microsoft.com/office/drawing/2014/main" id="{17D37E66-2263-4F27-9ECF-5BF182EEBA3D}"/>
              </a:ext>
            </a:extLst>
          </p:cNvPr>
          <p:cNvSpPr>
            <a:spLocks xmlns:a="http://schemas.openxmlformats.org/drawingml/2006/main" noGrp="1"/>
          </p:cNvSpPr>
          <p:nvPr/>
        </p:nvSpPr>
        <p:spPr>
          <a:xfrm xmlns:a="http://schemas.openxmlformats.org/drawingml/2006/main">
            <a:off x="812800" y="6248400"/>
            <a:ext cx="9291613"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Left: change in vacant taxis · Right: change in share of the city’s taxis · named: ≥4 expected taxis, FDR q &lt; 0.10</a:t>
            </a:r>
            <a:endParaRPr sz="1200"/>
          </a:p>
        </p:txBody>
      </p:sp>
      <p:sp>
        <p:nvSpPr>
          <p:cNvPr id="7" name="Text 4">
            <a:extLst xmlns:a="http://schemas.openxmlformats.org/drawingml/2006/main">
              <a:ext uri="{FF2B5EF4-FFF2-40B4-BE49-F238E27FC236}">
                <a16:creationId xmlns:a16="http://schemas.microsoft.com/office/drawing/2014/main" id="{449C4EA9-DB61-4747-8785-AEFC69D4701F}"/>
              </a:ext>
            </a:extLst>
          </p:cNvPr>
          <p:cNvSpPr>
            <a:spLocks xmlns:a="http://schemas.openxmlformats.org/drawingml/2006/main" noGrp="1"/>
          </p:cNvSpPr>
          <p:nvPr/>
        </p:nvSpPr>
        <p:spPr>
          <a:xfrm xmlns:a="http://schemas.openxmlformats.org/drawingml/2006/main">
            <a:off x="11183888" y="6248400"/>
            <a:ext cx="195312"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10</a:t>
            </a:r>
            <a:endParaRPr sz="1200"/>
          </a:p>
        </p:txBody>
      </p:sp>
      <p:sp>
        <p:nvSpPr>
          <p:cNvPr id="8" name="Editable chart path">
            <a:extLst xmlns:a="http://schemas.openxmlformats.org/drawingml/2006/main">
              <a:ext uri="{FF2B5EF4-FFF2-40B4-BE49-F238E27FC236}">
                <a16:creationId xmlns:a16="http://schemas.microsoft.com/office/drawing/2014/main" id="{F67F45AF-2F0D-4161-95FC-A507B3A11561}"/>
              </a:ext>
            </a:extLst>
          </p:cNvPr>
          <p:cNvSpPr>
            <a:spLocks xmlns:a="http://schemas.openxmlformats.org/drawingml/2006/main" noGrp="1"/>
          </p:cNvSpPr>
          <p:nvPr/>
        </p:nvSpPr>
        <p:spPr>
          <a:xfrm xmlns:a="http://schemas.openxmlformats.org/drawingml/2006/main">
            <a:off x="1270000" y="2105620"/>
            <a:ext cx="9652000" cy="3473450"/>
          </a:xfrm>
          <a:custGeom xmlns:a="http://schemas.openxmlformats.org/drawingml/2006/main">
            <a:pathLst>
              <a:path w="10424160" h="3751326">
                <a:moveTo>
                  <a:pt x="0" y="3751326"/>
                </a:moveTo>
                <a:lnTo>
                  <a:pt x="10424160" y="3751326"/>
                </a:lnTo>
                <a:lnTo>
                  <a:pt x="10424160" y="0"/>
                </a:lnTo>
                <a:lnTo>
                  <a:pt x="0" y="0"/>
                </a:lnTo>
                <a:close/>
              </a:path>
            </a:pathLst>
          </a:custGeom>
          <a:solidFill xmlns:a="http://schemas.openxmlformats.org/drawingml/2006/main">
            <a:srgbClr val="FBFCFE"/>
          </a:solidFill>
          <a:ln xmlns:a="http://schemas.openxmlformats.org/drawingml/2006/main" w="0">
            <a:noFill/>
            <a:prstDash val="solid"/>
          </a:ln>
        </p:spPr>
      </p:sp>
      <p:sp>
        <p:nvSpPr>
          <p:cNvPr id="9" name="Editable chart path">
            <a:extLst xmlns:a="http://schemas.openxmlformats.org/drawingml/2006/main">
              <a:ext uri="{FF2B5EF4-FFF2-40B4-BE49-F238E27FC236}">
                <a16:creationId xmlns:a16="http://schemas.microsoft.com/office/drawing/2014/main" id="{2B93D323-250D-4D24-BFED-1BEDCA4281A2}"/>
              </a:ext>
            </a:extLst>
          </p:cNvPr>
          <p:cNvSpPr>
            <a:spLocks xmlns:a="http://schemas.openxmlformats.org/drawingml/2006/main" noGrp="1"/>
          </p:cNvSpPr>
          <p:nvPr/>
        </p:nvSpPr>
        <p:spPr>
          <a:xfrm xmlns:a="http://schemas.openxmlformats.org/drawingml/2006/main">
            <a:off x="1386186" y="3034784"/>
            <a:ext cx="2368919" cy="1398131"/>
          </a:xfrm>
          <a:custGeom xmlns:a="http://schemas.openxmlformats.org/drawingml/2006/main">
            <a:pathLst>
              <a:path w="2558433" h="1509982">
                <a:moveTo>
                  <a:pt x="535127" y="947577"/>
                </a:moveTo>
                <a:lnTo>
                  <a:pt x="523208" y="945197"/>
                </a:lnTo>
                <a:lnTo>
                  <a:pt x="526363" y="952396"/>
                </a:lnTo>
                <a:lnTo>
                  <a:pt x="532965" y="954021"/>
                </a:lnTo>
                <a:lnTo>
                  <a:pt x="547338" y="971843"/>
                </a:lnTo>
                <a:lnTo>
                  <a:pt x="547514" y="994077"/>
                </a:lnTo>
                <a:lnTo>
                  <a:pt x="528642" y="993554"/>
                </a:lnTo>
                <a:lnTo>
                  <a:pt x="528759" y="990826"/>
                </a:lnTo>
                <a:lnTo>
                  <a:pt x="525312" y="988504"/>
                </a:lnTo>
                <a:lnTo>
                  <a:pt x="523442" y="973004"/>
                </a:lnTo>
                <a:lnTo>
                  <a:pt x="518067" y="962845"/>
                </a:lnTo>
                <a:lnTo>
                  <a:pt x="519820" y="957098"/>
                </a:lnTo>
                <a:lnTo>
                  <a:pt x="525078" y="952860"/>
                </a:lnTo>
                <a:lnTo>
                  <a:pt x="522098" y="945720"/>
                </a:lnTo>
                <a:lnTo>
                  <a:pt x="516080" y="952976"/>
                </a:lnTo>
                <a:lnTo>
                  <a:pt x="513276" y="961800"/>
                </a:lnTo>
                <a:lnTo>
                  <a:pt x="514444" y="985891"/>
                </a:lnTo>
                <a:lnTo>
                  <a:pt x="498202" y="991987"/>
                </a:lnTo>
                <a:lnTo>
                  <a:pt x="485874" y="991174"/>
                </a:lnTo>
                <a:lnTo>
                  <a:pt x="456777" y="996573"/>
                </a:lnTo>
                <a:lnTo>
                  <a:pt x="448773" y="939392"/>
                </a:lnTo>
                <a:lnTo>
                  <a:pt x="445443" y="937883"/>
                </a:lnTo>
                <a:lnTo>
                  <a:pt x="438548" y="939740"/>
                </a:lnTo>
                <a:lnTo>
                  <a:pt x="445209" y="1002959"/>
                </a:lnTo>
                <a:lnTo>
                  <a:pt x="434809" y="1007719"/>
                </a:lnTo>
                <a:lnTo>
                  <a:pt x="432823" y="1005397"/>
                </a:lnTo>
                <a:lnTo>
                  <a:pt x="424994" y="1011028"/>
                </a:lnTo>
                <a:lnTo>
                  <a:pt x="393326" y="976081"/>
                </a:lnTo>
                <a:lnTo>
                  <a:pt x="391574" y="951815"/>
                </a:lnTo>
                <a:lnTo>
                  <a:pt x="368612" y="954660"/>
                </a:lnTo>
                <a:lnTo>
                  <a:pt x="372760" y="988852"/>
                </a:lnTo>
                <a:lnTo>
                  <a:pt x="401039" y="1017820"/>
                </a:lnTo>
                <a:lnTo>
                  <a:pt x="398994" y="1016949"/>
                </a:lnTo>
                <a:lnTo>
                  <a:pt x="400630" y="1019677"/>
                </a:lnTo>
                <a:lnTo>
                  <a:pt x="392216" y="1028559"/>
                </a:lnTo>
                <a:lnTo>
                  <a:pt x="355758" y="1057063"/>
                </a:lnTo>
                <a:lnTo>
                  <a:pt x="347637" y="1047310"/>
                </a:lnTo>
                <a:lnTo>
                  <a:pt x="349039" y="1045162"/>
                </a:lnTo>
                <a:lnTo>
                  <a:pt x="344949" y="1038486"/>
                </a:lnTo>
                <a:lnTo>
                  <a:pt x="309309" y="1020839"/>
                </a:lnTo>
                <a:lnTo>
                  <a:pt x="311529" y="1016078"/>
                </a:lnTo>
                <a:lnTo>
                  <a:pt x="303817" y="1009983"/>
                </a:lnTo>
                <a:lnTo>
                  <a:pt x="297390" y="1015324"/>
                </a:lnTo>
                <a:lnTo>
                  <a:pt x="293125" y="1010621"/>
                </a:lnTo>
                <a:lnTo>
                  <a:pt x="298676" y="1005861"/>
                </a:lnTo>
                <a:lnTo>
                  <a:pt x="280739" y="985369"/>
                </a:lnTo>
                <a:lnTo>
                  <a:pt x="269229" y="995064"/>
                </a:lnTo>
                <a:lnTo>
                  <a:pt x="257719" y="981538"/>
                </a:lnTo>
                <a:lnTo>
                  <a:pt x="302590" y="932948"/>
                </a:lnTo>
                <a:lnTo>
                  <a:pt x="300662" y="926853"/>
                </a:lnTo>
                <a:lnTo>
                  <a:pt x="294352" y="924589"/>
                </a:lnTo>
                <a:lnTo>
                  <a:pt x="263970" y="957156"/>
                </a:lnTo>
                <a:lnTo>
                  <a:pt x="254914" y="960233"/>
                </a:lnTo>
                <a:lnTo>
                  <a:pt x="240016" y="945952"/>
                </a:lnTo>
                <a:lnTo>
                  <a:pt x="237445" y="938695"/>
                </a:lnTo>
                <a:lnTo>
                  <a:pt x="269755" y="905432"/>
                </a:lnTo>
                <a:lnTo>
                  <a:pt x="270982" y="902413"/>
                </a:lnTo>
                <a:lnTo>
                  <a:pt x="267710" y="898582"/>
                </a:lnTo>
                <a:lnTo>
                  <a:pt x="256726" y="889990"/>
                </a:lnTo>
                <a:lnTo>
                  <a:pt x="237737" y="910773"/>
                </a:lnTo>
                <a:lnTo>
                  <a:pt x="219216" y="925227"/>
                </a:lnTo>
                <a:lnTo>
                  <a:pt x="205193" y="915823"/>
                </a:lnTo>
                <a:lnTo>
                  <a:pt x="186614" y="897305"/>
                </a:lnTo>
                <a:lnTo>
                  <a:pt x="168502" y="923080"/>
                </a:lnTo>
                <a:lnTo>
                  <a:pt x="188776" y="940089"/>
                </a:lnTo>
                <a:lnTo>
                  <a:pt x="229791" y="987749"/>
                </a:lnTo>
                <a:lnTo>
                  <a:pt x="238321" y="1039067"/>
                </a:lnTo>
                <a:lnTo>
                  <a:pt x="257018" y="1073317"/>
                </a:lnTo>
                <a:lnTo>
                  <a:pt x="259822" y="1082722"/>
                </a:lnTo>
                <a:lnTo>
                  <a:pt x="257076" y="1098047"/>
                </a:lnTo>
                <a:lnTo>
                  <a:pt x="245274" y="1109890"/>
                </a:lnTo>
                <a:lnTo>
                  <a:pt x="234290" y="1112734"/>
                </a:lnTo>
                <a:lnTo>
                  <a:pt x="204609" y="1110702"/>
                </a:lnTo>
                <a:lnTo>
                  <a:pt x="202973" y="1112792"/>
                </a:lnTo>
                <a:lnTo>
                  <a:pt x="198883" y="1166606"/>
                </a:lnTo>
                <a:lnTo>
                  <a:pt x="219975" y="1166606"/>
                </a:lnTo>
                <a:lnTo>
                  <a:pt x="220034" y="1218621"/>
                </a:lnTo>
                <a:lnTo>
                  <a:pt x="68008" y="1218621"/>
                </a:lnTo>
                <a:lnTo>
                  <a:pt x="68008" y="1258502"/>
                </a:lnTo>
                <a:lnTo>
                  <a:pt x="225818" y="1258502"/>
                </a:lnTo>
                <a:lnTo>
                  <a:pt x="225818" y="1293449"/>
                </a:lnTo>
                <a:lnTo>
                  <a:pt x="187490" y="1310458"/>
                </a:lnTo>
                <a:lnTo>
                  <a:pt x="68008" y="1310458"/>
                </a:lnTo>
                <a:lnTo>
                  <a:pt x="68008" y="1350398"/>
                </a:lnTo>
                <a:lnTo>
                  <a:pt x="257894" y="1350398"/>
                </a:lnTo>
                <a:lnTo>
                  <a:pt x="257894" y="1402354"/>
                </a:lnTo>
                <a:lnTo>
                  <a:pt x="68067" y="1402354"/>
                </a:lnTo>
                <a:lnTo>
                  <a:pt x="68067" y="1446473"/>
                </a:lnTo>
                <a:lnTo>
                  <a:pt x="299260" y="1446415"/>
                </a:lnTo>
                <a:lnTo>
                  <a:pt x="308959" y="1472190"/>
                </a:lnTo>
                <a:lnTo>
                  <a:pt x="247494" y="1494772"/>
                </a:lnTo>
                <a:lnTo>
                  <a:pt x="227746" y="1506557"/>
                </a:lnTo>
                <a:lnTo>
                  <a:pt x="214892" y="1509982"/>
                </a:lnTo>
                <a:lnTo>
                  <a:pt x="21092" y="1461625"/>
                </a:lnTo>
                <a:lnTo>
                  <a:pt x="7245" y="1454136"/>
                </a:lnTo>
                <a:lnTo>
                  <a:pt x="760" y="1442526"/>
                </a:lnTo>
                <a:lnTo>
                  <a:pt x="0" y="1318295"/>
                </a:lnTo>
                <a:lnTo>
                  <a:pt x="39321" y="1318295"/>
                </a:lnTo>
                <a:lnTo>
                  <a:pt x="39379" y="1302563"/>
                </a:lnTo>
                <a:lnTo>
                  <a:pt x="18404" y="1302563"/>
                </a:lnTo>
                <a:lnTo>
                  <a:pt x="18404" y="1264481"/>
                </a:lnTo>
                <a:lnTo>
                  <a:pt x="36750" y="1264481"/>
                </a:lnTo>
                <a:lnTo>
                  <a:pt x="36750" y="1248749"/>
                </a:lnTo>
                <a:lnTo>
                  <a:pt x="23663" y="1248749"/>
                </a:lnTo>
                <a:lnTo>
                  <a:pt x="23663" y="1222220"/>
                </a:lnTo>
                <a:lnTo>
                  <a:pt x="58" y="1222220"/>
                </a:lnTo>
                <a:lnTo>
                  <a:pt x="701" y="1211828"/>
                </a:lnTo>
                <a:lnTo>
                  <a:pt x="33361" y="1124925"/>
                </a:lnTo>
                <a:lnTo>
                  <a:pt x="41600" y="1116914"/>
                </a:lnTo>
                <a:lnTo>
                  <a:pt x="58660" y="1110644"/>
                </a:lnTo>
                <a:lnTo>
                  <a:pt x="69820" y="1103446"/>
                </a:lnTo>
                <a:lnTo>
                  <a:pt x="78233" y="1093635"/>
                </a:lnTo>
                <a:lnTo>
                  <a:pt x="83316" y="1082722"/>
                </a:lnTo>
                <a:lnTo>
                  <a:pt x="85419" y="1069950"/>
                </a:lnTo>
                <a:lnTo>
                  <a:pt x="83725" y="1056772"/>
                </a:lnTo>
                <a:lnTo>
                  <a:pt x="73150" y="1029953"/>
                </a:lnTo>
                <a:lnTo>
                  <a:pt x="69002" y="1029488"/>
                </a:lnTo>
                <a:lnTo>
                  <a:pt x="69995" y="1023393"/>
                </a:lnTo>
                <a:lnTo>
                  <a:pt x="68125" y="1025657"/>
                </a:lnTo>
                <a:lnTo>
                  <a:pt x="70813" y="1010331"/>
                </a:lnTo>
                <a:lnTo>
                  <a:pt x="71806" y="1013002"/>
                </a:lnTo>
                <a:lnTo>
                  <a:pt x="72741" y="1007835"/>
                </a:lnTo>
                <a:lnTo>
                  <a:pt x="75954" y="1008357"/>
                </a:lnTo>
                <a:lnTo>
                  <a:pt x="150623" y="809937"/>
                </a:lnTo>
                <a:lnTo>
                  <a:pt x="157868" y="782304"/>
                </a:lnTo>
                <a:lnTo>
                  <a:pt x="169845" y="754614"/>
                </a:lnTo>
                <a:lnTo>
                  <a:pt x="167216" y="750608"/>
                </a:lnTo>
                <a:lnTo>
                  <a:pt x="170138" y="747531"/>
                </a:lnTo>
                <a:lnTo>
                  <a:pt x="168443" y="745964"/>
                </a:lnTo>
                <a:lnTo>
                  <a:pt x="175162" y="739056"/>
                </a:lnTo>
                <a:lnTo>
                  <a:pt x="180012" y="727620"/>
                </a:lnTo>
                <a:lnTo>
                  <a:pt x="179311" y="725007"/>
                </a:lnTo>
                <a:lnTo>
                  <a:pt x="173643" y="727445"/>
                </a:lnTo>
                <a:lnTo>
                  <a:pt x="169086" y="722453"/>
                </a:lnTo>
                <a:lnTo>
                  <a:pt x="166048" y="712468"/>
                </a:lnTo>
                <a:lnTo>
                  <a:pt x="168034" y="702715"/>
                </a:lnTo>
                <a:lnTo>
                  <a:pt x="160497" y="697897"/>
                </a:lnTo>
                <a:lnTo>
                  <a:pt x="161257" y="696446"/>
                </a:lnTo>
                <a:lnTo>
                  <a:pt x="168735" y="701380"/>
                </a:lnTo>
                <a:lnTo>
                  <a:pt x="174987" y="694588"/>
                </a:lnTo>
                <a:lnTo>
                  <a:pt x="183225" y="691337"/>
                </a:lnTo>
                <a:lnTo>
                  <a:pt x="187373" y="693137"/>
                </a:lnTo>
                <a:lnTo>
                  <a:pt x="189944" y="698420"/>
                </a:lnTo>
                <a:lnTo>
                  <a:pt x="193333" y="683152"/>
                </a:lnTo>
                <a:lnTo>
                  <a:pt x="201279" y="664517"/>
                </a:lnTo>
                <a:lnTo>
                  <a:pt x="202681" y="654068"/>
                </a:lnTo>
                <a:lnTo>
                  <a:pt x="204317" y="656564"/>
                </a:lnTo>
                <a:lnTo>
                  <a:pt x="215301" y="647857"/>
                </a:lnTo>
                <a:lnTo>
                  <a:pt x="222371" y="638742"/>
                </a:lnTo>
                <a:lnTo>
                  <a:pt x="240132" y="598861"/>
                </a:lnTo>
                <a:lnTo>
                  <a:pt x="253454" y="579414"/>
                </a:lnTo>
                <a:lnTo>
                  <a:pt x="255031" y="569661"/>
                </a:lnTo>
                <a:lnTo>
                  <a:pt x="265022" y="566584"/>
                </a:lnTo>
                <a:lnTo>
                  <a:pt x="264146" y="559908"/>
                </a:lnTo>
                <a:lnTo>
                  <a:pt x="267009" y="557644"/>
                </a:lnTo>
                <a:lnTo>
                  <a:pt x="274662" y="567513"/>
                </a:lnTo>
                <a:lnTo>
                  <a:pt x="274721" y="557993"/>
                </a:lnTo>
                <a:lnTo>
                  <a:pt x="279746" y="557006"/>
                </a:lnTo>
                <a:lnTo>
                  <a:pt x="288042" y="536049"/>
                </a:lnTo>
                <a:lnTo>
                  <a:pt x="301013" y="513815"/>
                </a:lnTo>
                <a:lnTo>
                  <a:pt x="299435" y="506617"/>
                </a:lnTo>
                <a:lnTo>
                  <a:pt x="305512" y="507488"/>
                </a:lnTo>
                <a:lnTo>
                  <a:pt x="302415" y="502379"/>
                </a:lnTo>
                <a:lnTo>
                  <a:pt x="312231" y="493497"/>
                </a:lnTo>
                <a:lnTo>
                  <a:pt x="316145" y="492452"/>
                </a:lnTo>
                <a:lnTo>
                  <a:pt x="316613" y="497445"/>
                </a:lnTo>
                <a:lnTo>
                  <a:pt x="318190" y="497212"/>
                </a:lnTo>
                <a:lnTo>
                  <a:pt x="319826" y="492162"/>
                </a:lnTo>
                <a:lnTo>
                  <a:pt x="316262" y="486357"/>
                </a:lnTo>
                <a:lnTo>
                  <a:pt x="319709" y="480261"/>
                </a:lnTo>
                <a:lnTo>
                  <a:pt x="326603" y="475501"/>
                </a:lnTo>
                <a:lnTo>
                  <a:pt x="326662" y="465748"/>
                </a:lnTo>
                <a:lnTo>
                  <a:pt x="333264" y="454254"/>
                </a:lnTo>
                <a:lnTo>
                  <a:pt x="331102" y="440670"/>
                </a:lnTo>
                <a:lnTo>
                  <a:pt x="333907" y="426448"/>
                </a:lnTo>
                <a:lnTo>
                  <a:pt x="329233" y="418204"/>
                </a:lnTo>
                <a:lnTo>
                  <a:pt x="332972" y="409322"/>
                </a:lnTo>
                <a:lnTo>
                  <a:pt x="335192" y="410890"/>
                </a:lnTo>
                <a:lnTo>
                  <a:pt x="336244" y="408974"/>
                </a:lnTo>
                <a:lnTo>
                  <a:pt x="333206" y="406826"/>
                </a:lnTo>
                <a:lnTo>
                  <a:pt x="334608" y="402356"/>
                </a:lnTo>
                <a:lnTo>
                  <a:pt x="339925" y="399453"/>
                </a:lnTo>
                <a:lnTo>
                  <a:pt x="334958" y="391907"/>
                </a:lnTo>
                <a:lnTo>
                  <a:pt x="331803" y="378729"/>
                </a:lnTo>
                <a:lnTo>
                  <a:pt x="342437" y="374201"/>
                </a:lnTo>
                <a:lnTo>
                  <a:pt x="346936" y="365842"/>
                </a:lnTo>
                <a:lnTo>
                  <a:pt x="347286" y="359050"/>
                </a:lnTo>
                <a:lnTo>
                  <a:pt x="357394" y="356553"/>
                </a:lnTo>
                <a:lnTo>
                  <a:pt x="364289" y="360094"/>
                </a:lnTo>
                <a:lnTo>
                  <a:pt x="365808" y="355334"/>
                </a:lnTo>
                <a:lnTo>
                  <a:pt x="373286" y="351503"/>
                </a:lnTo>
                <a:lnTo>
                  <a:pt x="374688" y="346859"/>
                </a:lnTo>
                <a:lnTo>
                  <a:pt x="379187" y="342911"/>
                </a:lnTo>
                <a:lnTo>
                  <a:pt x="377493" y="336003"/>
                </a:lnTo>
                <a:lnTo>
                  <a:pt x="379070" y="333739"/>
                </a:lnTo>
                <a:lnTo>
                  <a:pt x="382634" y="331301"/>
                </a:lnTo>
                <a:lnTo>
                  <a:pt x="388068" y="332520"/>
                </a:lnTo>
                <a:lnTo>
                  <a:pt x="391515" y="330778"/>
                </a:lnTo>
                <a:lnTo>
                  <a:pt x="386198" y="325960"/>
                </a:lnTo>
                <a:lnTo>
                  <a:pt x="384621" y="318355"/>
                </a:lnTo>
                <a:lnTo>
                  <a:pt x="388302" y="306281"/>
                </a:lnTo>
                <a:lnTo>
                  <a:pt x="393326" y="307674"/>
                </a:lnTo>
                <a:lnTo>
                  <a:pt x="393735" y="303262"/>
                </a:lnTo>
                <a:lnTo>
                  <a:pt x="388944" y="299140"/>
                </a:lnTo>
                <a:lnTo>
                  <a:pt x="398643" y="293916"/>
                </a:lnTo>
                <a:lnTo>
                  <a:pt x="403902" y="299082"/>
                </a:lnTo>
                <a:lnTo>
                  <a:pt x="401214" y="294786"/>
                </a:lnTo>
                <a:lnTo>
                  <a:pt x="404486" y="290607"/>
                </a:lnTo>
                <a:lnTo>
                  <a:pt x="399870" y="291710"/>
                </a:lnTo>
                <a:lnTo>
                  <a:pt x="396189" y="283060"/>
                </a:lnTo>
                <a:lnTo>
                  <a:pt x="400805" y="264658"/>
                </a:lnTo>
                <a:lnTo>
                  <a:pt x="410329" y="258562"/>
                </a:lnTo>
                <a:lnTo>
                  <a:pt x="416054" y="259375"/>
                </a:lnTo>
                <a:lnTo>
                  <a:pt x="413075" y="258098"/>
                </a:lnTo>
                <a:lnTo>
                  <a:pt x="414009" y="254673"/>
                </a:lnTo>
                <a:lnTo>
                  <a:pt x="422773" y="241785"/>
                </a:lnTo>
                <a:lnTo>
                  <a:pt x="428265" y="245210"/>
                </a:lnTo>
                <a:lnTo>
                  <a:pt x="442288" y="241669"/>
                </a:lnTo>
                <a:lnTo>
                  <a:pt x="453447" y="229885"/>
                </a:lnTo>
                <a:lnTo>
                  <a:pt x="459582" y="233716"/>
                </a:lnTo>
                <a:lnTo>
                  <a:pt x="466359" y="234297"/>
                </a:lnTo>
                <a:lnTo>
                  <a:pt x="468171" y="236851"/>
                </a:lnTo>
                <a:lnTo>
                  <a:pt x="468463" y="227795"/>
                </a:lnTo>
                <a:lnTo>
                  <a:pt x="472202" y="225299"/>
                </a:lnTo>
                <a:lnTo>
                  <a:pt x="479564" y="226750"/>
                </a:lnTo>
                <a:lnTo>
                  <a:pt x="484355" y="219029"/>
                </a:lnTo>
                <a:lnTo>
                  <a:pt x="511640" y="216068"/>
                </a:lnTo>
                <a:lnTo>
                  <a:pt x="517541" y="211366"/>
                </a:lnTo>
                <a:lnTo>
                  <a:pt x="528175" y="207593"/>
                </a:lnTo>
                <a:lnTo>
                  <a:pt x="528116" y="205155"/>
                </a:lnTo>
                <a:lnTo>
                  <a:pt x="551545" y="181179"/>
                </a:lnTo>
                <a:lnTo>
                  <a:pt x="565860" y="173052"/>
                </a:lnTo>
                <a:lnTo>
                  <a:pt x="588880" y="150644"/>
                </a:lnTo>
                <a:lnTo>
                  <a:pt x="589581" y="144607"/>
                </a:lnTo>
                <a:lnTo>
                  <a:pt x="593904" y="147393"/>
                </a:lnTo>
                <a:lnTo>
                  <a:pt x="608686" y="133461"/>
                </a:lnTo>
                <a:lnTo>
                  <a:pt x="624403" y="124695"/>
                </a:lnTo>
                <a:lnTo>
                  <a:pt x="649351" y="117439"/>
                </a:lnTo>
                <a:lnTo>
                  <a:pt x="653090" y="118716"/>
                </a:lnTo>
                <a:lnTo>
                  <a:pt x="654784" y="116684"/>
                </a:lnTo>
                <a:lnTo>
                  <a:pt x="676402" y="112969"/>
                </a:lnTo>
                <a:lnTo>
                  <a:pt x="710932" y="113723"/>
                </a:lnTo>
                <a:lnTo>
                  <a:pt x="720806" y="116219"/>
                </a:lnTo>
                <a:lnTo>
                  <a:pt x="734478" y="127017"/>
                </a:lnTo>
                <a:lnTo>
                  <a:pt x="735413" y="131313"/>
                </a:lnTo>
                <a:lnTo>
                  <a:pt x="732667" y="126495"/>
                </a:lnTo>
                <a:lnTo>
                  <a:pt x="732725" y="130210"/>
                </a:lnTo>
                <a:lnTo>
                  <a:pt x="729804" y="132880"/>
                </a:lnTo>
                <a:lnTo>
                  <a:pt x="733719" y="131893"/>
                </a:lnTo>
                <a:lnTo>
                  <a:pt x="741606" y="137408"/>
                </a:lnTo>
                <a:lnTo>
                  <a:pt x="733543" y="143039"/>
                </a:lnTo>
                <a:lnTo>
                  <a:pt x="738159" y="139208"/>
                </a:lnTo>
                <a:lnTo>
                  <a:pt x="742366" y="138976"/>
                </a:lnTo>
                <a:lnTo>
                  <a:pt x="738334" y="142517"/>
                </a:lnTo>
                <a:lnTo>
                  <a:pt x="739970" y="141530"/>
                </a:lnTo>
                <a:lnTo>
                  <a:pt x="741781" y="143794"/>
                </a:lnTo>
                <a:lnTo>
                  <a:pt x="741840" y="140253"/>
                </a:lnTo>
                <a:lnTo>
                  <a:pt x="746631" y="142517"/>
                </a:lnTo>
                <a:lnTo>
                  <a:pt x="748267" y="148438"/>
                </a:lnTo>
                <a:lnTo>
                  <a:pt x="753058" y="147916"/>
                </a:lnTo>
                <a:lnTo>
                  <a:pt x="772397" y="162661"/>
                </a:lnTo>
                <a:lnTo>
                  <a:pt x="773215" y="166492"/>
                </a:lnTo>
                <a:lnTo>
                  <a:pt x="764509" y="176187"/>
                </a:lnTo>
                <a:lnTo>
                  <a:pt x="765970" y="185998"/>
                </a:lnTo>
                <a:lnTo>
                  <a:pt x="768132" y="186056"/>
                </a:lnTo>
                <a:lnTo>
                  <a:pt x="768833" y="179902"/>
                </a:lnTo>
                <a:lnTo>
                  <a:pt x="774150" y="172471"/>
                </a:lnTo>
                <a:lnTo>
                  <a:pt x="777129" y="185011"/>
                </a:lnTo>
                <a:lnTo>
                  <a:pt x="797871" y="184953"/>
                </a:lnTo>
                <a:lnTo>
                  <a:pt x="800383" y="182805"/>
                </a:lnTo>
                <a:lnTo>
                  <a:pt x="802019" y="186114"/>
                </a:lnTo>
                <a:lnTo>
                  <a:pt x="801902" y="146929"/>
                </a:lnTo>
                <a:lnTo>
                  <a:pt x="806985" y="142110"/>
                </a:lnTo>
                <a:lnTo>
                  <a:pt x="889425" y="158887"/>
                </a:lnTo>
                <a:lnTo>
                  <a:pt x="912445" y="153372"/>
                </a:lnTo>
                <a:lnTo>
                  <a:pt x="926467" y="159294"/>
                </a:lnTo>
                <a:lnTo>
                  <a:pt x="942768" y="154359"/>
                </a:lnTo>
                <a:lnTo>
                  <a:pt x="941483" y="149599"/>
                </a:lnTo>
                <a:lnTo>
                  <a:pt x="944579" y="141414"/>
                </a:lnTo>
                <a:lnTo>
                  <a:pt x="953928" y="133635"/>
                </a:lnTo>
                <a:lnTo>
                  <a:pt x="958777" y="124985"/>
                </a:lnTo>
                <a:lnTo>
                  <a:pt x="954395" y="106118"/>
                </a:lnTo>
                <a:lnTo>
                  <a:pt x="956498" y="104957"/>
                </a:lnTo>
                <a:lnTo>
                  <a:pt x="964970" y="129339"/>
                </a:lnTo>
                <a:lnTo>
                  <a:pt x="976480" y="120864"/>
                </a:lnTo>
                <a:lnTo>
                  <a:pt x="996929" y="113259"/>
                </a:lnTo>
                <a:lnTo>
                  <a:pt x="1034147" y="88993"/>
                </a:lnTo>
                <a:lnTo>
                  <a:pt x="1038646" y="88180"/>
                </a:lnTo>
                <a:lnTo>
                  <a:pt x="1051558" y="74829"/>
                </a:lnTo>
                <a:lnTo>
                  <a:pt x="1073468" y="59271"/>
                </a:lnTo>
                <a:lnTo>
                  <a:pt x="1082466" y="55497"/>
                </a:lnTo>
                <a:lnTo>
                  <a:pt x="1127512" y="22814"/>
                </a:lnTo>
                <a:lnTo>
                  <a:pt x="1134524" y="23047"/>
                </a:lnTo>
                <a:lnTo>
                  <a:pt x="1144456" y="13294"/>
                </a:lnTo>
                <a:lnTo>
                  <a:pt x="1152986" y="10101"/>
                </a:lnTo>
                <a:lnTo>
                  <a:pt x="1185705" y="1161"/>
                </a:lnTo>
                <a:lnTo>
                  <a:pt x="1191898" y="5747"/>
                </a:lnTo>
                <a:lnTo>
                  <a:pt x="1205044" y="2380"/>
                </a:lnTo>
                <a:lnTo>
                  <a:pt x="1236419" y="0"/>
                </a:lnTo>
                <a:lnTo>
                  <a:pt x="1260432" y="8882"/>
                </a:lnTo>
                <a:lnTo>
                  <a:pt x="1264756" y="12365"/>
                </a:lnTo>
                <a:lnTo>
                  <a:pt x="1253655" y="20086"/>
                </a:lnTo>
                <a:lnTo>
                  <a:pt x="1243839" y="33728"/>
                </a:lnTo>
                <a:lnTo>
                  <a:pt x="1248572" y="36631"/>
                </a:lnTo>
                <a:lnTo>
                  <a:pt x="1255174" y="26820"/>
                </a:lnTo>
                <a:lnTo>
                  <a:pt x="1268729" y="20957"/>
                </a:lnTo>
                <a:lnTo>
                  <a:pt x="1266801" y="27923"/>
                </a:lnTo>
                <a:lnTo>
                  <a:pt x="1271884" y="28968"/>
                </a:lnTo>
                <a:lnTo>
                  <a:pt x="1261893" y="46732"/>
                </a:lnTo>
                <a:lnTo>
                  <a:pt x="1264873" y="48299"/>
                </a:lnTo>
                <a:lnTo>
                  <a:pt x="1277142" y="29258"/>
                </a:lnTo>
                <a:lnTo>
                  <a:pt x="1271592" y="39185"/>
                </a:lnTo>
                <a:lnTo>
                  <a:pt x="1273812" y="40694"/>
                </a:lnTo>
                <a:lnTo>
                  <a:pt x="1265399" y="55439"/>
                </a:lnTo>
                <a:lnTo>
                  <a:pt x="1267502" y="56600"/>
                </a:lnTo>
                <a:lnTo>
                  <a:pt x="1275682" y="41797"/>
                </a:lnTo>
                <a:lnTo>
                  <a:pt x="1278661" y="43248"/>
                </a:lnTo>
                <a:lnTo>
                  <a:pt x="1296131" y="12655"/>
                </a:lnTo>
                <a:lnTo>
                  <a:pt x="1335627" y="35179"/>
                </a:lnTo>
                <a:lnTo>
                  <a:pt x="1321897" y="59561"/>
                </a:lnTo>
                <a:lnTo>
                  <a:pt x="1327447" y="62754"/>
                </a:lnTo>
                <a:lnTo>
                  <a:pt x="1341295" y="38488"/>
                </a:lnTo>
                <a:lnTo>
                  <a:pt x="1347605" y="38314"/>
                </a:lnTo>
                <a:lnTo>
                  <a:pt x="1353214" y="34599"/>
                </a:lnTo>
                <a:lnTo>
                  <a:pt x="1427532" y="65250"/>
                </a:lnTo>
                <a:lnTo>
                  <a:pt x="1451662" y="77209"/>
                </a:lnTo>
                <a:lnTo>
                  <a:pt x="1475208" y="92360"/>
                </a:lnTo>
                <a:lnTo>
                  <a:pt x="1474390" y="98398"/>
                </a:lnTo>
                <a:lnTo>
                  <a:pt x="1456803" y="106118"/>
                </a:lnTo>
                <a:lnTo>
                  <a:pt x="1472170" y="143272"/>
                </a:lnTo>
                <a:lnTo>
                  <a:pt x="1478480" y="164693"/>
                </a:lnTo>
                <a:lnTo>
                  <a:pt x="1505473" y="199291"/>
                </a:lnTo>
                <a:lnTo>
                  <a:pt x="1502084" y="202020"/>
                </a:lnTo>
                <a:lnTo>
                  <a:pt x="1506875" y="212817"/>
                </a:lnTo>
                <a:lnTo>
                  <a:pt x="1514646" y="209915"/>
                </a:lnTo>
                <a:lnTo>
                  <a:pt x="1517100" y="215081"/>
                </a:lnTo>
                <a:lnTo>
                  <a:pt x="1511549" y="226460"/>
                </a:lnTo>
                <a:lnTo>
                  <a:pt x="1481810" y="250899"/>
                </a:lnTo>
                <a:lnTo>
                  <a:pt x="1474974" y="252989"/>
                </a:lnTo>
                <a:lnTo>
                  <a:pt x="1472812" y="256821"/>
                </a:lnTo>
                <a:lnTo>
                  <a:pt x="1507927" y="272553"/>
                </a:lnTo>
                <a:lnTo>
                  <a:pt x="1515989" y="268373"/>
                </a:lnTo>
                <a:lnTo>
                  <a:pt x="1526214" y="266922"/>
                </a:lnTo>
                <a:lnTo>
                  <a:pt x="1539535" y="255311"/>
                </a:lnTo>
                <a:lnTo>
                  <a:pt x="1539769" y="249042"/>
                </a:lnTo>
                <a:lnTo>
                  <a:pt x="1543684" y="244049"/>
                </a:lnTo>
                <a:lnTo>
                  <a:pt x="1565535" y="229885"/>
                </a:lnTo>
                <a:lnTo>
                  <a:pt x="1579440" y="225415"/>
                </a:lnTo>
                <a:lnTo>
                  <a:pt x="1594222" y="226460"/>
                </a:lnTo>
                <a:lnTo>
                  <a:pt x="1603804" y="230581"/>
                </a:lnTo>
                <a:lnTo>
                  <a:pt x="1650078" y="261232"/>
                </a:lnTo>
                <a:lnTo>
                  <a:pt x="1640905" y="273888"/>
                </a:lnTo>
                <a:lnTo>
                  <a:pt x="1645112" y="276326"/>
                </a:lnTo>
                <a:lnTo>
                  <a:pt x="1653350" y="263148"/>
                </a:lnTo>
                <a:lnTo>
                  <a:pt x="1701201" y="291129"/>
                </a:lnTo>
                <a:lnTo>
                  <a:pt x="1705174" y="296296"/>
                </a:lnTo>
                <a:lnTo>
                  <a:pt x="1706810" y="304075"/>
                </a:lnTo>
                <a:lnTo>
                  <a:pt x="1698922" y="322013"/>
                </a:lnTo>
                <a:lnTo>
                  <a:pt x="1708563" y="325322"/>
                </a:lnTo>
                <a:lnTo>
                  <a:pt x="1718086" y="309357"/>
                </a:lnTo>
                <a:lnTo>
                  <a:pt x="1741983" y="293858"/>
                </a:lnTo>
                <a:lnTo>
                  <a:pt x="1750863" y="292580"/>
                </a:lnTo>
                <a:lnTo>
                  <a:pt x="1760153" y="294612"/>
                </a:lnTo>
                <a:lnTo>
                  <a:pt x="1765821" y="288749"/>
                </a:lnTo>
                <a:lnTo>
                  <a:pt x="1781946" y="285962"/>
                </a:lnTo>
                <a:lnTo>
                  <a:pt x="1792989" y="288285"/>
                </a:lnTo>
                <a:lnTo>
                  <a:pt x="1800818" y="303378"/>
                </a:lnTo>
                <a:lnTo>
                  <a:pt x="1801928" y="316498"/>
                </a:lnTo>
                <a:lnTo>
                  <a:pt x="1807303" y="315743"/>
                </a:lnTo>
                <a:lnTo>
                  <a:pt x="1810342" y="310460"/>
                </a:lnTo>
                <a:lnTo>
                  <a:pt x="1814724" y="310809"/>
                </a:lnTo>
                <a:lnTo>
                  <a:pt x="1828629" y="323638"/>
                </a:lnTo>
                <a:lnTo>
                  <a:pt x="1828220" y="328747"/>
                </a:lnTo>
                <a:lnTo>
                  <a:pt x="1831141" y="331707"/>
                </a:lnTo>
                <a:lnTo>
                  <a:pt x="1844170" y="337048"/>
                </a:lnTo>
                <a:lnTo>
                  <a:pt x="1856791" y="345814"/>
                </a:lnTo>
                <a:lnTo>
                  <a:pt x="1899851" y="388366"/>
                </a:lnTo>
                <a:lnTo>
                  <a:pt x="1900669" y="397131"/>
                </a:lnTo>
                <a:lnTo>
                  <a:pt x="1893658" y="401543"/>
                </a:lnTo>
                <a:lnTo>
                  <a:pt x="1895469" y="403343"/>
                </a:lnTo>
                <a:lnTo>
                  <a:pt x="1895586" y="412573"/>
                </a:lnTo>
                <a:lnTo>
                  <a:pt x="1920709" y="404040"/>
                </a:lnTo>
                <a:lnTo>
                  <a:pt x="1944313" y="425809"/>
                </a:lnTo>
                <a:lnTo>
                  <a:pt x="1944956" y="430627"/>
                </a:lnTo>
                <a:lnTo>
                  <a:pt x="1932044" y="443805"/>
                </a:lnTo>
                <a:lnTo>
                  <a:pt x="1930700" y="449146"/>
                </a:lnTo>
                <a:lnTo>
                  <a:pt x="1932394" y="451468"/>
                </a:lnTo>
                <a:lnTo>
                  <a:pt x="1938996" y="450016"/>
                </a:lnTo>
                <a:lnTo>
                  <a:pt x="1954713" y="437477"/>
                </a:lnTo>
                <a:lnTo>
                  <a:pt x="1970196" y="450887"/>
                </a:lnTo>
                <a:lnTo>
                  <a:pt x="1972066" y="455822"/>
                </a:lnTo>
                <a:lnTo>
                  <a:pt x="1968677" y="475327"/>
                </a:lnTo>
                <a:lnTo>
                  <a:pt x="1969962" y="482351"/>
                </a:lnTo>
                <a:lnTo>
                  <a:pt x="1975162" y="488040"/>
                </a:lnTo>
                <a:lnTo>
                  <a:pt x="2007180" y="509577"/>
                </a:lnTo>
                <a:lnTo>
                  <a:pt x="2036276" y="516602"/>
                </a:lnTo>
                <a:lnTo>
                  <a:pt x="2059004" y="519156"/>
                </a:lnTo>
                <a:lnTo>
                  <a:pt x="2097858" y="514802"/>
                </a:lnTo>
                <a:lnTo>
                  <a:pt x="2106388" y="523394"/>
                </a:lnTo>
                <a:lnTo>
                  <a:pt x="2113925" y="520607"/>
                </a:lnTo>
                <a:lnTo>
                  <a:pt x="2115678" y="515325"/>
                </a:lnTo>
                <a:lnTo>
                  <a:pt x="2113107" y="508242"/>
                </a:lnTo>
                <a:lnTo>
                  <a:pt x="2124091" y="501450"/>
                </a:lnTo>
                <a:lnTo>
                  <a:pt x="2132563" y="491233"/>
                </a:lnTo>
                <a:lnTo>
                  <a:pt x="2144657" y="484499"/>
                </a:lnTo>
                <a:lnTo>
                  <a:pt x="2151143" y="465923"/>
                </a:lnTo>
                <a:lnTo>
                  <a:pt x="2155758" y="464994"/>
                </a:lnTo>
                <a:lnTo>
                  <a:pt x="2159322" y="458840"/>
                </a:lnTo>
                <a:lnTo>
                  <a:pt x="2167035" y="454777"/>
                </a:lnTo>
                <a:lnTo>
                  <a:pt x="2190288" y="453151"/>
                </a:lnTo>
                <a:lnTo>
                  <a:pt x="2195079" y="449668"/>
                </a:lnTo>
                <a:lnTo>
                  <a:pt x="2193034" y="448739"/>
                </a:lnTo>
                <a:lnTo>
                  <a:pt x="2202616" y="446940"/>
                </a:lnTo>
                <a:lnTo>
                  <a:pt x="2200688" y="448217"/>
                </a:lnTo>
                <a:lnTo>
                  <a:pt x="2205362" y="450133"/>
                </a:lnTo>
                <a:lnTo>
                  <a:pt x="2211147" y="450539"/>
                </a:lnTo>
                <a:lnTo>
                  <a:pt x="2211556" y="448507"/>
                </a:lnTo>
                <a:lnTo>
                  <a:pt x="2233816" y="450713"/>
                </a:lnTo>
                <a:lnTo>
                  <a:pt x="2263497" y="459711"/>
                </a:lnTo>
                <a:lnTo>
                  <a:pt x="2274948" y="460756"/>
                </a:lnTo>
                <a:lnTo>
                  <a:pt x="2298669" y="475095"/>
                </a:lnTo>
                <a:lnTo>
                  <a:pt x="2339743" y="558805"/>
                </a:lnTo>
                <a:lnTo>
                  <a:pt x="2348215" y="564785"/>
                </a:lnTo>
                <a:lnTo>
                  <a:pt x="2355518" y="563856"/>
                </a:lnTo>
                <a:lnTo>
                  <a:pt x="2354583" y="569951"/>
                </a:lnTo>
                <a:lnTo>
                  <a:pt x="2343599" y="570416"/>
                </a:lnTo>
                <a:lnTo>
                  <a:pt x="2336880" y="587715"/>
                </a:lnTo>
                <a:lnTo>
                  <a:pt x="2340444" y="589631"/>
                </a:lnTo>
                <a:lnTo>
                  <a:pt x="2341905" y="586206"/>
                </a:lnTo>
                <a:lnTo>
                  <a:pt x="2362821" y="592824"/>
                </a:lnTo>
                <a:lnTo>
                  <a:pt x="2383271" y="584406"/>
                </a:lnTo>
                <a:lnTo>
                  <a:pt x="2467346" y="621559"/>
                </a:lnTo>
                <a:lnTo>
                  <a:pt x="2507719" y="645593"/>
                </a:lnTo>
                <a:lnTo>
                  <a:pt x="2545345" y="673051"/>
                </a:lnTo>
                <a:lnTo>
                  <a:pt x="2554051" y="684719"/>
                </a:lnTo>
                <a:lnTo>
                  <a:pt x="2558433" y="700161"/>
                </a:lnTo>
                <a:lnTo>
                  <a:pt x="2556154" y="708346"/>
                </a:lnTo>
                <a:lnTo>
                  <a:pt x="2549026" y="707940"/>
                </a:lnTo>
                <a:lnTo>
                  <a:pt x="2548092" y="703586"/>
                </a:lnTo>
                <a:lnTo>
                  <a:pt x="2553175" y="694646"/>
                </a:lnTo>
                <a:lnTo>
                  <a:pt x="2550604" y="684081"/>
                </a:lnTo>
                <a:lnTo>
                  <a:pt x="2544469" y="676012"/>
                </a:lnTo>
                <a:lnTo>
                  <a:pt x="2524955" y="660860"/>
                </a:lnTo>
                <a:lnTo>
                  <a:pt x="2518060" y="660164"/>
                </a:lnTo>
                <a:lnTo>
                  <a:pt x="2506667" y="652617"/>
                </a:lnTo>
                <a:lnTo>
                  <a:pt x="2499130" y="650353"/>
                </a:lnTo>
                <a:lnTo>
                  <a:pt x="2489957" y="652385"/>
                </a:lnTo>
                <a:lnTo>
                  <a:pt x="2486510" y="657087"/>
                </a:lnTo>
                <a:lnTo>
                  <a:pt x="2492353" y="661150"/>
                </a:lnTo>
                <a:lnTo>
                  <a:pt x="2494047" y="667014"/>
                </a:lnTo>
                <a:lnTo>
                  <a:pt x="2427383" y="823231"/>
                </a:lnTo>
                <a:lnTo>
                  <a:pt x="2424637" y="832867"/>
                </a:lnTo>
                <a:lnTo>
                  <a:pt x="2425046" y="842388"/>
                </a:lnTo>
                <a:lnTo>
                  <a:pt x="2428726" y="850167"/>
                </a:lnTo>
                <a:lnTo>
                  <a:pt x="2493930" y="848541"/>
                </a:lnTo>
                <a:lnTo>
                  <a:pt x="2495040" y="886913"/>
                </a:lnTo>
                <a:lnTo>
                  <a:pt x="2499773" y="890164"/>
                </a:lnTo>
                <a:lnTo>
                  <a:pt x="2494748" y="897421"/>
                </a:lnTo>
                <a:lnTo>
                  <a:pt x="2473539" y="898001"/>
                </a:lnTo>
                <a:lnTo>
                  <a:pt x="2472897" y="873039"/>
                </a:lnTo>
                <a:lnTo>
                  <a:pt x="2436147" y="874026"/>
                </a:lnTo>
                <a:lnTo>
                  <a:pt x="2436848" y="898930"/>
                </a:lnTo>
                <a:lnTo>
                  <a:pt x="2366502" y="902994"/>
                </a:lnTo>
                <a:lnTo>
                  <a:pt x="2333725" y="924879"/>
                </a:lnTo>
                <a:lnTo>
                  <a:pt x="2316431" y="930916"/>
                </a:lnTo>
                <a:lnTo>
                  <a:pt x="2299254" y="928652"/>
                </a:lnTo>
                <a:lnTo>
                  <a:pt x="2252746" y="908799"/>
                </a:lnTo>
                <a:lnTo>
                  <a:pt x="2209744" y="921570"/>
                </a:lnTo>
                <a:lnTo>
                  <a:pt x="2215529" y="918087"/>
                </a:lnTo>
                <a:lnTo>
                  <a:pt x="2217340" y="913559"/>
                </a:lnTo>
                <a:lnTo>
                  <a:pt x="2211380" y="894634"/>
                </a:lnTo>
                <a:lnTo>
                  <a:pt x="2203376" y="896666"/>
                </a:lnTo>
                <a:lnTo>
                  <a:pt x="2182810" y="895041"/>
                </a:lnTo>
                <a:lnTo>
                  <a:pt x="2167619" y="901775"/>
                </a:lnTo>
                <a:lnTo>
                  <a:pt x="2167268" y="897072"/>
                </a:lnTo>
                <a:lnTo>
                  <a:pt x="2142846" y="898059"/>
                </a:lnTo>
                <a:lnTo>
                  <a:pt x="2135017" y="901194"/>
                </a:lnTo>
                <a:lnTo>
                  <a:pt x="2131336" y="899104"/>
                </a:lnTo>
                <a:lnTo>
                  <a:pt x="2121579" y="903748"/>
                </a:lnTo>
                <a:lnTo>
                  <a:pt x="2118190" y="902471"/>
                </a:lnTo>
                <a:lnTo>
                  <a:pt x="2097390" y="909437"/>
                </a:lnTo>
                <a:lnTo>
                  <a:pt x="2086056" y="906593"/>
                </a:lnTo>
                <a:lnTo>
                  <a:pt x="2076883" y="912688"/>
                </a:lnTo>
                <a:lnTo>
                  <a:pt x="2076065" y="910831"/>
                </a:lnTo>
                <a:lnTo>
                  <a:pt x="2072559" y="911876"/>
                </a:lnTo>
                <a:lnTo>
                  <a:pt x="2060582" y="919945"/>
                </a:lnTo>
                <a:lnTo>
                  <a:pt x="2057193" y="918726"/>
                </a:lnTo>
                <a:lnTo>
                  <a:pt x="2045216" y="926330"/>
                </a:lnTo>
                <a:lnTo>
                  <a:pt x="2044631" y="924182"/>
                </a:lnTo>
                <a:lnTo>
                  <a:pt x="2041067" y="923892"/>
                </a:lnTo>
                <a:lnTo>
                  <a:pt x="2031369" y="928246"/>
                </a:lnTo>
                <a:lnTo>
                  <a:pt x="2029674" y="926911"/>
                </a:lnTo>
                <a:lnTo>
                  <a:pt x="2018690" y="930336"/>
                </a:lnTo>
                <a:lnTo>
                  <a:pt x="2015068" y="928594"/>
                </a:lnTo>
                <a:lnTo>
                  <a:pt x="2003265" y="931149"/>
                </a:lnTo>
                <a:lnTo>
                  <a:pt x="1977032" y="937941"/>
                </a:lnTo>
                <a:lnTo>
                  <a:pt x="1971131" y="941946"/>
                </a:lnTo>
                <a:lnTo>
                  <a:pt x="1968326" y="940785"/>
                </a:lnTo>
                <a:lnTo>
                  <a:pt x="1961023" y="944036"/>
                </a:lnTo>
                <a:lnTo>
                  <a:pt x="1960322" y="942295"/>
                </a:lnTo>
                <a:lnTo>
                  <a:pt x="1960614" y="944268"/>
                </a:lnTo>
                <a:lnTo>
                  <a:pt x="1952084" y="948971"/>
                </a:lnTo>
                <a:lnTo>
                  <a:pt x="1934381" y="955298"/>
                </a:lnTo>
                <a:lnTo>
                  <a:pt x="1931927" y="954021"/>
                </a:lnTo>
                <a:lnTo>
                  <a:pt x="1915567" y="963019"/>
                </a:lnTo>
                <a:lnTo>
                  <a:pt x="1915451" y="961277"/>
                </a:lnTo>
                <a:lnTo>
                  <a:pt x="1907563" y="958839"/>
                </a:lnTo>
                <a:lnTo>
                  <a:pt x="1883550" y="970159"/>
                </a:lnTo>
                <a:lnTo>
                  <a:pt x="1875253" y="970101"/>
                </a:lnTo>
                <a:lnTo>
                  <a:pt x="1871456" y="972946"/>
                </a:lnTo>
                <a:lnTo>
                  <a:pt x="1870345" y="970624"/>
                </a:lnTo>
                <a:lnTo>
                  <a:pt x="1866723" y="970508"/>
                </a:lnTo>
                <a:lnTo>
                  <a:pt x="1858952" y="975036"/>
                </a:lnTo>
                <a:lnTo>
                  <a:pt x="1855447" y="972772"/>
                </a:lnTo>
                <a:lnTo>
                  <a:pt x="1834997" y="980783"/>
                </a:lnTo>
                <a:lnTo>
                  <a:pt x="1821676" y="980899"/>
                </a:lnTo>
                <a:lnTo>
                  <a:pt x="1788957" y="996167"/>
                </a:lnTo>
                <a:lnTo>
                  <a:pt x="1751272" y="1004584"/>
                </a:lnTo>
                <a:lnTo>
                  <a:pt x="1712419" y="1017820"/>
                </a:lnTo>
                <a:lnTo>
                  <a:pt x="1694307" y="1025773"/>
                </a:lnTo>
                <a:lnTo>
                  <a:pt x="1689399" y="1030707"/>
                </a:lnTo>
                <a:lnTo>
                  <a:pt x="1685192" y="1028269"/>
                </a:lnTo>
                <a:lnTo>
                  <a:pt x="1680518" y="1028850"/>
                </a:lnTo>
                <a:lnTo>
                  <a:pt x="1661588" y="1047136"/>
                </a:lnTo>
                <a:lnTo>
                  <a:pt x="1653408" y="1044698"/>
                </a:lnTo>
                <a:lnTo>
                  <a:pt x="1634186" y="1062403"/>
                </a:lnTo>
                <a:lnTo>
                  <a:pt x="1630038" y="1060430"/>
                </a:lnTo>
                <a:lnTo>
                  <a:pt x="1625188" y="1061881"/>
                </a:lnTo>
                <a:lnTo>
                  <a:pt x="1604213" y="1084928"/>
                </a:lnTo>
                <a:lnTo>
                  <a:pt x="1578915" y="1102865"/>
                </a:lnTo>
                <a:lnTo>
                  <a:pt x="1587503" y="1101530"/>
                </a:lnTo>
                <a:lnTo>
                  <a:pt x="1587971" y="1104085"/>
                </a:lnTo>
                <a:lnTo>
                  <a:pt x="1579966" y="1104201"/>
                </a:lnTo>
                <a:lnTo>
                  <a:pt x="1566119" y="1094738"/>
                </a:lnTo>
                <a:lnTo>
                  <a:pt x="1552623" y="1104607"/>
                </a:lnTo>
                <a:lnTo>
                  <a:pt x="1553324" y="1107452"/>
                </a:lnTo>
                <a:lnTo>
                  <a:pt x="1554960" y="1106407"/>
                </a:lnTo>
                <a:lnTo>
                  <a:pt x="1553382" y="1107568"/>
                </a:lnTo>
                <a:lnTo>
                  <a:pt x="1556537" y="1116159"/>
                </a:lnTo>
                <a:lnTo>
                  <a:pt x="1553499" y="1126202"/>
                </a:lnTo>
                <a:lnTo>
                  <a:pt x="1485608" y="1178333"/>
                </a:lnTo>
                <a:lnTo>
                  <a:pt x="1495891" y="1192555"/>
                </a:lnTo>
                <a:lnTo>
                  <a:pt x="1490749" y="1196271"/>
                </a:lnTo>
                <a:lnTo>
                  <a:pt x="1480525" y="1182048"/>
                </a:lnTo>
                <a:lnTo>
                  <a:pt x="1469365" y="1189653"/>
                </a:lnTo>
                <a:lnTo>
                  <a:pt x="1461594" y="1190814"/>
                </a:lnTo>
                <a:lnTo>
                  <a:pt x="1454700" y="1188085"/>
                </a:lnTo>
                <a:lnTo>
                  <a:pt x="1442606" y="1176475"/>
                </a:lnTo>
                <a:lnTo>
                  <a:pt x="1436530" y="1176475"/>
                </a:lnTo>
                <a:lnTo>
                  <a:pt x="1437873" y="1202830"/>
                </a:lnTo>
                <a:lnTo>
                  <a:pt x="1431271" y="1205907"/>
                </a:lnTo>
                <a:lnTo>
                  <a:pt x="1439451" y="1215079"/>
                </a:lnTo>
                <a:lnTo>
                  <a:pt x="1434718" y="1219317"/>
                </a:lnTo>
                <a:lnTo>
                  <a:pt x="1402233" y="1183848"/>
                </a:lnTo>
                <a:lnTo>
                  <a:pt x="1393937" y="1191394"/>
                </a:lnTo>
                <a:lnTo>
                  <a:pt x="1408251" y="1209448"/>
                </a:lnTo>
                <a:lnTo>
                  <a:pt x="1403635" y="1214615"/>
                </a:lnTo>
                <a:lnTo>
                  <a:pt x="1365717" y="1179320"/>
                </a:lnTo>
                <a:lnTo>
                  <a:pt x="1322657" y="1180539"/>
                </a:lnTo>
                <a:lnTo>
                  <a:pt x="1276149" y="1205675"/>
                </a:lnTo>
                <a:lnTo>
                  <a:pt x="1277843" y="1222452"/>
                </a:lnTo>
                <a:lnTo>
                  <a:pt x="1312958" y="1202482"/>
                </a:lnTo>
                <a:lnTo>
                  <a:pt x="1346085" y="1201205"/>
                </a:lnTo>
                <a:lnTo>
                  <a:pt x="1383420" y="1235978"/>
                </a:lnTo>
                <a:lnTo>
                  <a:pt x="1347663" y="1253684"/>
                </a:lnTo>
                <a:lnTo>
                  <a:pt x="1317866" y="1244337"/>
                </a:lnTo>
                <a:lnTo>
                  <a:pt x="1321605" y="1240042"/>
                </a:lnTo>
                <a:lnTo>
                  <a:pt x="1318333" y="1239055"/>
                </a:lnTo>
                <a:lnTo>
                  <a:pt x="1317807" y="1240680"/>
                </a:lnTo>
                <a:lnTo>
                  <a:pt x="1317690" y="1238823"/>
                </a:lnTo>
                <a:lnTo>
                  <a:pt x="1317106" y="1240448"/>
                </a:lnTo>
                <a:lnTo>
                  <a:pt x="1316697" y="1238416"/>
                </a:lnTo>
                <a:lnTo>
                  <a:pt x="1313425" y="1242422"/>
                </a:lnTo>
                <a:lnTo>
                  <a:pt x="1302908" y="1240216"/>
                </a:lnTo>
                <a:lnTo>
                  <a:pt x="1301389" y="1242886"/>
                </a:lnTo>
                <a:lnTo>
                  <a:pt x="1297825" y="1241435"/>
                </a:lnTo>
                <a:lnTo>
                  <a:pt x="1302032" y="1242073"/>
                </a:lnTo>
                <a:lnTo>
                  <a:pt x="1302792" y="1240100"/>
                </a:lnTo>
                <a:lnTo>
                  <a:pt x="1288185" y="1235514"/>
                </a:lnTo>
                <a:lnTo>
                  <a:pt x="1275565" y="1222626"/>
                </a:lnTo>
                <a:lnTo>
                  <a:pt x="1275506" y="1244744"/>
                </a:lnTo>
                <a:lnTo>
                  <a:pt x="1277902" y="1247008"/>
                </a:lnTo>
                <a:lnTo>
                  <a:pt x="1282576" y="1251013"/>
                </a:lnTo>
                <a:lnTo>
                  <a:pt x="1294378" y="1254729"/>
                </a:lnTo>
                <a:lnTo>
                  <a:pt x="1326630" y="1255077"/>
                </a:lnTo>
                <a:lnTo>
                  <a:pt x="1339483" y="1262682"/>
                </a:lnTo>
                <a:lnTo>
                  <a:pt x="1352279" y="1263088"/>
                </a:lnTo>
                <a:lnTo>
                  <a:pt x="1359290" y="1257921"/>
                </a:lnTo>
                <a:lnTo>
                  <a:pt x="1371150" y="1261172"/>
                </a:lnTo>
                <a:lnTo>
                  <a:pt x="1378220" y="1260244"/>
                </a:lnTo>
                <a:lnTo>
                  <a:pt x="1379622" y="1267848"/>
                </a:lnTo>
                <a:lnTo>
                  <a:pt x="1382193" y="1268835"/>
                </a:lnTo>
                <a:lnTo>
                  <a:pt x="1404512" y="1262798"/>
                </a:lnTo>
                <a:lnTo>
                  <a:pt x="1418125" y="1269358"/>
                </a:lnTo>
                <a:lnTo>
                  <a:pt x="1416022" y="1277020"/>
                </a:lnTo>
                <a:lnTo>
                  <a:pt x="1393469" y="1310400"/>
                </a:lnTo>
                <a:lnTo>
                  <a:pt x="1367353" y="1337162"/>
                </a:lnTo>
                <a:lnTo>
                  <a:pt x="1353272" y="1346799"/>
                </a:lnTo>
                <a:lnTo>
                  <a:pt x="1347955" y="1347844"/>
                </a:lnTo>
                <a:lnTo>
                  <a:pt x="1351987" y="1344360"/>
                </a:lnTo>
                <a:lnTo>
                  <a:pt x="1349766" y="1343025"/>
                </a:lnTo>
                <a:lnTo>
                  <a:pt x="1339074" y="1345580"/>
                </a:lnTo>
                <a:lnTo>
                  <a:pt x="1328674" y="1352372"/>
                </a:lnTo>
                <a:lnTo>
                  <a:pt x="1319677" y="1348598"/>
                </a:lnTo>
                <a:lnTo>
                  <a:pt x="1312198" y="1341400"/>
                </a:lnTo>
                <a:lnTo>
                  <a:pt x="1309335" y="1341864"/>
                </a:lnTo>
                <a:lnTo>
                  <a:pt x="1309277" y="1339136"/>
                </a:lnTo>
                <a:lnTo>
                  <a:pt x="1312607" y="1339832"/>
                </a:lnTo>
                <a:lnTo>
                  <a:pt x="1312373" y="1335711"/>
                </a:lnTo>
                <a:lnTo>
                  <a:pt x="1310095" y="1332518"/>
                </a:lnTo>
                <a:lnTo>
                  <a:pt x="1305362" y="1331357"/>
                </a:lnTo>
                <a:lnTo>
                  <a:pt x="1301798" y="1324449"/>
                </a:lnTo>
                <a:lnTo>
                  <a:pt x="1295079" y="1323520"/>
                </a:lnTo>
                <a:lnTo>
                  <a:pt x="1293502" y="1325378"/>
                </a:lnTo>
                <a:lnTo>
                  <a:pt x="1295956" y="1327003"/>
                </a:lnTo>
                <a:lnTo>
                  <a:pt x="1293852" y="1328570"/>
                </a:lnTo>
                <a:lnTo>
                  <a:pt x="1272527" y="1305756"/>
                </a:lnTo>
                <a:lnTo>
                  <a:pt x="1271358" y="1301750"/>
                </a:lnTo>
                <a:lnTo>
                  <a:pt x="1274338" y="1303608"/>
                </a:lnTo>
                <a:lnTo>
                  <a:pt x="1275915" y="1300125"/>
                </a:lnTo>
                <a:lnTo>
                  <a:pt x="1273987" y="1295423"/>
                </a:lnTo>
                <a:lnTo>
                  <a:pt x="1266742" y="1292694"/>
                </a:lnTo>
                <a:lnTo>
                  <a:pt x="1258037" y="1283174"/>
                </a:lnTo>
                <a:lnTo>
                  <a:pt x="1252253" y="1283929"/>
                </a:lnTo>
                <a:lnTo>
                  <a:pt x="1254882" y="1286309"/>
                </a:lnTo>
                <a:lnTo>
                  <a:pt x="1251318" y="1288573"/>
                </a:lnTo>
                <a:lnTo>
                  <a:pt x="1238581" y="1281549"/>
                </a:lnTo>
                <a:lnTo>
                  <a:pt x="1234959" y="1276092"/>
                </a:lnTo>
                <a:lnTo>
                  <a:pt x="1228941" y="1273770"/>
                </a:lnTo>
                <a:lnTo>
                  <a:pt x="1230401" y="1272260"/>
                </a:lnTo>
                <a:lnTo>
                  <a:pt x="1227772" y="1268139"/>
                </a:lnTo>
                <a:lnTo>
                  <a:pt x="1221988" y="1266571"/>
                </a:lnTo>
                <a:lnTo>
                  <a:pt x="1219242" y="1261056"/>
                </a:lnTo>
                <a:lnTo>
                  <a:pt x="1213808" y="1259373"/>
                </a:lnTo>
                <a:lnTo>
                  <a:pt x="1211530" y="1254380"/>
                </a:lnTo>
                <a:lnTo>
                  <a:pt x="1205219" y="1251884"/>
                </a:lnTo>
                <a:lnTo>
                  <a:pt x="1199786" y="1245963"/>
                </a:lnTo>
                <a:lnTo>
                  <a:pt x="1193534" y="1245673"/>
                </a:lnTo>
                <a:lnTo>
                  <a:pt x="1195871" y="1250143"/>
                </a:lnTo>
                <a:lnTo>
                  <a:pt x="1199085" y="1251129"/>
                </a:lnTo>
                <a:lnTo>
                  <a:pt x="1196456" y="1253742"/>
                </a:lnTo>
                <a:lnTo>
                  <a:pt x="1186523" y="1238648"/>
                </a:lnTo>
                <a:lnTo>
                  <a:pt x="1174429" y="1226980"/>
                </a:lnTo>
                <a:lnTo>
                  <a:pt x="1174546" y="1224542"/>
                </a:lnTo>
                <a:lnTo>
                  <a:pt x="1186406" y="1223265"/>
                </a:lnTo>
                <a:lnTo>
                  <a:pt x="1208199" y="1229186"/>
                </a:lnTo>
                <a:lnTo>
                  <a:pt x="1221345" y="1230347"/>
                </a:lnTo>
                <a:lnTo>
                  <a:pt x="1230109" y="1224832"/>
                </a:lnTo>
                <a:lnTo>
                  <a:pt x="1239749" y="1223439"/>
                </a:lnTo>
                <a:lnTo>
                  <a:pt x="1249507" y="1227386"/>
                </a:lnTo>
                <a:lnTo>
                  <a:pt x="1250558" y="1229999"/>
                </a:lnTo>
                <a:lnTo>
                  <a:pt x="1250792" y="1227793"/>
                </a:lnTo>
                <a:lnTo>
                  <a:pt x="1251785" y="1229476"/>
                </a:lnTo>
                <a:lnTo>
                  <a:pt x="1252779" y="1228141"/>
                </a:lnTo>
                <a:lnTo>
                  <a:pt x="1259030" y="1236617"/>
                </a:lnTo>
                <a:lnTo>
                  <a:pt x="1259614" y="1232901"/>
                </a:lnTo>
                <a:lnTo>
                  <a:pt x="1269722" y="1237371"/>
                </a:lnTo>
                <a:lnTo>
                  <a:pt x="1271592" y="1227735"/>
                </a:lnTo>
                <a:lnTo>
                  <a:pt x="1271066" y="1205733"/>
                </a:lnTo>
                <a:lnTo>
                  <a:pt x="1251552" y="1205617"/>
                </a:lnTo>
                <a:lnTo>
                  <a:pt x="1251259" y="1212235"/>
                </a:lnTo>
                <a:lnTo>
                  <a:pt x="1240743" y="1212177"/>
                </a:lnTo>
                <a:lnTo>
                  <a:pt x="1249916" y="1210958"/>
                </a:lnTo>
                <a:lnTo>
                  <a:pt x="1249565" y="1204746"/>
                </a:lnTo>
                <a:lnTo>
                  <a:pt x="1227305" y="1201263"/>
                </a:lnTo>
                <a:lnTo>
                  <a:pt x="1223156" y="1197954"/>
                </a:lnTo>
                <a:lnTo>
                  <a:pt x="1211822" y="1203063"/>
                </a:lnTo>
                <a:lnTo>
                  <a:pt x="1213574" y="1206256"/>
                </a:lnTo>
                <a:lnTo>
                  <a:pt x="1201305" y="1208578"/>
                </a:lnTo>
                <a:lnTo>
                  <a:pt x="1200662" y="1206430"/>
                </a:lnTo>
                <a:lnTo>
                  <a:pt x="1196047" y="1205559"/>
                </a:lnTo>
                <a:lnTo>
                  <a:pt x="1195287" y="1202192"/>
                </a:lnTo>
                <a:lnTo>
                  <a:pt x="1199961" y="1199986"/>
                </a:lnTo>
                <a:lnTo>
                  <a:pt x="1202824" y="1195342"/>
                </a:lnTo>
                <a:lnTo>
                  <a:pt x="1206213" y="1195342"/>
                </a:lnTo>
                <a:lnTo>
                  <a:pt x="1208082" y="1198883"/>
                </a:lnTo>
                <a:lnTo>
                  <a:pt x="1210828" y="1197896"/>
                </a:lnTo>
                <a:lnTo>
                  <a:pt x="1211296" y="1202250"/>
                </a:lnTo>
                <a:lnTo>
                  <a:pt x="1222514" y="1197374"/>
                </a:lnTo>
                <a:lnTo>
                  <a:pt x="1210244" y="1186402"/>
                </a:lnTo>
                <a:lnTo>
                  <a:pt x="1202649" y="1186170"/>
                </a:lnTo>
                <a:lnTo>
                  <a:pt x="1194761" y="1194587"/>
                </a:lnTo>
                <a:lnTo>
                  <a:pt x="1185413" y="1194529"/>
                </a:lnTo>
                <a:lnTo>
                  <a:pt x="1177409" y="1189421"/>
                </a:lnTo>
                <a:lnTo>
                  <a:pt x="1171916" y="1194471"/>
                </a:lnTo>
                <a:lnTo>
                  <a:pt x="1173377" y="1196329"/>
                </a:lnTo>
                <a:lnTo>
                  <a:pt x="1168177" y="1202772"/>
                </a:lnTo>
                <a:lnTo>
                  <a:pt x="1166658" y="1201844"/>
                </a:lnTo>
                <a:lnTo>
                  <a:pt x="1165256" y="1210203"/>
                </a:lnTo>
                <a:lnTo>
                  <a:pt x="1141067" y="1189362"/>
                </a:lnTo>
                <a:lnTo>
                  <a:pt x="1142820" y="1186112"/>
                </a:lnTo>
                <a:lnTo>
                  <a:pt x="1130609" y="1175953"/>
                </a:lnTo>
                <a:lnTo>
                  <a:pt x="1125351" y="1185067"/>
                </a:lnTo>
                <a:lnTo>
                  <a:pt x="1100110" y="1170089"/>
                </a:lnTo>
                <a:lnTo>
                  <a:pt x="1050565" y="1252523"/>
                </a:lnTo>
                <a:lnTo>
                  <a:pt x="1010017" y="1228315"/>
                </a:lnTo>
                <a:lnTo>
                  <a:pt x="1057109" y="1149307"/>
                </a:lnTo>
                <a:lnTo>
                  <a:pt x="1000084" y="1115172"/>
                </a:lnTo>
                <a:lnTo>
                  <a:pt x="963860" y="1175720"/>
                </a:lnTo>
                <a:lnTo>
                  <a:pt x="844495" y="1104607"/>
                </a:lnTo>
                <a:lnTo>
                  <a:pt x="860679" y="1076858"/>
                </a:lnTo>
                <a:lnTo>
                  <a:pt x="881011" y="1073491"/>
                </a:lnTo>
                <a:lnTo>
                  <a:pt x="954862" y="1117262"/>
                </a:lnTo>
                <a:lnTo>
                  <a:pt x="973325" y="1086263"/>
                </a:lnTo>
                <a:lnTo>
                  <a:pt x="905784" y="1045917"/>
                </a:lnTo>
                <a:lnTo>
                  <a:pt x="919398" y="1023509"/>
                </a:lnTo>
                <a:lnTo>
                  <a:pt x="893164" y="995470"/>
                </a:lnTo>
                <a:lnTo>
                  <a:pt x="874409" y="1008067"/>
                </a:lnTo>
                <a:lnTo>
                  <a:pt x="837718" y="1011666"/>
                </a:lnTo>
                <a:lnTo>
                  <a:pt x="808913" y="1002668"/>
                </a:lnTo>
                <a:lnTo>
                  <a:pt x="807394" y="996631"/>
                </a:lnTo>
                <a:lnTo>
                  <a:pt x="812886" y="986240"/>
                </a:lnTo>
                <a:lnTo>
                  <a:pt x="804707" y="983685"/>
                </a:lnTo>
                <a:lnTo>
                  <a:pt x="789691" y="998256"/>
                </a:lnTo>
                <a:lnTo>
                  <a:pt x="724195" y="981886"/>
                </a:lnTo>
                <a:lnTo>
                  <a:pt x="712276" y="989781"/>
                </a:lnTo>
                <a:lnTo>
                  <a:pt x="682479" y="975326"/>
                </a:lnTo>
                <a:lnTo>
                  <a:pt x="643567" y="942469"/>
                </a:lnTo>
                <a:lnTo>
                  <a:pt x="622241" y="942353"/>
                </a:lnTo>
                <a:lnTo>
                  <a:pt x="624753" y="953789"/>
                </a:lnTo>
                <a:lnTo>
                  <a:pt x="640704" y="957098"/>
                </a:lnTo>
                <a:lnTo>
                  <a:pt x="673189" y="984498"/>
                </a:lnTo>
                <a:lnTo>
                  <a:pt x="670151" y="992451"/>
                </a:lnTo>
                <a:lnTo>
                  <a:pt x="683764" y="993264"/>
                </a:lnTo>
                <a:lnTo>
                  <a:pt x="620371" y="993612"/>
                </a:lnTo>
                <a:lnTo>
                  <a:pt x="619962" y="1031578"/>
                </a:lnTo>
                <a:lnTo>
                  <a:pt x="622884" y="1038718"/>
                </a:lnTo>
                <a:lnTo>
                  <a:pt x="652740" y="1045510"/>
                </a:lnTo>
                <a:lnTo>
                  <a:pt x="657063" y="1037848"/>
                </a:lnTo>
                <a:lnTo>
                  <a:pt x="666587" y="1040866"/>
                </a:lnTo>
                <a:lnTo>
                  <a:pt x="661211" y="1049458"/>
                </a:lnTo>
                <a:lnTo>
                  <a:pt x="668982" y="1042782"/>
                </a:lnTo>
                <a:lnTo>
                  <a:pt x="673656" y="1041621"/>
                </a:lnTo>
                <a:lnTo>
                  <a:pt x="694222" y="1051722"/>
                </a:lnTo>
                <a:lnTo>
                  <a:pt x="702285" y="1065480"/>
                </a:lnTo>
                <a:lnTo>
                  <a:pt x="705557" y="1083244"/>
                </a:lnTo>
                <a:lnTo>
                  <a:pt x="721507" y="1101937"/>
                </a:lnTo>
                <a:lnTo>
                  <a:pt x="723728" y="1103620"/>
                </a:lnTo>
                <a:lnTo>
                  <a:pt x="728343" y="1101995"/>
                </a:lnTo>
                <a:lnTo>
                  <a:pt x="728110" y="1104259"/>
                </a:lnTo>
                <a:lnTo>
                  <a:pt x="731440" y="1105188"/>
                </a:lnTo>
                <a:lnTo>
                  <a:pt x="731381" y="1111283"/>
                </a:lnTo>
                <a:lnTo>
                  <a:pt x="735530" y="1109019"/>
                </a:lnTo>
                <a:lnTo>
                  <a:pt x="737633" y="1115231"/>
                </a:lnTo>
                <a:lnTo>
                  <a:pt x="760478" y="1118830"/>
                </a:lnTo>
                <a:lnTo>
                  <a:pt x="784900" y="1143444"/>
                </a:lnTo>
                <a:lnTo>
                  <a:pt x="785426" y="1147507"/>
                </a:lnTo>
                <a:lnTo>
                  <a:pt x="776195" y="1157028"/>
                </a:lnTo>
                <a:lnTo>
                  <a:pt x="768015" y="1161904"/>
                </a:lnTo>
                <a:lnTo>
                  <a:pt x="754051" y="1164865"/>
                </a:lnTo>
                <a:lnTo>
                  <a:pt x="742891" y="1169973"/>
                </a:lnTo>
                <a:lnTo>
                  <a:pt x="735647" y="1163181"/>
                </a:lnTo>
                <a:lnTo>
                  <a:pt x="724487" y="1162485"/>
                </a:lnTo>
                <a:lnTo>
                  <a:pt x="703863" y="1155809"/>
                </a:lnTo>
                <a:lnTo>
                  <a:pt x="688613" y="1169799"/>
                </a:lnTo>
                <a:lnTo>
                  <a:pt x="692294" y="1170960"/>
                </a:lnTo>
                <a:lnTo>
                  <a:pt x="704330" y="1159930"/>
                </a:lnTo>
                <a:lnTo>
                  <a:pt x="708420" y="1160104"/>
                </a:lnTo>
                <a:lnTo>
                  <a:pt x="733602" y="1165794"/>
                </a:lnTo>
                <a:lnTo>
                  <a:pt x="743300" y="1175140"/>
                </a:lnTo>
                <a:lnTo>
                  <a:pt x="744469" y="1179900"/>
                </a:lnTo>
                <a:lnTo>
                  <a:pt x="732901" y="1204340"/>
                </a:lnTo>
                <a:lnTo>
                  <a:pt x="722209" y="1212467"/>
                </a:lnTo>
                <a:lnTo>
                  <a:pt x="682420" y="1229592"/>
                </a:lnTo>
                <a:lnTo>
                  <a:pt x="654668" y="1206314"/>
                </a:lnTo>
                <a:lnTo>
                  <a:pt x="614061" y="1184428"/>
                </a:lnTo>
                <a:lnTo>
                  <a:pt x="613477" y="1175836"/>
                </a:lnTo>
                <a:lnTo>
                  <a:pt x="610497" y="1169683"/>
                </a:lnTo>
                <a:lnTo>
                  <a:pt x="602025" y="1183209"/>
                </a:lnTo>
                <a:lnTo>
                  <a:pt x="586718" y="1175082"/>
                </a:lnTo>
                <a:lnTo>
                  <a:pt x="579064" y="1191104"/>
                </a:lnTo>
                <a:lnTo>
                  <a:pt x="631765" y="1222278"/>
                </a:lnTo>
                <a:lnTo>
                  <a:pt x="633225" y="1229244"/>
                </a:lnTo>
                <a:lnTo>
                  <a:pt x="586776" y="1255309"/>
                </a:lnTo>
                <a:lnTo>
                  <a:pt x="516606" y="1280097"/>
                </a:lnTo>
                <a:lnTo>
                  <a:pt x="494930" y="1203875"/>
                </a:lnTo>
                <a:lnTo>
                  <a:pt x="463146" y="1174792"/>
                </a:lnTo>
                <a:lnTo>
                  <a:pt x="434868" y="1205791"/>
                </a:lnTo>
                <a:lnTo>
                  <a:pt x="468638" y="1236733"/>
                </a:lnTo>
                <a:lnTo>
                  <a:pt x="494755" y="1328048"/>
                </a:lnTo>
                <a:lnTo>
                  <a:pt x="494813" y="1339484"/>
                </a:lnTo>
                <a:lnTo>
                  <a:pt x="491191" y="1347031"/>
                </a:lnTo>
                <a:lnTo>
                  <a:pt x="479914" y="1358873"/>
                </a:lnTo>
                <a:lnTo>
                  <a:pt x="474831" y="1353707"/>
                </a:lnTo>
                <a:lnTo>
                  <a:pt x="449240" y="1380933"/>
                </a:lnTo>
                <a:lnTo>
                  <a:pt x="451811" y="1386854"/>
                </a:lnTo>
                <a:lnTo>
                  <a:pt x="401448" y="1437475"/>
                </a:lnTo>
                <a:lnTo>
                  <a:pt x="395547" y="1440552"/>
                </a:lnTo>
                <a:lnTo>
                  <a:pt x="388944" y="1439681"/>
                </a:lnTo>
                <a:lnTo>
                  <a:pt x="384037" y="1435211"/>
                </a:lnTo>
                <a:lnTo>
                  <a:pt x="374513" y="1415358"/>
                </a:lnTo>
                <a:lnTo>
                  <a:pt x="373695" y="1407114"/>
                </a:lnTo>
                <a:lnTo>
                  <a:pt x="375506" y="1407405"/>
                </a:lnTo>
                <a:lnTo>
                  <a:pt x="376558" y="1414545"/>
                </a:lnTo>
                <a:lnTo>
                  <a:pt x="385965" y="1434108"/>
                </a:lnTo>
                <a:lnTo>
                  <a:pt x="388302" y="1434979"/>
                </a:lnTo>
                <a:lnTo>
                  <a:pt x="410854" y="1413036"/>
                </a:lnTo>
                <a:lnTo>
                  <a:pt x="412023" y="1405199"/>
                </a:lnTo>
                <a:lnTo>
                  <a:pt x="402207" y="1384590"/>
                </a:lnTo>
                <a:lnTo>
                  <a:pt x="398176" y="1381804"/>
                </a:lnTo>
                <a:lnTo>
                  <a:pt x="392684" y="1371645"/>
                </a:lnTo>
                <a:lnTo>
                  <a:pt x="368670" y="1369497"/>
                </a:lnTo>
                <a:lnTo>
                  <a:pt x="346761" y="1324333"/>
                </a:lnTo>
                <a:lnTo>
                  <a:pt x="334900" y="1310749"/>
                </a:lnTo>
                <a:lnTo>
                  <a:pt x="280622" y="1177056"/>
                </a:lnTo>
                <a:lnTo>
                  <a:pt x="280622" y="1148610"/>
                </a:lnTo>
                <a:lnTo>
                  <a:pt x="310010" y="1125738"/>
                </a:lnTo>
                <a:lnTo>
                  <a:pt x="321929" y="1142283"/>
                </a:lnTo>
                <a:lnTo>
                  <a:pt x="415412" y="1077207"/>
                </a:lnTo>
                <a:lnTo>
                  <a:pt x="454908" y="1053696"/>
                </a:lnTo>
                <a:lnTo>
                  <a:pt x="484647" y="1044640"/>
                </a:lnTo>
                <a:lnTo>
                  <a:pt x="508602" y="1045394"/>
                </a:lnTo>
                <a:lnTo>
                  <a:pt x="529635" y="1042318"/>
                </a:lnTo>
                <a:lnTo>
                  <a:pt x="532907" y="1045975"/>
                </a:lnTo>
                <a:lnTo>
                  <a:pt x="502116" y="1079587"/>
                </a:lnTo>
                <a:lnTo>
                  <a:pt x="498494" y="1092590"/>
                </a:lnTo>
                <a:lnTo>
                  <a:pt x="476350" y="1114069"/>
                </a:lnTo>
                <a:lnTo>
                  <a:pt x="458822" y="1127596"/>
                </a:lnTo>
                <a:lnTo>
                  <a:pt x="481200" y="1149539"/>
                </a:lnTo>
                <a:lnTo>
                  <a:pt x="504746" y="1124461"/>
                </a:lnTo>
                <a:lnTo>
                  <a:pt x="512224" y="1130672"/>
                </a:lnTo>
                <a:lnTo>
                  <a:pt x="520696" y="1125390"/>
                </a:lnTo>
                <a:lnTo>
                  <a:pt x="525954" y="1125215"/>
                </a:lnTo>
                <a:lnTo>
                  <a:pt x="523968" y="1121210"/>
                </a:lnTo>
                <a:lnTo>
                  <a:pt x="527006" y="1121036"/>
                </a:lnTo>
                <a:lnTo>
                  <a:pt x="527590" y="1123474"/>
                </a:lnTo>
                <a:lnTo>
                  <a:pt x="531096" y="1122023"/>
                </a:lnTo>
                <a:lnTo>
                  <a:pt x="525136" y="1112386"/>
                </a:lnTo>
                <a:lnTo>
                  <a:pt x="529518" y="1102169"/>
                </a:lnTo>
                <a:lnTo>
                  <a:pt x="525954" y="1099324"/>
                </a:lnTo>
                <a:lnTo>
                  <a:pt x="539100" y="1086843"/>
                </a:lnTo>
                <a:lnTo>
                  <a:pt x="574507" y="1044233"/>
                </a:lnTo>
                <a:lnTo>
                  <a:pt x="581927" y="1043421"/>
                </a:lnTo>
                <a:lnTo>
                  <a:pt x="582978" y="1038370"/>
                </a:lnTo>
                <a:lnTo>
                  <a:pt x="588412" y="1035119"/>
                </a:lnTo>
                <a:lnTo>
                  <a:pt x="600623" y="1033610"/>
                </a:lnTo>
                <a:lnTo>
                  <a:pt x="620196" y="1040112"/>
                </a:lnTo>
                <a:lnTo>
                  <a:pt x="616924" y="1031056"/>
                </a:lnTo>
                <a:lnTo>
                  <a:pt x="617742" y="950886"/>
                </a:lnTo>
                <a:lnTo>
                  <a:pt x="614120" y="942527"/>
                </a:lnTo>
                <a:lnTo>
                  <a:pt x="608394" y="946358"/>
                </a:lnTo>
                <a:lnTo>
                  <a:pt x="599981" y="947113"/>
                </a:lnTo>
                <a:lnTo>
                  <a:pt x="600448" y="960058"/>
                </a:lnTo>
                <a:lnTo>
                  <a:pt x="596650" y="963135"/>
                </a:lnTo>
                <a:lnTo>
                  <a:pt x="593846" y="974513"/>
                </a:lnTo>
                <a:lnTo>
                  <a:pt x="596241" y="974397"/>
                </a:lnTo>
                <a:lnTo>
                  <a:pt x="596417" y="979390"/>
                </a:lnTo>
                <a:lnTo>
                  <a:pt x="565042" y="980667"/>
                </a:lnTo>
                <a:lnTo>
                  <a:pt x="564457" y="968070"/>
                </a:lnTo>
                <a:lnTo>
                  <a:pt x="546988" y="962206"/>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 name="Editable chart path">
            <a:extLst xmlns:a="http://schemas.openxmlformats.org/drawingml/2006/main">
              <a:ext uri="{FF2B5EF4-FFF2-40B4-BE49-F238E27FC236}">
                <a16:creationId xmlns:a16="http://schemas.microsoft.com/office/drawing/2014/main" id="{D1FA8A1C-7375-486E-A08E-E0CAD0CDEC68}"/>
              </a:ext>
            </a:extLst>
          </p:cNvPr>
          <p:cNvSpPr>
            <a:spLocks xmlns:a="http://schemas.openxmlformats.org/drawingml/2006/main" noGrp="1"/>
          </p:cNvSpPr>
          <p:nvPr/>
        </p:nvSpPr>
        <p:spPr>
          <a:xfrm xmlns:a="http://schemas.openxmlformats.org/drawingml/2006/main">
            <a:off x="3121071" y="3264142"/>
            <a:ext cx="415206" cy="153944"/>
          </a:xfrm>
          <a:custGeom xmlns:a="http://schemas.openxmlformats.org/drawingml/2006/main">
            <a:pathLst>
              <a:path w="448423" h="166260">
                <a:moveTo>
                  <a:pt x="9699" y="48938"/>
                </a:moveTo>
                <a:lnTo>
                  <a:pt x="10926" y="45977"/>
                </a:lnTo>
                <a:lnTo>
                  <a:pt x="7070" y="43248"/>
                </a:lnTo>
                <a:lnTo>
                  <a:pt x="6368" y="36398"/>
                </a:lnTo>
                <a:lnTo>
                  <a:pt x="0" y="33206"/>
                </a:lnTo>
                <a:lnTo>
                  <a:pt x="1578" y="26762"/>
                </a:lnTo>
                <a:lnTo>
                  <a:pt x="58" y="25833"/>
                </a:lnTo>
                <a:lnTo>
                  <a:pt x="16301" y="21885"/>
                </a:lnTo>
                <a:lnTo>
                  <a:pt x="23896" y="11784"/>
                </a:lnTo>
                <a:lnTo>
                  <a:pt x="35114" y="8417"/>
                </a:lnTo>
                <a:lnTo>
                  <a:pt x="42768" y="0"/>
                </a:lnTo>
                <a:lnTo>
                  <a:pt x="69644" y="9230"/>
                </a:lnTo>
                <a:lnTo>
                  <a:pt x="96696" y="21827"/>
                </a:lnTo>
                <a:lnTo>
                  <a:pt x="113172" y="24556"/>
                </a:lnTo>
                <a:lnTo>
                  <a:pt x="126785" y="31754"/>
                </a:lnTo>
                <a:lnTo>
                  <a:pt x="132511" y="37734"/>
                </a:lnTo>
                <a:lnTo>
                  <a:pt x="134790" y="44932"/>
                </a:lnTo>
                <a:lnTo>
                  <a:pt x="157225" y="54685"/>
                </a:lnTo>
                <a:lnTo>
                  <a:pt x="158686" y="51666"/>
                </a:lnTo>
                <a:lnTo>
                  <a:pt x="169203" y="52363"/>
                </a:lnTo>
                <a:lnTo>
                  <a:pt x="173293" y="60374"/>
                </a:lnTo>
                <a:lnTo>
                  <a:pt x="191697" y="59039"/>
                </a:lnTo>
                <a:lnTo>
                  <a:pt x="204551" y="60606"/>
                </a:lnTo>
                <a:lnTo>
                  <a:pt x="219917" y="54917"/>
                </a:lnTo>
                <a:lnTo>
                  <a:pt x="250415" y="52363"/>
                </a:lnTo>
                <a:lnTo>
                  <a:pt x="257310" y="48821"/>
                </a:lnTo>
                <a:lnTo>
                  <a:pt x="271449" y="51724"/>
                </a:lnTo>
                <a:lnTo>
                  <a:pt x="279103" y="57413"/>
                </a:lnTo>
                <a:lnTo>
                  <a:pt x="287867" y="56078"/>
                </a:lnTo>
                <a:lnTo>
                  <a:pt x="306271" y="60780"/>
                </a:lnTo>
                <a:lnTo>
                  <a:pt x="334316" y="59271"/>
                </a:lnTo>
                <a:lnTo>
                  <a:pt x="342262" y="56484"/>
                </a:lnTo>
                <a:lnTo>
                  <a:pt x="346585" y="52188"/>
                </a:lnTo>
                <a:lnTo>
                  <a:pt x="394670" y="50853"/>
                </a:lnTo>
                <a:lnTo>
                  <a:pt x="412432" y="58574"/>
                </a:lnTo>
                <a:lnTo>
                  <a:pt x="425344" y="72507"/>
                </a:lnTo>
                <a:lnTo>
                  <a:pt x="437847" y="101765"/>
                </a:lnTo>
                <a:lnTo>
                  <a:pt x="448423" y="140833"/>
                </a:lnTo>
                <a:lnTo>
                  <a:pt x="445910" y="144897"/>
                </a:lnTo>
                <a:lnTo>
                  <a:pt x="439016" y="146871"/>
                </a:lnTo>
                <a:lnTo>
                  <a:pt x="409277" y="139556"/>
                </a:lnTo>
                <a:lnTo>
                  <a:pt x="364347" y="139324"/>
                </a:lnTo>
                <a:lnTo>
                  <a:pt x="360491" y="147277"/>
                </a:lnTo>
                <a:lnTo>
                  <a:pt x="356226" y="144026"/>
                </a:lnTo>
                <a:lnTo>
                  <a:pt x="357569" y="140195"/>
                </a:lnTo>
                <a:lnTo>
                  <a:pt x="354298" y="139266"/>
                </a:lnTo>
                <a:lnTo>
                  <a:pt x="302707" y="138918"/>
                </a:lnTo>
                <a:lnTo>
                  <a:pt x="282141" y="148786"/>
                </a:lnTo>
                <a:lnTo>
                  <a:pt x="271624" y="142981"/>
                </a:lnTo>
                <a:lnTo>
                  <a:pt x="268119" y="147451"/>
                </a:lnTo>
                <a:lnTo>
                  <a:pt x="259004" y="150934"/>
                </a:lnTo>
                <a:lnTo>
                  <a:pt x="257018" y="148206"/>
                </a:lnTo>
                <a:lnTo>
                  <a:pt x="252986" y="149425"/>
                </a:lnTo>
                <a:lnTo>
                  <a:pt x="243989" y="156623"/>
                </a:lnTo>
                <a:lnTo>
                  <a:pt x="237971" y="158133"/>
                </a:lnTo>
                <a:lnTo>
                  <a:pt x="232712" y="156565"/>
                </a:lnTo>
                <a:lnTo>
                  <a:pt x="209692" y="164635"/>
                </a:lnTo>
                <a:lnTo>
                  <a:pt x="187257" y="166260"/>
                </a:lnTo>
                <a:lnTo>
                  <a:pt x="170722" y="146929"/>
                </a:lnTo>
                <a:lnTo>
                  <a:pt x="166749" y="134680"/>
                </a:lnTo>
                <a:lnTo>
                  <a:pt x="158277" y="129571"/>
                </a:lnTo>
                <a:lnTo>
                  <a:pt x="140808" y="130848"/>
                </a:lnTo>
                <a:lnTo>
                  <a:pt x="130174" y="110937"/>
                </a:lnTo>
                <a:lnTo>
                  <a:pt x="131284" y="105364"/>
                </a:lnTo>
                <a:lnTo>
                  <a:pt x="128713" y="106409"/>
                </a:lnTo>
                <a:lnTo>
                  <a:pt x="118547" y="99326"/>
                </a:lnTo>
                <a:lnTo>
                  <a:pt x="106803" y="98340"/>
                </a:lnTo>
                <a:lnTo>
                  <a:pt x="102597" y="94044"/>
                </a:lnTo>
                <a:lnTo>
                  <a:pt x="86004" y="89283"/>
                </a:lnTo>
                <a:lnTo>
                  <a:pt x="73384" y="80227"/>
                </a:lnTo>
                <a:lnTo>
                  <a:pt x="69644" y="78834"/>
                </a:lnTo>
                <a:lnTo>
                  <a:pt x="70462" y="81098"/>
                </a:lnTo>
                <a:lnTo>
                  <a:pt x="66256" y="80576"/>
                </a:lnTo>
                <a:lnTo>
                  <a:pt x="61581" y="74945"/>
                </a:lnTo>
                <a:lnTo>
                  <a:pt x="46916" y="72216"/>
                </a:lnTo>
                <a:lnTo>
                  <a:pt x="42534" y="63102"/>
                </a:lnTo>
                <a:lnTo>
                  <a:pt x="33654" y="61535"/>
                </a:lnTo>
                <a:lnTo>
                  <a:pt x="30323" y="64437"/>
                </a:lnTo>
                <a:lnTo>
                  <a:pt x="24948" y="63392"/>
                </a:lnTo>
                <a:lnTo>
                  <a:pt x="13905" y="51898"/>
                </a:lnTo>
                <a:lnTo>
                  <a:pt x="11627" y="52885"/>
                </a:lnTo>
                <a:lnTo>
                  <a:pt x="12679" y="4905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1" name="Editable chart path">
            <a:extLst xmlns:a="http://schemas.openxmlformats.org/drawingml/2006/main">
              <a:ext uri="{FF2B5EF4-FFF2-40B4-BE49-F238E27FC236}">
                <a16:creationId xmlns:a16="http://schemas.microsoft.com/office/drawing/2014/main" id="{00A96D43-5E69-4E30-B4AB-95853BD798D6}"/>
              </a:ext>
            </a:extLst>
          </p:cNvPr>
          <p:cNvSpPr>
            <a:spLocks xmlns:a="http://schemas.openxmlformats.org/drawingml/2006/main" noGrp="1"/>
          </p:cNvSpPr>
          <p:nvPr/>
        </p:nvSpPr>
        <p:spPr>
          <a:xfrm xmlns:a="http://schemas.openxmlformats.org/drawingml/2006/main">
            <a:off x="2670863" y="4315468"/>
            <a:ext cx="87856" cy="102934"/>
          </a:xfrm>
          <a:custGeom xmlns:a="http://schemas.openxmlformats.org/drawingml/2006/main">
            <a:pathLst>
              <a:path w="94884" h="111169">
                <a:moveTo>
                  <a:pt x="32368" y="9462"/>
                </a:moveTo>
                <a:lnTo>
                  <a:pt x="37218" y="16429"/>
                </a:lnTo>
                <a:lnTo>
                  <a:pt x="40548" y="12946"/>
                </a:lnTo>
                <a:lnTo>
                  <a:pt x="46800" y="13178"/>
                </a:lnTo>
                <a:lnTo>
                  <a:pt x="49955" y="10914"/>
                </a:lnTo>
                <a:lnTo>
                  <a:pt x="46507" y="7895"/>
                </a:lnTo>
                <a:lnTo>
                  <a:pt x="45689" y="9520"/>
                </a:lnTo>
                <a:lnTo>
                  <a:pt x="47734" y="5805"/>
                </a:lnTo>
                <a:lnTo>
                  <a:pt x="85478" y="1045"/>
                </a:lnTo>
                <a:lnTo>
                  <a:pt x="88750" y="3367"/>
                </a:lnTo>
                <a:lnTo>
                  <a:pt x="88750" y="8417"/>
                </a:lnTo>
                <a:lnTo>
                  <a:pt x="82907" y="17938"/>
                </a:lnTo>
                <a:lnTo>
                  <a:pt x="68359" y="23395"/>
                </a:lnTo>
                <a:lnTo>
                  <a:pt x="69118" y="20260"/>
                </a:lnTo>
                <a:lnTo>
                  <a:pt x="63802" y="19621"/>
                </a:lnTo>
                <a:lnTo>
                  <a:pt x="59945" y="23453"/>
                </a:lnTo>
                <a:lnTo>
                  <a:pt x="58719" y="29200"/>
                </a:lnTo>
                <a:lnTo>
                  <a:pt x="64094" y="40288"/>
                </a:lnTo>
                <a:lnTo>
                  <a:pt x="70404" y="40346"/>
                </a:lnTo>
                <a:lnTo>
                  <a:pt x="71689" y="38140"/>
                </a:lnTo>
                <a:lnTo>
                  <a:pt x="69644" y="36747"/>
                </a:lnTo>
                <a:lnTo>
                  <a:pt x="74143" y="38314"/>
                </a:lnTo>
                <a:lnTo>
                  <a:pt x="76831" y="51550"/>
                </a:lnTo>
                <a:lnTo>
                  <a:pt x="88458" y="61419"/>
                </a:lnTo>
                <a:lnTo>
                  <a:pt x="90795" y="67630"/>
                </a:lnTo>
                <a:lnTo>
                  <a:pt x="94651" y="70301"/>
                </a:lnTo>
                <a:lnTo>
                  <a:pt x="94884" y="74074"/>
                </a:lnTo>
                <a:lnTo>
                  <a:pt x="92255" y="71636"/>
                </a:lnTo>
                <a:lnTo>
                  <a:pt x="88282" y="73377"/>
                </a:lnTo>
                <a:lnTo>
                  <a:pt x="85828" y="80402"/>
                </a:lnTo>
                <a:lnTo>
                  <a:pt x="89159" y="83072"/>
                </a:lnTo>
                <a:lnTo>
                  <a:pt x="80745" y="86613"/>
                </a:lnTo>
                <a:lnTo>
                  <a:pt x="82673" y="84988"/>
                </a:lnTo>
                <a:lnTo>
                  <a:pt x="76246" y="81853"/>
                </a:lnTo>
                <a:lnTo>
                  <a:pt x="72098" y="75641"/>
                </a:lnTo>
                <a:lnTo>
                  <a:pt x="61932" y="67804"/>
                </a:lnTo>
                <a:lnTo>
                  <a:pt x="54512" y="57239"/>
                </a:lnTo>
                <a:lnTo>
                  <a:pt x="47442" y="67688"/>
                </a:lnTo>
                <a:lnTo>
                  <a:pt x="49137" y="78138"/>
                </a:lnTo>
                <a:lnTo>
                  <a:pt x="49078" y="74654"/>
                </a:lnTo>
                <a:lnTo>
                  <a:pt x="44346" y="75467"/>
                </a:lnTo>
                <a:lnTo>
                  <a:pt x="46507" y="86961"/>
                </a:lnTo>
                <a:lnTo>
                  <a:pt x="48611" y="87658"/>
                </a:lnTo>
                <a:lnTo>
                  <a:pt x="49370" y="85568"/>
                </a:lnTo>
                <a:lnTo>
                  <a:pt x="50013" y="95321"/>
                </a:lnTo>
                <a:lnTo>
                  <a:pt x="47384" y="94740"/>
                </a:lnTo>
                <a:lnTo>
                  <a:pt x="46741" y="100720"/>
                </a:lnTo>
                <a:lnTo>
                  <a:pt x="49078" y="103274"/>
                </a:lnTo>
                <a:lnTo>
                  <a:pt x="52058" y="102171"/>
                </a:lnTo>
                <a:lnTo>
                  <a:pt x="52817" y="106699"/>
                </a:lnTo>
                <a:lnTo>
                  <a:pt x="49137" y="111169"/>
                </a:lnTo>
                <a:lnTo>
                  <a:pt x="41658" y="103506"/>
                </a:lnTo>
                <a:lnTo>
                  <a:pt x="35932" y="102055"/>
                </a:lnTo>
                <a:lnTo>
                  <a:pt x="29272" y="90677"/>
                </a:lnTo>
                <a:lnTo>
                  <a:pt x="0" y="60025"/>
                </a:lnTo>
                <a:lnTo>
                  <a:pt x="6836" y="53988"/>
                </a:lnTo>
                <a:lnTo>
                  <a:pt x="13847" y="52479"/>
                </a:lnTo>
                <a:lnTo>
                  <a:pt x="17762" y="53930"/>
                </a:lnTo>
                <a:lnTo>
                  <a:pt x="15834" y="54336"/>
                </a:lnTo>
                <a:lnTo>
                  <a:pt x="18755" y="56949"/>
                </a:lnTo>
                <a:lnTo>
                  <a:pt x="21384" y="57007"/>
                </a:lnTo>
                <a:lnTo>
                  <a:pt x="20917" y="55207"/>
                </a:lnTo>
                <a:lnTo>
                  <a:pt x="24831" y="59155"/>
                </a:lnTo>
                <a:lnTo>
                  <a:pt x="31726" y="60316"/>
                </a:lnTo>
                <a:lnTo>
                  <a:pt x="30206" y="63915"/>
                </a:lnTo>
                <a:lnTo>
                  <a:pt x="41191" y="69894"/>
                </a:lnTo>
                <a:lnTo>
                  <a:pt x="43236" y="66643"/>
                </a:lnTo>
                <a:lnTo>
                  <a:pt x="38854" y="63160"/>
                </a:lnTo>
                <a:lnTo>
                  <a:pt x="46916" y="67050"/>
                </a:lnTo>
                <a:lnTo>
                  <a:pt x="53226" y="56833"/>
                </a:lnTo>
                <a:lnTo>
                  <a:pt x="52058" y="51666"/>
                </a:lnTo>
                <a:lnTo>
                  <a:pt x="54044" y="48531"/>
                </a:lnTo>
                <a:lnTo>
                  <a:pt x="51707" y="44932"/>
                </a:lnTo>
                <a:lnTo>
                  <a:pt x="49779" y="46383"/>
                </a:lnTo>
                <a:lnTo>
                  <a:pt x="41249" y="39127"/>
                </a:lnTo>
                <a:lnTo>
                  <a:pt x="46215" y="34715"/>
                </a:lnTo>
                <a:lnTo>
                  <a:pt x="49604" y="37501"/>
                </a:lnTo>
                <a:lnTo>
                  <a:pt x="52876" y="36282"/>
                </a:lnTo>
                <a:lnTo>
                  <a:pt x="52408" y="26762"/>
                </a:lnTo>
                <a:lnTo>
                  <a:pt x="41307" y="27226"/>
                </a:lnTo>
                <a:lnTo>
                  <a:pt x="39847" y="19505"/>
                </a:lnTo>
                <a:lnTo>
                  <a:pt x="28921" y="33844"/>
                </a:lnTo>
                <a:lnTo>
                  <a:pt x="21150" y="34831"/>
                </a:lnTo>
                <a:lnTo>
                  <a:pt x="22144" y="30245"/>
                </a:lnTo>
                <a:lnTo>
                  <a:pt x="33887" y="25775"/>
                </a:lnTo>
                <a:lnTo>
                  <a:pt x="36516" y="17299"/>
                </a:lnTo>
                <a:lnTo>
                  <a:pt x="29505" y="9579"/>
                </a:lnTo>
                <a:lnTo>
                  <a:pt x="27285" y="12539"/>
                </a:lnTo>
                <a:lnTo>
                  <a:pt x="28687" y="13584"/>
                </a:lnTo>
                <a:lnTo>
                  <a:pt x="24773" y="13120"/>
                </a:lnTo>
                <a:lnTo>
                  <a:pt x="13672" y="2206"/>
                </a:lnTo>
                <a:lnTo>
                  <a:pt x="15775" y="0"/>
                </a:lnTo>
                <a:lnTo>
                  <a:pt x="30966" y="464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2" name="Editable chart path">
            <a:extLst xmlns:a="http://schemas.openxmlformats.org/drawingml/2006/main">
              <a:ext uri="{FF2B5EF4-FFF2-40B4-BE49-F238E27FC236}">
                <a16:creationId xmlns:a16="http://schemas.microsoft.com/office/drawing/2014/main" id="{348A9314-FDBD-4B55-B515-739CFB499579}"/>
              </a:ext>
            </a:extLst>
          </p:cNvPr>
          <p:cNvSpPr>
            <a:spLocks xmlns:a="http://schemas.openxmlformats.org/drawingml/2006/main" noGrp="1"/>
          </p:cNvSpPr>
          <p:nvPr/>
        </p:nvSpPr>
        <p:spPr>
          <a:xfrm xmlns:a="http://schemas.openxmlformats.org/drawingml/2006/main">
            <a:off x="2679302" y="4245484"/>
            <a:ext cx="57669" cy="41872"/>
          </a:xfrm>
          <a:custGeom xmlns:a="http://schemas.openxmlformats.org/drawingml/2006/main">
            <a:pathLst>
              <a:path w="62283" h="45222">
                <a:moveTo>
                  <a:pt x="62283" y="26936"/>
                </a:moveTo>
                <a:lnTo>
                  <a:pt x="60939" y="34831"/>
                </a:lnTo>
                <a:lnTo>
                  <a:pt x="54570" y="38720"/>
                </a:lnTo>
                <a:lnTo>
                  <a:pt x="32193" y="29084"/>
                </a:lnTo>
                <a:lnTo>
                  <a:pt x="25182" y="31464"/>
                </a:lnTo>
                <a:lnTo>
                  <a:pt x="7595" y="45222"/>
                </a:lnTo>
                <a:lnTo>
                  <a:pt x="2688" y="45048"/>
                </a:lnTo>
                <a:lnTo>
                  <a:pt x="0" y="41101"/>
                </a:lnTo>
                <a:lnTo>
                  <a:pt x="2746" y="33322"/>
                </a:lnTo>
                <a:lnTo>
                  <a:pt x="26584" y="17357"/>
                </a:lnTo>
                <a:lnTo>
                  <a:pt x="43002" y="0"/>
                </a:lnTo>
                <a:lnTo>
                  <a:pt x="48728" y="1916"/>
                </a:lnTo>
                <a:lnTo>
                  <a:pt x="55330" y="859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3" name="Editable chart path">
            <a:extLst xmlns:a="http://schemas.openxmlformats.org/drawingml/2006/main">
              <a:ext uri="{FF2B5EF4-FFF2-40B4-BE49-F238E27FC236}">
                <a16:creationId xmlns:a16="http://schemas.microsoft.com/office/drawing/2014/main" id="{30002B77-3641-454D-9ACD-A5F30F4D3EA7}"/>
              </a:ext>
            </a:extLst>
          </p:cNvPr>
          <p:cNvSpPr>
            <a:spLocks xmlns:a="http://schemas.openxmlformats.org/drawingml/2006/main" noGrp="1"/>
          </p:cNvSpPr>
          <p:nvPr/>
        </p:nvSpPr>
        <p:spPr>
          <a:xfrm xmlns:a="http://schemas.openxmlformats.org/drawingml/2006/main">
            <a:off x="2628396" y="4303213"/>
            <a:ext cx="28618" cy="39024"/>
          </a:xfrm>
          <a:custGeom xmlns:a="http://schemas.openxmlformats.org/drawingml/2006/main">
            <a:pathLst>
              <a:path w="30908" h="42146">
                <a:moveTo>
                  <a:pt x="30908" y="35179"/>
                </a:moveTo>
                <a:lnTo>
                  <a:pt x="29564" y="40984"/>
                </a:lnTo>
                <a:lnTo>
                  <a:pt x="26292" y="42146"/>
                </a:lnTo>
                <a:lnTo>
                  <a:pt x="10692" y="33380"/>
                </a:lnTo>
                <a:lnTo>
                  <a:pt x="0" y="10914"/>
                </a:lnTo>
                <a:lnTo>
                  <a:pt x="3739" y="0"/>
                </a:lnTo>
                <a:lnTo>
                  <a:pt x="14081" y="3135"/>
                </a:lnTo>
                <a:lnTo>
                  <a:pt x="23312" y="14861"/>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4" name="Editable chart path">
            <a:extLst xmlns:a="http://schemas.openxmlformats.org/drawingml/2006/main">
              <a:ext uri="{FF2B5EF4-FFF2-40B4-BE49-F238E27FC236}">
                <a16:creationId xmlns:a16="http://schemas.microsoft.com/office/drawing/2014/main" id="{045B5D6C-6520-47CC-A7CE-1D31609827A5}"/>
              </a:ext>
            </a:extLst>
          </p:cNvPr>
          <p:cNvSpPr>
            <a:spLocks xmlns:a="http://schemas.openxmlformats.org/drawingml/2006/main" noGrp="1"/>
          </p:cNvSpPr>
          <p:nvPr/>
        </p:nvSpPr>
        <p:spPr>
          <a:xfrm xmlns:a="http://schemas.openxmlformats.org/drawingml/2006/main">
            <a:off x="2751091" y="4353470"/>
            <a:ext cx="25751" cy="24887"/>
          </a:xfrm>
          <a:custGeom xmlns:a="http://schemas.openxmlformats.org/drawingml/2006/main">
            <a:pathLst>
              <a:path w="27811" h="26878">
                <a:moveTo>
                  <a:pt x="15191" y="6676"/>
                </a:moveTo>
                <a:lnTo>
                  <a:pt x="19865" y="5050"/>
                </a:lnTo>
                <a:lnTo>
                  <a:pt x="16710" y="2670"/>
                </a:lnTo>
                <a:lnTo>
                  <a:pt x="19339" y="4238"/>
                </a:lnTo>
                <a:lnTo>
                  <a:pt x="26233" y="15035"/>
                </a:lnTo>
                <a:lnTo>
                  <a:pt x="27811" y="20550"/>
                </a:lnTo>
                <a:lnTo>
                  <a:pt x="23254" y="26878"/>
                </a:lnTo>
                <a:lnTo>
                  <a:pt x="19982" y="25601"/>
                </a:lnTo>
                <a:lnTo>
                  <a:pt x="23137" y="26646"/>
                </a:lnTo>
                <a:lnTo>
                  <a:pt x="26701" y="22002"/>
                </a:lnTo>
                <a:lnTo>
                  <a:pt x="25824" y="23279"/>
                </a:lnTo>
                <a:lnTo>
                  <a:pt x="14139" y="18112"/>
                </a:lnTo>
                <a:lnTo>
                  <a:pt x="14139" y="16487"/>
                </a:lnTo>
                <a:lnTo>
                  <a:pt x="15132" y="19796"/>
                </a:lnTo>
                <a:lnTo>
                  <a:pt x="9465" y="11843"/>
                </a:lnTo>
                <a:lnTo>
                  <a:pt x="12562" y="12597"/>
                </a:lnTo>
                <a:lnTo>
                  <a:pt x="13964" y="9985"/>
                </a:lnTo>
                <a:lnTo>
                  <a:pt x="9173" y="8592"/>
                </a:lnTo>
                <a:lnTo>
                  <a:pt x="6953" y="11668"/>
                </a:lnTo>
                <a:lnTo>
                  <a:pt x="0" y="3541"/>
                </a:lnTo>
                <a:lnTo>
                  <a:pt x="701" y="522"/>
                </a:lnTo>
                <a:lnTo>
                  <a:pt x="6368" y="0"/>
                </a:lnTo>
                <a:lnTo>
                  <a:pt x="6661" y="209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5" name="Editable chart path">
            <a:extLst xmlns:a="http://schemas.openxmlformats.org/drawingml/2006/main">
              <a:ext uri="{FF2B5EF4-FFF2-40B4-BE49-F238E27FC236}">
                <a16:creationId xmlns:a16="http://schemas.microsoft.com/office/drawing/2014/main" id="{CE3D8506-A171-40D6-85A0-39F389FD3F49}"/>
              </a:ext>
            </a:extLst>
          </p:cNvPr>
          <p:cNvSpPr>
            <a:spLocks xmlns:a="http://schemas.openxmlformats.org/drawingml/2006/main" noGrp="1"/>
          </p:cNvSpPr>
          <p:nvPr/>
        </p:nvSpPr>
        <p:spPr>
          <a:xfrm xmlns:a="http://schemas.openxmlformats.org/drawingml/2006/main">
            <a:off x="2618171" y="4406470"/>
            <a:ext cx="17366" cy="17469"/>
          </a:xfrm>
          <a:custGeom xmlns:a="http://schemas.openxmlformats.org/drawingml/2006/main">
            <a:pathLst>
              <a:path w="18755" h="18867">
                <a:moveTo>
                  <a:pt x="9056" y="0"/>
                </a:moveTo>
                <a:lnTo>
                  <a:pt x="16593" y="4586"/>
                </a:lnTo>
                <a:lnTo>
                  <a:pt x="18755" y="8940"/>
                </a:lnTo>
                <a:lnTo>
                  <a:pt x="17586" y="6734"/>
                </a:lnTo>
                <a:lnTo>
                  <a:pt x="15016" y="7605"/>
                </a:lnTo>
                <a:lnTo>
                  <a:pt x="9991" y="16254"/>
                </a:lnTo>
                <a:lnTo>
                  <a:pt x="12094" y="17590"/>
                </a:lnTo>
                <a:lnTo>
                  <a:pt x="5258" y="18867"/>
                </a:lnTo>
                <a:lnTo>
                  <a:pt x="0" y="12191"/>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6" name="Editable chart path">
            <a:extLst xmlns:a="http://schemas.openxmlformats.org/drawingml/2006/main">
              <a:ext uri="{FF2B5EF4-FFF2-40B4-BE49-F238E27FC236}">
                <a16:creationId xmlns:a16="http://schemas.microsoft.com/office/drawing/2014/main" id="{D27EACA0-A43F-4C9C-A123-0F621A1C00E9}"/>
              </a:ext>
            </a:extLst>
          </p:cNvPr>
          <p:cNvSpPr>
            <a:spLocks xmlns:a="http://schemas.openxmlformats.org/drawingml/2006/main" noGrp="1"/>
          </p:cNvSpPr>
          <p:nvPr/>
        </p:nvSpPr>
        <p:spPr>
          <a:xfrm xmlns:a="http://schemas.openxmlformats.org/drawingml/2006/main">
            <a:off x="2608704" y="4398568"/>
            <a:ext cx="10874" cy="12309"/>
          </a:xfrm>
          <a:custGeom xmlns:a="http://schemas.openxmlformats.org/drawingml/2006/main">
            <a:pathLst>
              <a:path w="11744" h="13294">
                <a:moveTo>
                  <a:pt x="2512" y="0"/>
                </a:moveTo>
                <a:lnTo>
                  <a:pt x="8647" y="1393"/>
                </a:lnTo>
                <a:lnTo>
                  <a:pt x="11744" y="4586"/>
                </a:lnTo>
                <a:lnTo>
                  <a:pt x="4966" y="13294"/>
                </a:lnTo>
                <a:lnTo>
                  <a:pt x="526" y="8650"/>
                </a:lnTo>
                <a:lnTo>
                  <a:pt x="0" y="2903"/>
                </a:lnTo>
                <a:lnTo>
                  <a:pt x="409" y="4818"/>
                </a:lnTo>
                <a:lnTo>
                  <a:pt x="2512" y="3077"/>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7" name="Editable chart path">
            <a:extLst xmlns:a="http://schemas.openxmlformats.org/drawingml/2006/main">
              <a:ext uri="{FF2B5EF4-FFF2-40B4-BE49-F238E27FC236}">
                <a16:creationId xmlns:a16="http://schemas.microsoft.com/office/drawing/2014/main" id="{9BC23AA5-F8B2-4071-B051-A8B5C11C2FDE}"/>
              </a:ext>
            </a:extLst>
          </p:cNvPr>
          <p:cNvSpPr>
            <a:spLocks xmlns:a="http://schemas.openxmlformats.org/drawingml/2006/main" noGrp="1"/>
          </p:cNvSpPr>
          <p:nvPr/>
        </p:nvSpPr>
        <p:spPr>
          <a:xfrm xmlns:a="http://schemas.openxmlformats.org/drawingml/2006/main">
            <a:off x="2749089" y="3131859"/>
            <a:ext cx="81256" cy="93366"/>
          </a:xfrm>
          <a:custGeom xmlns:a="http://schemas.openxmlformats.org/drawingml/2006/main">
            <a:pathLst>
              <a:path w="87756" h="100836">
                <a:moveTo>
                  <a:pt x="86062" y="73493"/>
                </a:moveTo>
                <a:lnTo>
                  <a:pt x="87756" y="80518"/>
                </a:lnTo>
                <a:lnTo>
                  <a:pt x="85419" y="85742"/>
                </a:lnTo>
                <a:lnTo>
                  <a:pt x="69411" y="98281"/>
                </a:lnTo>
                <a:lnTo>
                  <a:pt x="57433" y="100836"/>
                </a:lnTo>
                <a:lnTo>
                  <a:pt x="46741" y="97062"/>
                </a:lnTo>
                <a:lnTo>
                  <a:pt x="35173" y="84407"/>
                </a:lnTo>
                <a:lnTo>
                  <a:pt x="23896" y="64379"/>
                </a:lnTo>
                <a:lnTo>
                  <a:pt x="13321" y="56484"/>
                </a:lnTo>
                <a:lnTo>
                  <a:pt x="12328" y="39591"/>
                </a:lnTo>
                <a:lnTo>
                  <a:pt x="1227" y="17532"/>
                </a:lnTo>
                <a:lnTo>
                  <a:pt x="0" y="7663"/>
                </a:lnTo>
                <a:lnTo>
                  <a:pt x="16009" y="0"/>
                </a:lnTo>
                <a:lnTo>
                  <a:pt x="22728" y="1219"/>
                </a:lnTo>
                <a:lnTo>
                  <a:pt x="51006" y="31058"/>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8" name="Editable chart path">
            <a:extLst xmlns:a="http://schemas.openxmlformats.org/drawingml/2006/main">
              <a:ext uri="{FF2B5EF4-FFF2-40B4-BE49-F238E27FC236}">
                <a16:creationId xmlns:a16="http://schemas.microsoft.com/office/drawing/2014/main" id="{3EDB4FB5-4278-428F-BAC6-4F6651FE2296}"/>
              </a:ext>
            </a:extLst>
          </p:cNvPr>
          <p:cNvSpPr>
            <a:spLocks xmlns:a="http://schemas.openxmlformats.org/drawingml/2006/main" noGrp="1"/>
          </p:cNvSpPr>
          <p:nvPr/>
        </p:nvSpPr>
        <p:spPr>
          <a:xfrm xmlns:a="http://schemas.openxmlformats.org/drawingml/2006/main">
            <a:off x="3568519" y="3197167"/>
            <a:ext cx="429218" cy="553587"/>
          </a:xfrm>
          <a:custGeom xmlns:a="http://schemas.openxmlformats.org/drawingml/2006/main">
            <a:pathLst>
              <a:path w="463555" h="597874">
                <a:moveTo>
                  <a:pt x="262802" y="47893"/>
                </a:moveTo>
                <a:lnTo>
                  <a:pt x="267184" y="53582"/>
                </a:lnTo>
                <a:lnTo>
                  <a:pt x="272734" y="50621"/>
                </a:lnTo>
                <a:lnTo>
                  <a:pt x="287224" y="52072"/>
                </a:lnTo>
                <a:lnTo>
                  <a:pt x="318658" y="62754"/>
                </a:lnTo>
                <a:lnTo>
                  <a:pt x="330810" y="68733"/>
                </a:lnTo>
                <a:lnTo>
                  <a:pt x="331161" y="70823"/>
                </a:lnTo>
                <a:lnTo>
                  <a:pt x="332972" y="69662"/>
                </a:lnTo>
                <a:lnTo>
                  <a:pt x="354823" y="78196"/>
                </a:lnTo>
                <a:lnTo>
                  <a:pt x="371592" y="88529"/>
                </a:lnTo>
                <a:lnTo>
                  <a:pt x="401623" y="115813"/>
                </a:lnTo>
                <a:lnTo>
                  <a:pt x="417223" y="125217"/>
                </a:lnTo>
                <a:lnTo>
                  <a:pt x="443982" y="176593"/>
                </a:lnTo>
                <a:lnTo>
                  <a:pt x="443924" y="183385"/>
                </a:lnTo>
                <a:lnTo>
                  <a:pt x="435218" y="191977"/>
                </a:lnTo>
                <a:lnTo>
                  <a:pt x="435978" y="193776"/>
                </a:lnTo>
                <a:lnTo>
                  <a:pt x="452629" y="199117"/>
                </a:lnTo>
                <a:lnTo>
                  <a:pt x="462328" y="212643"/>
                </a:lnTo>
                <a:lnTo>
                  <a:pt x="463555" y="236502"/>
                </a:lnTo>
                <a:lnTo>
                  <a:pt x="459115" y="257401"/>
                </a:lnTo>
                <a:lnTo>
                  <a:pt x="448715" y="279577"/>
                </a:lnTo>
                <a:lnTo>
                  <a:pt x="422715" y="321722"/>
                </a:lnTo>
                <a:lnTo>
                  <a:pt x="411497" y="344885"/>
                </a:lnTo>
                <a:lnTo>
                  <a:pt x="391924" y="400150"/>
                </a:lnTo>
                <a:lnTo>
                  <a:pt x="382693" y="449784"/>
                </a:lnTo>
                <a:lnTo>
                  <a:pt x="383043" y="477765"/>
                </a:lnTo>
                <a:lnTo>
                  <a:pt x="388010" y="497735"/>
                </a:lnTo>
                <a:lnTo>
                  <a:pt x="409218" y="537210"/>
                </a:lnTo>
                <a:lnTo>
                  <a:pt x="438081" y="580749"/>
                </a:lnTo>
                <a:lnTo>
                  <a:pt x="437614" y="590560"/>
                </a:lnTo>
                <a:lnTo>
                  <a:pt x="429551" y="597642"/>
                </a:lnTo>
                <a:lnTo>
                  <a:pt x="422598" y="597874"/>
                </a:lnTo>
                <a:lnTo>
                  <a:pt x="417223" y="595146"/>
                </a:lnTo>
                <a:lnTo>
                  <a:pt x="136718" y="358469"/>
                </a:lnTo>
                <a:lnTo>
                  <a:pt x="72916" y="300882"/>
                </a:lnTo>
                <a:lnTo>
                  <a:pt x="50948" y="268257"/>
                </a:lnTo>
                <a:lnTo>
                  <a:pt x="42301" y="247068"/>
                </a:lnTo>
                <a:lnTo>
                  <a:pt x="37627" y="228317"/>
                </a:lnTo>
                <a:lnTo>
                  <a:pt x="43352" y="223789"/>
                </a:lnTo>
                <a:lnTo>
                  <a:pt x="92431" y="225182"/>
                </a:lnTo>
                <a:lnTo>
                  <a:pt x="104525" y="222338"/>
                </a:lnTo>
                <a:lnTo>
                  <a:pt x="113464" y="217229"/>
                </a:lnTo>
                <a:lnTo>
                  <a:pt x="120008" y="208115"/>
                </a:lnTo>
                <a:lnTo>
                  <a:pt x="119365" y="201846"/>
                </a:lnTo>
                <a:lnTo>
                  <a:pt x="113406" y="196157"/>
                </a:lnTo>
                <a:lnTo>
                  <a:pt x="112412" y="188320"/>
                </a:lnTo>
                <a:lnTo>
                  <a:pt x="123163" y="169279"/>
                </a:lnTo>
                <a:lnTo>
                  <a:pt x="114224" y="165157"/>
                </a:lnTo>
                <a:lnTo>
                  <a:pt x="104408" y="166086"/>
                </a:lnTo>
                <a:lnTo>
                  <a:pt x="90561" y="180250"/>
                </a:lnTo>
                <a:lnTo>
                  <a:pt x="77824" y="185359"/>
                </a:lnTo>
                <a:lnTo>
                  <a:pt x="30791" y="183211"/>
                </a:lnTo>
                <a:lnTo>
                  <a:pt x="23312" y="178915"/>
                </a:lnTo>
                <a:lnTo>
                  <a:pt x="18346" y="172704"/>
                </a:lnTo>
                <a:lnTo>
                  <a:pt x="1052" y="127017"/>
                </a:lnTo>
                <a:lnTo>
                  <a:pt x="0" y="105015"/>
                </a:lnTo>
                <a:lnTo>
                  <a:pt x="9757" y="84930"/>
                </a:lnTo>
                <a:lnTo>
                  <a:pt x="71105" y="29955"/>
                </a:lnTo>
                <a:lnTo>
                  <a:pt x="89918" y="19912"/>
                </a:lnTo>
                <a:lnTo>
                  <a:pt x="159679" y="639"/>
                </a:lnTo>
                <a:lnTo>
                  <a:pt x="182758" y="0"/>
                </a:lnTo>
                <a:lnTo>
                  <a:pt x="202389" y="5631"/>
                </a:lnTo>
                <a:lnTo>
                  <a:pt x="220209" y="32045"/>
                </a:lnTo>
                <a:lnTo>
                  <a:pt x="259939" y="39475"/>
                </a:lnTo>
                <a:lnTo>
                  <a:pt x="264321" y="42958"/>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9" name="Editable chart path">
            <a:extLst xmlns:a="http://schemas.openxmlformats.org/drawingml/2006/main">
              <a:ext uri="{FF2B5EF4-FFF2-40B4-BE49-F238E27FC236}">
                <a16:creationId xmlns:a16="http://schemas.microsoft.com/office/drawing/2014/main" id="{4960E872-89B0-4BB4-B5CF-0C9F4F6FBCDB}"/>
              </a:ext>
            </a:extLst>
          </p:cNvPr>
          <p:cNvSpPr>
            <a:spLocks xmlns:a="http://schemas.openxmlformats.org/drawingml/2006/main" noGrp="1"/>
          </p:cNvSpPr>
          <p:nvPr/>
        </p:nvSpPr>
        <p:spPr>
          <a:xfrm xmlns:a="http://schemas.openxmlformats.org/drawingml/2006/main">
            <a:off x="3216663" y="3371107"/>
            <a:ext cx="56587" cy="51924"/>
          </a:xfrm>
          <a:custGeom xmlns:a="http://schemas.openxmlformats.org/drawingml/2006/main">
            <a:pathLst>
              <a:path w="61114" h="56078">
                <a:moveTo>
                  <a:pt x="17294" y="3541"/>
                </a:moveTo>
                <a:lnTo>
                  <a:pt x="32135" y="22988"/>
                </a:lnTo>
                <a:lnTo>
                  <a:pt x="55563" y="30477"/>
                </a:lnTo>
                <a:lnTo>
                  <a:pt x="61114" y="50737"/>
                </a:lnTo>
                <a:lnTo>
                  <a:pt x="58719" y="55730"/>
                </a:lnTo>
                <a:lnTo>
                  <a:pt x="55563" y="56078"/>
                </a:lnTo>
                <a:lnTo>
                  <a:pt x="47968" y="49634"/>
                </a:lnTo>
                <a:lnTo>
                  <a:pt x="4440" y="7431"/>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0" name="Editable chart path">
            <a:extLst xmlns:a="http://schemas.openxmlformats.org/drawingml/2006/main">
              <a:ext uri="{FF2B5EF4-FFF2-40B4-BE49-F238E27FC236}">
                <a16:creationId xmlns:a16="http://schemas.microsoft.com/office/drawing/2014/main" id="{6404383A-DC58-4DDF-9D9F-26C092DDB2DA}"/>
              </a:ext>
            </a:extLst>
          </p:cNvPr>
          <p:cNvSpPr>
            <a:spLocks xmlns:a="http://schemas.openxmlformats.org/drawingml/2006/main" noGrp="1"/>
          </p:cNvSpPr>
          <p:nvPr/>
        </p:nvSpPr>
        <p:spPr>
          <a:xfrm xmlns:a="http://schemas.openxmlformats.org/drawingml/2006/main">
            <a:off x="2208213" y="4397601"/>
            <a:ext cx="130377" cy="155503"/>
          </a:xfrm>
          <a:custGeom xmlns:a="http://schemas.openxmlformats.org/drawingml/2006/main">
            <a:pathLst>
              <a:path w="140808" h="167943">
                <a:moveTo>
                  <a:pt x="13730" y="24266"/>
                </a:moveTo>
                <a:lnTo>
                  <a:pt x="22611" y="25311"/>
                </a:lnTo>
                <a:lnTo>
                  <a:pt x="19690" y="31406"/>
                </a:lnTo>
                <a:lnTo>
                  <a:pt x="22553" y="41623"/>
                </a:lnTo>
                <a:lnTo>
                  <a:pt x="18638" y="42784"/>
                </a:lnTo>
                <a:lnTo>
                  <a:pt x="24948" y="40868"/>
                </a:lnTo>
                <a:lnTo>
                  <a:pt x="26000" y="42668"/>
                </a:lnTo>
                <a:lnTo>
                  <a:pt x="28454" y="39533"/>
                </a:lnTo>
                <a:lnTo>
                  <a:pt x="30732" y="42378"/>
                </a:lnTo>
                <a:lnTo>
                  <a:pt x="27753" y="50157"/>
                </a:lnTo>
                <a:lnTo>
                  <a:pt x="31317" y="52479"/>
                </a:lnTo>
                <a:lnTo>
                  <a:pt x="23312" y="57181"/>
                </a:lnTo>
                <a:lnTo>
                  <a:pt x="18696" y="53930"/>
                </a:lnTo>
                <a:lnTo>
                  <a:pt x="17353" y="55033"/>
                </a:lnTo>
                <a:lnTo>
                  <a:pt x="22962" y="57703"/>
                </a:lnTo>
                <a:lnTo>
                  <a:pt x="32602" y="53930"/>
                </a:lnTo>
                <a:lnTo>
                  <a:pt x="28395" y="57761"/>
                </a:lnTo>
                <a:lnTo>
                  <a:pt x="33829" y="57007"/>
                </a:lnTo>
                <a:lnTo>
                  <a:pt x="32543" y="64495"/>
                </a:lnTo>
                <a:lnTo>
                  <a:pt x="34647" y="58748"/>
                </a:lnTo>
                <a:lnTo>
                  <a:pt x="48552" y="52711"/>
                </a:lnTo>
                <a:lnTo>
                  <a:pt x="56206" y="51956"/>
                </a:lnTo>
                <a:lnTo>
                  <a:pt x="72273" y="56020"/>
                </a:lnTo>
                <a:lnTo>
                  <a:pt x="91262" y="46151"/>
                </a:lnTo>
                <a:lnTo>
                  <a:pt x="103064" y="42668"/>
                </a:lnTo>
                <a:lnTo>
                  <a:pt x="103064" y="40288"/>
                </a:lnTo>
                <a:lnTo>
                  <a:pt x="133037" y="39823"/>
                </a:lnTo>
                <a:lnTo>
                  <a:pt x="139522" y="66411"/>
                </a:lnTo>
                <a:lnTo>
                  <a:pt x="140808" y="89632"/>
                </a:lnTo>
                <a:lnTo>
                  <a:pt x="138471" y="98862"/>
                </a:lnTo>
                <a:lnTo>
                  <a:pt x="130641" y="108382"/>
                </a:lnTo>
                <a:lnTo>
                  <a:pt x="108381" y="120457"/>
                </a:lnTo>
                <a:lnTo>
                  <a:pt x="103239" y="144781"/>
                </a:lnTo>
                <a:lnTo>
                  <a:pt x="90035" y="157552"/>
                </a:lnTo>
                <a:lnTo>
                  <a:pt x="77999" y="165447"/>
                </a:lnTo>
                <a:lnTo>
                  <a:pt x="64795" y="167943"/>
                </a:lnTo>
                <a:lnTo>
                  <a:pt x="51766" y="163706"/>
                </a:lnTo>
                <a:lnTo>
                  <a:pt x="17236" y="129107"/>
                </a:lnTo>
                <a:lnTo>
                  <a:pt x="16768" y="121734"/>
                </a:lnTo>
                <a:lnTo>
                  <a:pt x="32018" y="102984"/>
                </a:lnTo>
                <a:lnTo>
                  <a:pt x="35699" y="91083"/>
                </a:lnTo>
                <a:lnTo>
                  <a:pt x="32952" y="77673"/>
                </a:lnTo>
                <a:lnTo>
                  <a:pt x="30148" y="82143"/>
                </a:lnTo>
                <a:lnTo>
                  <a:pt x="28863" y="77615"/>
                </a:lnTo>
                <a:lnTo>
                  <a:pt x="22903" y="75932"/>
                </a:lnTo>
                <a:lnTo>
                  <a:pt x="28921" y="78544"/>
                </a:lnTo>
                <a:lnTo>
                  <a:pt x="29213" y="83420"/>
                </a:lnTo>
                <a:lnTo>
                  <a:pt x="23312" y="88819"/>
                </a:lnTo>
                <a:lnTo>
                  <a:pt x="19047" y="82898"/>
                </a:lnTo>
                <a:lnTo>
                  <a:pt x="17820" y="87890"/>
                </a:lnTo>
                <a:lnTo>
                  <a:pt x="11685" y="94102"/>
                </a:lnTo>
                <a:lnTo>
                  <a:pt x="4440" y="82027"/>
                </a:lnTo>
                <a:lnTo>
                  <a:pt x="0" y="64612"/>
                </a:lnTo>
                <a:lnTo>
                  <a:pt x="2279" y="48647"/>
                </a:lnTo>
                <a:lnTo>
                  <a:pt x="6661" y="43016"/>
                </a:lnTo>
                <a:lnTo>
                  <a:pt x="9115" y="29839"/>
                </a:lnTo>
                <a:lnTo>
                  <a:pt x="6661" y="290"/>
                </a:lnTo>
                <a:lnTo>
                  <a:pt x="8355"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1" name="Editable chart path">
            <a:extLst xmlns:a="http://schemas.openxmlformats.org/drawingml/2006/main">
              <a:ext uri="{FF2B5EF4-FFF2-40B4-BE49-F238E27FC236}">
                <a16:creationId xmlns:a16="http://schemas.microsoft.com/office/drawing/2014/main" id="{FE059884-71AF-464A-BFB0-7C901904E9BA}"/>
              </a:ext>
            </a:extLst>
          </p:cNvPr>
          <p:cNvSpPr>
            <a:spLocks xmlns:a="http://schemas.openxmlformats.org/drawingml/2006/main" noGrp="1"/>
          </p:cNvSpPr>
          <p:nvPr/>
        </p:nvSpPr>
        <p:spPr>
          <a:xfrm xmlns:a="http://schemas.openxmlformats.org/drawingml/2006/main">
            <a:off x="1934799" y="4418564"/>
            <a:ext cx="143577" cy="58213"/>
          </a:xfrm>
          <a:custGeom xmlns:a="http://schemas.openxmlformats.org/drawingml/2006/main">
            <a:pathLst>
              <a:path w="155064" h="62870">
                <a:moveTo>
                  <a:pt x="91437" y="116"/>
                </a:moveTo>
                <a:lnTo>
                  <a:pt x="103941" y="3948"/>
                </a:lnTo>
                <a:lnTo>
                  <a:pt x="96111" y="1625"/>
                </a:lnTo>
                <a:lnTo>
                  <a:pt x="94359" y="7082"/>
                </a:lnTo>
                <a:lnTo>
                  <a:pt x="99968" y="15790"/>
                </a:lnTo>
                <a:lnTo>
                  <a:pt x="106336" y="19505"/>
                </a:lnTo>
                <a:lnTo>
                  <a:pt x="116444" y="18460"/>
                </a:lnTo>
                <a:lnTo>
                  <a:pt x="124799" y="12771"/>
                </a:lnTo>
                <a:lnTo>
                  <a:pt x="125675" y="11320"/>
                </a:lnTo>
                <a:lnTo>
                  <a:pt x="122637" y="9520"/>
                </a:lnTo>
                <a:lnTo>
                  <a:pt x="129590" y="13120"/>
                </a:lnTo>
                <a:lnTo>
                  <a:pt x="137419" y="31522"/>
                </a:lnTo>
                <a:lnTo>
                  <a:pt x="133738" y="22814"/>
                </a:lnTo>
                <a:lnTo>
                  <a:pt x="129064" y="21421"/>
                </a:lnTo>
                <a:lnTo>
                  <a:pt x="122403" y="24266"/>
                </a:lnTo>
                <a:lnTo>
                  <a:pt x="118430" y="31406"/>
                </a:lnTo>
                <a:lnTo>
                  <a:pt x="124507" y="37734"/>
                </a:lnTo>
                <a:lnTo>
                  <a:pt x="131693" y="38488"/>
                </a:lnTo>
                <a:lnTo>
                  <a:pt x="143320" y="47022"/>
                </a:lnTo>
                <a:lnTo>
                  <a:pt x="147760" y="46093"/>
                </a:lnTo>
                <a:lnTo>
                  <a:pt x="145306" y="42784"/>
                </a:lnTo>
                <a:lnTo>
                  <a:pt x="155064" y="56833"/>
                </a:lnTo>
                <a:lnTo>
                  <a:pt x="144021" y="58168"/>
                </a:lnTo>
                <a:lnTo>
                  <a:pt x="146066" y="54975"/>
                </a:lnTo>
                <a:lnTo>
                  <a:pt x="143904" y="51608"/>
                </a:lnTo>
                <a:lnTo>
                  <a:pt x="132686" y="48938"/>
                </a:lnTo>
                <a:lnTo>
                  <a:pt x="131868" y="59271"/>
                </a:lnTo>
                <a:lnTo>
                  <a:pt x="138763" y="58458"/>
                </a:lnTo>
                <a:lnTo>
                  <a:pt x="115626" y="62870"/>
                </a:lnTo>
                <a:lnTo>
                  <a:pt x="93950" y="58458"/>
                </a:lnTo>
                <a:lnTo>
                  <a:pt x="57024" y="62580"/>
                </a:lnTo>
                <a:lnTo>
                  <a:pt x="3915" y="53756"/>
                </a:lnTo>
                <a:lnTo>
                  <a:pt x="0" y="49982"/>
                </a:lnTo>
                <a:lnTo>
                  <a:pt x="2045" y="44293"/>
                </a:lnTo>
                <a:lnTo>
                  <a:pt x="20800" y="32625"/>
                </a:lnTo>
                <a:lnTo>
                  <a:pt x="39438" y="12307"/>
                </a:lnTo>
                <a:lnTo>
                  <a:pt x="81855"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2" name="Editable chart path">
            <a:extLst xmlns:a="http://schemas.openxmlformats.org/drawingml/2006/main">
              <a:ext uri="{FF2B5EF4-FFF2-40B4-BE49-F238E27FC236}">
                <a16:creationId xmlns:a16="http://schemas.microsoft.com/office/drawing/2014/main" id="{A4505AA2-2BA0-4AEE-A10A-9E3652EC3DB1}"/>
              </a:ext>
            </a:extLst>
          </p:cNvPr>
          <p:cNvSpPr>
            <a:spLocks xmlns:a="http://schemas.openxmlformats.org/drawingml/2006/main" noGrp="1"/>
          </p:cNvSpPr>
          <p:nvPr/>
        </p:nvSpPr>
        <p:spPr>
          <a:xfrm xmlns:a="http://schemas.openxmlformats.org/drawingml/2006/main">
            <a:off x="2110943" y="4289721"/>
            <a:ext cx="168300" cy="66114"/>
          </a:xfrm>
          <a:custGeom xmlns:a="http://schemas.openxmlformats.org/drawingml/2006/main">
            <a:pathLst>
              <a:path w="181764" h="71404">
                <a:moveTo>
                  <a:pt x="63509" y="7198"/>
                </a:moveTo>
                <a:lnTo>
                  <a:pt x="86529" y="17532"/>
                </a:lnTo>
                <a:lnTo>
                  <a:pt x="89334" y="11262"/>
                </a:lnTo>
                <a:lnTo>
                  <a:pt x="98156" y="4470"/>
                </a:lnTo>
                <a:lnTo>
                  <a:pt x="103590" y="3715"/>
                </a:lnTo>
                <a:lnTo>
                  <a:pt x="106161" y="6153"/>
                </a:lnTo>
                <a:lnTo>
                  <a:pt x="115042" y="33031"/>
                </a:lnTo>
                <a:lnTo>
                  <a:pt x="117904" y="35412"/>
                </a:lnTo>
                <a:lnTo>
                  <a:pt x="139873" y="43713"/>
                </a:lnTo>
                <a:lnTo>
                  <a:pt x="147468" y="41507"/>
                </a:lnTo>
                <a:lnTo>
                  <a:pt x="161315" y="42204"/>
                </a:lnTo>
                <a:lnTo>
                  <a:pt x="175922" y="50621"/>
                </a:lnTo>
                <a:lnTo>
                  <a:pt x="181764" y="57297"/>
                </a:lnTo>
                <a:lnTo>
                  <a:pt x="170780" y="71404"/>
                </a:lnTo>
                <a:lnTo>
                  <a:pt x="141158" y="70184"/>
                </a:lnTo>
                <a:lnTo>
                  <a:pt x="113347" y="64147"/>
                </a:lnTo>
                <a:lnTo>
                  <a:pt x="72799" y="43248"/>
                </a:lnTo>
                <a:lnTo>
                  <a:pt x="32660" y="34541"/>
                </a:lnTo>
                <a:lnTo>
                  <a:pt x="17528" y="34657"/>
                </a:lnTo>
                <a:lnTo>
                  <a:pt x="2863" y="25717"/>
                </a:lnTo>
                <a:lnTo>
                  <a:pt x="0" y="18518"/>
                </a:lnTo>
                <a:lnTo>
                  <a:pt x="1986" y="13932"/>
                </a:lnTo>
                <a:lnTo>
                  <a:pt x="21442" y="3309"/>
                </a:lnTo>
                <a:lnTo>
                  <a:pt x="38678" y="0"/>
                </a:lnTo>
                <a:lnTo>
                  <a:pt x="56381" y="1916"/>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3" name="Editable chart path">
            <a:extLst xmlns:a="http://schemas.openxmlformats.org/drawingml/2006/main">
              <a:ext uri="{FF2B5EF4-FFF2-40B4-BE49-F238E27FC236}">
                <a16:creationId xmlns:a16="http://schemas.microsoft.com/office/drawing/2014/main" id="{86680E26-DC87-4F2F-9F79-9F5A6862A670}"/>
              </a:ext>
            </a:extLst>
          </p:cNvPr>
          <p:cNvSpPr>
            <a:spLocks xmlns:a="http://schemas.openxmlformats.org/drawingml/2006/main" noGrp="1"/>
          </p:cNvSpPr>
          <p:nvPr/>
        </p:nvSpPr>
        <p:spPr>
          <a:xfrm xmlns:a="http://schemas.openxmlformats.org/drawingml/2006/main">
            <a:off x="2218870" y="4273273"/>
            <a:ext cx="105222" cy="87669"/>
          </a:xfrm>
          <a:custGeom xmlns:a="http://schemas.openxmlformats.org/drawingml/2006/main">
            <a:pathLst>
              <a:path w="113639" h="94682">
                <a:moveTo>
                  <a:pt x="9348" y="0"/>
                </a:moveTo>
                <a:lnTo>
                  <a:pt x="31609" y="3948"/>
                </a:lnTo>
                <a:lnTo>
                  <a:pt x="57258" y="25427"/>
                </a:lnTo>
                <a:lnTo>
                  <a:pt x="63509" y="35934"/>
                </a:lnTo>
                <a:lnTo>
                  <a:pt x="68184" y="38546"/>
                </a:lnTo>
                <a:lnTo>
                  <a:pt x="70579" y="35121"/>
                </a:lnTo>
                <a:lnTo>
                  <a:pt x="72975" y="37269"/>
                </a:lnTo>
                <a:lnTo>
                  <a:pt x="71689" y="38720"/>
                </a:lnTo>
                <a:lnTo>
                  <a:pt x="76422" y="43016"/>
                </a:lnTo>
                <a:lnTo>
                  <a:pt x="77824" y="41797"/>
                </a:lnTo>
                <a:lnTo>
                  <a:pt x="81388" y="45222"/>
                </a:lnTo>
                <a:lnTo>
                  <a:pt x="80044" y="46557"/>
                </a:lnTo>
                <a:lnTo>
                  <a:pt x="84426" y="50853"/>
                </a:lnTo>
                <a:lnTo>
                  <a:pt x="86120" y="49286"/>
                </a:lnTo>
                <a:lnTo>
                  <a:pt x="99091" y="63044"/>
                </a:lnTo>
                <a:lnTo>
                  <a:pt x="102188" y="67688"/>
                </a:lnTo>
                <a:lnTo>
                  <a:pt x="100377" y="74306"/>
                </a:lnTo>
                <a:lnTo>
                  <a:pt x="105401" y="76454"/>
                </a:lnTo>
                <a:lnTo>
                  <a:pt x="113639" y="91896"/>
                </a:lnTo>
                <a:lnTo>
                  <a:pt x="113172" y="94682"/>
                </a:lnTo>
                <a:lnTo>
                  <a:pt x="97514" y="90561"/>
                </a:lnTo>
                <a:lnTo>
                  <a:pt x="79752" y="89690"/>
                </a:lnTo>
                <a:lnTo>
                  <a:pt x="75487" y="73493"/>
                </a:lnTo>
                <a:lnTo>
                  <a:pt x="65204" y="64031"/>
                </a:lnTo>
                <a:lnTo>
                  <a:pt x="43820" y="55904"/>
                </a:lnTo>
                <a:lnTo>
                  <a:pt x="19631" y="53524"/>
                </a:lnTo>
                <a:lnTo>
                  <a:pt x="6368" y="45919"/>
                </a:lnTo>
                <a:lnTo>
                  <a:pt x="0" y="8940"/>
                </a:lnTo>
                <a:lnTo>
                  <a:pt x="2980" y="7256"/>
                </a:lnTo>
                <a:lnTo>
                  <a:pt x="2629" y="2961"/>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4" name="Editable chart path">
            <a:extLst xmlns:a="http://schemas.openxmlformats.org/drawingml/2006/main">
              <a:ext uri="{FF2B5EF4-FFF2-40B4-BE49-F238E27FC236}">
                <a16:creationId xmlns:a16="http://schemas.microsoft.com/office/drawing/2014/main" id="{76C5A6DC-EE8D-41FE-88AB-39789321AC42}"/>
              </a:ext>
            </a:extLst>
          </p:cNvPr>
          <p:cNvSpPr>
            <a:spLocks xmlns:a="http://schemas.openxmlformats.org/drawingml/2006/main" noGrp="1"/>
          </p:cNvSpPr>
          <p:nvPr/>
        </p:nvSpPr>
        <p:spPr>
          <a:xfrm xmlns:a="http://schemas.openxmlformats.org/drawingml/2006/main">
            <a:off x="1989330" y="4531926"/>
            <a:ext cx="78659" cy="65362"/>
          </a:xfrm>
          <a:custGeom xmlns:a="http://schemas.openxmlformats.org/drawingml/2006/main">
            <a:pathLst>
              <a:path w="84952" h="70591">
                <a:moveTo>
                  <a:pt x="56498" y="0"/>
                </a:moveTo>
                <a:lnTo>
                  <a:pt x="70404" y="1335"/>
                </a:lnTo>
                <a:lnTo>
                  <a:pt x="72390" y="4818"/>
                </a:lnTo>
                <a:lnTo>
                  <a:pt x="62984" y="7663"/>
                </a:lnTo>
                <a:lnTo>
                  <a:pt x="61990" y="10623"/>
                </a:lnTo>
                <a:lnTo>
                  <a:pt x="69060" y="5979"/>
                </a:lnTo>
                <a:lnTo>
                  <a:pt x="75837" y="6734"/>
                </a:lnTo>
                <a:lnTo>
                  <a:pt x="84601" y="21247"/>
                </a:lnTo>
                <a:lnTo>
                  <a:pt x="80161" y="25078"/>
                </a:lnTo>
                <a:lnTo>
                  <a:pt x="80628" y="26936"/>
                </a:lnTo>
                <a:lnTo>
                  <a:pt x="81622" y="24962"/>
                </a:lnTo>
                <a:lnTo>
                  <a:pt x="84952" y="25252"/>
                </a:lnTo>
                <a:lnTo>
                  <a:pt x="83842" y="32393"/>
                </a:lnTo>
                <a:lnTo>
                  <a:pt x="77649" y="31000"/>
                </a:lnTo>
                <a:lnTo>
                  <a:pt x="70813" y="36340"/>
                </a:lnTo>
                <a:lnTo>
                  <a:pt x="65087" y="22930"/>
                </a:lnTo>
                <a:lnTo>
                  <a:pt x="64970" y="26472"/>
                </a:lnTo>
                <a:lnTo>
                  <a:pt x="70170" y="33322"/>
                </a:lnTo>
                <a:lnTo>
                  <a:pt x="68359" y="37037"/>
                </a:lnTo>
                <a:lnTo>
                  <a:pt x="64970" y="30303"/>
                </a:lnTo>
                <a:lnTo>
                  <a:pt x="59945" y="28794"/>
                </a:lnTo>
                <a:lnTo>
                  <a:pt x="55388" y="30883"/>
                </a:lnTo>
                <a:lnTo>
                  <a:pt x="60354" y="29142"/>
                </a:lnTo>
                <a:lnTo>
                  <a:pt x="64853" y="30709"/>
                </a:lnTo>
                <a:lnTo>
                  <a:pt x="67249" y="35353"/>
                </a:lnTo>
                <a:lnTo>
                  <a:pt x="65438" y="51608"/>
                </a:lnTo>
                <a:lnTo>
                  <a:pt x="57199" y="51027"/>
                </a:lnTo>
                <a:lnTo>
                  <a:pt x="48202" y="56078"/>
                </a:lnTo>
                <a:lnTo>
                  <a:pt x="44871" y="52305"/>
                </a:lnTo>
                <a:lnTo>
                  <a:pt x="41950" y="52305"/>
                </a:lnTo>
                <a:lnTo>
                  <a:pt x="28045" y="60780"/>
                </a:lnTo>
                <a:lnTo>
                  <a:pt x="28454" y="62580"/>
                </a:lnTo>
                <a:lnTo>
                  <a:pt x="23371" y="63973"/>
                </a:lnTo>
                <a:lnTo>
                  <a:pt x="20800" y="61070"/>
                </a:lnTo>
                <a:lnTo>
                  <a:pt x="11101" y="70591"/>
                </a:lnTo>
                <a:lnTo>
                  <a:pt x="13088" y="66237"/>
                </a:lnTo>
                <a:lnTo>
                  <a:pt x="10283" y="53814"/>
                </a:lnTo>
                <a:lnTo>
                  <a:pt x="4090" y="35702"/>
                </a:lnTo>
                <a:lnTo>
                  <a:pt x="0" y="33380"/>
                </a:lnTo>
                <a:lnTo>
                  <a:pt x="467" y="30419"/>
                </a:lnTo>
                <a:lnTo>
                  <a:pt x="23955" y="26994"/>
                </a:lnTo>
                <a:lnTo>
                  <a:pt x="30090" y="31754"/>
                </a:lnTo>
                <a:lnTo>
                  <a:pt x="31667" y="30593"/>
                </a:lnTo>
                <a:lnTo>
                  <a:pt x="28571" y="23279"/>
                </a:lnTo>
                <a:lnTo>
                  <a:pt x="38445" y="6502"/>
                </a:lnTo>
                <a:lnTo>
                  <a:pt x="46741" y="180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5" name="Editable chart path">
            <a:extLst xmlns:a="http://schemas.openxmlformats.org/drawingml/2006/main">
              <a:ext uri="{FF2B5EF4-FFF2-40B4-BE49-F238E27FC236}">
                <a16:creationId xmlns:a16="http://schemas.microsoft.com/office/drawing/2014/main" id="{2C470484-FA0F-4BD0-B360-72DD67E02A08}"/>
              </a:ext>
            </a:extLst>
          </p:cNvPr>
          <p:cNvSpPr>
            <a:spLocks xmlns:a="http://schemas.openxmlformats.org/drawingml/2006/main" noGrp="1"/>
          </p:cNvSpPr>
          <p:nvPr/>
        </p:nvSpPr>
        <p:spPr>
          <a:xfrm xmlns:a="http://schemas.openxmlformats.org/drawingml/2006/main">
            <a:off x="2048947" y="4617068"/>
            <a:ext cx="71681" cy="53590"/>
          </a:xfrm>
          <a:custGeom xmlns:a="http://schemas.openxmlformats.org/drawingml/2006/main">
            <a:pathLst>
              <a:path w="77415" h="57878">
                <a:moveTo>
                  <a:pt x="27051" y="0"/>
                </a:moveTo>
                <a:lnTo>
                  <a:pt x="36925" y="4296"/>
                </a:lnTo>
                <a:lnTo>
                  <a:pt x="39204" y="9346"/>
                </a:lnTo>
                <a:lnTo>
                  <a:pt x="49838" y="4760"/>
                </a:lnTo>
                <a:lnTo>
                  <a:pt x="49020" y="13990"/>
                </a:lnTo>
                <a:lnTo>
                  <a:pt x="50480" y="4644"/>
                </a:lnTo>
                <a:lnTo>
                  <a:pt x="55213" y="3483"/>
                </a:lnTo>
                <a:lnTo>
                  <a:pt x="66022" y="7082"/>
                </a:lnTo>
                <a:lnTo>
                  <a:pt x="68651" y="12133"/>
                </a:lnTo>
                <a:lnTo>
                  <a:pt x="70229" y="10275"/>
                </a:lnTo>
                <a:lnTo>
                  <a:pt x="77415" y="11726"/>
                </a:lnTo>
                <a:lnTo>
                  <a:pt x="77064" y="17764"/>
                </a:lnTo>
                <a:lnTo>
                  <a:pt x="71514" y="25252"/>
                </a:lnTo>
                <a:lnTo>
                  <a:pt x="63977" y="21421"/>
                </a:lnTo>
                <a:lnTo>
                  <a:pt x="60530" y="24266"/>
                </a:lnTo>
                <a:lnTo>
                  <a:pt x="65087" y="23163"/>
                </a:lnTo>
                <a:lnTo>
                  <a:pt x="67658" y="26297"/>
                </a:lnTo>
                <a:lnTo>
                  <a:pt x="66489" y="36050"/>
                </a:lnTo>
                <a:lnTo>
                  <a:pt x="64211" y="37850"/>
                </a:lnTo>
                <a:lnTo>
                  <a:pt x="66723" y="53117"/>
                </a:lnTo>
                <a:lnTo>
                  <a:pt x="57492" y="57878"/>
                </a:lnTo>
                <a:lnTo>
                  <a:pt x="49721" y="56658"/>
                </a:lnTo>
                <a:lnTo>
                  <a:pt x="41074" y="51027"/>
                </a:lnTo>
                <a:lnTo>
                  <a:pt x="38386" y="54046"/>
                </a:lnTo>
                <a:lnTo>
                  <a:pt x="33654" y="53930"/>
                </a:lnTo>
                <a:lnTo>
                  <a:pt x="22436" y="40752"/>
                </a:lnTo>
                <a:lnTo>
                  <a:pt x="16944" y="24440"/>
                </a:lnTo>
                <a:lnTo>
                  <a:pt x="12328" y="21305"/>
                </a:lnTo>
                <a:lnTo>
                  <a:pt x="8706" y="22408"/>
                </a:lnTo>
                <a:lnTo>
                  <a:pt x="526" y="19680"/>
                </a:lnTo>
                <a:lnTo>
                  <a:pt x="0" y="15268"/>
                </a:lnTo>
                <a:lnTo>
                  <a:pt x="7712" y="6270"/>
                </a:lnTo>
                <a:lnTo>
                  <a:pt x="11159" y="7837"/>
                </a:lnTo>
                <a:lnTo>
                  <a:pt x="18580" y="581"/>
                </a:lnTo>
                <a:lnTo>
                  <a:pt x="20391" y="3483"/>
                </a:lnTo>
                <a:lnTo>
                  <a:pt x="20975" y="1219"/>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6" name="Editable chart path">
            <a:extLst xmlns:a="http://schemas.openxmlformats.org/drawingml/2006/main">
              <a:ext uri="{FF2B5EF4-FFF2-40B4-BE49-F238E27FC236}">
                <a16:creationId xmlns:a16="http://schemas.microsoft.com/office/drawing/2014/main" id="{9D5C00D4-F045-4311-BA9F-4C0FDA02864B}"/>
              </a:ext>
            </a:extLst>
          </p:cNvPr>
          <p:cNvSpPr>
            <a:spLocks xmlns:a="http://schemas.openxmlformats.org/drawingml/2006/main" noGrp="1"/>
          </p:cNvSpPr>
          <p:nvPr/>
        </p:nvSpPr>
        <p:spPr>
          <a:xfrm xmlns:a="http://schemas.openxmlformats.org/drawingml/2006/main">
            <a:off x="2393121" y="4432002"/>
            <a:ext cx="51664" cy="54612"/>
          </a:xfrm>
          <a:custGeom xmlns:a="http://schemas.openxmlformats.org/drawingml/2006/main">
            <a:pathLst>
              <a:path w="55797" h="58980">
                <a:moveTo>
                  <a:pt x="7011" y="1625"/>
                </a:moveTo>
                <a:lnTo>
                  <a:pt x="20449" y="14165"/>
                </a:lnTo>
                <a:lnTo>
                  <a:pt x="27928" y="16951"/>
                </a:lnTo>
                <a:lnTo>
                  <a:pt x="38386" y="35179"/>
                </a:lnTo>
                <a:lnTo>
                  <a:pt x="55505" y="52421"/>
                </a:lnTo>
                <a:lnTo>
                  <a:pt x="55797" y="58980"/>
                </a:lnTo>
                <a:lnTo>
                  <a:pt x="38561" y="54569"/>
                </a:lnTo>
                <a:lnTo>
                  <a:pt x="9932" y="36631"/>
                </a:lnTo>
                <a:lnTo>
                  <a:pt x="409" y="16951"/>
                </a:lnTo>
                <a:lnTo>
                  <a:pt x="0" y="1567"/>
                </a:lnTo>
                <a:lnTo>
                  <a:pt x="3389"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7" name="Editable chart path">
            <a:extLst xmlns:a="http://schemas.openxmlformats.org/drawingml/2006/main">
              <a:ext uri="{FF2B5EF4-FFF2-40B4-BE49-F238E27FC236}">
                <a16:creationId xmlns:a16="http://schemas.microsoft.com/office/drawing/2014/main" id="{E759406C-4B01-4AE1-AE16-DD596F5D3EF4}"/>
              </a:ext>
            </a:extLst>
          </p:cNvPr>
          <p:cNvSpPr>
            <a:spLocks xmlns:a="http://schemas.openxmlformats.org/drawingml/2006/main" noGrp="1"/>
          </p:cNvSpPr>
          <p:nvPr/>
        </p:nvSpPr>
        <p:spPr>
          <a:xfrm xmlns:a="http://schemas.openxmlformats.org/drawingml/2006/main">
            <a:off x="2149137" y="4337990"/>
            <a:ext cx="19854" cy="28703"/>
          </a:xfrm>
          <a:custGeom xmlns:a="http://schemas.openxmlformats.org/drawingml/2006/main">
            <a:pathLst>
              <a:path w="21442" h="31000">
                <a:moveTo>
                  <a:pt x="3798" y="0"/>
                </a:moveTo>
                <a:lnTo>
                  <a:pt x="9874" y="1974"/>
                </a:lnTo>
                <a:lnTo>
                  <a:pt x="1986" y="639"/>
                </a:lnTo>
                <a:lnTo>
                  <a:pt x="4733" y="11901"/>
                </a:lnTo>
                <a:lnTo>
                  <a:pt x="20216" y="14687"/>
                </a:lnTo>
                <a:lnTo>
                  <a:pt x="15366" y="24033"/>
                </a:lnTo>
                <a:lnTo>
                  <a:pt x="21442" y="28097"/>
                </a:lnTo>
                <a:lnTo>
                  <a:pt x="11218" y="31000"/>
                </a:lnTo>
                <a:lnTo>
                  <a:pt x="1110" y="23569"/>
                </a:lnTo>
                <a:lnTo>
                  <a:pt x="5901" y="25369"/>
                </a:lnTo>
                <a:lnTo>
                  <a:pt x="7654" y="22292"/>
                </a:lnTo>
                <a:lnTo>
                  <a:pt x="3622" y="16080"/>
                </a:lnTo>
                <a:lnTo>
                  <a:pt x="1402" y="15964"/>
                </a:lnTo>
                <a:lnTo>
                  <a:pt x="0" y="19273"/>
                </a:lnTo>
                <a:lnTo>
                  <a:pt x="2863" y="10159"/>
                </a:lnTo>
                <a:lnTo>
                  <a:pt x="526" y="168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052559DF-F664-4C75-8F5E-0C6E1B39A4D8}"/>
              </a:ext>
            </a:extLst>
          </p:cNvPr>
          <p:cNvSpPr>
            <a:spLocks xmlns:a="http://schemas.openxmlformats.org/drawingml/2006/main" noGrp="1"/>
          </p:cNvSpPr>
          <p:nvPr/>
        </p:nvSpPr>
        <p:spPr>
          <a:xfrm xmlns:a="http://schemas.openxmlformats.org/drawingml/2006/main">
            <a:off x="2195770" y="4505050"/>
            <a:ext cx="19043" cy="4999"/>
          </a:xfrm>
          <a:custGeom xmlns:a="http://schemas.openxmlformats.org/drawingml/2006/main">
            <a:pathLst>
              <a:path w="20566" h="5399">
                <a:moveTo>
                  <a:pt x="11043" y="0"/>
                </a:moveTo>
                <a:lnTo>
                  <a:pt x="20566" y="0"/>
                </a:lnTo>
                <a:lnTo>
                  <a:pt x="20566" y="5399"/>
                </a:lnTo>
                <a:lnTo>
                  <a:pt x="0" y="5399"/>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9" name="Editable chart path">
            <a:extLst xmlns:a="http://schemas.openxmlformats.org/drawingml/2006/main">
              <a:ext uri="{FF2B5EF4-FFF2-40B4-BE49-F238E27FC236}">
                <a16:creationId xmlns:a16="http://schemas.microsoft.com/office/drawing/2014/main" id="{B803191A-7153-4077-B826-49ADD0125B3B}"/>
              </a:ext>
            </a:extLst>
          </p:cNvPr>
          <p:cNvSpPr>
            <a:spLocks xmlns:a="http://schemas.openxmlformats.org/drawingml/2006/main" noGrp="1"/>
          </p:cNvSpPr>
          <p:nvPr/>
        </p:nvSpPr>
        <p:spPr>
          <a:xfrm xmlns:a="http://schemas.openxmlformats.org/drawingml/2006/main">
            <a:off x="2162716" y="4341269"/>
            <a:ext cx="25534" cy="23221"/>
          </a:xfrm>
          <a:custGeom xmlns:a="http://schemas.openxmlformats.org/drawingml/2006/main">
            <a:pathLst>
              <a:path w="27577" h="25078">
                <a:moveTo>
                  <a:pt x="17703" y="8766"/>
                </a:moveTo>
                <a:lnTo>
                  <a:pt x="27577" y="17880"/>
                </a:lnTo>
                <a:lnTo>
                  <a:pt x="23604" y="14048"/>
                </a:lnTo>
                <a:lnTo>
                  <a:pt x="20975" y="18751"/>
                </a:lnTo>
                <a:lnTo>
                  <a:pt x="21501" y="22814"/>
                </a:lnTo>
                <a:lnTo>
                  <a:pt x="27227" y="21363"/>
                </a:lnTo>
                <a:lnTo>
                  <a:pt x="11861" y="25078"/>
                </a:lnTo>
                <a:lnTo>
                  <a:pt x="17586" y="22176"/>
                </a:lnTo>
                <a:lnTo>
                  <a:pt x="13496" y="9404"/>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6F5396D3-A365-44B4-A19B-702B8A219626}"/>
              </a:ext>
            </a:extLst>
          </p:cNvPr>
          <p:cNvSpPr>
            <a:spLocks xmlns:a="http://schemas.openxmlformats.org/drawingml/2006/main" noGrp="1"/>
          </p:cNvSpPr>
          <p:nvPr/>
        </p:nvSpPr>
        <p:spPr>
          <a:xfrm xmlns:a="http://schemas.openxmlformats.org/drawingml/2006/main">
            <a:off x="2088547" y="4538053"/>
            <a:ext cx="12605" cy="13062"/>
          </a:xfrm>
          <a:custGeom xmlns:a="http://schemas.openxmlformats.org/drawingml/2006/main">
            <a:pathLst>
              <a:path w="13613" h="14107">
                <a:moveTo>
                  <a:pt x="7479" y="13294"/>
                </a:moveTo>
                <a:lnTo>
                  <a:pt x="2980" y="14107"/>
                </a:lnTo>
                <a:lnTo>
                  <a:pt x="0" y="12075"/>
                </a:lnTo>
                <a:lnTo>
                  <a:pt x="3739" y="9346"/>
                </a:lnTo>
                <a:lnTo>
                  <a:pt x="4674" y="5109"/>
                </a:lnTo>
                <a:lnTo>
                  <a:pt x="13613"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1" name="Editable chart path">
            <a:extLst xmlns:a="http://schemas.openxmlformats.org/drawingml/2006/main">
              <a:ext uri="{FF2B5EF4-FFF2-40B4-BE49-F238E27FC236}">
                <a16:creationId xmlns:a16="http://schemas.microsoft.com/office/drawing/2014/main" id="{845AB814-0E27-4EBE-B086-8F7690E5C83F}"/>
              </a:ext>
            </a:extLst>
          </p:cNvPr>
          <p:cNvSpPr>
            <a:spLocks xmlns:a="http://schemas.openxmlformats.org/drawingml/2006/main" noGrp="1"/>
          </p:cNvSpPr>
          <p:nvPr/>
        </p:nvSpPr>
        <p:spPr>
          <a:xfrm xmlns:a="http://schemas.openxmlformats.org/drawingml/2006/main">
            <a:off x="1681510" y="3419269"/>
            <a:ext cx="8764" cy="13062"/>
          </a:xfrm>
          <a:custGeom xmlns:a="http://schemas.openxmlformats.org/drawingml/2006/main">
            <a:pathLst>
              <a:path w="9465" h="14107">
                <a:moveTo>
                  <a:pt x="4908" y="14107"/>
                </a:moveTo>
                <a:lnTo>
                  <a:pt x="0" y="12539"/>
                </a:lnTo>
                <a:lnTo>
                  <a:pt x="5609" y="0"/>
                </a:lnTo>
                <a:lnTo>
                  <a:pt x="9465" y="7605"/>
                </a:lnTo>
                <a:lnTo>
                  <a:pt x="9290" y="1062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3461D39C-BB64-4D03-9D3B-11CDC9A81577}"/>
              </a:ext>
            </a:extLst>
          </p:cNvPr>
          <p:cNvSpPr>
            <a:spLocks xmlns:a="http://schemas.openxmlformats.org/drawingml/2006/main" noGrp="1"/>
          </p:cNvSpPr>
          <p:nvPr/>
        </p:nvSpPr>
        <p:spPr>
          <a:xfrm xmlns:a="http://schemas.openxmlformats.org/drawingml/2006/main">
            <a:off x="2057077" y="461313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 name="Editable chart path">
            <a:extLst xmlns:a="http://schemas.openxmlformats.org/drawingml/2006/main">
              <a:ext uri="{FF2B5EF4-FFF2-40B4-BE49-F238E27FC236}">
                <a16:creationId xmlns:a16="http://schemas.microsoft.com/office/drawing/2014/main" id="{EF43A8C8-B6FB-4BA5-BFDD-056BA014D00B}"/>
              </a:ext>
            </a:extLst>
          </p:cNvPr>
          <p:cNvSpPr>
            <a:spLocks xmlns:a="http://schemas.openxmlformats.org/drawingml/2006/main" noGrp="1"/>
          </p:cNvSpPr>
          <p:nvPr/>
        </p:nvSpPr>
        <p:spPr>
          <a:xfrm xmlns:a="http://schemas.openxmlformats.org/drawingml/2006/main">
            <a:off x="2008466" y="451591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 name="Editable chart path">
            <a:extLst xmlns:a="http://schemas.openxmlformats.org/drawingml/2006/main">
              <a:ext uri="{FF2B5EF4-FFF2-40B4-BE49-F238E27FC236}">
                <a16:creationId xmlns:a16="http://schemas.microsoft.com/office/drawing/2014/main" id="{9FC89636-1C83-4006-AE57-2B0E91FDF784}"/>
              </a:ext>
            </a:extLst>
          </p:cNvPr>
          <p:cNvSpPr>
            <a:spLocks xmlns:a="http://schemas.openxmlformats.org/drawingml/2006/main" noGrp="1"/>
          </p:cNvSpPr>
          <p:nvPr/>
        </p:nvSpPr>
        <p:spPr>
          <a:xfrm xmlns:a="http://schemas.openxmlformats.org/drawingml/2006/main">
            <a:off x="2251521" y="451591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 name="Editable chart path">
            <a:extLst xmlns:a="http://schemas.openxmlformats.org/drawingml/2006/main">
              <a:ext uri="{FF2B5EF4-FFF2-40B4-BE49-F238E27FC236}">
                <a16:creationId xmlns:a16="http://schemas.microsoft.com/office/drawing/2014/main" id="{46161986-FD6F-44E1-8BDD-05F0E49A11C4}"/>
              </a:ext>
            </a:extLst>
          </p:cNvPr>
          <p:cNvSpPr>
            <a:spLocks xmlns:a="http://schemas.openxmlformats.org/drawingml/2006/main" noGrp="1"/>
          </p:cNvSpPr>
          <p:nvPr/>
        </p:nvSpPr>
        <p:spPr>
          <a:xfrm xmlns:a="http://schemas.openxmlformats.org/drawingml/2006/main">
            <a:off x="2251521" y="446730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 name="Editable chart path">
            <a:extLst xmlns:a="http://schemas.openxmlformats.org/drawingml/2006/main">
              <a:ext uri="{FF2B5EF4-FFF2-40B4-BE49-F238E27FC236}">
                <a16:creationId xmlns:a16="http://schemas.microsoft.com/office/drawing/2014/main" id="{F0D81C8B-0BC6-41AD-9CA7-126D321860B5}"/>
              </a:ext>
            </a:extLst>
          </p:cNvPr>
          <p:cNvSpPr>
            <a:spLocks xmlns:a="http://schemas.openxmlformats.org/drawingml/2006/main" noGrp="1"/>
          </p:cNvSpPr>
          <p:nvPr/>
        </p:nvSpPr>
        <p:spPr>
          <a:xfrm xmlns:a="http://schemas.openxmlformats.org/drawingml/2006/main">
            <a:off x="2300132" y="446730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 name="Editable chart path">
            <a:extLst xmlns:a="http://schemas.openxmlformats.org/drawingml/2006/main">
              <a:ext uri="{FF2B5EF4-FFF2-40B4-BE49-F238E27FC236}">
                <a16:creationId xmlns:a16="http://schemas.microsoft.com/office/drawing/2014/main" id="{0A412DE5-AD6C-442B-8EDE-CB259F6B6918}"/>
              </a:ext>
            </a:extLst>
          </p:cNvPr>
          <p:cNvSpPr>
            <a:spLocks xmlns:a="http://schemas.openxmlformats.org/drawingml/2006/main" noGrp="1"/>
          </p:cNvSpPr>
          <p:nvPr/>
        </p:nvSpPr>
        <p:spPr>
          <a:xfrm xmlns:a="http://schemas.openxmlformats.org/drawingml/2006/main">
            <a:off x="1959855" y="441869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 name="Editable chart path">
            <a:extLst xmlns:a="http://schemas.openxmlformats.org/drawingml/2006/main">
              <a:ext uri="{FF2B5EF4-FFF2-40B4-BE49-F238E27FC236}">
                <a16:creationId xmlns:a16="http://schemas.microsoft.com/office/drawing/2014/main" id="{CFC7E17A-A8A5-4DE9-ADD5-84D431D9CC28}"/>
              </a:ext>
            </a:extLst>
          </p:cNvPr>
          <p:cNvSpPr>
            <a:spLocks xmlns:a="http://schemas.openxmlformats.org/drawingml/2006/main" noGrp="1"/>
          </p:cNvSpPr>
          <p:nvPr/>
        </p:nvSpPr>
        <p:spPr>
          <a:xfrm xmlns:a="http://schemas.openxmlformats.org/drawingml/2006/main">
            <a:off x="2008466" y="441869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 name="Editable chart path">
            <a:extLst xmlns:a="http://schemas.openxmlformats.org/drawingml/2006/main">
              <a:ext uri="{FF2B5EF4-FFF2-40B4-BE49-F238E27FC236}">
                <a16:creationId xmlns:a16="http://schemas.microsoft.com/office/drawing/2014/main" id="{C8C33D3B-4C82-4383-A9F9-C958DAA83084}"/>
              </a:ext>
            </a:extLst>
          </p:cNvPr>
          <p:cNvSpPr>
            <a:spLocks xmlns:a="http://schemas.openxmlformats.org/drawingml/2006/main" noGrp="1"/>
          </p:cNvSpPr>
          <p:nvPr/>
        </p:nvSpPr>
        <p:spPr>
          <a:xfrm xmlns:a="http://schemas.openxmlformats.org/drawingml/2006/main">
            <a:off x="2202910" y="441869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 name="Editable chart path">
            <a:extLst xmlns:a="http://schemas.openxmlformats.org/drawingml/2006/main">
              <a:ext uri="{FF2B5EF4-FFF2-40B4-BE49-F238E27FC236}">
                <a16:creationId xmlns:a16="http://schemas.microsoft.com/office/drawing/2014/main" id="{7ABD4720-84C8-4F64-8FFA-5328F567E195}"/>
              </a:ext>
            </a:extLst>
          </p:cNvPr>
          <p:cNvSpPr>
            <a:spLocks xmlns:a="http://schemas.openxmlformats.org/drawingml/2006/main" noGrp="1"/>
          </p:cNvSpPr>
          <p:nvPr/>
        </p:nvSpPr>
        <p:spPr>
          <a:xfrm xmlns:a="http://schemas.openxmlformats.org/drawingml/2006/main">
            <a:off x="2300132" y="441869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 name="Editable chart path">
            <a:extLst xmlns:a="http://schemas.openxmlformats.org/drawingml/2006/main">
              <a:ext uri="{FF2B5EF4-FFF2-40B4-BE49-F238E27FC236}">
                <a16:creationId xmlns:a16="http://schemas.microsoft.com/office/drawing/2014/main" id="{A2EDD402-2DC0-410B-BC79-951BCC5CCB14}"/>
              </a:ext>
            </a:extLst>
          </p:cNvPr>
          <p:cNvSpPr>
            <a:spLocks xmlns:a="http://schemas.openxmlformats.org/drawingml/2006/main" noGrp="1"/>
          </p:cNvSpPr>
          <p:nvPr/>
        </p:nvSpPr>
        <p:spPr>
          <a:xfrm xmlns:a="http://schemas.openxmlformats.org/drawingml/2006/main">
            <a:off x="1425134"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 name="Editable chart path">
            <a:extLst xmlns:a="http://schemas.openxmlformats.org/drawingml/2006/main">
              <a:ext uri="{FF2B5EF4-FFF2-40B4-BE49-F238E27FC236}">
                <a16:creationId xmlns:a16="http://schemas.microsoft.com/office/drawing/2014/main" id="{95C59EAE-0529-4E6B-8E8D-81DFC33D61A1}"/>
              </a:ext>
            </a:extLst>
          </p:cNvPr>
          <p:cNvSpPr>
            <a:spLocks xmlns:a="http://schemas.openxmlformats.org/drawingml/2006/main" noGrp="1"/>
          </p:cNvSpPr>
          <p:nvPr/>
        </p:nvSpPr>
        <p:spPr>
          <a:xfrm xmlns:a="http://schemas.openxmlformats.org/drawingml/2006/main">
            <a:off x="1473745"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 name="Editable chart path">
            <a:extLst xmlns:a="http://schemas.openxmlformats.org/drawingml/2006/main">
              <a:ext uri="{FF2B5EF4-FFF2-40B4-BE49-F238E27FC236}">
                <a16:creationId xmlns:a16="http://schemas.microsoft.com/office/drawing/2014/main" id="{DFE566FF-6F86-4F52-96CA-522230BB1C21}"/>
              </a:ext>
            </a:extLst>
          </p:cNvPr>
          <p:cNvSpPr>
            <a:spLocks xmlns:a="http://schemas.openxmlformats.org/drawingml/2006/main" noGrp="1"/>
          </p:cNvSpPr>
          <p:nvPr/>
        </p:nvSpPr>
        <p:spPr>
          <a:xfrm xmlns:a="http://schemas.openxmlformats.org/drawingml/2006/main">
            <a:off x="1522356"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 name="Editable chart path">
            <a:extLst xmlns:a="http://schemas.openxmlformats.org/drawingml/2006/main">
              <a:ext uri="{FF2B5EF4-FFF2-40B4-BE49-F238E27FC236}">
                <a16:creationId xmlns:a16="http://schemas.microsoft.com/office/drawing/2014/main" id="{FFC0CAB0-4572-49FC-B634-184ABEFFB8CB}"/>
              </a:ext>
            </a:extLst>
          </p:cNvPr>
          <p:cNvSpPr>
            <a:spLocks xmlns:a="http://schemas.openxmlformats.org/drawingml/2006/main" noGrp="1"/>
          </p:cNvSpPr>
          <p:nvPr/>
        </p:nvSpPr>
        <p:spPr>
          <a:xfrm xmlns:a="http://schemas.openxmlformats.org/drawingml/2006/main">
            <a:off x="1570967"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 name="Editable chart path">
            <a:extLst xmlns:a="http://schemas.openxmlformats.org/drawingml/2006/main">
              <a:ext uri="{FF2B5EF4-FFF2-40B4-BE49-F238E27FC236}">
                <a16:creationId xmlns:a16="http://schemas.microsoft.com/office/drawing/2014/main" id="{DF6C8C79-72AF-4B41-81BB-25EB50684235}"/>
              </a:ext>
            </a:extLst>
          </p:cNvPr>
          <p:cNvSpPr>
            <a:spLocks xmlns:a="http://schemas.openxmlformats.org/drawingml/2006/main" noGrp="1"/>
          </p:cNvSpPr>
          <p:nvPr/>
        </p:nvSpPr>
        <p:spPr>
          <a:xfrm xmlns:a="http://schemas.openxmlformats.org/drawingml/2006/main">
            <a:off x="1619578"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 name="Editable chart path">
            <a:extLst xmlns:a="http://schemas.openxmlformats.org/drawingml/2006/main">
              <a:ext uri="{FF2B5EF4-FFF2-40B4-BE49-F238E27FC236}">
                <a16:creationId xmlns:a16="http://schemas.microsoft.com/office/drawing/2014/main" id="{7146F47D-5E50-4865-A325-5978F138CE81}"/>
              </a:ext>
            </a:extLst>
          </p:cNvPr>
          <p:cNvSpPr>
            <a:spLocks xmlns:a="http://schemas.openxmlformats.org/drawingml/2006/main" noGrp="1"/>
          </p:cNvSpPr>
          <p:nvPr/>
        </p:nvSpPr>
        <p:spPr>
          <a:xfrm xmlns:a="http://schemas.openxmlformats.org/drawingml/2006/main">
            <a:off x="2689019"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 name="Editable chart path">
            <a:extLst xmlns:a="http://schemas.openxmlformats.org/drawingml/2006/main">
              <a:ext uri="{FF2B5EF4-FFF2-40B4-BE49-F238E27FC236}">
                <a16:creationId xmlns:a16="http://schemas.microsoft.com/office/drawing/2014/main" id="{C871C6ED-1438-4972-B368-57E4FEA520C8}"/>
              </a:ext>
            </a:extLst>
          </p:cNvPr>
          <p:cNvSpPr>
            <a:spLocks xmlns:a="http://schemas.openxmlformats.org/drawingml/2006/main" noGrp="1"/>
          </p:cNvSpPr>
          <p:nvPr/>
        </p:nvSpPr>
        <p:spPr>
          <a:xfrm xmlns:a="http://schemas.openxmlformats.org/drawingml/2006/main">
            <a:off x="1376523" y="432147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 name="Editable chart path">
            <a:extLst xmlns:a="http://schemas.openxmlformats.org/drawingml/2006/main">
              <a:ext uri="{FF2B5EF4-FFF2-40B4-BE49-F238E27FC236}">
                <a16:creationId xmlns:a16="http://schemas.microsoft.com/office/drawing/2014/main" id="{A24DB369-055B-46E9-AA64-DA334072AAEA}"/>
              </a:ext>
            </a:extLst>
          </p:cNvPr>
          <p:cNvSpPr>
            <a:spLocks xmlns:a="http://schemas.openxmlformats.org/drawingml/2006/main" noGrp="1"/>
          </p:cNvSpPr>
          <p:nvPr/>
        </p:nvSpPr>
        <p:spPr>
          <a:xfrm xmlns:a="http://schemas.openxmlformats.org/drawingml/2006/main">
            <a:off x="2202910" y="432147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 name="Editable chart path">
            <a:extLst xmlns:a="http://schemas.openxmlformats.org/drawingml/2006/main">
              <a:ext uri="{FF2B5EF4-FFF2-40B4-BE49-F238E27FC236}">
                <a16:creationId xmlns:a16="http://schemas.microsoft.com/office/drawing/2014/main" id="{6C0E2A7C-11C0-434C-9E06-F55C35EC9EAB}"/>
              </a:ext>
            </a:extLst>
          </p:cNvPr>
          <p:cNvSpPr>
            <a:spLocks xmlns:a="http://schemas.openxmlformats.org/drawingml/2006/main" noGrp="1"/>
          </p:cNvSpPr>
          <p:nvPr/>
        </p:nvSpPr>
        <p:spPr>
          <a:xfrm xmlns:a="http://schemas.openxmlformats.org/drawingml/2006/main">
            <a:off x="2251521" y="432147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 name="Editable chart path">
            <a:extLst xmlns:a="http://schemas.openxmlformats.org/drawingml/2006/main">
              <a:ext uri="{FF2B5EF4-FFF2-40B4-BE49-F238E27FC236}">
                <a16:creationId xmlns:a16="http://schemas.microsoft.com/office/drawing/2014/main" id="{587FE7D5-2543-4DA8-893D-109E3206A3EB}"/>
              </a:ext>
            </a:extLst>
          </p:cNvPr>
          <p:cNvSpPr>
            <a:spLocks xmlns:a="http://schemas.openxmlformats.org/drawingml/2006/main" noGrp="1"/>
          </p:cNvSpPr>
          <p:nvPr/>
        </p:nvSpPr>
        <p:spPr>
          <a:xfrm xmlns:a="http://schemas.openxmlformats.org/drawingml/2006/main">
            <a:off x="1376523"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 name="Editable chart path">
            <a:extLst xmlns:a="http://schemas.openxmlformats.org/drawingml/2006/main">
              <a:ext uri="{FF2B5EF4-FFF2-40B4-BE49-F238E27FC236}">
                <a16:creationId xmlns:a16="http://schemas.microsoft.com/office/drawing/2014/main" id="{45C08141-03E8-4292-A27F-3779F8750F7D}"/>
              </a:ext>
            </a:extLst>
          </p:cNvPr>
          <p:cNvSpPr>
            <a:spLocks xmlns:a="http://schemas.openxmlformats.org/drawingml/2006/main" noGrp="1"/>
          </p:cNvSpPr>
          <p:nvPr/>
        </p:nvSpPr>
        <p:spPr>
          <a:xfrm xmlns:a="http://schemas.openxmlformats.org/drawingml/2006/main">
            <a:off x="1425134"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 name="Editable chart path">
            <a:extLst xmlns:a="http://schemas.openxmlformats.org/drawingml/2006/main">
              <a:ext uri="{FF2B5EF4-FFF2-40B4-BE49-F238E27FC236}">
                <a16:creationId xmlns:a16="http://schemas.microsoft.com/office/drawing/2014/main" id="{5A380219-C836-4DF5-A260-D7F2018CFEB1}"/>
              </a:ext>
            </a:extLst>
          </p:cNvPr>
          <p:cNvSpPr>
            <a:spLocks xmlns:a="http://schemas.openxmlformats.org/drawingml/2006/main" noGrp="1"/>
          </p:cNvSpPr>
          <p:nvPr/>
        </p:nvSpPr>
        <p:spPr>
          <a:xfrm xmlns:a="http://schemas.openxmlformats.org/drawingml/2006/main">
            <a:off x="1473745"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 name="Editable chart path">
            <a:extLst xmlns:a="http://schemas.openxmlformats.org/drawingml/2006/main">
              <a:ext uri="{FF2B5EF4-FFF2-40B4-BE49-F238E27FC236}">
                <a16:creationId xmlns:a16="http://schemas.microsoft.com/office/drawing/2014/main" id="{53DC262A-B390-4141-AEB5-4A96B914C4E5}"/>
              </a:ext>
            </a:extLst>
          </p:cNvPr>
          <p:cNvSpPr>
            <a:spLocks xmlns:a="http://schemas.openxmlformats.org/drawingml/2006/main" noGrp="1"/>
          </p:cNvSpPr>
          <p:nvPr/>
        </p:nvSpPr>
        <p:spPr>
          <a:xfrm xmlns:a="http://schemas.openxmlformats.org/drawingml/2006/main">
            <a:off x="1522356"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 name="Editable chart path">
            <a:extLst xmlns:a="http://schemas.openxmlformats.org/drawingml/2006/main">
              <a:ext uri="{FF2B5EF4-FFF2-40B4-BE49-F238E27FC236}">
                <a16:creationId xmlns:a16="http://schemas.microsoft.com/office/drawing/2014/main" id="{5C805370-43FC-4E8E-9EB5-46CF38DD37CF}"/>
              </a:ext>
            </a:extLst>
          </p:cNvPr>
          <p:cNvSpPr>
            <a:spLocks xmlns:a="http://schemas.openxmlformats.org/drawingml/2006/main" noGrp="1"/>
          </p:cNvSpPr>
          <p:nvPr/>
        </p:nvSpPr>
        <p:spPr>
          <a:xfrm xmlns:a="http://schemas.openxmlformats.org/drawingml/2006/main">
            <a:off x="1570967"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 name="Editable chart path">
            <a:extLst xmlns:a="http://schemas.openxmlformats.org/drawingml/2006/main">
              <a:ext uri="{FF2B5EF4-FFF2-40B4-BE49-F238E27FC236}">
                <a16:creationId xmlns:a16="http://schemas.microsoft.com/office/drawing/2014/main" id="{D2131894-537C-46F9-9C5F-32F17CA73D90}"/>
              </a:ext>
            </a:extLst>
          </p:cNvPr>
          <p:cNvSpPr>
            <a:spLocks xmlns:a="http://schemas.openxmlformats.org/drawingml/2006/main" noGrp="1"/>
          </p:cNvSpPr>
          <p:nvPr/>
        </p:nvSpPr>
        <p:spPr>
          <a:xfrm xmlns:a="http://schemas.openxmlformats.org/drawingml/2006/main">
            <a:off x="1716800"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 name="Editable chart path">
            <a:extLst xmlns:a="http://schemas.openxmlformats.org/drawingml/2006/main">
              <a:ext uri="{FF2B5EF4-FFF2-40B4-BE49-F238E27FC236}">
                <a16:creationId xmlns:a16="http://schemas.microsoft.com/office/drawing/2014/main" id="{575C225A-CC99-4695-BE4D-29BB3FB91769}"/>
              </a:ext>
            </a:extLst>
          </p:cNvPr>
          <p:cNvSpPr>
            <a:spLocks xmlns:a="http://schemas.openxmlformats.org/drawingml/2006/main" noGrp="1"/>
          </p:cNvSpPr>
          <p:nvPr/>
        </p:nvSpPr>
        <p:spPr>
          <a:xfrm xmlns:a="http://schemas.openxmlformats.org/drawingml/2006/main">
            <a:off x="1765411"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 name="Editable chart path">
            <a:extLst xmlns:a="http://schemas.openxmlformats.org/drawingml/2006/main">
              <a:ext uri="{FF2B5EF4-FFF2-40B4-BE49-F238E27FC236}">
                <a16:creationId xmlns:a16="http://schemas.microsoft.com/office/drawing/2014/main" id="{7C8A237A-2A54-4501-9434-73ECED5C7A7E}"/>
              </a:ext>
            </a:extLst>
          </p:cNvPr>
          <p:cNvSpPr>
            <a:spLocks xmlns:a="http://schemas.openxmlformats.org/drawingml/2006/main" noGrp="1"/>
          </p:cNvSpPr>
          <p:nvPr/>
        </p:nvSpPr>
        <p:spPr>
          <a:xfrm xmlns:a="http://schemas.openxmlformats.org/drawingml/2006/main">
            <a:off x="2105688"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 name="Editable chart path">
            <a:extLst xmlns:a="http://schemas.openxmlformats.org/drawingml/2006/main">
              <a:ext uri="{FF2B5EF4-FFF2-40B4-BE49-F238E27FC236}">
                <a16:creationId xmlns:a16="http://schemas.microsoft.com/office/drawing/2014/main" id="{CF9BE826-98C0-46DB-A7CD-958527DBF76A}"/>
              </a:ext>
            </a:extLst>
          </p:cNvPr>
          <p:cNvSpPr>
            <a:spLocks xmlns:a="http://schemas.openxmlformats.org/drawingml/2006/main" noGrp="1"/>
          </p:cNvSpPr>
          <p:nvPr/>
        </p:nvSpPr>
        <p:spPr>
          <a:xfrm xmlns:a="http://schemas.openxmlformats.org/drawingml/2006/main">
            <a:off x="2202910"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 name="Editable chart path">
            <a:extLst xmlns:a="http://schemas.openxmlformats.org/drawingml/2006/main">
              <a:ext uri="{FF2B5EF4-FFF2-40B4-BE49-F238E27FC236}">
                <a16:creationId xmlns:a16="http://schemas.microsoft.com/office/drawing/2014/main" id="{A5A9BBAE-79F0-4897-A67D-1D659B52A1DD}"/>
              </a:ext>
            </a:extLst>
          </p:cNvPr>
          <p:cNvSpPr>
            <a:spLocks xmlns:a="http://schemas.openxmlformats.org/drawingml/2006/main" noGrp="1"/>
          </p:cNvSpPr>
          <p:nvPr/>
        </p:nvSpPr>
        <p:spPr>
          <a:xfrm xmlns:a="http://schemas.openxmlformats.org/drawingml/2006/main">
            <a:off x="1716800"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 name="Editable chart path">
            <a:extLst xmlns:a="http://schemas.openxmlformats.org/drawingml/2006/main">
              <a:ext uri="{FF2B5EF4-FFF2-40B4-BE49-F238E27FC236}">
                <a16:creationId xmlns:a16="http://schemas.microsoft.com/office/drawing/2014/main" id="{491E0AD5-4E19-4C03-892D-DAAC090618DE}"/>
              </a:ext>
            </a:extLst>
          </p:cNvPr>
          <p:cNvSpPr>
            <a:spLocks xmlns:a="http://schemas.openxmlformats.org/drawingml/2006/main" noGrp="1"/>
          </p:cNvSpPr>
          <p:nvPr/>
        </p:nvSpPr>
        <p:spPr>
          <a:xfrm xmlns:a="http://schemas.openxmlformats.org/drawingml/2006/main">
            <a:off x="1765411"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 name="Editable chart path">
            <a:extLst xmlns:a="http://schemas.openxmlformats.org/drawingml/2006/main">
              <a:ext uri="{FF2B5EF4-FFF2-40B4-BE49-F238E27FC236}">
                <a16:creationId xmlns:a16="http://schemas.microsoft.com/office/drawing/2014/main" id="{650CB9FB-4E3A-4F88-AEE0-A71C66FD0AD1}"/>
              </a:ext>
            </a:extLst>
          </p:cNvPr>
          <p:cNvSpPr>
            <a:spLocks xmlns:a="http://schemas.openxmlformats.org/drawingml/2006/main" noGrp="1"/>
          </p:cNvSpPr>
          <p:nvPr/>
        </p:nvSpPr>
        <p:spPr>
          <a:xfrm xmlns:a="http://schemas.openxmlformats.org/drawingml/2006/main">
            <a:off x="1814022"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 name="Editable chart path">
            <a:extLst xmlns:a="http://schemas.openxmlformats.org/drawingml/2006/main">
              <a:ext uri="{FF2B5EF4-FFF2-40B4-BE49-F238E27FC236}">
                <a16:creationId xmlns:a16="http://schemas.microsoft.com/office/drawing/2014/main" id="{160F7632-4172-448B-8833-5448134E6C83}"/>
              </a:ext>
            </a:extLst>
          </p:cNvPr>
          <p:cNvSpPr>
            <a:spLocks xmlns:a="http://schemas.openxmlformats.org/drawingml/2006/main" noGrp="1"/>
          </p:cNvSpPr>
          <p:nvPr/>
        </p:nvSpPr>
        <p:spPr>
          <a:xfrm xmlns:a="http://schemas.openxmlformats.org/drawingml/2006/main">
            <a:off x="2591798"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6DAAFDCD-E9A4-490B-B2E5-55D3D5FFD927}"/>
              </a:ext>
            </a:extLst>
          </p:cNvPr>
          <p:cNvSpPr>
            <a:spLocks xmlns:a="http://schemas.openxmlformats.org/drawingml/2006/main" noGrp="1"/>
          </p:cNvSpPr>
          <p:nvPr/>
        </p:nvSpPr>
        <p:spPr>
          <a:xfrm xmlns:a="http://schemas.openxmlformats.org/drawingml/2006/main">
            <a:off x="2640409"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A8510567-4925-4937-B86C-DC132B433670}"/>
              </a:ext>
            </a:extLst>
          </p:cNvPr>
          <p:cNvSpPr>
            <a:spLocks xmlns:a="http://schemas.openxmlformats.org/drawingml/2006/main" noGrp="1"/>
          </p:cNvSpPr>
          <p:nvPr/>
        </p:nvSpPr>
        <p:spPr>
          <a:xfrm xmlns:a="http://schemas.openxmlformats.org/drawingml/2006/main">
            <a:off x="1668189"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4F22B808-B5B9-442F-AC9B-8BA0F6C25233}"/>
              </a:ext>
            </a:extLst>
          </p:cNvPr>
          <p:cNvSpPr>
            <a:spLocks xmlns:a="http://schemas.openxmlformats.org/drawingml/2006/main" noGrp="1"/>
          </p:cNvSpPr>
          <p:nvPr/>
        </p:nvSpPr>
        <p:spPr>
          <a:xfrm xmlns:a="http://schemas.openxmlformats.org/drawingml/2006/main">
            <a:off x="1716800"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E1D50771-B69A-4CD9-9033-F783C903D205}"/>
              </a:ext>
            </a:extLst>
          </p:cNvPr>
          <p:cNvSpPr>
            <a:spLocks xmlns:a="http://schemas.openxmlformats.org/drawingml/2006/main" noGrp="1"/>
          </p:cNvSpPr>
          <p:nvPr/>
        </p:nvSpPr>
        <p:spPr>
          <a:xfrm xmlns:a="http://schemas.openxmlformats.org/drawingml/2006/main">
            <a:off x="1765411"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1EA85676-1A57-4277-989B-C99E60E22F9E}"/>
              </a:ext>
            </a:extLst>
          </p:cNvPr>
          <p:cNvSpPr>
            <a:spLocks xmlns:a="http://schemas.openxmlformats.org/drawingml/2006/main" noGrp="1"/>
          </p:cNvSpPr>
          <p:nvPr/>
        </p:nvSpPr>
        <p:spPr>
          <a:xfrm xmlns:a="http://schemas.openxmlformats.org/drawingml/2006/main">
            <a:off x="1862633"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25E6AED3-2347-4A22-99B0-2677E5B1F837}"/>
              </a:ext>
            </a:extLst>
          </p:cNvPr>
          <p:cNvSpPr>
            <a:spLocks xmlns:a="http://schemas.openxmlformats.org/drawingml/2006/main" noGrp="1"/>
          </p:cNvSpPr>
          <p:nvPr/>
        </p:nvSpPr>
        <p:spPr>
          <a:xfrm xmlns:a="http://schemas.openxmlformats.org/drawingml/2006/main">
            <a:off x="2494576"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E812BBA2-7AAA-4EEB-A72D-6545E4D2C700}"/>
              </a:ext>
            </a:extLst>
          </p:cNvPr>
          <p:cNvSpPr>
            <a:spLocks xmlns:a="http://schemas.openxmlformats.org/drawingml/2006/main" noGrp="1"/>
          </p:cNvSpPr>
          <p:nvPr/>
        </p:nvSpPr>
        <p:spPr>
          <a:xfrm xmlns:a="http://schemas.openxmlformats.org/drawingml/2006/main">
            <a:off x="2543187"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40C22DBE-BA2E-49C8-AAA3-F65BEB5B8BB1}"/>
              </a:ext>
            </a:extLst>
          </p:cNvPr>
          <p:cNvSpPr>
            <a:spLocks xmlns:a="http://schemas.openxmlformats.org/drawingml/2006/main" noGrp="1"/>
          </p:cNvSpPr>
          <p:nvPr/>
        </p:nvSpPr>
        <p:spPr>
          <a:xfrm xmlns:a="http://schemas.openxmlformats.org/drawingml/2006/main">
            <a:off x="2591798"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C1F6D386-CC77-4BBF-A28E-7EE49CC8949B}"/>
              </a:ext>
            </a:extLst>
          </p:cNvPr>
          <p:cNvSpPr>
            <a:spLocks xmlns:a="http://schemas.openxmlformats.org/drawingml/2006/main" noGrp="1"/>
          </p:cNvSpPr>
          <p:nvPr/>
        </p:nvSpPr>
        <p:spPr>
          <a:xfrm xmlns:a="http://schemas.openxmlformats.org/drawingml/2006/main">
            <a:off x="1425134"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A27E1B33-5F8D-4946-92FC-EE829FD3EE1E}"/>
              </a:ext>
            </a:extLst>
          </p:cNvPr>
          <p:cNvSpPr>
            <a:spLocks xmlns:a="http://schemas.openxmlformats.org/drawingml/2006/main" noGrp="1"/>
          </p:cNvSpPr>
          <p:nvPr/>
        </p:nvSpPr>
        <p:spPr>
          <a:xfrm xmlns:a="http://schemas.openxmlformats.org/drawingml/2006/main">
            <a:off x="1473745"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9297E0B7-30B9-4FD2-8CB8-C7F0C8D6A63D}"/>
              </a:ext>
            </a:extLst>
          </p:cNvPr>
          <p:cNvSpPr>
            <a:spLocks xmlns:a="http://schemas.openxmlformats.org/drawingml/2006/main" noGrp="1"/>
          </p:cNvSpPr>
          <p:nvPr/>
        </p:nvSpPr>
        <p:spPr>
          <a:xfrm xmlns:a="http://schemas.openxmlformats.org/drawingml/2006/main">
            <a:off x="1522356"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0E967CA5-572F-449B-99E6-A8E3DA70BDBC}"/>
              </a:ext>
            </a:extLst>
          </p:cNvPr>
          <p:cNvSpPr>
            <a:spLocks xmlns:a="http://schemas.openxmlformats.org/drawingml/2006/main" noGrp="1"/>
          </p:cNvSpPr>
          <p:nvPr/>
        </p:nvSpPr>
        <p:spPr>
          <a:xfrm xmlns:a="http://schemas.openxmlformats.org/drawingml/2006/main">
            <a:off x="1668189"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961C822A-2736-4F36-8B89-BDAAE83B7C60}"/>
              </a:ext>
            </a:extLst>
          </p:cNvPr>
          <p:cNvSpPr>
            <a:spLocks xmlns:a="http://schemas.openxmlformats.org/drawingml/2006/main" noGrp="1"/>
          </p:cNvSpPr>
          <p:nvPr/>
        </p:nvSpPr>
        <p:spPr>
          <a:xfrm xmlns:a="http://schemas.openxmlformats.org/drawingml/2006/main">
            <a:off x="1716800"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7020D2BC-42D0-4212-B1EA-5CF81F5EAA56}"/>
              </a:ext>
            </a:extLst>
          </p:cNvPr>
          <p:cNvSpPr>
            <a:spLocks xmlns:a="http://schemas.openxmlformats.org/drawingml/2006/main" noGrp="1"/>
          </p:cNvSpPr>
          <p:nvPr/>
        </p:nvSpPr>
        <p:spPr>
          <a:xfrm xmlns:a="http://schemas.openxmlformats.org/drawingml/2006/main">
            <a:off x="1862633"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359CAD0F-B31C-42BA-87F4-04A1865D7FDF}"/>
              </a:ext>
            </a:extLst>
          </p:cNvPr>
          <p:cNvSpPr>
            <a:spLocks xmlns:a="http://schemas.openxmlformats.org/drawingml/2006/main" noGrp="1"/>
          </p:cNvSpPr>
          <p:nvPr/>
        </p:nvSpPr>
        <p:spPr>
          <a:xfrm xmlns:a="http://schemas.openxmlformats.org/drawingml/2006/main">
            <a:off x="1911244"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3CFD0643-B269-41E0-B398-8F746410B694}"/>
              </a:ext>
            </a:extLst>
          </p:cNvPr>
          <p:cNvSpPr>
            <a:spLocks xmlns:a="http://schemas.openxmlformats.org/drawingml/2006/main" noGrp="1"/>
          </p:cNvSpPr>
          <p:nvPr/>
        </p:nvSpPr>
        <p:spPr>
          <a:xfrm xmlns:a="http://schemas.openxmlformats.org/drawingml/2006/main">
            <a:off x="2008466"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8E8C10BF-48D4-4040-BE5F-89FECB0102A5}"/>
              </a:ext>
            </a:extLst>
          </p:cNvPr>
          <p:cNvSpPr>
            <a:spLocks xmlns:a="http://schemas.openxmlformats.org/drawingml/2006/main" noGrp="1"/>
          </p:cNvSpPr>
          <p:nvPr/>
        </p:nvSpPr>
        <p:spPr>
          <a:xfrm xmlns:a="http://schemas.openxmlformats.org/drawingml/2006/main">
            <a:off x="2348743"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E9B76AD2-B2D8-4A29-B6B0-8BE769C8E467}"/>
              </a:ext>
            </a:extLst>
          </p:cNvPr>
          <p:cNvSpPr>
            <a:spLocks xmlns:a="http://schemas.openxmlformats.org/drawingml/2006/main" noGrp="1"/>
          </p:cNvSpPr>
          <p:nvPr/>
        </p:nvSpPr>
        <p:spPr>
          <a:xfrm xmlns:a="http://schemas.openxmlformats.org/drawingml/2006/main">
            <a:off x="2543187"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32C90B3B-B191-4961-B867-3664B6465CCD}"/>
              </a:ext>
            </a:extLst>
          </p:cNvPr>
          <p:cNvSpPr>
            <a:spLocks xmlns:a="http://schemas.openxmlformats.org/drawingml/2006/main" noGrp="1"/>
          </p:cNvSpPr>
          <p:nvPr/>
        </p:nvSpPr>
        <p:spPr>
          <a:xfrm xmlns:a="http://schemas.openxmlformats.org/drawingml/2006/main">
            <a:off x="2591798"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89F4EBD1-2B6B-4AAB-A45D-E4F04978B2FA}"/>
              </a:ext>
            </a:extLst>
          </p:cNvPr>
          <p:cNvSpPr>
            <a:spLocks xmlns:a="http://schemas.openxmlformats.org/drawingml/2006/main" noGrp="1"/>
          </p:cNvSpPr>
          <p:nvPr/>
        </p:nvSpPr>
        <p:spPr>
          <a:xfrm xmlns:a="http://schemas.openxmlformats.org/drawingml/2006/main">
            <a:off x="1425134"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D20C488C-806D-480B-9123-CA4C180C9BF0}"/>
              </a:ext>
            </a:extLst>
          </p:cNvPr>
          <p:cNvSpPr>
            <a:spLocks xmlns:a="http://schemas.openxmlformats.org/drawingml/2006/main" noGrp="1"/>
          </p:cNvSpPr>
          <p:nvPr/>
        </p:nvSpPr>
        <p:spPr>
          <a:xfrm xmlns:a="http://schemas.openxmlformats.org/drawingml/2006/main">
            <a:off x="1473745"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0A599EBD-A970-470E-8E5F-9EBA5ADFA2D6}"/>
              </a:ext>
            </a:extLst>
          </p:cNvPr>
          <p:cNvSpPr>
            <a:spLocks xmlns:a="http://schemas.openxmlformats.org/drawingml/2006/main" noGrp="1"/>
          </p:cNvSpPr>
          <p:nvPr/>
        </p:nvSpPr>
        <p:spPr>
          <a:xfrm xmlns:a="http://schemas.openxmlformats.org/drawingml/2006/main">
            <a:off x="1522356"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60C663F6-5EA0-4EFE-8BB3-B6F78ADB8697}"/>
              </a:ext>
            </a:extLst>
          </p:cNvPr>
          <p:cNvSpPr>
            <a:spLocks xmlns:a="http://schemas.openxmlformats.org/drawingml/2006/main" noGrp="1"/>
          </p:cNvSpPr>
          <p:nvPr/>
        </p:nvSpPr>
        <p:spPr>
          <a:xfrm xmlns:a="http://schemas.openxmlformats.org/drawingml/2006/main">
            <a:off x="1668189"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BCF89ED2-9BF3-4DCA-AC75-01873CE426C0}"/>
              </a:ext>
            </a:extLst>
          </p:cNvPr>
          <p:cNvSpPr>
            <a:spLocks xmlns:a="http://schemas.openxmlformats.org/drawingml/2006/main" noGrp="1"/>
          </p:cNvSpPr>
          <p:nvPr/>
        </p:nvSpPr>
        <p:spPr>
          <a:xfrm xmlns:a="http://schemas.openxmlformats.org/drawingml/2006/main">
            <a:off x="1716800"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9613174E-4C69-422E-B7DF-11ECEE45FD54}"/>
              </a:ext>
            </a:extLst>
          </p:cNvPr>
          <p:cNvSpPr>
            <a:spLocks xmlns:a="http://schemas.openxmlformats.org/drawingml/2006/main" noGrp="1"/>
          </p:cNvSpPr>
          <p:nvPr/>
        </p:nvSpPr>
        <p:spPr>
          <a:xfrm xmlns:a="http://schemas.openxmlformats.org/drawingml/2006/main">
            <a:off x="1765411"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77EB092A-A733-4B13-94CB-E04D9D7959E1}"/>
              </a:ext>
            </a:extLst>
          </p:cNvPr>
          <p:cNvSpPr>
            <a:spLocks xmlns:a="http://schemas.openxmlformats.org/drawingml/2006/main" noGrp="1"/>
          </p:cNvSpPr>
          <p:nvPr/>
        </p:nvSpPr>
        <p:spPr>
          <a:xfrm xmlns:a="http://schemas.openxmlformats.org/drawingml/2006/main">
            <a:off x="1814022"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C03ECE8C-894F-4AB5-9305-B56A652DA96A}"/>
              </a:ext>
            </a:extLst>
          </p:cNvPr>
          <p:cNvSpPr>
            <a:spLocks xmlns:a="http://schemas.openxmlformats.org/drawingml/2006/main" noGrp="1"/>
          </p:cNvSpPr>
          <p:nvPr/>
        </p:nvSpPr>
        <p:spPr>
          <a:xfrm xmlns:a="http://schemas.openxmlformats.org/drawingml/2006/main">
            <a:off x="1862633"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5C7C762E-8075-4DA4-95DB-D55F2ABDCA8B}"/>
              </a:ext>
            </a:extLst>
          </p:cNvPr>
          <p:cNvSpPr>
            <a:spLocks xmlns:a="http://schemas.openxmlformats.org/drawingml/2006/main" noGrp="1"/>
          </p:cNvSpPr>
          <p:nvPr/>
        </p:nvSpPr>
        <p:spPr>
          <a:xfrm xmlns:a="http://schemas.openxmlformats.org/drawingml/2006/main">
            <a:off x="1911244"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F97E7328-3B91-493F-A090-E469F4A2B4E8}"/>
              </a:ext>
            </a:extLst>
          </p:cNvPr>
          <p:cNvSpPr>
            <a:spLocks xmlns:a="http://schemas.openxmlformats.org/drawingml/2006/main" noGrp="1"/>
          </p:cNvSpPr>
          <p:nvPr/>
        </p:nvSpPr>
        <p:spPr>
          <a:xfrm xmlns:a="http://schemas.openxmlformats.org/drawingml/2006/main">
            <a:off x="1959855"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8CE850F0-FA66-4BFF-850D-B97CE2EF9C93}"/>
              </a:ext>
            </a:extLst>
          </p:cNvPr>
          <p:cNvSpPr>
            <a:spLocks xmlns:a="http://schemas.openxmlformats.org/drawingml/2006/main" noGrp="1"/>
          </p:cNvSpPr>
          <p:nvPr/>
        </p:nvSpPr>
        <p:spPr>
          <a:xfrm xmlns:a="http://schemas.openxmlformats.org/drawingml/2006/main">
            <a:off x="2008466"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3A3FF34E-38F1-4A86-B769-A2DC83C2326A}"/>
              </a:ext>
            </a:extLst>
          </p:cNvPr>
          <p:cNvSpPr>
            <a:spLocks xmlns:a="http://schemas.openxmlformats.org/drawingml/2006/main" noGrp="1"/>
          </p:cNvSpPr>
          <p:nvPr/>
        </p:nvSpPr>
        <p:spPr>
          <a:xfrm xmlns:a="http://schemas.openxmlformats.org/drawingml/2006/main">
            <a:off x="2057077"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0D7A374A-3DB8-4737-97E9-FA7A3BAE874D}"/>
              </a:ext>
            </a:extLst>
          </p:cNvPr>
          <p:cNvSpPr>
            <a:spLocks xmlns:a="http://schemas.openxmlformats.org/drawingml/2006/main" noGrp="1"/>
          </p:cNvSpPr>
          <p:nvPr/>
        </p:nvSpPr>
        <p:spPr>
          <a:xfrm xmlns:a="http://schemas.openxmlformats.org/drawingml/2006/main">
            <a:off x="2251521"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E0257648-7054-4C62-B3C2-5B76B1698EF8}"/>
              </a:ext>
            </a:extLst>
          </p:cNvPr>
          <p:cNvSpPr>
            <a:spLocks xmlns:a="http://schemas.openxmlformats.org/drawingml/2006/main" noGrp="1"/>
          </p:cNvSpPr>
          <p:nvPr/>
        </p:nvSpPr>
        <p:spPr>
          <a:xfrm xmlns:a="http://schemas.openxmlformats.org/drawingml/2006/main">
            <a:off x="2348743"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B65F96B3-74D4-4DF5-96B3-14350CC13D0E}"/>
              </a:ext>
            </a:extLst>
          </p:cNvPr>
          <p:cNvSpPr>
            <a:spLocks xmlns:a="http://schemas.openxmlformats.org/drawingml/2006/main" noGrp="1"/>
          </p:cNvSpPr>
          <p:nvPr/>
        </p:nvSpPr>
        <p:spPr>
          <a:xfrm xmlns:a="http://schemas.openxmlformats.org/drawingml/2006/main">
            <a:off x="2397354"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C19C9D9B-F1E1-48B9-865E-646C20160660}"/>
              </a:ext>
            </a:extLst>
          </p:cNvPr>
          <p:cNvSpPr>
            <a:spLocks xmlns:a="http://schemas.openxmlformats.org/drawingml/2006/main" noGrp="1"/>
          </p:cNvSpPr>
          <p:nvPr/>
        </p:nvSpPr>
        <p:spPr>
          <a:xfrm xmlns:a="http://schemas.openxmlformats.org/drawingml/2006/main">
            <a:off x="2445965"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6D837444-C9AA-4753-892B-C9E448CDA7D0}"/>
              </a:ext>
            </a:extLst>
          </p:cNvPr>
          <p:cNvSpPr>
            <a:spLocks xmlns:a="http://schemas.openxmlformats.org/drawingml/2006/main" noGrp="1"/>
          </p:cNvSpPr>
          <p:nvPr/>
        </p:nvSpPr>
        <p:spPr>
          <a:xfrm xmlns:a="http://schemas.openxmlformats.org/drawingml/2006/main">
            <a:off x="2494576"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2A3BB3BF-7E9B-4F49-88A3-8AA4CF2C2704}"/>
              </a:ext>
            </a:extLst>
          </p:cNvPr>
          <p:cNvSpPr>
            <a:spLocks xmlns:a="http://schemas.openxmlformats.org/drawingml/2006/main" noGrp="1"/>
          </p:cNvSpPr>
          <p:nvPr/>
        </p:nvSpPr>
        <p:spPr>
          <a:xfrm xmlns:a="http://schemas.openxmlformats.org/drawingml/2006/main">
            <a:off x="2543187"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B6573C20-1797-4135-8775-22EC110247F9}"/>
              </a:ext>
            </a:extLst>
          </p:cNvPr>
          <p:cNvSpPr>
            <a:spLocks xmlns:a="http://schemas.openxmlformats.org/drawingml/2006/main" noGrp="1"/>
          </p:cNvSpPr>
          <p:nvPr/>
        </p:nvSpPr>
        <p:spPr>
          <a:xfrm xmlns:a="http://schemas.openxmlformats.org/drawingml/2006/main">
            <a:off x="2591798"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41C3BC7B-0B0F-453F-B30E-4BF5D6D76A1F}"/>
              </a:ext>
            </a:extLst>
          </p:cNvPr>
          <p:cNvSpPr>
            <a:spLocks xmlns:a="http://schemas.openxmlformats.org/drawingml/2006/main" noGrp="1"/>
          </p:cNvSpPr>
          <p:nvPr/>
        </p:nvSpPr>
        <p:spPr>
          <a:xfrm xmlns:a="http://schemas.openxmlformats.org/drawingml/2006/main">
            <a:off x="2640409"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1A828490-9FF7-4B59-852D-5EB1A757FD8F}"/>
              </a:ext>
            </a:extLst>
          </p:cNvPr>
          <p:cNvSpPr>
            <a:spLocks xmlns:a="http://schemas.openxmlformats.org/drawingml/2006/main" noGrp="1"/>
          </p:cNvSpPr>
          <p:nvPr/>
        </p:nvSpPr>
        <p:spPr>
          <a:xfrm xmlns:a="http://schemas.openxmlformats.org/drawingml/2006/main">
            <a:off x="2689019"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19B734D1-B9CF-4D35-9216-379F0FD48323}"/>
              </a:ext>
            </a:extLst>
          </p:cNvPr>
          <p:cNvSpPr>
            <a:spLocks xmlns:a="http://schemas.openxmlformats.org/drawingml/2006/main" noGrp="1"/>
          </p:cNvSpPr>
          <p:nvPr/>
        </p:nvSpPr>
        <p:spPr>
          <a:xfrm xmlns:a="http://schemas.openxmlformats.org/drawingml/2006/main">
            <a:off x="2737630"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91D8477F-BA1C-41F1-B775-F7D8DE93DF3F}"/>
              </a:ext>
            </a:extLst>
          </p:cNvPr>
          <p:cNvSpPr>
            <a:spLocks xmlns:a="http://schemas.openxmlformats.org/drawingml/2006/main" noGrp="1"/>
          </p:cNvSpPr>
          <p:nvPr/>
        </p:nvSpPr>
        <p:spPr>
          <a:xfrm xmlns:a="http://schemas.openxmlformats.org/drawingml/2006/main">
            <a:off x="1473745"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31316451-A24E-4BFA-B565-ECD677EEE9A6}"/>
              </a:ext>
            </a:extLst>
          </p:cNvPr>
          <p:cNvSpPr>
            <a:spLocks xmlns:a="http://schemas.openxmlformats.org/drawingml/2006/main" noGrp="1"/>
          </p:cNvSpPr>
          <p:nvPr/>
        </p:nvSpPr>
        <p:spPr>
          <a:xfrm xmlns:a="http://schemas.openxmlformats.org/drawingml/2006/main">
            <a:off x="1522356"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25B0ABC3-DA20-43A2-A43F-88FBD1598C20}"/>
              </a:ext>
            </a:extLst>
          </p:cNvPr>
          <p:cNvSpPr>
            <a:spLocks xmlns:a="http://schemas.openxmlformats.org/drawingml/2006/main" noGrp="1"/>
          </p:cNvSpPr>
          <p:nvPr/>
        </p:nvSpPr>
        <p:spPr>
          <a:xfrm xmlns:a="http://schemas.openxmlformats.org/drawingml/2006/main">
            <a:off x="1570967"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47584828-20DE-4CA4-B771-CDB256260F9C}"/>
              </a:ext>
            </a:extLst>
          </p:cNvPr>
          <p:cNvSpPr>
            <a:spLocks xmlns:a="http://schemas.openxmlformats.org/drawingml/2006/main" noGrp="1"/>
          </p:cNvSpPr>
          <p:nvPr/>
        </p:nvSpPr>
        <p:spPr>
          <a:xfrm xmlns:a="http://schemas.openxmlformats.org/drawingml/2006/main">
            <a:off x="1716800"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9E1D35E7-A980-49B7-A9AD-EC8C098423AD}"/>
              </a:ext>
            </a:extLst>
          </p:cNvPr>
          <p:cNvSpPr>
            <a:spLocks xmlns:a="http://schemas.openxmlformats.org/drawingml/2006/main" noGrp="1"/>
          </p:cNvSpPr>
          <p:nvPr/>
        </p:nvSpPr>
        <p:spPr>
          <a:xfrm xmlns:a="http://schemas.openxmlformats.org/drawingml/2006/main">
            <a:off x="1765411"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61070FB6-E06E-41C1-992E-9C482F85C15E}"/>
              </a:ext>
            </a:extLst>
          </p:cNvPr>
          <p:cNvSpPr>
            <a:spLocks xmlns:a="http://schemas.openxmlformats.org/drawingml/2006/main" noGrp="1"/>
          </p:cNvSpPr>
          <p:nvPr/>
        </p:nvSpPr>
        <p:spPr>
          <a:xfrm xmlns:a="http://schemas.openxmlformats.org/drawingml/2006/main">
            <a:off x="1814022"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FE08F993-DF45-4535-9D4E-EDE520B2FEED}"/>
              </a:ext>
            </a:extLst>
          </p:cNvPr>
          <p:cNvSpPr>
            <a:spLocks xmlns:a="http://schemas.openxmlformats.org/drawingml/2006/main" noGrp="1"/>
          </p:cNvSpPr>
          <p:nvPr/>
        </p:nvSpPr>
        <p:spPr>
          <a:xfrm xmlns:a="http://schemas.openxmlformats.org/drawingml/2006/main">
            <a:off x="1862633"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9FF4C397-F763-4C8A-BF4D-E1C5154F8FF4}"/>
              </a:ext>
            </a:extLst>
          </p:cNvPr>
          <p:cNvSpPr>
            <a:spLocks xmlns:a="http://schemas.openxmlformats.org/drawingml/2006/main" noGrp="1"/>
          </p:cNvSpPr>
          <p:nvPr/>
        </p:nvSpPr>
        <p:spPr>
          <a:xfrm xmlns:a="http://schemas.openxmlformats.org/drawingml/2006/main">
            <a:off x="1911244"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92F27940-3B83-41DD-833D-6C2B32CCE599}"/>
              </a:ext>
            </a:extLst>
          </p:cNvPr>
          <p:cNvSpPr>
            <a:spLocks xmlns:a="http://schemas.openxmlformats.org/drawingml/2006/main" noGrp="1"/>
          </p:cNvSpPr>
          <p:nvPr/>
        </p:nvSpPr>
        <p:spPr>
          <a:xfrm xmlns:a="http://schemas.openxmlformats.org/drawingml/2006/main">
            <a:off x="1959855"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FEC97563-14F0-4780-A596-1B70C28CC49B}"/>
              </a:ext>
            </a:extLst>
          </p:cNvPr>
          <p:cNvSpPr>
            <a:spLocks xmlns:a="http://schemas.openxmlformats.org/drawingml/2006/main" noGrp="1"/>
          </p:cNvSpPr>
          <p:nvPr/>
        </p:nvSpPr>
        <p:spPr>
          <a:xfrm xmlns:a="http://schemas.openxmlformats.org/drawingml/2006/main">
            <a:off x="2008466"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EF9C551E-78DB-43CD-9CF4-2F44E4E0F147}"/>
              </a:ext>
            </a:extLst>
          </p:cNvPr>
          <p:cNvSpPr>
            <a:spLocks xmlns:a="http://schemas.openxmlformats.org/drawingml/2006/main" noGrp="1"/>
          </p:cNvSpPr>
          <p:nvPr/>
        </p:nvSpPr>
        <p:spPr>
          <a:xfrm xmlns:a="http://schemas.openxmlformats.org/drawingml/2006/main">
            <a:off x="215429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66B5385E-60F9-4EB5-8F8D-5B7E3BC96C8C}"/>
              </a:ext>
            </a:extLst>
          </p:cNvPr>
          <p:cNvSpPr>
            <a:spLocks xmlns:a="http://schemas.openxmlformats.org/drawingml/2006/main" noGrp="1"/>
          </p:cNvSpPr>
          <p:nvPr/>
        </p:nvSpPr>
        <p:spPr>
          <a:xfrm xmlns:a="http://schemas.openxmlformats.org/drawingml/2006/main">
            <a:off x="2202910"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47CBD11C-2C8A-47BE-9B10-D4B7E822030C}"/>
              </a:ext>
            </a:extLst>
          </p:cNvPr>
          <p:cNvSpPr>
            <a:spLocks xmlns:a="http://schemas.openxmlformats.org/drawingml/2006/main" noGrp="1"/>
          </p:cNvSpPr>
          <p:nvPr/>
        </p:nvSpPr>
        <p:spPr>
          <a:xfrm xmlns:a="http://schemas.openxmlformats.org/drawingml/2006/main">
            <a:off x="2300132"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98995713-61DE-4AAA-9647-FB1839120337}"/>
              </a:ext>
            </a:extLst>
          </p:cNvPr>
          <p:cNvSpPr>
            <a:spLocks xmlns:a="http://schemas.openxmlformats.org/drawingml/2006/main" noGrp="1"/>
          </p:cNvSpPr>
          <p:nvPr/>
        </p:nvSpPr>
        <p:spPr>
          <a:xfrm xmlns:a="http://schemas.openxmlformats.org/drawingml/2006/main">
            <a:off x="2348743"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18828226-F326-4E5B-A9BE-DC4FC370C96C}"/>
              </a:ext>
            </a:extLst>
          </p:cNvPr>
          <p:cNvSpPr>
            <a:spLocks xmlns:a="http://schemas.openxmlformats.org/drawingml/2006/main" noGrp="1"/>
          </p:cNvSpPr>
          <p:nvPr/>
        </p:nvSpPr>
        <p:spPr>
          <a:xfrm xmlns:a="http://schemas.openxmlformats.org/drawingml/2006/main">
            <a:off x="2397354"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BEBDE4D7-DE23-488D-A89D-75B7BE906D22}"/>
              </a:ext>
            </a:extLst>
          </p:cNvPr>
          <p:cNvSpPr>
            <a:spLocks xmlns:a="http://schemas.openxmlformats.org/drawingml/2006/main" noGrp="1"/>
          </p:cNvSpPr>
          <p:nvPr/>
        </p:nvSpPr>
        <p:spPr>
          <a:xfrm xmlns:a="http://schemas.openxmlformats.org/drawingml/2006/main">
            <a:off x="2445965"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5B2C68DD-6517-49E1-8C2C-226AE37BEBD9}"/>
              </a:ext>
            </a:extLst>
          </p:cNvPr>
          <p:cNvSpPr>
            <a:spLocks xmlns:a="http://schemas.openxmlformats.org/drawingml/2006/main" noGrp="1"/>
          </p:cNvSpPr>
          <p:nvPr/>
        </p:nvSpPr>
        <p:spPr>
          <a:xfrm xmlns:a="http://schemas.openxmlformats.org/drawingml/2006/main">
            <a:off x="2494576"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1C84B0F4-56FE-4AD4-A77F-DD945013FDCA}"/>
              </a:ext>
            </a:extLst>
          </p:cNvPr>
          <p:cNvSpPr>
            <a:spLocks xmlns:a="http://schemas.openxmlformats.org/drawingml/2006/main" noGrp="1"/>
          </p:cNvSpPr>
          <p:nvPr/>
        </p:nvSpPr>
        <p:spPr>
          <a:xfrm xmlns:a="http://schemas.openxmlformats.org/drawingml/2006/main">
            <a:off x="2543187"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9610095E-8EC7-4670-BDE7-D8DC4175D3B7}"/>
              </a:ext>
            </a:extLst>
          </p:cNvPr>
          <p:cNvSpPr>
            <a:spLocks xmlns:a="http://schemas.openxmlformats.org/drawingml/2006/main" noGrp="1"/>
          </p:cNvSpPr>
          <p:nvPr/>
        </p:nvSpPr>
        <p:spPr>
          <a:xfrm xmlns:a="http://schemas.openxmlformats.org/drawingml/2006/main">
            <a:off x="2591798"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D465D22A-D75E-45FF-9A3D-193C4FFF641F}"/>
              </a:ext>
            </a:extLst>
          </p:cNvPr>
          <p:cNvSpPr>
            <a:spLocks xmlns:a="http://schemas.openxmlformats.org/drawingml/2006/main" noGrp="1"/>
          </p:cNvSpPr>
          <p:nvPr/>
        </p:nvSpPr>
        <p:spPr>
          <a:xfrm xmlns:a="http://schemas.openxmlformats.org/drawingml/2006/main">
            <a:off x="264040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DB883AC5-48BA-4B23-ADFC-04B0A6FCCDC1}"/>
              </a:ext>
            </a:extLst>
          </p:cNvPr>
          <p:cNvSpPr>
            <a:spLocks xmlns:a="http://schemas.openxmlformats.org/drawingml/2006/main" noGrp="1"/>
          </p:cNvSpPr>
          <p:nvPr/>
        </p:nvSpPr>
        <p:spPr>
          <a:xfrm xmlns:a="http://schemas.openxmlformats.org/drawingml/2006/main">
            <a:off x="268901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FEE81EAA-149D-4FA4-B19B-9C9183FCFEF0}"/>
              </a:ext>
            </a:extLst>
          </p:cNvPr>
          <p:cNvSpPr>
            <a:spLocks xmlns:a="http://schemas.openxmlformats.org/drawingml/2006/main" noGrp="1"/>
          </p:cNvSpPr>
          <p:nvPr/>
        </p:nvSpPr>
        <p:spPr>
          <a:xfrm xmlns:a="http://schemas.openxmlformats.org/drawingml/2006/main">
            <a:off x="2737630"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6B6E3B2A-3E52-43FA-B1FF-1F264FC5CC58}"/>
              </a:ext>
            </a:extLst>
          </p:cNvPr>
          <p:cNvSpPr>
            <a:spLocks xmlns:a="http://schemas.openxmlformats.org/drawingml/2006/main" noGrp="1"/>
          </p:cNvSpPr>
          <p:nvPr/>
        </p:nvSpPr>
        <p:spPr>
          <a:xfrm xmlns:a="http://schemas.openxmlformats.org/drawingml/2006/main">
            <a:off x="2786241"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1BF3CEDA-031C-4DC4-BBA1-66F434B2F931}"/>
              </a:ext>
            </a:extLst>
          </p:cNvPr>
          <p:cNvSpPr>
            <a:spLocks xmlns:a="http://schemas.openxmlformats.org/drawingml/2006/main" noGrp="1"/>
          </p:cNvSpPr>
          <p:nvPr/>
        </p:nvSpPr>
        <p:spPr>
          <a:xfrm xmlns:a="http://schemas.openxmlformats.org/drawingml/2006/main">
            <a:off x="1473745"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3D53EE16-5CC5-43CD-AD22-3B86CDFD653F}"/>
              </a:ext>
            </a:extLst>
          </p:cNvPr>
          <p:cNvSpPr>
            <a:spLocks xmlns:a="http://schemas.openxmlformats.org/drawingml/2006/main" noGrp="1"/>
          </p:cNvSpPr>
          <p:nvPr/>
        </p:nvSpPr>
        <p:spPr>
          <a:xfrm xmlns:a="http://schemas.openxmlformats.org/drawingml/2006/main">
            <a:off x="1522356"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B4F7C51C-4358-4B91-B1D3-EF86A39D5BAE}"/>
              </a:ext>
            </a:extLst>
          </p:cNvPr>
          <p:cNvSpPr>
            <a:spLocks xmlns:a="http://schemas.openxmlformats.org/drawingml/2006/main" noGrp="1"/>
          </p:cNvSpPr>
          <p:nvPr/>
        </p:nvSpPr>
        <p:spPr>
          <a:xfrm xmlns:a="http://schemas.openxmlformats.org/drawingml/2006/main">
            <a:off x="1570967"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7CEE0C91-EED6-4A9A-BF69-3B61C1ECD4EF}"/>
              </a:ext>
            </a:extLst>
          </p:cNvPr>
          <p:cNvSpPr>
            <a:spLocks xmlns:a="http://schemas.openxmlformats.org/drawingml/2006/main" noGrp="1"/>
          </p:cNvSpPr>
          <p:nvPr/>
        </p:nvSpPr>
        <p:spPr>
          <a:xfrm xmlns:a="http://schemas.openxmlformats.org/drawingml/2006/main">
            <a:off x="1814022"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4FE2CCAD-A91F-49AF-94DA-F90A1D26F466}"/>
              </a:ext>
            </a:extLst>
          </p:cNvPr>
          <p:cNvSpPr>
            <a:spLocks xmlns:a="http://schemas.openxmlformats.org/drawingml/2006/main" noGrp="1"/>
          </p:cNvSpPr>
          <p:nvPr/>
        </p:nvSpPr>
        <p:spPr>
          <a:xfrm xmlns:a="http://schemas.openxmlformats.org/drawingml/2006/main">
            <a:off x="1911244"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F477EDF0-9946-454B-ACF9-6791BF862CA7}"/>
              </a:ext>
            </a:extLst>
          </p:cNvPr>
          <p:cNvSpPr>
            <a:spLocks xmlns:a="http://schemas.openxmlformats.org/drawingml/2006/main" noGrp="1"/>
          </p:cNvSpPr>
          <p:nvPr/>
        </p:nvSpPr>
        <p:spPr>
          <a:xfrm xmlns:a="http://schemas.openxmlformats.org/drawingml/2006/main">
            <a:off x="1959855"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C96909B6-141A-4D9B-9BA9-A0840DC25B22}"/>
              </a:ext>
            </a:extLst>
          </p:cNvPr>
          <p:cNvSpPr>
            <a:spLocks xmlns:a="http://schemas.openxmlformats.org/drawingml/2006/main" noGrp="1"/>
          </p:cNvSpPr>
          <p:nvPr/>
        </p:nvSpPr>
        <p:spPr>
          <a:xfrm xmlns:a="http://schemas.openxmlformats.org/drawingml/2006/main">
            <a:off x="2251521"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90B88BD7-75A0-4B2A-BF84-14D4C89613F8}"/>
              </a:ext>
            </a:extLst>
          </p:cNvPr>
          <p:cNvSpPr>
            <a:spLocks xmlns:a="http://schemas.openxmlformats.org/drawingml/2006/main" noGrp="1"/>
          </p:cNvSpPr>
          <p:nvPr/>
        </p:nvSpPr>
        <p:spPr>
          <a:xfrm xmlns:a="http://schemas.openxmlformats.org/drawingml/2006/main">
            <a:off x="2300132"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1E2AF41E-3477-49B4-8016-0E74304A7906}"/>
              </a:ext>
            </a:extLst>
          </p:cNvPr>
          <p:cNvSpPr>
            <a:spLocks xmlns:a="http://schemas.openxmlformats.org/drawingml/2006/main" noGrp="1"/>
          </p:cNvSpPr>
          <p:nvPr/>
        </p:nvSpPr>
        <p:spPr>
          <a:xfrm xmlns:a="http://schemas.openxmlformats.org/drawingml/2006/main">
            <a:off x="2348743"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78F36BBF-626E-4CCA-8EB7-98E1C0BEA12A}"/>
              </a:ext>
            </a:extLst>
          </p:cNvPr>
          <p:cNvSpPr>
            <a:spLocks xmlns:a="http://schemas.openxmlformats.org/drawingml/2006/main" noGrp="1"/>
          </p:cNvSpPr>
          <p:nvPr/>
        </p:nvSpPr>
        <p:spPr>
          <a:xfrm xmlns:a="http://schemas.openxmlformats.org/drawingml/2006/main">
            <a:off x="2397354"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F4BCEA5D-02B5-4FB6-9C00-5C476082A318}"/>
              </a:ext>
            </a:extLst>
          </p:cNvPr>
          <p:cNvSpPr>
            <a:spLocks xmlns:a="http://schemas.openxmlformats.org/drawingml/2006/main" noGrp="1"/>
          </p:cNvSpPr>
          <p:nvPr/>
        </p:nvSpPr>
        <p:spPr>
          <a:xfrm xmlns:a="http://schemas.openxmlformats.org/drawingml/2006/main">
            <a:off x="2445965"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1564A927-F13B-49B3-8F62-01625D44521D}"/>
              </a:ext>
            </a:extLst>
          </p:cNvPr>
          <p:cNvSpPr>
            <a:spLocks xmlns:a="http://schemas.openxmlformats.org/drawingml/2006/main" noGrp="1"/>
          </p:cNvSpPr>
          <p:nvPr/>
        </p:nvSpPr>
        <p:spPr>
          <a:xfrm xmlns:a="http://schemas.openxmlformats.org/drawingml/2006/main">
            <a:off x="2494576"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50879FC7-0D50-42D6-BC04-C4F4A7F219EE}"/>
              </a:ext>
            </a:extLst>
          </p:cNvPr>
          <p:cNvSpPr>
            <a:spLocks xmlns:a="http://schemas.openxmlformats.org/drawingml/2006/main" noGrp="1"/>
          </p:cNvSpPr>
          <p:nvPr/>
        </p:nvSpPr>
        <p:spPr>
          <a:xfrm xmlns:a="http://schemas.openxmlformats.org/drawingml/2006/main">
            <a:off x="2543187"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96B7F5B7-30E4-4EE2-9484-401C815FD302}"/>
              </a:ext>
            </a:extLst>
          </p:cNvPr>
          <p:cNvSpPr>
            <a:spLocks xmlns:a="http://schemas.openxmlformats.org/drawingml/2006/main" noGrp="1"/>
          </p:cNvSpPr>
          <p:nvPr/>
        </p:nvSpPr>
        <p:spPr>
          <a:xfrm xmlns:a="http://schemas.openxmlformats.org/drawingml/2006/main">
            <a:off x="2591798"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02E2B119-1689-4D90-BB54-FEAFE9E6D7AF}"/>
              </a:ext>
            </a:extLst>
          </p:cNvPr>
          <p:cNvSpPr>
            <a:spLocks xmlns:a="http://schemas.openxmlformats.org/drawingml/2006/main" noGrp="1"/>
          </p:cNvSpPr>
          <p:nvPr/>
        </p:nvSpPr>
        <p:spPr>
          <a:xfrm xmlns:a="http://schemas.openxmlformats.org/drawingml/2006/main">
            <a:off x="2640409"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CFAA1D6A-E192-41EA-92E5-91AE24E46AB5}"/>
              </a:ext>
            </a:extLst>
          </p:cNvPr>
          <p:cNvSpPr>
            <a:spLocks xmlns:a="http://schemas.openxmlformats.org/drawingml/2006/main" noGrp="1"/>
          </p:cNvSpPr>
          <p:nvPr/>
        </p:nvSpPr>
        <p:spPr>
          <a:xfrm xmlns:a="http://schemas.openxmlformats.org/drawingml/2006/main">
            <a:off x="2689019"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186E4AEA-FC78-4C5E-AC86-9CA3F640BA3E}"/>
              </a:ext>
            </a:extLst>
          </p:cNvPr>
          <p:cNvSpPr>
            <a:spLocks xmlns:a="http://schemas.openxmlformats.org/drawingml/2006/main" noGrp="1"/>
          </p:cNvSpPr>
          <p:nvPr/>
        </p:nvSpPr>
        <p:spPr>
          <a:xfrm xmlns:a="http://schemas.openxmlformats.org/drawingml/2006/main">
            <a:off x="2737630"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26A76416-D8E0-435F-8224-C31F3B9DD21F}"/>
              </a:ext>
            </a:extLst>
          </p:cNvPr>
          <p:cNvSpPr>
            <a:spLocks xmlns:a="http://schemas.openxmlformats.org/drawingml/2006/main" noGrp="1"/>
          </p:cNvSpPr>
          <p:nvPr/>
        </p:nvSpPr>
        <p:spPr>
          <a:xfrm xmlns:a="http://schemas.openxmlformats.org/drawingml/2006/main">
            <a:off x="2786241"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49AD6277-AC2B-4A90-A9E0-D4F77E5C568A}"/>
              </a:ext>
            </a:extLst>
          </p:cNvPr>
          <p:cNvSpPr>
            <a:spLocks xmlns:a="http://schemas.openxmlformats.org/drawingml/2006/main" noGrp="1"/>
          </p:cNvSpPr>
          <p:nvPr/>
        </p:nvSpPr>
        <p:spPr>
          <a:xfrm xmlns:a="http://schemas.openxmlformats.org/drawingml/2006/main">
            <a:off x="2834852"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6D4BD4C0-2FF8-45EA-B6EC-74AF9920C95B}"/>
              </a:ext>
            </a:extLst>
          </p:cNvPr>
          <p:cNvSpPr>
            <a:spLocks xmlns:a="http://schemas.openxmlformats.org/drawingml/2006/main" noGrp="1"/>
          </p:cNvSpPr>
          <p:nvPr/>
        </p:nvSpPr>
        <p:spPr>
          <a:xfrm xmlns:a="http://schemas.openxmlformats.org/drawingml/2006/main">
            <a:off x="2883463"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59C02AB1-96EC-4524-AAB7-90D4D4E60AE4}"/>
              </a:ext>
            </a:extLst>
          </p:cNvPr>
          <p:cNvSpPr>
            <a:spLocks xmlns:a="http://schemas.openxmlformats.org/drawingml/2006/main" noGrp="1"/>
          </p:cNvSpPr>
          <p:nvPr/>
        </p:nvSpPr>
        <p:spPr>
          <a:xfrm xmlns:a="http://schemas.openxmlformats.org/drawingml/2006/main">
            <a:off x="1473745"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716E7D97-4B46-4C1C-B307-CD6D7FBB6FB7}"/>
              </a:ext>
            </a:extLst>
          </p:cNvPr>
          <p:cNvSpPr>
            <a:spLocks xmlns:a="http://schemas.openxmlformats.org/drawingml/2006/main" noGrp="1"/>
          </p:cNvSpPr>
          <p:nvPr/>
        </p:nvSpPr>
        <p:spPr>
          <a:xfrm xmlns:a="http://schemas.openxmlformats.org/drawingml/2006/main">
            <a:off x="1522356"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F0A553E0-424D-49F2-93D5-871D9BAD6BDA}"/>
              </a:ext>
            </a:extLst>
          </p:cNvPr>
          <p:cNvSpPr>
            <a:spLocks xmlns:a="http://schemas.openxmlformats.org/drawingml/2006/main" noGrp="1"/>
          </p:cNvSpPr>
          <p:nvPr/>
        </p:nvSpPr>
        <p:spPr>
          <a:xfrm xmlns:a="http://schemas.openxmlformats.org/drawingml/2006/main">
            <a:off x="1570967"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51A14C92-2FA5-421C-AB11-53E5F1C1C39A}"/>
              </a:ext>
            </a:extLst>
          </p:cNvPr>
          <p:cNvSpPr>
            <a:spLocks xmlns:a="http://schemas.openxmlformats.org/drawingml/2006/main" noGrp="1"/>
          </p:cNvSpPr>
          <p:nvPr/>
        </p:nvSpPr>
        <p:spPr>
          <a:xfrm xmlns:a="http://schemas.openxmlformats.org/drawingml/2006/main">
            <a:off x="166818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0F734895-61A0-43A9-B1F3-D312C28A18D1}"/>
              </a:ext>
            </a:extLst>
          </p:cNvPr>
          <p:cNvSpPr>
            <a:spLocks xmlns:a="http://schemas.openxmlformats.org/drawingml/2006/main" noGrp="1"/>
          </p:cNvSpPr>
          <p:nvPr/>
        </p:nvSpPr>
        <p:spPr>
          <a:xfrm xmlns:a="http://schemas.openxmlformats.org/drawingml/2006/main">
            <a:off x="1765411"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7342E6C4-06B9-4809-A388-69126E90DC67}"/>
              </a:ext>
            </a:extLst>
          </p:cNvPr>
          <p:cNvSpPr>
            <a:spLocks xmlns:a="http://schemas.openxmlformats.org/drawingml/2006/main" noGrp="1"/>
          </p:cNvSpPr>
          <p:nvPr/>
        </p:nvSpPr>
        <p:spPr>
          <a:xfrm xmlns:a="http://schemas.openxmlformats.org/drawingml/2006/main">
            <a:off x="215429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B5DE4F9E-BAAC-443B-8035-D839D46D5A1E}"/>
              </a:ext>
            </a:extLst>
          </p:cNvPr>
          <p:cNvSpPr>
            <a:spLocks xmlns:a="http://schemas.openxmlformats.org/drawingml/2006/main" noGrp="1"/>
          </p:cNvSpPr>
          <p:nvPr/>
        </p:nvSpPr>
        <p:spPr>
          <a:xfrm xmlns:a="http://schemas.openxmlformats.org/drawingml/2006/main">
            <a:off x="2202910"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36CB91CA-001D-463B-9A3E-1AAAE1A02376}"/>
              </a:ext>
            </a:extLst>
          </p:cNvPr>
          <p:cNvSpPr>
            <a:spLocks xmlns:a="http://schemas.openxmlformats.org/drawingml/2006/main" noGrp="1"/>
          </p:cNvSpPr>
          <p:nvPr/>
        </p:nvSpPr>
        <p:spPr>
          <a:xfrm xmlns:a="http://schemas.openxmlformats.org/drawingml/2006/main">
            <a:off x="2251521"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3D7F9BF8-0338-49B0-B3E0-45788E4981DB}"/>
              </a:ext>
            </a:extLst>
          </p:cNvPr>
          <p:cNvSpPr>
            <a:spLocks xmlns:a="http://schemas.openxmlformats.org/drawingml/2006/main" noGrp="1"/>
          </p:cNvSpPr>
          <p:nvPr/>
        </p:nvSpPr>
        <p:spPr>
          <a:xfrm xmlns:a="http://schemas.openxmlformats.org/drawingml/2006/main">
            <a:off x="2300132"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E92A9E83-2083-4C87-A467-5B404B8BC9B9}"/>
              </a:ext>
            </a:extLst>
          </p:cNvPr>
          <p:cNvSpPr>
            <a:spLocks xmlns:a="http://schemas.openxmlformats.org/drawingml/2006/main" noGrp="1"/>
          </p:cNvSpPr>
          <p:nvPr/>
        </p:nvSpPr>
        <p:spPr>
          <a:xfrm xmlns:a="http://schemas.openxmlformats.org/drawingml/2006/main">
            <a:off x="2348743"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4F28A5A1-566A-4CEC-8AAA-EF68B50EFB74}"/>
              </a:ext>
            </a:extLst>
          </p:cNvPr>
          <p:cNvSpPr>
            <a:spLocks xmlns:a="http://schemas.openxmlformats.org/drawingml/2006/main" noGrp="1"/>
          </p:cNvSpPr>
          <p:nvPr/>
        </p:nvSpPr>
        <p:spPr>
          <a:xfrm xmlns:a="http://schemas.openxmlformats.org/drawingml/2006/main">
            <a:off x="2397354"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13382D13-A5BD-47EB-B996-364DCD55F97C}"/>
              </a:ext>
            </a:extLst>
          </p:cNvPr>
          <p:cNvSpPr>
            <a:spLocks xmlns:a="http://schemas.openxmlformats.org/drawingml/2006/main" noGrp="1"/>
          </p:cNvSpPr>
          <p:nvPr/>
        </p:nvSpPr>
        <p:spPr>
          <a:xfrm xmlns:a="http://schemas.openxmlformats.org/drawingml/2006/main">
            <a:off x="2445965"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3AED4828-9F2A-46B4-911C-8499827653E6}"/>
              </a:ext>
            </a:extLst>
          </p:cNvPr>
          <p:cNvSpPr>
            <a:spLocks xmlns:a="http://schemas.openxmlformats.org/drawingml/2006/main" noGrp="1"/>
          </p:cNvSpPr>
          <p:nvPr/>
        </p:nvSpPr>
        <p:spPr>
          <a:xfrm xmlns:a="http://schemas.openxmlformats.org/drawingml/2006/main">
            <a:off x="2494576"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58B4C1C3-FACB-4D18-938B-6D3582D5CCF9}"/>
              </a:ext>
            </a:extLst>
          </p:cNvPr>
          <p:cNvSpPr>
            <a:spLocks xmlns:a="http://schemas.openxmlformats.org/drawingml/2006/main" noGrp="1"/>
          </p:cNvSpPr>
          <p:nvPr/>
        </p:nvSpPr>
        <p:spPr>
          <a:xfrm xmlns:a="http://schemas.openxmlformats.org/drawingml/2006/main">
            <a:off x="2543187"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EE3101DD-A1AF-45BB-A1E8-99968FA3B61B}"/>
              </a:ext>
            </a:extLst>
          </p:cNvPr>
          <p:cNvSpPr>
            <a:spLocks xmlns:a="http://schemas.openxmlformats.org/drawingml/2006/main" noGrp="1"/>
          </p:cNvSpPr>
          <p:nvPr/>
        </p:nvSpPr>
        <p:spPr>
          <a:xfrm xmlns:a="http://schemas.openxmlformats.org/drawingml/2006/main">
            <a:off x="2591798"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7B6239B9-46D8-439C-9D00-959236BAA4F5}"/>
              </a:ext>
            </a:extLst>
          </p:cNvPr>
          <p:cNvSpPr>
            <a:spLocks xmlns:a="http://schemas.openxmlformats.org/drawingml/2006/main" noGrp="1"/>
          </p:cNvSpPr>
          <p:nvPr/>
        </p:nvSpPr>
        <p:spPr>
          <a:xfrm xmlns:a="http://schemas.openxmlformats.org/drawingml/2006/main">
            <a:off x="264040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ADBD33CE-A409-4CDA-9439-5F5D2652973F}"/>
              </a:ext>
            </a:extLst>
          </p:cNvPr>
          <p:cNvSpPr>
            <a:spLocks xmlns:a="http://schemas.openxmlformats.org/drawingml/2006/main" noGrp="1"/>
          </p:cNvSpPr>
          <p:nvPr/>
        </p:nvSpPr>
        <p:spPr>
          <a:xfrm xmlns:a="http://schemas.openxmlformats.org/drawingml/2006/main">
            <a:off x="268901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A31D0A94-D976-4EE9-931C-20A951E118B7}"/>
              </a:ext>
            </a:extLst>
          </p:cNvPr>
          <p:cNvSpPr>
            <a:spLocks xmlns:a="http://schemas.openxmlformats.org/drawingml/2006/main" noGrp="1"/>
          </p:cNvSpPr>
          <p:nvPr/>
        </p:nvSpPr>
        <p:spPr>
          <a:xfrm xmlns:a="http://schemas.openxmlformats.org/drawingml/2006/main">
            <a:off x="2737630"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B456656C-5864-4F97-808C-C3D8445EA923}"/>
              </a:ext>
            </a:extLst>
          </p:cNvPr>
          <p:cNvSpPr>
            <a:spLocks xmlns:a="http://schemas.openxmlformats.org/drawingml/2006/main" noGrp="1"/>
          </p:cNvSpPr>
          <p:nvPr/>
        </p:nvSpPr>
        <p:spPr>
          <a:xfrm xmlns:a="http://schemas.openxmlformats.org/drawingml/2006/main">
            <a:off x="2786241"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74ED7183-7015-4B37-9240-74BC31672A30}"/>
              </a:ext>
            </a:extLst>
          </p:cNvPr>
          <p:cNvSpPr>
            <a:spLocks xmlns:a="http://schemas.openxmlformats.org/drawingml/2006/main" noGrp="1"/>
          </p:cNvSpPr>
          <p:nvPr/>
        </p:nvSpPr>
        <p:spPr>
          <a:xfrm xmlns:a="http://schemas.openxmlformats.org/drawingml/2006/main">
            <a:off x="2834852"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ABF53092-1F3E-4EA1-AF5E-CD338D03B9EE}"/>
              </a:ext>
            </a:extLst>
          </p:cNvPr>
          <p:cNvSpPr>
            <a:spLocks xmlns:a="http://schemas.openxmlformats.org/drawingml/2006/main" noGrp="1"/>
          </p:cNvSpPr>
          <p:nvPr/>
        </p:nvSpPr>
        <p:spPr>
          <a:xfrm xmlns:a="http://schemas.openxmlformats.org/drawingml/2006/main">
            <a:off x="2883463"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458076C5-CCDC-46F8-9AB0-C5F6CBF30604}"/>
              </a:ext>
            </a:extLst>
          </p:cNvPr>
          <p:cNvSpPr>
            <a:spLocks xmlns:a="http://schemas.openxmlformats.org/drawingml/2006/main" noGrp="1"/>
          </p:cNvSpPr>
          <p:nvPr/>
        </p:nvSpPr>
        <p:spPr>
          <a:xfrm xmlns:a="http://schemas.openxmlformats.org/drawingml/2006/main">
            <a:off x="2932074"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A40F9959-797D-4D2E-A567-62E7434591DC}"/>
              </a:ext>
            </a:extLst>
          </p:cNvPr>
          <p:cNvSpPr>
            <a:spLocks xmlns:a="http://schemas.openxmlformats.org/drawingml/2006/main" noGrp="1"/>
          </p:cNvSpPr>
          <p:nvPr/>
        </p:nvSpPr>
        <p:spPr>
          <a:xfrm xmlns:a="http://schemas.openxmlformats.org/drawingml/2006/main">
            <a:off x="2980685"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C92BBB4B-0C48-411C-BE2E-9E890D593409}"/>
              </a:ext>
            </a:extLst>
          </p:cNvPr>
          <p:cNvSpPr>
            <a:spLocks xmlns:a="http://schemas.openxmlformats.org/drawingml/2006/main" noGrp="1"/>
          </p:cNvSpPr>
          <p:nvPr/>
        </p:nvSpPr>
        <p:spPr>
          <a:xfrm xmlns:a="http://schemas.openxmlformats.org/drawingml/2006/main">
            <a:off x="1473745"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0493C0BB-E915-47C7-A46F-3B78FD0A7239}"/>
              </a:ext>
            </a:extLst>
          </p:cNvPr>
          <p:cNvSpPr>
            <a:spLocks xmlns:a="http://schemas.openxmlformats.org/drawingml/2006/main" noGrp="1"/>
          </p:cNvSpPr>
          <p:nvPr/>
        </p:nvSpPr>
        <p:spPr>
          <a:xfrm xmlns:a="http://schemas.openxmlformats.org/drawingml/2006/main">
            <a:off x="1522356"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F389C564-A187-40A3-B065-E25FFF732D5A}"/>
              </a:ext>
            </a:extLst>
          </p:cNvPr>
          <p:cNvSpPr>
            <a:spLocks xmlns:a="http://schemas.openxmlformats.org/drawingml/2006/main" noGrp="1"/>
          </p:cNvSpPr>
          <p:nvPr/>
        </p:nvSpPr>
        <p:spPr>
          <a:xfrm xmlns:a="http://schemas.openxmlformats.org/drawingml/2006/main">
            <a:off x="1570967"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CF0A1032-95E7-45C2-B78A-C21FAF291562}"/>
              </a:ext>
            </a:extLst>
          </p:cNvPr>
          <p:cNvSpPr>
            <a:spLocks xmlns:a="http://schemas.openxmlformats.org/drawingml/2006/main" noGrp="1"/>
          </p:cNvSpPr>
          <p:nvPr/>
        </p:nvSpPr>
        <p:spPr>
          <a:xfrm xmlns:a="http://schemas.openxmlformats.org/drawingml/2006/main">
            <a:off x="166818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AA846F20-7A5F-43CA-80DC-C0B2CFE0A60C}"/>
              </a:ext>
            </a:extLst>
          </p:cNvPr>
          <p:cNvSpPr>
            <a:spLocks xmlns:a="http://schemas.openxmlformats.org/drawingml/2006/main" noGrp="1"/>
          </p:cNvSpPr>
          <p:nvPr/>
        </p:nvSpPr>
        <p:spPr>
          <a:xfrm xmlns:a="http://schemas.openxmlformats.org/drawingml/2006/main">
            <a:off x="1716800"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3760E659-D90B-40D8-BCC2-A111C80B7981}"/>
              </a:ext>
            </a:extLst>
          </p:cNvPr>
          <p:cNvSpPr>
            <a:spLocks xmlns:a="http://schemas.openxmlformats.org/drawingml/2006/main" noGrp="1"/>
          </p:cNvSpPr>
          <p:nvPr/>
        </p:nvSpPr>
        <p:spPr>
          <a:xfrm xmlns:a="http://schemas.openxmlformats.org/drawingml/2006/main">
            <a:off x="1765411"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A5F35B46-CF8E-4983-990B-256CF20B4865}"/>
              </a:ext>
            </a:extLst>
          </p:cNvPr>
          <p:cNvSpPr>
            <a:spLocks xmlns:a="http://schemas.openxmlformats.org/drawingml/2006/main" noGrp="1"/>
          </p:cNvSpPr>
          <p:nvPr/>
        </p:nvSpPr>
        <p:spPr>
          <a:xfrm xmlns:a="http://schemas.openxmlformats.org/drawingml/2006/main">
            <a:off x="1814022"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39C87FEC-DCD5-411F-9A0D-CC1E4EF4CB4F}"/>
              </a:ext>
            </a:extLst>
          </p:cNvPr>
          <p:cNvSpPr>
            <a:spLocks xmlns:a="http://schemas.openxmlformats.org/drawingml/2006/main" noGrp="1"/>
          </p:cNvSpPr>
          <p:nvPr/>
        </p:nvSpPr>
        <p:spPr>
          <a:xfrm xmlns:a="http://schemas.openxmlformats.org/drawingml/2006/main">
            <a:off x="1862633"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A7B6DBC2-2505-46E5-A009-E72753F9DAA8}"/>
              </a:ext>
            </a:extLst>
          </p:cNvPr>
          <p:cNvSpPr>
            <a:spLocks xmlns:a="http://schemas.openxmlformats.org/drawingml/2006/main" noGrp="1"/>
          </p:cNvSpPr>
          <p:nvPr/>
        </p:nvSpPr>
        <p:spPr>
          <a:xfrm xmlns:a="http://schemas.openxmlformats.org/drawingml/2006/main">
            <a:off x="1911244"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309C5021-004D-4444-BC2C-401F4B0E08CA}"/>
              </a:ext>
            </a:extLst>
          </p:cNvPr>
          <p:cNvSpPr>
            <a:spLocks xmlns:a="http://schemas.openxmlformats.org/drawingml/2006/main" noGrp="1"/>
          </p:cNvSpPr>
          <p:nvPr/>
        </p:nvSpPr>
        <p:spPr>
          <a:xfrm xmlns:a="http://schemas.openxmlformats.org/drawingml/2006/main">
            <a:off x="1959855"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CF2FEE49-8FB5-455E-93A1-2B5B4160236D}"/>
              </a:ext>
            </a:extLst>
          </p:cNvPr>
          <p:cNvSpPr>
            <a:spLocks xmlns:a="http://schemas.openxmlformats.org/drawingml/2006/main" noGrp="1"/>
          </p:cNvSpPr>
          <p:nvPr/>
        </p:nvSpPr>
        <p:spPr>
          <a:xfrm xmlns:a="http://schemas.openxmlformats.org/drawingml/2006/main">
            <a:off x="2008466"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BA456F96-0B2B-4F3B-841C-AE3DE6DC314A}"/>
              </a:ext>
            </a:extLst>
          </p:cNvPr>
          <p:cNvSpPr>
            <a:spLocks xmlns:a="http://schemas.openxmlformats.org/drawingml/2006/main" noGrp="1"/>
          </p:cNvSpPr>
          <p:nvPr/>
        </p:nvSpPr>
        <p:spPr>
          <a:xfrm xmlns:a="http://schemas.openxmlformats.org/drawingml/2006/main">
            <a:off x="2057077"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3E3AC9FC-22A3-4423-A485-303154905252}"/>
              </a:ext>
            </a:extLst>
          </p:cNvPr>
          <p:cNvSpPr>
            <a:spLocks xmlns:a="http://schemas.openxmlformats.org/drawingml/2006/main" noGrp="1"/>
          </p:cNvSpPr>
          <p:nvPr/>
        </p:nvSpPr>
        <p:spPr>
          <a:xfrm xmlns:a="http://schemas.openxmlformats.org/drawingml/2006/main">
            <a:off x="2105688"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E5DB0226-2922-4F24-9481-14D0537C6940}"/>
              </a:ext>
            </a:extLst>
          </p:cNvPr>
          <p:cNvSpPr>
            <a:spLocks xmlns:a="http://schemas.openxmlformats.org/drawingml/2006/main" noGrp="1"/>
          </p:cNvSpPr>
          <p:nvPr/>
        </p:nvSpPr>
        <p:spPr>
          <a:xfrm xmlns:a="http://schemas.openxmlformats.org/drawingml/2006/main">
            <a:off x="215429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88465F63-E74A-48CE-A170-2BF5B9244D3B}"/>
              </a:ext>
            </a:extLst>
          </p:cNvPr>
          <p:cNvSpPr>
            <a:spLocks xmlns:a="http://schemas.openxmlformats.org/drawingml/2006/main" noGrp="1"/>
          </p:cNvSpPr>
          <p:nvPr/>
        </p:nvSpPr>
        <p:spPr>
          <a:xfrm xmlns:a="http://schemas.openxmlformats.org/drawingml/2006/main">
            <a:off x="2202910"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39BB65C0-EC80-4E4C-83BA-815A1B7DFD84}"/>
              </a:ext>
            </a:extLst>
          </p:cNvPr>
          <p:cNvSpPr>
            <a:spLocks xmlns:a="http://schemas.openxmlformats.org/drawingml/2006/main" noGrp="1"/>
          </p:cNvSpPr>
          <p:nvPr/>
        </p:nvSpPr>
        <p:spPr>
          <a:xfrm xmlns:a="http://schemas.openxmlformats.org/drawingml/2006/main">
            <a:off x="2251521"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30376A9C-760F-4726-BA56-669A45E434B3}"/>
              </a:ext>
            </a:extLst>
          </p:cNvPr>
          <p:cNvSpPr>
            <a:spLocks xmlns:a="http://schemas.openxmlformats.org/drawingml/2006/main" noGrp="1"/>
          </p:cNvSpPr>
          <p:nvPr/>
        </p:nvSpPr>
        <p:spPr>
          <a:xfrm xmlns:a="http://schemas.openxmlformats.org/drawingml/2006/main">
            <a:off x="2300132"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66022B22-DC3F-4FE3-B241-0ADCEDBED0A5}"/>
              </a:ext>
            </a:extLst>
          </p:cNvPr>
          <p:cNvSpPr>
            <a:spLocks xmlns:a="http://schemas.openxmlformats.org/drawingml/2006/main" noGrp="1"/>
          </p:cNvSpPr>
          <p:nvPr/>
        </p:nvSpPr>
        <p:spPr>
          <a:xfrm xmlns:a="http://schemas.openxmlformats.org/drawingml/2006/main">
            <a:off x="2348743"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FFAF0E99-5C76-48EC-896D-8CE11779CA90}"/>
              </a:ext>
            </a:extLst>
          </p:cNvPr>
          <p:cNvSpPr>
            <a:spLocks xmlns:a="http://schemas.openxmlformats.org/drawingml/2006/main" noGrp="1"/>
          </p:cNvSpPr>
          <p:nvPr/>
        </p:nvSpPr>
        <p:spPr>
          <a:xfrm xmlns:a="http://schemas.openxmlformats.org/drawingml/2006/main">
            <a:off x="2397354"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2B00DAA8-D0F3-4B4C-86C8-CBFA74A20F27}"/>
              </a:ext>
            </a:extLst>
          </p:cNvPr>
          <p:cNvSpPr>
            <a:spLocks xmlns:a="http://schemas.openxmlformats.org/drawingml/2006/main" noGrp="1"/>
          </p:cNvSpPr>
          <p:nvPr/>
        </p:nvSpPr>
        <p:spPr>
          <a:xfrm xmlns:a="http://schemas.openxmlformats.org/drawingml/2006/main">
            <a:off x="2445965"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4AAFD6FE-8EBA-41AC-8EC1-CC6DAB35FAD4}"/>
              </a:ext>
            </a:extLst>
          </p:cNvPr>
          <p:cNvSpPr>
            <a:spLocks xmlns:a="http://schemas.openxmlformats.org/drawingml/2006/main" noGrp="1"/>
          </p:cNvSpPr>
          <p:nvPr/>
        </p:nvSpPr>
        <p:spPr>
          <a:xfrm xmlns:a="http://schemas.openxmlformats.org/drawingml/2006/main">
            <a:off x="2494576"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F7CA6C74-BFB1-42F7-8378-829C7F09CFC0}"/>
              </a:ext>
            </a:extLst>
          </p:cNvPr>
          <p:cNvSpPr>
            <a:spLocks xmlns:a="http://schemas.openxmlformats.org/drawingml/2006/main" noGrp="1"/>
          </p:cNvSpPr>
          <p:nvPr/>
        </p:nvSpPr>
        <p:spPr>
          <a:xfrm xmlns:a="http://schemas.openxmlformats.org/drawingml/2006/main">
            <a:off x="2543187"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94EDBB31-19CC-4984-AF04-9445EDAE715C}"/>
              </a:ext>
            </a:extLst>
          </p:cNvPr>
          <p:cNvSpPr>
            <a:spLocks xmlns:a="http://schemas.openxmlformats.org/drawingml/2006/main" noGrp="1"/>
          </p:cNvSpPr>
          <p:nvPr/>
        </p:nvSpPr>
        <p:spPr>
          <a:xfrm xmlns:a="http://schemas.openxmlformats.org/drawingml/2006/main">
            <a:off x="2591798"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C616C0D0-0AD5-4829-9E8A-7225C00E2D02}"/>
              </a:ext>
            </a:extLst>
          </p:cNvPr>
          <p:cNvSpPr>
            <a:spLocks xmlns:a="http://schemas.openxmlformats.org/drawingml/2006/main" noGrp="1"/>
          </p:cNvSpPr>
          <p:nvPr/>
        </p:nvSpPr>
        <p:spPr>
          <a:xfrm xmlns:a="http://schemas.openxmlformats.org/drawingml/2006/main">
            <a:off x="264040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8B7D1B08-70EA-42BD-8C1C-A5E9B56C33F6}"/>
              </a:ext>
            </a:extLst>
          </p:cNvPr>
          <p:cNvSpPr>
            <a:spLocks xmlns:a="http://schemas.openxmlformats.org/drawingml/2006/main" noGrp="1"/>
          </p:cNvSpPr>
          <p:nvPr/>
        </p:nvSpPr>
        <p:spPr>
          <a:xfrm xmlns:a="http://schemas.openxmlformats.org/drawingml/2006/main">
            <a:off x="268901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8FD943ED-5652-47A2-9C66-D75782D67DC6}"/>
              </a:ext>
            </a:extLst>
          </p:cNvPr>
          <p:cNvSpPr>
            <a:spLocks xmlns:a="http://schemas.openxmlformats.org/drawingml/2006/main" noGrp="1"/>
          </p:cNvSpPr>
          <p:nvPr/>
        </p:nvSpPr>
        <p:spPr>
          <a:xfrm xmlns:a="http://schemas.openxmlformats.org/drawingml/2006/main">
            <a:off x="2737630"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3668A8F1-324C-488A-B4E9-58B77BC2867D}"/>
              </a:ext>
            </a:extLst>
          </p:cNvPr>
          <p:cNvSpPr>
            <a:spLocks xmlns:a="http://schemas.openxmlformats.org/drawingml/2006/main" noGrp="1"/>
          </p:cNvSpPr>
          <p:nvPr/>
        </p:nvSpPr>
        <p:spPr>
          <a:xfrm xmlns:a="http://schemas.openxmlformats.org/drawingml/2006/main">
            <a:off x="2786241"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F05CA76E-ADD5-4552-A603-70CF02E6E90F}"/>
              </a:ext>
            </a:extLst>
          </p:cNvPr>
          <p:cNvSpPr>
            <a:spLocks xmlns:a="http://schemas.openxmlformats.org/drawingml/2006/main" noGrp="1"/>
          </p:cNvSpPr>
          <p:nvPr/>
        </p:nvSpPr>
        <p:spPr>
          <a:xfrm xmlns:a="http://schemas.openxmlformats.org/drawingml/2006/main">
            <a:off x="2834852"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B570671B-BF5D-4A95-BCD4-74DB8CE28508}"/>
              </a:ext>
            </a:extLst>
          </p:cNvPr>
          <p:cNvSpPr>
            <a:spLocks xmlns:a="http://schemas.openxmlformats.org/drawingml/2006/main" noGrp="1"/>
          </p:cNvSpPr>
          <p:nvPr/>
        </p:nvSpPr>
        <p:spPr>
          <a:xfrm xmlns:a="http://schemas.openxmlformats.org/drawingml/2006/main">
            <a:off x="2883463"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F352069E-2D0B-4F25-A08F-CAC34EB589F2}"/>
              </a:ext>
            </a:extLst>
          </p:cNvPr>
          <p:cNvSpPr>
            <a:spLocks xmlns:a="http://schemas.openxmlformats.org/drawingml/2006/main" noGrp="1"/>
          </p:cNvSpPr>
          <p:nvPr/>
        </p:nvSpPr>
        <p:spPr>
          <a:xfrm xmlns:a="http://schemas.openxmlformats.org/drawingml/2006/main">
            <a:off x="2932074"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D96497DE-1B0D-4789-84CD-767AD6AC25E9}"/>
              </a:ext>
            </a:extLst>
          </p:cNvPr>
          <p:cNvSpPr>
            <a:spLocks xmlns:a="http://schemas.openxmlformats.org/drawingml/2006/main" noGrp="1"/>
          </p:cNvSpPr>
          <p:nvPr/>
        </p:nvSpPr>
        <p:spPr>
          <a:xfrm xmlns:a="http://schemas.openxmlformats.org/drawingml/2006/main">
            <a:off x="2980685"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F3475965-A5C4-4E51-8146-873E0F9D1AE9}"/>
              </a:ext>
            </a:extLst>
          </p:cNvPr>
          <p:cNvSpPr>
            <a:spLocks xmlns:a="http://schemas.openxmlformats.org/drawingml/2006/main" noGrp="1"/>
          </p:cNvSpPr>
          <p:nvPr/>
        </p:nvSpPr>
        <p:spPr>
          <a:xfrm xmlns:a="http://schemas.openxmlformats.org/drawingml/2006/main">
            <a:off x="3029296"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3E7D2B2E-D7F2-412E-B272-95840176FC41}"/>
              </a:ext>
            </a:extLst>
          </p:cNvPr>
          <p:cNvSpPr>
            <a:spLocks xmlns:a="http://schemas.openxmlformats.org/drawingml/2006/main" noGrp="1"/>
          </p:cNvSpPr>
          <p:nvPr/>
        </p:nvSpPr>
        <p:spPr>
          <a:xfrm xmlns:a="http://schemas.openxmlformats.org/drawingml/2006/main">
            <a:off x="3077907"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CBB1F917-B3B2-4EA5-87F4-46FED0E50204}"/>
              </a:ext>
            </a:extLst>
          </p:cNvPr>
          <p:cNvSpPr>
            <a:spLocks xmlns:a="http://schemas.openxmlformats.org/drawingml/2006/main" noGrp="1"/>
          </p:cNvSpPr>
          <p:nvPr/>
        </p:nvSpPr>
        <p:spPr>
          <a:xfrm xmlns:a="http://schemas.openxmlformats.org/drawingml/2006/main">
            <a:off x="3126518"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FC676201-4206-43D9-96F5-23B163967AFA}"/>
              </a:ext>
            </a:extLst>
          </p:cNvPr>
          <p:cNvSpPr>
            <a:spLocks xmlns:a="http://schemas.openxmlformats.org/drawingml/2006/main" noGrp="1"/>
          </p:cNvSpPr>
          <p:nvPr/>
        </p:nvSpPr>
        <p:spPr>
          <a:xfrm xmlns:a="http://schemas.openxmlformats.org/drawingml/2006/main">
            <a:off x="317512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A4BB56AA-BE39-4802-97CA-157DB37C2643}"/>
              </a:ext>
            </a:extLst>
          </p:cNvPr>
          <p:cNvSpPr>
            <a:spLocks xmlns:a="http://schemas.openxmlformats.org/drawingml/2006/main" noGrp="1"/>
          </p:cNvSpPr>
          <p:nvPr/>
        </p:nvSpPr>
        <p:spPr>
          <a:xfrm xmlns:a="http://schemas.openxmlformats.org/drawingml/2006/main">
            <a:off x="147374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983F74E0-0F86-4465-B16B-E109CDB64AA0}"/>
              </a:ext>
            </a:extLst>
          </p:cNvPr>
          <p:cNvSpPr>
            <a:spLocks xmlns:a="http://schemas.openxmlformats.org/drawingml/2006/main" noGrp="1"/>
          </p:cNvSpPr>
          <p:nvPr/>
        </p:nvSpPr>
        <p:spPr>
          <a:xfrm xmlns:a="http://schemas.openxmlformats.org/drawingml/2006/main">
            <a:off x="152235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81F9B834-7ACA-4AA7-8CBC-4D0C4CBA615D}"/>
              </a:ext>
            </a:extLst>
          </p:cNvPr>
          <p:cNvSpPr>
            <a:spLocks xmlns:a="http://schemas.openxmlformats.org/drawingml/2006/main" noGrp="1"/>
          </p:cNvSpPr>
          <p:nvPr/>
        </p:nvSpPr>
        <p:spPr>
          <a:xfrm xmlns:a="http://schemas.openxmlformats.org/drawingml/2006/main">
            <a:off x="157096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164B4EA9-FA2A-47B9-8920-793775C3A79D}"/>
              </a:ext>
            </a:extLst>
          </p:cNvPr>
          <p:cNvSpPr>
            <a:spLocks xmlns:a="http://schemas.openxmlformats.org/drawingml/2006/main" noGrp="1"/>
          </p:cNvSpPr>
          <p:nvPr/>
        </p:nvSpPr>
        <p:spPr>
          <a:xfrm xmlns:a="http://schemas.openxmlformats.org/drawingml/2006/main">
            <a:off x="161957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F9C82C51-ABE6-4DFD-83AB-2FB6ACAE7050}"/>
              </a:ext>
            </a:extLst>
          </p:cNvPr>
          <p:cNvSpPr>
            <a:spLocks xmlns:a="http://schemas.openxmlformats.org/drawingml/2006/main" noGrp="1"/>
          </p:cNvSpPr>
          <p:nvPr/>
        </p:nvSpPr>
        <p:spPr>
          <a:xfrm xmlns:a="http://schemas.openxmlformats.org/drawingml/2006/main">
            <a:off x="166818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178A5F9E-4791-4452-95F8-87953EF825A0}"/>
              </a:ext>
            </a:extLst>
          </p:cNvPr>
          <p:cNvSpPr>
            <a:spLocks xmlns:a="http://schemas.openxmlformats.org/drawingml/2006/main" noGrp="1"/>
          </p:cNvSpPr>
          <p:nvPr/>
        </p:nvSpPr>
        <p:spPr>
          <a:xfrm xmlns:a="http://schemas.openxmlformats.org/drawingml/2006/main">
            <a:off x="171680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A0E36B7B-75D3-4DDC-A723-2B08645F0A77}"/>
              </a:ext>
            </a:extLst>
          </p:cNvPr>
          <p:cNvSpPr>
            <a:spLocks xmlns:a="http://schemas.openxmlformats.org/drawingml/2006/main" noGrp="1"/>
          </p:cNvSpPr>
          <p:nvPr/>
        </p:nvSpPr>
        <p:spPr>
          <a:xfrm xmlns:a="http://schemas.openxmlformats.org/drawingml/2006/main">
            <a:off x="176541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287D6C3C-83F2-4F5B-BE04-2E8A81595D71}"/>
              </a:ext>
            </a:extLst>
          </p:cNvPr>
          <p:cNvSpPr>
            <a:spLocks xmlns:a="http://schemas.openxmlformats.org/drawingml/2006/main" noGrp="1"/>
          </p:cNvSpPr>
          <p:nvPr/>
        </p:nvSpPr>
        <p:spPr>
          <a:xfrm xmlns:a="http://schemas.openxmlformats.org/drawingml/2006/main">
            <a:off x="181402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ABEE7EBA-103F-446F-B391-868DD20837F6}"/>
              </a:ext>
            </a:extLst>
          </p:cNvPr>
          <p:cNvSpPr>
            <a:spLocks xmlns:a="http://schemas.openxmlformats.org/drawingml/2006/main" noGrp="1"/>
          </p:cNvSpPr>
          <p:nvPr/>
        </p:nvSpPr>
        <p:spPr>
          <a:xfrm xmlns:a="http://schemas.openxmlformats.org/drawingml/2006/main">
            <a:off x="1862633"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981498FE-1297-4F9E-A24A-EB34F50D8882}"/>
              </a:ext>
            </a:extLst>
          </p:cNvPr>
          <p:cNvSpPr>
            <a:spLocks xmlns:a="http://schemas.openxmlformats.org/drawingml/2006/main" noGrp="1"/>
          </p:cNvSpPr>
          <p:nvPr/>
        </p:nvSpPr>
        <p:spPr>
          <a:xfrm xmlns:a="http://schemas.openxmlformats.org/drawingml/2006/main">
            <a:off x="1911244"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E6602A76-7786-404B-B777-F45F6157EE7D}"/>
              </a:ext>
            </a:extLst>
          </p:cNvPr>
          <p:cNvSpPr>
            <a:spLocks xmlns:a="http://schemas.openxmlformats.org/drawingml/2006/main" noGrp="1"/>
          </p:cNvSpPr>
          <p:nvPr/>
        </p:nvSpPr>
        <p:spPr>
          <a:xfrm xmlns:a="http://schemas.openxmlformats.org/drawingml/2006/main">
            <a:off x="195985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FAC405C5-01AF-40F6-A060-51184FF9D514}"/>
              </a:ext>
            </a:extLst>
          </p:cNvPr>
          <p:cNvSpPr>
            <a:spLocks xmlns:a="http://schemas.openxmlformats.org/drawingml/2006/main" noGrp="1"/>
          </p:cNvSpPr>
          <p:nvPr/>
        </p:nvSpPr>
        <p:spPr>
          <a:xfrm xmlns:a="http://schemas.openxmlformats.org/drawingml/2006/main">
            <a:off x="200846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C943A036-E201-4D4A-9C4A-DC944C0E95F6}"/>
              </a:ext>
            </a:extLst>
          </p:cNvPr>
          <p:cNvSpPr>
            <a:spLocks xmlns:a="http://schemas.openxmlformats.org/drawingml/2006/main" noGrp="1"/>
          </p:cNvSpPr>
          <p:nvPr/>
        </p:nvSpPr>
        <p:spPr>
          <a:xfrm xmlns:a="http://schemas.openxmlformats.org/drawingml/2006/main">
            <a:off x="205707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E585AA61-BBAD-47CF-AF65-23E357031D64}"/>
              </a:ext>
            </a:extLst>
          </p:cNvPr>
          <p:cNvSpPr>
            <a:spLocks xmlns:a="http://schemas.openxmlformats.org/drawingml/2006/main" noGrp="1"/>
          </p:cNvSpPr>
          <p:nvPr/>
        </p:nvSpPr>
        <p:spPr>
          <a:xfrm xmlns:a="http://schemas.openxmlformats.org/drawingml/2006/main">
            <a:off x="210568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B24B68B1-F9C5-4F80-ADB0-4E80F7E8F78F}"/>
              </a:ext>
            </a:extLst>
          </p:cNvPr>
          <p:cNvSpPr>
            <a:spLocks xmlns:a="http://schemas.openxmlformats.org/drawingml/2006/main" noGrp="1"/>
          </p:cNvSpPr>
          <p:nvPr/>
        </p:nvSpPr>
        <p:spPr>
          <a:xfrm xmlns:a="http://schemas.openxmlformats.org/drawingml/2006/main">
            <a:off x="215429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7C5ABFAC-AFAB-4FD7-A3EF-39633896C2C3}"/>
              </a:ext>
            </a:extLst>
          </p:cNvPr>
          <p:cNvSpPr>
            <a:spLocks xmlns:a="http://schemas.openxmlformats.org/drawingml/2006/main" noGrp="1"/>
          </p:cNvSpPr>
          <p:nvPr/>
        </p:nvSpPr>
        <p:spPr>
          <a:xfrm xmlns:a="http://schemas.openxmlformats.org/drawingml/2006/main">
            <a:off x="220291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C754FBAA-B912-4066-9241-12D5E9B9DFED}"/>
              </a:ext>
            </a:extLst>
          </p:cNvPr>
          <p:cNvSpPr>
            <a:spLocks xmlns:a="http://schemas.openxmlformats.org/drawingml/2006/main" noGrp="1"/>
          </p:cNvSpPr>
          <p:nvPr/>
        </p:nvSpPr>
        <p:spPr>
          <a:xfrm xmlns:a="http://schemas.openxmlformats.org/drawingml/2006/main">
            <a:off x="225152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C1EB9DF4-0411-488E-AF9F-6C20A276F05F}"/>
              </a:ext>
            </a:extLst>
          </p:cNvPr>
          <p:cNvSpPr>
            <a:spLocks xmlns:a="http://schemas.openxmlformats.org/drawingml/2006/main" noGrp="1"/>
          </p:cNvSpPr>
          <p:nvPr/>
        </p:nvSpPr>
        <p:spPr>
          <a:xfrm xmlns:a="http://schemas.openxmlformats.org/drawingml/2006/main">
            <a:off x="230013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20082380-29C5-4E88-8684-9090F50BF878}"/>
              </a:ext>
            </a:extLst>
          </p:cNvPr>
          <p:cNvSpPr>
            <a:spLocks xmlns:a="http://schemas.openxmlformats.org/drawingml/2006/main" noGrp="1"/>
          </p:cNvSpPr>
          <p:nvPr/>
        </p:nvSpPr>
        <p:spPr>
          <a:xfrm xmlns:a="http://schemas.openxmlformats.org/drawingml/2006/main">
            <a:off x="2348743"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686A7DE6-370D-417C-B490-AC429DA93525}"/>
              </a:ext>
            </a:extLst>
          </p:cNvPr>
          <p:cNvSpPr>
            <a:spLocks xmlns:a="http://schemas.openxmlformats.org/drawingml/2006/main" noGrp="1"/>
          </p:cNvSpPr>
          <p:nvPr/>
        </p:nvSpPr>
        <p:spPr>
          <a:xfrm xmlns:a="http://schemas.openxmlformats.org/drawingml/2006/main">
            <a:off x="2397354"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1324969B-CC78-4682-BCDF-FDA0FED141FB}"/>
              </a:ext>
            </a:extLst>
          </p:cNvPr>
          <p:cNvSpPr>
            <a:spLocks xmlns:a="http://schemas.openxmlformats.org/drawingml/2006/main" noGrp="1"/>
          </p:cNvSpPr>
          <p:nvPr/>
        </p:nvSpPr>
        <p:spPr>
          <a:xfrm xmlns:a="http://schemas.openxmlformats.org/drawingml/2006/main">
            <a:off x="244596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E794BD8A-4B24-4E4E-9F8E-E910E7D42E34}"/>
              </a:ext>
            </a:extLst>
          </p:cNvPr>
          <p:cNvSpPr>
            <a:spLocks xmlns:a="http://schemas.openxmlformats.org/drawingml/2006/main" noGrp="1"/>
          </p:cNvSpPr>
          <p:nvPr/>
        </p:nvSpPr>
        <p:spPr>
          <a:xfrm xmlns:a="http://schemas.openxmlformats.org/drawingml/2006/main">
            <a:off x="249457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ACA3AC61-05D3-4460-B06D-BB263C03CE29}"/>
              </a:ext>
            </a:extLst>
          </p:cNvPr>
          <p:cNvSpPr>
            <a:spLocks xmlns:a="http://schemas.openxmlformats.org/drawingml/2006/main" noGrp="1"/>
          </p:cNvSpPr>
          <p:nvPr/>
        </p:nvSpPr>
        <p:spPr>
          <a:xfrm xmlns:a="http://schemas.openxmlformats.org/drawingml/2006/main">
            <a:off x="254318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FB73248A-8C7F-4358-9AE7-A6617E988A18}"/>
              </a:ext>
            </a:extLst>
          </p:cNvPr>
          <p:cNvSpPr>
            <a:spLocks xmlns:a="http://schemas.openxmlformats.org/drawingml/2006/main" noGrp="1"/>
          </p:cNvSpPr>
          <p:nvPr/>
        </p:nvSpPr>
        <p:spPr>
          <a:xfrm xmlns:a="http://schemas.openxmlformats.org/drawingml/2006/main">
            <a:off x="259179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D26C30B9-927E-47C9-861F-72C465E0655B}"/>
              </a:ext>
            </a:extLst>
          </p:cNvPr>
          <p:cNvSpPr>
            <a:spLocks xmlns:a="http://schemas.openxmlformats.org/drawingml/2006/main" noGrp="1"/>
          </p:cNvSpPr>
          <p:nvPr/>
        </p:nvSpPr>
        <p:spPr>
          <a:xfrm xmlns:a="http://schemas.openxmlformats.org/drawingml/2006/main">
            <a:off x="264040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48776F5D-BB12-4ECA-A3C3-E545BC79478C}"/>
              </a:ext>
            </a:extLst>
          </p:cNvPr>
          <p:cNvSpPr>
            <a:spLocks xmlns:a="http://schemas.openxmlformats.org/drawingml/2006/main" noGrp="1"/>
          </p:cNvSpPr>
          <p:nvPr/>
        </p:nvSpPr>
        <p:spPr>
          <a:xfrm xmlns:a="http://schemas.openxmlformats.org/drawingml/2006/main">
            <a:off x="268901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276061A4-57FB-4081-B803-F88A956C113D}"/>
              </a:ext>
            </a:extLst>
          </p:cNvPr>
          <p:cNvSpPr>
            <a:spLocks xmlns:a="http://schemas.openxmlformats.org/drawingml/2006/main" noGrp="1"/>
          </p:cNvSpPr>
          <p:nvPr/>
        </p:nvSpPr>
        <p:spPr>
          <a:xfrm xmlns:a="http://schemas.openxmlformats.org/drawingml/2006/main">
            <a:off x="273763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A3803660-424B-457C-9B55-766AF543B417}"/>
              </a:ext>
            </a:extLst>
          </p:cNvPr>
          <p:cNvSpPr>
            <a:spLocks xmlns:a="http://schemas.openxmlformats.org/drawingml/2006/main" noGrp="1"/>
          </p:cNvSpPr>
          <p:nvPr/>
        </p:nvSpPr>
        <p:spPr>
          <a:xfrm xmlns:a="http://schemas.openxmlformats.org/drawingml/2006/main">
            <a:off x="278624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00715EA3-5415-42A6-AE65-1F0A1848D640}"/>
              </a:ext>
            </a:extLst>
          </p:cNvPr>
          <p:cNvSpPr>
            <a:spLocks xmlns:a="http://schemas.openxmlformats.org/drawingml/2006/main" noGrp="1"/>
          </p:cNvSpPr>
          <p:nvPr/>
        </p:nvSpPr>
        <p:spPr>
          <a:xfrm xmlns:a="http://schemas.openxmlformats.org/drawingml/2006/main">
            <a:off x="283485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FE736C59-8793-44DB-B423-68FD4C97F8BC}"/>
              </a:ext>
            </a:extLst>
          </p:cNvPr>
          <p:cNvSpPr>
            <a:spLocks xmlns:a="http://schemas.openxmlformats.org/drawingml/2006/main" noGrp="1"/>
          </p:cNvSpPr>
          <p:nvPr/>
        </p:nvSpPr>
        <p:spPr>
          <a:xfrm xmlns:a="http://schemas.openxmlformats.org/drawingml/2006/main">
            <a:off x="2883463"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45B5D128-A416-41B2-A379-FC448CA00317}"/>
              </a:ext>
            </a:extLst>
          </p:cNvPr>
          <p:cNvSpPr>
            <a:spLocks xmlns:a="http://schemas.openxmlformats.org/drawingml/2006/main" noGrp="1"/>
          </p:cNvSpPr>
          <p:nvPr/>
        </p:nvSpPr>
        <p:spPr>
          <a:xfrm xmlns:a="http://schemas.openxmlformats.org/drawingml/2006/main">
            <a:off x="2932074"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1763485C-CB62-4D1D-8D25-5464E8DBF480}"/>
              </a:ext>
            </a:extLst>
          </p:cNvPr>
          <p:cNvSpPr>
            <a:spLocks xmlns:a="http://schemas.openxmlformats.org/drawingml/2006/main" noGrp="1"/>
          </p:cNvSpPr>
          <p:nvPr/>
        </p:nvSpPr>
        <p:spPr>
          <a:xfrm xmlns:a="http://schemas.openxmlformats.org/drawingml/2006/main">
            <a:off x="298068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46DD948A-6577-4FEB-8625-B637D6A795D0}"/>
              </a:ext>
            </a:extLst>
          </p:cNvPr>
          <p:cNvSpPr>
            <a:spLocks xmlns:a="http://schemas.openxmlformats.org/drawingml/2006/main" noGrp="1"/>
          </p:cNvSpPr>
          <p:nvPr/>
        </p:nvSpPr>
        <p:spPr>
          <a:xfrm xmlns:a="http://schemas.openxmlformats.org/drawingml/2006/main">
            <a:off x="302929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B6B318E6-F07F-4AD6-BBA7-F0BD982C0A9E}"/>
              </a:ext>
            </a:extLst>
          </p:cNvPr>
          <p:cNvSpPr>
            <a:spLocks xmlns:a="http://schemas.openxmlformats.org/drawingml/2006/main" noGrp="1"/>
          </p:cNvSpPr>
          <p:nvPr/>
        </p:nvSpPr>
        <p:spPr>
          <a:xfrm xmlns:a="http://schemas.openxmlformats.org/drawingml/2006/main">
            <a:off x="307790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9B568FD0-A1FA-4CE8-A7E3-2A5A321B68D1}"/>
              </a:ext>
            </a:extLst>
          </p:cNvPr>
          <p:cNvSpPr>
            <a:spLocks xmlns:a="http://schemas.openxmlformats.org/drawingml/2006/main" noGrp="1"/>
          </p:cNvSpPr>
          <p:nvPr/>
        </p:nvSpPr>
        <p:spPr>
          <a:xfrm xmlns:a="http://schemas.openxmlformats.org/drawingml/2006/main">
            <a:off x="312651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BEBEB8EF-3A15-4CCE-9710-873B4D1C30F1}"/>
              </a:ext>
            </a:extLst>
          </p:cNvPr>
          <p:cNvSpPr>
            <a:spLocks xmlns:a="http://schemas.openxmlformats.org/drawingml/2006/main" noGrp="1"/>
          </p:cNvSpPr>
          <p:nvPr/>
        </p:nvSpPr>
        <p:spPr>
          <a:xfrm xmlns:a="http://schemas.openxmlformats.org/drawingml/2006/main">
            <a:off x="317512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0E4ED522-BC27-46B1-90B3-47C87670C4F0}"/>
              </a:ext>
            </a:extLst>
          </p:cNvPr>
          <p:cNvSpPr>
            <a:spLocks xmlns:a="http://schemas.openxmlformats.org/drawingml/2006/main" noGrp="1"/>
          </p:cNvSpPr>
          <p:nvPr/>
        </p:nvSpPr>
        <p:spPr>
          <a:xfrm xmlns:a="http://schemas.openxmlformats.org/drawingml/2006/main">
            <a:off x="322374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F378DBDF-1035-4F23-8766-EC0AF4A553F6}"/>
              </a:ext>
            </a:extLst>
          </p:cNvPr>
          <p:cNvSpPr>
            <a:spLocks xmlns:a="http://schemas.openxmlformats.org/drawingml/2006/main" noGrp="1"/>
          </p:cNvSpPr>
          <p:nvPr/>
        </p:nvSpPr>
        <p:spPr>
          <a:xfrm xmlns:a="http://schemas.openxmlformats.org/drawingml/2006/main">
            <a:off x="327235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27BEE4E5-C792-4EA7-A78D-271A2FD47ECB}"/>
              </a:ext>
            </a:extLst>
          </p:cNvPr>
          <p:cNvSpPr>
            <a:spLocks xmlns:a="http://schemas.openxmlformats.org/drawingml/2006/main" noGrp="1"/>
          </p:cNvSpPr>
          <p:nvPr/>
        </p:nvSpPr>
        <p:spPr>
          <a:xfrm xmlns:a="http://schemas.openxmlformats.org/drawingml/2006/main">
            <a:off x="332096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C11ED687-E357-41F8-9004-47CF3EE08D57}"/>
              </a:ext>
            </a:extLst>
          </p:cNvPr>
          <p:cNvSpPr>
            <a:spLocks xmlns:a="http://schemas.openxmlformats.org/drawingml/2006/main" noGrp="1"/>
          </p:cNvSpPr>
          <p:nvPr/>
        </p:nvSpPr>
        <p:spPr>
          <a:xfrm xmlns:a="http://schemas.openxmlformats.org/drawingml/2006/main">
            <a:off x="3369573"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15BED488-EDC6-4952-9D0D-1BAA3B519128}"/>
              </a:ext>
            </a:extLst>
          </p:cNvPr>
          <p:cNvSpPr>
            <a:spLocks xmlns:a="http://schemas.openxmlformats.org/drawingml/2006/main" noGrp="1"/>
          </p:cNvSpPr>
          <p:nvPr/>
        </p:nvSpPr>
        <p:spPr>
          <a:xfrm xmlns:a="http://schemas.openxmlformats.org/drawingml/2006/main">
            <a:off x="3418184"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CC638DA2-AB39-43FA-A764-1E04F88D12C5}"/>
              </a:ext>
            </a:extLst>
          </p:cNvPr>
          <p:cNvSpPr>
            <a:spLocks xmlns:a="http://schemas.openxmlformats.org/drawingml/2006/main" noGrp="1"/>
          </p:cNvSpPr>
          <p:nvPr/>
        </p:nvSpPr>
        <p:spPr>
          <a:xfrm xmlns:a="http://schemas.openxmlformats.org/drawingml/2006/main">
            <a:off x="346679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80E62EB0-EDBA-4AAB-BA1E-180A0AF8740B}"/>
              </a:ext>
            </a:extLst>
          </p:cNvPr>
          <p:cNvSpPr>
            <a:spLocks xmlns:a="http://schemas.openxmlformats.org/drawingml/2006/main" noGrp="1"/>
          </p:cNvSpPr>
          <p:nvPr/>
        </p:nvSpPr>
        <p:spPr>
          <a:xfrm xmlns:a="http://schemas.openxmlformats.org/drawingml/2006/main">
            <a:off x="351540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7C93B412-81F6-4F69-8B01-8E7D907903C7}"/>
              </a:ext>
            </a:extLst>
          </p:cNvPr>
          <p:cNvSpPr>
            <a:spLocks xmlns:a="http://schemas.openxmlformats.org/drawingml/2006/main" noGrp="1"/>
          </p:cNvSpPr>
          <p:nvPr/>
        </p:nvSpPr>
        <p:spPr>
          <a:xfrm xmlns:a="http://schemas.openxmlformats.org/drawingml/2006/main">
            <a:off x="356401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FB98DFD9-2E3A-4963-86E5-AF7792FDAFEB}"/>
              </a:ext>
            </a:extLst>
          </p:cNvPr>
          <p:cNvSpPr>
            <a:spLocks xmlns:a="http://schemas.openxmlformats.org/drawingml/2006/main" noGrp="1"/>
          </p:cNvSpPr>
          <p:nvPr/>
        </p:nvSpPr>
        <p:spPr>
          <a:xfrm xmlns:a="http://schemas.openxmlformats.org/drawingml/2006/main">
            <a:off x="361262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E3042BE2-089F-45B7-A23E-BBC5876B4D4A}"/>
              </a:ext>
            </a:extLst>
          </p:cNvPr>
          <p:cNvSpPr>
            <a:spLocks xmlns:a="http://schemas.openxmlformats.org/drawingml/2006/main" noGrp="1"/>
          </p:cNvSpPr>
          <p:nvPr/>
        </p:nvSpPr>
        <p:spPr>
          <a:xfrm xmlns:a="http://schemas.openxmlformats.org/drawingml/2006/main">
            <a:off x="366123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96693FEB-1F81-4447-9242-AF5333C36F68}"/>
              </a:ext>
            </a:extLst>
          </p:cNvPr>
          <p:cNvSpPr>
            <a:spLocks xmlns:a="http://schemas.openxmlformats.org/drawingml/2006/main" noGrp="1"/>
          </p:cNvSpPr>
          <p:nvPr/>
        </p:nvSpPr>
        <p:spPr>
          <a:xfrm xmlns:a="http://schemas.openxmlformats.org/drawingml/2006/main">
            <a:off x="147374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119D0D67-FFE6-4387-8251-EB16C8A6BC16}"/>
              </a:ext>
            </a:extLst>
          </p:cNvPr>
          <p:cNvSpPr>
            <a:spLocks xmlns:a="http://schemas.openxmlformats.org/drawingml/2006/main" noGrp="1"/>
          </p:cNvSpPr>
          <p:nvPr/>
        </p:nvSpPr>
        <p:spPr>
          <a:xfrm xmlns:a="http://schemas.openxmlformats.org/drawingml/2006/main">
            <a:off x="152235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C870D7C6-4AE7-445D-9206-EFD3DD8D7E6F}"/>
              </a:ext>
            </a:extLst>
          </p:cNvPr>
          <p:cNvSpPr>
            <a:spLocks xmlns:a="http://schemas.openxmlformats.org/drawingml/2006/main" noGrp="1"/>
          </p:cNvSpPr>
          <p:nvPr/>
        </p:nvSpPr>
        <p:spPr>
          <a:xfrm xmlns:a="http://schemas.openxmlformats.org/drawingml/2006/main">
            <a:off x="157096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384E2205-9F28-4530-AFC9-40FE43F36C87}"/>
              </a:ext>
            </a:extLst>
          </p:cNvPr>
          <p:cNvSpPr>
            <a:spLocks xmlns:a="http://schemas.openxmlformats.org/drawingml/2006/main" noGrp="1"/>
          </p:cNvSpPr>
          <p:nvPr/>
        </p:nvSpPr>
        <p:spPr>
          <a:xfrm xmlns:a="http://schemas.openxmlformats.org/drawingml/2006/main">
            <a:off x="1619578"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0BD51F43-185B-4A15-9C36-47EF37DED0D1}"/>
              </a:ext>
            </a:extLst>
          </p:cNvPr>
          <p:cNvSpPr>
            <a:spLocks xmlns:a="http://schemas.openxmlformats.org/drawingml/2006/main" noGrp="1"/>
          </p:cNvSpPr>
          <p:nvPr/>
        </p:nvSpPr>
        <p:spPr>
          <a:xfrm xmlns:a="http://schemas.openxmlformats.org/drawingml/2006/main">
            <a:off x="166818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983DAAEB-6500-415C-BE27-B2FD3466D6EB}"/>
              </a:ext>
            </a:extLst>
          </p:cNvPr>
          <p:cNvSpPr>
            <a:spLocks xmlns:a="http://schemas.openxmlformats.org/drawingml/2006/main" noGrp="1"/>
          </p:cNvSpPr>
          <p:nvPr/>
        </p:nvSpPr>
        <p:spPr>
          <a:xfrm xmlns:a="http://schemas.openxmlformats.org/drawingml/2006/main">
            <a:off x="1716800"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3812581E-3D4F-449D-8561-69C179909CDD}"/>
              </a:ext>
            </a:extLst>
          </p:cNvPr>
          <p:cNvSpPr>
            <a:spLocks xmlns:a="http://schemas.openxmlformats.org/drawingml/2006/main" noGrp="1"/>
          </p:cNvSpPr>
          <p:nvPr/>
        </p:nvSpPr>
        <p:spPr>
          <a:xfrm xmlns:a="http://schemas.openxmlformats.org/drawingml/2006/main">
            <a:off x="1765411"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7E747662-8453-48A4-A96E-D53D7113EC6C}"/>
              </a:ext>
            </a:extLst>
          </p:cNvPr>
          <p:cNvSpPr>
            <a:spLocks xmlns:a="http://schemas.openxmlformats.org/drawingml/2006/main" noGrp="1"/>
          </p:cNvSpPr>
          <p:nvPr/>
        </p:nvSpPr>
        <p:spPr>
          <a:xfrm xmlns:a="http://schemas.openxmlformats.org/drawingml/2006/main">
            <a:off x="1814022"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3D306D53-2AEB-4BC9-8CB6-B5201D0EE4A6}"/>
              </a:ext>
            </a:extLst>
          </p:cNvPr>
          <p:cNvSpPr>
            <a:spLocks xmlns:a="http://schemas.openxmlformats.org/drawingml/2006/main" noGrp="1"/>
          </p:cNvSpPr>
          <p:nvPr/>
        </p:nvSpPr>
        <p:spPr>
          <a:xfrm xmlns:a="http://schemas.openxmlformats.org/drawingml/2006/main">
            <a:off x="1862633"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CA1B4BF3-4BC4-4BD6-8B45-993AA0756119}"/>
              </a:ext>
            </a:extLst>
          </p:cNvPr>
          <p:cNvSpPr>
            <a:spLocks xmlns:a="http://schemas.openxmlformats.org/drawingml/2006/main" noGrp="1"/>
          </p:cNvSpPr>
          <p:nvPr/>
        </p:nvSpPr>
        <p:spPr>
          <a:xfrm xmlns:a="http://schemas.openxmlformats.org/drawingml/2006/main">
            <a:off x="1911244"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FFC939F1-A36C-422A-85D2-5ACE4811DB08}"/>
              </a:ext>
            </a:extLst>
          </p:cNvPr>
          <p:cNvSpPr>
            <a:spLocks xmlns:a="http://schemas.openxmlformats.org/drawingml/2006/main" noGrp="1"/>
          </p:cNvSpPr>
          <p:nvPr/>
        </p:nvSpPr>
        <p:spPr>
          <a:xfrm xmlns:a="http://schemas.openxmlformats.org/drawingml/2006/main">
            <a:off x="195985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37626602-84D7-4335-A8F7-B123C7EFE176}"/>
              </a:ext>
            </a:extLst>
          </p:cNvPr>
          <p:cNvSpPr>
            <a:spLocks xmlns:a="http://schemas.openxmlformats.org/drawingml/2006/main" noGrp="1"/>
          </p:cNvSpPr>
          <p:nvPr/>
        </p:nvSpPr>
        <p:spPr>
          <a:xfrm xmlns:a="http://schemas.openxmlformats.org/drawingml/2006/main">
            <a:off x="200846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15C7A533-2EB9-4347-8AC8-A258F2A00CFE}"/>
              </a:ext>
            </a:extLst>
          </p:cNvPr>
          <p:cNvSpPr>
            <a:spLocks xmlns:a="http://schemas.openxmlformats.org/drawingml/2006/main" noGrp="1"/>
          </p:cNvSpPr>
          <p:nvPr/>
        </p:nvSpPr>
        <p:spPr>
          <a:xfrm xmlns:a="http://schemas.openxmlformats.org/drawingml/2006/main">
            <a:off x="205707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59F1A84B-8136-4C1A-857A-721209AB90DB}"/>
              </a:ext>
            </a:extLst>
          </p:cNvPr>
          <p:cNvSpPr>
            <a:spLocks xmlns:a="http://schemas.openxmlformats.org/drawingml/2006/main" noGrp="1"/>
          </p:cNvSpPr>
          <p:nvPr/>
        </p:nvSpPr>
        <p:spPr>
          <a:xfrm xmlns:a="http://schemas.openxmlformats.org/drawingml/2006/main">
            <a:off x="2105688"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FE2467BF-CC2E-451E-8600-A7A569243ABE}"/>
              </a:ext>
            </a:extLst>
          </p:cNvPr>
          <p:cNvSpPr>
            <a:spLocks xmlns:a="http://schemas.openxmlformats.org/drawingml/2006/main" noGrp="1"/>
          </p:cNvSpPr>
          <p:nvPr/>
        </p:nvSpPr>
        <p:spPr>
          <a:xfrm xmlns:a="http://schemas.openxmlformats.org/drawingml/2006/main">
            <a:off x="215429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672EA5AA-7A14-46AF-AD97-EC3D21560511}"/>
              </a:ext>
            </a:extLst>
          </p:cNvPr>
          <p:cNvSpPr>
            <a:spLocks xmlns:a="http://schemas.openxmlformats.org/drawingml/2006/main" noGrp="1"/>
          </p:cNvSpPr>
          <p:nvPr/>
        </p:nvSpPr>
        <p:spPr>
          <a:xfrm xmlns:a="http://schemas.openxmlformats.org/drawingml/2006/main">
            <a:off x="2202910"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C3DADC98-FB0B-421A-A71F-336C4ADA0523}"/>
              </a:ext>
            </a:extLst>
          </p:cNvPr>
          <p:cNvSpPr>
            <a:spLocks xmlns:a="http://schemas.openxmlformats.org/drawingml/2006/main" noGrp="1"/>
          </p:cNvSpPr>
          <p:nvPr/>
        </p:nvSpPr>
        <p:spPr>
          <a:xfrm xmlns:a="http://schemas.openxmlformats.org/drawingml/2006/main">
            <a:off x="2251521"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ECAABFDF-F378-4A81-B9C0-E1C5B1DD1E8F}"/>
              </a:ext>
            </a:extLst>
          </p:cNvPr>
          <p:cNvSpPr>
            <a:spLocks xmlns:a="http://schemas.openxmlformats.org/drawingml/2006/main" noGrp="1"/>
          </p:cNvSpPr>
          <p:nvPr/>
        </p:nvSpPr>
        <p:spPr>
          <a:xfrm xmlns:a="http://schemas.openxmlformats.org/drawingml/2006/main">
            <a:off x="2300132"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05F5471F-DF66-4F70-BB69-413F568BF80A}"/>
              </a:ext>
            </a:extLst>
          </p:cNvPr>
          <p:cNvSpPr>
            <a:spLocks xmlns:a="http://schemas.openxmlformats.org/drawingml/2006/main" noGrp="1"/>
          </p:cNvSpPr>
          <p:nvPr/>
        </p:nvSpPr>
        <p:spPr>
          <a:xfrm xmlns:a="http://schemas.openxmlformats.org/drawingml/2006/main">
            <a:off x="2348743"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EA77CE61-8FB4-4768-BB69-9B73628EB2F2}"/>
              </a:ext>
            </a:extLst>
          </p:cNvPr>
          <p:cNvSpPr>
            <a:spLocks xmlns:a="http://schemas.openxmlformats.org/drawingml/2006/main" noGrp="1"/>
          </p:cNvSpPr>
          <p:nvPr/>
        </p:nvSpPr>
        <p:spPr>
          <a:xfrm xmlns:a="http://schemas.openxmlformats.org/drawingml/2006/main">
            <a:off x="2397354"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B7351EA0-F8F6-4782-A97B-27C47167536E}"/>
              </a:ext>
            </a:extLst>
          </p:cNvPr>
          <p:cNvSpPr>
            <a:spLocks xmlns:a="http://schemas.openxmlformats.org/drawingml/2006/main" noGrp="1"/>
          </p:cNvSpPr>
          <p:nvPr/>
        </p:nvSpPr>
        <p:spPr>
          <a:xfrm xmlns:a="http://schemas.openxmlformats.org/drawingml/2006/main">
            <a:off x="244596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CD37AC22-2004-4311-B084-1ACA181D9CA9}"/>
              </a:ext>
            </a:extLst>
          </p:cNvPr>
          <p:cNvSpPr>
            <a:spLocks xmlns:a="http://schemas.openxmlformats.org/drawingml/2006/main" noGrp="1"/>
          </p:cNvSpPr>
          <p:nvPr/>
        </p:nvSpPr>
        <p:spPr>
          <a:xfrm xmlns:a="http://schemas.openxmlformats.org/drawingml/2006/main">
            <a:off x="249457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E33EC2AB-1316-4CA5-BBE0-1BCFED543788}"/>
              </a:ext>
            </a:extLst>
          </p:cNvPr>
          <p:cNvSpPr>
            <a:spLocks xmlns:a="http://schemas.openxmlformats.org/drawingml/2006/main" noGrp="1"/>
          </p:cNvSpPr>
          <p:nvPr/>
        </p:nvSpPr>
        <p:spPr>
          <a:xfrm xmlns:a="http://schemas.openxmlformats.org/drawingml/2006/main">
            <a:off x="254318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6C4B8016-9C4B-4673-847C-8AAF27A6143A}"/>
              </a:ext>
            </a:extLst>
          </p:cNvPr>
          <p:cNvSpPr>
            <a:spLocks xmlns:a="http://schemas.openxmlformats.org/drawingml/2006/main" noGrp="1"/>
          </p:cNvSpPr>
          <p:nvPr/>
        </p:nvSpPr>
        <p:spPr>
          <a:xfrm xmlns:a="http://schemas.openxmlformats.org/drawingml/2006/main">
            <a:off x="2591798"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004349FE-639B-41FE-915E-FD654BF0D58C}"/>
              </a:ext>
            </a:extLst>
          </p:cNvPr>
          <p:cNvSpPr>
            <a:spLocks xmlns:a="http://schemas.openxmlformats.org/drawingml/2006/main" noGrp="1"/>
          </p:cNvSpPr>
          <p:nvPr/>
        </p:nvSpPr>
        <p:spPr>
          <a:xfrm xmlns:a="http://schemas.openxmlformats.org/drawingml/2006/main">
            <a:off x="264040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787C9437-081C-447C-8A9F-F10D8349E1EC}"/>
              </a:ext>
            </a:extLst>
          </p:cNvPr>
          <p:cNvSpPr>
            <a:spLocks xmlns:a="http://schemas.openxmlformats.org/drawingml/2006/main" noGrp="1"/>
          </p:cNvSpPr>
          <p:nvPr/>
        </p:nvSpPr>
        <p:spPr>
          <a:xfrm xmlns:a="http://schemas.openxmlformats.org/drawingml/2006/main">
            <a:off x="268901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D818635E-3A1A-41B6-945A-FFDE57032930}"/>
              </a:ext>
            </a:extLst>
          </p:cNvPr>
          <p:cNvSpPr>
            <a:spLocks xmlns:a="http://schemas.openxmlformats.org/drawingml/2006/main" noGrp="1"/>
          </p:cNvSpPr>
          <p:nvPr/>
        </p:nvSpPr>
        <p:spPr>
          <a:xfrm xmlns:a="http://schemas.openxmlformats.org/drawingml/2006/main">
            <a:off x="2737630"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7FAB4BD9-A01B-4E04-8F58-2D4A92DADDF9}"/>
              </a:ext>
            </a:extLst>
          </p:cNvPr>
          <p:cNvSpPr>
            <a:spLocks xmlns:a="http://schemas.openxmlformats.org/drawingml/2006/main" noGrp="1"/>
          </p:cNvSpPr>
          <p:nvPr/>
        </p:nvSpPr>
        <p:spPr>
          <a:xfrm xmlns:a="http://schemas.openxmlformats.org/drawingml/2006/main">
            <a:off x="2786241"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3954AA5E-BAA6-4EA5-B42B-17514B5C3A1E}"/>
              </a:ext>
            </a:extLst>
          </p:cNvPr>
          <p:cNvSpPr>
            <a:spLocks xmlns:a="http://schemas.openxmlformats.org/drawingml/2006/main" noGrp="1"/>
          </p:cNvSpPr>
          <p:nvPr/>
        </p:nvSpPr>
        <p:spPr>
          <a:xfrm xmlns:a="http://schemas.openxmlformats.org/drawingml/2006/main">
            <a:off x="2834852"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2FE6E010-B081-4736-8790-E3FB8DE972F1}"/>
              </a:ext>
            </a:extLst>
          </p:cNvPr>
          <p:cNvSpPr>
            <a:spLocks xmlns:a="http://schemas.openxmlformats.org/drawingml/2006/main" noGrp="1"/>
          </p:cNvSpPr>
          <p:nvPr/>
        </p:nvSpPr>
        <p:spPr>
          <a:xfrm xmlns:a="http://schemas.openxmlformats.org/drawingml/2006/main">
            <a:off x="2883463"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26680A52-1FB1-433C-A1FE-38522E34B363}"/>
              </a:ext>
            </a:extLst>
          </p:cNvPr>
          <p:cNvSpPr>
            <a:spLocks xmlns:a="http://schemas.openxmlformats.org/drawingml/2006/main" noGrp="1"/>
          </p:cNvSpPr>
          <p:nvPr/>
        </p:nvSpPr>
        <p:spPr>
          <a:xfrm xmlns:a="http://schemas.openxmlformats.org/drawingml/2006/main">
            <a:off x="2932074"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375284D4-6E2D-47CC-952A-B3C10EE0B685}"/>
              </a:ext>
            </a:extLst>
          </p:cNvPr>
          <p:cNvSpPr>
            <a:spLocks xmlns:a="http://schemas.openxmlformats.org/drawingml/2006/main" noGrp="1"/>
          </p:cNvSpPr>
          <p:nvPr/>
        </p:nvSpPr>
        <p:spPr>
          <a:xfrm xmlns:a="http://schemas.openxmlformats.org/drawingml/2006/main">
            <a:off x="298068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6D3125C7-D310-4FD8-B652-D97F7F5B64AA}"/>
              </a:ext>
            </a:extLst>
          </p:cNvPr>
          <p:cNvSpPr>
            <a:spLocks xmlns:a="http://schemas.openxmlformats.org/drawingml/2006/main" noGrp="1"/>
          </p:cNvSpPr>
          <p:nvPr/>
        </p:nvSpPr>
        <p:spPr>
          <a:xfrm xmlns:a="http://schemas.openxmlformats.org/drawingml/2006/main">
            <a:off x="302929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98DCA7CA-DA66-48A9-9734-577709A99BB0}"/>
              </a:ext>
            </a:extLst>
          </p:cNvPr>
          <p:cNvSpPr>
            <a:spLocks xmlns:a="http://schemas.openxmlformats.org/drawingml/2006/main" noGrp="1"/>
          </p:cNvSpPr>
          <p:nvPr/>
        </p:nvSpPr>
        <p:spPr>
          <a:xfrm xmlns:a="http://schemas.openxmlformats.org/drawingml/2006/main">
            <a:off x="307790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D6EE2BE9-44F5-454A-B287-12C434CEC7C7}"/>
              </a:ext>
            </a:extLst>
          </p:cNvPr>
          <p:cNvSpPr>
            <a:spLocks xmlns:a="http://schemas.openxmlformats.org/drawingml/2006/main" noGrp="1"/>
          </p:cNvSpPr>
          <p:nvPr/>
        </p:nvSpPr>
        <p:spPr>
          <a:xfrm xmlns:a="http://schemas.openxmlformats.org/drawingml/2006/main">
            <a:off x="3126518"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064E6720-2617-4518-9193-E24CCD19C5F2}"/>
              </a:ext>
            </a:extLst>
          </p:cNvPr>
          <p:cNvSpPr>
            <a:spLocks xmlns:a="http://schemas.openxmlformats.org/drawingml/2006/main" noGrp="1"/>
          </p:cNvSpPr>
          <p:nvPr/>
        </p:nvSpPr>
        <p:spPr>
          <a:xfrm xmlns:a="http://schemas.openxmlformats.org/drawingml/2006/main">
            <a:off x="317512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FE27A61D-ED97-4E00-8B93-DEC694131B0A}"/>
              </a:ext>
            </a:extLst>
          </p:cNvPr>
          <p:cNvSpPr>
            <a:spLocks xmlns:a="http://schemas.openxmlformats.org/drawingml/2006/main" noGrp="1"/>
          </p:cNvSpPr>
          <p:nvPr/>
        </p:nvSpPr>
        <p:spPr>
          <a:xfrm xmlns:a="http://schemas.openxmlformats.org/drawingml/2006/main">
            <a:off x="3223740"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9CD06518-B416-418D-8AD9-2FA35FCC040F}"/>
              </a:ext>
            </a:extLst>
          </p:cNvPr>
          <p:cNvSpPr>
            <a:spLocks xmlns:a="http://schemas.openxmlformats.org/drawingml/2006/main" noGrp="1"/>
          </p:cNvSpPr>
          <p:nvPr/>
        </p:nvSpPr>
        <p:spPr>
          <a:xfrm xmlns:a="http://schemas.openxmlformats.org/drawingml/2006/main">
            <a:off x="3272351"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E9C8EC86-AE1A-4C78-970F-62EFDA52468A}"/>
              </a:ext>
            </a:extLst>
          </p:cNvPr>
          <p:cNvSpPr>
            <a:spLocks xmlns:a="http://schemas.openxmlformats.org/drawingml/2006/main" noGrp="1"/>
          </p:cNvSpPr>
          <p:nvPr/>
        </p:nvSpPr>
        <p:spPr>
          <a:xfrm xmlns:a="http://schemas.openxmlformats.org/drawingml/2006/main">
            <a:off x="3320962"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2C0B0CF4-F1AA-4752-836D-1ECCB37F38AD}"/>
              </a:ext>
            </a:extLst>
          </p:cNvPr>
          <p:cNvSpPr>
            <a:spLocks xmlns:a="http://schemas.openxmlformats.org/drawingml/2006/main" noGrp="1"/>
          </p:cNvSpPr>
          <p:nvPr/>
        </p:nvSpPr>
        <p:spPr>
          <a:xfrm xmlns:a="http://schemas.openxmlformats.org/drawingml/2006/main">
            <a:off x="3369573"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F534F7F6-E385-48E3-9FC9-23F6FFC29D38}"/>
              </a:ext>
            </a:extLst>
          </p:cNvPr>
          <p:cNvSpPr>
            <a:spLocks xmlns:a="http://schemas.openxmlformats.org/drawingml/2006/main" noGrp="1"/>
          </p:cNvSpPr>
          <p:nvPr/>
        </p:nvSpPr>
        <p:spPr>
          <a:xfrm xmlns:a="http://schemas.openxmlformats.org/drawingml/2006/main">
            <a:off x="3418184"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B68D8CAA-3FA9-4F38-8338-4957B86AFC33}"/>
              </a:ext>
            </a:extLst>
          </p:cNvPr>
          <p:cNvSpPr>
            <a:spLocks xmlns:a="http://schemas.openxmlformats.org/drawingml/2006/main" noGrp="1"/>
          </p:cNvSpPr>
          <p:nvPr/>
        </p:nvSpPr>
        <p:spPr>
          <a:xfrm xmlns:a="http://schemas.openxmlformats.org/drawingml/2006/main">
            <a:off x="346679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939E063E-0BE9-47B2-8743-96631CFD89A2}"/>
              </a:ext>
            </a:extLst>
          </p:cNvPr>
          <p:cNvSpPr>
            <a:spLocks xmlns:a="http://schemas.openxmlformats.org/drawingml/2006/main" noGrp="1"/>
          </p:cNvSpPr>
          <p:nvPr/>
        </p:nvSpPr>
        <p:spPr>
          <a:xfrm xmlns:a="http://schemas.openxmlformats.org/drawingml/2006/main">
            <a:off x="351540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113598B4-4975-4C3A-B65E-8A208094CFA4}"/>
              </a:ext>
            </a:extLst>
          </p:cNvPr>
          <p:cNvSpPr>
            <a:spLocks xmlns:a="http://schemas.openxmlformats.org/drawingml/2006/main" noGrp="1"/>
          </p:cNvSpPr>
          <p:nvPr/>
        </p:nvSpPr>
        <p:spPr>
          <a:xfrm xmlns:a="http://schemas.openxmlformats.org/drawingml/2006/main">
            <a:off x="356401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8DC90B22-BA15-43C7-899B-96DEE7102D50}"/>
              </a:ext>
            </a:extLst>
          </p:cNvPr>
          <p:cNvSpPr>
            <a:spLocks xmlns:a="http://schemas.openxmlformats.org/drawingml/2006/main" noGrp="1"/>
          </p:cNvSpPr>
          <p:nvPr/>
        </p:nvSpPr>
        <p:spPr>
          <a:xfrm xmlns:a="http://schemas.openxmlformats.org/drawingml/2006/main">
            <a:off x="152235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DF2F5DF1-4C8E-4D78-BDCA-0D43D9438E06}"/>
              </a:ext>
            </a:extLst>
          </p:cNvPr>
          <p:cNvSpPr>
            <a:spLocks xmlns:a="http://schemas.openxmlformats.org/drawingml/2006/main" noGrp="1"/>
          </p:cNvSpPr>
          <p:nvPr/>
        </p:nvSpPr>
        <p:spPr>
          <a:xfrm xmlns:a="http://schemas.openxmlformats.org/drawingml/2006/main">
            <a:off x="157096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624A18EB-04BF-46E9-99EC-938A81EFF048}"/>
              </a:ext>
            </a:extLst>
          </p:cNvPr>
          <p:cNvSpPr>
            <a:spLocks xmlns:a="http://schemas.openxmlformats.org/drawingml/2006/main" noGrp="1"/>
          </p:cNvSpPr>
          <p:nvPr/>
        </p:nvSpPr>
        <p:spPr>
          <a:xfrm xmlns:a="http://schemas.openxmlformats.org/drawingml/2006/main">
            <a:off x="161957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D9C4832F-D037-477D-8829-37DBAB255925}"/>
              </a:ext>
            </a:extLst>
          </p:cNvPr>
          <p:cNvSpPr>
            <a:spLocks xmlns:a="http://schemas.openxmlformats.org/drawingml/2006/main" noGrp="1"/>
          </p:cNvSpPr>
          <p:nvPr/>
        </p:nvSpPr>
        <p:spPr>
          <a:xfrm xmlns:a="http://schemas.openxmlformats.org/drawingml/2006/main">
            <a:off x="166818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88D4DE64-4A46-49B0-BC91-EF387318C62C}"/>
              </a:ext>
            </a:extLst>
          </p:cNvPr>
          <p:cNvSpPr>
            <a:spLocks xmlns:a="http://schemas.openxmlformats.org/drawingml/2006/main" noGrp="1"/>
          </p:cNvSpPr>
          <p:nvPr/>
        </p:nvSpPr>
        <p:spPr>
          <a:xfrm xmlns:a="http://schemas.openxmlformats.org/drawingml/2006/main">
            <a:off x="171680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FD95F03A-0619-4516-BC91-35BC97C3A2AB}"/>
              </a:ext>
            </a:extLst>
          </p:cNvPr>
          <p:cNvSpPr>
            <a:spLocks xmlns:a="http://schemas.openxmlformats.org/drawingml/2006/main" noGrp="1"/>
          </p:cNvSpPr>
          <p:nvPr/>
        </p:nvSpPr>
        <p:spPr>
          <a:xfrm xmlns:a="http://schemas.openxmlformats.org/drawingml/2006/main">
            <a:off x="1765411"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07A1845A-9DDC-4948-9D57-C5CD4FBFB225}"/>
              </a:ext>
            </a:extLst>
          </p:cNvPr>
          <p:cNvSpPr>
            <a:spLocks xmlns:a="http://schemas.openxmlformats.org/drawingml/2006/main" noGrp="1"/>
          </p:cNvSpPr>
          <p:nvPr/>
        </p:nvSpPr>
        <p:spPr>
          <a:xfrm xmlns:a="http://schemas.openxmlformats.org/drawingml/2006/main">
            <a:off x="1814022"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EAA985FC-9CD5-4EDD-A88F-424DD6766B1E}"/>
              </a:ext>
            </a:extLst>
          </p:cNvPr>
          <p:cNvSpPr>
            <a:spLocks xmlns:a="http://schemas.openxmlformats.org/drawingml/2006/main" noGrp="1"/>
          </p:cNvSpPr>
          <p:nvPr/>
        </p:nvSpPr>
        <p:spPr>
          <a:xfrm xmlns:a="http://schemas.openxmlformats.org/drawingml/2006/main">
            <a:off x="1862633"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8B716D7B-0963-41C0-A1F7-831B465F899F}"/>
              </a:ext>
            </a:extLst>
          </p:cNvPr>
          <p:cNvSpPr>
            <a:spLocks xmlns:a="http://schemas.openxmlformats.org/drawingml/2006/main" noGrp="1"/>
          </p:cNvSpPr>
          <p:nvPr/>
        </p:nvSpPr>
        <p:spPr>
          <a:xfrm xmlns:a="http://schemas.openxmlformats.org/drawingml/2006/main">
            <a:off x="1911244"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47537199-18F3-46C2-8E8B-5C93045BFE55}"/>
              </a:ext>
            </a:extLst>
          </p:cNvPr>
          <p:cNvSpPr>
            <a:spLocks xmlns:a="http://schemas.openxmlformats.org/drawingml/2006/main" noGrp="1"/>
          </p:cNvSpPr>
          <p:nvPr/>
        </p:nvSpPr>
        <p:spPr>
          <a:xfrm xmlns:a="http://schemas.openxmlformats.org/drawingml/2006/main">
            <a:off x="1959855"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4CB3199A-8160-47EF-B05F-496B7E5E0B9D}"/>
              </a:ext>
            </a:extLst>
          </p:cNvPr>
          <p:cNvSpPr>
            <a:spLocks xmlns:a="http://schemas.openxmlformats.org/drawingml/2006/main" noGrp="1"/>
          </p:cNvSpPr>
          <p:nvPr/>
        </p:nvSpPr>
        <p:spPr>
          <a:xfrm xmlns:a="http://schemas.openxmlformats.org/drawingml/2006/main">
            <a:off x="200846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AF0568B5-62D2-4B51-8F98-D42E72C11D57}"/>
              </a:ext>
            </a:extLst>
          </p:cNvPr>
          <p:cNvSpPr>
            <a:spLocks xmlns:a="http://schemas.openxmlformats.org/drawingml/2006/main" noGrp="1"/>
          </p:cNvSpPr>
          <p:nvPr/>
        </p:nvSpPr>
        <p:spPr>
          <a:xfrm xmlns:a="http://schemas.openxmlformats.org/drawingml/2006/main">
            <a:off x="205707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8482146D-9602-4CF3-B4E2-5A4C4B036C9F}"/>
              </a:ext>
            </a:extLst>
          </p:cNvPr>
          <p:cNvSpPr>
            <a:spLocks xmlns:a="http://schemas.openxmlformats.org/drawingml/2006/main" noGrp="1"/>
          </p:cNvSpPr>
          <p:nvPr/>
        </p:nvSpPr>
        <p:spPr>
          <a:xfrm xmlns:a="http://schemas.openxmlformats.org/drawingml/2006/main">
            <a:off x="210568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916EDB53-526A-4C85-B6DC-E23821DA641B}"/>
              </a:ext>
            </a:extLst>
          </p:cNvPr>
          <p:cNvSpPr>
            <a:spLocks xmlns:a="http://schemas.openxmlformats.org/drawingml/2006/main" noGrp="1"/>
          </p:cNvSpPr>
          <p:nvPr/>
        </p:nvSpPr>
        <p:spPr>
          <a:xfrm xmlns:a="http://schemas.openxmlformats.org/drawingml/2006/main">
            <a:off x="215429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23CE1CC1-63CE-45B6-BB82-9628D4298C42}"/>
              </a:ext>
            </a:extLst>
          </p:cNvPr>
          <p:cNvSpPr>
            <a:spLocks xmlns:a="http://schemas.openxmlformats.org/drawingml/2006/main" noGrp="1"/>
          </p:cNvSpPr>
          <p:nvPr/>
        </p:nvSpPr>
        <p:spPr>
          <a:xfrm xmlns:a="http://schemas.openxmlformats.org/drawingml/2006/main">
            <a:off x="220291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8115A0B9-E3C7-461B-A5D2-66D90595DCEF}"/>
              </a:ext>
            </a:extLst>
          </p:cNvPr>
          <p:cNvSpPr>
            <a:spLocks xmlns:a="http://schemas.openxmlformats.org/drawingml/2006/main" noGrp="1"/>
          </p:cNvSpPr>
          <p:nvPr/>
        </p:nvSpPr>
        <p:spPr>
          <a:xfrm xmlns:a="http://schemas.openxmlformats.org/drawingml/2006/main">
            <a:off x="2251521"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0701378D-E583-4A3E-BC24-34FCAEA1203C}"/>
              </a:ext>
            </a:extLst>
          </p:cNvPr>
          <p:cNvSpPr>
            <a:spLocks xmlns:a="http://schemas.openxmlformats.org/drawingml/2006/main" noGrp="1"/>
          </p:cNvSpPr>
          <p:nvPr/>
        </p:nvSpPr>
        <p:spPr>
          <a:xfrm xmlns:a="http://schemas.openxmlformats.org/drawingml/2006/main">
            <a:off x="2300132"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A9086F65-FE0E-4629-A8CF-F5AF8BC340E5}"/>
              </a:ext>
            </a:extLst>
          </p:cNvPr>
          <p:cNvSpPr>
            <a:spLocks xmlns:a="http://schemas.openxmlformats.org/drawingml/2006/main" noGrp="1"/>
          </p:cNvSpPr>
          <p:nvPr/>
        </p:nvSpPr>
        <p:spPr>
          <a:xfrm xmlns:a="http://schemas.openxmlformats.org/drawingml/2006/main">
            <a:off x="2348743"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D574C15C-0D68-4C10-A289-C64FAD3B0FF4}"/>
              </a:ext>
            </a:extLst>
          </p:cNvPr>
          <p:cNvSpPr>
            <a:spLocks xmlns:a="http://schemas.openxmlformats.org/drawingml/2006/main" noGrp="1"/>
          </p:cNvSpPr>
          <p:nvPr/>
        </p:nvSpPr>
        <p:spPr>
          <a:xfrm xmlns:a="http://schemas.openxmlformats.org/drawingml/2006/main">
            <a:off x="2397354"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BFD28281-316B-4460-AF26-B4FAC4387F5C}"/>
              </a:ext>
            </a:extLst>
          </p:cNvPr>
          <p:cNvSpPr>
            <a:spLocks xmlns:a="http://schemas.openxmlformats.org/drawingml/2006/main" noGrp="1"/>
          </p:cNvSpPr>
          <p:nvPr/>
        </p:nvSpPr>
        <p:spPr>
          <a:xfrm xmlns:a="http://schemas.openxmlformats.org/drawingml/2006/main">
            <a:off x="2445965"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44D81FB1-C340-4D54-8FAF-B1D5CF046A82}"/>
              </a:ext>
            </a:extLst>
          </p:cNvPr>
          <p:cNvSpPr>
            <a:spLocks xmlns:a="http://schemas.openxmlformats.org/drawingml/2006/main" noGrp="1"/>
          </p:cNvSpPr>
          <p:nvPr/>
        </p:nvSpPr>
        <p:spPr>
          <a:xfrm xmlns:a="http://schemas.openxmlformats.org/drawingml/2006/main">
            <a:off x="249457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2B7B48D2-6BE7-4726-B71D-B6CCDEECA33B}"/>
              </a:ext>
            </a:extLst>
          </p:cNvPr>
          <p:cNvSpPr>
            <a:spLocks xmlns:a="http://schemas.openxmlformats.org/drawingml/2006/main" noGrp="1"/>
          </p:cNvSpPr>
          <p:nvPr/>
        </p:nvSpPr>
        <p:spPr>
          <a:xfrm xmlns:a="http://schemas.openxmlformats.org/drawingml/2006/main">
            <a:off x="254318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39F211E9-844E-4F7E-8959-F490572F9D5A}"/>
              </a:ext>
            </a:extLst>
          </p:cNvPr>
          <p:cNvSpPr>
            <a:spLocks xmlns:a="http://schemas.openxmlformats.org/drawingml/2006/main" noGrp="1"/>
          </p:cNvSpPr>
          <p:nvPr/>
        </p:nvSpPr>
        <p:spPr>
          <a:xfrm xmlns:a="http://schemas.openxmlformats.org/drawingml/2006/main">
            <a:off x="259179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EAB013DB-82E9-4DBF-ACD3-C6AB2B292EC4}"/>
              </a:ext>
            </a:extLst>
          </p:cNvPr>
          <p:cNvSpPr>
            <a:spLocks xmlns:a="http://schemas.openxmlformats.org/drawingml/2006/main" noGrp="1"/>
          </p:cNvSpPr>
          <p:nvPr/>
        </p:nvSpPr>
        <p:spPr>
          <a:xfrm xmlns:a="http://schemas.openxmlformats.org/drawingml/2006/main">
            <a:off x="264040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B16F3AF8-C090-4D31-B1AF-E9150E0485EC}"/>
              </a:ext>
            </a:extLst>
          </p:cNvPr>
          <p:cNvSpPr>
            <a:spLocks xmlns:a="http://schemas.openxmlformats.org/drawingml/2006/main" noGrp="1"/>
          </p:cNvSpPr>
          <p:nvPr/>
        </p:nvSpPr>
        <p:spPr>
          <a:xfrm xmlns:a="http://schemas.openxmlformats.org/drawingml/2006/main">
            <a:off x="268901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7D51ABEE-7BC9-4CD4-928E-512AC12493BA}"/>
              </a:ext>
            </a:extLst>
          </p:cNvPr>
          <p:cNvSpPr>
            <a:spLocks xmlns:a="http://schemas.openxmlformats.org/drawingml/2006/main" noGrp="1"/>
          </p:cNvSpPr>
          <p:nvPr/>
        </p:nvSpPr>
        <p:spPr>
          <a:xfrm xmlns:a="http://schemas.openxmlformats.org/drawingml/2006/main">
            <a:off x="273763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D4C4E333-DE90-4EA7-99BA-B8E0BEC7FA09}"/>
              </a:ext>
            </a:extLst>
          </p:cNvPr>
          <p:cNvSpPr>
            <a:spLocks xmlns:a="http://schemas.openxmlformats.org/drawingml/2006/main" noGrp="1"/>
          </p:cNvSpPr>
          <p:nvPr/>
        </p:nvSpPr>
        <p:spPr>
          <a:xfrm xmlns:a="http://schemas.openxmlformats.org/drawingml/2006/main">
            <a:off x="2786241"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F75EAFD4-0F9A-4B29-9D3B-4C45686E836F}"/>
              </a:ext>
            </a:extLst>
          </p:cNvPr>
          <p:cNvSpPr>
            <a:spLocks xmlns:a="http://schemas.openxmlformats.org/drawingml/2006/main" noGrp="1"/>
          </p:cNvSpPr>
          <p:nvPr/>
        </p:nvSpPr>
        <p:spPr>
          <a:xfrm xmlns:a="http://schemas.openxmlformats.org/drawingml/2006/main">
            <a:off x="2834852"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8C6E0E64-AD40-4196-BB2C-BB120E8E3692}"/>
              </a:ext>
            </a:extLst>
          </p:cNvPr>
          <p:cNvSpPr>
            <a:spLocks xmlns:a="http://schemas.openxmlformats.org/drawingml/2006/main" noGrp="1"/>
          </p:cNvSpPr>
          <p:nvPr/>
        </p:nvSpPr>
        <p:spPr>
          <a:xfrm xmlns:a="http://schemas.openxmlformats.org/drawingml/2006/main">
            <a:off x="2883463"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A07AEC97-640B-4057-97E4-14C6660043E2}"/>
              </a:ext>
            </a:extLst>
          </p:cNvPr>
          <p:cNvSpPr>
            <a:spLocks xmlns:a="http://schemas.openxmlformats.org/drawingml/2006/main" noGrp="1"/>
          </p:cNvSpPr>
          <p:nvPr/>
        </p:nvSpPr>
        <p:spPr>
          <a:xfrm xmlns:a="http://schemas.openxmlformats.org/drawingml/2006/main">
            <a:off x="2932074"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7A9E40F7-69C8-4CFD-84F1-ED7A7146097F}"/>
              </a:ext>
            </a:extLst>
          </p:cNvPr>
          <p:cNvSpPr>
            <a:spLocks xmlns:a="http://schemas.openxmlformats.org/drawingml/2006/main" noGrp="1"/>
          </p:cNvSpPr>
          <p:nvPr/>
        </p:nvSpPr>
        <p:spPr>
          <a:xfrm xmlns:a="http://schemas.openxmlformats.org/drawingml/2006/main">
            <a:off x="2980685"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5FA5933B-BF59-4D55-B1F3-A8031286F9FA}"/>
              </a:ext>
            </a:extLst>
          </p:cNvPr>
          <p:cNvSpPr>
            <a:spLocks xmlns:a="http://schemas.openxmlformats.org/drawingml/2006/main" noGrp="1"/>
          </p:cNvSpPr>
          <p:nvPr/>
        </p:nvSpPr>
        <p:spPr>
          <a:xfrm xmlns:a="http://schemas.openxmlformats.org/drawingml/2006/main">
            <a:off x="302929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F2E9328E-C05B-4F20-BE53-0D7748EBB36D}"/>
              </a:ext>
            </a:extLst>
          </p:cNvPr>
          <p:cNvSpPr>
            <a:spLocks xmlns:a="http://schemas.openxmlformats.org/drawingml/2006/main" noGrp="1"/>
          </p:cNvSpPr>
          <p:nvPr/>
        </p:nvSpPr>
        <p:spPr>
          <a:xfrm xmlns:a="http://schemas.openxmlformats.org/drawingml/2006/main">
            <a:off x="307790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88D912C8-EAF0-4B3A-A8CB-029FE148EF30}"/>
              </a:ext>
            </a:extLst>
          </p:cNvPr>
          <p:cNvSpPr>
            <a:spLocks xmlns:a="http://schemas.openxmlformats.org/drawingml/2006/main" noGrp="1"/>
          </p:cNvSpPr>
          <p:nvPr/>
        </p:nvSpPr>
        <p:spPr>
          <a:xfrm xmlns:a="http://schemas.openxmlformats.org/drawingml/2006/main">
            <a:off x="312651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8347EE8F-ABEA-402A-BB6A-E13E62A8F07E}"/>
              </a:ext>
            </a:extLst>
          </p:cNvPr>
          <p:cNvSpPr>
            <a:spLocks xmlns:a="http://schemas.openxmlformats.org/drawingml/2006/main" noGrp="1"/>
          </p:cNvSpPr>
          <p:nvPr/>
        </p:nvSpPr>
        <p:spPr>
          <a:xfrm xmlns:a="http://schemas.openxmlformats.org/drawingml/2006/main">
            <a:off x="317512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A36A7322-684C-44C5-AD3E-5CD453D5D27F}"/>
              </a:ext>
            </a:extLst>
          </p:cNvPr>
          <p:cNvSpPr>
            <a:spLocks xmlns:a="http://schemas.openxmlformats.org/drawingml/2006/main" noGrp="1"/>
          </p:cNvSpPr>
          <p:nvPr/>
        </p:nvSpPr>
        <p:spPr>
          <a:xfrm xmlns:a="http://schemas.openxmlformats.org/drawingml/2006/main">
            <a:off x="322374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BFDB98A8-5B7B-4742-9379-E625D74C1499}"/>
              </a:ext>
            </a:extLst>
          </p:cNvPr>
          <p:cNvSpPr>
            <a:spLocks xmlns:a="http://schemas.openxmlformats.org/drawingml/2006/main" noGrp="1"/>
          </p:cNvSpPr>
          <p:nvPr/>
        </p:nvSpPr>
        <p:spPr>
          <a:xfrm xmlns:a="http://schemas.openxmlformats.org/drawingml/2006/main">
            <a:off x="3272351"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C26A3BEA-8592-4E1D-92ED-70E092EA0F75}"/>
              </a:ext>
            </a:extLst>
          </p:cNvPr>
          <p:cNvSpPr>
            <a:spLocks xmlns:a="http://schemas.openxmlformats.org/drawingml/2006/main" noGrp="1"/>
          </p:cNvSpPr>
          <p:nvPr/>
        </p:nvSpPr>
        <p:spPr>
          <a:xfrm xmlns:a="http://schemas.openxmlformats.org/drawingml/2006/main">
            <a:off x="3320962"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209D13F4-EACF-40D9-90D5-4613A20F785B}"/>
              </a:ext>
            </a:extLst>
          </p:cNvPr>
          <p:cNvSpPr>
            <a:spLocks xmlns:a="http://schemas.openxmlformats.org/drawingml/2006/main" noGrp="1"/>
          </p:cNvSpPr>
          <p:nvPr/>
        </p:nvSpPr>
        <p:spPr>
          <a:xfrm xmlns:a="http://schemas.openxmlformats.org/drawingml/2006/main">
            <a:off x="3369573"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A4062B1F-B3C6-42A6-A723-A6A43A0BDA10}"/>
              </a:ext>
            </a:extLst>
          </p:cNvPr>
          <p:cNvSpPr>
            <a:spLocks xmlns:a="http://schemas.openxmlformats.org/drawingml/2006/main" noGrp="1"/>
          </p:cNvSpPr>
          <p:nvPr/>
        </p:nvSpPr>
        <p:spPr>
          <a:xfrm xmlns:a="http://schemas.openxmlformats.org/drawingml/2006/main">
            <a:off x="3418184"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59D39C5A-2989-4388-9A2B-A0A50B911B72}"/>
              </a:ext>
            </a:extLst>
          </p:cNvPr>
          <p:cNvSpPr>
            <a:spLocks xmlns:a="http://schemas.openxmlformats.org/drawingml/2006/main" noGrp="1"/>
          </p:cNvSpPr>
          <p:nvPr/>
        </p:nvSpPr>
        <p:spPr>
          <a:xfrm xmlns:a="http://schemas.openxmlformats.org/drawingml/2006/main">
            <a:off x="3466795"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927F92E1-F478-4E3B-9D9B-00DDD14EE5B2}"/>
              </a:ext>
            </a:extLst>
          </p:cNvPr>
          <p:cNvSpPr>
            <a:spLocks xmlns:a="http://schemas.openxmlformats.org/drawingml/2006/main" noGrp="1"/>
          </p:cNvSpPr>
          <p:nvPr/>
        </p:nvSpPr>
        <p:spPr>
          <a:xfrm xmlns:a="http://schemas.openxmlformats.org/drawingml/2006/main">
            <a:off x="351540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11D23FEB-D6E5-4F4F-A8DF-B9B2EB3A5693}"/>
              </a:ext>
            </a:extLst>
          </p:cNvPr>
          <p:cNvSpPr>
            <a:spLocks xmlns:a="http://schemas.openxmlformats.org/drawingml/2006/main" noGrp="1"/>
          </p:cNvSpPr>
          <p:nvPr/>
        </p:nvSpPr>
        <p:spPr>
          <a:xfrm xmlns:a="http://schemas.openxmlformats.org/drawingml/2006/main">
            <a:off x="356401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0A7F335F-D086-4AAC-BDCC-3BB27D40A840}"/>
              </a:ext>
            </a:extLst>
          </p:cNvPr>
          <p:cNvSpPr>
            <a:spLocks xmlns:a="http://schemas.openxmlformats.org/drawingml/2006/main" noGrp="1"/>
          </p:cNvSpPr>
          <p:nvPr/>
        </p:nvSpPr>
        <p:spPr>
          <a:xfrm xmlns:a="http://schemas.openxmlformats.org/drawingml/2006/main">
            <a:off x="361262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64A5E95F-C667-4E25-8FEC-563EC359D6A2}"/>
              </a:ext>
            </a:extLst>
          </p:cNvPr>
          <p:cNvSpPr>
            <a:spLocks xmlns:a="http://schemas.openxmlformats.org/drawingml/2006/main" noGrp="1"/>
          </p:cNvSpPr>
          <p:nvPr/>
        </p:nvSpPr>
        <p:spPr>
          <a:xfrm xmlns:a="http://schemas.openxmlformats.org/drawingml/2006/main">
            <a:off x="157096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80779CD2-1E36-428C-B1EF-46E3EA284DC6}"/>
              </a:ext>
            </a:extLst>
          </p:cNvPr>
          <p:cNvSpPr>
            <a:spLocks xmlns:a="http://schemas.openxmlformats.org/drawingml/2006/main" noGrp="1"/>
          </p:cNvSpPr>
          <p:nvPr/>
        </p:nvSpPr>
        <p:spPr>
          <a:xfrm xmlns:a="http://schemas.openxmlformats.org/drawingml/2006/main">
            <a:off x="161957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25BA171D-E9F2-4244-9610-7D7A8A4851D4}"/>
              </a:ext>
            </a:extLst>
          </p:cNvPr>
          <p:cNvSpPr>
            <a:spLocks xmlns:a="http://schemas.openxmlformats.org/drawingml/2006/main" noGrp="1"/>
          </p:cNvSpPr>
          <p:nvPr/>
        </p:nvSpPr>
        <p:spPr>
          <a:xfrm xmlns:a="http://schemas.openxmlformats.org/drawingml/2006/main">
            <a:off x="166818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9DB5C016-2225-400E-AAF8-F075C3957976}"/>
              </a:ext>
            </a:extLst>
          </p:cNvPr>
          <p:cNvSpPr>
            <a:spLocks xmlns:a="http://schemas.openxmlformats.org/drawingml/2006/main" noGrp="1"/>
          </p:cNvSpPr>
          <p:nvPr/>
        </p:nvSpPr>
        <p:spPr>
          <a:xfrm xmlns:a="http://schemas.openxmlformats.org/drawingml/2006/main">
            <a:off x="171680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37F56B68-7387-41A0-8544-6E27C63F8DDE}"/>
              </a:ext>
            </a:extLst>
          </p:cNvPr>
          <p:cNvSpPr>
            <a:spLocks xmlns:a="http://schemas.openxmlformats.org/drawingml/2006/main" noGrp="1"/>
          </p:cNvSpPr>
          <p:nvPr/>
        </p:nvSpPr>
        <p:spPr>
          <a:xfrm xmlns:a="http://schemas.openxmlformats.org/drawingml/2006/main">
            <a:off x="1765411"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1590F628-6091-4FAC-BABB-634B55DE7BDF}"/>
              </a:ext>
            </a:extLst>
          </p:cNvPr>
          <p:cNvSpPr>
            <a:spLocks xmlns:a="http://schemas.openxmlformats.org/drawingml/2006/main" noGrp="1"/>
          </p:cNvSpPr>
          <p:nvPr/>
        </p:nvSpPr>
        <p:spPr>
          <a:xfrm xmlns:a="http://schemas.openxmlformats.org/drawingml/2006/main">
            <a:off x="1814022"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20BB5907-17F8-4879-B669-CDD1232C1E23}"/>
              </a:ext>
            </a:extLst>
          </p:cNvPr>
          <p:cNvSpPr>
            <a:spLocks xmlns:a="http://schemas.openxmlformats.org/drawingml/2006/main" noGrp="1"/>
          </p:cNvSpPr>
          <p:nvPr/>
        </p:nvSpPr>
        <p:spPr>
          <a:xfrm xmlns:a="http://schemas.openxmlformats.org/drawingml/2006/main">
            <a:off x="186263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7E3024A3-FE68-4797-8885-0438C8743736}"/>
              </a:ext>
            </a:extLst>
          </p:cNvPr>
          <p:cNvSpPr>
            <a:spLocks xmlns:a="http://schemas.openxmlformats.org/drawingml/2006/main" noGrp="1"/>
          </p:cNvSpPr>
          <p:nvPr/>
        </p:nvSpPr>
        <p:spPr>
          <a:xfrm xmlns:a="http://schemas.openxmlformats.org/drawingml/2006/main">
            <a:off x="191124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5E48F1CE-B5EA-4CA2-B082-5942DF6737F3}"/>
              </a:ext>
            </a:extLst>
          </p:cNvPr>
          <p:cNvSpPr>
            <a:spLocks xmlns:a="http://schemas.openxmlformats.org/drawingml/2006/main" noGrp="1"/>
          </p:cNvSpPr>
          <p:nvPr/>
        </p:nvSpPr>
        <p:spPr>
          <a:xfrm xmlns:a="http://schemas.openxmlformats.org/drawingml/2006/main">
            <a:off x="195985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076085D8-E53C-48BE-98AE-5D4BE0692C25}"/>
              </a:ext>
            </a:extLst>
          </p:cNvPr>
          <p:cNvSpPr>
            <a:spLocks xmlns:a="http://schemas.openxmlformats.org/drawingml/2006/main" noGrp="1"/>
          </p:cNvSpPr>
          <p:nvPr/>
        </p:nvSpPr>
        <p:spPr>
          <a:xfrm xmlns:a="http://schemas.openxmlformats.org/drawingml/2006/main">
            <a:off x="2008466"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AE123BA7-7395-4DE9-BE2A-9E63A4CC5370}"/>
              </a:ext>
            </a:extLst>
          </p:cNvPr>
          <p:cNvSpPr>
            <a:spLocks xmlns:a="http://schemas.openxmlformats.org/drawingml/2006/main" noGrp="1"/>
          </p:cNvSpPr>
          <p:nvPr/>
        </p:nvSpPr>
        <p:spPr>
          <a:xfrm xmlns:a="http://schemas.openxmlformats.org/drawingml/2006/main">
            <a:off x="205707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7A18316A-6B8B-465C-92B0-B208766E3FDD}"/>
              </a:ext>
            </a:extLst>
          </p:cNvPr>
          <p:cNvSpPr>
            <a:spLocks xmlns:a="http://schemas.openxmlformats.org/drawingml/2006/main" noGrp="1"/>
          </p:cNvSpPr>
          <p:nvPr/>
        </p:nvSpPr>
        <p:spPr>
          <a:xfrm xmlns:a="http://schemas.openxmlformats.org/drawingml/2006/main">
            <a:off x="210568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AB1805F4-1273-4C8B-93A4-09BD09FD02B3}"/>
              </a:ext>
            </a:extLst>
          </p:cNvPr>
          <p:cNvSpPr>
            <a:spLocks xmlns:a="http://schemas.openxmlformats.org/drawingml/2006/main" noGrp="1"/>
          </p:cNvSpPr>
          <p:nvPr/>
        </p:nvSpPr>
        <p:spPr>
          <a:xfrm xmlns:a="http://schemas.openxmlformats.org/drawingml/2006/main">
            <a:off x="215429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D274A8FF-AAA4-48DA-9FFC-87C6C6FB14D6}"/>
              </a:ext>
            </a:extLst>
          </p:cNvPr>
          <p:cNvSpPr>
            <a:spLocks xmlns:a="http://schemas.openxmlformats.org/drawingml/2006/main" noGrp="1"/>
          </p:cNvSpPr>
          <p:nvPr/>
        </p:nvSpPr>
        <p:spPr>
          <a:xfrm xmlns:a="http://schemas.openxmlformats.org/drawingml/2006/main">
            <a:off x="220291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3FED1AF7-57FD-49E1-8364-32F94713CC66}"/>
              </a:ext>
            </a:extLst>
          </p:cNvPr>
          <p:cNvSpPr>
            <a:spLocks xmlns:a="http://schemas.openxmlformats.org/drawingml/2006/main" noGrp="1"/>
          </p:cNvSpPr>
          <p:nvPr/>
        </p:nvSpPr>
        <p:spPr>
          <a:xfrm xmlns:a="http://schemas.openxmlformats.org/drawingml/2006/main">
            <a:off x="2251521"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00FBEE61-4A13-4919-9842-AD6592AC8CB7}"/>
              </a:ext>
            </a:extLst>
          </p:cNvPr>
          <p:cNvSpPr>
            <a:spLocks xmlns:a="http://schemas.openxmlformats.org/drawingml/2006/main" noGrp="1"/>
          </p:cNvSpPr>
          <p:nvPr/>
        </p:nvSpPr>
        <p:spPr>
          <a:xfrm xmlns:a="http://schemas.openxmlformats.org/drawingml/2006/main">
            <a:off x="2300132"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F996F595-22D1-4E43-8504-FC189DCF327E}"/>
              </a:ext>
            </a:extLst>
          </p:cNvPr>
          <p:cNvSpPr>
            <a:spLocks xmlns:a="http://schemas.openxmlformats.org/drawingml/2006/main" noGrp="1"/>
          </p:cNvSpPr>
          <p:nvPr/>
        </p:nvSpPr>
        <p:spPr>
          <a:xfrm xmlns:a="http://schemas.openxmlformats.org/drawingml/2006/main">
            <a:off x="234874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A221A17A-377C-4666-B8D2-AC39A23A7097}"/>
              </a:ext>
            </a:extLst>
          </p:cNvPr>
          <p:cNvSpPr>
            <a:spLocks xmlns:a="http://schemas.openxmlformats.org/drawingml/2006/main" noGrp="1"/>
          </p:cNvSpPr>
          <p:nvPr/>
        </p:nvSpPr>
        <p:spPr>
          <a:xfrm xmlns:a="http://schemas.openxmlformats.org/drawingml/2006/main">
            <a:off x="239735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C5832187-48D8-4754-B5F5-7D043E581C10}"/>
              </a:ext>
            </a:extLst>
          </p:cNvPr>
          <p:cNvSpPr>
            <a:spLocks xmlns:a="http://schemas.openxmlformats.org/drawingml/2006/main" noGrp="1"/>
          </p:cNvSpPr>
          <p:nvPr/>
        </p:nvSpPr>
        <p:spPr>
          <a:xfrm xmlns:a="http://schemas.openxmlformats.org/drawingml/2006/main">
            <a:off x="244596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46F1854F-0225-4467-B7DC-578E0D3FB437}"/>
              </a:ext>
            </a:extLst>
          </p:cNvPr>
          <p:cNvSpPr>
            <a:spLocks xmlns:a="http://schemas.openxmlformats.org/drawingml/2006/main" noGrp="1"/>
          </p:cNvSpPr>
          <p:nvPr/>
        </p:nvSpPr>
        <p:spPr>
          <a:xfrm xmlns:a="http://schemas.openxmlformats.org/drawingml/2006/main">
            <a:off x="2494576"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A67887FC-A9BD-437E-9CF2-9E10FC9D36CE}"/>
              </a:ext>
            </a:extLst>
          </p:cNvPr>
          <p:cNvSpPr>
            <a:spLocks xmlns:a="http://schemas.openxmlformats.org/drawingml/2006/main" noGrp="1"/>
          </p:cNvSpPr>
          <p:nvPr/>
        </p:nvSpPr>
        <p:spPr>
          <a:xfrm xmlns:a="http://schemas.openxmlformats.org/drawingml/2006/main">
            <a:off x="254318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0E8351AF-89EA-4C0E-831F-B41CEB4F03DC}"/>
              </a:ext>
            </a:extLst>
          </p:cNvPr>
          <p:cNvSpPr>
            <a:spLocks xmlns:a="http://schemas.openxmlformats.org/drawingml/2006/main" noGrp="1"/>
          </p:cNvSpPr>
          <p:nvPr/>
        </p:nvSpPr>
        <p:spPr>
          <a:xfrm xmlns:a="http://schemas.openxmlformats.org/drawingml/2006/main">
            <a:off x="259179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0430610E-D996-4900-BECA-5685D428F2D9}"/>
              </a:ext>
            </a:extLst>
          </p:cNvPr>
          <p:cNvSpPr>
            <a:spLocks xmlns:a="http://schemas.openxmlformats.org/drawingml/2006/main" noGrp="1"/>
          </p:cNvSpPr>
          <p:nvPr/>
        </p:nvSpPr>
        <p:spPr>
          <a:xfrm xmlns:a="http://schemas.openxmlformats.org/drawingml/2006/main">
            <a:off x="264040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EF046F8A-7236-4B85-8914-C8332B4C9826}"/>
              </a:ext>
            </a:extLst>
          </p:cNvPr>
          <p:cNvSpPr>
            <a:spLocks xmlns:a="http://schemas.openxmlformats.org/drawingml/2006/main" noGrp="1"/>
          </p:cNvSpPr>
          <p:nvPr/>
        </p:nvSpPr>
        <p:spPr>
          <a:xfrm xmlns:a="http://schemas.openxmlformats.org/drawingml/2006/main">
            <a:off x="268901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E9119A10-7C3E-4D40-A3C2-9582280B2803}"/>
              </a:ext>
            </a:extLst>
          </p:cNvPr>
          <p:cNvSpPr>
            <a:spLocks xmlns:a="http://schemas.openxmlformats.org/drawingml/2006/main" noGrp="1"/>
          </p:cNvSpPr>
          <p:nvPr/>
        </p:nvSpPr>
        <p:spPr>
          <a:xfrm xmlns:a="http://schemas.openxmlformats.org/drawingml/2006/main">
            <a:off x="273763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C606A52C-0B93-4980-84FB-65B0521CB09F}"/>
              </a:ext>
            </a:extLst>
          </p:cNvPr>
          <p:cNvSpPr>
            <a:spLocks xmlns:a="http://schemas.openxmlformats.org/drawingml/2006/main" noGrp="1"/>
          </p:cNvSpPr>
          <p:nvPr/>
        </p:nvSpPr>
        <p:spPr>
          <a:xfrm xmlns:a="http://schemas.openxmlformats.org/drawingml/2006/main">
            <a:off x="2786241"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84B9753B-797C-4B3B-BDA2-C2B659A49AB5}"/>
              </a:ext>
            </a:extLst>
          </p:cNvPr>
          <p:cNvSpPr>
            <a:spLocks xmlns:a="http://schemas.openxmlformats.org/drawingml/2006/main" noGrp="1"/>
          </p:cNvSpPr>
          <p:nvPr/>
        </p:nvSpPr>
        <p:spPr>
          <a:xfrm xmlns:a="http://schemas.openxmlformats.org/drawingml/2006/main">
            <a:off x="2834852"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0CDF196D-A08B-485B-A390-DC81F2FFA7BB}"/>
              </a:ext>
            </a:extLst>
          </p:cNvPr>
          <p:cNvSpPr>
            <a:spLocks xmlns:a="http://schemas.openxmlformats.org/drawingml/2006/main" noGrp="1"/>
          </p:cNvSpPr>
          <p:nvPr/>
        </p:nvSpPr>
        <p:spPr>
          <a:xfrm xmlns:a="http://schemas.openxmlformats.org/drawingml/2006/main">
            <a:off x="288346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65070A77-CE0B-4E20-9035-6F327C9B0767}"/>
              </a:ext>
            </a:extLst>
          </p:cNvPr>
          <p:cNvSpPr>
            <a:spLocks xmlns:a="http://schemas.openxmlformats.org/drawingml/2006/main" noGrp="1"/>
          </p:cNvSpPr>
          <p:nvPr/>
        </p:nvSpPr>
        <p:spPr>
          <a:xfrm xmlns:a="http://schemas.openxmlformats.org/drawingml/2006/main">
            <a:off x="293207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DC94D0D8-31A7-40A0-A9D7-DD3960AEF81F}"/>
              </a:ext>
            </a:extLst>
          </p:cNvPr>
          <p:cNvSpPr>
            <a:spLocks xmlns:a="http://schemas.openxmlformats.org/drawingml/2006/main" noGrp="1"/>
          </p:cNvSpPr>
          <p:nvPr/>
        </p:nvSpPr>
        <p:spPr>
          <a:xfrm xmlns:a="http://schemas.openxmlformats.org/drawingml/2006/main">
            <a:off x="298068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17751996-169D-4E34-BE4B-725A75B2C41E}"/>
              </a:ext>
            </a:extLst>
          </p:cNvPr>
          <p:cNvSpPr>
            <a:spLocks xmlns:a="http://schemas.openxmlformats.org/drawingml/2006/main" noGrp="1"/>
          </p:cNvSpPr>
          <p:nvPr/>
        </p:nvSpPr>
        <p:spPr>
          <a:xfrm xmlns:a="http://schemas.openxmlformats.org/drawingml/2006/main">
            <a:off x="3029296"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7C4255BF-1AF5-4790-950E-2DF4C4B55E7A}"/>
              </a:ext>
            </a:extLst>
          </p:cNvPr>
          <p:cNvSpPr>
            <a:spLocks xmlns:a="http://schemas.openxmlformats.org/drawingml/2006/main" noGrp="1"/>
          </p:cNvSpPr>
          <p:nvPr/>
        </p:nvSpPr>
        <p:spPr>
          <a:xfrm xmlns:a="http://schemas.openxmlformats.org/drawingml/2006/main">
            <a:off x="307790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82384CB8-34EB-4AD2-A7AE-C399F1C62D3F}"/>
              </a:ext>
            </a:extLst>
          </p:cNvPr>
          <p:cNvSpPr>
            <a:spLocks xmlns:a="http://schemas.openxmlformats.org/drawingml/2006/main" noGrp="1"/>
          </p:cNvSpPr>
          <p:nvPr/>
        </p:nvSpPr>
        <p:spPr>
          <a:xfrm xmlns:a="http://schemas.openxmlformats.org/drawingml/2006/main">
            <a:off x="312651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B3CA4825-9A71-45AF-9971-5947B84BB768}"/>
              </a:ext>
            </a:extLst>
          </p:cNvPr>
          <p:cNvSpPr>
            <a:spLocks xmlns:a="http://schemas.openxmlformats.org/drawingml/2006/main" noGrp="1"/>
          </p:cNvSpPr>
          <p:nvPr/>
        </p:nvSpPr>
        <p:spPr>
          <a:xfrm xmlns:a="http://schemas.openxmlformats.org/drawingml/2006/main">
            <a:off x="317512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FA463DD1-426F-482F-B0C0-AA3D3EAEABBB}"/>
              </a:ext>
            </a:extLst>
          </p:cNvPr>
          <p:cNvSpPr>
            <a:spLocks xmlns:a="http://schemas.openxmlformats.org/drawingml/2006/main" noGrp="1"/>
          </p:cNvSpPr>
          <p:nvPr/>
        </p:nvSpPr>
        <p:spPr>
          <a:xfrm xmlns:a="http://schemas.openxmlformats.org/drawingml/2006/main">
            <a:off x="322374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952EA1A3-70BD-4849-91B6-97D1BF5A77CC}"/>
              </a:ext>
            </a:extLst>
          </p:cNvPr>
          <p:cNvSpPr>
            <a:spLocks xmlns:a="http://schemas.openxmlformats.org/drawingml/2006/main" noGrp="1"/>
          </p:cNvSpPr>
          <p:nvPr/>
        </p:nvSpPr>
        <p:spPr>
          <a:xfrm xmlns:a="http://schemas.openxmlformats.org/drawingml/2006/main">
            <a:off x="3272351"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A739520F-7C25-480F-80AA-3D151A94CACA}"/>
              </a:ext>
            </a:extLst>
          </p:cNvPr>
          <p:cNvSpPr>
            <a:spLocks xmlns:a="http://schemas.openxmlformats.org/drawingml/2006/main" noGrp="1"/>
          </p:cNvSpPr>
          <p:nvPr/>
        </p:nvSpPr>
        <p:spPr>
          <a:xfrm xmlns:a="http://schemas.openxmlformats.org/drawingml/2006/main">
            <a:off x="3320962"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D2516C34-3370-4597-BB6E-1BEEEFF640C8}"/>
              </a:ext>
            </a:extLst>
          </p:cNvPr>
          <p:cNvSpPr>
            <a:spLocks xmlns:a="http://schemas.openxmlformats.org/drawingml/2006/main" noGrp="1"/>
          </p:cNvSpPr>
          <p:nvPr/>
        </p:nvSpPr>
        <p:spPr>
          <a:xfrm xmlns:a="http://schemas.openxmlformats.org/drawingml/2006/main">
            <a:off x="336957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20411780-1E52-4F40-AA6A-7816D08A1371}"/>
              </a:ext>
            </a:extLst>
          </p:cNvPr>
          <p:cNvSpPr>
            <a:spLocks xmlns:a="http://schemas.openxmlformats.org/drawingml/2006/main" noGrp="1"/>
          </p:cNvSpPr>
          <p:nvPr/>
        </p:nvSpPr>
        <p:spPr>
          <a:xfrm xmlns:a="http://schemas.openxmlformats.org/drawingml/2006/main">
            <a:off x="341818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B282F9D0-62E9-470C-9D4E-64240D3C3029}"/>
              </a:ext>
            </a:extLst>
          </p:cNvPr>
          <p:cNvSpPr>
            <a:spLocks xmlns:a="http://schemas.openxmlformats.org/drawingml/2006/main" noGrp="1"/>
          </p:cNvSpPr>
          <p:nvPr/>
        </p:nvSpPr>
        <p:spPr>
          <a:xfrm xmlns:a="http://schemas.openxmlformats.org/drawingml/2006/main">
            <a:off x="346679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C26CFEAE-EF70-4ACF-8430-F58A98F28F00}"/>
              </a:ext>
            </a:extLst>
          </p:cNvPr>
          <p:cNvSpPr>
            <a:spLocks xmlns:a="http://schemas.openxmlformats.org/drawingml/2006/main" noGrp="1"/>
          </p:cNvSpPr>
          <p:nvPr/>
        </p:nvSpPr>
        <p:spPr>
          <a:xfrm xmlns:a="http://schemas.openxmlformats.org/drawingml/2006/main">
            <a:off x="3515406"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DAE59DE5-8C4A-491F-A337-CD7AE0C2AAE9}"/>
              </a:ext>
            </a:extLst>
          </p:cNvPr>
          <p:cNvSpPr>
            <a:spLocks xmlns:a="http://schemas.openxmlformats.org/drawingml/2006/main" noGrp="1"/>
          </p:cNvSpPr>
          <p:nvPr/>
        </p:nvSpPr>
        <p:spPr>
          <a:xfrm xmlns:a="http://schemas.openxmlformats.org/drawingml/2006/main">
            <a:off x="356401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C002B543-3DB0-4748-94B2-9B53BD7F462A}"/>
              </a:ext>
            </a:extLst>
          </p:cNvPr>
          <p:cNvSpPr>
            <a:spLocks xmlns:a="http://schemas.openxmlformats.org/drawingml/2006/main" noGrp="1"/>
          </p:cNvSpPr>
          <p:nvPr/>
        </p:nvSpPr>
        <p:spPr>
          <a:xfrm xmlns:a="http://schemas.openxmlformats.org/drawingml/2006/main">
            <a:off x="361262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BC788506-339B-4F51-B50A-525D5D9A84DC}"/>
              </a:ext>
            </a:extLst>
          </p:cNvPr>
          <p:cNvSpPr>
            <a:spLocks xmlns:a="http://schemas.openxmlformats.org/drawingml/2006/main" noGrp="1"/>
          </p:cNvSpPr>
          <p:nvPr/>
        </p:nvSpPr>
        <p:spPr>
          <a:xfrm xmlns:a="http://schemas.openxmlformats.org/drawingml/2006/main">
            <a:off x="390429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7A4B1F38-C31E-4EF2-B78C-AE21B348F909}"/>
              </a:ext>
            </a:extLst>
          </p:cNvPr>
          <p:cNvSpPr>
            <a:spLocks xmlns:a="http://schemas.openxmlformats.org/drawingml/2006/main" noGrp="1"/>
          </p:cNvSpPr>
          <p:nvPr/>
        </p:nvSpPr>
        <p:spPr>
          <a:xfrm xmlns:a="http://schemas.openxmlformats.org/drawingml/2006/main">
            <a:off x="157096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058FC185-1C38-4598-9A5E-20AF8B80BCD6}"/>
              </a:ext>
            </a:extLst>
          </p:cNvPr>
          <p:cNvSpPr>
            <a:spLocks xmlns:a="http://schemas.openxmlformats.org/drawingml/2006/main" noGrp="1"/>
          </p:cNvSpPr>
          <p:nvPr/>
        </p:nvSpPr>
        <p:spPr>
          <a:xfrm xmlns:a="http://schemas.openxmlformats.org/drawingml/2006/main">
            <a:off x="161957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01B5A7CC-E0F9-44E0-B9AB-65902CAA7794}"/>
              </a:ext>
            </a:extLst>
          </p:cNvPr>
          <p:cNvSpPr>
            <a:spLocks xmlns:a="http://schemas.openxmlformats.org/drawingml/2006/main" noGrp="1"/>
          </p:cNvSpPr>
          <p:nvPr/>
        </p:nvSpPr>
        <p:spPr>
          <a:xfrm xmlns:a="http://schemas.openxmlformats.org/drawingml/2006/main">
            <a:off x="166818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7BD9CB4B-36CD-446B-AE58-884F8F42FE93}"/>
              </a:ext>
            </a:extLst>
          </p:cNvPr>
          <p:cNvSpPr>
            <a:spLocks xmlns:a="http://schemas.openxmlformats.org/drawingml/2006/main" noGrp="1"/>
          </p:cNvSpPr>
          <p:nvPr/>
        </p:nvSpPr>
        <p:spPr>
          <a:xfrm xmlns:a="http://schemas.openxmlformats.org/drawingml/2006/main">
            <a:off x="1716800"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99CF4E35-3457-4C5D-85AD-406E24457DA6}"/>
              </a:ext>
            </a:extLst>
          </p:cNvPr>
          <p:cNvSpPr>
            <a:spLocks xmlns:a="http://schemas.openxmlformats.org/drawingml/2006/main" noGrp="1"/>
          </p:cNvSpPr>
          <p:nvPr/>
        </p:nvSpPr>
        <p:spPr>
          <a:xfrm xmlns:a="http://schemas.openxmlformats.org/drawingml/2006/main">
            <a:off x="176541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8A418BAE-156E-46A4-88CE-6E8D1CF40B1E}"/>
              </a:ext>
            </a:extLst>
          </p:cNvPr>
          <p:cNvSpPr>
            <a:spLocks xmlns:a="http://schemas.openxmlformats.org/drawingml/2006/main" noGrp="1"/>
          </p:cNvSpPr>
          <p:nvPr/>
        </p:nvSpPr>
        <p:spPr>
          <a:xfrm xmlns:a="http://schemas.openxmlformats.org/drawingml/2006/main">
            <a:off x="181402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FDA33F14-6FC0-4791-8C96-D6BE5E842535}"/>
              </a:ext>
            </a:extLst>
          </p:cNvPr>
          <p:cNvSpPr>
            <a:spLocks xmlns:a="http://schemas.openxmlformats.org/drawingml/2006/main" noGrp="1"/>
          </p:cNvSpPr>
          <p:nvPr/>
        </p:nvSpPr>
        <p:spPr>
          <a:xfrm xmlns:a="http://schemas.openxmlformats.org/drawingml/2006/main">
            <a:off x="186263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CC609E91-D775-429E-A469-7041A8A62119}"/>
              </a:ext>
            </a:extLst>
          </p:cNvPr>
          <p:cNvSpPr>
            <a:spLocks xmlns:a="http://schemas.openxmlformats.org/drawingml/2006/main" noGrp="1"/>
          </p:cNvSpPr>
          <p:nvPr/>
        </p:nvSpPr>
        <p:spPr>
          <a:xfrm xmlns:a="http://schemas.openxmlformats.org/drawingml/2006/main">
            <a:off x="191124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5D786865-A82F-4DCF-BD7F-6FC1284473B1}"/>
              </a:ext>
            </a:extLst>
          </p:cNvPr>
          <p:cNvSpPr>
            <a:spLocks xmlns:a="http://schemas.openxmlformats.org/drawingml/2006/main" noGrp="1"/>
          </p:cNvSpPr>
          <p:nvPr/>
        </p:nvSpPr>
        <p:spPr>
          <a:xfrm xmlns:a="http://schemas.openxmlformats.org/drawingml/2006/main">
            <a:off x="1959855"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81622E76-823C-4C11-8600-7D6B10E41809}"/>
              </a:ext>
            </a:extLst>
          </p:cNvPr>
          <p:cNvSpPr>
            <a:spLocks xmlns:a="http://schemas.openxmlformats.org/drawingml/2006/main" noGrp="1"/>
          </p:cNvSpPr>
          <p:nvPr/>
        </p:nvSpPr>
        <p:spPr>
          <a:xfrm xmlns:a="http://schemas.openxmlformats.org/drawingml/2006/main">
            <a:off x="2008466"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6CA96EF4-82A9-47A2-8811-86572D63634D}"/>
              </a:ext>
            </a:extLst>
          </p:cNvPr>
          <p:cNvSpPr>
            <a:spLocks xmlns:a="http://schemas.openxmlformats.org/drawingml/2006/main" noGrp="1"/>
          </p:cNvSpPr>
          <p:nvPr/>
        </p:nvSpPr>
        <p:spPr>
          <a:xfrm xmlns:a="http://schemas.openxmlformats.org/drawingml/2006/main">
            <a:off x="205707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793E4CEE-1654-45A1-B62B-BD9DD256853F}"/>
              </a:ext>
            </a:extLst>
          </p:cNvPr>
          <p:cNvSpPr>
            <a:spLocks xmlns:a="http://schemas.openxmlformats.org/drawingml/2006/main" noGrp="1"/>
          </p:cNvSpPr>
          <p:nvPr/>
        </p:nvSpPr>
        <p:spPr>
          <a:xfrm xmlns:a="http://schemas.openxmlformats.org/drawingml/2006/main">
            <a:off x="210568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21D5861D-5726-4313-8A0C-057B064F47F6}"/>
              </a:ext>
            </a:extLst>
          </p:cNvPr>
          <p:cNvSpPr>
            <a:spLocks xmlns:a="http://schemas.openxmlformats.org/drawingml/2006/main" noGrp="1"/>
          </p:cNvSpPr>
          <p:nvPr/>
        </p:nvSpPr>
        <p:spPr>
          <a:xfrm xmlns:a="http://schemas.openxmlformats.org/drawingml/2006/main">
            <a:off x="215429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BAA242E1-475B-43A3-AFCE-5BC505B4AF03}"/>
              </a:ext>
            </a:extLst>
          </p:cNvPr>
          <p:cNvSpPr>
            <a:spLocks xmlns:a="http://schemas.openxmlformats.org/drawingml/2006/main" noGrp="1"/>
          </p:cNvSpPr>
          <p:nvPr/>
        </p:nvSpPr>
        <p:spPr>
          <a:xfrm xmlns:a="http://schemas.openxmlformats.org/drawingml/2006/main">
            <a:off x="2202910"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1940C966-ED6F-4BD1-BB61-D9249E814B71}"/>
              </a:ext>
            </a:extLst>
          </p:cNvPr>
          <p:cNvSpPr>
            <a:spLocks xmlns:a="http://schemas.openxmlformats.org/drawingml/2006/main" noGrp="1"/>
          </p:cNvSpPr>
          <p:nvPr/>
        </p:nvSpPr>
        <p:spPr>
          <a:xfrm xmlns:a="http://schemas.openxmlformats.org/drawingml/2006/main">
            <a:off x="225152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66635CFC-0E27-409E-BA03-24D2DF687421}"/>
              </a:ext>
            </a:extLst>
          </p:cNvPr>
          <p:cNvSpPr>
            <a:spLocks xmlns:a="http://schemas.openxmlformats.org/drawingml/2006/main" noGrp="1"/>
          </p:cNvSpPr>
          <p:nvPr/>
        </p:nvSpPr>
        <p:spPr>
          <a:xfrm xmlns:a="http://schemas.openxmlformats.org/drawingml/2006/main">
            <a:off x="230013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99903387-A235-4E26-B2F7-48BBDA335918}"/>
              </a:ext>
            </a:extLst>
          </p:cNvPr>
          <p:cNvSpPr>
            <a:spLocks xmlns:a="http://schemas.openxmlformats.org/drawingml/2006/main" noGrp="1"/>
          </p:cNvSpPr>
          <p:nvPr/>
        </p:nvSpPr>
        <p:spPr>
          <a:xfrm xmlns:a="http://schemas.openxmlformats.org/drawingml/2006/main">
            <a:off x="234874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8D2D2AC0-070A-45B9-9D20-F1F8A659EEBE}"/>
              </a:ext>
            </a:extLst>
          </p:cNvPr>
          <p:cNvSpPr>
            <a:spLocks xmlns:a="http://schemas.openxmlformats.org/drawingml/2006/main" noGrp="1"/>
          </p:cNvSpPr>
          <p:nvPr/>
        </p:nvSpPr>
        <p:spPr>
          <a:xfrm xmlns:a="http://schemas.openxmlformats.org/drawingml/2006/main">
            <a:off x="239735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CCBFD06F-2BAB-4C98-85E9-645563915489}"/>
              </a:ext>
            </a:extLst>
          </p:cNvPr>
          <p:cNvSpPr>
            <a:spLocks xmlns:a="http://schemas.openxmlformats.org/drawingml/2006/main" noGrp="1"/>
          </p:cNvSpPr>
          <p:nvPr/>
        </p:nvSpPr>
        <p:spPr>
          <a:xfrm xmlns:a="http://schemas.openxmlformats.org/drawingml/2006/main">
            <a:off x="2445965"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6C0EBDD9-956F-4909-B59E-853FCD89F606}"/>
              </a:ext>
            </a:extLst>
          </p:cNvPr>
          <p:cNvSpPr>
            <a:spLocks xmlns:a="http://schemas.openxmlformats.org/drawingml/2006/main" noGrp="1"/>
          </p:cNvSpPr>
          <p:nvPr/>
        </p:nvSpPr>
        <p:spPr>
          <a:xfrm xmlns:a="http://schemas.openxmlformats.org/drawingml/2006/main">
            <a:off x="2494576"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ACA4A34F-DC5A-471F-A0E4-C4A79AEDA599}"/>
              </a:ext>
            </a:extLst>
          </p:cNvPr>
          <p:cNvSpPr>
            <a:spLocks xmlns:a="http://schemas.openxmlformats.org/drawingml/2006/main" noGrp="1"/>
          </p:cNvSpPr>
          <p:nvPr/>
        </p:nvSpPr>
        <p:spPr>
          <a:xfrm xmlns:a="http://schemas.openxmlformats.org/drawingml/2006/main">
            <a:off x="254318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D33482CB-EF67-4E8E-B045-4C3F262A48E8}"/>
              </a:ext>
            </a:extLst>
          </p:cNvPr>
          <p:cNvSpPr>
            <a:spLocks xmlns:a="http://schemas.openxmlformats.org/drawingml/2006/main" noGrp="1"/>
          </p:cNvSpPr>
          <p:nvPr/>
        </p:nvSpPr>
        <p:spPr>
          <a:xfrm xmlns:a="http://schemas.openxmlformats.org/drawingml/2006/main">
            <a:off x="259179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8ADD3D16-E823-43A4-862D-E8096409AD0A}"/>
              </a:ext>
            </a:extLst>
          </p:cNvPr>
          <p:cNvSpPr>
            <a:spLocks xmlns:a="http://schemas.openxmlformats.org/drawingml/2006/main" noGrp="1"/>
          </p:cNvSpPr>
          <p:nvPr/>
        </p:nvSpPr>
        <p:spPr>
          <a:xfrm xmlns:a="http://schemas.openxmlformats.org/drawingml/2006/main">
            <a:off x="264040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8A7E8ABB-F77C-4916-9B06-153C36EC83B7}"/>
              </a:ext>
            </a:extLst>
          </p:cNvPr>
          <p:cNvSpPr>
            <a:spLocks xmlns:a="http://schemas.openxmlformats.org/drawingml/2006/main" noGrp="1"/>
          </p:cNvSpPr>
          <p:nvPr/>
        </p:nvSpPr>
        <p:spPr>
          <a:xfrm xmlns:a="http://schemas.openxmlformats.org/drawingml/2006/main">
            <a:off x="268901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D0EA47F2-DABA-4F20-B788-08F3AECD2314}"/>
              </a:ext>
            </a:extLst>
          </p:cNvPr>
          <p:cNvSpPr>
            <a:spLocks xmlns:a="http://schemas.openxmlformats.org/drawingml/2006/main" noGrp="1"/>
          </p:cNvSpPr>
          <p:nvPr/>
        </p:nvSpPr>
        <p:spPr>
          <a:xfrm xmlns:a="http://schemas.openxmlformats.org/drawingml/2006/main">
            <a:off x="2737630"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00A77E9A-F860-4F8A-B872-3E17A0DC4DD8}"/>
              </a:ext>
            </a:extLst>
          </p:cNvPr>
          <p:cNvSpPr>
            <a:spLocks xmlns:a="http://schemas.openxmlformats.org/drawingml/2006/main" noGrp="1"/>
          </p:cNvSpPr>
          <p:nvPr/>
        </p:nvSpPr>
        <p:spPr>
          <a:xfrm xmlns:a="http://schemas.openxmlformats.org/drawingml/2006/main">
            <a:off x="278624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02225868-8399-4D7C-A4A6-202FE99A2B41}"/>
              </a:ext>
            </a:extLst>
          </p:cNvPr>
          <p:cNvSpPr>
            <a:spLocks xmlns:a="http://schemas.openxmlformats.org/drawingml/2006/main" noGrp="1"/>
          </p:cNvSpPr>
          <p:nvPr/>
        </p:nvSpPr>
        <p:spPr>
          <a:xfrm xmlns:a="http://schemas.openxmlformats.org/drawingml/2006/main">
            <a:off x="283485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B5D34103-E43F-42EE-AAEB-323C0BB4FD8F}"/>
              </a:ext>
            </a:extLst>
          </p:cNvPr>
          <p:cNvSpPr>
            <a:spLocks xmlns:a="http://schemas.openxmlformats.org/drawingml/2006/main" noGrp="1"/>
          </p:cNvSpPr>
          <p:nvPr/>
        </p:nvSpPr>
        <p:spPr>
          <a:xfrm xmlns:a="http://schemas.openxmlformats.org/drawingml/2006/main">
            <a:off x="288346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70C8EC15-FD37-4E7F-A7A0-AE70C3525731}"/>
              </a:ext>
            </a:extLst>
          </p:cNvPr>
          <p:cNvSpPr>
            <a:spLocks xmlns:a="http://schemas.openxmlformats.org/drawingml/2006/main" noGrp="1"/>
          </p:cNvSpPr>
          <p:nvPr/>
        </p:nvSpPr>
        <p:spPr>
          <a:xfrm xmlns:a="http://schemas.openxmlformats.org/drawingml/2006/main">
            <a:off x="293207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56121791-2889-40F3-AE8E-7CD03DB7693E}"/>
              </a:ext>
            </a:extLst>
          </p:cNvPr>
          <p:cNvSpPr>
            <a:spLocks xmlns:a="http://schemas.openxmlformats.org/drawingml/2006/main" noGrp="1"/>
          </p:cNvSpPr>
          <p:nvPr/>
        </p:nvSpPr>
        <p:spPr>
          <a:xfrm xmlns:a="http://schemas.openxmlformats.org/drawingml/2006/main">
            <a:off x="2980685"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D1821509-B295-409D-8BED-CAAD4F995FAC}"/>
              </a:ext>
            </a:extLst>
          </p:cNvPr>
          <p:cNvSpPr>
            <a:spLocks xmlns:a="http://schemas.openxmlformats.org/drawingml/2006/main" noGrp="1"/>
          </p:cNvSpPr>
          <p:nvPr/>
        </p:nvSpPr>
        <p:spPr>
          <a:xfrm xmlns:a="http://schemas.openxmlformats.org/drawingml/2006/main">
            <a:off x="3029296"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D2847573-4209-4E55-A01F-BE7CB43187C3}"/>
              </a:ext>
            </a:extLst>
          </p:cNvPr>
          <p:cNvSpPr>
            <a:spLocks xmlns:a="http://schemas.openxmlformats.org/drawingml/2006/main" noGrp="1"/>
          </p:cNvSpPr>
          <p:nvPr/>
        </p:nvSpPr>
        <p:spPr>
          <a:xfrm xmlns:a="http://schemas.openxmlformats.org/drawingml/2006/main">
            <a:off x="307790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0E37D7E1-4703-4BB5-BCBA-B2DCFAC50355}"/>
              </a:ext>
            </a:extLst>
          </p:cNvPr>
          <p:cNvSpPr>
            <a:spLocks xmlns:a="http://schemas.openxmlformats.org/drawingml/2006/main" noGrp="1"/>
          </p:cNvSpPr>
          <p:nvPr/>
        </p:nvSpPr>
        <p:spPr>
          <a:xfrm xmlns:a="http://schemas.openxmlformats.org/drawingml/2006/main">
            <a:off x="312651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51BC8C93-6B65-4D05-BC8D-D6749E97BE31}"/>
              </a:ext>
            </a:extLst>
          </p:cNvPr>
          <p:cNvSpPr>
            <a:spLocks xmlns:a="http://schemas.openxmlformats.org/drawingml/2006/main" noGrp="1"/>
          </p:cNvSpPr>
          <p:nvPr/>
        </p:nvSpPr>
        <p:spPr>
          <a:xfrm xmlns:a="http://schemas.openxmlformats.org/drawingml/2006/main">
            <a:off x="317512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0DDC2205-C233-4EC0-B0C9-46E70100D250}"/>
              </a:ext>
            </a:extLst>
          </p:cNvPr>
          <p:cNvSpPr>
            <a:spLocks xmlns:a="http://schemas.openxmlformats.org/drawingml/2006/main" noGrp="1"/>
          </p:cNvSpPr>
          <p:nvPr/>
        </p:nvSpPr>
        <p:spPr>
          <a:xfrm xmlns:a="http://schemas.openxmlformats.org/drawingml/2006/main">
            <a:off x="3223740"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2EB84E1C-8E0D-4662-8E9C-F819FCB20C31}"/>
              </a:ext>
            </a:extLst>
          </p:cNvPr>
          <p:cNvSpPr>
            <a:spLocks xmlns:a="http://schemas.openxmlformats.org/drawingml/2006/main" noGrp="1"/>
          </p:cNvSpPr>
          <p:nvPr/>
        </p:nvSpPr>
        <p:spPr>
          <a:xfrm xmlns:a="http://schemas.openxmlformats.org/drawingml/2006/main">
            <a:off x="327235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D1D534C4-EA44-4904-8BB8-CBFB2C92CDCE}"/>
              </a:ext>
            </a:extLst>
          </p:cNvPr>
          <p:cNvSpPr>
            <a:spLocks xmlns:a="http://schemas.openxmlformats.org/drawingml/2006/main" noGrp="1"/>
          </p:cNvSpPr>
          <p:nvPr/>
        </p:nvSpPr>
        <p:spPr>
          <a:xfrm xmlns:a="http://schemas.openxmlformats.org/drawingml/2006/main">
            <a:off x="332096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59779121-A7A6-475C-801E-3423B4E89D02}"/>
              </a:ext>
            </a:extLst>
          </p:cNvPr>
          <p:cNvSpPr>
            <a:spLocks xmlns:a="http://schemas.openxmlformats.org/drawingml/2006/main" noGrp="1"/>
          </p:cNvSpPr>
          <p:nvPr/>
        </p:nvSpPr>
        <p:spPr>
          <a:xfrm xmlns:a="http://schemas.openxmlformats.org/drawingml/2006/main">
            <a:off x="336957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D2EA9D17-1E1C-4B3A-813A-0E2E0DFD782C}"/>
              </a:ext>
            </a:extLst>
          </p:cNvPr>
          <p:cNvSpPr>
            <a:spLocks xmlns:a="http://schemas.openxmlformats.org/drawingml/2006/main" noGrp="1"/>
          </p:cNvSpPr>
          <p:nvPr/>
        </p:nvSpPr>
        <p:spPr>
          <a:xfrm xmlns:a="http://schemas.openxmlformats.org/drawingml/2006/main">
            <a:off x="341818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6DD5459E-D9EF-4B0F-AD1C-5637A75E05B5}"/>
              </a:ext>
            </a:extLst>
          </p:cNvPr>
          <p:cNvSpPr>
            <a:spLocks xmlns:a="http://schemas.openxmlformats.org/drawingml/2006/main" noGrp="1"/>
          </p:cNvSpPr>
          <p:nvPr/>
        </p:nvSpPr>
        <p:spPr>
          <a:xfrm xmlns:a="http://schemas.openxmlformats.org/drawingml/2006/main">
            <a:off x="3466795"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0C593C63-B3D7-44F3-BDBB-F161FDCFA4CF}"/>
              </a:ext>
            </a:extLst>
          </p:cNvPr>
          <p:cNvSpPr>
            <a:spLocks xmlns:a="http://schemas.openxmlformats.org/drawingml/2006/main" noGrp="1"/>
          </p:cNvSpPr>
          <p:nvPr/>
        </p:nvSpPr>
        <p:spPr>
          <a:xfrm xmlns:a="http://schemas.openxmlformats.org/drawingml/2006/main">
            <a:off x="3515406"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F7ABFF06-CF49-49E2-AA4E-D56AF10905C8}"/>
              </a:ext>
            </a:extLst>
          </p:cNvPr>
          <p:cNvSpPr>
            <a:spLocks xmlns:a="http://schemas.openxmlformats.org/drawingml/2006/main" noGrp="1"/>
          </p:cNvSpPr>
          <p:nvPr/>
        </p:nvSpPr>
        <p:spPr>
          <a:xfrm xmlns:a="http://schemas.openxmlformats.org/drawingml/2006/main">
            <a:off x="356401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FE1C30E3-6EBF-456D-AAB7-78876E7176C1}"/>
              </a:ext>
            </a:extLst>
          </p:cNvPr>
          <p:cNvSpPr>
            <a:spLocks xmlns:a="http://schemas.openxmlformats.org/drawingml/2006/main" noGrp="1"/>
          </p:cNvSpPr>
          <p:nvPr/>
        </p:nvSpPr>
        <p:spPr>
          <a:xfrm xmlns:a="http://schemas.openxmlformats.org/drawingml/2006/main">
            <a:off x="361262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B7D15718-103F-4118-A52D-284D2F400058}"/>
              </a:ext>
            </a:extLst>
          </p:cNvPr>
          <p:cNvSpPr>
            <a:spLocks xmlns:a="http://schemas.openxmlformats.org/drawingml/2006/main" noGrp="1"/>
          </p:cNvSpPr>
          <p:nvPr/>
        </p:nvSpPr>
        <p:spPr>
          <a:xfrm xmlns:a="http://schemas.openxmlformats.org/drawingml/2006/main">
            <a:off x="366123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5DE7194F-83FC-4872-B54A-2F693B8F17DD}"/>
              </a:ext>
            </a:extLst>
          </p:cNvPr>
          <p:cNvSpPr>
            <a:spLocks xmlns:a="http://schemas.openxmlformats.org/drawingml/2006/main" noGrp="1"/>
          </p:cNvSpPr>
          <p:nvPr/>
        </p:nvSpPr>
        <p:spPr>
          <a:xfrm xmlns:a="http://schemas.openxmlformats.org/drawingml/2006/main">
            <a:off x="385568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2B51C001-B4EF-4031-8B31-14312F61676D}"/>
              </a:ext>
            </a:extLst>
          </p:cNvPr>
          <p:cNvSpPr>
            <a:spLocks xmlns:a="http://schemas.openxmlformats.org/drawingml/2006/main" noGrp="1"/>
          </p:cNvSpPr>
          <p:nvPr/>
        </p:nvSpPr>
        <p:spPr>
          <a:xfrm xmlns:a="http://schemas.openxmlformats.org/drawingml/2006/main">
            <a:off x="390429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1703F006-E596-49EC-AEBB-957901961DB3}"/>
              </a:ext>
            </a:extLst>
          </p:cNvPr>
          <p:cNvSpPr>
            <a:spLocks xmlns:a="http://schemas.openxmlformats.org/drawingml/2006/main" noGrp="1"/>
          </p:cNvSpPr>
          <p:nvPr/>
        </p:nvSpPr>
        <p:spPr>
          <a:xfrm xmlns:a="http://schemas.openxmlformats.org/drawingml/2006/main">
            <a:off x="161957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E9C02F3D-86E7-47B0-B94E-237839CE1D81}"/>
              </a:ext>
            </a:extLst>
          </p:cNvPr>
          <p:cNvSpPr>
            <a:spLocks xmlns:a="http://schemas.openxmlformats.org/drawingml/2006/main" noGrp="1"/>
          </p:cNvSpPr>
          <p:nvPr/>
        </p:nvSpPr>
        <p:spPr>
          <a:xfrm xmlns:a="http://schemas.openxmlformats.org/drawingml/2006/main">
            <a:off x="166818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5329CB7A-C3BB-4EC1-9A8F-FA0F61A51239}"/>
              </a:ext>
            </a:extLst>
          </p:cNvPr>
          <p:cNvSpPr>
            <a:spLocks xmlns:a="http://schemas.openxmlformats.org/drawingml/2006/main" noGrp="1"/>
          </p:cNvSpPr>
          <p:nvPr/>
        </p:nvSpPr>
        <p:spPr>
          <a:xfrm xmlns:a="http://schemas.openxmlformats.org/drawingml/2006/main">
            <a:off x="171680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F9B9D6AA-1946-4A2D-879F-4EB2DAC8FE35}"/>
              </a:ext>
            </a:extLst>
          </p:cNvPr>
          <p:cNvSpPr>
            <a:spLocks xmlns:a="http://schemas.openxmlformats.org/drawingml/2006/main" noGrp="1"/>
          </p:cNvSpPr>
          <p:nvPr/>
        </p:nvSpPr>
        <p:spPr>
          <a:xfrm xmlns:a="http://schemas.openxmlformats.org/drawingml/2006/main">
            <a:off x="176541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A5655B84-BFDE-4681-B7E8-4F63C0645370}"/>
              </a:ext>
            </a:extLst>
          </p:cNvPr>
          <p:cNvSpPr>
            <a:spLocks xmlns:a="http://schemas.openxmlformats.org/drawingml/2006/main" noGrp="1"/>
          </p:cNvSpPr>
          <p:nvPr/>
        </p:nvSpPr>
        <p:spPr>
          <a:xfrm xmlns:a="http://schemas.openxmlformats.org/drawingml/2006/main">
            <a:off x="181402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16CB7532-F78B-46EE-9383-2E51744EEB29}"/>
              </a:ext>
            </a:extLst>
          </p:cNvPr>
          <p:cNvSpPr>
            <a:spLocks xmlns:a="http://schemas.openxmlformats.org/drawingml/2006/main" noGrp="1"/>
          </p:cNvSpPr>
          <p:nvPr/>
        </p:nvSpPr>
        <p:spPr>
          <a:xfrm xmlns:a="http://schemas.openxmlformats.org/drawingml/2006/main">
            <a:off x="186263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F5A5347A-4960-4B30-B092-3B17FAD99680}"/>
              </a:ext>
            </a:extLst>
          </p:cNvPr>
          <p:cNvSpPr>
            <a:spLocks xmlns:a="http://schemas.openxmlformats.org/drawingml/2006/main" noGrp="1"/>
          </p:cNvSpPr>
          <p:nvPr/>
        </p:nvSpPr>
        <p:spPr>
          <a:xfrm xmlns:a="http://schemas.openxmlformats.org/drawingml/2006/main">
            <a:off x="191124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F10EB434-F2B0-4769-917F-43ADB3A5C625}"/>
              </a:ext>
            </a:extLst>
          </p:cNvPr>
          <p:cNvSpPr>
            <a:spLocks xmlns:a="http://schemas.openxmlformats.org/drawingml/2006/main" noGrp="1"/>
          </p:cNvSpPr>
          <p:nvPr/>
        </p:nvSpPr>
        <p:spPr>
          <a:xfrm xmlns:a="http://schemas.openxmlformats.org/drawingml/2006/main">
            <a:off x="1959855"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3CBD44B5-9787-42E4-B696-FE0D41307E89}"/>
              </a:ext>
            </a:extLst>
          </p:cNvPr>
          <p:cNvSpPr>
            <a:spLocks xmlns:a="http://schemas.openxmlformats.org/drawingml/2006/main" noGrp="1"/>
          </p:cNvSpPr>
          <p:nvPr/>
        </p:nvSpPr>
        <p:spPr>
          <a:xfrm xmlns:a="http://schemas.openxmlformats.org/drawingml/2006/main">
            <a:off x="2008466"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C1ACDC49-CFBB-488B-A7AE-DC7049F5BEE2}"/>
              </a:ext>
            </a:extLst>
          </p:cNvPr>
          <p:cNvSpPr>
            <a:spLocks xmlns:a="http://schemas.openxmlformats.org/drawingml/2006/main" noGrp="1"/>
          </p:cNvSpPr>
          <p:nvPr/>
        </p:nvSpPr>
        <p:spPr>
          <a:xfrm xmlns:a="http://schemas.openxmlformats.org/drawingml/2006/main">
            <a:off x="2057077"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EBCB6897-FB88-4B84-9F57-F152100B7890}"/>
              </a:ext>
            </a:extLst>
          </p:cNvPr>
          <p:cNvSpPr>
            <a:spLocks xmlns:a="http://schemas.openxmlformats.org/drawingml/2006/main" noGrp="1"/>
          </p:cNvSpPr>
          <p:nvPr/>
        </p:nvSpPr>
        <p:spPr>
          <a:xfrm xmlns:a="http://schemas.openxmlformats.org/drawingml/2006/main">
            <a:off x="210568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27A24504-E3D2-4EFD-A638-7B629D3F3A80}"/>
              </a:ext>
            </a:extLst>
          </p:cNvPr>
          <p:cNvSpPr>
            <a:spLocks xmlns:a="http://schemas.openxmlformats.org/drawingml/2006/main" noGrp="1"/>
          </p:cNvSpPr>
          <p:nvPr/>
        </p:nvSpPr>
        <p:spPr>
          <a:xfrm xmlns:a="http://schemas.openxmlformats.org/drawingml/2006/main">
            <a:off x="215429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34FB70AB-CAC2-453F-A852-7CEFFB74970D}"/>
              </a:ext>
            </a:extLst>
          </p:cNvPr>
          <p:cNvSpPr>
            <a:spLocks xmlns:a="http://schemas.openxmlformats.org/drawingml/2006/main" noGrp="1"/>
          </p:cNvSpPr>
          <p:nvPr/>
        </p:nvSpPr>
        <p:spPr>
          <a:xfrm xmlns:a="http://schemas.openxmlformats.org/drawingml/2006/main">
            <a:off x="220291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6B671114-AE8A-4AEE-A648-8851CFD67FD5}"/>
              </a:ext>
            </a:extLst>
          </p:cNvPr>
          <p:cNvSpPr>
            <a:spLocks xmlns:a="http://schemas.openxmlformats.org/drawingml/2006/main" noGrp="1"/>
          </p:cNvSpPr>
          <p:nvPr/>
        </p:nvSpPr>
        <p:spPr>
          <a:xfrm xmlns:a="http://schemas.openxmlformats.org/drawingml/2006/main">
            <a:off x="225152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426910E9-C003-43D5-B788-C993CCBCA5A3}"/>
              </a:ext>
            </a:extLst>
          </p:cNvPr>
          <p:cNvSpPr>
            <a:spLocks xmlns:a="http://schemas.openxmlformats.org/drawingml/2006/main" noGrp="1"/>
          </p:cNvSpPr>
          <p:nvPr/>
        </p:nvSpPr>
        <p:spPr>
          <a:xfrm xmlns:a="http://schemas.openxmlformats.org/drawingml/2006/main">
            <a:off x="230013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2B395E0A-8DC0-4C42-850E-CF9270825622}"/>
              </a:ext>
            </a:extLst>
          </p:cNvPr>
          <p:cNvSpPr>
            <a:spLocks xmlns:a="http://schemas.openxmlformats.org/drawingml/2006/main" noGrp="1"/>
          </p:cNvSpPr>
          <p:nvPr/>
        </p:nvSpPr>
        <p:spPr>
          <a:xfrm xmlns:a="http://schemas.openxmlformats.org/drawingml/2006/main">
            <a:off x="234874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571C9E0B-89E8-48FB-9839-1988AE88E105}"/>
              </a:ext>
            </a:extLst>
          </p:cNvPr>
          <p:cNvSpPr>
            <a:spLocks xmlns:a="http://schemas.openxmlformats.org/drawingml/2006/main" noGrp="1"/>
          </p:cNvSpPr>
          <p:nvPr/>
        </p:nvSpPr>
        <p:spPr>
          <a:xfrm xmlns:a="http://schemas.openxmlformats.org/drawingml/2006/main">
            <a:off x="239735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0E2B89EB-59B6-4257-9E53-6758068489EC}"/>
              </a:ext>
            </a:extLst>
          </p:cNvPr>
          <p:cNvSpPr>
            <a:spLocks xmlns:a="http://schemas.openxmlformats.org/drawingml/2006/main" noGrp="1"/>
          </p:cNvSpPr>
          <p:nvPr/>
        </p:nvSpPr>
        <p:spPr>
          <a:xfrm xmlns:a="http://schemas.openxmlformats.org/drawingml/2006/main">
            <a:off x="2445965"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3ACB9426-AFAE-4E97-A4D7-AC4D7EE6231A}"/>
              </a:ext>
            </a:extLst>
          </p:cNvPr>
          <p:cNvSpPr>
            <a:spLocks xmlns:a="http://schemas.openxmlformats.org/drawingml/2006/main" noGrp="1"/>
          </p:cNvSpPr>
          <p:nvPr/>
        </p:nvSpPr>
        <p:spPr>
          <a:xfrm xmlns:a="http://schemas.openxmlformats.org/drawingml/2006/main">
            <a:off x="2494576"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604DF9B2-754D-4845-A05F-62F7613C82DA}"/>
              </a:ext>
            </a:extLst>
          </p:cNvPr>
          <p:cNvSpPr>
            <a:spLocks xmlns:a="http://schemas.openxmlformats.org/drawingml/2006/main" noGrp="1"/>
          </p:cNvSpPr>
          <p:nvPr/>
        </p:nvSpPr>
        <p:spPr>
          <a:xfrm xmlns:a="http://schemas.openxmlformats.org/drawingml/2006/main">
            <a:off x="2543187"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03F532E1-6A41-4B74-819F-50A7B92F1E82}"/>
              </a:ext>
            </a:extLst>
          </p:cNvPr>
          <p:cNvSpPr>
            <a:spLocks xmlns:a="http://schemas.openxmlformats.org/drawingml/2006/main" noGrp="1"/>
          </p:cNvSpPr>
          <p:nvPr/>
        </p:nvSpPr>
        <p:spPr>
          <a:xfrm xmlns:a="http://schemas.openxmlformats.org/drawingml/2006/main">
            <a:off x="259179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10A4E453-A329-4D83-BF56-952DB8003789}"/>
              </a:ext>
            </a:extLst>
          </p:cNvPr>
          <p:cNvSpPr>
            <a:spLocks xmlns:a="http://schemas.openxmlformats.org/drawingml/2006/main" noGrp="1"/>
          </p:cNvSpPr>
          <p:nvPr/>
        </p:nvSpPr>
        <p:spPr>
          <a:xfrm xmlns:a="http://schemas.openxmlformats.org/drawingml/2006/main">
            <a:off x="264040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4FAAF5FB-5DD7-42AE-8760-0576A1EFBE5E}"/>
              </a:ext>
            </a:extLst>
          </p:cNvPr>
          <p:cNvSpPr>
            <a:spLocks xmlns:a="http://schemas.openxmlformats.org/drawingml/2006/main" noGrp="1"/>
          </p:cNvSpPr>
          <p:nvPr/>
        </p:nvSpPr>
        <p:spPr>
          <a:xfrm xmlns:a="http://schemas.openxmlformats.org/drawingml/2006/main">
            <a:off x="268901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9F98F0D8-06EF-40A9-BB14-05C6F7850ADB}"/>
              </a:ext>
            </a:extLst>
          </p:cNvPr>
          <p:cNvSpPr>
            <a:spLocks xmlns:a="http://schemas.openxmlformats.org/drawingml/2006/main" noGrp="1"/>
          </p:cNvSpPr>
          <p:nvPr/>
        </p:nvSpPr>
        <p:spPr>
          <a:xfrm xmlns:a="http://schemas.openxmlformats.org/drawingml/2006/main">
            <a:off x="273763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1F93C177-116B-4447-B81A-DD782EC16AE6}"/>
              </a:ext>
            </a:extLst>
          </p:cNvPr>
          <p:cNvSpPr>
            <a:spLocks xmlns:a="http://schemas.openxmlformats.org/drawingml/2006/main" noGrp="1"/>
          </p:cNvSpPr>
          <p:nvPr/>
        </p:nvSpPr>
        <p:spPr>
          <a:xfrm xmlns:a="http://schemas.openxmlformats.org/drawingml/2006/main">
            <a:off x="278624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49010D1E-18AA-4101-B690-D92C8BE09E97}"/>
              </a:ext>
            </a:extLst>
          </p:cNvPr>
          <p:cNvSpPr>
            <a:spLocks xmlns:a="http://schemas.openxmlformats.org/drawingml/2006/main" noGrp="1"/>
          </p:cNvSpPr>
          <p:nvPr/>
        </p:nvSpPr>
        <p:spPr>
          <a:xfrm xmlns:a="http://schemas.openxmlformats.org/drawingml/2006/main">
            <a:off x="283485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733BBA29-A639-4E0E-8F40-A48321F207AB}"/>
              </a:ext>
            </a:extLst>
          </p:cNvPr>
          <p:cNvSpPr>
            <a:spLocks xmlns:a="http://schemas.openxmlformats.org/drawingml/2006/main" noGrp="1"/>
          </p:cNvSpPr>
          <p:nvPr/>
        </p:nvSpPr>
        <p:spPr>
          <a:xfrm xmlns:a="http://schemas.openxmlformats.org/drawingml/2006/main">
            <a:off x="288346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736727FC-5A93-4EEF-8EF5-731BEE24EBF1}"/>
              </a:ext>
            </a:extLst>
          </p:cNvPr>
          <p:cNvSpPr>
            <a:spLocks xmlns:a="http://schemas.openxmlformats.org/drawingml/2006/main" noGrp="1"/>
          </p:cNvSpPr>
          <p:nvPr/>
        </p:nvSpPr>
        <p:spPr>
          <a:xfrm xmlns:a="http://schemas.openxmlformats.org/drawingml/2006/main">
            <a:off x="293207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0241B0D3-20A0-461D-8A13-66DDA82441E5}"/>
              </a:ext>
            </a:extLst>
          </p:cNvPr>
          <p:cNvSpPr>
            <a:spLocks xmlns:a="http://schemas.openxmlformats.org/drawingml/2006/main" noGrp="1"/>
          </p:cNvSpPr>
          <p:nvPr/>
        </p:nvSpPr>
        <p:spPr>
          <a:xfrm xmlns:a="http://schemas.openxmlformats.org/drawingml/2006/main">
            <a:off x="2980685"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1487DF3E-2D07-44EF-8E60-140BCF3AD6B7}"/>
              </a:ext>
            </a:extLst>
          </p:cNvPr>
          <p:cNvSpPr>
            <a:spLocks xmlns:a="http://schemas.openxmlformats.org/drawingml/2006/main" noGrp="1"/>
          </p:cNvSpPr>
          <p:nvPr/>
        </p:nvSpPr>
        <p:spPr>
          <a:xfrm xmlns:a="http://schemas.openxmlformats.org/drawingml/2006/main">
            <a:off x="3029296"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7CDA7815-9A5F-45D2-8605-14C480167017}"/>
              </a:ext>
            </a:extLst>
          </p:cNvPr>
          <p:cNvSpPr>
            <a:spLocks xmlns:a="http://schemas.openxmlformats.org/drawingml/2006/main" noGrp="1"/>
          </p:cNvSpPr>
          <p:nvPr/>
        </p:nvSpPr>
        <p:spPr>
          <a:xfrm xmlns:a="http://schemas.openxmlformats.org/drawingml/2006/main">
            <a:off x="3077907"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2FAA03DC-AC8A-4C4C-BD46-211C1E58066F}"/>
              </a:ext>
            </a:extLst>
          </p:cNvPr>
          <p:cNvSpPr>
            <a:spLocks xmlns:a="http://schemas.openxmlformats.org/drawingml/2006/main" noGrp="1"/>
          </p:cNvSpPr>
          <p:nvPr/>
        </p:nvSpPr>
        <p:spPr>
          <a:xfrm xmlns:a="http://schemas.openxmlformats.org/drawingml/2006/main">
            <a:off x="312651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B12FACF6-142E-4EFD-ACBA-19D9EDF8010F}"/>
              </a:ext>
            </a:extLst>
          </p:cNvPr>
          <p:cNvSpPr>
            <a:spLocks xmlns:a="http://schemas.openxmlformats.org/drawingml/2006/main" noGrp="1"/>
          </p:cNvSpPr>
          <p:nvPr/>
        </p:nvSpPr>
        <p:spPr>
          <a:xfrm xmlns:a="http://schemas.openxmlformats.org/drawingml/2006/main">
            <a:off x="317512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DB4A8972-25DB-4203-BDAE-1D33BF2EA9EB}"/>
              </a:ext>
            </a:extLst>
          </p:cNvPr>
          <p:cNvSpPr>
            <a:spLocks xmlns:a="http://schemas.openxmlformats.org/drawingml/2006/main" noGrp="1"/>
          </p:cNvSpPr>
          <p:nvPr/>
        </p:nvSpPr>
        <p:spPr>
          <a:xfrm xmlns:a="http://schemas.openxmlformats.org/drawingml/2006/main">
            <a:off x="322374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CCF3A8A7-06B9-4D31-86AB-41F3D3F6B3F7}"/>
              </a:ext>
            </a:extLst>
          </p:cNvPr>
          <p:cNvSpPr>
            <a:spLocks xmlns:a="http://schemas.openxmlformats.org/drawingml/2006/main" noGrp="1"/>
          </p:cNvSpPr>
          <p:nvPr/>
        </p:nvSpPr>
        <p:spPr>
          <a:xfrm xmlns:a="http://schemas.openxmlformats.org/drawingml/2006/main">
            <a:off x="327235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68CED248-6FB4-424D-9122-8F4CB5CB44CB}"/>
              </a:ext>
            </a:extLst>
          </p:cNvPr>
          <p:cNvSpPr>
            <a:spLocks xmlns:a="http://schemas.openxmlformats.org/drawingml/2006/main" noGrp="1"/>
          </p:cNvSpPr>
          <p:nvPr/>
        </p:nvSpPr>
        <p:spPr>
          <a:xfrm xmlns:a="http://schemas.openxmlformats.org/drawingml/2006/main">
            <a:off x="332096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A644CE06-2B27-40B1-A45B-25E3555F7CF9}"/>
              </a:ext>
            </a:extLst>
          </p:cNvPr>
          <p:cNvSpPr>
            <a:spLocks xmlns:a="http://schemas.openxmlformats.org/drawingml/2006/main" noGrp="1"/>
          </p:cNvSpPr>
          <p:nvPr/>
        </p:nvSpPr>
        <p:spPr>
          <a:xfrm xmlns:a="http://schemas.openxmlformats.org/drawingml/2006/main">
            <a:off x="336957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CDCCDD32-1AED-4993-8B26-0500428A1494}"/>
              </a:ext>
            </a:extLst>
          </p:cNvPr>
          <p:cNvSpPr>
            <a:spLocks xmlns:a="http://schemas.openxmlformats.org/drawingml/2006/main" noGrp="1"/>
          </p:cNvSpPr>
          <p:nvPr/>
        </p:nvSpPr>
        <p:spPr>
          <a:xfrm xmlns:a="http://schemas.openxmlformats.org/drawingml/2006/main">
            <a:off x="341818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1984C0F9-FF56-497E-8E3A-9B454ADFF3BC}"/>
              </a:ext>
            </a:extLst>
          </p:cNvPr>
          <p:cNvSpPr>
            <a:spLocks xmlns:a="http://schemas.openxmlformats.org/drawingml/2006/main" noGrp="1"/>
          </p:cNvSpPr>
          <p:nvPr/>
        </p:nvSpPr>
        <p:spPr>
          <a:xfrm xmlns:a="http://schemas.openxmlformats.org/drawingml/2006/main">
            <a:off x="3466795"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CFEA73D0-44DD-4A49-8982-B536F0D55344}"/>
              </a:ext>
            </a:extLst>
          </p:cNvPr>
          <p:cNvSpPr>
            <a:spLocks xmlns:a="http://schemas.openxmlformats.org/drawingml/2006/main" noGrp="1"/>
          </p:cNvSpPr>
          <p:nvPr/>
        </p:nvSpPr>
        <p:spPr>
          <a:xfrm xmlns:a="http://schemas.openxmlformats.org/drawingml/2006/main">
            <a:off x="3515406"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725E76FA-30C3-49ED-A650-4F5703312430}"/>
              </a:ext>
            </a:extLst>
          </p:cNvPr>
          <p:cNvSpPr>
            <a:spLocks xmlns:a="http://schemas.openxmlformats.org/drawingml/2006/main" noGrp="1"/>
          </p:cNvSpPr>
          <p:nvPr/>
        </p:nvSpPr>
        <p:spPr>
          <a:xfrm xmlns:a="http://schemas.openxmlformats.org/drawingml/2006/main">
            <a:off x="3564017"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546BF630-B5A1-49AD-82C9-24948B261F16}"/>
              </a:ext>
            </a:extLst>
          </p:cNvPr>
          <p:cNvSpPr>
            <a:spLocks xmlns:a="http://schemas.openxmlformats.org/drawingml/2006/main" noGrp="1"/>
          </p:cNvSpPr>
          <p:nvPr/>
        </p:nvSpPr>
        <p:spPr>
          <a:xfrm xmlns:a="http://schemas.openxmlformats.org/drawingml/2006/main">
            <a:off x="361262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880CE7FA-3FCF-459C-8422-CF67CB7A7FD7}"/>
              </a:ext>
            </a:extLst>
          </p:cNvPr>
          <p:cNvSpPr>
            <a:spLocks xmlns:a="http://schemas.openxmlformats.org/drawingml/2006/main" noGrp="1"/>
          </p:cNvSpPr>
          <p:nvPr/>
        </p:nvSpPr>
        <p:spPr>
          <a:xfrm xmlns:a="http://schemas.openxmlformats.org/drawingml/2006/main">
            <a:off x="380707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0209E6C1-68DC-4A7C-BEC3-26D77C73C23E}"/>
              </a:ext>
            </a:extLst>
          </p:cNvPr>
          <p:cNvSpPr>
            <a:spLocks xmlns:a="http://schemas.openxmlformats.org/drawingml/2006/main" noGrp="1"/>
          </p:cNvSpPr>
          <p:nvPr/>
        </p:nvSpPr>
        <p:spPr>
          <a:xfrm xmlns:a="http://schemas.openxmlformats.org/drawingml/2006/main">
            <a:off x="385568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B6DA3376-DB4C-4272-B9A5-52FC04CD895F}"/>
              </a:ext>
            </a:extLst>
          </p:cNvPr>
          <p:cNvSpPr>
            <a:spLocks xmlns:a="http://schemas.openxmlformats.org/drawingml/2006/main" noGrp="1"/>
          </p:cNvSpPr>
          <p:nvPr/>
        </p:nvSpPr>
        <p:spPr>
          <a:xfrm xmlns:a="http://schemas.openxmlformats.org/drawingml/2006/main">
            <a:off x="1619578"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F8EE1E14-D9C0-4A5D-9F35-C0AD22446788}"/>
              </a:ext>
            </a:extLst>
          </p:cNvPr>
          <p:cNvSpPr>
            <a:spLocks xmlns:a="http://schemas.openxmlformats.org/drawingml/2006/main" noGrp="1"/>
          </p:cNvSpPr>
          <p:nvPr/>
        </p:nvSpPr>
        <p:spPr>
          <a:xfrm xmlns:a="http://schemas.openxmlformats.org/drawingml/2006/main">
            <a:off x="166818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409EEF88-7274-4342-8C1A-5D9C76F3CD94}"/>
              </a:ext>
            </a:extLst>
          </p:cNvPr>
          <p:cNvSpPr>
            <a:spLocks xmlns:a="http://schemas.openxmlformats.org/drawingml/2006/main" noGrp="1"/>
          </p:cNvSpPr>
          <p:nvPr/>
        </p:nvSpPr>
        <p:spPr>
          <a:xfrm xmlns:a="http://schemas.openxmlformats.org/drawingml/2006/main">
            <a:off x="171680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AFCB0369-58E2-4724-A7AB-537482256F06}"/>
              </a:ext>
            </a:extLst>
          </p:cNvPr>
          <p:cNvSpPr>
            <a:spLocks xmlns:a="http://schemas.openxmlformats.org/drawingml/2006/main" noGrp="1"/>
          </p:cNvSpPr>
          <p:nvPr/>
        </p:nvSpPr>
        <p:spPr>
          <a:xfrm xmlns:a="http://schemas.openxmlformats.org/drawingml/2006/main">
            <a:off x="176541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8AB4F381-EB79-4CBE-B19F-C33A346649C1}"/>
              </a:ext>
            </a:extLst>
          </p:cNvPr>
          <p:cNvSpPr>
            <a:spLocks xmlns:a="http://schemas.openxmlformats.org/drawingml/2006/main" noGrp="1"/>
          </p:cNvSpPr>
          <p:nvPr/>
        </p:nvSpPr>
        <p:spPr>
          <a:xfrm xmlns:a="http://schemas.openxmlformats.org/drawingml/2006/main">
            <a:off x="181402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F537F58F-E602-4D71-A009-C52FAF24EFD0}"/>
              </a:ext>
            </a:extLst>
          </p:cNvPr>
          <p:cNvSpPr>
            <a:spLocks xmlns:a="http://schemas.openxmlformats.org/drawingml/2006/main" noGrp="1"/>
          </p:cNvSpPr>
          <p:nvPr/>
        </p:nvSpPr>
        <p:spPr>
          <a:xfrm xmlns:a="http://schemas.openxmlformats.org/drawingml/2006/main">
            <a:off x="186263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B8415688-DD47-44B5-9942-FFB100219E63}"/>
              </a:ext>
            </a:extLst>
          </p:cNvPr>
          <p:cNvSpPr>
            <a:spLocks xmlns:a="http://schemas.openxmlformats.org/drawingml/2006/main" noGrp="1"/>
          </p:cNvSpPr>
          <p:nvPr/>
        </p:nvSpPr>
        <p:spPr>
          <a:xfrm xmlns:a="http://schemas.openxmlformats.org/drawingml/2006/main">
            <a:off x="191124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907732DA-E903-4E0C-81AE-22A1C6897969}"/>
              </a:ext>
            </a:extLst>
          </p:cNvPr>
          <p:cNvSpPr>
            <a:spLocks xmlns:a="http://schemas.openxmlformats.org/drawingml/2006/main" noGrp="1"/>
          </p:cNvSpPr>
          <p:nvPr/>
        </p:nvSpPr>
        <p:spPr>
          <a:xfrm xmlns:a="http://schemas.openxmlformats.org/drawingml/2006/main">
            <a:off x="1959855"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B7391481-0F72-459E-979E-36428CE13BB9}"/>
              </a:ext>
            </a:extLst>
          </p:cNvPr>
          <p:cNvSpPr>
            <a:spLocks xmlns:a="http://schemas.openxmlformats.org/drawingml/2006/main" noGrp="1"/>
          </p:cNvSpPr>
          <p:nvPr/>
        </p:nvSpPr>
        <p:spPr>
          <a:xfrm xmlns:a="http://schemas.openxmlformats.org/drawingml/2006/main">
            <a:off x="2008466"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7C607D14-7D87-4B71-BB88-ECA747863F61}"/>
              </a:ext>
            </a:extLst>
          </p:cNvPr>
          <p:cNvSpPr>
            <a:spLocks xmlns:a="http://schemas.openxmlformats.org/drawingml/2006/main" noGrp="1"/>
          </p:cNvSpPr>
          <p:nvPr/>
        </p:nvSpPr>
        <p:spPr>
          <a:xfrm xmlns:a="http://schemas.openxmlformats.org/drawingml/2006/main">
            <a:off x="2057077"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65B56A03-60B3-41B8-9DBD-4247B48566E8}"/>
              </a:ext>
            </a:extLst>
          </p:cNvPr>
          <p:cNvSpPr>
            <a:spLocks xmlns:a="http://schemas.openxmlformats.org/drawingml/2006/main" noGrp="1"/>
          </p:cNvSpPr>
          <p:nvPr/>
        </p:nvSpPr>
        <p:spPr>
          <a:xfrm xmlns:a="http://schemas.openxmlformats.org/drawingml/2006/main">
            <a:off x="2105688"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78A04C7D-DFA6-4FA3-AF29-64B6917D39D8}"/>
              </a:ext>
            </a:extLst>
          </p:cNvPr>
          <p:cNvSpPr>
            <a:spLocks xmlns:a="http://schemas.openxmlformats.org/drawingml/2006/main" noGrp="1"/>
          </p:cNvSpPr>
          <p:nvPr/>
        </p:nvSpPr>
        <p:spPr>
          <a:xfrm xmlns:a="http://schemas.openxmlformats.org/drawingml/2006/main">
            <a:off x="215429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862EF400-634F-4446-9EC5-C9AF550DAC90}"/>
              </a:ext>
            </a:extLst>
          </p:cNvPr>
          <p:cNvSpPr>
            <a:spLocks xmlns:a="http://schemas.openxmlformats.org/drawingml/2006/main" noGrp="1"/>
          </p:cNvSpPr>
          <p:nvPr/>
        </p:nvSpPr>
        <p:spPr>
          <a:xfrm xmlns:a="http://schemas.openxmlformats.org/drawingml/2006/main">
            <a:off x="220291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76D9FAB9-07A6-4331-9841-F99FFF1E45A7}"/>
              </a:ext>
            </a:extLst>
          </p:cNvPr>
          <p:cNvSpPr>
            <a:spLocks xmlns:a="http://schemas.openxmlformats.org/drawingml/2006/main" noGrp="1"/>
          </p:cNvSpPr>
          <p:nvPr/>
        </p:nvSpPr>
        <p:spPr>
          <a:xfrm xmlns:a="http://schemas.openxmlformats.org/drawingml/2006/main">
            <a:off x="225152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629027FF-CF8D-464C-A7B4-CDF30BB06E62}"/>
              </a:ext>
            </a:extLst>
          </p:cNvPr>
          <p:cNvSpPr>
            <a:spLocks xmlns:a="http://schemas.openxmlformats.org/drawingml/2006/main" noGrp="1"/>
          </p:cNvSpPr>
          <p:nvPr/>
        </p:nvSpPr>
        <p:spPr>
          <a:xfrm xmlns:a="http://schemas.openxmlformats.org/drawingml/2006/main">
            <a:off x="230013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E66E92BE-7947-4425-A328-0BE886F99749}"/>
              </a:ext>
            </a:extLst>
          </p:cNvPr>
          <p:cNvSpPr>
            <a:spLocks xmlns:a="http://schemas.openxmlformats.org/drawingml/2006/main" noGrp="1"/>
          </p:cNvSpPr>
          <p:nvPr/>
        </p:nvSpPr>
        <p:spPr>
          <a:xfrm xmlns:a="http://schemas.openxmlformats.org/drawingml/2006/main">
            <a:off x="234874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9CAA65F2-8497-4458-B379-B7BB193BD700}"/>
              </a:ext>
            </a:extLst>
          </p:cNvPr>
          <p:cNvSpPr>
            <a:spLocks xmlns:a="http://schemas.openxmlformats.org/drawingml/2006/main" noGrp="1"/>
          </p:cNvSpPr>
          <p:nvPr/>
        </p:nvSpPr>
        <p:spPr>
          <a:xfrm xmlns:a="http://schemas.openxmlformats.org/drawingml/2006/main">
            <a:off x="239735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BDB858D6-622B-4637-AEC7-20DA641286C7}"/>
              </a:ext>
            </a:extLst>
          </p:cNvPr>
          <p:cNvSpPr>
            <a:spLocks xmlns:a="http://schemas.openxmlformats.org/drawingml/2006/main" noGrp="1"/>
          </p:cNvSpPr>
          <p:nvPr/>
        </p:nvSpPr>
        <p:spPr>
          <a:xfrm xmlns:a="http://schemas.openxmlformats.org/drawingml/2006/main">
            <a:off x="2445965"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1A5E04C4-5EC0-4403-9505-8E3389BF396E}"/>
              </a:ext>
            </a:extLst>
          </p:cNvPr>
          <p:cNvSpPr>
            <a:spLocks xmlns:a="http://schemas.openxmlformats.org/drawingml/2006/main" noGrp="1"/>
          </p:cNvSpPr>
          <p:nvPr/>
        </p:nvSpPr>
        <p:spPr>
          <a:xfrm xmlns:a="http://schemas.openxmlformats.org/drawingml/2006/main">
            <a:off x="2494576"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DE13CB56-8491-4C9B-9E5F-45A829B4FF81}"/>
              </a:ext>
            </a:extLst>
          </p:cNvPr>
          <p:cNvSpPr>
            <a:spLocks xmlns:a="http://schemas.openxmlformats.org/drawingml/2006/main" noGrp="1"/>
          </p:cNvSpPr>
          <p:nvPr/>
        </p:nvSpPr>
        <p:spPr>
          <a:xfrm xmlns:a="http://schemas.openxmlformats.org/drawingml/2006/main">
            <a:off x="2543187"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6F276BD9-A9BA-4BB7-AC56-727B0DC96BBA}"/>
              </a:ext>
            </a:extLst>
          </p:cNvPr>
          <p:cNvSpPr>
            <a:spLocks xmlns:a="http://schemas.openxmlformats.org/drawingml/2006/main" noGrp="1"/>
          </p:cNvSpPr>
          <p:nvPr/>
        </p:nvSpPr>
        <p:spPr>
          <a:xfrm xmlns:a="http://schemas.openxmlformats.org/drawingml/2006/main">
            <a:off x="2591798"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9ACFBD47-42E6-45D3-8F83-D92318C446D3}"/>
              </a:ext>
            </a:extLst>
          </p:cNvPr>
          <p:cNvSpPr>
            <a:spLocks xmlns:a="http://schemas.openxmlformats.org/drawingml/2006/main" noGrp="1"/>
          </p:cNvSpPr>
          <p:nvPr/>
        </p:nvSpPr>
        <p:spPr>
          <a:xfrm xmlns:a="http://schemas.openxmlformats.org/drawingml/2006/main">
            <a:off x="264040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71FF0EFB-DC24-4501-9059-434373E8A778}"/>
              </a:ext>
            </a:extLst>
          </p:cNvPr>
          <p:cNvSpPr>
            <a:spLocks xmlns:a="http://schemas.openxmlformats.org/drawingml/2006/main" noGrp="1"/>
          </p:cNvSpPr>
          <p:nvPr/>
        </p:nvSpPr>
        <p:spPr>
          <a:xfrm xmlns:a="http://schemas.openxmlformats.org/drawingml/2006/main">
            <a:off x="268901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04157D39-7626-49A5-B064-82655A769486}"/>
              </a:ext>
            </a:extLst>
          </p:cNvPr>
          <p:cNvSpPr>
            <a:spLocks xmlns:a="http://schemas.openxmlformats.org/drawingml/2006/main" noGrp="1"/>
          </p:cNvSpPr>
          <p:nvPr/>
        </p:nvSpPr>
        <p:spPr>
          <a:xfrm xmlns:a="http://schemas.openxmlformats.org/drawingml/2006/main">
            <a:off x="273763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5A12608A-D5DB-482C-9925-F7465A872979}"/>
              </a:ext>
            </a:extLst>
          </p:cNvPr>
          <p:cNvSpPr>
            <a:spLocks xmlns:a="http://schemas.openxmlformats.org/drawingml/2006/main" noGrp="1"/>
          </p:cNvSpPr>
          <p:nvPr/>
        </p:nvSpPr>
        <p:spPr>
          <a:xfrm xmlns:a="http://schemas.openxmlformats.org/drawingml/2006/main">
            <a:off x="278624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F4E8F381-F8F8-4D85-9598-ABFECCF36AF6}"/>
              </a:ext>
            </a:extLst>
          </p:cNvPr>
          <p:cNvSpPr>
            <a:spLocks xmlns:a="http://schemas.openxmlformats.org/drawingml/2006/main" noGrp="1"/>
          </p:cNvSpPr>
          <p:nvPr/>
        </p:nvSpPr>
        <p:spPr>
          <a:xfrm xmlns:a="http://schemas.openxmlformats.org/drawingml/2006/main">
            <a:off x="283485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C30EE991-769F-447A-B15F-F1DD8F09AF95}"/>
              </a:ext>
            </a:extLst>
          </p:cNvPr>
          <p:cNvSpPr>
            <a:spLocks xmlns:a="http://schemas.openxmlformats.org/drawingml/2006/main" noGrp="1"/>
          </p:cNvSpPr>
          <p:nvPr/>
        </p:nvSpPr>
        <p:spPr>
          <a:xfrm xmlns:a="http://schemas.openxmlformats.org/drawingml/2006/main">
            <a:off x="288346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9AD13CAD-78C9-4D64-95AD-1A6345A60DE8}"/>
              </a:ext>
            </a:extLst>
          </p:cNvPr>
          <p:cNvSpPr>
            <a:spLocks xmlns:a="http://schemas.openxmlformats.org/drawingml/2006/main" noGrp="1"/>
          </p:cNvSpPr>
          <p:nvPr/>
        </p:nvSpPr>
        <p:spPr>
          <a:xfrm xmlns:a="http://schemas.openxmlformats.org/drawingml/2006/main">
            <a:off x="293207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4600DFF7-669F-48D3-BADD-63B4029F6635}"/>
              </a:ext>
            </a:extLst>
          </p:cNvPr>
          <p:cNvSpPr>
            <a:spLocks xmlns:a="http://schemas.openxmlformats.org/drawingml/2006/main" noGrp="1"/>
          </p:cNvSpPr>
          <p:nvPr/>
        </p:nvSpPr>
        <p:spPr>
          <a:xfrm xmlns:a="http://schemas.openxmlformats.org/drawingml/2006/main">
            <a:off x="2980685"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0C3C3011-46BB-498C-B380-E9A121738583}"/>
              </a:ext>
            </a:extLst>
          </p:cNvPr>
          <p:cNvSpPr>
            <a:spLocks xmlns:a="http://schemas.openxmlformats.org/drawingml/2006/main" noGrp="1"/>
          </p:cNvSpPr>
          <p:nvPr/>
        </p:nvSpPr>
        <p:spPr>
          <a:xfrm xmlns:a="http://schemas.openxmlformats.org/drawingml/2006/main">
            <a:off x="3029296"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1C3E3276-A76C-405F-B646-C34108B02548}"/>
              </a:ext>
            </a:extLst>
          </p:cNvPr>
          <p:cNvSpPr>
            <a:spLocks xmlns:a="http://schemas.openxmlformats.org/drawingml/2006/main" noGrp="1"/>
          </p:cNvSpPr>
          <p:nvPr/>
        </p:nvSpPr>
        <p:spPr>
          <a:xfrm xmlns:a="http://schemas.openxmlformats.org/drawingml/2006/main">
            <a:off x="3077907"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052D9A51-D3FC-44D6-AD13-D225D4E2D8DB}"/>
              </a:ext>
            </a:extLst>
          </p:cNvPr>
          <p:cNvSpPr>
            <a:spLocks xmlns:a="http://schemas.openxmlformats.org/drawingml/2006/main" noGrp="1"/>
          </p:cNvSpPr>
          <p:nvPr/>
        </p:nvSpPr>
        <p:spPr>
          <a:xfrm xmlns:a="http://schemas.openxmlformats.org/drawingml/2006/main">
            <a:off x="3126518"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595C8522-9699-466D-83BD-B511F99D1D65}"/>
              </a:ext>
            </a:extLst>
          </p:cNvPr>
          <p:cNvSpPr>
            <a:spLocks xmlns:a="http://schemas.openxmlformats.org/drawingml/2006/main" noGrp="1"/>
          </p:cNvSpPr>
          <p:nvPr/>
        </p:nvSpPr>
        <p:spPr>
          <a:xfrm xmlns:a="http://schemas.openxmlformats.org/drawingml/2006/main">
            <a:off x="317512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42AC6932-732E-4199-B2D9-B00648C33F87}"/>
              </a:ext>
            </a:extLst>
          </p:cNvPr>
          <p:cNvSpPr>
            <a:spLocks xmlns:a="http://schemas.openxmlformats.org/drawingml/2006/main" noGrp="1"/>
          </p:cNvSpPr>
          <p:nvPr/>
        </p:nvSpPr>
        <p:spPr>
          <a:xfrm xmlns:a="http://schemas.openxmlformats.org/drawingml/2006/main">
            <a:off x="322374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38D2DE13-F400-4D53-9A55-FC583C810C68}"/>
              </a:ext>
            </a:extLst>
          </p:cNvPr>
          <p:cNvSpPr>
            <a:spLocks xmlns:a="http://schemas.openxmlformats.org/drawingml/2006/main" noGrp="1"/>
          </p:cNvSpPr>
          <p:nvPr/>
        </p:nvSpPr>
        <p:spPr>
          <a:xfrm xmlns:a="http://schemas.openxmlformats.org/drawingml/2006/main">
            <a:off x="327235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07455665-ED32-435D-96F5-D9C7CC3FC34C}"/>
              </a:ext>
            </a:extLst>
          </p:cNvPr>
          <p:cNvSpPr>
            <a:spLocks xmlns:a="http://schemas.openxmlformats.org/drawingml/2006/main" noGrp="1"/>
          </p:cNvSpPr>
          <p:nvPr/>
        </p:nvSpPr>
        <p:spPr>
          <a:xfrm xmlns:a="http://schemas.openxmlformats.org/drawingml/2006/main">
            <a:off x="332096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F76E9E1F-AD01-4375-8104-165EBD8A9062}"/>
              </a:ext>
            </a:extLst>
          </p:cNvPr>
          <p:cNvSpPr>
            <a:spLocks xmlns:a="http://schemas.openxmlformats.org/drawingml/2006/main" noGrp="1"/>
          </p:cNvSpPr>
          <p:nvPr/>
        </p:nvSpPr>
        <p:spPr>
          <a:xfrm xmlns:a="http://schemas.openxmlformats.org/drawingml/2006/main">
            <a:off x="336957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F2A15E58-3617-43AA-9F28-CB7B08EFAB5B}"/>
              </a:ext>
            </a:extLst>
          </p:cNvPr>
          <p:cNvSpPr>
            <a:spLocks xmlns:a="http://schemas.openxmlformats.org/drawingml/2006/main" noGrp="1"/>
          </p:cNvSpPr>
          <p:nvPr/>
        </p:nvSpPr>
        <p:spPr>
          <a:xfrm xmlns:a="http://schemas.openxmlformats.org/drawingml/2006/main">
            <a:off x="341818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28157C12-4515-4EDB-8C7B-D619169F3B1A}"/>
              </a:ext>
            </a:extLst>
          </p:cNvPr>
          <p:cNvSpPr>
            <a:spLocks xmlns:a="http://schemas.openxmlformats.org/drawingml/2006/main" noGrp="1"/>
          </p:cNvSpPr>
          <p:nvPr/>
        </p:nvSpPr>
        <p:spPr>
          <a:xfrm xmlns:a="http://schemas.openxmlformats.org/drawingml/2006/main">
            <a:off x="3466795"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DB67B978-4D32-4986-B9F0-8C0B97AF795A}"/>
              </a:ext>
            </a:extLst>
          </p:cNvPr>
          <p:cNvSpPr>
            <a:spLocks xmlns:a="http://schemas.openxmlformats.org/drawingml/2006/main" noGrp="1"/>
          </p:cNvSpPr>
          <p:nvPr/>
        </p:nvSpPr>
        <p:spPr>
          <a:xfrm xmlns:a="http://schemas.openxmlformats.org/drawingml/2006/main">
            <a:off x="3515406"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1BA0621B-F87A-42A2-B500-E166A8657D8A}"/>
              </a:ext>
            </a:extLst>
          </p:cNvPr>
          <p:cNvSpPr>
            <a:spLocks xmlns:a="http://schemas.openxmlformats.org/drawingml/2006/main" noGrp="1"/>
          </p:cNvSpPr>
          <p:nvPr/>
        </p:nvSpPr>
        <p:spPr>
          <a:xfrm xmlns:a="http://schemas.openxmlformats.org/drawingml/2006/main">
            <a:off x="375846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7317BB88-B539-4B0D-97B5-12D0D5D1D0D5}"/>
              </a:ext>
            </a:extLst>
          </p:cNvPr>
          <p:cNvSpPr>
            <a:spLocks xmlns:a="http://schemas.openxmlformats.org/drawingml/2006/main" noGrp="1"/>
          </p:cNvSpPr>
          <p:nvPr/>
        </p:nvSpPr>
        <p:spPr>
          <a:xfrm xmlns:a="http://schemas.openxmlformats.org/drawingml/2006/main">
            <a:off x="380707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38B0AF24-5662-48F5-B4DF-120007298BDE}"/>
              </a:ext>
            </a:extLst>
          </p:cNvPr>
          <p:cNvSpPr>
            <a:spLocks xmlns:a="http://schemas.openxmlformats.org/drawingml/2006/main" noGrp="1"/>
          </p:cNvSpPr>
          <p:nvPr/>
        </p:nvSpPr>
        <p:spPr>
          <a:xfrm xmlns:a="http://schemas.openxmlformats.org/drawingml/2006/main">
            <a:off x="385568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B9DA36E4-FB40-4683-ADFC-393819780A6C}"/>
              </a:ext>
            </a:extLst>
          </p:cNvPr>
          <p:cNvSpPr>
            <a:spLocks xmlns:a="http://schemas.openxmlformats.org/drawingml/2006/main" noGrp="1"/>
          </p:cNvSpPr>
          <p:nvPr/>
        </p:nvSpPr>
        <p:spPr>
          <a:xfrm xmlns:a="http://schemas.openxmlformats.org/drawingml/2006/main">
            <a:off x="390429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D1737607-A2C6-425C-8197-F1127A4B5CA9}"/>
              </a:ext>
            </a:extLst>
          </p:cNvPr>
          <p:cNvSpPr>
            <a:spLocks xmlns:a="http://schemas.openxmlformats.org/drawingml/2006/main" noGrp="1"/>
          </p:cNvSpPr>
          <p:nvPr/>
        </p:nvSpPr>
        <p:spPr>
          <a:xfrm xmlns:a="http://schemas.openxmlformats.org/drawingml/2006/main">
            <a:off x="166818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EEF50FE1-8441-42E8-9D29-FDEC10A718C9}"/>
              </a:ext>
            </a:extLst>
          </p:cNvPr>
          <p:cNvSpPr>
            <a:spLocks xmlns:a="http://schemas.openxmlformats.org/drawingml/2006/main" noGrp="1"/>
          </p:cNvSpPr>
          <p:nvPr/>
        </p:nvSpPr>
        <p:spPr>
          <a:xfrm xmlns:a="http://schemas.openxmlformats.org/drawingml/2006/main">
            <a:off x="171680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945F4C75-CF74-4616-B310-868585BEC613}"/>
              </a:ext>
            </a:extLst>
          </p:cNvPr>
          <p:cNvSpPr>
            <a:spLocks xmlns:a="http://schemas.openxmlformats.org/drawingml/2006/main" noGrp="1"/>
          </p:cNvSpPr>
          <p:nvPr/>
        </p:nvSpPr>
        <p:spPr>
          <a:xfrm xmlns:a="http://schemas.openxmlformats.org/drawingml/2006/main">
            <a:off x="176541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29F74EA2-5578-46DB-8E1C-9B2E55100E75}"/>
              </a:ext>
            </a:extLst>
          </p:cNvPr>
          <p:cNvSpPr>
            <a:spLocks xmlns:a="http://schemas.openxmlformats.org/drawingml/2006/main" noGrp="1"/>
          </p:cNvSpPr>
          <p:nvPr/>
        </p:nvSpPr>
        <p:spPr>
          <a:xfrm xmlns:a="http://schemas.openxmlformats.org/drawingml/2006/main">
            <a:off x="181402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CF4CBDB4-BCF0-4A22-A2DB-56D18AA7EDC9}"/>
              </a:ext>
            </a:extLst>
          </p:cNvPr>
          <p:cNvSpPr>
            <a:spLocks xmlns:a="http://schemas.openxmlformats.org/drawingml/2006/main" noGrp="1"/>
          </p:cNvSpPr>
          <p:nvPr/>
        </p:nvSpPr>
        <p:spPr>
          <a:xfrm xmlns:a="http://schemas.openxmlformats.org/drawingml/2006/main">
            <a:off x="186263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B7622195-5754-4A7F-9B50-2D89CC3EB042}"/>
              </a:ext>
            </a:extLst>
          </p:cNvPr>
          <p:cNvSpPr>
            <a:spLocks xmlns:a="http://schemas.openxmlformats.org/drawingml/2006/main" noGrp="1"/>
          </p:cNvSpPr>
          <p:nvPr/>
        </p:nvSpPr>
        <p:spPr>
          <a:xfrm xmlns:a="http://schemas.openxmlformats.org/drawingml/2006/main">
            <a:off x="191124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F84B8357-4980-4CA2-BF63-9921DF1469CE}"/>
              </a:ext>
            </a:extLst>
          </p:cNvPr>
          <p:cNvSpPr>
            <a:spLocks xmlns:a="http://schemas.openxmlformats.org/drawingml/2006/main" noGrp="1"/>
          </p:cNvSpPr>
          <p:nvPr/>
        </p:nvSpPr>
        <p:spPr>
          <a:xfrm xmlns:a="http://schemas.openxmlformats.org/drawingml/2006/main">
            <a:off x="195985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D4C012B1-92F2-449F-8263-F20C09000ADE}"/>
              </a:ext>
            </a:extLst>
          </p:cNvPr>
          <p:cNvSpPr>
            <a:spLocks xmlns:a="http://schemas.openxmlformats.org/drawingml/2006/main" noGrp="1"/>
          </p:cNvSpPr>
          <p:nvPr/>
        </p:nvSpPr>
        <p:spPr>
          <a:xfrm xmlns:a="http://schemas.openxmlformats.org/drawingml/2006/main">
            <a:off x="2008466"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8589B78A-3EBE-4F9F-86F7-3A31B524B040}"/>
              </a:ext>
            </a:extLst>
          </p:cNvPr>
          <p:cNvSpPr>
            <a:spLocks xmlns:a="http://schemas.openxmlformats.org/drawingml/2006/main" noGrp="1"/>
          </p:cNvSpPr>
          <p:nvPr/>
        </p:nvSpPr>
        <p:spPr>
          <a:xfrm xmlns:a="http://schemas.openxmlformats.org/drawingml/2006/main">
            <a:off x="2057077"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4116237C-3783-4B5B-9B9F-A415AE9BC945}"/>
              </a:ext>
            </a:extLst>
          </p:cNvPr>
          <p:cNvSpPr>
            <a:spLocks xmlns:a="http://schemas.openxmlformats.org/drawingml/2006/main" noGrp="1"/>
          </p:cNvSpPr>
          <p:nvPr/>
        </p:nvSpPr>
        <p:spPr>
          <a:xfrm xmlns:a="http://schemas.openxmlformats.org/drawingml/2006/main">
            <a:off x="2105688"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527C44EF-313A-4ACB-8BB5-64424CD5FF11}"/>
              </a:ext>
            </a:extLst>
          </p:cNvPr>
          <p:cNvSpPr>
            <a:spLocks xmlns:a="http://schemas.openxmlformats.org/drawingml/2006/main" noGrp="1"/>
          </p:cNvSpPr>
          <p:nvPr/>
        </p:nvSpPr>
        <p:spPr>
          <a:xfrm xmlns:a="http://schemas.openxmlformats.org/drawingml/2006/main">
            <a:off x="215429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64218379-53E0-4122-A641-9AC017F9585F}"/>
              </a:ext>
            </a:extLst>
          </p:cNvPr>
          <p:cNvSpPr>
            <a:spLocks xmlns:a="http://schemas.openxmlformats.org/drawingml/2006/main" noGrp="1"/>
          </p:cNvSpPr>
          <p:nvPr/>
        </p:nvSpPr>
        <p:spPr>
          <a:xfrm xmlns:a="http://schemas.openxmlformats.org/drawingml/2006/main">
            <a:off x="220291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ECD86ADC-1EAB-4E68-8D77-ECE68269423E}"/>
              </a:ext>
            </a:extLst>
          </p:cNvPr>
          <p:cNvSpPr>
            <a:spLocks xmlns:a="http://schemas.openxmlformats.org/drawingml/2006/main" noGrp="1"/>
          </p:cNvSpPr>
          <p:nvPr/>
        </p:nvSpPr>
        <p:spPr>
          <a:xfrm xmlns:a="http://schemas.openxmlformats.org/drawingml/2006/main">
            <a:off x="225152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104EA165-F6CA-47FB-B318-0A006168DFD7}"/>
              </a:ext>
            </a:extLst>
          </p:cNvPr>
          <p:cNvSpPr>
            <a:spLocks xmlns:a="http://schemas.openxmlformats.org/drawingml/2006/main" noGrp="1"/>
          </p:cNvSpPr>
          <p:nvPr/>
        </p:nvSpPr>
        <p:spPr>
          <a:xfrm xmlns:a="http://schemas.openxmlformats.org/drawingml/2006/main">
            <a:off x="230013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BFF68BF7-09A0-4E64-AECC-F1B889979425}"/>
              </a:ext>
            </a:extLst>
          </p:cNvPr>
          <p:cNvSpPr>
            <a:spLocks xmlns:a="http://schemas.openxmlformats.org/drawingml/2006/main" noGrp="1"/>
          </p:cNvSpPr>
          <p:nvPr/>
        </p:nvSpPr>
        <p:spPr>
          <a:xfrm xmlns:a="http://schemas.openxmlformats.org/drawingml/2006/main">
            <a:off x="234874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9CDF43DF-6D1F-42AA-B02D-6655746ACA5D}"/>
              </a:ext>
            </a:extLst>
          </p:cNvPr>
          <p:cNvSpPr>
            <a:spLocks xmlns:a="http://schemas.openxmlformats.org/drawingml/2006/main" noGrp="1"/>
          </p:cNvSpPr>
          <p:nvPr/>
        </p:nvSpPr>
        <p:spPr>
          <a:xfrm xmlns:a="http://schemas.openxmlformats.org/drawingml/2006/main">
            <a:off x="239735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6E37D12E-9808-4EFF-9642-752AB3EDA4C3}"/>
              </a:ext>
            </a:extLst>
          </p:cNvPr>
          <p:cNvSpPr>
            <a:spLocks xmlns:a="http://schemas.openxmlformats.org/drawingml/2006/main" noGrp="1"/>
          </p:cNvSpPr>
          <p:nvPr/>
        </p:nvSpPr>
        <p:spPr>
          <a:xfrm xmlns:a="http://schemas.openxmlformats.org/drawingml/2006/main">
            <a:off x="244596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090A6677-84D4-4874-8241-5FF82834CFEA}"/>
              </a:ext>
            </a:extLst>
          </p:cNvPr>
          <p:cNvSpPr>
            <a:spLocks xmlns:a="http://schemas.openxmlformats.org/drawingml/2006/main" noGrp="1"/>
          </p:cNvSpPr>
          <p:nvPr/>
        </p:nvSpPr>
        <p:spPr>
          <a:xfrm xmlns:a="http://schemas.openxmlformats.org/drawingml/2006/main">
            <a:off x="2494576"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38C4D34C-B7EB-4C63-BA42-9E8D755FB098}"/>
              </a:ext>
            </a:extLst>
          </p:cNvPr>
          <p:cNvSpPr>
            <a:spLocks xmlns:a="http://schemas.openxmlformats.org/drawingml/2006/main" noGrp="1"/>
          </p:cNvSpPr>
          <p:nvPr/>
        </p:nvSpPr>
        <p:spPr>
          <a:xfrm xmlns:a="http://schemas.openxmlformats.org/drawingml/2006/main">
            <a:off x="2543187"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18B5EC8E-1C8E-4356-B885-11D5347DB8C9}"/>
              </a:ext>
            </a:extLst>
          </p:cNvPr>
          <p:cNvSpPr>
            <a:spLocks xmlns:a="http://schemas.openxmlformats.org/drawingml/2006/main" noGrp="1"/>
          </p:cNvSpPr>
          <p:nvPr/>
        </p:nvSpPr>
        <p:spPr>
          <a:xfrm xmlns:a="http://schemas.openxmlformats.org/drawingml/2006/main">
            <a:off x="2591798"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FE8857A0-9CCB-475C-9644-20F63BC6D723}"/>
              </a:ext>
            </a:extLst>
          </p:cNvPr>
          <p:cNvSpPr>
            <a:spLocks xmlns:a="http://schemas.openxmlformats.org/drawingml/2006/main" noGrp="1"/>
          </p:cNvSpPr>
          <p:nvPr/>
        </p:nvSpPr>
        <p:spPr>
          <a:xfrm xmlns:a="http://schemas.openxmlformats.org/drawingml/2006/main">
            <a:off x="264040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C4B0090B-8D62-4069-AB77-37164B9444D9}"/>
              </a:ext>
            </a:extLst>
          </p:cNvPr>
          <p:cNvSpPr>
            <a:spLocks xmlns:a="http://schemas.openxmlformats.org/drawingml/2006/main" noGrp="1"/>
          </p:cNvSpPr>
          <p:nvPr/>
        </p:nvSpPr>
        <p:spPr>
          <a:xfrm xmlns:a="http://schemas.openxmlformats.org/drawingml/2006/main">
            <a:off x="268901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F1F99FD2-E2A1-4871-86A2-1DE1BEB39AA3}"/>
              </a:ext>
            </a:extLst>
          </p:cNvPr>
          <p:cNvSpPr>
            <a:spLocks xmlns:a="http://schemas.openxmlformats.org/drawingml/2006/main" noGrp="1"/>
          </p:cNvSpPr>
          <p:nvPr/>
        </p:nvSpPr>
        <p:spPr>
          <a:xfrm xmlns:a="http://schemas.openxmlformats.org/drawingml/2006/main">
            <a:off x="273763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D6C238D7-1D6E-4112-B04C-2C8F4CFC6B00}"/>
              </a:ext>
            </a:extLst>
          </p:cNvPr>
          <p:cNvSpPr>
            <a:spLocks xmlns:a="http://schemas.openxmlformats.org/drawingml/2006/main" noGrp="1"/>
          </p:cNvSpPr>
          <p:nvPr/>
        </p:nvSpPr>
        <p:spPr>
          <a:xfrm xmlns:a="http://schemas.openxmlformats.org/drawingml/2006/main">
            <a:off x="278624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7A83DF6F-9F4B-4211-8DF4-7A0604DAF43F}"/>
              </a:ext>
            </a:extLst>
          </p:cNvPr>
          <p:cNvSpPr>
            <a:spLocks xmlns:a="http://schemas.openxmlformats.org/drawingml/2006/main" noGrp="1"/>
          </p:cNvSpPr>
          <p:nvPr/>
        </p:nvSpPr>
        <p:spPr>
          <a:xfrm xmlns:a="http://schemas.openxmlformats.org/drawingml/2006/main">
            <a:off x="283485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7AD1CFC9-8A64-4DF6-BB76-084D625FC2BD}"/>
              </a:ext>
            </a:extLst>
          </p:cNvPr>
          <p:cNvSpPr>
            <a:spLocks xmlns:a="http://schemas.openxmlformats.org/drawingml/2006/main" noGrp="1"/>
          </p:cNvSpPr>
          <p:nvPr/>
        </p:nvSpPr>
        <p:spPr>
          <a:xfrm xmlns:a="http://schemas.openxmlformats.org/drawingml/2006/main">
            <a:off x="288346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5881BEE2-4D4B-44F7-9E2A-5DA3A3E11812}"/>
              </a:ext>
            </a:extLst>
          </p:cNvPr>
          <p:cNvSpPr>
            <a:spLocks xmlns:a="http://schemas.openxmlformats.org/drawingml/2006/main" noGrp="1"/>
          </p:cNvSpPr>
          <p:nvPr/>
        </p:nvSpPr>
        <p:spPr>
          <a:xfrm xmlns:a="http://schemas.openxmlformats.org/drawingml/2006/main">
            <a:off x="293207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EB40E48F-DE0C-4E3C-A77A-E9756C0BAFEA}"/>
              </a:ext>
            </a:extLst>
          </p:cNvPr>
          <p:cNvSpPr>
            <a:spLocks xmlns:a="http://schemas.openxmlformats.org/drawingml/2006/main" noGrp="1"/>
          </p:cNvSpPr>
          <p:nvPr/>
        </p:nvSpPr>
        <p:spPr>
          <a:xfrm xmlns:a="http://schemas.openxmlformats.org/drawingml/2006/main">
            <a:off x="298068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16811E8D-353A-4711-AB1E-009D85CCA9EA}"/>
              </a:ext>
            </a:extLst>
          </p:cNvPr>
          <p:cNvSpPr>
            <a:spLocks xmlns:a="http://schemas.openxmlformats.org/drawingml/2006/main" noGrp="1"/>
          </p:cNvSpPr>
          <p:nvPr/>
        </p:nvSpPr>
        <p:spPr>
          <a:xfrm xmlns:a="http://schemas.openxmlformats.org/drawingml/2006/main">
            <a:off x="3029296"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108CCE84-9662-4B3E-8BF5-CAD00D927892}"/>
              </a:ext>
            </a:extLst>
          </p:cNvPr>
          <p:cNvSpPr>
            <a:spLocks xmlns:a="http://schemas.openxmlformats.org/drawingml/2006/main" noGrp="1"/>
          </p:cNvSpPr>
          <p:nvPr/>
        </p:nvSpPr>
        <p:spPr>
          <a:xfrm xmlns:a="http://schemas.openxmlformats.org/drawingml/2006/main">
            <a:off x="3077907"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02E6DD22-A5B7-4CB4-9E11-37AAEF59648B}"/>
              </a:ext>
            </a:extLst>
          </p:cNvPr>
          <p:cNvSpPr>
            <a:spLocks xmlns:a="http://schemas.openxmlformats.org/drawingml/2006/main" noGrp="1"/>
          </p:cNvSpPr>
          <p:nvPr/>
        </p:nvSpPr>
        <p:spPr>
          <a:xfrm xmlns:a="http://schemas.openxmlformats.org/drawingml/2006/main">
            <a:off x="3126518"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8916C665-A6A3-4D5B-BB72-FFEE967D4B2B}"/>
              </a:ext>
            </a:extLst>
          </p:cNvPr>
          <p:cNvSpPr>
            <a:spLocks xmlns:a="http://schemas.openxmlformats.org/drawingml/2006/main" noGrp="1"/>
          </p:cNvSpPr>
          <p:nvPr/>
        </p:nvSpPr>
        <p:spPr>
          <a:xfrm xmlns:a="http://schemas.openxmlformats.org/drawingml/2006/main">
            <a:off x="317512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1F02E59D-7BAC-4027-AED7-C4EE876FBF43}"/>
              </a:ext>
            </a:extLst>
          </p:cNvPr>
          <p:cNvSpPr>
            <a:spLocks xmlns:a="http://schemas.openxmlformats.org/drawingml/2006/main" noGrp="1"/>
          </p:cNvSpPr>
          <p:nvPr/>
        </p:nvSpPr>
        <p:spPr>
          <a:xfrm xmlns:a="http://schemas.openxmlformats.org/drawingml/2006/main">
            <a:off x="322374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D042C4CD-3E4B-4F34-92C7-B7035BFCB35B}"/>
              </a:ext>
            </a:extLst>
          </p:cNvPr>
          <p:cNvSpPr>
            <a:spLocks xmlns:a="http://schemas.openxmlformats.org/drawingml/2006/main" noGrp="1"/>
          </p:cNvSpPr>
          <p:nvPr/>
        </p:nvSpPr>
        <p:spPr>
          <a:xfrm xmlns:a="http://schemas.openxmlformats.org/drawingml/2006/main">
            <a:off x="327235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1F902C07-8B90-4113-9F4E-5EA6392FD1D6}"/>
              </a:ext>
            </a:extLst>
          </p:cNvPr>
          <p:cNvSpPr>
            <a:spLocks xmlns:a="http://schemas.openxmlformats.org/drawingml/2006/main" noGrp="1"/>
          </p:cNvSpPr>
          <p:nvPr/>
        </p:nvSpPr>
        <p:spPr>
          <a:xfrm xmlns:a="http://schemas.openxmlformats.org/drawingml/2006/main">
            <a:off x="332096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73407904-A903-408B-A625-0636D23EC262}"/>
              </a:ext>
            </a:extLst>
          </p:cNvPr>
          <p:cNvSpPr>
            <a:spLocks xmlns:a="http://schemas.openxmlformats.org/drawingml/2006/main" noGrp="1"/>
          </p:cNvSpPr>
          <p:nvPr/>
        </p:nvSpPr>
        <p:spPr>
          <a:xfrm xmlns:a="http://schemas.openxmlformats.org/drawingml/2006/main">
            <a:off x="336957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838A4165-3812-42E7-B530-DD3393483433}"/>
              </a:ext>
            </a:extLst>
          </p:cNvPr>
          <p:cNvSpPr>
            <a:spLocks xmlns:a="http://schemas.openxmlformats.org/drawingml/2006/main" noGrp="1"/>
          </p:cNvSpPr>
          <p:nvPr/>
        </p:nvSpPr>
        <p:spPr>
          <a:xfrm xmlns:a="http://schemas.openxmlformats.org/drawingml/2006/main">
            <a:off x="341818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3E0B23EE-0942-4109-898D-4186307A43F9}"/>
              </a:ext>
            </a:extLst>
          </p:cNvPr>
          <p:cNvSpPr>
            <a:spLocks xmlns:a="http://schemas.openxmlformats.org/drawingml/2006/main" noGrp="1"/>
          </p:cNvSpPr>
          <p:nvPr/>
        </p:nvSpPr>
        <p:spPr>
          <a:xfrm xmlns:a="http://schemas.openxmlformats.org/drawingml/2006/main">
            <a:off x="346679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BAC907CC-C721-4D7D-A82E-702810F218AB}"/>
              </a:ext>
            </a:extLst>
          </p:cNvPr>
          <p:cNvSpPr>
            <a:spLocks xmlns:a="http://schemas.openxmlformats.org/drawingml/2006/main" noGrp="1"/>
          </p:cNvSpPr>
          <p:nvPr/>
        </p:nvSpPr>
        <p:spPr>
          <a:xfrm xmlns:a="http://schemas.openxmlformats.org/drawingml/2006/main">
            <a:off x="366123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F57EBC56-E695-4E73-94DD-46C84FD5FA43}"/>
              </a:ext>
            </a:extLst>
          </p:cNvPr>
          <p:cNvSpPr>
            <a:spLocks xmlns:a="http://schemas.openxmlformats.org/drawingml/2006/main" noGrp="1"/>
          </p:cNvSpPr>
          <p:nvPr/>
        </p:nvSpPr>
        <p:spPr>
          <a:xfrm xmlns:a="http://schemas.openxmlformats.org/drawingml/2006/main">
            <a:off x="370985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B2C7B1EE-EF2F-4E9D-975C-BB71C48F1373}"/>
              </a:ext>
            </a:extLst>
          </p:cNvPr>
          <p:cNvSpPr>
            <a:spLocks xmlns:a="http://schemas.openxmlformats.org/drawingml/2006/main" noGrp="1"/>
          </p:cNvSpPr>
          <p:nvPr/>
        </p:nvSpPr>
        <p:spPr>
          <a:xfrm xmlns:a="http://schemas.openxmlformats.org/drawingml/2006/main">
            <a:off x="375846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5328846C-0FDF-4CB3-AC12-01093BC4C996}"/>
              </a:ext>
            </a:extLst>
          </p:cNvPr>
          <p:cNvSpPr>
            <a:spLocks xmlns:a="http://schemas.openxmlformats.org/drawingml/2006/main" noGrp="1"/>
          </p:cNvSpPr>
          <p:nvPr/>
        </p:nvSpPr>
        <p:spPr>
          <a:xfrm xmlns:a="http://schemas.openxmlformats.org/drawingml/2006/main">
            <a:off x="380707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BF946A81-F834-4E5B-B778-08869BE93338}"/>
              </a:ext>
            </a:extLst>
          </p:cNvPr>
          <p:cNvSpPr>
            <a:spLocks xmlns:a="http://schemas.openxmlformats.org/drawingml/2006/main" noGrp="1"/>
          </p:cNvSpPr>
          <p:nvPr/>
        </p:nvSpPr>
        <p:spPr>
          <a:xfrm xmlns:a="http://schemas.openxmlformats.org/drawingml/2006/main">
            <a:off x="385568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C5ED2655-F8B9-4478-8033-45BBE54A3884}"/>
              </a:ext>
            </a:extLst>
          </p:cNvPr>
          <p:cNvSpPr>
            <a:spLocks xmlns:a="http://schemas.openxmlformats.org/drawingml/2006/main" noGrp="1"/>
          </p:cNvSpPr>
          <p:nvPr/>
        </p:nvSpPr>
        <p:spPr>
          <a:xfrm xmlns:a="http://schemas.openxmlformats.org/drawingml/2006/main">
            <a:off x="390429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D5CED8AF-713B-440B-8DC8-230A1D69B4CB}"/>
              </a:ext>
            </a:extLst>
          </p:cNvPr>
          <p:cNvSpPr>
            <a:spLocks xmlns:a="http://schemas.openxmlformats.org/drawingml/2006/main" noGrp="1"/>
          </p:cNvSpPr>
          <p:nvPr/>
        </p:nvSpPr>
        <p:spPr>
          <a:xfrm xmlns:a="http://schemas.openxmlformats.org/drawingml/2006/main">
            <a:off x="166818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DBF787F7-C470-4A95-9603-D1F7FE1A79CA}"/>
              </a:ext>
            </a:extLst>
          </p:cNvPr>
          <p:cNvSpPr>
            <a:spLocks xmlns:a="http://schemas.openxmlformats.org/drawingml/2006/main" noGrp="1"/>
          </p:cNvSpPr>
          <p:nvPr/>
        </p:nvSpPr>
        <p:spPr>
          <a:xfrm xmlns:a="http://schemas.openxmlformats.org/drawingml/2006/main">
            <a:off x="1716800"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EA5DB8DA-4AD1-4AE6-A42F-240F04CC163D}"/>
              </a:ext>
            </a:extLst>
          </p:cNvPr>
          <p:cNvSpPr>
            <a:spLocks xmlns:a="http://schemas.openxmlformats.org/drawingml/2006/main" noGrp="1"/>
          </p:cNvSpPr>
          <p:nvPr/>
        </p:nvSpPr>
        <p:spPr>
          <a:xfrm xmlns:a="http://schemas.openxmlformats.org/drawingml/2006/main">
            <a:off x="176541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62A599E0-BE95-4C6F-8E91-0C98400F47AE}"/>
              </a:ext>
            </a:extLst>
          </p:cNvPr>
          <p:cNvSpPr>
            <a:spLocks xmlns:a="http://schemas.openxmlformats.org/drawingml/2006/main" noGrp="1"/>
          </p:cNvSpPr>
          <p:nvPr/>
        </p:nvSpPr>
        <p:spPr>
          <a:xfrm xmlns:a="http://schemas.openxmlformats.org/drawingml/2006/main">
            <a:off x="1814022"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BE978536-33CB-4137-952B-457DB443E3EE}"/>
              </a:ext>
            </a:extLst>
          </p:cNvPr>
          <p:cNvSpPr>
            <a:spLocks xmlns:a="http://schemas.openxmlformats.org/drawingml/2006/main" noGrp="1"/>
          </p:cNvSpPr>
          <p:nvPr/>
        </p:nvSpPr>
        <p:spPr>
          <a:xfrm xmlns:a="http://schemas.openxmlformats.org/drawingml/2006/main">
            <a:off x="186263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FC227D65-1A44-458F-ABC5-1DA923B51D29}"/>
              </a:ext>
            </a:extLst>
          </p:cNvPr>
          <p:cNvSpPr>
            <a:spLocks xmlns:a="http://schemas.openxmlformats.org/drawingml/2006/main" noGrp="1"/>
          </p:cNvSpPr>
          <p:nvPr/>
        </p:nvSpPr>
        <p:spPr>
          <a:xfrm xmlns:a="http://schemas.openxmlformats.org/drawingml/2006/main">
            <a:off x="191124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7E75196E-7C10-4303-A3C0-A477E5B346AB}"/>
              </a:ext>
            </a:extLst>
          </p:cNvPr>
          <p:cNvSpPr>
            <a:spLocks xmlns:a="http://schemas.openxmlformats.org/drawingml/2006/main" noGrp="1"/>
          </p:cNvSpPr>
          <p:nvPr/>
        </p:nvSpPr>
        <p:spPr>
          <a:xfrm xmlns:a="http://schemas.openxmlformats.org/drawingml/2006/main">
            <a:off x="195985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5823C81C-E0F9-44AE-BAFE-BF35D80BEB5C}"/>
              </a:ext>
            </a:extLst>
          </p:cNvPr>
          <p:cNvSpPr>
            <a:spLocks xmlns:a="http://schemas.openxmlformats.org/drawingml/2006/main" noGrp="1"/>
          </p:cNvSpPr>
          <p:nvPr/>
        </p:nvSpPr>
        <p:spPr>
          <a:xfrm xmlns:a="http://schemas.openxmlformats.org/drawingml/2006/main">
            <a:off x="2008466"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CCCCDD9F-CA52-4C9A-B6E1-1CED6FEBA004}"/>
              </a:ext>
            </a:extLst>
          </p:cNvPr>
          <p:cNvSpPr>
            <a:spLocks xmlns:a="http://schemas.openxmlformats.org/drawingml/2006/main" noGrp="1"/>
          </p:cNvSpPr>
          <p:nvPr/>
        </p:nvSpPr>
        <p:spPr>
          <a:xfrm xmlns:a="http://schemas.openxmlformats.org/drawingml/2006/main">
            <a:off x="2057077"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ABF9E1DB-9565-401A-8B87-FFDA122F76F7}"/>
              </a:ext>
            </a:extLst>
          </p:cNvPr>
          <p:cNvSpPr>
            <a:spLocks xmlns:a="http://schemas.openxmlformats.org/drawingml/2006/main" noGrp="1"/>
          </p:cNvSpPr>
          <p:nvPr/>
        </p:nvSpPr>
        <p:spPr>
          <a:xfrm xmlns:a="http://schemas.openxmlformats.org/drawingml/2006/main">
            <a:off x="210568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99DC0606-DB6B-4924-9178-A0DE4E51CE4B}"/>
              </a:ext>
            </a:extLst>
          </p:cNvPr>
          <p:cNvSpPr>
            <a:spLocks xmlns:a="http://schemas.openxmlformats.org/drawingml/2006/main" noGrp="1"/>
          </p:cNvSpPr>
          <p:nvPr/>
        </p:nvSpPr>
        <p:spPr>
          <a:xfrm xmlns:a="http://schemas.openxmlformats.org/drawingml/2006/main">
            <a:off x="215429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6CD3770A-CB8F-464D-B7CF-24909B0702DF}"/>
              </a:ext>
            </a:extLst>
          </p:cNvPr>
          <p:cNvSpPr>
            <a:spLocks xmlns:a="http://schemas.openxmlformats.org/drawingml/2006/main" noGrp="1"/>
          </p:cNvSpPr>
          <p:nvPr/>
        </p:nvSpPr>
        <p:spPr>
          <a:xfrm xmlns:a="http://schemas.openxmlformats.org/drawingml/2006/main">
            <a:off x="2202910"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64AFC7CA-D2E4-4309-8815-B3811D8CFCCC}"/>
              </a:ext>
            </a:extLst>
          </p:cNvPr>
          <p:cNvSpPr>
            <a:spLocks xmlns:a="http://schemas.openxmlformats.org/drawingml/2006/main" noGrp="1"/>
          </p:cNvSpPr>
          <p:nvPr/>
        </p:nvSpPr>
        <p:spPr>
          <a:xfrm xmlns:a="http://schemas.openxmlformats.org/drawingml/2006/main">
            <a:off x="225152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48012491-DDA5-4D5B-977B-D33F14F693DE}"/>
              </a:ext>
            </a:extLst>
          </p:cNvPr>
          <p:cNvSpPr>
            <a:spLocks xmlns:a="http://schemas.openxmlformats.org/drawingml/2006/main" noGrp="1"/>
          </p:cNvSpPr>
          <p:nvPr/>
        </p:nvSpPr>
        <p:spPr>
          <a:xfrm xmlns:a="http://schemas.openxmlformats.org/drawingml/2006/main">
            <a:off x="2300132"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E5072F49-C27A-40FA-A4B6-790CF6A36E79}"/>
              </a:ext>
            </a:extLst>
          </p:cNvPr>
          <p:cNvSpPr>
            <a:spLocks xmlns:a="http://schemas.openxmlformats.org/drawingml/2006/main" noGrp="1"/>
          </p:cNvSpPr>
          <p:nvPr/>
        </p:nvSpPr>
        <p:spPr>
          <a:xfrm xmlns:a="http://schemas.openxmlformats.org/drawingml/2006/main">
            <a:off x="234874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463D93E7-FB29-4D84-B3E2-B231CF8EED0B}"/>
              </a:ext>
            </a:extLst>
          </p:cNvPr>
          <p:cNvSpPr>
            <a:spLocks xmlns:a="http://schemas.openxmlformats.org/drawingml/2006/main" noGrp="1"/>
          </p:cNvSpPr>
          <p:nvPr/>
        </p:nvSpPr>
        <p:spPr>
          <a:xfrm xmlns:a="http://schemas.openxmlformats.org/drawingml/2006/main">
            <a:off x="239735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9EFA567D-FDE4-4D2E-8E15-1C1510BADAD7}"/>
              </a:ext>
            </a:extLst>
          </p:cNvPr>
          <p:cNvSpPr>
            <a:spLocks xmlns:a="http://schemas.openxmlformats.org/drawingml/2006/main" noGrp="1"/>
          </p:cNvSpPr>
          <p:nvPr/>
        </p:nvSpPr>
        <p:spPr>
          <a:xfrm xmlns:a="http://schemas.openxmlformats.org/drawingml/2006/main">
            <a:off x="244596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CBAA93E7-0C83-4AA0-BC2C-C4B814AA0031}"/>
              </a:ext>
            </a:extLst>
          </p:cNvPr>
          <p:cNvSpPr>
            <a:spLocks xmlns:a="http://schemas.openxmlformats.org/drawingml/2006/main" noGrp="1"/>
          </p:cNvSpPr>
          <p:nvPr/>
        </p:nvSpPr>
        <p:spPr>
          <a:xfrm xmlns:a="http://schemas.openxmlformats.org/drawingml/2006/main">
            <a:off x="2494576"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5DBDEE26-FFE5-4CD4-B5B7-4D5B175FDE66}"/>
              </a:ext>
            </a:extLst>
          </p:cNvPr>
          <p:cNvSpPr>
            <a:spLocks xmlns:a="http://schemas.openxmlformats.org/drawingml/2006/main" noGrp="1"/>
          </p:cNvSpPr>
          <p:nvPr/>
        </p:nvSpPr>
        <p:spPr>
          <a:xfrm xmlns:a="http://schemas.openxmlformats.org/drawingml/2006/main">
            <a:off x="2543187"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DD98107B-9B90-476F-BC33-3A5F80119C3C}"/>
              </a:ext>
            </a:extLst>
          </p:cNvPr>
          <p:cNvSpPr>
            <a:spLocks xmlns:a="http://schemas.openxmlformats.org/drawingml/2006/main" noGrp="1"/>
          </p:cNvSpPr>
          <p:nvPr/>
        </p:nvSpPr>
        <p:spPr>
          <a:xfrm xmlns:a="http://schemas.openxmlformats.org/drawingml/2006/main">
            <a:off x="259179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E71F4CAC-F7BD-4335-AA84-00524FD0E2D5}"/>
              </a:ext>
            </a:extLst>
          </p:cNvPr>
          <p:cNvSpPr>
            <a:spLocks xmlns:a="http://schemas.openxmlformats.org/drawingml/2006/main" noGrp="1"/>
          </p:cNvSpPr>
          <p:nvPr/>
        </p:nvSpPr>
        <p:spPr>
          <a:xfrm xmlns:a="http://schemas.openxmlformats.org/drawingml/2006/main">
            <a:off x="264040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7F792792-F9E5-471C-9847-0460E28A0BD2}"/>
              </a:ext>
            </a:extLst>
          </p:cNvPr>
          <p:cNvSpPr>
            <a:spLocks xmlns:a="http://schemas.openxmlformats.org/drawingml/2006/main" noGrp="1"/>
          </p:cNvSpPr>
          <p:nvPr/>
        </p:nvSpPr>
        <p:spPr>
          <a:xfrm xmlns:a="http://schemas.openxmlformats.org/drawingml/2006/main">
            <a:off x="268901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3DAD0E61-C97C-42AD-A66B-A1763E4D6A41}"/>
              </a:ext>
            </a:extLst>
          </p:cNvPr>
          <p:cNvSpPr>
            <a:spLocks xmlns:a="http://schemas.openxmlformats.org/drawingml/2006/main" noGrp="1"/>
          </p:cNvSpPr>
          <p:nvPr/>
        </p:nvSpPr>
        <p:spPr>
          <a:xfrm xmlns:a="http://schemas.openxmlformats.org/drawingml/2006/main">
            <a:off x="2737630"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693F21EB-1167-435C-B035-74256AE50DB2}"/>
              </a:ext>
            </a:extLst>
          </p:cNvPr>
          <p:cNvSpPr>
            <a:spLocks xmlns:a="http://schemas.openxmlformats.org/drawingml/2006/main" noGrp="1"/>
          </p:cNvSpPr>
          <p:nvPr/>
        </p:nvSpPr>
        <p:spPr>
          <a:xfrm xmlns:a="http://schemas.openxmlformats.org/drawingml/2006/main">
            <a:off x="278624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A0A94D9D-7E31-4FC7-AEE7-B3EF7085527C}"/>
              </a:ext>
            </a:extLst>
          </p:cNvPr>
          <p:cNvSpPr>
            <a:spLocks xmlns:a="http://schemas.openxmlformats.org/drawingml/2006/main" noGrp="1"/>
          </p:cNvSpPr>
          <p:nvPr/>
        </p:nvSpPr>
        <p:spPr>
          <a:xfrm xmlns:a="http://schemas.openxmlformats.org/drawingml/2006/main">
            <a:off x="2834852"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4809DF29-319D-4D05-A12C-A9A8A4B47A21}"/>
              </a:ext>
            </a:extLst>
          </p:cNvPr>
          <p:cNvSpPr>
            <a:spLocks xmlns:a="http://schemas.openxmlformats.org/drawingml/2006/main" noGrp="1"/>
          </p:cNvSpPr>
          <p:nvPr/>
        </p:nvSpPr>
        <p:spPr>
          <a:xfrm xmlns:a="http://schemas.openxmlformats.org/drawingml/2006/main">
            <a:off x="288346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7DE3B72D-9206-4994-BA09-7E3B17EF54FB}"/>
              </a:ext>
            </a:extLst>
          </p:cNvPr>
          <p:cNvSpPr>
            <a:spLocks xmlns:a="http://schemas.openxmlformats.org/drawingml/2006/main" noGrp="1"/>
          </p:cNvSpPr>
          <p:nvPr/>
        </p:nvSpPr>
        <p:spPr>
          <a:xfrm xmlns:a="http://schemas.openxmlformats.org/drawingml/2006/main">
            <a:off x="293207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3F4BE737-4598-4377-8696-B0E193FCB6D2}"/>
              </a:ext>
            </a:extLst>
          </p:cNvPr>
          <p:cNvSpPr>
            <a:spLocks xmlns:a="http://schemas.openxmlformats.org/drawingml/2006/main" noGrp="1"/>
          </p:cNvSpPr>
          <p:nvPr/>
        </p:nvSpPr>
        <p:spPr>
          <a:xfrm xmlns:a="http://schemas.openxmlformats.org/drawingml/2006/main">
            <a:off x="298068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755D8A8E-A3A9-4378-B5E6-B2F3FE5792ED}"/>
              </a:ext>
            </a:extLst>
          </p:cNvPr>
          <p:cNvSpPr>
            <a:spLocks xmlns:a="http://schemas.openxmlformats.org/drawingml/2006/main" noGrp="1"/>
          </p:cNvSpPr>
          <p:nvPr/>
        </p:nvSpPr>
        <p:spPr>
          <a:xfrm xmlns:a="http://schemas.openxmlformats.org/drawingml/2006/main">
            <a:off x="3029296"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1E55C1E2-E6B5-4043-94AA-6C58CE2F299B}"/>
              </a:ext>
            </a:extLst>
          </p:cNvPr>
          <p:cNvSpPr>
            <a:spLocks xmlns:a="http://schemas.openxmlformats.org/drawingml/2006/main" noGrp="1"/>
          </p:cNvSpPr>
          <p:nvPr/>
        </p:nvSpPr>
        <p:spPr>
          <a:xfrm xmlns:a="http://schemas.openxmlformats.org/drawingml/2006/main">
            <a:off x="3077907"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EB4431B9-A797-499B-9CAF-8F918BD285BB}"/>
              </a:ext>
            </a:extLst>
          </p:cNvPr>
          <p:cNvSpPr>
            <a:spLocks xmlns:a="http://schemas.openxmlformats.org/drawingml/2006/main" noGrp="1"/>
          </p:cNvSpPr>
          <p:nvPr/>
        </p:nvSpPr>
        <p:spPr>
          <a:xfrm xmlns:a="http://schemas.openxmlformats.org/drawingml/2006/main">
            <a:off x="312651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EF220BCC-AAE4-423C-8257-43A474E3FDDC}"/>
              </a:ext>
            </a:extLst>
          </p:cNvPr>
          <p:cNvSpPr>
            <a:spLocks xmlns:a="http://schemas.openxmlformats.org/drawingml/2006/main" noGrp="1"/>
          </p:cNvSpPr>
          <p:nvPr/>
        </p:nvSpPr>
        <p:spPr>
          <a:xfrm xmlns:a="http://schemas.openxmlformats.org/drawingml/2006/main">
            <a:off x="317512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CBFA5413-A719-47CD-AE2D-4C86016EF020}"/>
              </a:ext>
            </a:extLst>
          </p:cNvPr>
          <p:cNvSpPr>
            <a:spLocks xmlns:a="http://schemas.openxmlformats.org/drawingml/2006/main" noGrp="1"/>
          </p:cNvSpPr>
          <p:nvPr/>
        </p:nvSpPr>
        <p:spPr>
          <a:xfrm xmlns:a="http://schemas.openxmlformats.org/drawingml/2006/main">
            <a:off x="336957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282866BE-B2D5-477D-8E41-2B8A978F3247}"/>
              </a:ext>
            </a:extLst>
          </p:cNvPr>
          <p:cNvSpPr>
            <a:spLocks xmlns:a="http://schemas.openxmlformats.org/drawingml/2006/main" noGrp="1"/>
          </p:cNvSpPr>
          <p:nvPr/>
        </p:nvSpPr>
        <p:spPr>
          <a:xfrm xmlns:a="http://schemas.openxmlformats.org/drawingml/2006/main">
            <a:off x="341818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53CCF90B-B1D6-4AE8-9B0C-819D2ED648A8}"/>
              </a:ext>
            </a:extLst>
          </p:cNvPr>
          <p:cNvSpPr>
            <a:spLocks xmlns:a="http://schemas.openxmlformats.org/drawingml/2006/main" noGrp="1"/>
          </p:cNvSpPr>
          <p:nvPr/>
        </p:nvSpPr>
        <p:spPr>
          <a:xfrm xmlns:a="http://schemas.openxmlformats.org/drawingml/2006/main">
            <a:off x="346679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9FB0B9B4-E4C1-456B-AE58-843841805EB6}"/>
              </a:ext>
            </a:extLst>
          </p:cNvPr>
          <p:cNvSpPr>
            <a:spLocks xmlns:a="http://schemas.openxmlformats.org/drawingml/2006/main" noGrp="1"/>
          </p:cNvSpPr>
          <p:nvPr/>
        </p:nvSpPr>
        <p:spPr>
          <a:xfrm xmlns:a="http://schemas.openxmlformats.org/drawingml/2006/main">
            <a:off x="361262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6AC063A3-19E2-4D13-A04C-FBB88D9DBF3E}"/>
              </a:ext>
            </a:extLst>
          </p:cNvPr>
          <p:cNvSpPr>
            <a:spLocks xmlns:a="http://schemas.openxmlformats.org/drawingml/2006/main" noGrp="1"/>
          </p:cNvSpPr>
          <p:nvPr/>
        </p:nvSpPr>
        <p:spPr>
          <a:xfrm xmlns:a="http://schemas.openxmlformats.org/drawingml/2006/main">
            <a:off x="366123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E3CCF5D7-7B78-4210-A808-90CA011D01D9}"/>
              </a:ext>
            </a:extLst>
          </p:cNvPr>
          <p:cNvSpPr>
            <a:spLocks xmlns:a="http://schemas.openxmlformats.org/drawingml/2006/main" noGrp="1"/>
          </p:cNvSpPr>
          <p:nvPr/>
        </p:nvSpPr>
        <p:spPr>
          <a:xfrm xmlns:a="http://schemas.openxmlformats.org/drawingml/2006/main">
            <a:off x="3709850"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B1347A69-AB22-405C-9E25-9CC7A0DE7444}"/>
              </a:ext>
            </a:extLst>
          </p:cNvPr>
          <p:cNvSpPr>
            <a:spLocks xmlns:a="http://schemas.openxmlformats.org/drawingml/2006/main" noGrp="1"/>
          </p:cNvSpPr>
          <p:nvPr/>
        </p:nvSpPr>
        <p:spPr>
          <a:xfrm xmlns:a="http://schemas.openxmlformats.org/drawingml/2006/main">
            <a:off x="375846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1635CEF9-42A4-4B65-9BA8-8B082608E1AD}"/>
              </a:ext>
            </a:extLst>
          </p:cNvPr>
          <p:cNvSpPr>
            <a:spLocks xmlns:a="http://schemas.openxmlformats.org/drawingml/2006/main" noGrp="1"/>
          </p:cNvSpPr>
          <p:nvPr/>
        </p:nvSpPr>
        <p:spPr>
          <a:xfrm xmlns:a="http://schemas.openxmlformats.org/drawingml/2006/main">
            <a:off x="3807072"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62D15B04-71BB-4BF9-B75B-8BFE5ADA996A}"/>
              </a:ext>
            </a:extLst>
          </p:cNvPr>
          <p:cNvSpPr>
            <a:spLocks xmlns:a="http://schemas.openxmlformats.org/drawingml/2006/main" noGrp="1"/>
          </p:cNvSpPr>
          <p:nvPr/>
        </p:nvSpPr>
        <p:spPr>
          <a:xfrm xmlns:a="http://schemas.openxmlformats.org/drawingml/2006/main">
            <a:off x="385568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E571FF19-EF2B-47C6-97F7-C3312A9BC4BB}"/>
              </a:ext>
            </a:extLst>
          </p:cNvPr>
          <p:cNvSpPr>
            <a:spLocks xmlns:a="http://schemas.openxmlformats.org/drawingml/2006/main" noGrp="1"/>
          </p:cNvSpPr>
          <p:nvPr/>
        </p:nvSpPr>
        <p:spPr>
          <a:xfrm xmlns:a="http://schemas.openxmlformats.org/drawingml/2006/main">
            <a:off x="390429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DBE9DA0B-E99A-4106-A4A7-390802CC4974}"/>
              </a:ext>
            </a:extLst>
          </p:cNvPr>
          <p:cNvSpPr>
            <a:spLocks xmlns:a="http://schemas.openxmlformats.org/drawingml/2006/main" noGrp="1"/>
          </p:cNvSpPr>
          <p:nvPr/>
        </p:nvSpPr>
        <p:spPr>
          <a:xfrm xmlns:a="http://schemas.openxmlformats.org/drawingml/2006/main">
            <a:off x="166818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E297ECF8-A600-473B-8E81-17F707B15BE7}"/>
              </a:ext>
            </a:extLst>
          </p:cNvPr>
          <p:cNvSpPr>
            <a:spLocks xmlns:a="http://schemas.openxmlformats.org/drawingml/2006/main" noGrp="1"/>
          </p:cNvSpPr>
          <p:nvPr/>
        </p:nvSpPr>
        <p:spPr>
          <a:xfrm xmlns:a="http://schemas.openxmlformats.org/drawingml/2006/main">
            <a:off x="1716800"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D41B7E2B-0906-4293-986C-B8F1E1C41831}"/>
              </a:ext>
            </a:extLst>
          </p:cNvPr>
          <p:cNvSpPr>
            <a:spLocks xmlns:a="http://schemas.openxmlformats.org/drawingml/2006/main" noGrp="1"/>
          </p:cNvSpPr>
          <p:nvPr/>
        </p:nvSpPr>
        <p:spPr>
          <a:xfrm xmlns:a="http://schemas.openxmlformats.org/drawingml/2006/main">
            <a:off x="1765411"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4469A527-B703-4207-A77D-D9353554C718}"/>
              </a:ext>
            </a:extLst>
          </p:cNvPr>
          <p:cNvSpPr>
            <a:spLocks xmlns:a="http://schemas.openxmlformats.org/drawingml/2006/main" noGrp="1"/>
          </p:cNvSpPr>
          <p:nvPr/>
        </p:nvSpPr>
        <p:spPr>
          <a:xfrm xmlns:a="http://schemas.openxmlformats.org/drawingml/2006/main">
            <a:off x="1814022"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9351BE47-FF80-47B7-A1B1-E198A11E1677}"/>
              </a:ext>
            </a:extLst>
          </p:cNvPr>
          <p:cNvSpPr>
            <a:spLocks xmlns:a="http://schemas.openxmlformats.org/drawingml/2006/main" noGrp="1"/>
          </p:cNvSpPr>
          <p:nvPr/>
        </p:nvSpPr>
        <p:spPr>
          <a:xfrm xmlns:a="http://schemas.openxmlformats.org/drawingml/2006/main">
            <a:off x="1862633"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837658AE-79F4-4DEC-B9CE-37D276CD1D80}"/>
              </a:ext>
            </a:extLst>
          </p:cNvPr>
          <p:cNvSpPr>
            <a:spLocks xmlns:a="http://schemas.openxmlformats.org/drawingml/2006/main" noGrp="1"/>
          </p:cNvSpPr>
          <p:nvPr/>
        </p:nvSpPr>
        <p:spPr>
          <a:xfrm xmlns:a="http://schemas.openxmlformats.org/drawingml/2006/main">
            <a:off x="191124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E5213B56-B6A7-4AFC-85D6-E6B881EA7316}"/>
              </a:ext>
            </a:extLst>
          </p:cNvPr>
          <p:cNvSpPr>
            <a:spLocks xmlns:a="http://schemas.openxmlformats.org/drawingml/2006/main" noGrp="1"/>
          </p:cNvSpPr>
          <p:nvPr/>
        </p:nvSpPr>
        <p:spPr>
          <a:xfrm xmlns:a="http://schemas.openxmlformats.org/drawingml/2006/main">
            <a:off x="1959855"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C28240AF-1062-4533-955A-80DE4CDDFB45}"/>
              </a:ext>
            </a:extLst>
          </p:cNvPr>
          <p:cNvSpPr>
            <a:spLocks xmlns:a="http://schemas.openxmlformats.org/drawingml/2006/main" noGrp="1"/>
          </p:cNvSpPr>
          <p:nvPr/>
        </p:nvSpPr>
        <p:spPr>
          <a:xfrm xmlns:a="http://schemas.openxmlformats.org/drawingml/2006/main">
            <a:off x="2008466"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5873AFC4-CA13-4905-9AD8-B50EC4CBCADA}"/>
              </a:ext>
            </a:extLst>
          </p:cNvPr>
          <p:cNvSpPr>
            <a:spLocks xmlns:a="http://schemas.openxmlformats.org/drawingml/2006/main" noGrp="1"/>
          </p:cNvSpPr>
          <p:nvPr/>
        </p:nvSpPr>
        <p:spPr>
          <a:xfrm xmlns:a="http://schemas.openxmlformats.org/drawingml/2006/main">
            <a:off x="2057077"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006CF0D2-935E-41DB-94E6-825A7221C686}"/>
              </a:ext>
            </a:extLst>
          </p:cNvPr>
          <p:cNvSpPr>
            <a:spLocks xmlns:a="http://schemas.openxmlformats.org/drawingml/2006/main" noGrp="1"/>
          </p:cNvSpPr>
          <p:nvPr/>
        </p:nvSpPr>
        <p:spPr>
          <a:xfrm xmlns:a="http://schemas.openxmlformats.org/drawingml/2006/main">
            <a:off x="210568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B730ECEF-97C1-47F6-9855-FB33873B1C13}"/>
              </a:ext>
            </a:extLst>
          </p:cNvPr>
          <p:cNvSpPr>
            <a:spLocks xmlns:a="http://schemas.openxmlformats.org/drawingml/2006/main" noGrp="1"/>
          </p:cNvSpPr>
          <p:nvPr/>
        </p:nvSpPr>
        <p:spPr>
          <a:xfrm xmlns:a="http://schemas.openxmlformats.org/drawingml/2006/main">
            <a:off x="215429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C0C7056A-D4FD-4FDA-AA48-EF408953F0CC}"/>
              </a:ext>
            </a:extLst>
          </p:cNvPr>
          <p:cNvSpPr>
            <a:spLocks xmlns:a="http://schemas.openxmlformats.org/drawingml/2006/main" noGrp="1"/>
          </p:cNvSpPr>
          <p:nvPr/>
        </p:nvSpPr>
        <p:spPr>
          <a:xfrm xmlns:a="http://schemas.openxmlformats.org/drawingml/2006/main">
            <a:off x="2202910"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EEF9519C-06B1-4C3E-B1EF-C992F07CC91D}"/>
              </a:ext>
            </a:extLst>
          </p:cNvPr>
          <p:cNvSpPr>
            <a:spLocks xmlns:a="http://schemas.openxmlformats.org/drawingml/2006/main" noGrp="1"/>
          </p:cNvSpPr>
          <p:nvPr/>
        </p:nvSpPr>
        <p:spPr>
          <a:xfrm xmlns:a="http://schemas.openxmlformats.org/drawingml/2006/main">
            <a:off x="2251521"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ED9252DF-FC78-4160-B590-4415D49A0426}"/>
              </a:ext>
            </a:extLst>
          </p:cNvPr>
          <p:cNvSpPr>
            <a:spLocks xmlns:a="http://schemas.openxmlformats.org/drawingml/2006/main" noGrp="1"/>
          </p:cNvSpPr>
          <p:nvPr/>
        </p:nvSpPr>
        <p:spPr>
          <a:xfrm xmlns:a="http://schemas.openxmlformats.org/drawingml/2006/main">
            <a:off x="2300132"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F948CD88-1C2C-4AE4-AB09-9EBA9632BA4C}"/>
              </a:ext>
            </a:extLst>
          </p:cNvPr>
          <p:cNvSpPr>
            <a:spLocks xmlns:a="http://schemas.openxmlformats.org/drawingml/2006/main" noGrp="1"/>
          </p:cNvSpPr>
          <p:nvPr/>
        </p:nvSpPr>
        <p:spPr>
          <a:xfrm xmlns:a="http://schemas.openxmlformats.org/drawingml/2006/main">
            <a:off x="2348743"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07AEB2FB-AE8F-469F-BC6E-2CC455A8879A}"/>
              </a:ext>
            </a:extLst>
          </p:cNvPr>
          <p:cNvSpPr>
            <a:spLocks xmlns:a="http://schemas.openxmlformats.org/drawingml/2006/main" noGrp="1"/>
          </p:cNvSpPr>
          <p:nvPr/>
        </p:nvSpPr>
        <p:spPr>
          <a:xfrm xmlns:a="http://schemas.openxmlformats.org/drawingml/2006/main">
            <a:off x="239735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34781880-3328-4285-8EAD-2BF1FFA7E2B8}"/>
              </a:ext>
            </a:extLst>
          </p:cNvPr>
          <p:cNvSpPr>
            <a:spLocks xmlns:a="http://schemas.openxmlformats.org/drawingml/2006/main" noGrp="1"/>
          </p:cNvSpPr>
          <p:nvPr/>
        </p:nvSpPr>
        <p:spPr>
          <a:xfrm xmlns:a="http://schemas.openxmlformats.org/drawingml/2006/main">
            <a:off x="2445965"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56793BBA-3E61-40A5-A349-85ECC813FE26}"/>
              </a:ext>
            </a:extLst>
          </p:cNvPr>
          <p:cNvSpPr>
            <a:spLocks xmlns:a="http://schemas.openxmlformats.org/drawingml/2006/main" noGrp="1"/>
          </p:cNvSpPr>
          <p:nvPr/>
        </p:nvSpPr>
        <p:spPr>
          <a:xfrm xmlns:a="http://schemas.openxmlformats.org/drawingml/2006/main">
            <a:off x="2494576"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D430A5D8-E398-4ECF-BB1D-15CCEE51F95E}"/>
              </a:ext>
            </a:extLst>
          </p:cNvPr>
          <p:cNvSpPr>
            <a:spLocks xmlns:a="http://schemas.openxmlformats.org/drawingml/2006/main" noGrp="1"/>
          </p:cNvSpPr>
          <p:nvPr/>
        </p:nvSpPr>
        <p:spPr>
          <a:xfrm xmlns:a="http://schemas.openxmlformats.org/drawingml/2006/main">
            <a:off x="2543187"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D43E1DE7-9CFE-44C0-9197-93E6BB16B276}"/>
              </a:ext>
            </a:extLst>
          </p:cNvPr>
          <p:cNvSpPr>
            <a:spLocks xmlns:a="http://schemas.openxmlformats.org/drawingml/2006/main" noGrp="1"/>
          </p:cNvSpPr>
          <p:nvPr/>
        </p:nvSpPr>
        <p:spPr>
          <a:xfrm xmlns:a="http://schemas.openxmlformats.org/drawingml/2006/main">
            <a:off x="259179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4E2BE872-E941-4592-BBB7-033B18719FCC}"/>
              </a:ext>
            </a:extLst>
          </p:cNvPr>
          <p:cNvSpPr>
            <a:spLocks xmlns:a="http://schemas.openxmlformats.org/drawingml/2006/main" noGrp="1"/>
          </p:cNvSpPr>
          <p:nvPr/>
        </p:nvSpPr>
        <p:spPr>
          <a:xfrm xmlns:a="http://schemas.openxmlformats.org/drawingml/2006/main">
            <a:off x="264040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E876093D-4A00-4ECA-B2B1-7C5A113FDD35}"/>
              </a:ext>
            </a:extLst>
          </p:cNvPr>
          <p:cNvSpPr>
            <a:spLocks xmlns:a="http://schemas.openxmlformats.org/drawingml/2006/main" noGrp="1"/>
          </p:cNvSpPr>
          <p:nvPr/>
        </p:nvSpPr>
        <p:spPr>
          <a:xfrm xmlns:a="http://schemas.openxmlformats.org/drawingml/2006/main">
            <a:off x="268901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CE11523E-EEBD-4BAC-B52F-C14E64115F33}"/>
              </a:ext>
            </a:extLst>
          </p:cNvPr>
          <p:cNvSpPr>
            <a:spLocks xmlns:a="http://schemas.openxmlformats.org/drawingml/2006/main" noGrp="1"/>
          </p:cNvSpPr>
          <p:nvPr/>
        </p:nvSpPr>
        <p:spPr>
          <a:xfrm xmlns:a="http://schemas.openxmlformats.org/drawingml/2006/main">
            <a:off x="2737630"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14FF9DB7-D0D9-4662-B1EF-B90E3E10E2E5}"/>
              </a:ext>
            </a:extLst>
          </p:cNvPr>
          <p:cNvSpPr>
            <a:spLocks xmlns:a="http://schemas.openxmlformats.org/drawingml/2006/main" noGrp="1"/>
          </p:cNvSpPr>
          <p:nvPr/>
        </p:nvSpPr>
        <p:spPr>
          <a:xfrm xmlns:a="http://schemas.openxmlformats.org/drawingml/2006/main">
            <a:off x="2786241"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8D8AB216-1C91-480B-87E0-9416E36439A3}"/>
              </a:ext>
            </a:extLst>
          </p:cNvPr>
          <p:cNvSpPr>
            <a:spLocks xmlns:a="http://schemas.openxmlformats.org/drawingml/2006/main" noGrp="1"/>
          </p:cNvSpPr>
          <p:nvPr/>
        </p:nvSpPr>
        <p:spPr>
          <a:xfrm xmlns:a="http://schemas.openxmlformats.org/drawingml/2006/main">
            <a:off x="2834852"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5779273A-16EA-4F81-AB22-65DA9FEB2DC4}"/>
              </a:ext>
            </a:extLst>
          </p:cNvPr>
          <p:cNvSpPr>
            <a:spLocks xmlns:a="http://schemas.openxmlformats.org/drawingml/2006/main" noGrp="1"/>
          </p:cNvSpPr>
          <p:nvPr/>
        </p:nvSpPr>
        <p:spPr>
          <a:xfrm xmlns:a="http://schemas.openxmlformats.org/drawingml/2006/main">
            <a:off x="2883463"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FBCCF684-7F6F-477A-9ABB-0889ACF19320}"/>
              </a:ext>
            </a:extLst>
          </p:cNvPr>
          <p:cNvSpPr>
            <a:spLocks xmlns:a="http://schemas.openxmlformats.org/drawingml/2006/main" noGrp="1"/>
          </p:cNvSpPr>
          <p:nvPr/>
        </p:nvSpPr>
        <p:spPr>
          <a:xfrm xmlns:a="http://schemas.openxmlformats.org/drawingml/2006/main">
            <a:off x="293207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E6917F9B-BF26-4200-9BCE-7227E16DF928}"/>
              </a:ext>
            </a:extLst>
          </p:cNvPr>
          <p:cNvSpPr>
            <a:spLocks xmlns:a="http://schemas.openxmlformats.org/drawingml/2006/main" noGrp="1"/>
          </p:cNvSpPr>
          <p:nvPr/>
        </p:nvSpPr>
        <p:spPr>
          <a:xfrm xmlns:a="http://schemas.openxmlformats.org/drawingml/2006/main">
            <a:off x="2980685"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8D978A44-1B08-48C5-AF9A-92BF4C30BC94}"/>
              </a:ext>
            </a:extLst>
          </p:cNvPr>
          <p:cNvSpPr>
            <a:spLocks xmlns:a="http://schemas.openxmlformats.org/drawingml/2006/main" noGrp="1"/>
          </p:cNvSpPr>
          <p:nvPr/>
        </p:nvSpPr>
        <p:spPr>
          <a:xfrm xmlns:a="http://schemas.openxmlformats.org/drawingml/2006/main">
            <a:off x="3029296"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BFABA77D-4963-45FA-A9D9-866B5C434BF1}"/>
              </a:ext>
            </a:extLst>
          </p:cNvPr>
          <p:cNvSpPr>
            <a:spLocks xmlns:a="http://schemas.openxmlformats.org/drawingml/2006/main" noGrp="1"/>
          </p:cNvSpPr>
          <p:nvPr/>
        </p:nvSpPr>
        <p:spPr>
          <a:xfrm xmlns:a="http://schemas.openxmlformats.org/drawingml/2006/main">
            <a:off x="3077907"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46BD0F56-CFCB-4151-A228-E05181AB13E9}"/>
              </a:ext>
            </a:extLst>
          </p:cNvPr>
          <p:cNvSpPr>
            <a:spLocks xmlns:a="http://schemas.openxmlformats.org/drawingml/2006/main" noGrp="1"/>
          </p:cNvSpPr>
          <p:nvPr/>
        </p:nvSpPr>
        <p:spPr>
          <a:xfrm xmlns:a="http://schemas.openxmlformats.org/drawingml/2006/main">
            <a:off x="312651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56CE2140-B62C-443D-AAC3-5786C3A10A24}"/>
              </a:ext>
            </a:extLst>
          </p:cNvPr>
          <p:cNvSpPr>
            <a:spLocks xmlns:a="http://schemas.openxmlformats.org/drawingml/2006/main" noGrp="1"/>
          </p:cNvSpPr>
          <p:nvPr/>
        </p:nvSpPr>
        <p:spPr>
          <a:xfrm xmlns:a="http://schemas.openxmlformats.org/drawingml/2006/main">
            <a:off x="361262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1A7F1ADA-F077-4B21-A7CE-079669170829}"/>
              </a:ext>
            </a:extLst>
          </p:cNvPr>
          <p:cNvSpPr>
            <a:spLocks xmlns:a="http://schemas.openxmlformats.org/drawingml/2006/main" noGrp="1"/>
          </p:cNvSpPr>
          <p:nvPr/>
        </p:nvSpPr>
        <p:spPr>
          <a:xfrm xmlns:a="http://schemas.openxmlformats.org/drawingml/2006/main">
            <a:off x="366123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E16248A1-347E-445C-B3E5-14410BA8A3D5}"/>
              </a:ext>
            </a:extLst>
          </p:cNvPr>
          <p:cNvSpPr>
            <a:spLocks xmlns:a="http://schemas.openxmlformats.org/drawingml/2006/main" noGrp="1"/>
          </p:cNvSpPr>
          <p:nvPr/>
        </p:nvSpPr>
        <p:spPr>
          <a:xfrm xmlns:a="http://schemas.openxmlformats.org/drawingml/2006/main">
            <a:off x="3709850"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0CDCC3FC-9EA5-411B-8B99-CBAA6FE10654}"/>
              </a:ext>
            </a:extLst>
          </p:cNvPr>
          <p:cNvSpPr>
            <a:spLocks xmlns:a="http://schemas.openxmlformats.org/drawingml/2006/main" noGrp="1"/>
          </p:cNvSpPr>
          <p:nvPr/>
        </p:nvSpPr>
        <p:spPr>
          <a:xfrm xmlns:a="http://schemas.openxmlformats.org/drawingml/2006/main">
            <a:off x="3758461"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0747458F-7DC6-4CDD-8B8A-D53D6B83C8A4}"/>
              </a:ext>
            </a:extLst>
          </p:cNvPr>
          <p:cNvSpPr>
            <a:spLocks xmlns:a="http://schemas.openxmlformats.org/drawingml/2006/main" noGrp="1"/>
          </p:cNvSpPr>
          <p:nvPr/>
        </p:nvSpPr>
        <p:spPr>
          <a:xfrm xmlns:a="http://schemas.openxmlformats.org/drawingml/2006/main">
            <a:off x="3807072"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AF25CEDA-5E64-47F6-B5A0-CA1F6EA7F5F9}"/>
              </a:ext>
            </a:extLst>
          </p:cNvPr>
          <p:cNvSpPr>
            <a:spLocks xmlns:a="http://schemas.openxmlformats.org/drawingml/2006/main" noGrp="1"/>
          </p:cNvSpPr>
          <p:nvPr/>
        </p:nvSpPr>
        <p:spPr>
          <a:xfrm xmlns:a="http://schemas.openxmlformats.org/drawingml/2006/main">
            <a:off x="3855683"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99A12D17-5C29-4DBC-BF82-737F19CE5F7E}"/>
              </a:ext>
            </a:extLst>
          </p:cNvPr>
          <p:cNvSpPr>
            <a:spLocks xmlns:a="http://schemas.openxmlformats.org/drawingml/2006/main" noGrp="1"/>
          </p:cNvSpPr>
          <p:nvPr/>
        </p:nvSpPr>
        <p:spPr>
          <a:xfrm xmlns:a="http://schemas.openxmlformats.org/drawingml/2006/main">
            <a:off x="390429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A2E55079-9770-4BA9-A02A-9F0ADA4285D3}"/>
              </a:ext>
            </a:extLst>
          </p:cNvPr>
          <p:cNvSpPr>
            <a:spLocks xmlns:a="http://schemas.openxmlformats.org/drawingml/2006/main" noGrp="1"/>
          </p:cNvSpPr>
          <p:nvPr/>
        </p:nvSpPr>
        <p:spPr>
          <a:xfrm xmlns:a="http://schemas.openxmlformats.org/drawingml/2006/main">
            <a:off x="3952905"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90DC2C07-7F38-47F0-B05A-382A4906B395}"/>
              </a:ext>
            </a:extLst>
          </p:cNvPr>
          <p:cNvSpPr>
            <a:spLocks xmlns:a="http://schemas.openxmlformats.org/drawingml/2006/main" noGrp="1"/>
          </p:cNvSpPr>
          <p:nvPr/>
        </p:nvSpPr>
        <p:spPr>
          <a:xfrm xmlns:a="http://schemas.openxmlformats.org/drawingml/2006/main">
            <a:off x="171680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3160A5BC-4AE7-423F-ACFF-0A322333D249}"/>
              </a:ext>
            </a:extLst>
          </p:cNvPr>
          <p:cNvSpPr>
            <a:spLocks xmlns:a="http://schemas.openxmlformats.org/drawingml/2006/main" noGrp="1"/>
          </p:cNvSpPr>
          <p:nvPr/>
        </p:nvSpPr>
        <p:spPr>
          <a:xfrm xmlns:a="http://schemas.openxmlformats.org/drawingml/2006/main">
            <a:off x="176541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5174AA9C-029E-4228-BA0C-FD53B3F07312}"/>
              </a:ext>
            </a:extLst>
          </p:cNvPr>
          <p:cNvSpPr>
            <a:spLocks xmlns:a="http://schemas.openxmlformats.org/drawingml/2006/main" noGrp="1"/>
          </p:cNvSpPr>
          <p:nvPr/>
        </p:nvSpPr>
        <p:spPr>
          <a:xfrm xmlns:a="http://schemas.openxmlformats.org/drawingml/2006/main">
            <a:off x="181402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22CA9053-3672-445B-8C2D-84A7CAFCF15E}"/>
              </a:ext>
            </a:extLst>
          </p:cNvPr>
          <p:cNvSpPr>
            <a:spLocks xmlns:a="http://schemas.openxmlformats.org/drawingml/2006/main" noGrp="1"/>
          </p:cNvSpPr>
          <p:nvPr/>
        </p:nvSpPr>
        <p:spPr>
          <a:xfrm xmlns:a="http://schemas.openxmlformats.org/drawingml/2006/main">
            <a:off x="186263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D0828429-022D-4CAF-B7B9-9A15BCA7FEBA}"/>
              </a:ext>
            </a:extLst>
          </p:cNvPr>
          <p:cNvSpPr>
            <a:spLocks xmlns:a="http://schemas.openxmlformats.org/drawingml/2006/main" noGrp="1"/>
          </p:cNvSpPr>
          <p:nvPr/>
        </p:nvSpPr>
        <p:spPr>
          <a:xfrm xmlns:a="http://schemas.openxmlformats.org/drawingml/2006/main">
            <a:off x="191124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78201564-DA77-4FBE-8790-191E08163C5A}"/>
              </a:ext>
            </a:extLst>
          </p:cNvPr>
          <p:cNvSpPr>
            <a:spLocks xmlns:a="http://schemas.openxmlformats.org/drawingml/2006/main" noGrp="1"/>
          </p:cNvSpPr>
          <p:nvPr/>
        </p:nvSpPr>
        <p:spPr>
          <a:xfrm xmlns:a="http://schemas.openxmlformats.org/drawingml/2006/main">
            <a:off x="1959855"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21A72C05-1BCD-49DA-80A2-1E95D243A286}"/>
              </a:ext>
            </a:extLst>
          </p:cNvPr>
          <p:cNvSpPr>
            <a:spLocks xmlns:a="http://schemas.openxmlformats.org/drawingml/2006/main" noGrp="1"/>
          </p:cNvSpPr>
          <p:nvPr/>
        </p:nvSpPr>
        <p:spPr>
          <a:xfrm xmlns:a="http://schemas.openxmlformats.org/drawingml/2006/main">
            <a:off x="2008466"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AFBAEF51-59E1-4B9B-9636-46DA2AC13111}"/>
              </a:ext>
            </a:extLst>
          </p:cNvPr>
          <p:cNvSpPr>
            <a:spLocks xmlns:a="http://schemas.openxmlformats.org/drawingml/2006/main" noGrp="1"/>
          </p:cNvSpPr>
          <p:nvPr/>
        </p:nvSpPr>
        <p:spPr>
          <a:xfrm xmlns:a="http://schemas.openxmlformats.org/drawingml/2006/main">
            <a:off x="2057077"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B71ADBBF-61E3-412D-A1ED-D2F00B6315ED}"/>
              </a:ext>
            </a:extLst>
          </p:cNvPr>
          <p:cNvSpPr>
            <a:spLocks xmlns:a="http://schemas.openxmlformats.org/drawingml/2006/main" noGrp="1"/>
          </p:cNvSpPr>
          <p:nvPr/>
        </p:nvSpPr>
        <p:spPr>
          <a:xfrm xmlns:a="http://schemas.openxmlformats.org/drawingml/2006/main">
            <a:off x="2105688"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13490B57-3D57-4684-B8D4-D8406D980DA4}"/>
              </a:ext>
            </a:extLst>
          </p:cNvPr>
          <p:cNvSpPr>
            <a:spLocks xmlns:a="http://schemas.openxmlformats.org/drawingml/2006/main" noGrp="1"/>
          </p:cNvSpPr>
          <p:nvPr/>
        </p:nvSpPr>
        <p:spPr>
          <a:xfrm xmlns:a="http://schemas.openxmlformats.org/drawingml/2006/main">
            <a:off x="2154299"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D55FB3B0-4BD3-47EA-BD25-088BC933A5C5}"/>
              </a:ext>
            </a:extLst>
          </p:cNvPr>
          <p:cNvSpPr>
            <a:spLocks xmlns:a="http://schemas.openxmlformats.org/drawingml/2006/main" noGrp="1"/>
          </p:cNvSpPr>
          <p:nvPr/>
        </p:nvSpPr>
        <p:spPr>
          <a:xfrm xmlns:a="http://schemas.openxmlformats.org/drawingml/2006/main">
            <a:off x="220291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2E49781E-438F-461A-B937-8512997D9191}"/>
              </a:ext>
            </a:extLst>
          </p:cNvPr>
          <p:cNvSpPr>
            <a:spLocks xmlns:a="http://schemas.openxmlformats.org/drawingml/2006/main" noGrp="1"/>
          </p:cNvSpPr>
          <p:nvPr/>
        </p:nvSpPr>
        <p:spPr>
          <a:xfrm xmlns:a="http://schemas.openxmlformats.org/drawingml/2006/main">
            <a:off x="225152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442D9F8D-41D6-4579-8B23-6DED057D3793}"/>
              </a:ext>
            </a:extLst>
          </p:cNvPr>
          <p:cNvSpPr>
            <a:spLocks xmlns:a="http://schemas.openxmlformats.org/drawingml/2006/main" noGrp="1"/>
          </p:cNvSpPr>
          <p:nvPr/>
        </p:nvSpPr>
        <p:spPr>
          <a:xfrm xmlns:a="http://schemas.openxmlformats.org/drawingml/2006/main">
            <a:off x="230013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CDD3FE5D-13BB-42AC-AE94-C77EF500D821}"/>
              </a:ext>
            </a:extLst>
          </p:cNvPr>
          <p:cNvSpPr>
            <a:spLocks xmlns:a="http://schemas.openxmlformats.org/drawingml/2006/main" noGrp="1"/>
          </p:cNvSpPr>
          <p:nvPr/>
        </p:nvSpPr>
        <p:spPr>
          <a:xfrm xmlns:a="http://schemas.openxmlformats.org/drawingml/2006/main">
            <a:off x="234874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F7CF0409-5045-48D5-8A73-46191CE52146}"/>
              </a:ext>
            </a:extLst>
          </p:cNvPr>
          <p:cNvSpPr>
            <a:spLocks xmlns:a="http://schemas.openxmlformats.org/drawingml/2006/main" noGrp="1"/>
          </p:cNvSpPr>
          <p:nvPr/>
        </p:nvSpPr>
        <p:spPr>
          <a:xfrm xmlns:a="http://schemas.openxmlformats.org/drawingml/2006/main">
            <a:off x="239735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9F96256C-078E-4192-AB6B-5B2CC64E0C16}"/>
              </a:ext>
            </a:extLst>
          </p:cNvPr>
          <p:cNvSpPr>
            <a:spLocks xmlns:a="http://schemas.openxmlformats.org/drawingml/2006/main" noGrp="1"/>
          </p:cNvSpPr>
          <p:nvPr/>
        </p:nvSpPr>
        <p:spPr>
          <a:xfrm xmlns:a="http://schemas.openxmlformats.org/drawingml/2006/main">
            <a:off x="2445965"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572527BC-8BCA-4205-A70D-4373D068E5A1}"/>
              </a:ext>
            </a:extLst>
          </p:cNvPr>
          <p:cNvSpPr>
            <a:spLocks xmlns:a="http://schemas.openxmlformats.org/drawingml/2006/main" noGrp="1"/>
          </p:cNvSpPr>
          <p:nvPr/>
        </p:nvSpPr>
        <p:spPr>
          <a:xfrm xmlns:a="http://schemas.openxmlformats.org/drawingml/2006/main">
            <a:off x="2494576"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D56A6D6B-B61C-4261-B5AD-EB751A236049}"/>
              </a:ext>
            </a:extLst>
          </p:cNvPr>
          <p:cNvSpPr>
            <a:spLocks xmlns:a="http://schemas.openxmlformats.org/drawingml/2006/main" noGrp="1"/>
          </p:cNvSpPr>
          <p:nvPr/>
        </p:nvSpPr>
        <p:spPr>
          <a:xfrm xmlns:a="http://schemas.openxmlformats.org/drawingml/2006/main">
            <a:off x="2543187"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0FC043D3-3D81-4808-A79A-22D0339B481A}"/>
              </a:ext>
            </a:extLst>
          </p:cNvPr>
          <p:cNvSpPr>
            <a:spLocks xmlns:a="http://schemas.openxmlformats.org/drawingml/2006/main" noGrp="1"/>
          </p:cNvSpPr>
          <p:nvPr/>
        </p:nvSpPr>
        <p:spPr>
          <a:xfrm xmlns:a="http://schemas.openxmlformats.org/drawingml/2006/main">
            <a:off x="2591798"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660BE447-D4A5-42BE-A3B8-A41E1F0DBA7D}"/>
              </a:ext>
            </a:extLst>
          </p:cNvPr>
          <p:cNvSpPr>
            <a:spLocks xmlns:a="http://schemas.openxmlformats.org/drawingml/2006/main" noGrp="1"/>
          </p:cNvSpPr>
          <p:nvPr/>
        </p:nvSpPr>
        <p:spPr>
          <a:xfrm xmlns:a="http://schemas.openxmlformats.org/drawingml/2006/main">
            <a:off x="2640409"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CDAAFCE7-9C7B-4815-91DA-A85281E10985}"/>
              </a:ext>
            </a:extLst>
          </p:cNvPr>
          <p:cNvSpPr>
            <a:spLocks xmlns:a="http://schemas.openxmlformats.org/drawingml/2006/main" noGrp="1"/>
          </p:cNvSpPr>
          <p:nvPr/>
        </p:nvSpPr>
        <p:spPr>
          <a:xfrm xmlns:a="http://schemas.openxmlformats.org/drawingml/2006/main">
            <a:off x="2689019"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9C6CBEC5-3C27-4455-B1DF-FABB6D755B01}"/>
              </a:ext>
            </a:extLst>
          </p:cNvPr>
          <p:cNvSpPr>
            <a:spLocks xmlns:a="http://schemas.openxmlformats.org/drawingml/2006/main" noGrp="1"/>
          </p:cNvSpPr>
          <p:nvPr/>
        </p:nvSpPr>
        <p:spPr>
          <a:xfrm xmlns:a="http://schemas.openxmlformats.org/drawingml/2006/main">
            <a:off x="273763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A908509F-CDB3-4D32-B5EC-681E1E0B1DAC}"/>
              </a:ext>
            </a:extLst>
          </p:cNvPr>
          <p:cNvSpPr>
            <a:spLocks xmlns:a="http://schemas.openxmlformats.org/drawingml/2006/main" noGrp="1"/>
          </p:cNvSpPr>
          <p:nvPr/>
        </p:nvSpPr>
        <p:spPr>
          <a:xfrm xmlns:a="http://schemas.openxmlformats.org/drawingml/2006/main">
            <a:off x="278624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344197C4-3C6E-4149-BB67-AFDE096026E2}"/>
              </a:ext>
            </a:extLst>
          </p:cNvPr>
          <p:cNvSpPr>
            <a:spLocks xmlns:a="http://schemas.openxmlformats.org/drawingml/2006/main" noGrp="1"/>
          </p:cNvSpPr>
          <p:nvPr/>
        </p:nvSpPr>
        <p:spPr>
          <a:xfrm xmlns:a="http://schemas.openxmlformats.org/drawingml/2006/main">
            <a:off x="283485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57072243-3014-4B71-B298-1A8E22771CEA}"/>
              </a:ext>
            </a:extLst>
          </p:cNvPr>
          <p:cNvSpPr>
            <a:spLocks xmlns:a="http://schemas.openxmlformats.org/drawingml/2006/main" noGrp="1"/>
          </p:cNvSpPr>
          <p:nvPr/>
        </p:nvSpPr>
        <p:spPr>
          <a:xfrm xmlns:a="http://schemas.openxmlformats.org/drawingml/2006/main">
            <a:off x="288346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167E0691-49C6-4FAD-A7BC-0E489E5E6C00}"/>
              </a:ext>
            </a:extLst>
          </p:cNvPr>
          <p:cNvSpPr>
            <a:spLocks xmlns:a="http://schemas.openxmlformats.org/drawingml/2006/main" noGrp="1"/>
          </p:cNvSpPr>
          <p:nvPr/>
        </p:nvSpPr>
        <p:spPr>
          <a:xfrm xmlns:a="http://schemas.openxmlformats.org/drawingml/2006/main">
            <a:off x="293207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0BC4E0A3-FCF2-4A37-AC3D-EAFC814DC15A}"/>
              </a:ext>
            </a:extLst>
          </p:cNvPr>
          <p:cNvSpPr>
            <a:spLocks xmlns:a="http://schemas.openxmlformats.org/drawingml/2006/main" noGrp="1"/>
          </p:cNvSpPr>
          <p:nvPr/>
        </p:nvSpPr>
        <p:spPr>
          <a:xfrm xmlns:a="http://schemas.openxmlformats.org/drawingml/2006/main">
            <a:off x="2980685"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9D0BBBA1-C066-447C-83D0-DE17E9F95AA8}"/>
              </a:ext>
            </a:extLst>
          </p:cNvPr>
          <p:cNvSpPr>
            <a:spLocks xmlns:a="http://schemas.openxmlformats.org/drawingml/2006/main" noGrp="1"/>
          </p:cNvSpPr>
          <p:nvPr/>
        </p:nvSpPr>
        <p:spPr>
          <a:xfrm xmlns:a="http://schemas.openxmlformats.org/drawingml/2006/main">
            <a:off x="3029296"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BD723005-374B-4835-B860-878656B9DD13}"/>
              </a:ext>
            </a:extLst>
          </p:cNvPr>
          <p:cNvSpPr>
            <a:spLocks xmlns:a="http://schemas.openxmlformats.org/drawingml/2006/main" noGrp="1"/>
          </p:cNvSpPr>
          <p:nvPr/>
        </p:nvSpPr>
        <p:spPr>
          <a:xfrm xmlns:a="http://schemas.openxmlformats.org/drawingml/2006/main">
            <a:off x="3077907"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ABD3A4AE-7159-4A5B-8D28-7BB1FA43BD19}"/>
              </a:ext>
            </a:extLst>
          </p:cNvPr>
          <p:cNvSpPr>
            <a:spLocks xmlns:a="http://schemas.openxmlformats.org/drawingml/2006/main" noGrp="1"/>
          </p:cNvSpPr>
          <p:nvPr/>
        </p:nvSpPr>
        <p:spPr>
          <a:xfrm xmlns:a="http://schemas.openxmlformats.org/drawingml/2006/main">
            <a:off x="322374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90E7BF6B-3665-4F85-BE61-059CE7EB925F}"/>
              </a:ext>
            </a:extLst>
          </p:cNvPr>
          <p:cNvSpPr>
            <a:spLocks xmlns:a="http://schemas.openxmlformats.org/drawingml/2006/main" noGrp="1"/>
          </p:cNvSpPr>
          <p:nvPr/>
        </p:nvSpPr>
        <p:spPr>
          <a:xfrm xmlns:a="http://schemas.openxmlformats.org/drawingml/2006/main">
            <a:off x="327235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9D745FC8-AEB0-4DB0-A522-2B0AE8B798A7}"/>
              </a:ext>
            </a:extLst>
          </p:cNvPr>
          <p:cNvSpPr>
            <a:spLocks xmlns:a="http://schemas.openxmlformats.org/drawingml/2006/main" noGrp="1"/>
          </p:cNvSpPr>
          <p:nvPr/>
        </p:nvSpPr>
        <p:spPr>
          <a:xfrm xmlns:a="http://schemas.openxmlformats.org/drawingml/2006/main">
            <a:off x="332096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35301446-F254-4343-B371-FD1F386EA9F2}"/>
              </a:ext>
            </a:extLst>
          </p:cNvPr>
          <p:cNvSpPr>
            <a:spLocks xmlns:a="http://schemas.openxmlformats.org/drawingml/2006/main" noGrp="1"/>
          </p:cNvSpPr>
          <p:nvPr/>
        </p:nvSpPr>
        <p:spPr>
          <a:xfrm xmlns:a="http://schemas.openxmlformats.org/drawingml/2006/main">
            <a:off x="336957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31FC1154-26AC-439E-9F01-371D3CFB3ADE}"/>
              </a:ext>
            </a:extLst>
          </p:cNvPr>
          <p:cNvSpPr>
            <a:spLocks xmlns:a="http://schemas.openxmlformats.org/drawingml/2006/main" noGrp="1"/>
          </p:cNvSpPr>
          <p:nvPr/>
        </p:nvSpPr>
        <p:spPr>
          <a:xfrm xmlns:a="http://schemas.openxmlformats.org/drawingml/2006/main">
            <a:off x="341818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F6E85679-8AFE-4304-BB25-DCD504DD05AC}"/>
              </a:ext>
            </a:extLst>
          </p:cNvPr>
          <p:cNvSpPr>
            <a:spLocks xmlns:a="http://schemas.openxmlformats.org/drawingml/2006/main" noGrp="1"/>
          </p:cNvSpPr>
          <p:nvPr/>
        </p:nvSpPr>
        <p:spPr>
          <a:xfrm xmlns:a="http://schemas.openxmlformats.org/drawingml/2006/main">
            <a:off x="3466795"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71B2ACC1-0108-4BEC-9C68-CBE3DC83AEE4}"/>
              </a:ext>
            </a:extLst>
          </p:cNvPr>
          <p:cNvSpPr>
            <a:spLocks xmlns:a="http://schemas.openxmlformats.org/drawingml/2006/main" noGrp="1"/>
          </p:cNvSpPr>
          <p:nvPr/>
        </p:nvSpPr>
        <p:spPr>
          <a:xfrm xmlns:a="http://schemas.openxmlformats.org/drawingml/2006/main">
            <a:off x="3661239"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5BDB64FB-AD81-4A18-8C27-206A8FC42DBF}"/>
              </a:ext>
            </a:extLst>
          </p:cNvPr>
          <p:cNvSpPr>
            <a:spLocks xmlns:a="http://schemas.openxmlformats.org/drawingml/2006/main" noGrp="1"/>
          </p:cNvSpPr>
          <p:nvPr/>
        </p:nvSpPr>
        <p:spPr>
          <a:xfrm xmlns:a="http://schemas.openxmlformats.org/drawingml/2006/main">
            <a:off x="370985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8717D190-90CD-4F2E-AA2E-FF30428AB0C4}"/>
              </a:ext>
            </a:extLst>
          </p:cNvPr>
          <p:cNvSpPr>
            <a:spLocks xmlns:a="http://schemas.openxmlformats.org/drawingml/2006/main" noGrp="1"/>
          </p:cNvSpPr>
          <p:nvPr/>
        </p:nvSpPr>
        <p:spPr>
          <a:xfrm xmlns:a="http://schemas.openxmlformats.org/drawingml/2006/main">
            <a:off x="375846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B3DA47EF-12C4-4BBB-80B4-F1680A14348F}"/>
              </a:ext>
            </a:extLst>
          </p:cNvPr>
          <p:cNvSpPr>
            <a:spLocks xmlns:a="http://schemas.openxmlformats.org/drawingml/2006/main" noGrp="1"/>
          </p:cNvSpPr>
          <p:nvPr/>
        </p:nvSpPr>
        <p:spPr>
          <a:xfrm xmlns:a="http://schemas.openxmlformats.org/drawingml/2006/main">
            <a:off x="380707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B7DF908A-9182-45CE-8A46-765444A47E8B}"/>
              </a:ext>
            </a:extLst>
          </p:cNvPr>
          <p:cNvSpPr>
            <a:spLocks xmlns:a="http://schemas.openxmlformats.org/drawingml/2006/main" noGrp="1"/>
          </p:cNvSpPr>
          <p:nvPr/>
        </p:nvSpPr>
        <p:spPr>
          <a:xfrm xmlns:a="http://schemas.openxmlformats.org/drawingml/2006/main">
            <a:off x="385568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F649E168-EB4C-497C-8D5E-71F7B76F3616}"/>
              </a:ext>
            </a:extLst>
          </p:cNvPr>
          <p:cNvSpPr>
            <a:spLocks xmlns:a="http://schemas.openxmlformats.org/drawingml/2006/main" noGrp="1"/>
          </p:cNvSpPr>
          <p:nvPr/>
        </p:nvSpPr>
        <p:spPr>
          <a:xfrm xmlns:a="http://schemas.openxmlformats.org/drawingml/2006/main">
            <a:off x="390429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1F58B5B4-75C6-486A-B5AA-FFAF25F55441}"/>
              </a:ext>
            </a:extLst>
          </p:cNvPr>
          <p:cNvSpPr>
            <a:spLocks xmlns:a="http://schemas.openxmlformats.org/drawingml/2006/main" noGrp="1"/>
          </p:cNvSpPr>
          <p:nvPr/>
        </p:nvSpPr>
        <p:spPr>
          <a:xfrm xmlns:a="http://schemas.openxmlformats.org/drawingml/2006/main">
            <a:off x="176541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71B21072-C4E8-4EB8-B05E-BB74D08E9F79}"/>
              </a:ext>
            </a:extLst>
          </p:cNvPr>
          <p:cNvSpPr>
            <a:spLocks xmlns:a="http://schemas.openxmlformats.org/drawingml/2006/main" noGrp="1"/>
          </p:cNvSpPr>
          <p:nvPr/>
        </p:nvSpPr>
        <p:spPr>
          <a:xfrm xmlns:a="http://schemas.openxmlformats.org/drawingml/2006/main">
            <a:off x="181402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EE3F9E78-B87C-4E36-B248-848685CA42C5}"/>
              </a:ext>
            </a:extLst>
          </p:cNvPr>
          <p:cNvSpPr>
            <a:spLocks xmlns:a="http://schemas.openxmlformats.org/drawingml/2006/main" noGrp="1"/>
          </p:cNvSpPr>
          <p:nvPr/>
        </p:nvSpPr>
        <p:spPr>
          <a:xfrm xmlns:a="http://schemas.openxmlformats.org/drawingml/2006/main">
            <a:off x="186263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947935D7-747D-4C3E-B116-A6F287A1402F}"/>
              </a:ext>
            </a:extLst>
          </p:cNvPr>
          <p:cNvSpPr>
            <a:spLocks xmlns:a="http://schemas.openxmlformats.org/drawingml/2006/main" noGrp="1"/>
          </p:cNvSpPr>
          <p:nvPr/>
        </p:nvSpPr>
        <p:spPr>
          <a:xfrm xmlns:a="http://schemas.openxmlformats.org/drawingml/2006/main">
            <a:off x="191124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B7BB5396-616E-49BB-953C-D4B9FB9D8895}"/>
              </a:ext>
            </a:extLst>
          </p:cNvPr>
          <p:cNvSpPr>
            <a:spLocks xmlns:a="http://schemas.openxmlformats.org/drawingml/2006/main" noGrp="1"/>
          </p:cNvSpPr>
          <p:nvPr/>
        </p:nvSpPr>
        <p:spPr>
          <a:xfrm xmlns:a="http://schemas.openxmlformats.org/drawingml/2006/main">
            <a:off x="1959855"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D5D6B466-3A17-41AF-A1C5-B857B95D436E}"/>
              </a:ext>
            </a:extLst>
          </p:cNvPr>
          <p:cNvSpPr>
            <a:spLocks xmlns:a="http://schemas.openxmlformats.org/drawingml/2006/main" noGrp="1"/>
          </p:cNvSpPr>
          <p:nvPr/>
        </p:nvSpPr>
        <p:spPr>
          <a:xfrm xmlns:a="http://schemas.openxmlformats.org/drawingml/2006/main">
            <a:off x="2008466"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3A50B8B3-DFC8-4536-A6D4-15D2A67E8AAE}"/>
              </a:ext>
            </a:extLst>
          </p:cNvPr>
          <p:cNvSpPr>
            <a:spLocks xmlns:a="http://schemas.openxmlformats.org/drawingml/2006/main" noGrp="1"/>
          </p:cNvSpPr>
          <p:nvPr/>
        </p:nvSpPr>
        <p:spPr>
          <a:xfrm xmlns:a="http://schemas.openxmlformats.org/drawingml/2006/main">
            <a:off x="2057077"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09674889-CC3C-4AA4-92AC-DCDAD9FA54B1}"/>
              </a:ext>
            </a:extLst>
          </p:cNvPr>
          <p:cNvSpPr>
            <a:spLocks xmlns:a="http://schemas.openxmlformats.org/drawingml/2006/main" noGrp="1"/>
          </p:cNvSpPr>
          <p:nvPr/>
        </p:nvSpPr>
        <p:spPr>
          <a:xfrm xmlns:a="http://schemas.openxmlformats.org/drawingml/2006/main">
            <a:off x="2105688"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52CBFFBC-879C-4FF4-A7B4-EB2CC35A2F5F}"/>
              </a:ext>
            </a:extLst>
          </p:cNvPr>
          <p:cNvSpPr>
            <a:spLocks xmlns:a="http://schemas.openxmlformats.org/drawingml/2006/main" noGrp="1"/>
          </p:cNvSpPr>
          <p:nvPr/>
        </p:nvSpPr>
        <p:spPr>
          <a:xfrm xmlns:a="http://schemas.openxmlformats.org/drawingml/2006/main">
            <a:off x="215429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70994CCF-74A6-4520-BA8F-B7B55FE7A2E4}"/>
              </a:ext>
            </a:extLst>
          </p:cNvPr>
          <p:cNvSpPr>
            <a:spLocks xmlns:a="http://schemas.openxmlformats.org/drawingml/2006/main" noGrp="1"/>
          </p:cNvSpPr>
          <p:nvPr/>
        </p:nvSpPr>
        <p:spPr>
          <a:xfrm xmlns:a="http://schemas.openxmlformats.org/drawingml/2006/main">
            <a:off x="2202910"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87EAD6DF-A73D-477D-8D3D-19A7FBC50FA7}"/>
              </a:ext>
            </a:extLst>
          </p:cNvPr>
          <p:cNvSpPr>
            <a:spLocks xmlns:a="http://schemas.openxmlformats.org/drawingml/2006/main" noGrp="1"/>
          </p:cNvSpPr>
          <p:nvPr/>
        </p:nvSpPr>
        <p:spPr>
          <a:xfrm xmlns:a="http://schemas.openxmlformats.org/drawingml/2006/main">
            <a:off x="225152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A8AC31A0-55CD-4789-960D-87D2A3690F67}"/>
              </a:ext>
            </a:extLst>
          </p:cNvPr>
          <p:cNvSpPr>
            <a:spLocks xmlns:a="http://schemas.openxmlformats.org/drawingml/2006/main" noGrp="1"/>
          </p:cNvSpPr>
          <p:nvPr/>
        </p:nvSpPr>
        <p:spPr>
          <a:xfrm xmlns:a="http://schemas.openxmlformats.org/drawingml/2006/main">
            <a:off x="230013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486EBB9C-BAB3-4DCE-B45D-A0A8BE8B7881}"/>
              </a:ext>
            </a:extLst>
          </p:cNvPr>
          <p:cNvSpPr>
            <a:spLocks xmlns:a="http://schemas.openxmlformats.org/drawingml/2006/main" noGrp="1"/>
          </p:cNvSpPr>
          <p:nvPr/>
        </p:nvSpPr>
        <p:spPr>
          <a:xfrm xmlns:a="http://schemas.openxmlformats.org/drawingml/2006/main">
            <a:off x="234874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F9CF8002-C92E-4C0B-B0E6-FC406A1F0743}"/>
              </a:ext>
            </a:extLst>
          </p:cNvPr>
          <p:cNvSpPr>
            <a:spLocks xmlns:a="http://schemas.openxmlformats.org/drawingml/2006/main" noGrp="1"/>
          </p:cNvSpPr>
          <p:nvPr/>
        </p:nvSpPr>
        <p:spPr>
          <a:xfrm xmlns:a="http://schemas.openxmlformats.org/drawingml/2006/main">
            <a:off x="239735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2D7DDEAF-4E1A-42C8-94E7-A4E4E6FE6A72}"/>
              </a:ext>
            </a:extLst>
          </p:cNvPr>
          <p:cNvSpPr>
            <a:spLocks xmlns:a="http://schemas.openxmlformats.org/drawingml/2006/main" noGrp="1"/>
          </p:cNvSpPr>
          <p:nvPr/>
        </p:nvSpPr>
        <p:spPr>
          <a:xfrm xmlns:a="http://schemas.openxmlformats.org/drawingml/2006/main">
            <a:off x="2445965"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38C3A518-54CB-4BD6-8C0E-2722E594384C}"/>
              </a:ext>
            </a:extLst>
          </p:cNvPr>
          <p:cNvSpPr>
            <a:spLocks xmlns:a="http://schemas.openxmlformats.org/drawingml/2006/main" noGrp="1"/>
          </p:cNvSpPr>
          <p:nvPr/>
        </p:nvSpPr>
        <p:spPr>
          <a:xfrm xmlns:a="http://schemas.openxmlformats.org/drawingml/2006/main">
            <a:off x="2494576"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5BDA1B59-4CCE-4B3F-AC23-7C553242A935}"/>
              </a:ext>
            </a:extLst>
          </p:cNvPr>
          <p:cNvSpPr>
            <a:spLocks xmlns:a="http://schemas.openxmlformats.org/drawingml/2006/main" noGrp="1"/>
          </p:cNvSpPr>
          <p:nvPr/>
        </p:nvSpPr>
        <p:spPr>
          <a:xfrm xmlns:a="http://schemas.openxmlformats.org/drawingml/2006/main">
            <a:off x="2543187"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CD0974E8-B6C4-4C49-95AA-BEA8B324A490}"/>
              </a:ext>
            </a:extLst>
          </p:cNvPr>
          <p:cNvSpPr>
            <a:spLocks xmlns:a="http://schemas.openxmlformats.org/drawingml/2006/main" noGrp="1"/>
          </p:cNvSpPr>
          <p:nvPr/>
        </p:nvSpPr>
        <p:spPr>
          <a:xfrm xmlns:a="http://schemas.openxmlformats.org/drawingml/2006/main">
            <a:off x="2591798"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1" name="Editable chart path">
            <a:extLst xmlns:a="http://schemas.openxmlformats.org/drawingml/2006/main">
              <a:ext uri="{FF2B5EF4-FFF2-40B4-BE49-F238E27FC236}">
                <a16:creationId xmlns:a16="http://schemas.microsoft.com/office/drawing/2014/main" id="{0FF68247-158F-41D7-81DB-6B905D4EECCB}"/>
              </a:ext>
            </a:extLst>
          </p:cNvPr>
          <p:cNvSpPr>
            <a:spLocks xmlns:a="http://schemas.openxmlformats.org/drawingml/2006/main" noGrp="1"/>
          </p:cNvSpPr>
          <p:nvPr/>
        </p:nvSpPr>
        <p:spPr>
          <a:xfrm xmlns:a="http://schemas.openxmlformats.org/drawingml/2006/main">
            <a:off x="264040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2" name="Editable chart path">
            <a:extLst xmlns:a="http://schemas.openxmlformats.org/drawingml/2006/main">
              <a:ext uri="{FF2B5EF4-FFF2-40B4-BE49-F238E27FC236}">
                <a16:creationId xmlns:a16="http://schemas.microsoft.com/office/drawing/2014/main" id="{62C92547-0BB2-49C0-98CC-6EFF85B8BFFB}"/>
              </a:ext>
            </a:extLst>
          </p:cNvPr>
          <p:cNvSpPr>
            <a:spLocks xmlns:a="http://schemas.openxmlformats.org/drawingml/2006/main" noGrp="1"/>
          </p:cNvSpPr>
          <p:nvPr/>
        </p:nvSpPr>
        <p:spPr>
          <a:xfrm xmlns:a="http://schemas.openxmlformats.org/drawingml/2006/main">
            <a:off x="268901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3" name="Editable chart path">
            <a:extLst xmlns:a="http://schemas.openxmlformats.org/drawingml/2006/main">
              <a:ext uri="{FF2B5EF4-FFF2-40B4-BE49-F238E27FC236}">
                <a16:creationId xmlns:a16="http://schemas.microsoft.com/office/drawing/2014/main" id="{2FE9F8B5-5A5B-4DFE-94B9-ED46000704B1}"/>
              </a:ext>
            </a:extLst>
          </p:cNvPr>
          <p:cNvSpPr>
            <a:spLocks xmlns:a="http://schemas.openxmlformats.org/drawingml/2006/main" noGrp="1"/>
          </p:cNvSpPr>
          <p:nvPr/>
        </p:nvSpPr>
        <p:spPr>
          <a:xfrm xmlns:a="http://schemas.openxmlformats.org/drawingml/2006/main">
            <a:off x="2737630"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4" name="Editable chart path">
            <a:extLst xmlns:a="http://schemas.openxmlformats.org/drawingml/2006/main">
              <a:ext uri="{FF2B5EF4-FFF2-40B4-BE49-F238E27FC236}">
                <a16:creationId xmlns:a16="http://schemas.microsoft.com/office/drawing/2014/main" id="{2038E8ED-3EFA-4502-93B7-B3DF15AC3C3C}"/>
              </a:ext>
            </a:extLst>
          </p:cNvPr>
          <p:cNvSpPr>
            <a:spLocks xmlns:a="http://schemas.openxmlformats.org/drawingml/2006/main" noGrp="1"/>
          </p:cNvSpPr>
          <p:nvPr/>
        </p:nvSpPr>
        <p:spPr>
          <a:xfrm xmlns:a="http://schemas.openxmlformats.org/drawingml/2006/main">
            <a:off x="278624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5" name="Editable chart path">
            <a:extLst xmlns:a="http://schemas.openxmlformats.org/drawingml/2006/main">
              <a:ext uri="{FF2B5EF4-FFF2-40B4-BE49-F238E27FC236}">
                <a16:creationId xmlns:a16="http://schemas.microsoft.com/office/drawing/2014/main" id="{9F982369-3A78-4D45-B4BF-AD9203E184AC}"/>
              </a:ext>
            </a:extLst>
          </p:cNvPr>
          <p:cNvSpPr>
            <a:spLocks xmlns:a="http://schemas.openxmlformats.org/drawingml/2006/main" noGrp="1"/>
          </p:cNvSpPr>
          <p:nvPr/>
        </p:nvSpPr>
        <p:spPr>
          <a:xfrm xmlns:a="http://schemas.openxmlformats.org/drawingml/2006/main">
            <a:off x="283485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6" name="Editable chart path">
            <a:extLst xmlns:a="http://schemas.openxmlformats.org/drawingml/2006/main">
              <a:ext uri="{FF2B5EF4-FFF2-40B4-BE49-F238E27FC236}">
                <a16:creationId xmlns:a16="http://schemas.microsoft.com/office/drawing/2014/main" id="{8C76FBA3-569D-460E-8690-A93314E9B3BD}"/>
              </a:ext>
            </a:extLst>
          </p:cNvPr>
          <p:cNvSpPr>
            <a:spLocks xmlns:a="http://schemas.openxmlformats.org/drawingml/2006/main" noGrp="1"/>
          </p:cNvSpPr>
          <p:nvPr/>
        </p:nvSpPr>
        <p:spPr>
          <a:xfrm xmlns:a="http://schemas.openxmlformats.org/drawingml/2006/main">
            <a:off x="288346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7" name="Editable chart path">
            <a:extLst xmlns:a="http://schemas.openxmlformats.org/drawingml/2006/main">
              <a:ext uri="{FF2B5EF4-FFF2-40B4-BE49-F238E27FC236}">
                <a16:creationId xmlns:a16="http://schemas.microsoft.com/office/drawing/2014/main" id="{CC9160B1-FF42-4317-AFD0-C7D0CDE4B2FF}"/>
              </a:ext>
            </a:extLst>
          </p:cNvPr>
          <p:cNvSpPr>
            <a:spLocks xmlns:a="http://schemas.openxmlformats.org/drawingml/2006/main" noGrp="1"/>
          </p:cNvSpPr>
          <p:nvPr/>
        </p:nvSpPr>
        <p:spPr>
          <a:xfrm xmlns:a="http://schemas.openxmlformats.org/drawingml/2006/main">
            <a:off x="293207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8" name="Editable chart path">
            <a:extLst xmlns:a="http://schemas.openxmlformats.org/drawingml/2006/main">
              <a:ext uri="{FF2B5EF4-FFF2-40B4-BE49-F238E27FC236}">
                <a16:creationId xmlns:a16="http://schemas.microsoft.com/office/drawing/2014/main" id="{386CDC48-E6C0-4CD4-AD53-E1DC27E31E7A}"/>
              </a:ext>
            </a:extLst>
          </p:cNvPr>
          <p:cNvSpPr>
            <a:spLocks xmlns:a="http://schemas.openxmlformats.org/drawingml/2006/main" noGrp="1"/>
          </p:cNvSpPr>
          <p:nvPr/>
        </p:nvSpPr>
        <p:spPr>
          <a:xfrm xmlns:a="http://schemas.openxmlformats.org/drawingml/2006/main">
            <a:off x="2980685"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9" name="Editable chart path">
            <a:extLst xmlns:a="http://schemas.openxmlformats.org/drawingml/2006/main">
              <a:ext uri="{FF2B5EF4-FFF2-40B4-BE49-F238E27FC236}">
                <a16:creationId xmlns:a16="http://schemas.microsoft.com/office/drawing/2014/main" id="{C4836692-CEC0-4FE2-B484-CC009D95DA62}"/>
              </a:ext>
            </a:extLst>
          </p:cNvPr>
          <p:cNvSpPr>
            <a:spLocks xmlns:a="http://schemas.openxmlformats.org/drawingml/2006/main" noGrp="1"/>
          </p:cNvSpPr>
          <p:nvPr/>
        </p:nvSpPr>
        <p:spPr>
          <a:xfrm xmlns:a="http://schemas.openxmlformats.org/drawingml/2006/main">
            <a:off x="3029296"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0" name="Editable chart path">
            <a:extLst xmlns:a="http://schemas.openxmlformats.org/drawingml/2006/main">
              <a:ext uri="{FF2B5EF4-FFF2-40B4-BE49-F238E27FC236}">
                <a16:creationId xmlns:a16="http://schemas.microsoft.com/office/drawing/2014/main" id="{2FB88C44-2894-4615-AC88-8A1EDD1E4F3E}"/>
              </a:ext>
            </a:extLst>
          </p:cNvPr>
          <p:cNvSpPr>
            <a:spLocks xmlns:a="http://schemas.openxmlformats.org/drawingml/2006/main" noGrp="1"/>
          </p:cNvSpPr>
          <p:nvPr/>
        </p:nvSpPr>
        <p:spPr>
          <a:xfrm xmlns:a="http://schemas.openxmlformats.org/drawingml/2006/main">
            <a:off x="317512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1" name="Editable chart path">
            <a:extLst xmlns:a="http://schemas.openxmlformats.org/drawingml/2006/main">
              <a:ext uri="{FF2B5EF4-FFF2-40B4-BE49-F238E27FC236}">
                <a16:creationId xmlns:a16="http://schemas.microsoft.com/office/drawing/2014/main" id="{4F84B881-7FD8-4E26-AC18-81DEF0039293}"/>
              </a:ext>
            </a:extLst>
          </p:cNvPr>
          <p:cNvSpPr>
            <a:spLocks xmlns:a="http://schemas.openxmlformats.org/drawingml/2006/main" noGrp="1"/>
          </p:cNvSpPr>
          <p:nvPr/>
        </p:nvSpPr>
        <p:spPr>
          <a:xfrm xmlns:a="http://schemas.openxmlformats.org/drawingml/2006/main">
            <a:off x="3223740"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2" name="Editable chart path">
            <a:extLst xmlns:a="http://schemas.openxmlformats.org/drawingml/2006/main">
              <a:ext uri="{FF2B5EF4-FFF2-40B4-BE49-F238E27FC236}">
                <a16:creationId xmlns:a16="http://schemas.microsoft.com/office/drawing/2014/main" id="{C28C77FF-117D-459E-818C-E782338EE65B}"/>
              </a:ext>
            </a:extLst>
          </p:cNvPr>
          <p:cNvSpPr>
            <a:spLocks xmlns:a="http://schemas.openxmlformats.org/drawingml/2006/main" noGrp="1"/>
          </p:cNvSpPr>
          <p:nvPr/>
        </p:nvSpPr>
        <p:spPr>
          <a:xfrm xmlns:a="http://schemas.openxmlformats.org/drawingml/2006/main">
            <a:off x="327235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3" name="Editable chart path">
            <a:extLst xmlns:a="http://schemas.openxmlformats.org/drawingml/2006/main">
              <a:ext uri="{FF2B5EF4-FFF2-40B4-BE49-F238E27FC236}">
                <a16:creationId xmlns:a16="http://schemas.microsoft.com/office/drawing/2014/main" id="{A4E8240D-DB14-474C-BD97-777847645D0E}"/>
              </a:ext>
            </a:extLst>
          </p:cNvPr>
          <p:cNvSpPr>
            <a:spLocks xmlns:a="http://schemas.openxmlformats.org/drawingml/2006/main" noGrp="1"/>
          </p:cNvSpPr>
          <p:nvPr/>
        </p:nvSpPr>
        <p:spPr>
          <a:xfrm xmlns:a="http://schemas.openxmlformats.org/drawingml/2006/main">
            <a:off x="332096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4" name="Editable chart path">
            <a:extLst xmlns:a="http://schemas.openxmlformats.org/drawingml/2006/main">
              <a:ext uri="{FF2B5EF4-FFF2-40B4-BE49-F238E27FC236}">
                <a16:creationId xmlns:a16="http://schemas.microsoft.com/office/drawing/2014/main" id="{B3FC9AF9-2977-47DA-95C2-70CFA22F72D7}"/>
              </a:ext>
            </a:extLst>
          </p:cNvPr>
          <p:cNvSpPr>
            <a:spLocks xmlns:a="http://schemas.openxmlformats.org/drawingml/2006/main" noGrp="1"/>
          </p:cNvSpPr>
          <p:nvPr/>
        </p:nvSpPr>
        <p:spPr>
          <a:xfrm xmlns:a="http://schemas.openxmlformats.org/drawingml/2006/main">
            <a:off x="336957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5" name="Editable chart path">
            <a:extLst xmlns:a="http://schemas.openxmlformats.org/drawingml/2006/main">
              <a:ext uri="{FF2B5EF4-FFF2-40B4-BE49-F238E27FC236}">
                <a16:creationId xmlns:a16="http://schemas.microsoft.com/office/drawing/2014/main" id="{2C2DDF9E-5CF7-4D85-B87A-54C90B7440E1}"/>
              </a:ext>
            </a:extLst>
          </p:cNvPr>
          <p:cNvSpPr>
            <a:spLocks xmlns:a="http://schemas.openxmlformats.org/drawingml/2006/main" noGrp="1"/>
          </p:cNvSpPr>
          <p:nvPr/>
        </p:nvSpPr>
        <p:spPr>
          <a:xfrm xmlns:a="http://schemas.openxmlformats.org/drawingml/2006/main">
            <a:off x="341818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6" name="Editable chart path">
            <a:extLst xmlns:a="http://schemas.openxmlformats.org/drawingml/2006/main">
              <a:ext uri="{FF2B5EF4-FFF2-40B4-BE49-F238E27FC236}">
                <a16:creationId xmlns:a16="http://schemas.microsoft.com/office/drawing/2014/main" id="{C113306A-EC65-4024-9995-C43CB7B997E0}"/>
              </a:ext>
            </a:extLst>
          </p:cNvPr>
          <p:cNvSpPr>
            <a:spLocks xmlns:a="http://schemas.openxmlformats.org/drawingml/2006/main" noGrp="1"/>
          </p:cNvSpPr>
          <p:nvPr/>
        </p:nvSpPr>
        <p:spPr>
          <a:xfrm xmlns:a="http://schemas.openxmlformats.org/drawingml/2006/main">
            <a:off x="3466795"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7" name="Editable chart path">
            <a:extLst xmlns:a="http://schemas.openxmlformats.org/drawingml/2006/main">
              <a:ext uri="{FF2B5EF4-FFF2-40B4-BE49-F238E27FC236}">
                <a16:creationId xmlns:a16="http://schemas.microsoft.com/office/drawing/2014/main" id="{C3083AF5-2DB5-43F5-872F-5CA26CF45E30}"/>
              </a:ext>
            </a:extLst>
          </p:cNvPr>
          <p:cNvSpPr>
            <a:spLocks xmlns:a="http://schemas.openxmlformats.org/drawingml/2006/main" noGrp="1"/>
          </p:cNvSpPr>
          <p:nvPr/>
        </p:nvSpPr>
        <p:spPr>
          <a:xfrm xmlns:a="http://schemas.openxmlformats.org/drawingml/2006/main">
            <a:off x="3564017"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8" name="Editable chart path">
            <a:extLst xmlns:a="http://schemas.openxmlformats.org/drawingml/2006/main">
              <a:ext uri="{FF2B5EF4-FFF2-40B4-BE49-F238E27FC236}">
                <a16:creationId xmlns:a16="http://schemas.microsoft.com/office/drawing/2014/main" id="{936E15DE-503E-4AB9-955A-B5AC4ED43644}"/>
              </a:ext>
            </a:extLst>
          </p:cNvPr>
          <p:cNvSpPr>
            <a:spLocks xmlns:a="http://schemas.openxmlformats.org/drawingml/2006/main" noGrp="1"/>
          </p:cNvSpPr>
          <p:nvPr/>
        </p:nvSpPr>
        <p:spPr>
          <a:xfrm xmlns:a="http://schemas.openxmlformats.org/drawingml/2006/main">
            <a:off x="3612628"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9" name="Editable chart path">
            <a:extLst xmlns:a="http://schemas.openxmlformats.org/drawingml/2006/main">
              <a:ext uri="{FF2B5EF4-FFF2-40B4-BE49-F238E27FC236}">
                <a16:creationId xmlns:a16="http://schemas.microsoft.com/office/drawing/2014/main" id="{98E4CEFC-FEE9-458E-8722-21484BC1B4E7}"/>
              </a:ext>
            </a:extLst>
          </p:cNvPr>
          <p:cNvSpPr>
            <a:spLocks xmlns:a="http://schemas.openxmlformats.org/drawingml/2006/main" noGrp="1"/>
          </p:cNvSpPr>
          <p:nvPr/>
        </p:nvSpPr>
        <p:spPr>
          <a:xfrm xmlns:a="http://schemas.openxmlformats.org/drawingml/2006/main">
            <a:off x="366123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0" name="Editable chart path">
            <a:extLst xmlns:a="http://schemas.openxmlformats.org/drawingml/2006/main">
              <a:ext uri="{FF2B5EF4-FFF2-40B4-BE49-F238E27FC236}">
                <a16:creationId xmlns:a16="http://schemas.microsoft.com/office/drawing/2014/main" id="{3E0D5358-C8DE-4DED-87D3-90EC10529CD1}"/>
              </a:ext>
            </a:extLst>
          </p:cNvPr>
          <p:cNvSpPr>
            <a:spLocks xmlns:a="http://schemas.openxmlformats.org/drawingml/2006/main" noGrp="1"/>
          </p:cNvSpPr>
          <p:nvPr/>
        </p:nvSpPr>
        <p:spPr>
          <a:xfrm xmlns:a="http://schemas.openxmlformats.org/drawingml/2006/main">
            <a:off x="3709850"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1" name="Editable chart path">
            <a:extLst xmlns:a="http://schemas.openxmlformats.org/drawingml/2006/main">
              <a:ext uri="{FF2B5EF4-FFF2-40B4-BE49-F238E27FC236}">
                <a16:creationId xmlns:a16="http://schemas.microsoft.com/office/drawing/2014/main" id="{2FE7835E-40A6-401F-ACAF-968401E2EB6F}"/>
              </a:ext>
            </a:extLst>
          </p:cNvPr>
          <p:cNvSpPr>
            <a:spLocks xmlns:a="http://schemas.openxmlformats.org/drawingml/2006/main" noGrp="1"/>
          </p:cNvSpPr>
          <p:nvPr/>
        </p:nvSpPr>
        <p:spPr>
          <a:xfrm xmlns:a="http://schemas.openxmlformats.org/drawingml/2006/main">
            <a:off x="375846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2" name="Editable chart path">
            <a:extLst xmlns:a="http://schemas.openxmlformats.org/drawingml/2006/main">
              <a:ext uri="{FF2B5EF4-FFF2-40B4-BE49-F238E27FC236}">
                <a16:creationId xmlns:a16="http://schemas.microsoft.com/office/drawing/2014/main" id="{0940FB6D-BF8A-486D-8CF8-96EE95200130}"/>
              </a:ext>
            </a:extLst>
          </p:cNvPr>
          <p:cNvSpPr>
            <a:spLocks xmlns:a="http://schemas.openxmlformats.org/drawingml/2006/main" noGrp="1"/>
          </p:cNvSpPr>
          <p:nvPr/>
        </p:nvSpPr>
        <p:spPr>
          <a:xfrm xmlns:a="http://schemas.openxmlformats.org/drawingml/2006/main">
            <a:off x="380707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3" name="Editable chart path">
            <a:extLst xmlns:a="http://schemas.openxmlformats.org/drawingml/2006/main">
              <a:ext uri="{FF2B5EF4-FFF2-40B4-BE49-F238E27FC236}">
                <a16:creationId xmlns:a16="http://schemas.microsoft.com/office/drawing/2014/main" id="{311E73B4-8230-49D0-82DE-C89AA990E6CE}"/>
              </a:ext>
            </a:extLst>
          </p:cNvPr>
          <p:cNvSpPr>
            <a:spLocks xmlns:a="http://schemas.openxmlformats.org/drawingml/2006/main" noGrp="1"/>
          </p:cNvSpPr>
          <p:nvPr/>
        </p:nvSpPr>
        <p:spPr>
          <a:xfrm xmlns:a="http://schemas.openxmlformats.org/drawingml/2006/main">
            <a:off x="385568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4" name="Editable chart path">
            <a:extLst xmlns:a="http://schemas.openxmlformats.org/drawingml/2006/main">
              <a:ext uri="{FF2B5EF4-FFF2-40B4-BE49-F238E27FC236}">
                <a16:creationId xmlns:a16="http://schemas.microsoft.com/office/drawing/2014/main" id="{861EC7B9-246D-429E-9F4B-5D804FD82D40}"/>
              </a:ext>
            </a:extLst>
          </p:cNvPr>
          <p:cNvSpPr>
            <a:spLocks xmlns:a="http://schemas.openxmlformats.org/drawingml/2006/main" noGrp="1"/>
          </p:cNvSpPr>
          <p:nvPr/>
        </p:nvSpPr>
        <p:spPr>
          <a:xfrm xmlns:a="http://schemas.openxmlformats.org/drawingml/2006/main">
            <a:off x="390429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5" name="Editable chart path">
            <a:extLst xmlns:a="http://schemas.openxmlformats.org/drawingml/2006/main">
              <a:ext uri="{FF2B5EF4-FFF2-40B4-BE49-F238E27FC236}">
                <a16:creationId xmlns:a16="http://schemas.microsoft.com/office/drawing/2014/main" id="{9D0C416A-A959-4292-A27E-90FE4B4D34F7}"/>
              </a:ext>
            </a:extLst>
          </p:cNvPr>
          <p:cNvSpPr>
            <a:spLocks xmlns:a="http://schemas.openxmlformats.org/drawingml/2006/main" noGrp="1"/>
          </p:cNvSpPr>
          <p:nvPr/>
        </p:nvSpPr>
        <p:spPr>
          <a:xfrm xmlns:a="http://schemas.openxmlformats.org/drawingml/2006/main">
            <a:off x="1765411"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6" name="Editable chart path">
            <a:extLst xmlns:a="http://schemas.openxmlformats.org/drawingml/2006/main">
              <a:ext uri="{FF2B5EF4-FFF2-40B4-BE49-F238E27FC236}">
                <a16:creationId xmlns:a16="http://schemas.microsoft.com/office/drawing/2014/main" id="{39B590FC-FE22-494D-AC1D-A35439FF3BF0}"/>
              </a:ext>
            </a:extLst>
          </p:cNvPr>
          <p:cNvSpPr>
            <a:spLocks xmlns:a="http://schemas.openxmlformats.org/drawingml/2006/main" noGrp="1"/>
          </p:cNvSpPr>
          <p:nvPr/>
        </p:nvSpPr>
        <p:spPr>
          <a:xfrm xmlns:a="http://schemas.openxmlformats.org/drawingml/2006/main">
            <a:off x="1814022"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7" name="Editable chart path">
            <a:extLst xmlns:a="http://schemas.openxmlformats.org/drawingml/2006/main">
              <a:ext uri="{FF2B5EF4-FFF2-40B4-BE49-F238E27FC236}">
                <a16:creationId xmlns:a16="http://schemas.microsoft.com/office/drawing/2014/main" id="{AD3AA227-4777-4BB3-98A0-D8375FDE431B}"/>
              </a:ext>
            </a:extLst>
          </p:cNvPr>
          <p:cNvSpPr>
            <a:spLocks xmlns:a="http://schemas.openxmlformats.org/drawingml/2006/main" noGrp="1"/>
          </p:cNvSpPr>
          <p:nvPr/>
        </p:nvSpPr>
        <p:spPr>
          <a:xfrm xmlns:a="http://schemas.openxmlformats.org/drawingml/2006/main">
            <a:off x="1862633"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8" name="Editable chart path">
            <a:extLst xmlns:a="http://schemas.openxmlformats.org/drawingml/2006/main">
              <a:ext uri="{FF2B5EF4-FFF2-40B4-BE49-F238E27FC236}">
                <a16:creationId xmlns:a16="http://schemas.microsoft.com/office/drawing/2014/main" id="{E1D54E6C-2D21-4CDA-B1DD-AB5EC296FCDA}"/>
              </a:ext>
            </a:extLst>
          </p:cNvPr>
          <p:cNvSpPr>
            <a:spLocks xmlns:a="http://schemas.openxmlformats.org/drawingml/2006/main" noGrp="1"/>
          </p:cNvSpPr>
          <p:nvPr/>
        </p:nvSpPr>
        <p:spPr>
          <a:xfrm xmlns:a="http://schemas.openxmlformats.org/drawingml/2006/main">
            <a:off x="1911244"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9" name="Editable chart path">
            <a:extLst xmlns:a="http://schemas.openxmlformats.org/drawingml/2006/main">
              <a:ext uri="{FF2B5EF4-FFF2-40B4-BE49-F238E27FC236}">
                <a16:creationId xmlns:a16="http://schemas.microsoft.com/office/drawing/2014/main" id="{BE0531DF-4A52-4423-8557-AB95992DCD94}"/>
              </a:ext>
            </a:extLst>
          </p:cNvPr>
          <p:cNvSpPr>
            <a:spLocks xmlns:a="http://schemas.openxmlformats.org/drawingml/2006/main" noGrp="1"/>
          </p:cNvSpPr>
          <p:nvPr/>
        </p:nvSpPr>
        <p:spPr>
          <a:xfrm xmlns:a="http://schemas.openxmlformats.org/drawingml/2006/main">
            <a:off x="1959855"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0" name="Editable chart path">
            <a:extLst xmlns:a="http://schemas.openxmlformats.org/drawingml/2006/main">
              <a:ext uri="{FF2B5EF4-FFF2-40B4-BE49-F238E27FC236}">
                <a16:creationId xmlns:a16="http://schemas.microsoft.com/office/drawing/2014/main" id="{BC7A476E-DBC7-47EB-8D93-B420C36DCD48}"/>
              </a:ext>
            </a:extLst>
          </p:cNvPr>
          <p:cNvSpPr>
            <a:spLocks xmlns:a="http://schemas.openxmlformats.org/drawingml/2006/main" noGrp="1"/>
          </p:cNvSpPr>
          <p:nvPr/>
        </p:nvSpPr>
        <p:spPr>
          <a:xfrm xmlns:a="http://schemas.openxmlformats.org/drawingml/2006/main">
            <a:off x="2008466"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1" name="Editable chart path">
            <a:extLst xmlns:a="http://schemas.openxmlformats.org/drawingml/2006/main">
              <a:ext uri="{FF2B5EF4-FFF2-40B4-BE49-F238E27FC236}">
                <a16:creationId xmlns:a16="http://schemas.microsoft.com/office/drawing/2014/main" id="{65B6836F-0592-4712-A705-FE26EC195B3A}"/>
              </a:ext>
            </a:extLst>
          </p:cNvPr>
          <p:cNvSpPr>
            <a:spLocks xmlns:a="http://schemas.openxmlformats.org/drawingml/2006/main" noGrp="1"/>
          </p:cNvSpPr>
          <p:nvPr/>
        </p:nvSpPr>
        <p:spPr>
          <a:xfrm xmlns:a="http://schemas.openxmlformats.org/drawingml/2006/main">
            <a:off x="2057077"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2" name="Editable chart path">
            <a:extLst xmlns:a="http://schemas.openxmlformats.org/drawingml/2006/main">
              <a:ext uri="{FF2B5EF4-FFF2-40B4-BE49-F238E27FC236}">
                <a16:creationId xmlns:a16="http://schemas.microsoft.com/office/drawing/2014/main" id="{F88D2C58-F75E-4390-8B67-0F220066B02B}"/>
              </a:ext>
            </a:extLst>
          </p:cNvPr>
          <p:cNvSpPr>
            <a:spLocks xmlns:a="http://schemas.openxmlformats.org/drawingml/2006/main" noGrp="1"/>
          </p:cNvSpPr>
          <p:nvPr/>
        </p:nvSpPr>
        <p:spPr>
          <a:xfrm xmlns:a="http://schemas.openxmlformats.org/drawingml/2006/main">
            <a:off x="2105688"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3" name="Editable chart path">
            <a:extLst xmlns:a="http://schemas.openxmlformats.org/drawingml/2006/main">
              <a:ext uri="{FF2B5EF4-FFF2-40B4-BE49-F238E27FC236}">
                <a16:creationId xmlns:a16="http://schemas.microsoft.com/office/drawing/2014/main" id="{9D85459B-17C4-466A-8F8D-3F4F3B278D00}"/>
              </a:ext>
            </a:extLst>
          </p:cNvPr>
          <p:cNvSpPr>
            <a:spLocks xmlns:a="http://schemas.openxmlformats.org/drawingml/2006/main" noGrp="1"/>
          </p:cNvSpPr>
          <p:nvPr/>
        </p:nvSpPr>
        <p:spPr>
          <a:xfrm xmlns:a="http://schemas.openxmlformats.org/drawingml/2006/main">
            <a:off x="215429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4" name="Editable chart path">
            <a:extLst xmlns:a="http://schemas.openxmlformats.org/drawingml/2006/main">
              <a:ext uri="{FF2B5EF4-FFF2-40B4-BE49-F238E27FC236}">
                <a16:creationId xmlns:a16="http://schemas.microsoft.com/office/drawing/2014/main" id="{3E6942F2-CCCA-40FD-B1E8-687E9AD0127E}"/>
              </a:ext>
            </a:extLst>
          </p:cNvPr>
          <p:cNvSpPr>
            <a:spLocks xmlns:a="http://schemas.openxmlformats.org/drawingml/2006/main" noGrp="1"/>
          </p:cNvSpPr>
          <p:nvPr/>
        </p:nvSpPr>
        <p:spPr>
          <a:xfrm xmlns:a="http://schemas.openxmlformats.org/drawingml/2006/main">
            <a:off x="2202910"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5" name="Editable chart path">
            <a:extLst xmlns:a="http://schemas.openxmlformats.org/drawingml/2006/main">
              <a:ext uri="{FF2B5EF4-FFF2-40B4-BE49-F238E27FC236}">
                <a16:creationId xmlns:a16="http://schemas.microsoft.com/office/drawing/2014/main" id="{BBB81D29-A8B0-4D7B-BEE1-77B43F1FC149}"/>
              </a:ext>
            </a:extLst>
          </p:cNvPr>
          <p:cNvSpPr>
            <a:spLocks xmlns:a="http://schemas.openxmlformats.org/drawingml/2006/main" noGrp="1"/>
          </p:cNvSpPr>
          <p:nvPr/>
        </p:nvSpPr>
        <p:spPr>
          <a:xfrm xmlns:a="http://schemas.openxmlformats.org/drawingml/2006/main">
            <a:off x="2251521"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6" name="Editable chart path">
            <a:extLst xmlns:a="http://schemas.openxmlformats.org/drawingml/2006/main">
              <a:ext uri="{FF2B5EF4-FFF2-40B4-BE49-F238E27FC236}">
                <a16:creationId xmlns:a16="http://schemas.microsoft.com/office/drawing/2014/main" id="{C24543AF-2E00-4C30-A292-7C0BE1DEB417}"/>
              </a:ext>
            </a:extLst>
          </p:cNvPr>
          <p:cNvSpPr>
            <a:spLocks xmlns:a="http://schemas.openxmlformats.org/drawingml/2006/main" noGrp="1"/>
          </p:cNvSpPr>
          <p:nvPr/>
        </p:nvSpPr>
        <p:spPr>
          <a:xfrm xmlns:a="http://schemas.openxmlformats.org/drawingml/2006/main">
            <a:off x="2300132"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7" name="Editable chart path">
            <a:extLst xmlns:a="http://schemas.openxmlformats.org/drawingml/2006/main">
              <a:ext uri="{FF2B5EF4-FFF2-40B4-BE49-F238E27FC236}">
                <a16:creationId xmlns:a16="http://schemas.microsoft.com/office/drawing/2014/main" id="{61A3F380-720B-4E71-8365-43164887411F}"/>
              </a:ext>
            </a:extLst>
          </p:cNvPr>
          <p:cNvSpPr>
            <a:spLocks xmlns:a="http://schemas.openxmlformats.org/drawingml/2006/main" noGrp="1"/>
          </p:cNvSpPr>
          <p:nvPr/>
        </p:nvSpPr>
        <p:spPr>
          <a:xfrm xmlns:a="http://schemas.openxmlformats.org/drawingml/2006/main">
            <a:off x="2348743"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8" name="Editable chart path">
            <a:extLst xmlns:a="http://schemas.openxmlformats.org/drawingml/2006/main">
              <a:ext uri="{FF2B5EF4-FFF2-40B4-BE49-F238E27FC236}">
                <a16:creationId xmlns:a16="http://schemas.microsoft.com/office/drawing/2014/main" id="{5C507550-18DC-4026-8508-972D471A00FB}"/>
              </a:ext>
            </a:extLst>
          </p:cNvPr>
          <p:cNvSpPr>
            <a:spLocks xmlns:a="http://schemas.openxmlformats.org/drawingml/2006/main" noGrp="1"/>
          </p:cNvSpPr>
          <p:nvPr/>
        </p:nvSpPr>
        <p:spPr>
          <a:xfrm xmlns:a="http://schemas.openxmlformats.org/drawingml/2006/main">
            <a:off x="2397354"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9" name="Editable chart path">
            <a:extLst xmlns:a="http://schemas.openxmlformats.org/drawingml/2006/main">
              <a:ext uri="{FF2B5EF4-FFF2-40B4-BE49-F238E27FC236}">
                <a16:creationId xmlns:a16="http://schemas.microsoft.com/office/drawing/2014/main" id="{F6D5FFF0-8D44-4452-A85A-43100C5D9ED7}"/>
              </a:ext>
            </a:extLst>
          </p:cNvPr>
          <p:cNvSpPr>
            <a:spLocks xmlns:a="http://schemas.openxmlformats.org/drawingml/2006/main" noGrp="1"/>
          </p:cNvSpPr>
          <p:nvPr/>
        </p:nvSpPr>
        <p:spPr>
          <a:xfrm xmlns:a="http://schemas.openxmlformats.org/drawingml/2006/main">
            <a:off x="2445965"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0" name="Editable chart path">
            <a:extLst xmlns:a="http://schemas.openxmlformats.org/drawingml/2006/main">
              <a:ext uri="{FF2B5EF4-FFF2-40B4-BE49-F238E27FC236}">
                <a16:creationId xmlns:a16="http://schemas.microsoft.com/office/drawing/2014/main" id="{1F001A5E-F95D-42AD-8FCC-BD66CDB82085}"/>
              </a:ext>
            </a:extLst>
          </p:cNvPr>
          <p:cNvSpPr>
            <a:spLocks xmlns:a="http://schemas.openxmlformats.org/drawingml/2006/main" noGrp="1"/>
          </p:cNvSpPr>
          <p:nvPr/>
        </p:nvSpPr>
        <p:spPr>
          <a:xfrm xmlns:a="http://schemas.openxmlformats.org/drawingml/2006/main">
            <a:off x="2494576"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1" name="Editable chart path">
            <a:extLst xmlns:a="http://schemas.openxmlformats.org/drawingml/2006/main">
              <a:ext uri="{FF2B5EF4-FFF2-40B4-BE49-F238E27FC236}">
                <a16:creationId xmlns:a16="http://schemas.microsoft.com/office/drawing/2014/main" id="{C5D38481-BDC7-4158-AA87-9FF14349C10A}"/>
              </a:ext>
            </a:extLst>
          </p:cNvPr>
          <p:cNvSpPr>
            <a:spLocks xmlns:a="http://schemas.openxmlformats.org/drawingml/2006/main" noGrp="1"/>
          </p:cNvSpPr>
          <p:nvPr/>
        </p:nvSpPr>
        <p:spPr>
          <a:xfrm xmlns:a="http://schemas.openxmlformats.org/drawingml/2006/main">
            <a:off x="2543187"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2" name="Editable chart path">
            <a:extLst xmlns:a="http://schemas.openxmlformats.org/drawingml/2006/main">
              <a:ext uri="{FF2B5EF4-FFF2-40B4-BE49-F238E27FC236}">
                <a16:creationId xmlns:a16="http://schemas.microsoft.com/office/drawing/2014/main" id="{D02C4FE2-7827-425C-9EF7-C99613049645}"/>
              </a:ext>
            </a:extLst>
          </p:cNvPr>
          <p:cNvSpPr>
            <a:spLocks xmlns:a="http://schemas.openxmlformats.org/drawingml/2006/main" noGrp="1"/>
          </p:cNvSpPr>
          <p:nvPr/>
        </p:nvSpPr>
        <p:spPr>
          <a:xfrm xmlns:a="http://schemas.openxmlformats.org/drawingml/2006/main">
            <a:off x="2591798"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3" name="Editable chart path">
            <a:extLst xmlns:a="http://schemas.openxmlformats.org/drawingml/2006/main">
              <a:ext uri="{FF2B5EF4-FFF2-40B4-BE49-F238E27FC236}">
                <a16:creationId xmlns:a16="http://schemas.microsoft.com/office/drawing/2014/main" id="{2A1BD836-27EA-416C-A0AC-F3E52DDF8DF0}"/>
              </a:ext>
            </a:extLst>
          </p:cNvPr>
          <p:cNvSpPr>
            <a:spLocks xmlns:a="http://schemas.openxmlformats.org/drawingml/2006/main" noGrp="1"/>
          </p:cNvSpPr>
          <p:nvPr/>
        </p:nvSpPr>
        <p:spPr>
          <a:xfrm xmlns:a="http://schemas.openxmlformats.org/drawingml/2006/main">
            <a:off x="264040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4" name="Editable chart path">
            <a:extLst xmlns:a="http://schemas.openxmlformats.org/drawingml/2006/main">
              <a:ext uri="{FF2B5EF4-FFF2-40B4-BE49-F238E27FC236}">
                <a16:creationId xmlns:a16="http://schemas.microsoft.com/office/drawing/2014/main" id="{0025CC27-799A-4041-8C9A-F618935D2657}"/>
              </a:ext>
            </a:extLst>
          </p:cNvPr>
          <p:cNvSpPr>
            <a:spLocks xmlns:a="http://schemas.openxmlformats.org/drawingml/2006/main" noGrp="1"/>
          </p:cNvSpPr>
          <p:nvPr/>
        </p:nvSpPr>
        <p:spPr>
          <a:xfrm xmlns:a="http://schemas.openxmlformats.org/drawingml/2006/main">
            <a:off x="268901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5" name="Editable chart path">
            <a:extLst xmlns:a="http://schemas.openxmlformats.org/drawingml/2006/main">
              <a:ext uri="{FF2B5EF4-FFF2-40B4-BE49-F238E27FC236}">
                <a16:creationId xmlns:a16="http://schemas.microsoft.com/office/drawing/2014/main" id="{DD72B1B6-1887-48E6-BDF5-E612022683EE}"/>
              </a:ext>
            </a:extLst>
          </p:cNvPr>
          <p:cNvSpPr>
            <a:spLocks xmlns:a="http://schemas.openxmlformats.org/drawingml/2006/main" noGrp="1"/>
          </p:cNvSpPr>
          <p:nvPr/>
        </p:nvSpPr>
        <p:spPr>
          <a:xfrm xmlns:a="http://schemas.openxmlformats.org/drawingml/2006/main">
            <a:off x="2834852"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6" name="Editable chart path">
            <a:extLst xmlns:a="http://schemas.openxmlformats.org/drawingml/2006/main">
              <a:ext uri="{FF2B5EF4-FFF2-40B4-BE49-F238E27FC236}">
                <a16:creationId xmlns:a16="http://schemas.microsoft.com/office/drawing/2014/main" id="{152CD441-605E-4146-9748-D2A9564CE603}"/>
              </a:ext>
            </a:extLst>
          </p:cNvPr>
          <p:cNvSpPr>
            <a:spLocks xmlns:a="http://schemas.openxmlformats.org/drawingml/2006/main" noGrp="1"/>
          </p:cNvSpPr>
          <p:nvPr/>
        </p:nvSpPr>
        <p:spPr>
          <a:xfrm xmlns:a="http://schemas.openxmlformats.org/drawingml/2006/main">
            <a:off x="2883463"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7" name="Editable chart path">
            <a:extLst xmlns:a="http://schemas.openxmlformats.org/drawingml/2006/main">
              <a:ext uri="{FF2B5EF4-FFF2-40B4-BE49-F238E27FC236}">
                <a16:creationId xmlns:a16="http://schemas.microsoft.com/office/drawing/2014/main" id="{504231CE-3734-4739-9188-D38D0ECC15A5}"/>
              </a:ext>
            </a:extLst>
          </p:cNvPr>
          <p:cNvSpPr>
            <a:spLocks xmlns:a="http://schemas.openxmlformats.org/drawingml/2006/main" noGrp="1"/>
          </p:cNvSpPr>
          <p:nvPr/>
        </p:nvSpPr>
        <p:spPr>
          <a:xfrm xmlns:a="http://schemas.openxmlformats.org/drawingml/2006/main">
            <a:off x="3126518"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8" name="Editable chart path">
            <a:extLst xmlns:a="http://schemas.openxmlformats.org/drawingml/2006/main">
              <a:ext uri="{FF2B5EF4-FFF2-40B4-BE49-F238E27FC236}">
                <a16:creationId xmlns:a16="http://schemas.microsoft.com/office/drawing/2014/main" id="{6FF68DBC-8965-43D1-9822-82138C11615A}"/>
              </a:ext>
            </a:extLst>
          </p:cNvPr>
          <p:cNvSpPr>
            <a:spLocks xmlns:a="http://schemas.openxmlformats.org/drawingml/2006/main" noGrp="1"/>
          </p:cNvSpPr>
          <p:nvPr/>
        </p:nvSpPr>
        <p:spPr>
          <a:xfrm xmlns:a="http://schemas.openxmlformats.org/drawingml/2006/main">
            <a:off x="3564017"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9" name="Editable chart path">
            <a:extLst xmlns:a="http://schemas.openxmlformats.org/drawingml/2006/main">
              <a:ext uri="{FF2B5EF4-FFF2-40B4-BE49-F238E27FC236}">
                <a16:creationId xmlns:a16="http://schemas.microsoft.com/office/drawing/2014/main" id="{3A4AAD01-5E64-4FD5-B05F-8263C7DD88A8}"/>
              </a:ext>
            </a:extLst>
          </p:cNvPr>
          <p:cNvSpPr>
            <a:spLocks xmlns:a="http://schemas.openxmlformats.org/drawingml/2006/main" noGrp="1"/>
          </p:cNvSpPr>
          <p:nvPr/>
        </p:nvSpPr>
        <p:spPr>
          <a:xfrm xmlns:a="http://schemas.openxmlformats.org/drawingml/2006/main">
            <a:off x="3612628"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0" name="Editable chart path">
            <a:extLst xmlns:a="http://schemas.openxmlformats.org/drawingml/2006/main">
              <a:ext uri="{FF2B5EF4-FFF2-40B4-BE49-F238E27FC236}">
                <a16:creationId xmlns:a16="http://schemas.microsoft.com/office/drawing/2014/main" id="{A0CBA9FF-7436-4C1C-9601-66B920271ADD}"/>
              </a:ext>
            </a:extLst>
          </p:cNvPr>
          <p:cNvSpPr>
            <a:spLocks xmlns:a="http://schemas.openxmlformats.org/drawingml/2006/main" noGrp="1"/>
          </p:cNvSpPr>
          <p:nvPr/>
        </p:nvSpPr>
        <p:spPr>
          <a:xfrm xmlns:a="http://schemas.openxmlformats.org/drawingml/2006/main">
            <a:off x="366123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1" name="Editable chart path">
            <a:extLst xmlns:a="http://schemas.openxmlformats.org/drawingml/2006/main">
              <a:ext uri="{FF2B5EF4-FFF2-40B4-BE49-F238E27FC236}">
                <a16:creationId xmlns:a16="http://schemas.microsoft.com/office/drawing/2014/main" id="{9E193B71-1D58-4240-A17E-6CD5CDF49427}"/>
              </a:ext>
            </a:extLst>
          </p:cNvPr>
          <p:cNvSpPr>
            <a:spLocks xmlns:a="http://schemas.openxmlformats.org/drawingml/2006/main" noGrp="1"/>
          </p:cNvSpPr>
          <p:nvPr/>
        </p:nvSpPr>
        <p:spPr>
          <a:xfrm xmlns:a="http://schemas.openxmlformats.org/drawingml/2006/main">
            <a:off x="3709850"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2" name="Editable chart path">
            <a:extLst xmlns:a="http://schemas.openxmlformats.org/drawingml/2006/main">
              <a:ext uri="{FF2B5EF4-FFF2-40B4-BE49-F238E27FC236}">
                <a16:creationId xmlns:a16="http://schemas.microsoft.com/office/drawing/2014/main" id="{9CE0D4E4-D428-4CFD-9AF7-74A4EEE4E863}"/>
              </a:ext>
            </a:extLst>
          </p:cNvPr>
          <p:cNvSpPr>
            <a:spLocks xmlns:a="http://schemas.openxmlformats.org/drawingml/2006/main" noGrp="1"/>
          </p:cNvSpPr>
          <p:nvPr/>
        </p:nvSpPr>
        <p:spPr>
          <a:xfrm xmlns:a="http://schemas.openxmlformats.org/drawingml/2006/main">
            <a:off x="3758461"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3" name="Editable chart path">
            <a:extLst xmlns:a="http://schemas.openxmlformats.org/drawingml/2006/main">
              <a:ext uri="{FF2B5EF4-FFF2-40B4-BE49-F238E27FC236}">
                <a16:creationId xmlns:a16="http://schemas.microsoft.com/office/drawing/2014/main" id="{BB0314B2-3AD6-41B3-A05B-775916EE8191}"/>
              </a:ext>
            </a:extLst>
          </p:cNvPr>
          <p:cNvSpPr>
            <a:spLocks xmlns:a="http://schemas.openxmlformats.org/drawingml/2006/main" noGrp="1"/>
          </p:cNvSpPr>
          <p:nvPr/>
        </p:nvSpPr>
        <p:spPr>
          <a:xfrm xmlns:a="http://schemas.openxmlformats.org/drawingml/2006/main">
            <a:off x="3807072"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4" name="Editable chart path">
            <a:extLst xmlns:a="http://schemas.openxmlformats.org/drawingml/2006/main">
              <a:ext uri="{FF2B5EF4-FFF2-40B4-BE49-F238E27FC236}">
                <a16:creationId xmlns:a16="http://schemas.microsoft.com/office/drawing/2014/main" id="{B1145111-6C0F-447B-8D2A-7B52D9F34777}"/>
              </a:ext>
            </a:extLst>
          </p:cNvPr>
          <p:cNvSpPr>
            <a:spLocks xmlns:a="http://schemas.openxmlformats.org/drawingml/2006/main" noGrp="1"/>
          </p:cNvSpPr>
          <p:nvPr/>
        </p:nvSpPr>
        <p:spPr>
          <a:xfrm xmlns:a="http://schemas.openxmlformats.org/drawingml/2006/main">
            <a:off x="3855683"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5" name="Editable chart path">
            <a:extLst xmlns:a="http://schemas.openxmlformats.org/drawingml/2006/main">
              <a:ext uri="{FF2B5EF4-FFF2-40B4-BE49-F238E27FC236}">
                <a16:creationId xmlns:a16="http://schemas.microsoft.com/office/drawing/2014/main" id="{7AD958CE-4F06-46A1-84DE-6F70948B02A9}"/>
              </a:ext>
            </a:extLst>
          </p:cNvPr>
          <p:cNvSpPr>
            <a:spLocks xmlns:a="http://schemas.openxmlformats.org/drawingml/2006/main" noGrp="1"/>
          </p:cNvSpPr>
          <p:nvPr/>
        </p:nvSpPr>
        <p:spPr>
          <a:xfrm xmlns:a="http://schemas.openxmlformats.org/drawingml/2006/main">
            <a:off x="1862633"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6" name="Editable chart path">
            <a:extLst xmlns:a="http://schemas.openxmlformats.org/drawingml/2006/main">
              <a:ext uri="{FF2B5EF4-FFF2-40B4-BE49-F238E27FC236}">
                <a16:creationId xmlns:a16="http://schemas.microsoft.com/office/drawing/2014/main" id="{C063D12E-3681-4C5F-9F10-B524D09CE931}"/>
              </a:ext>
            </a:extLst>
          </p:cNvPr>
          <p:cNvSpPr>
            <a:spLocks xmlns:a="http://schemas.openxmlformats.org/drawingml/2006/main" noGrp="1"/>
          </p:cNvSpPr>
          <p:nvPr/>
        </p:nvSpPr>
        <p:spPr>
          <a:xfrm xmlns:a="http://schemas.openxmlformats.org/drawingml/2006/main">
            <a:off x="1911244"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7" name="Editable chart path">
            <a:extLst xmlns:a="http://schemas.openxmlformats.org/drawingml/2006/main">
              <a:ext uri="{FF2B5EF4-FFF2-40B4-BE49-F238E27FC236}">
                <a16:creationId xmlns:a16="http://schemas.microsoft.com/office/drawing/2014/main" id="{DF37441D-1318-4083-ACF0-295758C9FDD3}"/>
              </a:ext>
            </a:extLst>
          </p:cNvPr>
          <p:cNvSpPr>
            <a:spLocks xmlns:a="http://schemas.openxmlformats.org/drawingml/2006/main" noGrp="1"/>
          </p:cNvSpPr>
          <p:nvPr/>
        </p:nvSpPr>
        <p:spPr>
          <a:xfrm xmlns:a="http://schemas.openxmlformats.org/drawingml/2006/main">
            <a:off x="1959855"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8" name="Editable chart path">
            <a:extLst xmlns:a="http://schemas.openxmlformats.org/drawingml/2006/main">
              <a:ext uri="{FF2B5EF4-FFF2-40B4-BE49-F238E27FC236}">
                <a16:creationId xmlns:a16="http://schemas.microsoft.com/office/drawing/2014/main" id="{212D07B3-33D1-4F5D-8546-1FEC5E9498BA}"/>
              </a:ext>
            </a:extLst>
          </p:cNvPr>
          <p:cNvSpPr>
            <a:spLocks xmlns:a="http://schemas.openxmlformats.org/drawingml/2006/main" noGrp="1"/>
          </p:cNvSpPr>
          <p:nvPr/>
        </p:nvSpPr>
        <p:spPr>
          <a:xfrm xmlns:a="http://schemas.openxmlformats.org/drawingml/2006/main">
            <a:off x="2008466"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9" name="Editable chart path">
            <a:extLst xmlns:a="http://schemas.openxmlformats.org/drawingml/2006/main">
              <a:ext uri="{FF2B5EF4-FFF2-40B4-BE49-F238E27FC236}">
                <a16:creationId xmlns:a16="http://schemas.microsoft.com/office/drawing/2014/main" id="{E74B962F-9DB2-4A7B-9855-D6AEEEDD3836}"/>
              </a:ext>
            </a:extLst>
          </p:cNvPr>
          <p:cNvSpPr>
            <a:spLocks xmlns:a="http://schemas.openxmlformats.org/drawingml/2006/main" noGrp="1"/>
          </p:cNvSpPr>
          <p:nvPr/>
        </p:nvSpPr>
        <p:spPr>
          <a:xfrm xmlns:a="http://schemas.openxmlformats.org/drawingml/2006/main">
            <a:off x="2057077"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0" name="Editable chart path">
            <a:extLst xmlns:a="http://schemas.openxmlformats.org/drawingml/2006/main">
              <a:ext uri="{FF2B5EF4-FFF2-40B4-BE49-F238E27FC236}">
                <a16:creationId xmlns:a16="http://schemas.microsoft.com/office/drawing/2014/main" id="{FB269A57-9F6B-4D5F-BE33-825DF74E2709}"/>
              </a:ext>
            </a:extLst>
          </p:cNvPr>
          <p:cNvSpPr>
            <a:spLocks xmlns:a="http://schemas.openxmlformats.org/drawingml/2006/main" noGrp="1"/>
          </p:cNvSpPr>
          <p:nvPr/>
        </p:nvSpPr>
        <p:spPr>
          <a:xfrm xmlns:a="http://schemas.openxmlformats.org/drawingml/2006/main">
            <a:off x="2105688"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1" name="Editable chart path">
            <a:extLst xmlns:a="http://schemas.openxmlformats.org/drawingml/2006/main">
              <a:ext uri="{FF2B5EF4-FFF2-40B4-BE49-F238E27FC236}">
                <a16:creationId xmlns:a16="http://schemas.microsoft.com/office/drawing/2014/main" id="{15B0DB84-B300-4A61-A02A-4F4201F9F5D9}"/>
              </a:ext>
            </a:extLst>
          </p:cNvPr>
          <p:cNvSpPr>
            <a:spLocks xmlns:a="http://schemas.openxmlformats.org/drawingml/2006/main" noGrp="1"/>
          </p:cNvSpPr>
          <p:nvPr/>
        </p:nvSpPr>
        <p:spPr>
          <a:xfrm xmlns:a="http://schemas.openxmlformats.org/drawingml/2006/main">
            <a:off x="2154299"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2" name="Editable chart path">
            <a:extLst xmlns:a="http://schemas.openxmlformats.org/drawingml/2006/main">
              <a:ext uri="{FF2B5EF4-FFF2-40B4-BE49-F238E27FC236}">
                <a16:creationId xmlns:a16="http://schemas.microsoft.com/office/drawing/2014/main" id="{C4E4AD98-54CA-4B2B-9554-2DDBDBF5731F}"/>
              </a:ext>
            </a:extLst>
          </p:cNvPr>
          <p:cNvSpPr>
            <a:spLocks xmlns:a="http://schemas.openxmlformats.org/drawingml/2006/main" noGrp="1"/>
          </p:cNvSpPr>
          <p:nvPr/>
        </p:nvSpPr>
        <p:spPr>
          <a:xfrm xmlns:a="http://schemas.openxmlformats.org/drawingml/2006/main">
            <a:off x="2202910"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3" name="Editable chart path">
            <a:extLst xmlns:a="http://schemas.openxmlformats.org/drawingml/2006/main">
              <a:ext uri="{FF2B5EF4-FFF2-40B4-BE49-F238E27FC236}">
                <a16:creationId xmlns:a16="http://schemas.microsoft.com/office/drawing/2014/main" id="{BF127C78-CC3E-4F48-9681-5CDC89515CDD}"/>
              </a:ext>
            </a:extLst>
          </p:cNvPr>
          <p:cNvSpPr>
            <a:spLocks xmlns:a="http://schemas.openxmlformats.org/drawingml/2006/main" noGrp="1"/>
          </p:cNvSpPr>
          <p:nvPr/>
        </p:nvSpPr>
        <p:spPr>
          <a:xfrm xmlns:a="http://schemas.openxmlformats.org/drawingml/2006/main">
            <a:off x="2251521"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4" name="Editable chart path">
            <a:extLst xmlns:a="http://schemas.openxmlformats.org/drawingml/2006/main">
              <a:ext uri="{FF2B5EF4-FFF2-40B4-BE49-F238E27FC236}">
                <a16:creationId xmlns:a16="http://schemas.microsoft.com/office/drawing/2014/main" id="{9B71DF5E-18BD-46F2-B99F-44704F3C9581}"/>
              </a:ext>
            </a:extLst>
          </p:cNvPr>
          <p:cNvSpPr>
            <a:spLocks xmlns:a="http://schemas.openxmlformats.org/drawingml/2006/main" noGrp="1"/>
          </p:cNvSpPr>
          <p:nvPr/>
        </p:nvSpPr>
        <p:spPr>
          <a:xfrm xmlns:a="http://schemas.openxmlformats.org/drawingml/2006/main">
            <a:off x="2300132"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5" name="Editable chart path">
            <a:extLst xmlns:a="http://schemas.openxmlformats.org/drawingml/2006/main">
              <a:ext uri="{FF2B5EF4-FFF2-40B4-BE49-F238E27FC236}">
                <a16:creationId xmlns:a16="http://schemas.microsoft.com/office/drawing/2014/main" id="{2975A529-4143-4D5D-AB02-DEB1FAB79DB8}"/>
              </a:ext>
            </a:extLst>
          </p:cNvPr>
          <p:cNvSpPr>
            <a:spLocks xmlns:a="http://schemas.openxmlformats.org/drawingml/2006/main" noGrp="1"/>
          </p:cNvSpPr>
          <p:nvPr/>
        </p:nvSpPr>
        <p:spPr>
          <a:xfrm xmlns:a="http://schemas.openxmlformats.org/drawingml/2006/main">
            <a:off x="2348743"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6" name="Editable chart path">
            <a:extLst xmlns:a="http://schemas.openxmlformats.org/drawingml/2006/main">
              <a:ext uri="{FF2B5EF4-FFF2-40B4-BE49-F238E27FC236}">
                <a16:creationId xmlns:a16="http://schemas.microsoft.com/office/drawing/2014/main" id="{BAABB20E-E194-4CB4-AD0A-21A7B07A2BAB}"/>
              </a:ext>
            </a:extLst>
          </p:cNvPr>
          <p:cNvSpPr>
            <a:spLocks xmlns:a="http://schemas.openxmlformats.org/drawingml/2006/main" noGrp="1"/>
          </p:cNvSpPr>
          <p:nvPr/>
        </p:nvSpPr>
        <p:spPr>
          <a:xfrm xmlns:a="http://schemas.openxmlformats.org/drawingml/2006/main">
            <a:off x="2397354"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7" name="Editable chart path">
            <a:extLst xmlns:a="http://schemas.openxmlformats.org/drawingml/2006/main">
              <a:ext uri="{FF2B5EF4-FFF2-40B4-BE49-F238E27FC236}">
                <a16:creationId xmlns:a16="http://schemas.microsoft.com/office/drawing/2014/main" id="{77D5AE2D-75A7-4584-AD6A-F65E4A44FC37}"/>
              </a:ext>
            </a:extLst>
          </p:cNvPr>
          <p:cNvSpPr>
            <a:spLocks xmlns:a="http://schemas.openxmlformats.org/drawingml/2006/main" noGrp="1"/>
          </p:cNvSpPr>
          <p:nvPr/>
        </p:nvSpPr>
        <p:spPr>
          <a:xfrm xmlns:a="http://schemas.openxmlformats.org/drawingml/2006/main">
            <a:off x="2445965"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8" name="Editable chart path">
            <a:extLst xmlns:a="http://schemas.openxmlformats.org/drawingml/2006/main">
              <a:ext uri="{FF2B5EF4-FFF2-40B4-BE49-F238E27FC236}">
                <a16:creationId xmlns:a16="http://schemas.microsoft.com/office/drawing/2014/main" id="{BDC97948-42F6-4610-9386-3FD3C3FD799D}"/>
              </a:ext>
            </a:extLst>
          </p:cNvPr>
          <p:cNvSpPr>
            <a:spLocks xmlns:a="http://schemas.openxmlformats.org/drawingml/2006/main" noGrp="1"/>
          </p:cNvSpPr>
          <p:nvPr/>
        </p:nvSpPr>
        <p:spPr>
          <a:xfrm xmlns:a="http://schemas.openxmlformats.org/drawingml/2006/main">
            <a:off x="2494576"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9" name="Editable chart path">
            <a:extLst xmlns:a="http://schemas.openxmlformats.org/drawingml/2006/main">
              <a:ext uri="{FF2B5EF4-FFF2-40B4-BE49-F238E27FC236}">
                <a16:creationId xmlns:a16="http://schemas.microsoft.com/office/drawing/2014/main" id="{A86D9477-C99B-4ED0-9C79-D0E7DF88A845}"/>
              </a:ext>
            </a:extLst>
          </p:cNvPr>
          <p:cNvSpPr>
            <a:spLocks xmlns:a="http://schemas.openxmlformats.org/drawingml/2006/main" noGrp="1"/>
          </p:cNvSpPr>
          <p:nvPr/>
        </p:nvSpPr>
        <p:spPr>
          <a:xfrm xmlns:a="http://schemas.openxmlformats.org/drawingml/2006/main">
            <a:off x="2543187"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0" name="Editable chart path">
            <a:extLst xmlns:a="http://schemas.openxmlformats.org/drawingml/2006/main">
              <a:ext uri="{FF2B5EF4-FFF2-40B4-BE49-F238E27FC236}">
                <a16:creationId xmlns:a16="http://schemas.microsoft.com/office/drawing/2014/main" id="{D0123FA0-8A6D-4D66-BBAA-E8741D44E2AA}"/>
              </a:ext>
            </a:extLst>
          </p:cNvPr>
          <p:cNvSpPr>
            <a:spLocks xmlns:a="http://schemas.openxmlformats.org/drawingml/2006/main" noGrp="1"/>
          </p:cNvSpPr>
          <p:nvPr/>
        </p:nvSpPr>
        <p:spPr>
          <a:xfrm xmlns:a="http://schemas.openxmlformats.org/drawingml/2006/main">
            <a:off x="2591798"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1" name="Editable chart path">
            <a:extLst xmlns:a="http://schemas.openxmlformats.org/drawingml/2006/main">
              <a:ext uri="{FF2B5EF4-FFF2-40B4-BE49-F238E27FC236}">
                <a16:creationId xmlns:a16="http://schemas.microsoft.com/office/drawing/2014/main" id="{039ACACB-0D82-47CA-B7FF-7DC6511B0E9E}"/>
              </a:ext>
            </a:extLst>
          </p:cNvPr>
          <p:cNvSpPr>
            <a:spLocks xmlns:a="http://schemas.openxmlformats.org/drawingml/2006/main" noGrp="1"/>
          </p:cNvSpPr>
          <p:nvPr/>
        </p:nvSpPr>
        <p:spPr>
          <a:xfrm xmlns:a="http://schemas.openxmlformats.org/drawingml/2006/main">
            <a:off x="2640409"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2" name="Editable chart path">
            <a:extLst xmlns:a="http://schemas.openxmlformats.org/drawingml/2006/main">
              <a:ext uri="{FF2B5EF4-FFF2-40B4-BE49-F238E27FC236}">
                <a16:creationId xmlns:a16="http://schemas.microsoft.com/office/drawing/2014/main" id="{7144B651-A062-4B86-8B0F-F4C0AC6E9533}"/>
              </a:ext>
            </a:extLst>
          </p:cNvPr>
          <p:cNvSpPr>
            <a:spLocks xmlns:a="http://schemas.openxmlformats.org/drawingml/2006/main" noGrp="1"/>
          </p:cNvSpPr>
          <p:nvPr/>
        </p:nvSpPr>
        <p:spPr>
          <a:xfrm xmlns:a="http://schemas.openxmlformats.org/drawingml/2006/main">
            <a:off x="2689019"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3" name="Editable chart path">
            <a:extLst xmlns:a="http://schemas.openxmlformats.org/drawingml/2006/main">
              <a:ext uri="{FF2B5EF4-FFF2-40B4-BE49-F238E27FC236}">
                <a16:creationId xmlns:a16="http://schemas.microsoft.com/office/drawing/2014/main" id="{5C61A128-785B-4EA0-965C-89105C8083DF}"/>
              </a:ext>
            </a:extLst>
          </p:cNvPr>
          <p:cNvSpPr>
            <a:spLocks xmlns:a="http://schemas.openxmlformats.org/drawingml/2006/main" noGrp="1"/>
          </p:cNvSpPr>
          <p:nvPr/>
        </p:nvSpPr>
        <p:spPr>
          <a:xfrm xmlns:a="http://schemas.openxmlformats.org/drawingml/2006/main">
            <a:off x="2737630"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4" name="Editable chart path">
            <a:extLst xmlns:a="http://schemas.openxmlformats.org/drawingml/2006/main">
              <a:ext uri="{FF2B5EF4-FFF2-40B4-BE49-F238E27FC236}">
                <a16:creationId xmlns:a16="http://schemas.microsoft.com/office/drawing/2014/main" id="{6C6F0EA4-00B4-4451-8EBF-959386BEE602}"/>
              </a:ext>
            </a:extLst>
          </p:cNvPr>
          <p:cNvSpPr>
            <a:spLocks xmlns:a="http://schemas.openxmlformats.org/drawingml/2006/main" noGrp="1"/>
          </p:cNvSpPr>
          <p:nvPr/>
        </p:nvSpPr>
        <p:spPr>
          <a:xfrm xmlns:a="http://schemas.openxmlformats.org/drawingml/2006/main">
            <a:off x="3612628"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5" name="Editable chart path">
            <a:extLst xmlns:a="http://schemas.openxmlformats.org/drawingml/2006/main">
              <a:ext uri="{FF2B5EF4-FFF2-40B4-BE49-F238E27FC236}">
                <a16:creationId xmlns:a16="http://schemas.microsoft.com/office/drawing/2014/main" id="{A8BFDFA2-C4A5-46D1-BE56-59118CFCCC4A}"/>
              </a:ext>
            </a:extLst>
          </p:cNvPr>
          <p:cNvSpPr>
            <a:spLocks xmlns:a="http://schemas.openxmlformats.org/drawingml/2006/main" noGrp="1"/>
          </p:cNvSpPr>
          <p:nvPr/>
        </p:nvSpPr>
        <p:spPr>
          <a:xfrm xmlns:a="http://schemas.openxmlformats.org/drawingml/2006/main">
            <a:off x="3661239"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6" name="Editable chart path">
            <a:extLst xmlns:a="http://schemas.openxmlformats.org/drawingml/2006/main">
              <a:ext uri="{FF2B5EF4-FFF2-40B4-BE49-F238E27FC236}">
                <a16:creationId xmlns:a16="http://schemas.microsoft.com/office/drawing/2014/main" id="{C64BC920-0F87-49BC-94B7-47409F51A6E9}"/>
              </a:ext>
            </a:extLst>
          </p:cNvPr>
          <p:cNvSpPr>
            <a:spLocks xmlns:a="http://schemas.openxmlformats.org/drawingml/2006/main" noGrp="1"/>
          </p:cNvSpPr>
          <p:nvPr/>
        </p:nvSpPr>
        <p:spPr>
          <a:xfrm xmlns:a="http://schemas.openxmlformats.org/drawingml/2006/main">
            <a:off x="3709850"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7" name="Editable chart path">
            <a:extLst xmlns:a="http://schemas.openxmlformats.org/drawingml/2006/main">
              <a:ext uri="{FF2B5EF4-FFF2-40B4-BE49-F238E27FC236}">
                <a16:creationId xmlns:a16="http://schemas.microsoft.com/office/drawing/2014/main" id="{F3D5F36E-03B7-4AA1-9770-D8209F5E3BC6}"/>
              </a:ext>
            </a:extLst>
          </p:cNvPr>
          <p:cNvSpPr>
            <a:spLocks xmlns:a="http://schemas.openxmlformats.org/drawingml/2006/main" noGrp="1"/>
          </p:cNvSpPr>
          <p:nvPr/>
        </p:nvSpPr>
        <p:spPr>
          <a:xfrm xmlns:a="http://schemas.openxmlformats.org/drawingml/2006/main">
            <a:off x="1911244"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8" name="Editable chart path">
            <a:extLst xmlns:a="http://schemas.openxmlformats.org/drawingml/2006/main">
              <a:ext uri="{FF2B5EF4-FFF2-40B4-BE49-F238E27FC236}">
                <a16:creationId xmlns:a16="http://schemas.microsoft.com/office/drawing/2014/main" id="{68FB0A5D-60A8-45E4-BD87-E92DAFFB0481}"/>
              </a:ext>
            </a:extLst>
          </p:cNvPr>
          <p:cNvSpPr>
            <a:spLocks xmlns:a="http://schemas.openxmlformats.org/drawingml/2006/main" noGrp="1"/>
          </p:cNvSpPr>
          <p:nvPr/>
        </p:nvSpPr>
        <p:spPr>
          <a:xfrm xmlns:a="http://schemas.openxmlformats.org/drawingml/2006/main">
            <a:off x="1959855"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9" name="Editable chart path">
            <a:extLst xmlns:a="http://schemas.openxmlformats.org/drawingml/2006/main">
              <a:ext uri="{FF2B5EF4-FFF2-40B4-BE49-F238E27FC236}">
                <a16:creationId xmlns:a16="http://schemas.microsoft.com/office/drawing/2014/main" id="{843CAA5A-0BEE-4AD9-87CA-6CF2B5CC2B55}"/>
              </a:ext>
            </a:extLst>
          </p:cNvPr>
          <p:cNvSpPr>
            <a:spLocks xmlns:a="http://schemas.openxmlformats.org/drawingml/2006/main" noGrp="1"/>
          </p:cNvSpPr>
          <p:nvPr/>
        </p:nvSpPr>
        <p:spPr>
          <a:xfrm xmlns:a="http://schemas.openxmlformats.org/drawingml/2006/main">
            <a:off x="2008466"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0" name="Editable chart path">
            <a:extLst xmlns:a="http://schemas.openxmlformats.org/drawingml/2006/main">
              <a:ext uri="{FF2B5EF4-FFF2-40B4-BE49-F238E27FC236}">
                <a16:creationId xmlns:a16="http://schemas.microsoft.com/office/drawing/2014/main" id="{305FFFBF-F5E0-4639-BA9D-957671E5C412}"/>
              </a:ext>
            </a:extLst>
          </p:cNvPr>
          <p:cNvSpPr>
            <a:spLocks xmlns:a="http://schemas.openxmlformats.org/drawingml/2006/main" noGrp="1"/>
          </p:cNvSpPr>
          <p:nvPr/>
        </p:nvSpPr>
        <p:spPr>
          <a:xfrm xmlns:a="http://schemas.openxmlformats.org/drawingml/2006/main">
            <a:off x="2057077"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1" name="Editable chart path">
            <a:extLst xmlns:a="http://schemas.openxmlformats.org/drawingml/2006/main">
              <a:ext uri="{FF2B5EF4-FFF2-40B4-BE49-F238E27FC236}">
                <a16:creationId xmlns:a16="http://schemas.microsoft.com/office/drawing/2014/main" id="{6FCC3579-38C1-43C7-B66A-5F7988C72023}"/>
              </a:ext>
            </a:extLst>
          </p:cNvPr>
          <p:cNvSpPr>
            <a:spLocks xmlns:a="http://schemas.openxmlformats.org/drawingml/2006/main" noGrp="1"/>
          </p:cNvSpPr>
          <p:nvPr/>
        </p:nvSpPr>
        <p:spPr>
          <a:xfrm xmlns:a="http://schemas.openxmlformats.org/drawingml/2006/main">
            <a:off x="2105688"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2" name="Editable chart path">
            <a:extLst xmlns:a="http://schemas.openxmlformats.org/drawingml/2006/main">
              <a:ext uri="{FF2B5EF4-FFF2-40B4-BE49-F238E27FC236}">
                <a16:creationId xmlns:a16="http://schemas.microsoft.com/office/drawing/2014/main" id="{F8D372B9-CD8C-44AB-948C-A3F376E1FD24}"/>
              </a:ext>
            </a:extLst>
          </p:cNvPr>
          <p:cNvSpPr>
            <a:spLocks xmlns:a="http://schemas.openxmlformats.org/drawingml/2006/main" noGrp="1"/>
          </p:cNvSpPr>
          <p:nvPr/>
        </p:nvSpPr>
        <p:spPr>
          <a:xfrm xmlns:a="http://schemas.openxmlformats.org/drawingml/2006/main">
            <a:off x="2154299"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3" name="Editable chart path">
            <a:extLst xmlns:a="http://schemas.openxmlformats.org/drawingml/2006/main">
              <a:ext uri="{FF2B5EF4-FFF2-40B4-BE49-F238E27FC236}">
                <a16:creationId xmlns:a16="http://schemas.microsoft.com/office/drawing/2014/main" id="{90A507D0-2A12-420D-A7B8-58D2F87DD9AE}"/>
              </a:ext>
            </a:extLst>
          </p:cNvPr>
          <p:cNvSpPr>
            <a:spLocks xmlns:a="http://schemas.openxmlformats.org/drawingml/2006/main" noGrp="1"/>
          </p:cNvSpPr>
          <p:nvPr/>
        </p:nvSpPr>
        <p:spPr>
          <a:xfrm xmlns:a="http://schemas.openxmlformats.org/drawingml/2006/main">
            <a:off x="2202910"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4" name="Editable chart path">
            <a:extLst xmlns:a="http://schemas.openxmlformats.org/drawingml/2006/main">
              <a:ext uri="{FF2B5EF4-FFF2-40B4-BE49-F238E27FC236}">
                <a16:creationId xmlns:a16="http://schemas.microsoft.com/office/drawing/2014/main" id="{2DC620C9-9CF3-4CCA-9AB1-07059F3F0B3C}"/>
              </a:ext>
            </a:extLst>
          </p:cNvPr>
          <p:cNvSpPr>
            <a:spLocks xmlns:a="http://schemas.openxmlformats.org/drawingml/2006/main" noGrp="1"/>
          </p:cNvSpPr>
          <p:nvPr/>
        </p:nvSpPr>
        <p:spPr>
          <a:xfrm xmlns:a="http://schemas.openxmlformats.org/drawingml/2006/main">
            <a:off x="2251521"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5" name="Editable chart path">
            <a:extLst xmlns:a="http://schemas.openxmlformats.org/drawingml/2006/main">
              <a:ext uri="{FF2B5EF4-FFF2-40B4-BE49-F238E27FC236}">
                <a16:creationId xmlns:a16="http://schemas.microsoft.com/office/drawing/2014/main" id="{92C5D798-4579-4A09-9E24-AD7287B3BBC0}"/>
              </a:ext>
            </a:extLst>
          </p:cNvPr>
          <p:cNvSpPr>
            <a:spLocks xmlns:a="http://schemas.openxmlformats.org/drawingml/2006/main" noGrp="1"/>
          </p:cNvSpPr>
          <p:nvPr/>
        </p:nvSpPr>
        <p:spPr>
          <a:xfrm xmlns:a="http://schemas.openxmlformats.org/drawingml/2006/main">
            <a:off x="2300132"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6" name="Editable chart path">
            <a:extLst xmlns:a="http://schemas.openxmlformats.org/drawingml/2006/main">
              <a:ext uri="{FF2B5EF4-FFF2-40B4-BE49-F238E27FC236}">
                <a16:creationId xmlns:a16="http://schemas.microsoft.com/office/drawing/2014/main" id="{90757469-ABD5-43BD-946A-2459F0DF0569}"/>
              </a:ext>
            </a:extLst>
          </p:cNvPr>
          <p:cNvSpPr>
            <a:spLocks xmlns:a="http://schemas.openxmlformats.org/drawingml/2006/main" noGrp="1"/>
          </p:cNvSpPr>
          <p:nvPr/>
        </p:nvSpPr>
        <p:spPr>
          <a:xfrm xmlns:a="http://schemas.openxmlformats.org/drawingml/2006/main">
            <a:off x="2348743"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7" name="Editable chart path">
            <a:extLst xmlns:a="http://schemas.openxmlformats.org/drawingml/2006/main">
              <a:ext uri="{FF2B5EF4-FFF2-40B4-BE49-F238E27FC236}">
                <a16:creationId xmlns:a16="http://schemas.microsoft.com/office/drawing/2014/main" id="{C9D9651D-58A1-4209-B84A-CBAEF1228CC9}"/>
              </a:ext>
            </a:extLst>
          </p:cNvPr>
          <p:cNvSpPr>
            <a:spLocks xmlns:a="http://schemas.openxmlformats.org/drawingml/2006/main" noGrp="1"/>
          </p:cNvSpPr>
          <p:nvPr/>
        </p:nvSpPr>
        <p:spPr>
          <a:xfrm xmlns:a="http://schemas.openxmlformats.org/drawingml/2006/main">
            <a:off x="2397354"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8" name="Editable chart path">
            <a:extLst xmlns:a="http://schemas.openxmlformats.org/drawingml/2006/main">
              <a:ext uri="{FF2B5EF4-FFF2-40B4-BE49-F238E27FC236}">
                <a16:creationId xmlns:a16="http://schemas.microsoft.com/office/drawing/2014/main" id="{10AAC2A5-5EB9-4C03-9221-7545DA5AB8F6}"/>
              </a:ext>
            </a:extLst>
          </p:cNvPr>
          <p:cNvSpPr>
            <a:spLocks xmlns:a="http://schemas.openxmlformats.org/drawingml/2006/main" noGrp="1"/>
          </p:cNvSpPr>
          <p:nvPr/>
        </p:nvSpPr>
        <p:spPr>
          <a:xfrm xmlns:a="http://schemas.openxmlformats.org/drawingml/2006/main">
            <a:off x="2445965"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9" name="Editable chart path">
            <a:extLst xmlns:a="http://schemas.openxmlformats.org/drawingml/2006/main">
              <a:ext uri="{FF2B5EF4-FFF2-40B4-BE49-F238E27FC236}">
                <a16:creationId xmlns:a16="http://schemas.microsoft.com/office/drawing/2014/main" id="{83A14014-C575-48C4-9EB0-06E95CC0E161}"/>
              </a:ext>
            </a:extLst>
          </p:cNvPr>
          <p:cNvSpPr>
            <a:spLocks xmlns:a="http://schemas.openxmlformats.org/drawingml/2006/main" noGrp="1"/>
          </p:cNvSpPr>
          <p:nvPr/>
        </p:nvSpPr>
        <p:spPr>
          <a:xfrm xmlns:a="http://schemas.openxmlformats.org/drawingml/2006/main">
            <a:off x="2494576"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0" name="Editable chart path">
            <a:extLst xmlns:a="http://schemas.openxmlformats.org/drawingml/2006/main">
              <a:ext uri="{FF2B5EF4-FFF2-40B4-BE49-F238E27FC236}">
                <a16:creationId xmlns:a16="http://schemas.microsoft.com/office/drawing/2014/main" id="{E1EFEB4E-7880-4829-BA13-3AE4724F1B73}"/>
              </a:ext>
            </a:extLst>
          </p:cNvPr>
          <p:cNvSpPr>
            <a:spLocks xmlns:a="http://schemas.openxmlformats.org/drawingml/2006/main" noGrp="1"/>
          </p:cNvSpPr>
          <p:nvPr/>
        </p:nvSpPr>
        <p:spPr>
          <a:xfrm xmlns:a="http://schemas.openxmlformats.org/drawingml/2006/main">
            <a:off x="2543187"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1" name="Editable chart path">
            <a:extLst xmlns:a="http://schemas.openxmlformats.org/drawingml/2006/main">
              <a:ext uri="{FF2B5EF4-FFF2-40B4-BE49-F238E27FC236}">
                <a16:creationId xmlns:a16="http://schemas.microsoft.com/office/drawing/2014/main" id="{DCE87605-7D61-4F41-94DC-BC893DECC757}"/>
              </a:ext>
            </a:extLst>
          </p:cNvPr>
          <p:cNvSpPr>
            <a:spLocks xmlns:a="http://schemas.openxmlformats.org/drawingml/2006/main" noGrp="1"/>
          </p:cNvSpPr>
          <p:nvPr/>
        </p:nvSpPr>
        <p:spPr>
          <a:xfrm xmlns:a="http://schemas.openxmlformats.org/drawingml/2006/main">
            <a:off x="2591798"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2" name="Editable chart path">
            <a:extLst xmlns:a="http://schemas.openxmlformats.org/drawingml/2006/main">
              <a:ext uri="{FF2B5EF4-FFF2-40B4-BE49-F238E27FC236}">
                <a16:creationId xmlns:a16="http://schemas.microsoft.com/office/drawing/2014/main" id="{EF31C7D9-7BD2-4BDA-9475-838B3E103256}"/>
              </a:ext>
            </a:extLst>
          </p:cNvPr>
          <p:cNvSpPr>
            <a:spLocks xmlns:a="http://schemas.openxmlformats.org/drawingml/2006/main" noGrp="1"/>
          </p:cNvSpPr>
          <p:nvPr/>
        </p:nvSpPr>
        <p:spPr>
          <a:xfrm xmlns:a="http://schemas.openxmlformats.org/drawingml/2006/main">
            <a:off x="2640409"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3" name="Editable chart path">
            <a:extLst xmlns:a="http://schemas.openxmlformats.org/drawingml/2006/main">
              <a:ext uri="{FF2B5EF4-FFF2-40B4-BE49-F238E27FC236}">
                <a16:creationId xmlns:a16="http://schemas.microsoft.com/office/drawing/2014/main" id="{77B33D28-EA49-4BF3-B909-536FCB4F456C}"/>
              </a:ext>
            </a:extLst>
          </p:cNvPr>
          <p:cNvSpPr>
            <a:spLocks xmlns:a="http://schemas.openxmlformats.org/drawingml/2006/main" noGrp="1"/>
          </p:cNvSpPr>
          <p:nvPr/>
        </p:nvSpPr>
        <p:spPr>
          <a:xfrm xmlns:a="http://schemas.openxmlformats.org/drawingml/2006/main">
            <a:off x="2689019"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4" name="Editable chart path">
            <a:extLst xmlns:a="http://schemas.openxmlformats.org/drawingml/2006/main">
              <a:ext uri="{FF2B5EF4-FFF2-40B4-BE49-F238E27FC236}">
                <a16:creationId xmlns:a16="http://schemas.microsoft.com/office/drawing/2014/main" id="{896BF10F-7EB3-489D-B205-990146322AF0}"/>
              </a:ext>
            </a:extLst>
          </p:cNvPr>
          <p:cNvSpPr>
            <a:spLocks xmlns:a="http://schemas.openxmlformats.org/drawingml/2006/main" noGrp="1"/>
          </p:cNvSpPr>
          <p:nvPr/>
        </p:nvSpPr>
        <p:spPr>
          <a:xfrm xmlns:a="http://schemas.openxmlformats.org/drawingml/2006/main">
            <a:off x="2737630"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5" name="Editable chart path">
            <a:extLst xmlns:a="http://schemas.openxmlformats.org/drawingml/2006/main">
              <a:ext uri="{FF2B5EF4-FFF2-40B4-BE49-F238E27FC236}">
                <a16:creationId xmlns:a16="http://schemas.microsoft.com/office/drawing/2014/main" id="{A183106B-B2A1-4052-952A-7F38EFE2A0B5}"/>
              </a:ext>
            </a:extLst>
          </p:cNvPr>
          <p:cNvSpPr>
            <a:spLocks xmlns:a="http://schemas.openxmlformats.org/drawingml/2006/main" noGrp="1"/>
          </p:cNvSpPr>
          <p:nvPr/>
        </p:nvSpPr>
        <p:spPr>
          <a:xfrm xmlns:a="http://schemas.openxmlformats.org/drawingml/2006/main">
            <a:off x="2786241"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6" name="Editable chart path">
            <a:extLst xmlns:a="http://schemas.openxmlformats.org/drawingml/2006/main">
              <a:ext uri="{FF2B5EF4-FFF2-40B4-BE49-F238E27FC236}">
                <a16:creationId xmlns:a16="http://schemas.microsoft.com/office/drawing/2014/main" id="{BC10CCA5-06BA-4501-9BEB-7F6EECFE99C9}"/>
              </a:ext>
            </a:extLst>
          </p:cNvPr>
          <p:cNvSpPr>
            <a:spLocks xmlns:a="http://schemas.openxmlformats.org/drawingml/2006/main" noGrp="1"/>
          </p:cNvSpPr>
          <p:nvPr/>
        </p:nvSpPr>
        <p:spPr>
          <a:xfrm xmlns:a="http://schemas.openxmlformats.org/drawingml/2006/main">
            <a:off x="2300132"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7" name="Editable chart path">
            <a:extLst xmlns:a="http://schemas.openxmlformats.org/drawingml/2006/main">
              <a:ext uri="{FF2B5EF4-FFF2-40B4-BE49-F238E27FC236}">
                <a16:creationId xmlns:a16="http://schemas.microsoft.com/office/drawing/2014/main" id="{44EF27CB-BAA6-4340-97B2-92D7AD146E04}"/>
              </a:ext>
            </a:extLst>
          </p:cNvPr>
          <p:cNvSpPr>
            <a:spLocks xmlns:a="http://schemas.openxmlformats.org/drawingml/2006/main" noGrp="1"/>
          </p:cNvSpPr>
          <p:nvPr/>
        </p:nvSpPr>
        <p:spPr>
          <a:xfrm xmlns:a="http://schemas.openxmlformats.org/drawingml/2006/main">
            <a:off x="2348743"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8" name="Editable chart path">
            <a:extLst xmlns:a="http://schemas.openxmlformats.org/drawingml/2006/main">
              <a:ext uri="{FF2B5EF4-FFF2-40B4-BE49-F238E27FC236}">
                <a16:creationId xmlns:a16="http://schemas.microsoft.com/office/drawing/2014/main" id="{D9429BA9-E430-4CB2-8915-B62E681258B9}"/>
              </a:ext>
            </a:extLst>
          </p:cNvPr>
          <p:cNvSpPr>
            <a:spLocks xmlns:a="http://schemas.openxmlformats.org/drawingml/2006/main" noGrp="1"/>
          </p:cNvSpPr>
          <p:nvPr/>
        </p:nvSpPr>
        <p:spPr>
          <a:xfrm xmlns:a="http://schemas.openxmlformats.org/drawingml/2006/main">
            <a:off x="2397354"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9" name="Editable chart path">
            <a:extLst xmlns:a="http://schemas.openxmlformats.org/drawingml/2006/main">
              <a:ext uri="{FF2B5EF4-FFF2-40B4-BE49-F238E27FC236}">
                <a16:creationId xmlns:a16="http://schemas.microsoft.com/office/drawing/2014/main" id="{DDAFF239-05C1-4D61-AE76-1E1660397863}"/>
              </a:ext>
            </a:extLst>
          </p:cNvPr>
          <p:cNvSpPr>
            <a:spLocks xmlns:a="http://schemas.openxmlformats.org/drawingml/2006/main" noGrp="1"/>
          </p:cNvSpPr>
          <p:nvPr/>
        </p:nvSpPr>
        <p:spPr>
          <a:xfrm xmlns:a="http://schemas.openxmlformats.org/drawingml/2006/main">
            <a:off x="2445965"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0" name="Editable chart path">
            <a:extLst xmlns:a="http://schemas.openxmlformats.org/drawingml/2006/main">
              <a:ext uri="{FF2B5EF4-FFF2-40B4-BE49-F238E27FC236}">
                <a16:creationId xmlns:a16="http://schemas.microsoft.com/office/drawing/2014/main" id="{2AE34E2D-B1F8-4C56-8A35-84E39F488B39}"/>
              </a:ext>
            </a:extLst>
          </p:cNvPr>
          <p:cNvSpPr>
            <a:spLocks xmlns:a="http://schemas.openxmlformats.org/drawingml/2006/main" noGrp="1"/>
          </p:cNvSpPr>
          <p:nvPr/>
        </p:nvSpPr>
        <p:spPr>
          <a:xfrm xmlns:a="http://schemas.openxmlformats.org/drawingml/2006/main">
            <a:off x="2494576"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1" name="Editable chart path">
            <a:extLst xmlns:a="http://schemas.openxmlformats.org/drawingml/2006/main">
              <a:ext uri="{FF2B5EF4-FFF2-40B4-BE49-F238E27FC236}">
                <a16:creationId xmlns:a16="http://schemas.microsoft.com/office/drawing/2014/main" id="{18BDFF75-FDE2-4A60-95D6-8B300E426D47}"/>
              </a:ext>
            </a:extLst>
          </p:cNvPr>
          <p:cNvSpPr>
            <a:spLocks xmlns:a="http://schemas.openxmlformats.org/drawingml/2006/main" noGrp="1"/>
          </p:cNvSpPr>
          <p:nvPr/>
        </p:nvSpPr>
        <p:spPr>
          <a:xfrm xmlns:a="http://schemas.openxmlformats.org/drawingml/2006/main">
            <a:off x="2543187"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2" name="Editable chart path">
            <a:extLst xmlns:a="http://schemas.openxmlformats.org/drawingml/2006/main">
              <a:ext uri="{FF2B5EF4-FFF2-40B4-BE49-F238E27FC236}">
                <a16:creationId xmlns:a16="http://schemas.microsoft.com/office/drawing/2014/main" id="{33810526-DBD7-4C09-9F31-CEC9FC93C863}"/>
              </a:ext>
            </a:extLst>
          </p:cNvPr>
          <p:cNvSpPr>
            <a:spLocks xmlns:a="http://schemas.openxmlformats.org/drawingml/2006/main" noGrp="1"/>
          </p:cNvSpPr>
          <p:nvPr/>
        </p:nvSpPr>
        <p:spPr>
          <a:xfrm xmlns:a="http://schemas.openxmlformats.org/drawingml/2006/main">
            <a:off x="2591798"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3" name="Editable chart path">
            <a:extLst xmlns:a="http://schemas.openxmlformats.org/drawingml/2006/main">
              <a:ext uri="{FF2B5EF4-FFF2-40B4-BE49-F238E27FC236}">
                <a16:creationId xmlns:a16="http://schemas.microsoft.com/office/drawing/2014/main" id="{0A85C68E-7DC6-424B-ABCE-24CD6157DF4D}"/>
              </a:ext>
            </a:extLst>
          </p:cNvPr>
          <p:cNvSpPr>
            <a:spLocks xmlns:a="http://schemas.openxmlformats.org/drawingml/2006/main" noGrp="1"/>
          </p:cNvSpPr>
          <p:nvPr/>
        </p:nvSpPr>
        <p:spPr>
          <a:xfrm xmlns:a="http://schemas.openxmlformats.org/drawingml/2006/main">
            <a:off x="2640409"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4" name="Editable chart path">
            <a:extLst xmlns:a="http://schemas.openxmlformats.org/drawingml/2006/main">
              <a:ext uri="{FF2B5EF4-FFF2-40B4-BE49-F238E27FC236}">
                <a16:creationId xmlns:a16="http://schemas.microsoft.com/office/drawing/2014/main" id="{DE19D7D6-A7D1-488D-A451-2D2C88A7A36D}"/>
              </a:ext>
            </a:extLst>
          </p:cNvPr>
          <p:cNvSpPr>
            <a:spLocks xmlns:a="http://schemas.openxmlformats.org/drawingml/2006/main" noGrp="1"/>
          </p:cNvSpPr>
          <p:nvPr/>
        </p:nvSpPr>
        <p:spPr>
          <a:xfrm xmlns:a="http://schemas.openxmlformats.org/drawingml/2006/main">
            <a:off x="2689019"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5" name="Editable chart path">
            <a:extLst xmlns:a="http://schemas.openxmlformats.org/drawingml/2006/main">
              <a:ext uri="{FF2B5EF4-FFF2-40B4-BE49-F238E27FC236}">
                <a16:creationId xmlns:a16="http://schemas.microsoft.com/office/drawing/2014/main" id="{AC8EC2F2-2641-4084-90F7-3F3DBCC71525}"/>
              </a:ext>
            </a:extLst>
          </p:cNvPr>
          <p:cNvSpPr>
            <a:spLocks xmlns:a="http://schemas.openxmlformats.org/drawingml/2006/main" noGrp="1"/>
          </p:cNvSpPr>
          <p:nvPr/>
        </p:nvSpPr>
        <p:spPr>
          <a:xfrm xmlns:a="http://schemas.openxmlformats.org/drawingml/2006/main">
            <a:off x="2397354"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6" name="Editable chart path">
            <a:extLst xmlns:a="http://schemas.openxmlformats.org/drawingml/2006/main">
              <a:ext uri="{FF2B5EF4-FFF2-40B4-BE49-F238E27FC236}">
                <a16:creationId xmlns:a16="http://schemas.microsoft.com/office/drawing/2014/main" id="{93AB1D06-8EC0-40B1-B2FC-378ED2E33BF3}"/>
              </a:ext>
            </a:extLst>
          </p:cNvPr>
          <p:cNvSpPr>
            <a:spLocks xmlns:a="http://schemas.openxmlformats.org/drawingml/2006/main" noGrp="1"/>
          </p:cNvSpPr>
          <p:nvPr/>
        </p:nvSpPr>
        <p:spPr>
          <a:xfrm xmlns:a="http://schemas.openxmlformats.org/drawingml/2006/main">
            <a:off x="2445965"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7" name="Editable chart path">
            <a:extLst xmlns:a="http://schemas.openxmlformats.org/drawingml/2006/main">
              <a:ext uri="{FF2B5EF4-FFF2-40B4-BE49-F238E27FC236}">
                <a16:creationId xmlns:a16="http://schemas.microsoft.com/office/drawing/2014/main" id="{31872E52-F613-4F56-9044-363DAD9B8A81}"/>
              </a:ext>
            </a:extLst>
          </p:cNvPr>
          <p:cNvSpPr>
            <a:spLocks xmlns:a="http://schemas.openxmlformats.org/drawingml/2006/main" noGrp="1"/>
          </p:cNvSpPr>
          <p:nvPr/>
        </p:nvSpPr>
        <p:spPr>
          <a:xfrm xmlns:a="http://schemas.openxmlformats.org/drawingml/2006/main">
            <a:off x="2494576"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8" name="Editable chart path">
            <a:extLst xmlns:a="http://schemas.openxmlformats.org/drawingml/2006/main">
              <a:ext uri="{FF2B5EF4-FFF2-40B4-BE49-F238E27FC236}">
                <a16:creationId xmlns:a16="http://schemas.microsoft.com/office/drawing/2014/main" id="{346B7593-4D6A-401F-AD31-E5E55D8BB4FA}"/>
              </a:ext>
            </a:extLst>
          </p:cNvPr>
          <p:cNvSpPr>
            <a:spLocks xmlns:a="http://schemas.openxmlformats.org/drawingml/2006/main" noGrp="1"/>
          </p:cNvSpPr>
          <p:nvPr/>
        </p:nvSpPr>
        <p:spPr>
          <a:xfrm xmlns:a="http://schemas.openxmlformats.org/drawingml/2006/main">
            <a:off x="2543187"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9" name="Editable chart path">
            <a:extLst xmlns:a="http://schemas.openxmlformats.org/drawingml/2006/main">
              <a:ext uri="{FF2B5EF4-FFF2-40B4-BE49-F238E27FC236}">
                <a16:creationId xmlns:a16="http://schemas.microsoft.com/office/drawing/2014/main" id="{9A01F11A-AF42-47EC-AFA1-F14EAB88801B}"/>
              </a:ext>
            </a:extLst>
          </p:cNvPr>
          <p:cNvSpPr>
            <a:spLocks xmlns:a="http://schemas.openxmlformats.org/drawingml/2006/main" noGrp="1"/>
          </p:cNvSpPr>
          <p:nvPr/>
        </p:nvSpPr>
        <p:spPr>
          <a:xfrm xmlns:a="http://schemas.openxmlformats.org/drawingml/2006/main">
            <a:off x="2640409"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0" name="Editable chart path">
            <a:extLst xmlns:a="http://schemas.openxmlformats.org/drawingml/2006/main">
              <a:ext uri="{FF2B5EF4-FFF2-40B4-BE49-F238E27FC236}">
                <a16:creationId xmlns:a16="http://schemas.microsoft.com/office/drawing/2014/main" id="{098D352B-DC9B-4B4B-A8B4-A5FDF25CB1C9}"/>
              </a:ext>
            </a:extLst>
          </p:cNvPr>
          <p:cNvSpPr>
            <a:spLocks xmlns:a="http://schemas.openxmlformats.org/drawingml/2006/main" noGrp="1"/>
          </p:cNvSpPr>
          <p:nvPr/>
        </p:nvSpPr>
        <p:spPr>
          <a:xfrm xmlns:a="http://schemas.openxmlformats.org/drawingml/2006/main">
            <a:off x="341818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9D7"/>
          </a:solidFill>
          <a:ln xmlns:a="http://schemas.openxmlformats.org/drawingml/2006/main" w="2205">
            <a:solidFill>
              <a:srgbClr val="FBFCFE"/>
            </a:solidFill>
            <a:prstDash val="solid"/>
          </a:ln>
        </p:spPr>
      </p:sp>
      <p:sp>
        <p:nvSpPr>
          <p:cNvPr id="811" name="Editable chart path">
            <a:extLst xmlns:a="http://schemas.openxmlformats.org/drawingml/2006/main">
              <a:ext uri="{FF2B5EF4-FFF2-40B4-BE49-F238E27FC236}">
                <a16:creationId xmlns:a16="http://schemas.microsoft.com/office/drawing/2014/main" id="{72102631-2911-41F0-A369-B3F30A623098}"/>
              </a:ext>
            </a:extLst>
          </p:cNvPr>
          <p:cNvSpPr>
            <a:spLocks xmlns:a="http://schemas.openxmlformats.org/drawingml/2006/main" noGrp="1"/>
          </p:cNvSpPr>
          <p:nvPr/>
        </p:nvSpPr>
        <p:spPr>
          <a:xfrm xmlns:a="http://schemas.openxmlformats.org/drawingml/2006/main">
            <a:off x="341818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7B3"/>
          </a:solidFill>
          <a:ln xmlns:a="http://schemas.openxmlformats.org/drawingml/2006/main" w="2205">
            <a:solidFill>
              <a:srgbClr val="FBFCFE"/>
            </a:solidFill>
            <a:prstDash val="solid"/>
          </a:ln>
        </p:spPr>
      </p:sp>
      <p:sp>
        <p:nvSpPr>
          <p:cNvPr id="812" name="Editable chart path">
            <a:extLst xmlns:a="http://schemas.openxmlformats.org/drawingml/2006/main">
              <a:ext uri="{FF2B5EF4-FFF2-40B4-BE49-F238E27FC236}">
                <a16:creationId xmlns:a16="http://schemas.microsoft.com/office/drawing/2014/main" id="{9F1440B0-3B61-4FBC-B879-6219D75AB616}"/>
              </a:ext>
            </a:extLst>
          </p:cNvPr>
          <p:cNvSpPr>
            <a:spLocks xmlns:a="http://schemas.openxmlformats.org/drawingml/2006/main" noGrp="1"/>
          </p:cNvSpPr>
          <p:nvPr/>
        </p:nvSpPr>
        <p:spPr>
          <a:xfrm xmlns:a="http://schemas.openxmlformats.org/drawingml/2006/main">
            <a:off x="268901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CF736C"/>
          </a:solidFill>
          <a:ln xmlns:a="http://schemas.openxmlformats.org/drawingml/2006/main" w="2205">
            <a:solidFill>
              <a:srgbClr val="FBFCFE"/>
            </a:solidFill>
            <a:prstDash val="solid"/>
          </a:ln>
        </p:spPr>
      </p:sp>
      <p:sp>
        <p:nvSpPr>
          <p:cNvPr id="813" name="Editable chart path">
            <a:extLst xmlns:a="http://schemas.openxmlformats.org/drawingml/2006/main">
              <a:ext uri="{FF2B5EF4-FFF2-40B4-BE49-F238E27FC236}">
                <a16:creationId xmlns:a16="http://schemas.microsoft.com/office/drawing/2014/main" id="{35966910-F7EB-4E4E-9C67-4A8EB7ABFCB8}"/>
              </a:ext>
            </a:extLst>
          </p:cNvPr>
          <p:cNvSpPr>
            <a:spLocks xmlns:a="http://schemas.openxmlformats.org/drawingml/2006/main" noGrp="1"/>
          </p:cNvSpPr>
          <p:nvPr/>
        </p:nvSpPr>
        <p:spPr>
          <a:xfrm xmlns:a="http://schemas.openxmlformats.org/drawingml/2006/main">
            <a:off x="2737630"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C75951"/>
          </a:solidFill>
          <a:ln xmlns:a="http://schemas.openxmlformats.org/drawingml/2006/main" w="2205">
            <a:solidFill>
              <a:srgbClr val="FBFCFE"/>
            </a:solidFill>
            <a:prstDash val="solid"/>
          </a:ln>
        </p:spPr>
      </p:sp>
      <p:sp>
        <p:nvSpPr>
          <p:cNvPr id="814" name="Editable chart path">
            <a:extLst xmlns:a="http://schemas.openxmlformats.org/drawingml/2006/main">
              <a:ext uri="{FF2B5EF4-FFF2-40B4-BE49-F238E27FC236}">
                <a16:creationId xmlns:a16="http://schemas.microsoft.com/office/drawing/2014/main" id="{276C8DD0-3A39-46A1-B9F4-169C290FF8A7}"/>
              </a:ext>
            </a:extLst>
          </p:cNvPr>
          <p:cNvSpPr>
            <a:spLocks xmlns:a="http://schemas.openxmlformats.org/drawingml/2006/main" noGrp="1"/>
          </p:cNvSpPr>
          <p:nvPr/>
        </p:nvSpPr>
        <p:spPr>
          <a:xfrm xmlns:a="http://schemas.openxmlformats.org/drawingml/2006/main">
            <a:off x="264040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C96059"/>
          </a:solidFill>
          <a:ln xmlns:a="http://schemas.openxmlformats.org/drawingml/2006/main" w="2205">
            <a:solidFill>
              <a:srgbClr val="FBFCFE"/>
            </a:solidFill>
            <a:prstDash val="solid"/>
          </a:ln>
        </p:spPr>
      </p:sp>
      <p:sp>
        <p:nvSpPr>
          <p:cNvPr id="815" name="Editable chart path">
            <a:extLst xmlns:a="http://schemas.openxmlformats.org/drawingml/2006/main">
              <a:ext uri="{FF2B5EF4-FFF2-40B4-BE49-F238E27FC236}">
                <a16:creationId xmlns:a16="http://schemas.microsoft.com/office/drawing/2014/main" id="{49DCB6D8-E595-4CEC-8716-AFC5A0BFEB3E}"/>
              </a:ext>
            </a:extLst>
          </p:cNvPr>
          <p:cNvSpPr>
            <a:spLocks xmlns:a="http://schemas.openxmlformats.org/drawingml/2006/main" noGrp="1"/>
          </p:cNvSpPr>
          <p:nvPr/>
        </p:nvSpPr>
        <p:spPr>
          <a:xfrm xmlns:a="http://schemas.openxmlformats.org/drawingml/2006/main">
            <a:off x="2737630"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E9C97"/>
          </a:solidFill>
          <a:ln xmlns:a="http://schemas.openxmlformats.org/drawingml/2006/main" w="2205">
            <a:solidFill>
              <a:srgbClr val="FBFCFE"/>
            </a:solidFill>
            <a:prstDash val="solid"/>
          </a:ln>
        </p:spPr>
      </p:sp>
      <p:sp>
        <p:nvSpPr>
          <p:cNvPr id="816" name="Editable chart path">
            <a:extLst xmlns:a="http://schemas.openxmlformats.org/drawingml/2006/main">
              <a:ext uri="{FF2B5EF4-FFF2-40B4-BE49-F238E27FC236}">
                <a16:creationId xmlns:a16="http://schemas.microsoft.com/office/drawing/2014/main" id="{F68C2F32-5BE9-48C6-865F-2AA76A416DBD}"/>
              </a:ext>
            </a:extLst>
          </p:cNvPr>
          <p:cNvSpPr>
            <a:spLocks xmlns:a="http://schemas.openxmlformats.org/drawingml/2006/main" noGrp="1"/>
          </p:cNvSpPr>
          <p:nvPr/>
        </p:nvSpPr>
        <p:spPr>
          <a:xfrm xmlns:a="http://schemas.openxmlformats.org/drawingml/2006/main">
            <a:off x="268901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A928D"/>
          </a:solidFill>
          <a:ln xmlns:a="http://schemas.openxmlformats.org/drawingml/2006/main" w="2205">
            <a:solidFill>
              <a:srgbClr val="FBFCFE"/>
            </a:solidFill>
            <a:prstDash val="solid"/>
          </a:ln>
        </p:spPr>
      </p:sp>
      <p:sp>
        <p:nvSpPr>
          <p:cNvPr id="817" name="Editable chart path">
            <a:extLst xmlns:a="http://schemas.openxmlformats.org/drawingml/2006/main">
              <a:ext uri="{FF2B5EF4-FFF2-40B4-BE49-F238E27FC236}">
                <a16:creationId xmlns:a16="http://schemas.microsoft.com/office/drawing/2014/main" id="{DFF8C112-C0CF-441D-AEEF-3C84A2C8E817}"/>
              </a:ext>
            </a:extLst>
          </p:cNvPr>
          <p:cNvSpPr>
            <a:spLocks xmlns:a="http://schemas.openxmlformats.org/drawingml/2006/main" noGrp="1"/>
          </p:cNvSpPr>
          <p:nvPr/>
        </p:nvSpPr>
        <p:spPr>
          <a:xfrm xmlns:a="http://schemas.openxmlformats.org/drawingml/2006/main">
            <a:off x="2737630"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E9C97"/>
          </a:solidFill>
          <a:ln xmlns:a="http://schemas.openxmlformats.org/drawingml/2006/main" w="2205">
            <a:solidFill>
              <a:srgbClr val="FBFCFE"/>
            </a:solidFill>
            <a:prstDash val="solid"/>
          </a:ln>
        </p:spPr>
      </p:sp>
      <p:sp>
        <p:nvSpPr>
          <p:cNvPr id="818" name="Editable chart path">
            <a:extLst xmlns:a="http://schemas.openxmlformats.org/drawingml/2006/main">
              <a:ext uri="{FF2B5EF4-FFF2-40B4-BE49-F238E27FC236}">
                <a16:creationId xmlns:a16="http://schemas.microsoft.com/office/drawing/2014/main" id="{00F0D27D-259D-4DEE-83A4-F2B12D2B73A3}"/>
              </a:ext>
            </a:extLst>
          </p:cNvPr>
          <p:cNvSpPr>
            <a:spLocks xmlns:a="http://schemas.openxmlformats.org/drawingml/2006/main" noGrp="1"/>
          </p:cNvSpPr>
          <p:nvPr/>
        </p:nvSpPr>
        <p:spPr>
          <a:xfrm xmlns:a="http://schemas.openxmlformats.org/drawingml/2006/main">
            <a:off x="2689019"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78883"/>
          </a:solidFill>
          <a:ln xmlns:a="http://schemas.openxmlformats.org/drawingml/2006/main" w="2205">
            <a:solidFill>
              <a:srgbClr val="FBFCFE"/>
            </a:solidFill>
            <a:prstDash val="solid"/>
          </a:ln>
        </p:spPr>
      </p:sp>
      <p:sp>
        <p:nvSpPr>
          <p:cNvPr id="819" name="Editable chart path">
            <a:extLst xmlns:a="http://schemas.openxmlformats.org/drawingml/2006/main">
              <a:ext uri="{FF2B5EF4-FFF2-40B4-BE49-F238E27FC236}">
                <a16:creationId xmlns:a16="http://schemas.microsoft.com/office/drawing/2014/main" id="{D5D96083-9ED0-4A04-9732-18415F065C70}"/>
              </a:ext>
            </a:extLst>
          </p:cNvPr>
          <p:cNvSpPr>
            <a:spLocks xmlns:a="http://schemas.openxmlformats.org/drawingml/2006/main" noGrp="1"/>
          </p:cNvSpPr>
          <p:nvPr/>
        </p:nvSpPr>
        <p:spPr>
          <a:xfrm xmlns:a="http://schemas.openxmlformats.org/drawingml/2006/main">
            <a:off x="264040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E9C97"/>
          </a:solidFill>
          <a:ln xmlns:a="http://schemas.openxmlformats.org/drawingml/2006/main" w="2205">
            <a:solidFill>
              <a:srgbClr val="FBFCFE"/>
            </a:solidFill>
            <a:prstDash val="solid"/>
          </a:ln>
        </p:spPr>
      </p:sp>
      <p:sp>
        <p:nvSpPr>
          <p:cNvPr id="820" name="Editable chart path">
            <a:extLst xmlns:a="http://schemas.openxmlformats.org/drawingml/2006/main">
              <a:ext uri="{FF2B5EF4-FFF2-40B4-BE49-F238E27FC236}">
                <a16:creationId xmlns:a16="http://schemas.microsoft.com/office/drawing/2014/main" id="{6443DC91-CCBF-4B2A-B25F-9203CED8A875}"/>
              </a:ext>
            </a:extLst>
          </p:cNvPr>
          <p:cNvSpPr>
            <a:spLocks xmlns:a="http://schemas.openxmlformats.org/drawingml/2006/main" noGrp="1"/>
          </p:cNvSpPr>
          <p:nvPr/>
        </p:nvSpPr>
        <p:spPr>
          <a:xfrm xmlns:a="http://schemas.openxmlformats.org/drawingml/2006/main">
            <a:off x="268901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C9893"/>
          </a:solidFill>
          <a:ln xmlns:a="http://schemas.openxmlformats.org/drawingml/2006/main" w="2205">
            <a:solidFill>
              <a:srgbClr val="FBFCFE"/>
            </a:solidFill>
            <a:prstDash val="solid"/>
          </a:ln>
        </p:spPr>
      </p:sp>
      <p:sp>
        <p:nvSpPr>
          <p:cNvPr id="821" name="Editable chart path">
            <a:extLst xmlns:a="http://schemas.openxmlformats.org/drawingml/2006/main">
              <a:ext uri="{FF2B5EF4-FFF2-40B4-BE49-F238E27FC236}">
                <a16:creationId xmlns:a16="http://schemas.microsoft.com/office/drawing/2014/main" id="{C9F36047-057D-45F5-8F91-8A9DB94BDC53}"/>
              </a:ext>
            </a:extLst>
          </p:cNvPr>
          <p:cNvSpPr>
            <a:spLocks xmlns:a="http://schemas.openxmlformats.org/drawingml/2006/main" noGrp="1"/>
          </p:cNvSpPr>
          <p:nvPr/>
        </p:nvSpPr>
        <p:spPr>
          <a:xfrm xmlns:a="http://schemas.openxmlformats.org/drawingml/2006/main">
            <a:off x="2397354"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5B1AD"/>
          </a:solidFill>
          <a:ln xmlns:a="http://schemas.openxmlformats.org/drawingml/2006/main" w="2205">
            <a:solidFill>
              <a:srgbClr val="FBFCFE"/>
            </a:solidFill>
            <a:prstDash val="solid"/>
          </a:ln>
        </p:spPr>
      </p:sp>
      <p:sp>
        <p:nvSpPr>
          <p:cNvPr id="822" name="Editable chart path">
            <a:extLst xmlns:a="http://schemas.openxmlformats.org/drawingml/2006/main">
              <a:ext uri="{FF2B5EF4-FFF2-40B4-BE49-F238E27FC236}">
                <a16:creationId xmlns:a16="http://schemas.microsoft.com/office/drawing/2014/main" id="{28DCE673-B178-493B-83C2-6E63E32EA78A}"/>
              </a:ext>
            </a:extLst>
          </p:cNvPr>
          <p:cNvSpPr>
            <a:spLocks xmlns:a="http://schemas.openxmlformats.org/drawingml/2006/main" noGrp="1"/>
          </p:cNvSpPr>
          <p:nvPr/>
        </p:nvSpPr>
        <p:spPr>
          <a:xfrm xmlns:a="http://schemas.openxmlformats.org/drawingml/2006/main">
            <a:off x="2251521"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CC6A62"/>
          </a:solidFill>
          <a:ln xmlns:a="http://schemas.openxmlformats.org/drawingml/2006/main" w="2205">
            <a:solidFill>
              <a:srgbClr val="FBFCFE"/>
            </a:solidFill>
            <a:prstDash val="solid"/>
          </a:ln>
        </p:spPr>
      </p:sp>
      <p:sp>
        <p:nvSpPr>
          <p:cNvPr id="823" name="Editable chart path">
            <a:extLst xmlns:a="http://schemas.openxmlformats.org/drawingml/2006/main">
              <a:ext uri="{FF2B5EF4-FFF2-40B4-BE49-F238E27FC236}">
                <a16:creationId xmlns:a16="http://schemas.microsoft.com/office/drawing/2014/main" id="{C9E2E311-40A9-4962-9541-4E70D235DEB4}"/>
              </a:ext>
            </a:extLst>
          </p:cNvPr>
          <p:cNvSpPr>
            <a:spLocks xmlns:a="http://schemas.openxmlformats.org/drawingml/2006/main" noGrp="1"/>
          </p:cNvSpPr>
          <p:nvPr/>
        </p:nvSpPr>
        <p:spPr>
          <a:xfrm xmlns:a="http://schemas.openxmlformats.org/drawingml/2006/main">
            <a:off x="2640409"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2AAA6"/>
          </a:solidFill>
          <a:ln xmlns:a="http://schemas.openxmlformats.org/drawingml/2006/main" w="2205">
            <a:solidFill>
              <a:srgbClr val="FBFCFE"/>
            </a:solidFill>
            <a:prstDash val="solid"/>
          </a:ln>
        </p:spPr>
      </p:sp>
      <p:sp>
        <p:nvSpPr>
          <p:cNvPr id="824" name="Editable chart path">
            <a:extLst xmlns:a="http://schemas.openxmlformats.org/drawingml/2006/main">
              <a:ext uri="{FF2B5EF4-FFF2-40B4-BE49-F238E27FC236}">
                <a16:creationId xmlns:a16="http://schemas.microsoft.com/office/drawing/2014/main" id="{A9306094-F2F8-497F-AA2B-5DD6EE3C20F0}"/>
              </a:ext>
            </a:extLst>
          </p:cNvPr>
          <p:cNvSpPr>
            <a:spLocks xmlns:a="http://schemas.openxmlformats.org/drawingml/2006/main" noGrp="1"/>
          </p:cNvSpPr>
          <p:nvPr/>
        </p:nvSpPr>
        <p:spPr>
          <a:xfrm xmlns:a="http://schemas.openxmlformats.org/drawingml/2006/main">
            <a:off x="2591798"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AB6"/>
          </a:solidFill>
          <a:ln xmlns:a="http://schemas.openxmlformats.org/drawingml/2006/main" w="2205">
            <a:solidFill>
              <a:srgbClr val="FBFCFE"/>
            </a:solidFill>
            <a:prstDash val="solid"/>
          </a:ln>
        </p:spPr>
      </p:sp>
      <p:sp>
        <p:nvSpPr>
          <p:cNvPr id="825" name="Editable chart path">
            <a:extLst xmlns:a="http://schemas.openxmlformats.org/drawingml/2006/main">
              <a:ext uri="{FF2B5EF4-FFF2-40B4-BE49-F238E27FC236}">
                <a16:creationId xmlns:a16="http://schemas.microsoft.com/office/drawing/2014/main" id="{4F88FADB-0884-4848-95C6-6AF19F153E44}"/>
              </a:ext>
            </a:extLst>
          </p:cNvPr>
          <p:cNvSpPr>
            <a:spLocks xmlns:a="http://schemas.openxmlformats.org/drawingml/2006/main" noGrp="1"/>
          </p:cNvSpPr>
          <p:nvPr/>
        </p:nvSpPr>
        <p:spPr>
          <a:xfrm xmlns:a="http://schemas.openxmlformats.org/drawingml/2006/main">
            <a:off x="298068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5B3AF"/>
          </a:solidFill>
          <a:ln xmlns:a="http://schemas.openxmlformats.org/drawingml/2006/main" w="2205">
            <a:solidFill>
              <a:srgbClr val="FBFCFE"/>
            </a:solidFill>
            <a:prstDash val="solid"/>
          </a:ln>
        </p:spPr>
      </p:sp>
      <p:sp>
        <p:nvSpPr>
          <p:cNvPr id="826" name="Editable chart path">
            <a:extLst xmlns:a="http://schemas.openxmlformats.org/drawingml/2006/main">
              <a:ext uri="{FF2B5EF4-FFF2-40B4-BE49-F238E27FC236}">
                <a16:creationId xmlns:a16="http://schemas.microsoft.com/office/drawing/2014/main" id="{F00F2E96-99D4-409D-A015-2920F974C1EC}"/>
              </a:ext>
            </a:extLst>
          </p:cNvPr>
          <p:cNvSpPr>
            <a:spLocks xmlns:a="http://schemas.openxmlformats.org/drawingml/2006/main" noGrp="1"/>
          </p:cNvSpPr>
          <p:nvPr/>
        </p:nvSpPr>
        <p:spPr>
          <a:xfrm xmlns:a="http://schemas.openxmlformats.org/drawingml/2006/main">
            <a:off x="293207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4B0AC"/>
          </a:solidFill>
          <a:ln xmlns:a="http://schemas.openxmlformats.org/drawingml/2006/main" w="2205">
            <a:solidFill>
              <a:srgbClr val="FBFCFE"/>
            </a:solidFill>
            <a:prstDash val="solid"/>
          </a:ln>
        </p:spPr>
      </p:sp>
      <p:sp>
        <p:nvSpPr>
          <p:cNvPr id="827" name="Editable chart path">
            <a:extLst xmlns:a="http://schemas.openxmlformats.org/drawingml/2006/main">
              <a:ext uri="{FF2B5EF4-FFF2-40B4-BE49-F238E27FC236}">
                <a16:creationId xmlns:a16="http://schemas.microsoft.com/office/drawing/2014/main" id="{0B9580A0-6242-4125-9495-F82F5EB14DA8}"/>
              </a:ext>
            </a:extLst>
          </p:cNvPr>
          <p:cNvSpPr>
            <a:spLocks xmlns:a="http://schemas.openxmlformats.org/drawingml/2006/main" noGrp="1"/>
          </p:cNvSpPr>
          <p:nvPr/>
        </p:nvSpPr>
        <p:spPr>
          <a:xfrm xmlns:a="http://schemas.openxmlformats.org/drawingml/2006/main">
            <a:off x="2737630"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E9C97"/>
          </a:solidFill>
          <a:ln xmlns:a="http://schemas.openxmlformats.org/drawingml/2006/main" w="2205">
            <a:solidFill>
              <a:srgbClr val="FBFCFE"/>
            </a:solidFill>
            <a:prstDash val="solid"/>
          </a:ln>
        </p:spPr>
      </p:sp>
      <p:sp>
        <p:nvSpPr>
          <p:cNvPr id="828" name="Editable chart path">
            <a:extLst xmlns:a="http://schemas.openxmlformats.org/drawingml/2006/main">
              <a:ext uri="{FF2B5EF4-FFF2-40B4-BE49-F238E27FC236}">
                <a16:creationId xmlns:a16="http://schemas.microsoft.com/office/drawing/2014/main" id="{5DEAF643-74D0-41C9-9121-0DEA1EFB1F6E}"/>
              </a:ext>
            </a:extLst>
          </p:cNvPr>
          <p:cNvSpPr>
            <a:spLocks xmlns:a="http://schemas.openxmlformats.org/drawingml/2006/main" noGrp="1"/>
          </p:cNvSpPr>
          <p:nvPr/>
        </p:nvSpPr>
        <p:spPr>
          <a:xfrm xmlns:a="http://schemas.openxmlformats.org/drawingml/2006/main">
            <a:off x="264040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1A6A2"/>
          </a:solidFill>
          <a:ln xmlns:a="http://schemas.openxmlformats.org/drawingml/2006/main" w="2205">
            <a:solidFill>
              <a:srgbClr val="FBFCFE"/>
            </a:solidFill>
            <a:prstDash val="solid"/>
          </a:ln>
        </p:spPr>
      </p:sp>
      <p:sp>
        <p:nvSpPr>
          <p:cNvPr id="829" name="Editable chart path">
            <a:extLst xmlns:a="http://schemas.openxmlformats.org/drawingml/2006/main">
              <a:ext uri="{FF2B5EF4-FFF2-40B4-BE49-F238E27FC236}">
                <a16:creationId xmlns:a16="http://schemas.microsoft.com/office/drawing/2014/main" id="{391B66BA-938F-4C0A-82AF-C4B6D87524B3}"/>
              </a:ext>
            </a:extLst>
          </p:cNvPr>
          <p:cNvSpPr>
            <a:spLocks xmlns:a="http://schemas.openxmlformats.org/drawingml/2006/main" noGrp="1"/>
          </p:cNvSpPr>
          <p:nvPr/>
        </p:nvSpPr>
        <p:spPr>
          <a:xfrm xmlns:a="http://schemas.openxmlformats.org/drawingml/2006/main">
            <a:off x="298068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C9691"/>
          </a:solidFill>
          <a:ln xmlns:a="http://schemas.openxmlformats.org/drawingml/2006/main" w="2205">
            <a:solidFill>
              <a:srgbClr val="FBFCFE"/>
            </a:solidFill>
            <a:prstDash val="solid"/>
          </a:ln>
        </p:spPr>
      </p:sp>
      <p:sp>
        <p:nvSpPr>
          <p:cNvPr id="830" name="Editable chart path">
            <a:extLst xmlns:a="http://schemas.openxmlformats.org/drawingml/2006/main">
              <a:ext uri="{FF2B5EF4-FFF2-40B4-BE49-F238E27FC236}">
                <a16:creationId xmlns:a16="http://schemas.microsoft.com/office/drawing/2014/main" id="{1D7E5508-9FE7-4E54-A959-E4D9CADEE813}"/>
              </a:ext>
            </a:extLst>
          </p:cNvPr>
          <p:cNvSpPr>
            <a:spLocks xmlns:a="http://schemas.openxmlformats.org/drawingml/2006/main" noGrp="1"/>
          </p:cNvSpPr>
          <p:nvPr/>
        </p:nvSpPr>
        <p:spPr>
          <a:xfrm xmlns:a="http://schemas.openxmlformats.org/drawingml/2006/main">
            <a:off x="293207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1A5A1"/>
          </a:solidFill>
          <a:ln xmlns:a="http://schemas.openxmlformats.org/drawingml/2006/main" w="2205">
            <a:solidFill>
              <a:srgbClr val="FBFCFE"/>
            </a:solidFill>
            <a:prstDash val="solid"/>
          </a:ln>
        </p:spPr>
      </p:sp>
      <p:sp>
        <p:nvSpPr>
          <p:cNvPr id="831" name="Editable chart path">
            <a:extLst xmlns:a="http://schemas.openxmlformats.org/drawingml/2006/main">
              <a:ext uri="{FF2B5EF4-FFF2-40B4-BE49-F238E27FC236}">
                <a16:creationId xmlns:a16="http://schemas.microsoft.com/office/drawing/2014/main" id="{2534B5E9-9D0A-411E-9A41-538B140B9855}"/>
              </a:ext>
            </a:extLst>
          </p:cNvPr>
          <p:cNvSpPr>
            <a:spLocks xmlns:a="http://schemas.openxmlformats.org/drawingml/2006/main" noGrp="1"/>
          </p:cNvSpPr>
          <p:nvPr/>
        </p:nvSpPr>
        <p:spPr>
          <a:xfrm xmlns:a="http://schemas.openxmlformats.org/drawingml/2006/main">
            <a:off x="327235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4B0AC"/>
          </a:solidFill>
          <a:ln xmlns:a="http://schemas.openxmlformats.org/drawingml/2006/main" w="2205">
            <a:solidFill>
              <a:srgbClr val="FBFCFE"/>
            </a:solidFill>
            <a:prstDash val="solid"/>
          </a:ln>
        </p:spPr>
      </p:sp>
      <p:sp>
        <p:nvSpPr>
          <p:cNvPr id="832" name="Editable chart path">
            <a:extLst xmlns:a="http://schemas.openxmlformats.org/drawingml/2006/main">
              <a:ext uri="{FF2B5EF4-FFF2-40B4-BE49-F238E27FC236}">
                <a16:creationId xmlns:a16="http://schemas.microsoft.com/office/drawing/2014/main" id="{0088DA95-2575-4667-9E54-4CC041CA9327}"/>
              </a:ext>
            </a:extLst>
          </p:cNvPr>
          <p:cNvSpPr>
            <a:spLocks xmlns:a="http://schemas.openxmlformats.org/drawingml/2006/main" noGrp="1"/>
          </p:cNvSpPr>
          <p:nvPr/>
        </p:nvSpPr>
        <p:spPr>
          <a:xfrm xmlns:a="http://schemas.openxmlformats.org/drawingml/2006/main">
            <a:off x="2591798"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CB655D"/>
          </a:solidFill>
          <a:ln xmlns:a="http://schemas.openxmlformats.org/drawingml/2006/main" w="2205">
            <a:solidFill>
              <a:srgbClr val="FBFCFE"/>
            </a:solidFill>
            <a:prstDash val="solid"/>
          </a:ln>
        </p:spPr>
      </p:sp>
      <p:sp>
        <p:nvSpPr>
          <p:cNvPr id="833" name="Editable chart path">
            <a:extLst xmlns:a="http://schemas.openxmlformats.org/drawingml/2006/main">
              <a:ext uri="{FF2B5EF4-FFF2-40B4-BE49-F238E27FC236}">
                <a16:creationId xmlns:a16="http://schemas.microsoft.com/office/drawing/2014/main" id="{912BD761-F311-420D-81EE-9D8B57539A8A}"/>
              </a:ext>
            </a:extLst>
          </p:cNvPr>
          <p:cNvSpPr>
            <a:spLocks xmlns:a="http://schemas.openxmlformats.org/drawingml/2006/main" noGrp="1"/>
          </p:cNvSpPr>
          <p:nvPr/>
        </p:nvSpPr>
        <p:spPr>
          <a:xfrm xmlns:a="http://schemas.openxmlformats.org/drawingml/2006/main">
            <a:off x="2591798"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1A7A3"/>
          </a:solidFill>
          <a:ln xmlns:a="http://schemas.openxmlformats.org/drawingml/2006/main" w="2205">
            <a:solidFill>
              <a:srgbClr val="FBFCFE"/>
            </a:solidFill>
            <a:prstDash val="solid"/>
          </a:ln>
        </p:spPr>
      </p:sp>
      <p:sp>
        <p:nvSpPr>
          <p:cNvPr id="834" name="Editable chart path">
            <a:extLst xmlns:a="http://schemas.openxmlformats.org/drawingml/2006/main">
              <a:ext uri="{FF2B5EF4-FFF2-40B4-BE49-F238E27FC236}">
                <a16:creationId xmlns:a16="http://schemas.microsoft.com/office/drawing/2014/main" id="{BAE4AA48-D35E-4406-ACE1-AAB9E25A73CF}"/>
              </a:ext>
            </a:extLst>
          </p:cNvPr>
          <p:cNvSpPr>
            <a:spLocks xmlns:a="http://schemas.openxmlformats.org/drawingml/2006/main" noGrp="1"/>
          </p:cNvSpPr>
          <p:nvPr/>
        </p:nvSpPr>
        <p:spPr>
          <a:xfrm xmlns:a="http://schemas.openxmlformats.org/drawingml/2006/main">
            <a:off x="278624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2A9A5"/>
          </a:solidFill>
          <a:ln xmlns:a="http://schemas.openxmlformats.org/drawingml/2006/main" w="2205">
            <a:solidFill>
              <a:srgbClr val="FBFCFE"/>
            </a:solidFill>
            <a:prstDash val="solid"/>
          </a:ln>
        </p:spPr>
      </p:sp>
      <p:sp>
        <p:nvSpPr>
          <p:cNvPr id="835" name="Editable chart path">
            <a:extLst xmlns:a="http://schemas.openxmlformats.org/drawingml/2006/main">
              <a:ext uri="{FF2B5EF4-FFF2-40B4-BE49-F238E27FC236}">
                <a16:creationId xmlns:a16="http://schemas.microsoft.com/office/drawing/2014/main" id="{867AEDDA-9528-424F-B6AB-77FDFEADF627}"/>
              </a:ext>
            </a:extLst>
          </p:cNvPr>
          <p:cNvSpPr>
            <a:spLocks xmlns:a="http://schemas.openxmlformats.org/drawingml/2006/main" noGrp="1"/>
          </p:cNvSpPr>
          <p:nvPr/>
        </p:nvSpPr>
        <p:spPr>
          <a:xfrm xmlns:a="http://schemas.openxmlformats.org/drawingml/2006/main">
            <a:off x="283485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FA29D"/>
          </a:solidFill>
          <a:ln xmlns:a="http://schemas.openxmlformats.org/drawingml/2006/main" w="2205">
            <a:solidFill>
              <a:srgbClr val="FBFCFE"/>
            </a:solidFill>
            <a:prstDash val="solid"/>
          </a:ln>
        </p:spPr>
      </p:sp>
      <p:sp>
        <p:nvSpPr>
          <p:cNvPr id="836" name="Editable chart path">
            <a:extLst xmlns:a="http://schemas.openxmlformats.org/drawingml/2006/main">
              <a:ext uri="{FF2B5EF4-FFF2-40B4-BE49-F238E27FC236}">
                <a16:creationId xmlns:a16="http://schemas.microsoft.com/office/drawing/2014/main" id="{17CABCA7-C827-41F7-B4F4-E533CA7964A4}"/>
              </a:ext>
            </a:extLst>
          </p:cNvPr>
          <p:cNvSpPr>
            <a:spLocks xmlns:a="http://schemas.openxmlformats.org/drawingml/2006/main" noGrp="1"/>
          </p:cNvSpPr>
          <p:nvPr/>
        </p:nvSpPr>
        <p:spPr>
          <a:xfrm xmlns:a="http://schemas.openxmlformats.org/drawingml/2006/main">
            <a:off x="2300132"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5B3AF"/>
          </a:solidFill>
          <a:ln xmlns:a="http://schemas.openxmlformats.org/drawingml/2006/main" w="2205">
            <a:solidFill>
              <a:srgbClr val="FBFCFE"/>
            </a:solidFill>
            <a:prstDash val="solid"/>
          </a:ln>
        </p:spPr>
      </p:sp>
      <p:sp>
        <p:nvSpPr>
          <p:cNvPr id="837" name="Editable chart path">
            <a:extLst xmlns:a="http://schemas.openxmlformats.org/drawingml/2006/main">
              <a:ext uri="{FF2B5EF4-FFF2-40B4-BE49-F238E27FC236}">
                <a16:creationId xmlns:a16="http://schemas.microsoft.com/office/drawing/2014/main" id="{DBBF678E-1902-46D0-A958-C4D0D33BF235}"/>
              </a:ext>
            </a:extLst>
          </p:cNvPr>
          <p:cNvSpPr>
            <a:spLocks xmlns:a="http://schemas.openxmlformats.org/drawingml/2006/main" noGrp="1"/>
          </p:cNvSpPr>
          <p:nvPr/>
        </p:nvSpPr>
        <p:spPr>
          <a:xfrm xmlns:a="http://schemas.openxmlformats.org/drawingml/2006/main">
            <a:off x="210568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D9994"/>
          </a:solidFill>
          <a:ln xmlns:a="http://schemas.openxmlformats.org/drawingml/2006/main" w="2205">
            <a:solidFill>
              <a:srgbClr val="FBFCFE"/>
            </a:solidFill>
            <a:prstDash val="solid"/>
          </a:ln>
        </p:spPr>
      </p:sp>
      <p:sp>
        <p:nvSpPr>
          <p:cNvPr id="838" name="Editable chart path">
            <a:extLst xmlns:a="http://schemas.openxmlformats.org/drawingml/2006/main">
              <a:ext uri="{FF2B5EF4-FFF2-40B4-BE49-F238E27FC236}">
                <a16:creationId xmlns:a16="http://schemas.microsoft.com/office/drawing/2014/main" id="{D31AD9D4-9DE9-408D-9CF0-4A2C2875FF0A}"/>
              </a:ext>
            </a:extLst>
          </p:cNvPr>
          <p:cNvSpPr>
            <a:spLocks xmlns:a="http://schemas.openxmlformats.org/drawingml/2006/main" noGrp="1"/>
          </p:cNvSpPr>
          <p:nvPr/>
        </p:nvSpPr>
        <p:spPr>
          <a:xfrm xmlns:a="http://schemas.openxmlformats.org/drawingml/2006/main">
            <a:off x="2883463"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5B3AF"/>
          </a:solidFill>
          <a:ln xmlns:a="http://schemas.openxmlformats.org/drawingml/2006/main" w="2205">
            <a:solidFill>
              <a:srgbClr val="FBFCFE"/>
            </a:solidFill>
            <a:prstDash val="solid"/>
          </a:ln>
        </p:spPr>
      </p:sp>
      <p:sp>
        <p:nvSpPr>
          <p:cNvPr id="839" name="Editable chart path">
            <a:extLst xmlns:a="http://schemas.openxmlformats.org/drawingml/2006/main">
              <a:ext uri="{FF2B5EF4-FFF2-40B4-BE49-F238E27FC236}">
                <a16:creationId xmlns:a16="http://schemas.microsoft.com/office/drawing/2014/main" id="{E4ABAA43-4E4A-4D2F-A30C-B0FBF327DE56}"/>
              </a:ext>
            </a:extLst>
          </p:cNvPr>
          <p:cNvSpPr>
            <a:spLocks xmlns:a="http://schemas.openxmlformats.org/drawingml/2006/main" noGrp="1"/>
          </p:cNvSpPr>
          <p:nvPr/>
        </p:nvSpPr>
        <p:spPr>
          <a:xfrm xmlns:a="http://schemas.openxmlformats.org/drawingml/2006/main">
            <a:off x="2397354"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88D87"/>
          </a:solidFill>
          <a:ln xmlns:a="http://schemas.openxmlformats.org/drawingml/2006/main" w="2205">
            <a:solidFill>
              <a:srgbClr val="FBFCFE"/>
            </a:solidFill>
            <a:prstDash val="solid"/>
          </a:ln>
        </p:spPr>
      </p:sp>
      <p:sp>
        <p:nvSpPr>
          <p:cNvPr id="840" name="Editable chart path">
            <a:extLst xmlns:a="http://schemas.openxmlformats.org/drawingml/2006/main">
              <a:ext uri="{FF2B5EF4-FFF2-40B4-BE49-F238E27FC236}">
                <a16:creationId xmlns:a16="http://schemas.microsoft.com/office/drawing/2014/main" id="{1165DC78-69F7-4574-9F3C-AC2CCD93A656}"/>
              </a:ext>
            </a:extLst>
          </p:cNvPr>
          <p:cNvSpPr>
            <a:spLocks xmlns:a="http://schemas.openxmlformats.org/drawingml/2006/main" noGrp="1"/>
          </p:cNvSpPr>
          <p:nvPr/>
        </p:nvSpPr>
        <p:spPr>
          <a:xfrm xmlns:a="http://schemas.openxmlformats.org/drawingml/2006/main">
            <a:off x="327235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3ADA9"/>
          </a:solidFill>
          <a:ln xmlns:a="http://schemas.openxmlformats.org/drawingml/2006/main" w="2205">
            <a:solidFill>
              <a:srgbClr val="FBFCFE"/>
            </a:solidFill>
            <a:prstDash val="solid"/>
          </a:ln>
        </p:spPr>
      </p:sp>
      <p:sp>
        <p:nvSpPr>
          <p:cNvPr id="841" name="Editable chart path">
            <a:extLst xmlns:a="http://schemas.openxmlformats.org/drawingml/2006/main">
              <a:ext uri="{FF2B5EF4-FFF2-40B4-BE49-F238E27FC236}">
                <a16:creationId xmlns:a16="http://schemas.microsoft.com/office/drawing/2014/main" id="{BA81B221-0991-415D-9E6F-96BD8824D388}"/>
              </a:ext>
            </a:extLst>
          </p:cNvPr>
          <p:cNvSpPr>
            <a:spLocks xmlns:a="http://schemas.openxmlformats.org/drawingml/2006/main" noGrp="1"/>
          </p:cNvSpPr>
          <p:nvPr/>
        </p:nvSpPr>
        <p:spPr>
          <a:xfrm xmlns:a="http://schemas.openxmlformats.org/drawingml/2006/main">
            <a:off x="332096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98E89"/>
          </a:solidFill>
          <a:ln xmlns:a="http://schemas.openxmlformats.org/drawingml/2006/main" w="2205">
            <a:solidFill>
              <a:srgbClr val="FBFCFE"/>
            </a:solidFill>
            <a:prstDash val="solid"/>
          </a:ln>
        </p:spPr>
      </p:sp>
      <p:sp>
        <p:nvSpPr>
          <p:cNvPr id="842" name="Editable chart path">
            <a:extLst xmlns:a="http://schemas.openxmlformats.org/drawingml/2006/main">
              <a:ext uri="{FF2B5EF4-FFF2-40B4-BE49-F238E27FC236}">
                <a16:creationId xmlns:a16="http://schemas.microsoft.com/office/drawing/2014/main" id="{8506B27C-5597-4FFF-B00B-97FD3DE31E1E}"/>
              </a:ext>
            </a:extLst>
          </p:cNvPr>
          <p:cNvSpPr>
            <a:spLocks xmlns:a="http://schemas.openxmlformats.org/drawingml/2006/main" noGrp="1"/>
          </p:cNvSpPr>
          <p:nvPr/>
        </p:nvSpPr>
        <p:spPr>
          <a:xfrm xmlns:a="http://schemas.openxmlformats.org/drawingml/2006/main">
            <a:off x="327235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3ACA7"/>
          </a:solidFill>
          <a:ln xmlns:a="http://schemas.openxmlformats.org/drawingml/2006/main" w="2205">
            <a:solidFill>
              <a:srgbClr val="FBFCFE"/>
            </a:solidFill>
            <a:prstDash val="solid"/>
          </a:ln>
        </p:spPr>
      </p:sp>
      <p:sp>
        <p:nvSpPr>
          <p:cNvPr id="843" name="Editable chart path">
            <a:extLst xmlns:a="http://schemas.openxmlformats.org/drawingml/2006/main">
              <a:ext uri="{FF2B5EF4-FFF2-40B4-BE49-F238E27FC236}">
                <a16:creationId xmlns:a16="http://schemas.microsoft.com/office/drawing/2014/main" id="{7F9C15E7-AED2-4404-B8B1-F5FF5062B09E}"/>
              </a:ext>
            </a:extLst>
          </p:cNvPr>
          <p:cNvSpPr>
            <a:spLocks xmlns:a="http://schemas.openxmlformats.org/drawingml/2006/main" noGrp="1"/>
          </p:cNvSpPr>
          <p:nvPr/>
        </p:nvSpPr>
        <p:spPr>
          <a:xfrm xmlns:a="http://schemas.openxmlformats.org/drawingml/2006/main">
            <a:off x="2932074"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5B3AF"/>
          </a:solidFill>
          <a:ln xmlns:a="http://schemas.openxmlformats.org/drawingml/2006/main" w="2205">
            <a:solidFill>
              <a:srgbClr val="FBFCFE"/>
            </a:solidFill>
            <a:prstDash val="solid"/>
          </a:ln>
        </p:spPr>
      </p:sp>
      <p:sp>
        <p:nvSpPr>
          <p:cNvPr id="844" name="Editable chart path">
            <a:extLst xmlns:a="http://schemas.openxmlformats.org/drawingml/2006/main">
              <a:ext uri="{FF2B5EF4-FFF2-40B4-BE49-F238E27FC236}">
                <a16:creationId xmlns:a16="http://schemas.microsoft.com/office/drawing/2014/main" id="{13295278-C4BA-485E-8783-51114266C0E3}"/>
              </a:ext>
            </a:extLst>
          </p:cNvPr>
          <p:cNvSpPr>
            <a:spLocks xmlns:a="http://schemas.openxmlformats.org/drawingml/2006/main" noGrp="1"/>
          </p:cNvSpPr>
          <p:nvPr/>
        </p:nvSpPr>
        <p:spPr>
          <a:xfrm xmlns:a="http://schemas.openxmlformats.org/drawingml/2006/main">
            <a:off x="288346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8BBB8"/>
          </a:solidFill>
          <a:ln xmlns:a="http://schemas.openxmlformats.org/drawingml/2006/main" w="2205">
            <a:solidFill>
              <a:srgbClr val="FBFCFE"/>
            </a:solidFill>
            <a:prstDash val="solid"/>
          </a:ln>
        </p:spPr>
      </p:sp>
      <p:sp>
        <p:nvSpPr>
          <p:cNvPr id="845" name="Editable chart path">
            <a:extLst xmlns:a="http://schemas.openxmlformats.org/drawingml/2006/main">
              <a:ext uri="{FF2B5EF4-FFF2-40B4-BE49-F238E27FC236}">
                <a16:creationId xmlns:a16="http://schemas.microsoft.com/office/drawing/2014/main" id="{32D090D8-2D2C-487A-BDFA-9B3503D2DB12}"/>
              </a:ext>
            </a:extLst>
          </p:cNvPr>
          <p:cNvSpPr>
            <a:spLocks xmlns:a="http://schemas.openxmlformats.org/drawingml/2006/main" noGrp="1"/>
          </p:cNvSpPr>
          <p:nvPr/>
        </p:nvSpPr>
        <p:spPr>
          <a:xfrm xmlns:a="http://schemas.openxmlformats.org/drawingml/2006/main">
            <a:off x="2591798"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2A9A5"/>
          </a:solidFill>
          <a:ln xmlns:a="http://schemas.openxmlformats.org/drawingml/2006/main" w="2205">
            <a:solidFill>
              <a:srgbClr val="FBFCFE"/>
            </a:solidFill>
            <a:prstDash val="solid"/>
          </a:ln>
        </p:spPr>
      </p:sp>
      <p:sp>
        <p:nvSpPr>
          <p:cNvPr id="846" name="Editable chart path">
            <a:extLst xmlns:a="http://schemas.openxmlformats.org/drawingml/2006/main">
              <a:ext uri="{FF2B5EF4-FFF2-40B4-BE49-F238E27FC236}">
                <a16:creationId xmlns:a16="http://schemas.microsoft.com/office/drawing/2014/main" id="{92C4E860-AE01-4373-B15B-41EF5FE7C408}"/>
              </a:ext>
            </a:extLst>
          </p:cNvPr>
          <p:cNvSpPr>
            <a:spLocks xmlns:a="http://schemas.openxmlformats.org/drawingml/2006/main" noGrp="1"/>
          </p:cNvSpPr>
          <p:nvPr/>
        </p:nvSpPr>
        <p:spPr>
          <a:xfrm xmlns:a="http://schemas.openxmlformats.org/drawingml/2006/main">
            <a:off x="341818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1D6D4"/>
          </a:solidFill>
          <a:ln xmlns:a="http://schemas.openxmlformats.org/drawingml/2006/main" w="2205">
            <a:solidFill>
              <a:srgbClr val="FBFCFE"/>
            </a:solidFill>
            <a:prstDash val="solid"/>
          </a:ln>
        </p:spPr>
      </p:sp>
      <p:sp>
        <p:nvSpPr>
          <p:cNvPr id="847" name="Editable chart path">
            <a:extLst xmlns:a="http://schemas.openxmlformats.org/drawingml/2006/main">
              <a:ext uri="{FF2B5EF4-FFF2-40B4-BE49-F238E27FC236}">
                <a16:creationId xmlns:a16="http://schemas.microsoft.com/office/drawing/2014/main" id="{C53B38C1-19C1-41E0-BDC0-E61D6A7ACF18}"/>
              </a:ext>
            </a:extLst>
          </p:cNvPr>
          <p:cNvSpPr>
            <a:spLocks xmlns:a="http://schemas.openxmlformats.org/drawingml/2006/main" noGrp="1"/>
          </p:cNvSpPr>
          <p:nvPr/>
        </p:nvSpPr>
        <p:spPr>
          <a:xfrm xmlns:a="http://schemas.openxmlformats.org/drawingml/2006/main">
            <a:off x="273763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8BCB9"/>
          </a:solidFill>
          <a:ln xmlns:a="http://schemas.openxmlformats.org/drawingml/2006/main" w="2205">
            <a:solidFill>
              <a:srgbClr val="FBFCFE"/>
            </a:solidFill>
            <a:prstDash val="solid"/>
          </a:ln>
        </p:spPr>
      </p:sp>
      <p:sp>
        <p:nvSpPr>
          <p:cNvPr id="848" name="Editable chart path">
            <a:extLst xmlns:a="http://schemas.openxmlformats.org/drawingml/2006/main">
              <a:ext uri="{FF2B5EF4-FFF2-40B4-BE49-F238E27FC236}">
                <a16:creationId xmlns:a16="http://schemas.microsoft.com/office/drawing/2014/main" id="{F3FF7CB3-FFF2-4BA3-8F03-3A6D4646D2A7}"/>
              </a:ext>
            </a:extLst>
          </p:cNvPr>
          <p:cNvSpPr>
            <a:spLocks xmlns:a="http://schemas.openxmlformats.org/drawingml/2006/main" noGrp="1"/>
          </p:cNvSpPr>
          <p:nvPr/>
        </p:nvSpPr>
        <p:spPr>
          <a:xfrm xmlns:a="http://schemas.openxmlformats.org/drawingml/2006/main">
            <a:off x="2834852"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FA29D"/>
          </a:solidFill>
          <a:ln xmlns:a="http://schemas.openxmlformats.org/drawingml/2006/main" w="2205">
            <a:solidFill>
              <a:srgbClr val="FBFCFE"/>
            </a:solidFill>
            <a:prstDash val="solid"/>
          </a:ln>
        </p:spPr>
      </p:sp>
      <p:sp>
        <p:nvSpPr>
          <p:cNvPr id="849" name="Editable chart path">
            <a:extLst xmlns:a="http://schemas.openxmlformats.org/drawingml/2006/main">
              <a:ext uri="{FF2B5EF4-FFF2-40B4-BE49-F238E27FC236}">
                <a16:creationId xmlns:a16="http://schemas.microsoft.com/office/drawing/2014/main" id="{6774225A-11B6-4ABA-84E6-89EECF8F5BC1}"/>
              </a:ext>
            </a:extLst>
          </p:cNvPr>
          <p:cNvSpPr>
            <a:spLocks xmlns:a="http://schemas.openxmlformats.org/drawingml/2006/main" noGrp="1"/>
          </p:cNvSpPr>
          <p:nvPr/>
        </p:nvSpPr>
        <p:spPr>
          <a:xfrm xmlns:a="http://schemas.openxmlformats.org/drawingml/2006/main">
            <a:off x="2543187"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88B86"/>
          </a:solidFill>
          <a:ln xmlns:a="http://schemas.openxmlformats.org/drawingml/2006/main" w="2205">
            <a:solidFill>
              <a:srgbClr val="FBFCFE"/>
            </a:solidFill>
            <a:prstDash val="solid"/>
          </a:ln>
        </p:spPr>
      </p:sp>
      <p:sp>
        <p:nvSpPr>
          <p:cNvPr id="850" name="Editable chart path">
            <a:extLst xmlns:a="http://schemas.openxmlformats.org/drawingml/2006/main">
              <a:ext uri="{FF2B5EF4-FFF2-40B4-BE49-F238E27FC236}">
                <a16:creationId xmlns:a16="http://schemas.microsoft.com/office/drawing/2014/main" id="{A7948AEE-3F0D-43DF-8205-AA8E99EC41D5}"/>
              </a:ext>
            </a:extLst>
          </p:cNvPr>
          <p:cNvSpPr>
            <a:spLocks xmlns:a="http://schemas.openxmlformats.org/drawingml/2006/main" noGrp="1"/>
          </p:cNvSpPr>
          <p:nvPr/>
        </p:nvSpPr>
        <p:spPr>
          <a:xfrm xmlns:a="http://schemas.openxmlformats.org/drawingml/2006/main">
            <a:off x="2105688"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2BF"/>
          </a:solidFill>
          <a:ln xmlns:a="http://schemas.openxmlformats.org/drawingml/2006/main" w="2205">
            <a:solidFill>
              <a:srgbClr val="FBFCFE"/>
            </a:solidFill>
            <a:prstDash val="solid"/>
          </a:ln>
        </p:spPr>
      </p:sp>
      <p:sp>
        <p:nvSpPr>
          <p:cNvPr id="851" name="Editable chart path">
            <a:extLst xmlns:a="http://schemas.openxmlformats.org/drawingml/2006/main">
              <a:ext uri="{FF2B5EF4-FFF2-40B4-BE49-F238E27FC236}">
                <a16:creationId xmlns:a16="http://schemas.microsoft.com/office/drawing/2014/main" id="{48C16953-6DB4-486C-BC60-154B61A1401A}"/>
              </a:ext>
            </a:extLst>
          </p:cNvPr>
          <p:cNvSpPr>
            <a:spLocks xmlns:a="http://schemas.openxmlformats.org/drawingml/2006/main" noGrp="1"/>
          </p:cNvSpPr>
          <p:nvPr/>
        </p:nvSpPr>
        <p:spPr>
          <a:xfrm xmlns:a="http://schemas.openxmlformats.org/drawingml/2006/main">
            <a:off x="225152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FA29D"/>
          </a:solidFill>
          <a:ln xmlns:a="http://schemas.openxmlformats.org/drawingml/2006/main" w="2205">
            <a:solidFill>
              <a:srgbClr val="FBFCFE"/>
            </a:solidFill>
            <a:prstDash val="solid"/>
          </a:ln>
        </p:spPr>
      </p:sp>
      <p:sp>
        <p:nvSpPr>
          <p:cNvPr id="852" name="Editable chart path">
            <a:extLst xmlns:a="http://schemas.openxmlformats.org/drawingml/2006/main">
              <a:ext uri="{FF2B5EF4-FFF2-40B4-BE49-F238E27FC236}">
                <a16:creationId xmlns:a16="http://schemas.microsoft.com/office/drawing/2014/main" id="{CEFE7E81-A566-4BBF-A461-A44E8B35AB7A}"/>
              </a:ext>
            </a:extLst>
          </p:cNvPr>
          <p:cNvSpPr>
            <a:spLocks xmlns:a="http://schemas.openxmlformats.org/drawingml/2006/main" noGrp="1"/>
          </p:cNvSpPr>
          <p:nvPr/>
        </p:nvSpPr>
        <p:spPr>
          <a:xfrm xmlns:a="http://schemas.openxmlformats.org/drawingml/2006/main">
            <a:off x="264040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5B3AF"/>
          </a:solidFill>
          <a:ln xmlns:a="http://schemas.openxmlformats.org/drawingml/2006/main" w="2205">
            <a:solidFill>
              <a:srgbClr val="FBFCFE"/>
            </a:solidFill>
            <a:prstDash val="solid"/>
          </a:ln>
        </p:spPr>
      </p:sp>
      <p:sp>
        <p:nvSpPr>
          <p:cNvPr id="853" name="Editable chart path">
            <a:extLst xmlns:a="http://schemas.openxmlformats.org/drawingml/2006/main">
              <a:ext uri="{FF2B5EF4-FFF2-40B4-BE49-F238E27FC236}">
                <a16:creationId xmlns:a16="http://schemas.microsoft.com/office/drawing/2014/main" id="{7120FFF5-0FC5-4270-BDF9-48A5132851A1}"/>
              </a:ext>
            </a:extLst>
          </p:cNvPr>
          <p:cNvSpPr>
            <a:spLocks xmlns:a="http://schemas.openxmlformats.org/drawingml/2006/main" noGrp="1"/>
          </p:cNvSpPr>
          <p:nvPr/>
        </p:nvSpPr>
        <p:spPr>
          <a:xfrm xmlns:a="http://schemas.openxmlformats.org/drawingml/2006/main">
            <a:off x="264040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37E78"/>
          </a:solidFill>
          <a:ln xmlns:a="http://schemas.openxmlformats.org/drawingml/2006/main" w="2205">
            <a:solidFill>
              <a:srgbClr val="FBFCFE"/>
            </a:solidFill>
            <a:prstDash val="solid"/>
          </a:ln>
        </p:spPr>
      </p:sp>
      <p:sp>
        <p:nvSpPr>
          <p:cNvPr id="854" name="Editable chart path">
            <a:extLst xmlns:a="http://schemas.openxmlformats.org/drawingml/2006/main">
              <a:ext uri="{FF2B5EF4-FFF2-40B4-BE49-F238E27FC236}">
                <a16:creationId xmlns:a16="http://schemas.microsoft.com/office/drawing/2014/main" id="{3038FA4A-DE68-4193-87FE-E168E80F5D48}"/>
              </a:ext>
            </a:extLst>
          </p:cNvPr>
          <p:cNvSpPr>
            <a:spLocks xmlns:a="http://schemas.openxmlformats.org/drawingml/2006/main" noGrp="1"/>
          </p:cNvSpPr>
          <p:nvPr/>
        </p:nvSpPr>
        <p:spPr>
          <a:xfrm xmlns:a="http://schemas.openxmlformats.org/drawingml/2006/main">
            <a:off x="2980685"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1BE"/>
          </a:solidFill>
          <a:ln xmlns:a="http://schemas.openxmlformats.org/drawingml/2006/main" w="2205">
            <a:solidFill>
              <a:srgbClr val="FBFCFE"/>
            </a:solidFill>
            <a:prstDash val="solid"/>
          </a:ln>
        </p:spPr>
      </p:sp>
      <p:sp>
        <p:nvSpPr>
          <p:cNvPr id="855" name="Editable chart path">
            <a:extLst xmlns:a="http://schemas.openxmlformats.org/drawingml/2006/main">
              <a:ext uri="{FF2B5EF4-FFF2-40B4-BE49-F238E27FC236}">
                <a16:creationId xmlns:a16="http://schemas.microsoft.com/office/drawing/2014/main" id="{9EC0F45A-E92E-4782-9D49-11BBA7AA2FED}"/>
              </a:ext>
            </a:extLst>
          </p:cNvPr>
          <p:cNvSpPr>
            <a:spLocks xmlns:a="http://schemas.openxmlformats.org/drawingml/2006/main" noGrp="1"/>
          </p:cNvSpPr>
          <p:nvPr/>
        </p:nvSpPr>
        <p:spPr>
          <a:xfrm xmlns:a="http://schemas.openxmlformats.org/drawingml/2006/main">
            <a:off x="298068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C9691"/>
          </a:solidFill>
          <a:ln xmlns:a="http://schemas.openxmlformats.org/drawingml/2006/main" w="2205">
            <a:solidFill>
              <a:srgbClr val="FBFCFE"/>
            </a:solidFill>
            <a:prstDash val="solid"/>
          </a:ln>
        </p:spPr>
      </p:sp>
      <p:sp>
        <p:nvSpPr>
          <p:cNvPr id="856" name="Editable chart path">
            <a:extLst xmlns:a="http://schemas.openxmlformats.org/drawingml/2006/main">
              <a:ext uri="{FF2B5EF4-FFF2-40B4-BE49-F238E27FC236}">
                <a16:creationId xmlns:a16="http://schemas.microsoft.com/office/drawing/2014/main" id="{DECBB399-214C-4524-8460-A40E0361EB62}"/>
              </a:ext>
            </a:extLst>
          </p:cNvPr>
          <p:cNvSpPr>
            <a:spLocks xmlns:a="http://schemas.openxmlformats.org/drawingml/2006/main" noGrp="1"/>
          </p:cNvSpPr>
          <p:nvPr/>
        </p:nvSpPr>
        <p:spPr>
          <a:xfrm xmlns:a="http://schemas.openxmlformats.org/drawingml/2006/main">
            <a:off x="273763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857" name="Editable chart path">
            <a:extLst xmlns:a="http://schemas.openxmlformats.org/drawingml/2006/main">
              <a:ext uri="{FF2B5EF4-FFF2-40B4-BE49-F238E27FC236}">
                <a16:creationId xmlns:a16="http://schemas.microsoft.com/office/drawing/2014/main" id="{998F2C95-8712-42BE-A074-6F0727ED9EE3}"/>
              </a:ext>
            </a:extLst>
          </p:cNvPr>
          <p:cNvSpPr>
            <a:spLocks xmlns:a="http://schemas.openxmlformats.org/drawingml/2006/main" noGrp="1"/>
          </p:cNvSpPr>
          <p:nvPr/>
        </p:nvSpPr>
        <p:spPr>
          <a:xfrm xmlns:a="http://schemas.openxmlformats.org/drawingml/2006/main">
            <a:off x="322374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4AEAA"/>
          </a:solidFill>
          <a:ln xmlns:a="http://schemas.openxmlformats.org/drawingml/2006/main" w="2205">
            <a:solidFill>
              <a:srgbClr val="FBFCFE"/>
            </a:solidFill>
            <a:prstDash val="solid"/>
          </a:ln>
        </p:spPr>
      </p:sp>
      <p:sp>
        <p:nvSpPr>
          <p:cNvPr id="858" name="Editable chart path">
            <a:extLst xmlns:a="http://schemas.openxmlformats.org/drawingml/2006/main">
              <a:ext uri="{FF2B5EF4-FFF2-40B4-BE49-F238E27FC236}">
                <a16:creationId xmlns:a16="http://schemas.microsoft.com/office/drawing/2014/main" id="{F686F655-B5A7-4485-9947-707F75C493E9}"/>
              </a:ext>
            </a:extLst>
          </p:cNvPr>
          <p:cNvSpPr>
            <a:spLocks xmlns:a="http://schemas.openxmlformats.org/drawingml/2006/main" noGrp="1"/>
          </p:cNvSpPr>
          <p:nvPr/>
        </p:nvSpPr>
        <p:spPr>
          <a:xfrm xmlns:a="http://schemas.openxmlformats.org/drawingml/2006/main">
            <a:off x="2445965"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6B4B0"/>
          </a:solidFill>
          <a:ln xmlns:a="http://schemas.openxmlformats.org/drawingml/2006/main" w="2205">
            <a:solidFill>
              <a:srgbClr val="FBFCFE"/>
            </a:solidFill>
            <a:prstDash val="solid"/>
          </a:ln>
        </p:spPr>
      </p:sp>
      <p:sp>
        <p:nvSpPr>
          <p:cNvPr id="859" name="Editable chart path">
            <a:extLst xmlns:a="http://schemas.openxmlformats.org/drawingml/2006/main">
              <a:ext uri="{FF2B5EF4-FFF2-40B4-BE49-F238E27FC236}">
                <a16:creationId xmlns:a16="http://schemas.microsoft.com/office/drawing/2014/main" id="{8752B7A0-6F7A-4CF0-BBF1-3D1DC96C5264}"/>
              </a:ext>
            </a:extLst>
          </p:cNvPr>
          <p:cNvSpPr>
            <a:spLocks xmlns:a="http://schemas.openxmlformats.org/drawingml/2006/main" noGrp="1"/>
          </p:cNvSpPr>
          <p:nvPr/>
        </p:nvSpPr>
        <p:spPr>
          <a:xfrm xmlns:a="http://schemas.openxmlformats.org/drawingml/2006/main">
            <a:off x="273763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4B0AC"/>
          </a:solidFill>
          <a:ln xmlns:a="http://schemas.openxmlformats.org/drawingml/2006/main" w="2205">
            <a:solidFill>
              <a:srgbClr val="FBFCFE"/>
            </a:solidFill>
            <a:prstDash val="solid"/>
          </a:ln>
        </p:spPr>
      </p:sp>
      <p:sp>
        <p:nvSpPr>
          <p:cNvPr id="860" name="Editable chart path">
            <a:extLst xmlns:a="http://schemas.openxmlformats.org/drawingml/2006/main">
              <a:ext uri="{FF2B5EF4-FFF2-40B4-BE49-F238E27FC236}">
                <a16:creationId xmlns:a16="http://schemas.microsoft.com/office/drawing/2014/main" id="{2A9FB3B0-303F-4040-9531-B812ADD07EE8}"/>
              </a:ext>
            </a:extLst>
          </p:cNvPr>
          <p:cNvSpPr>
            <a:spLocks xmlns:a="http://schemas.openxmlformats.org/drawingml/2006/main" noGrp="1"/>
          </p:cNvSpPr>
          <p:nvPr/>
        </p:nvSpPr>
        <p:spPr>
          <a:xfrm xmlns:a="http://schemas.openxmlformats.org/drawingml/2006/main">
            <a:off x="225152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BC3C0"/>
          </a:solidFill>
          <a:ln xmlns:a="http://schemas.openxmlformats.org/drawingml/2006/main" w="2205">
            <a:solidFill>
              <a:srgbClr val="FBFCFE"/>
            </a:solidFill>
            <a:prstDash val="solid"/>
          </a:ln>
        </p:spPr>
      </p:sp>
      <p:sp>
        <p:nvSpPr>
          <p:cNvPr id="861" name="Editable chart path">
            <a:extLst xmlns:a="http://schemas.openxmlformats.org/drawingml/2006/main">
              <a:ext uri="{FF2B5EF4-FFF2-40B4-BE49-F238E27FC236}">
                <a16:creationId xmlns:a16="http://schemas.microsoft.com/office/drawing/2014/main" id="{29AA1E2F-04A6-431D-963C-1EE3D923DDCD}"/>
              </a:ext>
            </a:extLst>
          </p:cNvPr>
          <p:cNvSpPr>
            <a:spLocks xmlns:a="http://schemas.openxmlformats.org/drawingml/2006/main" noGrp="1"/>
          </p:cNvSpPr>
          <p:nvPr/>
        </p:nvSpPr>
        <p:spPr>
          <a:xfrm xmlns:a="http://schemas.openxmlformats.org/drawingml/2006/main">
            <a:off x="268901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3ADA9"/>
          </a:solidFill>
          <a:ln xmlns:a="http://schemas.openxmlformats.org/drawingml/2006/main" w="2205">
            <a:solidFill>
              <a:srgbClr val="FBFCFE"/>
            </a:solidFill>
            <a:prstDash val="solid"/>
          </a:ln>
        </p:spPr>
      </p:sp>
      <p:sp>
        <p:nvSpPr>
          <p:cNvPr id="862" name="Editable chart path">
            <a:extLst xmlns:a="http://schemas.openxmlformats.org/drawingml/2006/main">
              <a:ext uri="{FF2B5EF4-FFF2-40B4-BE49-F238E27FC236}">
                <a16:creationId xmlns:a16="http://schemas.microsoft.com/office/drawing/2014/main" id="{C37F644A-C907-4AF2-A4A7-5E7E16E8AE90}"/>
              </a:ext>
            </a:extLst>
          </p:cNvPr>
          <p:cNvSpPr>
            <a:spLocks xmlns:a="http://schemas.openxmlformats.org/drawingml/2006/main" noGrp="1"/>
          </p:cNvSpPr>
          <p:nvPr/>
        </p:nvSpPr>
        <p:spPr>
          <a:xfrm xmlns:a="http://schemas.openxmlformats.org/drawingml/2006/main">
            <a:off x="293207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9BFBC"/>
          </a:solidFill>
          <a:ln xmlns:a="http://schemas.openxmlformats.org/drawingml/2006/main" w="2205">
            <a:solidFill>
              <a:srgbClr val="FBFCFE"/>
            </a:solidFill>
            <a:prstDash val="solid"/>
          </a:ln>
        </p:spPr>
      </p:sp>
      <p:sp>
        <p:nvSpPr>
          <p:cNvPr id="863" name="Editable chart path">
            <a:extLst xmlns:a="http://schemas.openxmlformats.org/drawingml/2006/main">
              <a:ext uri="{FF2B5EF4-FFF2-40B4-BE49-F238E27FC236}">
                <a16:creationId xmlns:a16="http://schemas.microsoft.com/office/drawing/2014/main" id="{396AC9DE-8D87-47BB-94CA-DDFA46503366}"/>
              </a:ext>
            </a:extLst>
          </p:cNvPr>
          <p:cNvSpPr>
            <a:spLocks xmlns:a="http://schemas.openxmlformats.org/drawingml/2006/main" noGrp="1"/>
          </p:cNvSpPr>
          <p:nvPr/>
        </p:nvSpPr>
        <p:spPr>
          <a:xfrm xmlns:a="http://schemas.openxmlformats.org/drawingml/2006/main">
            <a:off x="278624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8BBB8"/>
          </a:solidFill>
          <a:ln xmlns:a="http://schemas.openxmlformats.org/drawingml/2006/main" w="2205">
            <a:solidFill>
              <a:srgbClr val="FBFCFE"/>
            </a:solidFill>
            <a:prstDash val="solid"/>
          </a:ln>
        </p:spPr>
      </p:sp>
      <p:sp>
        <p:nvSpPr>
          <p:cNvPr id="864" name="Editable chart path">
            <a:extLst xmlns:a="http://schemas.openxmlformats.org/drawingml/2006/main">
              <a:ext uri="{FF2B5EF4-FFF2-40B4-BE49-F238E27FC236}">
                <a16:creationId xmlns:a16="http://schemas.microsoft.com/office/drawing/2014/main" id="{9F81F7FD-429F-439A-AA7E-B018121A1854}"/>
              </a:ext>
            </a:extLst>
          </p:cNvPr>
          <p:cNvSpPr>
            <a:spLocks xmlns:a="http://schemas.openxmlformats.org/drawingml/2006/main" noGrp="1"/>
          </p:cNvSpPr>
          <p:nvPr/>
        </p:nvSpPr>
        <p:spPr>
          <a:xfrm xmlns:a="http://schemas.openxmlformats.org/drawingml/2006/main">
            <a:off x="2640409"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88D87"/>
          </a:solidFill>
          <a:ln xmlns:a="http://schemas.openxmlformats.org/drawingml/2006/main" w="2205">
            <a:solidFill>
              <a:srgbClr val="FBFCFE"/>
            </a:solidFill>
            <a:prstDash val="solid"/>
          </a:ln>
        </p:spPr>
      </p:sp>
      <p:sp>
        <p:nvSpPr>
          <p:cNvPr id="865" name="Editable chart path">
            <a:extLst xmlns:a="http://schemas.openxmlformats.org/drawingml/2006/main">
              <a:ext uri="{FF2B5EF4-FFF2-40B4-BE49-F238E27FC236}">
                <a16:creationId xmlns:a16="http://schemas.microsoft.com/office/drawing/2014/main" id="{B329141D-09AF-45D7-B008-2FB936668F10}"/>
              </a:ext>
            </a:extLst>
          </p:cNvPr>
          <p:cNvSpPr>
            <a:spLocks xmlns:a="http://schemas.openxmlformats.org/drawingml/2006/main" noGrp="1"/>
          </p:cNvSpPr>
          <p:nvPr/>
        </p:nvSpPr>
        <p:spPr>
          <a:xfrm xmlns:a="http://schemas.openxmlformats.org/drawingml/2006/main">
            <a:off x="205707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3ACA7"/>
          </a:solidFill>
          <a:ln xmlns:a="http://schemas.openxmlformats.org/drawingml/2006/main" w="2205">
            <a:solidFill>
              <a:srgbClr val="FBFCFE"/>
            </a:solidFill>
            <a:prstDash val="solid"/>
          </a:ln>
        </p:spPr>
      </p:sp>
      <p:sp>
        <p:nvSpPr>
          <p:cNvPr id="866" name="Editable chart path">
            <a:extLst xmlns:a="http://schemas.openxmlformats.org/drawingml/2006/main">
              <a:ext uri="{FF2B5EF4-FFF2-40B4-BE49-F238E27FC236}">
                <a16:creationId xmlns:a16="http://schemas.microsoft.com/office/drawing/2014/main" id="{1E5F8C45-7525-426B-9AC1-B9FBF635B437}"/>
              </a:ext>
            </a:extLst>
          </p:cNvPr>
          <p:cNvSpPr>
            <a:spLocks xmlns:a="http://schemas.openxmlformats.org/drawingml/2006/main" noGrp="1"/>
          </p:cNvSpPr>
          <p:nvPr/>
        </p:nvSpPr>
        <p:spPr>
          <a:xfrm xmlns:a="http://schemas.openxmlformats.org/drawingml/2006/main">
            <a:off x="317512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1BE"/>
          </a:solidFill>
          <a:ln xmlns:a="http://schemas.openxmlformats.org/drawingml/2006/main" w="2205">
            <a:solidFill>
              <a:srgbClr val="FBFCFE"/>
            </a:solidFill>
            <a:prstDash val="solid"/>
          </a:ln>
        </p:spPr>
      </p:sp>
      <p:sp>
        <p:nvSpPr>
          <p:cNvPr id="867" name="Editable chart path">
            <a:extLst xmlns:a="http://schemas.openxmlformats.org/drawingml/2006/main">
              <a:ext uri="{FF2B5EF4-FFF2-40B4-BE49-F238E27FC236}">
                <a16:creationId xmlns:a16="http://schemas.microsoft.com/office/drawing/2014/main" id="{B7593066-33C8-4A61-ACC6-3CE00A09DC45}"/>
              </a:ext>
            </a:extLst>
          </p:cNvPr>
          <p:cNvSpPr>
            <a:spLocks xmlns:a="http://schemas.openxmlformats.org/drawingml/2006/main" noGrp="1"/>
          </p:cNvSpPr>
          <p:nvPr/>
        </p:nvSpPr>
        <p:spPr>
          <a:xfrm xmlns:a="http://schemas.openxmlformats.org/drawingml/2006/main">
            <a:off x="3126518"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DCBC9"/>
          </a:solidFill>
          <a:ln xmlns:a="http://schemas.openxmlformats.org/drawingml/2006/main" w="2205">
            <a:solidFill>
              <a:srgbClr val="FBFCFE"/>
            </a:solidFill>
            <a:prstDash val="solid"/>
          </a:ln>
        </p:spPr>
      </p:sp>
      <p:sp>
        <p:nvSpPr>
          <p:cNvPr id="868" name="Editable chart path">
            <a:extLst xmlns:a="http://schemas.openxmlformats.org/drawingml/2006/main">
              <a:ext uri="{FF2B5EF4-FFF2-40B4-BE49-F238E27FC236}">
                <a16:creationId xmlns:a16="http://schemas.microsoft.com/office/drawing/2014/main" id="{E7F9BC6F-4AB7-4C82-8F20-37CF1B37A771}"/>
              </a:ext>
            </a:extLst>
          </p:cNvPr>
          <p:cNvSpPr>
            <a:spLocks xmlns:a="http://schemas.openxmlformats.org/drawingml/2006/main" noGrp="1"/>
          </p:cNvSpPr>
          <p:nvPr/>
        </p:nvSpPr>
        <p:spPr>
          <a:xfrm xmlns:a="http://schemas.openxmlformats.org/drawingml/2006/main">
            <a:off x="288346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4B0AC"/>
          </a:solidFill>
          <a:ln xmlns:a="http://schemas.openxmlformats.org/drawingml/2006/main" w="2205">
            <a:solidFill>
              <a:srgbClr val="FBFCFE"/>
            </a:solidFill>
            <a:prstDash val="solid"/>
          </a:ln>
        </p:spPr>
      </p:sp>
      <p:sp>
        <p:nvSpPr>
          <p:cNvPr id="869" name="Editable chart path">
            <a:extLst xmlns:a="http://schemas.openxmlformats.org/drawingml/2006/main">
              <a:ext uri="{FF2B5EF4-FFF2-40B4-BE49-F238E27FC236}">
                <a16:creationId xmlns:a16="http://schemas.microsoft.com/office/drawing/2014/main" id="{B6A32C9C-61E7-4A95-A274-042F1C286CFF}"/>
              </a:ext>
            </a:extLst>
          </p:cNvPr>
          <p:cNvSpPr>
            <a:spLocks xmlns:a="http://schemas.openxmlformats.org/drawingml/2006/main" noGrp="1"/>
          </p:cNvSpPr>
          <p:nvPr/>
        </p:nvSpPr>
        <p:spPr>
          <a:xfrm xmlns:a="http://schemas.openxmlformats.org/drawingml/2006/main">
            <a:off x="2591798"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4AEAA"/>
          </a:solidFill>
          <a:ln xmlns:a="http://schemas.openxmlformats.org/drawingml/2006/main" w="2205">
            <a:solidFill>
              <a:srgbClr val="FBFCFE"/>
            </a:solidFill>
            <a:prstDash val="solid"/>
          </a:ln>
        </p:spPr>
      </p:sp>
      <p:sp>
        <p:nvSpPr>
          <p:cNvPr id="870" name="Editable chart path">
            <a:extLst xmlns:a="http://schemas.openxmlformats.org/drawingml/2006/main">
              <a:ext uri="{FF2B5EF4-FFF2-40B4-BE49-F238E27FC236}">
                <a16:creationId xmlns:a16="http://schemas.microsoft.com/office/drawing/2014/main" id="{FC26D615-A712-4745-A1F6-BF239824BB70}"/>
              </a:ext>
            </a:extLst>
          </p:cNvPr>
          <p:cNvSpPr>
            <a:spLocks xmlns:a="http://schemas.openxmlformats.org/drawingml/2006/main" noGrp="1"/>
          </p:cNvSpPr>
          <p:nvPr/>
        </p:nvSpPr>
        <p:spPr>
          <a:xfrm xmlns:a="http://schemas.openxmlformats.org/drawingml/2006/main">
            <a:off x="2591798"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6B4B0"/>
          </a:solidFill>
          <a:ln xmlns:a="http://schemas.openxmlformats.org/drawingml/2006/main" w="2205">
            <a:solidFill>
              <a:srgbClr val="FBFCFE"/>
            </a:solidFill>
            <a:prstDash val="solid"/>
          </a:ln>
        </p:spPr>
      </p:sp>
      <p:sp>
        <p:nvSpPr>
          <p:cNvPr id="871" name="Editable chart path">
            <a:extLst xmlns:a="http://schemas.openxmlformats.org/drawingml/2006/main">
              <a:ext uri="{FF2B5EF4-FFF2-40B4-BE49-F238E27FC236}">
                <a16:creationId xmlns:a16="http://schemas.microsoft.com/office/drawing/2014/main" id="{23346567-82F3-422D-B6E0-19A623B9255A}"/>
              </a:ext>
            </a:extLst>
          </p:cNvPr>
          <p:cNvSpPr>
            <a:spLocks xmlns:a="http://schemas.openxmlformats.org/drawingml/2006/main" noGrp="1"/>
          </p:cNvSpPr>
          <p:nvPr/>
        </p:nvSpPr>
        <p:spPr>
          <a:xfrm xmlns:a="http://schemas.openxmlformats.org/drawingml/2006/main">
            <a:off x="215429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1A5A1"/>
          </a:solidFill>
          <a:ln xmlns:a="http://schemas.openxmlformats.org/drawingml/2006/main" w="2205">
            <a:solidFill>
              <a:srgbClr val="FBFCFE"/>
            </a:solidFill>
            <a:prstDash val="solid"/>
          </a:ln>
        </p:spPr>
      </p:sp>
      <p:sp>
        <p:nvSpPr>
          <p:cNvPr id="872" name="Editable chart path">
            <a:extLst xmlns:a="http://schemas.openxmlformats.org/drawingml/2006/main">
              <a:ext uri="{FF2B5EF4-FFF2-40B4-BE49-F238E27FC236}">
                <a16:creationId xmlns:a16="http://schemas.microsoft.com/office/drawing/2014/main" id="{EAE3EB39-C2F6-4941-A3BC-1A85ADA3C24A}"/>
              </a:ext>
            </a:extLst>
          </p:cNvPr>
          <p:cNvSpPr>
            <a:spLocks xmlns:a="http://schemas.openxmlformats.org/drawingml/2006/main" noGrp="1"/>
          </p:cNvSpPr>
          <p:nvPr/>
        </p:nvSpPr>
        <p:spPr>
          <a:xfrm xmlns:a="http://schemas.openxmlformats.org/drawingml/2006/main">
            <a:off x="215429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A918C"/>
          </a:solidFill>
          <a:ln xmlns:a="http://schemas.openxmlformats.org/drawingml/2006/main" w="2205">
            <a:solidFill>
              <a:srgbClr val="FBFCFE"/>
            </a:solidFill>
            <a:prstDash val="solid"/>
          </a:ln>
        </p:spPr>
      </p:sp>
      <p:sp>
        <p:nvSpPr>
          <p:cNvPr id="873" name="Editable chart path">
            <a:extLst xmlns:a="http://schemas.openxmlformats.org/drawingml/2006/main">
              <a:ext uri="{FF2B5EF4-FFF2-40B4-BE49-F238E27FC236}">
                <a16:creationId xmlns:a16="http://schemas.microsoft.com/office/drawing/2014/main" id="{1F1E46A9-2157-49AA-8EA4-EC32C3E989B4}"/>
              </a:ext>
            </a:extLst>
          </p:cNvPr>
          <p:cNvSpPr>
            <a:spLocks xmlns:a="http://schemas.openxmlformats.org/drawingml/2006/main" noGrp="1"/>
          </p:cNvSpPr>
          <p:nvPr/>
        </p:nvSpPr>
        <p:spPr>
          <a:xfrm xmlns:a="http://schemas.openxmlformats.org/drawingml/2006/main">
            <a:off x="268901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8B5"/>
          </a:solidFill>
          <a:ln xmlns:a="http://schemas.openxmlformats.org/drawingml/2006/main" w="2205">
            <a:solidFill>
              <a:srgbClr val="FBFCFE"/>
            </a:solidFill>
            <a:prstDash val="solid"/>
          </a:ln>
        </p:spPr>
      </p:sp>
      <p:sp>
        <p:nvSpPr>
          <p:cNvPr id="874" name="Editable chart path">
            <a:extLst xmlns:a="http://schemas.openxmlformats.org/drawingml/2006/main">
              <a:ext uri="{FF2B5EF4-FFF2-40B4-BE49-F238E27FC236}">
                <a16:creationId xmlns:a16="http://schemas.microsoft.com/office/drawing/2014/main" id="{876E5A8E-72A2-42CB-B82F-B3507A9B0BF8}"/>
              </a:ext>
            </a:extLst>
          </p:cNvPr>
          <p:cNvSpPr>
            <a:spLocks xmlns:a="http://schemas.openxmlformats.org/drawingml/2006/main" noGrp="1"/>
          </p:cNvSpPr>
          <p:nvPr/>
        </p:nvSpPr>
        <p:spPr>
          <a:xfrm xmlns:a="http://schemas.openxmlformats.org/drawingml/2006/main">
            <a:off x="2591798"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875" name="Editable chart path">
            <a:extLst xmlns:a="http://schemas.openxmlformats.org/drawingml/2006/main">
              <a:ext uri="{FF2B5EF4-FFF2-40B4-BE49-F238E27FC236}">
                <a16:creationId xmlns:a16="http://schemas.microsoft.com/office/drawing/2014/main" id="{E9FBB538-FA22-41BA-B658-8A830DF8BC8C}"/>
              </a:ext>
            </a:extLst>
          </p:cNvPr>
          <p:cNvSpPr>
            <a:spLocks xmlns:a="http://schemas.openxmlformats.org/drawingml/2006/main" noGrp="1"/>
          </p:cNvSpPr>
          <p:nvPr/>
        </p:nvSpPr>
        <p:spPr>
          <a:xfrm xmlns:a="http://schemas.openxmlformats.org/drawingml/2006/main">
            <a:off x="3223740"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876" name="Editable chart path">
            <a:extLst xmlns:a="http://schemas.openxmlformats.org/drawingml/2006/main">
              <a:ext uri="{FF2B5EF4-FFF2-40B4-BE49-F238E27FC236}">
                <a16:creationId xmlns:a16="http://schemas.microsoft.com/office/drawing/2014/main" id="{106F89B8-1E32-421D-B323-E8CF97873FB1}"/>
              </a:ext>
            </a:extLst>
          </p:cNvPr>
          <p:cNvSpPr>
            <a:spLocks xmlns:a="http://schemas.openxmlformats.org/drawingml/2006/main" noGrp="1"/>
          </p:cNvSpPr>
          <p:nvPr/>
        </p:nvSpPr>
        <p:spPr>
          <a:xfrm xmlns:a="http://schemas.openxmlformats.org/drawingml/2006/main">
            <a:off x="264040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A928D"/>
          </a:solidFill>
          <a:ln xmlns:a="http://schemas.openxmlformats.org/drawingml/2006/main" w="2205">
            <a:solidFill>
              <a:srgbClr val="FBFCFE"/>
            </a:solidFill>
            <a:prstDash val="solid"/>
          </a:ln>
        </p:spPr>
      </p:sp>
      <p:sp>
        <p:nvSpPr>
          <p:cNvPr id="877" name="Editable chart path">
            <a:extLst xmlns:a="http://schemas.openxmlformats.org/drawingml/2006/main">
              <a:ext uri="{FF2B5EF4-FFF2-40B4-BE49-F238E27FC236}">
                <a16:creationId xmlns:a16="http://schemas.microsoft.com/office/drawing/2014/main" id="{D794CFCB-A37C-4327-8D23-A9A420FB6BF7}"/>
              </a:ext>
            </a:extLst>
          </p:cNvPr>
          <p:cNvSpPr>
            <a:spLocks xmlns:a="http://schemas.openxmlformats.org/drawingml/2006/main" noGrp="1"/>
          </p:cNvSpPr>
          <p:nvPr/>
        </p:nvSpPr>
        <p:spPr>
          <a:xfrm xmlns:a="http://schemas.openxmlformats.org/drawingml/2006/main">
            <a:off x="2883463"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8B5"/>
          </a:solidFill>
          <a:ln xmlns:a="http://schemas.openxmlformats.org/drawingml/2006/main" w="2205">
            <a:solidFill>
              <a:srgbClr val="FBFCFE"/>
            </a:solidFill>
            <a:prstDash val="solid"/>
          </a:ln>
        </p:spPr>
      </p:sp>
      <p:sp>
        <p:nvSpPr>
          <p:cNvPr id="878" name="Editable chart path">
            <a:extLst xmlns:a="http://schemas.openxmlformats.org/drawingml/2006/main">
              <a:ext uri="{FF2B5EF4-FFF2-40B4-BE49-F238E27FC236}">
                <a16:creationId xmlns:a16="http://schemas.microsoft.com/office/drawing/2014/main" id="{9E066D70-9FC2-4EEF-BE9C-6B5DE59DF862}"/>
              </a:ext>
            </a:extLst>
          </p:cNvPr>
          <p:cNvSpPr>
            <a:spLocks xmlns:a="http://schemas.openxmlformats.org/drawingml/2006/main" noGrp="1"/>
          </p:cNvSpPr>
          <p:nvPr/>
        </p:nvSpPr>
        <p:spPr>
          <a:xfrm xmlns:a="http://schemas.openxmlformats.org/drawingml/2006/main">
            <a:off x="268901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DCBC9"/>
          </a:solidFill>
          <a:ln xmlns:a="http://schemas.openxmlformats.org/drawingml/2006/main" w="2205">
            <a:solidFill>
              <a:srgbClr val="FBFCFE"/>
            </a:solidFill>
            <a:prstDash val="solid"/>
          </a:ln>
        </p:spPr>
      </p:sp>
      <p:sp>
        <p:nvSpPr>
          <p:cNvPr id="879" name="Editable chart path">
            <a:extLst xmlns:a="http://schemas.openxmlformats.org/drawingml/2006/main">
              <a:ext uri="{FF2B5EF4-FFF2-40B4-BE49-F238E27FC236}">
                <a16:creationId xmlns:a16="http://schemas.microsoft.com/office/drawing/2014/main" id="{B6373ADC-E248-4830-80BD-8262D806D768}"/>
              </a:ext>
            </a:extLst>
          </p:cNvPr>
          <p:cNvSpPr>
            <a:spLocks xmlns:a="http://schemas.openxmlformats.org/drawingml/2006/main" noGrp="1"/>
          </p:cNvSpPr>
          <p:nvPr/>
        </p:nvSpPr>
        <p:spPr>
          <a:xfrm xmlns:a="http://schemas.openxmlformats.org/drawingml/2006/main">
            <a:off x="186263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AB6"/>
          </a:solidFill>
          <a:ln xmlns:a="http://schemas.openxmlformats.org/drawingml/2006/main" w="2205">
            <a:solidFill>
              <a:srgbClr val="FBFCFE"/>
            </a:solidFill>
            <a:prstDash val="solid"/>
          </a:ln>
        </p:spPr>
      </p:sp>
      <p:sp>
        <p:nvSpPr>
          <p:cNvPr id="880" name="Editable chart path">
            <a:extLst xmlns:a="http://schemas.openxmlformats.org/drawingml/2006/main">
              <a:ext uri="{FF2B5EF4-FFF2-40B4-BE49-F238E27FC236}">
                <a16:creationId xmlns:a16="http://schemas.microsoft.com/office/drawing/2014/main" id="{EC791461-F183-4AFE-9AC9-E084AA7C155A}"/>
              </a:ext>
            </a:extLst>
          </p:cNvPr>
          <p:cNvSpPr>
            <a:spLocks xmlns:a="http://schemas.openxmlformats.org/drawingml/2006/main" noGrp="1"/>
          </p:cNvSpPr>
          <p:nvPr/>
        </p:nvSpPr>
        <p:spPr>
          <a:xfrm xmlns:a="http://schemas.openxmlformats.org/drawingml/2006/main">
            <a:off x="220291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881" name="Editable chart path">
            <a:extLst xmlns:a="http://schemas.openxmlformats.org/drawingml/2006/main">
              <a:ext uri="{FF2B5EF4-FFF2-40B4-BE49-F238E27FC236}">
                <a16:creationId xmlns:a16="http://schemas.microsoft.com/office/drawing/2014/main" id="{848F4995-B970-4300-B409-08913069A94A}"/>
              </a:ext>
            </a:extLst>
          </p:cNvPr>
          <p:cNvSpPr>
            <a:spLocks xmlns:a="http://schemas.openxmlformats.org/drawingml/2006/main" noGrp="1"/>
          </p:cNvSpPr>
          <p:nvPr/>
        </p:nvSpPr>
        <p:spPr>
          <a:xfrm xmlns:a="http://schemas.openxmlformats.org/drawingml/2006/main">
            <a:off x="2348743"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1A6A2"/>
          </a:solidFill>
          <a:ln xmlns:a="http://schemas.openxmlformats.org/drawingml/2006/main" w="2205">
            <a:solidFill>
              <a:srgbClr val="FBFCFE"/>
            </a:solidFill>
            <a:prstDash val="solid"/>
          </a:ln>
        </p:spPr>
      </p:sp>
      <p:sp>
        <p:nvSpPr>
          <p:cNvPr id="882" name="Editable chart path">
            <a:extLst xmlns:a="http://schemas.openxmlformats.org/drawingml/2006/main">
              <a:ext uri="{FF2B5EF4-FFF2-40B4-BE49-F238E27FC236}">
                <a16:creationId xmlns:a16="http://schemas.microsoft.com/office/drawing/2014/main" id="{B590A027-E25C-423E-B544-F8D72FDF579B}"/>
              </a:ext>
            </a:extLst>
          </p:cNvPr>
          <p:cNvSpPr>
            <a:spLocks xmlns:a="http://schemas.openxmlformats.org/drawingml/2006/main" noGrp="1"/>
          </p:cNvSpPr>
          <p:nvPr/>
        </p:nvSpPr>
        <p:spPr>
          <a:xfrm xmlns:a="http://schemas.openxmlformats.org/drawingml/2006/main">
            <a:off x="307790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ECC"/>
          </a:solidFill>
          <a:ln xmlns:a="http://schemas.openxmlformats.org/drawingml/2006/main" w="2205">
            <a:solidFill>
              <a:srgbClr val="FBFCFE"/>
            </a:solidFill>
            <a:prstDash val="solid"/>
          </a:ln>
        </p:spPr>
      </p:sp>
      <p:sp>
        <p:nvSpPr>
          <p:cNvPr id="883" name="Editable chart path">
            <a:extLst xmlns:a="http://schemas.openxmlformats.org/drawingml/2006/main">
              <a:ext uri="{FF2B5EF4-FFF2-40B4-BE49-F238E27FC236}">
                <a16:creationId xmlns:a16="http://schemas.microsoft.com/office/drawing/2014/main" id="{9D6718BE-2C4D-43B6-A448-09CFCDB5C698}"/>
              </a:ext>
            </a:extLst>
          </p:cNvPr>
          <p:cNvSpPr>
            <a:spLocks xmlns:a="http://schemas.openxmlformats.org/drawingml/2006/main" noGrp="1"/>
          </p:cNvSpPr>
          <p:nvPr/>
        </p:nvSpPr>
        <p:spPr>
          <a:xfrm xmlns:a="http://schemas.openxmlformats.org/drawingml/2006/main">
            <a:off x="195985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1A5A1"/>
          </a:solidFill>
          <a:ln xmlns:a="http://schemas.openxmlformats.org/drawingml/2006/main" w="2205">
            <a:solidFill>
              <a:srgbClr val="FBFCFE"/>
            </a:solidFill>
            <a:prstDash val="solid"/>
          </a:ln>
        </p:spPr>
      </p:sp>
      <p:sp>
        <p:nvSpPr>
          <p:cNvPr id="884" name="Editable chart path">
            <a:extLst xmlns:a="http://schemas.openxmlformats.org/drawingml/2006/main">
              <a:ext uri="{FF2B5EF4-FFF2-40B4-BE49-F238E27FC236}">
                <a16:creationId xmlns:a16="http://schemas.microsoft.com/office/drawing/2014/main" id="{6A2C336C-EE24-462E-8F31-15FD90B239B5}"/>
              </a:ext>
            </a:extLst>
          </p:cNvPr>
          <p:cNvSpPr>
            <a:spLocks xmlns:a="http://schemas.openxmlformats.org/drawingml/2006/main" noGrp="1"/>
          </p:cNvSpPr>
          <p:nvPr/>
        </p:nvSpPr>
        <p:spPr>
          <a:xfrm xmlns:a="http://schemas.openxmlformats.org/drawingml/2006/main">
            <a:off x="268901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DDB"/>
          </a:solidFill>
          <a:ln xmlns:a="http://schemas.openxmlformats.org/drawingml/2006/main" w="2205">
            <a:solidFill>
              <a:srgbClr val="FBFCFE"/>
            </a:solidFill>
            <a:prstDash val="solid"/>
          </a:ln>
        </p:spPr>
      </p:sp>
      <p:sp>
        <p:nvSpPr>
          <p:cNvPr id="885" name="Editable chart path">
            <a:extLst xmlns:a="http://schemas.openxmlformats.org/drawingml/2006/main">
              <a:ext uri="{FF2B5EF4-FFF2-40B4-BE49-F238E27FC236}">
                <a16:creationId xmlns:a16="http://schemas.microsoft.com/office/drawing/2014/main" id="{C6F77042-E522-403D-B0E5-17662B8C3E1E}"/>
              </a:ext>
            </a:extLst>
          </p:cNvPr>
          <p:cNvSpPr>
            <a:spLocks xmlns:a="http://schemas.openxmlformats.org/drawingml/2006/main" noGrp="1"/>
          </p:cNvSpPr>
          <p:nvPr/>
        </p:nvSpPr>
        <p:spPr>
          <a:xfrm xmlns:a="http://schemas.openxmlformats.org/drawingml/2006/main">
            <a:off x="210568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D9B96"/>
          </a:solidFill>
          <a:ln xmlns:a="http://schemas.openxmlformats.org/drawingml/2006/main" w="2205">
            <a:solidFill>
              <a:srgbClr val="FBFCFE"/>
            </a:solidFill>
            <a:prstDash val="solid"/>
          </a:ln>
        </p:spPr>
      </p:sp>
      <p:sp>
        <p:nvSpPr>
          <p:cNvPr id="886" name="Editable chart path">
            <a:extLst xmlns:a="http://schemas.openxmlformats.org/drawingml/2006/main">
              <a:ext uri="{FF2B5EF4-FFF2-40B4-BE49-F238E27FC236}">
                <a16:creationId xmlns:a16="http://schemas.microsoft.com/office/drawing/2014/main" id="{B0169C33-3043-4B93-B1AB-32CABFB143A2}"/>
              </a:ext>
            </a:extLst>
          </p:cNvPr>
          <p:cNvSpPr>
            <a:spLocks xmlns:a="http://schemas.openxmlformats.org/drawingml/2006/main" noGrp="1"/>
          </p:cNvSpPr>
          <p:nvPr/>
        </p:nvSpPr>
        <p:spPr>
          <a:xfrm xmlns:a="http://schemas.openxmlformats.org/drawingml/2006/main">
            <a:off x="273763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4B0AC"/>
          </a:solidFill>
          <a:ln xmlns:a="http://schemas.openxmlformats.org/drawingml/2006/main" w="2205">
            <a:solidFill>
              <a:srgbClr val="FBFCFE"/>
            </a:solidFill>
            <a:prstDash val="solid"/>
          </a:ln>
        </p:spPr>
      </p:sp>
      <p:sp>
        <p:nvSpPr>
          <p:cNvPr id="887" name="Editable chart path">
            <a:extLst xmlns:a="http://schemas.openxmlformats.org/drawingml/2006/main">
              <a:ext uri="{FF2B5EF4-FFF2-40B4-BE49-F238E27FC236}">
                <a16:creationId xmlns:a16="http://schemas.microsoft.com/office/drawing/2014/main" id="{4464EB12-2FB5-4D14-922A-DC39AAAB53BA}"/>
              </a:ext>
            </a:extLst>
          </p:cNvPr>
          <p:cNvSpPr>
            <a:spLocks xmlns:a="http://schemas.openxmlformats.org/drawingml/2006/main" noGrp="1"/>
          </p:cNvSpPr>
          <p:nvPr/>
        </p:nvSpPr>
        <p:spPr>
          <a:xfrm xmlns:a="http://schemas.openxmlformats.org/drawingml/2006/main">
            <a:off x="288346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2AAA6"/>
          </a:solidFill>
          <a:ln xmlns:a="http://schemas.openxmlformats.org/drawingml/2006/main" w="2205">
            <a:solidFill>
              <a:srgbClr val="FBFCFE"/>
            </a:solidFill>
            <a:prstDash val="solid"/>
          </a:ln>
        </p:spPr>
      </p:sp>
      <p:sp>
        <p:nvSpPr>
          <p:cNvPr id="888" name="Editable chart path">
            <a:extLst xmlns:a="http://schemas.openxmlformats.org/drawingml/2006/main">
              <a:ext uri="{FF2B5EF4-FFF2-40B4-BE49-F238E27FC236}">
                <a16:creationId xmlns:a16="http://schemas.microsoft.com/office/drawing/2014/main" id="{D4BDD95B-C7A9-4138-B9CF-072D9E053CD9}"/>
              </a:ext>
            </a:extLst>
          </p:cNvPr>
          <p:cNvSpPr>
            <a:spLocks xmlns:a="http://schemas.openxmlformats.org/drawingml/2006/main" noGrp="1"/>
          </p:cNvSpPr>
          <p:nvPr/>
        </p:nvSpPr>
        <p:spPr>
          <a:xfrm xmlns:a="http://schemas.openxmlformats.org/drawingml/2006/main">
            <a:off x="2932074"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0A39F"/>
          </a:solidFill>
          <a:ln xmlns:a="http://schemas.openxmlformats.org/drawingml/2006/main" w="2205">
            <a:solidFill>
              <a:srgbClr val="FBFCFE"/>
            </a:solidFill>
            <a:prstDash val="solid"/>
          </a:ln>
        </p:spPr>
      </p:sp>
      <p:sp>
        <p:nvSpPr>
          <p:cNvPr id="889" name="Editable chart path">
            <a:extLst xmlns:a="http://schemas.openxmlformats.org/drawingml/2006/main">
              <a:ext uri="{FF2B5EF4-FFF2-40B4-BE49-F238E27FC236}">
                <a16:creationId xmlns:a16="http://schemas.microsoft.com/office/drawing/2014/main" id="{4CA0AE24-D97A-4544-9DA0-B1C9FB489B67}"/>
              </a:ext>
            </a:extLst>
          </p:cNvPr>
          <p:cNvSpPr>
            <a:spLocks xmlns:a="http://schemas.openxmlformats.org/drawingml/2006/main" noGrp="1"/>
          </p:cNvSpPr>
          <p:nvPr/>
        </p:nvSpPr>
        <p:spPr>
          <a:xfrm xmlns:a="http://schemas.openxmlformats.org/drawingml/2006/main">
            <a:off x="317512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8BBB8"/>
          </a:solidFill>
          <a:ln xmlns:a="http://schemas.openxmlformats.org/drawingml/2006/main" w="2205">
            <a:solidFill>
              <a:srgbClr val="FBFCFE"/>
            </a:solidFill>
            <a:prstDash val="solid"/>
          </a:ln>
        </p:spPr>
      </p:sp>
      <p:sp>
        <p:nvSpPr>
          <p:cNvPr id="890" name="Editable chart path">
            <a:extLst xmlns:a="http://schemas.openxmlformats.org/drawingml/2006/main">
              <a:ext uri="{FF2B5EF4-FFF2-40B4-BE49-F238E27FC236}">
                <a16:creationId xmlns:a16="http://schemas.microsoft.com/office/drawing/2014/main" id="{ED66F767-F0F9-4E73-B2A0-37EF5CEC1F1A}"/>
              </a:ext>
            </a:extLst>
          </p:cNvPr>
          <p:cNvSpPr>
            <a:spLocks xmlns:a="http://schemas.openxmlformats.org/drawingml/2006/main" noGrp="1"/>
          </p:cNvSpPr>
          <p:nvPr/>
        </p:nvSpPr>
        <p:spPr>
          <a:xfrm xmlns:a="http://schemas.openxmlformats.org/drawingml/2006/main">
            <a:off x="2397354"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2A9A5"/>
          </a:solidFill>
          <a:ln xmlns:a="http://schemas.openxmlformats.org/drawingml/2006/main" w="2205">
            <a:solidFill>
              <a:srgbClr val="FBFCFE"/>
            </a:solidFill>
            <a:prstDash val="solid"/>
          </a:ln>
        </p:spPr>
      </p:sp>
      <p:sp>
        <p:nvSpPr>
          <p:cNvPr id="891" name="Editable chart path">
            <a:extLst xmlns:a="http://schemas.openxmlformats.org/drawingml/2006/main">
              <a:ext uri="{FF2B5EF4-FFF2-40B4-BE49-F238E27FC236}">
                <a16:creationId xmlns:a16="http://schemas.microsoft.com/office/drawing/2014/main" id="{86F6933B-806C-46F6-9267-1BF82E029782}"/>
              </a:ext>
            </a:extLst>
          </p:cNvPr>
          <p:cNvSpPr>
            <a:spLocks xmlns:a="http://schemas.openxmlformats.org/drawingml/2006/main" noGrp="1"/>
          </p:cNvSpPr>
          <p:nvPr/>
        </p:nvSpPr>
        <p:spPr>
          <a:xfrm xmlns:a="http://schemas.openxmlformats.org/drawingml/2006/main">
            <a:off x="2786241"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1BE"/>
          </a:solidFill>
          <a:ln xmlns:a="http://schemas.openxmlformats.org/drawingml/2006/main" w="2205">
            <a:solidFill>
              <a:srgbClr val="FBFCFE"/>
            </a:solidFill>
            <a:prstDash val="solid"/>
          </a:ln>
        </p:spPr>
      </p:sp>
      <p:sp>
        <p:nvSpPr>
          <p:cNvPr id="892" name="Editable chart path">
            <a:extLst xmlns:a="http://schemas.openxmlformats.org/drawingml/2006/main">
              <a:ext uri="{FF2B5EF4-FFF2-40B4-BE49-F238E27FC236}">
                <a16:creationId xmlns:a16="http://schemas.microsoft.com/office/drawing/2014/main" id="{96A62319-7E38-49FC-ABE4-751F710DE1F3}"/>
              </a:ext>
            </a:extLst>
          </p:cNvPr>
          <p:cNvSpPr>
            <a:spLocks xmlns:a="http://schemas.openxmlformats.org/drawingml/2006/main" noGrp="1"/>
          </p:cNvSpPr>
          <p:nvPr/>
        </p:nvSpPr>
        <p:spPr>
          <a:xfrm xmlns:a="http://schemas.openxmlformats.org/drawingml/2006/main">
            <a:off x="312651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893" name="Editable chart path">
            <a:extLst xmlns:a="http://schemas.openxmlformats.org/drawingml/2006/main">
              <a:ext uri="{FF2B5EF4-FFF2-40B4-BE49-F238E27FC236}">
                <a16:creationId xmlns:a16="http://schemas.microsoft.com/office/drawing/2014/main" id="{077BDB1E-A68C-4CB7-B4AB-BF3CA60FB074}"/>
              </a:ext>
            </a:extLst>
          </p:cNvPr>
          <p:cNvSpPr>
            <a:spLocks xmlns:a="http://schemas.openxmlformats.org/drawingml/2006/main" noGrp="1"/>
          </p:cNvSpPr>
          <p:nvPr/>
        </p:nvSpPr>
        <p:spPr>
          <a:xfrm xmlns:a="http://schemas.openxmlformats.org/drawingml/2006/main">
            <a:off x="2786241"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6B5B2"/>
          </a:solidFill>
          <a:ln xmlns:a="http://schemas.openxmlformats.org/drawingml/2006/main" w="2205">
            <a:solidFill>
              <a:srgbClr val="FBFCFE"/>
            </a:solidFill>
            <a:prstDash val="solid"/>
          </a:ln>
        </p:spPr>
      </p:sp>
      <p:sp>
        <p:nvSpPr>
          <p:cNvPr id="894" name="Editable chart path">
            <a:extLst xmlns:a="http://schemas.openxmlformats.org/drawingml/2006/main">
              <a:ext uri="{FF2B5EF4-FFF2-40B4-BE49-F238E27FC236}">
                <a16:creationId xmlns:a16="http://schemas.microsoft.com/office/drawing/2014/main" id="{530E942A-73D8-4887-B452-8F105A2DA84B}"/>
              </a:ext>
            </a:extLst>
          </p:cNvPr>
          <p:cNvSpPr>
            <a:spLocks xmlns:a="http://schemas.openxmlformats.org/drawingml/2006/main" noGrp="1"/>
          </p:cNvSpPr>
          <p:nvPr/>
        </p:nvSpPr>
        <p:spPr>
          <a:xfrm xmlns:a="http://schemas.openxmlformats.org/drawingml/2006/main">
            <a:off x="2348743"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9BEBB"/>
          </a:solidFill>
          <a:ln xmlns:a="http://schemas.openxmlformats.org/drawingml/2006/main" w="2205">
            <a:solidFill>
              <a:srgbClr val="FBFCFE"/>
            </a:solidFill>
            <a:prstDash val="solid"/>
          </a:ln>
        </p:spPr>
      </p:sp>
      <p:sp>
        <p:nvSpPr>
          <p:cNvPr id="895" name="Editable chart path">
            <a:extLst xmlns:a="http://schemas.openxmlformats.org/drawingml/2006/main">
              <a:ext uri="{FF2B5EF4-FFF2-40B4-BE49-F238E27FC236}">
                <a16:creationId xmlns:a16="http://schemas.microsoft.com/office/drawing/2014/main" id="{E2B67F30-9B71-4A9D-B9A8-2D9E913B3E0C}"/>
              </a:ext>
            </a:extLst>
          </p:cNvPr>
          <p:cNvSpPr>
            <a:spLocks xmlns:a="http://schemas.openxmlformats.org/drawingml/2006/main" noGrp="1"/>
          </p:cNvSpPr>
          <p:nvPr/>
        </p:nvSpPr>
        <p:spPr>
          <a:xfrm xmlns:a="http://schemas.openxmlformats.org/drawingml/2006/main">
            <a:off x="283485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9D7"/>
          </a:solidFill>
          <a:ln xmlns:a="http://schemas.openxmlformats.org/drawingml/2006/main" w="2205">
            <a:solidFill>
              <a:srgbClr val="FBFCFE"/>
            </a:solidFill>
            <a:prstDash val="solid"/>
          </a:ln>
        </p:spPr>
      </p:sp>
      <p:sp>
        <p:nvSpPr>
          <p:cNvPr id="896" name="Editable chart path">
            <a:extLst xmlns:a="http://schemas.openxmlformats.org/drawingml/2006/main">
              <a:ext uri="{FF2B5EF4-FFF2-40B4-BE49-F238E27FC236}">
                <a16:creationId xmlns:a16="http://schemas.microsoft.com/office/drawing/2014/main" id="{D52DD14C-6E49-4FFD-A27F-B9DD6B3A815D}"/>
              </a:ext>
            </a:extLst>
          </p:cNvPr>
          <p:cNvSpPr>
            <a:spLocks xmlns:a="http://schemas.openxmlformats.org/drawingml/2006/main" noGrp="1"/>
          </p:cNvSpPr>
          <p:nvPr/>
        </p:nvSpPr>
        <p:spPr>
          <a:xfrm xmlns:a="http://schemas.openxmlformats.org/drawingml/2006/main">
            <a:off x="220291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1A6A2"/>
          </a:solidFill>
          <a:ln xmlns:a="http://schemas.openxmlformats.org/drawingml/2006/main" w="2205">
            <a:solidFill>
              <a:srgbClr val="FBFCFE"/>
            </a:solidFill>
            <a:prstDash val="solid"/>
          </a:ln>
        </p:spPr>
      </p:sp>
      <p:sp>
        <p:nvSpPr>
          <p:cNvPr id="897" name="Editable chart path">
            <a:extLst xmlns:a="http://schemas.openxmlformats.org/drawingml/2006/main">
              <a:ext uri="{FF2B5EF4-FFF2-40B4-BE49-F238E27FC236}">
                <a16:creationId xmlns:a16="http://schemas.microsoft.com/office/drawing/2014/main" id="{BF1BD82D-9D90-4BF4-91BE-82E300BF5384}"/>
              </a:ext>
            </a:extLst>
          </p:cNvPr>
          <p:cNvSpPr>
            <a:spLocks xmlns:a="http://schemas.openxmlformats.org/drawingml/2006/main" noGrp="1"/>
          </p:cNvSpPr>
          <p:nvPr/>
        </p:nvSpPr>
        <p:spPr>
          <a:xfrm xmlns:a="http://schemas.openxmlformats.org/drawingml/2006/main">
            <a:off x="2543187"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7B3"/>
          </a:solidFill>
          <a:ln xmlns:a="http://schemas.openxmlformats.org/drawingml/2006/main" w="2205">
            <a:solidFill>
              <a:srgbClr val="FBFCFE"/>
            </a:solidFill>
            <a:prstDash val="solid"/>
          </a:ln>
        </p:spPr>
      </p:sp>
      <p:sp>
        <p:nvSpPr>
          <p:cNvPr id="898" name="Editable chart path">
            <a:extLst xmlns:a="http://schemas.openxmlformats.org/drawingml/2006/main">
              <a:ext uri="{FF2B5EF4-FFF2-40B4-BE49-F238E27FC236}">
                <a16:creationId xmlns:a16="http://schemas.microsoft.com/office/drawing/2014/main" id="{D892732D-E577-4A57-981A-FF748726E5DD}"/>
              </a:ext>
            </a:extLst>
          </p:cNvPr>
          <p:cNvSpPr>
            <a:spLocks xmlns:a="http://schemas.openxmlformats.org/drawingml/2006/main" noGrp="1"/>
          </p:cNvSpPr>
          <p:nvPr/>
        </p:nvSpPr>
        <p:spPr>
          <a:xfrm xmlns:a="http://schemas.openxmlformats.org/drawingml/2006/main">
            <a:off x="2737630"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FD1CE"/>
          </a:solidFill>
          <a:ln xmlns:a="http://schemas.openxmlformats.org/drawingml/2006/main" w="2205">
            <a:solidFill>
              <a:srgbClr val="FBFCFE"/>
            </a:solidFill>
            <a:prstDash val="solid"/>
          </a:ln>
        </p:spPr>
      </p:sp>
      <p:sp>
        <p:nvSpPr>
          <p:cNvPr id="899" name="Editable chart path">
            <a:extLst xmlns:a="http://schemas.openxmlformats.org/drawingml/2006/main">
              <a:ext uri="{FF2B5EF4-FFF2-40B4-BE49-F238E27FC236}">
                <a16:creationId xmlns:a16="http://schemas.microsoft.com/office/drawing/2014/main" id="{1B3A0277-42A0-4F4A-A9A4-47D16CC9076F}"/>
              </a:ext>
            </a:extLst>
          </p:cNvPr>
          <p:cNvSpPr>
            <a:spLocks xmlns:a="http://schemas.openxmlformats.org/drawingml/2006/main" noGrp="1"/>
          </p:cNvSpPr>
          <p:nvPr/>
        </p:nvSpPr>
        <p:spPr>
          <a:xfrm xmlns:a="http://schemas.openxmlformats.org/drawingml/2006/main">
            <a:off x="273763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BC3C0"/>
          </a:solidFill>
          <a:ln xmlns:a="http://schemas.openxmlformats.org/drawingml/2006/main" w="2205">
            <a:solidFill>
              <a:srgbClr val="FBFCFE"/>
            </a:solidFill>
            <a:prstDash val="solid"/>
          </a:ln>
        </p:spPr>
      </p:sp>
      <p:sp>
        <p:nvSpPr>
          <p:cNvPr id="900" name="Editable chart path">
            <a:extLst xmlns:a="http://schemas.openxmlformats.org/drawingml/2006/main">
              <a:ext uri="{FF2B5EF4-FFF2-40B4-BE49-F238E27FC236}">
                <a16:creationId xmlns:a16="http://schemas.microsoft.com/office/drawing/2014/main" id="{9D13832E-830E-47D5-A07C-25B7EEFD3FA3}"/>
              </a:ext>
            </a:extLst>
          </p:cNvPr>
          <p:cNvSpPr>
            <a:spLocks xmlns:a="http://schemas.openxmlformats.org/drawingml/2006/main" noGrp="1"/>
          </p:cNvSpPr>
          <p:nvPr/>
        </p:nvSpPr>
        <p:spPr>
          <a:xfrm xmlns:a="http://schemas.openxmlformats.org/drawingml/2006/main">
            <a:off x="215429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2BF"/>
          </a:solidFill>
          <a:ln xmlns:a="http://schemas.openxmlformats.org/drawingml/2006/main" w="2205">
            <a:solidFill>
              <a:srgbClr val="FBFCFE"/>
            </a:solidFill>
            <a:prstDash val="solid"/>
          </a:ln>
        </p:spPr>
      </p:sp>
      <p:sp>
        <p:nvSpPr>
          <p:cNvPr id="901" name="Editable chart path">
            <a:extLst xmlns:a="http://schemas.openxmlformats.org/drawingml/2006/main">
              <a:ext uri="{FF2B5EF4-FFF2-40B4-BE49-F238E27FC236}">
                <a16:creationId xmlns:a16="http://schemas.microsoft.com/office/drawing/2014/main" id="{D4AD4B4C-0504-4501-B934-1F8FBAB2453C}"/>
              </a:ext>
            </a:extLst>
          </p:cNvPr>
          <p:cNvSpPr>
            <a:spLocks xmlns:a="http://schemas.openxmlformats.org/drawingml/2006/main" noGrp="1"/>
          </p:cNvSpPr>
          <p:nvPr/>
        </p:nvSpPr>
        <p:spPr>
          <a:xfrm xmlns:a="http://schemas.openxmlformats.org/drawingml/2006/main">
            <a:off x="293207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5C3"/>
          </a:solidFill>
          <a:ln xmlns:a="http://schemas.openxmlformats.org/drawingml/2006/main" w="2205">
            <a:solidFill>
              <a:srgbClr val="FBFCFE"/>
            </a:solidFill>
            <a:prstDash val="solid"/>
          </a:ln>
        </p:spPr>
      </p:sp>
      <p:sp>
        <p:nvSpPr>
          <p:cNvPr id="902" name="Editable chart path">
            <a:extLst xmlns:a="http://schemas.openxmlformats.org/drawingml/2006/main">
              <a:ext uri="{FF2B5EF4-FFF2-40B4-BE49-F238E27FC236}">
                <a16:creationId xmlns:a16="http://schemas.microsoft.com/office/drawing/2014/main" id="{F2558CD1-7049-403D-A364-2770C7B81539}"/>
              </a:ext>
            </a:extLst>
          </p:cNvPr>
          <p:cNvSpPr>
            <a:spLocks xmlns:a="http://schemas.openxmlformats.org/drawingml/2006/main" noGrp="1"/>
          </p:cNvSpPr>
          <p:nvPr/>
        </p:nvSpPr>
        <p:spPr>
          <a:xfrm xmlns:a="http://schemas.openxmlformats.org/drawingml/2006/main">
            <a:off x="288346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8BBB8"/>
          </a:solidFill>
          <a:ln xmlns:a="http://schemas.openxmlformats.org/drawingml/2006/main" w="2205">
            <a:solidFill>
              <a:srgbClr val="FBFCFE"/>
            </a:solidFill>
            <a:prstDash val="solid"/>
          </a:ln>
        </p:spPr>
      </p:sp>
      <p:sp>
        <p:nvSpPr>
          <p:cNvPr id="903" name="Editable chart path">
            <a:extLst xmlns:a="http://schemas.openxmlformats.org/drawingml/2006/main">
              <a:ext uri="{FF2B5EF4-FFF2-40B4-BE49-F238E27FC236}">
                <a16:creationId xmlns:a16="http://schemas.microsoft.com/office/drawing/2014/main" id="{B6A7EF8B-43B8-40D4-AED6-071E5A5AA8E0}"/>
              </a:ext>
            </a:extLst>
          </p:cNvPr>
          <p:cNvSpPr>
            <a:spLocks xmlns:a="http://schemas.openxmlformats.org/drawingml/2006/main" noGrp="1"/>
          </p:cNvSpPr>
          <p:nvPr/>
        </p:nvSpPr>
        <p:spPr>
          <a:xfrm xmlns:a="http://schemas.openxmlformats.org/drawingml/2006/main">
            <a:off x="2397354"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2BF"/>
          </a:solidFill>
          <a:ln xmlns:a="http://schemas.openxmlformats.org/drawingml/2006/main" w="2205">
            <a:solidFill>
              <a:srgbClr val="FBFCFE"/>
            </a:solidFill>
            <a:prstDash val="solid"/>
          </a:ln>
        </p:spPr>
      </p:sp>
      <p:sp>
        <p:nvSpPr>
          <p:cNvPr id="904" name="Editable chart path">
            <a:extLst xmlns:a="http://schemas.openxmlformats.org/drawingml/2006/main">
              <a:ext uri="{FF2B5EF4-FFF2-40B4-BE49-F238E27FC236}">
                <a16:creationId xmlns:a16="http://schemas.microsoft.com/office/drawing/2014/main" id="{6249ACF9-D467-4459-B08C-55CFF8727931}"/>
              </a:ext>
            </a:extLst>
          </p:cNvPr>
          <p:cNvSpPr>
            <a:spLocks xmlns:a="http://schemas.openxmlformats.org/drawingml/2006/main" noGrp="1"/>
          </p:cNvSpPr>
          <p:nvPr/>
        </p:nvSpPr>
        <p:spPr>
          <a:xfrm xmlns:a="http://schemas.openxmlformats.org/drawingml/2006/main">
            <a:off x="220291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1A5A1"/>
          </a:solidFill>
          <a:ln xmlns:a="http://schemas.openxmlformats.org/drawingml/2006/main" w="2205">
            <a:solidFill>
              <a:srgbClr val="FBFCFE"/>
            </a:solidFill>
            <a:prstDash val="solid"/>
          </a:ln>
        </p:spPr>
      </p:sp>
      <p:sp>
        <p:nvSpPr>
          <p:cNvPr id="905" name="Editable chart path">
            <a:extLst xmlns:a="http://schemas.openxmlformats.org/drawingml/2006/main">
              <a:ext uri="{FF2B5EF4-FFF2-40B4-BE49-F238E27FC236}">
                <a16:creationId xmlns:a16="http://schemas.microsoft.com/office/drawing/2014/main" id="{169A3AC1-8C19-4C09-9916-6C748E8BA9E4}"/>
              </a:ext>
            </a:extLst>
          </p:cNvPr>
          <p:cNvSpPr>
            <a:spLocks xmlns:a="http://schemas.openxmlformats.org/drawingml/2006/main" noGrp="1"/>
          </p:cNvSpPr>
          <p:nvPr/>
        </p:nvSpPr>
        <p:spPr>
          <a:xfrm xmlns:a="http://schemas.openxmlformats.org/drawingml/2006/main">
            <a:off x="210568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5B1AD"/>
          </a:solidFill>
          <a:ln xmlns:a="http://schemas.openxmlformats.org/drawingml/2006/main" w="2205">
            <a:solidFill>
              <a:srgbClr val="FBFCFE"/>
            </a:solidFill>
            <a:prstDash val="solid"/>
          </a:ln>
        </p:spPr>
      </p:sp>
      <p:sp>
        <p:nvSpPr>
          <p:cNvPr id="906" name="Editable chart path">
            <a:extLst xmlns:a="http://schemas.openxmlformats.org/drawingml/2006/main">
              <a:ext uri="{FF2B5EF4-FFF2-40B4-BE49-F238E27FC236}">
                <a16:creationId xmlns:a16="http://schemas.microsoft.com/office/drawing/2014/main" id="{044FE4B1-E639-4E55-95EB-4F55A3A52458}"/>
              </a:ext>
            </a:extLst>
          </p:cNvPr>
          <p:cNvSpPr>
            <a:spLocks xmlns:a="http://schemas.openxmlformats.org/drawingml/2006/main" noGrp="1"/>
          </p:cNvSpPr>
          <p:nvPr/>
        </p:nvSpPr>
        <p:spPr>
          <a:xfrm xmlns:a="http://schemas.openxmlformats.org/drawingml/2006/main">
            <a:off x="317512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0A39F"/>
          </a:solidFill>
          <a:ln xmlns:a="http://schemas.openxmlformats.org/drawingml/2006/main" w="2205">
            <a:solidFill>
              <a:srgbClr val="FBFCFE"/>
            </a:solidFill>
            <a:prstDash val="solid"/>
          </a:ln>
        </p:spPr>
      </p:sp>
      <p:sp>
        <p:nvSpPr>
          <p:cNvPr id="907" name="Editable chart path">
            <a:extLst xmlns:a="http://schemas.openxmlformats.org/drawingml/2006/main">
              <a:ext uri="{FF2B5EF4-FFF2-40B4-BE49-F238E27FC236}">
                <a16:creationId xmlns:a16="http://schemas.microsoft.com/office/drawing/2014/main" id="{BDA4F719-574A-4A21-BA9D-BD350A8F2F21}"/>
              </a:ext>
            </a:extLst>
          </p:cNvPr>
          <p:cNvSpPr>
            <a:spLocks xmlns:a="http://schemas.openxmlformats.org/drawingml/2006/main" noGrp="1"/>
          </p:cNvSpPr>
          <p:nvPr/>
        </p:nvSpPr>
        <p:spPr>
          <a:xfrm xmlns:a="http://schemas.openxmlformats.org/drawingml/2006/main">
            <a:off x="312651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2BF"/>
          </a:solidFill>
          <a:ln xmlns:a="http://schemas.openxmlformats.org/drawingml/2006/main" w="2205">
            <a:solidFill>
              <a:srgbClr val="FBFCFE"/>
            </a:solidFill>
            <a:prstDash val="solid"/>
          </a:ln>
        </p:spPr>
      </p:sp>
      <p:sp>
        <p:nvSpPr>
          <p:cNvPr id="908" name="Editable chart path">
            <a:extLst xmlns:a="http://schemas.openxmlformats.org/drawingml/2006/main">
              <a:ext uri="{FF2B5EF4-FFF2-40B4-BE49-F238E27FC236}">
                <a16:creationId xmlns:a16="http://schemas.microsoft.com/office/drawing/2014/main" id="{4052B001-3D7C-4E2B-8ACD-8A077627ACDF}"/>
              </a:ext>
            </a:extLst>
          </p:cNvPr>
          <p:cNvSpPr>
            <a:spLocks xmlns:a="http://schemas.openxmlformats.org/drawingml/2006/main" noGrp="1"/>
          </p:cNvSpPr>
          <p:nvPr/>
        </p:nvSpPr>
        <p:spPr>
          <a:xfrm xmlns:a="http://schemas.openxmlformats.org/drawingml/2006/main">
            <a:off x="268901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5B1AD"/>
          </a:solidFill>
          <a:ln xmlns:a="http://schemas.openxmlformats.org/drawingml/2006/main" w="2205">
            <a:solidFill>
              <a:srgbClr val="FBFCFE"/>
            </a:solidFill>
            <a:prstDash val="solid"/>
          </a:ln>
        </p:spPr>
      </p:sp>
      <p:sp>
        <p:nvSpPr>
          <p:cNvPr id="909" name="Editable chart path">
            <a:extLst xmlns:a="http://schemas.openxmlformats.org/drawingml/2006/main">
              <a:ext uri="{FF2B5EF4-FFF2-40B4-BE49-F238E27FC236}">
                <a16:creationId xmlns:a16="http://schemas.microsoft.com/office/drawing/2014/main" id="{789B30D1-C9CE-4337-B123-C7C13692650F}"/>
              </a:ext>
            </a:extLst>
          </p:cNvPr>
          <p:cNvSpPr>
            <a:spLocks xmlns:a="http://schemas.openxmlformats.org/drawingml/2006/main" noGrp="1"/>
          </p:cNvSpPr>
          <p:nvPr/>
        </p:nvSpPr>
        <p:spPr>
          <a:xfrm xmlns:a="http://schemas.openxmlformats.org/drawingml/2006/main">
            <a:off x="1814022"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6C3"/>
          </a:solidFill>
          <a:ln xmlns:a="http://schemas.openxmlformats.org/drawingml/2006/main" w="2205">
            <a:solidFill>
              <a:srgbClr val="FBFCFE"/>
            </a:solidFill>
            <a:prstDash val="solid"/>
          </a:ln>
        </p:spPr>
      </p:sp>
      <p:sp>
        <p:nvSpPr>
          <p:cNvPr id="910" name="Editable chart path">
            <a:extLst xmlns:a="http://schemas.openxmlformats.org/drawingml/2006/main">
              <a:ext uri="{FF2B5EF4-FFF2-40B4-BE49-F238E27FC236}">
                <a16:creationId xmlns:a16="http://schemas.microsoft.com/office/drawing/2014/main" id="{3E2FB5D7-846B-4B45-9785-CA62C385B941}"/>
              </a:ext>
            </a:extLst>
          </p:cNvPr>
          <p:cNvSpPr>
            <a:spLocks xmlns:a="http://schemas.openxmlformats.org/drawingml/2006/main" noGrp="1"/>
          </p:cNvSpPr>
          <p:nvPr/>
        </p:nvSpPr>
        <p:spPr>
          <a:xfrm xmlns:a="http://schemas.openxmlformats.org/drawingml/2006/main">
            <a:off x="2543187"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7B3"/>
          </a:solidFill>
          <a:ln xmlns:a="http://schemas.openxmlformats.org/drawingml/2006/main" w="2205">
            <a:solidFill>
              <a:srgbClr val="FBFCFE"/>
            </a:solidFill>
            <a:prstDash val="solid"/>
          </a:ln>
        </p:spPr>
      </p:sp>
      <p:sp>
        <p:nvSpPr>
          <p:cNvPr id="911" name="Editable chart path">
            <a:extLst xmlns:a="http://schemas.openxmlformats.org/drawingml/2006/main">
              <a:ext uri="{FF2B5EF4-FFF2-40B4-BE49-F238E27FC236}">
                <a16:creationId xmlns:a16="http://schemas.microsoft.com/office/drawing/2014/main" id="{3F7EE31C-5769-4344-9C95-31337ADF3C2C}"/>
              </a:ext>
            </a:extLst>
          </p:cNvPr>
          <p:cNvSpPr>
            <a:spLocks xmlns:a="http://schemas.openxmlformats.org/drawingml/2006/main" noGrp="1"/>
          </p:cNvSpPr>
          <p:nvPr/>
        </p:nvSpPr>
        <p:spPr>
          <a:xfrm xmlns:a="http://schemas.openxmlformats.org/drawingml/2006/main">
            <a:off x="3272351"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8BBB8"/>
          </a:solidFill>
          <a:ln xmlns:a="http://schemas.openxmlformats.org/drawingml/2006/main" w="2205">
            <a:solidFill>
              <a:srgbClr val="FBFCFE"/>
            </a:solidFill>
            <a:prstDash val="solid"/>
          </a:ln>
        </p:spPr>
      </p:sp>
      <p:sp>
        <p:nvSpPr>
          <p:cNvPr id="912" name="Editable chart path">
            <a:extLst xmlns:a="http://schemas.openxmlformats.org/drawingml/2006/main">
              <a:ext uri="{FF2B5EF4-FFF2-40B4-BE49-F238E27FC236}">
                <a16:creationId xmlns:a16="http://schemas.microsoft.com/office/drawing/2014/main" id="{79961B60-5977-49DA-8798-B9B98A5987B8}"/>
              </a:ext>
            </a:extLst>
          </p:cNvPr>
          <p:cNvSpPr>
            <a:spLocks xmlns:a="http://schemas.openxmlformats.org/drawingml/2006/main" noGrp="1"/>
          </p:cNvSpPr>
          <p:nvPr/>
        </p:nvSpPr>
        <p:spPr>
          <a:xfrm xmlns:a="http://schemas.openxmlformats.org/drawingml/2006/main">
            <a:off x="322374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6C3"/>
          </a:solidFill>
          <a:ln xmlns:a="http://schemas.openxmlformats.org/drawingml/2006/main" w="2205">
            <a:solidFill>
              <a:srgbClr val="FBFCFE"/>
            </a:solidFill>
            <a:prstDash val="solid"/>
          </a:ln>
        </p:spPr>
      </p:sp>
      <p:sp>
        <p:nvSpPr>
          <p:cNvPr id="913" name="Editable chart path">
            <a:extLst xmlns:a="http://schemas.openxmlformats.org/drawingml/2006/main">
              <a:ext uri="{FF2B5EF4-FFF2-40B4-BE49-F238E27FC236}">
                <a16:creationId xmlns:a16="http://schemas.microsoft.com/office/drawing/2014/main" id="{E9DD5CED-4054-416D-AEF3-F6660833F65E}"/>
              </a:ext>
            </a:extLst>
          </p:cNvPr>
          <p:cNvSpPr>
            <a:spLocks xmlns:a="http://schemas.openxmlformats.org/drawingml/2006/main" noGrp="1"/>
          </p:cNvSpPr>
          <p:nvPr/>
        </p:nvSpPr>
        <p:spPr>
          <a:xfrm xmlns:a="http://schemas.openxmlformats.org/drawingml/2006/main">
            <a:off x="2494576"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914" name="Editable chart path">
            <a:extLst xmlns:a="http://schemas.openxmlformats.org/drawingml/2006/main">
              <a:ext uri="{FF2B5EF4-FFF2-40B4-BE49-F238E27FC236}">
                <a16:creationId xmlns:a16="http://schemas.microsoft.com/office/drawing/2014/main" id="{C2C84330-6E83-44A6-B137-35FE6EFF5025}"/>
              </a:ext>
            </a:extLst>
          </p:cNvPr>
          <p:cNvSpPr>
            <a:spLocks xmlns:a="http://schemas.openxmlformats.org/drawingml/2006/main" noGrp="1"/>
          </p:cNvSpPr>
          <p:nvPr/>
        </p:nvSpPr>
        <p:spPr>
          <a:xfrm xmlns:a="http://schemas.openxmlformats.org/drawingml/2006/main">
            <a:off x="3029296"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915" name="Editable chart path">
            <a:extLst xmlns:a="http://schemas.openxmlformats.org/drawingml/2006/main">
              <a:ext uri="{FF2B5EF4-FFF2-40B4-BE49-F238E27FC236}">
                <a16:creationId xmlns:a16="http://schemas.microsoft.com/office/drawing/2014/main" id="{A781205A-63A5-409C-B827-267CFEE5E674}"/>
              </a:ext>
            </a:extLst>
          </p:cNvPr>
          <p:cNvSpPr>
            <a:spLocks xmlns:a="http://schemas.openxmlformats.org/drawingml/2006/main" noGrp="1"/>
          </p:cNvSpPr>
          <p:nvPr/>
        </p:nvSpPr>
        <p:spPr>
          <a:xfrm xmlns:a="http://schemas.openxmlformats.org/drawingml/2006/main">
            <a:off x="210568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916" name="Editable chart path">
            <a:extLst xmlns:a="http://schemas.openxmlformats.org/drawingml/2006/main">
              <a:ext uri="{FF2B5EF4-FFF2-40B4-BE49-F238E27FC236}">
                <a16:creationId xmlns:a16="http://schemas.microsoft.com/office/drawing/2014/main" id="{B89EEEDA-FCCC-443B-BF56-C94C9A361CBA}"/>
              </a:ext>
            </a:extLst>
          </p:cNvPr>
          <p:cNvSpPr>
            <a:spLocks xmlns:a="http://schemas.openxmlformats.org/drawingml/2006/main" noGrp="1"/>
          </p:cNvSpPr>
          <p:nvPr/>
        </p:nvSpPr>
        <p:spPr>
          <a:xfrm xmlns:a="http://schemas.openxmlformats.org/drawingml/2006/main">
            <a:off x="225152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1BE"/>
          </a:solidFill>
          <a:ln xmlns:a="http://schemas.openxmlformats.org/drawingml/2006/main" w="2205">
            <a:solidFill>
              <a:srgbClr val="FBFCFE"/>
            </a:solidFill>
            <a:prstDash val="solid"/>
          </a:ln>
        </p:spPr>
      </p:sp>
      <p:sp>
        <p:nvSpPr>
          <p:cNvPr id="917" name="Editable chart path">
            <a:extLst xmlns:a="http://schemas.openxmlformats.org/drawingml/2006/main">
              <a:ext uri="{FF2B5EF4-FFF2-40B4-BE49-F238E27FC236}">
                <a16:creationId xmlns:a16="http://schemas.microsoft.com/office/drawing/2014/main" id="{7614230C-F5D5-469C-8E5C-5CC4D9FB2E15}"/>
              </a:ext>
            </a:extLst>
          </p:cNvPr>
          <p:cNvSpPr>
            <a:spLocks xmlns:a="http://schemas.openxmlformats.org/drawingml/2006/main" noGrp="1"/>
          </p:cNvSpPr>
          <p:nvPr/>
        </p:nvSpPr>
        <p:spPr>
          <a:xfrm xmlns:a="http://schemas.openxmlformats.org/drawingml/2006/main">
            <a:off x="191124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918" name="Editable chart path">
            <a:extLst xmlns:a="http://schemas.openxmlformats.org/drawingml/2006/main">
              <a:ext uri="{FF2B5EF4-FFF2-40B4-BE49-F238E27FC236}">
                <a16:creationId xmlns:a16="http://schemas.microsoft.com/office/drawing/2014/main" id="{2D72A513-5216-4676-8F91-F45229ACCE54}"/>
              </a:ext>
            </a:extLst>
          </p:cNvPr>
          <p:cNvSpPr>
            <a:spLocks xmlns:a="http://schemas.openxmlformats.org/drawingml/2006/main" noGrp="1"/>
          </p:cNvSpPr>
          <p:nvPr/>
        </p:nvSpPr>
        <p:spPr>
          <a:xfrm xmlns:a="http://schemas.openxmlformats.org/drawingml/2006/main">
            <a:off x="322374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919" name="Editable chart path">
            <a:extLst xmlns:a="http://schemas.openxmlformats.org/drawingml/2006/main">
              <a:ext uri="{FF2B5EF4-FFF2-40B4-BE49-F238E27FC236}">
                <a16:creationId xmlns:a16="http://schemas.microsoft.com/office/drawing/2014/main" id="{F2170382-8795-49C2-B06F-BF536AA4FCD7}"/>
              </a:ext>
            </a:extLst>
          </p:cNvPr>
          <p:cNvSpPr>
            <a:spLocks xmlns:a="http://schemas.openxmlformats.org/drawingml/2006/main" noGrp="1"/>
          </p:cNvSpPr>
          <p:nvPr/>
        </p:nvSpPr>
        <p:spPr>
          <a:xfrm xmlns:a="http://schemas.openxmlformats.org/drawingml/2006/main">
            <a:off x="2445965"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1D4D2"/>
          </a:solidFill>
          <a:ln xmlns:a="http://schemas.openxmlformats.org/drawingml/2006/main" w="2205">
            <a:solidFill>
              <a:srgbClr val="FBFCFE"/>
            </a:solidFill>
            <a:prstDash val="solid"/>
          </a:ln>
        </p:spPr>
      </p:sp>
      <p:sp>
        <p:nvSpPr>
          <p:cNvPr id="920" name="Editable chart path">
            <a:extLst xmlns:a="http://schemas.openxmlformats.org/drawingml/2006/main">
              <a:ext uri="{FF2B5EF4-FFF2-40B4-BE49-F238E27FC236}">
                <a16:creationId xmlns:a16="http://schemas.microsoft.com/office/drawing/2014/main" id="{8ADBC03B-049E-47AB-A060-52FC7826C1C5}"/>
              </a:ext>
            </a:extLst>
          </p:cNvPr>
          <p:cNvSpPr>
            <a:spLocks xmlns:a="http://schemas.openxmlformats.org/drawingml/2006/main" noGrp="1"/>
          </p:cNvSpPr>
          <p:nvPr/>
        </p:nvSpPr>
        <p:spPr>
          <a:xfrm xmlns:a="http://schemas.openxmlformats.org/drawingml/2006/main">
            <a:off x="268901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921" name="Editable chart path">
            <a:extLst xmlns:a="http://schemas.openxmlformats.org/drawingml/2006/main">
              <a:ext uri="{FF2B5EF4-FFF2-40B4-BE49-F238E27FC236}">
                <a16:creationId xmlns:a16="http://schemas.microsoft.com/office/drawing/2014/main" id="{3A13E027-484D-4C27-87D5-D32B7246406F}"/>
              </a:ext>
            </a:extLst>
          </p:cNvPr>
          <p:cNvSpPr>
            <a:spLocks xmlns:a="http://schemas.openxmlformats.org/drawingml/2006/main" noGrp="1"/>
          </p:cNvSpPr>
          <p:nvPr/>
        </p:nvSpPr>
        <p:spPr>
          <a:xfrm xmlns:a="http://schemas.openxmlformats.org/drawingml/2006/main">
            <a:off x="2591798"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DCBC9"/>
          </a:solidFill>
          <a:ln xmlns:a="http://schemas.openxmlformats.org/drawingml/2006/main" w="2205">
            <a:solidFill>
              <a:srgbClr val="FBFCFE"/>
            </a:solidFill>
            <a:prstDash val="solid"/>
          </a:ln>
        </p:spPr>
      </p:sp>
      <p:sp>
        <p:nvSpPr>
          <p:cNvPr id="922" name="Editable chart path">
            <a:extLst xmlns:a="http://schemas.openxmlformats.org/drawingml/2006/main">
              <a:ext uri="{FF2B5EF4-FFF2-40B4-BE49-F238E27FC236}">
                <a16:creationId xmlns:a16="http://schemas.microsoft.com/office/drawing/2014/main" id="{15EBB7EF-DB94-4F94-A029-E68AE12D75E0}"/>
              </a:ext>
            </a:extLst>
          </p:cNvPr>
          <p:cNvSpPr>
            <a:spLocks xmlns:a="http://schemas.openxmlformats.org/drawingml/2006/main" noGrp="1"/>
          </p:cNvSpPr>
          <p:nvPr/>
        </p:nvSpPr>
        <p:spPr>
          <a:xfrm xmlns:a="http://schemas.openxmlformats.org/drawingml/2006/main">
            <a:off x="307790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8BCB9"/>
          </a:solidFill>
          <a:ln xmlns:a="http://schemas.openxmlformats.org/drawingml/2006/main" w="2205">
            <a:solidFill>
              <a:srgbClr val="FBFCFE"/>
            </a:solidFill>
            <a:prstDash val="solid"/>
          </a:ln>
        </p:spPr>
      </p:sp>
      <p:sp>
        <p:nvSpPr>
          <p:cNvPr id="923" name="Editable chart path">
            <a:extLst xmlns:a="http://schemas.openxmlformats.org/drawingml/2006/main">
              <a:ext uri="{FF2B5EF4-FFF2-40B4-BE49-F238E27FC236}">
                <a16:creationId xmlns:a16="http://schemas.microsoft.com/office/drawing/2014/main" id="{2D8091A5-BF12-43DF-9B7F-1B24702AAD48}"/>
              </a:ext>
            </a:extLst>
          </p:cNvPr>
          <p:cNvSpPr>
            <a:spLocks xmlns:a="http://schemas.openxmlformats.org/drawingml/2006/main" noGrp="1"/>
          </p:cNvSpPr>
          <p:nvPr/>
        </p:nvSpPr>
        <p:spPr>
          <a:xfrm xmlns:a="http://schemas.openxmlformats.org/drawingml/2006/main">
            <a:off x="2300132"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2BF"/>
          </a:solidFill>
          <a:ln xmlns:a="http://schemas.openxmlformats.org/drawingml/2006/main" w="2205">
            <a:solidFill>
              <a:srgbClr val="FBFCFE"/>
            </a:solidFill>
            <a:prstDash val="solid"/>
          </a:ln>
        </p:spPr>
      </p:sp>
      <p:sp>
        <p:nvSpPr>
          <p:cNvPr id="924" name="Editable chart path">
            <a:extLst xmlns:a="http://schemas.openxmlformats.org/drawingml/2006/main">
              <a:ext uri="{FF2B5EF4-FFF2-40B4-BE49-F238E27FC236}">
                <a16:creationId xmlns:a16="http://schemas.microsoft.com/office/drawing/2014/main" id="{00C59150-AD7E-41C8-88E5-B705B683A8AF}"/>
              </a:ext>
            </a:extLst>
          </p:cNvPr>
          <p:cNvSpPr>
            <a:spLocks xmlns:a="http://schemas.openxmlformats.org/drawingml/2006/main" noGrp="1"/>
          </p:cNvSpPr>
          <p:nvPr/>
        </p:nvSpPr>
        <p:spPr>
          <a:xfrm xmlns:a="http://schemas.openxmlformats.org/drawingml/2006/main">
            <a:off x="293207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925" name="Editable chart path">
            <a:extLst xmlns:a="http://schemas.openxmlformats.org/drawingml/2006/main">
              <a:ext uri="{FF2B5EF4-FFF2-40B4-BE49-F238E27FC236}">
                <a16:creationId xmlns:a16="http://schemas.microsoft.com/office/drawing/2014/main" id="{97BC95BE-4850-4303-8B5F-1562F1135B1F}"/>
              </a:ext>
            </a:extLst>
          </p:cNvPr>
          <p:cNvSpPr>
            <a:spLocks xmlns:a="http://schemas.openxmlformats.org/drawingml/2006/main" noGrp="1"/>
          </p:cNvSpPr>
          <p:nvPr/>
        </p:nvSpPr>
        <p:spPr>
          <a:xfrm xmlns:a="http://schemas.openxmlformats.org/drawingml/2006/main">
            <a:off x="264040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9D7"/>
          </a:solidFill>
          <a:ln xmlns:a="http://schemas.openxmlformats.org/drawingml/2006/main" w="2205">
            <a:solidFill>
              <a:srgbClr val="FBFCFE"/>
            </a:solidFill>
            <a:prstDash val="solid"/>
          </a:ln>
        </p:spPr>
      </p:sp>
      <p:sp>
        <p:nvSpPr>
          <p:cNvPr id="926" name="Editable chart path">
            <a:extLst xmlns:a="http://schemas.openxmlformats.org/drawingml/2006/main">
              <a:ext uri="{FF2B5EF4-FFF2-40B4-BE49-F238E27FC236}">
                <a16:creationId xmlns:a16="http://schemas.microsoft.com/office/drawing/2014/main" id="{727F0334-7331-442A-8F39-44DE8266D3C2}"/>
              </a:ext>
            </a:extLst>
          </p:cNvPr>
          <p:cNvSpPr>
            <a:spLocks xmlns:a="http://schemas.openxmlformats.org/drawingml/2006/main" noGrp="1"/>
          </p:cNvSpPr>
          <p:nvPr/>
        </p:nvSpPr>
        <p:spPr>
          <a:xfrm xmlns:a="http://schemas.openxmlformats.org/drawingml/2006/main">
            <a:off x="2251521"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927" name="Editable chart path">
            <a:extLst xmlns:a="http://schemas.openxmlformats.org/drawingml/2006/main">
              <a:ext uri="{FF2B5EF4-FFF2-40B4-BE49-F238E27FC236}">
                <a16:creationId xmlns:a16="http://schemas.microsoft.com/office/drawing/2014/main" id="{5EE267CC-DF1A-48F5-AB3D-F4F6790C2080}"/>
              </a:ext>
            </a:extLst>
          </p:cNvPr>
          <p:cNvSpPr>
            <a:spLocks xmlns:a="http://schemas.openxmlformats.org/drawingml/2006/main" noGrp="1"/>
          </p:cNvSpPr>
          <p:nvPr/>
        </p:nvSpPr>
        <p:spPr>
          <a:xfrm xmlns:a="http://schemas.openxmlformats.org/drawingml/2006/main">
            <a:off x="1959855"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DCBC9"/>
          </a:solidFill>
          <a:ln xmlns:a="http://schemas.openxmlformats.org/drawingml/2006/main" w="2205">
            <a:solidFill>
              <a:srgbClr val="FBFCFE"/>
            </a:solidFill>
            <a:prstDash val="solid"/>
          </a:ln>
        </p:spPr>
      </p:sp>
      <p:sp>
        <p:nvSpPr>
          <p:cNvPr id="928" name="Editable chart path">
            <a:extLst xmlns:a="http://schemas.openxmlformats.org/drawingml/2006/main">
              <a:ext uri="{FF2B5EF4-FFF2-40B4-BE49-F238E27FC236}">
                <a16:creationId xmlns:a16="http://schemas.microsoft.com/office/drawing/2014/main" id="{F71977E5-6381-4F89-A681-623643B86543}"/>
              </a:ext>
            </a:extLst>
          </p:cNvPr>
          <p:cNvSpPr>
            <a:spLocks xmlns:a="http://schemas.openxmlformats.org/drawingml/2006/main" noGrp="1"/>
          </p:cNvSpPr>
          <p:nvPr/>
        </p:nvSpPr>
        <p:spPr>
          <a:xfrm xmlns:a="http://schemas.openxmlformats.org/drawingml/2006/main">
            <a:off x="264040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2BF"/>
          </a:solidFill>
          <a:ln xmlns:a="http://schemas.openxmlformats.org/drawingml/2006/main" w="2205">
            <a:solidFill>
              <a:srgbClr val="FBFCFE"/>
            </a:solidFill>
            <a:prstDash val="solid"/>
          </a:ln>
        </p:spPr>
      </p:sp>
      <p:sp>
        <p:nvSpPr>
          <p:cNvPr id="929" name="Editable chart path">
            <a:extLst xmlns:a="http://schemas.openxmlformats.org/drawingml/2006/main">
              <a:ext uri="{FF2B5EF4-FFF2-40B4-BE49-F238E27FC236}">
                <a16:creationId xmlns:a16="http://schemas.microsoft.com/office/drawing/2014/main" id="{F5948076-3D1B-4FD3-B9D4-578EEB114EC4}"/>
              </a:ext>
            </a:extLst>
          </p:cNvPr>
          <p:cNvSpPr>
            <a:spLocks xmlns:a="http://schemas.openxmlformats.org/drawingml/2006/main" noGrp="1"/>
          </p:cNvSpPr>
          <p:nvPr/>
        </p:nvSpPr>
        <p:spPr>
          <a:xfrm xmlns:a="http://schemas.openxmlformats.org/drawingml/2006/main">
            <a:off x="2008466"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DC9C6"/>
          </a:solidFill>
          <a:ln xmlns:a="http://schemas.openxmlformats.org/drawingml/2006/main" w="2205">
            <a:solidFill>
              <a:srgbClr val="FBFCFE"/>
            </a:solidFill>
            <a:prstDash val="solid"/>
          </a:ln>
        </p:spPr>
      </p:sp>
      <p:sp>
        <p:nvSpPr>
          <p:cNvPr id="930" name="Editable chart path">
            <a:extLst xmlns:a="http://schemas.openxmlformats.org/drawingml/2006/main">
              <a:ext uri="{FF2B5EF4-FFF2-40B4-BE49-F238E27FC236}">
                <a16:creationId xmlns:a16="http://schemas.microsoft.com/office/drawing/2014/main" id="{87E43ACA-AA1D-4D19-9CB7-85B6F8BE3B44}"/>
              </a:ext>
            </a:extLst>
          </p:cNvPr>
          <p:cNvSpPr>
            <a:spLocks xmlns:a="http://schemas.openxmlformats.org/drawingml/2006/main" noGrp="1"/>
          </p:cNvSpPr>
          <p:nvPr/>
        </p:nvSpPr>
        <p:spPr>
          <a:xfrm xmlns:a="http://schemas.openxmlformats.org/drawingml/2006/main">
            <a:off x="317512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CDA"/>
          </a:solidFill>
          <a:ln xmlns:a="http://schemas.openxmlformats.org/drawingml/2006/main" w="2205">
            <a:solidFill>
              <a:srgbClr val="FBFCFE"/>
            </a:solidFill>
            <a:prstDash val="solid"/>
          </a:ln>
        </p:spPr>
      </p:sp>
      <p:sp>
        <p:nvSpPr>
          <p:cNvPr id="931" name="Editable chart path">
            <a:extLst xmlns:a="http://schemas.openxmlformats.org/drawingml/2006/main">
              <a:ext uri="{FF2B5EF4-FFF2-40B4-BE49-F238E27FC236}">
                <a16:creationId xmlns:a16="http://schemas.microsoft.com/office/drawing/2014/main" id="{D71AB740-DE0E-4D00-B97E-46DF3037939B}"/>
              </a:ext>
            </a:extLst>
          </p:cNvPr>
          <p:cNvSpPr>
            <a:spLocks xmlns:a="http://schemas.openxmlformats.org/drawingml/2006/main" noGrp="1"/>
          </p:cNvSpPr>
          <p:nvPr/>
        </p:nvSpPr>
        <p:spPr>
          <a:xfrm xmlns:a="http://schemas.openxmlformats.org/drawingml/2006/main">
            <a:off x="2543187"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8EAE9"/>
          </a:solidFill>
          <a:ln xmlns:a="http://schemas.openxmlformats.org/drawingml/2006/main" w="2205">
            <a:solidFill>
              <a:srgbClr val="FBFCFE"/>
            </a:solidFill>
            <a:prstDash val="solid"/>
          </a:ln>
        </p:spPr>
      </p:sp>
      <p:sp>
        <p:nvSpPr>
          <p:cNvPr id="932" name="Editable chart path">
            <a:extLst xmlns:a="http://schemas.openxmlformats.org/drawingml/2006/main">
              <a:ext uri="{FF2B5EF4-FFF2-40B4-BE49-F238E27FC236}">
                <a16:creationId xmlns:a16="http://schemas.microsoft.com/office/drawing/2014/main" id="{B2405646-DFAE-4D79-B325-CC4363924AE7}"/>
              </a:ext>
            </a:extLst>
          </p:cNvPr>
          <p:cNvSpPr>
            <a:spLocks xmlns:a="http://schemas.openxmlformats.org/drawingml/2006/main" noGrp="1"/>
          </p:cNvSpPr>
          <p:nvPr/>
        </p:nvSpPr>
        <p:spPr>
          <a:xfrm xmlns:a="http://schemas.openxmlformats.org/drawingml/2006/main">
            <a:off x="2057077"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9BEBB"/>
          </a:solidFill>
          <a:ln xmlns:a="http://schemas.openxmlformats.org/drawingml/2006/main" w="2205">
            <a:solidFill>
              <a:srgbClr val="FBFCFE"/>
            </a:solidFill>
            <a:prstDash val="solid"/>
          </a:ln>
        </p:spPr>
      </p:sp>
      <p:sp>
        <p:nvSpPr>
          <p:cNvPr id="933" name="Editable chart path">
            <a:extLst xmlns:a="http://schemas.openxmlformats.org/drawingml/2006/main">
              <a:ext uri="{FF2B5EF4-FFF2-40B4-BE49-F238E27FC236}">
                <a16:creationId xmlns:a16="http://schemas.microsoft.com/office/drawing/2014/main" id="{8D2E0918-9FAC-4754-8C57-AE907CFF6C2C}"/>
              </a:ext>
            </a:extLst>
          </p:cNvPr>
          <p:cNvSpPr>
            <a:spLocks xmlns:a="http://schemas.openxmlformats.org/drawingml/2006/main" noGrp="1"/>
          </p:cNvSpPr>
          <p:nvPr/>
        </p:nvSpPr>
        <p:spPr>
          <a:xfrm xmlns:a="http://schemas.openxmlformats.org/drawingml/2006/main">
            <a:off x="288346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1D7D5"/>
          </a:solidFill>
          <a:ln xmlns:a="http://schemas.openxmlformats.org/drawingml/2006/main" w="2205">
            <a:solidFill>
              <a:srgbClr val="FBFCFE"/>
            </a:solidFill>
            <a:prstDash val="solid"/>
          </a:ln>
        </p:spPr>
      </p:sp>
      <p:sp>
        <p:nvSpPr>
          <p:cNvPr id="934" name="Editable chart path">
            <a:extLst xmlns:a="http://schemas.openxmlformats.org/drawingml/2006/main">
              <a:ext uri="{FF2B5EF4-FFF2-40B4-BE49-F238E27FC236}">
                <a16:creationId xmlns:a16="http://schemas.microsoft.com/office/drawing/2014/main" id="{188D1A95-B15B-4437-8CFD-E2FB695749A5}"/>
              </a:ext>
            </a:extLst>
          </p:cNvPr>
          <p:cNvSpPr>
            <a:spLocks xmlns:a="http://schemas.openxmlformats.org/drawingml/2006/main" noGrp="1"/>
          </p:cNvSpPr>
          <p:nvPr/>
        </p:nvSpPr>
        <p:spPr>
          <a:xfrm xmlns:a="http://schemas.openxmlformats.org/drawingml/2006/main">
            <a:off x="2300132"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6C3"/>
          </a:solidFill>
          <a:ln xmlns:a="http://schemas.openxmlformats.org/drawingml/2006/main" w="2205">
            <a:solidFill>
              <a:srgbClr val="FBFCFE"/>
            </a:solidFill>
            <a:prstDash val="solid"/>
          </a:ln>
        </p:spPr>
      </p:sp>
      <p:sp>
        <p:nvSpPr>
          <p:cNvPr id="935" name="Editable chart path">
            <a:extLst xmlns:a="http://schemas.openxmlformats.org/drawingml/2006/main">
              <a:ext uri="{FF2B5EF4-FFF2-40B4-BE49-F238E27FC236}">
                <a16:creationId xmlns:a16="http://schemas.microsoft.com/office/drawing/2014/main" id="{4C813778-C1E4-4826-BA1C-BBBE9298EAAF}"/>
              </a:ext>
            </a:extLst>
          </p:cNvPr>
          <p:cNvSpPr>
            <a:spLocks xmlns:a="http://schemas.openxmlformats.org/drawingml/2006/main" noGrp="1"/>
          </p:cNvSpPr>
          <p:nvPr/>
        </p:nvSpPr>
        <p:spPr>
          <a:xfrm xmlns:a="http://schemas.openxmlformats.org/drawingml/2006/main">
            <a:off x="2640409"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936" name="Editable chart path">
            <a:extLst xmlns:a="http://schemas.openxmlformats.org/drawingml/2006/main">
              <a:ext uri="{FF2B5EF4-FFF2-40B4-BE49-F238E27FC236}">
                <a16:creationId xmlns:a16="http://schemas.microsoft.com/office/drawing/2014/main" id="{C57EEFD5-405B-40DE-B6A7-61593393B341}"/>
              </a:ext>
            </a:extLst>
          </p:cNvPr>
          <p:cNvSpPr>
            <a:spLocks xmlns:a="http://schemas.openxmlformats.org/drawingml/2006/main" noGrp="1"/>
          </p:cNvSpPr>
          <p:nvPr/>
        </p:nvSpPr>
        <p:spPr>
          <a:xfrm xmlns:a="http://schemas.openxmlformats.org/drawingml/2006/main">
            <a:off x="298068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FD1CE"/>
          </a:solidFill>
          <a:ln xmlns:a="http://schemas.openxmlformats.org/drawingml/2006/main" w="2205">
            <a:solidFill>
              <a:srgbClr val="FBFCFE"/>
            </a:solidFill>
            <a:prstDash val="solid"/>
          </a:ln>
        </p:spPr>
      </p:sp>
      <p:sp>
        <p:nvSpPr>
          <p:cNvPr id="937" name="Editable chart path">
            <a:extLst xmlns:a="http://schemas.openxmlformats.org/drawingml/2006/main">
              <a:ext uri="{FF2B5EF4-FFF2-40B4-BE49-F238E27FC236}">
                <a16:creationId xmlns:a16="http://schemas.microsoft.com/office/drawing/2014/main" id="{1137C927-DAAB-4726-B0E6-34FE3B8F3481}"/>
              </a:ext>
            </a:extLst>
          </p:cNvPr>
          <p:cNvSpPr>
            <a:spLocks xmlns:a="http://schemas.openxmlformats.org/drawingml/2006/main" noGrp="1"/>
          </p:cNvSpPr>
          <p:nvPr/>
        </p:nvSpPr>
        <p:spPr>
          <a:xfrm xmlns:a="http://schemas.openxmlformats.org/drawingml/2006/main">
            <a:off x="210568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AD8"/>
          </a:solidFill>
          <a:ln xmlns:a="http://schemas.openxmlformats.org/drawingml/2006/main" w="2205">
            <a:solidFill>
              <a:srgbClr val="FBFCFE"/>
            </a:solidFill>
            <a:prstDash val="solid"/>
          </a:ln>
        </p:spPr>
      </p:sp>
      <p:sp>
        <p:nvSpPr>
          <p:cNvPr id="938" name="Editable chart path">
            <a:extLst xmlns:a="http://schemas.openxmlformats.org/drawingml/2006/main">
              <a:ext uri="{FF2B5EF4-FFF2-40B4-BE49-F238E27FC236}">
                <a16:creationId xmlns:a16="http://schemas.microsoft.com/office/drawing/2014/main" id="{32259009-3D2A-41DE-BA19-D8F61E391A15}"/>
              </a:ext>
            </a:extLst>
          </p:cNvPr>
          <p:cNvSpPr>
            <a:spLocks xmlns:a="http://schemas.openxmlformats.org/drawingml/2006/main" noGrp="1"/>
          </p:cNvSpPr>
          <p:nvPr/>
        </p:nvSpPr>
        <p:spPr>
          <a:xfrm xmlns:a="http://schemas.openxmlformats.org/drawingml/2006/main">
            <a:off x="2834852"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939" name="Editable chart path">
            <a:extLst xmlns:a="http://schemas.openxmlformats.org/drawingml/2006/main">
              <a:ext uri="{FF2B5EF4-FFF2-40B4-BE49-F238E27FC236}">
                <a16:creationId xmlns:a16="http://schemas.microsoft.com/office/drawing/2014/main" id="{2FB55959-F000-4949-ACE9-98F4C8DC2D64}"/>
              </a:ext>
            </a:extLst>
          </p:cNvPr>
          <p:cNvSpPr>
            <a:spLocks xmlns:a="http://schemas.openxmlformats.org/drawingml/2006/main" noGrp="1"/>
          </p:cNvSpPr>
          <p:nvPr/>
        </p:nvSpPr>
        <p:spPr>
          <a:xfrm xmlns:a="http://schemas.openxmlformats.org/drawingml/2006/main">
            <a:off x="302929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940" name="Editable chart path">
            <a:extLst xmlns:a="http://schemas.openxmlformats.org/drawingml/2006/main">
              <a:ext uri="{FF2B5EF4-FFF2-40B4-BE49-F238E27FC236}">
                <a16:creationId xmlns:a16="http://schemas.microsoft.com/office/drawing/2014/main" id="{B09EBA60-5FA2-4663-8120-9BDF2340A63F}"/>
              </a:ext>
            </a:extLst>
          </p:cNvPr>
          <p:cNvSpPr>
            <a:spLocks xmlns:a="http://schemas.openxmlformats.org/drawingml/2006/main" noGrp="1"/>
          </p:cNvSpPr>
          <p:nvPr/>
        </p:nvSpPr>
        <p:spPr>
          <a:xfrm xmlns:a="http://schemas.openxmlformats.org/drawingml/2006/main">
            <a:off x="268901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7E9E7"/>
          </a:solidFill>
          <a:ln xmlns:a="http://schemas.openxmlformats.org/drawingml/2006/main" w="2205">
            <a:solidFill>
              <a:srgbClr val="FBFCFE"/>
            </a:solidFill>
            <a:prstDash val="solid"/>
          </a:ln>
        </p:spPr>
      </p:sp>
      <p:sp>
        <p:nvSpPr>
          <p:cNvPr id="941" name="Editable chart path">
            <a:extLst xmlns:a="http://schemas.openxmlformats.org/drawingml/2006/main">
              <a:ext uri="{FF2B5EF4-FFF2-40B4-BE49-F238E27FC236}">
                <a16:creationId xmlns:a16="http://schemas.microsoft.com/office/drawing/2014/main" id="{8C3C17C9-17D6-45F3-9577-C9D29BF67478}"/>
              </a:ext>
            </a:extLst>
          </p:cNvPr>
          <p:cNvSpPr>
            <a:spLocks xmlns:a="http://schemas.openxmlformats.org/drawingml/2006/main" noGrp="1"/>
          </p:cNvSpPr>
          <p:nvPr/>
        </p:nvSpPr>
        <p:spPr>
          <a:xfrm xmlns:a="http://schemas.openxmlformats.org/drawingml/2006/main">
            <a:off x="2883463"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1D6D4"/>
          </a:solidFill>
          <a:ln xmlns:a="http://schemas.openxmlformats.org/drawingml/2006/main" w="2205">
            <a:solidFill>
              <a:srgbClr val="FBFCFE"/>
            </a:solidFill>
            <a:prstDash val="solid"/>
          </a:ln>
        </p:spPr>
      </p:sp>
      <p:sp>
        <p:nvSpPr>
          <p:cNvPr id="942" name="Editable chart path">
            <a:extLst xmlns:a="http://schemas.openxmlformats.org/drawingml/2006/main">
              <a:ext uri="{FF2B5EF4-FFF2-40B4-BE49-F238E27FC236}">
                <a16:creationId xmlns:a16="http://schemas.microsoft.com/office/drawing/2014/main" id="{42CDD64A-0C84-406F-B5EF-E21DFB4388CA}"/>
              </a:ext>
            </a:extLst>
          </p:cNvPr>
          <p:cNvSpPr>
            <a:spLocks xmlns:a="http://schemas.openxmlformats.org/drawingml/2006/main" noGrp="1"/>
          </p:cNvSpPr>
          <p:nvPr/>
        </p:nvSpPr>
        <p:spPr>
          <a:xfrm xmlns:a="http://schemas.openxmlformats.org/drawingml/2006/main">
            <a:off x="317512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943" name="Editable chart path">
            <a:extLst xmlns:a="http://schemas.openxmlformats.org/drawingml/2006/main">
              <a:ext uri="{FF2B5EF4-FFF2-40B4-BE49-F238E27FC236}">
                <a16:creationId xmlns:a16="http://schemas.microsoft.com/office/drawing/2014/main" id="{ABBFDFA1-04B2-4238-AEBF-0A95DB1C190A}"/>
              </a:ext>
            </a:extLst>
          </p:cNvPr>
          <p:cNvSpPr>
            <a:spLocks xmlns:a="http://schemas.openxmlformats.org/drawingml/2006/main" noGrp="1"/>
          </p:cNvSpPr>
          <p:nvPr/>
        </p:nvSpPr>
        <p:spPr>
          <a:xfrm xmlns:a="http://schemas.openxmlformats.org/drawingml/2006/main">
            <a:off x="215429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944" name="Editable chart path">
            <a:extLst xmlns:a="http://schemas.openxmlformats.org/drawingml/2006/main">
              <a:ext uri="{FF2B5EF4-FFF2-40B4-BE49-F238E27FC236}">
                <a16:creationId xmlns:a16="http://schemas.microsoft.com/office/drawing/2014/main" id="{F2C0F653-33D5-4E88-ADE3-8F24FA029DFC}"/>
              </a:ext>
            </a:extLst>
          </p:cNvPr>
          <p:cNvSpPr>
            <a:spLocks xmlns:a="http://schemas.openxmlformats.org/drawingml/2006/main" noGrp="1"/>
          </p:cNvSpPr>
          <p:nvPr/>
        </p:nvSpPr>
        <p:spPr>
          <a:xfrm xmlns:a="http://schemas.openxmlformats.org/drawingml/2006/main">
            <a:off x="2445965"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FD1CE"/>
          </a:solidFill>
          <a:ln xmlns:a="http://schemas.openxmlformats.org/drawingml/2006/main" w="2205">
            <a:solidFill>
              <a:srgbClr val="FBFCFE"/>
            </a:solidFill>
            <a:prstDash val="solid"/>
          </a:ln>
        </p:spPr>
      </p:sp>
      <p:sp>
        <p:nvSpPr>
          <p:cNvPr id="945" name="Editable chart path">
            <a:extLst xmlns:a="http://schemas.openxmlformats.org/drawingml/2006/main">
              <a:ext uri="{FF2B5EF4-FFF2-40B4-BE49-F238E27FC236}">
                <a16:creationId xmlns:a16="http://schemas.microsoft.com/office/drawing/2014/main" id="{B813D483-A8A5-40AF-AEB9-8AC5174AA84C}"/>
              </a:ext>
            </a:extLst>
          </p:cNvPr>
          <p:cNvSpPr>
            <a:spLocks xmlns:a="http://schemas.openxmlformats.org/drawingml/2006/main" noGrp="1"/>
          </p:cNvSpPr>
          <p:nvPr/>
        </p:nvSpPr>
        <p:spPr>
          <a:xfrm xmlns:a="http://schemas.openxmlformats.org/drawingml/2006/main">
            <a:off x="2202910"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4DFDD"/>
          </a:solidFill>
          <a:ln xmlns:a="http://schemas.openxmlformats.org/drawingml/2006/main" w="2205">
            <a:solidFill>
              <a:srgbClr val="FBFCFE"/>
            </a:solidFill>
            <a:prstDash val="solid"/>
          </a:ln>
        </p:spPr>
      </p:sp>
      <p:sp>
        <p:nvSpPr>
          <p:cNvPr id="946" name="Editable chart path">
            <a:extLst xmlns:a="http://schemas.openxmlformats.org/drawingml/2006/main">
              <a:ext uri="{FF2B5EF4-FFF2-40B4-BE49-F238E27FC236}">
                <a16:creationId xmlns:a16="http://schemas.microsoft.com/office/drawing/2014/main" id="{8A1FA794-B672-4E74-A334-6BCB1FE037A6}"/>
              </a:ext>
            </a:extLst>
          </p:cNvPr>
          <p:cNvSpPr>
            <a:spLocks xmlns:a="http://schemas.openxmlformats.org/drawingml/2006/main" noGrp="1"/>
          </p:cNvSpPr>
          <p:nvPr/>
        </p:nvSpPr>
        <p:spPr>
          <a:xfrm xmlns:a="http://schemas.openxmlformats.org/drawingml/2006/main">
            <a:off x="2543187"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947" name="Editable chart path">
            <a:extLst xmlns:a="http://schemas.openxmlformats.org/drawingml/2006/main">
              <a:ext uri="{FF2B5EF4-FFF2-40B4-BE49-F238E27FC236}">
                <a16:creationId xmlns:a16="http://schemas.microsoft.com/office/drawing/2014/main" id="{A07C7E99-FB36-4265-8718-25A85BE3352C}"/>
              </a:ext>
            </a:extLst>
          </p:cNvPr>
          <p:cNvSpPr>
            <a:spLocks xmlns:a="http://schemas.openxmlformats.org/drawingml/2006/main" noGrp="1"/>
          </p:cNvSpPr>
          <p:nvPr/>
        </p:nvSpPr>
        <p:spPr>
          <a:xfrm xmlns:a="http://schemas.openxmlformats.org/drawingml/2006/main">
            <a:off x="215429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4DFDE"/>
          </a:solidFill>
          <a:ln xmlns:a="http://schemas.openxmlformats.org/drawingml/2006/main" w="2205">
            <a:solidFill>
              <a:srgbClr val="FBFCFE"/>
            </a:solidFill>
            <a:prstDash val="solid"/>
          </a:ln>
        </p:spPr>
      </p:sp>
      <p:sp>
        <p:nvSpPr>
          <p:cNvPr id="948" name="Editable chart path">
            <a:extLst xmlns:a="http://schemas.openxmlformats.org/drawingml/2006/main">
              <a:ext uri="{FF2B5EF4-FFF2-40B4-BE49-F238E27FC236}">
                <a16:creationId xmlns:a16="http://schemas.microsoft.com/office/drawing/2014/main" id="{2F0A6C92-898E-4114-8202-CD35ABF95F7E}"/>
              </a:ext>
            </a:extLst>
          </p:cNvPr>
          <p:cNvSpPr>
            <a:spLocks xmlns:a="http://schemas.openxmlformats.org/drawingml/2006/main" noGrp="1"/>
          </p:cNvSpPr>
          <p:nvPr/>
        </p:nvSpPr>
        <p:spPr>
          <a:xfrm xmlns:a="http://schemas.openxmlformats.org/drawingml/2006/main">
            <a:off x="283485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6E4E3"/>
          </a:solidFill>
          <a:ln xmlns:a="http://schemas.openxmlformats.org/drawingml/2006/main" w="2205">
            <a:solidFill>
              <a:srgbClr val="FBFCFE"/>
            </a:solidFill>
            <a:prstDash val="solid"/>
          </a:ln>
        </p:spPr>
      </p:sp>
      <p:sp>
        <p:nvSpPr>
          <p:cNvPr id="949" name="Editable chart path">
            <a:extLst xmlns:a="http://schemas.openxmlformats.org/drawingml/2006/main">
              <a:ext uri="{FF2B5EF4-FFF2-40B4-BE49-F238E27FC236}">
                <a16:creationId xmlns:a16="http://schemas.microsoft.com/office/drawing/2014/main" id="{DAD205AB-F982-4745-B6E8-CA4787925CB8}"/>
              </a:ext>
            </a:extLst>
          </p:cNvPr>
          <p:cNvSpPr>
            <a:spLocks xmlns:a="http://schemas.openxmlformats.org/drawingml/2006/main" noGrp="1"/>
          </p:cNvSpPr>
          <p:nvPr/>
        </p:nvSpPr>
        <p:spPr>
          <a:xfrm xmlns:a="http://schemas.openxmlformats.org/drawingml/2006/main">
            <a:off x="2543187"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4DFDE"/>
          </a:solidFill>
          <a:ln xmlns:a="http://schemas.openxmlformats.org/drawingml/2006/main" w="2205">
            <a:solidFill>
              <a:srgbClr val="FBFCFE"/>
            </a:solidFill>
            <a:prstDash val="solid"/>
          </a:ln>
        </p:spPr>
      </p:sp>
      <p:sp>
        <p:nvSpPr>
          <p:cNvPr id="950" name="Editable chart path">
            <a:extLst xmlns:a="http://schemas.openxmlformats.org/drawingml/2006/main">
              <a:ext uri="{FF2B5EF4-FFF2-40B4-BE49-F238E27FC236}">
                <a16:creationId xmlns:a16="http://schemas.microsoft.com/office/drawing/2014/main" id="{854F2348-DFF5-44D5-BD34-D746F76B1068}"/>
              </a:ext>
            </a:extLst>
          </p:cNvPr>
          <p:cNvSpPr>
            <a:spLocks xmlns:a="http://schemas.openxmlformats.org/drawingml/2006/main" noGrp="1"/>
          </p:cNvSpPr>
          <p:nvPr/>
        </p:nvSpPr>
        <p:spPr>
          <a:xfrm xmlns:a="http://schemas.openxmlformats.org/drawingml/2006/main">
            <a:off x="278624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1D7D5"/>
          </a:solidFill>
          <a:ln xmlns:a="http://schemas.openxmlformats.org/drawingml/2006/main" w="2205">
            <a:solidFill>
              <a:srgbClr val="FBFCFE"/>
            </a:solidFill>
            <a:prstDash val="solid"/>
          </a:ln>
        </p:spPr>
      </p:sp>
      <p:sp>
        <p:nvSpPr>
          <p:cNvPr id="951" name="Editable chart path">
            <a:extLst xmlns:a="http://schemas.openxmlformats.org/drawingml/2006/main">
              <a:ext uri="{FF2B5EF4-FFF2-40B4-BE49-F238E27FC236}">
                <a16:creationId xmlns:a16="http://schemas.microsoft.com/office/drawing/2014/main" id="{4D483A40-4074-4BDB-A0EA-7D044951E7F0}"/>
              </a:ext>
            </a:extLst>
          </p:cNvPr>
          <p:cNvSpPr>
            <a:spLocks xmlns:a="http://schemas.openxmlformats.org/drawingml/2006/main" noGrp="1"/>
          </p:cNvSpPr>
          <p:nvPr/>
        </p:nvSpPr>
        <p:spPr>
          <a:xfrm xmlns:a="http://schemas.openxmlformats.org/drawingml/2006/main">
            <a:off x="283485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CDA"/>
          </a:solidFill>
          <a:ln xmlns:a="http://schemas.openxmlformats.org/drawingml/2006/main" w="2205">
            <a:solidFill>
              <a:srgbClr val="FBFCFE"/>
            </a:solidFill>
            <a:prstDash val="solid"/>
          </a:ln>
        </p:spPr>
      </p:sp>
      <p:sp>
        <p:nvSpPr>
          <p:cNvPr id="952" name="Editable chart path">
            <a:extLst xmlns:a="http://schemas.openxmlformats.org/drawingml/2006/main">
              <a:ext uri="{FF2B5EF4-FFF2-40B4-BE49-F238E27FC236}">
                <a16:creationId xmlns:a16="http://schemas.microsoft.com/office/drawing/2014/main" id="{3170083E-1174-4A55-951E-DF4E467DE0EB}"/>
              </a:ext>
            </a:extLst>
          </p:cNvPr>
          <p:cNvSpPr>
            <a:spLocks xmlns:a="http://schemas.openxmlformats.org/drawingml/2006/main" noGrp="1"/>
          </p:cNvSpPr>
          <p:nvPr/>
        </p:nvSpPr>
        <p:spPr>
          <a:xfrm xmlns:a="http://schemas.openxmlformats.org/drawingml/2006/main">
            <a:off x="2494576"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5E2E0"/>
          </a:solidFill>
          <a:ln xmlns:a="http://schemas.openxmlformats.org/drawingml/2006/main" w="2205">
            <a:solidFill>
              <a:srgbClr val="FBFCFE"/>
            </a:solidFill>
            <a:prstDash val="solid"/>
          </a:ln>
        </p:spPr>
      </p:sp>
      <p:sp>
        <p:nvSpPr>
          <p:cNvPr id="953" name="Editable chart path">
            <a:extLst xmlns:a="http://schemas.openxmlformats.org/drawingml/2006/main">
              <a:ext uri="{FF2B5EF4-FFF2-40B4-BE49-F238E27FC236}">
                <a16:creationId xmlns:a16="http://schemas.microsoft.com/office/drawing/2014/main" id="{9A9E94F8-59F9-438C-8E8D-F4AC85B1487B}"/>
              </a:ext>
            </a:extLst>
          </p:cNvPr>
          <p:cNvSpPr>
            <a:spLocks xmlns:a="http://schemas.openxmlformats.org/drawingml/2006/main" noGrp="1"/>
          </p:cNvSpPr>
          <p:nvPr/>
        </p:nvSpPr>
        <p:spPr>
          <a:xfrm xmlns:a="http://schemas.openxmlformats.org/drawingml/2006/main">
            <a:off x="268901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7E3F4"/>
          </a:solidFill>
          <a:ln xmlns:a="http://schemas.openxmlformats.org/drawingml/2006/main" w="2205">
            <a:solidFill>
              <a:srgbClr val="FBFCFE"/>
            </a:solidFill>
            <a:prstDash val="solid"/>
          </a:ln>
        </p:spPr>
      </p:sp>
      <p:sp>
        <p:nvSpPr>
          <p:cNvPr id="954" name="Editable chart path">
            <a:extLst xmlns:a="http://schemas.openxmlformats.org/drawingml/2006/main">
              <a:ext uri="{FF2B5EF4-FFF2-40B4-BE49-F238E27FC236}">
                <a16:creationId xmlns:a16="http://schemas.microsoft.com/office/drawing/2014/main" id="{39A77DEB-2F5A-44D9-8DB4-1EADFAC7B1F5}"/>
              </a:ext>
            </a:extLst>
          </p:cNvPr>
          <p:cNvSpPr>
            <a:spLocks xmlns:a="http://schemas.openxmlformats.org/drawingml/2006/main" noGrp="1"/>
          </p:cNvSpPr>
          <p:nvPr/>
        </p:nvSpPr>
        <p:spPr>
          <a:xfrm xmlns:a="http://schemas.openxmlformats.org/drawingml/2006/main">
            <a:off x="2397354"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97BDF2"/>
          </a:solidFill>
          <a:ln xmlns:a="http://schemas.openxmlformats.org/drawingml/2006/main" w="2205">
            <a:solidFill>
              <a:srgbClr val="FBFCFE"/>
            </a:solidFill>
            <a:prstDash val="solid"/>
          </a:ln>
        </p:spPr>
      </p:sp>
      <p:sp>
        <p:nvSpPr>
          <p:cNvPr id="955" name="Editable chart path">
            <a:extLst xmlns:a="http://schemas.openxmlformats.org/drawingml/2006/main">
              <a:ext uri="{FF2B5EF4-FFF2-40B4-BE49-F238E27FC236}">
                <a16:creationId xmlns:a16="http://schemas.microsoft.com/office/drawing/2014/main" id="{C30A7CCB-AD20-4E20-B6E7-BA87BF96D0AD}"/>
              </a:ext>
            </a:extLst>
          </p:cNvPr>
          <p:cNvSpPr>
            <a:spLocks xmlns:a="http://schemas.openxmlformats.org/drawingml/2006/main" noGrp="1"/>
          </p:cNvSpPr>
          <p:nvPr/>
        </p:nvSpPr>
        <p:spPr>
          <a:xfrm xmlns:a="http://schemas.openxmlformats.org/drawingml/2006/main">
            <a:off x="3442490" y="3616614"/>
            <a:ext cx="106944" cy="95"/>
          </a:xfrm>
          <a:custGeom xmlns:a="http://schemas.openxmlformats.org/drawingml/2006/main">
            <a:pathLst>
              <a:path w="115500" h="95">
                <a:moveTo>
                  <a:pt x="0" y="0"/>
                </a:moveTo>
                <a:lnTo>
                  <a:pt x="115500" y="0"/>
                </a:lnTo>
              </a:path>
            </a:pathLst>
          </a:custGeom>
          <a:noFill xmlns:a="http://schemas.openxmlformats.org/drawingml/2006/main"/>
          <a:ln xmlns:a="http://schemas.openxmlformats.org/drawingml/2006/main" w="7056">
            <a:solidFill>
              <a:srgbClr val="14295B"/>
            </a:solidFill>
            <a:prstDash val="solid"/>
          </a:ln>
        </p:spPr>
      </p:sp>
      <p:sp>
        <p:nvSpPr>
          <p:cNvPr id="956" name="Editable chart path">
            <a:extLst xmlns:a="http://schemas.openxmlformats.org/drawingml/2006/main">
              <a:ext uri="{FF2B5EF4-FFF2-40B4-BE49-F238E27FC236}">
                <a16:creationId xmlns:a16="http://schemas.microsoft.com/office/drawing/2014/main" id="{02DA36C5-25D2-4F3A-9B69-0E623B8E6A67}"/>
              </a:ext>
            </a:extLst>
          </p:cNvPr>
          <p:cNvSpPr>
            <a:spLocks xmlns:a="http://schemas.openxmlformats.org/drawingml/2006/main" noGrp="1"/>
          </p:cNvSpPr>
          <p:nvPr/>
        </p:nvSpPr>
        <p:spPr>
          <a:xfrm xmlns:a="http://schemas.openxmlformats.org/drawingml/2006/main">
            <a:off x="2761936" y="4054113"/>
            <a:ext cx="106944" cy="95"/>
          </a:xfrm>
          <a:custGeom xmlns:a="http://schemas.openxmlformats.org/drawingml/2006/main">
            <a:pathLst>
              <a:path w="115500" h="95">
                <a:moveTo>
                  <a:pt x="0" y="0"/>
                </a:moveTo>
                <a:lnTo>
                  <a:pt x="115500" y="0"/>
                </a:lnTo>
              </a:path>
            </a:pathLst>
          </a:custGeom>
          <a:noFill xmlns:a="http://schemas.openxmlformats.org/drawingml/2006/main"/>
          <a:ln xmlns:a="http://schemas.openxmlformats.org/drawingml/2006/main" w="7056">
            <a:solidFill>
              <a:srgbClr val="14295B"/>
            </a:solidFill>
            <a:prstDash val="solid"/>
          </a:ln>
        </p:spPr>
      </p:sp>
      <p:sp>
        <p:nvSpPr>
          <p:cNvPr id="957" name="Editable chart path">
            <a:extLst xmlns:a="http://schemas.openxmlformats.org/drawingml/2006/main">
              <a:ext uri="{FF2B5EF4-FFF2-40B4-BE49-F238E27FC236}">
                <a16:creationId xmlns:a16="http://schemas.microsoft.com/office/drawing/2014/main" id="{B3D8EF0F-5E6E-4DE2-8F10-12BB88414DB2}"/>
              </a:ext>
            </a:extLst>
          </p:cNvPr>
          <p:cNvSpPr>
            <a:spLocks xmlns:a="http://schemas.openxmlformats.org/drawingml/2006/main" noGrp="1"/>
          </p:cNvSpPr>
          <p:nvPr/>
        </p:nvSpPr>
        <p:spPr>
          <a:xfrm xmlns:a="http://schemas.openxmlformats.org/drawingml/2006/main">
            <a:off x="2664714" y="3934568"/>
            <a:ext cx="53893" cy="22323"/>
          </a:xfrm>
          <a:custGeom xmlns:a="http://schemas.openxmlformats.org/drawingml/2006/main">
            <a:pathLst>
              <a:path w="58204" h="24109">
                <a:moveTo>
                  <a:pt x="0" y="24109"/>
                </a:moveTo>
                <a:lnTo>
                  <a:pt x="58204" y="0"/>
                </a:lnTo>
              </a:path>
            </a:pathLst>
          </a:custGeom>
          <a:noFill xmlns:a="http://schemas.openxmlformats.org/drawingml/2006/main"/>
          <a:ln xmlns:a="http://schemas.openxmlformats.org/drawingml/2006/main" w="7056">
            <a:solidFill>
              <a:srgbClr val="14295B"/>
            </a:solidFill>
            <a:prstDash val="solid"/>
          </a:ln>
        </p:spPr>
      </p:sp>
      <p:sp>
        <p:nvSpPr>
          <p:cNvPr id="958" name="Editable chart path">
            <a:extLst xmlns:a="http://schemas.openxmlformats.org/drawingml/2006/main">
              <a:ext uri="{FF2B5EF4-FFF2-40B4-BE49-F238E27FC236}">
                <a16:creationId xmlns:a16="http://schemas.microsoft.com/office/drawing/2014/main" id="{475E6555-90DE-4690-A358-D33DC6CF5D8B}"/>
              </a:ext>
            </a:extLst>
          </p:cNvPr>
          <p:cNvSpPr>
            <a:spLocks xmlns:a="http://schemas.openxmlformats.org/drawingml/2006/main" noGrp="1"/>
          </p:cNvSpPr>
          <p:nvPr/>
        </p:nvSpPr>
        <p:spPr>
          <a:xfrm xmlns:a="http://schemas.openxmlformats.org/drawingml/2006/main">
            <a:off x="2761936" y="3908280"/>
            <a:ext cx="106944" cy="95"/>
          </a:xfrm>
          <a:custGeom xmlns:a="http://schemas.openxmlformats.org/drawingml/2006/main">
            <a:pathLst>
              <a:path w="115500" h="95">
                <a:moveTo>
                  <a:pt x="0" y="0"/>
                </a:moveTo>
                <a:lnTo>
                  <a:pt x="115500" y="0"/>
                </a:lnTo>
              </a:path>
            </a:pathLst>
          </a:custGeom>
          <a:noFill xmlns:a="http://schemas.openxmlformats.org/drawingml/2006/main"/>
          <a:ln xmlns:a="http://schemas.openxmlformats.org/drawingml/2006/main" w="7056">
            <a:solidFill>
              <a:srgbClr val="14295B"/>
            </a:solidFill>
            <a:prstDash val="solid"/>
          </a:ln>
        </p:spPr>
      </p:sp>
      <p:sp>
        <p:nvSpPr>
          <p:cNvPr id="959" name="Editable chart path">
            <a:extLst xmlns:a="http://schemas.openxmlformats.org/drawingml/2006/main">
              <a:ext uri="{FF2B5EF4-FFF2-40B4-BE49-F238E27FC236}">
                <a16:creationId xmlns:a16="http://schemas.microsoft.com/office/drawing/2014/main" id="{CACCDBB0-3C33-409F-BEFC-BFD9F0045CD1}"/>
              </a:ext>
            </a:extLst>
          </p:cNvPr>
          <p:cNvSpPr>
            <a:spLocks xmlns:a="http://schemas.openxmlformats.org/drawingml/2006/main" noGrp="1"/>
          </p:cNvSpPr>
          <p:nvPr/>
        </p:nvSpPr>
        <p:spPr>
          <a:xfrm xmlns:a="http://schemas.openxmlformats.org/drawingml/2006/main">
            <a:off x="2606381" y="3956891"/>
            <a:ext cx="106944" cy="95"/>
          </a:xfrm>
          <a:custGeom xmlns:a="http://schemas.openxmlformats.org/drawingml/2006/main">
            <a:pathLst>
              <a:path w="115500" h="95">
                <a:moveTo>
                  <a:pt x="115500" y="0"/>
                </a:moveTo>
                <a:lnTo>
                  <a:pt x="0" y="0"/>
                </a:lnTo>
              </a:path>
            </a:pathLst>
          </a:custGeom>
          <a:noFill xmlns:a="http://schemas.openxmlformats.org/drawingml/2006/main"/>
          <a:ln xmlns:a="http://schemas.openxmlformats.org/drawingml/2006/main" w="7056">
            <a:solidFill>
              <a:srgbClr val="14295B"/>
            </a:solidFill>
            <a:prstDash val="solid"/>
          </a:ln>
        </p:spPr>
      </p:sp>
      <p:sp>
        <p:nvSpPr>
          <p:cNvPr id="960" name="Editable chart path">
            <a:extLst xmlns:a="http://schemas.openxmlformats.org/drawingml/2006/main">
              <a:ext uri="{FF2B5EF4-FFF2-40B4-BE49-F238E27FC236}">
                <a16:creationId xmlns:a16="http://schemas.microsoft.com/office/drawing/2014/main" id="{6EB657DF-D3E4-4AAC-8514-7FFA9A2D0317}"/>
              </a:ext>
            </a:extLst>
          </p:cNvPr>
          <p:cNvSpPr>
            <a:spLocks xmlns:a="http://schemas.openxmlformats.org/drawingml/2006/main" noGrp="1"/>
          </p:cNvSpPr>
          <p:nvPr/>
        </p:nvSpPr>
        <p:spPr>
          <a:xfrm xmlns:a="http://schemas.openxmlformats.org/drawingml/2006/main">
            <a:off x="2761936" y="3801336"/>
            <a:ext cx="95" cy="155555"/>
          </a:xfrm>
          <a:custGeom xmlns:a="http://schemas.openxmlformats.org/drawingml/2006/main">
            <a:pathLst>
              <a:path w="95" h="168000">
                <a:moveTo>
                  <a:pt x="0" y="168000"/>
                </a:moveTo>
                <a:lnTo>
                  <a:pt x="0" y="0"/>
                </a:lnTo>
              </a:path>
            </a:pathLst>
          </a:custGeom>
          <a:noFill xmlns:a="http://schemas.openxmlformats.org/drawingml/2006/main"/>
          <a:ln xmlns:a="http://schemas.openxmlformats.org/drawingml/2006/main" w="7056">
            <a:solidFill>
              <a:srgbClr val="14295B"/>
            </a:solidFill>
            <a:prstDash val="solid"/>
          </a:ln>
        </p:spPr>
      </p:sp>
      <p:sp>
        <p:nvSpPr>
          <p:cNvPr id="961" name="Editable chart path">
            <a:extLst xmlns:a="http://schemas.openxmlformats.org/drawingml/2006/main">
              <a:ext uri="{FF2B5EF4-FFF2-40B4-BE49-F238E27FC236}">
                <a16:creationId xmlns:a16="http://schemas.microsoft.com/office/drawing/2014/main" id="{B45BF1C2-B825-4827-87F6-4925E67455B2}"/>
              </a:ext>
            </a:extLst>
          </p:cNvPr>
          <p:cNvSpPr>
            <a:spLocks xmlns:a="http://schemas.openxmlformats.org/drawingml/2006/main" noGrp="1"/>
          </p:cNvSpPr>
          <p:nvPr/>
        </p:nvSpPr>
        <p:spPr>
          <a:xfrm xmlns:a="http://schemas.openxmlformats.org/drawingml/2006/main">
            <a:off x="2569611" y="4005502"/>
            <a:ext cx="143714" cy="59528"/>
          </a:xfrm>
          <a:custGeom xmlns:a="http://schemas.openxmlformats.org/drawingml/2006/main">
            <a:pathLst>
              <a:path w="155211" h="64291">
                <a:moveTo>
                  <a:pt x="155211" y="0"/>
                </a:moveTo>
                <a:lnTo>
                  <a:pt x="0" y="64291"/>
                </a:lnTo>
              </a:path>
            </a:pathLst>
          </a:custGeom>
          <a:noFill xmlns:a="http://schemas.openxmlformats.org/drawingml/2006/main"/>
          <a:ln xmlns:a="http://schemas.openxmlformats.org/drawingml/2006/main" w="7056">
            <a:solidFill>
              <a:srgbClr val="14295B"/>
            </a:solidFill>
            <a:prstDash val="solid"/>
          </a:ln>
        </p:spPr>
      </p:sp>
      <p:sp>
        <p:nvSpPr>
          <p:cNvPr id="962" name="Editable chart path">
            <a:extLst xmlns:a="http://schemas.openxmlformats.org/drawingml/2006/main">
              <a:ext uri="{FF2B5EF4-FFF2-40B4-BE49-F238E27FC236}">
                <a16:creationId xmlns:a16="http://schemas.microsoft.com/office/drawing/2014/main" id="{2CA02234-2A29-4966-B5B3-D27D4A79A0D1}"/>
              </a:ext>
            </a:extLst>
          </p:cNvPr>
          <p:cNvSpPr>
            <a:spLocks xmlns:a="http://schemas.openxmlformats.org/drawingml/2006/main" noGrp="1"/>
          </p:cNvSpPr>
          <p:nvPr/>
        </p:nvSpPr>
        <p:spPr>
          <a:xfrm xmlns:a="http://schemas.openxmlformats.org/drawingml/2006/main">
            <a:off x="2664714" y="4054113"/>
            <a:ext cx="95" cy="106944"/>
          </a:xfrm>
          <a:custGeom xmlns:a="http://schemas.openxmlformats.org/drawingml/2006/main">
            <a:pathLst>
              <a:path w="95" h="115500">
                <a:moveTo>
                  <a:pt x="0" y="0"/>
                </a:moveTo>
                <a:lnTo>
                  <a:pt x="0" y="115500"/>
                </a:lnTo>
              </a:path>
            </a:pathLst>
          </a:custGeom>
          <a:noFill xmlns:a="http://schemas.openxmlformats.org/drawingml/2006/main"/>
          <a:ln xmlns:a="http://schemas.openxmlformats.org/drawingml/2006/main" w="7056">
            <a:solidFill>
              <a:srgbClr val="14295B"/>
            </a:solidFill>
            <a:prstDash val="solid"/>
          </a:ln>
        </p:spPr>
      </p:sp>
      <p:sp>
        <p:nvSpPr>
          <p:cNvPr id="963" name="Editable chart path">
            <a:extLst xmlns:a="http://schemas.openxmlformats.org/drawingml/2006/main">
              <a:ext uri="{FF2B5EF4-FFF2-40B4-BE49-F238E27FC236}">
                <a16:creationId xmlns:a16="http://schemas.microsoft.com/office/drawing/2014/main" id="{7850C0D8-F945-4EE0-B4AC-622692DE2833}"/>
              </a:ext>
            </a:extLst>
          </p:cNvPr>
          <p:cNvSpPr>
            <a:spLocks xmlns:a="http://schemas.openxmlformats.org/drawingml/2006/main" noGrp="1"/>
          </p:cNvSpPr>
          <p:nvPr/>
        </p:nvSpPr>
        <p:spPr>
          <a:xfrm xmlns:a="http://schemas.openxmlformats.org/drawingml/2006/main">
            <a:off x="3388482" y="3611217"/>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64" name="Editable chart path">
            <a:extLst xmlns:a="http://schemas.openxmlformats.org/drawingml/2006/main">
              <a:ext uri="{FF2B5EF4-FFF2-40B4-BE49-F238E27FC236}">
                <a16:creationId xmlns:a16="http://schemas.microsoft.com/office/drawing/2014/main" id="{9760F3B4-1437-419A-80B5-A4679070DDDC}"/>
              </a:ext>
            </a:extLst>
          </p:cNvPr>
          <p:cNvSpPr>
            <a:spLocks xmlns:a="http://schemas.openxmlformats.org/drawingml/2006/main" noGrp="1"/>
          </p:cNvSpPr>
          <p:nvPr/>
        </p:nvSpPr>
        <p:spPr>
          <a:xfrm xmlns:a="http://schemas.openxmlformats.org/drawingml/2006/main">
            <a:off x="3495426" y="3562606"/>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65" name="Editable chart path">
            <a:extLst xmlns:a="http://schemas.openxmlformats.org/drawingml/2006/main">
              <a:ext uri="{FF2B5EF4-FFF2-40B4-BE49-F238E27FC236}">
                <a16:creationId xmlns:a16="http://schemas.microsoft.com/office/drawing/2014/main" id="{5D66935A-D0F4-4946-9D59-1FBDE229396C}"/>
              </a:ext>
            </a:extLst>
          </p:cNvPr>
          <p:cNvSpPr>
            <a:spLocks xmlns:a="http://schemas.openxmlformats.org/drawingml/2006/main" noGrp="1"/>
          </p:cNvSpPr>
          <p:nvPr/>
        </p:nvSpPr>
        <p:spPr>
          <a:xfrm xmlns:a="http://schemas.openxmlformats.org/drawingml/2006/main">
            <a:off x="2659317" y="4000105"/>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66" name="Editable chart path">
            <a:extLst xmlns:a="http://schemas.openxmlformats.org/drawingml/2006/main">
              <a:ext uri="{FF2B5EF4-FFF2-40B4-BE49-F238E27FC236}">
                <a16:creationId xmlns:a16="http://schemas.microsoft.com/office/drawing/2014/main" id="{51EE1482-8C47-4DE6-AAD2-44778715814C}"/>
              </a:ext>
            </a:extLst>
          </p:cNvPr>
          <p:cNvSpPr>
            <a:spLocks xmlns:a="http://schemas.openxmlformats.org/drawingml/2006/main" noGrp="1"/>
          </p:cNvSpPr>
          <p:nvPr/>
        </p:nvSpPr>
        <p:spPr>
          <a:xfrm xmlns:a="http://schemas.openxmlformats.org/drawingml/2006/main">
            <a:off x="2814872" y="4000105"/>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67" name="Editable chart path">
            <a:extLst xmlns:a="http://schemas.openxmlformats.org/drawingml/2006/main">
              <a:ext uri="{FF2B5EF4-FFF2-40B4-BE49-F238E27FC236}">
                <a16:creationId xmlns:a16="http://schemas.microsoft.com/office/drawing/2014/main" id="{F1FAD854-455D-4D8C-8F7E-739C33737786}"/>
              </a:ext>
            </a:extLst>
          </p:cNvPr>
          <p:cNvSpPr>
            <a:spLocks xmlns:a="http://schemas.openxmlformats.org/drawingml/2006/main" noGrp="1"/>
          </p:cNvSpPr>
          <p:nvPr/>
        </p:nvSpPr>
        <p:spPr>
          <a:xfrm xmlns:a="http://schemas.openxmlformats.org/drawingml/2006/main">
            <a:off x="2664599" y="3880560"/>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68" name="Editable chart path">
            <a:extLst xmlns:a="http://schemas.openxmlformats.org/drawingml/2006/main">
              <a:ext uri="{FF2B5EF4-FFF2-40B4-BE49-F238E27FC236}">
                <a16:creationId xmlns:a16="http://schemas.microsoft.com/office/drawing/2014/main" id="{56F3DF66-5AC5-4F6C-830A-C32221735D3B}"/>
              </a:ext>
            </a:extLst>
          </p:cNvPr>
          <p:cNvSpPr>
            <a:spLocks xmlns:a="http://schemas.openxmlformats.org/drawingml/2006/main" noGrp="1"/>
          </p:cNvSpPr>
          <p:nvPr/>
        </p:nvSpPr>
        <p:spPr>
          <a:xfrm xmlns:a="http://schemas.openxmlformats.org/drawingml/2006/main">
            <a:off x="2814872" y="3854272"/>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69" name="Editable chart path">
            <a:extLst xmlns:a="http://schemas.openxmlformats.org/drawingml/2006/main">
              <a:ext uri="{FF2B5EF4-FFF2-40B4-BE49-F238E27FC236}">
                <a16:creationId xmlns:a16="http://schemas.microsoft.com/office/drawing/2014/main" id="{71832E19-995A-4A98-AB6C-2E99A0DC327B}"/>
              </a:ext>
            </a:extLst>
          </p:cNvPr>
          <p:cNvSpPr>
            <a:spLocks xmlns:a="http://schemas.openxmlformats.org/drawingml/2006/main" noGrp="1"/>
          </p:cNvSpPr>
          <p:nvPr/>
        </p:nvSpPr>
        <p:spPr>
          <a:xfrm xmlns:a="http://schemas.openxmlformats.org/drawingml/2006/main">
            <a:off x="2552373" y="3902883"/>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70" name="Editable chart path">
            <a:extLst xmlns:a="http://schemas.openxmlformats.org/drawingml/2006/main">
              <a:ext uri="{FF2B5EF4-FFF2-40B4-BE49-F238E27FC236}">
                <a16:creationId xmlns:a16="http://schemas.microsoft.com/office/drawing/2014/main" id="{53525AF0-6A7A-4599-A796-6174570AB017}"/>
              </a:ext>
            </a:extLst>
          </p:cNvPr>
          <p:cNvSpPr>
            <a:spLocks xmlns:a="http://schemas.openxmlformats.org/drawingml/2006/main" noGrp="1"/>
          </p:cNvSpPr>
          <p:nvPr/>
        </p:nvSpPr>
        <p:spPr>
          <a:xfrm xmlns:a="http://schemas.openxmlformats.org/drawingml/2006/main">
            <a:off x="2707928" y="3747328"/>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71" name="Editable chart path">
            <a:extLst xmlns:a="http://schemas.openxmlformats.org/drawingml/2006/main">
              <a:ext uri="{FF2B5EF4-FFF2-40B4-BE49-F238E27FC236}">
                <a16:creationId xmlns:a16="http://schemas.microsoft.com/office/drawing/2014/main" id="{8A5C1C48-FB8B-46BD-B7B6-3048B5BD042B}"/>
              </a:ext>
            </a:extLst>
          </p:cNvPr>
          <p:cNvSpPr>
            <a:spLocks xmlns:a="http://schemas.openxmlformats.org/drawingml/2006/main" noGrp="1"/>
          </p:cNvSpPr>
          <p:nvPr/>
        </p:nvSpPr>
        <p:spPr>
          <a:xfrm xmlns:a="http://schemas.openxmlformats.org/drawingml/2006/main">
            <a:off x="2515603" y="4011022"/>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72" name="Editable chart path">
            <a:extLst xmlns:a="http://schemas.openxmlformats.org/drawingml/2006/main">
              <a:ext uri="{FF2B5EF4-FFF2-40B4-BE49-F238E27FC236}">
                <a16:creationId xmlns:a16="http://schemas.microsoft.com/office/drawing/2014/main" id="{2BDB94B5-7C41-46C9-B40B-8583F575F9DA}"/>
              </a:ext>
            </a:extLst>
          </p:cNvPr>
          <p:cNvSpPr>
            <a:spLocks xmlns:a="http://schemas.openxmlformats.org/drawingml/2006/main" noGrp="1"/>
          </p:cNvSpPr>
          <p:nvPr/>
        </p:nvSpPr>
        <p:spPr>
          <a:xfrm xmlns:a="http://schemas.openxmlformats.org/drawingml/2006/main">
            <a:off x="2610706" y="4107049"/>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973" name="">
            <a:extLst xmlns:a="http://schemas.openxmlformats.org/drawingml/2006/main">
              <a:ext uri="{FF2B5EF4-FFF2-40B4-BE49-F238E27FC236}">
                <a16:creationId xmlns:a16="http://schemas.microsoft.com/office/drawing/2014/main" id="{5D1F070F-1C18-4B67-96A7-DF2F56ABB48B}"/>
              </a:ext>
            </a:extLst>
          </p:cNvPr>
          <p:cNvSpPr>
            <a:spLocks xmlns:a="http://schemas.openxmlformats.org/drawingml/2006/main" noGrp="1"/>
          </p:cNvSpPr>
          <p:nvPr/>
        </p:nvSpPr>
        <p:spPr>
          <a:xfrm xmlns:a="http://schemas.openxmlformats.org/drawingml/2006/main" rot="0">
            <a:off x="3422821" y="3589660"/>
            <a:ext cx="39338"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1</a:t>
            </a:r>
          </a:p>
        </p:txBody>
      </p:sp>
      <p:sp>
        <p:nvSpPr>
          <p:cNvPr id="974" name="">
            <a:extLst xmlns:a="http://schemas.openxmlformats.org/drawingml/2006/main">
              <a:ext uri="{FF2B5EF4-FFF2-40B4-BE49-F238E27FC236}">
                <a16:creationId xmlns:a16="http://schemas.microsoft.com/office/drawing/2014/main" id="{E5A27963-DB7B-48A8-9263-B00FCDCD8AF3}"/>
              </a:ext>
            </a:extLst>
          </p:cNvPr>
          <p:cNvSpPr>
            <a:spLocks xmlns:a="http://schemas.openxmlformats.org/drawingml/2006/main" noGrp="1"/>
          </p:cNvSpPr>
          <p:nvPr/>
        </p:nvSpPr>
        <p:spPr>
          <a:xfrm xmlns:a="http://schemas.openxmlformats.org/drawingml/2006/main" rot="0">
            <a:off x="3516049" y="3541049"/>
            <a:ext cx="66770"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2</a:t>
            </a:r>
          </a:p>
        </p:txBody>
      </p:sp>
      <p:sp>
        <p:nvSpPr>
          <p:cNvPr id="975" name="">
            <a:extLst xmlns:a="http://schemas.openxmlformats.org/drawingml/2006/main">
              <a:ext uri="{FF2B5EF4-FFF2-40B4-BE49-F238E27FC236}">
                <a16:creationId xmlns:a16="http://schemas.microsoft.com/office/drawing/2014/main" id="{9F8DE1A5-59B5-4AF8-8EB3-129385189EB4}"/>
              </a:ext>
            </a:extLst>
          </p:cNvPr>
          <p:cNvSpPr>
            <a:spLocks xmlns:a="http://schemas.openxmlformats.org/drawingml/2006/main" noGrp="1"/>
          </p:cNvSpPr>
          <p:nvPr/>
        </p:nvSpPr>
        <p:spPr>
          <a:xfrm xmlns:a="http://schemas.openxmlformats.org/drawingml/2006/main" rot="0">
            <a:off x="2679178" y="3978548"/>
            <a:ext cx="68294"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3</a:t>
            </a:r>
          </a:p>
        </p:txBody>
      </p:sp>
      <p:sp>
        <p:nvSpPr>
          <p:cNvPr id="976" name="">
            <a:extLst xmlns:a="http://schemas.openxmlformats.org/drawingml/2006/main">
              <a:ext uri="{FF2B5EF4-FFF2-40B4-BE49-F238E27FC236}">
                <a16:creationId xmlns:a16="http://schemas.microsoft.com/office/drawing/2014/main" id="{1C622BEA-3753-47BD-A2AC-D097528C5BA3}"/>
              </a:ext>
            </a:extLst>
          </p:cNvPr>
          <p:cNvSpPr>
            <a:spLocks xmlns:a="http://schemas.openxmlformats.org/drawingml/2006/main" noGrp="1"/>
          </p:cNvSpPr>
          <p:nvPr/>
        </p:nvSpPr>
        <p:spPr>
          <a:xfrm xmlns:a="http://schemas.openxmlformats.org/drawingml/2006/main" rot="0">
            <a:off x="2832542" y="3978548"/>
            <a:ext cx="72676"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4</a:t>
            </a:r>
          </a:p>
        </p:txBody>
      </p:sp>
      <p:sp>
        <p:nvSpPr>
          <p:cNvPr id="977" name="">
            <a:extLst xmlns:a="http://schemas.openxmlformats.org/drawingml/2006/main">
              <a:ext uri="{FF2B5EF4-FFF2-40B4-BE49-F238E27FC236}">
                <a16:creationId xmlns:a16="http://schemas.microsoft.com/office/drawing/2014/main" id="{F5575593-B0E1-4343-BC4C-0BCDFD066108}"/>
              </a:ext>
            </a:extLst>
          </p:cNvPr>
          <p:cNvSpPr>
            <a:spLocks xmlns:a="http://schemas.openxmlformats.org/drawingml/2006/main" noGrp="1"/>
          </p:cNvSpPr>
          <p:nvPr/>
        </p:nvSpPr>
        <p:spPr>
          <a:xfrm xmlns:a="http://schemas.openxmlformats.org/drawingml/2006/main" rot="0">
            <a:off x="2682364" y="3859003"/>
            <a:ext cx="72485"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5</a:t>
            </a:r>
          </a:p>
        </p:txBody>
      </p:sp>
      <p:sp>
        <p:nvSpPr>
          <p:cNvPr id="978" name="">
            <a:extLst xmlns:a="http://schemas.openxmlformats.org/drawingml/2006/main">
              <a:ext uri="{FF2B5EF4-FFF2-40B4-BE49-F238E27FC236}">
                <a16:creationId xmlns:a16="http://schemas.microsoft.com/office/drawing/2014/main" id="{956F502E-FC9F-412F-A345-CF8E2FCA98D0}"/>
              </a:ext>
            </a:extLst>
          </p:cNvPr>
          <p:cNvSpPr>
            <a:spLocks xmlns:a="http://schemas.openxmlformats.org/drawingml/2006/main" noGrp="1"/>
          </p:cNvSpPr>
          <p:nvPr/>
        </p:nvSpPr>
        <p:spPr>
          <a:xfrm xmlns:a="http://schemas.openxmlformats.org/drawingml/2006/main" rot="0">
            <a:off x="2832257" y="3832715"/>
            <a:ext cx="73247"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6</a:t>
            </a:r>
          </a:p>
        </p:txBody>
      </p:sp>
      <p:sp>
        <p:nvSpPr>
          <p:cNvPr id="979" name="">
            <a:extLst xmlns:a="http://schemas.openxmlformats.org/drawingml/2006/main">
              <a:ext uri="{FF2B5EF4-FFF2-40B4-BE49-F238E27FC236}">
                <a16:creationId xmlns:a16="http://schemas.microsoft.com/office/drawing/2014/main" id="{0328326E-ADD0-4E48-9636-D65779D92DFD}"/>
              </a:ext>
            </a:extLst>
          </p:cNvPr>
          <p:cNvSpPr>
            <a:spLocks xmlns:a="http://schemas.openxmlformats.org/drawingml/2006/main" noGrp="1"/>
          </p:cNvSpPr>
          <p:nvPr/>
        </p:nvSpPr>
        <p:spPr>
          <a:xfrm xmlns:a="http://schemas.openxmlformats.org/drawingml/2006/main" rot="0">
            <a:off x="2574520" y="3881326"/>
            <a:ext cx="63722"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7</a:t>
            </a:r>
          </a:p>
        </p:txBody>
      </p:sp>
      <p:sp>
        <p:nvSpPr>
          <p:cNvPr id="980" name="">
            <a:extLst xmlns:a="http://schemas.openxmlformats.org/drawingml/2006/main">
              <a:ext uri="{FF2B5EF4-FFF2-40B4-BE49-F238E27FC236}">
                <a16:creationId xmlns:a16="http://schemas.microsoft.com/office/drawing/2014/main" id="{E09E7DB3-C044-4B3C-95D9-93376CF051AE}"/>
              </a:ext>
            </a:extLst>
          </p:cNvPr>
          <p:cNvSpPr>
            <a:spLocks xmlns:a="http://schemas.openxmlformats.org/drawingml/2006/main" noGrp="1"/>
          </p:cNvSpPr>
          <p:nvPr/>
        </p:nvSpPr>
        <p:spPr>
          <a:xfrm xmlns:a="http://schemas.openxmlformats.org/drawingml/2006/main" rot="0">
            <a:off x="2725503" y="3725771"/>
            <a:ext cx="72866"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8</a:t>
            </a:r>
          </a:p>
        </p:txBody>
      </p:sp>
      <p:sp>
        <p:nvSpPr>
          <p:cNvPr id="981" name="">
            <a:extLst xmlns:a="http://schemas.openxmlformats.org/drawingml/2006/main">
              <a:ext uri="{FF2B5EF4-FFF2-40B4-BE49-F238E27FC236}">
                <a16:creationId xmlns:a16="http://schemas.microsoft.com/office/drawing/2014/main" id="{AAB3E20B-56DA-4345-8044-3CD4CA763B4C}"/>
              </a:ext>
            </a:extLst>
          </p:cNvPr>
          <p:cNvSpPr>
            <a:spLocks xmlns:a="http://schemas.openxmlformats.org/drawingml/2006/main" noGrp="1"/>
          </p:cNvSpPr>
          <p:nvPr/>
        </p:nvSpPr>
        <p:spPr>
          <a:xfrm xmlns:a="http://schemas.openxmlformats.org/drawingml/2006/main" rot="0">
            <a:off x="2533225" y="3989465"/>
            <a:ext cx="72771"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9</a:t>
            </a:r>
          </a:p>
        </p:txBody>
      </p:sp>
      <p:sp>
        <p:nvSpPr>
          <p:cNvPr id="982" name="">
            <a:extLst xmlns:a="http://schemas.openxmlformats.org/drawingml/2006/main">
              <a:ext uri="{FF2B5EF4-FFF2-40B4-BE49-F238E27FC236}">
                <a16:creationId xmlns:a16="http://schemas.microsoft.com/office/drawing/2014/main" id="{FA0807D7-9E82-4EDC-8878-D750BA04A2ED}"/>
              </a:ext>
            </a:extLst>
          </p:cNvPr>
          <p:cNvSpPr>
            <a:spLocks xmlns:a="http://schemas.openxmlformats.org/drawingml/2006/main" noGrp="1"/>
          </p:cNvSpPr>
          <p:nvPr/>
        </p:nvSpPr>
        <p:spPr>
          <a:xfrm xmlns:a="http://schemas.openxmlformats.org/drawingml/2006/main" rot="0">
            <a:off x="2611184" y="4085492"/>
            <a:ext cx="107061"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10</a:t>
            </a:r>
          </a:p>
        </p:txBody>
      </p:sp>
      <p:sp>
        <p:nvSpPr>
          <p:cNvPr id="983" name="">
            <a:extLst xmlns:a="http://schemas.openxmlformats.org/drawingml/2006/main">
              <a:ext uri="{FF2B5EF4-FFF2-40B4-BE49-F238E27FC236}">
                <a16:creationId xmlns:a16="http://schemas.microsoft.com/office/drawing/2014/main" id="{07C0CB3B-4FBE-46DA-9B74-190104A4E308}"/>
              </a:ext>
            </a:extLst>
          </p:cNvPr>
          <p:cNvSpPr>
            <a:spLocks xmlns:a="http://schemas.openxmlformats.org/drawingml/2006/main" noGrp="1"/>
          </p:cNvSpPr>
          <p:nvPr/>
        </p:nvSpPr>
        <p:spPr>
          <a:xfrm xmlns:a="http://schemas.openxmlformats.org/drawingml/2006/main" rot="0">
            <a:off x="4059428" y="2311943"/>
            <a:ext cx="48387"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1</a:t>
            </a:r>
          </a:p>
        </p:txBody>
      </p:sp>
      <p:sp>
        <p:nvSpPr>
          <p:cNvPr id="984" name="">
            <a:extLst xmlns:a="http://schemas.openxmlformats.org/drawingml/2006/main">
              <a:ext uri="{FF2B5EF4-FFF2-40B4-BE49-F238E27FC236}">
                <a16:creationId xmlns:a16="http://schemas.microsoft.com/office/drawing/2014/main" id="{EF45234D-4AB5-4703-81BF-0D0D7FA8F067}"/>
              </a:ext>
            </a:extLst>
          </p:cNvPr>
          <p:cNvSpPr>
            <a:spLocks xmlns:a="http://schemas.openxmlformats.org/drawingml/2006/main" noGrp="1"/>
          </p:cNvSpPr>
          <p:nvPr/>
        </p:nvSpPr>
        <p:spPr>
          <a:xfrm xmlns:a="http://schemas.openxmlformats.org/drawingml/2006/main" rot="0">
            <a:off x="4237507" y="2311943"/>
            <a:ext cx="613220"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Changi T3</a:t>
            </a:r>
          </a:p>
        </p:txBody>
      </p:sp>
      <p:sp>
        <p:nvSpPr>
          <p:cNvPr id="985" name="">
            <a:extLst xmlns:a="http://schemas.openxmlformats.org/drawingml/2006/main">
              <a:ext uri="{FF2B5EF4-FFF2-40B4-BE49-F238E27FC236}">
                <a16:creationId xmlns:a16="http://schemas.microsoft.com/office/drawing/2014/main" id="{4685042A-F1FA-45AC-B052-689E66C72D5C}"/>
              </a:ext>
            </a:extLst>
          </p:cNvPr>
          <p:cNvSpPr>
            <a:spLocks xmlns:a="http://schemas.openxmlformats.org/drawingml/2006/main" noGrp="1"/>
          </p:cNvSpPr>
          <p:nvPr/>
        </p:nvSpPr>
        <p:spPr>
          <a:xfrm xmlns:a="http://schemas.openxmlformats.org/drawingml/2006/main" rot="0">
            <a:off x="4237507" y="2437404"/>
            <a:ext cx="132226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−8.5% · −7.08 taxis</a:t>
            </a:r>
          </a:p>
        </p:txBody>
      </p:sp>
      <p:sp>
        <p:nvSpPr>
          <p:cNvPr id="986" name="">
            <a:extLst xmlns:a="http://schemas.openxmlformats.org/drawingml/2006/main">
              <a:ext uri="{FF2B5EF4-FFF2-40B4-BE49-F238E27FC236}">
                <a16:creationId xmlns:a16="http://schemas.microsoft.com/office/drawing/2014/main" id="{67F39C51-C207-4C4E-8EC5-DF0A4A80F91C}"/>
              </a:ext>
            </a:extLst>
          </p:cNvPr>
          <p:cNvSpPr>
            <a:spLocks xmlns:a="http://schemas.openxmlformats.org/drawingml/2006/main" noGrp="1"/>
          </p:cNvSpPr>
          <p:nvPr/>
        </p:nvSpPr>
        <p:spPr>
          <a:xfrm xmlns:a="http://schemas.openxmlformats.org/drawingml/2006/main" rot="0">
            <a:off x="4059428" y="2603713"/>
            <a:ext cx="73914"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2</a:t>
            </a:r>
          </a:p>
        </p:txBody>
      </p:sp>
      <p:sp>
        <p:nvSpPr>
          <p:cNvPr id="987" name="">
            <a:extLst xmlns:a="http://schemas.openxmlformats.org/drawingml/2006/main">
              <a:ext uri="{FF2B5EF4-FFF2-40B4-BE49-F238E27FC236}">
                <a16:creationId xmlns:a16="http://schemas.microsoft.com/office/drawing/2014/main" id="{BB248DCE-54DE-4243-A559-ADAE544E4241}"/>
              </a:ext>
            </a:extLst>
          </p:cNvPr>
          <p:cNvSpPr>
            <a:spLocks xmlns:a="http://schemas.openxmlformats.org/drawingml/2006/main" noGrp="1"/>
          </p:cNvSpPr>
          <p:nvPr/>
        </p:nvSpPr>
        <p:spPr>
          <a:xfrm xmlns:a="http://schemas.openxmlformats.org/drawingml/2006/main" rot="0">
            <a:off x="4237507" y="2603713"/>
            <a:ext cx="1044416"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Changi T1 / Jewel</a:t>
            </a:r>
          </a:p>
        </p:txBody>
      </p:sp>
      <p:sp>
        <p:nvSpPr>
          <p:cNvPr id="988" name="">
            <a:extLst xmlns:a="http://schemas.openxmlformats.org/drawingml/2006/main">
              <a:ext uri="{FF2B5EF4-FFF2-40B4-BE49-F238E27FC236}">
                <a16:creationId xmlns:a16="http://schemas.microsoft.com/office/drawing/2014/main" id="{5D146879-B20C-4701-BB0A-110FF89E73F1}"/>
              </a:ext>
            </a:extLst>
          </p:cNvPr>
          <p:cNvSpPr>
            <a:spLocks xmlns:a="http://schemas.openxmlformats.org/drawingml/2006/main" noGrp="1"/>
          </p:cNvSpPr>
          <p:nvPr/>
        </p:nvSpPr>
        <p:spPr>
          <a:xfrm xmlns:a="http://schemas.openxmlformats.org/drawingml/2006/main" rot="0">
            <a:off x="4237507" y="2729174"/>
            <a:ext cx="137198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−15.9% · −6.87 taxis</a:t>
            </a:r>
          </a:p>
        </p:txBody>
      </p:sp>
      <p:sp>
        <p:nvSpPr>
          <p:cNvPr id="989" name="">
            <a:extLst xmlns:a="http://schemas.openxmlformats.org/drawingml/2006/main">
              <a:ext uri="{FF2B5EF4-FFF2-40B4-BE49-F238E27FC236}">
                <a16:creationId xmlns:a16="http://schemas.microsoft.com/office/drawing/2014/main" id="{3342D277-1DF3-4C74-A106-F366E13E84A8}"/>
              </a:ext>
            </a:extLst>
          </p:cNvPr>
          <p:cNvSpPr>
            <a:spLocks xmlns:a="http://schemas.openxmlformats.org/drawingml/2006/main" noGrp="1"/>
          </p:cNvSpPr>
          <p:nvPr/>
        </p:nvSpPr>
        <p:spPr>
          <a:xfrm xmlns:a="http://schemas.openxmlformats.org/drawingml/2006/main" rot="0">
            <a:off x="4059428" y="2895483"/>
            <a:ext cx="76962"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3</a:t>
            </a:r>
          </a:p>
        </p:txBody>
      </p:sp>
      <p:sp>
        <p:nvSpPr>
          <p:cNvPr id="990" name="">
            <a:extLst xmlns:a="http://schemas.openxmlformats.org/drawingml/2006/main">
              <a:ext uri="{FF2B5EF4-FFF2-40B4-BE49-F238E27FC236}">
                <a16:creationId xmlns:a16="http://schemas.microsoft.com/office/drawing/2014/main" id="{67D89607-CC05-4410-9B50-CD6137599966}"/>
              </a:ext>
            </a:extLst>
          </p:cNvPr>
          <p:cNvSpPr>
            <a:spLocks xmlns:a="http://schemas.openxmlformats.org/drawingml/2006/main" noGrp="1"/>
          </p:cNvSpPr>
          <p:nvPr/>
        </p:nvSpPr>
        <p:spPr>
          <a:xfrm xmlns:a="http://schemas.openxmlformats.org/drawingml/2006/main" rot="0">
            <a:off x="4237507" y="2895483"/>
            <a:ext cx="627317"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Lau Pa Sat</a:t>
            </a:r>
          </a:p>
        </p:txBody>
      </p:sp>
      <p:sp>
        <p:nvSpPr>
          <p:cNvPr id="991" name="">
            <a:extLst xmlns:a="http://schemas.openxmlformats.org/drawingml/2006/main">
              <a:ext uri="{FF2B5EF4-FFF2-40B4-BE49-F238E27FC236}">
                <a16:creationId xmlns:a16="http://schemas.microsoft.com/office/drawing/2014/main" id="{1C8300DD-32F6-408B-AA95-6DDC2A4C4BAA}"/>
              </a:ext>
            </a:extLst>
          </p:cNvPr>
          <p:cNvSpPr>
            <a:spLocks xmlns:a="http://schemas.openxmlformats.org/drawingml/2006/main" noGrp="1"/>
          </p:cNvSpPr>
          <p:nvPr/>
        </p:nvSpPr>
        <p:spPr>
          <a:xfrm xmlns:a="http://schemas.openxmlformats.org/drawingml/2006/main" rot="0">
            <a:off x="4237507" y="3020944"/>
            <a:ext cx="142455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−30.8% · −4.90 taxis</a:t>
            </a:r>
          </a:p>
        </p:txBody>
      </p:sp>
      <p:sp>
        <p:nvSpPr>
          <p:cNvPr id="992" name="">
            <a:extLst xmlns:a="http://schemas.openxmlformats.org/drawingml/2006/main">
              <a:ext uri="{FF2B5EF4-FFF2-40B4-BE49-F238E27FC236}">
                <a16:creationId xmlns:a16="http://schemas.microsoft.com/office/drawing/2014/main" id="{17CEEF0A-6B85-4B63-B60A-186CE965AEE4}"/>
              </a:ext>
            </a:extLst>
          </p:cNvPr>
          <p:cNvSpPr>
            <a:spLocks xmlns:a="http://schemas.openxmlformats.org/drawingml/2006/main" noGrp="1"/>
          </p:cNvSpPr>
          <p:nvPr/>
        </p:nvSpPr>
        <p:spPr>
          <a:xfrm xmlns:a="http://schemas.openxmlformats.org/drawingml/2006/main" rot="0">
            <a:off x="4059428" y="3187252"/>
            <a:ext cx="84487"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4</a:t>
            </a:r>
          </a:p>
        </p:txBody>
      </p:sp>
      <p:sp>
        <p:nvSpPr>
          <p:cNvPr id="993" name="">
            <a:extLst xmlns:a="http://schemas.openxmlformats.org/drawingml/2006/main">
              <a:ext uri="{FF2B5EF4-FFF2-40B4-BE49-F238E27FC236}">
                <a16:creationId xmlns:a16="http://schemas.microsoft.com/office/drawing/2014/main" id="{2143A1EC-96D6-434D-A9EF-8EAD9B7669FE}"/>
              </a:ext>
            </a:extLst>
          </p:cNvPr>
          <p:cNvSpPr>
            <a:spLocks xmlns:a="http://schemas.openxmlformats.org/drawingml/2006/main" noGrp="1"/>
          </p:cNvSpPr>
          <p:nvPr/>
        </p:nvSpPr>
        <p:spPr>
          <a:xfrm xmlns:a="http://schemas.openxmlformats.org/drawingml/2006/main" rot="0">
            <a:off x="4237507" y="3187252"/>
            <a:ext cx="1084802"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Marina Bay Sands</a:t>
            </a:r>
          </a:p>
        </p:txBody>
      </p:sp>
      <p:sp>
        <p:nvSpPr>
          <p:cNvPr id="994" name="">
            <a:extLst xmlns:a="http://schemas.openxmlformats.org/drawingml/2006/main">
              <a:ext uri="{FF2B5EF4-FFF2-40B4-BE49-F238E27FC236}">
                <a16:creationId xmlns:a16="http://schemas.microsoft.com/office/drawing/2014/main" id="{BF2CAFF3-595A-4485-8B92-C84E22319634}"/>
              </a:ext>
            </a:extLst>
          </p:cNvPr>
          <p:cNvSpPr>
            <a:spLocks xmlns:a="http://schemas.openxmlformats.org/drawingml/2006/main" noGrp="1"/>
          </p:cNvSpPr>
          <p:nvPr/>
        </p:nvSpPr>
        <p:spPr>
          <a:xfrm xmlns:a="http://schemas.openxmlformats.org/drawingml/2006/main" rot="0">
            <a:off x="4237507" y="3312713"/>
            <a:ext cx="141351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−36.4% · −4.76 taxis</a:t>
            </a:r>
          </a:p>
        </p:txBody>
      </p:sp>
      <p:sp>
        <p:nvSpPr>
          <p:cNvPr id="995" name="">
            <a:extLst xmlns:a="http://schemas.openxmlformats.org/drawingml/2006/main">
              <a:ext uri="{FF2B5EF4-FFF2-40B4-BE49-F238E27FC236}">
                <a16:creationId xmlns:a16="http://schemas.microsoft.com/office/drawing/2014/main" id="{1A58679D-4872-4DE5-8300-2C8ED06E1078}"/>
              </a:ext>
            </a:extLst>
          </p:cNvPr>
          <p:cNvSpPr>
            <a:spLocks xmlns:a="http://schemas.openxmlformats.org/drawingml/2006/main" noGrp="1"/>
          </p:cNvSpPr>
          <p:nvPr/>
        </p:nvSpPr>
        <p:spPr>
          <a:xfrm xmlns:a="http://schemas.openxmlformats.org/drawingml/2006/main" rot="0">
            <a:off x="4059428" y="3479022"/>
            <a:ext cx="82391"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5</a:t>
            </a:r>
          </a:p>
        </p:txBody>
      </p:sp>
      <p:sp>
        <p:nvSpPr>
          <p:cNvPr id="996" name="">
            <a:extLst xmlns:a="http://schemas.openxmlformats.org/drawingml/2006/main">
              <a:ext uri="{FF2B5EF4-FFF2-40B4-BE49-F238E27FC236}">
                <a16:creationId xmlns:a16="http://schemas.microsoft.com/office/drawing/2014/main" id="{43BEA7C0-1C55-4BEE-9E21-FF515D6F8024}"/>
              </a:ext>
            </a:extLst>
          </p:cNvPr>
          <p:cNvSpPr>
            <a:spLocks xmlns:a="http://schemas.openxmlformats.org/drawingml/2006/main" noGrp="1"/>
          </p:cNvSpPr>
          <p:nvPr/>
        </p:nvSpPr>
        <p:spPr>
          <a:xfrm xmlns:a="http://schemas.openxmlformats.org/drawingml/2006/main" rot="0">
            <a:off x="4237507" y="3479022"/>
            <a:ext cx="799338"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Dhoby Ghaut</a:t>
            </a:r>
          </a:p>
        </p:txBody>
      </p:sp>
      <p:sp>
        <p:nvSpPr>
          <p:cNvPr id="997" name="">
            <a:extLst xmlns:a="http://schemas.openxmlformats.org/drawingml/2006/main">
              <a:ext uri="{FF2B5EF4-FFF2-40B4-BE49-F238E27FC236}">
                <a16:creationId xmlns:a16="http://schemas.microsoft.com/office/drawing/2014/main" id="{E7EFA7F5-A451-4014-A4CF-41C11BF78524}"/>
              </a:ext>
            </a:extLst>
          </p:cNvPr>
          <p:cNvSpPr>
            <a:spLocks xmlns:a="http://schemas.openxmlformats.org/drawingml/2006/main" noGrp="1"/>
          </p:cNvSpPr>
          <p:nvPr/>
        </p:nvSpPr>
        <p:spPr>
          <a:xfrm xmlns:a="http://schemas.openxmlformats.org/drawingml/2006/main" rot="0">
            <a:off x="4237507" y="3604483"/>
            <a:ext cx="140560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−34.9% · −3.75 taxis</a:t>
            </a:r>
          </a:p>
        </p:txBody>
      </p:sp>
      <p:sp>
        <p:nvSpPr>
          <p:cNvPr id="998" name="">
            <a:extLst xmlns:a="http://schemas.openxmlformats.org/drawingml/2006/main">
              <a:ext uri="{FF2B5EF4-FFF2-40B4-BE49-F238E27FC236}">
                <a16:creationId xmlns:a16="http://schemas.microsoft.com/office/drawing/2014/main" id="{77B85A37-71EF-40FC-A4A8-E4FFD0388487}"/>
              </a:ext>
            </a:extLst>
          </p:cNvPr>
          <p:cNvSpPr>
            <a:spLocks xmlns:a="http://schemas.openxmlformats.org/drawingml/2006/main" noGrp="1"/>
          </p:cNvSpPr>
          <p:nvPr/>
        </p:nvSpPr>
        <p:spPr>
          <a:xfrm xmlns:a="http://schemas.openxmlformats.org/drawingml/2006/main" rot="0">
            <a:off x="4059428" y="3770792"/>
            <a:ext cx="81915"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6</a:t>
            </a:r>
          </a:p>
        </p:txBody>
      </p:sp>
      <p:sp>
        <p:nvSpPr>
          <p:cNvPr id="999" name="">
            <a:extLst xmlns:a="http://schemas.openxmlformats.org/drawingml/2006/main">
              <a:ext uri="{FF2B5EF4-FFF2-40B4-BE49-F238E27FC236}">
                <a16:creationId xmlns:a16="http://schemas.microsoft.com/office/drawing/2014/main" id="{0AE3BB79-FDA2-4AD9-88AF-A3D229527649}"/>
              </a:ext>
            </a:extLst>
          </p:cNvPr>
          <p:cNvSpPr>
            <a:spLocks xmlns:a="http://schemas.openxmlformats.org/drawingml/2006/main" noGrp="1"/>
          </p:cNvSpPr>
          <p:nvPr/>
        </p:nvSpPr>
        <p:spPr>
          <a:xfrm xmlns:a="http://schemas.openxmlformats.org/drawingml/2006/main" rot="0">
            <a:off x="4237507" y="3770792"/>
            <a:ext cx="559022"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Lavender</a:t>
            </a:r>
          </a:p>
        </p:txBody>
      </p:sp>
      <p:sp>
        <p:nvSpPr>
          <p:cNvPr id="1000" name="">
            <a:extLst xmlns:a="http://schemas.openxmlformats.org/drawingml/2006/main">
              <a:ext uri="{FF2B5EF4-FFF2-40B4-BE49-F238E27FC236}">
                <a16:creationId xmlns:a16="http://schemas.microsoft.com/office/drawing/2014/main" id="{7B6B2ED3-225B-4A07-9B1E-1EBADE807B2A}"/>
              </a:ext>
            </a:extLst>
          </p:cNvPr>
          <p:cNvSpPr>
            <a:spLocks xmlns:a="http://schemas.openxmlformats.org/drawingml/2006/main" noGrp="1"/>
          </p:cNvSpPr>
          <p:nvPr/>
        </p:nvSpPr>
        <p:spPr>
          <a:xfrm xmlns:a="http://schemas.openxmlformats.org/drawingml/2006/main" rot="0">
            <a:off x="4237507" y="3896253"/>
            <a:ext cx="136188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−21.9% · −3.62 taxis</a:t>
            </a:r>
          </a:p>
        </p:txBody>
      </p:sp>
      <p:sp>
        <p:nvSpPr>
          <p:cNvPr id="1001" name="">
            <a:extLst xmlns:a="http://schemas.openxmlformats.org/drawingml/2006/main">
              <a:ext uri="{FF2B5EF4-FFF2-40B4-BE49-F238E27FC236}">
                <a16:creationId xmlns:a16="http://schemas.microsoft.com/office/drawing/2014/main" id="{FDA0D2CC-3362-48A3-A95B-B1F7946A31B3}"/>
              </a:ext>
            </a:extLst>
          </p:cNvPr>
          <p:cNvSpPr>
            <a:spLocks xmlns:a="http://schemas.openxmlformats.org/drawingml/2006/main" noGrp="1"/>
          </p:cNvSpPr>
          <p:nvPr/>
        </p:nvSpPr>
        <p:spPr>
          <a:xfrm xmlns:a="http://schemas.openxmlformats.org/drawingml/2006/main" rot="0">
            <a:off x="4059428" y="4062562"/>
            <a:ext cx="70866"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7</a:t>
            </a:r>
          </a:p>
        </p:txBody>
      </p:sp>
      <p:sp>
        <p:nvSpPr>
          <p:cNvPr id="1002" name="">
            <a:extLst xmlns:a="http://schemas.openxmlformats.org/drawingml/2006/main">
              <a:ext uri="{FF2B5EF4-FFF2-40B4-BE49-F238E27FC236}">
                <a16:creationId xmlns:a16="http://schemas.microsoft.com/office/drawing/2014/main" id="{1910E2C2-C058-4CC9-B3E1-D0045ED9F46D}"/>
              </a:ext>
            </a:extLst>
          </p:cNvPr>
          <p:cNvSpPr>
            <a:spLocks xmlns:a="http://schemas.openxmlformats.org/drawingml/2006/main" noGrp="1"/>
          </p:cNvSpPr>
          <p:nvPr/>
        </p:nvSpPr>
        <p:spPr>
          <a:xfrm xmlns:a="http://schemas.openxmlformats.org/drawingml/2006/main" rot="0">
            <a:off x="4237507" y="4062562"/>
            <a:ext cx="466249"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Victoria</a:t>
            </a:r>
          </a:p>
        </p:txBody>
      </p:sp>
      <p:sp>
        <p:nvSpPr>
          <p:cNvPr id="1003" name="">
            <a:extLst xmlns:a="http://schemas.openxmlformats.org/drawingml/2006/main">
              <a:ext uri="{FF2B5EF4-FFF2-40B4-BE49-F238E27FC236}">
                <a16:creationId xmlns:a16="http://schemas.microsoft.com/office/drawing/2014/main" id="{80E490A7-68C4-40B9-A0FD-D1DF7999C10E}"/>
              </a:ext>
            </a:extLst>
          </p:cNvPr>
          <p:cNvSpPr>
            <a:spLocks xmlns:a="http://schemas.openxmlformats.org/drawingml/2006/main" noGrp="1"/>
          </p:cNvSpPr>
          <p:nvPr/>
        </p:nvSpPr>
        <p:spPr>
          <a:xfrm xmlns:a="http://schemas.openxmlformats.org/drawingml/2006/main" rot="0">
            <a:off x="4237507" y="4188023"/>
            <a:ext cx="141008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−23.9% · −3.54 taxis</a:t>
            </a:r>
          </a:p>
        </p:txBody>
      </p:sp>
      <p:sp>
        <p:nvSpPr>
          <p:cNvPr id="1004" name="">
            <a:extLst xmlns:a="http://schemas.openxmlformats.org/drawingml/2006/main">
              <a:ext uri="{FF2B5EF4-FFF2-40B4-BE49-F238E27FC236}">
                <a16:creationId xmlns:a16="http://schemas.microsoft.com/office/drawing/2014/main" id="{AF7500A4-21C3-431F-A2A6-A436303F8586}"/>
              </a:ext>
            </a:extLst>
          </p:cNvPr>
          <p:cNvSpPr>
            <a:spLocks xmlns:a="http://schemas.openxmlformats.org/drawingml/2006/main" noGrp="1"/>
          </p:cNvSpPr>
          <p:nvPr/>
        </p:nvSpPr>
        <p:spPr>
          <a:xfrm xmlns:a="http://schemas.openxmlformats.org/drawingml/2006/main" rot="0">
            <a:off x="4059428" y="4354332"/>
            <a:ext cx="82296"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8</a:t>
            </a:r>
          </a:p>
        </p:txBody>
      </p:sp>
      <p:sp>
        <p:nvSpPr>
          <p:cNvPr id="1005" name="">
            <a:extLst xmlns:a="http://schemas.openxmlformats.org/drawingml/2006/main">
              <a:ext uri="{FF2B5EF4-FFF2-40B4-BE49-F238E27FC236}">
                <a16:creationId xmlns:a16="http://schemas.microsoft.com/office/drawing/2014/main" id="{078DFD16-C7F2-4AF9-BAE9-120F2D8B2529}"/>
              </a:ext>
            </a:extLst>
          </p:cNvPr>
          <p:cNvSpPr>
            <a:spLocks xmlns:a="http://schemas.openxmlformats.org/drawingml/2006/main" noGrp="1"/>
          </p:cNvSpPr>
          <p:nvPr/>
        </p:nvSpPr>
        <p:spPr>
          <a:xfrm xmlns:a="http://schemas.openxmlformats.org/drawingml/2006/main" rot="0">
            <a:off x="4237507" y="4354332"/>
            <a:ext cx="328803"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Nicoll</a:t>
            </a:r>
          </a:p>
        </p:txBody>
      </p:sp>
      <p:sp>
        <p:nvSpPr>
          <p:cNvPr id="1006" name="">
            <a:extLst xmlns:a="http://schemas.openxmlformats.org/drawingml/2006/main">
              <a:ext uri="{FF2B5EF4-FFF2-40B4-BE49-F238E27FC236}">
                <a16:creationId xmlns:a16="http://schemas.microsoft.com/office/drawing/2014/main" id="{998280B6-4BD0-4F18-9B5D-079BE4E048AD}"/>
              </a:ext>
            </a:extLst>
          </p:cNvPr>
          <p:cNvSpPr>
            <a:spLocks xmlns:a="http://schemas.openxmlformats.org/drawingml/2006/main" noGrp="1"/>
          </p:cNvSpPr>
          <p:nvPr/>
        </p:nvSpPr>
        <p:spPr>
          <a:xfrm xmlns:a="http://schemas.openxmlformats.org/drawingml/2006/main" rot="0">
            <a:off x="4237507" y="4479793"/>
            <a:ext cx="132226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−21.9% · −3.19 taxis</a:t>
            </a:r>
          </a:p>
        </p:txBody>
      </p:sp>
      <p:sp>
        <p:nvSpPr>
          <p:cNvPr id="1007" name="">
            <a:extLst xmlns:a="http://schemas.openxmlformats.org/drawingml/2006/main">
              <a:ext uri="{FF2B5EF4-FFF2-40B4-BE49-F238E27FC236}">
                <a16:creationId xmlns:a16="http://schemas.microsoft.com/office/drawing/2014/main" id="{A3F24B44-9B0E-4A6D-B016-2266BD1D21AF}"/>
              </a:ext>
            </a:extLst>
          </p:cNvPr>
          <p:cNvSpPr>
            <a:spLocks xmlns:a="http://schemas.openxmlformats.org/drawingml/2006/main" noGrp="1"/>
          </p:cNvSpPr>
          <p:nvPr/>
        </p:nvSpPr>
        <p:spPr>
          <a:xfrm xmlns:a="http://schemas.openxmlformats.org/drawingml/2006/main" rot="0">
            <a:off x="4059428" y="4646101"/>
            <a:ext cx="80201"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9</a:t>
            </a:r>
          </a:p>
        </p:txBody>
      </p:sp>
      <p:sp>
        <p:nvSpPr>
          <p:cNvPr id="1008" name="">
            <a:extLst xmlns:a="http://schemas.openxmlformats.org/drawingml/2006/main">
              <a:ext uri="{FF2B5EF4-FFF2-40B4-BE49-F238E27FC236}">
                <a16:creationId xmlns:a16="http://schemas.microsoft.com/office/drawing/2014/main" id="{DFE0D385-3D87-4616-AE01-C533C4F36315}"/>
              </a:ext>
            </a:extLst>
          </p:cNvPr>
          <p:cNvSpPr>
            <a:spLocks xmlns:a="http://schemas.openxmlformats.org/drawingml/2006/main" noGrp="1"/>
          </p:cNvSpPr>
          <p:nvPr/>
        </p:nvSpPr>
        <p:spPr>
          <a:xfrm xmlns:a="http://schemas.openxmlformats.org/drawingml/2006/main" rot="0">
            <a:off x="4237507" y="4646101"/>
            <a:ext cx="495681"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City Hall</a:t>
            </a:r>
          </a:p>
        </p:txBody>
      </p:sp>
      <p:sp>
        <p:nvSpPr>
          <p:cNvPr id="1009" name="">
            <a:extLst xmlns:a="http://schemas.openxmlformats.org/drawingml/2006/main">
              <a:ext uri="{FF2B5EF4-FFF2-40B4-BE49-F238E27FC236}">
                <a16:creationId xmlns:a16="http://schemas.microsoft.com/office/drawing/2014/main" id="{8D95FE70-B3C8-41D6-B453-145408E87A6E}"/>
              </a:ext>
            </a:extLst>
          </p:cNvPr>
          <p:cNvSpPr>
            <a:spLocks xmlns:a="http://schemas.openxmlformats.org/drawingml/2006/main" noGrp="1"/>
          </p:cNvSpPr>
          <p:nvPr/>
        </p:nvSpPr>
        <p:spPr>
          <a:xfrm xmlns:a="http://schemas.openxmlformats.org/drawingml/2006/main" rot="0">
            <a:off x="4237507" y="4771562"/>
            <a:ext cx="136979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−26.1% · −3.04 taxis</a:t>
            </a:r>
          </a:p>
        </p:txBody>
      </p:sp>
      <p:sp>
        <p:nvSpPr>
          <p:cNvPr id="1010" name="">
            <a:extLst xmlns:a="http://schemas.openxmlformats.org/drawingml/2006/main">
              <a:ext uri="{FF2B5EF4-FFF2-40B4-BE49-F238E27FC236}">
                <a16:creationId xmlns:a16="http://schemas.microsoft.com/office/drawing/2014/main" id="{772F0F3D-ADAE-4BEA-B59D-3103483D4B8D}"/>
              </a:ext>
            </a:extLst>
          </p:cNvPr>
          <p:cNvSpPr>
            <a:spLocks xmlns:a="http://schemas.openxmlformats.org/drawingml/2006/main" noGrp="1"/>
          </p:cNvSpPr>
          <p:nvPr/>
        </p:nvSpPr>
        <p:spPr>
          <a:xfrm xmlns:a="http://schemas.openxmlformats.org/drawingml/2006/main" rot="0">
            <a:off x="4059428" y="4937871"/>
            <a:ext cx="126302"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10</a:t>
            </a:r>
          </a:p>
        </p:txBody>
      </p:sp>
      <p:sp>
        <p:nvSpPr>
          <p:cNvPr id="1011" name="">
            <a:extLst xmlns:a="http://schemas.openxmlformats.org/drawingml/2006/main">
              <a:ext uri="{FF2B5EF4-FFF2-40B4-BE49-F238E27FC236}">
                <a16:creationId xmlns:a16="http://schemas.microsoft.com/office/drawing/2014/main" id="{A49B8ED4-92DE-43E8-BE59-845689BEEFE7}"/>
              </a:ext>
            </a:extLst>
          </p:cNvPr>
          <p:cNvSpPr>
            <a:spLocks xmlns:a="http://schemas.openxmlformats.org/drawingml/2006/main" noGrp="1"/>
          </p:cNvSpPr>
          <p:nvPr/>
        </p:nvSpPr>
        <p:spPr>
          <a:xfrm xmlns:a="http://schemas.openxmlformats.org/drawingml/2006/main" rot="0">
            <a:off x="4237507" y="4937871"/>
            <a:ext cx="660273"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Chinatown</a:t>
            </a:r>
          </a:p>
        </p:txBody>
      </p:sp>
      <p:sp>
        <p:nvSpPr>
          <p:cNvPr id="1012" name="">
            <a:extLst xmlns:a="http://schemas.openxmlformats.org/drawingml/2006/main">
              <a:ext uri="{FF2B5EF4-FFF2-40B4-BE49-F238E27FC236}">
                <a16:creationId xmlns:a16="http://schemas.microsoft.com/office/drawing/2014/main" id="{A239204D-E69B-478D-98EF-2DF9367B8106}"/>
              </a:ext>
            </a:extLst>
          </p:cNvPr>
          <p:cNvSpPr>
            <a:spLocks xmlns:a="http://schemas.openxmlformats.org/drawingml/2006/main" noGrp="1"/>
          </p:cNvSpPr>
          <p:nvPr/>
        </p:nvSpPr>
        <p:spPr>
          <a:xfrm xmlns:a="http://schemas.openxmlformats.org/drawingml/2006/main" rot="0">
            <a:off x="4237507" y="5063332"/>
            <a:ext cx="132207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−21.8% · −3.01 taxis</a:t>
            </a:r>
          </a:p>
        </p:txBody>
      </p:sp>
      <p:sp>
        <p:nvSpPr>
          <p:cNvPr id="1013" name="Editable chart path">
            <a:extLst xmlns:a="http://schemas.openxmlformats.org/drawingml/2006/main">
              <a:ext uri="{FF2B5EF4-FFF2-40B4-BE49-F238E27FC236}">
                <a16:creationId xmlns:a16="http://schemas.microsoft.com/office/drawing/2014/main" id="{587BD808-78B5-4465-AF00-2C0DBE20CAD9}"/>
              </a:ext>
            </a:extLst>
          </p:cNvPr>
          <p:cNvSpPr>
            <a:spLocks xmlns:a="http://schemas.openxmlformats.org/drawingml/2006/main" noGrp="1"/>
          </p:cNvSpPr>
          <p:nvPr/>
        </p:nvSpPr>
        <p:spPr>
          <a:xfrm xmlns:a="http://schemas.openxmlformats.org/drawingml/2006/main">
            <a:off x="1607820" y="4915641"/>
            <a:ext cx="2219960" cy="72942"/>
          </a:xfrm>
          <a:custGeom xmlns:a="http://schemas.openxmlformats.org/drawingml/2006/main">
            <a:pathLst>
              <a:path w="2397557" h="78778">
                <a:moveTo>
                  <a:pt x="0" y="78778"/>
                </a:moveTo>
                <a:lnTo>
                  <a:pt x="2397557" y="78778"/>
                </a:lnTo>
                <a:lnTo>
                  <a:pt x="2397557" y="0"/>
                </a:lnTo>
                <a:lnTo>
                  <a:pt x="0" y="0"/>
                </a:lnTo>
                <a:close/>
              </a:path>
            </a:pathLst>
          </a:custGeom>
          <a:solidFill xmlns:a="http://schemas.openxmlformats.org/drawingml/2006/main">
            <a:srgbClr val="FBFCFE"/>
          </a:solidFill>
          <a:ln xmlns:a="http://schemas.openxmlformats.org/drawingml/2006/main" w="0">
            <a:noFill/>
            <a:prstDash val="solid"/>
          </a:ln>
        </p:spPr>
      </p:sp>
      <p:pic>
        <p:nvPicPr>
          <p:cNvPr id="1014" name="">
            <a:extLst xmlns:a="http://schemas.openxmlformats.org/drawingml/2006/main">
              <a:ext uri="{FF2B5EF4-FFF2-40B4-BE49-F238E27FC236}">
                <a16:creationId xmlns:a16="http://schemas.microsoft.com/office/drawing/2014/main" id="{53A3C3B2-0DA2-4E56-8CE1-B515D28D759E}"/>
              </a:ext>
            </a:extLst>
          </p:cNvPr>
          <p:cNvPicPr>
            <a:picLocks xmlns:a="http://schemas.openxmlformats.org/drawingml/2006/main" noChangeAspect="1"/>
          </p:cNvPicPr>
          <p:nvPr/>
        </p:nvPicPr>
        <p:blipFill>
          <a:blip xmlns:r="http://schemas.openxmlformats.org/officeDocument/2006/relationships" xmlns:a="http://schemas.openxmlformats.org/drawingml/2006/main" r:embed="R70cac34a22de4f3b"/>
          <a:stretch xmlns:a="http://schemas.openxmlformats.org/drawingml/2006/main"/>
        </p:blipFill>
        <p:spPr>
          <a:xfrm xmlns:a="http://schemas.openxmlformats.org/drawingml/2006/main" flipH="0" flipV="1">
            <a:off x="1606550" y="4915495"/>
            <a:ext cx="2222500" cy="73025"/>
          </a:xfrm>
          <a:prstGeom xmlns:a="http://schemas.openxmlformats.org/drawingml/2006/main" prst="rect">
            <a:avLst/>
          </a:prstGeom>
        </p:spPr>
      </p:pic>
      <p:sp>
        <p:nvSpPr>
          <p:cNvPr id="1015" name="">
            <a:extLst xmlns:a="http://schemas.openxmlformats.org/drawingml/2006/main">
              <a:ext uri="{FF2B5EF4-FFF2-40B4-BE49-F238E27FC236}">
                <a16:creationId xmlns:a16="http://schemas.microsoft.com/office/drawing/2014/main" id="{889FF736-0B18-40DC-A873-5683BC4AD857}"/>
              </a:ext>
            </a:extLst>
          </p:cNvPr>
          <p:cNvSpPr>
            <a:spLocks xmlns:a="http://schemas.openxmlformats.org/drawingml/2006/main" noGrp="1"/>
          </p:cNvSpPr>
          <p:nvPr/>
        </p:nvSpPr>
        <p:spPr>
          <a:xfrm xmlns:a="http://schemas.openxmlformats.org/drawingml/2006/main" rot="0">
            <a:off x="1479233" y="5032681"/>
            <a:ext cx="25717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1016" name="">
            <a:extLst xmlns:a="http://schemas.openxmlformats.org/drawingml/2006/main">
              <a:ext uri="{FF2B5EF4-FFF2-40B4-BE49-F238E27FC236}">
                <a16:creationId xmlns:a16="http://schemas.microsoft.com/office/drawing/2014/main" id="{99D6ACC0-A7E0-41EE-B2C6-CD479AE0DD69}"/>
              </a:ext>
            </a:extLst>
          </p:cNvPr>
          <p:cNvSpPr>
            <a:spLocks xmlns:a="http://schemas.openxmlformats.org/drawingml/2006/main" noGrp="1"/>
          </p:cNvSpPr>
          <p:nvPr/>
        </p:nvSpPr>
        <p:spPr>
          <a:xfrm xmlns:a="http://schemas.openxmlformats.org/drawingml/2006/main" rot="0">
            <a:off x="2037985" y="5032681"/>
            <a:ext cx="24965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1017" name="">
            <a:extLst xmlns:a="http://schemas.openxmlformats.org/drawingml/2006/main">
              <a:ext uri="{FF2B5EF4-FFF2-40B4-BE49-F238E27FC236}">
                <a16:creationId xmlns:a16="http://schemas.microsoft.com/office/drawing/2014/main" id="{912D1A42-107D-4FCD-B88A-74028BFAB3AC}"/>
              </a:ext>
            </a:extLst>
          </p:cNvPr>
          <p:cNvSpPr>
            <a:spLocks xmlns:a="http://schemas.openxmlformats.org/drawingml/2006/main" noGrp="1"/>
          </p:cNvSpPr>
          <p:nvPr/>
        </p:nvSpPr>
        <p:spPr>
          <a:xfrm xmlns:a="http://schemas.openxmlformats.org/drawingml/2006/main" rot="0">
            <a:off x="2671604" y="5032681"/>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018" name="">
            <a:extLst xmlns:a="http://schemas.openxmlformats.org/drawingml/2006/main">
              <a:ext uri="{FF2B5EF4-FFF2-40B4-BE49-F238E27FC236}">
                <a16:creationId xmlns:a16="http://schemas.microsoft.com/office/drawing/2014/main" id="{F15D0EA7-E106-4ECA-A156-76B37581D653}"/>
              </a:ext>
            </a:extLst>
          </p:cNvPr>
          <p:cNvSpPr>
            <a:spLocks xmlns:a="http://schemas.openxmlformats.org/drawingml/2006/main" noGrp="1"/>
          </p:cNvSpPr>
          <p:nvPr/>
        </p:nvSpPr>
        <p:spPr>
          <a:xfrm xmlns:a="http://schemas.openxmlformats.org/drawingml/2006/main" rot="0">
            <a:off x="3186446" y="5032681"/>
            <a:ext cx="17268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1019" name="">
            <a:extLst xmlns:a="http://schemas.openxmlformats.org/drawingml/2006/main">
              <a:ext uri="{FF2B5EF4-FFF2-40B4-BE49-F238E27FC236}">
                <a16:creationId xmlns:a16="http://schemas.microsoft.com/office/drawing/2014/main" id="{C98BF8AF-3FBF-4E42-B601-8D529661E2D7}"/>
              </a:ext>
            </a:extLst>
          </p:cNvPr>
          <p:cNvSpPr>
            <a:spLocks xmlns:a="http://schemas.openxmlformats.org/drawingml/2006/main" noGrp="1"/>
          </p:cNvSpPr>
          <p:nvPr/>
        </p:nvSpPr>
        <p:spPr>
          <a:xfrm xmlns:a="http://schemas.openxmlformats.org/drawingml/2006/main" rot="0">
            <a:off x="3737673" y="5032681"/>
            <a:ext cx="18021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1020" name="">
            <a:extLst xmlns:a="http://schemas.openxmlformats.org/drawingml/2006/main">
              <a:ext uri="{FF2B5EF4-FFF2-40B4-BE49-F238E27FC236}">
                <a16:creationId xmlns:a16="http://schemas.microsoft.com/office/drawing/2014/main" id="{211B3E15-3F59-4CF9-820E-3B21B9DA6EB6}"/>
              </a:ext>
            </a:extLst>
          </p:cNvPr>
          <p:cNvSpPr>
            <a:spLocks xmlns:a="http://schemas.openxmlformats.org/drawingml/2006/main" noGrp="1"/>
          </p:cNvSpPr>
          <p:nvPr/>
        </p:nvSpPr>
        <p:spPr>
          <a:xfrm xmlns:a="http://schemas.openxmlformats.org/drawingml/2006/main" rot="0">
            <a:off x="1855073" y="5298816"/>
            <a:ext cx="1725454"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 vacant taxis vs normal</a:t>
            </a:r>
          </a:p>
        </p:txBody>
      </p:sp>
      <p:sp>
        <p:nvSpPr>
          <p:cNvPr id="1021" name="Editable chart path">
            <a:extLst xmlns:a="http://schemas.openxmlformats.org/drawingml/2006/main">
              <a:ext uri="{FF2B5EF4-FFF2-40B4-BE49-F238E27FC236}">
                <a16:creationId xmlns:a16="http://schemas.microsoft.com/office/drawing/2014/main" id="{478B5A89-7D4B-445A-BE4D-48DEB8F73D2A}"/>
              </a:ext>
            </a:extLst>
          </p:cNvPr>
          <p:cNvSpPr>
            <a:spLocks xmlns:a="http://schemas.openxmlformats.org/drawingml/2006/main" noGrp="1"/>
          </p:cNvSpPr>
          <p:nvPr/>
        </p:nvSpPr>
        <p:spPr>
          <a:xfrm xmlns:a="http://schemas.openxmlformats.org/drawingml/2006/main">
            <a:off x="6212186" y="3034784"/>
            <a:ext cx="2368919" cy="1398131"/>
          </a:xfrm>
          <a:custGeom xmlns:a="http://schemas.openxmlformats.org/drawingml/2006/main">
            <a:pathLst>
              <a:path w="2558433" h="1509982">
                <a:moveTo>
                  <a:pt x="535127" y="947577"/>
                </a:moveTo>
                <a:lnTo>
                  <a:pt x="523208" y="945197"/>
                </a:lnTo>
                <a:lnTo>
                  <a:pt x="526363" y="952396"/>
                </a:lnTo>
                <a:lnTo>
                  <a:pt x="532965" y="954021"/>
                </a:lnTo>
                <a:lnTo>
                  <a:pt x="547338" y="971843"/>
                </a:lnTo>
                <a:lnTo>
                  <a:pt x="547514" y="994077"/>
                </a:lnTo>
                <a:lnTo>
                  <a:pt x="528642" y="993554"/>
                </a:lnTo>
                <a:lnTo>
                  <a:pt x="528759" y="990826"/>
                </a:lnTo>
                <a:lnTo>
                  <a:pt x="525312" y="988504"/>
                </a:lnTo>
                <a:lnTo>
                  <a:pt x="523442" y="973004"/>
                </a:lnTo>
                <a:lnTo>
                  <a:pt x="518067" y="962845"/>
                </a:lnTo>
                <a:lnTo>
                  <a:pt x="519820" y="957098"/>
                </a:lnTo>
                <a:lnTo>
                  <a:pt x="525078" y="952860"/>
                </a:lnTo>
                <a:lnTo>
                  <a:pt x="522098" y="945720"/>
                </a:lnTo>
                <a:lnTo>
                  <a:pt x="516080" y="952976"/>
                </a:lnTo>
                <a:lnTo>
                  <a:pt x="513276" y="961800"/>
                </a:lnTo>
                <a:lnTo>
                  <a:pt x="514444" y="985891"/>
                </a:lnTo>
                <a:lnTo>
                  <a:pt x="498202" y="991987"/>
                </a:lnTo>
                <a:lnTo>
                  <a:pt x="485874" y="991174"/>
                </a:lnTo>
                <a:lnTo>
                  <a:pt x="456777" y="996573"/>
                </a:lnTo>
                <a:lnTo>
                  <a:pt x="448773" y="939392"/>
                </a:lnTo>
                <a:lnTo>
                  <a:pt x="445443" y="937883"/>
                </a:lnTo>
                <a:lnTo>
                  <a:pt x="438548" y="939740"/>
                </a:lnTo>
                <a:lnTo>
                  <a:pt x="445209" y="1002959"/>
                </a:lnTo>
                <a:lnTo>
                  <a:pt x="434809" y="1007719"/>
                </a:lnTo>
                <a:lnTo>
                  <a:pt x="432823" y="1005397"/>
                </a:lnTo>
                <a:lnTo>
                  <a:pt x="424994" y="1011028"/>
                </a:lnTo>
                <a:lnTo>
                  <a:pt x="393326" y="976081"/>
                </a:lnTo>
                <a:lnTo>
                  <a:pt x="391574" y="951815"/>
                </a:lnTo>
                <a:lnTo>
                  <a:pt x="368612" y="954660"/>
                </a:lnTo>
                <a:lnTo>
                  <a:pt x="372760" y="988852"/>
                </a:lnTo>
                <a:lnTo>
                  <a:pt x="401039" y="1017820"/>
                </a:lnTo>
                <a:lnTo>
                  <a:pt x="398994" y="1016949"/>
                </a:lnTo>
                <a:lnTo>
                  <a:pt x="400630" y="1019677"/>
                </a:lnTo>
                <a:lnTo>
                  <a:pt x="392216" y="1028559"/>
                </a:lnTo>
                <a:lnTo>
                  <a:pt x="355758" y="1057063"/>
                </a:lnTo>
                <a:lnTo>
                  <a:pt x="347637" y="1047310"/>
                </a:lnTo>
                <a:lnTo>
                  <a:pt x="349039" y="1045162"/>
                </a:lnTo>
                <a:lnTo>
                  <a:pt x="344949" y="1038486"/>
                </a:lnTo>
                <a:lnTo>
                  <a:pt x="309309" y="1020839"/>
                </a:lnTo>
                <a:lnTo>
                  <a:pt x="311529" y="1016078"/>
                </a:lnTo>
                <a:lnTo>
                  <a:pt x="303817" y="1009983"/>
                </a:lnTo>
                <a:lnTo>
                  <a:pt x="297390" y="1015324"/>
                </a:lnTo>
                <a:lnTo>
                  <a:pt x="293125" y="1010621"/>
                </a:lnTo>
                <a:lnTo>
                  <a:pt x="298676" y="1005861"/>
                </a:lnTo>
                <a:lnTo>
                  <a:pt x="280739" y="985369"/>
                </a:lnTo>
                <a:lnTo>
                  <a:pt x="269229" y="995064"/>
                </a:lnTo>
                <a:lnTo>
                  <a:pt x="257719" y="981538"/>
                </a:lnTo>
                <a:lnTo>
                  <a:pt x="302590" y="932948"/>
                </a:lnTo>
                <a:lnTo>
                  <a:pt x="300662" y="926853"/>
                </a:lnTo>
                <a:lnTo>
                  <a:pt x="294352" y="924589"/>
                </a:lnTo>
                <a:lnTo>
                  <a:pt x="263970" y="957156"/>
                </a:lnTo>
                <a:lnTo>
                  <a:pt x="254914" y="960233"/>
                </a:lnTo>
                <a:lnTo>
                  <a:pt x="240016" y="945952"/>
                </a:lnTo>
                <a:lnTo>
                  <a:pt x="237445" y="938695"/>
                </a:lnTo>
                <a:lnTo>
                  <a:pt x="269755" y="905432"/>
                </a:lnTo>
                <a:lnTo>
                  <a:pt x="270982" y="902413"/>
                </a:lnTo>
                <a:lnTo>
                  <a:pt x="267710" y="898582"/>
                </a:lnTo>
                <a:lnTo>
                  <a:pt x="256726" y="889990"/>
                </a:lnTo>
                <a:lnTo>
                  <a:pt x="237737" y="910773"/>
                </a:lnTo>
                <a:lnTo>
                  <a:pt x="219216" y="925227"/>
                </a:lnTo>
                <a:lnTo>
                  <a:pt x="205193" y="915823"/>
                </a:lnTo>
                <a:lnTo>
                  <a:pt x="186614" y="897305"/>
                </a:lnTo>
                <a:lnTo>
                  <a:pt x="168502" y="923080"/>
                </a:lnTo>
                <a:lnTo>
                  <a:pt x="188776" y="940089"/>
                </a:lnTo>
                <a:lnTo>
                  <a:pt x="229791" y="987749"/>
                </a:lnTo>
                <a:lnTo>
                  <a:pt x="238321" y="1039067"/>
                </a:lnTo>
                <a:lnTo>
                  <a:pt x="257018" y="1073317"/>
                </a:lnTo>
                <a:lnTo>
                  <a:pt x="259822" y="1082722"/>
                </a:lnTo>
                <a:lnTo>
                  <a:pt x="257076" y="1098047"/>
                </a:lnTo>
                <a:lnTo>
                  <a:pt x="245274" y="1109890"/>
                </a:lnTo>
                <a:lnTo>
                  <a:pt x="234290" y="1112734"/>
                </a:lnTo>
                <a:lnTo>
                  <a:pt x="204609" y="1110702"/>
                </a:lnTo>
                <a:lnTo>
                  <a:pt x="202973" y="1112792"/>
                </a:lnTo>
                <a:lnTo>
                  <a:pt x="198883" y="1166606"/>
                </a:lnTo>
                <a:lnTo>
                  <a:pt x="219975" y="1166606"/>
                </a:lnTo>
                <a:lnTo>
                  <a:pt x="220034" y="1218621"/>
                </a:lnTo>
                <a:lnTo>
                  <a:pt x="68008" y="1218621"/>
                </a:lnTo>
                <a:lnTo>
                  <a:pt x="68008" y="1258502"/>
                </a:lnTo>
                <a:lnTo>
                  <a:pt x="225818" y="1258502"/>
                </a:lnTo>
                <a:lnTo>
                  <a:pt x="225818" y="1293449"/>
                </a:lnTo>
                <a:lnTo>
                  <a:pt x="187490" y="1310458"/>
                </a:lnTo>
                <a:lnTo>
                  <a:pt x="68008" y="1310458"/>
                </a:lnTo>
                <a:lnTo>
                  <a:pt x="68008" y="1350398"/>
                </a:lnTo>
                <a:lnTo>
                  <a:pt x="257894" y="1350398"/>
                </a:lnTo>
                <a:lnTo>
                  <a:pt x="257894" y="1402354"/>
                </a:lnTo>
                <a:lnTo>
                  <a:pt x="68067" y="1402354"/>
                </a:lnTo>
                <a:lnTo>
                  <a:pt x="68067" y="1446473"/>
                </a:lnTo>
                <a:lnTo>
                  <a:pt x="299260" y="1446415"/>
                </a:lnTo>
                <a:lnTo>
                  <a:pt x="308959" y="1472190"/>
                </a:lnTo>
                <a:lnTo>
                  <a:pt x="247494" y="1494772"/>
                </a:lnTo>
                <a:lnTo>
                  <a:pt x="227746" y="1506557"/>
                </a:lnTo>
                <a:lnTo>
                  <a:pt x="214892" y="1509982"/>
                </a:lnTo>
                <a:lnTo>
                  <a:pt x="21092" y="1461625"/>
                </a:lnTo>
                <a:lnTo>
                  <a:pt x="7245" y="1454136"/>
                </a:lnTo>
                <a:lnTo>
                  <a:pt x="760" y="1442526"/>
                </a:lnTo>
                <a:lnTo>
                  <a:pt x="0" y="1318295"/>
                </a:lnTo>
                <a:lnTo>
                  <a:pt x="39321" y="1318295"/>
                </a:lnTo>
                <a:lnTo>
                  <a:pt x="39379" y="1302563"/>
                </a:lnTo>
                <a:lnTo>
                  <a:pt x="18404" y="1302563"/>
                </a:lnTo>
                <a:lnTo>
                  <a:pt x="18404" y="1264481"/>
                </a:lnTo>
                <a:lnTo>
                  <a:pt x="36750" y="1264481"/>
                </a:lnTo>
                <a:lnTo>
                  <a:pt x="36750" y="1248749"/>
                </a:lnTo>
                <a:lnTo>
                  <a:pt x="23663" y="1248749"/>
                </a:lnTo>
                <a:lnTo>
                  <a:pt x="23663" y="1222220"/>
                </a:lnTo>
                <a:lnTo>
                  <a:pt x="58" y="1222220"/>
                </a:lnTo>
                <a:lnTo>
                  <a:pt x="701" y="1211828"/>
                </a:lnTo>
                <a:lnTo>
                  <a:pt x="33361" y="1124925"/>
                </a:lnTo>
                <a:lnTo>
                  <a:pt x="41600" y="1116914"/>
                </a:lnTo>
                <a:lnTo>
                  <a:pt x="58660" y="1110644"/>
                </a:lnTo>
                <a:lnTo>
                  <a:pt x="69820" y="1103446"/>
                </a:lnTo>
                <a:lnTo>
                  <a:pt x="78233" y="1093635"/>
                </a:lnTo>
                <a:lnTo>
                  <a:pt x="83316" y="1082722"/>
                </a:lnTo>
                <a:lnTo>
                  <a:pt x="85419" y="1069950"/>
                </a:lnTo>
                <a:lnTo>
                  <a:pt x="83725" y="1056772"/>
                </a:lnTo>
                <a:lnTo>
                  <a:pt x="73150" y="1029953"/>
                </a:lnTo>
                <a:lnTo>
                  <a:pt x="69002" y="1029488"/>
                </a:lnTo>
                <a:lnTo>
                  <a:pt x="69995" y="1023393"/>
                </a:lnTo>
                <a:lnTo>
                  <a:pt x="68125" y="1025657"/>
                </a:lnTo>
                <a:lnTo>
                  <a:pt x="70813" y="1010331"/>
                </a:lnTo>
                <a:lnTo>
                  <a:pt x="71806" y="1013002"/>
                </a:lnTo>
                <a:lnTo>
                  <a:pt x="72741" y="1007835"/>
                </a:lnTo>
                <a:lnTo>
                  <a:pt x="75954" y="1008357"/>
                </a:lnTo>
                <a:lnTo>
                  <a:pt x="150623" y="809937"/>
                </a:lnTo>
                <a:lnTo>
                  <a:pt x="157868" y="782304"/>
                </a:lnTo>
                <a:lnTo>
                  <a:pt x="169845" y="754614"/>
                </a:lnTo>
                <a:lnTo>
                  <a:pt x="167216" y="750608"/>
                </a:lnTo>
                <a:lnTo>
                  <a:pt x="170138" y="747531"/>
                </a:lnTo>
                <a:lnTo>
                  <a:pt x="168443" y="745964"/>
                </a:lnTo>
                <a:lnTo>
                  <a:pt x="175162" y="739056"/>
                </a:lnTo>
                <a:lnTo>
                  <a:pt x="180012" y="727620"/>
                </a:lnTo>
                <a:lnTo>
                  <a:pt x="179311" y="725007"/>
                </a:lnTo>
                <a:lnTo>
                  <a:pt x="173643" y="727445"/>
                </a:lnTo>
                <a:lnTo>
                  <a:pt x="169086" y="722453"/>
                </a:lnTo>
                <a:lnTo>
                  <a:pt x="166048" y="712468"/>
                </a:lnTo>
                <a:lnTo>
                  <a:pt x="168034" y="702715"/>
                </a:lnTo>
                <a:lnTo>
                  <a:pt x="160497" y="697897"/>
                </a:lnTo>
                <a:lnTo>
                  <a:pt x="161257" y="696446"/>
                </a:lnTo>
                <a:lnTo>
                  <a:pt x="168735" y="701380"/>
                </a:lnTo>
                <a:lnTo>
                  <a:pt x="174987" y="694588"/>
                </a:lnTo>
                <a:lnTo>
                  <a:pt x="183225" y="691337"/>
                </a:lnTo>
                <a:lnTo>
                  <a:pt x="187373" y="693137"/>
                </a:lnTo>
                <a:lnTo>
                  <a:pt x="189944" y="698420"/>
                </a:lnTo>
                <a:lnTo>
                  <a:pt x="193333" y="683152"/>
                </a:lnTo>
                <a:lnTo>
                  <a:pt x="201279" y="664517"/>
                </a:lnTo>
                <a:lnTo>
                  <a:pt x="202681" y="654068"/>
                </a:lnTo>
                <a:lnTo>
                  <a:pt x="204317" y="656564"/>
                </a:lnTo>
                <a:lnTo>
                  <a:pt x="215301" y="647857"/>
                </a:lnTo>
                <a:lnTo>
                  <a:pt x="222371" y="638742"/>
                </a:lnTo>
                <a:lnTo>
                  <a:pt x="240132" y="598861"/>
                </a:lnTo>
                <a:lnTo>
                  <a:pt x="253454" y="579414"/>
                </a:lnTo>
                <a:lnTo>
                  <a:pt x="255031" y="569661"/>
                </a:lnTo>
                <a:lnTo>
                  <a:pt x="265022" y="566584"/>
                </a:lnTo>
                <a:lnTo>
                  <a:pt x="264146" y="559908"/>
                </a:lnTo>
                <a:lnTo>
                  <a:pt x="267009" y="557644"/>
                </a:lnTo>
                <a:lnTo>
                  <a:pt x="274662" y="567513"/>
                </a:lnTo>
                <a:lnTo>
                  <a:pt x="274721" y="557993"/>
                </a:lnTo>
                <a:lnTo>
                  <a:pt x="279746" y="557006"/>
                </a:lnTo>
                <a:lnTo>
                  <a:pt x="288042" y="536049"/>
                </a:lnTo>
                <a:lnTo>
                  <a:pt x="301013" y="513815"/>
                </a:lnTo>
                <a:lnTo>
                  <a:pt x="299435" y="506617"/>
                </a:lnTo>
                <a:lnTo>
                  <a:pt x="305512" y="507488"/>
                </a:lnTo>
                <a:lnTo>
                  <a:pt x="302415" y="502379"/>
                </a:lnTo>
                <a:lnTo>
                  <a:pt x="312231" y="493497"/>
                </a:lnTo>
                <a:lnTo>
                  <a:pt x="316145" y="492452"/>
                </a:lnTo>
                <a:lnTo>
                  <a:pt x="316613" y="497445"/>
                </a:lnTo>
                <a:lnTo>
                  <a:pt x="318190" y="497212"/>
                </a:lnTo>
                <a:lnTo>
                  <a:pt x="319826" y="492162"/>
                </a:lnTo>
                <a:lnTo>
                  <a:pt x="316262" y="486357"/>
                </a:lnTo>
                <a:lnTo>
                  <a:pt x="319709" y="480261"/>
                </a:lnTo>
                <a:lnTo>
                  <a:pt x="326603" y="475501"/>
                </a:lnTo>
                <a:lnTo>
                  <a:pt x="326662" y="465748"/>
                </a:lnTo>
                <a:lnTo>
                  <a:pt x="333264" y="454254"/>
                </a:lnTo>
                <a:lnTo>
                  <a:pt x="331102" y="440670"/>
                </a:lnTo>
                <a:lnTo>
                  <a:pt x="333907" y="426448"/>
                </a:lnTo>
                <a:lnTo>
                  <a:pt x="329233" y="418204"/>
                </a:lnTo>
                <a:lnTo>
                  <a:pt x="332972" y="409322"/>
                </a:lnTo>
                <a:lnTo>
                  <a:pt x="335192" y="410890"/>
                </a:lnTo>
                <a:lnTo>
                  <a:pt x="336244" y="408974"/>
                </a:lnTo>
                <a:lnTo>
                  <a:pt x="333206" y="406826"/>
                </a:lnTo>
                <a:lnTo>
                  <a:pt x="334608" y="402356"/>
                </a:lnTo>
                <a:lnTo>
                  <a:pt x="339925" y="399453"/>
                </a:lnTo>
                <a:lnTo>
                  <a:pt x="334958" y="391907"/>
                </a:lnTo>
                <a:lnTo>
                  <a:pt x="331803" y="378729"/>
                </a:lnTo>
                <a:lnTo>
                  <a:pt x="342437" y="374201"/>
                </a:lnTo>
                <a:lnTo>
                  <a:pt x="346936" y="365842"/>
                </a:lnTo>
                <a:lnTo>
                  <a:pt x="347286" y="359050"/>
                </a:lnTo>
                <a:lnTo>
                  <a:pt x="357394" y="356553"/>
                </a:lnTo>
                <a:lnTo>
                  <a:pt x="364289" y="360094"/>
                </a:lnTo>
                <a:lnTo>
                  <a:pt x="365808" y="355334"/>
                </a:lnTo>
                <a:lnTo>
                  <a:pt x="373286" y="351503"/>
                </a:lnTo>
                <a:lnTo>
                  <a:pt x="374688" y="346859"/>
                </a:lnTo>
                <a:lnTo>
                  <a:pt x="379187" y="342911"/>
                </a:lnTo>
                <a:lnTo>
                  <a:pt x="377493" y="336003"/>
                </a:lnTo>
                <a:lnTo>
                  <a:pt x="379070" y="333739"/>
                </a:lnTo>
                <a:lnTo>
                  <a:pt x="382634" y="331301"/>
                </a:lnTo>
                <a:lnTo>
                  <a:pt x="388068" y="332520"/>
                </a:lnTo>
                <a:lnTo>
                  <a:pt x="391515" y="330778"/>
                </a:lnTo>
                <a:lnTo>
                  <a:pt x="386198" y="325960"/>
                </a:lnTo>
                <a:lnTo>
                  <a:pt x="384621" y="318355"/>
                </a:lnTo>
                <a:lnTo>
                  <a:pt x="388302" y="306281"/>
                </a:lnTo>
                <a:lnTo>
                  <a:pt x="393326" y="307674"/>
                </a:lnTo>
                <a:lnTo>
                  <a:pt x="393735" y="303262"/>
                </a:lnTo>
                <a:lnTo>
                  <a:pt x="388944" y="299140"/>
                </a:lnTo>
                <a:lnTo>
                  <a:pt x="398643" y="293916"/>
                </a:lnTo>
                <a:lnTo>
                  <a:pt x="403902" y="299082"/>
                </a:lnTo>
                <a:lnTo>
                  <a:pt x="401214" y="294786"/>
                </a:lnTo>
                <a:lnTo>
                  <a:pt x="404486" y="290607"/>
                </a:lnTo>
                <a:lnTo>
                  <a:pt x="399870" y="291710"/>
                </a:lnTo>
                <a:lnTo>
                  <a:pt x="396189" y="283060"/>
                </a:lnTo>
                <a:lnTo>
                  <a:pt x="400805" y="264658"/>
                </a:lnTo>
                <a:lnTo>
                  <a:pt x="410329" y="258562"/>
                </a:lnTo>
                <a:lnTo>
                  <a:pt x="416054" y="259375"/>
                </a:lnTo>
                <a:lnTo>
                  <a:pt x="413075" y="258098"/>
                </a:lnTo>
                <a:lnTo>
                  <a:pt x="414009" y="254673"/>
                </a:lnTo>
                <a:lnTo>
                  <a:pt x="422773" y="241785"/>
                </a:lnTo>
                <a:lnTo>
                  <a:pt x="428265" y="245210"/>
                </a:lnTo>
                <a:lnTo>
                  <a:pt x="442288" y="241669"/>
                </a:lnTo>
                <a:lnTo>
                  <a:pt x="453447" y="229885"/>
                </a:lnTo>
                <a:lnTo>
                  <a:pt x="459582" y="233716"/>
                </a:lnTo>
                <a:lnTo>
                  <a:pt x="466359" y="234297"/>
                </a:lnTo>
                <a:lnTo>
                  <a:pt x="468171" y="236851"/>
                </a:lnTo>
                <a:lnTo>
                  <a:pt x="468463" y="227795"/>
                </a:lnTo>
                <a:lnTo>
                  <a:pt x="472202" y="225299"/>
                </a:lnTo>
                <a:lnTo>
                  <a:pt x="479564" y="226750"/>
                </a:lnTo>
                <a:lnTo>
                  <a:pt x="484355" y="219029"/>
                </a:lnTo>
                <a:lnTo>
                  <a:pt x="511640" y="216068"/>
                </a:lnTo>
                <a:lnTo>
                  <a:pt x="517541" y="211366"/>
                </a:lnTo>
                <a:lnTo>
                  <a:pt x="528175" y="207593"/>
                </a:lnTo>
                <a:lnTo>
                  <a:pt x="528116" y="205155"/>
                </a:lnTo>
                <a:lnTo>
                  <a:pt x="551545" y="181179"/>
                </a:lnTo>
                <a:lnTo>
                  <a:pt x="565860" y="173052"/>
                </a:lnTo>
                <a:lnTo>
                  <a:pt x="588880" y="150644"/>
                </a:lnTo>
                <a:lnTo>
                  <a:pt x="589581" y="144607"/>
                </a:lnTo>
                <a:lnTo>
                  <a:pt x="593904" y="147393"/>
                </a:lnTo>
                <a:lnTo>
                  <a:pt x="608686" y="133461"/>
                </a:lnTo>
                <a:lnTo>
                  <a:pt x="624403" y="124695"/>
                </a:lnTo>
                <a:lnTo>
                  <a:pt x="649351" y="117439"/>
                </a:lnTo>
                <a:lnTo>
                  <a:pt x="653090" y="118716"/>
                </a:lnTo>
                <a:lnTo>
                  <a:pt x="654784" y="116684"/>
                </a:lnTo>
                <a:lnTo>
                  <a:pt x="676402" y="112969"/>
                </a:lnTo>
                <a:lnTo>
                  <a:pt x="710932" y="113723"/>
                </a:lnTo>
                <a:lnTo>
                  <a:pt x="720806" y="116219"/>
                </a:lnTo>
                <a:lnTo>
                  <a:pt x="734478" y="127017"/>
                </a:lnTo>
                <a:lnTo>
                  <a:pt x="735413" y="131313"/>
                </a:lnTo>
                <a:lnTo>
                  <a:pt x="732667" y="126495"/>
                </a:lnTo>
                <a:lnTo>
                  <a:pt x="732725" y="130210"/>
                </a:lnTo>
                <a:lnTo>
                  <a:pt x="729804" y="132880"/>
                </a:lnTo>
                <a:lnTo>
                  <a:pt x="733719" y="131893"/>
                </a:lnTo>
                <a:lnTo>
                  <a:pt x="741606" y="137408"/>
                </a:lnTo>
                <a:lnTo>
                  <a:pt x="733543" y="143039"/>
                </a:lnTo>
                <a:lnTo>
                  <a:pt x="738159" y="139208"/>
                </a:lnTo>
                <a:lnTo>
                  <a:pt x="742366" y="138976"/>
                </a:lnTo>
                <a:lnTo>
                  <a:pt x="738334" y="142517"/>
                </a:lnTo>
                <a:lnTo>
                  <a:pt x="739970" y="141530"/>
                </a:lnTo>
                <a:lnTo>
                  <a:pt x="741781" y="143794"/>
                </a:lnTo>
                <a:lnTo>
                  <a:pt x="741840" y="140253"/>
                </a:lnTo>
                <a:lnTo>
                  <a:pt x="746631" y="142517"/>
                </a:lnTo>
                <a:lnTo>
                  <a:pt x="748267" y="148438"/>
                </a:lnTo>
                <a:lnTo>
                  <a:pt x="753058" y="147916"/>
                </a:lnTo>
                <a:lnTo>
                  <a:pt x="772397" y="162661"/>
                </a:lnTo>
                <a:lnTo>
                  <a:pt x="773215" y="166492"/>
                </a:lnTo>
                <a:lnTo>
                  <a:pt x="764509" y="176187"/>
                </a:lnTo>
                <a:lnTo>
                  <a:pt x="765970" y="185998"/>
                </a:lnTo>
                <a:lnTo>
                  <a:pt x="768132" y="186056"/>
                </a:lnTo>
                <a:lnTo>
                  <a:pt x="768833" y="179902"/>
                </a:lnTo>
                <a:lnTo>
                  <a:pt x="774150" y="172471"/>
                </a:lnTo>
                <a:lnTo>
                  <a:pt x="777129" y="185011"/>
                </a:lnTo>
                <a:lnTo>
                  <a:pt x="797871" y="184953"/>
                </a:lnTo>
                <a:lnTo>
                  <a:pt x="800383" y="182805"/>
                </a:lnTo>
                <a:lnTo>
                  <a:pt x="802019" y="186114"/>
                </a:lnTo>
                <a:lnTo>
                  <a:pt x="801902" y="146929"/>
                </a:lnTo>
                <a:lnTo>
                  <a:pt x="806985" y="142110"/>
                </a:lnTo>
                <a:lnTo>
                  <a:pt x="889425" y="158887"/>
                </a:lnTo>
                <a:lnTo>
                  <a:pt x="912445" y="153372"/>
                </a:lnTo>
                <a:lnTo>
                  <a:pt x="926467" y="159294"/>
                </a:lnTo>
                <a:lnTo>
                  <a:pt x="942768" y="154359"/>
                </a:lnTo>
                <a:lnTo>
                  <a:pt x="941483" y="149599"/>
                </a:lnTo>
                <a:lnTo>
                  <a:pt x="944579" y="141414"/>
                </a:lnTo>
                <a:lnTo>
                  <a:pt x="953928" y="133635"/>
                </a:lnTo>
                <a:lnTo>
                  <a:pt x="958777" y="124985"/>
                </a:lnTo>
                <a:lnTo>
                  <a:pt x="954395" y="106118"/>
                </a:lnTo>
                <a:lnTo>
                  <a:pt x="956498" y="104957"/>
                </a:lnTo>
                <a:lnTo>
                  <a:pt x="964970" y="129339"/>
                </a:lnTo>
                <a:lnTo>
                  <a:pt x="976480" y="120864"/>
                </a:lnTo>
                <a:lnTo>
                  <a:pt x="996929" y="113259"/>
                </a:lnTo>
                <a:lnTo>
                  <a:pt x="1034147" y="88993"/>
                </a:lnTo>
                <a:lnTo>
                  <a:pt x="1038646" y="88180"/>
                </a:lnTo>
                <a:lnTo>
                  <a:pt x="1051558" y="74829"/>
                </a:lnTo>
                <a:lnTo>
                  <a:pt x="1073468" y="59271"/>
                </a:lnTo>
                <a:lnTo>
                  <a:pt x="1082466" y="55497"/>
                </a:lnTo>
                <a:lnTo>
                  <a:pt x="1127512" y="22814"/>
                </a:lnTo>
                <a:lnTo>
                  <a:pt x="1134524" y="23047"/>
                </a:lnTo>
                <a:lnTo>
                  <a:pt x="1144456" y="13294"/>
                </a:lnTo>
                <a:lnTo>
                  <a:pt x="1152986" y="10101"/>
                </a:lnTo>
                <a:lnTo>
                  <a:pt x="1185705" y="1161"/>
                </a:lnTo>
                <a:lnTo>
                  <a:pt x="1191898" y="5747"/>
                </a:lnTo>
                <a:lnTo>
                  <a:pt x="1205044" y="2380"/>
                </a:lnTo>
                <a:lnTo>
                  <a:pt x="1236419" y="0"/>
                </a:lnTo>
                <a:lnTo>
                  <a:pt x="1260432" y="8882"/>
                </a:lnTo>
                <a:lnTo>
                  <a:pt x="1264756" y="12365"/>
                </a:lnTo>
                <a:lnTo>
                  <a:pt x="1253655" y="20086"/>
                </a:lnTo>
                <a:lnTo>
                  <a:pt x="1243839" y="33728"/>
                </a:lnTo>
                <a:lnTo>
                  <a:pt x="1248572" y="36631"/>
                </a:lnTo>
                <a:lnTo>
                  <a:pt x="1255174" y="26820"/>
                </a:lnTo>
                <a:lnTo>
                  <a:pt x="1268729" y="20957"/>
                </a:lnTo>
                <a:lnTo>
                  <a:pt x="1266801" y="27923"/>
                </a:lnTo>
                <a:lnTo>
                  <a:pt x="1271884" y="28968"/>
                </a:lnTo>
                <a:lnTo>
                  <a:pt x="1261893" y="46732"/>
                </a:lnTo>
                <a:lnTo>
                  <a:pt x="1264873" y="48299"/>
                </a:lnTo>
                <a:lnTo>
                  <a:pt x="1277142" y="29258"/>
                </a:lnTo>
                <a:lnTo>
                  <a:pt x="1271592" y="39185"/>
                </a:lnTo>
                <a:lnTo>
                  <a:pt x="1273812" y="40694"/>
                </a:lnTo>
                <a:lnTo>
                  <a:pt x="1265399" y="55439"/>
                </a:lnTo>
                <a:lnTo>
                  <a:pt x="1267502" y="56600"/>
                </a:lnTo>
                <a:lnTo>
                  <a:pt x="1275682" y="41797"/>
                </a:lnTo>
                <a:lnTo>
                  <a:pt x="1278661" y="43248"/>
                </a:lnTo>
                <a:lnTo>
                  <a:pt x="1296131" y="12655"/>
                </a:lnTo>
                <a:lnTo>
                  <a:pt x="1335627" y="35179"/>
                </a:lnTo>
                <a:lnTo>
                  <a:pt x="1321897" y="59561"/>
                </a:lnTo>
                <a:lnTo>
                  <a:pt x="1327447" y="62754"/>
                </a:lnTo>
                <a:lnTo>
                  <a:pt x="1341295" y="38488"/>
                </a:lnTo>
                <a:lnTo>
                  <a:pt x="1347605" y="38314"/>
                </a:lnTo>
                <a:lnTo>
                  <a:pt x="1353214" y="34599"/>
                </a:lnTo>
                <a:lnTo>
                  <a:pt x="1427532" y="65250"/>
                </a:lnTo>
                <a:lnTo>
                  <a:pt x="1451662" y="77209"/>
                </a:lnTo>
                <a:lnTo>
                  <a:pt x="1475208" y="92360"/>
                </a:lnTo>
                <a:lnTo>
                  <a:pt x="1474390" y="98398"/>
                </a:lnTo>
                <a:lnTo>
                  <a:pt x="1456803" y="106118"/>
                </a:lnTo>
                <a:lnTo>
                  <a:pt x="1472170" y="143272"/>
                </a:lnTo>
                <a:lnTo>
                  <a:pt x="1478480" y="164693"/>
                </a:lnTo>
                <a:lnTo>
                  <a:pt x="1505473" y="199291"/>
                </a:lnTo>
                <a:lnTo>
                  <a:pt x="1502084" y="202020"/>
                </a:lnTo>
                <a:lnTo>
                  <a:pt x="1506875" y="212817"/>
                </a:lnTo>
                <a:lnTo>
                  <a:pt x="1514646" y="209915"/>
                </a:lnTo>
                <a:lnTo>
                  <a:pt x="1517100" y="215081"/>
                </a:lnTo>
                <a:lnTo>
                  <a:pt x="1511549" y="226460"/>
                </a:lnTo>
                <a:lnTo>
                  <a:pt x="1481810" y="250899"/>
                </a:lnTo>
                <a:lnTo>
                  <a:pt x="1474974" y="252989"/>
                </a:lnTo>
                <a:lnTo>
                  <a:pt x="1472812" y="256821"/>
                </a:lnTo>
                <a:lnTo>
                  <a:pt x="1507927" y="272553"/>
                </a:lnTo>
                <a:lnTo>
                  <a:pt x="1515989" y="268373"/>
                </a:lnTo>
                <a:lnTo>
                  <a:pt x="1526214" y="266922"/>
                </a:lnTo>
                <a:lnTo>
                  <a:pt x="1539535" y="255311"/>
                </a:lnTo>
                <a:lnTo>
                  <a:pt x="1539769" y="249042"/>
                </a:lnTo>
                <a:lnTo>
                  <a:pt x="1543684" y="244049"/>
                </a:lnTo>
                <a:lnTo>
                  <a:pt x="1565535" y="229885"/>
                </a:lnTo>
                <a:lnTo>
                  <a:pt x="1579440" y="225415"/>
                </a:lnTo>
                <a:lnTo>
                  <a:pt x="1594222" y="226460"/>
                </a:lnTo>
                <a:lnTo>
                  <a:pt x="1603804" y="230581"/>
                </a:lnTo>
                <a:lnTo>
                  <a:pt x="1650078" y="261232"/>
                </a:lnTo>
                <a:lnTo>
                  <a:pt x="1640905" y="273888"/>
                </a:lnTo>
                <a:lnTo>
                  <a:pt x="1645112" y="276326"/>
                </a:lnTo>
                <a:lnTo>
                  <a:pt x="1653350" y="263148"/>
                </a:lnTo>
                <a:lnTo>
                  <a:pt x="1701201" y="291129"/>
                </a:lnTo>
                <a:lnTo>
                  <a:pt x="1705174" y="296296"/>
                </a:lnTo>
                <a:lnTo>
                  <a:pt x="1706810" y="304075"/>
                </a:lnTo>
                <a:lnTo>
                  <a:pt x="1698922" y="322013"/>
                </a:lnTo>
                <a:lnTo>
                  <a:pt x="1708563" y="325322"/>
                </a:lnTo>
                <a:lnTo>
                  <a:pt x="1718086" y="309357"/>
                </a:lnTo>
                <a:lnTo>
                  <a:pt x="1741983" y="293858"/>
                </a:lnTo>
                <a:lnTo>
                  <a:pt x="1750863" y="292580"/>
                </a:lnTo>
                <a:lnTo>
                  <a:pt x="1760153" y="294612"/>
                </a:lnTo>
                <a:lnTo>
                  <a:pt x="1765821" y="288749"/>
                </a:lnTo>
                <a:lnTo>
                  <a:pt x="1781946" y="285962"/>
                </a:lnTo>
                <a:lnTo>
                  <a:pt x="1792989" y="288285"/>
                </a:lnTo>
                <a:lnTo>
                  <a:pt x="1800818" y="303378"/>
                </a:lnTo>
                <a:lnTo>
                  <a:pt x="1801928" y="316498"/>
                </a:lnTo>
                <a:lnTo>
                  <a:pt x="1807303" y="315743"/>
                </a:lnTo>
                <a:lnTo>
                  <a:pt x="1810342" y="310460"/>
                </a:lnTo>
                <a:lnTo>
                  <a:pt x="1814724" y="310809"/>
                </a:lnTo>
                <a:lnTo>
                  <a:pt x="1828629" y="323638"/>
                </a:lnTo>
                <a:lnTo>
                  <a:pt x="1828220" y="328747"/>
                </a:lnTo>
                <a:lnTo>
                  <a:pt x="1831141" y="331707"/>
                </a:lnTo>
                <a:lnTo>
                  <a:pt x="1844170" y="337048"/>
                </a:lnTo>
                <a:lnTo>
                  <a:pt x="1856791" y="345814"/>
                </a:lnTo>
                <a:lnTo>
                  <a:pt x="1899851" y="388366"/>
                </a:lnTo>
                <a:lnTo>
                  <a:pt x="1900669" y="397131"/>
                </a:lnTo>
                <a:lnTo>
                  <a:pt x="1893658" y="401543"/>
                </a:lnTo>
                <a:lnTo>
                  <a:pt x="1895469" y="403343"/>
                </a:lnTo>
                <a:lnTo>
                  <a:pt x="1895586" y="412573"/>
                </a:lnTo>
                <a:lnTo>
                  <a:pt x="1920709" y="404040"/>
                </a:lnTo>
                <a:lnTo>
                  <a:pt x="1944313" y="425809"/>
                </a:lnTo>
                <a:lnTo>
                  <a:pt x="1944956" y="430627"/>
                </a:lnTo>
                <a:lnTo>
                  <a:pt x="1932044" y="443805"/>
                </a:lnTo>
                <a:lnTo>
                  <a:pt x="1930700" y="449146"/>
                </a:lnTo>
                <a:lnTo>
                  <a:pt x="1932394" y="451468"/>
                </a:lnTo>
                <a:lnTo>
                  <a:pt x="1938996" y="450016"/>
                </a:lnTo>
                <a:lnTo>
                  <a:pt x="1954713" y="437477"/>
                </a:lnTo>
                <a:lnTo>
                  <a:pt x="1970196" y="450887"/>
                </a:lnTo>
                <a:lnTo>
                  <a:pt x="1972066" y="455822"/>
                </a:lnTo>
                <a:lnTo>
                  <a:pt x="1968677" y="475327"/>
                </a:lnTo>
                <a:lnTo>
                  <a:pt x="1969962" y="482351"/>
                </a:lnTo>
                <a:lnTo>
                  <a:pt x="1975162" y="488040"/>
                </a:lnTo>
                <a:lnTo>
                  <a:pt x="2007180" y="509577"/>
                </a:lnTo>
                <a:lnTo>
                  <a:pt x="2036276" y="516602"/>
                </a:lnTo>
                <a:lnTo>
                  <a:pt x="2059004" y="519156"/>
                </a:lnTo>
                <a:lnTo>
                  <a:pt x="2097858" y="514802"/>
                </a:lnTo>
                <a:lnTo>
                  <a:pt x="2106388" y="523394"/>
                </a:lnTo>
                <a:lnTo>
                  <a:pt x="2113925" y="520607"/>
                </a:lnTo>
                <a:lnTo>
                  <a:pt x="2115678" y="515325"/>
                </a:lnTo>
                <a:lnTo>
                  <a:pt x="2113107" y="508242"/>
                </a:lnTo>
                <a:lnTo>
                  <a:pt x="2124091" y="501450"/>
                </a:lnTo>
                <a:lnTo>
                  <a:pt x="2132563" y="491233"/>
                </a:lnTo>
                <a:lnTo>
                  <a:pt x="2144657" y="484499"/>
                </a:lnTo>
                <a:lnTo>
                  <a:pt x="2151143" y="465923"/>
                </a:lnTo>
                <a:lnTo>
                  <a:pt x="2155758" y="464994"/>
                </a:lnTo>
                <a:lnTo>
                  <a:pt x="2159322" y="458840"/>
                </a:lnTo>
                <a:lnTo>
                  <a:pt x="2167035" y="454777"/>
                </a:lnTo>
                <a:lnTo>
                  <a:pt x="2190288" y="453151"/>
                </a:lnTo>
                <a:lnTo>
                  <a:pt x="2195079" y="449668"/>
                </a:lnTo>
                <a:lnTo>
                  <a:pt x="2193034" y="448739"/>
                </a:lnTo>
                <a:lnTo>
                  <a:pt x="2202616" y="446940"/>
                </a:lnTo>
                <a:lnTo>
                  <a:pt x="2200688" y="448217"/>
                </a:lnTo>
                <a:lnTo>
                  <a:pt x="2205362" y="450133"/>
                </a:lnTo>
                <a:lnTo>
                  <a:pt x="2211147" y="450539"/>
                </a:lnTo>
                <a:lnTo>
                  <a:pt x="2211556" y="448507"/>
                </a:lnTo>
                <a:lnTo>
                  <a:pt x="2233816" y="450713"/>
                </a:lnTo>
                <a:lnTo>
                  <a:pt x="2263497" y="459711"/>
                </a:lnTo>
                <a:lnTo>
                  <a:pt x="2274948" y="460756"/>
                </a:lnTo>
                <a:lnTo>
                  <a:pt x="2298669" y="475095"/>
                </a:lnTo>
                <a:lnTo>
                  <a:pt x="2339743" y="558805"/>
                </a:lnTo>
                <a:lnTo>
                  <a:pt x="2348215" y="564785"/>
                </a:lnTo>
                <a:lnTo>
                  <a:pt x="2355518" y="563856"/>
                </a:lnTo>
                <a:lnTo>
                  <a:pt x="2354583" y="569951"/>
                </a:lnTo>
                <a:lnTo>
                  <a:pt x="2343599" y="570416"/>
                </a:lnTo>
                <a:lnTo>
                  <a:pt x="2336880" y="587715"/>
                </a:lnTo>
                <a:lnTo>
                  <a:pt x="2340444" y="589631"/>
                </a:lnTo>
                <a:lnTo>
                  <a:pt x="2341905" y="586206"/>
                </a:lnTo>
                <a:lnTo>
                  <a:pt x="2362821" y="592824"/>
                </a:lnTo>
                <a:lnTo>
                  <a:pt x="2383271" y="584406"/>
                </a:lnTo>
                <a:lnTo>
                  <a:pt x="2467346" y="621559"/>
                </a:lnTo>
                <a:lnTo>
                  <a:pt x="2507719" y="645593"/>
                </a:lnTo>
                <a:lnTo>
                  <a:pt x="2545345" y="673051"/>
                </a:lnTo>
                <a:lnTo>
                  <a:pt x="2554051" y="684719"/>
                </a:lnTo>
                <a:lnTo>
                  <a:pt x="2558433" y="700161"/>
                </a:lnTo>
                <a:lnTo>
                  <a:pt x="2556154" y="708346"/>
                </a:lnTo>
                <a:lnTo>
                  <a:pt x="2549026" y="707940"/>
                </a:lnTo>
                <a:lnTo>
                  <a:pt x="2548092" y="703586"/>
                </a:lnTo>
                <a:lnTo>
                  <a:pt x="2553175" y="694646"/>
                </a:lnTo>
                <a:lnTo>
                  <a:pt x="2550604" y="684081"/>
                </a:lnTo>
                <a:lnTo>
                  <a:pt x="2544469" y="676012"/>
                </a:lnTo>
                <a:lnTo>
                  <a:pt x="2524955" y="660860"/>
                </a:lnTo>
                <a:lnTo>
                  <a:pt x="2518060" y="660164"/>
                </a:lnTo>
                <a:lnTo>
                  <a:pt x="2506667" y="652617"/>
                </a:lnTo>
                <a:lnTo>
                  <a:pt x="2499130" y="650353"/>
                </a:lnTo>
                <a:lnTo>
                  <a:pt x="2489957" y="652385"/>
                </a:lnTo>
                <a:lnTo>
                  <a:pt x="2486510" y="657087"/>
                </a:lnTo>
                <a:lnTo>
                  <a:pt x="2492353" y="661150"/>
                </a:lnTo>
                <a:lnTo>
                  <a:pt x="2494047" y="667014"/>
                </a:lnTo>
                <a:lnTo>
                  <a:pt x="2427383" y="823231"/>
                </a:lnTo>
                <a:lnTo>
                  <a:pt x="2424637" y="832867"/>
                </a:lnTo>
                <a:lnTo>
                  <a:pt x="2425046" y="842388"/>
                </a:lnTo>
                <a:lnTo>
                  <a:pt x="2428726" y="850167"/>
                </a:lnTo>
                <a:lnTo>
                  <a:pt x="2493930" y="848541"/>
                </a:lnTo>
                <a:lnTo>
                  <a:pt x="2495040" y="886913"/>
                </a:lnTo>
                <a:lnTo>
                  <a:pt x="2499773" y="890164"/>
                </a:lnTo>
                <a:lnTo>
                  <a:pt x="2494748" y="897421"/>
                </a:lnTo>
                <a:lnTo>
                  <a:pt x="2473539" y="898001"/>
                </a:lnTo>
                <a:lnTo>
                  <a:pt x="2472897" y="873039"/>
                </a:lnTo>
                <a:lnTo>
                  <a:pt x="2436147" y="874026"/>
                </a:lnTo>
                <a:lnTo>
                  <a:pt x="2436848" y="898930"/>
                </a:lnTo>
                <a:lnTo>
                  <a:pt x="2366502" y="902994"/>
                </a:lnTo>
                <a:lnTo>
                  <a:pt x="2333725" y="924879"/>
                </a:lnTo>
                <a:lnTo>
                  <a:pt x="2316431" y="930916"/>
                </a:lnTo>
                <a:lnTo>
                  <a:pt x="2299254" y="928652"/>
                </a:lnTo>
                <a:lnTo>
                  <a:pt x="2252746" y="908799"/>
                </a:lnTo>
                <a:lnTo>
                  <a:pt x="2209744" y="921570"/>
                </a:lnTo>
                <a:lnTo>
                  <a:pt x="2215529" y="918087"/>
                </a:lnTo>
                <a:lnTo>
                  <a:pt x="2217340" y="913559"/>
                </a:lnTo>
                <a:lnTo>
                  <a:pt x="2211380" y="894634"/>
                </a:lnTo>
                <a:lnTo>
                  <a:pt x="2203376" y="896666"/>
                </a:lnTo>
                <a:lnTo>
                  <a:pt x="2182810" y="895041"/>
                </a:lnTo>
                <a:lnTo>
                  <a:pt x="2167619" y="901775"/>
                </a:lnTo>
                <a:lnTo>
                  <a:pt x="2167268" y="897072"/>
                </a:lnTo>
                <a:lnTo>
                  <a:pt x="2142846" y="898059"/>
                </a:lnTo>
                <a:lnTo>
                  <a:pt x="2135017" y="901194"/>
                </a:lnTo>
                <a:lnTo>
                  <a:pt x="2131336" y="899104"/>
                </a:lnTo>
                <a:lnTo>
                  <a:pt x="2121579" y="903748"/>
                </a:lnTo>
                <a:lnTo>
                  <a:pt x="2118190" y="902471"/>
                </a:lnTo>
                <a:lnTo>
                  <a:pt x="2097390" y="909437"/>
                </a:lnTo>
                <a:lnTo>
                  <a:pt x="2086056" y="906593"/>
                </a:lnTo>
                <a:lnTo>
                  <a:pt x="2076883" y="912688"/>
                </a:lnTo>
                <a:lnTo>
                  <a:pt x="2076065" y="910831"/>
                </a:lnTo>
                <a:lnTo>
                  <a:pt x="2072559" y="911876"/>
                </a:lnTo>
                <a:lnTo>
                  <a:pt x="2060582" y="919945"/>
                </a:lnTo>
                <a:lnTo>
                  <a:pt x="2057193" y="918726"/>
                </a:lnTo>
                <a:lnTo>
                  <a:pt x="2045216" y="926330"/>
                </a:lnTo>
                <a:lnTo>
                  <a:pt x="2044631" y="924182"/>
                </a:lnTo>
                <a:lnTo>
                  <a:pt x="2041067" y="923892"/>
                </a:lnTo>
                <a:lnTo>
                  <a:pt x="2031369" y="928246"/>
                </a:lnTo>
                <a:lnTo>
                  <a:pt x="2029674" y="926911"/>
                </a:lnTo>
                <a:lnTo>
                  <a:pt x="2018690" y="930336"/>
                </a:lnTo>
                <a:lnTo>
                  <a:pt x="2015068" y="928594"/>
                </a:lnTo>
                <a:lnTo>
                  <a:pt x="2003265" y="931149"/>
                </a:lnTo>
                <a:lnTo>
                  <a:pt x="1977032" y="937941"/>
                </a:lnTo>
                <a:lnTo>
                  <a:pt x="1971131" y="941946"/>
                </a:lnTo>
                <a:lnTo>
                  <a:pt x="1968326" y="940785"/>
                </a:lnTo>
                <a:lnTo>
                  <a:pt x="1961023" y="944036"/>
                </a:lnTo>
                <a:lnTo>
                  <a:pt x="1960322" y="942295"/>
                </a:lnTo>
                <a:lnTo>
                  <a:pt x="1960614" y="944268"/>
                </a:lnTo>
                <a:lnTo>
                  <a:pt x="1952084" y="948971"/>
                </a:lnTo>
                <a:lnTo>
                  <a:pt x="1934381" y="955298"/>
                </a:lnTo>
                <a:lnTo>
                  <a:pt x="1931927" y="954021"/>
                </a:lnTo>
                <a:lnTo>
                  <a:pt x="1915567" y="963019"/>
                </a:lnTo>
                <a:lnTo>
                  <a:pt x="1915451" y="961277"/>
                </a:lnTo>
                <a:lnTo>
                  <a:pt x="1907563" y="958839"/>
                </a:lnTo>
                <a:lnTo>
                  <a:pt x="1883550" y="970159"/>
                </a:lnTo>
                <a:lnTo>
                  <a:pt x="1875253" y="970101"/>
                </a:lnTo>
                <a:lnTo>
                  <a:pt x="1871456" y="972946"/>
                </a:lnTo>
                <a:lnTo>
                  <a:pt x="1870345" y="970624"/>
                </a:lnTo>
                <a:lnTo>
                  <a:pt x="1866723" y="970508"/>
                </a:lnTo>
                <a:lnTo>
                  <a:pt x="1858952" y="975036"/>
                </a:lnTo>
                <a:lnTo>
                  <a:pt x="1855447" y="972772"/>
                </a:lnTo>
                <a:lnTo>
                  <a:pt x="1834997" y="980783"/>
                </a:lnTo>
                <a:lnTo>
                  <a:pt x="1821676" y="980899"/>
                </a:lnTo>
                <a:lnTo>
                  <a:pt x="1788957" y="996167"/>
                </a:lnTo>
                <a:lnTo>
                  <a:pt x="1751272" y="1004584"/>
                </a:lnTo>
                <a:lnTo>
                  <a:pt x="1712419" y="1017820"/>
                </a:lnTo>
                <a:lnTo>
                  <a:pt x="1694307" y="1025773"/>
                </a:lnTo>
                <a:lnTo>
                  <a:pt x="1689399" y="1030707"/>
                </a:lnTo>
                <a:lnTo>
                  <a:pt x="1685192" y="1028269"/>
                </a:lnTo>
                <a:lnTo>
                  <a:pt x="1680518" y="1028850"/>
                </a:lnTo>
                <a:lnTo>
                  <a:pt x="1661588" y="1047136"/>
                </a:lnTo>
                <a:lnTo>
                  <a:pt x="1653408" y="1044698"/>
                </a:lnTo>
                <a:lnTo>
                  <a:pt x="1634186" y="1062403"/>
                </a:lnTo>
                <a:lnTo>
                  <a:pt x="1630038" y="1060430"/>
                </a:lnTo>
                <a:lnTo>
                  <a:pt x="1625188" y="1061881"/>
                </a:lnTo>
                <a:lnTo>
                  <a:pt x="1604213" y="1084928"/>
                </a:lnTo>
                <a:lnTo>
                  <a:pt x="1578915" y="1102865"/>
                </a:lnTo>
                <a:lnTo>
                  <a:pt x="1587503" y="1101530"/>
                </a:lnTo>
                <a:lnTo>
                  <a:pt x="1587971" y="1104085"/>
                </a:lnTo>
                <a:lnTo>
                  <a:pt x="1579966" y="1104201"/>
                </a:lnTo>
                <a:lnTo>
                  <a:pt x="1566119" y="1094738"/>
                </a:lnTo>
                <a:lnTo>
                  <a:pt x="1552623" y="1104607"/>
                </a:lnTo>
                <a:lnTo>
                  <a:pt x="1553324" y="1107452"/>
                </a:lnTo>
                <a:lnTo>
                  <a:pt x="1554960" y="1106407"/>
                </a:lnTo>
                <a:lnTo>
                  <a:pt x="1553382" y="1107568"/>
                </a:lnTo>
                <a:lnTo>
                  <a:pt x="1556537" y="1116159"/>
                </a:lnTo>
                <a:lnTo>
                  <a:pt x="1553499" y="1126202"/>
                </a:lnTo>
                <a:lnTo>
                  <a:pt x="1485608" y="1178333"/>
                </a:lnTo>
                <a:lnTo>
                  <a:pt x="1495891" y="1192555"/>
                </a:lnTo>
                <a:lnTo>
                  <a:pt x="1490749" y="1196271"/>
                </a:lnTo>
                <a:lnTo>
                  <a:pt x="1480525" y="1182048"/>
                </a:lnTo>
                <a:lnTo>
                  <a:pt x="1469365" y="1189653"/>
                </a:lnTo>
                <a:lnTo>
                  <a:pt x="1461594" y="1190814"/>
                </a:lnTo>
                <a:lnTo>
                  <a:pt x="1454700" y="1188085"/>
                </a:lnTo>
                <a:lnTo>
                  <a:pt x="1442606" y="1176475"/>
                </a:lnTo>
                <a:lnTo>
                  <a:pt x="1436530" y="1176475"/>
                </a:lnTo>
                <a:lnTo>
                  <a:pt x="1437873" y="1202830"/>
                </a:lnTo>
                <a:lnTo>
                  <a:pt x="1431271" y="1205907"/>
                </a:lnTo>
                <a:lnTo>
                  <a:pt x="1439451" y="1215079"/>
                </a:lnTo>
                <a:lnTo>
                  <a:pt x="1434718" y="1219317"/>
                </a:lnTo>
                <a:lnTo>
                  <a:pt x="1402233" y="1183848"/>
                </a:lnTo>
                <a:lnTo>
                  <a:pt x="1393937" y="1191394"/>
                </a:lnTo>
                <a:lnTo>
                  <a:pt x="1408251" y="1209448"/>
                </a:lnTo>
                <a:lnTo>
                  <a:pt x="1403635" y="1214615"/>
                </a:lnTo>
                <a:lnTo>
                  <a:pt x="1365717" y="1179320"/>
                </a:lnTo>
                <a:lnTo>
                  <a:pt x="1322657" y="1180539"/>
                </a:lnTo>
                <a:lnTo>
                  <a:pt x="1276149" y="1205675"/>
                </a:lnTo>
                <a:lnTo>
                  <a:pt x="1277843" y="1222452"/>
                </a:lnTo>
                <a:lnTo>
                  <a:pt x="1312958" y="1202482"/>
                </a:lnTo>
                <a:lnTo>
                  <a:pt x="1346085" y="1201205"/>
                </a:lnTo>
                <a:lnTo>
                  <a:pt x="1383420" y="1235978"/>
                </a:lnTo>
                <a:lnTo>
                  <a:pt x="1347663" y="1253684"/>
                </a:lnTo>
                <a:lnTo>
                  <a:pt x="1317866" y="1244337"/>
                </a:lnTo>
                <a:lnTo>
                  <a:pt x="1321605" y="1240042"/>
                </a:lnTo>
                <a:lnTo>
                  <a:pt x="1318333" y="1239055"/>
                </a:lnTo>
                <a:lnTo>
                  <a:pt x="1317807" y="1240680"/>
                </a:lnTo>
                <a:lnTo>
                  <a:pt x="1317690" y="1238823"/>
                </a:lnTo>
                <a:lnTo>
                  <a:pt x="1317106" y="1240448"/>
                </a:lnTo>
                <a:lnTo>
                  <a:pt x="1316697" y="1238416"/>
                </a:lnTo>
                <a:lnTo>
                  <a:pt x="1313425" y="1242422"/>
                </a:lnTo>
                <a:lnTo>
                  <a:pt x="1302908" y="1240216"/>
                </a:lnTo>
                <a:lnTo>
                  <a:pt x="1301389" y="1242886"/>
                </a:lnTo>
                <a:lnTo>
                  <a:pt x="1297825" y="1241435"/>
                </a:lnTo>
                <a:lnTo>
                  <a:pt x="1302032" y="1242073"/>
                </a:lnTo>
                <a:lnTo>
                  <a:pt x="1302792" y="1240100"/>
                </a:lnTo>
                <a:lnTo>
                  <a:pt x="1288185" y="1235514"/>
                </a:lnTo>
                <a:lnTo>
                  <a:pt x="1275565" y="1222626"/>
                </a:lnTo>
                <a:lnTo>
                  <a:pt x="1275506" y="1244744"/>
                </a:lnTo>
                <a:lnTo>
                  <a:pt x="1277902" y="1247008"/>
                </a:lnTo>
                <a:lnTo>
                  <a:pt x="1282576" y="1251013"/>
                </a:lnTo>
                <a:lnTo>
                  <a:pt x="1294378" y="1254729"/>
                </a:lnTo>
                <a:lnTo>
                  <a:pt x="1326630" y="1255077"/>
                </a:lnTo>
                <a:lnTo>
                  <a:pt x="1339483" y="1262682"/>
                </a:lnTo>
                <a:lnTo>
                  <a:pt x="1352279" y="1263088"/>
                </a:lnTo>
                <a:lnTo>
                  <a:pt x="1359290" y="1257921"/>
                </a:lnTo>
                <a:lnTo>
                  <a:pt x="1371150" y="1261172"/>
                </a:lnTo>
                <a:lnTo>
                  <a:pt x="1378220" y="1260244"/>
                </a:lnTo>
                <a:lnTo>
                  <a:pt x="1379622" y="1267848"/>
                </a:lnTo>
                <a:lnTo>
                  <a:pt x="1382193" y="1268835"/>
                </a:lnTo>
                <a:lnTo>
                  <a:pt x="1404512" y="1262798"/>
                </a:lnTo>
                <a:lnTo>
                  <a:pt x="1418125" y="1269358"/>
                </a:lnTo>
                <a:lnTo>
                  <a:pt x="1416022" y="1277020"/>
                </a:lnTo>
                <a:lnTo>
                  <a:pt x="1393469" y="1310400"/>
                </a:lnTo>
                <a:lnTo>
                  <a:pt x="1367353" y="1337162"/>
                </a:lnTo>
                <a:lnTo>
                  <a:pt x="1353272" y="1346799"/>
                </a:lnTo>
                <a:lnTo>
                  <a:pt x="1347955" y="1347844"/>
                </a:lnTo>
                <a:lnTo>
                  <a:pt x="1351987" y="1344360"/>
                </a:lnTo>
                <a:lnTo>
                  <a:pt x="1349766" y="1343025"/>
                </a:lnTo>
                <a:lnTo>
                  <a:pt x="1339074" y="1345580"/>
                </a:lnTo>
                <a:lnTo>
                  <a:pt x="1328674" y="1352372"/>
                </a:lnTo>
                <a:lnTo>
                  <a:pt x="1319677" y="1348598"/>
                </a:lnTo>
                <a:lnTo>
                  <a:pt x="1312198" y="1341400"/>
                </a:lnTo>
                <a:lnTo>
                  <a:pt x="1309335" y="1341864"/>
                </a:lnTo>
                <a:lnTo>
                  <a:pt x="1309277" y="1339136"/>
                </a:lnTo>
                <a:lnTo>
                  <a:pt x="1312607" y="1339832"/>
                </a:lnTo>
                <a:lnTo>
                  <a:pt x="1312373" y="1335711"/>
                </a:lnTo>
                <a:lnTo>
                  <a:pt x="1310095" y="1332518"/>
                </a:lnTo>
                <a:lnTo>
                  <a:pt x="1305362" y="1331357"/>
                </a:lnTo>
                <a:lnTo>
                  <a:pt x="1301798" y="1324449"/>
                </a:lnTo>
                <a:lnTo>
                  <a:pt x="1295079" y="1323520"/>
                </a:lnTo>
                <a:lnTo>
                  <a:pt x="1293502" y="1325378"/>
                </a:lnTo>
                <a:lnTo>
                  <a:pt x="1295956" y="1327003"/>
                </a:lnTo>
                <a:lnTo>
                  <a:pt x="1293852" y="1328570"/>
                </a:lnTo>
                <a:lnTo>
                  <a:pt x="1272527" y="1305756"/>
                </a:lnTo>
                <a:lnTo>
                  <a:pt x="1271358" y="1301750"/>
                </a:lnTo>
                <a:lnTo>
                  <a:pt x="1274338" y="1303608"/>
                </a:lnTo>
                <a:lnTo>
                  <a:pt x="1275915" y="1300125"/>
                </a:lnTo>
                <a:lnTo>
                  <a:pt x="1273987" y="1295423"/>
                </a:lnTo>
                <a:lnTo>
                  <a:pt x="1266742" y="1292694"/>
                </a:lnTo>
                <a:lnTo>
                  <a:pt x="1258037" y="1283174"/>
                </a:lnTo>
                <a:lnTo>
                  <a:pt x="1252253" y="1283929"/>
                </a:lnTo>
                <a:lnTo>
                  <a:pt x="1254882" y="1286309"/>
                </a:lnTo>
                <a:lnTo>
                  <a:pt x="1251318" y="1288573"/>
                </a:lnTo>
                <a:lnTo>
                  <a:pt x="1238581" y="1281549"/>
                </a:lnTo>
                <a:lnTo>
                  <a:pt x="1234959" y="1276092"/>
                </a:lnTo>
                <a:lnTo>
                  <a:pt x="1228941" y="1273770"/>
                </a:lnTo>
                <a:lnTo>
                  <a:pt x="1230401" y="1272260"/>
                </a:lnTo>
                <a:lnTo>
                  <a:pt x="1227772" y="1268139"/>
                </a:lnTo>
                <a:lnTo>
                  <a:pt x="1221988" y="1266571"/>
                </a:lnTo>
                <a:lnTo>
                  <a:pt x="1219242" y="1261056"/>
                </a:lnTo>
                <a:lnTo>
                  <a:pt x="1213808" y="1259373"/>
                </a:lnTo>
                <a:lnTo>
                  <a:pt x="1211530" y="1254380"/>
                </a:lnTo>
                <a:lnTo>
                  <a:pt x="1205219" y="1251884"/>
                </a:lnTo>
                <a:lnTo>
                  <a:pt x="1199786" y="1245963"/>
                </a:lnTo>
                <a:lnTo>
                  <a:pt x="1193534" y="1245673"/>
                </a:lnTo>
                <a:lnTo>
                  <a:pt x="1195871" y="1250143"/>
                </a:lnTo>
                <a:lnTo>
                  <a:pt x="1199085" y="1251129"/>
                </a:lnTo>
                <a:lnTo>
                  <a:pt x="1196456" y="1253742"/>
                </a:lnTo>
                <a:lnTo>
                  <a:pt x="1186523" y="1238648"/>
                </a:lnTo>
                <a:lnTo>
                  <a:pt x="1174429" y="1226980"/>
                </a:lnTo>
                <a:lnTo>
                  <a:pt x="1174546" y="1224542"/>
                </a:lnTo>
                <a:lnTo>
                  <a:pt x="1186406" y="1223265"/>
                </a:lnTo>
                <a:lnTo>
                  <a:pt x="1208199" y="1229186"/>
                </a:lnTo>
                <a:lnTo>
                  <a:pt x="1221345" y="1230347"/>
                </a:lnTo>
                <a:lnTo>
                  <a:pt x="1230109" y="1224832"/>
                </a:lnTo>
                <a:lnTo>
                  <a:pt x="1239749" y="1223439"/>
                </a:lnTo>
                <a:lnTo>
                  <a:pt x="1249507" y="1227386"/>
                </a:lnTo>
                <a:lnTo>
                  <a:pt x="1250558" y="1229999"/>
                </a:lnTo>
                <a:lnTo>
                  <a:pt x="1250792" y="1227793"/>
                </a:lnTo>
                <a:lnTo>
                  <a:pt x="1251785" y="1229476"/>
                </a:lnTo>
                <a:lnTo>
                  <a:pt x="1252779" y="1228141"/>
                </a:lnTo>
                <a:lnTo>
                  <a:pt x="1259030" y="1236617"/>
                </a:lnTo>
                <a:lnTo>
                  <a:pt x="1259614" y="1232901"/>
                </a:lnTo>
                <a:lnTo>
                  <a:pt x="1269722" y="1237371"/>
                </a:lnTo>
                <a:lnTo>
                  <a:pt x="1271592" y="1227735"/>
                </a:lnTo>
                <a:lnTo>
                  <a:pt x="1271066" y="1205733"/>
                </a:lnTo>
                <a:lnTo>
                  <a:pt x="1251552" y="1205617"/>
                </a:lnTo>
                <a:lnTo>
                  <a:pt x="1251259" y="1212235"/>
                </a:lnTo>
                <a:lnTo>
                  <a:pt x="1240743" y="1212177"/>
                </a:lnTo>
                <a:lnTo>
                  <a:pt x="1249916" y="1210958"/>
                </a:lnTo>
                <a:lnTo>
                  <a:pt x="1249565" y="1204746"/>
                </a:lnTo>
                <a:lnTo>
                  <a:pt x="1227305" y="1201263"/>
                </a:lnTo>
                <a:lnTo>
                  <a:pt x="1223156" y="1197954"/>
                </a:lnTo>
                <a:lnTo>
                  <a:pt x="1211822" y="1203063"/>
                </a:lnTo>
                <a:lnTo>
                  <a:pt x="1213574" y="1206256"/>
                </a:lnTo>
                <a:lnTo>
                  <a:pt x="1201305" y="1208578"/>
                </a:lnTo>
                <a:lnTo>
                  <a:pt x="1200662" y="1206430"/>
                </a:lnTo>
                <a:lnTo>
                  <a:pt x="1196047" y="1205559"/>
                </a:lnTo>
                <a:lnTo>
                  <a:pt x="1195287" y="1202192"/>
                </a:lnTo>
                <a:lnTo>
                  <a:pt x="1199961" y="1199986"/>
                </a:lnTo>
                <a:lnTo>
                  <a:pt x="1202824" y="1195342"/>
                </a:lnTo>
                <a:lnTo>
                  <a:pt x="1206213" y="1195342"/>
                </a:lnTo>
                <a:lnTo>
                  <a:pt x="1208082" y="1198883"/>
                </a:lnTo>
                <a:lnTo>
                  <a:pt x="1210828" y="1197896"/>
                </a:lnTo>
                <a:lnTo>
                  <a:pt x="1211296" y="1202250"/>
                </a:lnTo>
                <a:lnTo>
                  <a:pt x="1222514" y="1197374"/>
                </a:lnTo>
                <a:lnTo>
                  <a:pt x="1210244" y="1186402"/>
                </a:lnTo>
                <a:lnTo>
                  <a:pt x="1202649" y="1186170"/>
                </a:lnTo>
                <a:lnTo>
                  <a:pt x="1194761" y="1194587"/>
                </a:lnTo>
                <a:lnTo>
                  <a:pt x="1185413" y="1194529"/>
                </a:lnTo>
                <a:lnTo>
                  <a:pt x="1177409" y="1189421"/>
                </a:lnTo>
                <a:lnTo>
                  <a:pt x="1171916" y="1194471"/>
                </a:lnTo>
                <a:lnTo>
                  <a:pt x="1173377" y="1196329"/>
                </a:lnTo>
                <a:lnTo>
                  <a:pt x="1168177" y="1202772"/>
                </a:lnTo>
                <a:lnTo>
                  <a:pt x="1166658" y="1201844"/>
                </a:lnTo>
                <a:lnTo>
                  <a:pt x="1165256" y="1210203"/>
                </a:lnTo>
                <a:lnTo>
                  <a:pt x="1141067" y="1189362"/>
                </a:lnTo>
                <a:lnTo>
                  <a:pt x="1142820" y="1186112"/>
                </a:lnTo>
                <a:lnTo>
                  <a:pt x="1130609" y="1175953"/>
                </a:lnTo>
                <a:lnTo>
                  <a:pt x="1125351" y="1185067"/>
                </a:lnTo>
                <a:lnTo>
                  <a:pt x="1100110" y="1170089"/>
                </a:lnTo>
                <a:lnTo>
                  <a:pt x="1050565" y="1252523"/>
                </a:lnTo>
                <a:lnTo>
                  <a:pt x="1010017" y="1228315"/>
                </a:lnTo>
                <a:lnTo>
                  <a:pt x="1057109" y="1149307"/>
                </a:lnTo>
                <a:lnTo>
                  <a:pt x="1000084" y="1115172"/>
                </a:lnTo>
                <a:lnTo>
                  <a:pt x="963860" y="1175720"/>
                </a:lnTo>
                <a:lnTo>
                  <a:pt x="844495" y="1104607"/>
                </a:lnTo>
                <a:lnTo>
                  <a:pt x="860679" y="1076858"/>
                </a:lnTo>
                <a:lnTo>
                  <a:pt x="881011" y="1073491"/>
                </a:lnTo>
                <a:lnTo>
                  <a:pt x="954862" y="1117262"/>
                </a:lnTo>
                <a:lnTo>
                  <a:pt x="973325" y="1086263"/>
                </a:lnTo>
                <a:lnTo>
                  <a:pt x="905784" y="1045917"/>
                </a:lnTo>
                <a:lnTo>
                  <a:pt x="919398" y="1023509"/>
                </a:lnTo>
                <a:lnTo>
                  <a:pt x="893164" y="995470"/>
                </a:lnTo>
                <a:lnTo>
                  <a:pt x="874409" y="1008067"/>
                </a:lnTo>
                <a:lnTo>
                  <a:pt x="837718" y="1011666"/>
                </a:lnTo>
                <a:lnTo>
                  <a:pt x="808913" y="1002668"/>
                </a:lnTo>
                <a:lnTo>
                  <a:pt x="807394" y="996631"/>
                </a:lnTo>
                <a:lnTo>
                  <a:pt x="812886" y="986240"/>
                </a:lnTo>
                <a:lnTo>
                  <a:pt x="804707" y="983685"/>
                </a:lnTo>
                <a:lnTo>
                  <a:pt x="789691" y="998256"/>
                </a:lnTo>
                <a:lnTo>
                  <a:pt x="724195" y="981886"/>
                </a:lnTo>
                <a:lnTo>
                  <a:pt x="712276" y="989781"/>
                </a:lnTo>
                <a:lnTo>
                  <a:pt x="682479" y="975326"/>
                </a:lnTo>
                <a:lnTo>
                  <a:pt x="643567" y="942469"/>
                </a:lnTo>
                <a:lnTo>
                  <a:pt x="622241" y="942353"/>
                </a:lnTo>
                <a:lnTo>
                  <a:pt x="624753" y="953789"/>
                </a:lnTo>
                <a:lnTo>
                  <a:pt x="640704" y="957098"/>
                </a:lnTo>
                <a:lnTo>
                  <a:pt x="673189" y="984498"/>
                </a:lnTo>
                <a:lnTo>
                  <a:pt x="670151" y="992451"/>
                </a:lnTo>
                <a:lnTo>
                  <a:pt x="683764" y="993264"/>
                </a:lnTo>
                <a:lnTo>
                  <a:pt x="620371" y="993612"/>
                </a:lnTo>
                <a:lnTo>
                  <a:pt x="619962" y="1031578"/>
                </a:lnTo>
                <a:lnTo>
                  <a:pt x="622884" y="1038718"/>
                </a:lnTo>
                <a:lnTo>
                  <a:pt x="652740" y="1045510"/>
                </a:lnTo>
                <a:lnTo>
                  <a:pt x="657063" y="1037848"/>
                </a:lnTo>
                <a:lnTo>
                  <a:pt x="666587" y="1040866"/>
                </a:lnTo>
                <a:lnTo>
                  <a:pt x="661211" y="1049458"/>
                </a:lnTo>
                <a:lnTo>
                  <a:pt x="668982" y="1042782"/>
                </a:lnTo>
                <a:lnTo>
                  <a:pt x="673656" y="1041621"/>
                </a:lnTo>
                <a:lnTo>
                  <a:pt x="694222" y="1051722"/>
                </a:lnTo>
                <a:lnTo>
                  <a:pt x="702285" y="1065480"/>
                </a:lnTo>
                <a:lnTo>
                  <a:pt x="705557" y="1083244"/>
                </a:lnTo>
                <a:lnTo>
                  <a:pt x="721507" y="1101937"/>
                </a:lnTo>
                <a:lnTo>
                  <a:pt x="723728" y="1103620"/>
                </a:lnTo>
                <a:lnTo>
                  <a:pt x="728343" y="1101995"/>
                </a:lnTo>
                <a:lnTo>
                  <a:pt x="728110" y="1104259"/>
                </a:lnTo>
                <a:lnTo>
                  <a:pt x="731440" y="1105188"/>
                </a:lnTo>
                <a:lnTo>
                  <a:pt x="731381" y="1111283"/>
                </a:lnTo>
                <a:lnTo>
                  <a:pt x="735530" y="1109019"/>
                </a:lnTo>
                <a:lnTo>
                  <a:pt x="737633" y="1115231"/>
                </a:lnTo>
                <a:lnTo>
                  <a:pt x="760478" y="1118830"/>
                </a:lnTo>
                <a:lnTo>
                  <a:pt x="784900" y="1143444"/>
                </a:lnTo>
                <a:lnTo>
                  <a:pt x="785426" y="1147507"/>
                </a:lnTo>
                <a:lnTo>
                  <a:pt x="776195" y="1157028"/>
                </a:lnTo>
                <a:lnTo>
                  <a:pt x="768015" y="1161904"/>
                </a:lnTo>
                <a:lnTo>
                  <a:pt x="754051" y="1164865"/>
                </a:lnTo>
                <a:lnTo>
                  <a:pt x="742891" y="1169973"/>
                </a:lnTo>
                <a:lnTo>
                  <a:pt x="735647" y="1163181"/>
                </a:lnTo>
                <a:lnTo>
                  <a:pt x="724487" y="1162485"/>
                </a:lnTo>
                <a:lnTo>
                  <a:pt x="703863" y="1155809"/>
                </a:lnTo>
                <a:lnTo>
                  <a:pt x="688613" y="1169799"/>
                </a:lnTo>
                <a:lnTo>
                  <a:pt x="692294" y="1170960"/>
                </a:lnTo>
                <a:lnTo>
                  <a:pt x="704330" y="1159930"/>
                </a:lnTo>
                <a:lnTo>
                  <a:pt x="708420" y="1160104"/>
                </a:lnTo>
                <a:lnTo>
                  <a:pt x="733602" y="1165794"/>
                </a:lnTo>
                <a:lnTo>
                  <a:pt x="743300" y="1175140"/>
                </a:lnTo>
                <a:lnTo>
                  <a:pt x="744469" y="1179900"/>
                </a:lnTo>
                <a:lnTo>
                  <a:pt x="732901" y="1204340"/>
                </a:lnTo>
                <a:lnTo>
                  <a:pt x="722209" y="1212467"/>
                </a:lnTo>
                <a:lnTo>
                  <a:pt x="682420" y="1229592"/>
                </a:lnTo>
                <a:lnTo>
                  <a:pt x="654668" y="1206314"/>
                </a:lnTo>
                <a:lnTo>
                  <a:pt x="614061" y="1184428"/>
                </a:lnTo>
                <a:lnTo>
                  <a:pt x="613477" y="1175836"/>
                </a:lnTo>
                <a:lnTo>
                  <a:pt x="610497" y="1169683"/>
                </a:lnTo>
                <a:lnTo>
                  <a:pt x="602025" y="1183209"/>
                </a:lnTo>
                <a:lnTo>
                  <a:pt x="586718" y="1175082"/>
                </a:lnTo>
                <a:lnTo>
                  <a:pt x="579064" y="1191104"/>
                </a:lnTo>
                <a:lnTo>
                  <a:pt x="631765" y="1222278"/>
                </a:lnTo>
                <a:lnTo>
                  <a:pt x="633225" y="1229244"/>
                </a:lnTo>
                <a:lnTo>
                  <a:pt x="586776" y="1255309"/>
                </a:lnTo>
                <a:lnTo>
                  <a:pt x="516606" y="1280097"/>
                </a:lnTo>
                <a:lnTo>
                  <a:pt x="494930" y="1203875"/>
                </a:lnTo>
                <a:lnTo>
                  <a:pt x="463146" y="1174792"/>
                </a:lnTo>
                <a:lnTo>
                  <a:pt x="434868" y="1205791"/>
                </a:lnTo>
                <a:lnTo>
                  <a:pt x="468638" y="1236733"/>
                </a:lnTo>
                <a:lnTo>
                  <a:pt x="494755" y="1328048"/>
                </a:lnTo>
                <a:lnTo>
                  <a:pt x="494813" y="1339484"/>
                </a:lnTo>
                <a:lnTo>
                  <a:pt x="491191" y="1347031"/>
                </a:lnTo>
                <a:lnTo>
                  <a:pt x="479914" y="1358873"/>
                </a:lnTo>
                <a:lnTo>
                  <a:pt x="474831" y="1353707"/>
                </a:lnTo>
                <a:lnTo>
                  <a:pt x="449240" y="1380933"/>
                </a:lnTo>
                <a:lnTo>
                  <a:pt x="451811" y="1386854"/>
                </a:lnTo>
                <a:lnTo>
                  <a:pt x="401448" y="1437475"/>
                </a:lnTo>
                <a:lnTo>
                  <a:pt x="395547" y="1440552"/>
                </a:lnTo>
                <a:lnTo>
                  <a:pt x="388944" y="1439681"/>
                </a:lnTo>
                <a:lnTo>
                  <a:pt x="384037" y="1435211"/>
                </a:lnTo>
                <a:lnTo>
                  <a:pt x="374513" y="1415358"/>
                </a:lnTo>
                <a:lnTo>
                  <a:pt x="373695" y="1407114"/>
                </a:lnTo>
                <a:lnTo>
                  <a:pt x="375506" y="1407405"/>
                </a:lnTo>
                <a:lnTo>
                  <a:pt x="376558" y="1414545"/>
                </a:lnTo>
                <a:lnTo>
                  <a:pt x="385965" y="1434108"/>
                </a:lnTo>
                <a:lnTo>
                  <a:pt x="388302" y="1434979"/>
                </a:lnTo>
                <a:lnTo>
                  <a:pt x="410854" y="1413036"/>
                </a:lnTo>
                <a:lnTo>
                  <a:pt x="412023" y="1405199"/>
                </a:lnTo>
                <a:lnTo>
                  <a:pt x="402207" y="1384590"/>
                </a:lnTo>
                <a:lnTo>
                  <a:pt x="398176" y="1381804"/>
                </a:lnTo>
                <a:lnTo>
                  <a:pt x="392684" y="1371645"/>
                </a:lnTo>
                <a:lnTo>
                  <a:pt x="368670" y="1369497"/>
                </a:lnTo>
                <a:lnTo>
                  <a:pt x="346761" y="1324333"/>
                </a:lnTo>
                <a:lnTo>
                  <a:pt x="334900" y="1310749"/>
                </a:lnTo>
                <a:lnTo>
                  <a:pt x="280622" y="1177056"/>
                </a:lnTo>
                <a:lnTo>
                  <a:pt x="280622" y="1148610"/>
                </a:lnTo>
                <a:lnTo>
                  <a:pt x="310010" y="1125738"/>
                </a:lnTo>
                <a:lnTo>
                  <a:pt x="321929" y="1142283"/>
                </a:lnTo>
                <a:lnTo>
                  <a:pt x="415412" y="1077207"/>
                </a:lnTo>
                <a:lnTo>
                  <a:pt x="454908" y="1053696"/>
                </a:lnTo>
                <a:lnTo>
                  <a:pt x="484647" y="1044640"/>
                </a:lnTo>
                <a:lnTo>
                  <a:pt x="508602" y="1045394"/>
                </a:lnTo>
                <a:lnTo>
                  <a:pt x="529635" y="1042318"/>
                </a:lnTo>
                <a:lnTo>
                  <a:pt x="532907" y="1045975"/>
                </a:lnTo>
                <a:lnTo>
                  <a:pt x="502116" y="1079587"/>
                </a:lnTo>
                <a:lnTo>
                  <a:pt x="498494" y="1092590"/>
                </a:lnTo>
                <a:lnTo>
                  <a:pt x="476350" y="1114069"/>
                </a:lnTo>
                <a:lnTo>
                  <a:pt x="458822" y="1127596"/>
                </a:lnTo>
                <a:lnTo>
                  <a:pt x="481200" y="1149539"/>
                </a:lnTo>
                <a:lnTo>
                  <a:pt x="504746" y="1124461"/>
                </a:lnTo>
                <a:lnTo>
                  <a:pt x="512224" y="1130672"/>
                </a:lnTo>
                <a:lnTo>
                  <a:pt x="520696" y="1125390"/>
                </a:lnTo>
                <a:lnTo>
                  <a:pt x="525954" y="1125215"/>
                </a:lnTo>
                <a:lnTo>
                  <a:pt x="523968" y="1121210"/>
                </a:lnTo>
                <a:lnTo>
                  <a:pt x="527006" y="1121036"/>
                </a:lnTo>
                <a:lnTo>
                  <a:pt x="527590" y="1123474"/>
                </a:lnTo>
                <a:lnTo>
                  <a:pt x="531096" y="1122023"/>
                </a:lnTo>
                <a:lnTo>
                  <a:pt x="525136" y="1112386"/>
                </a:lnTo>
                <a:lnTo>
                  <a:pt x="529518" y="1102169"/>
                </a:lnTo>
                <a:lnTo>
                  <a:pt x="525954" y="1099324"/>
                </a:lnTo>
                <a:lnTo>
                  <a:pt x="539100" y="1086843"/>
                </a:lnTo>
                <a:lnTo>
                  <a:pt x="574507" y="1044233"/>
                </a:lnTo>
                <a:lnTo>
                  <a:pt x="581927" y="1043421"/>
                </a:lnTo>
                <a:lnTo>
                  <a:pt x="582978" y="1038370"/>
                </a:lnTo>
                <a:lnTo>
                  <a:pt x="588412" y="1035119"/>
                </a:lnTo>
                <a:lnTo>
                  <a:pt x="600623" y="1033610"/>
                </a:lnTo>
                <a:lnTo>
                  <a:pt x="620196" y="1040112"/>
                </a:lnTo>
                <a:lnTo>
                  <a:pt x="616924" y="1031056"/>
                </a:lnTo>
                <a:lnTo>
                  <a:pt x="617742" y="950886"/>
                </a:lnTo>
                <a:lnTo>
                  <a:pt x="614120" y="942527"/>
                </a:lnTo>
                <a:lnTo>
                  <a:pt x="608394" y="946358"/>
                </a:lnTo>
                <a:lnTo>
                  <a:pt x="599981" y="947113"/>
                </a:lnTo>
                <a:lnTo>
                  <a:pt x="600448" y="960058"/>
                </a:lnTo>
                <a:lnTo>
                  <a:pt x="596650" y="963135"/>
                </a:lnTo>
                <a:lnTo>
                  <a:pt x="593846" y="974513"/>
                </a:lnTo>
                <a:lnTo>
                  <a:pt x="596241" y="974397"/>
                </a:lnTo>
                <a:lnTo>
                  <a:pt x="596417" y="979390"/>
                </a:lnTo>
                <a:lnTo>
                  <a:pt x="565042" y="980667"/>
                </a:lnTo>
                <a:lnTo>
                  <a:pt x="564457" y="968070"/>
                </a:lnTo>
                <a:lnTo>
                  <a:pt x="546988" y="962206"/>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22" name="Editable chart path">
            <a:extLst xmlns:a="http://schemas.openxmlformats.org/drawingml/2006/main">
              <a:ext uri="{FF2B5EF4-FFF2-40B4-BE49-F238E27FC236}">
                <a16:creationId xmlns:a16="http://schemas.microsoft.com/office/drawing/2014/main" id="{242EE4DD-7B96-461C-931A-461701E9A9FB}"/>
              </a:ext>
            </a:extLst>
          </p:cNvPr>
          <p:cNvSpPr>
            <a:spLocks xmlns:a="http://schemas.openxmlformats.org/drawingml/2006/main" noGrp="1"/>
          </p:cNvSpPr>
          <p:nvPr/>
        </p:nvSpPr>
        <p:spPr>
          <a:xfrm xmlns:a="http://schemas.openxmlformats.org/drawingml/2006/main">
            <a:off x="7947071" y="3264142"/>
            <a:ext cx="415206" cy="153944"/>
          </a:xfrm>
          <a:custGeom xmlns:a="http://schemas.openxmlformats.org/drawingml/2006/main">
            <a:pathLst>
              <a:path w="448423" h="166260">
                <a:moveTo>
                  <a:pt x="9699" y="48938"/>
                </a:moveTo>
                <a:lnTo>
                  <a:pt x="10926" y="45977"/>
                </a:lnTo>
                <a:lnTo>
                  <a:pt x="7070" y="43248"/>
                </a:lnTo>
                <a:lnTo>
                  <a:pt x="6368" y="36398"/>
                </a:lnTo>
                <a:lnTo>
                  <a:pt x="0" y="33206"/>
                </a:lnTo>
                <a:lnTo>
                  <a:pt x="1578" y="26762"/>
                </a:lnTo>
                <a:lnTo>
                  <a:pt x="58" y="25833"/>
                </a:lnTo>
                <a:lnTo>
                  <a:pt x="16301" y="21885"/>
                </a:lnTo>
                <a:lnTo>
                  <a:pt x="23896" y="11784"/>
                </a:lnTo>
                <a:lnTo>
                  <a:pt x="35114" y="8417"/>
                </a:lnTo>
                <a:lnTo>
                  <a:pt x="42768" y="0"/>
                </a:lnTo>
                <a:lnTo>
                  <a:pt x="69644" y="9230"/>
                </a:lnTo>
                <a:lnTo>
                  <a:pt x="96696" y="21827"/>
                </a:lnTo>
                <a:lnTo>
                  <a:pt x="113172" y="24556"/>
                </a:lnTo>
                <a:lnTo>
                  <a:pt x="126785" y="31754"/>
                </a:lnTo>
                <a:lnTo>
                  <a:pt x="132511" y="37734"/>
                </a:lnTo>
                <a:lnTo>
                  <a:pt x="134790" y="44932"/>
                </a:lnTo>
                <a:lnTo>
                  <a:pt x="157225" y="54685"/>
                </a:lnTo>
                <a:lnTo>
                  <a:pt x="158686" y="51666"/>
                </a:lnTo>
                <a:lnTo>
                  <a:pt x="169203" y="52363"/>
                </a:lnTo>
                <a:lnTo>
                  <a:pt x="173293" y="60374"/>
                </a:lnTo>
                <a:lnTo>
                  <a:pt x="191697" y="59039"/>
                </a:lnTo>
                <a:lnTo>
                  <a:pt x="204551" y="60606"/>
                </a:lnTo>
                <a:lnTo>
                  <a:pt x="219917" y="54917"/>
                </a:lnTo>
                <a:lnTo>
                  <a:pt x="250415" y="52363"/>
                </a:lnTo>
                <a:lnTo>
                  <a:pt x="257310" y="48821"/>
                </a:lnTo>
                <a:lnTo>
                  <a:pt x="271449" y="51724"/>
                </a:lnTo>
                <a:lnTo>
                  <a:pt x="279103" y="57413"/>
                </a:lnTo>
                <a:lnTo>
                  <a:pt x="287867" y="56078"/>
                </a:lnTo>
                <a:lnTo>
                  <a:pt x="306271" y="60780"/>
                </a:lnTo>
                <a:lnTo>
                  <a:pt x="334316" y="59271"/>
                </a:lnTo>
                <a:lnTo>
                  <a:pt x="342262" y="56484"/>
                </a:lnTo>
                <a:lnTo>
                  <a:pt x="346585" y="52188"/>
                </a:lnTo>
                <a:lnTo>
                  <a:pt x="394670" y="50853"/>
                </a:lnTo>
                <a:lnTo>
                  <a:pt x="412432" y="58574"/>
                </a:lnTo>
                <a:lnTo>
                  <a:pt x="425344" y="72507"/>
                </a:lnTo>
                <a:lnTo>
                  <a:pt x="437847" y="101765"/>
                </a:lnTo>
                <a:lnTo>
                  <a:pt x="448423" y="140833"/>
                </a:lnTo>
                <a:lnTo>
                  <a:pt x="445910" y="144897"/>
                </a:lnTo>
                <a:lnTo>
                  <a:pt x="439016" y="146871"/>
                </a:lnTo>
                <a:lnTo>
                  <a:pt x="409277" y="139556"/>
                </a:lnTo>
                <a:lnTo>
                  <a:pt x="364347" y="139324"/>
                </a:lnTo>
                <a:lnTo>
                  <a:pt x="360491" y="147277"/>
                </a:lnTo>
                <a:lnTo>
                  <a:pt x="356226" y="144026"/>
                </a:lnTo>
                <a:lnTo>
                  <a:pt x="357569" y="140195"/>
                </a:lnTo>
                <a:lnTo>
                  <a:pt x="354298" y="139266"/>
                </a:lnTo>
                <a:lnTo>
                  <a:pt x="302707" y="138918"/>
                </a:lnTo>
                <a:lnTo>
                  <a:pt x="282141" y="148786"/>
                </a:lnTo>
                <a:lnTo>
                  <a:pt x="271624" y="142981"/>
                </a:lnTo>
                <a:lnTo>
                  <a:pt x="268119" y="147451"/>
                </a:lnTo>
                <a:lnTo>
                  <a:pt x="259004" y="150934"/>
                </a:lnTo>
                <a:lnTo>
                  <a:pt x="257018" y="148206"/>
                </a:lnTo>
                <a:lnTo>
                  <a:pt x="252986" y="149425"/>
                </a:lnTo>
                <a:lnTo>
                  <a:pt x="243989" y="156623"/>
                </a:lnTo>
                <a:lnTo>
                  <a:pt x="237971" y="158133"/>
                </a:lnTo>
                <a:lnTo>
                  <a:pt x="232712" y="156565"/>
                </a:lnTo>
                <a:lnTo>
                  <a:pt x="209692" y="164635"/>
                </a:lnTo>
                <a:lnTo>
                  <a:pt x="187257" y="166260"/>
                </a:lnTo>
                <a:lnTo>
                  <a:pt x="170722" y="146929"/>
                </a:lnTo>
                <a:lnTo>
                  <a:pt x="166749" y="134680"/>
                </a:lnTo>
                <a:lnTo>
                  <a:pt x="158277" y="129571"/>
                </a:lnTo>
                <a:lnTo>
                  <a:pt x="140808" y="130848"/>
                </a:lnTo>
                <a:lnTo>
                  <a:pt x="130174" y="110937"/>
                </a:lnTo>
                <a:lnTo>
                  <a:pt x="131284" y="105364"/>
                </a:lnTo>
                <a:lnTo>
                  <a:pt x="128713" y="106409"/>
                </a:lnTo>
                <a:lnTo>
                  <a:pt x="118547" y="99326"/>
                </a:lnTo>
                <a:lnTo>
                  <a:pt x="106803" y="98340"/>
                </a:lnTo>
                <a:lnTo>
                  <a:pt x="102597" y="94044"/>
                </a:lnTo>
                <a:lnTo>
                  <a:pt x="86004" y="89283"/>
                </a:lnTo>
                <a:lnTo>
                  <a:pt x="73384" y="80227"/>
                </a:lnTo>
                <a:lnTo>
                  <a:pt x="69644" y="78834"/>
                </a:lnTo>
                <a:lnTo>
                  <a:pt x="70462" y="81098"/>
                </a:lnTo>
                <a:lnTo>
                  <a:pt x="66256" y="80576"/>
                </a:lnTo>
                <a:lnTo>
                  <a:pt x="61581" y="74945"/>
                </a:lnTo>
                <a:lnTo>
                  <a:pt x="46916" y="72216"/>
                </a:lnTo>
                <a:lnTo>
                  <a:pt x="42534" y="63102"/>
                </a:lnTo>
                <a:lnTo>
                  <a:pt x="33654" y="61535"/>
                </a:lnTo>
                <a:lnTo>
                  <a:pt x="30323" y="64437"/>
                </a:lnTo>
                <a:lnTo>
                  <a:pt x="24948" y="63392"/>
                </a:lnTo>
                <a:lnTo>
                  <a:pt x="13905" y="51898"/>
                </a:lnTo>
                <a:lnTo>
                  <a:pt x="11627" y="52885"/>
                </a:lnTo>
                <a:lnTo>
                  <a:pt x="12679" y="4905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23" name="Editable chart path">
            <a:extLst xmlns:a="http://schemas.openxmlformats.org/drawingml/2006/main">
              <a:ext uri="{FF2B5EF4-FFF2-40B4-BE49-F238E27FC236}">
                <a16:creationId xmlns:a16="http://schemas.microsoft.com/office/drawing/2014/main" id="{825F05FE-9637-43DD-ADC3-F4CF6A2D273C}"/>
              </a:ext>
            </a:extLst>
          </p:cNvPr>
          <p:cNvSpPr>
            <a:spLocks xmlns:a="http://schemas.openxmlformats.org/drawingml/2006/main" noGrp="1"/>
          </p:cNvSpPr>
          <p:nvPr/>
        </p:nvSpPr>
        <p:spPr>
          <a:xfrm xmlns:a="http://schemas.openxmlformats.org/drawingml/2006/main">
            <a:off x="7496863" y="4315468"/>
            <a:ext cx="87856" cy="102934"/>
          </a:xfrm>
          <a:custGeom xmlns:a="http://schemas.openxmlformats.org/drawingml/2006/main">
            <a:pathLst>
              <a:path w="94884" h="111169">
                <a:moveTo>
                  <a:pt x="32368" y="9462"/>
                </a:moveTo>
                <a:lnTo>
                  <a:pt x="37218" y="16429"/>
                </a:lnTo>
                <a:lnTo>
                  <a:pt x="40548" y="12946"/>
                </a:lnTo>
                <a:lnTo>
                  <a:pt x="46800" y="13178"/>
                </a:lnTo>
                <a:lnTo>
                  <a:pt x="49955" y="10914"/>
                </a:lnTo>
                <a:lnTo>
                  <a:pt x="46507" y="7895"/>
                </a:lnTo>
                <a:lnTo>
                  <a:pt x="45689" y="9520"/>
                </a:lnTo>
                <a:lnTo>
                  <a:pt x="47734" y="5805"/>
                </a:lnTo>
                <a:lnTo>
                  <a:pt x="85478" y="1045"/>
                </a:lnTo>
                <a:lnTo>
                  <a:pt x="88750" y="3367"/>
                </a:lnTo>
                <a:lnTo>
                  <a:pt x="88750" y="8417"/>
                </a:lnTo>
                <a:lnTo>
                  <a:pt x="82907" y="17938"/>
                </a:lnTo>
                <a:lnTo>
                  <a:pt x="68359" y="23395"/>
                </a:lnTo>
                <a:lnTo>
                  <a:pt x="69118" y="20260"/>
                </a:lnTo>
                <a:lnTo>
                  <a:pt x="63802" y="19621"/>
                </a:lnTo>
                <a:lnTo>
                  <a:pt x="59945" y="23453"/>
                </a:lnTo>
                <a:lnTo>
                  <a:pt x="58719" y="29200"/>
                </a:lnTo>
                <a:lnTo>
                  <a:pt x="64094" y="40288"/>
                </a:lnTo>
                <a:lnTo>
                  <a:pt x="70404" y="40346"/>
                </a:lnTo>
                <a:lnTo>
                  <a:pt x="71689" y="38140"/>
                </a:lnTo>
                <a:lnTo>
                  <a:pt x="69644" y="36747"/>
                </a:lnTo>
                <a:lnTo>
                  <a:pt x="74143" y="38314"/>
                </a:lnTo>
                <a:lnTo>
                  <a:pt x="76831" y="51550"/>
                </a:lnTo>
                <a:lnTo>
                  <a:pt x="88458" y="61419"/>
                </a:lnTo>
                <a:lnTo>
                  <a:pt x="90795" y="67630"/>
                </a:lnTo>
                <a:lnTo>
                  <a:pt x="94651" y="70301"/>
                </a:lnTo>
                <a:lnTo>
                  <a:pt x="94884" y="74074"/>
                </a:lnTo>
                <a:lnTo>
                  <a:pt x="92255" y="71636"/>
                </a:lnTo>
                <a:lnTo>
                  <a:pt x="88282" y="73377"/>
                </a:lnTo>
                <a:lnTo>
                  <a:pt x="85828" y="80402"/>
                </a:lnTo>
                <a:lnTo>
                  <a:pt x="89159" y="83072"/>
                </a:lnTo>
                <a:lnTo>
                  <a:pt x="80745" y="86613"/>
                </a:lnTo>
                <a:lnTo>
                  <a:pt x="82673" y="84988"/>
                </a:lnTo>
                <a:lnTo>
                  <a:pt x="76246" y="81853"/>
                </a:lnTo>
                <a:lnTo>
                  <a:pt x="72098" y="75641"/>
                </a:lnTo>
                <a:lnTo>
                  <a:pt x="61932" y="67804"/>
                </a:lnTo>
                <a:lnTo>
                  <a:pt x="54512" y="57239"/>
                </a:lnTo>
                <a:lnTo>
                  <a:pt x="47442" y="67688"/>
                </a:lnTo>
                <a:lnTo>
                  <a:pt x="49137" y="78138"/>
                </a:lnTo>
                <a:lnTo>
                  <a:pt x="49078" y="74654"/>
                </a:lnTo>
                <a:lnTo>
                  <a:pt x="44346" y="75467"/>
                </a:lnTo>
                <a:lnTo>
                  <a:pt x="46507" y="86961"/>
                </a:lnTo>
                <a:lnTo>
                  <a:pt x="48611" y="87658"/>
                </a:lnTo>
                <a:lnTo>
                  <a:pt x="49370" y="85568"/>
                </a:lnTo>
                <a:lnTo>
                  <a:pt x="50013" y="95321"/>
                </a:lnTo>
                <a:lnTo>
                  <a:pt x="47384" y="94740"/>
                </a:lnTo>
                <a:lnTo>
                  <a:pt x="46741" y="100720"/>
                </a:lnTo>
                <a:lnTo>
                  <a:pt x="49078" y="103274"/>
                </a:lnTo>
                <a:lnTo>
                  <a:pt x="52058" y="102171"/>
                </a:lnTo>
                <a:lnTo>
                  <a:pt x="52817" y="106699"/>
                </a:lnTo>
                <a:lnTo>
                  <a:pt x="49137" y="111169"/>
                </a:lnTo>
                <a:lnTo>
                  <a:pt x="41658" y="103506"/>
                </a:lnTo>
                <a:lnTo>
                  <a:pt x="35932" y="102055"/>
                </a:lnTo>
                <a:lnTo>
                  <a:pt x="29272" y="90677"/>
                </a:lnTo>
                <a:lnTo>
                  <a:pt x="0" y="60025"/>
                </a:lnTo>
                <a:lnTo>
                  <a:pt x="6836" y="53988"/>
                </a:lnTo>
                <a:lnTo>
                  <a:pt x="13847" y="52479"/>
                </a:lnTo>
                <a:lnTo>
                  <a:pt x="17762" y="53930"/>
                </a:lnTo>
                <a:lnTo>
                  <a:pt x="15834" y="54336"/>
                </a:lnTo>
                <a:lnTo>
                  <a:pt x="18755" y="56949"/>
                </a:lnTo>
                <a:lnTo>
                  <a:pt x="21384" y="57007"/>
                </a:lnTo>
                <a:lnTo>
                  <a:pt x="20917" y="55207"/>
                </a:lnTo>
                <a:lnTo>
                  <a:pt x="24831" y="59155"/>
                </a:lnTo>
                <a:lnTo>
                  <a:pt x="31726" y="60316"/>
                </a:lnTo>
                <a:lnTo>
                  <a:pt x="30206" y="63915"/>
                </a:lnTo>
                <a:lnTo>
                  <a:pt x="41191" y="69894"/>
                </a:lnTo>
                <a:lnTo>
                  <a:pt x="43236" y="66643"/>
                </a:lnTo>
                <a:lnTo>
                  <a:pt x="38854" y="63160"/>
                </a:lnTo>
                <a:lnTo>
                  <a:pt x="46916" y="67050"/>
                </a:lnTo>
                <a:lnTo>
                  <a:pt x="53226" y="56833"/>
                </a:lnTo>
                <a:lnTo>
                  <a:pt x="52058" y="51666"/>
                </a:lnTo>
                <a:lnTo>
                  <a:pt x="54044" y="48531"/>
                </a:lnTo>
                <a:lnTo>
                  <a:pt x="51707" y="44932"/>
                </a:lnTo>
                <a:lnTo>
                  <a:pt x="49779" y="46383"/>
                </a:lnTo>
                <a:lnTo>
                  <a:pt x="41249" y="39127"/>
                </a:lnTo>
                <a:lnTo>
                  <a:pt x="46215" y="34715"/>
                </a:lnTo>
                <a:lnTo>
                  <a:pt x="49604" y="37501"/>
                </a:lnTo>
                <a:lnTo>
                  <a:pt x="52876" y="36282"/>
                </a:lnTo>
                <a:lnTo>
                  <a:pt x="52408" y="26762"/>
                </a:lnTo>
                <a:lnTo>
                  <a:pt x="41307" y="27226"/>
                </a:lnTo>
                <a:lnTo>
                  <a:pt x="39847" y="19505"/>
                </a:lnTo>
                <a:lnTo>
                  <a:pt x="28921" y="33844"/>
                </a:lnTo>
                <a:lnTo>
                  <a:pt x="21150" y="34831"/>
                </a:lnTo>
                <a:lnTo>
                  <a:pt x="22144" y="30245"/>
                </a:lnTo>
                <a:lnTo>
                  <a:pt x="33887" y="25775"/>
                </a:lnTo>
                <a:lnTo>
                  <a:pt x="36516" y="17299"/>
                </a:lnTo>
                <a:lnTo>
                  <a:pt x="29505" y="9579"/>
                </a:lnTo>
                <a:lnTo>
                  <a:pt x="27285" y="12539"/>
                </a:lnTo>
                <a:lnTo>
                  <a:pt x="28687" y="13584"/>
                </a:lnTo>
                <a:lnTo>
                  <a:pt x="24773" y="13120"/>
                </a:lnTo>
                <a:lnTo>
                  <a:pt x="13672" y="2206"/>
                </a:lnTo>
                <a:lnTo>
                  <a:pt x="15775" y="0"/>
                </a:lnTo>
                <a:lnTo>
                  <a:pt x="30966" y="464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24" name="Editable chart path">
            <a:extLst xmlns:a="http://schemas.openxmlformats.org/drawingml/2006/main">
              <a:ext uri="{FF2B5EF4-FFF2-40B4-BE49-F238E27FC236}">
                <a16:creationId xmlns:a16="http://schemas.microsoft.com/office/drawing/2014/main" id="{63AF4AE8-9978-4DE0-9132-C8D78AD147B4}"/>
              </a:ext>
            </a:extLst>
          </p:cNvPr>
          <p:cNvSpPr>
            <a:spLocks xmlns:a="http://schemas.openxmlformats.org/drawingml/2006/main" noGrp="1"/>
          </p:cNvSpPr>
          <p:nvPr/>
        </p:nvSpPr>
        <p:spPr>
          <a:xfrm xmlns:a="http://schemas.openxmlformats.org/drawingml/2006/main">
            <a:off x="7505302" y="4245484"/>
            <a:ext cx="57669" cy="41872"/>
          </a:xfrm>
          <a:custGeom xmlns:a="http://schemas.openxmlformats.org/drawingml/2006/main">
            <a:pathLst>
              <a:path w="62283" h="45222">
                <a:moveTo>
                  <a:pt x="62283" y="26936"/>
                </a:moveTo>
                <a:lnTo>
                  <a:pt x="60939" y="34831"/>
                </a:lnTo>
                <a:lnTo>
                  <a:pt x="54570" y="38720"/>
                </a:lnTo>
                <a:lnTo>
                  <a:pt x="32193" y="29084"/>
                </a:lnTo>
                <a:lnTo>
                  <a:pt x="25182" y="31464"/>
                </a:lnTo>
                <a:lnTo>
                  <a:pt x="7595" y="45222"/>
                </a:lnTo>
                <a:lnTo>
                  <a:pt x="2688" y="45048"/>
                </a:lnTo>
                <a:lnTo>
                  <a:pt x="0" y="41101"/>
                </a:lnTo>
                <a:lnTo>
                  <a:pt x="2746" y="33322"/>
                </a:lnTo>
                <a:lnTo>
                  <a:pt x="26584" y="17357"/>
                </a:lnTo>
                <a:lnTo>
                  <a:pt x="43002" y="0"/>
                </a:lnTo>
                <a:lnTo>
                  <a:pt x="48728" y="1916"/>
                </a:lnTo>
                <a:lnTo>
                  <a:pt x="55330" y="859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25" name="Editable chart path">
            <a:extLst xmlns:a="http://schemas.openxmlformats.org/drawingml/2006/main">
              <a:ext uri="{FF2B5EF4-FFF2-40B4-BE49-F238E27FC236}">
                <a16:creationId xmlns:a16="http://schemas.microsoft.com/office/drawing/2014/main" id="{54EBBF8C-B7BE-4726-AA26-6EE4282F0783}"/>
              </a:ext>
            </a:extLst>
          </p:cNvPr>
          <p:cNvSpPr>
            <a:spLocks xmlns:a="http://schemas.openxmlformats.org/drawingml/2006/main" noGrp="1"/>
          </p:cNvSpPr>
          <p:nvPr/>
        </p:nvSpPr>
        <p:spPr>
          <a:xfrm xmlns:a="http://schemas.openxmlformats.org/drawingml/2006/main">
            <a:off x="7454396" y="4303213"/>
            <a:ext cx="28618" cy="39024"/>
          </a:xfrm>
          <a:custGeom xmlns:a="http://schemas.openxmlformats.org/drawingml/2006/main">
            <a:pathLst>
              <a:path w="30908" h="42146">
                <a:moveTo>
                  <a:pt x="30908" y="35179"/>
                </a:moveTo>
                <a:lnTo>
                  <a:pt x="29564" y="40984"/>
                </a:lnTo>
                <a:lnTo>
                  <a:pt x="26292" y="42146"/>
                </a:lnTo>
                <a:lnTo>
                  <a:pt x="10692" y="33380"/>
                </a:lnTo>
                <a:lnTo>
                  <a:pt x="0" y="10914"/>
                </a:lnTo>
                <a:lnTo>
                  <a:pt x="3739" y="0"/>
                </a:lnTo>
                <a:lnTo>
                  <a:pt x="14081" y="3135"/>
                </a:lnTo>
                <a:lnTo>
                  <a:pt x="23312" y="14861"/>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26" name="Editable chart path">
            <a:extLst xmlns:a="http://schemas.openxmlformats.org/drawingml/2006/main">
              <a:ext uri="{FF2B5EF4-FFF2-40B4-BE49-F238E27FC236}">
                <a16:creationId xmlns:a16="http://schemas.microsoft.com/office/drawing/2014/main" id="{3D26EFA2-5749-4730-AED5-1F4FE6B5D4AA}"/>
              </a:ext>
            </a:extLst>
          </p:cNvPr>
          <p:cNvSpPr>
            <a:spLocks xmlns:a="http://schemas.openxmlformats.org/drawingml/2006/main" noGrp="1"/>
          </p:cNvSpPr>
          <p:nvPr/>
        </p:nvSpPr>
        <p:spPr>
          <a:xfrm xmlns:a="http://schemas.openxmlformats.org/drawingml/2006/main">
            <a:off x="7577091" y="4353470"/>
            <a:ext cx="25751" cy="24887"/>
          </a:xfrm>
          <a:custGeom xmlns:a="http://schemas.openxmlformats.org/drawingml/2006/main">
            <a:pathLst>
              <a:path w="27811" h="26878">
                <a:moveTo>
                  <a:pt x="15191" y="6676"/>
                </a:moveTo>
                <a:lnTo>
                  <a:pt x="19865" y="5050"/>
                </a:lnTo>
                <a:lnTo>
                  <a:pt x="16710" y="2670"/>
                </a:lnTo>
                <a:lnTo>
                  <a:pt x="19339" y="4238"/>
                </a:lnTo>
                <a:lnTo>
                  <a:pt x="26233" y="15035"/>
                </a:lnTo>
                <a:lnTo>
                  <a:pt x="27811" y="20550"/>
                </a:lnTo>
                <a:lnTo>
                  <a:pt x="23254" y="26878"/>
                </a:lnTo>
                <a:lnTo>
                  <a:pt x="19982" y="25601"/>
                </a:lnTo>
                <a:lnTo>
                  <a:pt x="23137" y="26646"/>
                </a:lnTo>
                <a:lnTo>
                  <a:pt x="26701" y="22002"/>
                </a:lnTo>
                <a:lnTo>
                  <a:pt x="25824" y="23279"/>
                </a:lnTo>
                <a:lnTo>
                  <a:pt x="14139" y="18112"/>
                </a:lnTo>
                <a:lnTo>
                  <a:pt x="14139" y="16487"/>
                </a:lnTo>
                <a:lnTo>
                  <a:pt x="15132" y="19796"/>
                </a:lnTo>
                <a:lnTo>
                  <a:pt x="9465" y="11843"/>
                </a:lnTo>
                <a:lnTo>
                  <a:pt x="12562" y="12597"/>
                </a:lnTo>
                <a:lnTo>
                  <a:pt x="13964" y="9985"/>
                </a:lnTo>
                <a:lnTo>
                  <a:pt x="9173" y="8592"/>
                </a:lnTo>
                <a:lnTo>
                  <a:pt x="6953" y="11668"/>
                </a:lnTo>
                <a:lnTo>
                  <a:pt x="0" y="3541"/>
                </a:lnTo>
                <a:lnTo>
                  <a:pt x="701" y="522"/>
                </a:lnTo>
                <a:lnTo>
                  <a:pt x="6368" y="0"/>
                </a:lnTo>
                <a:lnTo>
                  <a:pt x="6661" y="209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27" name="Editable chart path">
            <a:extLst xmlns:a="http://schemas.openxmlformats.org/drawingml/2006/main">
              <a:ext uri="{FF2B5EF4-FFF2-40B4-BE49-F238E27FC236}">
                <a16:creationId xmlns:a16="http://schemas.microsoft.com/office/drawing/2014/main" id="{2E375E28-14E9-451D-A248-AEB183B9AD1B}"/>
              </a:ext>
            </a:extLst>
          </p:cNvPr>
          <p:cNvSpPr>
            <a:spLocks xmlns:a="http://schemas.openxmlformats.org/drawingml/2006/main" noGrp="1"/>
          </p:cNvSpPr>
          <p:nvPr/>
        </p:nvSpPr>
        <p:spPr>
          <a:xfrm xmlns:a="http://schemas.openxmlformats.org/drawingml/2006/main">
            <a:off x="7444171" y="4406470"/>
            <a:ext cx="17366" cy="17469"/>
          </a:xfrm>
          <a:custGeom xmlns:a="http://schemas.openxmlformats.org/drawingml/2006/main">
            <a:pathLst>
              <a:path w="18755" h="18867">
                <a:moveTo>
                  <a:pt x="9056" y="0"/>
                </a:moveTo>
                <a:lnTo>
                  <a:pt x="16593" y="4586"/>
                </a:lnTo>
                <a:lnTo>
                  <a:pt x="18755" y="8940"/>
                </a:lnTo>
                <a:lnTo>
                  <a:pt x="17586" y="6734"/>
                </a:lnTo>
                <a:lnTo>
                  <a:pt x="15016" y="7605"/>
                </a:lnTo>
                <a:lnTo>
                  <a:pt x="9991" y="16254"/>
                </a:lnTo>
                <a:lnTo>
                  <a:pt x="12094" y="17590"/>
                </a:lnTo>
                <a:lnTo>
                  <a:pt x="5258" y="18867"/>
                </a:lnTo>
                <a:lnTo>
                  <a:pt x="0" y="12191"/>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28" name="Editable chart path">
            <a:extLst xmlns:a="http://schemas.openxmlformats.org/drawingml/2006/main">
              <a:ext uri="{FF2B5EF4-FFF2-40B4-BE49-F238E27FC236}">
                <a16:creationId xmlns:a16="http://schemas.microsoft.com/office/drawing/2014/main" id="{2CFE0BA5-500E-4060-BCE6-88948DDEBC4C}"/>
              </a:ext>
            </a:extLst>
          </p:cNvPr>
          <p:cNvSpPr>
            <a:spLocks xmlns:a="http://schemas.openxmlformats.org/drawingml/2006/main" noGrp="1"/>
          </p:cNvSpPr>
          <p:nvPr/>
        </p:nvSpPr>
        <p:spPr>
          <a:xfrm xmlns:a="http://schemas.openxmlformats.org/drawingml/2006/main">
            <a:off x="7434704" y="4398568"/>
            <a:ext cx="10874" cy="12309"/>
          </a:xfrm>
          <a:custGeom xmlns:a="http://schemas.openxmlformats.org/drawingml/2006/main">
            <a:pathLst>
              <a:path w="11744" h="13294">
                <a:moveTo>
                  <a:pt x="2512" y="0"/>
                </a:moveTo>
                <a:lnTo>
                  <a:pt x="8647" y="1393"/>
                </a:lnTo>
                <a:lnTo>
                  <a:pt x="11744" y="4586"/>
                </a:lnTo>
                <a:lnTo>
                  <a:pt x="4966" y="13294"/>
                </a:lnTo>
                <a:lnTo>
                  <a:pt x="526" y="8650"/>
                </a:lnTo>
                <a:lnTo>
                  <a:pt x="0" y="2903"/>
                </a:lnTo>
                <a:lnTo>
                  <a:pt x="409" y="4818"/>
                </a:lnTo>
                <a:lnTo>
                  <a:pt x="2512" y="3077"/>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29" name="Editable chart path">
            <a:extLst xmlns:a="http://schemas.openxmlformats.org/drawingml/2006/main">
              <a:ext uri="{FF2B5EF4-FFF2-40B4-BE49-F238E27FC236}">
                <a16:creationId xmlns:a16="http://schemas.microsoft.com/office/drawing/2014/main" id="{FEA36505-1E7F-4FE1-8A52-A0C793F7118E}"/>
              </a:ext>
            </a:extLst>
          </p:cNvPr>
          <p:cNvSpPr>
            <a:spLocks xmlns:a="http://schemas.openxmlformats.org/drawingml/2006/main" noGrp="1"/>
          </p:cNvSpPr>
          <p:nvPr/>
        </p:nvSpPr>
        <p:spPr>
          <a:xfrm xmlns:a="http://schemas.openxmlformats.org/drawingml/2006/main">
            <a:off x="7575089" y="3131859"/>
            <a:ext cx="81256" cy="93366"/>
          </a:xfrm>
          <a:custGeom xmlns:a="http://schemas.openxmlformats.org/drawingml/2006/main">
            <a:pathLst>
              <a:path w="87756" h="100836">
                <a:moveTo>
                  <a:pt x="86062" y="73493"/>
                </a:moveTo>
                <a:lnTo>
                  <a:pt x="87756" y="80518"/>
                </a:lnTo>
                <a:lnTo>
                  <a:pt x="85419" y="85742"/>
                </a:lnTo>
                <a:lnTo>
                  <a:pt x="69411" y="98281"/>
                </a:lnTo>
                <a:lnTo>
                  <a:pt x="57433" y="100836"/>
                </a:lnTo>
                <a:lnTo>
                  <a:pt x="46741" y="97062"/>
                </a:lnTo>
                <a:lnTo>
                  <a:pt x="35173" y="84407"/>
                </a:lnTo>
                <a:lnTo>
                  <a:pt x="23896" y="64379"/>
                </a:lnTo>
                <a:lnTo>
                  <a:pt x="13321" y="56484"/>
                </a:lnTo>
                <a:lnTo>
                  <a:pt x="12328" y="39591"/>
                </a:lnTo>
                <a:lnTo>
                  <a:pt x="1227" y="17532"/>
                </a:lnTo>
                <a:lnTo>
                  <a:pt x="0" y="7663"/>
                </a:lnTo>
                <a:lnTo>
                  <a:pt x="16009" y="0"/>
                </a:lnTo>
                <a:lnTo>
                  <a:pt x="22728" y="1219"/>
                </a:lnTo>
                <a:lnTo>
                  <a:pt x="51006" y="31058"/>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0" name="Editable chart path">
            <a:extLst xmlns:a="http://schemas.openxmlformats.org/drawingml/2006/main">
              <a:ext uri="{FF2B5EF4-FFF2-40B4-BE49-F238E27FC236}">
                <a16:creationId xmlns:a16="http://schemas.microsoft.com/office/drawing/2014/main" id="{34A1850F-3405-46A1-AB44-81A0C6540B91}"/>
              </a:ext>
            </a:extLst>
          </p:cNvPr>
          <p:cNvSpPr>
            <a:spLocks xmlns:a="http://schemas.openxmlformats.org/drawingml/2006/main" noGrp="1"/>
          </p:cNvSpPr>
          <p:nvPr/>
        </p:nvSpPr>
        <p:spPr>
          <a:xfrm xmlns:a="http://schemas.openxmlformats.org/drawingml/2006/main">
            <a:off x="8394519" y="3197167"/>
            <a:ext cx="429218" cy="553587"/>
          </a:xfrm>
          <a:custGeom xmlns:a="http://schemas.openxmlformats.org/drawingml/2006/main">
            <a:pathLst>
              <a:path w="463555" h="597874">
                <a:moveTo>
                  <a:pt x="262802" y="47893"/>
                </a:moveTo>
                <a:lnTo>
                  <a:pt x="267184" y="53582"/>
                </a:lnTo>
                <a:lnTo>
                  <a:pt x="272734" y="50621"/>
                </a:lnTo>
                <a:lnTo>
                  <a:pt x="287224" y="52072"/>
                </a:lnTo>
                <a:lnTo>
                  <a:pt x="318658" y="62754"/>
                </a:lnTo>
                <a:lnTo>
                  <a:pt x="330810" y="68733"/>
                </a:lnTo>
                <a:lnTo>
                  <a:pt x="331161" y="70823"/>
                </a:lnTo>
                <a:lnTo>
                  <a:pt x="332972" y="69662"/>
                </a:lnTo>
                <a:lnTo>
                  <a:pt x="354823" y="78196"/>
                </a:lnTo>
                <a:lnTo>
                  <a:pt x="371592" y="88529"/>
                </a:lnTo>
                <a:lnTo>
                  <a:pt x="401623" y="115813"/>
                </a:lnTo>
                <a:lnTo>
                  <a:pt x="417223" y="125217"/>
                </a:lnTo>
                <a:lnTo>
                  <a:pt x="443982" y="176593"/>
                </a:lnTo>
                <a:lnTo>
                  <a:pt x="443924" y="183385"/>
                </a:lnTo>
                <a:lnTo>
                  <a:pt x="435218" y="191977"/>
                </a:lnTo>
                <a:lnTo>
                  <a:pt x="435978" y="193776"/>
                </a:lnTo>
                <a:lnTo>
                  <a:pt x="452629" y="199117"/>
                </a:lnTo>
                <a:lnTo>
                  <a:pt x="462328" y="212643"/>
                </a:lnTo>
                <a:lnTo>
                  <a:pt x="463555" y="236502"/>
                </a:lnTo>
                <a:lnTo>
                  <a:pt x="459115" y="257401"/>
                </a:lnTo>
                <a:lnTo>
                  <a:pt x="448715" y="279577"/>
                </a:lnTo>
                <a:lnTo>
                  <a:pt x="422715" y="321722"/>
                </a:lnTo>
                <a:lnTo>
                  <a:pt x="411497" y="344885"/>
                </a:lnTo>
                <a:lnTo>
                  <a:pt x="391924" y="400150"/>
                </a:lnTo>
                <a:lnTo>
                  <a:pt x="382693" y="449784"/>
                </a:lnTo>
                <a:lnTo>
                  <a:pt x="383043" y="477765"/>
                </a:lnTo>
                <a:lnTo>
                  <a:pt x="388010" y="497735"/>
                </a:lnTo>
                <a:lnTo>
                  <a:pt x="409218" y="537210"/>
                </a:lnTo>
                <a:lnTo>
                  <a:pt x="438081" y="580749"/>
                </a:lnTo>
                <a:lnTo>
                  <a:pt x="437614" y="590560"/>
                </a:lnTo>
                <a:lnTo>
                  <a:pt x="429551" y="597642"/>
                </a:lnTo>
                <a:lnTo>
                  <a:pt x="422598" y="597874"/>
                </a:lnTo>
                <a:lnTo>
                  <a:pt x="417223" y="595146"/>
                </a:lnTo>
                <a:lnTo>
                  <a:pt x="136718" y="358469"/>
                </a:lnTo>
                <a:lnTo>
                  <a:pt x="72916" y="300882"/>
                </a:lnTo>
                <a:lnTo>
                  <a:pt x="50948" y="268257"/>
                </a:lnTo>
                <a:lnTo>
                  <a:pt x="42301" y="247068"/>
                </a:lnTo>
                <a:lnTo>
                  <a:pt x="37627" y="228317"/>
                </a:lnTo>
                <a:lnTo>
                  <a:pt x="43352" y="223789"/>
                </a:lnTo>
                <a:lnTo>
                  <a:pt x="92431" y="225182"/>
                </a:lnTo>
                <a:lnTo>
                  <a:pt x="104525" y="222338"/>
                </a:lnTo>
                <a:lnTo>
                  <a:pt x="113464" y="217229"/>
                </a:lnTo>
                <a:lnTo>
                  <a:pt x="120008" y="208115"/>
                </a:lnTo>
                <a:lnTo>
                  <a:pt x="119365" y="201846"/>
                </a:lnTo>
                <a:lnTo>
                  <a:pt x="113406" y="196157"/>
                </a:lnTo>
                <a:lnTo>
                  <a:pt x="112412" y="188320"/>
                </a:lnTo>
                <a:lnTo>
                  <a:pt x="123163" y="169279"/>
                </a:lnTo>
                <a:lnTo>
                  <a:pt x="114224" y="165157"/>
                </a:lnTo>
                <a:lnTo>
                  <a:pt x="104408" y="166086"/>
                </a:lnTo>
                <a:lnTo>
                  <a:pt x="90561" y="180250"/>
                </a:lnTo>
                <a:lnTo>
                  <a:pt x="77824" y="185359"/>
                </a:lnTo>
                <a:lnTo>
                  <a:pt x="30791" y="183211"/>
                </a:lnTo>
                <a:lnTo>
                  <a:pt x="23312" y="178915"/>
                </a:lnTo>
                <a:lnTo>
                  <a:pt x="18346" y="172704"/>
                </a:lnTo>
                <a:lnTo>
                  <a:pt x="1052" y="127017"/>
                </a:lnTo>
                <a:lnTo>
                  <a:pt x="0" y="105015"/>
                </a:lnTo>
                <a:lnTo>
                  <a:pt x="9757" y="84930"/>
                </a:lnTo>
                <a:lnTo>
                  <a:pt x="71105" y="29955"/>
                </a:lnTo>
                <a:lnTo>
                  <a:pt x="89918" y="19912"/>
                </a:lnTo>
                <a:lnTo>
                  <a:pt x="159679" y="639"/>
                </a:lnTo>
                <a:lnTo>
                  <a:pt x="182758" y="0"/>
                </a:lnTo>
                <a:lnTo>
                  <a:pt x="202389" y="5631"/>
                </a:lnTo>
                <a:lnTo>
                  <a:pt x="220209" y="32045"/>
                </a:lnTo>
                <a:lnTo>
                  <a:pt x="259939" y="39475"/>
                </a:lnTo>
                <a:lnTo>
                  <a:pt x="264321" y="42958"/>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1" name="Editable chart path">
            <a:extLst xmlns:a="http://schemas.openxmlformats.org/drawingml/2006/main">
              <a:ext uri="{FF2B5EF4-FFF2-40B4-BE49-F238E27FC236}">
                <a16:creationId xmlns:a16="http://schemas.microsoft.com/office/drawing/2014/main" id="{F7FE5709-A1D3-4D9C-8379-20BBFEA6D12D}"/>
              </a:ext>
            </a:extLst>
          </p:cNvPr>
          <p:cNvSpPr>
            <a:spLocks xmlns:a="http://schemas.openxmlformats.org/drawingml/2006/main" noGrp="1"/>
          </p:cNvSpPr>
          <p:nvPr/>
        </p:nvSpPr>
        <p:spPr>
          <a:xfrm xmlns:a="http://schemas.openxmlformats.org/drawingml/2006/main">
            <a:off x="8042663" y="3371107"/>
            <a:ext cx="56587" cy="51924"/>
          </a:xfrm>
          <a:custGeom xmlns:a="http://schemas.openxmlformats.org/drawingml/2006/main">
            <a:pathLst>
              <a:path w="61114" h="56078">
                <a:moveTo>
                  <a:pt x="17294" y="3541"/>
                </a:moveTo>
                <a:lnTo>
                  <a:pt x="32135" y="22988"/>
                </a:lnTo>
                <a:lnTo>
                  <a:pt x="55563" y="30477"/>
                </a:lnTo>
                <a:lnTo>
                  <a:pt x="61114" y="50737"/>
                </a:lnTo>
                <a:lnTo>
                  <a:pt x="58719" y="55730"/>
                </a:lnTo>
                <a:lnTo>
                  <a:pt x="55563" y="56078"/>
                </a:lnTo>
                <a:lnTo>
                  <a:pt x="47968" y="49634"/>
                </a:lnTo>
                <a:lnTo>
                  <a:pt x="4440" y="7431"/>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2" name="Editable chart path">
            <a:extLst xmlns:a="http://schemas.openxmlformats.org/drawingml/2006/main">
              <a:ext uri="{FF2B5EF4-FFF2-40B4-BE49-F238E27FC236}">
                <a16:creationId xmlns:a16="http://schemas.microsoft.com/office/drawing/2014/main" id="{D06B11EC-680F-4CC7-B39C-D0371EFA245E}"/>
              </a:ext>
            </a:extLst>
          </p:cNvPr>
          <p:cNvSpPr>
            <a:spLocks xmlns:a="http://schemas.openxmlformats.org/drawingml/2006/main" noGrp="1"/>
          </p:cNvSpPr>
          <p:nvPr/>
        </p:nvSpPr>
        <p:spPr>
          <a:xfrm xmlns:a="http://schemas.openxmlformats.org/drawingml/2006/main">
            <a:off x="7034213" y="4397601"/>
            <a:ext cx="130377" cy="155503"/>
          </a:xfrm>
          <a:custGeom xmlns:a="http://schemas.openxmlformats.org/drawingml/2006/main">
            <a:pathLst>
              <a:path w="140808" h="167943">
                <a:moveTo>
                  <a:pt x="13730" y="24266"/>
                </a:moveTo>
                <a:lnTo>
                  <a:pt x="22611" y="25311"/>
                </a:lnTo>
                <a:lnTo>
                  <a:pt x="19690" y="31406"/>
                </a:lnTo>
                <a:lnTo>
                  <a:pt x="22553" y="41623"/>
                </a:lnTo>
                <a:lnTo>
                  <a:pt x="18638" y="42784"/>
                </a:lnTo>
                <a:lnTo>
                  <a:pt x="24948" y="40868"/>
                </a:lnTo>
                <a:lnTo>
                  <a:pt x="26000" y="42668"/>
                </a:lnTo>
                <a:lnTo>
                  <a:pt x="28454" y="39533"/>
                </a:lnTo>
                <a:lnTo>
                  <a:pt x="30732" y="42378"/>
                </a:lnTo>
                <a:lnTo>
                  <a:pt x="27753" y="50157"/>
                </a:lnTo>
                <a:lnTo>
                  <a:pt x="31317" y="52479"/>
                </a:lnTo>
                <a:lnTo>
                  <a:pt x="23312" y="57181"/>
                </a:lnTo>
                <a:lnTo>
                  <a:pt x="18696" y="53930"/>
                </a:lnTo>
                <a:lnTo>
                  <a:pt x="17353" y="55033"/>
                </a:lnTo>
                <a:lnTo>
                  <a:pt x="22962" y="57703"/>
                </a:lnTo>
                <a:lnTo>
                  <a:pt x="32602" y="53930"/>
                </a:lnTo>
                <a:lnTo>
                  <a:pt x="28395" y="57761"/>
                </a:lnTo>
                <a:lnTo>
                  <a:pt x="33829" y="57007"/>
                </a:lnTo>
                <a:lnTo>
                  <a:pt x="32543" y="64495"/>
                </a:lnTo>
                <a:lnTo>
                  <a:pt x="34647" y="58748"/>
                </a:lnTo>
                <a:lnTo>
                  <a:pt x="48552" y="52711"/>
                </a:lnTo>
                <a:lnTo>
                  <a:pt x="56206" y="51956"/>
                </a:lnTo>
                <a:lnTo>
                  <a:pt x="72273" y="56020"/>
                </a:lnTo>
                <a:lnTo>
                  <a:pt x="91262" y="46151"/>
                </a:lnTo>
                <a:lnTo>
                  <a:pt x="103064" y="42668"/>
                </a:lnTo>
                <a:lnTo>
                  <a:pt x="103064" y="40288"/>
                </a:lnTo>
                <a:lnTo>
                  <a:pt x="133037" y="39823"/>
                </a:lnTo>
                <a:lnTo>
                  <a:pt x="139522" y="66411"/>
                </a:lnTo>
                <a:lnTo>
                  <a:pt x="140808" y="89632"/>
                </a:lnTo>
                <a:lnTo>
                  <a:pt x="138471" y="98862"/>
                </a:lnTo>
                <a:lnTo>
                  <a:pt x="130641" y="108382"/>
                </a:lnTo>
                <a:lnTo>
                  <a:pt x="108381" y="120457"/>
                </a:lnTo>
                <a:lnTo>
                  <a:pt x="103239" y="144781"/>
                </a:lnTo>
                <a:lnTo>
                  <a:pt x="90035" y="157552"/>
                </a:lnTo>
                <a:lnTo>
                  <a:pt x="77999" y="165447"/>
                </a:lnTo>
                <a:lnTo>
                  <a:pt x="64795" y="167943"/>
                </a:lnTo>
                <a:lnTo>
                  <a:pt x="51766" y="163706"/>
                </a:lnTo>
                <a:lnTo>
                  <a:pt x="17236" y="129107"/>
                </a:lnTo>
                <a:lnTo>
                  <a:pt x="16768" y="121734"/>
                </a:lnTo>
                <a:lnTo>
                  <a:pt x="32018" y="102984"/>
                </a:lnTo>
                <a:lnTo>
                  <a:pt x="35699" y="91083"/>
                </a:lnTo>
                <a:lnTo>
                  <a:pt x="32952" y="77673"/>
                </a:lnTo>
                <a:lnTo>
                  <a:pt x="30148" y="82143"/>
                </a:lnTo>
                <a:lnTo>
                  <a:pt x="28863" y="77615"/>
                </a:lnTo>
                <a:lnTo>
                  <a:pt x="22903" y="75932"/>
                </a:lnTo>
                <a:lnTo>
                  <a:pt x="28921" y="78544"/>
                </a:lnTo>
                <a:lnTo>
                  <a:pt x="29213" y="83420"/>
                </a:lnTo>
                <a:lnTo>
                  <a:pt x="23312" y="88819"/>
                </a:lnTo>
                <a:lnTo>
                  <a:pt x="19047" y="82898"/>
                </a:lnTo>
                <a:lnTo>
                  <a:pt x="17820" y="87890"/>
                </a:lnTo>
                <a:lnTo>
                  <a:pt x="11685" y="94102"/>
                </a:lnTo>
                <a:lnTo>
                  <a:pt x="4440" y="82027"/>
                </a:lnTo>
                <a:lnTo>
                  <a:pt x="0" y="64612"/>
                </a:lnTo>
                <a:lnTo>
                  <a:pt x="2279" y="48647"/>
                </a:lnTo>
                <a:lnTo>
                  <a:pt x="6661" y="43016"/>
                </a:lnTo>
                <a:lnTo>
                  <a:pt x="9115" y="29839"/>
                </a:lnTo>
                <a:lnTo>
                  <a:pt x="6661" y="290"/>
                </a:lnTo>
                <a:lnTo>
                  <a:pt x="8355"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3" name="Editable chart path">
            <a:extLst xmlns:a="http://schemas.openxmlformats.org/drawingml/2006/main">
              <a:ext uri="{FF2B5EF4-FFF2-40B4-BE49-F238E27FC236}">
                <a16:creationId xmlns:a16="http://schemas.microsoft.com/office/drawing/2014/main" id="{C6A76967-F7F6-46C4-85BC-2AA71E8AD2CC}"/>
              </a:ext>
            </a:extLst>
          </p:cNvPr>
          <p:cNvSpPr>
            <a:spLocks xmlns:a="http://schemas.openxmlformats.org/drawingml/2006/main" noGrp="1"/>
          </p:cNvSpPr>
          <p:nvPr/>
        </p:nvSpPr>
        <p:spPr>
          <a:xfrm xmlns:a="http://schemas.openxmlformats.org/drawingml/2006/main">
            <a:off x="6760799" y="4418564"/>
            <a:ext cx="143577" cy="58213"/>
          </a:xfrm>
          <a:custGeom xmlns:a="http://schemas.openxmlformats.org/drawingml/2006/main">
            <a:pathLst>
              <a:path w="155064" h="62870">
                <a:moveTo>
                  <a:pt x="91437" y="116"/>
                </a:moveTo>
                <a:lnTo>
                  <a:pt x="103941" y="3948"/>
                </a:lnTo>
                <a:lnTo>
                  <a:pt x="96111" y="1625"/>
                </a:lnTo>
                <a:lnTo>
                  <a:pt x="94359" y="7082"/>
                </a:lnTo>
                <a:lnTo>
                  <a:pt x="99968" y="15790"/>
                </a:lnTo>
                <a:lnTo>
                  <a:pt x="106336" y="19505"/>
                </a:lnTo>
                <a:lnTo>
                  <a:pt x="116444" y="18460"/>
                </a:lnTo>
                <a:lnTo>
                  <a:pt x="124799" y="12771"/>
                </a:lnTo>
                <a:lnTo>
                  <a:pt x="125675" y="11320"/>
                </a:lnTo>
                <a:lnTo>
                  <a:pt x="122637" y="9520"/>
                </a:lnTo>
                <a:lnTo>
                  <a:pt x="129590" y="13120"/>
                </a:lnTo>
                <a:lnTo>
                  <a:pt x="137419" y="31522"/>
                </a:lnTo>
                <a:lnTo>
                  <a:pt x="133738" y="22814"/>
                </a:lnTo>
                <a:lnTo>
                  <a:pt x="129064" y="21421"/>
                </a:lnTo>
                <a:lnTo>
                  <a:pt x="122403" y="24266"/>
                </a:lnTo>
                <a:lnTo>
                  <a:pt x="118430" y="31406"/>
                </a:lnTo>
                <a:lnTo>
                  <a:pt x="124507" y="37734"/>
                </a:lnTo>
                <a:lnTo>
                  <a:pt x="131693" y="38488"/>
                </a:lnTo>
                <a:lnTo>
                  <a:pt x="143320" y="47022"/>
                </a:lnTo>
                <a:lnTo>
                  <a:pt x="147760" y="46093"/>
                </a:lnTo>
                <a:lnTo>
                  <a:pt x="145306" y="42784"/>
                </a:lnTo>
                <a:lnTo>
                  <a:pt x="155064" y="56833"/>
                </a:lnTo>
                <a:lnTo>
                  <a:pt x="144021" y="58168"/>
                </a:lnTo>
                <a:lnTo>
                  <a:pt x="146066" y="54975"/>
                </a:lnTo>
                <a:lnTo>
                  <a:pt x="143904" y="51608"/>
                </a:lnTo>
                <a:lnTo>
                  <a:pt x="132686" y="48938"/>
                </a:lnTo>
                <a:lnTo>
                  <a:pt x="131868" y="59271"/>
                </a:lnTo>
                <a:lnTo>
                  <a:pt x="138763" y="58458"/>
                </a:lnTo>
                <a:lnTo>
                  <a:pt x="115626" y="62870"/>
                </a:lnTo>
                <a:lnTo>
                  <a:pt x="93950" y="58458"/>
                </a:lnTo>
                <a:lnTo>
                  <a:pt x="57024" y="62580"/>
                </a:lnTo>
                <a:lnTo>
                  <a:pt x="3915" y="53756"/>
                </a:lnTo>
                <a:lnTo>
                  <a:pt x="0" y="49982"/>
                </a:lnTo>
                <a:lnTo>
                  <a:pt x="2045" y="44293"/>
                </a:lnTo>
                <a:lnTo>
                  <a:pt x="20800" y="32625"/>
                </a:lnTo>
                <a:lnTo>
                  <a:pt x="39438" y="12307"/>
                </a:lnTo>
                <a:lnTo>
                  <a:pt x="81855"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4" name="Editable chart path">
            <a:extLst xmlns:a="http://schemas.openxmlformats.org/drawingml/2006/main">
              <a:ext uri="{FF2B5EF4-FFF2-40B4-BE49-F238E27FC236}">
                <a16:creationId xmlns:a16="http://schemas.microsoft.com/office/drawing/2014/main" id="{F0733DB7-9250-4BDD-AEB8-CEA81F3F35DD}"/>
              </a:ext>
            </a:extLst>
          </p:cNvPr>
          <p:cNvSpPr>
            <a:spLocks xmlns:a="http://schemas.openxmlformats.org/drawingml/2006/main" noGrp="1"/>
          </p:cNvSpPr>
          <p:nvPr/>
        </p:nvSpPr>
        <p:spPr>
          <a:xfrm xmlns:a="http://schemas.openxmlformats.org/drawingml/2006/main">
            <a:off x="6936943" y="4289721"/>
            <a:ext cx="168300" cy="66114"/>
          </a:xfrm>
          <a:custGeom xmlns:a="http://schemas.openxmlformats.org/drawingml/2006/main">
            <a:pathLst>
              <a:path w="181764" h="71404">
                <a:moveTo>
                  <a:pt x="63509" y="7198"/>
                </a:moveTo>
                <a:lnTo>
                  <a:pt x="86529" y="17532"/>
                </a:lnTo>
                <a:lnTo>
                  <a:pt x="89334" y="11262"/>
                </a:lnTo>
                <a:lnTo>
                  <a:pt x="98156" y="4470"/>
                </a:lnTo>
                <a:lnTo>
                  <a:pt x="103590" y="3715"/>
                </a:lnTo>
                <a:lnTo>
                  <a:pt x="106161" y="6153"/>
                </a:lnTo>
                <a:lnTo>
                  <a:pt x="115042" y="33031"/>
                </a:lnTo>
                <a:lnTo>
                  <a:pt x="117904" y="35412"/>
                </a:lnTo>
                <a:lnTo>
                  <a:pt x="139873" y="43713"/>
                </a:lnTo>
                <a:lnTo>
                  <a:pt x="147468" y="41507"/>
                </a:lnTo>
                <a:lnTo>
                  <a:pt x="161315" y="42204"/>
                </a:lnTo>
                <a:lnTo>
                  <a:pt x="175922" y="50621"/>
                </a:lnTo>
                <a:lnTo>
                  <a:pt x="181764" y="57297"/>
                </a:lnTo>
                <a:lnTo>
                  <a:pt x="170780" y="71404"/>
                </a:lnTo>
                <a:lnTo>
                  <a:pt x="141158" y="70184"/>
                </a:lnTo>
                <a:lnTo>
                  <a:pt x="113347" y="64147"/>
                </a:lnTo>
                <a:lnTo>
                  <a:pt x="72799" y="43248"/>
                </a:lnTo>
                <a:lnTo>
                  <a:pt x="32660" y="34541"/>
                </a:lnTo>
                <a:lnTo>
                  <a:pt x="17528" y="34657"/>
                </a:lnTo>
                <a:lnTo>
                  <a:pt x="2863" y="25717"/>
                </a:lnTo>
                <a:lnTo>
                  <a:pt x="0" y="18518"/>
                </a:lnTo>
                <a:lnTo>
                  <a:pt x="1986" y="13932"/>
                </a:lnTo>
                <a:lnTo>
                  <a:pt x="21442" y="3309"/>
                </a:lnTo>
                <a:lnTo>
                  <a:pt x="38678" y="0"/>
                </a:lnTo>
                <a:lnTo>
                  <a:pt x="56381" y="1916"/>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5" name="Editable chart path">
            <a:extLst xmlns:a="http://schemas.openxmlformats.org/drawingml/2006/main">
              <a:ext uri="{FF2B5EF4-FFF2-40B4-BE49-F238E27FC236}">
                <a16:creationId xmlns:a16="http://schemas.microsoft.com/office/drawing/2014/main" id="{C9CC39C6-5F4B-4552-BB62-02D83D6DBE70}"/>
              </a:ext>
            </a:extLst>
          </p:cNvPr>
          <p:cNvSpPr>
            <a:spLocks xmlns:a="http://schemas.openxmlformats.org/drawingml/2006/main" noGrp="1"/>
          </p:cNvSpPr>
          <p:nvPr/>
        </p:nvSpPr>
        <p:spPr>
          <a:xfrm xmlns:a="http://schemas.openxmlformats.org/drawingml/2006/main">
            <a:off x="7044870" y="4273273"/>
            <a:ext cx="105222" cy="87669"/>
          </a:xfrm>
          <a:custGeom xmlns:a="http://schemas.openxmlformats.org/drawingml/2006/main">
            <a:pathLst>
              <a:path w="113639" h="94682">
                <a:moveTo>
                  <a:pt x="9348" y="0"/>
                </a:moveTo>
                <a:lnTo>
                  <a:pt x="31609" y="3948"/>
                </a:lnTo>
                <a:lnTo>
                  <a:pt x="57258" y="25427"/>
                </a:lnTo>
                <a:lnTo>
                  <a:pt x="63509" y="35934"/>
                </a:lnTo>
                <a:lnTo>
                  <a:pt x="68184" y="38546"/>
                </a:lnTo>
                <a:lnTo>
                  <a:pt x="70579" y="35121"/>
                </a:lnTo>
                <a:lnTo>
                  <a:pt x="72975" y="37269"/>
                </a:lnTo>
                <a:lnTo>
                  <a:pt x="71689" y="38720"/>
                </a:lnTo>
                <a:lnTo>
                  <a:pt x="76422" y="43016"/>
                </a:lnTo>
                <a:lnTo>
                  <a:pt x="77824" y="41797"/>
                </a:lnTo>
                <a:lnTo>
                  <a:pt x="81388" y="45222"/>
                </a:lnTo>
                <a:lnTo>
                  <a:pt x="80044" y="46557"/>
                </a:lnTo>
                <a:lnTo>
                  <a:pt x="84426" y="50853"/>
                </a:lnTo>
                <a:lnTo>
                  <a:pt x="86120" y="49286"/>
                </a:lnTo>
                <a:lnTo>
                  <a:pt x="99091" y="63044"/>
                </a:lnTo>
                <a:lnTo>
                  <a:pt x="102188" y="67688"/>
                </a:lnTo>
                <a:lnTo>
                  <a:pt x="100377" y="74306"/>
                </a:lnTo>
                <a:lnTo>
                  <a:pt x="105401" y="76454"/>
                </a:lnTo>
                <a:lnTo>
                  <a:pt x="113639" y="91896"/>
                </a:lnTo>
                <a:lnTo>
                  <a:pt x="113172" y="94682"/>
                </a:lnTo>
                <a:lnTo>
                  <a:pt x="97514" y="90561"/>
                </a:lnTo>
                <a:lnTo>
                  <a:pt x="79752" y="89690"/>
                </a:lnTo>
                <a:lnTo>
                  <a:pt x="75487" y="73493"/>
                </a:lnTo>
                <a:lnTo>
                  <a:pt x="65204" y="64031"/>
                </a:lnTo>
                <a:lnTo>
                  <a:pt x="43820" y="55904"/>
                </a:lnTo>
                <a:lnTo>
                  <a:pt x="19631" y="53524"/>
                </a:lnTo>
                <a:lnTo>
                  <a:pt x="6368" y="45919"/>
                </a:lnTo>
                <a:lnTo>
                  <a:pt x="0" y="8940"/>
                </a:lnTo>
                <a:lnTo>
                  <a:pt x="2980" y="7256"/>
                </a:lnTo>
                <a:lnTo>
                  <a:pt x="2629" y="2961"/>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6" name="Editable chart path">
            <a:extLst xmlns:a="http://schemas.openxmlformats.org/drawingml/2006/main">
              <a:ext uri="{FF2B5EF4-FFF2-40B4-BE49-F238E27FC236}">
                <a16:creationId xmlns:a16="http://schemas.microsoft.com/office/drawing/2014/main" id="{9B046E46-5013-4F48-9581-ED57229F5521}"/>
              </a:ext>
            </a:extLst>
          </p:cNvPr>
          <p:cNvSpPr>
            <a:spLocks xmlns:a="http://schemas.openxmlformats.org/drawingml/2006/main" noGrp="1"/>
          </p:cNvSpPr>
          <p:nvPr/>
        </p:nvSpPr>
        <p:spPr>
          <a:xfrm xmlns:a="http://schemas.openxmlformats.org/drawingml/2006/main">
            <a:off x="6815330" y="4531926"/>
            <a:ext cx="78659" cy="65362"/>
          </a:xfrm>
          <a:custGeom xmlns:a="http://schemas.openxmlformats.org/drawingml/2006/main">
            <a:pathLst>
              <a:path w="84952" h="70591">
                <a:moveTo>
                  <a:pt x="56498" y="0"/>
                </a:moveTo>
                <a:lnTo>
                  <a:pt x="70404" y="1335"/>
                </a:lnTo>
                <a:lnTo>
                  <a:pt x="72390" y="4818"/>
                </a:lnTo>
                <a:lnTo>
                  <a:pt x="62984" y="7663"/>
                </a:lnTo>
                <a:lnTo>
                  <a:pt x="61990" y="10623"/>
                </a:lnTo>
                <a:lnTo>
                  <a:pt x="69060" y="5979"/>
                </a:lnTo>
                <a:lnTo>
                  <a:pt x="75837" y="6734"/>
                </a:lnTo>
                <a:lnTo>
                  <a:pt x="84601" y="21247"/>
                </a:lnTo>
                <a:lnTo>
                  <a:pt x="80161" y="25078"/>
                </a:lnTo>
                <a:lnTo>
                  <a:pt x="80628" y="26936"/>
                </a:lnTo>
                <a:lnTo>
                  <a:pt x="81622" y="24962"/>
                </a:lnTo>
                <a:lnTo>
                  <a:pt x="84952" y="25252"/>
                </a:lnTo>
                <a:lnTo>
                  <a:pt x="83842" y="32393"/>
                </a:lnTo>
                <a:lnTo>
                  <a:pt x="77649" y="31000"/>
                </a:lnTo>
                <a:lnTo>
                  <a:pt x="70813" y="36340"/>
                </a:lnTo>
                <a:lnTo>
                  <a:pt x="65087" y="22930"/>
                </a:lnTo>
                <a:lnTo>
                  <a:pt x="64970" y="26472"/>
                </a:lnTo>
                <a:lnTo>
                  <a:pt x="70170" y="33322"/>
                </a:lnTo>
                <a:lnTo>
                  <a:pt x="68359" y="37037"/>
                </a:lnTo>
                <a:lnTo>
                  <a:pt x="64970" y="30303"/>
                </a:lnTo>
                <a:lnTo>
                  <a:pt x="59945" y="28794"/>
                </a:lnTo>
                <a:lnTo>
                  <a:pt x="55388" y="30883"/>
                </a:lnTo>
                <a:lnTo>
                  <a:pt x="60354" y="29142"/>
                </a:lnTo>
                <a:lnTo>
                  <a:pt x="64853" y="30709"/>
                </a:lnTo>
                <a:lnTo>
                  <a:pt x="67249" y="35353"/>
                </a:lnTo>
                <a:lnTo>
                  <a:pt x="65438" y="51608"/>
                </a:lnTo>
                <a:lnTo>
                  <a:pt x="57199" y="51027"/>
                </a:lnTo>
                <a:lnTo>
                  <a:pt x="48202" y="56078"/>
                </a:lnTo>
                <a:lnTo>
                  <a:pt x="44871" y="52305"/>
                </a:lnTo>
                <a:lnTo>
                  <a:pt x="41950" y="52305"/>
                </a:lnTo>
                <a:lnTo>
                  <a:pt x="28045" y="60780"/>
                </a:lnTo>
                <a:lnTo>
                  <a:pt x="28454" y="62580"/>
                </a:lnTo>
                <a:lnTo>
                  <a:pt x="23371" y="63973"/>
                </a:lnTo>
                <a:lnTo>
                  <a:pt x="20800" y="61070"/>
                </a:lnTo>
                <a:lnTo>
                  <a:pt x="11101" y="70591"/>
                </a:lnTo>
                <a:lnTo>
                  <a:pt x="13088" y="66237"/>
                </a:lnTo>
                <a:lnTo>
                  <a:pt x="10283" y="53814"/>
                </a:lnTo>
                <a:lnTo>
                  <a:pt x="4090" y="35702"/>
                </a:lnTo>
                <a:lnTo>
                  <a:pt x="0" y="33380"/>
                </a:lnTo>
                <a:lnTo>
                  <a:pt x="467" y="30419"/>
                </a:lnTo>
                <a:lnTo>
                  <a:pt x="23955" y="26994"/>
                </a:lnTo>
                <a:lnTo>
                  <a:pt x="30090" y="31754"/>
                </a:lnTo>
                <a:lnTo>
                  <a:pt x="31667" y="30593"/>
                </a:lnTo>
                <a:lnTo>
                  <a:pt x="28571" y="23279"/>
                </a:lnTo>
                <a:lnTo>
                  <a:pt x="38445" y="6502"/>
                </a:lnTo>
                <a:lnTo>
                  <a:pt x="46741" y="180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7" name="Editable chart path">
            <a:extLst xmlns:a="http://schemas.openxmlformats.org/drawingml/2006/main">
              <a:ext uri="{FF2B5EF4-FFF2-40B4-BE49-F238E27FC236}">
                <a16:creationId xmlns:a16="http://schemas.microsoft.com/office/drawing/2014/main" id="{9621042A-5741-4D1C-B12A-E18A387817F7}"/>
              </a:ext>
            </a:extLst>
          </p:cNvPr>
          <p:cNvSpPr>
            <a:spLocks xmlns:a="http://schemas.openxmlformats.org/drawingml/2006/main" noGrp="1"/>
          </p:cNvSpPr>
          <p:nvPr/>
        </p:nvSpPr>
        <p:spPr>
          <a:xfrm xmlns:a="http://schemas.openxmlformats.org/drawingml/2006/main">
            <a:off x="6874947" y="4617068"/>
            <a:ext cx="71681" cy="53590"/>
          </a:xfrm>
          <a:custGeom xmlns:a="http://schemas.openxmlformats.org/drawingml/2006/main">
            <a:pathLst>
              <a:path w="77415" h="57878">
                <a:moveTo>
                  <a:pt x="27051" y="0"/>
                </a:moveTo>
                <a:lnTo>
                  <a:pt x="36925" y="4296"/>
                </a:lnTo>
                <a:lnTo>
                  <a:pt x="39204" y="9346"/>
                </a:lnTo>
                <a:lnTo>
                  <a:pt x="49838" y="4760"/>
                </a:lnTo>
                <a:lnTo>
                  <a:pt x="49020" y="13990"/>
                </a:lnTo>
                <a:lnTo>
                  <a:pt x="50480" y="4644"/>
                </a:lnTo>
                <a:lnTo>
                  <a:pt x="55213" y="3483"/>
                </a:lnTo>
                <a:lnTo>
                  <a:pt x="66022" y="7082"/>
                </a:lnTo>
                <a:lnTo>
                  <a:pt x="68651" y="12133"/>
                </a:lnTo>
                <a:lnTo>
                  <a:pt x="70229" y="10275"/>
                </a:lnTo>
                <a:lnTo>
                  <a:pt x="77415" y="11726"/>
                </a:lnTo>
                <a:lnTo>
                  <a:pt x="77064" y="17764"/>
                </a:lnTo>
                <a:lnTo>
                  <a:pt x="71514" y="25252"/>
                </a:lnTo>
                <a:lnTo>
                  <a:pt x="63977" y="21421"/>
                </a:lnTo>
                <a:lnTo>
                  <a:pt x="60530" y="24266"/>
                </a:lnTo>
                <a:lnTo>
                  <a:pt x="65087" y="23163"/>
                </a:lnTo>
                <a:lnTo>
                  <a:pt x="67658" y="26297"/>
                </a:lnTo>
                <a:lnTo>
                  <a:pt x="66489" y="36050"/>
                </a:lnTo>
                <a:lnTo>
                  <a:pt x="64211" y="37850"/>
                </a:lnTo>
                <a:lnTo>
                  <a:pt x="66723" y="53117"/>
                </a:lnTo>
                <a:lnTo>
                  <a:pt x="57492" y="57878"/>
                </a:lnTo>
                <a:lnTo>
                  <a:pt x="49721" y="56658"/>
                </a:lnTo>
                <a:lnTo>
                  <a:pt x="41074" y="51027"/>
                </a:lnTo>
                <a:lnTo>
                  <a:pt x="38386" y="54046"/>
                </a:lnTo>
                <a:lnTo>
                  <a:pt x="33654" y="53930"/>
                </a:lnTo>
                <a:lnTo>
                  <a:pt x="22436" y="40752"/>
                </a:lnTo>
                <a:lnTo>
                  <a:pt x="16944" y="24440"/>
                </a:lnTo>
                <a:lnTo>
                  <a:pt x="12328" y="21305"/>
                </a:lnTo>
                <a:lnTo>
                  <a:pt x="8706" y="22408"/>
                </a:lnTo>
                <a:lnTo>
                  <a:pt x="526" y="19680"/>
                </a:lnTo>
                <a:lnTo>
                  <a:pt x="0" y="15268"/>
                </a:lnTo>
                <a:lnTo>
                  <a:pt x="7712" y="6270"/>
                </a:lnTo>
                <a:lnTo>
                  <a:pt x="11159" y="7837"/>
                </a:lnTo>
                <a:lnTo>
                  <a:pt x="18580" y="581"/>
                </a:lnTo>
                <a:lnTo>
                  <a:pt x="20391" y="3483"/>
                </a:lnTo>
                <a:lnTo>
                  <a:pt x="20975" y="1219"/>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8" name="Editable chart path">
            <a:extLst xmlns:a="http://schemas.openxmlformats.org/drawingml/2006/main">
              <a:ext uri="{FF2B5EF4-FFF2-40B4-BE49-F238E27FC236}">
                <a16:creationId xmlns:a16="http://schemas.microsoft.com/office/drawing/2014/main" id="{71B28E81-D56C-41F7-9E87-98DC4F219A8D}"/>
              </a:ext>
            </a:extLst>
          </p:cNvPr>
          <p:cNvSpPr>
            <a:spLocks xmlns:a="http://schemas.openxmlformats.org/drawingml/2006/main" noGrp="1"/>
          </p:cNvSpPr>
          <p:nvPr/>
        </p:nvSpPr>
        <p:spPr>
          <a:xfrm xmlns:a="http://schemas.openxmlformats.org/drawingml/2006/main">
            <a:off x="7219121" y="4432002"/>
            <a:ext cx="51664" cy="54612"/>
          </a:xfrm>
          <a:custGeom xmlns:a="http://schemas.openxmlformats.org/drawingml/2006/main">
            <a:pathLst>
              <a:path w="55797" h="58980">
                <a:moveTo>
                  <a:pt x="7011" y="1625"/>
                </a:moveTo>
                <a:lnTo>
                  <a:pt x="20449" y="14165"/>
                </a:lnTo>
                <a:lnTo>
                  <a:pt x="27928" y="16951"/>
                </a:lnTo>
                <a:lnTo>
                  <a:pt x="38386" y="35179"/>
                </a:lnTo>
                <a:lnTo>
                  <a:pt x="55505" y="52421"/>
                </a:lnTo>
                <a:lnTo>
                  <a:pt x="55797" y="58980"/>
                </a:lnTo>
                <a:lnTo>
                  <a:pt x="38561" y="54569"/>
                </a:lnTo>
                <a:lnTo>
                  <a:pt x="9932" y="36631"/>
                </a:lnTo>
                <a:lnTo>
                  <a:pt x="409" y="16951"/>
                </a:lnTo>
                <a:lnTo>
                  <a:pt x="0" y="1567"/>
                </a:lnTo>
                <a:lnTo>
                  <a:pt x="3389"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39" name="Editable chart path">
            <a:extLst xmlns:a="http://schemas.openxmlformats.org/drawingml/2006/main">
              <a:ext uri="{FF2B5EF4-FFF2-40B4-BE49-F238E27FC236}">
                <a16:creationId xmlns:a16="http://schemas.microsoft.com/office/drawing/2014/main" id="{CF7F715F-A595-4BAA-91E0-3E2B0C737FB3}"/>
              </a:ext>
            </a:extLst>
          </p:cNvPr>
          <p:cNvSpPr>
            <a:spLocks xmlns:a="http://schemas.openxmlformats.org/drawingml/2006/main" noGrp="1"/>
          </p:cNvSpPr>
          <p:nvPr/>
        </p:nvSpPr>
        <p:spPr>
          <a:xfrm xmlns:a="http://schemas.openxmlformats.org/drawingml/2006/main">
            <a:off x="6975137" y="4337990"/>
            <a:ext cx="19854" cy="28703"/>
          </a:xfrm>
          <a:custGeom xmlns:a="http://schemas.openxmlformats.org/drawingml/2006/main">
            <a:pathLst>
              <a:path w="21442" h="31000">
                <a:moveTo>
                  <a:pt x="3798" y="0"/>
                </a:moveTo>
                <a:lnTo>
                  <a:pt x="9874" y="1974"/>
                </a:lnTo>
                <a:lnTo>
                  <a:pt x="1986" y="639"/>
                </a:lnTo>
                <a:lnTo>
                  <a:pt x="4733" y="11901"/>
                </a:lnTo>
                <a:lnTo>
                  <a:pt x="20216" y="14687"/>
                </a:lnTo>
                <a:lnTo>
                  <a:pt x="15366" y="24033"/>
                </a:lnTo>
                <a:lnTo>
                  <a:pt x="21442" y="28097"/>
                </a:lnTo>
                <a:lnTo>
                  <a:pt x="11218" y="31000"/>
                </a:lnTo>
                <a:lnTo>
                  <a:pt x="1110" y="23569"/>
                </a:lnTo>
                <a:lnTo>
                  <a:pt x="5901" y="25369"/>
                </a:lnTo>
                <a:lnTo>
                  <a:pt x="7654" y="22292"/>
                </a:lnTo>
                <a:lnTo>
                  <a:pt x="3622" y="16080"/>
                </a:lnTo>
                <a:lnTo>
                  <a:pt x="1402" y="15964"/>
                </a:lnTo>
                <a:lnTo>
                  <a:pt x="0" y="19273"/>
                </a:lnTo>
                <a:lnTo>
                  <a:pt x="2863" y="10159"/>
                </a:lnTo>
                <a:lnTo>
                  <a:pt x="526" y="168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40" name="Editable chart path">
            <a:extLst xmlns:a="http://schemas.openxmlformats.org/drawingml/2006/main">
              <a:ext uri="{FF2B5EF4-FFF2-40B4-BE49-F238E27FC236}">
                <a16:creationId xmlns:a16="http://schemas.microsoft.com/office/drawing/2014/main" id="{9020BCA9-5E73-4C96-9E86-9929BF702A87}"/>
              </a:ext>
            </a:extLst>
          </p:cNvPr>
          <p:cNvSpPr>
            <a:spLocks xmlns:a="http://schemas.openxmlformats.org/drawingml/2006/main" noGrp="1"/>
          </p:cNvSpPr>
          <p:nvPr/>
        </p:nvSpPr>
        <p:spPr>
          <a:xfrm xmlns:a="http://schemas.openxmlformats.org/drawingml/2006/main">
            <a:off x="7021770" y="4505050"/>
            <a:ext cx="19043" cy="4999"/>
          </a:xfrm>
          <a:custGeom xmlns:a="http://schemas.openxmlformats.org/drawingml/2006/main">
            <a:pathLst>
              <a:path w="20566" h="5399">
                <a:moveTo>
                  <a:pt x="11043" y="0"/>
                </a:moveTo>
                <a:lnTo>
                  <a:pt x="20566" y="0"/>
                </a:lnTo>
                <a:lnTo>
                  <a:pt x="20566" y="5399"/>
                </a:lnTo>
                <a:lnTo>
                  <a:pt x="0" y="5399"/>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41" name="Editable chart path">
            <a:extLst xmlns:a="http://schemas.openxmlformats.org/drawingml/2006/main">
              <a:ext uri="{FF2B5EF4-FFF2-40B4-BE49-F238E27FC236}">
                <a16:creationId xmlns:a16="http://schemas.microsoft.com/office/drawing/2014/main" id="{B88F8786-BF0D-42FB-A995-5E610BC0B4C5}"/>
              </a:ext>
            </a:extLst>
          </p:cNvPr>
          <p:cNvSpPr>
            <a:spLocks xmlns:a="http://schemas.openxmlformats.org/drawingml/2006/main" noGrp="1"/>
          </p:cNvSpPr>
          <p:nvPr/>
        </p:nvSpPr>
        <p:spPr>
          <a:xfrm xmlns:a="http://schemas.openxmlformats.org/drawingml/2006/main">
            <a:off x="6988716" y="4341269"/>
            <a:ext cx="25534" cy="23221"/>
          </a:xfrm>
          <a:custGeom xmlns:a="http://schemas.openxmlformats.org/drawingml/2006/main">
            <a:pathLst>
              <a:path w="27577" h="25078">
                <a:moveTo>
                  <a:pt x="17703" y="8766"/>
                </a:moveTo>
                <a:lnTo>
                  <a:pt x="27577" y="17880"/>
                </a:lnTo>
                <a:lnTo>
                  <a:pt x="23604" y="14048"/>
                </a:lnTo>
                <a:lnTo>
                  <a:pt x="20975" y="18751"/>
                </a:lnTo>
                <a:lnTo>
                  <a:pt x="21501" y="22814"/>
                </a:lnTo>
                <a:lnTo>
                  <a:pt x="27227" y="21363"/>
                </a:lnTo>
                <a:lnTo>
                  <a:pt x="11861" y="25078"/>
                </a:lnTo>
                <a:lnTo>
                  <a:pt x="17586" y="22176"/>
                </a:lnTo>
                <a:lnTo>
                  <a:pt x="13496" y="9404"/>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42" name="Editable chart path">
            <a:extLst xmlns:a="http://schemas.openxmlformats.org/drawingml/2006/main">
              <a:ext uri="{FF2B5EF4-FFF2-40B4-BE49-F238E27FC236}">
                <a16:creationId xmlns:a16="http://schemas.microsoft.com/office/drawing/2014/main" id="{DE8EC0BB-6918-43AD-86F5-ED3F53B6E5B4}"/>
              </a:ext>
            </a:extLst>
          </p:cNvPr>
          <p:cNvSpPr>
            <a:spLocks xmlns:a="http://schemas.openxmlformats.org/drawingml/2006/main" noGrp="1"/>
          </p:cNvSpPr>
          <p:nvPr/>
        </p:nvSpPr>
        <p:spPr>
          <a:xfrm xmlns:a="http://schemas.openxmlformats.org/drawingml/2006/main">
            <a:off x="6914547" y="4538053"/>
            <a:ext cx="12605" cy="13062"/>
          </a:xfrm>
          <a:custGeom xmlns:a="http://schemas.openxmlformats.org/drawingml/2006/main">
            <a:pathLst>
              <a:path w="13613" h="14107">
                <a:moveTo>
                  <a:pt x="7479" y="13294"/>
                </a:moveTo>
                <a:lnTo>
                  <a:pt x="2980" y="14107"/>
                </a:lnTo>
                <a:lnTo>
                  <a:pt x="0" y="12075"/>
                </a:lnTo>
                <a:lnTo>
                  <a:pt x="3739" y="9346"/>
                </a:lnTo>
                <a:lnTo>
                  <a:pt x="4674" y="5109"/>
                </a:lnTo>
                <a:lnTo>
                  <a:pt x="13613"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43" name="Editable chart path">
            <a:extLst xmlns:a="http://schemas.openxmlformats.org/drawingml/2006/main">
              <a:ext uri="{FF2B5EF4-FFF2-40B4-BE49-F238E27FC236}">
                <a16:creationId xmlns:a16="http://schemas.microsoft.com/office/drawing/2014/main" id="{3E080079-5BE8-4580-9843-9CE1C051F1EB}"/>
              </a:ext>
            </a:extLst>
          </p:cNvPr>
          <p:cNvSpPr>
            <a:spLocks xmlns:a="http://schemas.openxmlformats.org/drawingml/2006/main" noGrp="1"/>
          </p:cNvSpPr>
          <p:nvPr/>
        </p:nvSpPr>
        <p:spPr>
          <a:xfrm xmlns:a="http://schemas.openxmlformats.org/drawingml/2006/main">
            <a:off x="6507510" y="3419269"/>
            <a:ext cx="8764" cy="13062"/>
          </a:xfrm>
          <a:custGeom xmlns:a="http://schemas.openxmlformats.org/drawingml/2006/main">
            <a:pathLst>
              <a:path w="9465" h="14107">
                <a:moveTo>
                  <a:pt x="4908" y="14107"/>
                </a:moveTo>
                <a:lnTo>
                  <a:pt x="0" y="12539"/>
                </a:lnTo>
                <a:lnTo>
                  <a:pt x="5609" y="0"/>
                </a:lnTo>
                <a:lnTo>
                  <a:pt x="9465" y="7605"/>
                </a:lnTo>
                <a:lnTo>
                  <a:pt x="9290" y="10623"/>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044" name="Editable chart path">
            <a:extLst xmlns:a="http://schemas.openxmlformats.org/drawingml/2006/main">
              <a:ext uri="{FF2B5EF4-FFF2-40B4-BE49-F238E27FC236}">
                <a16:creationId xmlns:a16="http://schemas.microsoft.com/office/drawing/2014/main" id="{FD5E4BB2-1C38-4F15-8E90-DEE9E6BAB9C7}"/>
              </a:ext>
            </a:extLst>
          </p:cNvPr>
          <p:cNvSpPr>
            <a:spLocks xmlns:a="http://schemas.openxmlformats.org/drawingml/2006/main" noGrp="1"/>
          </p:cNvSpPr>
          <p:nvPr/>
        </p:nvSpPr>
        <p:spPr>
          <a:xfrm xmlns:a="http://schemas.openxmlformats.org/drawingml/2006/main">
            <a:off x="6883077" y="461313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45" name="Editable chart path">
            <a:extLst xmlns:a="http://schemas.openxmlformats.org/drawingml/2006/main">
              <a:ext uri="{FF2B5EF4-FFF2-40B4-BE49-F238E27FC236}">
                <a16:creationId xmlns:a16="http://schemas.microsoft.com/office/drawing/2014/main" id="{B3310A5A-8FEC-4554-9011-998A8F2C2701}"/>
              </a:ext>
            </a:extLst>
          </p:cNvPr>
          <p:cNvSpPr>
            <a:spLocks xmlns:a="http://schemas.openxmlformats.org/drawingml/2006/main" noGrp="1"/>
          </p:cNvSpPr>
          <p:nvPr/>
        </p:nvSpPr>
        <p:spPr>
          <a:xfrm xmlns:a="http://schemas.openxmlformats.org/drawingml/2006/main">
            <a:off x="6834466" y="451591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46" name="Editable chart path">
            <a:extLst xmlns:a="http://schemas.openxmlformats.org/drawingml/2006/main">
              <a:ext uri="{FF2B5EF4-FFF2-40B4-BE49-F238E27FC236}">
                <a16:creationId xmlns:a16="http://schemas.microsoft.com/office/drawing/2014/main" id="{962079F6-79CA-4EF9-9AB2-8B1D10BC9F05}"/>
              </a:ext>
            </a:extLst>
          </p:cNvPr>
          <p:cNvSpPr>
            <a:spLocks xmlns:a="http://schemas.openxmlformats.org/drawingml/2006/main" noGrp="1"/>
          </p:cNvSpPr>
          <p:nvPr/>
        </p:nvSpPr>
        <p:spPr>
          <a:xfrm xmlns:a="http://schemas.openxmlformats.org/drawingml/2006/main">
            <a:off x="7077521" y="451591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47" name="Editable chart path">
            <a:extLst xmlns:a="http://schemas.openxmlformats.org/drawingml/2006/main">
              <a:ext uri="{FF2B5EF4-FFF2-40B4-BE49-F238E27FC236}">
                <a16:creationId xmlns:a16="http://schemas.microsoft.com/office/drawing/2014/main" id="{FE3A9538-141B-43F6-9AA9-F23BAFA9B660}"/>
              </a:ext>
            </a:extLst>
          </p:cNvPr>
          <p:cNvSpPr>
            <a:spLocks xmlns:a="http://schemas.openxmlformats.org/drawingml/2006/main" noGrp="1"/>
          </p:cNvSpPr>
          <p:nvPr/>
        </p:nvSpPr>
        <p:spPr>
          <a:xfrm xmlns:a="http://schemas.openxmlformats.org/drawingml/2006/main">
            <a:off x="7077521" y="446730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48" name="Editable chart path">
            <a:extLst xmlns:a="http://schemas.openxmlformats.org/drawingml/2006/main">
              <a:ext uri="{FF2B5EF4-FFF2-40B4-BE49-F238E27FC236}">
                <a16:creationId xmlns:a16="http://schemas.microsoft.com/office/drawing/2014/main" id="{49A8AD2A-8F8D-45D1-8926-5F04F2D3B0BC}"/>
              </a:ext>
            </a:extLst>
          </p:cNvPr>
          <p:cNvSpPr>
            <a:spLocks xmlns:a="http://schemas.openxmlformats.org/drawingml/2006/main" noGrp="1"/>
          </p:cNvSpPr>
          <p:nvPr/>
        </p:nvSpPr>
        <p:spPr>
          <a:xfrm xmlns:a="http://schemas.openxmlformats.org/drawingml/2006/main">
            <a:off x="7126132" y="446730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49" name="Editable chart path">
            <a:extLst xmlns:a="http://schemas.openxmlformats.org/drawingml/2006/main">
              <a:ext uri="{FF2B5EF4-FFF2-40B4-BE49-F238E27FC236}">
                <a16:creationId xmlns:a16="http://schemas.microsoft.com/office/drawing/2014/main" id="{1A0B3B07-0F2C-4C55-B0B4-C8AEED0FA94C}"/>
              </a:ext>
            </a:extLst>
          </p:cNvPr>
          <p:cNvSpPr>
            <a:spLocks xmlns:a="http://schemas.openxmlformats.org/drawingml/2006/main" noGrp="1"/>
          </p:cNvSpPr>
          <p:nvPr/>
        </p:nvSpPr>
        <p:spPr>
          <a:xfrm xmlns:a="http://schemas.openxmlformats.org/drawingml/2006/main">
            <a:off x="6785855" y="441869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0" name="Editable chart path">
            <a:extLst xmlns:a="http://schemas.openxmlformats.org/drawingml/2006/main">
              <a:ext uri="{FF2B5EF4-FFF2-40B4-BE49-F238E27FC236}">
                <a16:creationId xmlns:a16="http://schemas.microsoft.com/office/drawing/2014/main" id="{62969A87-8A2C-498B-816A-59C99424F32B}"/>
              </a:ext>
            </a:extLst>
          </p:cNvPr>
          <p:cNvSpPr>
            <a:spLocks xmlns:a="http://schemas.openxmlformats.org/drawingml/2006/main" noGrp="1"/>
          </p:cNvSpPr>
          <p:nvPr/>
        </p:nvSpPr>
        <p:spPr>
          <a:xfrm xmlns:a="http://schemas.openxmlformats.org/drawingml/2006/main">
            <a:off x="6834466" y="441869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1" name="Editable chart path">
            <a:extLst xmlns:a="http://schemas.openxmlformats.org/drawingml/2006/main">
              <a:ext uri="{FF2B5EF4-FFF2-40B4-BE49-F238E27FC236}">
                <a16:creationId xmlns:a16="http://schemas.microsoft.com/office/drawing/2014/main" id="{BE3FFF20-3DEC-4EA4-8835-79384B1AD000}"/>
              </a:ext>
            </a:extLst>
          </p:cNvPr>
          <p:cNvSpPr>
            <a:spLocks xmlns:a="http://schemas.openxmlformats.org/drawingml/2006/main" noGrp="1"/>
          </p:cNvSpPr>
          <p:nvPr/>
        </p:nvSpPr>
        <p:spPr>
          <a:xfrm xmlns:a="http://schemas.openxmlformats.org/drawingml/2006/main">
            <a:off x="7028910" y="441869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2" name="Editable chart path">
            <a:extLst xmlns:a="http://schemas.openxmlformats.org/drawingml/2006/main">
              <a:ext uri="{FF2B5EF4-FFF2-40B4-BE49-F238E27FC236}">
                <a16:creationId xmlns:a16="http://schemas.microsoft.com/office/drawing/2014/main" id="{7FE2EA1C-733E-4612-A7BF-205557846A90}"/>
              </a:ext>
            </a:extLst>
          </p:cNvPr>
          <p:cNvSpPr>
            <a:spLocks xmlns:a="http://schemas.openxmlformats.org/drawingml/2006/main" noGrp="1"/>
          </p:cNvSpPr>
          <p:nvPr/>
        </p:nvSpPr>
        <p:spPr>
          <a:xfrm xmlns:a="http://schemas.openxmlformats.org/drawingml/2006/main">
            <a:off x="7126132" y="441869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3" name="Editable chart path">
            <a:extLst xmlns:a="http://schemas.openxmlformats.org/drawingml/2006/main">
              <a:ext uri="{FF2B5EF4-FFF2-40B4-BE49-F238E27FC236}">
                <a16:creationId xmlns:a16="http://schemas.microsoft.com/office/drawing/2014/main" id="{6F20879F-D1A3-4EBF-82D2-25BC4AF55770}"/>
              </a:ext>
            </a:extLst>
          </p:cNvPr>
          <p:cNvSpPr>
            <a:spLocks xmlns:a="http://schemas.openxmlformats.org/drawingml/2006/main" noGrp="1"/>
          </p:cNvSpPr>
          <p:nvPr/>
        </p:nvSpPr>
        <p:spPr>
          <a:xfrm xmlns:a="http://schemas.openxmlformats.org/drawingml/2006/main">
            <a:off x="6251134"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4" name="Editable chart path">
            <a:extLst xmlns:a="http://schemas.openxmlformats.org/drawingml/2006/main">
              <a:ext uri="{FF2B5EF4-FFF2-40B4-BE49-F238E27FC236}">
                <a16:creationId xmlns:a16="http://schemas.microsoft.com/office/drawing/2014/main" id="{8FFA2967-CF03-47EB-8B94-FFCAF9747F43}"/>
              </a:ext>
            </a:extLst>
          </p:cNvPr>
          <p:cNvSpPr>
            <a:spLocks xmlns:a="http://schemas.openxmlformats.org/drawingml/2006/main" noGrp="1"/>
          </p:cNvSpPr>
          <p:nvPr/>
        </p:nvSpPr>
        <p:spPr>
          <a:xfrm xmlns:a="http://schemas.openxmlformats.org/drawingml/2006/main">
            <a:off x="6299745"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5" name="Editable chart path">
            <a:extLst xmlns:a="http://schemas.openxmlformats.org/drawingml/2006/main">
              <a:ext uri="{FF2B5EF4-FFF2-40B4-BE49-F238E27FC236}">
                <a16:creationId xmlns:a16="http://schemas.microsoft.com/office/drawing/2014/main" id="{CB5FA36D-EAD5-4D81-8C72-BE60EC743F8C}"/>
              </a:ext>
            </a:extLst>
          </p:cNvPr>
          <p:cNvSpPr>
            <a:spLocks xmlns:a="http://schemas.openxmlformats.org/drawingml/2006/main" noGrp="1"/>
          </p:cNvSpPr>
          <p:nvPr/>
        </p:nvSpPr>
        <p:spPr>
          <a:xfrm xmlns:a="http://schemas.openxmlformats.org/drawingml/2006/main">
            <a:off x="6348356"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6" name="Editable chart path">
            <a:extLst xmlns:a="http://schemas.openxmlformats.org/drawingml/2006/main">
              <a:ext uri="{FF2B5EF4-FFF2-40B4-BE49-F238E27FC236}">
                <a16:creationId xmlns:a16="http://schemas.microsoft.com/office/drawing/2014/main" id="{CA51E72B-2A7E-4EC4-9826-E45612C4BBAE}"/>
              </a:ext>
            </a:extLst>
          </p:cNvPr>
          <p:cNvSpPr>
            <a:spLocks xmlns:a="http://schemas.openxmlformats.org/drawingml/2006/main" noGrp="1"/>
          </p:cNvSpPr>
          <p:nvPr/>
        </p:nvSpPr>
        <p:spPr>
          <a:xfrm xmlns:a="http://schemas.openxmlformats.org/drawingml/2006/main">
            <a:off x="6396967"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7" name="Editable chart path">
            <a:extLst xmlns:a="http://schemas.openxmlformats.org/drawingml/2006/main">
              <a:ext uri="{FF2B5EF4-FFF2-40B4-BE49-F238E27FC236}">
                <a16:creationId xmlns:a16="http://schemas.microsoft.com/office/drawing/2014/main" id="{0D5AC60D-3FE6-47CA-A232-37E0B43E4668}"/>
              </a:ext>
            </a:extLst>
          </p:cNvPr>
          <p:cNvSpPr>
            <a:spLocks xmlns:a="http://schemas.openxmlformats.org/drawingml/2006/main" noGrp="1"/>
          </p:cNvSpPr>
          <p:nvPr/>
        </p:nvSpPr>
        <p:spPr>
          <a:xfrm xmlns:a="http://schemas.openxmlformats.org/drawingml/2006/main">
            <a:off x="6445578"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8" name="Editable chart path">
            <a:extLst xmlns:a="http://schemas.openxmlformats.org/drawingml/2006/main">
              <a:ext uri="{FF2B5EF4-FFF2-40B4-BE49-F238E27FC236}">
                <a16:creationId xmlns:a16="http://schemas.microsoft.com/office/drawing/2014/main" id="{9EA17271-B82A-4254-8A27-E67654E6E36B}"/>
              </a:ext>
            </a:extLst>
          </p:cNvPr>
          <p:cNvSpPr>
            <a:spLocks xmlns:a="http://schemas.openxmlformats.org/drawingml/2006/main" noGrp="1"/>
          </p:cNvSpPr>
          <p:nvPr/>
        </p:nvSpPr>
        <p:spPr>
          <a:xfrm xmlns:a="http://schemas.openxmlformats.org/drawingml/2006/main">
            <a:off x="7515019" y="437008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9" name="Editable chart path">
            <a:extLst xmlns:a="http://schemas.openxmlformats.org/drawingml/2006/main">
              <a:ext uri="{FF2B5EF4-FFF2-40B4-BE49-F238E27FC236}">
                <a16:creationId xmlns:a16="http://schemas.microsoft.com/office/drawing/2014/main" id="{702CC8F3-76FA-40E3-90A8-0D16E08A3E35}"/>
              </a:ext>
            </a:extLst>
          </p:cNvPr>
          <p:cNvSpPr>
            <a:spLocks xmlns:a="http://schemas.openxmlformats.org/drawingml/2006/main" noGrp="1"/>
          </p:cNvSpPr>
          <p:nvPr/>
        </p:nvSpPr>
        <p:spPr>
          <a:xfrm xmlns:a="http://schemas.openxmlformats.org/drawingml/2006/main">
            <a:off x="6202523" y="432147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0" name="Editable chart path">
            <a:extLst xmlns:a="http://schemas.openxmlformats.org/drawingml/2006/main">
              <a:ext uri="{FF2B5EF4-FFF2-40B4-BE49-F238E27FC236}">
                <a16:creationId xmlns:a16="http://schemas.microsoft.com/office/drawing/2014/main" id="{BE202C3F-00B3-4793-BD5E-F834BC774FC3}"/>
              </a:ext>
            </a:extLst>
          </p:cNvPr>
          <p:cNvSpPr>
            <a:spLocks xmlns:a="http://schemas.openxmlformats.org/drawingml/2006/main" noGrp="1"/>
          </p:cNvSpPr>
          <p:nvPr/>
        </p:nvSpPr>
        <p:spPr>
          <a:xfrm xmlns:a="http://schemas.openxmlformats.org/drawingml/2006/main">
            <a:off x="7028910" y="432147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1" name="Editable chart path">
            <a:extLst xmlns:a="http://schemas.openxmlformats.org/drawingml/2006/main">
              <a:ext uri="{FF2B5EF4-FFF2-40B4-BE49-F238E27FC236}">
                <a16:creationId xmlns:a16="http://schemas.microsoft.com/office/drawing/2014/main" id="{3091BC3D-33AD-41F3-A04D-57EF6F74DA59}"/>
              </a:ext>
            </a:extLst>
          </p:cNvPr>
          <p:cNvSpPr>
            <a:spLocks xmlns:a="http://schemas.openxmlformats.org/drawingml/2006/main" noGrp="1"/>
          </p:cNvSpPr>
          <p:nvPr/>
        </p:nvSpPr>
        <p:spPr>
          <a:xfrm xmlns:a="http://schemas.openxmlformats.org/drawingml/2006/main">
            <a:off x="7077521" y="432147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2" name="Editable chart path">
            <a:extLst xmlns:a="http://schemas.openxmlformats.org/drawingml/2006/main">
              <a:ext uri="{FF2B5EF4-FFF2-40B4-BE49-F238E27FC236}">
                <a16:creationId xmlns:a16="http://schemas.microsoft.com/office/drawing/2014/main" id="{4E0BDFB0-BE96-4A90-A5BB-194A0C003879}"/>
              </a:ext>
            </a:extLst>
          </p:cNvPr>
          <p:cNvSpPr>
            <a:spLocks xmlns:a="http://schemas.openxmlformats.org/drawingml/2006/main" noGrp="1"/>
          </p:cNvSpPr>
          <p:nvPr/>
        </p:nvSpPr>
        <p:spPr>
          <a:xfrm xmlns:a="http://schemas.openxmlformats.org/drawingml/2006/main">
            <a:off x="6202523"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3" name="Editable chart path">
            <a:extLst xmlns:a="http://schemas.openxmlformats.org/drawingml/2006/main">
              <a:ext uri="{FF2B5EF4-FFF2-40B4-BE49-F238E27FC236}">
                <a16:creationId xmlns:a16="http://schemas.microsoft.com/office/drawing/2014/main" id="{6FA3DE63-334D-43E6-85ED-A6C5BC31BA83}"/>
              </a:ext>
            </a:extLst>
          </p:cNvPr>
          <p:cNvSpPr>
            <a:spLocks xmlns:a="http://schemas.openxmlformats.org/drawingml/2006/main" noGrp="1"/>
          </p:cNvSpPr>
          <p:nvPr/>
        </p:nvSpPr>
        <p:spPr>
          <a:xfrm xmlns:a="http://schemas.openxmlformats.org/drawingml/2006/main">
            <a:off x="6251134"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4" name="Editable chart path">
            <a:extLst xmlns:a="http://schemas.openxmlformats.org/drawingml/2006/main">
              <a:ext uri="{FF2B5EF4-FFF2-40B4-BE49-F238E27FC236}">
                <a16:creationId xmlns:a16="http://schemas.microsoft.com/office/drawing/2014/main" id="{107005D6-57B2-4238-B1EB-846524CFC3B4}"/>
              </a:ext>
            </a:extLst>
          </p:cNvPr>
          <p:cNvSpPr>
            <a:spLocks xmlns:a="http://schemas.openxmlformats.org/drawingml/2006/main" noGrp="1"/>
          </p:cNvSpPr>
          <p:nvPr/>
        </p:nvSpPr>
        <p:spPr>
          <a:xfrm xmlns:a="http://schemas.openxmlformats.org/drawingml/2006/main">
            <a:off x="6299745"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5" name="Editable chart path">
            <a:extLst xmlns:a="http://schemas.openxmlformats.org/drawingml/2006/main">
              <a:ext uri="{FF2B5EF4-FFF2-40B4-BE49-F238E27FC236}">
                <a16:creationId xmlns:a16="http://schemas.microsoft.com/office/drawing/2014/main" id="{134FFEA6-5D3B-4593-9666-D971C3055515}"/>
              </a:ext>
            </a:extLst>
          </p:cNvPr>
          <p:cNvSpPr>
            <a:spLocks xmlns:a="http://schemas.openxmlformats.org/drawingml/2006/main" noGrp="1"/>
          </p:cNvSpPr>
          <p:nvPr/>
        </p:nvSpPr>
        <p:spPr>
          <a:xfrm xmlns:a="http://schemas.openxmlformats.org/drawingml/2006/main">
            <a:off x="6348356"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6" name="Editable chart path">
            <a:extLst xmlns:a="http://schemas.openxmlformats.org/drawingml/2006/main">
              <a:ext uri="{FF2B5EF4-FFF2-40B4-BE49-F238E27FC236}">
                <a16:creationId xmlns:a16="http://schemas.microsoft.com/office/drawing/2014/main" id="{CA473100-8CAE-4880-857C-28F2FE89DF90}"/>
              </a:ext>
            </a:extLst>
          </p:cNvPr>
          <p:cNvSpPr>
            <a:spLocks xmlns:a="http://schemas.openxmlformats.org/drawingml/2006/main" noGrp="1"/>
          </p:cNvSpPr>
          <p:nvPr/>
        </p:nvSpPr>
        <p:spPr>
          <a:xfrm xmlns:a="http://schemas.openxmlformats.org/drawingml/2006/main">
            <a:off x="6396967"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7" name="Editable chart path">
            <a:extLst xmlns:a="http://schemas.openxmlformats.org/drawingml/2006/main">
              <a:ext uri="{FF2B5EF4-FFF2-40B4-BE49-F238E27FC236}">
                <a16:creationId xmlns:a16="http://schemas.microsoft.com/office/drawing/2014/main" id="{8C4786FC-5C3B-42C8-BEC6-B9F23036E791}"/>
              </a:ext>
            </a:extLst>
          </p:cNvPr>
          <p:cNvSpPr>
            <a:spLocks xmlns:a="http://schemas.openxmlformats.org/drawingml/2006/main" noGrp="1"/>
          </p:cNvSpPr>
          <p:nvPr/>
        </p:nvSpPr>
        <p:spPr>
          <a:xfrm xmlns:a="http://schemas.openxmlformats.org/drawingml/2006/main">
            <a:off x="6542800"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8" name="Editable chart path">
            <a:extLst xmlns:a="http://schemas.openxmlformats.org/drawingml/2006/main">
              <a:ext uri="{FF2B5EF4-FFF2-40B4-BE49-F238E27FC236}">
                <a16:creationId xmlns:a16="http://schemas.microsoft.com/office/drawing/2014/main" id="{8036B132-AE8A-42D7-A8FB-51610E72AF94}"/>
              </a:ext>
            </a:extLst>
          </p:cNvPr>
          <p:cNvSpPr>
            <a:spLocks xmlns:a="http://schemas.openxmlformats.org/drawingml/2006/main" noGrp="1"/>
          </p:cNvSpPr>
          <p:nvPr/>
        </p:nvSpPr>
        <p:spPr>
          <a:xfrm xmlns:a="http://schemas.openxmlformats.org/drawingml/2006/main">
            <a:off x="6591411"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9" name="Editable chart path">
            <a:extLst xmlns:a="http://schemas.openxmlformats.org/drawingml/2006/main">
              <a:ext uri="{FF2B5EF4-FFF2-40B4-BE49-F238E27FC236}">
                <a16:creationId xmlns:a16="http://schemas.microsoft.com/office/drawing/2014/main" id="{3E7AAD11-28E9-411D-AA25-DDF197CE9684}"/>
              </a:ext>
            </a:extLst>
          </p:cNvPr>
          <p:cNvSpPr>
            <a:spLocks xmlns:a="http://schemas.openxmlformats.org/drawingml/2006/main" noGrp="1"/>
          </p:cNvSpPr>
          <p:nvPr/>
        </p:nvSpPr>
        <p:spPr>
          <a:xfrm xmlns:a="http://schemas.openxmlformats.org/drawingml/2006/main">
            <a:off x="6931688"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0" name="Editable chart path">
            <a:extLst xmlns:a="http://schemas.openxmlformats.org/drawingml/2006/main">
              <a:ext uri="{FF2B5EF4-FFF2-40B4-BE49-F238E27FC236}">
                <a16:creationId xmlns:a16="http://schemas.microsoft.com/office/drawing/2014/main" id="{1C6CE31B-3A93-4AE3-8886-F94DC4324965}"/>
              </a:ext>
            </a:extLst>
          </p:cNvPr>
          <p:cNvSpPr>
            <a:spLocks xmlns:a="http://schemas.openxmlformats.org/drawingml/2006/main" noGrp="1"/>
          </p:cNvSpPr>
          <p:nvPr/>
        </p:nvSpPr>
        <p:spPr>
          <a:xfrm xmlns:a="http://schemas.openxmlformats.org/drawingml/2006/main">
            <a:off x="7028910" y="427286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1" name="Editable chart path">
            <a:extLst xmlns:a="http://schemas.openxmlformats.org/drawingml/2006/main">
              <a:ext uri="{FF2B5EF4-FFF2-40B4-BE49-F238E27FC236}">
                <a16:creationId xmlns:a16="http://schemas.microsoft.com/office/drawing/2014/main" id="{328D9125-5199-419A-B30A-1B0C4F0C8B87}"/>
              </a:ext>
            </a:extLst>
          </p:cNvPr>
          <p:cNvSpPr>
            <a:spLocks xmlns:a="http://schemas.openxmlformats.org/drawingml/2006/main" noGrp="1"/>
          </p:cNvSpPr>
          <p:nvPr/>
        </p:nvSpPr>
        <p:spPr>
          <a:xfrm xmlns:a="http://schemas.openxmlformats.org/drawingml/2006/main">
            <a:off x="6542800"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2" name="Editable chart path">
            <a:extLst xmlns:a="http://schemas.openxmlformats.org/drawingml/2006/main">
              <a:ext uri="{FF2B5EF4-FFF2-40B4-BE49-F238E27FC236}">
                <a16:creationId xmlns:a16="http://schemas.microsoft.com/office/drawing/2014/main" id="{6A300E72-F3C6-4262-AE26-4CD31CC375D0}"/>
              </a:ext>
            </a:extLst>
          </p:cNvPr>
          <p:cNvSpPr>
            <a:spLocks xmlns:a="http://schemas.openxmlformats.org/drawingml/2006/main" noGrp="1"/>
          </p:cNvSpPr>
          <p:nvPr/>
        </p:nvSpPr>
        <p:spPr>
          <a:xfrm xmlns:a="http://schemas.openxmlformats.org/drawingml/2006/main">
            <a:off x="6591411"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3" name="Editable chart path">
            <a:extLst xmlns:a="http://schemas.openxmlformats.org/drawingml/2006/main">
              <a:ext uri="{FF2B5EF4-FFF2-40B4-BE49-F238E27FC236}">
                <a16:creationId xmlns:a16="http://schemas.microsoft.com/office/drawing/2014/main" id="{964B1A6E-47CC-4D3D-A183-2CB1B0A382CF}"/>
              </a:ext>
            </a:extLst>
          </p:cNvPr>
          <p:cNvSpPr>
            <a:spLocks xmlns:a="http://schemas.openxmlformats.org/drawingml/2006/main" noGrp="1"/>
          </p:cNvSpPr>
          <p:nvPr/>
        </p:nvSpPr>
        <p:spPr>
          <a:xfrm xmlns:a="http://schemas.openxmlformats.org/drawingml/2006/main">
            <a:off x="6640022"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4" name="Editable chart path">
            <a:extLst xmlns:a="http://schemas.openxmlformats.org/drawingml/2006/main">
              <a:ext uri="{FF2B5EF4-FFF2-40B4-BE49-F238E27FC236}">
                <a16:creationId xmlns:a16="http://schemas.microsoft.com/office/drawing/2014/main" id="{812BC09B-D211-4766-86E0-D61ABE47E9F2}"/>
              </a:ext>
            </a:extLst>
          </p:cNvPr>
          <p:cNvSpPr>
            <a:spLocks xmlns:a="http://schemas.openxmlformats.org/drawingml/2006/main" noGrp="1"/>
          </p:cNvSpPr>
          <p:nvPr/>
        </p:nvSpPr>
        <p:spPr>
          <a:xfrm xmlns:a="http://schemas.openxmlformats.org/drawingml/2006/main">
            <a:off x="7417798"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5" name="Editable chart path">
            <a:extLst xmlns:a="http://schemas.openxmlformats.org/drawingml/2006/main">
              <a:ext uri="{FF2B5EF4-FFF2-40B4-BE49-F238E27FC236}">
                <a16:creationId xmlns:a16="http://schemas.microsoft.com/office/drawing/2014/main" id="{30611B07-5DE0-4658-9F6E-EF8D345A3DC8}"/>
              </a:ext>
            </a:extLst>
          </p:cNvPr>
          <p:cNvSpPr>
            <a:spLocks xmlns:a="http://schemas.openxmlformats.org/drawingml/2006/main" noGrp="1"/>
          </p:cNvSpPr>
          <p:nvPr/>
        </p:nvSpPr>
        <p:spPr>
          <a:xfrm xmlns:a="http://schemas.openxmlformats.org/drawingml/2006/main">
            <a:off x="7466409" y="422425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6" name="Editable chart path">
            <a:extLst xmlns:a="http://schemas.openxmlformats.org/drawingml/2006/main">
              <a:ext uri="{FF2B5EF4-FFF2-40B4-BE49-F238E27FC236}">
                <a16:creationId xmlns:a16="http://schemas.microsoft.com/office/drawing/2014/main" id="{2611B668-B348-4D13-BFD7-1A5B16364572}"/>
              </a:ext>
            </a:extLst>
          </p:cNvPr>
          <p:cNvSpPr>
            <a:spLocks xmlns:a="http://schemas.openxmlformats.org/drawingml/2006/main" noGrp="1"/>
          </p:cNvSpPr>
          <p:nvPr/>
        </p:nvSpPr>
        <p:spPr>
          <a:xfrm xmlns:a="http://schemas.openxmlformats.org/drawingml/2006/main">
            <a:off x="6494189"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7" name="Editable chart path">
            <a:extLst xmlns:a="http://schemas.openxmlformats.org/drawingml/2006/main">
              <a:ext uri="{FF2B5EF4-FFF2-40B4-BE49-F238E27FC236}">
                <a16:creationId xmlns:a16="http://schemas.microsoft.com/office/drawing/2014/main" id="{327FAEB7-F571-4245-9087-7F3331544C50}"/>
              </a:ext>
            </a:extLst>
          </p:cNvPr>
          <p:cNvSpPr>
            <a:spLocks xmlns:a="http://schemas.openxmlformats.org/drawingml/2006/main" noGrp="1"/>
          </p:cNvSpPr>
          <p:nvPr/>
        </p:nvSpPr>
        <p:spPr>
          <a:xfrm xmlns:a="http://schemas.openxmlformats.org/drawingml/2006/main">
            <a:off x="6542800"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8" name="Editable chart path">
            <a:extLst xmlns:a="http://schemas.openxmlformats.org/drawingml/2006/main">
              <a:ext uri="{FF2B5EF4-FFF2-40B4-BE49-F238E27FC236}">
                <a16:creationId xmlns:a16="http://schemas.microsoft.com/office/drawing/2014/main" id="{A5280211-9444-49B8-92BC-E3CEF828BF08}"/>
              </a:ext>
            </a:extLst>
          </p:cNvPr>
          <p:cNvSpPr>
            <a:spLocks xmlns:a="http://schemas.openxmlformats.org/drawingml/2006/main" noGrp="1"/>
          </p:cNvSpPr>
          <p:nvPr/>
        </p:nvSpPr>
        <p:spPr>
          <a:xfrm xmlns:a="http://schemas.openxmlformats.org/drawingml/2006/main">
            <a:off x="6591411"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9" name="Editable chart path">
            <a:extLst xmlns:a="http://schemas.openxmlformats.org/drawingml/2006/main">
              <a:ext uri="{FF2B5EF4-FFF2-40B4-BE49-F238E27FC236}">
                <a16:creationId xmlns:a16="http://schemas.microsoft.com/office/drawing/2014/main" id="{1AE8AA8F-3C93-418C-8FBF-D406DA50ADE3}"/>
              </a:ext>
            </a:extLst>
          </p:cNvPr>
          <p:cNvSpPr>
            <a:spLocks xmlns:a="http://schemas.openxmlformats.org/drawingml/2006/main" noGrp="1"/>
          </p:cNvSpPr>
          <p:nvPr/>
        </p:nvSpPr>
        <p:spPr>
          <a:xfrm xmlns:a="http://schemas.openxmlformats.org/drawingml/2006/main">
            <a:off x="6688633"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0" name="Editable chart path">
            <a:extLst xmlns:a="http://schemas.openxmlformats.org/drawingml/2006/main">
              <a:ext uri="{FF2B5EF4-FFF2-40B4-BE49-F238E27FC236}">
                <a16:creationId xmlns:a16="http://schemas.microsoft.com/office/drawing/2014/main" id="{03B1D4DF-7E5A-4A23-A2F4-CAC4065516EC}"/>
              </a:ext>
            </a:extLst>
          </p:cNvPr>
          <p:cNvSpPr>
            <a:spLocks xmlns:a="http://schemas.openxmlformats.org/drawingml/2006/main" noGrp="1"/>
          </p:cNvSpPr>
          <p:nvPr/>
        </p:nvSpPr>
        <p:spPr>
          <a:xfrm xmlns:a="http://schemas.openxmlformats.org/drawingml/2006/main">
            <a:off x="7320576"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1" name="Editable chart path">
            <a:extLst xmlns:a="http://schemas.openxmlformats.org/drawingml/2006/main">
              <a:ext uri="{FF2B5EF4-FFF2-40B4-BE49-F238E27FC236}">
                <a16:creationId xmlns:a16="http://schemas.microsoft.com/office/drawing/2014/main" id="{BF515D1A-AEDA-4640-912F-D1294787C1D5}"/>
              </a:ext>
            </a:extLst>
          </p:cNvPr>
          <p:cNvSpPr>
            <a:spLocks xmlns:a="http://schemas.openxmlformats.org/drawingml/2006/main" noGrp="1"/>
          </p:cNvSpPr>
          <p:nvPr/>
        </p:nvSpPr>
        <p:spPr>
          <a:xfrm xmlns:a="http://schemas.openxmlformats.org/drawingml/2006/main">
            <a:off x="7369187"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2" name="Editable chart path">
            <a:extLst xmlns:a="http://schemas.openxmlformats.org/drawingml/2006/main">
              <a:ext uri="{FF2B5EF4-FFF2-40B4-BE49-F238E27FC236}">
                <a16:creationId xmlns:a16="http://schemas.microsoft.com/office/drawing/2014/main" id="{68703B74-EDE4-40D2-8DBA-6E291AC986A5}"/>
              </a:ext>
            </a:extLst>
          </p:cNvPr>
          <p:cNvSpPr>
            <a:spLocks xmlns:a="http://schemas.openxmlformats.org/drawingml/2006/main" noGrp="1"/>
          </p:cNvSpPr>
          <p:nvPr/>
        </p:nvSpPr>
        <p:spPr>
          <a:xfrm xmlns:a="http://schemas.openxmlformats.org/drawingml/2006/main">
            <a:off x="7417798"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3" name="Editable chart path">
            <a:extLst xmlns:a="http://schemas.openxmlformats.org/drawingml/2006/main">
              <a:ext uri="{FF2B5EF4-FFF2-40B4-BE49-F238E27FC236}">
                <a16:creationId xmlns:a16="http://schemas.microsoft.com/office/drawing/2014/main" id="{F2419EF8-7E12-4EDB-8960-5377A501317E}"/>
              </a:ext>
            </a:extLst>
          </p:cNvPr>
          <p:cNvSpPr>
            <a:spLocks xmlns:a="http://schemas.openxmlformats.org/drawingml/2006/main" noGrp="1"/>
          </p:cNvSpPr>
          <p:nvPr/>
        </p:nvSpPr>
        <p:spPr>
          <a:xfrm xmlns:a="http://schemas.openxmlformats.org/drawingml/2006/main">
            <a:off x="6251134"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4" name="Editable chart path">
            <a:extLst xmlns:a="http://schemas.openxmlformats.org/drawingml/2006/main">
              <a:ext uri="{FF2B5EF4-FFF2-40B4-BE49-F238E27FC236}">
                <a16:creationId xmlns:a16="http://schemas.microsoft.com/office/drawing/2014/main" id="{E0B5EC1A-19AD-4E84-A798-ECC2D96A0DF1}"/>
              </a:ext>
            </a:extLst>
          </p:cNvPr>
          <p:cNvSpPr>
            <a:spLocks xmlns:a="http://schemas.openxmlformats.org/drawingml/2006/main" noGrp="1"/>
          </p:cNvSpPr>
          <p:nvPr/>
        </p:nvSpPr>
        <p:spPr>
          <a:xfrm xmlns:a="http://schemas.openxmlformats.org/drawingml/2006/main">
            <a:off x="6299745"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5" name="Editable chart path">
            <a:extLst xmlns:a="http://schemas.openxmlformats.org/drawingml/2006/main">
              <a:ext uri="{FF2B5EF4-FFF2-40B4-BE49-F238E27FC236}">
                <a16:creationId xmlns:a16="http://schemas.microsoft.com/office/drawing/2014/main" id="{7BE9EFEB-1D1A-4CF5-9606-C0B8A4516EB5}"/>
              </a:ext>
            </a:extLst>
          </p:cNvPr>
          <p:cNvSpPr>
            <a:spLocks xmlns:a="http://schemas.openxmlformats.org/drawingml/2006/main" noGrp="1"/>
          </p:cNvSpPr>
          <p:nvPr/>
        </p:nvSpPr>
        <p:spPr>
          <a:xfrm xmlns:a="http://schemas.openxmlformats.org/drawingml/2006/main">
            <a:off x="6348356"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6" name="Editable chart path">
            <a:extLst xmlns:a="http://schemas.openxmlformats.org/drawingml/2006/main">
              <a:ext uri="{FF2B5EF4-FFF2-40B4-BE49-F238E27FC236}">
                <a16:creationId xmlns:a16="http://schemas.microsoft.com/office/drawing/2014/main" id="{FE5A4324-0454-4836-A5C9-49549ED11371}"/>
              </a:ext>
            </a:extLst>
          </p:cNvPr>
          <p:cNvSpPr>
            <a:spLocks xmlns:a="http://schemas.openxmlformats.org/drawingml/2006/main" noGrp="1"/>
          </p:cNvSpPr>
          <p:nvPr/>
        </p:nvSpPr>
        <p:spPr>
          <a:xfrm xmlns:a="http://schemas.openxmlformats.org/drawingml/2006/main">
            <a:off x="6494189"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7" name="Editable chart path">
            <a:extLst xmlns:a="http://schemas.openxmlformats.org/drawingml/2006/main">
              <a:ext uri="{FF2B5EF4-FFF2-40B4-BE49-F238E27FC236}">
                <a16:creationId xmlns:a16="http://schemas.microsoft.com/office/drawing/2014/main" id="{D73043D7-C9A9-434D-96DB-E75BEACB67BE}"/>
              </a:ext>
            </a:extLst>
          </p:cNvPr>
          <p:cNvSpPr>
            <a:spLocks xmlns:a="http://schemas.openxmlformats.org/drawingml/2006/main" noGrp="1"/>
          </p:cNvSpPr>
          <p:nvPr/>
        </p:nvSpPr>
        <p:spPr>
          <a:xfrm xmlns:a="http://schemas.openxmlformats.org/drawingml/2006/main">
            <a:off x="6542800"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8" name="Editable chart path">
            <a:extLst xmlns:a="http://schemas.openxmlformats.org/drawingml/2006/main">
              <a:ext uri="{FF2B5EF4-FFF2-40B4-BE49-F238E27FC236}">
                <a16:creationId xmlns:a16="http://schemas.microsoft.com/office/drawing/2014/main" id="{BE9F0C3D-2FE5-4842-8174-9B6E3DCCD8FE}"/>
              </a:ext>
            </a:extLst>
          </p:cNvPr>
          <p:cNvSpPr>
            <a:spLocks xmlns:a="http://schemas.openxmlformats.org/drawingml/2006/main" noGrp="1"/>
          </p:cNvSpPr>
          <p:nvPr/>
        </p:nvSpPr>
        <p:spPr>
          <a:xfrm xmlns:a="http://schemas.openxmlformats.org/drawingml/2006/main">
            <a:off x="6688633"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9" name="Editable chart path">
            <a:extLst xmlns:a="http://schemas.openxmlformats.org/drawingml/2006/main">
              <a:ext uri="{FF2B5EF4-FFF2-40B4-BE49-F238E27FC236}">
                <a16:creationId xmlns:a16="http://schemas.microsoft.com/office/drawing/2014/main" id="{6409F8E5-3EF5-4CDD-83D9-E59224331C12}"/>
              </a:ext>
            </a:extLst>
          </p:cNvPr>
          <p:cNvSpPr>
            <a:spLocks xmlns:a="http://schemas.openxmlformats.org/drawingml/2006/main" noGrp="1"/>
          </p:cNvSpPr>
          <p:nvPr/>
        </p:nvSpPr>
        <p:spPr>
          <a:xfrm xmlns:a="http://schemas.openxmlformats.org/drawingml/2006/main">
            <a:off x="6737244"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0" name="Editable chart path">
            <a:extLst xmlns:a="http://schemas.openxmlformats.org/drawingml/2006/main">
              <a:ext uri="{FF2B5EF4-FFF2-40B4-BE49-F238E27FC236}">
                <a16:creationId xmlns:a16="http://schemas.microsoft.com/office/drawing/2014/main" id="{3C4CD4B7-FDC9-41A7-B40D-69E3C856A7D7}"/>
              </a:ext>
            </a:extLst>
          </p:cNvPr>
          <p:cNvSpPr>
            <a:spLocks xmlns:a="http://schemas.openxmlformats.org/drawingml/2006/main" noGrp="1"/>
          </p:cNvSpPr>
          <p:nvPr/>
        </p:nvSpPr>
        <p:spPr>
          <a:xfrm xmlns:a="http://schemas.openxmlformats.org/drawingml/2006/main">
            <a:off x="6834466"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1" name="Editable chart path">
            <a:extLst xmlns:a="http://schemas.openxmlformats.org/drawingml/2006/main">
              <a:ext uri="{FF2B5EF4-FFF2-40B4-BE49-F238E27FC236}">
                <a16:creationId xmlns:a16="http://schemas.microsoft.com/office/drawing/2014/main" id="{230902F9-5531-4EBD-A652-EBB88CFA1D70}"/>
              </a:ext>
            </a:extLst>
          </p:cNvPr>
          <p:cNvSpPr>
            <a:spLocks xmlns:a="http://schemas.openxmlformats.org/drawingml/2006/main" noGrp="1"/>
          </p:cNvSpPr>
          <p:nvPr/>
        </p:nvSpPr>
        <p:spPr>
          <a:xfrm xmlns:a="http://schemas.openxmlformats.org/drawingml/2006/main">
            <a:off x="7174743"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2" name="Editable chart path">
            <a:extLst xmlns:a="http://schemas.openxmlformats.org/drawingml/2006/main">
              <a:ext uri="{FF2B5EF4-FFF2-40B4-BE49-F238E27FC236}">
                <a16:creationId xmlns:a16="http://schemas.microsoft.com/office/drawing/2014/main" id="{235BDEBF-C10B-414C-BFFE-A8371A5D501A}"/>
              </a:ext>
            </a:extLst>
          </p:cNvPr>
          <p:cNvSpPr>
            <a:spLocks xmlns:a="http://schemas.openxmlformats.org/drawingml/2006/main" noGrp="1"/>
          </p:cNvSpPr>
          <p:nvPr/>
        </p:nvSpPr>
        <p:spPr>
          <a:xfrm xmlns:a="http://schemas.openxmlformats.org/drawingml/2006/main">
            <a:off x="7369187"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3" name="Editable chart path">
            <a:extLst xmlns:a="http://schemas.openxmlformats.org/drawingml/2006/main">
              <a:ext uri="{FF2B5EF4-FFF2-40B4-BE49-F238E27FC236}">
                <a16:creationId xmlns:a16="http://schemas.microsoft.com/office/drawing/2014/main" id="{7A26A2B5-0595-438E-BEA5-5BDE2AEC738E}"/>
              </a:ext>
            </a:extLst>
          </p:cNvPr>
          <p:cNvSpPr>
            <a:spLocks xmlns:a="http://schemas.openxmlformats.org/drawingml/2006/main" noGrp="1"/>
          </p:cNvSpPr>
          <p:nvPr/>
        </p:nvSpPr>
        <p:spPr>
          <a:xfrm xmlns:a="http://schemas.openxmlformats.org/drawingml/2006/main">
            <a:off x="7417798" y="412702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4" name="Editable chart path">
            <a:extLst xmlns:a="http://schemas.openxmlformats.org/drawingml/2006/main">
              <a:ext uri="{FF2B5EF4-FFF2-40B4-BE49-F238E27FC236}">
                <a16:creationId xmlns:a16="http://schemas.microsoft.com/office/drawing/2014/main" id="{814A1C57-2D96-4752-BD5A-C03598484965}"/>
              </a:ext>
            </a:extLst>
          </p:cNvPr>
          <p:cNvSpPr>
            <a:spLocks xmlns:a="http://schemas.openxmlformats.org/drawingml/2006/main" noGrp="1"/>
          </p:cNvSpPr>
          <p:nvPr/>
        </p:nvSpPr>
        <p:spPr>
          <a:xfrm xmlns:a="http://schemas.openxmlformats.org/drawingml/2006/main">
            <a:off x="6251134"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5" name="Editable chart path">
            <a:extLst xmlns:a="http://schemas.openxmlformats.org/drawingml/2006/main">
              <a:ext uri="{FF2B5EF4-FFF2-40B4-BE49-F238E27FC236}">
                <a16:creationId xmlns:a16="http://schemas.microsoft.com/office/drawing/2014/main" id="{1DB1E0A5-6D96-4D59-9D15-6F66CEC45BAA}"/>
              </a:ext>
            </a:extLst>
          </p:cNvPr>
          <p:cNvSpPr>
            <a:spLocks xmlns:a="http://schemas.openxmlformats.org/drawingml/2006/main" noGrp="1"/>
          </p:cNvSpPr>
          <p:nvPr/>
        </p:nvSpPr>
        <p:spPr>
          <a:xfrm xmlns:a="http://schemas.openxmlformats.org/drawingml/2006/main">
            <a:off x="6299745"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6" name="Editable chart path">
            <a:extLst xmlns:a="http://schemas.openxmlformats.org/drawingml/2006/main">
              <a:ext uri="{FF2B5EF4-FFF2-40B4-BE49-F238E27FC236}">
                <a16:creationId xmlns:a16="http://schemas.microsoft.com/office/drawing/2014/main" id="{5231FEDB-3BBE-4715-A7E5-DC68BF1F5466}"/>
              </a:ext>
            </a:extLst>
          </p:cNvPr>
          <p:cNvSpPr>
            <a:spLocks xmlns:a="http://schemas.openxmlformats.org/drawingml/2006/main" noGrp="1"/>
          </p:cNvSpPr>
          <p:nvPr/>
        </p:nvSpPr>
        <p:spPr>
          <a:xfrm xmlns:a="http://schemas.openxmlformats.org/drawingml/2006/main">
            <a:off x="6348356"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7" name="Editable chart path">
            <a:extLst xmlns:a="http://schemas.openxmlformats.org/drawingml/2006/main">
              <a:ext uri="{FF2B5EF4-FFF2-40B4-BE49-F238E27FC236}">
                <a16:creationId xmlns:a16="http://schemas.microsoft.com/office/drawing/2014/main" id="{0F71F25C-FAD8-4805-9FAA-4F8EC5D9E40D}"/>
              </a:ext>
            </a:extLst>
          </p:cNvPr>
          <p:cNvSpPr>
            <a:spLocks xmlns:a="http://schemas.openxmlformats.org/drawingml/2006/main" noGrp="1"/>
          </p:cNvSpPr>
          <p:nvPr/>
        </p:nvSpPr>
        <p:spPr>
          <a:xfrm xmlns:a="http://schemas.openxmlformats.org/drawingml/2006/main">
            <a:off x="6494189"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8" name="Editable chart path">
            <a:extLst xmlns:a="http://schemas.openxmlformats.org/drawingml/2006/main">
              <a:ext uri="{FF2B5EF4-FFF2-40B4-BE49-F238E27FC236}">
                <a16:creationId xmlns:a16="http://schemas.microsoft.com/office/drawing/2014/main" id="{82ED7031-3437-4BBC-95D8-D04F7A46CA72}"/>
              </a:ext>
            </a:extLst>
          </p:cNvPr>
          <p:cNvSpPr>
            <a:spLocks xmlns:a="http://schemas.openxmlformats.org/drawingml/2006/main" noGrp="1"/>
          </p:cNvSpPr>
          <p:nvPr/>
        </p:nvSpPr>
        <p:spPr>
          <a:xfrm xmlns:a="http://schemas.openxmlformats.org/drawingml/2006/main">
            <a:off x="6542800"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9" name="Editable chart path">
            <a:extLst xmlns:a="http://schemas.openxmlformats.org/drawingml/2006/main">
              <a:ext uri="{FF2B5EF4-FFF2-40B4-BE49-F238E27FC236}">
                <a16:creationId xmlns:a16="http://schemas.microsoft.com/office/drawing/2014/main" id="{B55EDB46-3B53-4361-8ACA-89034C845BD3}"/>
              </a:ext>
            </a:extLst>
          </p:cNvPr>
          <p:cNvSpPr>
            <a:spLocks xmlns:a="http://schemas.openxmlformats.org/drawingml/2006/main" noGrp="1"/>
          </p:cNvSpPr>
          <p:nvPr/>
        </p:nvSpPr>
        <p:spPr>
          <a:xfrm xmlns:a="http://schemas.openxmlformats.org/drawingml/2006/main">
            <a:off x="6591411"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0" name="Editable chart path">
            <a:extLst xmlns:a="http://schemas.openxmlformats.org/drawingml/2006/main">
              <a:ext uri="{FF2B5EF4-FFF2-40B4-BE49-F238E27FC236}">
                <a16:creationId xmlns:a16="http://schemas.microsoft.com/office/drawing/2014/main" id="{0842943C-BF27-4132-B65F-63324D0CEC2C}"/>
              </a:ext>
            </a:extLst>
          </p:cNvPr>
          <p:cNvSpPr>
            <a:spLocks xmlns:a="http://schemas.openxmlformats.org/drawingml/2006/main" noGrp="1"/>
          </p:cNvSpPr>
          <p:nvPr/>
        </p:nvSpPr>
        <p:spPr>
          <a:xfrm xmlns:a="http://schemas.openxmlformats.org/drawingml/2006/main">
            <a:off x="6640022"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1" name="Editable chart path">
            <a:extLst xmlns:a="http://schemas.openxmlformats.org/drawingml/2006/main">
              <a:ext uri="{FF2B5EF4-FFF2-40B4-BE49-F238E27FC236}">
                <a16:creationId xmlns:a16="http://schemas.microsoft.com/office/drawing/2014/main" id="{499A3F71-09F0-41F1-AEE1-B2181B6F9081}"/>
              </a:ext>
            </a:extLst>
          </p:cNvPr>
          <p:cNvSpPr>
            <a:spLocks xmlns:a="http://schemas.openxmlformats.org/drawingml/2006/main" noGrp="1"/>
          </p:cNvSpPr>
          <p:nvPr/>
        </p:nvSpPr>
        <p:spPr>
          <a:xfrm xmlns:a="http://schemas.openxmlformats.org/drawingml/2006/main">
            <a:off x="6688633"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2" name="Editable chart path">
            <a:extLst xmlns:a="http://schemas.openxmlformats.org/drawingml/2006/main">
              <a:ext uri="{FF2B5EF4-FFF2-40B4-BE49-F238E27FC236}">
                <a16:creationId xmlns:a16="http://schemas.microsoft.com/office/drawing/2014/main" id="{AD1FA351-BD94-4A4C-B824-E39D355790FD}"/>
              </a:ext>
            </a:extLst>
          </p:cNvPr>
          <p:cNvSpPr>
            <a:spLocks xmlns:a="http://schemas.openxmlformats.org/drawingml/2006/main" noGrp="1"/>
          </p:cNvSpPr>
          <p:nvPr/>
        </p:nvSpPr>
        <p:spPr>
          <a:xfrm xmlns:a="http://schemas.openxmlformats.org/drawingml/2006/main">
            <a:off x="6737244"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3" name="Editable chart path">
            <a:extLst xmlns:a="http://schemas.openxmlformats.org/drawingml/2006/main">
              <a:ext uri="{FF2B5EF4-FFF2-40B4-BE49-F238E27FC236}">
                <a16:creationId xmlns:a16="http://schemas.microsoft.com/office/drawing/2014/main" id="{AE6D9985-2ED2-488F-AF66-D824E562EE2B}"/>
              </a:ext>
            </a:extLst>
          </p:cNvPr>
          <p:cNvSpPr>
            <a:spLocks xmlns:a="http://schemas.openxmlformats.org/drawingml/2006/main" noGrp="1"/>
          </p:cNvSpPr>
          <p:nvPr/>
        </p:nvSpPr>
        <p:spPr>
          <a:xfrm xmlns:a="http://schemas.openxmlformats.org/drawingml/2006/main">
            <a:off x="6785855"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4" name="Editable chart path">
            <a:extLst xmlns:a="http://schemas.openxmlformats.org/drawingml/2006/main">
              <a:ext uri="{FF2B5EF4-FFF2-40B4-BE49-F238E27FC236}">
                <a16:creationId xmlns:a16="http://schemas.microsoft.com/office/drawing/2014/main" id="{36EACF94-E6CB-45A2-9F75-369B47161386}"/>
              </a:ext>
            </a:extLst>
          </p:cNvPr>
          <p:cNvSpPr>
            <a:spLocks xmlns:a="http://schemas.openxmlformats.org/drawingml/2006/main" noGrp="1"/>
          </p:cNvSpPr>
          <p:nvPr/>
        </p:nvSpPr>
        <p:spPr>
          <a:xfrm xmlns:a="http://schemas.openxmlformats.org/drawingml/2006/main">
            <a:off x="6834466"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5" name="Editable chart path">
            <a:extLst xmlns:a="http://schemas.openxmlformats.org/drawingml/2006/main">
              <a:ext uri="{FF2B5EF4-FFF2-40B4-BE49-F238E27FC236}">
                <a16:creationId xmlns:a16="http://schemas.microsoft.com/office/drawing/2014/main" id="{D5899637-B71E-4B81-88A1-6C6AC2C412F2}"/>
              </a:ext>
            </a:extLst>
          </p:cNvPr>
          <p:cNvSpPr>
            <a:spLocks xmlns:a="http://schemas.openxmlformats.org/drawingml/2006/main" noGrp="1"/>
          </p:cNvSpPr>
          <p:nvPr/>
        </p:nvSpPr>
        <p:spPr>
          <a:xfrm xmlns:a="http://schemas.openxmlformats.org/drawingml/2006/main">
            <a:off x="6883077"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6" name="Editable chart path">
            <a:extLst xmlns:a="http://schemas.openxmlformats.org/drawingml/2006/main">
              <a:ext uri="{FF2B5EF4-FFF2-40B4-BE49-F238E27FC236}">
                <a16:creationId xmlns:a16="http://schemas.microsoft.com/office/drawing/2014/main" id="{69DA0AF8-5E6C-439F-8A35-2F6A9884E15E}"/>
              </a:ext>
            </a:extLst>
          </p:cNvPr>
          <p:cNvSpPr>
            <a:spLocks xmlns:a="http://schemas.openxmlformats.org/drawingml/2006/main" noGrp="1"/>
          </p:cNvSpPr>
          <p:nvPr/>
        </p:nvSpPr>
        <p:spPr>
          <a:xfrm xmlns:a="http://schemas.openxmlformats.org/drawingml/2006/main">
            <a:off x="7077521"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7" name="Editable chart path">
            <a:extLst xmlns:a="http://schemas.openxmlformats.org/drawingml/2006/main">
              <a:ext uri="{FF2B5EF4-FFF2-40B4-BE49-F238E27FC236}">
                <a16:creationId xmlns:a16="http://schemas.microsoft.com/office/drawing/2014/main" id="{339E6BD2-5EA8-4D74-8862-43FA15E84D90}"/>
              </a:ext>
            </a:extLst>
          </p:cNvPr>
          <p:cNvSpPr>
            <a:spLocks xmlns:a="http://schemas.openxmlformats.org/drawingml/2006/main" noGrp="1"/>
          </p:cNvSpPr>
          <p:nvPr/>
        </p:nvSpPr>
        <p:spPr>
          <a:xfrm xmlns:a="http://schemas.openxmlformats.org/drawingml/2006/main">
            <a:off x="7174743"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8" name="Editable chart path">
            <a:extLst xmlns:a="http://schemas.openxmlformats.org/drawingml/2006/main">
              <a:ext uri="{FF2B5EF4-FFF2-40B4-BE49-F238E27FC236}">
                <a16:creationId xmlns:a16="http://schemas.microsoft.com/office/drawing/2014/main" id="{F5F6E442-2B0F-4BB3-97B2-D59522F86EAC}"/>
              </a:ext>
            </a:extLst>
          </p:cNvPr>
          <p:cNvSpPr>
            <a:spLocks xmlns:a="http://schemas.openxmlformats.org/drawingml/2006/main" noGrp="1"/>
          </p:cNvSpPr>
          <p:nvPr/>
        </p:nvSpPr>
        <p:spPr>
          <a:xfrm xmlns:a="http://schemas.openxmlformats.org/drawingml/2006/main">
            <a:off x="7223354"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9" name="Editable chart path">
            <a:extLst xmlns:a="http://schemas.openxmlformats.org/drawingml/2006/main">
              <a:ext uri="{FF2B5EF4-FFF2-40B4-BE49-F238E27FC236}">
                <a16:creationId xmlns:a16="http://schemas.microsoft.com/office/drawing/2014/main" id="{7F324B6B-5F6B-438D-9DEB-9EE5DDFC45D8}"/>
              </a:ext>
            </a:extLst>
          </p:cNvPr>
          <p:cNvSpPr>
            <a:spLocks xmlns:a="http://schemas.openxmlformats.org/drawingml/2006/main" noGrp="1"/>
          </p:cNvSpPr>
          <p:nvPr/>
        </p:nvSpPr>
        <p:spPr>
          <a:xfrm xmlns:a="http://schemas.openxmlformats.org/drawingml/2006/main">
            <a:off x="7271965"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0" name="Editable chart path">
            <a:extLst xmlns:a="http://schemas.openxmlformats.org/drawingml/2006/main">
              <a:ext uri="{FF2B5EF4-FFF2-40B4-BE49-F238E27FC236}">
                <a16:creationId xmlns:a16="http://schemas.microsoft.com/office/drawing/2014/main" id="{764B073F-6D00-49C2-85D3-1FEC874249B8}"/>
              </a:ext>
            </a:extLst>
          </p:cNvPr>
          <p:cNvSpPr>
            <a:spLocks xmlns:a="http://schemas.openxmlformats.org/drawingml/2006/main" noGrp="1"/>
          </p:cNvSpPr>
          <p:nvPr/>
        </p:nvSpPr>
        <p:spPr>
          <a:xfrm xmlns:a="http://schemas.openxmlformats.org/drawingml/2006/main">
            <a:off x="7320576"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1" name="Editable chart path">
            <a:extLst xmlns:a="http://schemas.openxmlformats.org/drawingml/2006/main">
              <a:ext uri="{FF2B5EF4-FFF2-40B4-BE49-F238E27FC236}">
                <a16:creationId xmlns:a16="http://schemas.microsoft.com/office/drawing/2014/main" id="{2269DDC0-F159-4734-81C4-EDE0CD3985AF}"/>
              </a:ext>
            </a:extLst>
          </p:cNvPr>
          <p:cNvSpPr>
            <a:spLocks xmlns:a="http://schemas.openxmlformats.org/drawingml/2006/main" noGrp="1"/>
          </p:cNvSpPr>
          <p:nvPr/>
        </p:nvSpPr>
        <p:spPr>
          <a:xfrm xmlns:a="http://schemas.openxmlformats.org/drawingml/2006/main">
            <a:off x="7369187"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2" name="Editable chart path">
            <a:extLst xmlns:a="http://schemas.openxmlformats.org/drawingml/2006/main">
              <a:ext uri="{FF2B5EF4-FFF2-40B4-BE49-F238E27FC236}">
                <a16:creationId xmlns:a16="http://schemas.microsoft.com/office/drawing/2014/main" id="{ECADDCF0-031C-485C-81B7-1E7309E23550}"/>
              </a:ext>
            </a:extLst>
          </p:cNvPr>
          <p:cNvSpPr>
            <a:spLocks xmlns:a="http://schemas.openxmlformats.org/drawingml/2006/main" noGrp="1"/>
          </p:cNvSpPr>
          <p:nvPr/>
        </p:nvSpPr>
        <p:spPr>
          <a:xfrm xmlns:a="http://schemas.openxmlformats.org/drawingml/2006/main">
            <a:off x="7417798"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3" name="Editable chart path">
            <a:extLst xmlns:a="http://schemas.openxmlformats.org/drawingml/2006/main">
              <a:ext uri="{FF2B5EF4-FFF2-40B4-BE49-F238E27FC236}">
                <a16:creationId xmlns:a16="http://schemas.microsoft.com/office/drawing/2014/main" id="{BB656F66-2D73-434A-B7B9-42D1AE6B0EF8}"/>
              </a:ext>
            </a:extLst>
          </p:cNvPr>
          <p:cNvSpPr>
            <a:spLocks xmlns:a="http://schemas.openxmlformats.org/drawingml/2006/main" noGrp="1"/>
          </p:cNvSpPr>
          <p:nvPr/>
        </p:nvSpPr>
        <p:spPr>
          <a:xfrm xmlns:a="http://schemas.openxmlformats.org/drawingml/2006/main">
            <a:off x="7466409"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4" name="Editable chart path">
            <a:extLst xmlns:a="http://schemas.openxmlformats.org/drawingml/2006/main">
              <a:ext uri="{FF2B5EF4-FFF2-40B4-BE49-F238E27FC236}">
                <a16:creationId xmlns:a16="http://schemas.microsoft.com/office/drawing/2014/main" id="{6C306620-F7FE-4164-BF78-BD85DA8E0B27}"/>
              </a:ext>
            </a:extLst>
          </p:cNvPr>
          <p:cNvSpPr>
            <a:spLocks xmlns:a="http://schemas.openxmlformats.org/drawingml/2006/main" noGrp="1"/>
          </p:cNvSpPr>
          <p:nvPr/>
        </p:nvSpPr>
        <p:spPr>
          <a:xfrm xmlns:a="http://schemas.openxmlformats.org/drawingml/2006/main">
            <a:off x="7515019"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5" name="Editable chart path">
            <a:extLst xmlns:a="http://schemas.openxmlformats.org/drawingml/2006/main">
              <a:ext uri="{FF2B5EF4-FFF2-40B4-BE49-F238E27FC236}">
                <a16:creationId xmlns:a16="http://schemas.microsoft.com/office/drawing/2014/main" id="{4FAA9A32-8A16-4F8E-8C4A-6F3DBEBC7A03}"/>
              </a:ext>
            </a:extLst>
          </p:cNvPr>
          <p:cNvSpPr>
            <a:spLocks xmlns:a="http://schemas.openxmlformats.org/drawingml/2006/main" noGrp="1"/>
          </p:cNvSpPr>
          <p:nvPr/>
        </p:nvSpPr>
        <p:spPr>
          <a:xfrm xmlns:a="http://schemas.openxmlformats.org/drawingml/2006/main">
            <a:off x="7563630"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6" name="Editable chart path">
            <a:extLst xmlns:a="http://schemas.openxmlformats.org/drawingml/2006/main">
              <a:ext uri="{FF2B5EF4-FFF2-40B4-BE49-F238E27FC236}">
                <a16:creationId xmlns:a16="http://schemas.microsoft.com/office/drawing/2014/main" id="{AC95B6F7-5A52-4278-95AB-5703EB53F389}"/>
              </a:ext>
            </a:extLst>
          </p:cNvPr>
          <p:cNvSpPr>
            <a:spLocks xmlns:a="http://schemas.openxmlformats.org/drawingml/2006/main" noGrp="1"/>
          </p:cNvSpPr>
          <p:nvPr/>
        </p:nvSpPr>
        <p:spPr>
          <a:xfrm xmlns:a="http://schemas.openxmlformats.org/drawingml/2006/main">
            <a:off x="6299745"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7" name="Editable chart path">
            <a:extLst xmlns:a="http://schemas.openxmlformats.org/drawingml/2006/main">
              <a:ext uri="{FF2B5EF4-FFF2-40B4-BE49-F238E27FC236}">
                <a16:creationId xmlns:a16="http://schemas.microsoft.com/office/drawing/2014/main" id="{2D1F9852-717C-44CF-B6A6-3B2EE41487BD}"/>
              </a:ext>
            </a:extLst>
          </p:cNvPr>
          <p:cNvSpPr>
            <a:spLocks xmlns:a="http://schemas.openxmlformats.org/drawingml/2006/main" noGrp="1"/>
          </p:cNvSpPr>
          <p:nvPr/>
        </p:nvSpPr>
        <p:spPr>
          <a:xfrm xmlns:a="http://schemas.openxmlformats.org/drawingml/2006/main">
            <a:off x="6348356"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8" name="Editable chart path">
            <a:extLst xmlns:a="http://schemas.openxmlformats.org/drawingml/2006/main">
              <a:ext uri="{FF2B5EF4-FFF2-40B4-BE49-F238E27FC236}">
                <a16:creationId xmlns:a16="http://schemas.microsoft.com/office/drawing/2014/main" id="{9FF849E5-E63B-4D02-8617-AB8BC21EC775}"/>
              </a:ext>
            </a:extLst>
          </p:cNvPr>
          <p:cNvSpPr>
            <a:spLocks xmlns:a="http://schemas.openxmlformats.org/drawingml/2006/main" noGrp="1"/>
          </p:cNvSpPr>
          <p:nvPr/>
        </p:nvSpPr>
        <p:spPr>
          <a:xfrm xmlns:a="http://schemas.openxmlformats.org/drawingml/2006/main">
            <a:off x="6396967"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9" name="Editable chart path">
            <a:extLst xmlns:a="http://schemas.openxmlformats.org/drawingml/2006/main">
              <a:ext uri="{FF2B5EF4-FFF2-40B4-BE49-F238E27FC236}">
                <a16:creationId xmlns:a16="http://schemas.microsoft.com/office/drawing/2014/main" id="{B2805ADF-2EA6-450B-B540-9EBA2D9603F3}"/>
              </a:ext>
            </a:extLst>
          </p:cNvPr>
          <p:cNvSpPr>
            <a:spLocks xmlns:a="http://schemas.openxmlformats.org/drawingml/2006/main" noGrp="1"/>
          </p:cNvSpPr>
          <p:nvPr/>
        </p:nvSpPr>
        <p:spPr>
          <a:xfrm xmlns:a="http://schemas.openxmlformats.org/drawingml/2006/main">
            <a:off x="6542800"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0" name="Editable chart path">
            <a:extLst xmlns:a="http://schemas.openxmlformats.org/drawingml/2006/main">
              <a:ext uri="{FF2B5EF4-FFF2-40B4-BE49-F238E27FC236}">
                <a16:creationId xmlns:a16="http://schemas.microsoft.com/office/drawing/2014/main" id="{E73BAEB0-8F48-4620-BE4A-E23C87692735}"/>
              </a:ext>
            </a:extLst>
          </p:cNvPr>
          <p:cNvSpPr>
            <a:spLocks xmlns:a="http://schemas.openxmlformats.org/drawingml/2006/main" noGrp="1"/>
          </p:cNvSpPr>
          <p:nvPr/>
        </p:nvSpPr>
        <p:spPr>
          <a:xfrm xmlns:a="http://schemas.openxmlformats.org/drawingml/2006/main">
            <a:off x="6591411"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1" name="Editable chart path">
            <a:extLst xmlns:a="http://schemas.openxmlformats.org/drawingml/2006/main">
              <a:ext uri="{FF2B5EF4-FFF2-40B4-BE49-F238E27FC236}">
                <a16:creationId xmlns:a16="http://schemas.microsoft.com/office/drawing/2014/main" id="{97A8854E-0445-40DE-88D3-66C5F05C2EBD}"/>
              </a:ext>
            </a:extLst>
          </p:cNvPr>
          <p:cNvSpPr>
            <a:spLocks xmlns:a="http://schemas.openxmlformats.org/drawingml/2006/main" noGrp="1"/>
          </p:cNvSpPr>
          <p:nvPr/>
        </p:nvSpPr>
        <p:spPr>
          <a:xfrm xmlns:a="http://schemas.openxmlformats.org/drawingml/2006/main">
            <a:off x="6640022"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2" name="Editable chart path">
            <a:extLst xmlns:a="http://schemas.openxmlformats.org/drawingml/2006/main">
              <a:ext uri="{FF2B5EF4-FFF2-40B4-BE49-F238E27FC236}">
                <a16:creationId xmlns:a16="http://schemas.microsoft.com/office/drawing/2014/main" id="{E659AC68-1AEA-42AB-BA05-3DA6119A748E}"/>
              </a:ext>
            </a:extLst>
          </p:cNvPr>
          <p:cNvSpPr>
            <a:spLocks xmlns:a="http://schemas.openxmlformats.org/drawingml/2006/main" noGrp="1"/>
          </p:cNvSpPr>
          <p:nvPr/>
        </p:nvSpPr>
        <p:spPr>
          <a:xfrm xmlns:a="http://schemas.openxmlformats.org/drawingml/2006/main">
            <a:off x="6688633"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3" name="Editable chart path">
            <a:extLst xmlns:a="http://schemas.openxmlformats.org/drawingml/2006/main">
              <a:ext uri="{FF2B5EF4-FFF2-40B4-BE49-F238E27FC236}">
                <a16:creationId xmlns:a16="http://schemas.microsoft.com/office/drawing/2014/main" id="{A56956FF-4F95-4D4E-9CD9-B54710974CFB}"/>
              </a:ext>
            </a:extLst>
          </p:cNvPr>
          <p:cNvSpPr>
            <a:spLocks xmlns:a="http://schemas.openxmlformats.org/drawingml/2006/main" noGrp="1"/>
          </p:cNvSpPr>
          <p:nvPr/>
        </p:nvSpPr>
        <p:spPr>
          <a:xfrm xmlns:a="http://schemas.openxmlformats.org/drawingml/2006/main">
            <a:off x="6737244"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4" name="Editable chart path">
            <a:extLst xmlns:a="http://schemas.openxmlformats.org/drawingml/2006/main">
              <a:ext uri="{FF2B5EF4-FFF2-40B4-BE49-F238E27FC236}">
                <a16:creationId xmlns:a16="http://schemas.microsoft.com/office/drawing/2014/main" id="{90EDC172-1688-47F7-ADE9-29E7FBDE8569}"/>
              </a:ext>
            </a:extLst>
          </p:cNvPr>
          <p:cNvSpPr>
            <a:spLocks xmlns:a="http://schemas.openxmlformats.org/drawingml/2006/main" noGrp="1"/>
          </p:cNvSpPr>
          <p:nvPr/>
        </p:nvSpPr>
        <p:spPr>
          <a:xfrm xmlns:a="http://schemas.openxmlformats.org/drawingml/2006/main">
            <a:off x="6785855"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5" name="Editable chart path">
            <a:extLst xmlns:a="http://schemas.openxmlformats.org/drawingml/2006/main">
              <a:ext uri="{FF2B5EF4-FFF2-40B4-BE49-F238E27FC236}">
                <a16:creationId xmlns:a16="http://schemas.microsoft.com/office/drawing/2014/main" id="{4A342C1A-BA17-44A7-B16F-FDD0719E3468}"/>
              </a:ext>
            </a:extLst>
          </p:cNvPr>
          <p:cNvSpPr>
            <a:spLocks xmlns:a="http://schemas.openxmlformats.org/drawingml/2006/main" noGrp="1"/>
          </p:cNvSpPr>
          <p:nvPr/>
        </p:nvSpPr>
        <p:spPr>
          <a:xfrm xmlns:a="http://schemas.openxmlformats.org/drawingml/2006/main">
            <a:off x="6834466"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6" name="Editable chart path">
            <a:extLst xmlns:a="http://schemas.openxmlformats.org/drawingml/2006/main">
              <a:ext uri="{FF2B5EF4-FFF2-40B4-BE49-F238E27FC236}">
                <a16:creationId xmlns:a16="http://schemas.microsoft.com/office/drawing/2014/main" id="{26A3D901-8F01-4F77-AFBB-089BE4B7C453}"/>
              </a:ext>
            </a:extLst>
          </p:cNvPr>
          <p:cNvSpPr>
            <a:spLocks xmlns:a="http://schemas.openxmlformats.org/drawingml/2006/main" noGrp="1"/>
          </p:cNvSpPr>
          <p:nvPr/>
        </p:nvSpPr>
        <p:spPr>
          <a:xfrm xmlns:a="http://schemas.openxmlformats.org/drawingml/2006/main">
            <a:off x="698029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7" name="Editable chart path">
            <a:extLst xmlns:a="http://schemas.openxmlformats.org/drawingml/2006/main">
              <a:ext uri="{FF2B5EF4-FFF2-40B4-BE49-F238E27FC236}">
                <a16:creationId xmlns:a16="http://schemas.microsoft.com/office/drawing/2014/main" id="{26451E83-4D91-4DEC-8B36-C47E2BBC3F6F}"/>
              </a:ext>
            </a:extLst>
          </p:cNvPr>
          <p:cNvSpPr>
            <a:spLocks xmlns:a="http://schemas.openxmlformats.org/drawingml/2006/main" noGrp="1"/>
          </p:cNvSpPr>
          <p:nvPr/>
        </p:nvSpPr>
        <p:spPr>
          <a:xfrm xmlns:a="http://schemas.openxmlformats.org/drawingml/2006/main">
            <a:off x="7028910"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8" name="Editable chart path">
            <a:extLst xmlns:a="http://schemas.openxmlformats.org/drawingml/2006/main">
              <a:ext uri="{FF2B5EF4-FFF2-40B4-BE49-F238E27FC236}">
                <a16:creationId xmlns:a16="http://schemas.microsoft.com/office/drawing/2014/main" id="{B77F4AC2-97FF-48D7-B64F-290F9646DFA5}"/>
              </a:ext>
            </a:extLst>
          </p:cNvPr>
          <p:cNvSpPr>
            <a:spLocks xmlns:a="http://schemas.openxmlformats.org/drawingml/2006/main" noGrp="1"/>
          </p:cNvSpPr>
          <p:nvPr/>
        </p:nvSpPr>
        <p:spPr>
          <a:xfrm xmlns:a="http://schemas.openxmlformats.org/drawingml/2006/main">
            <a:off x="7126132"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9" name="Editable chart path">
            <a:extLst xmlns:a="http://schemas.openxmlformats.org/drawingml/2006/main">
              <a:ext uri="{FF2B5EF4-FFF2-40B4-BE49-F238E27FC236}">
                <a16:creationId xmlns:a16="http://schemas.microsoft.com/office/drawing/2014/main" id="{86F0A4A6-88D2-4624-ABAE-4BFC6E0B0C6E}"/>
              </a:ext>
            </a:extLst>
          </p:cNvPr>
          <p:cNvSpPr>
            <a:spLocks xmlns:a="http://schemas.openxmlformats.org/drawingml/2006/main" noGrp="1"/>
          </p:cNvSpPr>
          <p:nvPr/>
        </p:nvSpPr>
        <p:spPr>
          <a:xfrm xmlns:a="http://schemas.openxmlformats.org/drawingml/2006/main">
            <a:off x="7174743"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0" name="Editable chart path">
            <a:extLst xmlns:a="http://schemas.openxmlformats.org/drawingml/2006/main">
              <a:ext uri="{FF2B5EF4-FFF2-40B4-BE49-F238E27FC236}">
                <a16:creationId xmlns:a16="http://schemas.microsoft.com/office/drawing/2014/main" id="{1FBB9DE7-C438-47CD-B825-7BCF1A177AEE}"/>
              </a:ext>
            </a:extLst>
          </p:cNvPr>
          <p:cNvSpPr>
            <a:spLocks xmlns:a="http://schemas.openxmlformats.org/drawingml/2006/main" noGrp="1"/>
          </p:cNvSpPr>
          <p:nvPr/>
        </p:nvSpPr>
        <p:spPr>
          <a:xfrm xmlns:a="http://schemas.openxmlformats.org/drawingml/2006/main">
            <a:off x="7223354"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1" name="Editable chart path">
            <a:extLst xmlns:a="http://schemas.openxmlformats.org/drawingml/2006/main">
              <a:ext uri="{FF2B5EF4-FFF2-40B4-BE49-F238E27FC236}">
                <a16:creationId xmlns:a16="http://schemas.microsoft.com/office/drawing/2014/main" id="{B3ED568F-C6E1-4804-B588-67E5E1554A0F}"/>
              </a:ext>
            </a:extLst>
          </p:cNvPr>
          <p:cNvSpPr>
            <a:spLocks xmlns:a="http://schemas.openxmlformats.org/drawingml/2006/main" noGrp="1"/>
          </p:cNvSpPr>
          <p:nvPr/>
        </p:nvSpPr>
        <p:spPr>
          <a:xfrm xmlns:a="http://schemas.openxmlformats.org/drawingml/2006/main">
            <a:off x="7271965"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2" name="Editable chart path">
            <a:extLst xmlns:a="http://schemas.openxmlformats.org/drawingml/2006/main">
              <a:ext uri="{FF2B5EF4-FFF2-40B4-BE49-F238E27FC236}">
                <a16:creationId xmlns:a16="http://schemas.microsoft.com/office/drawing/2014/main" id="{AAABD10E-16CD-4D6F-998D-8046EFD8CB0E}"/>
              </a:ext>
            </a:extLst>
          </p:cNvPr>
          <p:cNvSpPr>
            <a:spLocks xmlns:a="http://schemas.openxmlformats.org/drawingml/2006/main" noGrp="1"/>
          </p:cNvSpPr>
          <p:nvPr/>
        </p:nvSpPr>
        <p:spPr>
          <a:xfrm xmlns:a="http://schemas.openxmlformats.org/drawingml/2006/main">
            <a:off x="7320576"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3" name="Editable chart path">
            <a:extLst xmlns:a="http://schemas.openxmlformats.org/drawingml/2006/main">
              <a:ext uri="{FF2B5EF4-FFF2-40B4-BE49-F238E27FC236}">
                <a16:creationId xmlns:a16="http://schemas.microsoft.com/office/drawing/2014/main" id="{0D09BF4E-D111-4AB4-9474-C012B8F2F541}"/>
              </a:ext>
            </a:extLst>
          </p:cNvPr>
          <p:cNvSpPr>
            <a:spLocks xmlns:a="http://schemas.openxmlformats.org/drawingml/2006/main" noGrp="1"/>
          </p:cNvSpPr>
          <p:nvPr/>
        </p:nvSpPr>
        <p:spPr>
          <a:xfrm xmlns:a="http://schemas.openxmlformats.org/drawingml/2006/main">
            <a:off x="7369187"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4" name="Editable chart path">
            <a:extLst xmlns:a="http://schemas.openxmlformats.org/drawingml/2006/main">
              <a:ext uri="{FF2B5EF4-FFF2-40B4-BE49-F238E27FC236}">
                <a16:creationId xmlns:a16="http://schemas.microsoft.com/office/drawing/2014/main" id="{3BC2E449-3177-4F92-BE54-54E5B918BCE3}"/>
              </a:ext>
            </a:extLst>
          </p:cNvPr>
          <p:cNvSpPr>
            <a:spLocks xmlns:a="http://schemas.openxmlformats.org/drawingml/2006/main" noGrp="1"/>
          </p:cNvSpPr>
          <p:nvPr/>
        </p:nvSpPr>
        <p:spPr>
          <a:xfrm xmlns:a="http://schemas.openxmlformats.org/drawingml/2006/main">
            <a:off x="7417798"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5" name="Editable chart path">
            <a:extLst xmlns:a="http://schemas.openxmlformats.org/drawingml/2006/main">
              <a:ext uri="{FF2B5EF4-FFF2-40B4-BE49-F238E27FC236}">
                <a16:creationId xmlns:a16="http://schemas.microsoft.com/office/drawing/2014/main" id="{6D78E734-F9CA-4084-85BA-3FD61834DB22}"/>
              </a:ext>
            </a:extLst>
          </p:cNvPr>
          <p:cNvSpPr>
            <a:spLocks xmlns:a="http://schemas.openxmlformats.org/drawingml/2006/main" noGrp="1"/>
          </p:cNvSpPr>
          <p:nvPr/>
        </p:nvSpPr>
        <p:spPr>
          <a:xfrm xmlns:a="http://schemas.openxmlformats.org/drawingml/2006/main">
            <a:off x="746640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6" name="Editable chart path">
            <a:extLst xmlns:a="http://schemas.openxmlformats.org/drawingml/2006/main">
              <a:ext uri="{FF2B5EF4-FFF2-40B4-BE49-F238E27FC236}">
                <a16:creationId xmlns:a16="http://schemas.microsoft.com/office/drawing/2014/main" id="{3B01EB7A-DA8F-4016-A1AC-E85CB0BB747D}"/>
              </a:ext>
            </a:extLst>
          </p:cNvPr>
          <p:cNvSpPr>
            <a:spLocks xmlns:a="http://schemas.openxmlformats.org/drawingml/2006/main" noGrp="1"/>
          </p:cNvSpPr>
          <p:nvPr/>
        </p:nvSpPr>
        <p:spPr>
          <a:xfrm xmlns:a="http://schemas.openxmlformats.org/drawingml/2006/main">
            <a:off x="751501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7" name="Editable chart path">
            <a:extLst xmlns:a="http://schemas.openxmlformats.org/drawingml/2006/main">
              <a:ext uri="{FF2B5EF4-FFF2-40B4-BE49-F238E27FC236}">
                <a16:creationId xmlns:a16="http://schemas.microsoft.com/office/drawing/2014/main" id="{8D157892-8738-42A7-9F30-20A914AB68F2}"/>
              </a:ext>
            </a:extLst>
          </p:cNvPr>
          <p:cNvSpPr>
            <a:spLocks xmlns:a="http://schemas.openxmlformats.org/drawingml/2006/main" noGrp="1"/>
          </p:cNvSpPr>
          <p:nvPr/>
        </p:nvSpPr>
        <p:spPr>
          <a:xfrm xmlns:a="http://schemas.openxmlformats.org/drawingml/2006/main">
            <a:off x="7563630"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8" name="Editable chart path">
            <a:extLst xmlns:a="http://schemas.openxmlformats.org/drawingml/2006/main">
              <a:ext uri="{FF2B5EF4-FFF2-40B4-BE49-F238E27FC236}">
                <a16:creationId xmlns:a16="http://schemas.microsoft.com/office/drawing/2014/main" id="{22944679-68BF-41ED-989C-4B31103AF336}"/>
              </a:ext>
            </a:extLst>
          </p:cNvPr>
          <p:cNvSpPr>
            <a:spLocks xmlns:a="http://schemas.openxmlformats.org/drawingml/2006/main" noGrp="1"/>
          </p:cNvSpPr>
          <p:nvPr/>
        </p:nvSpPr>
        <p:spPr>
          <a:xfrm xmlns:a="http://schemas.openxmlformats.org/drawingml/2006/main">
            <a:off x="7612241"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9" name="Editable chart path">
            <a:extLst xmlns:a="http://schemas.openxmlformats.org/drawingml/2006/main">
              <a:ext uri="{FF2B5EF4-FFF2-40B4-BE49-F238E27FC236}">
                <a16:creationId xmlns:a16="http://schemas.microsoft.com/office/drawing/2014/main" id="{CC19A195-E1B8-45E0-A523-00FBAC987D50}"/>
              </a:ext>
            </a:extLst>
          </p:cNvPr>
          <p:cNvSpPr>
            <a:spLocks xmlns:a="http://schemas.openxmlformats.org/drawingml/2006/main" noGrp="1"/>
          </p:cNvSpPr>
          <p:nvPr/>
        </p:nvSpPr>
        <p:spPr>
          <a:xfrm xmlns:a="http://schemas.openxmlformats.org/drawingml/2006/main">
            <a:off x="6299745"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0" name="Editable chart path">
            <a:extLst xmlns:a="http://schemas.openxmlformats.org/drawingml/2006/main">
              <a:ext uri="{FF2B5EF4-FFF2-40B4-BE49-F238E27FC236}">
                <a16:creationId xmlns:a16="http://schemas.microsoft.com/office/drawing/2014/main" id="{C88B5A54-B518-486E-8380-50EB06853B6A}"/>
              </a:ext>
            </a:extLst>
          </p:cNvPr>
          <p:cNvSpPr>
            <a:spLocks xmlns:a="http://schemas.openxmlformats.org/drawingml/2006/main" noGrp="1"/>
          </p:cNvSpPr>
          <p:nvPr/>
        </p:nvSpPr>
        <p:spPr>
          <a:xfrm xmlns:a="http://schemas.openxmlformats.org/drawingml/2006/main">
            <a:off x="6348356"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1" name="Editable chart path">
            <a:extLst xmlns:a="http://schemas.openxmlformats.org/drawingml/2006/main">
              <a:ext uri="{FF2B5EF4-FFF2-40B4-BE49-F238E27FC236}">
                <a16:creationId xmlns:a16="http://schemas.microsoft.com/office/drawing/2014/main" id="{212F6921-98EE-4F4B-BBA1-984A7447DBBA}"/>
              </a:ext>
            </a:extLst>
          </p:cNvPr>
          <p:cNvSpPr>
            <a:spLocks xmlns:a="http://schemas.openxmlformats.org/drawingml/2006/main" noGrp="1"/>
          </p:cNvSpPr>
          <p:nvPr/>
        </p:nvSpPr>
        <p:spPr>
          <a:xfrm xmlns:a="http://schemas.openxmlformats.org/drawingml/2006/main">
            <a:off x="6396967"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2" name="Editable chart path">
            <a:extLst xmlns:a="http://schemas.openxmlformats.org/drawingml/2006/main">
              <a:ext uri="{FF2B5EF4-FFF2-40B4-BE49-F238E27FC236}">
                <a16:creationId xmlns:a16="http://schemas.microsoft.com/office/drawing/2014/main" id="{7B65660D-FBEE-433F-B4E3-BAA260C74BF4}"/>
              </a:ext>
            </a:extLst>
          </p:cNvPr>
          <p:cNvSpPr>
            <a:spLocks xmlns:a="http://schemas.openxmlformats.org/drawingml/2006/main" noGrp="1"/>
          </p:cNvSpPr>
          <p:nvPr/>
        </p:nvSpPr>
        <p:spPr>
          <a:xfrm xmlns:a="http://schemas.openxmlformats.org/drawingml/2006/main">
            <a:off x="6640022"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3" name="Editable chart path">
            <a:extLst xmlns:a="http://schemas.openxmlformats.org/drawingml/2006/main">
              <a:ext uri="{FF2B5EF4-FFF2-40B4-BE49-F238E27FC236}">
                <a16:creationId xmlns:a16="http://schemas.microsoft.com/office/drawing/2014/main" id="{DDD579E6-EDEE-42EC-8D59-E10DB0453A55}"/>
              </a:ext>
            </a:extLst>
          </p:cNvPr>
          <p:cNvSpPr>
            <a:spLocks xmlns:a="http://schemas.openxmlformats.org/drawingml/2006/main" noGrp="1"/>
          </p:cNvSpPr>
          <p:nvPr/>
        </p:nvSpPr>
        <p:spPr>
          <a:xfrm xmlns:a="http://schemas.openxmlformats.org/drawingml/2006/main">
            <a:off x="6737244"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4" name="Editable chart path">
            <a:extLst xmlns:a="http://schemas.openxmlformats.org/drawingml/2006/main">
              <a:ext uri="{FF2B5EF4-FFF2-40B4-BE49-F238E27FC236}">
                <a16:creationId xmlns:a16="http://schemas.microsoft.com/office/drawing/2014/main" id="{347927C0-80C7-4AD7-B9BA-31C7974FAB2F}"/>
              </a:ext>
            </a:extLst>
          </p:cNvPr>
          <p:cNvSpPr>
            <a:spLocks xmlns:a="http://schemas.openxmlformats.org/drawingml/2006/main" noGrp="1"/>
          </p:cNvSpPr>
          <p:nvPr/>
        </p:nvSpPr>
        <p:spPr>
          <a:xfrm xmlns:a="http://schemas.openxmlformats.org/drawingml/2006/main">
            <a:off x="6785855"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5" name="Editable chart path">
            <a:extLst xmlns:a="http://schemas.openxmlformats.org/drawingml/2006/main">
              <a:ext uri="{FF2B5EF4-FFF2-40B4-BE49-F238E27FC236}">
                <a16:creationId xmlns:a16="http://schemas.microsoft.com/office/drawing/2014/main" id="{D5BE2177-A48F-4ABC-8138-E05AB39E5768}"/>
              </a:ext>
            </a:extLst>
          </p:cNvPr>
          <p:cNvSpPr>
            <a:spLocks xmlns:a="http://schemas.openxmlformats.org/drawingml/2006/main" noGrp="1"/>
          </p:cNvSpPr>
          <p:nvPr/>
        </p:nvSpPr>
        <p:spPr>
          <a:xfrm xmlns:a="http://schemas.openxmlformats.org/drawingml/2006/main">
            <a:off x="7077521"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6" name="Editable chart path">
            <a:extLst xmlns:a="http://schemas.openxmlformats.org/drawingml/2006/main">
              <a:ext uri="{FF2B5EF4-FFF2-40B4-BE49-F238E27FC236}">
                <a16:creationId xmlns:a16="http://schemas.microsoft.com/office/drawing/2014/main" id="{A6850B4C-33EF-44A0-9667-492381CDED7F}"/>
              </a:ext>
            </a:extLst>
          </p:cNvPr>
          <p:cNvSpPr>
            <a:spLocks xmlns:a="http://schemas.openxmlformats.org/drawingml/2006/main" noGrp="1"/>
          </p:cNvSpPr>
          <p:nvPr/>
        </p:nvSpPr>
        <p:spPr>
          <a:xfrm xmlns:a="http://schemas.openxmlformats.org/drawingml/2006/main">
            <a:off x="7126132"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7" name="Editable chart path">
            <a:extLst xmlns:a="http://schemas.openxmlformats.org/drawingml/2006/main">
              <a:ext uri="{FF2B5EF4-FFF2-40B4-BE49-F238E27FC236}">
                <a16:creationId xmlns:a16="http://schemas.microsoft.com/office/drawing/2014/main" id="{982B03DF-A95A-404B-B8F8-3A4EF52ECDB9}"/>
              </a:ext>
            </a:extLst>
          </p:cNvPr>
          <p:cNvSpPr>
            <a:spLocks xmlns:a="http://schemas.openxmlformats.org/drawingml/2006/main" noGrp="1"/>
          </p:cNvSpPr>
          <p:nvPr/>
        </p:nvSpPr>
        <p:spPr>
          <a:xfrm xmlns:a="http://schemas.openxmlformats.org/drawingml/2006/main">
            <a:off x="7174743"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8" name="Editable chart path">
            <a:extLst xmlns:a="http://schemas.openxmlformats.org/drawingml/2006/main">
              <a:ext uri="{FF2B5EF4-FFF2-40B4-BE49-F238E27FC236}">
                <a16:creationId xmlns:a16="http://schemas.microsoft.com/office/drawing/2014/main" id="{427500B0-B00D-42B7-B387-C8BA5F72DB09}"/>
              </a:ext>
            </a:extLst>
          </p:cNvPr>
          <p:cNvSpPr>
            <a:spLocks xmlns:a="http://schemas.openxmlformats.org/drawingml/2006/main" noGrp="1"/>
          </p:cNvSpPr>
          <p:nvPr/>
        </p:nvSpPr>
        <p:spPr>
          <a:xfrm xmlns:a="http://schemas.openxmlformats.org/drawingml/2006/main">
            <a:off x="7223354"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9" name="Editable chart path">
            <a:extLst xmlns:a="http://schemas.openxmlformats.org/drawingml/2006/main">
              <a:ext uri="{FF2B5EF4-FFF2-40B4-BE49-F238E27FC236}">
                <a16:creationId xmlns:a16="http://schemas.microsoft.com/office/drawing/2014/main" id="{4E6DE5A4-D03B-4093-B0E3-EB0280E3DEF4}"/>
              </a:ext>
            </a:extLst>
          </p:cNvPr>
          <p:cNvSpPr>
            <a:spLocks xmlns:a="http://schemas.openxmlformats.org/drawingml/2006/main" noGrp="1"/>
          </p:cNvSpPr>
          <p:nvPr/>
        </p:nvSpPr>
        <p:spPr>
          <a:xfrm xmlns:a="http://schemas.openxmlformats.org/drawingml/2006/main">
            <a:off x="7271965"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0" name="Editable chart path">
            <a:extLst xmlns:a="http://schemas.openxmlformats.org/drawingml/2006/main">
              <a:ext uri="{FF2B5EF4-FFF2-40B4-BE49-F238E27FC236}">
                <a16:creationId xmlns:a16="http://schemas.microsoft.com/office/drawing/2014/main" id="{9E11D2F5-F370-4746-9284-5F2887CC8AF5}"/>
              </a:ext>
            </a:extLst>
          </p:cNvPr>
          <p:cNvSpPr>
            <a:spLocks xmlns:a="http://schemas.openxmlformats.org/drawingml/2006/main" noGrp="1"/>
          </p:cNvSpPr>
          <p:nvPr/>
        </p:nvSpPr>
        <p:spPr>
          <a:xfrm xmlns:a="http://schemas.openxmlformats.org/drawingml/2006/main">
            <a:off x="7320576"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1" name="Editable chart path">
            <a:extLst xmlns:a="http://schemas.openxmlformats.org/drawingml/2006/main">
              <a:ext uri="{FF2B5EF4-FFF2-40B4-BE49-F238E27FC236}">
                <a16:creationId xmlns:a16="http://schemas.microsoft.com/office/drawing/2014/main" id="{E718BBFD-A115-4B5B-B9C4-712CEDC5480D}"/>
              </a:ext>
            </a:extLst>
          </p:cNvPr>
          <p:cNvSpPr>
            <a:spLocks xmlns:a="http://schemas.openxmlformats.org/drawingml/2006/main" noGrp="1"/>
          </p:cNvSpPr>
          <p:nvPr/>
        </p:nvSpPr>
        <p:spPr>
          <a:xfrm xmlns:a="http://schemas.openxmlformats.org/drawingml/2006/main">
            <a:off x="7369187"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2" name="Editable chart path">
            <a:extLst xmlns:a="http://schemas.openxmlformats.org/drawingml/2006/main">
              <a:ext uri="{FF2B5EF4-FFF2-40B4-BE49-F238E27FC236}">
                <a16:creationId xmlns:a16="http://schemas.microsoft.com/office/drawing/2014/main" id="{61D11DB5-45C8-493B-AFC3-9A86C7A93279}"/>
              </a:ext>
            </a:extLst>
          </p:cNvPr>
          <p:cNvSpPr>
            <a:spLocks xmlns:a="http://schemas.openxmlformats.org/drawingml/2006/main" noGrp="1"/>
          </p:cNvSpPr>
          <p:nvPr/>
        </p:nvSpPr>
        <p:spPr>
          <a:xfrm xmlns:a="http://schemas.openxmlformats.org/drawingml/2006/main">
            <a:off x="7417798"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3" name="Editable chart path">
            <a:extLst xmlns:a="http://schemas.openxmlformats.org/drawingml/2006/main">
              <a:ext uri="{FF2B5EF4-FFF2-40B4-BE49-F238E27FC236}">
                <a16:creationId xmlns:a16="http://schemas.microsoft.com/office/drawing/2014/main" id="{16874A72-2B2B-49F3-BC26-D8F5C541CB95}"/>
              </a:ext>
            </a:extLst>
          </p:cNvPr>
          <p:cNvSpPr>
            <a:spLocks xmlns:a="http://schemas.openxmlformats.org/drawingml/2006/main" noGrp="1"/>
          </p:cNvSpPr>
          <p:nvPr/>
        </p:nvSpPr>
        <p:spPr>
          <a:xfrm xmlns:a="http://schemas.openxmlformats.org/drawingml/2006/main">
            <a:off x="7466409"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4" name="Editable chart path">
            <a:extLst xmlns:a="http://schemas.openxmlformats.org/drawingml/2006/main">
              <a:ext uri="{FF2B5EF4-FFF2-40B4-BE49-F238E27FC236}">
                <a16:creationId xmlns:a16="http://schemas.microsoft.com/office/drawing/2014/main" id="{BE541DA3-D449-4A45-9DE1-4DCBFB3B323D}"/>
              </a:ext>
            </a:extLst>
          </p:cNvPr>
          <p:cNvSpPr>
            <a:spLocks xmlns:a="http://schemas.openxmlformats.org/drawingml/2006/main" noGrp="1"/>
          </p:cNvSpPr>
          <p:nvPr/>
        </p:nvSpPr>
        <p:spPr>
          <a:xfrm xmlns:a="http://schemas.openxmlformats.org/drawingml/2006/main">
            <a:off x="7515019"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5" name="Editable chart path">
            <a:extLst xmlns:a="http://schemas.openxmlformats.org/drawingml/2006/main">
              <a:ext uri="{FF2B5EF4-FFF2-40B4-BE49-F238E27FC236}">
                <a16:creationId xmlns:a16="http://schemas.microsoft.com/office/drawing/2014/main" id="{B82F734B-3154-41A3-9FE8-B11049159F68}"/>
              </a:ext>
            </a:extLst>
          </p:cNvPr>
          <p:cNvSpPr>
            <a:spLocks xmlns:a="http://schemas.openxmlformats.org/drawingml/2006/main" noGrp="1"/>
          </p:cNvSpPr>
          <p:nvPr/>
        </p:nvSpPr>
        <p:spPr>
          <a:xfrm xmlns:a="http://schemas.openxmlformats.org/drawingml/2006/main">
            <a:off x="7563630"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6" name="Editable chart path">
            <a:extLst xmlns:a="http://schemas.openxmlformats.org/drawingml/2006/main">
              <a:ext uri="{FF2B5EF4-FFF2-40B4-BE49-F238E27FC236}">
                <a16:creationId xmlns:a16="http://schemas.microsoft.com/office/drawing/2014/main" id="{333F3953-F59D-439B-9509-4B6100716E21}"/>
              </a:ext>
            </a:extLst>
          </p:cNvPr>
          <p:cNvSpPr>
            <a:spLocks xmlns:a="http://schemas.openxmlformats.org/drawingml/2006/main" noGrp="1"/>
          </p:cNvSpPr>
          <p:nvPr/>
        </p:nvSpPr>
        <p:spPr>
          <a:xfrm xmlns:a="http://schemas.openxmlformats.org/drawingml/2006/main">
            <a:off x="7612241"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7" name="Editable chart path">
            <a:extLst xmlns:a="http://schemas.openxmlformats.org/drawingml/2006/main">
              <a:ext uri="{FF2B5EF4-FFF2-40B4-BE49-F238E27FC236}">
                <a16:creationId xmlns:a16="http://schemas.microsoft.com/office/drawing/2014/main" id="{BE5616EC-71C3-4304-B05F-105BE71F1307}"/>
              </a:ext>
            </a:extLst>
          </p:cNvPr>
          <p:cNvSpPr>
            <a:spLocks xmlns:a="http://schemas.openxmlformats.org/drawingml/2006/main" noGrp="1"/>
          </p:cNvSpPr>
          <p:nvPr/>
        </p:nvSpPr>
        <p:spPr>
          <a:xfrm xmlns:a="http://schemas.openxmlformats.org/drawingml/2006/main">
            <a:off x="7660852"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8" name="Editable chart path">
            <a:extLst xmlns:a="http://schemas.openxmlformats.org/drawingml/2006/main">
              <a:ext uri="{FF2B5EF4-FFF2-40B4-BE49-F238E27FC236}">
                <a16:creationId xmlns:a16="http://schemas.microsoft.com/office/drawing/2014/main" id="{C67F8C05-376B-4B23-964E-0D823131DD45}"/>
              </a:ext>
            </a:extLst>
          </p:cNvPr>
          <p:cNvSpPr>
            <a:spLocks xmlns:a="http://schemas.openxmlformats.org/drawingml/2006/main" noGrp="1"/>
          </p:cNvSpPr>
          <p:nvPr/>
        </p:nvSpPr>
        <p:spPr>
          <a:xfrm xmlns:a="http://schemas.openxmlformats.org/drawingml/2006/main">
            <a:off x="7709463"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9" name="Editable chart path">
            <a:extLst xmlns:a="http://schemas.openxmlformats.org/drawingml/2006/main">
              <a:ext uri="{FF2B5EF4-FFF2-40B4-BE49-F238E27FC236}">
                <a16:creationId xmlns:a16="http://schemas.microsoft.com/office/drawing/2014/main" id="{5C69961F-EB42-400E-93F2-8BE4850F383A}"/>
              </a:ext>
            </a:extLst>
          </p:cNvPr>
          <p:cNvSpPr>
            <a:spLocks xmlns:a="http://schemas.openxmlformats.org/drawingml/2006/main" noGrp="1"/>
          </p:cNvSpPr>
          <p:nvPr/>
        </p:nvSpPr>
        <p:spPr>
          <a:xfrm xmlns:a="http://schemas.openxmlformats.org/drawingml/2006/main">
            <a:off x="6299745"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0" name="Editable chart path">
            <a:extLst xmlns:a="http://schemas.openxmlformats.org/drawingml/2006/main">
              <a:ext uri="{FF2B5EF4-FFF2-40B4-BE49-F238E27FC236}">
                <a16:creationId xmlns:a16="http://schemas.microsoft.com/office/drawing/2014/main" id="{B03D229A-C0BB-4D0C-ABDD-72A1EBE4270B}"/>
              </a:ext>
            </a:extLst>
          </p:cNvPr>
          <p:cNvSpPr>
            <a:spLocks xmlns:a="http://schemas.openxmlformats.org/drawingml/2006/main" noGrp="1"/>
          </p:cNvSpPr>
          <p:nvPr/>
        </p:nvSpPr>
        <p:spPr>
          <a:xfrm xmlns:a="http://schemas.openxmlformats.org/drawingml/2006/main">
            <a:off x="6348356"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1" name="Editable chart path">
            <a:extLst xmlns:a="http://schemas.openxmlformats.org/drawingml/2006/main">
              <a:ext uri="{FF2B5EF4-FFF2-40B4-BE49-F238E27FC236}">
                <a16:creationId xmlns:a16="http://schemas.microsoft.com/office/drawing/2014/main" id="{34367B5A-EDE9-491F-8B83-BEFFBA0F2654}"/>
              </a:ext>
            </a:extLst>
          </p:cNvPr>
          <p:cNvSpPr>
            <a:spLocks xmlns:a="http://schemas.openxmlformats.org/drawingml/2006/main" noGrp="1"/>
          </p:cNvSpPr>
          <p:nvPr/>
        </p:nvSpPr>
        <p:spPr>
          <a:xfrm xmlns:a="http://schemas.openxmlformats.org/drawingml/2006/main">
            <a:off x="6396967"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2" name="Editable chart path">
            <a:extLst xmlns:a="http://schemas.openxmlformats.org/drawingml/2006/main">
              <a:ext uri="{FF2B5EF4-FFF2-40B4-BE49-F238E27FC236}">
                <a16:creationId xmlns:a16="http://schemas.microsoft.com/office/drawing/2014/main" id="{95995C15-365F-42ED-A076-7FE2E1084B8E}"/>
              </a:ext>
            </a:extLst>
          </p:cNvPr>
          <p:cNvSpPr>
            <a:spLocks xmlns:a="http://schemas.openxmlformats.org/drawingml/2006/main" noGrp="1"/>
          </p:cNvSpPr>
          <p:nvPr/>
        </p:nvSpPr>
        <p:spPr>
          <a:xfrm xmlns:a="http://schemas.openxmlformats.org/drawingml/2006/main">
            <a:off x="649418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3" name="Editable chart path">
            <a:extLst xmlns:a="http://schemas.openxmlformats.org/drawingml/2006/main">
              <a:ext uri="{FF2B5EF4-FFF2-40B4-BE49-F238E27FC236}">
                <a16:creationId xmlns:a16="http://schemas.microsoft.com/office/drawing/2014/main" id="{462AAEF7-6BA5-4570-B515-D27A287F868C}"/>
              </a:ext>
            </a:extLst>
          </p:cNvPr>
          <p:cNvSpPr>
            <a:spLocks xmlns:a="http://schemas.openxmlformats.org/drawingml/2006/main" noGrp="1"/>
          </p:cNvSpPr>
          <p:nvPr/>
        </p:nvSpPr>
        <p:spPr>
          <a:xfrm xmlns:a="http://schemas.openxmlformats.org/drawingml/2006/main">
            <a:off x="6591411"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4" name="Editable chart path">
            <a:extLst xmlns:a="http://schemas.openxmlformats.org/drawingml/2006/main">
              <a:ext uri="{FF2B5EF4-FFF2-40B4-BE49-F238E27FC236}">
                <a16:creationId xmlns:a16="http://schemas.microsoft.com/office/drawing/2014/main" id="{96AF7646-3AE6-4C20-AD3D-6C524E265569}"/>
              </a:ext>
            </a:extLst>
          </p:cNvPr>
          <p:cNvSpPr>
            <a:spLocks xmlns:a="http://schemas.openxmlformats.org/drawingml/2006/main" noGrp="1"/>
          </p:cNvSpPr>
          <p:nvPr/>
        </p:nvSpPr>
        <p:spPr>
          <a:xfrm xmlns:a="http://schemas.openxmlformats.org/drawingml/2006/main">
            <a:off x="698029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5" name="Editable chart path">
            <a:extLst xmlns:a="http://schemas.openxmlformats.org/drawingml/2006/main">
              <a:ext uri="{FF2B5EF4-FFF2-40B4-BE49-F238E27FC236}">
                <a16:creationId xmlns:a16="http://schemas.microsoft.com/office/drawing/2014/main" id="{D14F6808-A48B-42FD-BEA8-4BBB8B8B0677}"/>
              </a:ext>
            </a:extLst>
          </p:cNvPr>
          <p:cNvSpPr>
            <a:spLocks xmlns:a="http://schemas.openxmlformats.org/drawingml/2006/main" noGrp="1"/>
          </p:cNvSpPr>
          <p:nvPr/>
        </p:nvSpPr>
        <p:spPr>
          <a:xfrm xmlns:a="http://schemas.openxmlformats.org/drawingml/2006/main">
            <a:off x="7028910"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6" name="Editable chart path">
            <a:extLst xmlns:a="http://schemas.openxmlformats.org/drawingml/2006/main">
              <a:ext uri="{FF2B5EF4-FFF2-40B4-BE49-F238E27FC236}">
                <a16:creationId xmlns:a16="http://schemas.microsoft.com/office/drawing/2014/main" id="{0812964D-62C5-413E-886B-3ADA8EAA2963}"/>
              </a:ext>
            </a:extLst>
          </p:cNvPr>
          <p:cNvSpPr>
            <a:spLocks xmlns:a="http://schemas.openxmlformats.org/drawingml/2006/main" noGrp="1"/>
          </p:cNvSpPr>
          <p:nvPr/>
        </p:nvSpPr>
        <p:spPr>
          <a:xfrm xmlns:a="http://schemas.openxmlformats.org/drawingml/2006/main">
            <a:off x="7077521"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7" name="Editable chart path">
            <a:extLst xmlns:a="http://schemas.openxmlformats.org/drawingml/2006/main">
              <a:ext uri="{FF2B5EF4-FFF2-40B4-BE49-F238E27FC236}">
                <a16:creationId xmlns:a16="http://schemas.microsoft.com/office/drawing/2014/main" id="{E259AFFD-7C89-4B7D-9D5E-3BFE66270294}"/>
              </a:ext>
            </a:extLst>
          </p:cNvPr>
          <p:cNvSpPr>
            <a:spLocks xmlns:a="http://schemas.openxmlformats.org/drawingml/2006/main" noGrp="1"/>
          </p:cNvSpPr>
          <p:nvPr/>
        </p:nvSpPr>
        <p:spPr>
          <a:xfrm xmlns:a="http://schemas.openxmlformats.org/drawingml/2006/main">
            <a:off x="7126132"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8" name="Editable chart path">
            <a:extLst xmlns:a="http://schemas.openxmlformats.org/drawingml/2006/main">
              <a:ext uri="{FF2B5EF4-FFF2-40B4-BE49-F238E27FC236}">
                <a16:creationId xmlns:a16="http://schemas.microsoft.com/office/drawing/2014/main" id="{007027F6-054D-44DC-AB31-C127750ECC05}"/>
              </a:ext>
            </a:extLst>
          </p:cNvPr>
          <p:cNvSpPr>
            <a:spLocks xmlns:a="http://schemas.openxmlformats.org/drawingml/2006/main" noGrp="1"/>
          </p:cNvSpPr>
          <p:nvPr/>
        </p:nvSpPr>
        <p:spPr>
          <a:xfrm xmlns:a="http://schemas.openxmlformats.org/drawingml/2006/main">
            <a:off x="7174743"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9" name="Editable chart path">
            <a:extLst xmlns:a="http://schemas.openxmlformats.org/drawingml/2006/main">
              <a:ext uri="{FF2B5EF4-FFF2-40B4-BE49-F238E27FC236}">
                <a16:creationId xmlns:a16="http://schemas.microsoft.com/office/drawing/2014/main" id="{3C4CFF25-E415-4F34-A636-5FCE0849F341}"/>
              </a:ext>
            </a:extLst>
          </p:cNvPr>
          <p:cNvSpPr>
            <a:spLocks xmlns:a="http://schemas.openxmlformats.org/drawingml/2006/main" noGrp="1"/>
          </p:cNvSpPr>
          <p:nvPr/>
        </p:nvSpPr>
        <p:spPr>
          <a:xfrm xmlns:a="http://schemas.openxmlformats.org/drawingml/2006/main">
            <a:off x="7223354"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0" name="Editable chart path">
            <a:extLst xmlns:a="http://schemas.openxmlformats.org/drawingml/2006/main">
              <a:ext uri="{FF2B5EF4-FFF2-40B4-BE49-F238E27FC236}">
                <a16:creationId xmlns:a16="http://schemas.microsoft.com/office/drawing/2014/main" id="{CB0510CF-52EE-41D1-AA81-9C1B7DEC0046}"/>
              </a:ext>
            </a:extLst>
          </p:cNvPr>
          <p:cNvSpPr>
            <a:spLocks xmlns:a="http://schemas.openxmlformats.org/drawingml/2006/main" noGrp="1"/>
          </p:cNvSpPr>
          <p:nvPr/>
        </p:nvSpPr>
        <p:spPr>
          <a:xfrm xmlns:a="http://schemas.openxmlformats.org/drawingml/2006/main">
            <a:off x="7271965"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1" name="Editable chart path">
            <a:extLst xmlns:a="http://schemas.openxmlformats.org/drawingml/2006/main">
              <a:ext uri="{FF2B5EF4-FFF2-40B4-BE49-F238E27FC236}">
                <a16:creationId xmlns:a16="http://schemas.microsoft.com/office/drawing/2014/main" id="{1A51AB90-8DF9-4109-9D6F-46F354089FF1}"/>
              </a:ext>
            </a:extLst>
          </p:cNvPr>
          <p:cNvSpPr>
            <a:spLocks xmlns:a="http://schemas.openxmlformats.org/drawingml/2006/main" noGrp="1"/>
          </p:cNvSpPr>
          <p:nvPr/>
        </p:nvSpPr>
        <p:spPr>
          <a:xfrm xmlns:a="http://schemas.openxmlformats.org/drawingml/2006/main">
            <a:off x="7320576"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2" name="Editable chart path">
            <a:extLst xmlns:a="http://schemas.openxmlformats.org/drawingml/2006/main">
              <a:ext uri="{FF2B5EF4-FFF2-40B4-BE49-F238E27FC236}">
                <a16:creationId xmlns:a16="http://schemas.microsoft.com/office/drawing/2014/main" id="{12B842AB-AD2F-46E5-BC33-AA88EC08D573}"/>
              </a:ext>
            </a:extLst>
          </p:cNvPr>
          <p:cNvSpPr>
            <a:spLocks xmlns:a="http://schemas.openxmlformats.org/drawingml/2006/main" noGrp="1"/>
          </p:cNvSpPr>
          <p:nvPr/>
        </p:nvSpPr>
        <p:spPr>
          <a:xfrm xmlns:a="http://schemas.openxmlformats.org/drawingml/2006/main">
            <a:off x="7369187"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3" name="Editable chart path">
            <a:extLst xmlns:a="http://schemas.openxmlformats.org/drawingml/2006/main">
              <a:ext uri="{FF2B5EF4-FFF2-40B4-BE49-F238E27FC236}">
                <a16:creationId xmlns:a16="http://schemas.microsoft.com/office/drawing/2014/main" id="{DF7ACF49-BC48-4166-945A-EB66C99C20AC}"/>
              </a:ext>
            </a:extLst>
          </p:cNvPr>
          <p:cNvSpPr>
            <a:spLocks xmlns:a="http://schemas.openxmlformats.org/drawingml/2006/main" noGrp="1"/>
          </p:cNvSpPr>
          <p:nvPr/>
        </p:nvSpPr>
        <p:spPr>
          <a:xfrm xmlns:a="http://schemas.openxmlformats.org/drawingml/2006/main">
            <a:off x="7417798"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4" name="Editable chart path">
            <a:extLst xmlns:a="http://schemas.openxmlformats.org/drawingml/2006/main">
              <a:ext uri="{FF2B5EF4-FFF2-40B4-BE49-F238E27FC236}">
                <a16:creationId xmlns:a16="http://schemas.microsoft.com/office/drawing/2014/main" id="{BD06EAB6-916B-4D24-821E-A3E620896503}"/>
              </a:ext>
            </a:extLst>
          </p:cNvPr>
          <p:cNvSpPr>
            <a:spLocks xmlns:a="http://schemas.openxmlformats.org/drawingml/2006/main" noGrp="1"/>
          </p:cNvSpPr>
          <p:nvPr/>
        </p:nvSpPr>
        <p:spPr>
          <a:xfrm xmlns:a="http://schemas.openxmlformats.org/drawingml/2006/main">
            <a:off x="746640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5" name="Editable chart path">
            <a:extLst xmlns:a="http://schemas.openxmlformats.org/drawingml/2006/main">
              <a:ext uri="{FF2B5EF4-FFF2-40B4-BE49-F238E27FC236}">
                <a16:creationId xmlns:a16="http://schemas.microsoft.com/office/drawing/2014/main" id="{C4053D13-9DA9-4835-AE07-1AC0DC52C7F3}"/>
              </a:ext>
            </a:extLst>
          </p:cNvPr>
          <p:cNvSpPr>
            <a:spLocks xmlns:a="http://schemas.openxmlformats.org/drawingml/2006/main" noGrp="1"/>
          </p:cNvSpPr>
          <p:nvPr/>
        </p:nvSpPr>
        <p:spPr>
          <a:xfrm xmlns:a="http://schemas.openxmlformats.org/drawingml/2006/main">
            <a:off x="751501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6" name="Editable chart path">
            <a:extLst xmlns:a="http://schemas.openxmlformats.org/drawingml/2006/main">
              <a:ext uri="{FF2B5EF4-FFF2-40B4-BE49-F238E27FC236}">
                <a16:creationId xmlns:a16="http://schemas.microsoft.com/office/drawing/2014/main" id="{6CE3346D-CCA7-48F2-B38F-01BE256CEABA}"/>
              </a:ext>
            </a:extLst>
          </p:cNvPr>
          <p:cNvSpPr>
            <a:spLocks xmlns:a="http://schemas.openxmlformats.org/drawingml/2006/main" noGrp="1"/>
          </p:cNvSpPr>
          <p:nvPr/>
        </p:nvSpPr>
        <p:spPr>
          <a:xfrm xmlns:a="http://schemas.openxmlformats.org/drawingml/2006/main">
            <a:off x="7563630"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7" name="Editable chart path">
            <a:extLst xmlns:a="http://schemas.openxmlformats.org/drawingml/2006/main">
              <a:ext uri="{FF2B5EF4-FFF2-40B4-BE49-F238E27FC236}">
                <a16:creationId xmlns:a16="http://schemas.microsoft.com/office/drawing/2014/main" id="{2554446F-993B-43D8-8A5E-3E77D6264746}"/>
              </a:ext>
            </a:extLst>
          </p:cNvPr>
          <p:cNvSpPr>
            <a:spLocks xmlns:a="http://schemas.openxmlformats.org/drawingml/2006/main" noGrp="1"/>
          </p:cNvSpPr>
          <p:nvPr/>
        </p:nvSpPr>
        <p:spPr>
          <a:xfrm xmlns:a="http://schemas.openxmlformats.org/drawingml/2006/main">
            <a:off x="7612241"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8" name="Editable chart path">
            <a:extLst xmlns:a="http://schemas.openxmlformats.org/drawingml/2006/main">
              <a:ext uri="{FF2B5EF4-FFF2-40B4-BE49-F238E27FC236}">
                <a16:creationId xmlns:a16="http://schemas.microsoft.com/office/drawing/2014/main" id="{4D1777BF-AB2B-4131-9323-6DCEA89F0527}"/>
              </a:ext>
            </a:extLst>
          </p:cNvPr>
          <p:cNvSpPr>
            <a:spLocks xmlns:a="http://schemas.openxmlformats.org/drawingml/2006/main" noGrp="1"/>
          </p:cNvSpPr>
          <p:nvPr/>
        </p:nvSpPr>
        <p:spPr>
          <a:xfrm xmlns:a="http://schemas.openxmlformats.org/drawingml/2006/main">
            <a:off x="7660852"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9" name="Editable chart path">
            <a:extLst xmlns:a="http://schemas.openxmlformats.org/drawingml/2006/main">
              <a:ext uri="{FF2B5EF4-FFF2-40B4-BE49-F238E27FC236}">
                <a16:creationId xmlns:a16="http://schemas.microsoft.com/office/drawing/2014/main" id="{795746C6-D7B5-4292-B3D0-4FCAA467991C}"/>
              </a:ext>
            </a:extLst>
          </p:cNvPr>
          <p:cNvSpPr>
            <a:spLocks xmlns:a="http://schemas.openxmlformats.org/drawingml/2006/main" noGrp="1"/>
          </p:cNvSpPr>
          <p:nvPr/>
        </p:nvSpPr>
        <p:spPr>
          <a:xfrm xmlns:a="http://schemas.openxmlformats.org/drawingml/2006/main">
            <a:off x="7709463"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0" name="Editable chart path">
            <a:extLst xmlns:a="http://schemas.openxmlformats.org/drawingml/2006/main">
              <a:ext uri="{FF2B5EF4-FFF2-40B4-BE49-F238E27FC236}">
                <a16:creationId xmlns:a16="http://schemas.microsoft.com/office/drawing/2014/main" id="{60EE2855-E517-41CB-8B66-751186B7BA5E}"/>
              </a:ext>
            </a:extLst>
          </p:cNvPr>
          <p:cNvSpPr>
            <a:spLocks xmlns:a="http://schemas.openxmlformats.org/drawingml/2006/main" noGrp="1"/>
          </p:cNvSpPr>
          <p:nvPr/>
        </p:nvSpPr>
        <p:spPr>
          <a:xfrm xmlns:a="http://schemas.openxmlformats.org/drawingml/2006/main">
            <a:off x="7758074"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1" name="Editable chart path">
            <a:extLst xmlns:a="http://schemas.openxmlformats.org/drawingml/2006/main">
              <a:ext uri="{FF2B5EF4-FFF2-40B4-BE49-F238E27FC236}">
                <a16:creationId xmlns:a16="http://schemas.microsoft.com/office/drawing/2014/main" id="{85D5F2C5-E261-4A6C-A3C5-140CDC7A762E}"/>
              </a:ext>
            </a:extLst>
          </p:cNvPr>
          <p:cNvSpPr>
            <a:spLocks xmlns:a="http://schemas.openxmlformats.org/drawingml/2006/main" noGrp="1"/>
          </p:cNvSpPr>
          <p:nvPr/>
        </p:nvSpPr>
        <p:spPr>
          <a:xfrm xmlns:a="http://schemas.openxmlformats.org/drawingml/2006/main">
            <a:off x="7806685"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2" name="Editable chart path">
            <a:extLst xmlns:a="http://schemas.openxmlformats.org/drawingml/2006/main">
              <a:ext uri="{FF2B5EF4-FFF2-40B4-BE49-F238E27FC236}">
                <a16:creationId xmlns:a16="http://schemas.microsoft.com/office/drawing/2014/main" id="{7FBAD602-EB07-43BF-878D-9B71B67ABE3F}"/>
              </a:ext>
            </a:extLst>
          </p:cNvPr>
          <p:cNvSpPr>
            <a:spLocks xmlns:a="http://schemas.openxmlformats.org/drawingml/2006/main" noGrp="1"/>
          </p:cNvSpPr>
          <p:nvPr/>
        </p:nvSpPr>
        <p:spPr>
          <a:xfrm xmlns:a="http://schemas.openxmlformats.org/drawingml/2006/main">
            <a:off x="6299745"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3" name="Editable chart path">
            <a:extLst xmlns:a="http://schemas.openxmlformats.org/drawingml/2006/main">
              <a:ext uri="{FF2B5EF4-FFF2-40B4-BE49-F238E27FC236}">
                <a16:creationId xmlns:a16="http://schemas.microsoft.com/office/drawing/2014/main" id="{ADA99AAE-3A1A-4C64-9EAD-E6CCEE82556F}"/>
              </a:ext>
            </a:extLst>
          </p:cNvPr>
          <p:cNvSpPr>
            <a:spLocks xmlns:a="http://schemas.openxmlformats.org/drawingml/2006/main" noGrp="1"/>
          </p:cNvSpPr>
          <p:nvPr/>
        </p:nvSpPr>
        <p:spPr>
          <a:xfrm xmlns:a="http://schemas.openxmlformats.org/drawingml/2006/main">
            <a:off x="6348356"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4" name="Editable chart path">
            <a:extLst xmlns:a="http://schemas.openxmlformats.org/drawingml/2006/main">
              <a:ext uri="{FF2B5EF4-FFF2-40B4-BE49-F238E27FC236}">
                <a16:creationId xmlns:a16="http://schemas.microsoft.com/office/drawing/2014/main" id="{5A5C910F-4703-474E-B9E1-48602FF7FD26}"/>
              </a:ext>
            </a:extLst>
          </p:cNvPr>
          <p:cNvSpPr>
            <a:spLocks xmlns:a="http://schemas.openxmlformats.org/drawingml/2006/main" noGrp="1"/>
          </p:cNvSpPr>
          <p:nvPr/>
        </p:nvSpPr>
        <p:spPr>
          <a:xfrm xmlns:a="http://schemas.openxmlformats.org/drawingml/2006/main">
            <a:off x="6396967"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5" name="Editable chart path">
            <a:extLst xmlns:a="http://schemas.openxmlformats.org/drawingml/2006/main">
              <a:ext uri="{FF2B5EF4-FFF2-40B4-BE49-F238E27FC236}">
                <a16:creationId xmlns:a16="http://schemas.microsoft.com/office/drawing/2014/main" id="{0EE7CA5F-ED42-4012-9C0C-0F0DE4B5F6BC}"/>
              </a:ext>
            </a:extLst>
          </p:cNvPr>
          <p:cNvSpPr>
            <a:spLocks xmlns:a="http://schemas.openxmlformats.org/drawingml/2006/main" noGrp="1"/>
          </p:cNvSpPr>
          <p:nvPr/>
        </p:nvSpPr>
        <p:spPr>
          <a:xfrm xmlns:a="http://schemas.openxmlformats.org/drawingml/2006/main">
            <a:off x="649418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6" name="Editable chart path">
            <a:extLst xmlns:a="http://schemas.openxmlformats.org/drawingml/2006/main">
              <a:ext uri="{FF2B5EF4-FFF2-40B4-BE49-F238E27FC236}">
                <a16:creationId xmlns:a16="http://schemas.microsoft.com/office/drawing/2014/main" id="{E74FE342-8694-4C25-8DBA-03EB2C68A4AD}"/>
              </a:ext>
            </a:extLst>
          </p:cNvPr>
          <p:cNvSpPr>
            <a:spLocks xmlns:a="http://schemas.openxmlformats.org/drawingml/2006/main" noGrp="1"/>
          </p:cNvSpPr>
          <p:nvPr/>
        </p:nvSpPr>
        <p:spPr>
          <a:xfrm xmlns:a="http://schemas.openxmlformats.org/drawingml/2006/main">
            <a:off x="6542800"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7" name="Editable chart path">
            <a:extLst xmlns:a="http://schemas.openxmlformats.org/drawingml/2006/main">
              <a:ext uri="{FF2B5EF4-FFF2-40B4-BE49-F238E27FC236}">
                <a16:creationId xmlns:a16="http://schemas.microsoft.com/office/drawing/2014/main" id="{3F00C508-18A8-4692-B5D1-EFC54994EEC2}"/>
              </a:ext>
            </a:extLst>
          </p:cNvPr>
          <p:cNvSpPr>
            <a:spLocks xmlns:a="http://schemas.openxmlformats.org/drawingml/2006/main" noGrp="1"/>
          </p:cNvSpPr>
          <p:nvPr/>
        </p:nvSpPr>
        <p:spPr>
          <a:xfrm xmlns:a="http://schemas.openxmlformats.org/drawingml/2006/main">
            <a:off x="6591411"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8" name="Editable chart path">
            <a:extLst xmlns:a="http://schemas.openxmlformats.org/drawingml/2006/main">
              <a:ext uri="{FF2B5EF4-FFF2-40B4-BE49-F238E27FC236}">
                <a16:creationId xmlns:a16="http://schemas.microsoft.com/office/drawing/2014/main" id="{C687A279-756A-4547-8271-C44D646656CA}"/>
              </a:ext>
            </a:extLst>
          </p:cNvPr>
          <p:cNvSpPr>
            <a:spLocks xmlns:a="http://schemas.openxmlformats.org/drawingml/2006/main" noGrp="1"/>
          </p:cNvSpPr>
          <p:nvPr/>
        </p:nvSpPr>
        <p:spPr>
          <a:xfrm xmlns:a="http://schemas.openxmlformats.org/drawingml/2006/main">
            <a:off x="6640022"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9" name="Editable chart path">
            <a:extLst xmlns:a="http://schemas.openxmlformats.org/drawingml/2006/main">
              <a:ext uri="{FF2B5EF4-FFF2-40B4-BE49-F238E27FC236}">
                <a16:creationId xmlns:a16="http://schemas.microsoft.com/office/drawing/2014/main" id="{A495CEA6-5F49-4624-9B14-F3EFFCE33447}"/>
              </a:ext>
            </a:extLst>
          </p:cNvPr>
          <p:cNvSpPr>
            <a:spLocks xmlns:a="http://schemas.openxmlformats.org/drawingml/2006/main" noGrp="1"/>
          </p:cNvSpPr>
          <p:nvPr/>
        </p:nvSpPr>
        <p:spPr>
          <a:xfrm xmlns:a="http://schemas.openxmlformats.org/drawingml/2006/main">
            <a:off x="6688633"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0" name="Editable chart path">
            <a:extLst xmlns:a="http://schemas.openxmlformats.org/drawingml/2006/main">
              <a:ext uri="{FF2B5EF4-FFF2-40B4-BE49-F238E27FC236}">
                <a16:creationId xmlns:a16="http://schemas.microsoft.com/office/drawing/2014/main" id="{5D3ADAFD-7B75-40E3-BA43-EA2C1461BD21}"/>
              </a:ext>
            </a:extLst>
          </p:cNvPr>
          <p:cNvSpPr>
            <a:spLocks xmlns:a="http://schemas.openxmlformats.org/drawingml/2006/main" noGrp="1"/>
          </p:cNvSpPr>
          <p:nvPr/>
        </p:nvSpPr>
        <p:spPr>
          <a:xfrm xmlns:a="http://schemas.openxmlformats.org/drawingml/2006/main">
            <a:off x="6737244"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1" name="Editable chart path">
            <a:extLst xmlns:a="http://schemas.openxmlformats.org/drawingml/2006/main">
              <a:ext uri="{FF2B5EF4-FFF2-40B4-BE49-F238E27FC236}">
                <a16:creationId xmlns:a16="http://schemas.microsoft.com/office/drawing/2014/main" id="{B3E9437F-82FD-4732-9C33-A469296EEEB5}"/>
              </a:ext>
            </a:extLst>
          </p:cNvPr>
          <p:cNvSpPr>
            <a:spLocks xmlns:a="http://schemas.openxmlformats.org/drawingml/2006/main" noGrp="1"/>
          </p:cNvSpPr>
          <p:nvPr/>
        </p:nvSpPr>
        <p:spPr>
          <a:xfrm xmlns:a="http://schemas.openxmlformats.org/drawingml/2006/main">
            <a:off x="6785855"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2" name="Editable chart path">
            <a:extLst xmlns:a="http://schemas.openxmlformats.org/drawingml/2006/main">
              <a:ext uri="{FF2B5EF4-FFF2-40B4-BE49-F238E27FC236}">
                <a16:creationId xmlns:a16="http://schemas.microsoft.com/office/drawing/2014/main" id="{8580C953-E406-47E6-AA7E-54C1567F98CA}"/>
              </a:ext>
            </a:extLst>
          </p:cNvPr>
          <p:cNvSpPr>
            <a:spLocks xmlns:a="http://schemas.openxmlformats.org/drawingml/2006/main" noGrp="1"/>
          </p:cNvSpPr>
          <p:nvPr/>
        </p:nvSpPr>
        <p:spPr>
          <a:xfrm xmlns:a="http://schemas.openxmlformats.org/drawingml/2006/main">
            <a:off x="6834466"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3" name="Editable chart path">
            <a:extLst xmlns:a="http://schemas.openxmlformats.org/drawingml/2006/main">
              <a:ext uri="{FF2B5EF4-FFF2-40B4-BE49-F238E27FC236}">
                <a16:creationId xmlns:a16="http://schemas.microsoft.com/office/drawing/2014/main" id="{592BED9D-42B8-4EA8-9B8A-10366CF24E4E}"/>
              </a:ext>
            </a:extLst>
          </p:cNvPr>
          <p:cNvSpPr>
            <a:spLocks xmlns:a="http://schemas.openxmlformats.org/drawingml/2006/main" noGrp="1"/>
          </p:cNvSpPr>
          <p:nvPr/>
        </p:nvSpPr>
        <p:spPr>
          <a:xfrm xmlns:a="http://schemas.openxmlformats.org/drawingml/2006/main">
            <a:off x="6883077"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4" name="Editable chart path">
            <a:extLst xmlns:a="http://schemas.openxmlformats.org/drawingml/2006/main">
              <a:ext uri="{FF2B5EF4-FFF2-40B4-BE49-F238E27FC236}">
                <a16:creationId xmlns:a16="http://schemas.microsoft.com/office/drawing/2014/main" id="{D53E453E-A25C-471A-95F0-AEB5F25C84A0}"/>
              </a:ext>
            </a:extLst>
          </p:cNvPr>
          <p:cNvSpPr>
            <a:spLocks xmlns:a="http://schemas.openxmlformats.org/drawingml/2006/main" noGrp="1"/>
          </p:cNvSpPr>
          <p:nvPr/>
        </p:nvSpPr>
        <p:spPr>
          <a:xfrm xmlns:a="http://schemas.openxmlformats.org/drawingml/2006/main">
            <a:off x="6931688"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5" name="Editable chart path">
            <a:extLst xmlns:a="http://schemas.openxmlformats.org/drawingml/2006/main">
              <a:ext uri="{FF2B5EF4-FFF2-40B4-BE49-F238E27FC236}">
                <a16:creationId xmlns:a16="http://schemas.microsoft.com/office/drawing/2014/main" id="{F1CE24D6-43E9-4EEA-B8BC-CD61D207BE99}"/>
              </a:ext>
            </a:extLst>
          </p:cNvPr>
          <p:cNvSpPr>
            <a:spLocks xmlns:a="http://schemas.openxmlformats.org/drawingml/2006/main" noGrp="1"/>
          </p:cNvSpPr>
          <p:nvPr/>
        </p:nvSpPr>
        <p:spPr>
          <a:xfrm xmlns:a="http://schemas.openxmlformats.org/drawingml/2006/main">
            <a:off x="698029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6" name="Editable chart path">
            <a:extLst xmlns:a="http://schemas.openxmlformats.org/drawingml/2006/main">
              <a:ext uri="{FF2B5EF4-FFF2-40B4-BE49-F238E27FC236}">
                <a16:creationId xmlns:a16="http://schemas.microsoft.com/office/drawing/2014/main" id="{463B9A15-E91C-41F1-AD3C-026FEBBF4731}"/>
              </a:ext>
            </a:extLst>
          </p:cNvPr>
          <p:cNvSpPr>
            <a:spLocks xmlns:a="http://schemas.openxmlformats.org/drawingml/2006/main" noGrp="1"/>
          </p:cNvSpPr>
          <p:nvPr/>
        </p:nvSpPr>
        <p:spPr>
          <a:xfrm xmlns:a="http://schemas.openxmlformats.org/drawingml/2006/main">
            <a:off x="7028910"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7" name="Editable chart path">
            <a:extLst xmlns:a="http://schemas.openxmlformats.org/drawingml/2006/main">
              <a:ext uri="{FF2B5EF4-FFF2-40B4-BE49-F238E27FC236}">
                <a16:creationId xmlns:a16="http://schemas.microsoft.com/office/drawing/2014/main" id="{20C1A74C-134E-4CF6-81A4-497CBE42A901}"/>
              </a:ext>
            </a:extLst>
          </p:cNvPr>
          <p:cNvSpPr>
            <a:spLocks xmlns:a="http://schemas.openxmlformats.org/drawingml/2006/main" noGrp="1"/>
          </p:cNvSpPr>
          <p:nvPr/>
        </p:nvSpPr>
        <p:spPr>
          <a:xfrm xmlns:a="http://schemas.openxmlformats.org/drawingml/2006/main">
            <a:off x="7077521"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8" name="Editable chart path">
            <a:extLst xmlns:a="http://schemas.openxmlformats.org/drawingml/2006/main">
              <a:ext uri="{FF2B5EF4-FFF2-40B4-BE49-F238E27FC236}">
                <a16:creationId xmlns:a16="http://schemas.microsoft.com/office/drawing/2014/main" id="{558680FE-A896-4F8C-B466-D6AA047B2A63}"/>
              </a:ext>
            </a:extLst>
          </p:cNvPr>
          <p:cNvSpPr>
            <a:spLocks xmlns:a="http://schemas.openxmlformats.org/drawingml/2006/main" noGrp="1"/>
          </p:cNvSpPr>
          <p:nvPr/>
        </p:nvSpPr>
        <p:spPr>
          <a:xfrm xmlns:a="http://schemas.openxmlformats.org/drawingml/2006/main">
            <a:off x="7126132"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9" name="Editable chart path">
            <a:extLst xmlns:a="http://schemas.openxmlformats.org/drawingml/2006/main">
              <a:ext uri="{FF2B5EF4-FFF2-40B4-BE49-F238E27FC236}">
                <a16:creationId xmlns:a16="http://schemas.microsoft.com/office/drawing/2014/main" id="{62D4257D-F576-4372-A743-78ADE3712151}"/>
              </a:ext>
            </a:extLst>
          </p:cNvPr>
          <p:cNvSpPr>
            <a:spLocks xmlns:a="http://schemas.openxmlformats.org/drawingml/2006/main" noGrp="1"/>
          </p:cNvSpPr>
          <p:nvPr/>
        </p:nvSpPr>
        <p:spPr>
          <a:xfrm xmlns:a="http://schemas.openxmlformats.org/drawingml/2006/main">
            <a:off x="7174743"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0" name="Editable chart path">
            <a:extLst xmlns:a="http://schemas.openxmlformats.org/drawingml/2006/main">
              <a:ext uri="{FF2B5EF4-FFF2-40B4-BE49-F238E27FC236}">
                <a16:creationId xmlns:a16="http://schemas.microsoft.com/office/drawing/2014/main" id="{A1F07AA1-B892-4DF8-927C-AEFB8EBDE3C1}"/>
              </a:ext>
            </a:extLst>
          </p:cNvPr>
          <p:cNvSpPr>
            <a:spLocks xmlns:a="http://schemas.openxmlformats.org/drawingml/2006/main" noGrp="1"/>
          </p:cNvSpPr>
          <p:nvPr/>
        </p:nvSpPr>
        <p:spPr>
          <a:xfrm xmlns:a="http://schemas.openxmlformats.org/drawingml/2006/main">
            <a:off x="7223354"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1" name="Editable chart path">
            <a:extLst xmlns:a="http://schemas.openxmlformats.org/drawingml/2006/main">
              <a:ext uri="{FF2B5EF4-FFF2-40B4-BE49-F238E27FC236}">
                <a16:creationId xmlns:a16="http://schemas.microsoft.com/office/drawing/2014/main" id="{B2A03BA7-4629-4BB9-ACE8-AF5CD3BD3291}"/>
              </a:ext>
            </a:extLst>
          </p:cNvPr>
          <p:cNvSpPr>
            <a:spLocks xmlns:a="http://schemas.openxmlformats.org/drawingml/2006/main" noGrp="1"/>
          </p:cNvSpPr>
          <p:nvPr/>
        </p:nvSpPr>
        <p:spPr>
          <a:xfrm xmlns:a="http://schemas.openxmlformats.org/drawingml/2006/main">
            <a:off x="7271965"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2" name="Editable chart path">
            <a:extLst xmlns:a="http://schemas.openxmlformats.org/drawingml/2006/main">
              <a:ext uri="{FF2B5EF4-FFF2-40B4-BE49-F238E27FC236}">
                <a16:creationId xmlns:a16="http://schemas.microsoft.com/office/drawing/2014/main" id="{3CCBB14A-2F97-49E3-BC88-BA3C8C1D65E5}"/>
              </a:ext>
            </a:extLst>
          </p:cNvPr>
          <p:cNvSpPr>
            <a:spLocks xmlns:a="http://schemas.openxmlformats.org/drawingml/2006/main" noGrp="1"/>
          </p:cNvSpPr>
          <p:nvPr/>
        </p:nvSpPr>
        <p:spPr>
          <a:xfrm xmlns:a="http://schemas.openxmlformats.org/drawingml/2006/main">
            <a:off x="7320576"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3" name="Editable chart path">
            <a:extLst xmlns:a="http://schemas.openxmlformats.org/drawingml/2006/main">
              <a:ext uri="{FF2B5EF4-FFF2-40B4-BE49-F238E27FC236}">
                <a16:creationId xmlns:a16="http://schemas.microsoft.com/office/drawing/2014/main" id="{AED1CC00-9702-4840-B907-0477458EAC50}"/>
              </a:ext>
            </a:extLst>
          </p:cNvPr>
          <p:cNvSpPr>
            <a:spLocks xmlns:a="http://schemas.openxmlformats.org/drawingml/2006/main" noGrp="1"/>
          </p:cNvSpPr>
          <p:nvPr/>
        </p:nvSpPr>
        <p:spPr>
          <a:xfrm xmlns:a="http://schemas.openxmlformats.org/drawingml/2006/main">
            <a:off x="7369187"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4" name="Editable chart path">
            <a:extLst xmlns:a="http://schemas.openxmlformats.org/drawingml/2006/main">
              <a:ext uri="{FF2B5EF4-FFF2-40B4-BE49-F238E27FC236}">
                <a16:creationId xmlns:a16="http://schemas.microsoft.com/office/drawing/2014/main" id="{691913F5-19A7-4C53-A508-415E2DA3D15C}"/>
              </a:ext>
            </a:extLst>
          </p:cNvPr>
          <p:cNvSpPr>
            <a:spLocks xmlns:a="http://schemas.openxmlformats.org/drawingml/2006/main" noGrp="1"/>
          </p:cNvSpPr>
          <p:nvPr/>
        </p:nvSpPr>
        <p:spPr>
          <a:xfrm xmlns:a="http://schemas.openxmlformats.org/drawingml/2006/main">
            <a:off x="7417798"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5" name="Editable chart path">
            <a:extLst xmlns:a="http://schemas.openxmlformats.org/drawingml/2006/main">
              <a:ext uri="{FF2B5EF4-FFF2-40B4-BE49-F238E27FC236}">
                <a16:creationId xmlns:a16="http://schemas.microsoft.com/office/drawing/2014/main" id="{D6B8A325-D65B-46E4-A16A-E29CDABF7A10}"/>
              </a:ext>
            </a:extLst>
          </p:cNvPr>
          <p:cNvSpPr>
            <a:spLocks xmlns:a="http://schemas.openxmlformats.org/drawingml/2006/main" noGrp="1"/>
          </p:cNvSpPr>
          <p:nvPr/>
        </p:nvSpPr>
        <p:spPr>
          <a:xfrm xmlns:a="http://schemas.openxmlformats.org/drawingml/2006/main">
            <a:off x="746640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6" name="Editable chart path">
            <a:extLst xmlns:a="http://schemas.openxmlformats.org/drawingml/2006/main">
              <a:ext uri="{FF2B5EF4-FFF2-40B4-BE49-F238E27FC236}">
                <a16:creationId xmlns:a16="http://schemas.microsoft.com/office/drawing/2014/main" id="{C3A70DDE-311B-4905-9DB8-3143E6E3FEFA}"/>
              </a:ext>
            </a:extLst>
          </p:cNvPr>
          <p:cNvSpPr>
            <a:spLocks xmlns:a="http://schemas.openxmlformats.org/drawingml/2006/main" noGrp="1"/>
          </p:cNvSpPr>
          <p:nvPr/>
        </p:nvSpPr>
        <p:spPr>
          <a:xfrm xmlns:a="http://schemas.openxmlformats.org/drawingml/2006/main">
            <a:off x="751501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7" name="Editable chart path">
            <a:extLst xmlns:a="http://schemas.openxmlformats.org/drawingml/2006/main">
              <a:ext uri="{FF2B5EF4-FFF2-40B4-BE49-F238E27FC236}">
                <a16:creationId xmlns:a16="http://schemas.microsoft.com/office/drawing/2014/main" id="{069B4AF2-1127-4831-BE9E-1AB4FE7D4D47}"/>
              </a:ext>
            </a:extLst>
          </p:cNvPr>
          <p:cNvSpPr>
            <a:spLocks xmlns:a="http://schemas.openxmlformats.org/drawingml/2006/main" noGrp="1"/>
          </p:cNvSpPr>
          <p:nvPr/>
        </p:nvSpPr>
        <p:spPr>
          <a:xfrm xmlns:a="http://schemas.openxmlformats.org/drawingml/2006/main">
            <a:off x="7563630"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8" name="Editable chart path">
            <a:extLst xmlns:a="http://schemas.openxmlformats.org/drawingml/2006/main">
              <a:ext uri="{FF2B5EF4-FFF2-40B4-BE49-F238E27FC236}">
                <a16:creationId xmlns:a16="http://schemas.microsoft.com/office/drawing/2014/main" id="{FED35DEF-81C2-4BA9-86D8-8BAB0A9967F6}"/>
              </a:ext>
            </a:extLst>
          </p:cNvPr>
          <p:cNvSpPr>
            <a:spLocks xmlns:a="http://schemas.openxmlformats.org/drawingml/2006/main" noGrp="1"/>
          </p:cNvSpPr>
          <p:nvPr/>
        </p:nvSpPr>
        <p:spPr>
          <a:xfrm xmlns:a="http://schemas.openxmlformats.org/drawingml/2006/main">
            <a:off x="7612241"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9" name="Editable chart path">
            <a:extLst xmlns:a="http://schemas.openxmlformats.org/drawingml/2006/main">
              <a:ext uri="{FF2B5EF4-FFF2-40B4-BE49-F238E27FC236}">
                <a16:creationId xmlns:a16="http://schemas.microsoft.com/office/drawing/2014/main" id="{AA85F451-504D-481B-A673-9A01FE4F802E}"/>
              </a:ext>
            </a:extLst>
          </p:cNvPr>
          <p:cNvSpPr>
            <a:spLocks xmlns:a="http://schemas.openxmlformats.org/drawingml/2006/main" noGrp="1"/>
          </p:cNvSpPr>
          <p:nvPr/>
        </p:nvSpPr>
        <p:spPr>
          <a:xfrm xmlns:a="http://schemas.openxmlformats.org/drawingml/2006/main">
            <a:off x="7660852"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0" name="Editable chart path">
            <a:extLst xmlns:a="http://schemas.openxmlformats.org/drawingml/2006/main">
              <a:ext uri="{FF2B5EF4-FFF2-40B4-BE49-F238E27FC236}">
                <a16:creationId xmlns:a16="http://schemas.microsoft.com/office/drawing/2014/main" id="{E5D9197B-7BCB-4433-8DBE-2C382C7C0E7D}"/>
              </a:ext>
            </a:extLst>
          </p:cNvPr>
          <p:cNvSpPr>
            <a:spLocks xmlns:a="http://schemas.openxmlformats.org/drawingml/2006/main" noGrp="1"/>
          </p:cNvSpPr>
          <p:nvPr/>
        </p:nvSpPr>
        <p:spPr>
          <a:xfrm xmlns:a="http://schemas.openxmlformats.org/drawingml/2006/main">
            <a:off x="7709463"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1" name="Editable chart path">
            <a:extLst xmlns:a="http://schemas.openxmlformats.org/drawingml/2006/main">
              <a:ext uri="{FF2B5EF4-FFF2-40B4-BE49-F238E27FC236}">
                <a16:creationId xmlns:a16="http://schemas.microsoft.com/office/drawing/2014/main" id="{AB95A896-F5A9-4573-9387-6CCA33507CA3}"/>
              </a:ext>
            </a:extLst>
          </p:cNvPr>
          <p:cNvSpPr>
            <a:spLocks xmlns:a="http://schemas.openxmlformats.org/drawingml/2006/main" noGrp="1"/>
          </p:cNvSpPr>
          <p:nvPr/>
        </p:nvSpPr>
        <p:spPr>
          <a:xfrm xmlns:a="http://schemas.openxmlformats.org/drawingml/2006/main">
            <a:off x="7758074"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2" name="Editable chart path">
            <a:extLst xmlns:a="http://schemas.openxmlformats.org/drawingml/2006/main">
              <a:ext uri="{FF2B5EF4-FFF2-40B4-BE49-F238E27FC236}">
                <a16:creationId xmlns:a16="http://schemas.microsoft.com/office/drawing/2014/main" id="{122F4E81-9B1F-4660-83E8-464552A2A932}"/>
              </a:ext>
            </a:extLst>
          </p:cNvPr>
          <p:cNvSpPr>
            <a:spLocks xmlns:a="http://schemas.openxmlformats.org/drawingml/2006/main" noGrp="1"/>
          </p:cNvSpPr>
          <p:nvPr/>
        </p:nvSpPr>
        <p:spPr>
          <a:xfrm xmlns:a="http://schemas.openxmlformats.org/drawingml/2006/main">
            <a:off x="7806685"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3" name="Editable chart path">
            <a:extLst xmlns:a="http://schemas.openxmlformats.org/drawingml/2006/main">
              <a:ext uri="{FF2B5EF4-FFF2-40B4-BE49-F238E27FC236}">
                <a16:creationId xmlns:a16="http://schemas.microsoft.com/office/drawing/2014/main" id="{53F8C794-999C-4F33-ADCB-DB13B03AAE97}"/>
              </a:ext>
            </a:extLst>
          </p:cNvPr>
          <p:cNvSpPr>
            <a:spLocks xmlns:a="http://schemas.openxmlformats.org/drawingml/2006/main" noGrp="1"/>
          </p:cNvSpPr>
          <p:nvPr/>
        </p:nvSpPr>
        <p:spPr>
          <a:xfrm xmlns:a="http://schemas.openxmlformats.org/drawingml/2006/main">
            <a:off x="7855296"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4" name="Editable chart path">
            <a:extLst xmlns:a="http://schemas.openxmlformats.org/drawingml/2006/main">
              <a:ext uri="{FF2B5EF4-FFF2-40B4-BE49-F238E27FC236}">
                <a16:creationId xmlns:a16="http://schemas.microsoft.com/office/drawing/2014/main" id="{E65BDF48-8F97-47AE-8F5A-6304FF5523E7}"/>
              </a:ext>
            </a:extLst>
          </p:cNvPr>
          <p:cNvSpPr>
            <a:spLocks xmlns:a="http://schemas.openxmlformats.org/drawingml/2006/main" noGrp="1"/>
          </p:cNvSpPr>
          <p:nvPr/>
        </p:nvSpPr>
        <p:spPr>
          <a:xfrm xmlns:a="http://schemas.openxmlformats.org/drawingml/2006/main">
            <a:off x="7903907"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5" name="Editable chart path">
            <a:extLst xmlns:a="http://schemas.openxmlformats.org/drawingml/2006/main">
              <a:ext uri="{FF2B5EF4-FFF2-40B4-BE49-F238E27FC236}">
                <a16:creationId xmlns:a16="http://schemas.microsoft.com/office/drawing/2014/main" id="{CFA64A11-CD16-4DDE-9D99-33BC88B7E8D7}"/>
              </a:ext>
            </a:extLst>
          </p:cNvPr>
          <p:cNvSpPr>
            <a:spLocks xmlns:a="http://schemas.openxmlformats.org/drawingml/2006/main" noGrp="1"/>
          </p:cNvSpPr>
          <p:nvPr/>
        </p:nvSpPr>
        <p:spPr>
          <a:xfrm xmlns:a="http://schemas.openxmlformats.org/drawingml/2006/main">
            <a:off x="7952518"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6" name="Editable chart path">
            <a:extLst xmlns:a="http://schemas.openxmlformats.org/drawingml/2006/main">
              <a:ext uri="{FF2B5EF4-FFF2-40B4-BE49-F238E27FC236}">
                <a16:creationId xmlns:a16="http://schemas.microsoft.com/office/drawing/2014/main" id="{A0CB9F1E-EE52-428C-84C2-811E25CE8841}"/>
              </a:ext>
            </a:extLst>
          </p:cNvPr>
          <p:cNvSpPr>
            <a:spLocks xmlns:a="http://schemas.openxmlformats.org/drawingml/2006/main" noGrp="1"/>
          </p:cNvSpPr>
          <p:nvPr/>
        </p:nvSpPr>
        <p:spPr>
          <a:xfrm xmlns:a="http://schemas.openxmlformats.org/drawingml/2006/main">
            <a:off x="800112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7" name="Editable chart path">
            <a:extLst xmlns:a="http://schemas.openxmlformats.org/drawingml/2006/main">
              <a:ext uri="{FF2B5EF4-FFF2-40B4-BE49-F238E27FC236}">
                <a16:creationId xmlns:a16="http://schemas.microsoft.com/office/drawing/2014/main" id="{AAEA3E15-BEA9-4D75-B7BE-356F4410A123}"/>
              </a:ext>
            </a:extLst>
          </p:cNvPr>
          <p:cNvSpPr>
            <a:spLocks xmlns:a="http://schemas.openxmlformats.org/drawingml/2006/main" noGrp="1"/>
          </p:cNvSpPr>
          <p:nvPr/>
        </p:nvSpPr>
        <p:spPr>
          <a:xfrm xmlns:a="http://schemas.openxmlformats.org/drawingml/2006/main">
            <a:off x="629974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8" name="Editable chart path">
            <a:extLst xmlns:a="http://schemas.openxmlformats.org/drawingml/2006/main">
              <a:ext uri="{FF2B5EF4-FFF2-40B4-BE49-F238E27FC236}">
                <a16:creationId xmlns:a16="http://schemas.microsoft.com/office/drawing/2014/main" id="{B2086AD4-C752-4B67-BFB2-59FCD36C7196}"/>
              </a:ext>
            </a:extLst>
          </p:cNvPr>
          <p:cNvSpPr>
            <a:spLocks xmlns:a="http://schemas.openxmlformats.org/drawingml/2006/main" noGrp="1"/>
          </p:cNvSpPr>
          <p:nvPr/>
        </p:nvSpPr>
        <p:spPr>
          <a:xfrm xmlns:a="http://schemas.openxmlformats.org/drawingml/2006/main">
            <a:off x="634835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9" name="Editable chart path">
            <a:extLst xmlns:a="http://schemas.openxmlformats.org/drawingml/2006/main">
              <a:ext uri="{FF2B5EF4-FFF2-40B4-BE49-F238E27FC236}">
                <a16:creationId xmlns:a16="http://schemas.microsoft.com/office/drawing/2014/main" id="{C2413F1F-DB87-4E72-B239-518EC245035F}"/>
              </a:ext>
            </a:extLst>
          </p:cNvPr>
          <p:cNvSpPr>
            <a:spLocks xmlns:a="http://schemas.openxmlformats.org/drawingml/2006/main" noGrp="1"/>
          </p:cNvSpPr>
          <p:nvPr/>
        </p:nvSpPr>
        <p:spPr>
          <a:xfrm xmlns:a="http://schemas.openxmlformats.org/drawingml/2006/main">
            <a:off x="639696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0" name="Editable chart path">
            <a:extLst xmlns:a="http://schemas.openxmlformats.org/drawingml/2006/main">
              <a:ext uri="{FF2B5EF4-FFF2-40B4-BE49-F238E27FC236}">
                <a16:creationId xmlns:a16="http://schemas.microsoft.com/office/drawing/2014/main" id="{B125653C-5AC5-49ED-AAB4-05DB3898CEAE}"/>
              </a:ext>
            </a:extLst>
          </p:cNvPr>
          <p:cNvSpPr>
            <a:spLocks xmlns:a="http://schemas.openxmlformats.org/drawingml/2006/main" noGrp="1"/>
          </p:cNvSpPr>
          <p:nvPr/>
        </p:nvSpPr>
        <p:spPr>
          <a:xfrm xmlns:a="http://schemas.openxmlformats.org/drawingml/2006/main">
            <a:off x="644557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1" name="Editable chart path">
            <a:extLst xmlns:a="http://schemas.openxmlformats.org/drawingml/2006/main">
              <a:ext uri="{FF2B5EF4-FFF2-40B4-BE49-F238E27FC236}">
                <a16:creationId xmlns:a16="http://schemas.microsoft.com/office/drawing/2014/main" id="{C933BFFF-A7E6-4869-9E92-25937F0C306F}"/>
              </a:ext>
            </a:extLst>
          </p:cNvPr>
          <p:cNvSpPr>
            <a:spLocks xmlns:a="http://schemas.openxmlformats.org/drawingml/2006/main" noGrp="1"/>
          </p:cNvSpPr>
          <p:nvPr/>
        </p:nvSpPr>
        <p:spPr>
          <a:xfrm xmlns:a="http://schemas.openxmlformats.org/drawingml/2006/main">
            <a:off x="649418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2" name="Editable chart path">
            <a:extLst xmlns:a="http://schemas.openxmlformats.org/drawingml/2006/main">
              <a:ext uri="{FF2B5EF4-FFF2-40B4-BE49-F238E27FC236}">
                <a16:creationId xmlns:a16="http://schemas.microsoft.com/office/drawing/2014/main" id="{4E191A2C-34F6-41AC-827C-98DB524D218C}"/>
              </a:ext>
            </a:extLst>
          </p:cNvPr>
          <p:cNvSpPr>
            <a:spLocks xmlns:a="http://schemas.openxmlformats.org/drawingml/2006/main" noGrp="1"/>
          </p:cNvSpPr>
          <p:nvPr/>
        </p:nvSpPr>
        <p:spPr>
          <a:xfrm xmlns:a="http://schemas.openxmlformats.org/drawingml/2006/main">
            <a:off x="654280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3" name="Editable chart path">
            <a:extLst xmlns:a="http://schemas.openxmlformats.org/drawingml/2006/main">
              <a:ext uri="{FF2B5EF4-FFF2-40B4-BE49-F238E27FC236}">
                <a16:creationId xmlns:a16="http://schemas.microsoft.com/office/drawing/2014/main" id="{C20AB5E1-CFD6-49FB-80DC-4A1979CE6FA2}"/>
              </a:ext>
            </a:extLst>
          </p:cNvPr>
          <p:cNvSpPr>
            <a:spLocks xmlns:a="http://schemas.openxmlformats.org/drawingml/2006/main" noGrp="1"/>
          </p:cNvSpPr>
          <p:nvPr/>
        </p:nvSpPr>
        <p:spPr>
          <a:xfrm xmlns:a="http://schemas.openxmlformats.org/drawingml/2006/main">
            <a:off x="659141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4" name="Editable chart path">
            <a:extLst xmlns:a="http://schemas.openxmlformats.org/drawingml/2006/main">
              <a:ext uri="{FF2B5EF4-FFF2-40B4-BE49-F238E27FC236}">
                <a16:creationId xmlns:a16="http://schemas.microsoft.com/office/drawing/2014/main" id="{B8944A6B-5EF3-4D76-9B5B-8B2860DC7A66}"/>
              </a:ext>
            </a:extLst>
          </p:cNvPr>
          <p:cNvSpPr>
            <a:spLocks xmlns:a="http://schemas.openxmlformats.org/drawingml/2006/main" noGrp="1"/>
          </p:cNvSpPr>
          <p:nvPr/>
        </p:nvSpPr>
        <p:spPr>
          <a:xfrm xmlns:a="http://schemas.openxmlformats.org/drawingml/2006/main">
            <a:off x="664002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5" name="Editable chart path">
            <a:extLst xmlns:a="http://schemas.openxmlformats.org/drawingml/2006/main">
              <a:ext uri="{FF2B5EF4-FFF2-40B4-BE49-F238E27FC236}">
                <a16:creationId xmlns:a16="http://schemas.microsoft.com/office/drawing/2014/main" id="{FD7C1CBB-5437-42CA-A22B-198D49E027D1}"/>
              </a:ext>
            </a:extLst>
          </p:cNvPr>
          <p:cNvSpPr>
            <a:spLocks xmlns:a="http://schemas.openxmlformats.org/drawingml/2006/main" noGrp="1"/>
          </p:cNvSpPr>
          <p:nvPr/>
        </p:nvSpPr>
        <p:spPr>
          <a:xfrm xmlns:a="http://schemas.openxmlformats.org/drawingml/2006/main">
            <a:off x="6688633"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6" name="Editable chart path">
            <a:extLst xmlns:a="http://schemas.openxmlformats.org/drawingml/2006/main">
              <a:ext uri="{FF2B5EF4-FFF2-40B4-BE49-F238E27FC236}">
                <a16:creationId xmlns:a16="http://schemas.microsoft.com/office/drawing/2014/main" id="{E02A5503-9226-46CD-A6FF-8A043DE819AC}"/>
              </a:ext>
            </a:extLst>
          </p:cNvPr>
          <p:cNvSpPr>
            <a:spLocks xmlns:a="http://schemas.openxmlformats.org/drawingml/2006/main" noGrp="1"/>
          </p:cNvSpPr>
          <p:nvPr/>
        </p:nvSpPr>
        <p:spPr>
          <a:xfrm xmlns:a="http://schemas.openxmlformats.org/drawingml/2006/main">
            <a:off x="6737244"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7" name="Editable chart path">
            <a:extLst xmlns:a="http://schemas.openxmlformats.org/drawingml/2006/main">
              <a:ext uri="{FF2B5EF4-FFF2-40B4-BE49-F238E27FC236}">
                <a16:creationId xmlns:a16="http://schemas.microsoft.com/office/drawing/2014/main" id="{A2D45EC1-D8F3-4C00-A571-10425E1B0E98}"/>
              </a:ext>
            </a:extLst>
          </p:cNvPr>
          <p:cNvSpPr>
            <a:spLocks xmlns:a="http://schemas.openxmlformats.org/drawingml/2006/main" noGrp="1"/>
          </p:cNvSpPr>
          <p:nvPr/>
        </p:nvSpPr>
        <p:spPr>
          <a:xfrm xmlns:a="http://schemas.openxmlformats.org/drawingml/2006/main">
            <a:off x="678585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8" name="Editable chart path">
            <a:extLst xmlns:a="http://schemas.openxmlformats.org/drawingml/2006/main">
              <a:ext uri="{FF2B5EF4-FFF2-40B4-BE49-F238E27FC236}">
                <a16:creationId xmlns:a16="http://schemas.microsoft.com/office/drawing/2014/main" id="{01380C9F-F6D6-4E94-BC83-596556797CC0}"/>
              </a:ext>
            </a:extLst>
          </p:cNvPr>
          <p:cNvSpPr>
            <a:spLocks xmlns:a="http://schemas.openxmlformats.org/drawingml/2006/main" noGrp="1"/>
          </p:cNvSpPr>
          <p:nvPr/>
        </p:nvSpPr>
        <p:spPr>
          <a:xfrm xmlns:a="http://schemas.openxmlformats.org/drawingml/2006/main">
            <a:off x="683446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9" name="Editable chart path">
            <a:extLst xmlns:a="http://schemas.openxmlformats.org/drawingml/2006/main">
              <a:ext uri="{FF2B5EF4-FFF2-40B4-BE49-F238E27FC236}">
                <a16:creationId xmlns:a16="http://schemas.microsoft.com/office/drawing/2014/main" id="{D4A0DFEF-BD3D-4138-9B35-F43D04E05656}"/>
              </a:ext>
            </a:extLst>
          </p:cNvPr>
          <p:cNvSpPr>
            <a:spLocks xmlns:a="http://schemas.openxmlformats.org/drawingml/2006/main" noGrp="1"/>
          </p:cNvSpPr>
          <p:nvPr/>
        </p:nvSpPr>
        <p:spPr>
          <a:xfrm xmlns:a="http://schemas.openxmlformats.org/drawingml/2006/main">
            <a:off x="688307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0" name="Editable chart path">
            <a:extLst xmlns:a="http://schemas.openxmlformats.org/drawingml/2006/main">
              <a:ext uri="{FF2B5EF4-FFF2-40B4-BE49-F238E27FC236}">
                <a16:creationId xmlns:a16="http://schemas.microsoft.com/office/drawing/2014/main" id="{CB8503E6-605C-40A0-A9E4-29F925B288A7}"/>
              </a:ext>
            </a:extLst>
          </p:cNvPr>
          <p:cNvSpPr>
            <a:spLocks xmlns:a="http://schemas.openxmlformats.org/drawingml/2006/main" noGrp="1"/>
          </p:cNvSpPr>
          <p:nvPr/>
        </p:nvSpPr>
        <p:spPr>
          <a:xfrm xmlns:a="http://schemas.openxmlformats.org/drawingml/2006/main">
            <a:off x="693168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1" name="Editable chart path">
            <a:extLst xmlns:a="http://schemas.openxmlformats.org/drawingml/2006/main">
              <a:ext uri="{FF2B5EF4-FFF2-40B4-BE49-F238E27FC236}">
                <a16:creationId xmlns:a16="http://schemas.microsoft.com/office/drawing/2014/main" id="{5E535651-5E7C-4028-AD17-546737AE2C3A}"/>
              </a:ext>
            </a:extLst>
          </p:cNvPr>
          <p:cNvSpPr>
            <a:spLocks xmlns:a="http://schemas.openxmlformats.org/drawingml/2006/main" noGrp="1"/>
          </p:cNvSpPr>
          <p:nvPr/>
        </p:nvSpPr>
        <p:spPr>
          <a:xfrm xmlns:a="http://schemas.openxmlformats.org/drawingml/2006/main">
            <a:off x="698029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2" name="Editable chart path">
            <a:extLst xmlns:a="http://schemas.openxmlformats.org/drawingml/2006/main">
              <a:ext uri="{FF2B5EF4-FFF2-40B4-BE49-F238E27FC236}">
                <a16:creationId xmlns:a16="http://schemas.microsoft.com/office/drawing/2014/main" id="{3411DFD9-D253-4F36-B21E-4F1519F9C607}"/>
              </a:ext>
            </a:extLst>
          </p:cNvPr>
          <p:cNvSpPr>
            <a:spLocks xmlns:a="http://schemas.openxmlformats.org/drawingml/2006/main" noGrp="1"/>
          </p:cNvSpPr>
          <p:nvPr/>
        </p:nvSpPr>
        <p:spPr>
          <a:xfrm xmlns:a="http://schemas.openxmlformats.org/drawingml/2006/main">
            <a:off x="702891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3" name="Editable chart path">
            <a:extLst xmlns:a="http://schemas.openxmlformats.org/drawingml/2006/main">
              <a:ext uri="{FF2B5EF4-FFF2-40B4-BE49-F238E27FC236}">
                <a16:creationId xmlns:a16="http://schemas.microsoft.com/office/drawing/2014/main" id="{BAF85213-1691-4EEA-9707-1E621EDC7B6F}"/>
              </a:ext>
            </a:extLst>
          </p:cNvPr>
          <p:cNvSpPr>
            <a:spLocks xmlns:a="http://schemas.openxmlformats.org/drawingml/2006/main" noGrp="1"/>
          </p:cNvSpPr>
          <p:nvPr/>
        </p:nvSpPr>
        <p:spPr>
          <a:xfrm xmlns:a="http://schemas.openxmlformats.org/drawingml/2006/main">
            <a:off x="707752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4" name="Editable chart path">
            <a:extLst xmlns:a="http://schemas.openxmlformats.org/drawingml/2006/main">
              <a:ext uri="{FF2B5EF4-FFF2-40B4-BE49-F238E27FC236}">
                <a16:creationId xmlns:a16="http://schemas.microsoft.com/office/drawing/2014/main" id="{2E5FF08B-37EE-42C8-9326-06C7713C04EE}"/>
              </a:ext>
            </a:extLst>
          </p:cNvPr>
          <p:cNvSpPr>
            <a:spLocks xmlns:a="http://schemas.openxmlformats.org/drawingml/2006/main" noGrp="1"/>
          </p:cNvSpPr>
          <p:nvPr/>
        </p:nvSpPr>
        <p:spPr>
          <a:xfrm xmlns:a="http://schemas.openxmlformats.org/drawingml/2006/main">
            <a:off x="712613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5" name="Editable chart path">
            <a:extLst xmlns:a="http://schemas.openxmlformats.org/drawingml/2006/main">
              <a:ext uri="{FF2B5EF4-FFF2-40B4-BE49-F238E27FC236}">
                <a16:creationId xmlns:a16="http://schemas.microsoft.com/office/drawing/2014/main" id="{E417EF5C-2C81-4611-B0D6-3D0ABCBCE2BA}"/>
              </a:ext>
            </a:extLst>
          </p:cNvPr>
          <p:cNvSpPr>
            <a:spLocks xmlns:a="http://schemas.openxmlformats.org/drawingml/2006/main" noGrp="1"/>
          </p:cNvSpPr>
          <p:nvPr/>
        </p:nvSpPr>
        <p:spPr>
          <a:xfrm xmlns:a="http://schemas.openxmlformats.org/drawingml/2006/main">
            <a:off x="7174743"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6" name="Editable chart path">
            <a:extLst xmlns:a="http://schemas.openxmlformats.org/drawingml/2006/main">
              <a:ext uri="{FF2B5EF4-FFF2-40B4-BE49-F238E27FC236}">
                <a16:creationId xmlns:a16="http://schemas.microsoft.com/office/drawing/2014/main" id="{9BF261A9-A17F-4CDE-8D37-DEC257FF5BFE}"/>
              </a:ext>
            </a:extLst>
          </p:cNvPr>
          <p:cNvSpPr>
            <a:spLocks xmlns:a="http://schemas.openxmlformats.org/drawingml/2006/main" noGrp="1"/>
          </p:cNvSpPr>
          <p:nvPr/>
        </p:nvSpPr>
        <p:spPr>
          <a:xfrm xmlns:a="http://schemas.openxmlformats.org/drawingml/2006/main">
            <a:off x="7223354"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7" name="Editable chart path">
            <a:extLst xmlns:a="http://schemas.openxmlformats.org/drawingml/2006/main">
              <a:ext uri="{FF2B5EF4-FFF2-40B4-BE49-F238E27FC236}">
                <a16:creationId xmlns:a16="http://schemas.microsoft.com/office/drawing/2014/main" id="{4C56B30E-D29E-4C12-82B7-36844F3459F2}"/>
              </a:ext>
            </a:extLst>
          </p:cNvPr>
          <p:cNvSpPr>
            <a:spLocks xmlns:a="http://schemas.openxmlformats.org/drawingml/2006/main" noGrp="1"/>
          </p:cNvSpPr>
          <p:nvPr/>
        </p:nvSpPr>
        <p:spPr>
          <a:xfrm xmlns:a="http://schemas.openxmlformats.org/drawingml/2006/main">
            <a:off x="727196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8" name="Editable chart path">
            <a:extLst xmlns:a="http://schemas.openxmlformats.org/drawingml/2006/main">
              <a:ext uri="{FF2B5EF4-FFF2-40B4-BE49-F238E27FC236}">
                <a16:creationId xmlns:a16="http://schemas.microsoft.com/office/drawing/2014/main" id="{E15306DA-F86D-4DBF-A254-BED8E35FBD5B}"/>
              </a:ext>
            </a:extLst>
          </p:cNvPr>
          <p:cNvSpPr>
            <a:spLocks xmlns:a="http://schemas.openxmlformats.org/drawingml/2006/main" noGrp="1"/>
          </p:cNvSpPr>
          <p:nvPr/>
        </p:nvSpPr>
        <p:spPr>
          <a:xfrm xmlns:a="http://schemas.openxmlformats.org/drawingml/2006/main">
            <a:off x="732057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9" name="Editable chart path">
            <a:extLst xmlns:a="http://schemas.openxmlformats.org/drawingml/2006/main">
              <a:ext uri="{FF2B5EF4-FFF2-40B4-BE49-F238E27FC236}">
                <a16:creationId xmlns:a16="http://schemas.microsoft.com/office/drawing/2014/main" id="{FB212E40-0748-486B-B405-36526CA04C04}"/>
              </a:ext>
            </a:extLst>
          </p:cNvPr>
          <p:cNvSpPr>
            <a:spLocks xmlns:a="http://schemas.openxmlformats.org/drawingml/2006/main" noGrp="1"/>
          </p:cNvSpPr>
          <p:nvPr/>
        </p:nvSpPr>
        <p:spPr>
          <a:xfrm xmlns:a="http://schemas.openxmlformats.org/drawingml/2006/main">
            <a:off x="736918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0" name="Editable chart path">
            <a:extLst xmlns:a="http://schemas.openxmlformats.org/drawingml/2006/main">
              <a:ext uri="{FF2B5EF4-FFF2-40B4-BE49-F238E27FC236}">
                <a16:creationId xmlns:a16="http://schemas.microsoft.com/office/drawing/2014/main" id="{46CC45A4-4D16-4AC8-9AC9-C13D8D487316}"/>
              </a:ext>
            </a:extLst>
          </p:cNvPr>
          <p:cNvSpPr>
            <a:spLocks xmlns:a="http://schemas.openxmlformats.org/drawingml/2006/main" noGrp="1"/>
          </p:cNvSpPr>
          <p:nvPr/>
        </p:nvSpPr>
        <p:spPr>
          <a:xfrm xmlns:a="http://schemas.openxmlformats.org/drawingml/2006/main">
            <a:off x="741779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1" name="Editable chart path">
            <a:extLst xmlns:a="http://schemas.openxmlformats.org/drawingml/2006/main">
              <a:ext uri="{FF2B5EF4-FFF2-40B4-BE49-F238E27FC236}">
                <a16:creationId xmlns:a16="http://schemas.microsoft.com/office/drawing/2014/main" id="{8C3614E4-34A4-4AEA-90C3-ACFDE3A1C600}"/>
              </a:ext>
            </a:extLst>
          </p:cNvPr>
          <p:cNvSpPr>
            <a:spLocks xmlns:a="http://schemas.openxmlformats.org/drawingml/2006/main" noGrp="1"/>
          </p:cNvSpPr>
          <p:nvPr/>
        </p:nvSpPr>
        <p:spPr>
          <a:xfrm xmlns:a="http://schemas.openxmlformats.org/drawingml/2006/main">
            <a:off x="746640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2" name="Editable chart path">
            <a:extLst xmlns:a="http://schemas.openxmlformats.org/drawingml/2006/main">
              <a:ext uri="{FF2B5EF4-FFF2-40B4-BE49-F238E27FC236}">
                <a16:creationId xmlns:a16="http://schemas.microsoft.com/office/drawing/2014/main" id="{0BE5BD0A-F330-4B7F-9ABC-91A3EB0116DA}"/>
              </a:ext>
            </a:extLst>
          </p:cNvPr>
          <p:cNvSpPr>
            <a:spLocks xmlns:a="http://schemas.openxmlformats.org/drawingml/2006/main" noGrp="1"/>
          </p:cNvSpPr>
          <p:nvPr/>
        </p:nvSpPr>
        <p:spPr>
          <a:xfrm xmlns:a="http://schemas.openxmlformats.org/drawingml/2006/main">
            <a:off x="751501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3" name="Editable chart path">
            <a:extLst xmlns:a="http://schemas.openxmlformats.org/drawingml/2006/main">
              <a:ext uri="{FF2B5EF4-FFF2-40B4-BE49-F238E27FC236}">
                <a16:creationId xmlns:a16="http://schemas.microsoft.com/office/drawing/2014/main" id="{EDCE2A0A-C569-47F9-AF1A-1D57BC859B40}"/>
              </a:ext>
            </a:extLst>
          </p:cNvPr>
          <p:cNvSpPr>
            <a:spLocks xmlns:a="http://schemas.openxmlformats.org/drawingml/2006/main" noGrp="1"/>
          </p:cNvSpPr>
          <p:nvPr/>
        </p:nvSpPr>
        <p:spPr>
          <a:xfrm xmlns:a="http://schemas.openxmlformats.org/drawingml/2006/main">
            <a:off x="756363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4" name="Editable chart path">
            <a:extLst xmlns:a="http://schemas.openxmlformats.org/drawingml/2006/main">
              <a:ext uri="{FF2B5EF4-FFF2-40B4-BE49-F238E27FC236}">
                <a16:creationId xmlns:a16="http://schemas.microsoft.com/office/drawing/2014/main" id="{BCC9393F-5947-498E-887A-A54BB83B323D}"/>
              </a:ext>
            </a:extLst>
          </p:cNvPr>
          <p:cNvSpPr>
            <a:spLocks xmlns:a="http://schemas.openxmlformats.org/drawingml/2006/main" noGrp="1"/>
          </p:cNvSpPr>
          <p:nvPr/>
        </p:nvSpPr>
        <p:spPr>
          <a:xfrm xmlns:a="http://schemas.openxmlformats.org/drawingml/2006/main">
            <a:off x="761224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5" name="Editable chart path">
            <a:extLst xmlns:a="http://schemas.openxmlformats.org/drawingml/2006/main">
              <a:ext uri="{FF2B5EF4-FFF2-40B4-BE49-F238E27FC236}">
                <a16:creationId xmlns:a16="http://schemas.microsoft.com/office/drawing/2014/main" id="{70A332F2-45D7-433E-9E3A-972AA434D518}"/>
              </a:ext>
            </a:extLst>
          </p:cNvPr>
          <p:cNvSpPr>
            <a:spLocks xmlns:a="http://schemas.openxmlformats.org/drawingml/2006/main" noGrp="1"/>
          </p:cNvSpPr>
          <p:nvPr/>
        </p:nvSpPr>
        <p:spPr>
          <a:xfrm xmlns:a="http://schemas.openxmlformats.org/drawingml/2006/main">
            <a:off x="766085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6" name="Editable chart path">
            <a:extLst xmlns:a="http://schemas.openxmlformats.org/drawingml/2006/main">
              <a:ext uri="{FF2B5EF4-FFF2-40B4-BE49-F238E27FC236}">
                <a16:creationId xmlns:a16="http://schemas.microsoft.com/office/drawing/2014/main" id="{F5B4166F-2D79-43AE-A424-54DF0D66BBF6}"/>
              </a:ext>
            </a:extLst>
          </p:cNvPr>
          <p:cNvSpPr>
            <a:spLocks xmlns:a="http://schemas.openxmlformats.org/drawingml/2006/main" noGrp="1"/>
          </p:cNvSpPr>
          <p:nvPr/>
        </p:nvSpPr>
        <p:spPr>
          <a:xfrm xmlns:a="http://schemas.openxmlformats.org/drawingml/2006/main">
            <a:off x="7709463"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7" name="Editable chart path">
            <a:extLst xmlns:a="http://schemas.openxmlformats.org/drawingml/2006/main">
              <a:ext uri="{FF2B5EF4-FFF2-40B4-BE49-F238E27FC236}">
                <a16:creationId xmlns:a16="http://schemas.microsoft.com/office/drawing/2014/main" id="{A26AA6B0-0A10-4370-972C-C3E7CC23787B}"/>
              </a:ext>
            </a:extLst>
          </p:cNvPr>
          <p:cNvSpPr>
            <a:spLocks xmlns:a="http://schemas.openxmlformats.org/drawingml/2006/main" noGrp="1"/>
          </p:cNvSpPr>
          <p:nvPr/>
        </p:nvSpPr>
        <p:spPr>
          <a:xfrm xmlns:a="http://schemas.openxmlformats.org/drawingml/2006/main">
            <a:off x="7758074"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8" name="Editable chart path">
            <a:extLst xmlns:a="http://schemas.openxmlformats.org/drawingml/2006/main">
              <a:ext uri="{FF2B5EF4-FFF2-40B4-BE49-F238E27FC236}">
                <a16:creationId xmlns:a16="http://schemas.microsoft.com/office/drawing/2014/main" id="{6BA6F8FB-7501-4A0E-B2BA-2F674DD1432B}"/>
              </a:ext>
            </a:extLst>
          </p:cNvPr>
          <p:cNvSpPr>
            <a:spLocks xmlns:a="http://schemas.openxmlformats.org/drawingml/2006/main" noGrp="1"/>
          </p:cNvSpPr>
          <p:nvPr/>
        </p:nvSpPr>
        <p:spPr>
          <a:xfrm xmlns:a="http://schemas.openxmlformats.org/drawingml/2006/main">
            <a:off x="780668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9" name="Editable chart path">
            <a:extLst xmlns:a="http://schemas.openxmlformats.org/drawingml/2006/main">
              <a:ext uri="{FF2B5EF4-FFF2-40B4-BE49-F238E27FC236}">
                <a16:creationId xmlns:a16="http://schemas.microsoft.com/office/drawing/2014/main" id="{9594F3FE-C892-40B3-92CA-E481F9C39243}"/>
              </a:ext>
            </a:extLst>
          </p:cNvPr>
          <p:cNvSpPr>
            <a:spLocks xmlns:a="http://schemas.openxmlformats.org/drawingml/2006/main" noGrp="1"/>
          </p:cNvSpPr>
          <p:nvPr/>
        </p:nvSpPr>
        <p:spPr>
          <a:xfrm xmlns:a="http://schemas.openxmlformats.org/drawingml/2006/main">
            <a:off x="785529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0" name="Editable chart path">
            <a:extLst xmlns:a="http://schemas.openxmlformats.org/drawingml/2006/main">
              <a:ext uri="{FF2B5EF4-FFF2-40B4-BE49-F238E27FC236}">
                <a16:creationId xmlns:a16="http://schemas.microsoft.com/office/drawing/2014/main" id="{B6621EBF-F953-4BAF-81E6-C61EBEF93435}"/>
              </a:ext>
            </a:extLst>
          </p:cNvPr>
          <p:cNvSpPr>
            <a:spLocks xmlns:a="http://schemas.openxmlformats.org/drawingml/2006/main" noGrp="1"/>
          </p:cNvSpPr>
          <p:nvPr/>
        </p:nvSpPr>
        <p:spPr>
          <a:xfrm xmlns:a="http://schemas.openxmlformats.org/drawingml/2006/main">
            <a:off x="790390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1" name="Editable chart path">
            <a:extLst xmlns:a="http://schemas.openxmlformats.org/drawingml/2006/main">
              <a:ext uri="{FF2B5EF4-FFF2-40B4-BE49-F238E27FC236}">
                <a16:creationId xmlns:a16="http://schemas.microsoft.com/office/drawing/2014/main" id="{008A5ABF-CE52-4D9C-930A-D512B0F72475}"/>
              </a:ext>
            </a:extLst>
          </p:cNvPr>
          <p:cNvSpPr>
            <a:spLocks xmlns:a="http://schemas.openxmlformats.org/drawingml/2006/main" noGrp="1"/>
          </p:cNvSpPr>
          <p:nvPr/>
        </p:nvSpPr>
        <p:spPr>
          <a:xfrm xmlns:a="http://schemas.openxmlformats.org/drawingml/2006/main">
            <a:off x="795251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2" name="Editable chart path">
            <a:extLst xmlns:a="http://schemas.openxmlformats.org/drawingml/2006/main">
              <a:ext uri="{FF2B5EF4-FFF2-40B4-BE49-F238E27FC236}">
                <a16:creationId xmlns:a16="http://schemas.microsoft.com/office/drawing/2014/main" id="{0E2C07FD-2F53-4E54-A013-792AEEE85B1B}"/>
              </a:ext>
            </a:extLst>
          </p:cNvPr>
          <p:cNvSpPr>
            <a:spLocks xmlns:a="http://schemas.openxmlformats.org/drawingml/2006/main" noGrp="1"/>
          </p:cNvSpPr>
          <p:nvPr/>
        </p:nvSpPr>
        <p:spPr>
          <a:xfrm xmlns:a="http://schemas.openxmlformats.org/drawingml/2006/main">
            <a:off x="800112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3" name="Editable chart path">
            <a:extLst xmlns:a="http://schemas.openxmlformats.org/drawingml/2006/main">
              <a:ext uri="{FF2B5EF4-FFF2-40B4-BE49-F238E27FC236}">
                <a16:creationId xmlns:a16="http://schemas.microsoft.com/office/drawing/2014/main" id="{2C380327-E298-41DB-A5E6-7BF99FC9675E}"/>
              </a:ext>
            </a:extLst>
          </p:cNvPr>
          <p:cNvSpPr>
            <a:spLocks xmlns:a="http://schemas.openxmlformats.org/drawingml/2006/main" noGrp="1"/>
          </p:cNvSpPr>
          <p:nvPr/>
        </p:nvSpPr>
        <p:spPr>
          <a:xfrm xmlns:a="http://schemas.openxmlformats.org/drawingml/2006/main">
            <a:off x="804974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4" name="Editable chart path">
            <a:extLst xmlns:a="http://schemas.openxmlformats.org/drawingml/2006/main">
              <a:ext uri="{FF2B5EF4-FFF2-40B4-BE49-F238E27FC236}">
                <a16:creationId xmlns:a16="http://schemas.microsoft.com/office/drawing/2014/main" id="{AADE38A5-A3AB-48FD-A9D1-4B49B66FEEBC}"/>
              </a:ext>
            </a:extLst>
          </p:cNvPr>
          <p:cNvSpPr>
            <a:spLocks xmlns:a="http://schemas.openxmlformats.org/drawingml/2006/main" noGrp="1"/>
          </p:cNvSpPr>
          <p:nvPr/>
        </p:nvSpPr>
        <p:spPr>
          <a:xfrm xmlns:a="http://schemas.openxmlformats.org/drawingml/2006/main">
            <a:off x="809835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5" name="Editable chart path">
            <a:extLst xmlns:a="http://schemas.openxmlformats.org/drawingml/2006/main">
              <a:ext uri="{FF2B5EF4-FFF2-40B4-BE49-F238E27FC236}">
                <a16:creationId xmlns:a16="http://schemas.microsoft.com/office/drawing/2014/main" id="{EF3C0854-B579-43D9-B2DF-F17A78B8BD5F}"/>
              </a:ext>
            </a:extLst>
          </p:cNvPr>
          <p:cNvSpPr>
            <a:spLocks xmlns:a="http://schemas.openxmlformats.org/drawingml/2006/main" noGrp="1"/>
          </p:cNvSpPr>
          <p:nvPr/>
        </p:nvSpPr>
        <p:spPr>
          <a:xfrm xmlns:a="http://schemas.openxmlformats.org/drawingml/2006/main">
            <a:off x="814696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6" name="Editable chart path">
            <a:extLst xmlns:a="http://schemas.openxmlformats.org/drawingml/2006/main">
              <a:ext uri="{FF2B5EF4-FFF2-40B4-BE49-F238E27FC236}">
                <a16:creationId xmlns:a16="http://schemas.microsoft.com/office/drawing/2014/main" id="{B75F60B1-6BC9-4B78-84EA-D968F806DF39}"/>
              </a:ext>
            </a:extLst>
          </p:cNvPr>
          <p:cNvSpPr>
            <a:spLocks xmlns:a="http://schemas.openxmlformats.org/drawingml/2006/main" noGrp="1"/>
          </p:cNvSpPr>
          <p:nvPr/>
        </p:nvSpPr>
        <p:spPr>
          <a:xfrm xmlns:a="http://schemas.openxmlformats.org/drawingml/2006/main">
            <a:off x="8195573"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7" name="Editable chart path">
            <a:extLst xmlns:a="http://schemas.openxmlformats.org/drawingml/2006/main">
              <a:ext uri="{FF2B5EF4-FFF2-40B4-BE49-F238E27FC236}">
                <a16:creationId xmlns:a16="http://schemas.microsoft.com/office/drawing/2014/main" id="{26687D72-C97C-4F26-AAF8-416D8C2608AE}"/>
              </a:ext>
            </a:extLst>
          </p:cNvPr>
          <p:cNvSpPr>
            <a:spLocks xmlns:a="http://schemas.openxmlformats.org/drawingml/2006/main" noGrp="1"/>
          </p:cNvSpPr>
          <p:nvPr/>
        </p:nvSpPr>
        <p:spPr>
          <a:xfrm xmlns:a="http://schemas.openxmlformats.org/drawingml/2006/main">
            <a:off x="8244184"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8" name="Editable chart path">
            <a:extLst xmlns:a="http://schemas.openxmlformats.org/drawingml/2006/main">
              <a:ext uri="{FF2B5EF4-FFF2-40B4-BE49-F238E27FC236}">
                <a16:creationId xmlns:a16="http://schemas.microsoft.com/office/drawing/2014/main" id="{0304F4C4-507D-4E41-8E20-0CD4B34DAE6E}"/>
              </a:ext>
            </a:extLst>
          </p:cNvPr>
          <p:cNvSpPr>
            <a:spLocks xmlns:a="http://schemas.openxmlformats.org/drawingml/2006/main" noGrp="1"/>
          </p:cNvSpPr>
          <p:nvPr/>
        </p:nvSpPr>
        <p:spPr>
          <a:xfrm xmlns:a="http://schemas.openxmlformats.org/drawingml/2006/main">
            <a:off x="8292795"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9" name="Editable chart path">
            <a:extLst xmlns:a="http://schemas.openxmlformats.org/drawingml/2006/main">
              <a:ext uri="{FF2B5EF4-FFF2-40B4-BE49-F238E27FC236}">
                <a16:creationId xmlns:a16="http://schemas.microsoft.com/office/drawing/2014/main" id="{CB5655FD-98BA-484B-90AE-12D790CAAE21}"/>
              </a:ext>
            </a:extLst>
          </p:cNvPr>
          <p:cNvSpPr>
            <a:spLocks xmlns:a="http://schemas.openxmlformats.org/drawingml/2006/main" noGrp="1"/>
          </p:cNvSpPr>
          <p:nvPr/>
        </p:nvSpPr>
        <p:spPr>
          <a:xfrm xmlns:a="http://schemas.openxmlformats.org/drawingml/2006/main">
            <a:off x="8341406"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0" name="Editable chart path">
            <a:extLst xmlns:a="http://schemas.openxmlformats.org/drawingml/2006/main">
              <a:ext uri="{FF2B5EF4-FFF2-40B4-BE49-F238E27FC236}">
                <a16:creationId xmlns:a16="http://schemas.microsoft.com/office/drawing/2014/main" id="{09B94A6C-893A-4098-937A-3B5EEC7017F2}"/>
              </a:ext>
            </a:extLst>
          </p:cNvPr>
          <p:cNvSpPr>
            <a:spLocks xmlns:a="http://schemas.openxmlformats.org/drawingml/2006/main" noGrp="1"/>
          </p:cNvSpPr>
          <p:nvPr/>
        </p:nvSpPr>
        <p:spPr>
          <a:xfrm xmlns:a="http://schemas.openxmlformats.org/drawingml/2006/main">
            <a:off x="8390017"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1" name="Editable chart path">
            <a:extLst xmlns:a="http://schemas.openxmlformats.org/drawingml/2006/main">
              <a:ext uri="{FF2B5EF4-FFF2-40B4-BE49-F238E27FC236}">
                <a16:creationId xmlns:a16="http://schemas.microsoft.com/office/drawing/2014/main" id="{47631593-76D8-4527-BEF1-0CEB09FFD579}"/>
              </a:ext>
            </a:extLst>
          </p:cNvPr>
          <p:cNvSpPr>
            <a:spLocks xmlns:a="http://schemas.openxmlformats.org/drawingml/2006/main" noGrp="1"/>
          </p:cNvSpPr>
          <p:nvPr/>
        </p:nvSpPr>
        <p:spPr>
          <a:xfrm xmlns:a="http://schemas.openxmlformats.org/drawingml/2006/main">
            <a:off x="8438628"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2" name="Editable chart path">
            <a:extLst xmlns:a="http://schemas.openxmlformats.org/drawingml/2006/main">
              <a:ext uri="{FF2B5EF4-FFF2-40B4-BE49-F238E27FC236}">
                <a16:creationId xmlns:a16="http://schemas.microsoft.com/office/drawing/2014/main" id="{C4140ED3-7803-4873-BADF-BBB3AA7D11DA}"/>
              </a:ext>
            </a:extLst>
          </p:cNvPr>
          <p:cNvSpPr>
            <a:spLocks xmlns:a="http://schemas.openxmlformats.org/drawingml/2006/main" noGrp="1"/>
          </p:cNvSpPr>
          <p:nvPr/>
        </p:nvSpPr>
        <p:spPr>
          <a:xfrm xmlns:a="http://schemas.openxmlformats.org/drawingml/2006/main">
            <a:off x="8487239"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3" name="Editable chart path">
            <a:extLst xmlns:a="http://schemas.openxmlformats.org/drawingml/2006/main">
              <a:ext uri="{FF2B5EF4-FFF2-40B4-BE49-F238E27FC236}">
                <a16:creationId xmlns:a16="http://schemas.microsoft.com/office/drawing/2014/main" id="{8C57DEBB-6684-47E3-AD80-174F5D834C26}"/>
              </a:ext>
            </a:extLst>
          </p:cNvPr>
          <p:cNvSpPr>
            <a:spLocks xmlns:a="http://schemas.openxmlformats.org/drawingml/2006/main" noGrp="1"/>
          </p:cNvSpPr>
          <p:nvPr/>
        </p:nvSpPr>
        <p:spPr>
          <a:xfrm xmlns:a="http://schemas.openxmlformats.org/drawingml/2006/main">
            <a:off x="629974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4" name="Editable chart path">
            <a:extLst xmlns:a="http://schemas.openxmlformats.org/drawingml/2006/main">
              <a:ext uri="{FF2B5EF4-FFF2-40B4-BE49-F238E27FC236}">
                <a16:creationId xmlns:a16="http://schemas.microsoft.com/office/drawing/2014/main" id="{A32108CD-BC58-40EB-BFC7-13F70882AC71}"/>
              </a:ext>
            </a:extLst>
          </p:cNvPr>
          <p:cNvSpPr>
            <a:spLocks xmlns:a="http://schemas.openxmlformats.org/drawingml/2006/main" noGrp="1"/>
          </p:cNvSpPr>
          <p:nvPr/>
        </p:nvSpPr>
        <p:spPr>
          <a:xfrm xmlns:a="http://schemas.openxmlformats.org/drawingml/2006/main">
            <a:off x="634835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5" name="Editable chart path">
            <a:extLst xmlns:a="http://schemas.openxmlformats.org/drawingml/2006/main">
              <a:ext uri="{FF2B5EF4-FFF2-40B4-BE49-F238E27FC236}">
                <a16:creationId xmlns:a16="http://schemas.microsoft.com/office/drawing/2014/main" id="{49B24FA0-EA7F-4C33-AEC5-2D415F583674}"/>
              </a:ext>
            </a:extLst>
          </p:cNvPr>
          <p:cNvSpPr>
            <a:spLocks xmlns:a="http://schemas.openxmlformats.org/drawingml/2006/main" noGrp="1"/>
          </p:cNvSpPr>
          <p:nvPr/>
        </p:nvSpPr>
        <p:spPr>
          <a:xfrm xmlns:a="http://schemas.openxmlformats.org/drawingml/2006/main">
            <a:off x="639696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6" name="Editable chart path">
            <a:extLst xmlns:a="http://schemas.openxmlformats.org/drawingml/2006/main">
              <a:ext uri="{FF2B5EF4-FFF2-40B4-BE49-F238E27FC236}">
                <a16:creationId xmlns:a16="http://schemas.microsoft.com/office/drawing/2014/main" id="{A1F044E2-F1FF-4C21-9852-33658ED29318}"/>
              </a:ext>
            </a:extLst>
          </p:cNvPr>
          <p:cNvSpPr>
            <a:spLocks xmlns:a="http://schemas.openxmlformats.org/drawingml/2006/main" noGrp="1"/>
          </p:cNvSpPr>
          <p:nvPr/>
        </p:nvSpPr>
        <p:spPr>
          <a:xfrm xmlns:a="http://schemas.openxmlformats.org/drawingml/2006/main">
            <a:off x="6445578"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7" name="Editable chart path">
            <a:extLst xmlns:a="http://schemas.openxmlformats.org/drawingml/2006/main">
              <a:ext uri="{FF2B5EF4-FFF2-40B4-BE49-F238E27FC236}">
                <a16:creationId xmlns:a16="http://schemas.microsoft.com/office/drawing/2014/main" id="{D0D9102B-6F9B-4265-A32D-A710895C85A9}"/>
              </a:ext>
            </a:extLst>
          </p:cNvPr>
          <p:cNvSpPr>
            <a:spLocks xmlns:a="http://schemas.openxmlformats.org/drawingml/2006/main" noGrp="1"/>
          </p:cNvSpPr>
          <p:nvPr/>
        </p:nvSpPr>
        <p:spPr>
          <a:xfrm xmlns:a="http://schemas.openxmlformats.org/drawingml/2006/main">
            <a:off x="649418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8" name="Editable chart path">
            <a:extLst xmlns:a="http://schemas.openxmlformats.org/drawingml/2006/main">
              <a:ext uri="{FF2B5EF4-FFF2-40B4-BE49-F238E27FC236}">
                <a16:creationId xmlns:a16="http://schemas.microsoft.com/office/drawing/2014/main" id="{DAD54BD2-6DA9-4900-A189-DD2FB2505DE4}"/>
              </a:ext>
            </a:extLst>
          </p:cNvPr>
          <p:cNvSpPr>
            <a:spLocks xmlns:a="http://schemas.openxmlformats.org/drawingml/2006/main" noGrp="1"/>
          </p:cNvSpPr>
          <p:nvPr/>
        </p:nvSpPr>
        <p:spPr>
          <a:xfrm xmlns:a="http://schemas.openxmlformats.org/drawingml/2006/main">
            <a:off x="6542800"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9" name="Editable chart path">
            <a:extLst xmlns:a="http://schemas.openxmlformats.org/drawingml/2006/main">
              <a:ext uri="{FF2B5EF4-FFF2-40B4-BE49-F238E27FC236}">
                <a16:creationId xmlns:a16="http://schemas.microsoft.com/office/drawing/2014/main" id="{01A20CD2-4677-42EC-836B-8D6203D90D4D}"/>
              </a:ext>
            </a:extLst>
          </p:cNvPr>
          <p:cNvSpPr>
            <a:spLocks xmlns:a="http://schemas.openxmlformats.org/drawingml/2006/main" noGrp="1"/>
          </p:cNvSpPr>
          <p:nvPr/>
        </p:nvSpPr>
        <p:spPr>
          <a:xfrm xmlns:a="http://schemas.openxmlformats.org/drawingml/2006/main">
            <a:off x="6591411"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0" name="Editable chart path">
            <a:extLst xmlns:a="http://schemas.openxmlformats.org/drawingml/2006/main">
              <a:ext uri="{FF2B5EF4-FFF2-40B4-BE49-F238E27FC236}">
                <a16:creationId xmlns:a16="http://schemas.microsoft.com/office/drawing/2014/main" id="{9C9F5B04-FFA9-4E8C-87DA-D1A09FD4216B}"/>
              </a:ext>
            </a:extLst>
          </p:cNvPr>
          <p:cNvSpPr>
            <a:spLocks xmlns:a="http://schemas.openxmlformats.org/drawingml/2006/main" noGrp="1"/>
          </p:cNvSpPr>
          <p:nvPr/>
        </p:nvSpPr>
        <p:spPr>
          <a:xfrm xmlns:a="http://schemas.openxmlformats.org/drawingml/2006/main">
            <a:off x="6640022"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1" name="Editable chart path">
            <a:extLst xmlns:a="http://schemas.openxmlformats.org/drawingml/2006/main">
              <a:ext uri="{FF2B5EF4-FFF2-40B4-BE49-F238E27FC236}">
                <a16:creationId xmlns:a16="http://schemas.microsoft.com/office/drawing/2014/main" id="{712B9E16-1F00-4C5D-BE3C-2936E65C0D91}"/>
              </a:ext>
            </a:extLst>
          </p:cNvPr>
          <p:cNvSpPr>
            <a:spLocks xmlns:a="http://schemas.openxmlformats.org/drawingml/2006/main" noGrp="1"/>
          </p:cNvSpPr>
          <p:nvPr/>
        </p:nvSpPr>
        <p:spPr>
          <a:xfrm xmlns:a="http://schemas.openxmlformats.org/drawingml/2006/main">
            <a:off x="6688633"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2" name="Editable chart path">
            <a:extLst xmlns:a="http://schemas.openxmlformats.org/drawingml/2006/main">
              <a:ext uri="{FF2B5EF4-FFF2-40B4-BE49-F238E27FC236}">
                <a16:creationId xmlns:a16="http://schemas.microsoft.com/office/drawing/2014/main" id="{B0BF30EF-02C1-471E-A9B5-AAE30188253B}"/>
              </a:ext>
            </a:extLst>
          </p:cNvPr>
          <p:cNvSpPr>
            <a:spLocks xmlns:a="http://schemas.openxmlformats.org/drawingml/2006/main" noGrp="1"/>
          </p:cNvSpPr>
          <p:nvPr/>
        </p:nvSpPr>
        <p:spPr>
          <a:xfrm xmlns:a="http://schemas.openxmlformats.org/drawingml/2006/main">
            <a:off x="6737244"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3" name="Editable chart path">
            <a:extLst xmlns:a="http://schemas.openxmlformats.org/drawingml/2006/main">
              <a:ext uri="{FF2B5EF4-FFF2-40B4-BE49-F238E27FC236}">
                <a16:creationId xmlns:a16="http://schemas.microsoft.com/office/drawing/2014/main" id="{74BED98D-ADDC-4867-9FB4-F3FD40A71554}"/>
              </a:ext>
            </a:extLst>
          </p:cNvPr>
          <p:cNvSpPr>
            <a:spLocks xmlns:a="http://schemas.openxmlformats.org/drawingml/2006/main" noGrp="1"/>
          </p:cNvSpPr>
          <p:nvPr/>
        </p:nvSpPr>
        <p:spPr>
          <a:xfrm xmlns:a="http://schemas.openxmlformats.org/drawingml/2006/main">
            <a:off x="678585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4" name="Editable chart path">
            <a:extLst xmlns:a="http://schemas.openxmlformats.org/drawingml/2006/main">
              <a:ext uri="{FF2B5EF4-FFF2-40B4-BE49-F238E27FC236}">
                <a16:creationId xmlns:a16="http://schemas.microsoft.com/office/drawing/2014/main" id="{158125C5-B4DC-4E5B-A2A6-10BA3A561424}"/>
              </a:ext>
            </a:extLst>
          </p:cNvPr>
          <p:cNvSpPr>
            <a:spLocks xmlns:a="http://schemas.openxmlformats.org/drawingml/2006/main" noGrp="1"/>
          </p:cNvSpPr>
          <p:nvPr/>
        </p:nvSpPr>
        <p:spPr>
          <a:xfrm xmlns:a="http://schemas.openxmlformats.org/drawingml/2006/main">
            <a:off x="683446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5" name="Editable chart path">
            <a:extLst xmlns:a="http://schemas.openxmlformats.org/drawingml/2006/main">
              <a:ext uri="{FF2B5EF4-FFF2-40B4-BE49-F238E27FC236}">
                <a16:creationId xmlns:a16="http://schemas.microsoft.com/office/drawing/2014/main" id="{5F45DB33-AFC2-4C0D-9CC5-47D8A3910E67}"/>
              </a:ext>
            </a:extLst>
          </p:cNvPr>
          <p:cNvSpPr>
            <a:spLocks xmlns:a="http://schemas.openxmlformats.org/drawingml/2006/main" noGrp="1"/>
          </p:cNvSpPr>
          <p:nvPr/>
        </p:nvSpPr>
        <p:spPr>
          <a:xfrm xmlns:a="http://schemas.openxmlformats.org/drawingml/2006/main">
            <a:off x="688307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6" name="Editable chart path">
            <a:extLst xmlns:a="http://schemas.openxmlformats.org/drawingml/2006/main">
              <a:ext uri="{FF2B5EF4-FFF2-40B4-BE49-F238E27FC236}">
                <a16:creationId xmlns:a16="http://schemas.microsoft.com/office/drawing/2014/main" id="{78E2971F-FDA7-4A75-B330-D38D862AF126}"/>
              </a:ext>
            </a:extLst>
          </p:cNvPr>
          <p:cNvSpPr>
            <a:spLocks xmlns:a="http://schemas.openxmlformats.org/drawingml/2006/main" noGrp="1"/>
          </p:cNvSpPr>
          <p:nvPr/>
        </p:nvSpPr>
        <p:spPr>
          <a:xfrm xmlns:a="http://schemas.openxmlformats.org/drawingml/2006/main">
            <a:off x="6931688"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7" name="Editable chart path">
            <a:extLst xmlns:a="http://schemas.openxmlformats.org/drawingml/2006/main">
              <a:ext uri="{FF2B5EF4-FFF2-40B4-BE49-F238E27FC236}">
                <a16:creationId xmlns:a16="http://schemas.microsoft.com/office/drawing/2014/main" id="{7A72F01F-8301-471A-8E60-6885BF36EAF1}"/>
              </a:ext>
            </a:extLst>
          </p:cNvPr>
          <p:cNvSpPr>
            <a:spLocks xmlns:a="http://schemas.openxmlformats.org/drawingml/2006/main" noGrp="1"/>
          </p:cNvSpPr>
          <p:nvPr/>
        </p:nvSpPr>
        <p:spPr>
          <a:xfrm xmlns:a="http://schemas.openxmlformats.org/drawingml/2006/main">
            <a:off x="698029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8" name="Editable chart path">
            <a:extLst xmlns:a="http://schemas.openxmlformats.org/drawingml/2006/main">
              <a:ext uri="{FF2B5EF4-FFF2-40B4-BE49-F238E27FC236}">
                <a16:creationId xmlns:a16="http://schemas.microsoft.com/office/drawing/2014/main" id="{CF2D8694-9724-4BEE-888F-3D778F9308E4}"/>
              </a:ext>
            </a:extLst>
          </p:cNvPr>
          <p:cNvSpPr>
            <a:spLocks xmlns:a="http://schemas.openxmlformats.org/drawingml/2006/main" noGrp="1"/>
          </p:cNvSpPr>
          <p:nvPr/>
        </p:nvSpPr>
        <p:spPr>
          <a:xfrm xmlns:a="http://schemas.openxmlformats.org/drawingml/2006/main">
            <a:off x="7028910"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9" name="Editable chart path">
            <a:extLst xmlns:a="http://schemas.openxmlformats.org/drawingml/2006/main">
              <a:ext uri="{FF2B5EF4-FFF2-40B4-BE49-F238E27FC236}">
                <a16:creationId xmlns:a16="http://schemas.microsoft.com/office/drawing/2014/main" id="{058D6C4A-35AA-422B-A09E-050C5AFE46BC}"/>
              </a:ext>
            </a:extLst>
          </p:cNvPr>
          <p:cNvSpPr>
            <a:spLocks xmlns:a="http://schemas.openxmlformats.org/drawingml/2006/main" noGrp="1"/>
          </p:cNvSpPr>
          <p:nvPr/>
        </p:nvSpPr>
        <p:spPr>
          <a:xfrm xmlns:a="http://schemas.openxmlformats.org/drawingml/2006/main">
            <a:off x="7077521"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0" name="Editable chart path">
            <a:extLst xmlns:a="http://schemas.openxmlformats.org/drawingml/2006/main">
              <a:ext uri="{FF2B5EF4-FFF2-40B4-BE49-F238E27FC236}">
                <a16:creationId xmlns:a16="http://schemas.microsoft.com/office/drawing/2014/main" id="{19B0118B-057E-47A7-AFC9-5CAB5EEB7E94}"/>
              </a:ext>
            </a:extLst>
          </p:cNvPr>
          <p:cNvSpPr>
            <a:spLocks xmlns:a="http://schemas.openxmlformats.org/drawingml/2006/main" noGrp="1"/>
          </p:cNvSpPr>
          <p:nvPr/>
        </p:nvSpPr>
        <p:spPr>
          <a:xfrm xmlns:a="http://schemas.openxmlformats.org/drawingml/2006/main">
            <a:off x="7126132"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1" name="Editable chart path">
            <a:extLst xmlns:a="http://schemas.openxmlformats.org/drawingml/2006/main">
              <a:ext uri="{FF2B5EF4-FFF2-40B4-BE49-F238E27FC236}">
                <a16:creationId xmlns:a16="http://schemas.microsoft.com/office/drawing/2014/main" id="{13EAB9F6-281B-484D-B4F3-1B3CF6C0BC28}"/>
              </a:ext>
            </a:extLst>
          </p:cNvPr>
          <p:cNvSpPr>
            <a:spLocks xmlns:a="http://schemas.openxmlformats.org/drawingml/2006/main" noGrp="1"/>
          </p:cNvSpPr>
          <p:nvPr/>
        </p:nvSpPr>
        <p:spPr>
          <a:xfrm xmlns:a="http://schemas.openxmlformats.org/drawingml/2006/main">
            <a:off x="7174743"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2" name="Editable chart path">
            <a:extLst xmlns:a="http://schemas.openxmlformats.org/drawingml/2006/main">
              <a:ext uri="{FF2B5EF4-FFF2-40B4-BE49-F238E27FC236}">
                <a16:creationId xmlns:a16="http://schemas.microsoft.com/office/drawing/2014/main" id="{834972AE-D3A4-4801-9776-BFF79985C223}"/>
              </a:ext>
            </a:extLst>
          </p:cNvPr>
          <p:cNvSpPr>
            <a:spLocks xmlns:a="http://schemas.openxmlformats.org/drawingml/2006/main" noGrp="1"/>
          </p:cNvSpPr>
          <p:nvPr/>
        </p:nvSpPr>
        <p:spPr>
          <a:xfrm xmlns:a="http://schemas.openxmlformats.org/drawingml/2006/main">
            <a:off x="7223354"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3" name="Editable chart path">
            <a:extLst xmlns:a="http://schemas.openxmlformats.org/drawingml/2006/main">
              <a:ext uri="{FF2B5EF4-FFF2-40B4-BE49-F238E27FC236}">
                <a16:creationId xmlns:a16="http://schemas.microsoft.com/office/drawing/2014/main" id="{C8C1588D-941F-48BB-8CBD-AF9E05414138}"/>
              </a:ext>
            </a:extLst>
          </p:cNvPr>
          <p:cNvSpPr>
            <a:spLocks xmlns:a="http://schemas.openxmlformats.org/drawingml/2006/main" noGrp="1"/>
          </p:cNvSpPr>
          <p:nvPr/>
        </p:nvSpPr>
        <p:spPr>
          <a:xfrm xmlns:a="http://schemas.openxmlformats.org/drawingml/2006/main">
            <a:off x="727196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4" name="Editable chart path">
            <a:extLst xmlns:a="http://schemas.openxmlformats.org/drawingml/2006/main">
              <a:ext uri="{FF2B5EF4-FFF2-40B4-BE49-F238E27FC236}">
                <a16:creationId xmlns:a16="http://schemas.microsoft.com/office/drawing/2014/main" id="{A955B6DA-9BE5-403A-97B7-3D087186F620}"/>
              </a:ext>
            </a:extLst>
          </p:cNvPr>
          <p:cNvSpPr>
            <a:spLocks xmlns:a="http://schemas.openxmlformats.org/drawingml/2006/main" noGrp="1"/>
          </p:cNvSpPr>
          <p:nvPr/>
        </p:nvSpPr>
        <p:spPr>
          <a:xfrm xmlns:a="http://schemas.openxmlformats.org/drawingml/2006/main">
            <a:off x="732057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5" name="Editable chart path">
            <a:extLst xmlns:a="http://schemas.openxmlformats.org/drawingml/2006/main">
              <a:ext uri="{FF2B5EF4-FFF2-40B4-BE49-F238E27FC236}">
                <a16:creationId xmlns:a16="http://schemas.microsoft.com/office/drawing/2014/main" id="{563EDFE5-4572-4121-839E-10EB6281D44E}"/>
              </a:ext>
            </a:extLst>
          </p:cNvPr>
          <p:cNvSpPr>
            <a:spLocks xmlns:a="http://schemas.openxmlformats.org/drawingml/2006/main" noGrp="1"/>
          </p:cNvSpPr>
          <p:nvPr/>
        </p:nvSpPr>
        <p:spPr>
          <a:xfrm xmlns:a="http://schemas.openxmlformats.org/drawingml/2006/main">
            <a:off x="736918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6" name="Editable chart path">
            <a:extLst xmlns:a="http://schemas.openxmlformats.org/drawingml/2006/main">
              <a:ext uri="{FF2B5EF4-FFF2-40B4-BE49-F238E27FC236}">
                <a16:creationId xmlns:a16="http://schemas.microsoft.com/office/drawing/2014/main" id="{62360BB8-3F97-4A35-A94F-A3132951F1CB}"/>
              </a:ext>
            </a:extLst>
          </p:cNvPr>
          <p:cNvSpPr>
            <a:spLocks xmlns:a="http://schemas.openxmlformats.org/drawingml/2006/main" noGrp="1"/>
          </p:cNvSpPr>
          <p:nvPr/>
        </p:nvSpPr>
        <p:spPr>
          <a:xfrm xmlns:a="http://schemas.openxmlformats.org/drawingml/2006/main">
            <a:off x="7417798"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7" name="Editable chart path">
            <a:extLst xmlns:a="http://schemas.openxmlformats.org/drawingml/2006/main">
              <a:ext uri="{FF2B5EF4-FFF2-40B4-BE49-F238E27FC236}">
                <a16:creationId xmlns:a16="http://schemas.microsoft.com/office/drawing/2014/main" id="{067A70E3-F8A0-418D-9593-A4C3A92E7516}"/>
              </a:ext>
            </a:extLst>
          </p:cNvPr>
          <p:cNvSpPr>
            <a:spLocks xmlns:a="http://schemas.openxmlformats.org/drawingml/2006/main" noGrp="1"/>
          </p:cNvSpPr>
          <p:nvPr/>
        </p:nvSpPr>
        <p:spPr>
          <a:xfrm xmlns:a="http://schemas.openxmlformats.org/drawingml/2006/main">
            <a:off x="746640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8" name="Editable chart path">
            <a:extLst xmlns:a="http://schemas.openxmlformats.org/drawingml/2006/main">
              <a:ext uri="{FF2B5EF4-FFF2-40B4-BE49-F238E27FC236}">
                <a16:creationId xmlns:a16="http://schemas.microsoft.com/office/drawing/2014/main" id="{6FA013D4-B11B-4BF3-AD2F-3C227DEA43A9}"/>
              </a:ext>
            </a:extLst>
          </p:cNvPr>
          <p:cNvSpPr>
            <a:spLocks xmlns:a="http://schemas.openxmlformats.org/drawingml/2006/main" noGrp="1"/>
          </p:cNvSpPr>
          <p:nvPr/>
        </p:nvSpPr>
        <p:spPr>
          <a:xfrm xmlns:a="http://schemas.openxmlformats.org/drawingml/2006/main">
            <a:off x="751501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9" name="Editable chart path">
            <a:extLst xmlns:a="http://schemas.openxmlformats.org/drawingml/2006/main">
              <a:ext uri="{FF2B5EF4-FFF2-40B4-BE49-F238E27FC236}">
                <a16:creationId xmlns:a16="http://schemas.microsoft.com/office/drawing/2014/main" id="{2C4CD24D-BAD5-4C22-B91A-4B1CF80B1A3C}"/>
              </a:ext>
            </a:extLst>
          </p:cNvPr>
          <p:cNvSpPr>
            <a:spLocks xmlns:a="http://schemas.openxmlformats.org/drawingml/2006/main" noGrp="1"/>
          </p:cNvSpPr>
          <p:nvPr/>
        </p:nvSpPr>
        <p:spPr>
          <a:xfrm xmlns:a="http://schemas.openxmlformats.org/drawingml/2006/main">
            <a:off x="7563630"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0" name="Editable chart path">
            <a:extLst xmlns:a="http://schemas.openxmlformats.org/drawingml/2006/main">
              <a:ext uri="{FF2B5EF4-FFF2-40B4-BE49-F238E27FC236}">
                <a16:creationId xmlns:a16="http://schemas.microsoft.com/office/drawing/2014/main" id="{5839BAA4-D44B-4B23-A2E4-A184FF1DDAB9}"/>
              </a:ext>
            </a:extLst>
          </p:cNvPr>
          <p:cNvSpPr>
            <a:spLocks xmlns:a="http://schemas.openxmlformats.org/drawingml/2006/main" noGrp="1"/>
          </p:cNvSpPr>
          <p:nvPr/>
        </p:nvSpPr>
        <p:spPr>
          <a:xfrm xmlns:a="http://schemas.openxmlformats.org/drawingml/2006/main">
            <a:off x="7612241"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1" name="Editable chart path">
            <a:extLst xmlns:a="http://schemas.openxmlformats.org/drawingml/2006/main">
              <a:ext uri="{FF2B5EF4-FFF2-40B4-BE49-F238E27FC236}">
                <a16:creationId xmlns:a16="http://schemas.microsoft.com/office/drawing/2014/main" id="{F82B20E7-63DE-4FE7-B3D0-E78C7A8A331A}"/>
              </a:ext>
            </a:extLst>
          </p:cNvPr>
          <p:cNvSpPr>
            <a:spLocks xmlns:a="http://schemas.openxmlformats.org/drawingml/2006/main" noGrp="1"/>
          </p:cNvSpPr>
          <p:nvPr/>
        </p:nvSpPr>
        <p:spPr>
          <a:xfrm xmlns:a="http://schemas.openxmlformats.org/drawingml/2006/main">
            <a:off x="7660852"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2" name="Editable chart path">
            <a:extLst xmlns:a="http://schemas.openxmlformats.org/drawingml/2006/main">
              <a:ext uri="{FF2B5EF4-FFF2-40B4-BE49-F238E27FC236}">
                <a16:creationId xmlns:a16="http://schemas.microsoft.com/office/drawing/2014/main" id="{78FA811C-69D3-4AD6-B082-97917910CF1D}"/>
              </a:ext>
            </a:extLst>
          </p:cNvPr>
          <p:cNvSpPr>
            <a:spLocks xmlns:a="http://schemas.openxmlformats.org/drawingml/2006/main" noGrp="1"/>
          </p:cNvSpPr>
          <p:nvPr/>
        </p:nvSpPr>
        <p:spPr>
          <a:xfrm xmlns:a="http://schemas.openxmlformats.org/drawingml/2006/main">
            <a:off x="7709463"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3" name="Editable chart path">
            <a:extLst xmlns:a="http://schemas.openxmlformats.org/drawingml/2006/main">
              <a:ext uri="{FF2B5EF4-FFF2-40B4-BE49-F238E27FC236}">
                <a16:creationId xmlns:a16="http://schemas.microsoft.com/office/drawing/2014/main" id="{7BED73E3-BE10-4084-8C89-53ED3A10BC9E}"/>
              </a:ext>
            </a:extLst>
          </p:cNvPr>
          <p:cNvSpPr>
            <a:spLocks xmlns:a="http://schemas.openxmlformats.org/drawingml/2006/main" noGrp="1"/>
          </p:cNvSpPr>
          <p:nvPr/>
        </p:nvSpPr>
        <p:spPr>
          <a:xfrm xmlns:a="http://schemas.openxmlformats.org/drawingml/2006/main">
            <a:off x="7758074"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4" name="Editable chart path">
            <a:extLst xmlns:a="http://schemas.openxmlformats.org/drawingml/2006/main">
              <a:ext uri="{FF2B5EF4-FFF2-40B4-BE49-F238E27FC236}">
                <a16:creationId xmlns:a16="http://schemas.microsoft.com/office/drawing/2014/main" id="{DC8A78A1-1094-4B53-9919-7625A2E49261}"/>
              </a:ext>
            </a:extLst>
          </p:cNvPr>
          <p:cNvSpPr>
            <a:spLocks xmlns:a="http://schemas.openxmlformats.org/drawingml/2006/main" noGrp="1"/>
          </p:cNvSpPr>
          <p:nvPr/>
        </p:nvSpPr>
        <p:spPr>
          <a:xfrm xmlns:a="http://schemas.openxmlformats.org/drawingml/2006/main">
            <a:off x="780668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5" name="Editable chart path">
            <a:extLst xmlns:a="http://schemas.openxmlformats.org/drawingml/2006/main">
              <a:ext uri="{FF2B5EF4-FFF2-40B4-BE49-F238E27FC236}">
                <a16:creationId xmlns:a16="http://schemas.microsoft.com/office/drawing/2014/main" id="{BC77F7B9-B7B8-46D0-BECA-9FC170F9E22C}"/>
              </a:ext>
            </a:extLst>
          </p:cNvPr>
          <p:cNvSpPr>
            <a:spLocks xmlns:a="http://schemas.openxmlformats.org/drawingml/2006/main" noGrp="1"/>
          </p:cNvSpPr>
          <p:nvPr/>
        </p:nvSpPr>
        <p:spPr>
          <a:xfrm xmlns:a="http://schemas.openxmlformats.org/drawingml/2006/main">
            <a:off x="785529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6" name="Editable chart path">
            <a:extLst xmlns:a="http://schemas.openxmlformats.org/drawingml/2006/main">
              <a:ext uri="{FF2B5EF4-FFF2-40B4-BE49-F238E27FC236}">
                <a16:creationId xmlns:a16="http://schemas.microsoft.com/office/drawing/2014/main" id="{F1B42267-1F83-4AEB-9F74-67B237836D02}"/>
              </a:ext>
            </a:extLst>
          </p:cNvPr>
          <p:cNvSpPr>
            <a:spLocks xmlns:a="http://schemas.openxmlformats.org/drawingml/2006/main" noGrp="1"/>
          </p:cNvSpPr>
          <p:nvPr/>
        </p:nvSpPr>
        <p:spPr>
          <a:xfrm xmlns:a="http://schemas.openxmlformats.org/drawingml/2006/main">
            <a:off x="790390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7" name="Editable chart path">
            <a:extLst xmlns:a="http://schemas.openxmlformats.org/drawingml/2006/main">
              <a:ext uri="{FF2B5EF4-FFF2-40B4-BE49-F238E27FC236}">
                <a16:creationId xmlns:a16="http://schemas.microsoft.com/office/drawing/2014/main" id="{FCB34758-90BB-4F8E-A73A-83274552CA62}"/>
              </a:ext>
            </a:extLst>
          </p:cNvPr>
          <p:cNvSpPr>
            <a:spLocks xmlns:a="http://schemas.openxmlformats.org/drawingml/2006/main" noGrp="1"/>
          </p:cNvSpPr>
          <p:nvPr/>
        </p:nvSpPr>
        <p:spPr>
          <a:xfrm xmlns:a="http://schemas.openxmlformats.org/drawingml/2006/main">
            <a:off x="7952518"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8" name="Editable chart path">
            <a:extLst xmlns:a="http://schemas.openxmlformats.org/drawingml/2006/main">
              <a:ext uri="{FF2B5EF4-FFF2-40B4-BE49-F238E27FC236}">
                <a16:creationId xmlns:a16="http://schemas.microsoft.com/office/drawing/2014/main" id="{AE0ACDF8-FCDB-4B8D-B794-1EAB760FF9CF}"/>
              </a:ext>
            </a:extLst>
          </p:cNvPr>
          <p:cNvSpPr>
            <a:spLocks xmlns:a="http://schemas.openxmlformats.org/drawingml/2006/main" noGrp="1"/>
          </p:cNvSpPr>
          <p:nvPr/>
        </p:nvSpPr>
        <p:spPr>
          <a:xfrm xmlns:a="http://schemas.openxmlformats.org/drawingml/2006/main">
            <a:off x="800112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9" name="Editable chart path">
            <a:extLst xmlns:a="http://schemas.openxmlformats.org/drawingml/2006/main">
              <a:ext uri="{FF2B5EF4-FFF2-40B4-BE49-F238E27FC236}">
                <a16:creationId xmlns:a16="http://schemas.microsoft.com/office/drawing/2014/main" id="{8F0F136D-6517-4C90-B487-6C39E5D9C7C8}"/>
              </a:ext>
            </a:extLst>
          </p:cNvPr>
          <p:cNvSpPr>
            <a:spLocks xmlns:a="http://schemas.openxmlformats.org/drawingml/2006/main" noGrp="1"/>
          </p:cNvSpPr>
          <p:nvPr/>
        </p:nvSpPr>
        <p:spPr>
          <a:xfrm xmlns:a="http://schemas.openxmlformats.org/drawingml/2006/main">
            <a:off x="8049740"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0" name="Editable chart path">
            <a:extLst xmlns:a="http://schemas.openxmlformats.org/drawingml/2006/main">
              <a:ext uri="{FF2B5EF4-FFF2-40B4-BE49-F238E27FC236}">
                <a16:creationId xmlns:a16="http://schemas.microsoft.com/office/drawing/2014/main" id="{A9ABAAE3-39CF-4A49-962C-68BA5EB77F03}"/>
              </a:ext>
            </a:extLst>
          </p:cNvPr>
          <p:cNvSpPr>
            <a:spLocks xmlns:a="http://schemas.openxmlformats.org/drawingml/2006/main" noGrp="1"/>
          </p:cNvSpPr>
          <p:nvPr/>
        </p:nvSpPr>
        <p:spPr>
          <a:xfrm xmlns:a="http://schemas.openxmlformats.org/drawingml/2006/main">
            <a:off x="8098351"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1" name="Editable chart path">
            <a:extLst xmlns:a="http://schemas.openxmlformats.org/drawingml/2006/main">
              <a:ext uri="{FF2B5EF4-FFF2-40B4-BE49-F238E27FC236}">
                <a16:creationId xmlns:a16="http://schemas.microsoft.com/office/drawing/2014/main" id="{284FF601-252E-4D38-9678-D99531168378}"/>
              </a:ext>
            </a:extLst>
          </p:cNvPr>
          <p:cNvSpPr>
            <a:spLocks xmlns:a="http://schemas.openxmlformats.org/drawingml/2006/main" noGrp="1"/>
          </p:cNvSpPr>
          <p:nvPr/>
        </p:nvSpPr>
        <p:spPr>
          <a:xfrm xmlns:a="http://schemas.openxmlformats.org/drawingml/2006/main">
            <a:off x="8146962"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2" name="Editable chart path">
            <a:extLst xmlns:a="http://schemas.openxmlformats.org/drawingml/2006/main">
              <a:ext uri="{FF2B5EF4-FFF2-40B4-BE49-F238E27FC236}">
                <a16:creationId xmlns:a16="http://schemas.microsoft.com/office/drawing/2014/main" id="{9F41E79C-A55C-45A6-BB29-B83FFED1DE58}"/>
              </a:ext>
            </a:extLst>
          </p:cNvPr>
          <p:cNvSpPr>
            <a:spLocks xmlns:a="http://schemas.openxmlformats.org/drawingml/2006/main" noGrp="1"/>
          </p:cNvSpPr>
          <p:nvPr/>
        </p:nvSpPr>
        <p:spPr>
          <a:xfrm xmlns:a="http://schemas.openxmlformats.org/drawingml/2006/main">
            <a:off x="8195573"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3" name="Editable chart path">
            <a:extLst xmlns:a="http://schemas.openxmlformats.org/drawingml/2006/main">
              <a:ext uri="{FF2B5EF4-FFF2-40B4-BE49-F238E27FC236}">
                <a16:creationId xmlns:a16="http://schemas.microsoft.com/office/drawing/2014/main" id="{7BC5E0C1-8BE2-4BDB-B949-FD349AFF722B}"/>
              </a:ext>
            </a:extLst>
          </p:cNvPr>
          <p:cNvSpPr>
            <a:spLocks xmlns:a="http://schemas.openxmlformats.org/drawingml/2006/main" noGrp="1"/>
          </p:cNvSpPr>
          <p:nvPr/>
        </p:nvSpPr>
        <p:spPr>
          <a:xfrm xmlns:a="http://schemas.openxmlformats.org/drawingml/2006/main">
            <a:off x="8244184"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4" name="Editable chart path">
            <a:extLst xmlns:a="http://schemas.openxmlformats.org/drawingml/2006/main">
              <a:ext uri="{FF2B5EF4-FFF2-40B4-BE49-F238E27FC236}">
                <a16:creationId xmlns:a16="http://schemas.microsoft.com/office/drawing/2014/main" id="{FDB4A7E6-B186-4A1E-ABF0-FCA16E760092}"/>
              </a:ext>
            </a:extLst>
          </p:cNvPr>
          <p:cNvSpPr>
            <a:spLocks xmlns:a="http://schemas.openxmlformats.org/drawingml/2006/main" noGrp="1"/>
          </p:cNvSpPr>
          <p:nvPr/>
        </p:nvSpPr>
        <p:spPr>
          <a:xfrm xmlns:a="http://schemas.openxmlformats.org/drawingml/2006/main">
            <a:off x="829279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5" name="Editable chart path">
            <a:extLst xmlns:a="http://schemas.openxmlformats.org/drawingml/2006/main">
              <a:ext uri="{FF2B5EF4-FFF2-40B4-BE49-F238E27FC236}">
                <a16:creationId xmlns:a16="http://schemas.microsoft.com/office/drawing/2014/main" id="{204717D7-D48E-488A-98A5-3B0E468E76A8}"/>
              </a:ext>
            </a:extLst>
          </p:cNvPr>
          <p:cNvSpPr>
            <a:spLocks xmlns:a="http://schemas.openxmlformats.org/drawingml/2006/main" noGrp="1"/>
          </p:cNvSpPr>
          <p:nvPr/>
        </p:nvSpPr>
        <p:spPr>
          <a:xfrm xmlns:a="http://schemas.openxmlformats.org/drawingml/2006/main">
            <a:off x="8341406"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6" name="Editable chart path">
            <a:extLst xmlns:a="http://schemas.openxmlformats.org/drawingml/2006/main">
              <a:ext uri="{FF2B5EF4-FFF2-40B4-BE49-F238E27FC236}">
                <a16:creationId xmlns:a16="http://schemas.microsoft.com/office/drawing/2014/main" id="{333DB1A2-FB6C-456E-B60A-899ED4D46848}"/>
              </a:ext>
            </a:extLst>
          </p:cNvPr>
          <p:cNvSpPr>
            <a:spLocks xmlns:a="http://schemas.openxmlformats.org/drawingml/2006/main" noGrp="1"/>
          </p:cNvSpPr>
          <p:nvPr/>
        </p:nvSpPr>
        <p:spPr>
          <a:xfrm xmlns:a="http://schemas.openxmlformats.org/drawingml/2006/main">
            <a:off x="8390017"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7" name="Editable chart path">
            <a:extLst xmlns:a="http://schemas.openxmlformats.org/drawingml/2006/main">
              <a:ext uri="{FF2B5EF4-FFF2-40B4-BE49-F238E27FC236}">
                <a16:creationId xmlns:a16="http://schemas.microsoft.com/office/drawing/2014/main" id="{B6A262D9-E0B9-410E-9C32-D266D933A707}"/>
              </a:ext>
            </a:extLst>
          </p:cNvPr>
          <p:cNvSpPr>
            <a:spLocks xmlns:a="http://schemas.openxmlformats.org/drawingml/2006/main" noGrp="1"/>
          </p:cNvSpPr>
          <p:nvPr/>
        </p:nvSpPr>
        <p:spPr>
          <a:xfrm xmlns:a="http://schemas.openxmlformats.org/drawingml/2006/main">
            <a:off x="634835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8" name="Editable chart path">
            <a:extLst xmlns:a="http://schemas.openxmlformats.org/drawingml/2006/main">
              <a:ext uri="{FF2B5EF4-FFF2-40B4-BE49-F238E27FC236}">
                <a16:creationId xmlns:a16="http://schemas.microsoft.com/office/drawing/2014/main" id="{95D3D565-A1E3-44E4-81D1-0227A033E090}"/>
              </a:ext>
            </a:extLst>
          </p:cNvPr>
          <p:cNvSpPr>
            <a:spLocks xmlns:a="http://schemas.openxmlformats.org/drawingml/2006/main" noGrp="1"/>
          </p:cNvSpPr>
          <p:nvPr/>
        </p:nvSpPr>
        <p:spPr>
          <a:xfrm xmlns:a="http://schemas.openxmlformats.org/drawingml/2006/main">
            <a:off x="639696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9" name="Editable chart path">
            <a:extLst xmlns:a="http://schemas.openxmlformats.org/drawingml/2006/main">
              <a:ext uri="{FF2B5EF4-FFF2-40B4-BE49-F238E27FC236}">
                <a16:creationId xmlns:a16="http://schemas.microsoft.com/office/drawing/2014/main" id="{A5136F08-0067-4C0A-97AD-BABD48D60F3D}"/>
              </a:ext>
            </a:extLst>
          </p:cNvPr>
          <p:cNvSpPr>
            <a:spLocks xmlns:a="http://schemas.openxmlformats.org/drawingml/2006/main" noGrp="1"/>
          </p:cNvSpPr>
          <p:nvPr/>
        </p:nvSpPr>
        <p:spPr>
          <a:xfrm xmlns:a="http://schemas.openxmlformats.org/drawingml/2006/main">
            <a:off x="644557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0" name="Editable chart path">
            <a:extLst xmlns:a="http://schemas.openxmlformats.org/drawingml/2006/main">
              <a:ext uri="{FF2B5EF4-FFF2-40B4-BE49-F238E27FC236}">
                <a16:creationId xmlns:a16="http://schemas.microsoft.com/office/drawing/2014/main" id="{11E94F6C-A46F-4105-831A-DD3A558943C7}"/>
              </a:ext>
            </a:extLst>
          </p:cNvPr>
          <p:cNvSpPr>
            <a:spLocks xmlns:a="http://schemas.openxmlformats.org/drawingml/2006/main" noGrp="1"/>
          </p:cNvSpPr>
          <p:nvPr/>
        </p:nvSpPr>
        <p:spPr>
          <a:xfrm xmlns:a="http://schemas.openxmlformats.org/drawingml/2006/main">
            <a:off x="649418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1" name="Editable chart path">
            <a:extLst xmlns:a="http://schemas.openxmlformats.org/drawingml/2006/main">
              <a:ext uri="{FF2B5EF4-FFF2-40B4-BE49-F238E27FC236}">
                <a16:creationId xmlns:a16="http://schemas.microsoft.com/office/drawing/2014/main" id="{92E34E52-3491-4F9A-AF90-A7451400F029}"/>
              </a:ext>
            </a:extLst>
          </p:cNvPr>
          <p:cNvSpPr>
            <a:spLocks xmlns:a="http://schemas.openxmlformats.org/drawingml/2006/main" noGrp="1"/>
          </p:cNvSpPr>
          <p:nvPr/>
        </p:nvSpPr>
        <p:spPr>
          <a:xfrm xmlns:a="http://schemas.openxmlformats.org/drawingml/2006/main">
            <a:off x="654280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2" name="Editable chart path">
            <a:extLst xmlns:a="http://schemas.openxmlformats.org/drawingml/2006/main">
              <a:ext uri="{FF2B5EF4-FFF2-40B4-BE49-F238E27FC236}">
                <a16:creationId xmlns:a16="http://schemas.microsoft.com/office/drawing/2014/main" id="{20D086B6-E1C4-45C0-99DE-DE613FD843D2}"/>
              </a:ext>
            </a:extLst>
          </p:cNvPr>
          <p:cNvSpPr>
            <a:spLocks xmlns:a="http://schemas.openxmlformats.org/drawingml/2006/main" noGrp="1"/>
          </p:cNvSpPr>
          <p:nvPr/>
        </p:nvSpPr>
        <p:spPr>
          <a:xfrm xmlns:a="http://schemas.openxmlformats.org/drawingml/2006/main">
            <a:off x="6591411"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3" name="Editable chart path">
            <a:extLst xmlns:a="http://schemas.openxmlformats.org/drawingml/2006/main">
              <a:ext uri="{FF2B5EF4-FFF2-40B4-BE49-F238E27FC236}">
                <a16:creationId xmlns:a16="http://schemas.microsoft.com/office/drawing/2014/main" id="{DE87993F-E49D-45FF-A779-3BF276FE2D3A}"/>
              </a:ext>
            </a:extLst>
          </p:cNvPr>
          <p:cNvSpPr>
            <a:spLocks xmlns:a="http://schemas.openxmlformats.org/drawingml/2006/main" noGrp="1"/>
          </p:cNvSpPr>
          <p:nvPr/>
        </p:nvSpPr>
        <p:spPr>
          <a:xfrm xmlns:a="http://schemas.openxmlformats.org/drawingml/2006/main">
            <a:off x="6640022"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4" name="Editable chart path">
            <a:extLst xmlns:a="http://schemas.openxmlformats.org/drawingml/2006/main">
              <a:ext uri="{FF2B5EF4-FFF2-40B4-BE49-F238E27FC236}">
                <a16:creationId xmlns:a16="http://schemas.microsoft.com/office/drawing/2014/main" id="{8B2A851A-B3C4-45B0-A525-74ACD437893E}"/>
              </a:ext>
            </a:extLst>
          </p:cNvPr>
          <p:cNvSpPr>
            <a:spLocks xmlns:a="http://schemas.openxmlformats.org/drawingml/2006/main" noGrp="1"/>
          </p:cNvSpPr>
          <p:nvPr/>
        </p:nvSpPr>
        <p:spPr>
          <a:xfrm xmlns:a="http://schemas.openxmlformats.org/drawingml/2006/main">
            <a:off x="6688633"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5" name="Editable chart path">
            <a:extLst xmlns:a="http://schemas.openxmlformats.org/drawingml/2006/main">
              <a:ext uri="{FF2B5EF4-FFF2-40B4-BE49-F238E27FC236}">
                <a16:creationId xmlns:a16="http://schemas.microsoft.com/office/drawing/2014/main" id="{714EBEC8-2014-4649-B275-4AAE3DDBC0BF}"/>
              </a:ext>
            </a:extLst>
          </p:cNvPr>
          <p:cNvSpPr>
            <a:spLocks xmlns:a="http://schemas.openxmlformats.org/drawingml/2006/main" noGrp="1"/>
          </p:cNvSpPr>
          <p:nvPr/>
        </p:nvSpPr>
        <p:spPr>
          <a:xfrm xmlns:a="http://schemas.openxmlformats.org/drawingml/2006/main">
            <a:off x="6737244"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6" name="Editable chart path">
            <a:extLst xmlns:a="http://schemas.openxmlformats.org/drawingml/2006/main">
              <a:ext uri="{FF2B5EF4-FFF2-40B4-BE49-F238E27FC236}">
                <a16:creationId xmlns:a16="http://schemas.microsoft.com/office/drawing/2014/main" id="{BADF29BD-4259-4E16-921B-360B675A8F42}"/>
              </a:ext>
            </a:extLst>
          </p:cNvPr>
          <p:cNvSpPr>
            <a:spLocks xmlns:a="http://schemas.openxmlformats.org/drawingml/2006/main" noGrp="1"/>
          </p:cNvSpPr>
          <p:nvPr/>
        </p:nvSpPr>
        <p:spPr>
          <a:xfrm xmlns:a="http://schemas.openxmlformats.org/drawingml/2006/main">
            <a:off x="6785855"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7" name="Editable chart path">
            <a:extLst xmlns:a="http://schemas.openxmlformats.org/drawingml/2006/main">
              <a:ext uri="{FF2B5EF4-FFF2-40B4-BE49-F238E27FC236}">
                <a16:creationId xmlns:a16="http://schemas.microsoft.com/office/drawing/2014/main" id="{2A706438-1778-4B92-A007-ABDC62F9147F}"/>
              </a:ext>
            </a:extLst>
          </p:cNvPr>
          <p:cNvSpPr>
            <a:spLocks xmlns:a="http://schemas.openxmlformats.org/drawingml/2006/main" noGrp="1"/>
          </p:cNvSpPr>
          <p:nvPr/>
        </p:nvSpPr>
        <p:spPr>
          <a:xfrm xmlns:a="http://schemas.openxmlformats.org/drawingml/2006/main">
            <a:off x="683446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8" name="Editable chart path">
            <a:extLst xmlns:a="http://schemas.openxmlformats.org/drawingml/2006/main">
              <a:ext uri="{FF2B5EF4-FFF2-40B4-BE49-F238E27FC236}">
                <a16:creationId xmlns:a16="http://schemas.microsoft.com/office/drawing/2014/main" id="{7EE44BC7-4B75-4CBC-9F64-F03A631FF3CE}"/>
              </a:ext>
            </a:extLst>
          </p:cNvPr>
          <p:cNvSpPr>
            <a:spLocks xmlns:a="http://schemas.openxmlformats.org/drawingml/2006/main" noGrp="1"/>
          </p:cNvSpPr>
          <p:nvPr/>
        </p:nvSpPr>
        <p:spPr>
          <a:xfrm xmlns:a="http://schemas.openxmlformats.org/drawingml/2006/main">
            <a:off x="688307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9" name="Editable chart path">
            <a:extLst xmlns:a="http://schemas.openxmlformats.org/drawingml/2006/main">
              <a:ext uri="{FF2B5EF4-FFF2-40B4-BE49-F238E27FC236}">
                <a16:creationId xmlns:a16="http://schemas.microsoft.com/office/drawing/2014/main" id="{9FE96E90-26AA-412D-97E3-FE7BDC9FC251}"/>
              </a:ext>
            </a:extLst>
          </p:cNvPr>
          <p:cNvSpPr>
            <a:spLocks xmlns:a="http://schemas.openxmlformats.org/drawingml/2006/main" noGrp="1"/>
          </p:cNvSpPr>
          <p:nvPr/>
        </p:nvSpPr>
        <p:spPr>
          <a:xfrm xmlns:a="http://schemas.openxmlformats.org/drawingml/2006/main">
            <a:off x="693168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0" name="Editable chart path">
            <a:extLst xmlns:a="http://schemas.openxmlformats.org/drawingml/2006/main">
              <a:ext uri="{FF2B5EF4-FFF2-40B4-BE49-F238E27FC236}">
                <a16:creationId xmlns:a16="http://schemas.microsoft.com/office/drawing/2014/main" id="{0BF36CEC-FE1C-4A0F-99C9-545A57543422}"/>
              </a:ext>
            </a:extLst>
          </p:cNvPr>
          <p:cNvSpPr>
            <a:spLocks xmlns:a="http://schemas.openxmlformats.org/drawingml/2006/main" noGrp="1"/>
          </p:cNvSpPr>
          <p:nvPr/>
        </p:nvSpPr>
        <p:spPr>
          <a:xfrm xmlns:a="http://schemas.openxmlformats.org/drawingml/2006/main">
            <a:off x="698029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1" name="Editable chart path">
            <a:extLst xmlns:a="http://schemas.openxmlformats.org/drawingml/2006/main">
              <a:ext uri="{FF2B5EF4-FFF2-40B4-BE49-F238E27FC236}">
                <a16:creationId xmlns:a16="http://schemas.microsoft.com/office/drawing/2014/main" id="{FC0782B5-60A5-4E14-9130-2A9401BABFD0}"/>
              </a:ext>
            </a:extLst>
          </p:cNvPr>
          <p:cNvSpPr>
            <a:spLocks xmlns:a="http://schemas.openxmlformats.org/drawingml/2006/main" noGrp="1"/>
          </p:cNvSpPr>
          <p:nvPr/>
        </p:nvSpPr>
        <p:spPr>
          <a:xfrm xmlns:a="http://schemas.openxmlformats.org/drawingml/2006/main">
            <a:off x="702891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2" name="Editable chart path">
            <a:extLst xmlns:a="http://schemas.openxmlformats.org/drawingml/2006/main">
              <a:ext uri="{FF2B5EF4-FFF2-40B4-BE49-F238E27FC236}">
                <a16:creationId xmlns:a16="http://schemas.microsoft.com/office/drawing/2014/main" id="{4FC0F000-AF87-4F6F-9473-A8939D4B89CB}"/>
              </a:ext>
            </a:extLst>
          </p:cNvPr>
          <p:cNvSpPr>
            <a:spLocks xmlns:a="http://schemas.openxmlformats.org/drawingml/2006/main" noGrp="1"/>
          </p:cNvSpPr>
          <p:nvPr/>
        </p:nvSpPr>
        <p:spPr>
          <a:xfrm xmlns:a="http://schemas.openxmlformats.org/drawingml/2006/main">
            <a:off x="7077521"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3" name="Editable chart path">
            <a:extLst xmlns:a="http://schemas.openxmlformats.org/drawingml/2006/main">
              <a:ext uri="{FF2B5EF4-FFF2-40B4-BE49-F238E27FC236}">
                <a16:creationId xmlns:a16="http://schemas.microsoft.com/office/drawing/2014/main" id="{B753A0DC-A9D8-45B0-820F-FDF3422CD964}"/>
              </a:ext>
            </a:extLst>
          </p:cNvPr>
          <p:cNvSpPr>
            <a:spLocks xmlns:a="http://schemas.openxmlformats.org/drawingml/2006/main" noGrp="1"/>
          </p:cNvSpPr>
          <p:nvPr/>
        </p:nvSpPr>
        <p:spPr>
          <a:xfrm xmlns:a="http://schemas.openxmlformats.org/drawingml/2006/main">
            <a:off x="7126132"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4" name="Editable chart path">
            <a:extLst xmlns:a="http://schemas.openxmlformats.org/drawingml/2006/main">
              <a:ext uri="{FF2B5EF4-FFF2-40B4-BE49-F238E27FC236}">
                <a16:creationId xmlns:a16="http://schemas.microsoft.com/office/drawing/2014/main" id="{CB686EC9-447F-4381-8123-C4A50AF88B13}"/>
              </a:ext>
            </a:extLst>
          </p:cNvPr>
          <p:cNvSpPr>
            <a:spLocks xmlns:a="http://schemas.openxmlformats.org/drawingml/2006/main" noGrp="1"/>
          </p:cNvSpPr>
          <p:nvPr/>
        </p:nvSpPr>
        <p:spPr>
          <a:xfrm xmlns:a="http://schemas.openxmlformats.org/drawingml/2006/main">
            <a:off x="7174743"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5" name="Editable chart path">
            <a:extLst xmlns:a="http://schemas.openxmlformats.org/drawingml/2006/main">
              <a:ext uri="{FF2B5EF4-FFF2-40B4-BE49-F238E27FC236}">
                <a16:creationId xmlns:a16="http://schemas.microsoft.com/office/drawing/2014/main" id="{3A0DBD34-88E2-4953-9FC7-C9EEAE22BFE6}"/>
              </a:ext>
            </a:extLst>
          </p:cNvPr>
          <p:cNvSpPr>
            <a:spLocks xmlns:a="http://schemas.openxmlformats.org/drawingml/2006/main" noGrp="1"/>
          </p:cNvSpPr>
          <p:nvPr/>
        </p:nvSpPr>
        <p:spPr>
          <a:xfrm xmlns:a="http://schemas.openxmlformats.org/drawingml/2006/main">
            <a:off x="7223354"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6" name="Editable chart path">
            <a:extLst xmlns:a="http://schemas.openxmlformats.org/drawingml/2006/main">
              <a:ext uri="{FF2B5EF4-FFF2-40B4-BE49-F238E27FC236}">
                <a16:creationId xmlns:a16="http://schemas.microsoft.com/office/drawing/2014/main" id="{E7280187-C169-4E65-BA69-FC49F2ED1AD3}"/>
              </a:ext>
            </a:extLst>
          </p:cNvPr>
          <p:cNvSpPr>
            <a:spLocks xmlns:a="http://schemas.openxmlformats.org/drawingml/2006/main" noGrp="1"/>
          </p:cNvSpPr>
          <p:nvPr/>
        </p:nvSpPr>
        <p:spPr>
          <a:xfrm xmlns:a="http://schemas.openxmlformats.org/drawingml/2006/main">
            <a:off x="7271965"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7" name="Editable chart path">
            <a:extLst xmlns:a="http://schemas.openxmlformats.org/drawingml/2006/main">
              <a:ext uri="{FF2B5EF4-FFF2-40B4-BE49-F238E27FC236}">
                <a16:creationId xmlns:a16="http://schemas.microsoft.com/office/drawing/2014/main" id="{1D82C182-7AAD-4B80-9AB8-4A3BE657A1BD}"/>
              </a:ext>
            </a:extLst>
          </p:cNvPr>
          <p:cNvSpPr>
            <a:spLocks xmlns:a="http://schemas.openxmlformats.org/drawingml/2006/main" noGrp="1"/>
          </p:cNvSpPr>
          <p:nvPr/>
        </p:nvSpPr>
        <p:spPr>
          <a:xfrm xmlns:a="http://schemas.openxmlformats.org/drawingml/2006/main">
            <a:off x="732057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8" name="Editable chart path">
            <a:extLst xmlns:a="http://schemas.openxmlformats.org/drawingml/2006/main">
              <a:ext uri="{FF2B5EF4-FFF2-40B4-BE49-F238E27FC236}">
                <a16:creationId xmlns:a16="http://schemas.microsoft.com/office/drawing/2014/main" id="{2ECACC19-6FA1-4783-9964-63753636AF63}"/>
              </a:ext>
            </a:extLst>
          </p:cNvPr>
          <p:cNvSpPr>
            <a:spLocks xmlns:a="http://schemas.openxmlformats.org/drawingml/2006/main" noGrp="1"/>
          </p:cNvSpPr>
          <p:nvPr/>
        </p:nvSpPr>
        <p:spPr>
          <a:xfrm xmlns:a="http://schemas.openxmlformats.org/drawingml/2006/main">
            <a:off x="736918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9" name="Editable chart path">
            <a:extLst xmlns:a="http://schemas.openxmlformats.org/drawingml/2006/main">
              <a:ext uri="{FF2B5EF4-FFF2-40B4-BE49-F238E27FC236}">
                <a16:creationId xmlns:a16="http://schemas.microsoft.com/office/drawing/2014/main" id="{8986DF00-F8BF-48CC-A520-B94C8E54F731}"/>
              </a:ext>
            </a:extLst>
          </p:cNvPr>
          <p:cNvSpPr>
            <a:spLocks xmlns:a="http://schemas.openxmlformats.org/drawingml/2006/main" noGrp="1"/>
          </p:cNvSpPr>
          <p:nvPr/>
        </p:nvSpPr>
        <p:spPr>
          <a:xfrm xmlns:a="http://schemas.openxmlformats.org/drawingml/2006/main">
            <a:off x="741779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0" name="Editable chart path">
            <a:extLst xmlns:a="http://schemas.openxmlformats.org/drawingml/2006/main">
              <a:ext uri="{FF2B5EF4-FFF2-40B4-BE49-F238E27FC236}">
                <a16:creationId xmlns:a16="http://schemas.microsoft.com/office/drawing/2014/main" id="{F6B7473F-42A7-4B0B-BCDC-03EA422BA9F6}"/>
              </a:ext>
            </a:extLst>
          </p:cNvPr>
          <p:cNvSpPr>
            <a:spLocks xmlns:a="http://schemas.openxmlformats.org/drawingml/2006/main" noGrp="1"/>
          </p:cNvSpPr>
          <p:nvPr/>
        </p:nvSpPr>
        <p:spPr>
          <a:xfrm xmlns:a="http://schemas.openxmlformats.org/drawingml/2006/main">
            <a:off x="746640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1" name="Editable chart path">
            <a:extLst xmlns:a="http://schemas.openxmlformats.org/drawingml/2006/main">
              <a:ext uri="{FF2B5EF4-FFF2-40B4-BE49-F238E27FC236}">
                <a16:creationId xmlns:a16="http://schemas.microsoft.com/office/drawing/2014/main" id="{48C5BD71-E0D5-4950-BECB-C12320DC4695}"/>
              </a:ext>
            </a:extLst>
          </p:cNvPr>
          <p:cNvSpPr>
            <a:spLocks xmlns:a="http://schemas.openxmlformats.org/drawingml/2006/main" noGrp="1"/>
          </p:cNvSpPr>
          <p:nvPr/>
        </p:nvSpPr>
        <p:spPr>
          <a:xfrm xmlns:a="http://schemas.openxmlformats.org/drawingml/2006/main">
            <a:off x="751501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2" name="Editable chart path">
            <a:extLst xmlns:a="http://schemas.openxmlformats.org/drawingml/2006/main">
              <a:ext uri="{FF2B5EF4-FFF2-40B4-BE49-F238E27FC236}">
                <a16:creationId xmlns:a16="http://schemas.microsoft.com/office/drawing/2014/main" id="{ACE6F5B1-F6A1-4A44-9D51-199C11BD8698}"/>
              </a:ext>
            </a:extLst>
          </p:cNvPr>
          <p:cNvSpPr>
            <a:spLocks xmlns:a="http://schemas.openxmlformats.org/drawingml/2006/main" noGrp="1"/>
          </p:cNvSpPr>
          <p:nvPr/>
        </p:nvSpPr>
        <p:spPr>
          <a:xfrm xmlns:a="http://schemas.openxmlformats.org/drawingml/2006/main">
            <a:off x="756363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3" name="Editable chart path">
            <a:extLst xmlns:a="http://schemas.openxmlformats.org/drawingml/2006/main">
              <a:ext uri="{FF2B5EF4-FFF2-40B4-BE49-F238E27FC236}">
                <a16:creationId xmlns:a16="http://schemas.microsoft.com/office/drawing/2014/main" id="{07D59A5B-EC39-4F06-A96B-4E71AC96B7C0}"/>
              </a:ext>
            </a:extLst>
          </p:cNvPr>
          <p:cNvSpPr>
            <a:spLocks xmlns:a="http://schemas.openxmlformats.org/drawingml/2006/main" noGrp="1"/>
          </p:cNvSpPr>
          <p:nvPr/>
        </p:nvSpPr>
        <p:spPr>
          <a:xfrm xmlns:a="http://schemas.openxmlformats.org/drawingml/2006/main">
            <a:off x="7612241"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4" name="Editable chart path">
            <a:extLst xmlns:a="http://schemas.openxmlformats.org/drawingml/2006/main">
              <a:ext uri="{FF2B5EF4-FFF2-40B4-BE49-F238E27FC236}">
                <a16:creationId xmlns:a16="http://schemas.microsoft.com/office/drawing/2014/main" id="{0221A334-83CB-42F3-B889-2EAF398A9D7C}"/>
              </a:ext>
            </a:extLst>
          </p:cNvPr>
          <p:cNvSpPr>
            <a:spLocks xmlns:a="http://schemas.openxmlformats.org/drawingml/2006/main" noGrp="1"/>
          </p:cNvSpPr>
          <p:nvPr/>
        </p:nvSpPr>
        <p:spPr>
          <a:xfrm xmlns:a="http://schemas.openxmlformats.org/drawingml/2006/main">
            <a:off x="7660852"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5" name="Editable chart path">
            <a:extLst xmlns:a="http://schemas.openxmlformats.org/drawingml/2006/main">
              <a:ext uri="{FF2B5EF4-FFF2-40B4-BE49-F238E27FC236}">
                <a16:creationId xmlns:a16="http://schemas.microsoft.com/office/drawing/2014/main" id="{5AE3FF81-EACC-4BBF-8431-1C9F2F03AC72}"/>
              </a:ext>
            </a:extLst>
          </p:cNvPr>
          <p:cNvSpPr>
            <a:spLocks xmlns:a="http://schemas.openxmlformats.org/drawingml/2006/main" noGrp="1"/>
          </p:cNvSpPr>
          <p:nvPr/>
        </p:nvSpPr>
        <p:spPr>
          <a:xfrm xmlns:a="http://schemas.openxmlformats.org/drawingml/2006/main">
            <a:off x="7709463"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6" name="Editable chart path">
            <a:extLst xmlns:a="http://schemas.openxmlformats.org/drawingml/2006/main">
              <a:ext uri="{FF2B5EF4-FFF2-40B4-BE49-F238E27FC236}">
                <a16:creationId xmlns:a16="http://schemas.microsoft.com/office/drawing/2014/main" id="{B92B7E1E-132A-44D8-8C25-2BE514CBE7B1}"/>
              </a:ext>
            </a:extLst>
          </p:cNvPr>
          <p:cNvSpPr>
            <a:spLocks xmlns:a="http://schemas.openxmlformats.org/drawingml/2006/main" noGrp="1"/>
          </p:cNvSpPr>
          <p:nvPr/>
        </p:nvSpPr>
        <p:spPr>
          <a:xfrm xmlns:a="http://schemas.openxmlformats.org/drawingml/2006/main">
            <a:off x="7758074"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7" name="Editable chart path">
            <a:extLst xmlns:a="http://schemas.openxmlformats.org/drawingml/2006/main">
              <a:ext uri="{FF2B5EF4-FFF2-40B4-BE49-F238E27FC236}">
                <a16:creationId xmlns:a16="http://schemas.microsoft.com/office/drawing/2014/main" id="{DC2626A9-82DF-466B-96EA-7D05DF1EC573}"/>
              </a:ext>
            </a:extLst>
          </p:cNvPr>
          <p:cNvSpPr>
            <a:spLocks xmlns:a="http://schemas.openxmlformats.org/drawingml/2006/main" noGrp="1"/>
          </p:cNvSpPr>
          <p:nvPr/>
        </p:nvSpPr>
        <p:spPr>
          <a:xfrm xmlns:a="http://schemas.openxmlformats.org/drawingml/2006/main">
            <a:off x="7806685"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8" name="Editable chart path">
            <a:extLst xmlns:a="http://schemas.openxmlformats.org/drawingml/2006/main">
              <a:ext uri="{FF2B5EF4-FFF2-40B4-BE49-F238E27FC236}">
                <a16:creationId xmlns:a16="http://schemas.microsoft.com/office/drawing/2014/main" id="{53771230-697C-4551-9AFC-0AAF4F98C95A}"/>
              </a:ext>
            </a:extLst>
          </p:cNvPr>
          <p:cNvSpPr>
            <a:spLocks xmlns:a="http://schemas.openxmlformats.org/drawingml/2006/main" noGrp="1"/>
          </p:cNvSpPr>
          <p:nvPr/>
        </p:nvSpPr>
        <p:spPr>
          <a:xfrm xmlns:a="http://schemas.openxmlformats.org/drawingml/2006/main">
            <a:off x="785529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9" name="Editable chart path">
            <a:extLst xmlns:a="http://schemas.openxmlformats.org/drawingml/2006/main">
              <a:ext uri="{FF2B5EF4-FFF2-40B4-BE49-F238E27FC236}">
                <a16:creationId xmlns:a16="http://schemas.microsoft.com/office/drawing/2014/main" id="{2E77C715-01AE-4541-81E2-6077648B3301}"/>
              </a:ext>
            </a:extLst>
          </p:cNvPr>
          <p:cNvSpPr>
            <a:spLocks xmlns:a="http://schemas.openxmlformats.org/drawingml/2006/main" noGrp="1"/>
          </p:cNvSpPr>
          <p:nvPr/>
        </p:nvSpPr>
        <p:spPr>
          <a:xfrm xmlns:a="http://schemas.openxmlformats.org/drawingml/2006/main">
            <a:off x="790390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0" name="Editable chart path">
            <a:extLst xmlns:a="http://schemas.openxmlformats.org/drawingml/2006/main">
              <a:ext uri="{FF2B5EF4-FFF2-40B4-BE49-F238E27FC236}">
                <a16:creationId xmlns:a16="http://schemas.microsoft.com/office/drawing/2014/main" id="{BB8F6E6F-4663-4720-8086-64B92DE50276}"/>
              </a:ext>
            </a:extLst>
          </p:cNvPr>
          <p:cNvSpPr>
            <a:spLocks xmlns:a="http://schemas.openxmlformats.org/drawingml/2006/main" noGrp="1"/>
          </p:cNvSpPr>
          <p:nvPr/>
        </p:nvSpPr>
        <p:spPr>
          <a:xfrm xmlns:a="http://schemas.openxmlformats.org/drawingml/2006/main">
            <a:off x="795251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1" name="Editable chart path">
            <a:extLst xmlns:a="http://schemas.openxmlformats.org/drawingml/2006/main">
              <a:ext uri="{FF2B5EF4-FFF2-40B4-BE49-F238E27FC236}">
                <a16:creationId xmlns:a16="http://schemas.microsoft.com/office/drawing/2014/main" id="{938EA78E-C63C-4385-850A-45CAF3224DE0}"/>
              </a:ext>
            </a:extLst>
          </p:cNvPr>
          <p:cNvSpPr>
            <a:spLocks xmlns:a="http://schemas.openxmlformats.org/drawingml/2006/main" noGrp="1"/>
          </p:cNvSpPr>
          <p:nvPr/>
        </p:nvSpPr>
        <p:spPr>
          <a:xfrm xmlns:a="http://schemas.openxmlformats.org/drawingml/2006/main">
            <a:off x="800112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2" name="Editable chart path">
            <a:extLst xmlns:a="http://schemas.openxmlformats.org/drawingml/2006/main">
              <a:ext uri="{FF2B5EF4-FFF2-40B4-BE49-F238E27FC236}">
                <a16:creationId xmlns:a16="http://schemas.microsoft.com/office/drawing/2014/main" id="{B383E74F-2DA1-4D32-831D-1E9F12EEE42F}"/>
              </a:ext>
            </a:extLst>
          </p:cNvPr>
          <p:cNvSpPr>
            <a:spLocks xmlns:a="http://schemas.openxmlformats.org/drawingml/2006/main" noGrp="1"/>
          </p:cNvSpPr>
          <p:nvPr/>
        </p:nvSpPr>
        <p:spPr>
          <a:xfrm xmlns:a="http://schemas.openxmlformats.org/drawingml/2006/main">
            <a:off x="804974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3" name="Editable chart path">
            <a:extLst xmlns:a="http://schemas.openxmlformats.org/drawingml/2006/main">
              <a:ext uri="{FF2B5EF4-FFF2-40B4-BE49-F238E27FC236}">
                <a16:creationId xmlns:a16="http://schemas.microsoft.com/office/drawing/2014/main" id="{CC343838-FCEE-41B6-BAB9-AB7004CEA8FB}"/>
              </a:ext>
            </a:extLst>
          </p:cNvPr>
          <p:cNvSpPr>
            <a:spLocks xmlns:a="http://schemas.openxmlformats.org/drawingml/2006/main" noGrp="1"/>
          </p:cNvSpPr>
          <p:nvPr/>
        </p:nvSpPr>
        <p:spPr>
          <a:xfrm xmlns:a="http://schemas.openxmlformats.org/drawingml/2006/main">
            <a:off x="8098351"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4" name="Editable chart path">
            <a:extLst xmlns:a="http://schemas.openxmlformats.org/drawingml/2006/main">
              <a:ext uri="{FF2B5EF4-FFF2-40B4-BE49-F238E27FC236}">
                <a16:creationId xmlns:a16="http://schemas.microsoft.com/office/drawing/2014/main" id="{86E05B75-2422-4691-AC9F-7EB830A31BA1}"/>
              </a:ext>
            </a:extLst>
          </p:cNvPr>
          <p:cNvSpPr>
            <a:spLocks xmlns:a="http://schemas.openxmlformats.org/drawingml/2006/main" noGrp="1"/>
          </p:cNvSpPr>
          <p:nvPr/>
        </p:nvSpPr>
        <p:spPr>
          <a:xfrm xmlns:a="http://schemas.openxmlformats.org/drawingml/2006/main">
            <a:off x="8146962"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5" name="Editable chart path">
            <a:extLst xmlns:a="http://schemas.openxmlformats.org/drawingml/2006/main">
              <a:ext uri="{FF2B5EF4-FFF2-40B4-BE49-F238E27FC236}">
                <a16:creationId xmlns:a16="http://schemas.microsoft.com/office/drawing/2014/main" id="{264E06E1-FC21-4DB5-B8BA-2EF77A97382D}"/>
              </a:ext>
            </a:extLst>
          </p:cNvPr>
          <p:cNvSpPr>
            <a:spLocks xmlns:a="http://schemas.openxmlformats.org/drawingml/2006/main" noGrp="1"/>
          </p:cNvSpPr>
          <p:nvPr/>
        </p:nvSpPr>
        <p:spPr>
          <a:xfrm xmlns:a="http://schemas.openxmlformats.org/drawingml/2006/main">
            <a:off x="8195573"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6" name="Editable chart path">
            <a:extLst xmlns:a="http://schemas.openxmlformats.org/drawingml/2006/main">
              <a:ext uri="{FF2B5EF4-FFF2-40B4-BE49-F238E27FC236}">
                <a16:creationId xmlns:a16="http://schemas.microsoft.com/office/drawing/2014/main" id="{03E264F7-1C90-4A3D-973C-584A92454F89}"/>
              </a:ext>
            </a:extLst>
          </p:cNvPr>
          <p:cNvSpPr>
            <a:spLocks xmlns:a="http://schemas.openxmlformats.org/drawingml/2006/main" noGrp="1"/>
          </p:cNvSpPr>
          <p:nvPr/>
        </p:nvSpPr>
        <p:spPr>
          <a:xfrm xmlns:a="http://schemas.openxmlformats.org/drawingml/2006/main">
            <a:off x="8244184"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7" name="Editable chart path">
            <a:extLst xmlns:a="http://schemas.openxmlformats.org/drawingml/2006/main">
              <a:ext uri="{FF2B5EF4-FFF2-40B4-BE49-F238E27FC236}">
                <a16:creationId xmlns:a16="http://schemas.microsoft.com/office/drawing/2014/main" id="{1D3F37B8-5D7F-478E-8793-EE67DEEC49E1}"/>
              </a:ext>
            </a:extLst>
          </p:cNvPr>
          <p:cNvSpPr>
            <a:spLocks xmlns:a="http://schemas.openxmlformats.org/drawingml/2006/main" noGrp="1"/>
          </p:cNvSpPr>
          <p:nvPr/>
        </p:nvSpPr>
        <p:spPr>
          <a:xfrm xmlns:a="http://schemas.openxmlformats.org/drawingml/2006/main">
            <a:off x="8292795"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8" name="Editable chart path">
            <a:extLst xmlns:a="http://schemas.openxmlformats.org/drawingml/2006/main">
              <a:ext uri="{FF2B5EF4-FFF2-40B4-BE49-F238E27FC236}">
                <a16:creationId xmlns:a16="http://schemas.microsoft.com/office/drawing/2014/main" id="{F7E82280-64C9-46B6-8558-C0319380D88E}"/>
              </a:ext>
            </a:extLst>
          </p:cNvPr>
          <p:cNvSpPr>
            <a:spLocks xmlns:a="http://schemas.openxmlformats.org/drawingml/2006/main" noGrp="1"/>
          </p:cNvSpPr>
          <p:nvPr/>
        </p:nvSpPr>
        <p:spPr>
          <a:xfrm xmlns:a="http://schemas.openxmlformats.org/drawingml/2006/main">
            <a:off x="8341406"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9" name="Editable chart path">
            <a:extLst xmlns:a="http://schemas.openxmlformats.org/drawingml/2006/main">
              <a:ext uri="{FF2B5EF4-FFF2-40B4-BE49-F238E27FC236}">
                <a16:creationId xmlns:a16="http://schemas.microsoft.com/office/drawing/2014/main" id="{C58CE6B6-AFBD-4193-9C18-8683285D2D3A}"/>
              </a:ext>
            </a:extLst>
          </p:cNvPr>
          <p:cNvSpPr>
            <a:spLocks xmlns:a="http://schemas.openxmlformats.org/drawingml/2006/main" noGrp="1"/>
          </p:cNvSpPr>
          <p:nvPr/>
        </p:nvSpPr>
        <p:spPr>
          <a:xfrm xmlns:a="http://schemas.openxmlformats.org/drawingml/2006/main">
            <a:off x="8390017"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0" name="Editable chart path">
            <a:extLst xmlns:a="http://schemas.openxmlformats.org/drawingml/2006/main">
              <a:ext uri="{FF2B5EF4-FFF2-40B4-BE49-F238E27FC236}">
                <a16:creationId xmlns:a16="http://schemas.microsoft.com/office/drawing/2014/main" id="{3775B762-F5D6-463B-9D57-6FC5E9ABF050}"/>
              </a:ext>
            </a:extLst>
          </p:cNvPr>
          <p:cNvSpPr>
            <a:spLocks xmlns:a="http://schemas.openxmlformats.org/drawingml/2006/main" noGrp="1"/>
          </p:cNvSpPr>
          <p:nvPr/>
        </p:nvSpPr>
        <p:spPr>
          <a:xfrm xmlns:a="http://schemas.openxmlformats.org/drawingml/2006/main">
            <a:off x="843862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1" name="Editable chart path">
            <a:extLst xmlns:a="http://schemas.openxmlformats.org/drawingml/2006/main">
              <a:ext uri="{FF2B5EF4-FFF2-40B4-BE49-F238E27FC236}">
                <a16:creationId xmlns:a16="http://schemas.microsoft.com/office/drawing/2014/main" id="{8F21D927-DD8E-4B29-A9BD-EC6599386C61}"/>
              </a:ext>
            </a:extLst>
          </p:cNvPr>
          <p:cNvSpPr>
            <a:spLocks xmlns:a="http://schemas.openxmlformats.org/drawingml/2006/main" noGrp="1"/>
          </p:cNvSpPr>
          <p:nvPr/>
        </p:nvSpPr>
        <p:spPr>
          <a:xfrm xmlns:a="http://schemas.openxmlformats.org/drawingml/2006/main">
            <a:off x="639696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2" name="Editable chart path">
            <a:extLst xmlns:a="http://schemas.openxmlformats.org/drawingml/2006/main">
              <a:ext uri="{FF2B5EF4-FFF2-40B4-BE49-F238E27FC236}">
                <a16:creationId xmlns:a16="http://schemas.microsoft.com/office/drawing/2014/main" id="{F911588C-FACD-4EB8-B66D-73124BBCA75F}"/>
              </a:ext>
            </a:extLst>
          </p:cNvPr>
          <p:cNvSpPr>
            <a:spLocks xmlns:a="http://schemas.openxmlformats.org/drawingml/2006/main" noGrp="1"/>
          </p:cNvSpPr>
          <p:nvPr/>
        </p:nvSpPr>
        <p:spPr>
          <a:xfrm xmlns:a="http://schemas.openxmlformats.org/drawingml/2006/main">
            <a:off x="644557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3" name="Editable chart path">
            <a:extLst xmlns:a="http://schemas.openxmlformats.org/drawingml/2006/main">
              <a:ext uri="{FF2B5EF4-FFF2-40B4-BE49-F238E27FC236}">
                <a16:creationId xmlns:a16="http://schemas.microsoft.com/office/drawing/2014/main" id="{E45FBECA-C247-47FD-9E92-3DE9E6EF1C87}"/>
              </a:ext>
            </a:extLst>
          </p:cNvPr>
          <p:cNvSpPr>
            <a:spLocks xmlns:a="http://schemas.openxmlformats.org/drawingml/2006/main" noGrp="1"/>
          </p:cNvSpPr>
          <p:nvPr/>
        </p:nvSpPr>
        <p:spPr>
          <a:xfrm xmlns:a="http://schemas.openxmlformats.org/drawingml/2006/main">
            <a:off x="649418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4" name="Editable chart path">
            <a:extLst xmlns:a="http://schemas.openxmlformats.org/drawingml/2006/main">
              <a:ext uri="{FF2B5EF4-FFF2-40B4-BE49-F238E27FC236}">
                <a16:creationId xmlns:a16="http://schemas.microsoft.com/office/drawing/2014/main" id="{3F141B96-380E-4EF0-A0F4-9F33D3881B31}"/>
              </a:ext>
            </a:extLst>
          </p:cNvPr>
          <p:cNvSpPr>
            <a:spLocks xmlns:a="http://schemas.openxmlformats.org/drawingml/2006/main" noGrp="1"/>
          </p:cNvSpPr>
          <p:nvPr/>
        </p:nvSpPr>
        <p:spPr>
          <a:xfrm xmlns:a="http://schemas.openxmlformats.org/drawingml/2006/main">
            <a:off x="654280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5" name="Editable chart path">
            <a:extLst xmlns:a="http://schemas.openxmlformats.org/drawingml/2006/main">
              <a:ext uri="{FF2B5EF4-FFF2-40B4-BE49-F238E27FC236}">
                <a16:creationId xmlns:a16="http://schemas.microsoft.com/office/drawing/2014/main" id="{DC024BA9-CB6D-4AE7-860E-D6E67D7A3F21}"/>
              </a:ext>
            </a:extLst>
          </p:cNvPr>
          <p:cNvSpPr>
            <a:spLocks xmlns:a="http://schemas.openxmlformats.org/drawingml/2006/main" noGrp="1"/>
          </p:cNvSpPr>
          <p:nvPr/>
        </p:nvSpPr>
        <p:spPr>
          <a:xfrm xmlns:a="http://schemas.openxmlformats.org/drawingml/2006/main">
            <a:off x="6591411"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6" name="Editable chart path">
            <a:extLst xmlns:a="http://schemas.openxmlformats.org/drawingml/2006/main">
              <a:ext uri="{FF2B5EF4-FFF2-40B4-BE49-F238E27FC236}">
                <a16:creationId xmlns:a16="http://schemas.microsoft.com/office/drawing/2014/main" id="{79B551CD-219F-4412-92EE-B9358B7871A9}"/>
              </a:ext>
            </a:extLst>
          </p:cNvPr>
          <p:cNvSpPr>
            <a:spLocks xmlns:a="http://schemas.openxmlformats.org/drawingml/2006/main" noGrp="1"/>
          </p:cNvSpPr>
          <p:nvPr/>
        </p:nvSpPr>
        <p:spPr>
          <a:xfrm xmlns:a="http://schemas.openxmlformats.org/drawingml/2006/main">
            <a:off x="6640022"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7" name="Editable chart path">
            <a:extLst xmlns:a="http://schemas.openxmlformats.org/drawingml/2006/main">
              <a:ext uri="{FF2B5EF4-FFF2-40B4-BE49-F238E27FC236}">
                <a16:creationId xmlns:a16="http://schemas.microsoft.com/office/drawing/2014/main" id="{6955F69A-205D-4C61-A38D-7D8797F8CF42}"/>
              </a:ext>
            </a:extLst>
          </p:cNvPr>
          <p:cNvSpPr>
            <a:spLocks xmlns:a="http://schemas.openxmlformats.org/drawingml/2006/main" noGrp="1"/>
          </p:cNvSpPr>
          <p:nvPr/>
        </p:nvSpPr>
        <p:spPr>
          <a:xfrm xmlns:a="http://schemas.openxmlformats.org/drawingml/2006/main">
            <a:off x="668863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8" name="Editable chart path">
            <a:extLst xmlns:a="http://schemas.openxmlformats.org/drawingml/2006/main">
              <a:ext uri="{FF2B5EF4-FFF2-40B4-BE49-F238E27FC236}">
                <a16:creationId xmlns:a16="http://schemas.microsoft.com/office/drawing/2014/main" id="{21FE5CAF-4A9E-4FD6-8E2D-C75550B53778}"/>
              </a:ext>
            </a:extLst>
          </p:cNvPr>
          <p:cNvSpPr>
            <a:spLocks xmlns:a="http://schemas.openxmlformats.org/drawingml/2006/main" noGrp="1"/>
          </p:cNvSpPr>
          <p:nvPr/>
        </p:nvSpPr>
        <p:spPr>
          <a:xfrm xmlns:a="http://schemas.openxmlformats.org/drawingml/2006/main">
            <a:off x="673724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9" name="Editable chart path">
            <a:extLst xmlns:a="http://schemas.openxmlformats.org/drawingml/2006/main">
              <a:ext uri="{FF2B5EF4-FFF2-40B4-BE49-F238E27FC236}">
                <a16:creationId xmlns:a16="http://schemas.microsoft.com/office/drawing/2014/main" id="{FDE9EF05-E36C-4D1E-83B7-9AA3B00C8BCE}"/>
              </a:ext>
            </a:extLst>
          </p:cNvPr>
          <p:cNvSpPr>
            <a:spLocks xmlns:a="http://schemas.openxmlformats.org/drawingml/2006/main" noGrp="1"/>
          </p:cNvSpPr>
          <p:nvPr/>
        </p:nvSpPr>
        <p:spPr>
          <a:xfrm xmlns:a="http://schemas.openxmlformats.org/drawingml/2006/main">
            <a:off x="678585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0" name="Editable chart path">
            <a:extLst xmlns:a="http://schemas.openxmlformats.org/drawingml/2006/main">
              <a:ext uri="{FF2B5EF4-FFF2-40B4-BE49-F238E27FC236}">
                <a16:creationId xmlns:a16="http://schemas.microsoft.com/office/drawing/2014/main" id="{97DAFE22-88DC-4AB9-B2B9-5C3592426E0B}"/>
              </a:ext>
            </a:extLst>
          </p:cNvPr>
          <p:cNvSpPr>
            <a:spLocks xmlns:a="http://schemas.openxmlformats.org/drawingml/2006/main" noGrp="1"/>
          </p:cNvSpPr>
          <p:nvPr/>
        </p:nvSpPr>
        <p:spPr>
          <a:xfrm xmlns:a="http://schemas.openxmlformats.org/drawingml/2006/main">
            <a:off x="6834466"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1" name="Editable chart path">
            <a:extLst xmlns:a="http://schemas.openxmlformats.org/drawingml/2006/main">
              <a:ext uri="{FF2B5EF4-FFF2-40B4-BE49-F238E27FC236}">
                <a16:creationId xmlns:a16="http://schemas.microsoft.com/office/drawing/2014/main" id="{05A28A84-F15D-499C-9BF3-95DCCC52A9F2}"/>
              </a:ext>
            </a:extLst>
          </p:cNvPr>
          <p:cNvSpPr>
            <a:spLocks xmlns:a="http://schemas.openxmlformats.org/drawingml/2006/main" noGrp="1"/>
          </p:cNvSpPr>
          <p:nvPr/>
        </p:nvSpPr>
        <p:spPr>
          <a:xfrm xmlns:a="http://schemas.openxmlformats.org/drawingml/2006/main">
            <a:off x="688307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2" name="Editable chart path">
            <a:extLst xmlns:a="http://schemas.openxmlformats.org/drawingml/2006/main">
              <a:ext uri="{FF2B5EF4-FFF2-40B4-BE49-F238E27FC236}">
                <a16:creationId xmlns:a16="http://schemas.microsoft.com/office/drawing/2014/main" id="{4A349E33-2D6C-4CAE-9544-38E46DF91316}"/>
              </a:ext>
            </a:extLst>
          </p:cNvPr>
          <p:cNvSpPr>
            <a:spLocks xmlns:a="http://schemas.openxmlformats.org/drawingml/2006/main" noGrp="1"/>
          </p:cNvSpPr>
          <p:nvPr/>
        </p:nvSpPr>
        <p:spPr>
          <a:xfrm xmlns:a="http://schemas.openxmlformats.org/drawingml/2006/main">
            <a:off x="693168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3" name="Editable chart path">
            <a:extLst xmlns:a="http://schemas.openxmlformats.org/drawingml/2006/main">
              <a:ext uri="{FF2B5EF4-FFF2-40B4-BE49-F238E27FC236}">
                <a16:creationId xmlns:a16="http://schemas.microsoft.com/office/drawing/2014/main" id="{C8887E59-9CA0-4030-8A05-B2A2C16EF769}"/>
              </a:ext>
            </a:extLst>
          </p:cNvPr>
          <p:cNvSpPr>
            <a:spLocks xmlns:a="http://schemas.openxmlformats.org/drawingml/2006/main" noGrp="1"/>
          </p:cNvSpPr>
          <p:nvPr/>
        </p:nvSpPr>
        <p:spPr>
          <a:xfrm xmlns:a="http://schemas.openxmlformats.org/drawingml/2006/main">
            <a:off x="698029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4" name="Editable chart path">
            <a:extLst xmlns:a="http://schemas.openxmlformats.org/drawingml/2006/main">
              <a:ext uri="{FF2B5EF4-FFF2-40B4-BE49-F238E27FC236}">
                <a16:creationId xmlns:a16="http://schemas.microsoft.com/office/drawing/2014/main" id="{5A3E9CEB-B2F5-4CB1-86B2-5DC58279ADC7}"/>
              </a:ext>
            </a:extLst>
          </p:cNvPr>
          <p:cNvSpPr>
            <a:spLocks xmlns:a="http://schemas.openxmlformats.org/drawingml/2006/main" noGrp="1"/>
          </p:cNvSpPr>
          <p:nvPr/>
        </p:nvSpPr>
        <p:spPr>
          <a:xfrm xmlns:a="http://schemas.openxmlformats.org/drawingml/2006/main">
            <a:off x="702891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5" name="Editable chart path">
            <a:extLst xmlns:a="http://schemas.openxmlformats.org/drawingml/2006/main">
              <a:ext uri="{FF2B5EF4-FFF2-40B4-BE49-F238E27FC236}">
                <a16:creationId xmlns:a16="http://schemas.microsoft.com/office/drawing/2014/main" id="{A48FB5EC-6779-4FD0-9802-0AE92A572AA1}"/>
              </a:ext>
            </a:extLst>
          </p:cNvPr>
          <p:cNvSpPr>
            <a:spLocks xmlns:a="http://schemas.openxmlformats.org/drawingml/2006/main" noGrp="1"/>
          </p:cNvSpPr>
          <p:nvPr/>
        </p:nvSpPr>
        <p:spPr>
          <a:xfrm xmlns:a="http://schemas.openxmlformats.org/drawingml/2006/main">
            <a:off x="7077521"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6" name="Editable chart path">
            <a:extLst xmlns:a="http://schemas.openxmlformats.org/drawingml/2006/main">
              <a:ext uri="{FF2B5EF4-FFF2-40B4-BE49-F238E27FC236}">
                <a16:creationId xmlns:a16="http://schemas.microsoft.com/office/drawing/2014/main" id="{BE5D25E6-0278-4581-A963-1DB00A9DA887}"/>
              </a:ext>
            </a:extLst>
          </p:cNvPr>
          <p:cNvSpPr>
            <a:spLocks xmlns:a="http://schemas.openxmlformats.org/drawingml/2006/main" noGrp="1"/>
          </p:cNvSpPr>
          <p:nvPr/>
        </p:nvSpPr>
        <p:spPr>
          <a:xfrm xmlns:a="http://schemas.openxmlformats.org/drawingml/2006/main">
            <a:off x="7126132"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7" name="Editable chart path">
            <a:extLst xmlns:a="http://schemas.openxmlformats.org/drawingml/2006/main">
              <a:ext uri="{FF2B5EF4-FFF2-40B4-BE49-F238E27FC236}">
                <a16:creationId xmlns:a16="http://schemas.microsoft.com/office/drawing/2014/main" id="{D5AA9AD0-89F1-4090-B7E9-A96175A0DC33}"/>
              </a:ext>
            </a:extLst>
          </p:cNvPr>
          <p:cNvSpPr>
            <a:spLocks xmlns:a="http://schemas.openxmlformats.org/drawingml/2006/main" noGrp="1"/>
          </p:cNvSpPr>
          <p:nvPr/>
        </p:nvSpPr>
        <p:spPr>
          <a:xfrm xmlns:a="http://schemas.openxmlformats.org/drawingml/2006/main">
            <a:off x="717474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8" name="Editable chart path">
            <a:extLst xmlns:a="http://schemas.openxmlformats.org/drawingml/2006/main">
              <a:ext uri="{FF2B5EF4-FFF2-40B4-BE49-F238E27FC236}">
                <a16:creationId xmlns:a16="http://schemas.microsoft.com/office/drawing/2014/main" id="{FB9A29CD-8724-492B-A90B-73638DFE2F1F}"/>
              </a:ext>
            </a:extLst>
          </p:cNvPr>
          <p:cNvSpPr>
            <a:spLocks xmlns:a="http://schemas.openxmlformats.org/drawingml/2006/main" noGrp="1"/>
          </p:cNvSpPr>
          <p:nvPr/>
        </p:nvSpPr>
        <p:spPr>
          <a:xfrm xmlns:a="http://schemas.openxmlformats.org/drawingml/2006/main">
            <a:off x="722335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9" name="Editable chart path">
            <a:extLst xmlns:a="http://schemas.openxmlformats.org/drawingml/2006/main">
              <a:ext uri="{FF2B5EF4-FFF2-40B4-BE49-F238E27FC236}">
                <a16:creationId xmlns:a16="http://schemas.microsoft.com/office/drawing/2014/main" id="{895C25D7-92F9-475E-9AEB-B25996B74B7C}"/>
              </a:ext>
            </a:extLst>
          </p:cNvPr>
          <p:cNvSpPr>
            <a:spLocks xmlns:a="http://schemas.openxmlformats.org/drawingml/2006/main" noGrp="1"/>
          </p:cNvSpPr>
          <p:nvPr/>
        </p:nvSpPr>
        <p:spPr>
          <a:xfrm xmlns:a="http://schemas.openxmlformats.org/drawingml/2006/main">
            <a:off x="727196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0" name="Editable chart path">
            <a:extLst xmlns:a="http://schemas.openxmlformats.org/drawingml/2006/main">
              <a:ext uri="{FF2B5EF4-FFF2-40B4-BE49-F238E27FC236}">
                <a16:creationId xmlns:a16="http://schemas.microsoft.com/office/drawing/2014/main" id="{BC893C75-35E0-40AF-9884-7D774EA2C3B4}"/>
              </a:ext>
            </a:extLst>
          </p:cNvPr>
          <p:cNvSpPr>
            <a:spLocks xmlns:a="http://schemas.openxmlformats.org/drawingml/2006/main" noGrp="1"/>
          </p:cNvSpPr>
          <p:nvPr/>
        </p:nvSpPr>
        <p:spPr>
          <a:xfrm xmlns:a="http://schemas.openxmlformats.org/drawingml/2006/main">
            <a:off x="7320576"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1" name="Editable chart path">
            <a:extLst xmlns:a="http://schemas.openxmlformats.org/drawingml/2006/main">
              <a:ext uri="{FF2B5EF4-FFF2-40B4-BE49-F238E27FC236}">
                <a16:creationId xmlns:a16="http://schemas.microsoft.com/office/drawing/2014/main" id="{D5D1EE7D-9AF5-4658-852E-6C872681E41F}"/>
              </a:ext>
            </a:extLst>
          </p:cNvPr>
          <p:cNvSpPr>
            <a:spLocks xmlns:a="http://schemas.openxmlformats.org/drawingml/2006/main" noGrp="1"/>
          </p:cNvSpPr>
          <p:nvPr/>
        </p:nvSpPr>
        <p:spPr>
          <a:xfrm xmlns:a="http://schemas.openxmlformats.org/drawingml/2006/main">
            <a:off x="736918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2" name="Editable chart path">
            <a:extLst xmlns:a="http://schemas.openxmlformats.org/drawingml/2006/main">
              <a:ext uri="{FF2B5EF4-FFF2-40B4-BE49-F238E27FC236}">
                <a16:creationId xmlns:a16="http://schemas.microsoft.com/office/drawing/2014/main" id="{43CEA646-4DA0-468B-99ED-EEB9C398C3F5}"/>
              </a:ext>
            </a:extLst>
          </p:cNvPr>
          <p:cNvSpPr>
            <a:spLocks xmlns:a="http://schemas.openxmlformats.org/drawingml/2006/main" noGrp="1"/>
          </p:cNvSpPr>
          <p:nvPr/>
        </p:nvSpPr>
        <p:spPr>
          <a:xfrm xmlns:a="http://schemas.openxmlformats.org/drawingml/2006/main">
            <a:off x="741779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3" name="Editable chart path">
            <a:extLst xmlns:a="http://schemas.openxmlformats.org/drawingml/2006/main">
              <a:ext uri="{FF2B5EF4-FFF2-40B4-BE49-F238E27FC236}">
                <a16:creationId xmlns:a16="http://schemas.microsoft.com/office/drawing/2014/main" id="{BB08F47F-DDAC-4870-9E05-009D5BC9D8FB}"/>
              </a:ext>
            </a:extLst>
          </p:cNvPr>
          <p:cNvSpPr>
            <a:spLocks xmlns:a="http://schemas.openxmlformats.org/drawingml/2006/main" noGrp="1"/>
          </p:cNvSpPr>
          <p:nvPr/>
        </p:nvSpPr>
        <p:spPr>
          <a:xfrm xmlns:a="http://schemas.openxmlformats.org/drawingml/2006/main">
            <a:off x="746640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4" name="Editable chart path">
            <a:extLst xmlns:a="http://schemas.openxmlformats.org/drawingml/2006/main">
              <a:ext uri="{FF2B5EF4-FFF2-40B4-BE49-F238E27FC236}">
                <a16:creationId xmlns:a16="http://schemas.microsoft.com/office/drawing/2014/main" id="{D54A51F2-EE99-4698-BEA1-E219636D7F7B}"/>
              </a:ext>
            </a:extLst>
          </p:cNvPr>
          <p:cNvSpPr>
            <a:spLocks xmlns:a="http://schemas.openxmlformats.org/drawingml/2006/main" noGrp="1"/>
          </p:cNvSpPr>
          <p:nvPr/>
        </p:nvSpPr>
        <p:spPr>
          <a:xfrm xmlns:a="http://schemas.openxmlformats.org/drawingml/2006/main">
            <a:off x="751501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5" name="Editable chart path">
            <a:extLst xmlns:a="http://schemas.openxmlformats.org/drawingml/2006/main">
              <a:ext uri="{FF2B5EF4-FFF2-40B4-BE49-F238E27FC236}">
                <a16:creationId xmlns:a16="http://schemas.microsoft.com/office/drawing/2014/main" id="{B4968376-8140-4D5B-B71E-A5C90754E3CA}"/>
              </a:ext>
            </a:extLst>
          </p:cNvPr>
          <p:cNvSpPr>
            <a:spLocks xmlns:a="http://schemas.openxmlformats.org/drawingml/2006/main" noGrp="1"/>
          </p:cNvSpPr>
          <p:nvPr/>
        </p:nvSpPr>
        <p:spPr>
          <a:xfrm xmlns:a="http://schemas.openxmlformats.org/drawingml/2006/main">
            <a:off x="756363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6" name="Editable chart path">
            <a:extLst xmlns:a="http://schemas.openxmlformats.org/drawingml/2006/main">
              <a:ext uri="{FF2B5EF4-FFF2-40B4-BE49-F238E27FC236}">
                <a16:creationId xmlns:a16="http://schemas.microsoft.com/office/drawing/2014/main" id="{CDEDD04F-3B77-4E18-A5F2-30B10384161D}"/>
              </a:ext>
            </a:extLst>
          </p:cNvPr>
          <p:cNvSpPr>
            <a:spLocks xmlns:a="http://schemas.openxmlformats.org/drawingml/2006/main" noGrp="1"/>
          </p:cNvSpPr>
          <p:nvPr/>
        </p:nvSpPr>
        <p:spPr>
          <a:xfrm xmlns:a="http://schemas.openxmlformats.org/drawingml/2006/main">
            <a:off x="7612241"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7" name="Editable chart path">
            <a:extLst xmlns:a="http://schemas.openxmlformats.org/drawingml/2006/main">
              <a:ext uri="{FF2B5EF4-FFF2-40B4-BE49-F238E27FC236}">
                <a16:creationId xmlns:a16="http://schemas.microsoft.com/office/drawing/2014/main" id="{35C254EC-296C-4891-BDB4-5EBB02EC89FF}"/>
              </a:ext>
            </a:extLst>
          </p:cNvPr>
          <p:cNvSpPr>
            <a:spLocks xmlns:a="http://schemas.openxmlformats.org/drawingml/2006/main" noGrp="1"/>
          </p:cNvSpPr>
          <p:nvPr/>
        </p:nvSpPr>
        <p:spPr>
          <a:xfrm xmlns:a="http://schemas.openxmlformats.org/drawingml/2006/main">
            <a:off x="7660852"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8" name="Editable chart path">
            <a:extLst xmlns:a="http://schemas.openxmlformats.org/drawingml/2006/main">
              <a:ext uri="{FF2B5EF4-FFF2-40B4-BE49-F238E27FC236}">
                <a16:creationId xmlns:a16="http://schemas.microsoft.com/office/drawing/2014/main" id="{086EAD65-3F4F-4502-9CC8-2494AC7B3410}"/>
              </a:ext>
            </a:extLst>
          </p:cNvPr>
          <p:cNvSpPr>
            <a:spLocks xmlns:a="http://schemas.openxmlformats.org/drawingml/2006/main" noGrp="1"/>
          </p:cNvSpPr>
          <p:nvPr/>
        </p:nvSpPr>
        <p:spPr>
          <a:xfrm xmlns:a="http://schemas.openxmlformats.org/drawingml/2006/main">
            <a:off x="770946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9" name="Editable chart path">
            <a:extLst xmlns:a="http://schemas.openxmlformats.org/drawingml/2006/main">
              <a:ext uri="{FF2B5EF4-FFF2-40B4-BE49-F238E27FC236}">
                <a16:creationId xmlns:a16="http://schemas.microsoft.com/office/drawing/2014/main" id="{3B68EE72-CE80-4927-A2F8-2FCBFBB9B859}"/>
              </a:ext>
            </a:extLst>
          </p:cNvPr>
          <p:cNvSpPr>
            <a:spLocks xmlns:a="http://schemas.openxmlformats.org/drawingml/2006/main" noGrp="1"/>
          </p:cNvSpPr>
          <p:nvPr/>
        </p:nvSpPr>
        <p:spPr>
          <a:xfrm xmlns:a="http://schemas.openxmlformats.org/drawingml/2006/main">
            <a:off x="775807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0" name="Editable chart path">
            <a:extLst xmlns:a="http://schemas.openxmlformats.org/drawingml/2006/main">
              <a:ext uri="{FF2B5EF4-FFF2-40B4-BE49-F238E27FC236}">
                <a16:creationId xmlns:a16="http://schemas.microsoft.com/office/drawing/2014/main" id="{4C132EB0-3828-4281-97B2-FB94161A79EA}"/>
              </a:ext>
            </a:extLst>
          </p:cNvPr>
          <p:cNvSpPr>
            <a:spLocks xmlns:a="http://schemas.openxmlformats.org/drawingml/2006/main" noGrp="1"/>
          </p:cNvSpPr>
          <p:nvPr/>
        </p:nvSpPr>
        <p:spPr>
          <a:xfrm xmlns:a="http://schemas.openxmlformats.org/drawingml/2006/main">
            <a:off x="780668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1" name="Editable chart path">
            <a:extLst xmlns:a="http://schemas.openxmlformats.org/drawingml/2006/main">
              <a:ext uri="{FF2B5EF4-FFF2-40B4-BE49-F238E27FC236}">
                <a16:creationId xmlns:a16="http://schemas.microsoft.com/office/drawing/2014/main" id="{B450B37E-7A45-4FAA-9A42-E79256D08353}"/>
              </a:ext>
            </a:extLst>
          </p:cNvPr>
          <p:cNvSpPr>
            <a:spLocks xmlns:a="http://schemas.openxmlformats.org/drawingml/2006/main" noGrp="1"/>
          </p:cNvSpPr>
          <p:nvPr/>
        </p:nvSpPr>
        <p:spPr>
          <a:xfrm xmlns:a="http://schemas.openxmlformats.org/drawingml/2006/main">
            <a:off x="7855296"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2" name="Editable chart path">
            <a:extLst xmlns:a="http://schemas.openxmlformats.org/drawingml/2006/main">
              <a:ext uri="{FF2B5EF4-FFF2-40B4-BE49-F238E27FC236}">
                <a16:creationId xmlns:a16="http://schemas.microsoft.com/office/drawing/2014/main" id="{380FF0FC-B8F4-4644-A04F-EC546FEE3A4E}"/>
              </a:ext>
            </a:extLst>
          </p:cNvPr>
          <p:cNvSpPr>
            <a:spLocks xmlns:a="http://schemas.openxmlformats.org/drawingml/2006/main" noGrp="1"/>
          </p:cNvSpPr>
          <p:nvPr/>
        </p:nvSpPr>
        <p:spPr>
          <a:xfrm xmlns:a="http://schemas.openxmlformats.org/drawingml/2006/main">
            <a:off x="790390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3" name="Editable chart path">
            <a:extLst xmlns:a="http://schemas.openxmlformats.org/drawingml/2006/main">
              <a:ext uri="{FF2B5EF4-FFF2-40B4-BE49-F238E27FC236}">
                <a16:creationId xmlns:a16="http://schemas.microsoft.com/office/drawing/2014/main" id="{DF8A3014-C89C-4759-BF1C-98323EEF5C02}"/>
              </a:ext>
            </a:extLst>
          </p:cNvPr>
          <p:cNvSpPr>
            <a:spLocks xmlns:a="http://schemas.openxmlformats.org/drawingml/2006/main" noGrp="1"/>
          </p:cNvSpPr>
          <p:nvPr/>
        </p:nvSpPr>
        <p:spPr>
          <a:xfrm xmlns:a="http://schemas.openxmlformats.org/drawingml/2006/main">
            <a:off x="795251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4" name="Editable chart path">
            <a:extLst xmlns:a="http://schemas.openxmlformats.org/drawingml/2006/main">
              <a:ext uri="{FF2B5EF4-FFF2-40B4-BE49-F238E27FC236}">
                <a16:creationId xmlns:a16="http://schemas.microsoft.com/office/drawing/2014/main" id="{5CC3DC87-E384-44E3-B029-E049636E42E8}"/>
              </a:ext>
            </a:extLst>
          </p:cNvPr>
          <p:cNvSpPr>
            <a:spLocks xmlns:a="http://schemas.openxmlformats.org/drawingml/2006/main" noGrp="1"/>
          </p:cNvSpPr>
          <p:nvPr/>
        </p:nvSpPr>
        <p:spPr>
          <a:xfrm xmlns:a="http://schemas.openxmlformats.org/drawingml/2006/main">
            <a:off x="800112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5" name="Editable chart path">
            <a:extLst xmlns:a="http://schemas.openxmlformats.org/drawingml/2006/main">
              <a:ext uri="{FF2B5EF4-FFF2-40B4-BE49-F238E27FC236}">
                <a16:creationId xmlns:a16="http://schemas.microsoft.com/office/drawing/2014/main" id="{5383533A-7D74-477B-87C0-F9FF497BE95E}"/>
              </a:ext>
            </a:extLst>
          </p:cNvPr>
          <p:cNvSpPr>
            <a:spLocks xmlns:a="http://schemas.openxmlformats.org/drawingml/2006/main" noGrp="1"/>
          </p:cNvSpPr>
          <p:nvPr/>
        </p:nvSpPr>
        <p:spPr>
          <a:xfrm xmlns:a="http://schemas.openxmlformats.org/drawingml/2006/main">
            <a:off x="804974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6" name="Editable chart path">
            <a:extLst xmlns:a="http://schemas.openxmlformats.org/drawingml/2006/main">
              <a:ext uri="{FF2B5EF4-FFF2-40B4-BE49-F238E27FC236}">
                <a16:creationId xmlns:a16="http://schemas.microsoft.com/office/drawing/2014/main" id="{D54761F2-F195-4161-A87A-E6660ECFDF75}"/>
              </a:ext>
            </a:extLst>
          </p:cNvPr>
          <p:cNvSpPr>
            <a:spLocks xmlns:a="http://schemas.openxmlformats.org/drawingml/2006/main" noGrp="1"/>
          </p:cNvSpPr>
          <p:nvPr/>
        </p:nvSpPr>
        <p:spPr>
          <a:xfrm xmlns:a="http://schemas.openxmlformats.org/drawingml/2006/main">
            <a:off x="8098351"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7" name="Editable chart path">
            <a:extLst xmlns:a="http://schemas.openxmlformats.org/drawingml/2006/main">
              <a:ext uri="{FF2B5EF4-FFF2-40B4-BE49-F238E27FC236}">
                <a16:creationId xmlns:a16="http://schemas.microsoft.com/office/drawing/2014/main" id="{6E4475C1-9F8E-41B7-947F-8176D2F89853}"/>
              </a:ext>
            </a:extLst>
          </p:cNvPr>
          <p:cNvSpPr>
            <a:spLocks xmlns:a="http://schemas.openxmlformats.org/drawingml/2006/main" noGrp="1"/>
          </p:cNvSpPr>
          <p:nvPr/>
        </p:nvSpPr>
        <p:spPr>
          <a:xfrm xmlns:a="http://schemas.openxmlformats.org/drawingml/2006/main">
            <a:off x="8146962"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8" name="Editable chart path">
            <a:extLst xmlns:a="http://schemas.openxmlformats.org/drawingml/2006/main">
              <a:ext uri="{FF2B5EF4-FFF2-40B4-BE49-F238E27FC236}">
                <a16:creationId xmlns:a16="http://schemas.microsoft.com/office/drawing/2014/main" id="{41877512-27D0-4DD1-9F5C-D9845C0518A1}"/>
              </a:ext>
            </a:extLst>
          </p:cNvPr>
          <p:cNvSpPr>
            <a:spLocks xmlns:a="http://schemas.openxmlformats.org/drawingml/2006/main" noGrp="1"/>
          </p:cNvSpPr>
          <p:nvPr/>
        </p:nvSpPr>
        <p:spPr>
          <a:xfrm xmlns:a="http://schemas.openxmlformats.org/drawingml/2006/main">
            <a:off x="819557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9" name="Editable chart path">
            <a:extLst xmlns:a="http://schemas.openxmlformats.org/drawingml/2006/main">
              <a:ext uri="{FF2B5EF4-FFF2-40B4-BE49-F238E27FC236}">
                <a16:creationId xmlns:a16="http://schemas.microsoft.com/office/drawing/2014/main" id="{EC1ED76E-71D2-427A-B5FF-EFC656B45750}"/>
              </a:ext>
            </a:extLst>
          </p:cNvPr>
          <p:cNvSpPr>
            <a:spLocks xmlns:a="http://schemas.openxmlformats.org/drawingml/2006/main" noGrp="1"/>
          </p:cNvSpPr>
          <p:nvPr/>
        </p:nvSpPr>
        <p:spPr>
          <a:xfrm xmlns:a="http://schemas.openxmlformats.org/drawingml/2006/main">
            <a:off x="824418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0" name="Editable chart path">
            <a:extLst xmlns:a="http://schemas.openxmlformats.org/drawingml/2006/main">
              <a:ext uri="{FF2B5EF4-FFF2-40B4-BE49-F238E27FC236}">
                <a16:creationId xmlns:a16="http://schemas.microsoft.com/office/drawing/2014/main" id="{0C418706-CEEC-4AF8-91CD-5136B18EA893}"/>
              </a:ext>
            </a:extLst>
          </p:cNvPr>
          <p:cNvSpPr>
            <a:spLocks xmlns:a="http://schemas.openxmlformats.org/drawingml/2006/main" noGrp="1"/>
          </p:cNvSpPr>
          <p:nvPr/>
        </p:nvSpPr>
        <p:spPr>
          <a:xfrm xmlns:a="http://schemas.openxmlformats.org/drawingml/2006/main">
            <a:off x="829279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1" name="Editable chart path">
            <a:extLst xmlns:a="http://schemas.openxmlformats.org/drawingml/2006/main">
              <a:ext uri="{FF2B5EF4-FFF2-40B4-BE49-F238E27FC236}">
                <a16:creationId xmlns:a16="http://schemas.microsoft.com/office/drawing/2014/main" id="{B64D0B4B-8B95-41CD-AD5A-FD99886A1EC8}"/>
              </a:ext>
            </a:extLst>
          </p:cNvPr>
          <p:cNvSpPr>
            <a:spLocks xmlns:a="http://schemas.openxmlformats.org/drawingml/2006/main" noGrp="1"/>
          </p:cNvSpPr>
          <p:nvPr/>
        </p:nvSpPr>
        <p:spPr>
          <a:xfrm xmlns:a="http://schemas.openxmlformats.org/drawingml/2006/main">
            <a:off x="8341406"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2" name="Editable chart path">
            <a:extLst xmlns:a="http://schemas.openxmlformats.org/drawingml/2006/main">
              <a:ext uri="{FF2B5EF4-FFF2-40B4-BE49-F238E27FC236}">
                <a16:creationId xmlns:a16="http://schemas.microsoft.com/office/drawing/2014/main" id="{CBAF559C-1270-4678-8C45-90E3921C991E}"/>
              </a:ext>
            </a:extLst>
          </p:cNvPr>
          <p:cNvSpPr>
            <a:spLocks xmlns:a="http://schemas.openxmlformats.org/drawingml/2006/main" noGrp="1"/>
          </p:cNvSpPr>
          <p:nvPr/>
        </p:nvSpPr>
        <p:spPr>
          <a:xfrm xmlns:a="http://schemas.openxmlformats.org/drawingml/2006/main">
            <a:off x="839001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3" name="Editable chart path">
            <a:extLst xmlns:a="http://schemas.openxmlformats.org/drawingml/2006/main">
              <a:ext uri="{FF2B5EF4-FFF2-40B4-BE49-F238E27FC236}">
                <a16:creationId xmlns:a16="http://schemas.microsoft.com/office/drawing/2014/main" id="{FBDFDD32-6477-46E2-905F-A7D7750ADBB7}"/>
              </a:ext>
            </a:extLst>
          </p:cNvPr>
          <p:cNvSpPr>
            <a:spLocks xmlns:a="http://schemas.openxmlformats.org/drawingml/2006/main" noGrp="1"/>
          </p:cNvSpPr>
          <p:nvPr/>
        </p:nvSpPr>
        <p:spPr>
          <a:xfrm xmlns:a="http://schemas.openxmlformats.org/drawingml/2006/main">
            <a:off x="8438628"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4" name="Editable chart path">
            <a:extLst xmlns:a="http://schemas.openxmlformats.org/drawingml/2006/main">
              <a:ext uri="{FF2B5EF4-FFF2-40B4-BE49-F238E27FC236}">
                <a16:creationId xmlns:a16="http://schemas.microsoft.com/office/drawing/2014/main" id="{BF7CB5D4-016E-4513-8BDD-3F3D0884BC35}"/>
              </a:ext>
            </a:extLst>
          </p:cNvPr>
          <p:cNvSpPr>
            <a:spLocks xmlns:a="http://schemas.openxmlformats.org/drawingml/2006/main" noGrp="1"/>
          </p:cNvSpPr>
          <p:nvPr/>
        </p:nvSpPr>
        <p:spPr>
          <a:xfrm xmlns:a="http://schemas.openxmlformats.org/drawingml/2006/main">
            <a:off x="8730294"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5" name="Editable chart path">
            <a:extLst xmlns:a="http://schemas.openxmlformats.org/drawingml/2006/main">
              <a:ext uri="{FF2B5EF4-FFF2-40B4-BE49-F238E27FC236}">
                <a16:creationId xmlns:a16="http://schemas.microsoft.com/office/drawing/2014/main" id="{4D5DBB8B-8E07-42FE-AE2E-13329300CC8A}"/>
              </a:ext>
            </a:extLst>
          </p:cNvPr>
          <p:cNvSpPr>
            <a:spLocks xmlns:a="http://schemas.openxmlformats.org/drawingml/2006/main" noGrp="1"/>
          </p:cNvSpPr>
          <p:nvPr/>
        </p:nvSpPr>
        <p:spPr>
          <a:xfrm xmlns:a="http://schemas.openxmlformats.org/drawingml/2006/main">
            <a:off x="639696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6" name="Editable chart path">
            <a:extLst xmlns:a="http://schemas.openxmlformats.org/drawingml/2006/main">
              <a:ext uri="{FF2B5EF4-FFF2-40B4-BE49-F238E27FC236}">
                <a16:creationId xmlns:a16="http://schemas.microsoft.com/office/drawing/2014/main" id="{74B22CFF-70AC-4A03-9DCD-B1E59A4F0C2A}"/>
              </a:ext>
            </a:extLst>
          </p:cNvPr>
          <p:cNvSpPr>
            <a:spLocks xmlns:a="http://schemas.openxmlformats.org/drawingml/2006/main" noGrp="1"/>
          </p:cNvSpPr>
          <p:nvPr/>
        </p:nvSpPr>
        <p:spPr>
          <a:xfrm xmlns:a="http://schemas.openxmlformats.org/drawingml/2006/main">
            <a:off x="644557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7" name="Editable chart path">
            <a:extLst xmlns:a="http://schemas.openxmlformats.org/drawingml/2006/main">
              <a:ext uri="{FF2B5EF4-FFF2-40B4-BE49-F238E27FC236}">
                <a16:creationId xmlns:a16="http://schemas.microsoft.com/office/drawing/2014/main" id="{11ADD32F-296D-4781-BC8B-C73CC41954A8}"/>
              </a:ext>
            </a:extLst>
          </p:cNvPr>
          <p:cNvSpPr>
            <a:spLocks xmlns:a="http://schemas.openxmlformats.org/drawingml/2006/main" noGrp="1"/>
          </p:cNvSpPr>
          <p:nvPr/>
        </p:nvSpPr>
        <p:spPr>
          <a:xfrm xmlns:a="http://schemas.openxmlformats.org/drawingml/2006/main">
            <a:off x="649418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8" name="Editable chart path">
            <a:extLst xmlns:a="http://schemas.openxmlformats.org/drawingml/2006/main">
              <a:ext uri="{FF2B5EF4-FFF2-40B4-BE49-F238E27FC236}">
                <a16:creationId xmlns:a16="http://schemas.microsoft.com/office/drawing/2014/main" id="{9687C264-6FF7-4AF0-BB59-6C52A4BD2902}"/>
              </a:ext>
            </a:extLst>
          </p:cNvPr>
          <p:cNvSpPr>
            <a:spLocks xmlns:a="http://schemas.openxmlformats.org/drawingml/2006/main" noGrp="1"/>
          </p:cNvSpPr>
          <p:nvPr/>
        </p:nvSpPr>
        <p:spPr>
          <a:xfrm xmlns:a="http://schemas.openxmlformats.org/drawingml/2006/main">
            <a:off x="6542800"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9" name="Editable chart path">
            <a:extLst xmlns:a="http://schemas.openxmlformats.org/drawingml/2006/main">
              <a:ext uri="{FF2B5EF4-FFF2-40B4-BE49-F238E27FC236}">
                <a16:creationId xmlns:a16="http://schemas.microsoft.com/office/drawing/2014/main" id="{B8902609-829E-42ED-84DA-499FAFCEF666}"/>
              </a:ext>
            </a:extLst>
          </p:cNvPr>
          <p:cNvSpPr>
            <a:spLocks xmlns:a="http://schemas.openxmlformats.org/drawingml/2006/main" noGrp="1"/>
          </p:cNvSpPr>
          <p:nvPr/>
        </p:nvSpPr>
        <p:spPr>
          <a:xfrm xmlns:a="http://schemas.openxmlformats.org/drawingml/2006/main">
            <a:off x="659141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0" name="Editable chart path">
            <a:extLst xmlns:a="http://schemas.openxmlformats.org/drawingml/2006/main">
              <a:ext uri="{FF2B5EF4-FFF2-40B4-BE49-F238E27FC236}">
                <a16:creationId xmlns:a16="http://schemas.microsoft.com/office/drawing/2014/main" id="{D1EA1027-35A0-4B6B-AFD2-8BF81BE26981}"/>
              </a:ext>
            </a:extLst>
          </p:cNvPr>
          <p:cNvSpPr>
            <a:spLocks xmlns:a="http://schemas.openxmlformats.org/drawingml/2006/main" noGrp="1"/>
          </p:cNvSpPr>
          <p:nvPr/>
        </p:nvSpPr>
        <p:spPr>
          <a:xfrm xmlns:a="http://schemas.openxmlformats.org/drawingml/2006/main">
            <a:off x="664002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1" name="Editable chart path">
            <a:extLst xmlns:a="http://schemas.openxmlformats.org/drawingml/2006/main">
              <a:ext uri="{FF2B5EF4-FFF2-40B4-BE49-F238E27FC236}">
                <a16:creationId xmlns:a16="http://schemas.microsoft.com/office/drawing/2014/main" id="{B840B502-92C6-4775-AF9C-4D0886F33DB5}"/>
              </a:ext>
            </a:extLst>
          </p:cNvPr>
          <p:cNvSpPr>
            <a:spLocks xmlns:a="http://schemas.openxmlformats.org/drawingml/2006/main" noGrp="1"/>
          </p:cNvSpPr>
          <p:nvPr/>
        </p:nvSpPr>
        <p:spPr>
          <a:xfrm xmlns:a="http://schemas.openxmlformats.org/drawingml/2006/main">
            <a:off x="668863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2" name="Editable chart path">
            <a:extLst xmlns:a="http://schemas.openxmlformats.org/drawingml/2006/main">
              <a:ext uri="{FF2B5EF4-FFF2-40B4-BE49-F238E27FC236}">
                <a16:creationId xmlns:a16="http://schemas.microsoft.com/office/drawing/2014/main" id="{2FAA9C32-1C56-466E-84F1-9B911A06C61E}"/>
              </a:ext>
            </a:extLst>
          </p:cNvPr>
          <p:cNvSpPr>
            <a:spLocks xmlns:a="http://schemas.openxmlformats.org/drawingml/2006/main" noGrp="1"/>
          </p:cNvSpPr>
          <p:nvPr/>
        </p:nvSpPr>
        <p:spPr>
          <a:xfrm xmlns:a="http://schemas.openxmlformats.org/drawingml/2006/main">
            <a:off x="673724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3" name="Editable chart path">
            <a:extLst xmlns:a="http://schemas.openxmlformats.org/drawingml/2006/main">
              <a:ext uri="{FF2B5EF4-FFF2-40B4-BE49-F238E27FC236}">
                <a16:creationId xmlns:a16="http://schemas.microsoft.com/office/drawing/2014/main" id="{CD0F68F7-F1AE-4030-8BCB-FE0FD2FDA88D}"/>
              </a:ext>
            </a:extLst>
          </p:cNvPr>
          <p:cNvSpPr>
            <a:spLocks xmlns:a="http://schemas.openxmlformats.org/drawingml/2006/main" noGrp="1"/>
          </p:cNvSpPr>
          <p:nvPr/>
        </p:nvSpPr>
        <p:spPr>
          <a:xfrm xmlns:a="http://schemas.openxmlformats.org/drawingml/2006/main">
            <a:off x="6785855"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4" name="Editable chart path">
            <a:extLst xmlns:a="http://schemas.openxmlformats.org/drawingml/2006/main">
              <a:ext uri="{FF2B5EF4-FFF2-40B4-BE49-F238E27FC236}">
                <a16:creationId xmlns:a16="http://schemas.microsoft.com/office/drawing/2014/main" id="{C555B4B3-8918-4430-A026-FDB9904D5CEB}"/>
              </a:ext>
            </a:extLst>
          </p:cNvPr>
          <p:cNvSpPr>
            <a:spLocks xmlns:a="http://schemas.openxmlformats.org/drawingml/2006/main" noGrp="1"/>
          </p:cNvSpPr>
          <p:nvPr/>
        </p:nvSpPr>
        <p:spPr>
          <a:xfrm xmlns:a="http://schemas.openxmlformats.org/drawingml/2006/main">
            <a:off x="6834466"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5" name="Editable chart path">
            <a:extLst xmlns:a="http://schemas.openxmlformats.org/drawingml/2006/main">
              <a:ext uri="{FF2B5EF4-FFF2-40B4-BE49-F238E27FC236}">
                <a16:creationId xmlns:a16="http://schemas.microsoft.com/office/drawing/2014/main" id="{3BC958FE-2295-4796-8C3B-6F9A9B796642}"/>
              </a:ext>
            </a:extLst>
          </p:cNvPr>
          <p:cNvSpPr>
            <a:spLocks xmlns:a="http://schemas.openxmlformats.org/drawingml/2006/main" noGrp="1"/>
          </p:cNvSpPr>
          <p:nvPr/>
        </p:nvSpPr>
        <p:spPr>
          <a:xfrm xmlns:a="http://schemas.openxmlformats.org/drawingml/2006/main">
            <a:off x="688307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6" name="Editable chart path">
            <a:extLst xmlns:a="http://schemas.openxmlformats.org/drawingml/2006/main">
              <a:ext uri="{FF2B5EF4-FFF2-40B4-BE49-F238E27FC236}">
                <a16:creationId xmlns:a16="http://schemas.microsoft.com/office/drawing/2014/main" id="{C9207A79-7A2C-417B-AB61-3C0D5350658E}"/>
              </a:ext>
            </a:extLst>
          </p:cNvPr>
          <p:cNvSpPr>
            <a:spLocks xmlns:a="http://schemas.openxmlformats.org/drawingml/2006/main" noGrp="1"/>
          </p:cNvSpPr>
          <p:nvPr/>
        </p:nvSpPr>
        <p:spPr>
          <a:xfrm xmlns:a="http://schemas.openxmlformats.org/drawingml/2006/main">
            <a:off x="693168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7" name="Editable chart path">
            <a:extLst xmlns:a="http://schemas.openxmlformats.org/drawingml/2006/main">
              <a:ext uri="{FF2B5EF4-FFF2-40B4-BE49-F238E27FC236}">
                <a16:creationId xmlns:a16="http://schemas.microsoft.com/office/drawing/2014/main" id="{9D9C4669-87D2-4870-8051-040D1EE39BB5}"/>
              </a:ext>
            </a:extLst>
          </p:cNvPr>
          <p:cNvSpPr>
            <a:spLocks xmlns:a="http://schemas.openxmlformats.org/drawingml/2006/main" noGrp="1"/>
          </p:cNvSpPr>
          <p:nvPr/>
        </p:nvSpPr>
        <p:spPr>
          <a:xfrm xmlns:a="http://schemas.openxmlformats.org/drawingml/2006/main">
            <a:off x="698029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8" name="Editable chart path">
            <a:extLst xmlns:a="http://schemas.openxmlformats.org/drawingml/2006/main">
              <a:ext uri="{FF2B5EF4-FFF2-40B4-BE49-F238E27FC236}">
                <a16:creationId xmlns:a16="http://schemas.microsoft.com/office/drawing/2014/main" id="{58512A91-7502-45E0-9F0F-B9021F791FDA}"/>
              </a:ext>
            </a:extLst>
          </p:cNvPr>
          <p:cNvSpPr>
            <a:spLocks xmlns:a="http://schemas.openxmlformats.org/drawingml/2006/main" noGrp="1"/>
          </p:cNvSpPr>
          <p:nvPr/>
        </p:nvSpPr>
        <p:spPr>
          <a:xfrm xmlns:a="http://schemas.openxmlformats.org/drawingml/2006/main">
            <a:off x="7028910"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9" name="Editable chart path">
            <a:extLst xmlns:a="http://schemas.openxmlformats.org/drawingml/2006/main">
              <a:ext uri="{FF2B5EF4-FFF2-40B4-BE49-F238E27FC236}">
                <a16:creationId xmlns:a16="http://schemas.microsoft.com/office/drawing/2014/main" id="{8C01790C-98B0-4D72-8F0A-A54891896159}"/>
              </a:ext>
            </a:extLst>
          </p:cNvPr>
          <p:cNvSpPr>
            <a:spLocks xmlns:a="http://schemas.openxmlformats.org/drawingml/2006/main" noGrp="1"/>
          </p:cNvSpPr>
          <p:nvPr/>
        </p:nvSpPr>
        <p:spPr>
          <a:xfrm xmlns:a="http://schemas.openxmlformats.org/drawingml/2006/main">
            <a:off x="707752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0" name="Editable chart path">
            <a:extLst xmlns:a="http://schemas.openxmlformats.org/drawingml/2006/main">
              <a:ext uri="{FF2B5EF4-FFF2-40B4-BE49-F238E27FC236}">
                <a16:creationId xmlns:a16="http://schemas.microsoft.com/office/drawing/2014/main" id="{2E310E0D-386B-41D8-B124-7A31952362D8}"/>
              </a:ext>
            </a:extLst>
          </p:cNvPr>
          <p:cNvSpPr>
            <a:spLocks xmlns:a="http://schemas.openxmlformats.org/drawingml/2006/main" noGrp="1"/>
          </p:cNvSpPr>
          <p:nvPr/>
        </p:nvSpPr>
        <p:spPr>
          <a:xfrm xmlns:a="http://schemas.openxmlformats.org/drawingml/2006/main">
            <a:off x="712613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1" name="Editable chart path">
            <a:extLst xmlns:a="http://schemas.openxmlformats.org/drawingml/2006/main">
              <a:ext uri="{FF2B5EF4-FFF2-40B4-BE49-F238E27FC236}">
                <a16:creationId xmlns:a16="http://schemas.microsoft.com/office/drawing/2014/main" id="{DDD4BD6C-CF84-419E-A16B-A30A7BA09C31}"/>
              </a:ext>
            </a:extLst>
          </p:cNvPr>
          <p:cNvSpPr>
            <a:spLocks xmlns:a="http://schemas.openxmlformats.org/drawingml/2006/main" noGrp="1"/>
          </p:cNvSpPr>
          <p:nvPr/>
        </p:nvSpPr>
        <p:spPr>
          <a:xfrm xmlns:a="http://schemas.openxmlformats.org/drawingml/2006/main">
            <a:off x="717474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2" name="Editable chart path">
            <a:extLst xmlns:a="http://schemas.openxmlformats.org/drawingml/2006/main">
              <a:ext uri="{FF2B5EF4-FFF2-40B4-BE49-F238E27FC236}">
                <a16:creationId xmlns:a16="http://schemas.microsoft.com/office/drawing/2014/main" id="{3F844982-9C78-4989-8187-A7E924949FD1}"/>
              </a:ext>
            </a:extLst>
          </p:cNvPr>
          <p:cNvSpPr>
            <a:spLocks xmlns:a="http://schemas.openxmlformats.org/drawingml/2006/main" noGrp="1"/>
          </p:cNvSpPr>
          <p:nvPr/>
        </p:nvSpPr>
        <p:spPr>
          <a:xfrm xmlns:a="http://schemas.openxmlformats.org/drawingml/2006/main">
            <a:off x="722335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3" name="Editable chart path">
            <a:extLst xmlns:a="http://schemas.openxmlformats.org/drawingml/2006/main">
              <a:ext uri="{FF2B5EF4-FFF2-40B4-BE49-F238E27FC236}">
                <a16:creationId xmlns:a16="http://schemas.microsoft.com/office/drawing/2014/main" id="{E9C63EBD-B8CC-45A4-A6D6-B5835795D8BF}"/>
              </a:ext>
            </a:extLst>
          </p:cNvPr>
          <p:cNvSpPr>
            <a:spLocks xmlns:a="http://schemas.openxmlformats.org/drawingml/2006/main" noGrp="1"/>
          </p:cNvSpPr>
          <p:nvPr/>
        </p:nvSpPr>
        <p:spPr>
          <a:xfrm xmlns:a="http://schemas.openxmlformats.org/drawingml/2006/main">
            <a:off x="7271965"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4" name="Editable chart path">
            <a:extLst xmlns:a="http://schemas.openxmlformats.org/drawingml/2006/main">
              <a:ext uri="{FF2B5EF4-FFF2-40B4-BE49-F238E27FC236}">
                <a16:creationId xmlns:a16="http://schemas.microsoft.com/office/drawing/2014/main" id="{BA0AF4DA-6198-4BB0-948C-2824C4E003C5}"/>
              </a:ext>
            </a:extLst>
          </p:cNvPr>
          <p:cNvSpPr>
            <a:spLocks xmlns:a="http://schemas.openxmlformats.org/drawingml/2006/main" noGrp="1"/>
          </p:cNvSpPr>
          <p:nvPr/>
        </p:nvSpPr>
        <p:spPr>
          <a:xfrm xmlns:a="http://schemas.openxmlformats.org/drawingml/2006/main">
            <a:off x="7320576"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5" name="Editable chart path">
            <a:extLst xmlns:a="http://schemas.openxmlformats.org/drawingml/2006/main">
              <a:ext uri="{FF2B5EF4-FFF2-40B4-BE49-F238E27FC236}">
                <a16:creationId xmlns:a16="http://schemas.microsoft.com/office/drawing/2014/main" id="{76041DC4-1106-4DE2-A9D1-43DB1032A47D}"/>
              </a:ext>
            </a:extLst>
          </p:cNvPr>
          <p:cNvSpPr>
            <a:spLocks xmlns:a="http://schemas.openxmlformats.org/drawingml/2006/main" noGrp="1"/>
          </p:cNvSpPr>
          <p:nvPr/>
        </p:nvSpPr>
        <p:spPr>
          <a:xfrm xmlns:a="http://schemas.openxmlformats.org/drawingml/2006/main">
            <a:off x="736918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6" name="Editable chart path">
            <a:extLst xmlns:a="http://schemas.openxmlformats.org/drawingml/2006/main">
              <a:ext uri="{FF2B5EF4-FFF2-40B4-BE49-F238E27FC236}">
                <a16:creationId xmlns:a16="http://schemas.microsoft.com/office/drawing/2014/main" id="{A23C40A5-267B-4311-A782-E7B238E58693}"/>
              </a:ext>
            </a:extLst>
          </p:cNvPr>
          <p:cNvSpPr>
            <a:spLocks xmlns:a="http://schemas.openxmlformats.org/drawingml/2006/main" noGrp="1"/>
          </p:cNvSpPr>
          <p:nvPr/>
        </p:nvSpPr>
        <p:spPr>
          <a:xfrm xmlns:a="http://schemas.openxmlformats.org/drawingml/2006/main">
            <a:off x="741779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7" name="Editable chart path">
            <a:extLst xmlns:a="http://schemas.openxmlformats.org/drawingml/2006/main">
              <a:ext uri="{FF2B5EF4-FFF2-40B4-BE49-F238E27FC236}">
                <a16:creationId xmlns:a16="http://schemas.microsoft.com/office/drawing/2014/main" id="{2F8D096C-194C-4637-9E0C-E8516272064C}"/>
              </a:ext>
            </a:extLst>
          </p:cNvPr>
          <p:cNvSpPr>
            <a:spLocks xmlns:a="http://schemas.openxmlformats.org/drawingml/2006/main" noGrp="1"/>
          </p:cNvSpPr>
          <p:nvPr/>
        </p:nvSpPr>
        <p:spPr>
          <a:xfrm xmlns:a="http://schemas.openxmlformats.org/drawingml/2006/main">
            <a:off x="746640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8" name="Editable chart path">
            <a:extLst xmlns:a="http://schemas.openxmlformats.org/drawingml/2006/main">
              <a:ext uri="{FF2B5EF4-FFF2-40B4-BE49-F238E27FC236}">
                <a16:creationId xmlns:a16="http://schemas.microsoft.com/office/drawing/2014/main" id="{77450671-5AA5-48DA-8C0F-9964AA5698CF}"/>
              </a:ext>
            </a:extLst>
          </p:cNvPr>
          <p:cNvSpPr>
            <a:spLocks xmlns:a="http://schemas.openxmlformats.org/drawingml/2006/main" noGrp="1"/>
          </p:cNvSpPr>
          <p:nvPr/>
        </p:nvSpPr>
        <p:spPr>
          <a:xfrm xmlns:a="http://schemas.openxmlformats.org/drawingml/2006/main">
            <a:off x="751501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9" name="Editable chart path">
            <a:extLst xmlns:a="http://schemas.openxmlformats.org/drawingml/2006/main">
              <a:ext uri="{FF2B5EF4-FFF2-40B4-BE49-F238E27FC236}">
                <a16:creationId xmlns:a16="http://schemas.microsoft.com/office/drawing/2014/main" id="{3166A8A2-2C84-47A5-B3A7-49C29BABAF24}"/>
              </a:ext>
            </a:extLst>
          </p:cNvPr>
          <p:cNvSpPr>
            <a:spLocks xmlns:a="http://schemas.openxmlformats.org/drawingml/2006/main" noGrp="1"/>
          </p:cNvSpPr>
          <p:nvPr/>
        </p:nvSpPr>
        <p:spPr>
          <a:xfrm xmlns:a="http://schemas.openxmlformats.org/drawingml/2006/main">
            <a:off x="7563630"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0" name="Editable chart path">
            <a:extLst xmlns:a="http://schemas.openxmlformats.org/drawingml/2006/main">
              <a:ext uri="{FF2B5EF4-FFF2-40B4-BE49-F238E27FC236}">
                <a16:creationId xmlns:a16="http://schemas.microsoft.com/office/drawing/2014/main" id="{82701BFD-DAC9-491E-95F0-8C72E4804C06}"/>
              </a:ext>
            </a:extLst>
          </p:cNvPr>
          <p:cNvSpPr>
            <a:spLocks xmlns:a="http://schemas.openxmlformats.org/drawingml/2006/main" noGrp="1"/>
          </p:cNvSpPr>
          <p:nvPr/>
        </p:nvSpPr>
        <p:spPr>
          <a:xfrm xmlns:a="http://schemas.openxmlformats.org/drawingml/2006/main">
            <a:off x="761224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1" name="Editable chart path">
            <a:extLst xmlns:a="http://schemas.openxmlformats.org/drawingml/2006/main">
              <a:ext uri="{FF2B5EF4-FFF2-40B4-BE49-F238E27FC236}">
                <a16:creationId xmlns:a16="http://schemas.microsoft.com/office/drawing/2014/main" id="{5832ADEF-83FA-4B9E-9A2E-77D45459C318}"/>
              </a:ext>
            </a:extLst>
          </p:cNvPr>
          <p:cNvSpPr>
            <a:spLocks xmlns:a="http://schemas.openxmlformats.org/drawingml/2006/main" noGrp="1"/>
          </p:cNvSpPr>
          <p:nvPr/>
        </p:nvSpPr>
        <p:spPr>
          <a:xfrm xmlns:a="http://schemas.openxmlformats.org/drawingml/2006/main">
            <a:off x="766085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2" name="Editable chart path">
            <a:extLst xmlns:a="http://schemas.openxmlformats.org/drawingml/2006/main">
              <a:ext uri="{FF2B5EF4-FFF2-40B4-BE49-F238E27FC236}">
                <a16:creationId xmlns:a16="http://schemas.microsoft.com/office/drawing/2014/main" id="{B7D067D1-64B4-414B-B97C-A3BE25F41C24}"/>
              </a:ext>
            </a:extLst>
          </p:cNvPr>
          <p:cNvSpPr>
            <a:spLocks xmlns:a="http://schemas.openxmlformats.org/drawingml/2006/main" noGrp="1"/>
          </p:cNvSpPr>
          <p:nvPr/>
        </p:nvSpPr>
        <p:spPr>
          <a:xfrm xmlns:a="http://schemas.openxmlformats.org/drawingml/2006/main">
            <a:off x="770946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3" name="Editable chart path">
            <a:extLst xmlns:a="http://schemas.openxmlformats.org/drawingml/2006/main">
              <a:ext uri="{FF2B5EF4-FFF2-40B4-BE49-F238E27FC236}">
                <a16:creationId xmlns:a16="http://schemas.microsoft.com/office/drawing/2014/main" id="{3DD69CBC-D975-4AD2-A947-DBCE1F51B17C}"/>
              </a:ext>
            </a:extLst>
          </p:cNvPr>
          <p:cNvSpPr>
            <a:spLocks xmlns:a="http://schemas.openxmlformats.org/drawingml/2006/main" noGrp="1"/>
          </p:cNvSpPr>
          <p:nvPr/>
        </p:nvSpPr>
        <p:spPr>
          <a:xfrm xmlns:a="http://schemas.openxmlformats.org/drawingml/2006/main">
            <a:off x="775807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4" name="Editable chart path">
            <a:extLst xmlns:a="http://schemas.openxmlformats.org/drawingml/2006/main">
              <a:ext uri="{FF2B5EF4-FFF2-40B4-BE49-F238E27FC236}">
                <a16:creationId xmlns:a16="http://schemas.microsoft.com/office/drawing/2014/main" id="{FCC965E6-9E2C-4016-9C9B-C1A053E9EBF2}"/>
              </a:ext>
            </a:extLst>
          </p:cNvPr>
          <p:cNvSpPr>
            <a:spLocks xmlns:a="http://schemas.openxmlformats.org/drawingml/2006/main" noGrp="1"/>
          </p:cNvSpPr>
          <p:nvPr/>
        </p:nvSpPr>
        <p:spPr>
          <a:xfrm xmlns:a="http://schemas.openxmlformats.org/drawingml/2006/main">
            <a:off x="7806685"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5" name="Editable chart path">
            <a:extLst xmlns:a="http://schemas.openxmlformats.org/drawingml/2006/main">
              <a:ext uri="{FF2B5EF4-FFF2-40B4-BE49-F238E27FC236}">
                <a16:creationId xmlns:a16="http://schemas.microsoft.com/office/drawing/2014/main" id="{1706406F-1E84-4F41-BEBD-5C9B112DD5C0}"/>
              </a:ext>
            </a:extLst>
          </p:cNvPr>
          <p:cNvSpPr>
            <a:spLocks xmlns:a="http://schemas.openxmlformats.org/drawingml/2006/main" noGrp="1"/>
          </p:cNvSpPr>
          <p:nvPr/>
        </p:nvSpPr>
        <p:spPr>
          <a:xfrm xmlns:a="http://schemas.openxmlformats.org/drawingml/2006/main">
            <a:off x="7855296"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6" name="Editable chart path">
            <a:extLst xmlns:a="http://schemas.openxmlformats.org/drawingml/2006/main">
              <a:ext uri="{FF2B5EF4-FFF2-40B4-BE49-F238E27FC236}">
                <a16:creationId xmlns:a16="http://schemas.microsoft.com/office/drawing/2014/main" id="{EF18AF9D-FC48-4183-ACC0-BACBADCB4993}"/>
              </a:ext>
            </a:extLst>
          </p:cNvPr>
          <p:cNvSpPr>
            <a:spLocks xmlns:a="http://schemas.openxmlformats.org/drawingml/2006/main" noGrp="1"/>
          </p:cNvSpPr>
          <p:nvPr/>
        </p:nvSpPr>
        <p:spPr>
          <a:xfrm xmlns:a="http://schemas.openxmlformats.org/drawingml/2006/main">
            <a:off x="790390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7" name="Editable chart path">
            <a:extLst xmlns:a="http://schemas.openxmlformats.org/drawingml/2006/main">
              <a:ext uri="{FF2B5EF4-FFF2-40B4-BE49-F238E27FC236}">
                <a16:creationId xmlns:a16="http://schemas.microsoft.com/office/drawing/2014/main" id="{E67B6E14-D014-4B8C-AAF5-850340BA10E7}"/>
              </a:ext>
            </a:extLst>
          </p:cNvPr>
          <p:cNvSpPr>
            <a:spLocks xmlns:a="http://schemas.openxmlformats.org/drawingml/2006/main" noGrp="1"/>
          </p:cNvSpPr>
          <p:nvPr/>
        </p:nvSpPr>
        <p:spPr>
          <a:xfrm xmlns:a="http://schemas.openxmlformats.org/drawingml/2006/main">
            <a:off x="795251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8" name="Editable chart path">
            <a:extLst xmlns:a="http://schemas.openxmlformats.org/drawingml/2006/main">
              <a:ext uri="{FF2B5EF4-FFF2-40B4-BE49-F238E27FC236}">
                <a16:creationId xmlns:a16="http://schemas.microsoft.com/office/drawing/2014/main" id="{1657640B-3225-48D3-B078-69CF2824C04C}"/>
              </a:ext>
            </a:extLst>
          </p:cNvPr>
          <p:cNvSpPr>
            <a:spLocks xmlns:a="http://schemas.openxmlformats.org/drawingml/2006/main" noGrp="1"/>
          </p:cNvSpPr>
          <p:nvPr/>
        </p:nvSpPr>
        <p:spPr>
          <a:xfrm xmlns:a="http://schemas.openxmlformats.org/drawingml/2006/main">
            <a:off x="800112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9" name="Editable chart path">
            <a:extLst xmlns:a="http://schemas.openxmlformats.org/drawingml/2006/main">
              <a:ext uri="{FF2B5EF4-FFF2-40B4-BE49-F238E27FC236}">
                <a16:creationId xmlns:a16="http://schemas.microsoft.com/office/drawing/2014/main" id="{0923296B-A68B-491F-A3FD-82FE329E5D98}"/>
              </a:ext>
            </a:extLst>
          </p:cNvPr>
          <p:cNvSpPr>
            <a:spLocks xmlns:a="http://schemas.openxmlformats.org/drawingml/2006/main" noGrp="1"/>
          </p:cNvSpPr>
          <p:nvPr/>
        </p:nvSpPr>
        <p:spPr>
          <a:xfrm xmlns:a="http://schemas.openxmlformats.org/drawingml/2006/main">
            <a:off x="8049740"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0" name="Editable chart path">
            <a:extLst xmlns:a="http://schemas.openxmlformats.org/drawingml/2006/main">
              <a:ext uri="{FF2B5EF4-FFF2-40B4-BE49-F238E27FC236}">
                <a16:creationId xmlns:a16="http://schemas.microsoft.com/office/drawing/2014/main" id="{E27D7C23-163E-4ED7-993D-2F2BC9CE0E36}"/>
              </a:ext>
            </a:extLst>
          </p:cNvPr>
          <p:cNvSpPr>
            <a:spLocks xmlns:a="http://schemas.openxmlformats.org/drawingml/2006/main" noGrp="1"/>
          </p:cNvSpPr>
          <p:nvPr/>
        </p:nvSpPr>
        <p:spPr>
          <a:xfrm xmlns:a="http://schemas.openxmlformats.org/drawingml/2006/main">
            <a:off x="809835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1" name="Editable chart path">
            <a:extLst xmlns:a="http://schemas.openxmlformats.org/drawingml/2006/main">
              <a:ext uri="{FF2B5EF4-FFF2-40B4-BE49-F238E27FC236}">
                <a16:creationId xmlns:a16="http://schemas.microsoft.com/office/drawing/2014/main" id="{81C4863F-C9F6-422F-8A3F-287D7848CCC6}"/>
              </a:ext>
            </a:extLst>
          </p:cNvPr>
          <p:cNvSpPr>
            <a:spLocks xmlns:a="http://schemas.openxmlformats.org/drawingml/2006/main" noGrp="1"/>
          </p:cNvSpPr>
          <p:nvPr/>
        </p:nvSpPr>
        <p:spPr>
          <a:xfrm xmlns:a="http://schemas.openxmlformats.org/drawingml/2006/main">
            <a:off x="814696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2" name="Editable chart path">
            <a:extLst xmlns:a="http://schemas.openxmlformats.org/drawingml/2006/main">
              <a:ext uri="{FF2B5EF4-FFF2-40B4-BE49-F238E27FC236}">
                <a16:creationId xmlns:a16="http://schemas.microsoft.com/office/drawing/2014/main" id="{C34F4CA4-307F-4592-88EF-6BFF9163707A}"/>
              </a:ext>
            </a:extLst>
          </p:cNvPr>
          <p:cNvSpPr>
            <a:spLocks xmlns:a="http://schemas.openxmlformats.org/drawingml/2006/main" noGrp="1"/>
          </p:cNvSpPr>
          <p:nvPr/>
        </p:nvSpPr>
        <p:spPr>
          <a:xfrm xmlns:a="http://schemas.openxmlformats.org/drawingml/2006/main">
            <a:off x="819557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3" name="Editable chart path">
            <a:extLst xmlns:a="http://schemas.openxmlformats.org/drawingml/2006/main">
              <a:ext uri="{FF2B5EF4-FFF2-40B4-BE49-F238E27FC236}">
                <a16:creationId xmlns:a16="http://schemas.microsoft.com/office/drawing/2014/main" id="{D0039C05-CA83-417D-B065-AAADD021977F}"/>
              </a:ext>
            </a:extLst>
          </p:cNvPr>
          <p:cNvSpPr>
            <a:spLocks xmlns:a="http://schemas.openxmlformats.org/drawingml/2006/main" noGrp="1"/>
          </p:cNvSpPr>
          <p:nvPr/>
        </p:nvSpPr>
        <p:spPr>
          <a:xfrm xmlns:a="http://schemas.openxmlformats.org/drawingml/2006/main">
            <a:off x="824418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4" name="Editable chart path">
            <a:extLst xmlns:a="http://schemas.openxmlformats.org/drawingml/2006/main">
              <a:ext uri="{FF2B5EF4-FFF2-40B4-BE49-F238E27FC236}">
                <a16:creationId xmlns:a16="http://schemas.microsoft.com/office/drawing/2014/main" id="{2AEC9808-258B-472A-B05C-0CDAED3D6794}"/>
              </a:ext>
            </a:extLst>
          </p:cNvPr>
          <p:cNvSpPr>
            <a:spLocks xmlns:a="http://schemas.openxmlformats.org/drawingml/2006/main" noGrp="1"/>
          </p:cNvSpPr>
          <p:nvPr/>
        </p:nvSpPr>
        <p:spPr>
          <a:xfrm xmlns:a="http://schemas.openxmlformats.org/drawingml/2006/main">
            <a:off x="8292795"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5" name="Editable chart path">
            <a:extLst xmlns:a="http://schemas.openxmlformats.org/drawingml/2006/main">
              <a:ext uri="{FF2B5EF4-FFF2-40B4-BE49-F238E27FC236}">
                <a16:creationId xmlns:a16="http://schemas.microsoft.com/office/drawing/2014/main" id="{5E37C0CE-6D15-413D-8029-4D8E5FF38931}"/>
              </a:ext>
            </a:extLst>
          </p:cNvPr>
          <p:cNvSpPr>
            <a:spLocks xmlns:a="http://schemas.openxmlformats.org/drawingml/2006/main" noGrp="1"/>
          </p:cNvSpPr>
          <p:nvPr/>
        </p:nvSpPr>
        <p:spPr>
          <a:xfrm xmlns:a="http://schemas.openxmlformats.org/drawingml/2006/main">
            <a:off x="8341406"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6" name="Editable chart path">
            <a:extLst xmlns:a="http://schemas.openxmlformats.org/drawingml/2006/main">
              <a:ext uri="{FF2B5EF4-FFF2-40B4-BE49-F238E27FC236}">
                <a16:creationId xmlns:a16="http://schemas.microsoft.com/office/drawing/2014/main" id="{8DAAED55-40BB-4AEA-87B6-D206D9704C72}"/>
              </a:ext>
            </a:extLst>
          </p:cNvPr>
          <p:cNvSpPr>
            <a:spLocks xmlns:a="http://schemas.openxmlformats.org/drawingml/2006/main" noGrp="1"/>
          </p:cNvSpPr>
          <p:nvPr/>
        </p:nvSpPr>
        <p:spPr>
          <a:xfrm xmlns:a="http://schemas.openxmlformats.org/drawingml/2006/main">
            <a:off x="8390017"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7" name="Editable chart path">
            <a:extLst xmlns:a="http://schemas.openxmlformats.org/drawingml/2006/main">
              <a:ext uri="{FF2B5EF4-FFF2-40B4-BE49-F238E27FC236}">
                <a16:creationId xmlns:a16="http://schemas.microsoft.com/office/drawing/2014/main" id="{331E5AC8-DCAE-42F8-958E-EE5AD1D7F288}"/>
              </a:ext>
            </a:extLst>
          </p:cNvPr>
          <p:cNvSpPr>
            <a:spLocks xmlns:a="http://schemas.openxmlformats.org/drawingml/2006/main" noGrp="1"/>
          </p:cNvSpPr>
          <p:nvPr/>
        </p:nvSpPr>
        <p:spPr>
          <a:xfrm xmlns:a="http://schemas.openxmlformats.org/drawingml/2006/main">
            <a:off x="8438628"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8" name="Editable chart path">
            <a:extLst xmlns:a="http://schemas.openxmlformats.org/drawingml/2006/main">
              <a:ext uri="{FF2B5EF4-FFF2-40B4-BE49-F238E27FC236}">
                <a16:creationId xmlns:a16="http://schemas.microsoft.com/office/drawing/2014/main" id="{829958B4-E6BB-4DF5-A43B-90758BEBA444}"/>
              </a:ext>
            </a:extLst>
          </p:cNvPr>
          <p:cNvSpPr>
            <a:spLocks xmlns:a="http://schemas.openxmlformats.org/drawingml/2006/main" noGrp="1"/>
          </p:cNvSpPr>
          <p:nvPr/>
        </p:nvSpPr>
        <p:spPr>
          <a:xfrm xmlns:a="http://schemas.openxmlformats.org/drawingml/2006/main">
            <a:off x="848723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9" name="Editable chart path">
            <a:extLst xmlns:a="http://schemas.openxmlformats.org/drawingml/2006/main">
              <a:ext uri="{FF2B5EF4-FFF2-40B4-BE49-F238E27FC236}">
                <a16:creationId xmlns:a16="http://schemas.microsoft.com/office/drawing/2014/main" id="{68FF850B-FB28-4DDE-BAFD-9BF9843BD3FF}"/>
              </a:ext>
            </a:extLst>
          </p:cNvPr>
          <p:cNvSpPr>
            <a:spLocks xmlns:a="http://schemas.openxmlformats.org/drawingml/2006/main" noGrp="1"/>
          </p:cNvSpPr>
          <p:nvPr/>
        </p:nvSpPr>
        <p:spPr>
          <a:xfrm xmlns:a="http://schemas.openxmlformats.org/drawingml/2006/main">
            <a:off x="8681683"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0" name="Editable chart path">
            <a:extLst xmlns:a="http://schemas.openxmlformats.org/drawingml/2006/main">
              <a:ext uri="{FF2B5EF4-FFF2-40B4-BE49-F238E27FC236}">
                <a16:creationId xmlns:a16="http://schemas.microsoft.com/office/drawing/2014/main" id="{18970D95-AF58-46E6-84A3-87605426787E}"/>
              </a:ext>
            </a:extLst>
          </p:cNvPr>
          <p:cNvSpPr>
            <a:spLocks xmlns:a="http://schemas.openxmlformats.org/drawingml/2006/main" noGrp="1"/>
          </p:cNvSpPr>
          <p:nvPr/>
        </p:nvSpPr>
        <p:spPr>
          <a:xfrm xmlns:a="http://schemas.openxmlformats.org/drawingml/2006/main">
            <a:off x="8730294"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1" name="Editable chart path">
            <a:extLst xmlns:a="http://schemas.openxmlformats.org/drawingml/2006/main">
              <a:ext uri="{FF2B5EF4-FFF2-40B4-BE49-F238E27FC236}">
                <a16:creationId xmlns:a16="http://schemas.microsoft.com/office/drawing/2014/main" id="{A586D5AC-F8F5-49BD-8F9B-4FA9BD181E3D}"/>
              </a:ext>
            </a:extLst>
          </p:cNvPr>
          <p:cNvSpPr>
            <a:spLocks xmlns:a="http://schemas.openxmlformats.org/drawingml/2006/main" noGrp="1"/>
          </p:cNvSpPr>
          <p:nvPr/>
        </p:nvSpPr>
        <p:spPr>
          <a:xfrm xmlns:a="http://schemas.openxmlformats.org/drawingml/2006/main">
            <a:off x="644557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2" name="Editable chart path">
            <a:extLst xmlns:a="http://schemas.openxmlformats.org/drawingml/2006/main">
              <a:ext uri="{FF2B5EF4-FFF2-40B4-BE49-F238E27FC236}">
                <a16:creationId xmlns:a16="http://schemas.microsoft.com/office/drawing/2014/main" id="{5A21FCF8-44A6-44AB-9295-FB9A411D8DFC}"/>
              </a:ext>
            </a:extLst>
          </p:cNvPr>
          <p:cNvSpPr>
            <a:spLocks xmlns:a="http://schemas.openxmlformats.org/drawingml/2006/main" noGrp="1"/>
          </p:cNvSpPr>
          <p:nvPr/>
        </p:nvSpPr>
        <p:spPr>
          <a:xfrm xmlns:a="http://schemas.openxmlformats.org/drawingml/2006/main">
            <a:off x="649418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3" name="Editable chart path">
            <a:extLst xmlns:a="http://schemas.openxmlformats.org/drawingml/2006/main">
              <a:ext uri="{FF2B5EF4-FFF2-40B4-BE49-F238E27FC236}">
                <a16:creationId xmlns:a16="http://schemas.microsoft.com/office/drawing/2014/main" id="{A696FA18-5D9C-40DE-B8AC-DB06B5AA064C}"/>
              </a:ext>
            </a:extLst>
          </p:cNvPr>
          <p:cNvSpPr>
            <a:spLocks xmlns:a="http://schemas.openxmlformats.org/drawingml/2006/main" noGrp="1"/>
          </p:cNvSpPr>
          <p:nvPr/>
        </p:nvSpPr>
        <p:spPr>
          <a:xfrm xmlns:a="http://schemas.openxmlformats.org/drawingml/2006/main">
            <a:off x="654280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4" name="Editable chart path">
            <a:extLst xmlns:a="http://schemas.openxmlformats.org/drawingml/2006/main">
              <a:ext uri="{FF2B5EF4-FFF2-40B4-BE49-F238E27FC236}">
                <a16:creationId xmlns:a16="http://schemas.microsoft.com/office/drawing/2014/main" id="{C8D9B8AD-AAE7-4ECF-9E36-CBD456792BA6}"/>
              </a:ext>
            </a:extLst>
          </p:cNvPr>
          <p:cNvSpPr>
            <a:spLocks xmlns:a="http://schemas.openxmlformats.org/drawingml/2006/main" noGrp="1"/>
          </p:cNvSpPr>
          <p:nvPr/>
        </p:nvSpPr>
        <p:spPr>
          <a:xfrm xmlns:a="http://schemas.openxmlformats.org/drawingml/2006/main">
            <a:off x="659141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5" name="Editable chart path">
            <a:extLst xmlns:a="http://schemas.openxmlformats.org/drawingml/2006/main">
              <a:ext uri="{FF2B5EF4-FFF2-40B4-BE49-F238E27FC236}">
                <a16:creationId xmlns:a16="http://schemas.microsoft.com/office/drawing/2014/main" id="{621902A4-D8D2-4563-B22F-4F6AD8CAC657}"/>
              </a:ext>
            </a:extLst>
          </p:cNvPr>
          <p:cNvSpPr>
            <a:spLocks xmlns:a="http://schemas.openxmlformats.org/drawingml/2006/main" noGrp="1"/>
          </p:cNvSpPr>
          <p:nvPr/>
        </p:nvSpPr>
        <p:spPr>
          <a:xfrm xmlns:a="http://schemas.openxmlformats.org/drawingml/2006/main">
            <a:off x="664002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6" name="Editable chart path">
            <a:extLst xmlns:a="http://schemas.openxmlformats.org/drawingml/2006/main">
              <a:ext uri="{FF2B5EF4-FFF2-40B4-BE49-F238E27FC236}">
                <a16:creationId xmlns:a16="http://schemas.microsoft.com/office/drawing/2014/main" id="{4A6F3878-6D20-48D3-A7F6-EAD34DAD1486}"/>
              </a:ext>
            </a:extLst>
          </p:cNvPr>
          <p:cNvSpPr>
            <a:spLocks xmlns:a="http://schemas.openxmlformats.org/drawingml/2006/main" noGrp="1"/>
          </p:cNvSpPr>
          <p:nvPr/>
        </p:nvSpPr>
        <p:spPr>
          <a:xfrm xmlns:a="http://schemas.openxmlformats.org/drawingml/2006/main">
            <a:off x="668863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7" name="Editable chart path">
            <a:extLst xmlns:a="http://schemas.openxmlformats.org/drawingml/2006/main">
              <a:ext uri="{FF2B5EF4-FFF2-40B4-BE49-F238E27FC236}">
                <a16:creationId xmlns:a16="http://schemas.microsoft.com/office/drawing/2014/main" id="{1AE13858-F273-4551-ACDE-0280E4B6946D}"/>
              </a:ext>
            </a:extLst>
          </p:cNvPr>
          <p:cNvSpPr>
            <a:spLocks xmlns:a="http://schemas.openxmlformats.org/drawingml/2006/main" noGrp="1"/>
          </p:cNvSpPr>
          <p:nvPr/>
        </p:nvSpPr>
        <p:spPr>
          <a:xfrm xmlns:a="http://schemas.openxmlformats.org/drawingml/2006/main">
            <a:off x="673724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8" name="Editable chart path">
            <a:extLst xmlns:a="http://schemas.openxmlformats.org/drawingml/2006/main">
              <a:ext uri="{FF2B5EF4-FFF2-40B4-BE49-F238E27FC236}">
                <a16:creationId xmlns:a16="http://schemas.microsoft.com/office/drawing/2014/main" id="{1F6DE93C-3146-4C7A-ADFA-961CD632F126}"/>
              </a:ext>
            </a:extLst>
          </p:cNvPr>
          <p:cNvSpPr>
            <a:spLocks xmlns:a="http://schemas.openxmlformats.org/drawingml/2006/main" noGrp="1"/>
          </p:cNvSpPr>
          <p:nvPr/>
        </p:nvSpPr>
        <p:spPr>
          <a:xfrm xmlns:a="http://schemas.openxmlformats.org/drawingml/2006/main">
            <a:off x="6785855"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9" name="Editable chart path">
            <a:extLst xmlns:a="http://schemas.openxmlformats.org/drawingml/2006/main">
              <a:ext uri="{FF2B5EF4-FFF2-40B4-BE49-F238E27FC236}">
                <a16:creationId xmlns:a16="http://schemas.microsoft.com/office/drawing/2014/main" id="{CE31380C-9B0E-4149-B897-7A5DE931EFE7}"/>
              </a:ext>
            </a:extLst>
          </p:cNvPr>
          <p:cNvSpPr>
            <a:spLocks xmlns:a="http://schemas.openxmlformats.org/drawingml/2006/main" noGrp="1"/>
          </p:cNvSpPr>
          <p:nvPr/>
        </p:nvSpPr>
        <p:spPr>
          <a:xfrm xmlns:a="http://schemas.openxmlformats.org/drawingml/2006/main">
            <a:off x="6834466"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0" name="Editable chart path">
            <a:extLst xmlns:a="http://schemas.openxmlformats.org/drawingml/2006/main">
              <a:ext uri="{FF2B5EF4-FFF2-40B4-BE49-F238E27FC236}">
                <a16:creationId xmlns:a16="http://schemas.microsoft.com/office/drawing/2014/main" id="{41ECD53D-BB0A-46AE-ABB5-A66F78B9A952}"/>
              </a:ext>
            </a:extLst>
          </p:cNvPr>
          <p:cNvSpPr>
            <a:spLocks xmlns:a="http://schemas.openxmlformats.org/drawingml/2006/main" noGrp="1"/>
          </p:cNvSpPr>
          <p:nvPr/>
        </p:nvSpPr>
        <p:spPr>
          <a:xfrm xmlns:a="http://schemas.openxmlformats.org/drawingml/2006/main">
            <a:off x="6883077"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1" name="Editable chart path">
            <a:extLst xmlns:a="http://schemas.openxmlformats.org/drawingml/2006/main">
              <a:ext uri="{FF2B5EF4-FFF2-40B4-BE49-F238E27FC236}">
                <a16:creationId xmlns:a16="http://schemas.microsoft.com/office/drawing/2014/main" id="{1E43ADBB-3074-470E-9DA6-3578CA8F7558}"/>
              </a:ext>
            </a:extLst>
          </p:cNvPr>
          <p:cNvSpPr>
            <a:spLocks xmlns:a="http://schemas.openxmlformats.org/drawingml/2006/main" noGrp="1"/>
          </p:cNvSpPr>
          <p:nvPr/>
        </p:nvSpPr>
        <p:spPr>
          <a:xfrm xmlns:a="http://schemas.openxmlformats.org/drawingml/2006/main">
            <a:off x="693168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2" name="Editable chart path">
            <a:extLst xmlns:a="http://schemas.openxmlformats.org/drawingml/2006/main">
              <a:ext uri="{FF2B5EF4-FFF2-40B4-BE49-F238E27FC236}">
                <a16:creationId xmlns:a16="http://schemas.microsoft.com/office/drawing/2014/main" id="{95AAD613-4E90-472D-96B4-8459AC033838}"/>
              </a:ext>
            </a:extLst>
          </p:cNvPr>
          <p:cNvSpPr>
            <a:spLocks xmlns:a="http://schemas.openxmlformats.org/drawingml/2006/main" noGrp="1"/>
          </p:cNvSpPr>
          <p:nvPr/>
        </p:nvSpPr>
        <p:spPr>
          <a:xfrm xmlns:a="http://schemas.openxmlformats.org/drawingml/2006/main">
            <a:off x="698029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3" name="Editable chart path">
            <a:extLst xmlns:a="http://schemas.openxmlformats.org/drawingml/2006/main">
              <a:ext uri="{FF2B5EF4-FFF2-40B4-BE49-F238E27FC236}">
                <a16:creationId xmlns:a16="http://schemas.microsoft.com/office/drawing/2014/main" id="{BDE18846-A8AE-4964-9A20-6A52F29B70CA}"/>
              </a:ext>
            </a:extLst>
          </p:cNvPr>
          <p:cNvSpPr>
            <a:spLocks xmlns:a="http://schemas.openxmlformats.org/drawingml/2006/main" noGrp="1"/>
          </p:cNvSpPr>
          <p:nvPr/>
        </p:nvSpPr>
        <p:spPr>
          <a:xfrm xmlns:a="http://schemas.openxmlformats.org/drawingml/2006/main">
            <a:off x="702891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4" name="Editable chart path">
            <a:extLst xmlns:a="http://schemas.openxmlformats.org/drawingml/2006/main">
              <a:ext uri="{FF2B5EF4-FFF2-40B4-BE49-F238E27FC236}">
                <a16:creationId xmlns:a16="http://schemas.microsoft.com/office/drawing/2014/main" id="{487E2068-BE7E-43AF-BE9F-618BC7EE63EE}"/>
              </a:ext>
            </a:extLst>
          </p:cNvPr>
          <p:cNvSpPr>
            <a:spLocks xmlns:a="http://schemas.openxmlformats.org/drawingml/2006/main" noGrp="1"/>
          </p:cNvSpPr>
          <p:nvPr/>
        </p:nvSpPr>
        <p:spPr>
          <a:xfrm xmlns:a="http://schemas.openxmlformats.org/drawingml/2006/main">
            <a:off x="707752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5" name="Editable chart path">
            <a:extLst xmlns:a="http://schemas.openxmlformats.org/drawingml/2006/main">
              <a:ext uri="{FF2B5EF4-FFF2-40B4-BE49-F238E27FC236}">
                <a16:creationId xmlns:a16="http://schemas.microsoft.com/office/drawing/2014/main" id="{C2ED2551-2E67-4680-AB7B-DB8A00FD2DD8}"/>
              </a:ext>
            </a:extLst>
          </p:cNvPr>
          <p:cNvSpPr>
            <a:spLocks xmlns:a="http://schemas.openxmlformats.org/drawingml/2006/main" noGrp="1"/>
          </p:cNvSpPr>
          <p:nvPr/>
        </p:nvSpPr>
        <p:spPr>
          <a:xfrm xmlns:a="http://schemas.openxmlformats.org/drawingml/2006/main">
            <a:off x="712613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6" name="Editable chart path">
            <a:extLst xmlns:a="http://schemas.openxmlformats.org/drawingml/2006/main">
              <a:ext uri="{FF2B5EF4-FFF2-40B4-BE49-F238E27FC236}">
                <a16:creationId xmlns:a16="http://schemas.microsoft.com/office/drawing/2014/main" id="{A2F5C6D7-2B6E-45D0-B81B-501DEAF5DF99}"/>
              </a:ext>
            </a:extLst>
          </p:cNvPr>
          <p:cNvSpPr>
            <a:spLocks xmlns:a="http://schemas.openxmlformats.org/drawingml/2006/main" noGrp="1"/>
          </p:cNvSpPr>
          <p:nvPr/>
        </p:nvSpPr>
        <p:spPr>
          <a:xfrm xmlns:a="http://schemas.openxmlformats.org/drawingml/2006/main">
            <a:off x="717474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7" name="Editable chart path">
            <a:extLst xmlns:a="http://schemas.openxmlformats.org/drawingml/2006/main">
              <a:ext uri="{FF2B5EF4-FFF2-40B4-BE49-F238E27FC236}">
                <a16:creationId xmlns:a16="http://schemas.microsoft.com/office/drawing/2014/main" id="{AB9AAD5E-74F1-4AC4-9E12-ACCE33B47FB4}"/>
              </a:ext>
            </a:extLst>
          </p:cNvPr>
          <p:cNvSpPr>
            <a:spLocks xmlns:a="http://schemas.openxmlformats.org/drawingml/2006/main" noGrp="1"/>
          </p:cNvSpPr>
          <p:nvPr/>
        </p:nvSpPr>
        <p:spPr>
          <a:xfrm xmlns:a="http://schemas.openxmlformats.org/drawingml/2006/main">
            <a:off x="722335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8" name="Editable chart path">
            <a:extLst xmlns:a="http://schemas.openxmlformats.org/drawingml/2006/main">
              <a:ext uri="{FF2B5EF4-FFF2-40B4-BE49-F238E27FC236}">
                <a16:creationId xmlns:a16="http://schemas.microsoft.com/office/drawing/2014/main" id="{9B863AA2-CCC5-447E-9D31-DE11AD16DB8B}"/>
              </a:ext>
            </a:extLst>
          </p:cNvPr>
          <p:cNvSpPr>
            <a:spLocks xmlns:a="http://schemas.openxmlformats.org/drawingml/2006/main" noGrp="1"/>
          </p:cNvSpPr>
          <p:nvPr/>
        </p:nvSpPr>
        <p:spPr>
          <a:xfrm xmlns:a="http://schemas.openxmlformats.org/drawingml/2006/main">
            <a:off x="7271965"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9" name="Editable chart path">
            <a:extLst xmlns:a="http://schemas.openxmlformats.org/drawingml/2006/main">
              <a:ext uri="{FF2B5EF4-FFF2-40B4-BE49-F238E27FC236}">
                <a16:creationId xmlns:a16="http://schemas.microsoft.com/office/drawing/2014/main" id="{EC3A7C31-4E1D-48E6-8079-F7E823307C4D}"/>
              </a:ext>
            </a:extLst>
          </p:cNvPr>
          <p:cNvSpPr>
            <a:spLocks xmlns:a="http://schemas.openxmlformats.org/drawingml/2006/main" noGrp="1"/>
          </p:cNvSpPr>
          <p:nvPr/>
        </p:nvSpPr>
        <p:spPr>
          <a:xfrm xmlns:a="http://schemas.openxmlformats.org/drawingml/2006/main">
            <a:off x="7320576"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0" name="Editable chart path">
            <a:extLst xmlns:a="http://schemas.openxmlformats.org/drawingml/2006/main">
              <a:ext uri="{FF2B5EF4-FFF2-40B4-BE49-F238E27FC236}">
                <a16:creationId xmlns:a16="http://schemas.microsoft.com/office/drawing/2014/main" id="{298B0C65-845F-4242-B080-C996B0527D2B}"/>
              </a:ext>
            </a:extLst>
          </p:cNvPr>
          <p:cNvSpPr>
            <a:spLocks xmlns:a="http://schemas.openxmlformats.org/drawingml/2006/main" noGrp="1"/>
          </p:cNvSpPr>
          <p:nvPr/>
        </p:nvSpPr>
        <p:spPr>
          <a:xfrm xmlns:a="http://schemas.openxmlformats.org/drawingml/2006/main">
            <a:off x="7369187"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1" name="Editable chart path">
            <a:extLst xmlns:a="http://schemas.openxmlformats.org/drawingml/2006/main">
              <a:ext uri="{FF2B5EF4-FFF2-40B4-BE49-F238E27FC236}">
                <a16:creationId xmlns:a16="http://schemas.microsoft.com/office/drawing/2014/main" id="{FD4F4C8F-1063-4CBB-83BE-75EACF7BD339}"/>
              </a:ext>
            </a:extLst>
          </p:cNvPr>
          <p:cNvSpPr>
            <a:spLocks xmlns:a="http://schemas.openxmlformats.org/drawingml/2006/main" noGrp="1"/>
          </p:cNvSpPr>
          <p:nvPr/>
        </p:nvSpPr>
        <p:spPr>
          <a:xfrm xmlns:a="http://schemas.openxmlformats.org/drawingml/2006/main">
            <a:off x="741779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2" name="Editable chart path">
            <a:extLst xmlns:a="http://schemas.openxmlformats.org/drawingml/2006/main">
              <a:ext uri="{FF2B5EF4-FFF2-40B4-BE49-F238E27FC236}">
                <a16:creationId xmlns:a16="http://schemas.microsoft.com/office/drawing/2014/main" id="{CF686062-6343-40D7-AF2A-04464A329DCD}"/>
              </a:ext>
            </a:extLst>
          </p:cNvPr>
          <p:cNvSpPr>
            <a:spLocks xmlns:a="http://schemas.openxmlformats.org/drawingml/2006/main" noGrp="1"/>
          </p:cNvSpPr>
          <p:nvPr/>
        </p:nvSpPr>
        <p:spPr>
          <a:xfrm xmlns:a="http://schemas.openxmlformats.org/drawingml/2006/main">
            <a:off x="746640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3" name="Editable chart path">
            <a:extLst xmlns:a="http://schemas.openxmlformats.org/drawingml/2006/main">
              <a:ext uri="{FF2B5EF4-FFF2-40B4-BE49-F238E27FC236}">
                <a16:creationId xmlns:a16="http://schemas.microsoft.com/office/drawing/2014/main" id="{B29D4EB6-E2DB-44FD-95E9-6E60C5E1BCFC}"/>
              </a:ext>
            </a:extLst>
          </p:cNvPr>
          <p:cNvSpPr>
            <a:spLocks xmlns:a="http://schemas.openxmlformats.org/drawingml/2006/main" noGrp="1"/>
          </p:cNvSpPr>
          <p:nvPr/>
        </p:nvSpPr>
        <p:spPr>
          <a:xfrm xmlns:a="http://schemas.openxmlformats.org/drawingml/2006/main">
            <a:off x="751501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4" name="Editable chart path">
            <a:extLst xmlns:a="http://schemas.openxmlformats.org/drawingml/2006/main">
              <a:ext uri="{FF2B5EF4-FFF2-40B4-BE49-F238E27FC236}">
                <a16:creationId xmlns:a16="http://schemas.microsoft.com/office/drawing/2014/main" id="{58D888F1-2FEA-49F6-82FB-577DDEAC81AF}"/>
              </a:ext>
            </a:extLst>
          </p:cNvPr>
          <p:cNvSpPr>
            <a:spLocks xmlns:a="http://schemas.openxmlformats.org/drawingml/2006/main" noGrp="1"/>
          </p:cNvSpPr>
          <p:nvPr/>
        </p:nvSpPr>
        <p:spPr>
          <a:xfrm xmlns:a="http://schemas.openxmlformats.org/drawingml/2006/main">
            <a:off x="756363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5" name="Editable chart path">
            <a:extLst xmlns:a="http://schemas.openxmlformats.org/drawingml/2006/main">
              <a:ext uri="{FF2B5EF4-FFF2-40B4-BE49-F238E27FC236}">
                <a16:creationId xmlns:a16="http://schemas.microsoft.com/office/drawing/2014/main" id="{DE74619E-56F4-4517-99D2-D0A23984383C}"/>
              </a:ext>
            </a:extLst>
          </p:cNvPr>
          <p:cNvSpPr>
            <a:spLocks xmlns:a="http://schemas.openxmlformats.org/drawingml/2006/main" noGrp="1"/>
          </p:cNvSpPr>
          <p:nvPr/>
        </p:nvSpPr>
        <p:spPr>
          <a:xfrm xmlns:a="http://schemas.openxmlformats.org/drawingml/2006/main">
            <a:off x="761224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6" name="Editable chart path">
            <a:extLst xmlns:a="http://schemas.openxmlformats.org/drawingml/2006/main">
              <a:ext uri="{FF2B5EF4-FFF2-40B4-BE49-F238E27FC236}">
                <a16:creationId xmlns:a16="http://schemas.microsoft.com/office/drawing/2014/main" id="{D47EEC98-4E48-43DC-9C8A-613CD53069F8}"/>
              </a:ext>
            </a:extLst>
          </p:cNvPr>
          <p:cNvSpPr>
            <a:spLocks xmlns:a="http://schemas.openxmlformats.org/drawingml/2006/main" noGrp="1"/>
          </p:cNvSpPr>
          <p:nvPr/>
        </p:nvSpPr>
        <p:spPr>
          <a:xfrm xmlns:a="http://schemas.openxmlformats.org/drawingml/2006/main">
            <a:off x="766085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7" name="Editable chart path">
            <a:extLst xmlns:a="http://schemas.openxmlformats.org/drawingml/2006/main">
              <a:ext uri="{FF2B5EF4-FFF2-40B4-BE49-F238E27FC236}">
                <a16:creationId xmlns:a16="http://schemas.microsoft.com/office/drawing/2014/main" id="{C6A6EAA3-018D-4AC6-90D6-B90F3A17C366}"/>
              </a:ext>
            </a:extLst>
          </p:cNvPr>
          <p:cNvSpPr>
            <a:spLocks xmlns:a="http://schemas.openxmlformats.org/drawingml/2006/main" noGrp="1"/>
          </p:cNvSpPr>
          <p:nvPr/>
        </p:nvSpPr>
        <p:spPr>
          <a:xfrm xmlns:a="http://schemas.openxmlformats.org/drawingml/2006/main">
            <a:off x="770946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8" name="Editable chart path">
            <a:extLst xmlns:a="http://schemas.openxmlformats.org/drawingml/2006/main">
              <a:ext uri="{FF2B5EF4-FFF2-40B4-BE49-F238E27FC236}">
                <a16:creationId xmlns:a16="http://schemas.microsoft.com/office/drawing/2014/main" id="{EEDC92B6-C773-483B-9A75-1776EA33EAD7}"/>
              </a:ext>
            </a:extLst>
          </p:cNvPr>
          <p:cNvSpPr>
            <a:spLocks xmlns:a="http://schemas.openxmlformats.org/drawingml/2006/main" noGrp="1"/>
          </p:cNvSpPr>
          <p:nvPr/>
        </p:nvSpPr>
        <p:spPr>
          <a:xfrm xmlns:a="http://schemas.openxmlformats.org/drawingml/2006/main">
            <a:off x="775807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9" name="Editable chart path">
            <a:extLst xmlns:a="http://schemas.openxmlformats.org/drawingml/2006/main">
              <a:ext uri="{FF2B5EF4-FFF2-40B4-BE49-F238E27FC236}">
                <a16:creationId xmlns:a16="http://schemas.microsoft.com/office/drawing/2014/main" id="{F1BB147E-1989-4038-8767-CD1571637F8D}"/>
              </a:ext>
            </a:extLst>
          </p:cNvPr>
          <p:cNvSpPr>
            <a:spLocks xmlns:a="http://schemas.openxmlformats.org/drawingml/2006/main" noGrp="1"/>
          </p:cNvSpPr>
          <p:nvPr/>
        </p:nvSpPr>
        <p:spPr>
          <a:xfrm xmlns:a="http://schemas.openxmlformats.org/drawingml/2006/main">
            <a:off x="7806685"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0" name="Editable chart path">
            <a:extLst xmlns:a="http://schemas.openxmlformats.org/drawingml/2006/main">
              <a:ext uri="{FF2B5EF4-FFF2-40B4-BE49-F238E27FC236}">
                <a16:creationId xmlns:a16="http://schemas.microsoft.com/office/drawing/2014/main" id="{F32619F6-5921-41DE-87B6-456910EDE41A}"/>
              </a:ext>
            </a:extLst>
          </p:cNvPr>
          <p:cNvSpPr>
            <a:spLocks xmlns:a="http://schemas.openxmlformats.org/drawingml/2006/main" noGrp="1"/>
          </p:cNvSpPr>
          <p:nvPr/>
        </p:nvSpPr>
        <p:spPr>
          <a:xfrm xmlns:a="http://schemas.openxmlformats.org/drawingml/2006/main">
            <a:off x="7855296"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1" name="Editable chart path">
            <a:extLst xmlns:a="http://schemas.openxmlformats.org/drawingml/2006/main">
              <a:ext uri="{FF2B5EF4-FFF2-40B4-BE49-F238E27FC236}">
                <a16:creationId xmlns:a16="http://schemas.microsoft.com/office/drawing/2014/main" id="{229D4FF7-40CC-4A23-AB62-F435C6C07600}"/>
              </a:ext>
            </a:extLst>
          </p:cNvPr>
          <p:cNvSpPr>
            <a:spLocks xmlns:a="http://schemas.openxmlformats.org/drawingml/2006/main" noGrp="1"/>
          </p:cNvSpPr>
          <p:nvPr/>
        </p:nvSpPr>
        <p:spPr>
          <a:xfrm xmlns:a="http://schemas.openxmlformats.org/drawingml/2006/main">
            <a:off x="7903907"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2" name="Editable chart path">
            <a:extLst xmlns:a="http://schemas.openxmlformats.org/drawingml/2006/main">
              <a:ext uri="{FF2B5EF4-FFF2-40B4-BE49-F238E27FC236}">
                <a16:creationId xmlns:a16="http://schemas.microsoft.com/office/drawing/2014/main" id="{7FEFDEB6-FB34-4A6C-B994-F10442B930DF}"/>
              </a:ext>
            </a:extLst>
          </p:cNvPr>
          <p:cNvSpPr>
            <a:spLocks xmlns:a="http://schemas.openxmlformats.org/drawingml/2006/main" noGrp="1"/>
          </p:cNvSpPr>
          <p:nvPr/>
        </p:nvSpPr>
        <p:spPr>
          <a:xfrm xmlns:a="http://schemas.openxmlformats.org/drawingml/2006/main">
            <a:off x="795251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3" name="Editable chart path">
            <a:extLst xmlns:a="http://schemas.openxmlformats.org/drawingml/2006/main">
              <a:ext uri="{FF2B5EF4-FFF2-40B4-BE49-F238E27FC236}">
                <a16:creationId xmlns:a16="http://schemas.microsoft.com/office/drawing/2014/main" id="{095F3FE8-A166-4FF0-97AE-F9060FE1F39F}"/>
              </a:ext>
            </a:extLst>
          </p:cNvPr>
          <p:cNvSpPr>
            <a:spLocks xmlns:a="http://schemas.openxmlformats.org/drawingml/2006/main" noGrp="1"/>
          </p:cNvSpPr>
          <p:nvPr/>
        </p:nvSpPr>
        <p:spPr>
          <a:xfrm xmlns:a="http://schemas.openxmlformats.org/drawingml/2006/main">
            <a:off x="8001129"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4" name="Editable chart path">
            <a:extLst xmlns:a="http://schemas.openxmlformats.org/drawingml/2006/main">
              <a:ext uri="{FF2B5EF4-FFF2-40B4-BE49-F238E27FC236}">
                <a16:creationId xmlns:a16="http://schemas.microsoft.com/office/drawing/2014/main" id="{52122381-C0FE-48E4-A801-B7E45EE3450C}"/>
              </a:ext>
            </a:extLst>
          </p:cNvPr>
          <p:cNvSpPr>
            <a:spLocks xmlns:a="http://schemas.openxmlformats.org/drawingml/2006/main" noGrp="1"/>
          </p:cNvSpPr>
          <p:nvPr/>
        </p:nvSpPr>
        <p:spPr>
          <a:xfrm xmlns:a="http://schemas.openxmlformats.org/drawingml/2006/main">
            <a:off x="8049740"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5" name="Editable chart path">
            <a:extLst xmlns:a="http://schemas.openxmlformats.org/drawingml/2006/main">
              <a:ext uri="{FF2B5EF4-FFF2-40B4-BE49-F238E27FC236}">
                <a16:creationId xmlns:a16="http://schemas.microsoft.com/office/drawing/2014/main" id="{2E713330-892B-4BEB-B6EE-074DDCB28A47}"/>
              </a:ext>
            </a:extLst>
          </p:cNvPr>
          <p:cNvSpPr>
            <a:spLocks xmlns:a="http://schemas.openxmlformats.org/drawingml/2006/main" noGrp="1"/>
          </p:cNvSpPr>
          <p:nvPr/>
        </p:nvSpPr>
        <p:spPr>
          <a:xfrm xmlns:a="http://schemas.openxmlformats.org/drawingml/2006/main">
            <a:off x="809835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6" name="Editable chart path">
            <a:extLst xmlns:a="http://schemas.openxmlformats.org/drawingml/2006/main">
              <a:ext uri="{FF2B5EF4-FFF2-40B4-BE49-F238E27FC236}">
                <a16:creationId xmlns:a16="http://schemas.microsoft.com/office/drawing/2014/main" id="{23588571-DCAC-4EDD-9500-CC796937FB58}"/>
              </a:ext>
            </a:extLst>
          </p:cNvPr>
          <p:cNvSpPr>
            <a:spLocks xmlns:a="http://schemas.openxmlformats.org/drawingml/2006/main" noGrp="1"/>
          </p:cNvSpPr>
          <p:nvPr/>
        </p:nvSpPr>
        <p:spPr>
          <a:xfrm xmlns:a="http://schemas.openxmlformats.org/drawingml/2006/main">
            <a:off x="814696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7" name="Editable chart path">
            <a:extLst xmlns:a="http://schemas.openxmlformats.org/drawingml/2006/main">
              <a:ext uri="{FF2B5EF4-FFF2-40B4-BE49-F238E27FC236}">
                <a16:creationId xmlns:a16="http://schemas.microsoft.com/office/drawing/2014/main" id="{991E3BB5-A170-436E-A87A-900D263881AE}"/>
              </a:ext>
            </a:extLst>
          </p:cNvPr>
          <p:cNvSpPr>
            <a:spLocks xmlns:a="http://schemas.openxmlformats.org/drawingml/2006/main" noGrp="1"/>
          </p:cNvSpPr>
          <p:nvPr/>
        </p:nvSpPr>
        <p:spPr>
          <a:xfrm xmlns:a="http://schemas.openxmlformats.org/drawingml/2006/main">
            <a:off x="819557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8" name="Editable chart path">
            <a:extLst xmlns:a="http://schemas.openxmlformats.org/drawingml/2006/main">
              <a:ext uri="{FF2B5EF4-FFF2-40B4-BE49-F238E27FC236}">
                <a16:creationId xmlns:a16="http://schemas.microsoft.com/office/drawing/2014/main" id="{C0E40F16-195C-49FF-AE36-736AF112C1EF}"/>
              </a:ext>
            </a:extLst>
          </p:cNvPr>
          <p:cNvSpPr>
            <a:spLocks xmlns:a="http://schemas.openxmlformats.org/drawingml/2006/main" noGrp="1"/>
          </p:cNvSpPr>
          <p:nvPr/>
        </p:nvSpPr>
        <p:spPr>
          <a:xfrm xmlns:a="http://schemas.openxmlformats.org/drawingml/2006/main">
            <a:off x="8244184"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9" name="Editable chart path">
            <a:extLst xmlns:a="http://schemas.openxmlformats.org/drawingml/2006/main">
              <a:ext uri="{FF2B5EF4-FFF2-40B4-BE49-F238E27FC236}">
                <a16:creationId xmlns:a16="http://schemas.microsoft.com/office/drawing/2014/main" id="{767613B8-16AC-4395-9C40-0C1AC8752662}"/>
              </a:ext>
            </a:extLst>
          </p:cNvPr>
          <p:cNvSpPr>
            <a:spLocks xmlns:a="http://schemas.openxmlformats.org/drawingml/2006/main" noGrp="1"/>
          </p:cNvSpPr>
          <p:nvPr/>
        </p:nvSpPr>
        <p:spPr>
          <a:xfrm xmlns:a="http://schemas.openxmlformats.org/drawingml/2006/main">
            <a:off x="8292795"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0" name="Editable chart path">
            <a:extLst xmlns:a="http://schemas.openxmlformats.org/drawingml/2006/main">
              <a:ext uri="{FF2B5EF4-FFF2-40B4-BE49-F238E27FC236}">
                <a16:creationId xmlns:a16="http://schemas.microsoft.com/office/drawing/2014/main" id="{573B20C8-96E5-4727-B690-B47760C1E295}"/>
              </a:ext>
            </a:extLst>
          </p:cNvPr>
          <p:cNvSpPr>
            <a:spLocks xmlns:a="http://schemas.openxmlformats.org/drawingml/2006/main" noGrp="1"/>
          </p:cNvSpPr>
          <p:nvPr/>
        </p:nvSpPr>
        <p:spPr>
          <a:xfrm xmlns:a="http://schemas.openxmlformats.org/drawingml/2006/main">
            <a:off x="8341406"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1" name="Editable chart path">
            <a:extLst xmlns:a="http://schemas.openxmlformats.org/drawingml/2006/main">
              <a:ext uri="{FF2B5EF4-FFF2-40B4-BE49-F238E27FC236}">
                <a16:creationId xmlns:a16="http://schemas.microsoft.com/office/drawing/2014/main" id="{C4832EAB-2A2B-4AF0-812D-12977FF1E34C}"/>
              </a:ext>
            </a:extLst>
          </p:cNvPr>
          <p:cNvSpPr>
            <a:spLocks xmlns:a="http://schemas.openxmlformats.org/drawingml/2006/main" noGrp="1"/>
          </p:cNvSpPr>
          <p:nvPr/>
        </p:nvSpPr>
        <p:spPr>
          <a:xfrm xmlns:a="http://schemas.openxmlformats.org/drawingml/2006/main">
            <a:off x="8390017"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2" name="Editable chart path">
            <a:extLst xmlns:a="http://schemas.openxmlformats.org/drawingml/2006/main">
              <a:ext uri="{FF2B5EF4-FFF2-40B4-BE49-F238E27FC236}">
                <a16:creationId xmlns:a16="http://schemas.microsoft.com/office/drawing/2014/main" id="{523B54B9-7374-4F48-AC0C-DBB21DC17C8A}"/>
              </a:ext>
            </a:extLst>
          </p:cNvPr>
          <p:cNvSpPr>
            <a:spLocks xmlns:a="http://schemas.openxmlformats.org/drawingml/2006/main" noGrp="1"/>
          </p:cNvSpPr>
          <p:nvPr/>
        </p:nvSpPr>
        <p:spPr>
          <a:xfrm xmlns:a="http://schemas.openxmlformats.org/drawingml/2006/main">
            <a:off x="8438628"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3" name="Editable chart path">
            <a:extLst xmlns:a="http://schemas.openxmlformats.org/drawingml/2006/main">
              <a:ext uri="{FF2B5EF4-FFF2-40B4-BE49-F238E27FC236}">
                <a16:creationId xmlns:a16="http://schemas.microsoft.com/office/drawing/2014/main" id="{C1B4C340-43A4-4B2A-8E07-0AB11C844FE9}"/>
              </a:ext>
            </a:extLst>
          </p:cNvPr>
          <p:cNvSpPr>
            <a:spLocks xmlns:a="http://schemas.openxmlformats.org/drawingml/2006/main" noGrp="1"/>
          </p:cNvSpPr>
          <p:nvPr/>
        </p:nvSpPr>
        <p:spPr>
          <a:xfrm xmlns:a="http://schemas.openxmlformats.org/drawingml/2006/main">
            <a:off x="8633072"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4" name="Editable chart path">
            <a:extLst xmlns:a="http://schemas.openxmlformats.org/drawingml/2006/main">
              <a:ext uri="{FF2B5EF4-FFF2-40B4-BE49-F238E27FC236}">
                <a16:creationId xmlns:a16="http://schemas.microsoft.com/office/drawing/2014/main" id="{FAA0DCB8-48F2-40DD-AAD8-642A4CC45D39}"/>
              </a:ext>
            </a:extLst>
          </p:cNvPr>
          <p:cNvSpPr>
            <a:spLocks xmlns:a="http://schemas.openxmlformats.org/drawingml/2006/main" noGrp="1"/>
          </p:cNvSpPr>
          <p:nvPr/>
        </p:nvSpPr>
        <p:spPr>
          <a:xfrm xmlns:a="http://schemas.openxmlformats.org/drawingml/2006/main">
            <a:off x="8681683"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5" name="Editable chart path">
            <a:extLst xmlns:a="http://schemas.openxmlformats.org/drawingml/2006/main">
              <a:ext uri="{FF2B5EF4-FFF2-40B4-BE49-F238E27FC236}">
                <a16:creationId xmlns:a16="http://schemas.microsoft.com/office/drawing/2014/main" id="{AB5FF002-396A-424C-A261-25980E4EB51B}"/>
              </a:ext>
            </a:extLst>
          </p:cNvPr>
          <p:cNvSpPr>
            <a:spLocks xmlns:a="http://schemas.openxmlformats.org/drawingml/2006/main" noGrp="1"/>
          </p:cNvSpPr>
          <p:nvPr/>
        </p:nvSpPr>
        <p:spPr>
          <a:xfrm xmlns:a="http://schemas.openxmlformats.org/drawingml/2006/main">
            <a:off x="6445578"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6" name="Editable chart path">
            <a:extLst xmlns:a="http://schemas.openxmlformats.org/drawingml/2006/main">
              <a:ext uri="{FF2B5EF4-FFF2-40B4-BE49-F238E27FC236}">
                <a16:creationId xmlns:a16="http://schemas.microsoft.com/office/drawing/2014/main" id="{9D6D6ED7-BB08-4CB9-ABBB-DDE553AC238E}"/>
              </a:ext>
            </a:extLst>
          </p:cNvPr>
          <p:cNvSpPr>
            <a:spLocks xmlns:a="http://schemas.openxmlformats.org/drawingml/2006/main" noGrp="1"/>
          </p:cNvSpPr>
          <p:nvPr/>
        </p:nvSpPr>
        <p:spPr>
          <a:xfrm xmlns:a="http://schemas.openxmlformats.org/drawingml/2006/main">
            <a:off x="649418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7" name="Editable chart path">
            <a:extLst xmlns:a="http://schemas.openxmlformats.org/drawingml/2006/main">
              <a:ext uri="{FF2B5EF4-FFF2-40B4-BE49-F238E27FC236}">
                <a16:creationId xmlns:a16="http://schemas.microsoft.com/office/drawing/2014/main" id="{F1E3E725-88FF-4F58-AF9B-1F1DF719B33F}"/>
              </a:ext>
            </a:extLst>
          </p:cNvPr>
          <p:cNvSpPr>
            <a:spLocks xmlns:a="http://schemas.openxmlformats.org/drawingml/2006/main" noGrp="1"/>
          </p:cNvSpPr>
          <p:nvPr/>
        </p:nvSpPr>
        <p:spPr>
          <a:xfrm xmlns:a="http://schemas.openxmlformats.org/drawingml/2006/main">
            <a:off x="654280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8" name="Editable chart path">
            <a:extLst xmlns:a="http://schemas.openxmlformats.org/drawingml/2006/main">
              <a:ext uri="{FF2B5EF4-FFF2-40B4-BE49-F238E27FC236}">
                <a16:creationId xmlns:a16="http://schemas.microsoft.com/office/drawing/2014/main" id="{2DBB9929-4741-4E70-A112-7ACBB91AE60B}"/>
              </a:ext>
            </a:extLst>
          </p:cNvPr>
          <p:cNvSpPr>
            <a:spLocks xmlns:a="http://schemas.openxmlformats.org/drawingml/2006/main" noGrp="1"/>
          </p:cNvSpPr>
          <p:nvPr/>
        </p:nvSpPr>
        <p:spPr>
          <a:xfrm xmlns:a="http://schemas.openxmlformats.org/drawingml/2006/main">
            <a:off x="659141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9" name="Editable chart path">
            <a:extLst xmlns:a="http://schemas.openxmlformats.org/drawingml/2006/main">
              <a:ext uri="{FF2B5EF4-FFF2-40B4-BE49-F238E27FC236}">
                <a16:creationId xmlns:a16="http://schemas.microsoft.com/office/drawing/2014/main" id="{C8CD16BA-6C71-4277-8698-5B3A55AF5648}"/>
              </a:ext>
            </a:extLst>
          </p:cNvPr>
          <p:cNvSpPr>
            <a:spLocks xmlns:a="http://schemas.openxmlformats.org/drawingml/2006/main" noGrp="1"/>
          </p:cNvSpPr>
          <p:nvPr/>
        </p:nvSpPr>
        <p:spPr>
          <a:xfrm xmlns:a="http://schemas.openxmlformats.org/drawingml/2006/main">
            <a:off x="664002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0" name="Editable chart path">
            <a:extLst xmlns:a="http://schemas.openxmlformats.org/drawingml/2006/main">
              <a:ext uri="{FF2B5EF4-FFF2-40B4-BE49-F238E27FC236}">
                <a16:creationId xmlns:a16="http://schemas.microsoft.com/office/drawing/2014/main" id="{05D34C12-47E8-47EC-8C50-FFFAD43AD8BF}"/>
              </a:ext>
            </a:extLst>
          </p:cNvPr>
          <p:cNvSpPr>
            <a:spLocks xmlns:a="http://schemas.openxmlformats.org/drawingml/2006/main" noGrp="1"/>
          </p:cNvSpPr>
          <p:nvPr/>
        </p:nvSpPr>
        <p:spPr>
          <a:xfrm xmlns:a="http://schemas.openxmlformats.org/drawingml/2006/main">
            <a:off x="668863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1" name="Editable chart path">
            <a:extLst xmlns:a="http://schemas.openxmlformats.org/drawingml/2006/main">
              <a:ext uri="{FF2B5EF4-FFF2-40B4-BE49-F238E27FC236}">
                <a16:creationId xmlns:a16="http://schemas.microsoft.com/office/drawing/2014/main" id="{A246AB5A-F058-4CCF-9BBC-F9B9E597FD43}"/>
              </a:ext>
            </a:extLst>
          </p:cNvPr>
          <p:cNvSpPr>
            <a:spLocks xmlns:a="http://schemas.openxmlformats.org/drawingml/2006/main" noGrp="1"/>
          </p:cNvSpPr>
          <p:nvPr/>
        </p:nvSpPr>
        <p:spPr>
          <a:xfrm xmlns:a="http://schemas.openxmlformats.org/drawingml/2006/main">
            <a:off x="673724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2" name="Editable chart path">
            <a:extLst xmlns:a="http://schemas.openxmlformats.org/drawingml/2006/main">
              <a:ext uri="{FF2B5EF4-FFF2-40B4-BE49-F238E27FC236}">
                <a16:creationId xmlns:a16="http://schemas.microsoft.com/office/drawing/2014/main" id="{4A7322E1-6D3E-477B-B06B-2C3CFBCE44B9}"/>
              </a:ext>
            </a:extLst>
          </p:cNvPr>
          <p:cNvSpPr>
            <a:spLocks xmlns:a="http://schemas.openxmlformats.org/drawingml/2006/main" noGrp="1"/>
          </p:cNvSpPr>
          <p:nvPr/>
        </p:nvSpPr>
        <p:spPr>
          <a:xfrm xmlns:a="http://schemas.openxmlformats.org/drawingml/2006/main">
            <a:off x="6785855"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3" name="Editable chart path">
            <a:extLst xmlns:a="http://schemas.openxmlformats.org/drawingml/2006/main">
              <a:ext uri="{FF2B5EF4-FFF2-40B4-BE49-F238E27FC236}">
                <a16:creationId xmlns:a16="http://schemas.microsoft.com/office/drawing/2014/main" id="{42204CB9-667B-48F4-A72E-91A6DD9303EC}"/>
              </a:ext>
            </a:extLst>
          </p:cNvPr>
          <p:cNvSpPr>
            <a:spLocks xmlns:a="http://schemas.openxmlformats.org/drawingml/2006/main" noGrp="1"/>
          </p:cNvSpPr>
          <p:nvPr/>
        </p:nvSpPr>
        <p:spPr>
          <a:xfrm xmlns:a="http://schemas.openxmlformats.org/drawingml/2006/main">
            <a:off x="6834466"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4" name="Editable chart path">
            <a:extLst xmlns:a="http://schemas.openxmlformats.org/drawingml/2006/main">
              <a:ext uri="{FF2B5EF4-FFF2-40B4-BE49-F238E27FC236}">
                <a16:creationId xmlns:a16="http://schemas.microsoft.com/office/drawing/2014/main" id="{59F0E60E-74E7-49D3-A8AE-FE0AEC25BEF4}"/>
              </a:ext>
            </a:extLst>
          </p:cNvPr>
          <p:cNvSpPr>
            <a:spLocks xmlns:a="http://schemas.openxmlformats.org/drawingml/2006/main" noGrp="1"/>
          </p:cNvSpPr>
          <p:nvPr/>
        </p:nvSpPr>
        <p:spPr>
          <a:xfrm xmlns:a="http://schemas.openxmlformats.org/drawingml/2006/main">
            <a:off x="6883077"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5" name="Editable chart path">
            <a:extLst xmlns:a="http://schemas.openxmlformats.org/drawingml/2006/main">
              <a:ext uri="{FF2B5EF4-FFF2-40B4-BE49-F238E27FC236}">
                <a16:creationId xmlns:a16="http://schemas.microsoft.com/office/drawing/2014/main" id="{3E96254C-23AA-4437-BE17-A03521C6685C}"/>
              </a:ext>
            </a:extLst>
          </p:cNvPr>
          <p:cNvSpPr>
            <a:spLocks xmlns:a="http://schemas.openxmlformats.org/drawingml/2006/main" noGrp="1"/>
          </p:cNvSpPr>
          <p:nvPr/>
        </p:nvSpPr>
        <p:spPr>
          <a:xfrm xmlns:a="http://schemas.openxmlformats.org/drawingml/2006/main">
            <a:off x="6931688"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6" name="Editable chart path">
            <a:extLst xmlns:a="http://schemas.openxmlformats.org/drawingml/2006/main">
              <a:ext uri="{FF2B5EF4-FFF2-40B4-BE49-F238E27FC236}">
                <a16:creationId xmlns:a16="http://schemas.microsoft.com/office/drawing/2014/main" id="{BC6581E1-3978-4BC4-9014-60B251784E9E}"/>
              </a:ext>
            </a:extLst>
          </p:cNvPr>
          <p:cNvSpPr>
            <a:spLocks xmlns:a="http://schemas.openxmlformats.org/drawingml/2006/main" noGrp="1"/>
          </p:cNvSpPr>
          <p:nvPr/>
        </p:nvSpPr>
        <p:spPr>
          <a:xfrm xmlns:a="http://schemas.openxmlformats.org/drawingml/2006/main">
            <a:off x="698029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7" name="Editable chart path">
            <a:extLst xmlns:a="http://schemas.openxmlformats.org/drawingml/2006/main">
              <a:ext uri="{FF2B5EF4-FFF2-40B4-BE49-F238E27FC236}">
                <a16:creationId xmlns:a16="http://schemas.microsoft.com/office/drawing/2014/main" id="{F19DE653-3281-44D5-9751-C39423F0DA5C}"/>
              </a:ext>
            </a:extLst>
          </p:cNvPr>
          <p:cNvSpPr>
            <a:spLocks xmlns:a="http://schemas.openxmlformats.org/drawingml/2006/main" noGrp="1"/>
          </p:cNvSpPr>
          <p:nvPr/>
        </p:nvSpPr>
        <p:spPr>
          <a:xfrm xmlns:a="http://schemas.openxmlformats.org/drawingml/2006/main">
            <a:off x="702891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8" name="Editable chart path">
            <a:extLst xmlns:a="http://schemas.openxmlformats.org/drawingml/2006/main">
              <a:ext uri="{FF2B5EF4-FFF2-40B4-BE49-F238E27FC236}">
                <a16:creationId xmlns:a16="http://schemas.microsoft.com/office/drawing/2014/main" id="{1E0A176A-D442-4048-A65C-2AD1B9E86F4A}"/>
              </a:ext>
            </a:extLst>
          </p:cNvPr>
          <p:cNvSpPr>
            <a:spLocks xmlns:a="http://schemas.openxmlformats.org/drawingml/2006/main" noGrp="1"/>
          </p:cNvSpPr>
          <p:nvPr/>
        </p:nvSpPr>
        <p:spPr>
          <a:xfrm xmlns:a="http://schemas.openxmlformats.org/drawingml/2006/main">
            <a:off x="707752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9" name="Editable chart path">
            <a:extLst xmlns:a="http://schemas.openxmlformats.org/drawingml/2006/main">
              <a:ext uri="{FF2B5EF4-FFF2-40B4-BE49-F238E27FC236}">
                <a16:creationId xmlns:a16="http://schemas.microsoft.com/office/drawing/2014/main" id="{B75F9DB2-F9CA-4940-93F9-1AC0A339A1D9}"/>
              </a:ext>
            </a:extLst>
          </p:cNvPr>
          <p:cNvSpPr>
            <a:spLocks xmlns:a="http://schemas.openxmlformats.org/drawingml/2006/main" noGrp="1"/>
          </p:cNvSpPr>
          <p:nvPr/>
        </p:nvSpPr>
        <p:spPr>
          <a:xfrm xmlns:a="http://schemas.openxmlformats.org/drawingml/2006/main">
            <a:off x="712613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0" name="Editable chart path">
            <a:extLst xmlns:a="http://schemas.openxmlformats.org/drawingml/2006/main">
              <a:ext uri="{FF2B5EF4-FFF2-40B4-BE49-F238E27FC236}">
                <a16:creationId xmlns:a16="http://schemas.microsoft.com/office/drawing/2014/main" id="{E072717D-7DEA-4D31-8E8F-6B93D79753FD}"/>
              </a:ext>
            </a:extLst>
          </p:cNvPr>
          <p:cNvSpPr>
            <a:spLocks xmlns:a="http://schemas.openxmlformats.org/drawingml/2006/main" noGrp="1"/>
          </p:cNvSpPr>
          <p:nvPr/>
        </p:nvSpPr>
        <p:spPr>
          <a:xfrm xmlns:a="http://schemas.openxmlformats.org/drawingml/2006/main">
            <a:off x="717474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1" name="Editable chart path">
            <a:extLst xmlns:a="http://schemas.openxmlformats.org/drawingml/2006/main">
              <a:ext uri="{FF2B5EF4-FFF2-40B4-BE49-F238E27FC236}">
                <a16:creationId xmlns:a16="http://schemas.microsoft.com/office/drawing/2014/main" id="{C4115616-BBCB-4D85-8823-A9B099B28A8F}"/>
              </a:ext>
            </a:extLst>
          </p:cNvPr>
          <p:cNvSpPr>
            <a:spLocks xmlns:a="http://schemas.openxmlformats.org/drawingml/2006/main" noGrp="1"/>
          </p:cNvSpPr>
          <p:nvPr/>
        </p:nvSpPr>
        <p:spPr>
          <a:xfrm xmlns:a="http://schemas.openxmlformats.org/drawingml/2006/main">
            <a:off x="722335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2" name="Editable chart path">
            <a:extLst xmlns:a="http://schemas.openxmlformats.org/drawingml/2006/main">
              <a:ext uri="{FF2B5EF4-FFF2-40B4-BE49-F238E27FC236}">
                <a16:creationId xmlns:a16="http://schemas.microsoft.com/office/drawing/2014/main" id="{3D624C65-91CB-4477-8C6D-B906AF7DB093}"/>
              </a:ext>
            </a:extLst>
          </p:cNvPr>
          <p:cNvSpPr>
            <a:spLocks xmlns:a="http://schemas.openxmlformats.org/drawingml/2006/main" noGrp="1"/>
          </p:cNvSpPr>
          <p:nvPr/>
        </p:nvSpPr>
        <p:spPr>
          <a:xfrm xmlns:a="http://schemas.openxmlformats.org/drawingml/2006/main">
            <a:off x="7271965"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3" name="Editable chart path">
            <a:extLst xmlns:a="http://schemas.openxmlformats.org/drawingml/2006/main">
              <a:ext uri="{FF2B5EF4-FFF2-40B4-BE49-F238E27FC236}">
                <a16:creationId xmlns:a16="http://schemas.microsoft.com/office/drawing/2014/main" id="{1682E3AB-89D8-4D82-893F-CFC5D3F98B8D}"/>
              </a:ext>
            </a:extLst>
          </p:cNvPr>
          <p:cNvSpPr>
            <a:spLocks xmlns:a="http://schemas.openxmlformats.org/drawingml/2006/main" noGrp="1"/>
          </p:cNvSpPr>
          <p:nvPr/>
        </p:nvSpPr>
        <p:spPr>
          <a:xfrm xmlns:a="http://schemas.openxmlformats.org/drawingml/2006/main">
            <a:off x="7320576"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4" name="Editable chart path">
            <a:extLst xmlns:a="http://schemas.openxmlformats.org/drawingml/2006/main">
              <a:ext uri="{FF2B5EF4-FFF2-40B4-BE49-F238E27FC236}">
                <a16:creationId xmlns:a16="http://schemas.microsoft.com/office/drawing/2014/main" id="{F9E6B41B-59A4-4974-A6C4-90FBC0AA4A3F}"/>
              </a:ext>
            </a:extLst>
          </p:cNvPr>
          <p:cNvSpPr>
            <a:spLocks xmlns:a="http://schemas.openxmlformats.org/drawingml/2006/main" noGrp="1"/>
          </p:cNvSpPr>
          <p:nvPr/>
        </p:nvSpPr>
        <p:spPr>
          <a:xfrm xmlns:a="http://schemas.openxmlformats.org/drawingml/2006/main">
            <a:off x="7369187"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5" name="Editable chart path">
            <a:extLst xmlns:a="http://schemas.openxmlformats.org/drawingml/2006/main">
              <a:ext uri="{FF2B5EF4-FFF2-40B4-BE49-F238E27FC236}">
                <a16:creationId xmlns:a16="http://schemas.microsoft.com/office/drawing/2014/main" id="{D88BD9D4-61D1-4386-8DAE-786B1658FA54}"/>
              </a:ext>
            </a:extLst>
          </p:cNvPr>
          <p:cNvSpPr>
            <a:spLocks xmlns:a="http://schemas.openxmlformats.org/drawingml/2006/main" noGrp="1"/>
          </p:cNvSpPr>
          <p:nvPr/>
        </p:nvSpPr>
        <p:spPr>
          <a:xfrm xmlns:a="http://schemas.openxmlformats.org/drawingml/2006/main">
            <a:off x="7417798"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6" name="Editable chart path">
            <a:extLst xmlns:a="http://schemas.openxmlformats.org/drawingml/2006/main">
              <a:ext uri="{FF2B5EF4-FFF2-40B4-BE49-F238E27FC236}">
                <a16:creationId xmlns:a16="http://schemas.microsoft.com/office/drawing/2014/main" id="{DB4C6E79-1AEC-4057-A237-F21F33E4BD66}"/>
              </a:ext>
            </a:extLst>
          </p:cNvPr>
          <p:cNvSpPr>
            <a:spLocks xmlns:a="http://schemas.openxmlformats.org/drawingml/2006/main" noGrp="1"/>
          </p:cNvSpPr>
          <p:nvPr/>
        </p:nvSpPr>
        <p:spPr>
          <a:xfrm xmlns:a="http://schemas.openxmlformats.org/drawingml/2006/main">
            <a:off x="746640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7" name="Editable chart path">
            <a:extLst xmlns:a="http://schemas.openxmlformats.org/drawingml/2006/main">
              <a:ext uri="{FF2B5EF4-FFF2-40B4-BE49-F238E27FC236}">
                <a16:creationId xmlns:a16="http://schemas.microsoft.com/office/drawing/2014/main" id="{2ABE660C-CAE8-46F4-82F0-3588C6DE6446}"/>
              </a:ext>
            </a:extLst>
          </p:cNvPr>
          <p:cNvSpPr>
            <a:spLocks xmlns:a="http://schemas.openxmlformats.org/drawingml/2006/main" noGrp="1"/>
          </p:cNvSpPr>
          <p:nvPr/>
        </p:nvSpPr>
        <p:spPr>
          <a:xfrm xmlns:a="http://schemas.openxmlformats.org/drawingml/2006/main">
            <a:off x="751501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8" name="Editable chart path">
            <a:extLst xmlns:a="http://schemas.openxmlformats.org/drawingml/2006/main">
              <a:ext uri="{FF2B5EF4-FFF2-40B4-BE49-F238E27FC236}">
                <a16:creationId xmlns:a16="http://schemas.microsoft.com/office/drawing/2014/main" id="{7450CE31-E5AA-4C91-BC97-D4E7A59F2D1C}"/>
              </a:ext>
            </a:extLst>
          </p:cNvPr>
          <p:cNvSpPr>
            <a:spLocks xmlns:a="http://schemas.openxmlformats.org/drawingml/2006/main" noGrp="1"/>
          </p:cNvSpPr>
          <p:nvPr/>
        </p:nvSpPr>
        <p:spPr>
          <a:xfrm xmlns:a="http://schemas.openxmlformats.org/drawingml/2006/main">
            <a:off x="756363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9" name="Editable chart path">
            <a:extLst xmlns:a="http://schemas.openxmlformats.org/drawingml/2006/main">
              <a:ext uri="{FF2B5EF4-FFF2-40B4-BE49-F238E27FC236}">
                <a16:creationId xmlns:a16="http://schemas.microsoft.com/office/drawing/2014/main" id="{F734DA3C-DA50-4165-90A6-6976E367574F}"/>
              </a:ext>
            </a:extLst>
          </p:cNvPr>
          <p:cNvSpPr>
            <a:spLocks xmlns:a="http://schemas.openxmlformats.org/drawingml/2006/main" noGrp="1"/>
          </p:cNvSpPr>
          <p:nvPr/>
        </p:nvSpPr>
        <p:spPr>
          <a:xfrm xmlns:a="http://schemas.openxmlformats.org/drawingml/2006/main">
            <a:off x="761224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0" name="Editable chart path">
            <a:extLst xmlns:a="http://schemas.openxmlformats.org/drawingml/2006/main">
              <a:ext uri="{FF2B5EF4-FFF2-40B4-BE49-F238E27FC236}">
                <a16:creationId xmlns:a16="http://schemas.microsoft.com/office/drawing/2014/main" id="{2A69BF07-F131-40A6-92A3-27C2AB89E2CE}"/>
              </a:ext>
            </a:extLst>
          </p:cNvPr>
          <p:cNvSpPr>
            <a:spLocks xmlns:a="http://schemas.openxmlformats.org/drawingml/2006/main" noGrp="1"/>
          </p:cNvSpPr>
          <p:nvPr/>
        </p:nvSpPr>
        <p:spPr>
          <a:xfrm xmlns:a="http://schemas.openxmlformats.org/drawingml/2006/main">
            <a:off x="766085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1" name="Editable chart path">
            <a:extLst xmlns:a="http://schemas.openxmlformats.org/drawingml/2006/main">
              <a:ext uri="{FF2B5EF4-FFF2-40B4-BE49-F238E27FC236}">
                <a16:creationId xmlns:a16="http://schemas.microsoft.com/office/drawing/2014/main" id="{BCC8DCA8-814B-4EB1-9B7F-7DA3D6A623DB}"/>
              </a:ext>
            </a:extLst>
          </p:cNvPr>
          <p:cNvSpPr>
            <a:spLocks xmlns:a="http://schemas.openxmlformats.org/drawingml/2006/main" noGrp="1"/>
          </p:cNvSpPr>
          <p:nvPr/>
        </p:nvSpPr>
        <p:spPr>
          <a:xfrm xmlns:a="http://schemas.openxmlformats.org/drawingml/2006/main">
            <a:off x="770946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2" name="Editable chart path">
            <a:extLst xmlns:a="http://schemas.openxmlformats.org/drawingml/2006/main">
              <a:ext uri="{FF2B5EF4-FFF2-40B4-BE49-F238E27FC236}">
                <a16:creationId xmlns:a16="http://schemas.microsoft.com/office/drawing/2014/main" id="{1B3ADCDD-B585-4AE8-858C-BB7239D5354C}"/>
              </a:ext>
            </a:extLst>
          </p:cNvPr>
          <p:cNvSpPr>
            <a:spLocks xmlns:a="http://schemas.openxmlformats.org/drawingml/2006/main" noGrp="1"/>
          </p:cNvSpPr>
          <p:nvPr/>
        </p:nvSpPr>
        <p:spPr>
          <a:xfrm xmlns:a="http://schemas.openxmlformats.org/drawingml/2006/main">
            <a:off x="775807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3" name="Editable chart path">
            <a:extLst xmlns:a="http://schemas.openxmlformats.org/drawingml/2006/main">
              <a:ext uri="{FF2B5EF4-FFF2-40B4-BE49-F238E27FC236}">
                <a16:creationId xmlns:a16="http://schemas.microsoft.com/office/drawing/2014/main" id="{A200BAF3-E329-48D9-B10C-D7D39DB8BDEA}"/>
              </a:ext>
            </a:extLst>
          </p:cNvPr>
          <p:cNvSpPr>
            <a:spLocks xmlns:a="http://schemas.openxmlformats.org/drawingml/2006/main" noGrp="1"/>
          </p:cNvSpPr>
          <p:nvPr/>
        </p:nvSpPr>
        <p:spPr>
          <a:xfrm xmlns:a="http://schemas.openxmlformats.org/drawingml/2006/main">
            <a:off x="7806685"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4" name="Editable chart path">
            <a:extLst xmlns:a="http://schemas.openxmlformats.org/drawingml/2006/main">
              <a:ext uri="{FF2B5EF4-FFF2-40B4-BE49-F238E27FC236}">
                <a16:creationId xmlns:a16="http://schemas.microsoft.com/office/drawing/2014/main" id="{8F31BDBC-8345-42B1-B3E4-FB8FB9F3FB93}"/>
              </a:ext>
            </a:extLst>
          </p:cNvPr>
          <p:cNvSpPr>
            <a:spLocks xmlns:a="http://schemas.openxmlformats.org/drawingml/2006/main" noGrp="1"/>
          </p:cNvSpPr>
          <p:nvPr/>
        </p:nvSpPr>
        <p:spPr>
          <a:xfrm xmlns:a="http://schemas.openxmlformats.org/drawingml/2006/main">
            <a:off x="7855296"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5" name="Editable chart path">
            <a:extLst xmlns:a="http://schemas.openxmlformats.org/drawingml/2006/main">
              <a:ext uri="{FF2B5EF4-FFF2-40B4-BE49-F238E27FC236}">
                <a16:creationId xmlns:a16="http://schemas.microsoft.com/office/drawing/2014/main" id="{71B07C83-AAE7-4E8A-8C09-3DD0E18A5DB6}"/>
              </a:ext>
            </a:extLst>
          </p:cNvPr>
          <p:cNvSpPr>
            <a:spLocks xmlns:a="http://schemas.openxmlformats.org/drawingml/2006/main" noGrp="1"/>
          </p:cNvSpPr>
          <p:nvPr/>
        </p:nvSpPr>
        <p:spPr>
          <a:xfrm xmlns:a="http://schemas.openxmlformats.org/drawingml/2006/main">
            <a:off x="7903907"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6" name="Editable chart path">
            <a:extLst xmlns:a="http://schemas.openxmlformats.org/drawingml/2006/main">
              <a:ext uri="{FF2B5EF4-FFF2-40B4-BE49-F238E27FC236}">
                <a16:creationId xmlns:a16="http://schemas.microsoft.com/office/drawing/2014/main" id="{91311248-11C5-4737-BF43-AD3A99ACD5DE}"/>
              </a:ext>
            </a:extLst>
          </p:cNvPr>
          <p:cNvSpPr>
            <a:spLocks xmlns:a="http://schemas.openxmlformats.org/drawingml/2006/main" noGrp="1"/>
          </p:cNvSpPr>
          <p:nvPr/>
        </p:nvSpPr>
        <p:spPr>
          <a:xfrm xmlns:a="http://schemas.openxmlformats.org/drawingml/2006/main">
            <a:off x="7952518"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7" name="Editable chart path">
            <a:extLst xmlns:a="http://schemas.openxmlformats.org/drawingml/2006/main">
              <a:ext uri="{FF2B5EF4-FFF2-40B4-BE49-F238E27FC236}">
                <a16:creationId xmlns:a16="http://schemas.microsoft.com/office/drawing/2014/main" id="{09DB918B-A22E-496E-A12C-8F10CC6C17B4}"/>
              </a:ext>
            </a:extLst>
          </p:cNvPr>
          <p:cNvSpPr>
            <a:spLocks xmlns:a="http://schemas.openxmlformats.org/drawingml/2006/main" noGrp="1"/>
          </p:cNvSpPr>
          <p:nvPr/>
        </p:nvSpPr>
        <p:spPr>
          <a:xfrm xmlns:a="http://schemas.openxmlformats.org/drawingml/2006/main">
            <a:off x="800112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8" name="Editable chart path">
            <a:extLst xmlns:a="http://schemas.openxmlformats.org/drawingml/2006/main">
              <a:ext uri="{FF2B5EF4-FFF2-40B4-BE49-F238E27FC236}">
                <a16:creationId xmlns:a16="http://schemas.microsoft.com/office/drawing/2014/main" id="{3E264504-6CE8-4BE5-A992-36A1B3B2CC23}"/>
              </a:ext>
            </a:extLst>
          </p:cNvPr>
          <p:cNvSpPr>
            <a:spLocks xmlns:a="http://schemas.openxmlformats.org/drawingml/2006/main" noGrp="1"/>
          </p:cNvSpPr>
          <p:nvPr/>
        </p:nvSpPr>
        <p:spPr>
          <a:xfrm xmlns:a="http://schemas.openxmlformats.org/drawingml/2006/main">
            <a:off x="804974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9" name="Editable chart path">
            <a:extLst xmlns:a="http://schemas.openxmlformats.org/drawingml/2006/main">
              <a:ext uri="{FF2B5EF4-FFF2-40B4-BE49-F238E27FC236}">
                <a16:creationId xmlns:a16="http://schemas.microsoft.com/office/drawing/2014/main" id="{1E18AA43-07F8-4B71-A5EE-528D14835253}"/>
              </a:ext>
            </a:extLst>
          </p:cNvPr>
          <p:cNvSpPr>
            <a:spLocks xmlns:a="http://schemas.openxmlformats.org/drawingml/2006/main" noGrp="1"/>
          </p:cNvSpPr>
          <p:nvPr/>
        </p:nvSpPr>
        <p:spPr>
          <a:xfrm xmlns:a="http://schemas.openxmlformats.org/drawingml/2006/main">
            <a:off x="809835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0" name="Editable chart path">
            <a:extLst xmlns:a="http://schemas.openxmlformats.org/drawingml/2006/main">
              <a:ext uri="{FF2B5EF4-FFF2-40B4-BE49-F238E27FC236}">
                <a16:creationId xmlns:a16="http://schemas.microsoft.com/office/drawing/2014/main" id="{B2EE481F-95B2-42A4-989A-808CA8E5FA02}"/>
              </a:ext>
            </a:extLst>
          </p:cNvPr>
          <p:cNvSpPr>
            <a:spLocks xmlns:a="http://schemas.openxmlformats.org/drawingml/2006/main" noGrp="1"/>
          </p:cNvSpPr>
          <p:nvPr/>
        </p:nvSpPr>
        <p:spPr>
          <a:xfrm xmlns:a="http://schemas.openxmlformats.org/drawingml/2006/main">
            <a:off x="814696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1" name="Editable chart path">
            <a:extLst xmlns:a="http://schemas.openxmlformats.org/drawingml/2006/main">
              <a:ext uri="{FF2B5EF4-FFF2-40B4-BE49-F238E27FC236}">
                <a16:creationId xmlns:a16="http://schemas.microsoft.com/office/drawing/2014/main" id="{E4881A08-6690-405B-A7A0-EEE7301EE153}"/>
              </a:ext>
            </a:extLst>
          </p:cNvPr>
          <p:cNvSpPr>
            <a:spLocks xmlns:a="http://schemas.openxmlformats.org/drawingml/2006/main" noGrp="1"/>
          </p:cNvSpPr>
          <p:nvPr/>
        </p:nvSpPr>
        <p:spPr>
          <a:xfrm xmlns:a="http://schemas.openxmlformats.org/drawingml/2006/main">
            <a:off x="819557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2" name="Editable chart path">
            <a:extLst xmlns:a="http://schemas.openxmlformats.org/drawingml/2006/main">
              <a:ext uri="{FF2B5EF4-FFF2-40B4-BE49-F238E27FC236}">
                <a16:creationId xmlns:a16="http://schemas.microsoft.com/office/drawing/2014/main" id="{CE24A04E-3F0F-4C69-BCFC-C29A603FB85C}"/>
              </a:ext>
            </a:extLst>
          </p:cNvPr>
          <p:cNvSpPr>
            <a:spLocks xmlns:a="http://schemas.openxmlformats.org/drawingml/2006/main" noGrp="1"/>
          </p:cNvSpPr>
          <p:nvPr/>
        </p:nvSpPr>
        <p:spPr>
          <a:xfrm xmlns:a="http://schemas.openxmlformats.org/drawingml/2006/main">
            <a:off x="824418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3" name="Editable chart path">
            <a:extLst xmlns:a="http://schemas.openxmlformats.org/drawingml/2006/main">
              <a:ext uri="{FF2B5EF4-FFF2-40B4-BE49-F238E27FC236}">
                <a16:creationId xmlns:a16="http://schemas.microsoft.com/office/drawing/2014/main" id="{E88A3197-2D08-47AB-AB9C-22EFD416D1C0}"/>
              </a:ext>
            </a:extLst>
          </p:cNvPr>
          <p:cNvSpPr>
            <a:spLocks xmlns:a="http://schemas.openxmlformats.org/drawingml/2006/main" noGrp="1"/>
          </p:cNvSpPr>
          <p:nvPr/>
        </p:nvSpPr>
        <p:spPr>
          <a:xfrm xmlns:a="http://schemas.openxmlformats.org/drawingml/2006/main">
            <a:off x="8292795"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4" name="Editable chart path">
            <a:extLst xmlns:a="http://schemas.openxmlformats.org/drawingml/2006/main">
              <a:ext uri="{FF2B5EF4-FFF2-40B4-BE49-F238E27FC236}">
                <a16:creationId xmlns:a16="http://schemas.microsoft.com/office/drawing/2014/main" id="{7DD02AD0-BFC6-41BF-9327-AC8A9917FC47}"/>
              </a:ext>
            </a:extLst>
          </p:cNvPr>
          <p:cNvSpPr>
            <a:spLocks xmlns:a="http://schemas.openxmlformats.org/drawingml/2006/main" noGrp="1"/>
          </p:cNvSpPr>
          <p:nvPr/>
        </p:nvSpPr>
        <p:spPr>
          <a:xfrm xmlns:a="http://schemas.openxmlformats.org/drawingml/2006/main">
            <a:off x="8341406"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5" name="Editable chart path">
            <a:extLst xmlns:a="http://schemas.openxmlformats.org/drawingml/2006/main">
              <a:ext uri="{FF2B5EF4-FFF2-40B4-BE49-F238E27FC236}">
                <a16:creationId xmlns:a16="http://schemas.microsoft.com/office/drawing/2014/main" id="{3AF87CAB-4602-4F8E-87B1-9BA1BEEA200B}"/>
              </a:ext>
            </a:extLst>
          </p:cNvPr>
          <p:cNvSpPr>
            <a:spLocks xmlns:a="http://schemas.openxmlformats.org/drawingml/2006/main" noGrp="1"/>
          </p:cNvSpPr>
          <p:nvPr/>
        </p:nvSpPr>
        <p:spPr>
          <a:xfrm xmlns:a="http://schemas.openxmlformats.org/drawingml/2006/main">
            <a:off x="858446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6" name="Editable chart path">
            <a:extLst xmlns:a="http://schemas.openxmlformats.org/drawingml/2006/main">
              <a:ext uri="{FF2B5EF4-FFF2-40B4-BE49-F238E27FC236}">
                <a16:creationId xmlns:a16="http://schemas.microsoft.com/office/drawing/2014/main" id="{369FB30A-5C61-482B-AA84-76173DA320E0}"/>
              </a:ext>
            </a:extLst>
          </p:cNvPr>
          <p:cNvSpPr>
            <a:spLocks xmlns:a="http://schemas.openxmlformats.org/drawingml/2006/main" noGrp="1"/>
          </p:cNvSpPr>
          <p:nvPr/>
        </p:nvSpPr>
        <p:spPr>
          <a:xfrm xmlns:a="http://schemas.openxmlformats.org/drawingml/2006/main">
            <a:off x="8633072"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7" name="Editable chart path">
            <a:extLst xmlns:a="http://schemas.openxmlformats.org/drawingml/2006/main">
              <a:ext uri="{FF2B5EF4-FFF2-40B4-BE49-F238E27FC236}">
                <a16:creationId xmlns:a16="http://schemas.microsoft.com/office/drawing/2014/main" id="{8A6FEFA0-C18F-461A-B25C-5FA69DFE3E81}"/>
              </a:ext>
            </a:extLst>
          </p:cNvPr>
          <p:cNvSpPr>
            <a:spLocks xmlns:a="http://schemas.openxmlformats.org/drawingml/2006/main" noGrp="1"/>
          </p:cNvSpPr>
          <p:nvPr/>
        </p:nvSpPr>
        <p:spPr>
          <a:xfrm xmlns:a="http://schemas.openxmlformats.org/drawingml/2006/main">
            <a:off x="8681683"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8" name="Editable chart path">
            <a:extLst xmlns:a="http://schemas.openxmlformats.org/drawingml/2006/main">
              <a:ext uri="{FF2B5EF4-FFF2-40B4-BE49-F238E27FC236}">
                <a16:creationId xmlns:a16="http://schemas.microsoft.com/office/drawing/2014/main" id="{83ABC83F-CD27-483A-8A30-483F4A7D03D3}"/>
              </a:ext>
            </a:extLst>
          </p:cNvPr>
          <p:cNvSpPr>
            <a:spLocks xmlns:a="http://schemas.openxmlformats.org/drawingml/2006/main" noGrp="1"/>
          </p:cNvSpPr>
          <p:nvPr/>
        </p:nvSpPr>
        <p:spPr>
          <a:xfrm xmlns:a="http://schemas.openxmlformats.org/drawingml/2006/main">
            <a:off x="8730294"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9" name="Editable chart path">
            <a:extLst xmlns:a="http://schemas.openxmlformats.org/drawingml/2006/main">
              <a:ext uri="{FF2B5EF4-FFF2-40B4-BE49-F238E27FC236}">
                <a16:creationId xmlns:a16="http://schemas.microsoft.com/office/drawing/2014/main" id="{DD513E79-D804-4CF4-AEF9-813E186E98E8}"/>
              </a:ext>
            </a:extLst>
          </p:cNvPr>
          <p:cNvSpPr>
            <a:spLocks xmlns:a="http://schemas.openxmlformats.org/drawingml/2006/main" noGrp="1"/>
          </p:cNvSpPr>
          <p:nvPr/>
        </p:nvSpPr>
        <p:spPr>
          <a:xfrm xmlns:a="http://schemas.openxmlformats.org/drawingml/2006/main">
            <a:off x="649418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0" name="Editable chart path">
            <a:extLst xmlns:a="http://schemas.openxmlformats.org/drawingml/2006/main">
              <a:ext uri="{FF2B5EF4-FFF2-40B4-BE49-F238E27FC236}">
                <a16:creationId xmlns:a16="http://schemas.microsoft.com/office/drawing/2014/main" id="{6C8A2E28-7AF9-487C-AA5F-7FB0CF445246}"/>
              </a:ext>
            </a:extLst>
          </p:cNvPr>
          <p:cNvSpPr>
            <a:spLocks xmlns:a="http://schemas.openxmlformats.org/drawingml/2006/main" noGrp="1"/>
          </p:cNvSpPr>
          <p:nvPr/>
        </p:nvSpPr>
        <p:spPr>
          <a:xfrm xmlns:a="http://schemas.openxmlformats.org/drawingml/2006/main">
            <a:off x="654280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1" name="Editable chart path">
            <a:extLst xmlns:a="http://schemas.openxmlformats.org/drawingml/2006/main">
              <a:ext uri="{FF2B5EF4-FFF2-40B4-BE49-F238E27FC236}">
                <a16:creationId xmlns:a16="http://schemas.microsoft.com/office/drawing/2014/main" id="{4DEC095A-5242-4913-B62F-7ED70AAB79C5}"/>
              </a:ext>
            </a:extLst>
          </p:cNvPr>
          <p:cNvSpPr>
            <a:spLocks xmlns:a="http://schemas.openxmlformats.org/drawingml/2006/main" noGrp="1"/>
          </p:cNvSpPr>
          <p:nvPr/>
        </p:nvSpPr>
        <p:spPr>
          <a:xfrm xmlns:a="http://schemas.openxmlformats.org/drawingml/2006/main">
            <a:off x="659141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2" name="Editable chart path">
            <a:extLst xmlns:a="http://schemas.openxmlformats.org/drawingml/2006/main">
              <a:ext uri="{FF2B5EF4-FFF2-40B4-BE49-F238E27FC236}">
                <a16:creationId xmlns:a16="http://schemas.microsoft.com/office/drawing/2014/main" id="{9EDBB1D8-E653-45A9-B0FD-B2334DD036BD}"/>
              </a:ext>
            </a:extLst>
          </p:cNvPr>
          <p:cNvSpPr>
            <a:spLocks xmlns:a="http://schemas.openxmlformats.org/drawingml/2006/main" noGrp="1"/>
          </p:cNvSpPr>
          <p:nvPr/>
        </p:nvSpPr>
        <p:spPr>
          <a:xfrm xmlns:a="http://schemas.openxmlformats.org/drawingml/2006/main">
            <a:off x="664002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3" name="Editable chart path">
            <a:extLst xmlns:a="http://schemas.openxmlformats.org/drawingml/2006/main">
              <a:ext uri="{FF2B5EF4-FFF2-40B4-BE49-F238E27FC236}">
                <a16:creationId xmlns:a16="http://schemas.microsoft.com/office/drawing/2014/main" id="{8869220A-2420-44E4-867C-58F8175872B7}"/>
              </a:ext>
            </a:extLst>
          </p:cNvPr>
          <p:cNvSpPr>
            <a:spLocks xmlns:a="http://schemas.openxmlformats.org/drawingml/2006/main" noGrp="1"/>
          </p:cNvSpPr>
          <p:nvPr/>
        </p:nvSpPr>
        <p:spPr>
          <a:xfrm xmlns:a="http://schemas.openxmlformats.org/drawingml/2006/main">
            <a:off x="668863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4" name="Editable chart path">
            <a:extLst xmlns:a="http://schemas.openxmlformats.org/drawingml/2006/main">
              <a:ext uri="{FF2B5EF4-FFF2-40B4-BE49-F238E27FC236}">
                <a16:creationId xmlns:a16="http://schemas.microsoft.com/office/drawing/2014/main" id="{8E82F206-C2F4-4946-8982-7CCA0F9D635B}"/>
              </a:ext>
            </a:extLst>
          </p:cNvPr>
          <p:cNvSpPr>
            <a:spLocks xmlns:a="http://schemas.openxmlformats.org/drawingml/2006/main" noGrp="1"/>
          </p:cNvSpPr>
          <p:nvPr/>
        </p:nvSpPr>
        <p:spPr>
          <a:xfrm xmlns:a="http://schemas.openxmlformats.org/drawingml/2006/main">
            <a:off x="673724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5" name="Editable chart path">
            <a:extLst xmlns:a="http://schemas.openxmlformats.org/drawingml/2006/main">
              <a:ext uri="{FF2B5EF4-FFF2-40B4-BE49-F238E27FC236}">
                <a16:creationId xmlns:a16="http://schemas.microsoft.com/office/drawing/2014/main" id="{583C4B06-9A31-478A-AAD5-F57C012142B0}"/>
              </a:ext>
            </a:extLst>
          </p:cNvPr>
          <p:cNvSpPr>
            <a:spLocks xmlns:a="http://schemas.openxmlformats.org/drawingml/2006/main" noGrp="1"/>
          </p:cNvSpPr>
          <p:nvPr/>
        </p:nvSpPr>
        <p:spPr>
          <a:xfrm xmlns:a="http://schemas.openxmlformats.org/drawingml/2006/main">
            <a:off x="678585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6" name="Editable chart path">
            <a:extLst xmlns:a="http://schemas.openxmlformats.org/drawingml/2006/main">
              <a:ext uri="{FF2B5EF4-FFF2-40B4-BE49-F238E27FC236}">
                <a16:creationId xmlns:a16="http://schemas.microsoft.com/office/drawing/2014/main" id="{EACEB3DF-642B-46A5-B367-393A36672E56}"/>
              </a:ext>
            </a:extLst>
          </p:cNvPr>
          <p:cNvSpPr>
            <a:spLocks xmlns:a="http://schemas.openxmlformats.org/drawingml/2006/main" noGrp="1"/>
          </p:cNvSpPr>
          <p:nvPr/>
        </p:nvSpPr>
        <p:spPr>
          <a:xfrm xmlns:a="http://schemas.openxmlformats.org/drawingml/2006/main">
            <a:off x="6834466"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7" name="Editable chart path">
            <a:extLst xmlns:a="http://schemas.openxmlformats.org/drawingml/2006/main">
              <a:ext uri="{FF2B5EF4-FFF2-40B4-BE49-F238E27FC236}">
                <a16:creationId xmlns:a16="http://schemas.microsoft.com/office/drawing/2014/main" id="{890C8A1A-E23F-4BE9-B53E-91B3A2C74CB2}"/>
              </a:ext>
            </a:extLst>
          </p:cNvPr>
          <p:cNvSpPr>
            <a:spLocks xmlns:a="http://schemas.openxmlformats.org/drawingml/2006/main" noGrp="1"/>
          </p:cNvSpPr>
          <p:nvPr/>
        </p:nvSpPr>
        <p:spPr>
          <a:xfrm xmlns:a="http://schemas.openxmlformats.org/drawingml/2006/main">
            <a:off x="6883077"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8" name="Editable chart path">
            <a:extLst xmlns:a="http://schemas.openxmlformats.org/drawingml/2006/main">
              <a:ext uri="{FF2B5EF4-FFF2-40B4-BE49-F238E27FC236}">
                <a16:creationId xmlns:a16="http://schemas.microsoft.com/office/drawing/2014/main" id="{2B03A8CE-9310-4D8A-A606-FC09E15E61C7}"/>
              </a:ext>
            </a:extLst>
          </p:cNvPr>
          <p:cNvSpPr>
            <a:spLocks xmlns:a="http://schemas.openxmlformats.org/drawingml/2006/main" noGrp="1"/>
          </p:cNvSpPr>
          <p:nvPr/>
        </p:nvSpPr>
        <p:spPr>
          <a:xfrm xmlns:a="http://schemas.openxmlformats.org/drawingml/2006/main">
            <a:off x="6931688"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9" name="Editable chart path">
            <a:extLst xmlns:a="http://schemas.openxmlformats.org/drawingml/2006/main">
              <a:ext uri="{FF2B5EF4-FFF2-40B4-BE49-F238E27FC236}">
                <a16:creationId xmlns:a16="http://schemas.microsoft.com/office/drawing/2014/main" id="{FE327BEB-07E5-4F85-AC63-122FE8E03E04}"/>
              </a:ext>
            </a:extLst>
          </p:cNvPr>
          <p:cNvSpPr>
            <a:spLocks xmlns:a="http://schemas.openxmlformats.org/drawingml/2006/main" noGrp="1"/>
          </p:cNvSpPr>
          <p:nvPr/>
        </p:nvSpPr>
        <p:spPr>
          <a:xfrm xmlns:a="http://schemas.openxmlformats.org/drawingml/2006/main">
            <a:off x="698029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0" name="Editable chart path">
            <a:extLst xmlns:a="http://schemas.openxmlformats.org/drawingml/2006/main">
              <a:ext uri="{FF2B5EF4-FFF2-40B4-BE49-F238E27FC236}">
                <a16:creationId xmlns:a16="http://schemas.microsoft.com/office/drawing/2014/main" id="{52BBA2EE-7CB7-4A85-AFB6-591A025AFA1E}"/>
              </a:ext>
            </a:extLst>
          </p:cNvPr>
          <p:cNvSpPr>
            <a:spLocks xmlns:a="http://schemas.openxmlformats.org/drawingml/2006/main" noGrp="1"/>
          </p:cNvSpPr>
          <p:nvPr/>
        </p:nvSpPr>
        <p:spPr>
          <a:xfrm xmlns:a="http://schemas.openxmlformats.org/drawingml/2006/main">
            <a:off x="702891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1" name="Editable chart path">
            <a:extLst xmlns:a="http://schemas.openxmlformats.org/drawingml/2006/main">
              <a:ext uri="{FF2B5EF4-FFF2-40B4-BE49-F238E27FC236}">
                <a16:creationId xmlns:a16="http://schemas.microsoft.com/office/drawing/2014/main" id="{128EB63A-F483-4B15-AC06-A47824BB055B}"/>
              </a:ext>
            </a:extLst>
          </p:cNvPr>
          <p:cNvSpPr>
            <a:spLocks xmlns:a="http://schemas.openxmlformats.org/drawingml/2006/main" noGrp="1"/>
          </p:cNvSpPr>
          <p:nvPr/>
        </p:nvSpPr>
        <p:spPr>
          <a:xfrm xmlns:a="http://schemas.openxmlformats.org/drawingml/2006/main">
            <a:off x="707752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2" name="Editable chart path">
            <a:extLst xmlns:a="http://schemas.openxmlformats.org/drawingml/2006/main">
              <a:ext uri="{FF2B5EF4-FFF2-40B4-BE49-F238E27FC236}">
                <a16:creationId xmlns:a16="http://schemas.microsoft.com/office/drawing/2014/main" id="{179A4453-1AFF-4BFB-A40E-37F3D2B6C1F9}"/>
              </a:ext>
            </a:extLst>
          </p:cNvPr>
          <p:cNvSpPr>
            <a:spLocks xmlns:a="http://schemas.openxmlformats.org/drawingml/2006/main" noGrp="1"/>
          </p:cNvSpPr>
          <p:nvPr/>
        </p:nvSpPr>
        <p:spPr>
          <a:xfrm xmlns:a="http://schemas.openxmlformats.org/drawingml/2006/main">
            <a:off x="712613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3" name="Editable chart path">
            <a:extLst xmlns:a="http://schemas.openxmlformats.org/drawingml/2006/main">
              <a:ext uri="{FF2B5EF4-FFF2-40B4-BE49-F238E27FC236}">
                <a16:creationId xmlns:a16="http://schemas.microsoft.com/office/drawing/2014/main" id="{BAF0F30E-926B-4BE1-A648-07F72AA03239}"/>
              </a:ext>
            </a:extLst>
          </p:cNvPr>
          <p:cNvSpPr>
            <a:spLocks xmlns:a="http://schemas.openxmlformats.org/drawingml/2006/main" noGrp="1"/>
          </p:cNvSpPr>
          <p:nvPr/>
        </p:nvSpPr>
        <p:spPr>
          <a:xfrm xmlns:a="http://schemas.openxmlformats.org/drawingml/2006/main">
            <a:off x="717474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4" name="Editable chart path">
            <a:extLst xmlns:a="http://schemas.openxmlformats.org/drawingml/2006/main">
              <a:ext uri="{FF2B5EF4-FFF2-40B4-BE49-F238E27FC236}">
                <a16:creationId xmlns:a16="http://schemas.microsoft.com/office/drawing/2014/main" id="{BC5F898F-17F6-478E-B1CE-CCC5A6C59E15}"/>
              </a:ext>
            </a:extLst>
          </p:cNvPr>
          <p:cNvSpPr>
            <a:spLocks xmlns:a="http://schemas.openxmlformats.org/drawingml/2006/main" noGrp="1"/>
          </p:cNvSpPr>
          <p:nvPr/>
        </p:nvSpPr>
        <p:spPr>
          <a:xfrm xmlns:a="http://schemas.openxmlformats.org/drawingml/2006/main">
            <a:off x="722335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5" name="Editable chart path">
            <a:extLst xmlns:a="http://schemas.openxmlformats.org/drawingml/2006/main">
              <a:ext uri="{FF2B5EF4-FFF2-40B4-BE49-F238E27FC236}">
                <a16:creationId xmlns:a16="http://schemas.microsoft.com/office/drawing/2014/main" id="{42B0CA92-EAF2-4B64-8AD3-8E082DB19783}"/>
              </a:ext>
            </a:extLst>
          </p:cNvPr>
          <p:cNvSpPr>
            <a:spLocks xmlns:a="http://schemas.openxmlformats.org/drawingml/2006/main" noGrp="1"/>
          </p:cNvSpPr>
          <p:nvPr/>
        </p:nvSpPr>
        <p:spPr>
          <a:xfrm xmlns:a="http://schemas.openxmlformats.org/drawingml/2006/main">
            <a:off x="727196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6" name="Editable chart path">
            <a:extLst xmlns:a="http://schemas.openxmlformats.org/drawingml/2006/main">
              <a:ext uri="{FF2B5EF4-FFF2-40B4-BE49-F238E27FC236}">
                <a16:creationId xmlns:a16="http://schemas.microsoft.com/office/drawing/2014/main" id="{5F30518D-413D-4511-A34E-4DFF3828F40A}"/>
              </a:ext>
            </a:extLst>
          </p:cNvPr>
          <p:cNvSpPr>
            <a:spLocks xmlns:a="http://schemas.openxmlformats.org/drawingml/2006/main" noGrp="1"/>
          </p:cNvSpPr>
          <p:nvPr/>
        </p:nvSpPr>
        <p:spPr>
          <a:xfrm xmlns:a="http://schemas.openxmlformats.org/drawingml/2006/main">
            <a:off x="7320576"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7" name="Editable chart path">
            <a:extLst xmlns:a="http://schemas.openxmlformats.org/drawingml/2006/main">
              <a:ext uri="{FF2B5EF4-FFF2-40B4-BE49-F238E27FC236}">
                <a16:creationId xmlns:a16="http://schemas.microsoft.com/office/drawing/2014/main" id="{E2A1D560-183E-46C0-9095-44678D497D0D}"/>
              </a:ext>
            </a:extLst>
          </p:cNvPr>
          <p:cNvSpPr>
            <a:spLocks xmlns:a="http://schemas.openxmlformats.org/drawingml/2006/main" noGrp="1"/>
          </p:cNvSpPr>
          <p:nvPr/>
        </p:nvSpPr>
        <p:spPr>
          <a:xfrm xmlns:a="http://schemas.openxmlformats.org/drawingml/2006/main">
            <a:off x="7369187"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8" name="Editable chart path">
            <a:extLst xmlns:a="http://schemas.openxmlformats.org/drawingml/2006/main">
              <a:ext uri="{FF2B5EF4-FFF2-40B4-BE49-F238E27FC236}">
                <a16:creationId xmlns:a16="http://schemas.microsoft.com/office/drawing/2014/main" id="{3E032B7C-13FA-49EB-9466-04EC8978D868}"/>
              </a:ext>
            </a:extLst>
          </p:cNvPr>
          <p:cNvSpPr>
            <a:spLocks xmlns:a="http://schemas.openxmlformats.org/drawingml/2006/main" noGrp="1"/>
          </p:cNvSpPr>
          <p:nvPr/>
        </p:nvSpPr>
        <p:spPr>
          <a:xfrm xmlns:a="http://schemas.openxmlformats.org/drawingml/2006/main">
            <a:off x="7417798"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9" name="Editable chart path">
            <a:extLst xmlns:a="http://schemas.openxmlformats.org/drawingml/2006/main">
              <a:ext uri="{FF2B5EF4-FFF2-40B4-BE49-F238E27FC236}">
                <a16:creationId xmlns:a16="http://schemas.microsoft.com/office/drawing/2014/main" id="{CCDDBF50-FF99-462C-BE9B-E5C631139237}"/>
              </a:ext>
            </a:extLst>
          </p:cNvPr>
          <p:cNvSpPr>
            <a:spLocks xmlns:a="http://schemas.openxmlformats.org/drawingml/2006/main" noGrp="1"/>
          </p:cNvSpPr>
          <p:nvPr/>
        </p:nvSpPr>
        <p:spPr>
          <a:xfrm xmlns:a="http://schemas.openxmlformats.org/drawingml/2006/main">
            <a:off x="746640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0" name="Editable chart path">
            <a:extLst xmlns:a="http://schemas.openxmlformats.org/drawingml/2006/main">
              <a:ext uri="{FF2B5EF4-FFF2-40B4-BE49-F238E27FC236}">
                <a16:creationId xmlns:a16="http://schemas.microsoft.com/office/drawing/2014/main" id="{B85B9A6A-1403-4991-845D-DD3064123AA3}"/>
              </a:ext>
            </a:extLst>
          </p:cNvPr>
          <p:cNvSpPr>
            <a:spLocks xmlns:a="http://schemas.openxmlformats.org/drawingml/2006/main" noGrp="1"/>
          </p:cNvSpPr>
          <p:nvPr/>
        </p:nvSpPr>
        <p:spPr>
          <a:xfrm xmlns:a="http://schemas.openxmlformats.org/drawingml/2006/main">
            <a:off x="751501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1" name="Editable chart path">
            <a:extLst xmlns:a="http://schemas.openxmlformats.org/drawingml/2006/main">
              <a:ext uri="{FF2B5EF4-FFF2-40B4-BE49-F238E27FC236}">
                <a16:creationId xmlns:a16="http://schemas.microsoft.com/office/drawing/2014/main" id="{2B934AA9-3381-4C84-A94C-D434B31D0FCA}"/>
              </a:ext>
            </a:extLst>
          </p:cNvPr>
          <p:cNvSpPr>
            <a:spLocks xmlns:a="http://schemas.openxmlformats.org/drawingml/2006/main" noGrp="1"/>
          </p:cNvSpPr>
          <p:nvPr/>
        </p:nvSpPr>
        <p:spPr>
          <a:xfrm xmlns:a="http://schemas.openxmlformats.org/drawingml/2006/main">
            <a:off x="756363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2" name="Editable chart path">
            <a:extLst xmlns:a="http://schemas.openxmlformats.org/drawingml/2006/main">
              <a:ext uri="{FF2B5EF4-FFF2-40B4-BE49-F238E27FC236}">
                <a16:creationId xmlns:a16="http://schemas.microsoft.com/office/drawing/2014/main" id="{F1725A13-437F-4C2F-909B-EAC429AC0ADD}"/>
              </a:ext>
            </a:extLst>
          </p:cNvPr>
          <p:cNvSpPr>
            <a:spLocks xmlns:a="http://schemas.openxmlformats.org/drawingml/2006/main" noGrp="1"/>
          </p:cNvSpPr>
          <p:nvPr/>
        </p:nvSpPr>
        <p:spPr>
          <a:xfrm xmlns:a="http://schemas.openxmlformats.org/drawingml/2006/main">
            <a:off x="761224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3" name="Editable chart path">
            <a:extLst xmlns:a="http://schemas.openxmlformats.org/drawingml/2006/main">
              <a:ext uri="{FF2B5EF4-FFF2-40B4-BE49-F238E27FC236}">
                <a16:creationId xmlns:a16="http://schemas.microsoft.com/office/drawing/2014/main" id="{378A946A-5893-4353-968D-1FECC6CC2F58}"/>
              </a:ext>
            </a:extLst>
          </p:cNvPr>
          <p:cNvSpPr>
            <a:spLocks xmlns:a="http://schemas.openxmlformats.org/drawingml/2006/main" noGrp="1"/>
          </p:cNvSpPr>
          <p:nvPr/>
        </p:nvSpPr>
        <p:spPr>
          <a:xfrm xmlns:a="http://schemas.openxmlformats.org/drawingml/2006/main">
            <a:off x="766085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4" name="Editable chart path">
            <a:extLst xmlns:a="http://schemas.openxmlformats.org/drawingml/2006/main">
              <a:ext uri="{FF2B5EF4-FFF2-40B4-BE49-F238E27FC236}">
                <a16:creationId xmlns:a16="http://schemas.microsoft.com/office/drawing/2014/main" id="{E05D3CC1-984B-42FB-B0FD-2BF3EF59151A}"/>
              </a:ext>
            </a:extLst>
          </p:cNvPr>
          <p:cNvSpPr>
            <a:spLocks xmlns:a="http://schemas.openxmlformats.org/drawingml/2006/main" noGrp="1"/>
          </p:cNvSpPr>
          <p:nvPr/>
        </p:nvSpPr>
        <p:spPr>
          <a:xfrm xmlns:a="http://schemas.openxmlformats.org/drawingml/2006/main">
            <a:off x="770946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5" name="Editable chart path">
            <a:extLst xmlns:a="http://schemas.openxmlformats.org/drawingml/2006/main">
              <a:ext uri="{FF2B5EF4-FFF2-40B4-BE49-F238E27FC236}">
                <a16:creationId xmlns:a16="http://schemas.microsoft.com/office/drawing/2014/main" id="{3C4865F5-D741-4FF7-BBE4-29EEE1481BC2}"/>
              </a:ext>
            </a:extLst>
          </p:cNvPr>
          <p:cNvSpPr>
            <a:spLocks xmlns:a="http://schemas.openxmlformats.org/drawingml/2006/main" noGrp="1"/>
          </p:cNvSpPr>
          <p:nvPr/>
        </p:nvSpPr>
        <p:spPr>
          <a:xfrm xmlns:a="http://schemas.openxmlformats.org/drawingml/2006/main">
            <a:off x="775807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6" name="Editable chart path">
            <a:extLst xmlns:a="http://schemas.openxmlformats.org/drawingml/2006/main">
              <a:ext uri="{FF2B5EF4-FFF2-40B4-BE49-F238E27FC236}">
                <a16:creationId xmlns:a16="http://schemas.microsoft.com/office/drawing/2014/main" id="{DC4AD160-676B-4FD0-BB7A-91E48AAC8799}"/>
              </a:ext>
            </a:extLst>
          </p:cNvPr>
          <p:cNvSpPr>
            <a:spLocks xmlns:a="http://schemas.openxmlformats.org/drawingml/2006/main" noGrp="1"/>
          </p:cNvSpPr>
          <p:nvPr/>
        </p:nvSpPr>
        <p:spPr>
          <a:xfrm xmlns:a="http://schemas.openxmlformats.org/drawingml/2006/main">
            <a:off x="780668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7" name="Editable chart path">
            <a:extLst xmlns:a="http://schemas.openxmlformats.org/drawingml/2006/main">
              <a:ext uri="{FF2B5EF4-FFF2-40B4-BE49-F238E27FC236}">
                <a16:creationId xmlns:a16="http://schemas.microsoft.com/office/drawing/2014/main" id="{7CA483D8-1573-45CE-9CDA-2F36D19F1F65}"/>
              </a:ext>
            </a:extLst>
          </p:cNvPr>
          <p:cNvSpPr>
            <a:spLocks xmlns:a="http://schemas.openxmlformats.org/drawingml/2006/main" noGrp="1"/>
          </p:cNvSpPr>
          <p:nvPr/>
        </p:nvSpPr>
        <p:spPr>
          <a:xfrm xmlns:a="http://schemas.openxmlformats.org/drawingml/2006/main">
            <a:off x="7855296"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8" name="Editable chart path">
            <a:extLst xmlns:a="http://schemas.openxmlformats.org/drawingml/2006/main">
              <a:ext uri="{FF2B5EF4-FFF2-40B4-BE49-F238E27FC236}">
                <a16:creationId xmlns:a16="http://schemas.microsoft.com/office/drawing/2014/main" id="{0894356A-C581-458F-96BB-AC2046088585}"/>
              </a:ext>
            </a:extLst>
          </p:cNvPr>
          <p:cNvSpPr>
            <a:spLocks xmlns:a="http://schemas.openxmlformats.org/drawingml/2006/main" noGrp="1"/>
          </p:cNvSpPr>
          <p:nvPr/>
        </p:nvSpPr>
        <p:spPr>
          <a:xfrm xmlns:a="http://schemas.openxmlformats.org/drawingml/2006/main">
            <a:off x="7903907"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9" name="Editable chart path">
            <a:extLst xmlns:a="http://schemas.openxmlformats.org/drawingml/2006/main">
              <a:ext uri="{FF2B5EF4-FFF2-40B4-BE49-F238E27FC236}">
                <a16:creationId xmlns:a16="http://schemas.microsoft.com/office/drawing/2014/main" id="{982DA97D-AA3A-476F-B80C-DC451E2D4AFD}"/>
              </a:ext>
            </a:extLst>
          </p:cNvPr>
          <p:cNvSpPr>
            <a:spLocks xmlns:a="http://schemas.openxmlformats.org/drawingml/2006/main" noGrp="1"/>
          </p:cNvSpPr>
          <p:nvPr/>
        </p:nvSpPr>
        <p:spPr>
          <a:xfrm xmlns:a="http://schemas.openxmlformats.org/drawingml/2006/main">
            <a:off x="7952518"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0" name="Editable chart path">
            <a:extLst xmlns:a="http://schemas.openxmlformats.org/drawingml/2006/main">
              <a:ext uri="{FF2B5EF4-FFF2-40B4-BE49-F238E27FC236}">
                <a16:creationId xmlns:a16="http://schemas.microsoft.com/office/drawing/2014/main" id="{CA119D04-C416-44D9-B3E0-7AC7ED0122FE}"/>
              </a:ext>
            </a:extLst>
          </p:cNvPr>
          <p:cNvSpPr>
            <a:spLocks xmlns:a="http://schemas.openxmlformats.org/drawingml/2006/main" noGrp="1"/>
          </p:cNvSpPr>
          <p:nvPr/>
        </p:nvSpPr>
        <p:spPr>
          <a:xfrm xmlns:a="http://schemas.openxmlformats.org/drawingml/2006/main">
            <a:off x="800112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1" name="Editable chart path">
            <a:extLst xmlns:a="http://schemas.openxmlformats.org/drawingml/2006/main">
              <a:ext uri="{FF2B5EF4-FFF2-40B4-BE49-F238E27FC236}">
                <a16:creationId xmlns:a16="http://schemas.microsoft.com/office/drawing/2014/main" id="{03EEC18A-930F-4B97-89FC-8385F86BD9FD}"/>
              </a:ext>
            </a:extLst>
          </p:cNvPr>
          <p:cNvSpPr>
            <a:spLocks xmlns:a="http://schemas.openxmlformats.org/drawingml/2006/main" noGrp="1"/>
          </p:cNvSpPr>
          <p:nvPr/>
        </p:nvSpPr>
        <p:spPr>
          <a:xfrm xmlns:a="http://schemas.openxmlformats.org/drawingml/2006/main">
            <a:off x="804974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2" name="Editable chart path">
            <a:extLst xmlns:a="http://schemas.openxmlformats.org/drawingml/2006/main">
              <a:ext uri="{FF2B5EF4-FFF2-40B4-BE49-F238E27FC236}">
                <a16:creationId xmlns:a16="http://schemas.microsoft.com/office/drawing/2014/main" id="{11E05A25-3CB6-474D-A589-47F6F1BE793F}"/>
              </a:ext>
            </a:extLst>
          </p:cNvPr>
          <p:cNvSpPr>
            <a:spLocks xmlns:a="http://schemas.openxmlformats.org/drawingml/2006/main" noGrp="1"/>
          </p:cNvSpPr>
          <p:nvPr/>
        </p:nvSpPr>
        <p:spPr>
          <a:xfrm xmlns:a="http://schemas.openxmlformats.org/drawingml/2006/main">
            <a:off x="809835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3" name="Editable chart path">
            <a:extLst xmlns:a="http://schemas.openxmlformats.org/drawingml/2006/main">
              <a:ext uri="{FF2B5EF4-FFF2-40B4-BE49-F238E27FC236}">
                <a16:creationId xmlns:a16="http://schemas.microsoft.com/office/drawing/2014/main" id="{54F5CED6-2977-4D38-8B5E-6D7DBDF8B919}"/>
              </a:ext>
            </a:extLst>
          </p:cNvPr>
          <p:cNvSpPr>
            <a:spLocks xmlns:a="http://schemas.openxmlformats.org/drawingml/2006/main" noGrp="1"/>
          </p:cNvSpPr>
          <p:nvPr/>
        </p:nvSpPr>
        <p:spPr>
          <a:xfrm xmlns:a="http://schemas.openxmlformats.org/drawingml/2006/main">
            <a:off x="814696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4" name="Editable chart path">
            <a:extLst xmlns:a="http://schemas.openxmlformats.org/drawingml/2006/main">
              <a:ext uri="{FF2B5EF4-FFF2-40B4-BE49-F238E27FC236}">
                <a16:creationId xmlns:a16="http://schemas.microsoft.com/office/drawing/2014/main" id="{7C1B0AC5-859E-41A8-ADCC-E89FC3D6D8E1}"/>
              </a:ext>
            </a:extLst>
          </p:cNvPr>
          <p:cNvSpPr>
            <a:spLocks xmlns:a="http://schemas.openxmlformats.org/drawingml/2006/main" noGrp="1"/>
          </p:cNvSpPr>
          <p:nvPr/>
        </p:nvSpPr>
        <p:spPr>
          <a:xfrm xmlns:a="http://schemas.openxmlformats.org/drawingml/2006/main">
            <a:off x="819557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5" name="Editable chart path">
            <a:extLst xmlns:a="http://schemas.openxmlformats.org/drawingml/2006/main">
              <a:ext uri="{FF2B5EF4-FFF2-40B4-BE49-F238E27FC236}">
                <a16:creationId xmlns:a16="http://schemas.microsoft.com/office/drawing/2014/main" id="{0D2BB250-5D92-4B64-ABE1-08865308542B}"/>
              </a:ext>
            </a:extLst>
          </p:cNvPr>
          <p:cNvSpPr>
            <a:spLocks xmlns:a="http://schemas.openxmlformats.org/drawingml/2006/main" noGrp="1"/>
          </p:cNvSpPr>
          <p:nvPr/>
        </p:nvSpPr>
        <p:spPr>
          <a:xfrm xmlns:a="http://schemas.openxmlformats.org/drawingml/2006/main">
            <a:off x="824418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6" name="Editable chart path">
            <a:extLst xmlns:a="http://schemas.openxmlformats.org/drawingml/2006/main">
              <a:ext uri="{FF2B5EF4-FFF2-40B4-BE49-F238E27FC236}">
                <a16:creationId xmlns:a16="http://schemas.microsoft.com/office/drawing/2014/main" id="{8A11597E-2441-4ABD-BBF0-C235D6387167}"/>
              </a:ext>
            </a:extLst>
          </p:cNvPr>
          <p:cNvSpPr>
            <a:spLocks xmlns:a="http://schemas.openxmlformats.org/drawingml/2006/main" noGrp="1"/>
          </p:cNvSpPr>
          <p:nvPr/>
        </p:nvSpPr>
        <p:spPr>
          <a:xfrm xmlns:a="http://schemas.openxmlformats.org/drawingml/2006/main">
            <a:off x="829279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7" name="Editable chart path">
            <a:extLst xmlns:a="http://schemas.openxmlformats.org/drawingml/2006/main">
              <a:ext uri="{FF2B5EF4-FFF2-40B4-BE49-F238E27FC236}">
                <a16:creationId xmlns:a16="http://schemas.microsoft.com/office/drawing/2014/main" id="{4AE66C78-599D-4547-9E28-E1F4F3AB69BD}"/>
              </a:ext>
            </a:extLst>
          </p:cNvPr>
          <p:cNvSpPr>
            <a:spLocks xmlns:a="http://schemas.openxmlformats.org/drawingml/2006/main" noGrp="1"/>
          </p:cNvSpPr>
          <p:nvPr/>
        </p:nvSpPr>
        <p:spPr>
          <a:xfrm xmlns:a="http://schemas.openxmlformats.org/drawingml/2006/main">
            <a:off x="848723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8" name="Editable chart path">
            <a:extLst xmlns:a="http://schemas.openxmlformats.org/drawingml/2006/main">
              <a:ext uri="{FF2B5EF4-FFF2-40B4-BE49-F238E27FC236}">
                <a16:creationId xmlns:a16="http://schemas.microsoft.com/office/drawing/2014/main" id="{62BE96AE-8D90-43CF-8FE4-3CB337871D12}"/>
              </a:ext>
            </a:extLst>
          </p:cNvPr>
          <p:cNvSpPr>
            <a:spLocks xmlns:a="http://schemas.openxmlformats.org/drawingml/2006/main" noGrp="1"/>
          </p:cNvSpPr>
          <p:nvPr/>
        </p:nvSpPr>
        <p:spPr>
          <a:xfrm xmlns:a="http://schemas.openxmlformats.org/drawingml/2006/main">
            <a:off x="8535850"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9" name="Editable chart path">
            <a:extLst xmlns:a="http://schemas.openxmlformats.org/drawingml/2006/main">
              <a:ext uri="{FF2B5EF4-FFF2-40B4-BE49-F238E27FC236}">
                <a16:creationId xmlns:a16="http://schemas.microsoft.com/office/drawing/2014/main" id="{824C76D7-6772-4A6C-AE30-3C54433DB131}"/>
              </a:ext>
            </a:extLst>
          </p:cNvPr>
          <p:cNvSpPr>
            <a:spLocks xmlns:a="http://schemas.openxmlformats.org/drawingml/2006/main" noGrp="1"/>
          </p:cNvSpPr>
          <p:nvPr/>
        </p:nvSpPr>
        <p:spPr>
          <a:xfrm xmlns:a="http://schemas.openxmlformats.org/drawingml/2006/main">
            <a:off x="8584461"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0" name="Editable chart path">
            <a:extLst xmlns:a="http://schemas.openxmlformats.org/drawingml/2006/main">
              <a:ext uri="{FF2B5EF4-FFF2-40B4-BE49-F238E27FC236}">
                <a16:creationId xmlns:a16="http://schemas.microsoft.com/office/drawing/2014/main" id="{ABB16857-967A-4F17-9D8C-A6F97D514593}"/>
              </a:ext>
            </a:extLst>
          </p:cNvPr>
          <p:cNvSpPr>
            <a:spLocks xmlns:a="http://schemas.openxmlformats.org/drawingml/2006/main" noGrp="1"/>
          </p:cNvSpPr>
          <p:nvPr/>
        </p:nvSpPr>
        <p:spPr>
          <a:xfrm xmlns:a="http://schemas.openxmlformats.org/drawingml/2006/main">
            <a:off x="863307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1" name="Editable chart path">
            <a:extLst xmlns:a="http://schemas.openxmlformats.org/drawingml/2006/main">
              <a:ext uri="{FF2B5EF4-FFF2-40B4-BE49-F238E27FC236}">
                <a16:creationId xmlns:a16="http://schemas.microsoft.com/office/drawing/2014/main" id="{A6DB20A1-48F8-4861-9E95-16090B57A534}"/>
              </a:ext>
            </a:extLst>
          </p:cNvPr>
          <p:cNvSpPr>
            <a:spLocks xmlns:a="http://schemas.openxmlformats.org/drawingml/2006/main" noGrp="1"/>
          </p:cNvSpPr>
          <p:nvPr/>
        </p:nvSpPr>
        <p:spPr>
          <a:xfrm xmlns:a="http://schemas.openxmlformats.org/drawingml/2006/main">
            <a:off x="868168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2" name="Editable chart path">
            <a:extLst xmlns:a="http://schemas.openxmlformats.org/drawingml/2006/main">
              <a:ext uri="{FF2B5EF4-FFF2-40B4-BE49-F238E27FC236}">
                <a16:creationId xmlns:a16="http://schemas.microsoft.com/office/drawing/2014/main" id="{A46B165E-BCAE-4E90-B7FF-4CD6013C8F89}"/>
              </a:ext>
            </a:extLst>
          </p:cNvPr>
          <p:cNvSpPr>
            <a:spLocks xmlns:a="http://schemas.openxmlformats.org/drawingml/2006/main" noGrp="1"/>
          </p:cNvSpPr>
          <p:nvPr/>
        </p:nvSpPr>
        <p:spPr>
          <a:xfrm xmlns:a="http://schemas.openxmlformats.org/drawingml/2006/main">
            <a:off x="8730294"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3" name="Editable chart path">
            <a:extLst xmlns:a="http://schemas.openxmlformats.org/drawingml/2006/main">
              <a:ext uri="{FF2B5EF4-FFF2-40B4-BE49-F238E27FC236}">
                <a16:creationId xmlns:a16="http://schemas.microsoft.com/office/drawing/2014/main" id="{D8C661DE-433F-4B28-85E1-DEC746ECCDC4}"/>
              </a:ext>
            </a:extLst>
          </p:cNvPr>
          <p:cNvSpPr>
            <a:spLocks xmlns:a="http://schemas.openxmlformats.org/drawingml/2006/main" noGrp="1"/>
          </p:cNvSpPr>
          <p:nvPr/>
        </p:nvSpPr>
        <p:spPr>
          <a:xfrm xmlns:a="http://schemas.openxmlformats.org/drawingml/2006/main">
            <a:off x="649418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4" name="Editable chart path">
            <a:extLst xmlns:a="http://schemas.openxmlformats.org/drawingml/2006/main">
              <a:ext uri="{FF2B5EF4-FFF2-40B4-BE49-F238E27FC236}">
                <a16:creationId xmlns:a16="http://schemas.microsoft.com/office/drawing/2014/main" id="{B54306E6-B3D3-48CE-B182-1C7E9725A8E0}"/>
              </a:ext>
            </a:extLst>
          </p:cNvPr>
          <p:cNvSpPr>
            <a:spLocks xmlns:a="http://schemas.openxmlformats.org/drawingml/2006/main" noGrp="1"/>
          </p:cNvSpPr>
          <p:nvPr/>
        </p:nvSpPr>
        <p:spPr>
          <a:xfrm xmlns:a="http://schemas.openxmlformats.org/drawingml/2006/main">
            <a:off x="6542800"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5" name="Editable chart path">
            <a:extLst xmlns:a="http://schemas.openxmlformats.org/drawingml/2006/main">
              <a:ext uri="{FF2B5EF4-FFF2-40B4-BE49-F238E27FC236}">
                <a16:creationId xmlns:a16="http://schemas.microsoft.com/office/drawing/2014/main" id="{FE8B329A-2817-41C4-A635-A136FEE6647B}"/>
              </a:ext>
            </a:extLst>
          </p:cNvPr>
          <p:cNvSpPr>
            <a:spLocks xmlns:a="http://schemas.openxmlformats.org/drawingml/2006/main" noGrp="1"/>
          </p:cNvSpPr>
          <p:nvPr/>
        </p:nvSpPr>
        <p:spPr>
          <a:xfrm xmlns:a="http://schemas.openxmlformats.org/drawingml/2006/main">
            <a:off x="659141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6" name="Editable chart path">
            <a:extLst xmlns:a="http://schemas.openxmlformats.org/drawingml/2006/main">
              <a:ext uri="{FF2B5EF4-FFF2-40B4-BE49-F238E27FC236}">
                <a16:creationId xmlns:a16="http://schemas.microsoft.com/office/drawing/2014/main" id="{947936B3-1E13-4180-A38D-AFB85E73330F}"/>
              </a:ext>
            </a:extLst>
          </p:cNvPr>
          <p:cNvSpPr>
            <a:spLocks xmlns:a="http://schemas.openxmlformats.org/drawingml/2006/main" noGrp="1"/>
          </p:cNvSpPr>
          <p:nvPr/>
        </p:nvSpPr>
        <p:spPr>
          <a:xfrm xmlns:a="http://schemas.openxmlformats.org/drawingml/2006/main">
            <a:off x="6640022"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7" name="Editable chart path">
            <a:extLst xmlns:a="http://schemas.openxmlformats.org/drawingml/2006/main">
              <a:ext uri="{FF2B5EF4-FFF2-40B4-BE49-F238E27FC236}">
                <a16:creationId xmlns:a16="http://schemas.microsoft.com/office/drawing/2014/main" id="{67F5F6CC-9F93-472C-9B33-731208AC55BA}"/>
              </a:ext>
            </a:extLst>
          </p:cNvPr>
          <p:cNvSpPr>
            <a:spLocks xmlns:a="http://schemas.openxmlformats.org/drawingml/2006/main" noGrp="1"/>
          </p:cNvSpPr>
          <p:nvPr/>
        </p:nvSpPr>
        <p:spPr>
          <a:xfrm xmlns:a="http://schemas.openxmlformats.org/drawingml/2006/main">
            <a:off x="668863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8" name="Editable chart path">
            <a:extLst xmlns:a="http://schemas.openxmlformats.org/drawingml/2006/main">
              <a:ext uri="{FF2B5EF4-FFF2-40B4-BE49-F238E27FC236}">
                <a16:creationId xmlns:a16="http://schemas.microsoft.com/office/drawing/2014/main" id="{EF89DD3D-3E6E-470C-AF3A-9A261B344C1A}"/>
              </a:ext>
            </a:extLst>
          </p:cNvPr>
          <p:cNvSpPr>
            <a:spLocks xmlns:a="http://schemas.openxmlformats.org/drawingml/2006/main" noGrp="1"/>
          </p:cNvSpPr>
          <p:nvPr/>
        </p:nvSpPr>
        <p:spPr>
          <a:xfrm xmlns:a="http://schemas.openxmlformats.org/drawingml/2006/main">
            <a:off x="673724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9" name="Editable chart path">
            <a:extLst xmlns:a="http://schemas.openxmlformats.org/drawingml/2006/main">
              <a:ext uri="{FF2B5EF4-FFF2-40B4-BE49-F238E27FC236}">
                <a16:creationId xmlns:a16="http://schemas.microsoft.com/office/drawing/2014/main" id="{4C0895C6-2CBF-4D29-BE4F-784C93705A2F}"/>
              </a:ext>
            </a:extLst>
          </p:cNvPr>
          <p:cNvSpPr>
            <a:spLocks xmlns:a="http://schemas.openxmlformats.org/drawingml/2006/main" noGrp="1"/>
          </p:cNvSpPr>
          <p:nvPr/>
        </p:nvSpPr>
        <p:spPr>
          <a:xfrm xmlns:a="http://schemas.openxmlformats.org/drawingml/2006/main">
            <a:off x="678585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0" name="Editable chart path">
            <a:extLst xmlns:a="http://schemas.openxmlformats.org/drawingml/2006/main">
              <a:ext uri="{FF2B5EF4-FFF2-40B4-BE49-F238E27FC236}">
                <a16:creationId xmlns:a16="http://schemas.microsoft.com/office/drawing/2014/main" id="{667237B4-2837-47E7-B6ED-C5C7B2908C23}"/>
              </a:ext>
            </a:extLst>
          </p:cNvPr>
          <p:cNvSpPr>
            <a:spLocks xmlns:a="http://schemas.openxmlformats.org/drawingml/2006/main" noGrp="1"/>
          </p:cNvSpPr>
          <p:nvPr/>
        </p:nvSpPr>
        <p:spPr>
          <a:xfrm xmlns:a="http://schemas.openxmlformats.org/drawingml/2006/main">
            <a:off x="6834466"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1" name="Editable chart path">
            <a:extLst xmlns:a="http://schemas.openxmlformats.org/drawingml/2006/main">
              <a:ext uri="{FF2B5EF4-FFF2-40B4-BE49-F238E27FC236}">
                <a16:creationId xmlns:a16="http://schemas.microsoft.com/office/drawing/2014/main" id="{B06D9DF0-59D9-4D8F-B472-0B6AD7C0CF8A}"/>
              </a:ext>
            </a:extLst>
          </p:cNvPr>
          <p:cNvSpPr>
            <a:spLocks xmlns:a="http://schemas.openxmlformats.org/drawingml/2006/main" noGrp="1"/>
          </p:cNvSpPr>
          <p:nvPr/>
        </p:nvSpPr>
        <p:spPr>
          <a:xfrm xmlns:a="http://schemas.openxmlformats.org/drawingml/2006/main">
            <a:off x="6883077"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2" name="Editable chart path">
            <a:extLst xmlns:a="http://schemas.openxmlformats.org/drawingml/2006/main">
              <a:ext uri="{FF2B5EF4-FFF2-40B4-BE49-F238E27FC236}">
                <a16:creationId xmlns:a16="http://schemas.microsoft.com/office/drawing/2014/main" id="{B48B7A54-CBD5-4BBD-A6AD-2A900E62DEC0}"/>
              </a:ext>
            </a:extLst>
          </p:cNvPr>
          <p:cNvSpPr>
            <a:spLocks xmlns:a="http://schemas.openxmlformats.org/drawingml/2006/main" noGrp="1"/>
          </p:cNvSpPr>
          <p:nvPr/>
        </p:nvSpPr>
        <p:spPr>
          <a:xfrm xmlns:a="http://schemas.openxmlformats.org/drawingml/2006/main">
            <a:off x="693168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3" name="Editable chart path">
            <a:extLst xmlns:a="http://schemas.openxmlformats.org/drawingml/2006/main">
              <a:ext uri="{FF2B5EF4-FFF2-40B4-BE49-F238E27FC236}">
                <a16:creationId xmlns:a16="http://schemas.microsoft.com/office/drawing/2014/main" id="{87891333-9E06-4997-80FF-42D1CD8DA325}"/>
              </a:ext>
            </a:extLst>
          </p:cNvPr>
          <p:cNvSpPr>
            <a:spLocks xmlns:a="http://schemas.openxmlformats.org/drawingml/2006/main" noGrp="1"/>
          </p:cNvSpPr>
          <p:nvPr/>
        </p:nvSpPr>
        <p:spPr>
          <a:xfrm xmlns:a="http://schemas.openxmlformats.org/drawingml/2006/main">
            <a:off x="698029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4" name="Editable chart path">
            <a:extLst xmlns:a="http://schemas.openxmlformats.org/drawingml/2006/main">
              <a:ext uri="{FF2B5EF4-FFF2-40B4-BE49-F238E27FC236}">
                <a16:creationId xmlns:a16="http://schemas.microsoft.com/office/drawing/2014/main" id="{10A3B5D6-7614-40A9-9D58-873BB5AEA088}"/>
              </a:ext>
            </a:extLst>
          </p:cNvPr>
          <p:cNvSpPr>
            <a:spLocks xmlns:a="http://schemas.openxmlformats.org/drawingml/2006/main" noGrp="1"/>
          </p:cNvSpPr>
          <p:nvPr/>
        </p:nvSpPr>
        <p:spPr>
          <a:xfrm xmlns:a="http://schemas.openxmlformats.org/drawingml/2006/main">
            <a:off x="7028910"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5" name="Editable chart path">
            <a:extLst xmlns:a="http://schemas.openxmlformats.org/drawingml/2006/main">
              <a:ext uri="{FF2B5EF4-FFF2-40B4-BE49-F238E27FC236}">
                <a16:creationId xmlns:a16="http://schemas.microsoft.com/office/drawing/2014/main" id="{036D82FA-97BA-494E-9B92-DAAE4138DEA3}"/>
              </a:ext>
            </a:extLst>
          </p:cNvPr>
          <p:cNvSpPr>
            <a:spLocks xmlns:a="http://schemas.openxmlformats.org/drawingml/2006/main" noGrp="1"/>
          </p:cNvSpPr>
          <p:nvPr/>
        </p:nvSpPr>
        <p:spPr>
          <a:xfrm xmlns:a="http://schemas.openxmlformats.org/drawingml/2006/main">
            <a:off x="707752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6" name="Editable chart path">
            <a:extLst xmlns:a="http://schemas.openxmlformats.org/drawingml/2006/main">
              <a:ext uri="{FF2B5EF4-FFF2-40B4-BE49-F238E27FC236}">
                <a16:creationId xmlns:a16="http://schemas.microsoft.com/office/drawing/2014/main" id="{30C6A2AF-D94C-4E78-AC6A-BF8D1DF6E302}"/>
              </a:ext>
            </a:extLst>
          </p:cNvPr>
          <p:cNvSpPr>
            <a:spLocks xmlns:a="http://schemas.openxmlformats.org/drawingml/2006/main" noGrp="1"/>
          </p:cNvSpPr>
          <p:nvPr/>
        </p:nvSpPr>
        <p:spPr>
          <a:xfrm xmlns:a="http://schemas.openxmlformats.org/drawingml/2006/main">
            <a:off x="7126132"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7" name="Editable chart path">
            <a:extLst xmlns:a="http://schemas.openxmlformats.org/drawingml/2006/main">
              <a:ext uri="{FF2B5EF4-FFF2-40B4-BE49-F238E27FC236}">
                <a16:creationId xmlns:a16="http://schemas.microsoft.com/office/drawing/2014/main" id="{ED6E2ECE-FB52-4857-8DB7-325372885870}"/>
              </a:ext>
            </a:extLst>
          </p:cNvPr>
          <p:cNvSpPr>
            <a:spLocks xmlns:a="http://schemas.openxmlformats.org/drawingml/2006/main" noGrp="1"/>
          </p:cNvSpPr>
          <p:nvPr/>
        </p:nvSpPr>
        <p:spPr>
          <a:xfrm xmlns:a="http://schemas.openxmlformats.org/drawingml/2006/main">
            <a:off x="717474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8" name="Editable chart path">
            <a:extLst xmlns:a="http://schemas.openxmlformats.org/drawingml/2006/main">
              <a:ext uri="{FF2B5EF4-FFF2-40B4-BE49-F238E27FC236}">
                <a16:creationId xmlns:a16="http://schemas.microsoft.com/office/drawing/2014/main" id="{D7A4097B-CD59-424C-B2CF-67907A190E69}"/>
              </a:ext>
            </a:extLst>
          </p:cNvPr>
          <p:cNvSpPr>
            <a:spLocks xmlns:a="http://schemas.openxmlformats.org/drawingml/2006/main" noGrp="1"/>
          </p:cNvSpPr>
          <p:nvPr/>
        </p:nvSpPr>
        <p:spPr>
          <a:xfrm xmlns:a="http://schemas.openxmlformats.org/drawingml/2006/main">
            <a:off x="722335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9" name="Editable chart path">
            <a:extLst xmlns:a="http://schemas.openxmlformats.org/drawingml/2006/main">
              <a:ext uri="{FF2B5EF4-FFF2-40B4-BE49-F238E27FC236}">
                <a16:creationId xmlns:a16="http://schemas.microsoft.com/office/drawing/2014/main" id="{0E21F6C1-DDDC-40DC-B5E2-94655540AFD7}"/>
              </a:ext>
            </a:extLst>
          </p:cNvPr>
          <p:cNvSpPr>
            <a:spLocks xmlns:a="http://schemas.openxmlformats.org/drawingml/2006/main" noGrp="1"/>
          </p:cNvSpPr>
          <p:nvPr/>
        </p:nvSpPr>
        <p:spPr>
          <a:xfrm xmlns:a="http://schemas.openxmlformats.org/drawingml/2006/main">
            <a:off x="727196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0" name="Editable chart path">
            <a:extLst xmlns:a="http://schemas.openxmlformats.org/drawingml/2006/main">
              <a:ext uri="{FF2B5EF4-FFF2-40B4-BE49-F238E27FC236}">
                <a16:creationId xmlns:a16="http://schemas.microsoft.com/office/drawing/2014/main" id="{CA34FEF0-C5A3-4BB3-92E1-8D33224DB029}"/>
              </a:ext>
            </a:extLst>
          </p:cNvPr>
          <p:cNvSpPr>
            <a:spLocks xmlns:a="http://schemas.openxmlformats.org/drawingml/2006/main" noGrp="1"/>
          </p:cNvSpPr>
          <p:nvPr/>
        </p:nvSpPr>
        <p:spPr>
          <a:xfrm xmlns:a="http://schemas.openxmlformats.org/drawingml/2006/main">
            <a:off x="7320576"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1" name="Editable chart path">
            <a:extLst xmlns:a="http://schemas.openxmlformats.org/drawingml/2006/main">
              <a:ext uri="{FF2B5EF4-FFF2-40B4-BE49-F238E27FC236}">
                <a16:creationId xmlns:a16="http://schemas.microsoft.com/office/drawing/2014/main" id="{D270D8FD-A53E-4F70-94D3-9D4AADF8992C}"/>
              </a:ext>
            </a:extLst>
          </p:cNvPr>
          <p:cNvSpPr>
            <a:spLocks xmlns:a="http://schemas.openxmlformats.org/drawingml/2006/main" noGrp="1"/>
          </p:cNvSpPr>
          <p:nvPr/>
        </p:nvSpPr>
        <p:spPr>
          <a:xfrm xmlns:a="http://schemas.openxmlformats.org/drawingml/2006/main">
            <a:off x="7369187"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2" name="Editable chart path">
            <a:extLst xmlns:a="http://schemas.openxmlformats.org/drawingml/2006/main">
              <a:ext uri="{FF2B5EF4-FFF2-40B4-BE49-F238E27FC236}">
                <a16:creationId xmlns:a16="http://schemas.microsoft.com/office/drawing/2014/main" id="{05DD4DF3-9687-4552-BBCE-D90DA4EDC8AF}"/>
              </a:ext>
            </a:extLst>
          </p:cNvPr>
          <p:cNvSpPr>
            <a:spLocks xmlns:a="http://schemas.openxmlformats.org/drawingml/2006/main" noGrp="1"/>
          </p:cNvSpPr>
          <p:nvPr/>
        </p:nvSpPr>
        <p:spPr>
          <a:xfrm xmlns:a="http://schemas.openxmlformats.org/drawingml/2006/main">
            <a:off x="741779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3" name="Editable chart path">
            <a:extLst xmlns:a="http://schemas.openxmlformats.org/drawingml/2006/main">
              <a:ext uri="{FF2B5EF4-FFF2-40B4-BE49-F238E27FC236}">
                <a16:creationId xmlns:a16="http://schemas.microsoft.com/office/drawing/2014/main" id="{9B826D24-DD6F-43BA-9D1F-8F220F86F3F7}"/>
              </a:ext>
            </a:extLst>
          </p:cNvPr>
          <p:cNvSpPr>
            <a:spLocks xmlns:a="http://schemas.openxmlformats.org/drawingml/2006/main" noGrp="1"/>
          </p:cNvSpPr>
          <p:nvPr/>
        </p:nvSpPr>
        <p:spPr>
          <a:xfrm xmlns:a="http://schemas.openxmlformats.org/drawingml/2006/main">
            <a:off x="746640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4" name="Editable chart path">
            <a:extLst xmlns:a="http://schemas.openxmlformats.org/drawingml/2006/main">
              <a:ext uri="{FF2B5EF4-FFF2-40B4-BE49-F238E27FC236}">
                <a16:creationId xmlns:a16="http://schemas.microsoft.com/office/drawing/2014/main" id="{885D70F1-D3B3-49A8-8DA6-147A24E80D15}"/>
              </a:ext>
            </a:extLst>
          </p:cNvPr>
          <p:cNvSpPr>
            <a:spLocks xmlns:a="http://schemas.openxmlformats.org/drawingml/2006/main" noGrp="1"/>
          </p:cNvSpPr>
          <p:nvPr/>
        </p:nvSpPr>
        <p:spPr>
          <a:xfrm xmlns:a="http://schemas.openxmlformats.org/drawingml/2006/main">
            <a:off x="751501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5" name="Editable chart path">
            <a:extLst xmlns:a="http://schemas.openxmlformats.org/drawingml/2006/main">
              <a:ext uri="{FF2B5EF4-FFF2-40B4-BE49-F238E27FC236}">
                <a16:creationId xmlns:a16="http://schemas.microsoft.com/office/drawing/2014/main" id="{6890CCB4-7B26-4FE8-8680-DFC2ACB046AD}"/>
              </a:ext>
            </a:extLst>
          </p:cNvPr>
          <p:cNvSpPr>
            <a:spLocks xmlns:a="http://schemas.openxmlformats.org/drawingml/2006/main" noGrp="1"/>
          </p:cNvSpPr>
          <p:nvPr/>
        </p:nvSpPr>
        <p:spPr>
          <a:xfrm xmlns:a="http://schemas.openxmlformats.org/drawingml/2006/main">
            <a:off x="7563630"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6" name="Editable chart path">
            <a:extLst xmlns:a="http://schemas.openxmlformats.org/drawingml/2006/main">
              <a:ext uri="{FF2B5EF4-FFF2-40B4-BE49-F238E27FC236}">
                <a16:creationId xmlns:a16="http://schemas.microsoft.com/office/drawing/2014/main" id="{8CCD99DC-26EB-4DB0-BF15-6FE8DA9BE4AC}"/>
              </a:ext>
            </a:extLst>
          </p:cNvPr>
          <p:cNvSpPr>
            <a:spLocks xmlns:a="http://schemas.openxmlformats.org/drawingml/2006/main" noGrp="1"/>
          </p:cNvSpPr>
          <p:nvPr/>
        </p:nvSpPr>
        <p:spPr>
          <a:xfrm xmlns:a="http://schemas.openxmlformats.org/drawingml/2006/main">
            <a:off x="761224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7" name="Editable chart path">
            <a:extLst xmlns:a="http://schemas.openxmlformats.org/drawingml/2006/main">
              <a:ext uri="{FF2B5EF4-FFF2-40B4-BE49-F238E27FC236}">
                <a16:creationId xmlns:a16="http://schemas.microsoft.com/office/drawing/2014/main" id="{3E931E2F-17A2-4C0A-9F0D-25D92875EA7F}"/>
              </a:ext>
            </a:extLst>
          </p:cNvPr>
          <p:cNvSpPr>
            <a:spLocks xmlns:a="http://schemas.openxmlformats.org/drawingml/2006/main" noGrp="1"/>
          </p:cNvSpPr>
          <p:nvPr/>
        </p:nvSpPr>
        <p:spPr>
          <a:xfrm xmlns:a="http://schemas.openxmlformats.org/drawingml/2006/main">
            <a:off x="7660852"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8" name="Editable chart path">
            <a:extLst xmlns:a="http://schemas.openxmlformats.org/drawingml/2006/main">
              <a:ext uri="{FF2B5EF4-FFF2-40B4-BE49-F238E27FC236}">
                <a16:creationId xmlns:a16="http://schemas.microsoft.com/office/drawing/2014/main" id="{667A5DC8-F927-40C2-835B-805656FBF4F9}"/>
              </a:ext>
            </a:extLst>
          </p:cNvPr>
          <p:cNvSpPr>
            <a:spLocks xmlns:a="http://schemas.openxmlformats.org/drawingml/2006/main" noGrp="1"/>
          </p:cNvSpPr>
          <p:nvPr/>
        </p:nvSpPr>
        <p:spPr>
          <a:xfrm xmlns:a="http://schemas.openxmlformats.org/drawingml/2006/main">
            <a:off x="770946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9" name="Editable chart path">
            <a:extLst xmlns:a="http://schemas.openxmlformats.org/drawingml/2006/main">
              <a:ext uri="{FF2B5EF4-FFF2-40B4-BE49-F238E27FC236}">
                <a16:creationId xmlns:a16="http://schemas.microsoft.com/office/drawing/2014/main" id="{60713101-C940-4417-97B9-9C18967615F8}"/>
              </a:ext>
            </a:extLst>
          </p:cNvPr>
          <p:cNvSpPr>
            <a:spLocks xmlns:a="http://schemas.openxmlformats.org/drawingml/2006/main" noGrp="1"/>
          </p:cNvSpPr>
          <p:nvPr/>
        </p:nvSpPr>
        <p:spPr>
          <a:xfrm xmlns:a="http://schemas.openxmlformats.org/drawingml/2006/main">
            <a:off x="775807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0" name="Editable chart path">
            <a:extLst xmlns:a="http://schemas.openxmlformats.org/drawingml/2006/main">
              <a:ext uri="{FF2B5EF4-FFF2-40B4-BE49-F238E27FC236}">
                <a16:creationId xmlns:a16="http://schemas.microsoft.com/office/drawing/2014/main" id="{DB239C2E-13FE-47C6-B234-E42F213EE631}"/>
              </a:ext>
            </a:extLst>
          </p:cNvPr>
          <p:cNvSpPr>
            <a:spLocks xmlns:a="http://schemas.openxmlformats.org/drawingml/2006/main" noGrp="1"/>
          </p:cNvSpPr>
          <p:nvPr/>
        </p:nvSpPr>
        <p:spPr>
          <a:xfrm xmlns:a="http://schemas.openxmlformats.org/drawingml/2006/main">
            <a:off x="780668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1" name="Editable chart path">
            <a:extLst xmlns:a="http://schemas.openxmlformats.org/drawingml/2006/main">
              <a:ext uri="{FF2B5EF4-FFF2-40B4-BE49-F238E27FC236}">
                <a16:creationId xmlns:a16="http://schemas.microsoft.com/office/drawing/2014/main" id="{FFE06F65-9D8D-4847-A6D8-7EAABA620E7C}"/>
              </a:ext>
            </a:extLst>
          </p:cNvPr>
          <p:cNvSpPr>
            <a:spLocks xmlns:a="http://schemas.openxmlformats.org/drawingml/2006/main" noGrp="1"/>
          </p:cNvSpPr>
          <p:nvPr/>
        </p:nvSpPr>
        <p:spPr>
          <a:xfrm xmlns:a="http://schemas.openxmlformats.org/drawingml/2006/main">
            <a:off x="7855296"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2" name="Editable chart path">
            <a:extLst xmlns:a="http://schemas.openxmlformats.org/drawingml/2006/main">
              <a:ext uri="{FF2B5EF4-FFF2-40B4-BE49-F238E27FC236}">
                <a16:creationId xmlns:a16="http://schemas.microsoft.com/office/drawing/2014/main" id="{757DA901-FCF1-4425-867B-76BC50053439}"/>
              </a:ext>
            </a:extLst>
          </p:cNvPr>
          <p:cNvSpPr>
            <a:spLocks xmlns:a="http://schemas.openxmlformats.org/drawingml/2006/main" noGrp="1"/>
          </p:cNvSpPr>
          <p:nvPr/>
        </p:nvSpPr>
        <p:spPr>
          <a:xfrm xmlns:a="http://schemas.openxmlformats.org/drawingml/2006/main">
            <a:off x="7903907"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3" name="Editable chart path">
            <a:extLst xmlns:a="http://schemas.openxmlformats.org/drawingml/2006/main">
              <a:ext uri="{FF2B5EF4-FFF2-40B4-BE49-F238E27FC236}">
                <a16:creationId xmlns:a16="http://schemas.microsoft.com/office/drawing/2014/main" id="{C8F9FAC0-92B8-4BEE-B8FD-5F7DB92AD319}"/>
              </a:ext>
            </a:extLst>
          </p:cNvPr>
          <p:cNvSpPr>
            <a:spLocks xmlns:a="http://schemas.openxmlformats.org/drawingml/2006/main" noGrp="1"/>
          </p:cNvSpPr>
          <p:nvPr/>
        </p:nvSpPr>
        <p:spPr>
          <a:xfrm xmlns:a="http://schemas.openxmlformats.org/drawingml/2006/main">
            <a:off x="795251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4" name="Editable chart path">
            <a:extLst xmlns:a="http://schemas.openxmlformats.org/drawingml/2006/main">
              <a:ext uri="{FF2B5EF4-FFF2-40B4-BE49-F238E27FC236}">
                <a16:creationId xmlns:a16="http://schemas.microsoft.com/office/drawing/2014/main" id="{088F2E9B-E3D6-4998-AB7D-5199B72CC806}"/>
              </a:ext>
            </a:extLst>
          </p:cNvPr>
          <p:cNvSpPr>
            <a:spLocks xmlns:a="http://schemas.openxmlformats.org/drawingml/2006/main" noGrp="1"/>
          </p:cNvSpPr>
          <p:nvPr/>
        </p:nvSpPr>
        <p:spPr>
          <a:xfrm xmlns:a="http://schemas.openxmlformats.org/drawingml/2006/main">
            <a:off x="800112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5" name="Editable chart path">
            <a:extLst xmlns:a="http://schemas.openxmlformats.org/drawingml/2006/main">
              <a:ext uri="{FF2B5EF4-FFF2-40B4-BE49-F238E27FC236}">
                <a16:creationId xmlns:a16="http://schemas.microsoft.com/office/drawing/2014/main" id="{5C961BEE-7A9B-4CAD-B040-B70D1C0D499A}"/>
              </a:ext>
            </a:extLst>
          </p:cNvPr>
          <p:cNvSpPr>
            <a:spLocks xmlns:a="http://schemas.openxmlformats.org/drawingml/2006/main" noGrp="1"/>
          </p:cNvSpPr>
          <p:nvPr/>
        </p:nvSpPr>
        <p:spPr>
          <a:xfrm xmlns:a="http://schemas.openxmlformats.org/drawingml/2006/main">
            <a:off x="819557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6" name="Editable chart path">
            <a:extLst xmlns:a="http://schemas.openxmlformats.org/drawingml/2006/main">
              <a:ext uri="{FF2B5EF4-FFF2-40B4-BE49-F238E27FC236}">
                <a16:creationId xmlns:a16="http://schemas.microsoft.com/office/drawing/2014/main" id="{800A4386-0218-4471-BB82-CC43E323B69E}"/>
              </a:ext>
            </a:extLst>
          </p:cNvPr>
          <p:cNvSpPr>
            <a:spLocks xmlns:a="http://schemas.openxmlformats.org/drawingml/2006/main" noGrp="1"/>
          </p:cNvSpPr>
          <p:nvPr/>
        </p:nvSpPr>
        <p:spPr>
          <a:xfrm xmlns:a="http://schemas.openxmlformats.org/drawingml/2006/main">
            <a:off x="824418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7" name="Editable chart path">
            <a:extLst xmlns:a="http://schemas.openxmlformats.org/drawingml/2006/main">
              <a:ext uri="{FF2B5EF4-FFF2-40B4-BE49-F238E27FC236}">
                <a16:creationId xmlns:a16="http://schemas.microsoft.com/office/drawing/2014/main" id="{B33D2AC8-3FD0-422D-A761-265B80FB533E}"/>
              </a:ext>
            </a:extLst>
          </p:cNvPr>
          <p:cNvSpPr>
            <a:spLocks xmlns:a="http://schemas.openxmlformats.org/drawingml/2006/main" noGrp="1"/>
          </p:cNvSpPr>
          <p:nvPr/>
        </p:nvSpPr>
        <p:spPr>
          <a:xfrm xmlns:a="http://schemas.openxmlformats.org/drawingml/2006/main">
            <a:off x="829279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8" name="Editable chart path">
            <a:extLst xmlns:a="http://schemas.openxmlformats.org/drawingml/2006/main">
              <a:ext uri="{FF2B5EF4-FFF2-40B4-BE49-F238E27FC236}">
                <a16:creationId xmlns:a16="http://schemas.microsoft.com/office/drawing/2014/main" id="{5D31FF48-7F13-4F21-8739-00DA7663D22B}"/>
              </a:ext>
            </a:extLst>
          </p:cNvPr>
          <p:cNvSpPr>
            <a:spLocks xmlns:a="http://schemas.openxmlformats.org/drawingml/2006/main" noGrp="1"/>
          </p:cNvSpPr>
          <p:nvPr/>
        </p:nvSpPr>
        <p:spPr>
          <a:xfrm xmlns:a="http://schemas.openxmlformats.org/drawingml/2006/main">
            <a:off x="843862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9" name="Editable chart path">
            <a:extLst xmlns:a="http://schemas.openxmlformats.org/drawingml/2006/main">
              <a:ext uri="{FF2B5EF4-FFF2-40B4-BE49-F238E27FC236}">
                <a16:creationId xmlns:a16="http://schemas.microsoft.com/office/drawing/2014/main" id="{056FABE6-79EA-430C-8614-EFE5CFBC1B5A}"/>
              </a:ext>
            </a:extLst>
          </p:cNvPr>
          <p:cNvSpPr>
            <a:spLocks xmlns:a="http://schemas.openxmlformats.org/drawingml/2006/main" noGrp="1"/>
          </p:cNvSpPr>
          <p:nvPr/>
        </p:nvSpPr>
        <p:spPr>
          <a:xfrm xmlns:a="http://schemas.openxmlformats.org/drawingml/2006/main">
            <a:off x="8487239"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0" name="Editable chart path">
            <a:extLst xmlns:a="http://schemas.openxmlformats.org/drawingml/2006/main">
              <a:ext uri="{FF2B5EF4-FFF2-40B4-BE49-F238E27FC236}">
                <a16:creationId xmlns:a16="http://schemas.microsoft.com/office/drawing/2014/main" id="{EB49CFE2-4FB1-4208-AFC6-3ABC0D726147}"/>
              </a:ext>
            </a:extLst>
          </p:cNvPr>
          <p:cNvSpPr>
            <a:spLocks xmlns:a="http://schemas.openxmlformats.org/drawingml/2006/main" noGrp="1"/>
          </p:cNvSpPr>
          <p:nvPr/>
        </p:nvSpPr>
        <p:spPr>
          <a:xfrm xmlns:a="http://schemas.openxmlformats.org/drawingml/2006/main">
            <a:off x="8535850"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1" name="Editable chart path">
            <a:extLst xmlns:a="http://schemas.openxmlformats.org/drawingml/2006/main">
              <a:ext uri="{FF2B5EF4-FFF2-40B4-BE49-F238E27FC236}">
                <a16:creationId xmlns:a16="http://schemas.microsoft.com/office/drawing/2014/main" id="{8C3DB427-49AC-4FAA-80A4-2646BC40B506}"/>
              </a:ext>
            </a:extLst>
          </p:cNvPr>
          <p:cNvSpPr>
            <a:spLocks xmlns:a="http://schemas.openxmlformats.org/drawingml/2006/main" noGrp="1"/>
          </p:cNvSpPr>
          <p:nvPr/>
        </p:nvSpPr>
        <p:spPr>
          <a:xfrm xmlns:a="http://schemas.openxmlformats.org/drawingml/2006/main">
            <a:off x="8584461"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2" name="Editable chart path">
            <a:extLst xmlns:a="http://schemas.openxmlformats.org/drawingml/2006/main">
              <a:ext uri="{FF2B5EF4-FFF2-40B4-BE49-F238E27FC236}">
                <a16:creationId xmlns:a16="http://schemas.microsoft.com/office/drawing/2014/main" id="{3C71C280-6184-43BD-9995-D2CB40C452E5}"/>
              </a:ext>
            </a:extLst>
          </p:cNvPr>
          <p:cNvSpPr>
            <a:spLocks xmlns:a="http://schemas.openxmlformats.org/drawingml/2006/main" noGrp="1"/>
          </p:cNvSpPr>
          <p:nvPr/>
        </p:nvSpPr>
        <p:spPr>
          <a:xfrm xmlns:a="http://schemas.openxmlformats.org/drawingml/2006/main">
            <a:off x="8633072"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3" name="Editable chart path">
            <a:extLst xmlns:a="http://schemas.openxmlformats.org/drawingml/2006/main">
              <a:ext uri="{FF2B5EF4-FFF2-40B4-BE49-F238E27FC236}">
                <a16:creationId xmlns:a16="http://schemas.microsoft.com/office/drawing/2014/main" id="{228158D2-81B3-451C-8F77-B8E0007210C0}"/>
              </a:ext>
            </a:extLst>
          </p:cNvPr>
          <p:cNvSpPr>
            <a:spLocks xmlns:a="http://schemas.openxmlformats.org/drawingml/2006/main" noGrp="1"/>
          </p:cNvSpPr>
          <p:nvPr/>
        </p:nvSpPr>
        <p:spPr>
          <a:xfrm xmlns:a="http://schemas.openxmlformats.org/drawingml/2006/main">
            <a:off x="868168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4" name="Editable chart path">
            <a:extLst xmlns:a="http://schemas.openxmlformats.org/drawingml/2006/main">
              <a:ext uri="{FF2B5EF4-FFF2-40B4-BE49-F238E27FC236}">
                <a16:creationId xmlns:a16="http://schemas.microsoft.com/office/drawing/2014/main" id="{1625B2BA-D158-4E2F-8C0F-01E3A599C9EE}"/>
              </a:ext>
            </a:extLst>
          </p:cNvPr>
          <p:cNvSpPr>
            <a:spLocks xmlns:a="http://schemas.openxmlformats.org/drawingml/2006/main" noGrp="1"/>
          </p:cNvSpPr>
          <p:nvPr/>
        </p:nvSpPr>
        <p:spPr>
          <a:xfrm xmlns:a="http://schemas.openxmlformats.org/drawingml/2006/main">
            <a:off x="873029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5" name="Editable chart path">
            <a:extLst xmlns:a="http://schemas.openxmlformats.org/drawingml/2006/main">
              <a:ext uri="{FF2B5EF4-FFF2-40B4-BE49-F238E27FC236}">
                <a16:creationId xmlns:a16="http://schemas.microsoft.com/office/drawing/2014/main" id="{D0FE875F-BFDE-4C55-9F98-E7451F5A033C}"/>
              </a:ext>
            </a:extLst>
          </p:cNvPr>
          <p:cNvSpPr>
            <a:spLocks xmlns:a="http://schemas.openxmlformats.org/drawingml/2006/main" noGrp="1"/>
          </p:cNvSpPr>
          <p:nvPr/>
        </p:nvSpPr>
        <p:spPr>
          <a:xfrm xmlns:a="http://schemas.openxmlformats.org/drawingml/2006/main">
            <a:off x="649418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6" name="Editable chart path">
            <a:extLst xmlns:a="http://schemas.openxmlformats.org/drawingml/2006/main">
              <a:ext uri="{FF2B5EF4-FFF2-40B4-BE49-F238E27FC236}">
                <a16:creationId xmlns:a16="http://schemas.microsoft.com/office/drawing/2014/main" id="{49A84171-69B0-4E10-BED7-4E2589E96DCD}"/>
              </a:ext>
            </a:extLst>
          </p:cNvPr>
          <p:cNvSpPr>
            <a:spLocks xmlns:a="http://schemas.openxmlformats.org/drawingml/2006/main" noGrp="1"/>
          </p:cNvSpPr>
          <p:nvPr/>
        </p:nvSpPr>
        <p:spPr>
          <a:xfrm xmlns:a="http://schemas.openxmlformats.org/drawingml/2006/main">
            <a:off x="6542800"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7" name="Editable chart path">
            <a:extLst xmlns:a="http://schemas.openxmlformats.org/drawingml/2006/main">
              <a:ext uri="{FF2B5EF4-FFF2-40B4-BE49-F238E27FC236}">
                <a16:creationId xmlns:a16="http://schemas.microsoft.com/office/drawing/2014/main" id="{D5F00740-A02D-4681-B576-1D37C6E048AE}"/>
              </a:ext>
            </a:extLst>
          </p:cNvPr>
          <p:cNvSpPr>
            <a:spLocks xmlns:a="http://schemas.openxmlformats.org/drawingml/2006/main" noGrp="1"/>
          </p:cNvSpPr>
          <p:nvPr/>
        </p:nvSpPr>
        <p:spPr>
          <a:xfrm xmlns:a="http://schemas.openxmlformats.org/drawingml/2006/main">
            <a:off x="6591411"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8" name="Editable chart path">
            <a:extLst xmlns:a="http://schemas.openxmlformats.org/drawingml/2006/main">
              <a:ext uri="{FF2B5EF4-FFF2-40B4-BE49-F238E27FC236}">
                <a16:creationId xmlns:a16="http://schemas.microsoft.com/office/drawing/2014/main" id="{CF5EE1C7-91CF-4715-AB70-DC1E3B712990}"/>
              </a:ext>
            </a:extLst>
          </p:cNvPr>
          <p:cNvSpPr>
            <a:spLocks xmlns:a="http://schemas.openxmlformats.org/drawingml/2006/main" noGrp="1"/>
          </p:cNvSpPr>
          <p:nvPr/>
        </p:nvSpPr>
        <p:spPr>
          <a:xfrm xmlns:a="http://schemas.openxmlformats.org/drawingml/2006/main">
            <a:off x="6640022"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9" name="Editable chart path">
            <a:extLst xmlns:a="http://schemas.openxmlformats.org/drawingml/2006/main">
              <a:ext uri="{FF2B5EF4-FFF2-40B4-BE49-F238E27FC236}">
                <a16:creationId xmlns:a16="http://schemas.microsoft.com/office/drawing/2014/main" id="{1CE84E1F-FB97-41D5-8359-511F56A0CF05}"/>
              </a:ext>
            </a:extLst>
          </p:cNvPr>
          <p:cNvSpPr>
            <a:spLocks xmlns:a="http://schemas.openxmlformats.org/drawingml/2006/main" noGrp="1"/>
          </p:cNvSpPr>
          <p:nvPr/>
        </p:nvSpPr>
        <p:spPr>
          <a:xfrm xmlns:a="http://schemas.openxmlformats.org/drawingml/2006/main">
            <a:off x="6688633"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0" name="Editable chart path">
            <a:extLst xmlns:a="http://schemas.openxmlformats.org/drawingml/2006/main">
              <a:ext uri="{FF2B5EF4-FFF2-40B4-BE49-F238E27FC236}">
                <a16:creationId xmlns:a16="http://schemas.microsoft.com/office/drawing/2014/main" id="{4A5DC98E-5B19-4F55-825B-045F02812AAE}"/>
              </a:ext>
            </a:extLst>
          </p:cNvPr>
          <p:cNvSpPr>
            <a:spLocks xmlns:a="http://schemas.openxmlformats.org/drawingml/2006/main" noGrp="1"/>
          </p:cNvSpPr>
          <p:nvPr/>
        </p:nvSpPr>
        <p:spPr>
          <a:xfrm xmlns:a="http://schemas.openxmlformats.org/drawingml/2006/main">
            <a:off x="673724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1" name="Editable chart path">
            <a:extLst xmlns:a="http://schemas.openxmlformats.org/drawingml/2006/main">
              <a:ext uri="{FF2B5EF4-FFF2-40B4-BE49-F238E27FC236}">
                <a16:creationId xmlns:a16="http://schemas.microsoft.com/office/drawing/2014/main" id="{D602BBA2-4FB3-4E2D-9C47-44D7CF7F9535}"/>
              </a:ext>
            </a:extLst>
          </p:cNvPr>
          <p:cNvSpPr>
            <a:spLocks xmlns:a="http://schemas.openxmlformats.org/drawingml/2006/main" noGrp="1"/>
          </p:cNvSpPr>
          <p:nvPr/>
        </p:nvSpPr>
        <p:spPr>
          <a:xfrm xmlns:a="http://schemas.openxmlformats.org/drawingml/2006/main">
            <a:off x="6785855"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2" name="Editable chart path">
            <a:extLst xmlns:a="http://schemas.openxmlformats.org/drawingml/2006/main">
              <a:ext uri="{FF2B5EF4-FFF2-40B4-BE49-F238E27FC236}">
                <a16:creationId xmlns:a16="http://schemas.microsoft.com/office/drawing/2014/main" id="{0E93CA56-9C6E-432E-9FF0-4AF808723308}"/>
              </a:ext>
            </a:extLst>
          </p:cNvPr>
          <p:cNvSpPr>
            <a:spLocks xmlns:a="http://schemas.openxmlformats.org/drawingml/2006/main" noGrp="1"/>
          </p:cNvSpPr>
          <p:nvPr/>
        </p:nvSpPr>
        <p:spPr>
          <a:xfrm xmlns:a="http://schemas.openxmlformats.org/drawingml/2006/main">
            <a:off x="6834466"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3" name="Editable chart path">
            <a:extLst xmlns:a="http://schemas.openxmlformats.org/drawingml/2006/main">
              <a:ext uri="{FF2B5EF4-FFF2-40B4-BE49-F238E27FC236}">
                <a16:creationId xmlns:a16="http://schemas.microsoft.com/office/drawing/2014/main" id="{E2553F61-F0D6-4929-9C2E-048AA854E348}"/>
              </a:ext>
            </a:extLst>
          </p:cNvPr>
          <p:cNvSpPr>
            <a:spLocks xmlns:a="http://schemas.openxmlformats.org/drawingml/2006/main" noGrp="1"/>
          </p:cNvSpPr>
          <p:nvPr/>
        </p:nvSpPr>
        <p:spPr>
          <a:xfrm xmlns:a="http://schemas.openxmlformats.org/drawingml/2006/main">
            <a:off x="6883077"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4" name="Editable chart path">
            <a:extLst xmlns:a="http://schemas.openxmlformats.org/drawingml/2006/main">
              <a:ext uri="{FF2B5EF4-FFF2-40B4-BE49-F238E27FC236}">
                <a16:creationId xmlns:a16="http://schemas.microsoft.com/office/drawing/2014/main" id="{E1128B4D-828C-4DF0-98E2-1006F2CD018F}"/>
              </a:ext>
            </a:extLst>
          </p:cNvPr>
          <p:cNvSpPr>
            <a:spLocks xmlns:a="http://schemas.openxmlformats.org/drawingml/2006/main" noGrp="1"/>
          </p:cNvSpPr>
          <p:nvPr/>
        </p:nvSpPr>
        <p:spPr>
          <a:xfrm xmlns:a="http://schemas.openxmlformats.org/drawingml/2006/main">
            <a:off x="693168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5" name="Editable chart path">
            <a:extLst xmlns:a="http://schemas.openxmlformats.org/drawingml/2006/main">
              <a:ext uri="{FF2B5EF4-FFF2-40B4-BE49-F238E27FC236}">
                <a16:creationId xmlns:a16="http://schemas.microsoft.com/office/drawing/2014/main" id="{03E6AD16-F22F-491A-B736-F0FD8E651205}"/>
              </a:ext>
            </a:extLst>
          </p:cNvPr>
          <p:cNvSpPr>
            <a:spLocks xmlns:a="http://schemas.openxmlformats.org/drawingml/2006/main" noGrp="1"/>
          </p:cNvSpPr>
          <p:nvPr/>
        </p:nvSpPr>
        <p:spPr>
          <a:xfrm xmlns:a="http://schemas.openxmlformats.org/drawingml/2006/main">
            <a:off x="698029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6" name="Editable chart path">
            <a:extLst xmlns:a="http://schemas.openxmlformats.org/drawingml/2006/main">
              <a:ext uri="{FF2B5EF4-FFF2-40B4-BE49-F238E27FC236}">
                <a16:creationId xmlns:a16="http://schemas.microsoft.com/office/drawing/2014/main" id="{DDC7B507-4193-4BE1-8980-77596E722011}"/>
              </a:ext>
            </a:extLst>
          </p:cNvPr>
          <p:cNvSpPr>
            <a:spLocks xmlns:a="http://schemas.openxmlformats.org/drawingml/2006/main" noGrp="1"/>
          </p:cNvSpPr>
          <p:nvPr/>
        </p:nvSpPr>
        <p:spPr>
          <a:xfrm xmlns:a="http://schemas.openxmlformats.org/drawingml/2006/main">
            <a:off x="7028910"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7" name="Editable chart path">
            <a:extLst xmlns:a="http://schemas.openxmlformats.org/drawingml/2006/main">
              <a:ext uri="{FF2B5EF4-FFF2-40B4-BE49-F238E27FC236}">
                <a16:creationId xmlns:a16="http://schemas.microsoft.com/office/drawing/2014/main" id="{31499482-B843-4ACC-84B5-3C2C5AF85106}"/>
              </a:ext>
            </a:extLst>
          </p:cNvPr>
          <p:cNvSpPr>
            <a:spLocks xmlns:a="http://schemas.openxmlformats.org/drawingml/2006/main" noGrp="1"/>
          </p:cNvSpPr>
          <p:nvPr/>
        </p:nvSpPr>
        <p:spPr>
          <a:xfrm xmlns:a="http://schemas.openxmlformats.org/drawingml/2006/main">
            <a:off x="7077521"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8" name="Editable chart path">
            <a:extLst xmlns:a="http://schemas.openxmlformats.org/drawingml/2006/main">
              <a:ext uri="{FF2B5EF4-FFF2-40B4-BE49-F238E27FC236}">
                <a16:creationId xmlns:a16="http://schemas.microsoft.com/office/drawing/2014/main" id="{CDF61880-50EB-4EE0-A7D1-10B3BA8164DB}"/>
              </a:ext>
            </a:extLst>
          </p:cNvPr>
          <p:cNvSpPr>
            <a:spLocks xmlns:a="http://schemas.openxmlformats.org/drawingml/2006/main" noGrp="1"/>
          </p:cNvSpPr>
          <p:nvPr/>
        </p:nvSpPr>
        <p:spPr>
          <a:xfrm xmlns:a="http://schemas.openxmlformats.org/drawingml/2006/main">
            <a:off x="7126132"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9" name="Editable chart path">
            <a:extLst xmlns:a="http://schemas.openxmlformats.org/drawingml/2006/main">
              <a:ext uri="{FF2B5EF4-FFF2-40B4-BE49-F238E27FC236}">
                <a16:creationId xmlns:a16="http://schemas.microsoft.com/office/drawing/2014/main" id="{D8D9E234-09F4-4A1C-ACD9-FD5E5399203C}"/>
              </a:ext>
            </a:extLst>
          </p:cNvPr>
          <p:cNvSpPr>
            <a:spLocks xmlns:a="http://schemas.openxmlformats.org/drawingml/2006/main" noGrp="1"/>
          </p:cNvSpPr>
          <p:nvPr/>
        </p:nvSpPr>
        <p:spPr>
          <a:xfrm xmlns:a="http://schemas.openxmlformats.org/drawingml/2006/main">
            <a:off x="7174743"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0" name="Editable chart path">
            <a:extLst xmlns:a="http://schemas.openxmlformats.org/drawingml/2006/main">
              <a:ext uri="{FF2B5EF4-FFF2-40B4-BE49-F238E27FC236}">
                <a16:creationId xmlns:a16="http://schemas.microsoft.com/office/drawing/2014/main" id="{540D5A63-7974-4596-826C-F8FD65E8D679}"/>
              </a:ext>
            </a:extLst>
          </p:cNvPr>
          <p:cNvSpPr>
            <a:spLocks xmlns:a="http://schemas.openxmlformats.org/drawingml/2006/main" noGrp="1"/>
          </p:cNvSpPr>
          <p:nvPr/>
        </p:nvSpPr>
        <p:spPr>
          <a:xfrm xmlns:a="http://schemas.openxmlformats.org/drawingml/2006/main">
            <a:off x="722335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1" name="Editable chart path">
            <a:extLst xmlns:a="http://schemas.openxmlformats.org/drawingml/2006/main">
              <a:ext uri="{FF2B5EF4-FFF2-40B4-BE49-F238E27FC236}">
                <a16:creationId xmlns:a16="http://schemas.microsoft.com/office/drawing/2014/main" id="{2651DCDC-602A-4FEA-B641-E7ECFA37CF21}"/>
              </a:ext>
            </a:extLst>
          </p:cNvPr>
          <p:cNvSpPr>
            <a:spLocks xmlns:a="http://schemas.openxmlformats.org/drawingml/2006/main" noGrp="1"/>
          </p:cNvSpPr>
          <p:nvPr/>
        </p:nvSpPr>
        <p:spPr>
          <a:xfrm xmlns:a="http://schemas.openxmlformats.org/drawingml/2006/main">
            <a:off x="7271965"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2" name="Editable chart path">
            <a:extLst xmlns:a="http://schemas.openxmlformats.org/drawingml/2006/main">
              <a:ext uri="{FF2B5EF4-FFF2-40B4-BE49-F238E27FC236}">
                <a16:creationId xmlns:a16="http://schemas.microsoft.com/office/drawing/2014/main" id="{8907AA01-E208-4AA5-A8BA-69C7F5489514}"/>
              </a:ext>
            </a:extLst>
          </p:cNvPr>
          <p:cNvSpPr>
            <a:spLocks xmlns:a="http://schemas.openxmlformats.org/drawingml/2006/main" noGrp="1"/>
          </p:cNvSpPr>
          <p:nvPr/>
        </p:nvSpPr>
        <p:spPr>
          <a:xfrm xmlns:a="http://schemas.openxmlformats.org/drawingml/2006/main">
            <a:off x="7320576"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3" name="Editable chart path">
            <a:extLst xmlns:a="http://schemas.openxmlformats.org/drawingml/2006/main">
              <a:ext uri="{FF2B5EF4-FFF2-40B4-BE49-F238E27FC236}">
                <a16:creationId xmlns:a16="http://schemas.microsoft.com/office/drawing/2014/main" id="{5898C46D-EFF5-4650-BAD0-EE26DCDDCF1E}"/>
              </a:ext>
            </a:extLst>
          </p:cNvPr>
          <p:cNvSpPr>
            <a:spLocks xmlns:a="http://schemas.openxmlformats.org/drawingml/2006/main" noGrp="1"/>
          </p:cNvSpPr>
          <p:nvPr/>
        </p:nvSpPr>
        <p:spPr>
          <a:xfrm xmlns:a="http://schemas.openxmlformats.org/drawingml/2006/main">
            <a:off x="7369187"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4" name="Editable chart path">
            <a:extLst xmlns:a="http://schemas.openxmlformats.org/drawingml/2006/main">
              <a:ext uri="{FF2B5EF4-FFF2-40B4-BE49-F238E27FC236}">
                <a16:creationId xmlns:a16="http://schemas.microsoft.com/office/drawing/2014/main" id="{C74D140D-47FB-4006-ABA2-0B949D4902F1}"/>
              </a:ext>
            </a:extLst>
          </p:cNvPr>
          <p:cNvSpPr>
            <a:spLocks xmlns:a="http://schemas.openxmlformats.org/drawingml/2006/main" noGrp="1"/>
          </p:cNvSpPr>
          <p:nvPr/>
        </p:nvSpPr>
        <p:spPr>
          <a:xfrm xmlns:a="http://schemas.openxmlformats.org/drawingml/2006/main">
            <a:off x="741779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5" name="Editable chart path">
            <a:extLst xmlns:a="http://schemas.openxmlformats.org/drawingml/2006/main">
              <a:ext uri="{FF2B5EF4-FFF2-40B4-BE49-F238E27FC236}">
                <a16:creationId xmlns:a16="http://schemas.microsoft.com/office/drawing/2014/main" id="{50BA2761-D40E-4DF6-9BC2-4E8EB83BCE48}"/>
              </a:ext>
            </a:extLst>
          </p:cNvPr>
          <p:cNvSpPr>
            <a:spLocks xmlns:a="http://schemas.openxmlformats.org/drawingml/2006/main" noGrp="1"/>
          </p:cNvSpPr>
          <p:nvPr/>
        </p:nvSpPr>
        <p:spPr>
          <a:xfrm xmlns:a="http://schemas.openxmlformats.org/drawingml/2006/main">
            <a:off x="746640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6" name="Editable chart path">
            <a:extLst xmlns:a="http://schemas.openxmlformats.org/drawingml/2006/main">
              <a:ext uri="{FF2B5EF4-FFF2-40B4-BE49-F238E27FC236}">
                <a16:creationId xmlns:a16="http://schemas.microsoft.com/office/drawing/2014/main" id="{8E6EC74F-6238-4B96-B5E8-743833E758E1}"/>
              </a:ext>
            </a:extLst>
          </p:cNvPr>
          <p:cNvSpPr>
            <a:spLocks xmlns:a="http://schemas.openxmlformats.org/drawingml/2006/main" noGrp="1"/>
          </p:cNvSpPr>
          <p:nvPr/>
        </p:nvSpPr>
        <p:spPr>
          <a:xfrm xmlns:a="http://schemas.openxmlformats.org/drawingml/2006/main">
            <a:off x="751501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7" name="Editable chart path">
            <a:extLst xmlns:a="http://schemas.openxmlformats.org/drawingml/2006/main">
              <a:ext uri="{FF2B5EF4-FFF2-40B4-BE49-F238E27FC236}">
                <a16:creationId xmlns:a16="http://schemas.microsoft.com/office/drawing/2014/main" id="{EF02CF56-3DF9-428C-8AD3-1D972170BE10}"/>
              </a:ext>
            </a:extLst>
          </p:cNvPr>
          <p:cNvSpPr>
            <a:spLocks xmlns:a="http://schemas.openxmlformats.org/drawingml/2006/main" noGrp="1"/>
          </p:cNvSpPr>
          <p:nvPr/>
        </p:nvSpPr>
        <p:spPr>
          <a:xfrm xmlns:a="http://schemas.openxmlformats.org/drawingml/2006/main">
            <a:off x="7563630"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8" name="Editable chart path">
            <a:extLst xmlns:a="http://schemas.openxmlformats.org/drawingml/2006/main">
              <a:ext uri="{FF2B5EF4-FFF2-40B4-BE49-F238E27FC236}">
                <a16:creationId xmlns:a16="http://schemas.microsoft.com/office/drawing/2014/main" id="{1E542E50-B99F-43C4-92F3-279E9863D9C2}"/>
              </a:ext>
            </a:extLst>
          </p:cNvPr>
          <p:cNvSpPr>
            <a:spLocks xmlns:a="http://schemas.openxmlformats.org/drawingml/2006/main" noGrp="1"/>
          </p:cNvSpPr>
          <p:nvPr/>
        </p:nvSpPr>
        <p:spPr>
          <a:xfrm xmlns:a="http://schemas.openxmlformats.org/drawingml/2006/main">
            <a:off x="7612241"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9" name="Editable chart path">
            <a:extLst xmlns:a="http://schemas.openxmlformats.org/drawingml/2006/main">
              <a:ext uri="{FF2B5EF4-FFF2-40B4-BE49-F238E27FC236}">
                <a16:creationId xmlns:a16="http://schemas.microsoft.com/office/drawing/2014/main" id="{C46E4365-3886-4349-BE9B-59AC92435DE0}"/>
              </a:ext>
            </a:extLst>
          </p:cNvPr>
          <p:cNvSpPr>
            <a:spLocks xmlns:a="http://schemas.openxmlformats.org/drawingml/2006/main" noGrp="1"/>
          </p:cNvSpPr>
          <p:nvPr/>
        </p:nvSpPr>
        <p:spPr>
          <a:xfrm xmlns:a="http://schemas.openxmlformats.org/drawingml/2006/main">
            <a:off x="7660852"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0" name="Editable chart path">
            <a:extLst xmlns:a="http://schemas.openxmlformats.org/drawingml/2006/main">
              <a:ext uri="{FF2B5EF4-FFF2-40B4-BE49-F238E27FC236}">
                <a16:creationId xmlns:a16="http://schemas.microsoft.com/office/drawing/2014/main" id="{0261A108-C7B0-41C3-8F1D-42BF05FF532B}"/>
              </a:ext>
            </a:extLst>
          </p:cNvPr>
          <p:cNvSpPr>
            <a:spLocks xmlns:a="http://schemas.openxmlformats.org/drawingml/2006/main" noGrp="1"/>
          </p:cNvSpPr>
          <p:nvPr/>
        </p:nvSpPr>
        <p:spPr>
          <a:xfrm xmlns:a="http://schemas.openxmlformats.org/drawingml/2006/main">
            <a:off x="7709463"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1" name="Editable chart path">
            <a:extLst xmlns:a="http://schemas.openxmlformats.org/drawingml/2006/main">
              <a:ext uri="{FF2B5EF4-FFF2-40B4-BE49-F238E27FC236}">
                <a16:creationId xmlns:a16="http://schemas.microsoft.com/office/drawing/2014/main" id="{119D428E-7917-4505-92D2-050064D08BFA}"/>
              </a:ext>
            </a:extLst>
          </p:cNvPr>
          <p:cNvSpPr>
            <a:spLocks xmlns:a="http://schemas.openxmlformats.org/drawingml/2006/main" noGrp="1"/>
          </p:cNvSpPr>
          <p:nvPr/>
        </p:nvSpPr>
        <p:spPr>
          <a:xfrm xmlns:a="http://schemas.openxmlformats.org/drawingml/2006/main">
            <a:off x="775807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2" name="Editable chart path">
            <a:extLst xmlns:a="http://schemas.openxmlformats.org/drawingml/2006/main">
              <a:ext uri="{FF2B5EF4-FFF2-40B4-BE49-F238E27FC236}">
                <a16:creationId xmlns:a16="http://schemas.microsoft.com/office/drawing/2014/main" id="{1E29B82E-3C9F-48A3-BB15-62750AB624CD}"/>
              </a:ext>
            </a:extLst>
          </p:cNvPr>
          <p:cNvSpPr>
            <a:spLocks xmlns:a="http://schemas.openxmlformats.org/drawingml/2006/main" noGrp="1"/>
          </p:cNvSpPr>
          <p:nvPr/>
        </p:nvSpPr>
        <p:spPr>
          <a:xfrm xmlns:a="http://schemas.openxmlformats.org/drawingml/2006/main">
            <a:off x="7806685"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3" name="Editable chart path">
            <a:extLst xmlns:a="http://schemas.openxmlformats.org/drawingml/2006/main">
              <a:ext uri="{FF2B5EF4-FFF2-40B4-BE49-F238E27FC236}">
                <a16:creationId xmlns:a16="http://schemas.microsoft.com/office/drawing/2014/main" id="{1AE1CA1E-09D1-4CA6-B793-5C6648997E03}"/>
              </a:ext>
            </a:extLst>
          </p:cNvPr>
          <p:cNvSpPr>
            <a:spLocks xmlns:a="http://schemas.openxmlformats.org/drawingml/2006/main" noGrp="1"/>
          </p:cNvSpPr>
          <p:nvPr/>
        </p:nvSpPr>
        <p:spPr>
          <a:xfrm xmlns:a="http://schemas.openxmlformats.org/drawingml/2006/main">
            <a:off x="7855296"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4" name="Editable chart path">
            <a:extLst xmlns:a="http://schemas.openxmlformats.org/drawingml/2006/main">
              <a:ext uri="{FF2B5EF4-FFF2-40B4-BE49-F238E27FC236}">
                <a16:creationId xmlns:a16="http://schemas.microsoft.com/office/drawing/2014/main" id="{3F40CDAD-632C-42F8-AF9B-00A0DF67E694}"/>
              </a:ext>
            </a:extLst>
          </p:cNvPr>
          <p:cNvSpPr>
            <a:spLocks xmlns:a="http://schemas.openxmlformats.org/drawingml/2006/main" noGrp="1"/>
          </p:cNvSpPr>
          <p:nvPr/>
        </p:nvSpPr>
        <p:spPr>
          <a:xfrm xmlns:a="http://schemas.openxmlformats.org/drawingml/2006/main">
            <a:off x="7903907"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5" name="Editable chart path">
            <a:extLst xmlns:a="http://schemas.openxmlformats.org/drawingml/2006/main">
              <a:ext uri="{FF2B5EF4-FFF2-40B4-BE49-F238E27FC236}">
                <a16:creationId xmlns:a16="http://schemas.microsoft.com/office/drawing/2014/main" id="{A385C5B4-9960-460A-9EF7-172F5AB13ADC}"/>
              </a:ext>
            </a:extLst>
          </p:cNvPr>
          <p:cNvSpPr>
            <a:spLocks xmlns:a="http://schemas.openxmlformats.org/drawingml/2006/main" noGrp="1"/>
          </p:cNvSpPr>
          <p:nvPr/>
        </p:nvSpPr>
        <p:spPr>
          <a:xfrm xmlns:a="http://schemas.openxmlformats.org/drawingml/2006/main">
            <a:off x="795251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6" name="Editable chart path">
            <a:extLst xmlns:a="http://schemas.openxmlformats.org/drawingml/2006/main">
              <a:ext uri="{FF2B5EF4-FFF2-40B4-BE49-F238E27FC236}">
                <a16:creationId xmlns:a16="http://schemas.microsoft.com/office/drawing/2014/main" id="{41932579-D5C7-4090-B6F1-37D821659426}"/>
              </a:ext>
            </a:extLst>
          </p:cNvPr>
          <p:cNvSpPr>
            <a:spLocks xmlns:a="http://schemas.openxmlformats.org/drawingml/2006/main" noGrp="1"/>
          </p:cNvSpPr>
          <p:nvPr/>
        </p:nvSpPr>
        <p:spPr>
          <a:xfrm xmlns:a="http://schemas.openxmlformats.org/drawingml/2006/main">
            <a:off x="843862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7" name="Editable chart path">
            <a:extLst xmlns:a="http://schemas.openxmlformats.org/drawingml/2006/main">
              <a:ext uri="{FF2B5EF4-FFF2-40B4-BE49-F238E27FC236}">
                <a16:creationId xmlns:a16="http://schemas.microsoft.com/office/drawing/2014/main" id="{9263E5A0-9A19-4BF5-8895-36B739089B5C}"/>
              </a:ext>
            </a:extLst>
          </p:cNvPr>
          <p:cNvSpPr>
            <a:spLocks xmlns:a="http://schemas.openxmlformats.org/drawingml/2006/main" noGrp="1"/>
          </p:cNvSpPr>
          <p:nvPr/>
        </p:nvSpPr>
        <p:spPr>
          <a:xfrm xmlns:a="http://schemas.openxmlformats.org/drawingml/2006/main">
            <a:off x="848723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8" name="Editable chart path">
            <a:extLst xmlns:a="http://schemas.openxmlformats.org/drawingml/2006/main">
              <a:ext uri="{FF2B5EF4-FFF2-40B4-BE49-F238E27FC236}">
                <a16:creationId xmlns:a16="http://schemas.microsoft.com/office/drawing/2014/main" id="{0409D449-4E23-45EF-9F97-BFD866CE8318}"/>
              </a:ext>
            </a:extLst>
          </p:cNvPr>
          <p:cNvSpPr>
            <a:spLocks xmlns:a="http://schemas.openxmlformats.org/drawingml/2006/main" noGrp="1"/>
          </p:cNvSpPr>
          <p:nvPr/>
        </p:nvSpPr>
        <p:spPr>
          <a:xfrm xmlns:a="http://schemas.openxmlformats.org/drawingml/2006/main">
            <a:off x="8535850"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9" name="Editable chart path">
            <a:extLst xmlns:a="http://schemas.openxmlformats.org/drawingml/2006/main">
              <a:ext uri="{FF2B5EF4-FFF2-40B4-BE49-F238E27FC236}">
                <a16:creationId xmlns:a16="http://schemas.microsoft.com/office/drawing/2014/main" id="{2E2BF862-B216-4202-9682-B5D2C190DFCB}"/>
              </a:ext>
            </a:extLst>
          </p:cNvPr>
          <p:cNvSpPr>
            <a:spLocks xmlns:a="http://schemas.openxmlformats.org/drawingml/2006/main" noGrp="1"/>
          </p:cNvSpPr>
          <p:nvPr/>
        </p:nvSpPr>
        <p:spPr>
          <a:xfrm xmlns:a="http://schemas.openxmlformats.org/drawingml/2006/main">
            <a:off x="8584461"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0" name="Editable chart path">
            <a:extLst xmlns:a="http://schemas.openxmlformats.org/drawingml/2006/main">
              <a:ext uri="{FF2B5EF4-FFF2-40B4-BE49-F238E27FC236}">
                <a16:creationId xmlns:a16="http://schemas.microsoft.com/office/drawing/2014/main" id="{556CE884-BD8B-41A7-A3CB-0DC9B79E341E}"/>
              </a:ext>
            </a:extLst>
          </p:cNvPr>
          <p:cNvSpPr>
            <a:spLocks xmlns:a="http://schemas.openxmlformats.org/drawingml/2006/main" noGrp="1"/>
          </p:cNvSpPr>
          <p:nvPr/>
        </p:nvSpPr>
        <p:spPr>
          <a:xfrm xmlns:a="http://schemas.openxmlformats.org/drawingml/2006/main">
            <a:off x="8633072"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1" name="Editable chart path">
            <a:extLst xmlns:a="http://schemas.openxmlformats.org/drawingml/2006/main">
              <a:ext uri="{FF2B5EF4-FFF2-40B4-BE49-F238E27FC236}">
                <a16:creationId xmlns:a16="http://schemas.microsoft.com/office/drawing/2014/main" id="{142D255A-90E3-4660-9043-098C502D0B72}"/>
              </a:ext>
            </a:extLst>
          </p:cNvPr>
          <p:cNvSpPr>
            <a:spLocks xmlns:a="http://schemas.openxmlformats.org/drawingml/2006/main" noGrp="1"/>
          </p:cNvSpPr>
          <p:nvPr/>
        </p:nvSpPr>
        <p:spPr>
          <a:xfrm xmlns:a="http://schemas.openxmlformats.org/drawingml/2006/main">
            <a:off x="8681683"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2" name="Editable chart path">
            <a:extLst xmlns:a="http://schemas.openxmlformats.org/drawingml/2006/main">
              <a:ext uri="{FF2B5EF4-FFF2-40B4-BE49-F238E27FC236}">
                <a16:creationId xmlns:a16="http://schemas.microsoft.com/office/drawing/2014/main" id="{184940E3-B860-4D2C-A3A9-1D1E3694936B}"/>
              </a:ext>
            </a:extLst>
          </p:cNvPr>
          <p:cNvSpPr>
            <a:spLocks xmlns:a="http://schemas.openxmlformats.org/drawingml/2006/main" noGrp="1"/>
          </p:cNvSpPr>
          <p:nvPr/>
        </p:nvSpPr>
        <p:spPr>
          <a:xfrm xmlns:a="http://schemas.openxmlformats.org/drawingml/2006/main">
            <a:off x="873029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3" name="Editable chart path">
            <a:extLst xmlns:a="http://schemas.openxmlformats.org/drawingml/2006/main">
              <a:ext uri="{FF2B5EF4-FFF2-40B4-BE49-F238E27FC236}">
                <a16:creationId xmlns:a16="http://schemas.microsoft.com/office/drawing/2014/main" id="{AC9AF761-4DA4-440D-841B-B51F9F903D44}"/>
              </a:ext>
            </a:extLst>
          </p:cNvPr>
          <p:cNvSpPr>
            <a:spLocks xmlns:a="http://schemas.openxmlformats.org/drawingml/2006/main" noGrp="1"/>
          </p:cNvSpPr>
          <p:nvPr/>
        </p:nvSpPr>
        <p:spPr>
          <a:xfrm xmlns:a="http://schemas.openxmlformats.org/drawingml/2006/main">
            <a:off x="8778905"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4" name="Editable chart path">
            <a:extLst xmlns:a="http://schemas.openxmlformats.org/drawingml/2006/main">
              <a:ext uri="{FF2B5EF4-FFF2-40B4-BE49-F238E27FC236}">
                <a16:creationId xmlns:a16="http://schemas.microsoft.com/office/drawing/2014/main" id="{4675D49C-6ADB-4CDC-9B85-1847F04A9AEF}"/>
              </a:ext>
            </a:extLst>
          </p:cNvPr>
          <p:cNvSpPr>
            <a:spLocks xmlns:a="http://schemas.openxmlformats.org/drawingml/2006/main" noGrp="1"/>
          </p:cNvSpPr>
          <p:nvPr/>
        </p:nvSpPr>
        <p:spPr>
          <a:xfrm xmlns:a="http://schemas.openxmlformats.org/drawingml/2006/main">
            <a:off x="654280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5" name="Editable chart path">
            <a:extLst xmlns:a="http://schemas.openxmlformats.org/drawingml/2006/main">
              <a:ext uri="{FF2B5EF4-FFF2-40B4-BE49-F238E27FC236}">
                <a16:creationId xmlns:a16="http://schemas.microsoft.com/office/drawing/2014/main" id="{A2E7FF41-AA92-4526-AD6D-2DDF03C96905}"/>
              </a:ext>
            </a:extLst>
          </p:cNvPr>
          <p:cNvSpPr>
            <a:spLocks xmlns:a="http://schemas.openxmlformats.org/drawingml/2006/main" noGrp="1"/>
          </p:cNvSpPr>
          <p:nvPr/>
        </p:nvSpPr>
        <p:spPr>
          <a:xfrm xmlns:a="http://schemas.openxmlformats.org/drawingml/2006/main">
            <a:off x="659141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6" name="Editable chart path">
            <a:extLst xmlns:a="http://schemas.openxmlformats.org/drawingml/2006/main">
              <a:ext uri="{FF2B5EF4-FFF2-40B4-BE49-F238E27FC236}">
                <a16:creationId xmlns:a16="http://schemas.microsoft.com/office/drawing/2014/main" id="{85149808-256F-4D36-A988-BAB828005BAA}"/>
              </a:ext>
            </a:extLst>
          </p:cNvPr>
          <p:cNvSpPr>
            <a:spLocks xmlns:a="http://schemas.openxmlformats.org/drawingml/2006/main" noGrp="1"/>
          </p:cNvSpPr>
          <p:nvPr/>
        </p:nvSpPr>
        <p:spPr>
          <a:xfrm xmlns:a="http://schemas.openxmlformats.org/drawingml/2006/main">
            <a:off x="664002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7" name="Editable chart path">
            <a:extLst xmlns:a="http://schemas.openxmlformats.org/drawingml/2006/main">
              <a:ext uri="{FF2B5EF4-FFF2-40B4-BE49-F238E27FC236}">
                <a16:creationId xmlns:a16="http://schemas.microsoft.com/office/drawing/2014/main" id="{D5EA0FA2-7F04-4B5D-A754-6CB03C6EA269}"/>
              </a:ext>
            </a:extLst>
          </p:cNvPr>
          <p:cNvSpPr>
            <a:spLocks xmlns:a="http://schemas.openxmlformats.org/drawingml/2006/main" noGrp="1"/>
          </p:cNvSpPr>
          <p:nvPr/>
        </p:nvSpPr>
        <p:spPr>
          <a:xfrm xmlns:a="http://schemas.openxmlformats.org/drawingml/2006/main">
            <a:off x="668863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8" name="Editable chart path">
            <a:extLst xmlns:a="http://schemas.openxmlformats.org/drawingml/2006/main">
              <a:ext uri="{FF2B5EF4-FFF2-40B4-BE49-F238E27FC236}">
                <a16:creationId xmlns:a16="http://schemas.microsoft.com/office/drawing/2014/main" id="{0597CF2B-336B-4895-ADF9-3753E037BE36}"/>
              </a:ext>
            </a:extLst>
          </p:cNvPr>
          <p:cNvSpPr>
            <a:spLocks xmlns:a="http://schemas.openxmlformats.org/drawingml/2006/main" noGrp="1"/>
          </p:cNvSpPr>
          <p:nvPr/>
        </p:nvSpPr>
        <p:spPr>
          <a:xfrm xmlns:a="http://schemas.openxmlformats.org/drawingml/2006/main">
            <a:off x="673724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9" name="Editable chart path">
            <a:extLst xmlns:a="http://schemas.openxmlformats.org/drawingml/2006/main">
              <a:ext uri="{FF2B5EF4-FFF2-40B4-BE49-F238E27FC236}">
                <a16:creationId xmlns:a16="http://schemas.microsoft.com/office/drawing/2014/main" id="{BEBD4932-1B68-462C-AEB2-5CBE6BC1A8FD}"/>
              </a:ext>
            </a:extLst>
          </p:cNvPr>
          <p:cNvSpPr>
            <a:spLocks xmlns:a="http://schemas.openxmlformats.org/drawingml/2006/main" noGrp="1"/>
          </p:cNvSpPr>
          <p:nvPr/>
        </p:nvSpPr>
        <p:spPr>
          <a:xfrm xmlns:a="http://schemas.openxmlformats.org/drawingml/2006/main">
            <a:off x="6785855"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0" name="Editable chart path">
            <a:extLst xmlns:a="http://schemas.openxmlformats.org/drawingml/2006/main">
              <a:ext uri="{FF2B5EF4-FFF2-40B4-BE49-F238E27FC236}">
                <a16:creationId xmlns:a16="http://schemas.microsoft.com/office/drawing/2014/main" id="{D9BDF368-1732-47E8-A3AB-D867DA18AF2C}"/>
              </a:ext>
            </a:extLst>
          </p:cNvPr>
          <p:cNvSpPr>
            <a:spLocks xmlns:a="http://schemas.openxmlformats.org/drawingml/2006/main" noGrp="1"/>
          </p:cNvSpPr>
          <p:nvPr/>
        </p:nvSpPr>
        <p:spPr>
          <a:xfrm xmlns:a="http://schemas.openxmlformats.org/drawingml/2006/main">
            <a:off x="6834466"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1" name="Editable chart path">
            <a:extLst xmlns:a="http://schemas.openxmlformats.org/drawingml/2006/main">
              <a:ext uri="{FF2B5EF4-FFF2-40B4-BE49-F238E27FC236}">
                <a16:creationId xmlns:a16="http://schemas.microsoft.com/office/drawing/2014/main" id="{5B2689CB-28EA-4283-A4FF-ACFD2FC705B5}"/>
              </a:ext>
            </a:extLst>
          </p:cNvPr>
          <p:cNvSpPr>
            <a:spLocks xmlns:a="http://schemas.openxmlformats.org/drawingml/2006/main" noGrp="1"/>
          </p:cNvSpPr>
          <p:nvPr/>
        </p:nvSpPr>
        <p:spPr>
          <a:xfrm xmlns:a="http://schemas.openxmlformats.org/drawingml/2006/main">
            <a:off x="6883077"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2" name="Editable chart path">
            <a:extLst xmlns:a="http://schemas.openxmlformats.org/drawingml/2006/main">
              <a:ext uri="{FF2B5EF4-FFF2-40B4-BE49-F238E27FC236}">
                <a16:creationId xmlns:a16="http://schemas.microsoft.com/office/drawing/2014/main" id="{BF5CE069-BC78-4FFE-8460-75355E5F17A6}"/>
              </a:ext>
            </a:extLst>
          </p:cNvPr>
          <p:cNvSpPr>
            <a:spLocks xmlns:a="http://schemas.openxmlformats.org/drawingml/2006/main" noGrp="1"/>
          </p:cNvSpPr>
          <p:nvPr/>
        </p:nvSpPr>
        <p:spPr>
          <a:xfrm xmlns:a="http://schemas.openxmlformats.org/drawingml/2006/main">
            <a:off x="6931688"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3" name="Editable chart path">
            <a:extLst xmlns:a="http://schemas.openxmlformats.org/drawingml/2006/main">
              <a:ext uri="{FF2B5EF4-FFF2-40B4-BE49-F238E27FC236}">
                <a16:creationId xmlns:a16="http://schemas.microsoft.com/office/drawing/2014/main" id="{FF301928-61CC-4C18-AEBF-2D14A424DA5A}"/>
              </a:ext>
            </a:extLst>
          </p:cNvPr>
          <p:cNvSpPr>
            <a:spLocks xmlns:a="http://schemas.openxmlformats.org/drawingml/2006/main" noGrp="1"/>
          </p:cNvSpPr>
          <p:nvPr/>
        </p:nvSpPr>
        <p:spPr>
          <a:xfrm xmlns:a="http://schemas.openxmlformats.org/drawingml/2006/main">
            <a:off x="6980299"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4" name="Editable chart path">
            <a:extLst xmlns:a="http://schemas.openxmlformats.org/drawingml/2006/main">
              <a:ext uri="{FF2B5EF4-FFF2-40B4-BE49-F238E27FC236}">
                <a16:creationId xmlns:a16="http://schemas.microsoft.com/office/drawing/2014/main" id="{CCE34C69-35BA-47CB-B91F-8CF7269C2C75}"/>
              </a:ext>
            </a:extLst>
          </p:cNvPr>
          <p:cNvSpPr>
            <a:spLocks xmlns:a="http://schemas.openxmlformats.org/drawingml/2006/main" noGrp="1"/>
          </p:cNvSpPr>
          <p:nvPr/>
        </p:nvSpPr>
        <p:spPr>
          <a:xfrm xmlns:a="http://schemas.openxmlformats.org/drawingml/2006/main">
            <a:off x="702891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5" name="Editable chart path">
            <a:extLst xmlns:a="http://schemas.openxmlformats.org/drawingml/2006/main">
              <a:ext uri="{FF2B5EF4-FFF2-40B4-BE49-F238E27FC236}">
                <a16:creationId xmlns:a16="http://schemas.microsoft.com/office/drawing/2014/main" id="{D22FCB94-5B3E-4206-8E37-6F6F85214DB4}"/>
              </a:ext>
            </a:extLst>
          </p:cNvPr>
          <p:cNvSpPr>
            <a:spLocks xmlns:a="http://schemas.openxmlformats.org/drawingml/2006/main" noGrp="1"/>
          </p:cNvSpPr>
          <p:nvPr/>
        </p:nvSpPr>
        <p:spPr>
          <a:xfrm xmlns:a="http://schemas.openxmlformats.org/drawingml/2006/main">
            <a:off x="707752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6" name="Editable chart path">
            <a:extLst xmlns:a="http://schemas.openxmlformats.org/drawingml/2006/main">
              <a:ext uri="{FF2B5EF4-FFF2-40B4-BE49-F238E27FC236}">
                <a16:creationId xmlns:a16="http://schemas.microsoft.com/office/drawing/2014/main" id="{38FCCAEF-057F-44BB-9210-844329D971F0}"/>
              </a:ext>
            </a:extLst>
          </p:cNvPr>
          <p:cNvSpPr>
            <a:spLocks xmlns:a="http://schemas.openxmlformats.org/drawingml/2006/main" noGrp="1"/>
          </p:cNvSpPr>
          <p:nvPr/>
        </p:nvSpPr>
        <p:spPr>
          <a:xfrm xmlns:a="http://schemas.openxmlformats.org/drawingml/2006/main">
            <a:off x="712613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7" name="Editable chart path">
            <a:extLst xmlns:a="http://schemas.openxmlformats.org/drawingml/2006/main">
              <a:ext uri="{FF2B5EF4-FFF2-40B4-BE49-F238E27FC236}">
                <a16:creationId xmlns:a16="http://schemas.microsoft.com/office/drawing/2014/main" id="{F2A4A76C-35C3-4C41-8464-A9869EAC8C91}"/>
              </a:ext>
            </a:extLst>
          </p:cNvPr>
          <p:cNvSpPr>
            <a:spLocks xmlns:a="http://schemas.openxmlformats.org/drawingml/2006/main" noGrp="1"/>
          </p:cNvSpPr>
          <p:nvPr/>
        </p:nvSpPr>
        <p:spPr>
          <a:xfrm xmlns:a="http://schemas.openxmlformats.org/drawingml/2006/main">
            <a:off x="717474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8" name="Editable chart path">
            <a:extLst xmlns:a="http://schemas.openxmlformats.org/drawingml/2006/main">
              <a:ext uri="{FF2B5EF4-FFF2-40B4-BE49-F238E27FC236}">
                <a16:creationId xmlns:a16="http://schemas.microsoft.com/office/drawing/2014/main" id="{5C0B9D26-1B08-431E-83AF-FBFF1B6FF12D}"/>
              </a:ext>
            </a:extLst>
          </p:cNvPr>
          <p:cNvSpPr>
            <a:spLocks xmlns:a="http://schemas.openxmlformats.org/drawingml/2006/main" noGrp="1"/>
          </p:cNvSpPr>
          <p:nvPr/>
        </p:nvSpPr>
        <p:spPr>
          <a:xfrm xmlns:a="http://schemas.openxmlformats.org/drawingml/2006/main">
            <a:off x="722335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9" name="Editable chart path">
            <a:extLst xmlns:a="http://schemas.openxmlformats.org/drawingml/2006/main">
              <a:ext uri="{FF2B5EF4-FFF2-40B4-BE49-F238E27FC236}">
                <a16:creationId xmlns:a16="http://schemas.microsoft.com/office/drawing/2014/main" id="{3D119892-F2B3-42A4-A2F8-A09582F07736}"/>
              </a:ext>
            </a:extLst>
          </p:cNvPr>
          <p:cNvSpPr>
            <a:spLocks xmlns:a="http://schemas.openxmlformats.org/drawingml/2006/main" noGrp="1"/>
          </p:cNvSpPr>
          <p:nvPr/>
        </p:nvSpPr>
        <p:spPr>
          <a:xfrm xmlns:a="http://schemas.openxmlformats.org/drawingml/2006/main">
            <a:off x="7271965"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0" name="Editable chart path">
            <a:extLst xmlns:a="http://schemas.openxmlformats.org/drawingml/2006/main">
              <a:ext uri="{FF2B5EF4-FFF2-40B4-BE49-F238E27FC236}">
                <a16:creationId xmlns:a16="http://schemas.microsoft.com/office/drawing/2014/main" id="{111FBBC3-2B43-4666-8E91-BA2FDBD568D2}"/>
              </a:ext>
            </a:extLst>
          </p:cNvPr>
          <p:cNvSpPr>
            <a:spLocks xmlns:a="http://schemas.openxmlformats.org/drawingml/2006/main" noGrp="1"/>
          </p:cNvSpPr>
          <p:nvPr/>
        </p:nvSpPr>
        <p:spPr>
          <a:xfrm xmlns:a="http://schemas.openxmlformats.org/drawingml/2006/main">
            <a:off x="7320576"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1" name="Editable chart path">
            <a:extLst xmlns:a="http://schemas.openxmlformats.org/drawingml/2006/main">
              <a:ext uri="{FF2B5EF4-FFF2-40B4-BE49-F238E27FC236}">
                <a16:creationId xmlns:a16="http://schemas.microsoft.com/office/drawing/2014/main" id="{354CFA20-1C74-416D-B21B-FABCC751B381}"/>
              </a:ext>
            </a:extLst>
          </p:cNvPr>
          <p:cNvSpPr>
            <a:spLocks xmlns:a="http://schemas.openxmlformats.org/drawingml/2006/main" noGrp="1"/>
          </p:cNvSpPr>
          <p:nvPr/>
        </p:nvSpPr>
        <p:spPr>
          <a:xfrm xmlns:a="http://schemas.openxmlformats.org/drawingml/2006/main">
            <a:off x="7369187"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2" name="Editable chart path">
            <a:extLst xmlns:a="http://schemas.openxmlformats.org/drawingml/2006/main">
              <a:ext uri="{FF2B5EF4-FFF2-40B4-BE49-F238E27FC236}">
                <a16:creationId xmlns:a16="http://schemas.microsoft.com/office/drawing/2014/main" id="{E47FE487-A192-42EB-9B36-B976AC861275}"/>
              </a:ext>
            </a:extLst>
          </p:cNvPr>
          <p:cNvSpPr>
            <a:spLocks xmlns:a="http://schemas.openxmlformats.org/drawingml/2006/main" noGrp="1"/>
          </p:cNvSpPr>
          <p:nvPr/>
        </p:nvSpPr>
        <p:spPr>
          <a:xfrm xmlns:a="http://schemas.openxmlformats.org/drawingml/2006/main">
            <a:off x="7417798"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3" name="Editable chart path">
            <a:extLst xmlns:a="http://schemas.openxmlformats.org/drawingml/2006/main">
              <a:ext uri="{FF2B5EF4-FFF2-40B4-BE49-F238E27FC236}">
                <a16:creationId xmlns:a16="http://schemas.microsoft.com/office/drawing/2014/main" id="{355E34D8-29C1-4A2A-99B1-0377BFD38E6B}"/>
              </a:ext>
            </a:extLst>
          </p:cNvPr>
          <p:cNvSpPr>
            <a:spLocks xmlns:a="http://schemas.openxmlformats.org/drawingml/2006/main" noGrp="1"/>
          </p:cNvSpPr>
          <p:nvPr/>
        </p:nvSpPr>
        <p:spPr>
          <a:xfrm xmlns:a="http://schemas.openxmlformats.org/drawingml/2006/main">
            <a:off x="7466409"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4" name="Editable chart path">
            <a:extLst xmlns:a="http://schemas.openxmlformats.org/drawingml/2006/main">
              <a:ext uri="{FF2B5EF4-FFF2-40B4-BE49-F238E27FC236}">
                <a16:creationId xmlns:a16="http://schemas.microsoft.com/office/drawing/2014/main" id="{77A0EC1C-00E4-475F-8200-1F708124CE5F}"/>
              </a:ext>
            </a:extLst>
          </p:cNvPr>
          <p:cNvSpPr>
            <a:spLocks xmlns:a="http://schemas.openxmlformats.org/drawingml/2006/main" noGrp="1"/>
          </p:cNvSpPr>
          <p:nvPr/>
        </p:nvSpPr>
        <p:spPr>
          <a:xfrm xmlns:a="http://schemas.openxmlformats.org/drawingml/2006/main">
            <a:off x="7515019"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5" name="Editable chart path">
            <a:extLst xmlns:a="http://schemas.openxmlformats.org/drawingml/2006/main">
              <a:ext uri="{FF2B5EF4-FFF2-40B4-BE49-F238E27FC236}">
                <a16:creationId xmlns:a16="http://schemas.microsoft.com/office/drawing/2014/main" id="{DA9701E4-B3BD-4255-9A2C-F11095DE1755}"/>
              </a:ext>
            </a:extLst>
          </p:cNvPr>
          <p:cNvSpPr>
            <a:spLocks xmlns:a="http://schemas.openxmlformats.org/drawingml/2006/main" noGrp="1"/>
          </p:cNvSpPr>
          <p:nvPr/>
        </p:nvSpPr>
        <p:spPr>
          <a:xfrm xmlns:a="http://schemas.openxmlformats.org/drawingml/2006/main">
            <a:off x="756363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6" name="Editable chart path">
            <a:extLst xmlns:a="http://schemas.openxmlformats.org/drawingml/2006/main">
              <a:ext uri="{FF2B5EF4-FFF2-40B4-BE49-F238E27FC236}">
                <a16:creationId xmlns:a16="http://schemas.microsoft.com/office/drawing/2014/main" id="{BB1D67D3-2F63-4F6A-84C3-D7A954D2C970}"/>
              </a:ext>
            </a:extLst>
          </p:cNvPr>
          <p:cNvSpPr>
            <a:spLocks xmlns:a="http://schemas.openxmlformats.org/drawingml/2006/main" noGrp="1"/>
          </p:cNvSpPr>
          <p:nvPr/>
        </p:nvSpPr>
        <p:spPr>
          <a:xfrm xmlns:a="http://schemas.openxmlformats.org/drawingml/2006/main">
            <a:off x="761224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7" name="Editable chart path">
            <a:extLst xmlns:a="http://schemas.openxmlformats.org/drawingml/2006/main">
              <a:ext uri="{FF2B5EF4-FFF2-40B4-BE49-F238E27FC236}">
                <a16:creationId xmlns:a16="http://schemas.microsoft.com/office/drawing/2014/main" id="{E9084A86-06AE-4E26-AC75-00BB6BEB351C}"/>
              </a:ext>
            </a:extLst>
          </p:cNvPr>
          <p:cNvSpPr>
            <a:spLocks xmlns:a="http://schemas.openxmlformats.org/drawingml/2006/main" noGrp="1"/>
          </p:cNvSpPr>
          <p:nvPr/>
        </p:nvSpPr>
        <p:spPr>
          <a:xfrm xmlns:a="http://schemas.openxmlformats.org/drawingml/2006/main">
            <a:off x="766085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8" name="Editable chart path">
            <a:extLst xmlns:a="http://schemas.openxmlformats.org/drawingml/2006/main">
              <a:ext uri="{FF2B5EF4-FFF2-40B4-BE49-F238E27FC236}">
                <a16:creationId xmlns:a16="http://schemas.microsoft.com/office/drawing/2014/main" id="{5C72CECC-663E-4C38-A945-9E2EA0FB7F82}"/>
              </a:ext>
            </a:extLst>
          </p:cNvPr>
          <p:cNvSpPr>
            <a:spLocks xmlns:a="http://schemas.openxmlformats.org/drawingml/2006/main" noGrp="1"/>
          </p:cNvSpPr>
          <p:nvPr/>
        </p:nvSpPr>
        <p:spPr>
          <a:xfrm xmlns:a="http://schemas.openxmlformats.org/drawingml/2006/main">
            <a:off x="770946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9" name="Editable chart path">
            <a:extLst xmlns:a="http://schemas.openxmlformats.org/drawingml/2006/main">
              <a:ext uri="{FF2B5EF4-FFF2-40B4-BE49-F238E27FC236}">
                <a16:creationId xmlns:a16="http://schemas.microsoft.com/office/drawing/2014/main" id="{79C68C00-5C28-4037-86AF-27ACFB838A7C}"/>
              </a:ext>
            </a:extLst>
          </p:cNvPr>
          <p:cNvSpPr>
            <a:spLocks xmlns:a="http://schemas.openxmlformats.org/drawingml/2006/main" noGrp="1"/>
          </p:cNvSpPr>
          <p:nvPr/>
        </p:nvSpPr>
        <p:spPr>
          <a:xfrm xmlns:a="http://schemas.openxmlformats.org/drawingml/2006/main">
            <a:off x="775807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0" name="Editable chart path">
            <a:extLst xmlns:a="http://schemas.openxmlformats.org/drawingml/2006/main">
              <a:ext uri="{FF2B5EF4-FFF2-40B4-BE49-F238E27FC236}">
                <a16:creationId xmlns:a16="http://schemas.microsoft.com/office/drawing/2014/main" id="{24E20C6A-0364-43F1-A33A-02C4D4B1B565}"/>
              </a:ext>
            </a:extLst>
          </p:cNvPr>
          <p:cNvSpPr>
            <a:spLocks xmlns:a="http://schemas.openxmlformats.org/drawingml/2006/main" noGrp="1"/>
          </p:cNvSpPr>
          <p:nvPr/>
        </p:nvSpPr>
        <p:spPr>
          <a:xfrm xmlns:a="http://schemas.openxmlformats.org/drawingml/2006/main">
            <a:off x="7806685"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1" name="Editable chart path">
            <a:extLst xmlns:a="http://schemas.openxmlformats.org/drawingml/2006/main">
              <a:ext uri="{FF2B5EF4-FFF2-40B4-BE49-F238E27FC236}">
                <a16:creationId xmlns:a16="http://schemas.microsoft.com/office/drawing/2014/main" id="{502128F2-FEC9-480B-8DC8-A75137221C38}"/>
              </a:ext>
            </a:extLst>
          </p:cNvPr>
          <p:cNvSpPr>
            <a:spLocks xmlns:a="http://schemas.openxmlformats.org/drawingml/2006/main" noGrp="1"/>
          </p:cNvSpPr>
          <p:nvPr/>
        </p:nvSpPr>
        <p:spPr>
          <a:xfrm xmlns:a="http://schemas.openxmlformats.org/drawingml/2006/main">
            <a:off x="7855296"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2" name="Editable chart path">
            <a:extLst xmlns:a="http://schemas.openxmlformats.org/drawingml/2006/main">
              <a:ext uri="{FF2B5EF4-FFF2-40B4-BE49-F238E27FC236}">
                <a16:creationId xmlns:a16="http://schemas.microsoft.com/office/drawing/2014/main" id="{D33447E2-5AE4-4546-A68E-632B9920BE1B}"/>
              </a:ext>
            </a:extLst>
          </p:cNvPr>
          <p:cNvSpPr>
            <a:spLocks xmlns:a="http://schemas.openxmlformats.org/drawingml/2006/main" noGrp="1"/>
          </p:cNvSpPr>
          <p:nvPr/>
        </p:nvSpPr>
        <p:spPr>
          <a:xfrm xmlns:a="http://schemas.openxmlformats.org/drawingml/2006/main">
            <a:off x="7903907"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3" name="Editable chart path">
            <a:extLst xmlns:a="http://schemas.openxmlformats.org/drawingml/2006/main">
              <a:ext uri="{FF2B5EF4-FFF2-40B4-BE49-F238E27FC236}">
                <a16:creationId xmlns:a16="http://schemas.microsoft.com/office/drawing/2014/main" id="{5009E4B4-3065-48A0-9C02-2AC24F288AE5}"/>
              </a:ext>
            </a:extLst>
          </p:cNvPr>
          <p:cNvSpPr>
            <a:spLocks xmlns:a="http://schemas.openxmlformats.org/drawingml/2006/main" noGrp="1"/>
          </p:cNvSpPr>
          <p:nvPr/>
        </p:nvSpPr>
        <p:spPr>
          <a:xfrm xmlns:a="http://schemas.openxmlformats.org/drawingml/2006/main">
            <a:off x="804974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4" name="Editable chart path">
            <a:extLst xmlns:a="http://schemas.openxmlformats.org/drawingml/2006/main">
              <a:ext uri="{FF2B5EF4-FFF2-40B4-BE49-F238E27FC236}">
                <a16:creationId xmlns:a16="http://schemas.microsoft.com/office/drawing/2014/main" id="{730A617D-A31E-4BF3-9A5A-50D100B23C1D}"/>
              </a:ext>
            </a:extLst>
          </p:cNvPr>
          <p:cNvSpPr>
            <a:spLocks xmlns:a="http://schemas.openxmlformats.org/drawingml/2006/main" noGrp="1"/>
          </p:cNvSpPr>
          <p:nvPr/>
        </p:nvSpPr>
        <p:spPr>
          <a:xfrm xmlns:a="http://schemas.openxmlformats.org/drawingml/2006/main">
            <a:off x="809835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5" name="Editable chart path">
            <a:extLst xmlns:a="http://schemas.openxmlformats.org/drawingml/2006/main">
              <a:ext uri="{FF2B5EF4-FFF2-40B4-BE49-F238E27FC236}">
                <a16:creationId xmlns:a16="http://schemas.microsoft.com/office/drawing/2014/main" id="{7A017699-B4EF-48AD-A89E-1D13B89821F2}"/>
              </a:ext>
            </a:extLst>
          </p:cNvPr>
          <p:cNvSpPr>
            <a:spLocks xmlns:a="http://schemas.openxmlformats.org/drawingml/2006/main" noGrp="1"/>
          </p:cNvSpPr>
          <p:nvPr/>
        </p:nvSpPr>
        <p:spPr>
          <a:xfrm xmlns:a="http://schemas.openxmlformats.org/drawingml/2006/main">
            <a:off x="814696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6" name="Editable chart path">
            <a:extLst xmlns:a="http://schemas.openxmlformats.org/drawingml/2006/main">
              <a:ext uri="{FF2B5EF4-FFF2-40B4-BE49-F238E27FC236}">
                <a16:creationId xmlns:a16="http://schemas.microsoft.com/office/drawing/2014/main" id="{086C0A31-EB8D-4685-94B0-1AF7277BE559}"/>
              </a:ext>
            </a:extLst>
          </p:cNvPr>
          <p:cNvSpPr>
            <a:spLocks xmlns:a="http://schemas.openxmlformats.org/drawingml/2006/main" noGrp="1"/>
          </p:cNvSpPr>
          <p:nvPr/>
        </p:nvSpPr>
        <p:spPr>
          <a:xfrm xmlns:a="http://schemas.openxmlformats.org/drawingml/2006/main">
            <a:off x="819557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7" name="Editable chart path">
            <a:extLst xmlns:a="http://schemas.openxmlformats.org/drawingml/2006/main">
              <a:ext uri="{FF2B5EF4-FFF2-40B4-BE49-F238E27FC236}">
                <a16:creationId xmlns:a16="http://schemas.microsoft.com/office/drawing/2014/main" id="{D3119A08-703C-4ACA-AB1E-14F661082911}"/>
              </a:ext>
            </a:extLst>
          </p:cNvPr>
          <p:cNvSpPr>
            <a:spLocks xmlns:a="http://schemas.openxmlformats.org/drawingml/2006/main" noGrp="1"/>
          </p:cNvSpPr>
          <p:nvPr/>
        </p:nvSpPr>
        <p:spPr>
          <a:xfrm xmlns:a="http://schemas.openxmlformats.org/drawingml/2006/main">
            <a:off x="824418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8" name="Editable chart path">
            <a:extLst xmlns:a="http://schemas.openxmlformats.org/drawingml/2006/main">
              <a:ext uri="{FF2B5EF4-FFF2-40B4-BE49-F238E27FC236}">
                <a16:creationId xmlns:a16="http://schemas.microsoft.com/office/drawing/2014/main" id="{675E7D78-5458-4FD1-88BB-9B2F26749739}"/>
              </a:ext>
            </a:extLst>
          </p:cNvPr>
          <p:cNvSpPr>
            <a:spLocks xmlns:a="http://schemas.openxmlformats.org/drawingml/2006/main" noGrp="1"/>
          </p:cNvSpPr>
          <p:nvPr/>
        </p:nvSpPr>
        <p:spPr>
          <a:xfrm xmlns:a="http://schemas.openxmlformats.org/drawingml/2006/main">
            <a:off x="8292795"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9" name="Editable chart path">
            <a:extLst xmlns:a="http://schemas.openxmlformats.org/drawingml/2006/main">
              <a:ext uri="{FF2B5EF4-FFF2-40B4-BE49-F238E27FC236}">
                <a16:creationId xmlns:a16="http://schemas.microsoft.com/office/drawing/2014/main" id="{3A58B04F-D407-41AD-A99F-D8EDE840E9DC}"/>
              </a:ext>
            </a:extLst>
          </p:cNvPr>
          <p:cNvSpPr>
            <a:spLocks xmlns:a="http://schemas.openxmlformats.org/drawingml/2006/main" noGrp="1"/>
          </p:cNvSpPr>
          <p:nvPr/>
        </p:nvSpPr>
        <p:spPr>
          <a:xfrm xmlns:a="http://schemas.openxmlformats.org/drawingml/2006/main">
            <a:off x="8487239"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0" name="Editable chart path">
            <a:extLst xmlns:a="http://schemas.openxmlformats.org/drawingml/2006/main">
              <a:ext uri="{FF2B5EF4-FFF2-40B4-BE49-F238E27FC236}">
                <a16:creationId xmlns:a16="http://schemas.microsoft.com/office/drawing/2014/main" id="{225B7CAF-7C8E-4657-829A-F8FEB380FAAC}"/>
              </a:ext>
            </a:extLst>
          </p:cNvPr>
          <p:cNvSpPr>
            <a:spLocks xmlns:a="http://schemas.openxmlformats.org/drawingml/2006/main" noGrp="1"/>
          </p:cNvSpPr>
          <p:nvPr/>
        </p:nvSpPr>
        <p:spPr>
          <a:xfrm xmlns:a="http://schemas.openxmlformats.org/drawingml/2006/main">
            <a:off x="8535850"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1" name="Editable chart path">
            <a:extLst xmlns:a="http://schemas.openxmlformats.org/drawingml/2006/main">
              <a:ext uri="{FF2B5EF4-FFF2-40B4-BE49-F238E27FC236}">
                <a16:creationId xmlns:a16="http://schemas.microsoft.com/office/drawing/2014/main" id="{23EA28E3-2363-4926-9046-0A08439E4AAE}"/>
              </a:ext>
            </a:extLst>
          </p:cNvPr>
          <p:cNvSpPr>
            <a:spLocks xmlns:a="http://schemas.openxmlformats.org/drawingml/2006/main" noGrp="1"/>
          </p:cNvSpPr>
          <p:nvPr/>
        </p:nvSpPr>
        <p:spPr>
          <a:xfrm xmlns:a="http://schemas.openxmlformats.org/drawingml/2006/main">
            <a:off x="8584461"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2" name="Editable chart path">
            <a:extLst xmlns:a="http://schemas.openxmlformats.org/drawingml/2006/main">
              <a:ext uri="{FF2B5EF4-FFF2-40B4-BE49-F238E27FC236}">
                <a16:creationId xmlns:a16="http://schemas.microsoft.com/office/drawing/2014/main" id="{7CA8CEAF-E334-4530-9A3B-DCC95DAE086B}"/>
              </a:ext>
            </a:extLst>
          </p:cNvPr>
          <p:cNvSpPr>
            <a:spLocks xmlns:a="http://schemas.openxmlformats.org/drawingml/2006/main" noGrp="1"/>
          </p:cNvSpPr>
          <p:nvPr/>
        </p:nvSpPr>
        <p:spPr>
          <a:xfrm xmlns:a="http://schemas.openxmlformats.org/drawingml/2006/main">
            <a:off x="8633072"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3" name="Editable chart path">
            <a:extLst xmlns:a="http://schemas.openxmlformats.org/drawingml/2006/main">
              <a:ext uri="{FF2B5EF4-FFF2-40B4-BE49-F238E27FC236}">
                <a16:creationId xmlns:a16="http://schemas.microsoft.com/office/drawing/2014/main" id="{7853C459-E887-4B39-8322-CAA2F77950FD}"/>
              </a:ext>
            </a:extLst>
          </p:cNvPr>
          <p:cNvSpPr>
            <a:spLocks xmlns:a="http://schemas.openxmlformats.org/drawingml/2006/main" noGrp="1"/>
          </p:cNvSpPr>
          <p:nvPr/>
        </p:nvSpPr>
        <p:spPr>
          <a:xfrm xmlns:a="http://schemas.openxmlformats.org/drawingml/2006/main">
            <a:off x="8681683"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4" name="Editable chart path">
            <a:extLst xmlns:a="http://schemas.openxmlformats.org/drawingml/2006/main">
              <a:ext uri="{FF2B5EF4-FFF2-40B4-BE49-F238E27FC236}">
                <a16:creationId xmlns:a16="http://schemas.microsoft.com/office/drawing/2014/main" id="{546129C4-F8C5-496D-97D6-DCA25264608E}"/>
              </a:ext>
            </a:extLst>
          </p:cNvPr>
          <p:cNvSpPr>
            <a:spLocks xmlns:a="http://schemas.openxmlformats.org/drawingml/2006/main" noGrp="1"/>
          </p:cNvSpPr>
          <p:nvPr/>
        </p:nvSpPr>
        <p:spPr>
          <a:xfrm xmlns:a="http://schemas.openxmlformats.org/drawingml/2006/main">
            <a:off x="8730294" y="334925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5" name="Editable chart path">
            <a:extLst xmlns:a="http://schemas.openxmlformats.org/drawingml/2006/main">
              <a:ext uri="{FF2B5EF4-FFF2-40B4-BE49-F238E27FC236}">
                <a16:creationId xmlns:a16="http://schemas.microsoft.com/office/drawing/2014/main" id="{BE719106-5608-46A2-A0B0-0379BD17B183}"/>
              </a:ext>
            </a:extLst>
          </p:cNvPr>
          <p:cNvSpPr>
            <a:spLocks xmlns:a="http://schemas.openxmlformats.org/drawingml/2006/main" noGrp="1"/>
          </p:cNvSpPr>
          <p:nvPr/>
        </p:nvSpPr>
        <p:spPr>
          <a:xfrm xmlns:a="http://schemas.openxmlformats.org/drawingml/2006/main">
            <a:off x="659141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6" name="Editable chart path">
            <a:extLst xmlns:a="http://schemas.openxmlformats.org/drawingml/2006/main">
              <a:ext uri="{FF2B5EF4-FFF2-40B4-BE49-F238E27FC236}">
                <a16:creationId xmlns:a16="http://schemas.microsoft.com/office/drawing/2014/main" id="{9BAB9EA2-4624-4189-AC3A-6EF42D491436}"/>
              </a:ext>
            </a:extLst>
          </p:cNvPr>
          <p:cNvSpPr>
            <a:spLocks xmlns:a="http://schemas.openxmlformats.org/drawingml/2006/main" noGrp="1"/>
          </p:cNvSpPr>
          <p:nvPr/>
        </p:nvSpPr>
        <p:spPr>
          <a:xfrm xmlns:a="http://schemas.openxmlformats.org/drawingml/2006/main">
            <a:off x="664002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7" name="Editable chart path">
            <a:extLst xmlns:a="http://schemas.openxmlformats.org/drawingml/2006/main">
              <a:ext uri="{FF2B5EF4-FFF2-40B4-BE49-F238E27FC236}">
                <a16:creationId xmlns:a16="http://schemas.microsoft.com/office/drawing/2014/main" id="{B30E8233-6939-4095-9BE3-01FF6E7132D7}"/>
              </a:ext>
            </a:extLst>
          </p:cNvPr>
          <p:cNvSpPr>
            <a:spLocks xmlns:a="http://schemas.openxmlformats.org/drawingml/2006/main" noGrp="1"/>
          </p:cNvSpPr>
          <p:nvPr/>
        </p:nvSpPr>
        <p:spPr>
          <a:xfrm xmlns:a="http://schemas.openxmlformats.org/drawingml/2006/main">
            <a:off x="668863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8" name="Editable chart path">
            <a:extLst xmlns:a="http://schemas.openxmlformats.org/drawingml/2006/main">
              <a:ext uri="{FF2B5EF4-FFF2-40B4-BE49-F238E27FC236}">
                <a16:creationId xmlns:a16="http://schemas.microsoft.com/office/drawing/2014/main" id="{26F7B5E5-0F31-4793-8E53-136B6638BE3F}"/>
              </a:ext>
            </a:extLst>
          </p:cNvPr>
          <p:cNvSpPr>
            <a:spLocks xmlns:a="http://schemas.openxmlformats.org/drawingml/2006/main" noGrp="1"/>
          </p:cNvSpPr>
          <p:nvPr/>
        </p:nvSpPr>
        <p:spPr>
          <a:xfrm xmlns:a="http://schemas.openxmlformats.org/drawingml/2006/main">
            <a:off x="673724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9" name="Editable chart path">
            <a:extLst xmlns:a="http://schemas.openxmlformats.org/drawingml/2006/main">
              <a:ext uri="{FF2B5EF4-FFF2-40B4-BE49-F238E27FC236}">
                <a16:creationId xmlns:a16="http://schemas.microsoft.com/office/drawing/2014/main" id="{CCA82126-C855-4A73-AF46-463D9067D9EA}"/>
              </a:ext>
            </a:extLst>
          </p:cNvPr>
          <p:cNvSpPr>
            <a:spLocks xmlns:a="http://schemas.openxmlformats.org/drawingml/2006/main" noGrp="1"/>
          </p:cNvSpPr>
          <p:nvPr/>
        </p:nvSpPr>
        <p:spPr>
          <a:xfrm xmlns:a="http://schemas.openxmlformats.org/drawingml/2006/main">
            <a:off x="6785855"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0" name="Editable chart path">
            <a:extLst xmlns:a="http://schemas.openxmlformats.org/drawingml/2006/main">
              <a:ext uri="{FF2B5EF4-FFF2-40B4-BE49-F238E27FC236}">
                <a16:creationId xmlns:a16="http://schemas.microsoft.com/office/drawing/2014/main" id="{BB43E64C-41DB-420E-B101-90C1130339DA}"/>
              </a:ext>
            </a:extLst>
          </p:cNvPr>
          <p:cNvSpPr>
            <a:spLocks xmlns:a="http://schemas.openxmlformats.org/drawingml/2006/main" noGrp="1"/>
          </p:cNvSpPr>
          <p:nvPr/>
        </p:nvSpPr>
        <p:spPr>
          <a:xfrm xmlns:a="http://schemas.openxmlformats.org/drawingml/2006/main">
            <a:off x="6834466"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1" name="Editable chart path">
            <a:extLst xmlns:a="http://schemas.openxmlformats.org/drawingml/2006/main">
              <a:ext uri="{FF2B5EF4-FFF2-40B4-BE49-F238E27FC236}">
                <a16:creationId xmlns:a16="http://schemas.microsoft.com/office/drawing/2014/main" id="{362A0F81-F401-4B95-8445-C2D0561F1D75}"/>
              </a:ext>
            </a:extLst>
          </p:cNvPr>
          <p:cNvSpPr>
            <a:spLocks xmlns:a="http://schemas.openxmlformats.org/drawingml/2006/main" noGrp="1"/>
          </p:cNvSpPr>
          <p:nvPr/>
        </p:nvSpPr>
        <p:spPr>
          <a:xfrm xmlns:a="http://schemas.openxmlformats.org/drawingml/2006/main">
            <a:off x="6883077"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2" name="Editable chart path">
            <a:extLst xmlns:a="http://schemas.openxmlformats.org/drawingml/2006/main">
              <a:ext uri="{FF2B5EF4-FFF2-40B4-BE49-F238E27FC236}">
                <a16:creationId xmlns:a16="http://schemas.microsoft.com/office/drawing/2014/main" id="{6D549214-4285-4635-8EE4-92CD01671FA9}"/>
              </a:ext>
            </a:extLst>
          </p:cNvPr>
          <p:cNvSpPr>
            <a:spLocks xmlns:a="http://schemas.openxmlformats.org/drawingml/2006/main" noGrp="1"/>
          </p:cNvSpPr>
          <p:nvPr/>
        </p:nvSpPr>
        <p:spPr>
          <a:xfrm xmlns:a="http://schemas.openxmlformats.org/drawingml/2006/main">
            <a:off x="6931688"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3" name="Editable chart path">
            <a:extLst xmlns:a="http://schemas.openxmlformats.org/drawingml/2006/main">
              <a:ext uri="{FF2B5EF4-FFF2-40B4-BE49-F238E27FC236}">
                <a16:creationId xmlns:a16="http://schemas.microsoft.com/office/drawing/2014/main" id="{C983CD93-D277-4DDE-8666-3C3029E1B6DF}"/>
              </a:ext>
            </a:extLst>
          </p:cNvPr>
          <p:cNvSpPr>
            <a:spLocks xmlns:a="http://schemas.openxmlformats.org/drawingml/2006/main" noGrp="1"/>
          </p:cNvSpPr>
          <p:nvPr/>
        </p:nvSpPr>
        <p:spPr>
          <a:xfrm xmlns:a="http://schemas.openxmlformats.org/drawingml/2006/main">
            <a:off x="698029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4" name="Editable chart path">
            <a:extLst xmlns:a="http://schemas.openxmlformats.org/drawingml/2006/main">
              <a:ext uri="{FF2B5EF4-FFF2-40B4-BE49-F238E27FC236}">
                <a16:creationId xmlns:a16="http://schemas.microsoft.com/office/drawing/2014/main" id="{7B458E76-E66D-4380-9B45-32A7FF769847}"/>
              </a:ext>
            </a:extLst>
          </p:cNvPr>
          <p:cNvSpPr>
            <a:spLocks xmlns:a="http://schemas.openxmlformats.org/drawingml/2006/main" noGrp="1"/>
          </p:cNvSpPr>
          <p:nvPr/>
        </p:nvSpPr>
        <p:spPr>
          <a:xfrm xmlns:a="http://schemas.openxmlformats.org/drawingml/2006/main">
            <a:off x="7028910"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5" name="Editable chart path">
            <a:extLst xmlns:a="http://schemas.openxmlformats.org/drawingml/2006/main">
              <a:ext uri="{FF2B5EF4-FFF2-40B4-BE49-F238E27FC236}">
                <a16:creationId xmlns:a16="http://schemas.microsoft.com/office/drawing/2014/main" id="{7AE3E72E-AA66-40E0-BF8D-503E451CAD74}"/>
              </a:ext>
            </a:extLst>
          </p:cNvPr>
          <p:cNvSpPr>
            <a:spLocks xmlns:a="http://schemas.openxmlformats.org/drawingml/2006/main" noGrp="1"/>
          </p:cNvSpPr>
          <p:nvPr/>
        </p:nvSpPr>
        <p:spPr>
          <a:xfrm xmlns:a="http://schemas.openxmlformats.org/drawingml/2006/main">
            <a:off x="707752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6" name="Editable chart path">
            <a:extLst xmlns:a="http://schemas.openxmlformats.org/drawingml/2006/main">
              <a:ext uri="{FF2B5EF4-FFF2-40B4-BE49-F238E27FC236}">
                <a16:creationId xmlns:a16="http://schemas.microsoft.com/office/drawing/2014/main" id="{C7CE3C94-2DE6-49D4-8092-8D4E80FF9CB0}"/>
              </a:ext>
            </a:extLst>
          </p:cNvPr>
          <p:cNvSpPr>
            <a:spLocks xmlns:a="http://schemas.openxmlformats.org/drawingml/2006/main" noGrp="1"/>
          </p:cNvSpPr>
          <p:nvPr/>
        </p:nvSpPr>
        <p:spPr>
          <a:xfrm xmlns:a="http://schemas.openxmlformats.org/drawingml/2006/main">
            <a:off x="712613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7" name="Editable chart path">
            <a:extLst xmlns:a="http://schemas.openxmlformats.org/drawingml/2006/main">
              <a:ext uri="{FF2B5EF4-FFF2-40B4-BE49-F238E27FC236}">
                <a16:creationId xmlns:a16="http://schemas.microsoft.com/office/drawing/2014/main" id="{347DC119-0D00-44CA-83B7-3F06B458D1D5}"/>
              </a:ext>
            </a:extLst>
          </p:cNvPr>
          <p:cNvSpPr>
            <a:spLocks xmlns:a="http://schemas.openxmlformats.org/drawingml/2006/main" noGrp="1"/>
          </p:cNvSpPr>
          <p:nvPr/>
        </p:nvSpPr>
        <p:spPr>
          <a:xfrm xmlns:a="http://schemas.openxmlformats.org/drawingml/2006/main">
            <a:off x="717474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8" name="Editable chart path">
            <a:extLst xmlns:a="http://schemas.openxmlformats.org/drawingml/2006/main">
              <a:ext uri="{FF2B5EF4-FFF2-40B4-BE49-F238E27FC236}">
                <a16:creationId xmlns:a16="http://schemas.microsoft.com/office/drawing/2014/main" id="{177158A3-7F5F-4F5A-8C4D-2EB17780DFBD}"/>
              </a:ext>
            </a:extLst>
          </p:cNvPr>
          <p:cNvSpPr>
            <a:spLocks xmlns:a="http://schemas.openxmlformats.org/drawingml/2006/main" noGrp="1"/>
          </p:cNvSpPr>
          <p:nvPr/>
        </p:nvSpPr>
        <p:spPr>
          <a:xfrm xmlns:a="http://schemas.openxmlformats.org/drawingml/2006/main">
            <a:off x="722335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9" name="Editable chart path">
            <a:extLst xmlns:a="http://schemas.openxmlformats.org/drawingml/2006/main">
              <a:ext uri="{FF2B5EF4-FFF2-40B4-BE49-F238E27FC236}">
                <a16:creationId xmlns:a16="http://schemas.microsoft.com/office/drawing/2014/main" id="{83818418-5EAD-434D-9345-23C863102B1C}"/>
              </a:ext>
            </a:extLst>
          </p:cNvPr>
          <p:cNvSpPr>
            <a:spLocks xmlns:a="http://schemas.openxmlformats.org/drawingml/2006/main" noGrp="1"/>
          </p:cNvSpPr>
          <p:nvPr/>
        </p:nvSpPr>
        <p:spPr>
          <a:xfrm xmlns:a="http://schemas.openxmlformats.org/drawingml/2006/main">
            <a:off x="7271965"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0" name="Editable chart path">
            <a:extLst xmlns:a="http://schemas.openxmlformats.org/drawingml/2006/main">
              <a:ext uri="{FF2B5EF4-FFF2-40B4-BE49-F238E27FC236}">
                <a16:creationId xmlns:a16="http://schemas.microsoft.com/office/drawing/2014/main" id="{3EE44F1E-0603-4886-AAF1-FF3D74AFE27A}"/>
              </a:ext>
            </a:extLst>
          </p:cNvPr>
          <p:cNvSpPr>
            <a:spLocks xmlns:a="http://schemas.openxmlformats.org/drawingml/2006/main" noGrp="1"/>
          </p:cNvSpPr>
          <p:nvPr/>
        </p:nvSpPr>
        <p:spPr>
          <a:xfrm xmlns:a="http://schemas.openxmlformats.org/drawingml/2006/main">
            <a:off x="7320576"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1" name="Editable chart path">
            <a:extLst xmlns:a="http://schemas.openxmlformats.org/drawingml/2006/main">
              <a:ext uri="{FF2B5EF4-FFF2-40B4-BE49-F238E27FC236}">
                <a16:creationId xmlns:a16="http://schemas.microsoft.com/office/drawing/2014/main" id="{6D6FDD37-E60C-4F47-812C-26030C1055B0}"/>
              </a:ext>
            </a:extLst>
          </p:cNvPr>
          <p:cNvSpPr>
            <a:spLocks xmlns:a="http://schemas.openxmlformats.org/drawingml/2006/main" noGrp="1"/>
          </p:cNvSpPr>
          <p:nvPr/>
        </p:nvSpPr>
        <p:spPr>
          <a:xfrm xmlns:a="http://schemas.openxmlformats.org/drawingml/2006/main">
            <a:off x="7369187"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2" name="Editable chart path">
            <a:extLst xmlns:a="http://schemas.openxmlformats.org/drawingml/2006/main">
              <a:ext uri="{FF2B5EF4-FFF2-40B4-BE49-F238E27FC236}">
                <a16:creationId xmlns:a16="http://schemas.microsoft.com/office/drawing/2014/main" id="{80478744-BB32-4760-B95A-BE203BCFB1AD}"/>
              </a:ext>
            </a:extLst>
          </p:cNvPr>
          <p:cNvSpPr>
            <a:spLocks xmlns:a="http://schemas.openxmlformats.org/drawingml/2006/main" noGrp="1"/>
          </p:cNvSpPr>
          <p:nvPr/>
        </p:nvSpPr>
        <p:spPr>
          <a:xfrm xmlns:a="http://schemas.openxmlformats.org/drawingml/2006/main">
            <a:off x="7417798"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3" name="Editable chart path">
            <a:extLst xmlns:a="http://schemas.openxmlformats.org/drawingml/2006/main">
              <a:ext uri="{FF2B5EF4-FFF2-40B4-BE49-F238E27FC236}">
                <a16:creationId xmlns:a16="http://schemas.microsoft.com/office/drawing/2014/main" id="{EA04CC0D-3427-4270-B207-B86C8258E680}"/>
              </a:ext>
            </a:extLst>
          </p:cNvPr>
          <p:cNvSpPr>
            <a:spLocks xmlns:a="http://schemas.openxmlformats.org/drawingml/2006/main" noGrp="1"/>
          </p:cNvSpPr>
          <p:nvPr/>
        </p:nvSpPr>
        <p:spPr>
          <a:xfrm xmlns:a="http://schemas.openxmlformats.org/drawingml/2006/main">
            <a:off x="746640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4" name="Editable chart path">
            <a:extLst xmlns:a="http://schemas.openxmlformats.org/drawingml/2006/main">
              <a:ext uri="{FF2B5EF4-FFF2-40B4-BE49-F238E27FC236}">
                <a16:creationId xmlns:a16="http://schemas.microsoft.com/office/drawing/2014/main" id="{FD57EC7C-D1DE-4299-8A3A-C8BE0EBDEA86}"/>
              </a:ext>
            </a:extLst>
          </p:cNvPr>
          <p:cNvSpPr>
            <a:spLocks xmlns:a="http://schemas.openxmlformats.org/drawingml/2006/main" noGrp="1"/>
          </p:cNvSpPr>
          <p:nvPr/>
        </p:nvSpPr>
        <p:spPr>
          <a:xfrm xmlns:a="http://schemas.openxmlformats.org/drawingml/2006/main">
            <a:off x="751501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5" name="Editable chart path">
            <a:extLst xmlns:a="http://schemas.openxmlformats.org/drawingml/2006/main">
              <a:ext uri="{FF2B5EF4-FFF2-40B4-BE49-F238E27FC236}">
                <a16:creationId xmlns:a16="http://schemas.microsoft.com/office/drawing/2014/main" id="{0B361037-38A7-4835-B959-1C8C3D037DA3}"/>
              </a:ext>
            </a:extLst>
          </p:cNvPr>
          <p:cNvSpPr>
            <a:spLocks xmlns:a="http://schemas.openxmlformats.org/drawingml/2006/main" noGrp="1"/>
          </p:cNvSpPr>
          <p:nvPr/>
        </p:nvSpPr>
        <p:spPr>
          <a:xfrm xmlns:a="http://schemas.openxmlformats.org/drawingml/2006/main">
            <a:off x="7563630"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6" name="Editable chart path">
            <a:extLst xmlns:a="http://schemas.openxmlformats.org/drawingml/2006/main">
              <a:ext uri="{FF2B5EF4-FFF2-40B4-BE49-F238E27FC236}">
                <a16:creationId xmlns:a16="http://schemas.microsoft.com/office/drawing/2014/main" id="{37832E5F-50B3-4C92-A2D6-38D6B56EA0F0}"/>
              </a:ext>
            </a:extLst>
          </p:cNvPr>
          <p:cNvSpPr>
            <a:spLocks xmlns:a="http://schemas.openxmlformats.org/drawingml/2006/main" noGrp="1"/>
          </p:cNvSpPr>
          <p:nvPr/>
        </p:nvSpPr>
        <p:spPr>
          <a:xfrm xmlns:a="http://schemas.openxmlformats.org/drawingml/2006/main">
            <a:off x="761224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7" name="Editable chart path">
            <a:extLst xmlns:a="http://schemas.openxmlformats.org/drawingml/2006/main">
              <a:ext uri="{FF2B5EF4-FFF2-40B4-BE49-F238E27FC236}">
                <a16:creationId xmlns:a16="http://schemas.microsoft.com/office/drawing/2014/main" id="{B0E3737B-5C16-4ED9-BDDA-654114CE3F6A}"/>
              </a:ext>
            </a:extLst>
          </p:cNvPr>
          <p:cNvSpPr>
            <a:spLocks xmlns:a="http://schemas.openxmlformats.org/drawingml/2006/main" noGrp="1"/>
          </p:cNvSpPr>
          <p:nvPr/>
        </p:nvSpPr>
        <p:spPr>
          <a:xfrm xmlns:a="http://schemas.openxmlformats.org/drawingml/2006/main">
            <a:off x="766085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8" name="Editable chart path">
            <a:extLst xmlns:a="http://schemas.openxmlformats.org/drawingml/2006/main">
              <a:ext uri="{FF2B5EF4-FFF2-40B4-BE49-F238E27FC236}">
                <a16:creationId xmlns:a16="http://schemas.microsoft.com/office/drawing/2014/main" id="{D540E61C-CE73-4A9A-B407-79313FF34DBE}"/>
              </a:ext>
            </a:extLst>
          </p:cNvPr>
          <p:cNvSpPr>
            <a:spLocks xmlns:a="http://schemas.openxmlformats.org/drawingml/2006/main" noGrp="1"/>
          </p:cNvSpPr>
          <p:nvPr/>
        </p:nvSpPr>
        <p:spPr>
          <a:xfrm xmlns:a="http://schemas.openxmlformats.org/drawingml/2006/main">
            <a:off x="770946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9" name="Editable chart path">
            <a:extLst xmlns:a="http://schemas.openxmlformats.org/drawingml/2006/main">
              <a:ext uri="{FF2B5EF4-FFF2-40B4-BE49-F238E27FC236}">
                <a16:creationId xmlns:a16="http://schemas.microsoft.com/office/drawing/2014/main" id="{AC91EFCC-725C-4260-8F51-D52484518196}"/>
              </a:ext>
            </a:extLst>
          </p:cNvPr>
          <p:cNvSpPr>
            <a:spLocks xmlns:a="http://schemas.openxmlformats.org/drawingml/2006/main" noGrp="1"/>
          </p:cNvSpPr>
          <p:nvPr/>
        </p:nvSpPr>
        <p:spPr>
          <a:xfrm xmlns:a="http://schemas.openxmlformats.org/drawingml/2006/main">
            <a:off x="775807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0" name="Editable chart path">
            <a:extLst xmlns:a="http://schemas.openxmlformats.org/drawingml/2006/main">
              <a:ext uri="{FF2B5EF4-FFF2-40B4-BE49-F238E27FC236}">
                <a16:creationId xmlns:a16="http://schemas.microsoft.com/office/drawing/2014/main" id="{DCD57E56-725F-4B2D-BEF7-2AA756072D84}"/>
              </a:ext>
            </a:extLst>
          </p:cNvPr>
          <p:cNvSpPr>
            <a:spLocks xmlns:a="http://schemas.openxmlformats.org/drawingml/2006/main" noGrp="1"/>
          </p:cNvSpPr>
          <p:nvPr/>
        </p:nvSpPr>
        <p:spPr>
          <a:xfrm xmlns:a="http://schemas.openxmlformats.org/drawingml/2006/main">
            <a:off x="7806685"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1" name="Editable chart path">
            <a:extLst xmlns:a="http://schemas.openxmlformats.org/drawingml/2006/main">
              <a:ext uri="{FF2B5EF4-FFF2-40B4-BE49-F238E27FC236}">
                <a16:creationId xmlns:a16="http://schemas.microsoft.com/office/drawing/2014/main" id="{80446F93-0E12-403A-A068-C32F9455BD65}"/>
              </a:ext>
            </a:extLst>
          </p:cNvPr>
          <p:cNvSpPr>
            <a:spLocks xmlns:a="http://schemas.openxmlformats.org/drawingml/2006/main" noGrp="1"/>
          </p:cNvSpPr>
          <p:nvPr/>
        </p:nvSpPr>
        <p:spPr>
          <a:xfrm xmlns:a="http://schemas.openxmlformats.org/drawingml/2006/main">
            <a:off x="7855296"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2" name="Editable chart path">
            <a:extLst xmlns:a="http://schemas.openxmlformats.org/drawingml/2006/main">
              <a:ext uri="{FF2B5EF4-FFF2-40B4-BE49-F238E27FC236}">
                <a16:creationId xmlns:a16="http://schemas.microsoft.com/office/drawing/2014/main" id="{940A6CE2-6650-4C14-A65C-EA9196C4643A}"/>
              </a:ext>
            </a:extLst>
          </p:cNvPr>
          <p:cNvSpPr>
            <a:spLocks xmlns:a="http://schemas.openxmlformats.org/drawingml/2006/main" noGrp="1"/>
          </p:cNvSpPr>
          <p:nvPr/>
        </p:nvSpPr>
        <p:spPr>
          <a:xfrm xmlns:a="http://schemas.openxmlformats.org/drawingml/2006/main">
            <a:off x="800112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3" name="Editable chart path">
            <a:extLst xmlns:a="http://schemas.openxmlformats.org/drawingml/2006/main">
              <a:ext uri="{FF2B5EF4-FFF2-40B4-BE49-F238E27FC236}">
                <a16:creationId xmlns:a16="http://schemas.microsoft.com/office/drawing/2014/main" id="{4A9AC73D-1671-4B7F-86DD-287CAA03D0AC}"/>
              </a:ext>
            </a:extLst>
          </p:cNvPr>
          <p:cNvSpPr>
            <a:spLocks xmlns:a="http://schemas.openxmlformats.org/drawingml/2006/main" noGrp="1"/>
          </p:cNvSpPr>
          <p:nvPr/>
        </p:nvSpPr>
        <p:spPr>
          <a:xfrm xmlns:a="http://schemas.openxmlformats.org/drawingml/2006/main">
            <a:off x="8049740"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4" name="Editable chart path">
            <a:extLst xmlns:a="http://schemas.openxmlformats.org/drawingml/2006/main">
              <a:ext uri="{FF2B5EF4-FFF2-40B4-BE49-F238E27FC236}">
                <a16:creationId xmlns:a16="http://schemas.microsoft.com/office/drawing/2014/main" id="{324F55C2-B019-4ED8-9515-457DA6BB1937}"/>
              </a:ext>
            </a:extLst>
          </p:cNvPr>
          <p:cNvSpPr>
            <a:spLocks xmlns:a="http://schemas.openxmlformats.org/drawingml/2006/main" noGrp="1"/>
          </p:cNvSpPr>
          <p:nvPr/>
        </p:nvSpPr>
        <p:spPr>
          <a:xfrm xmlns:a="http://schemas.openxmlformats.org/drawingml/2006/main">
            <a:off x="809835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5" name="Editable chart path">
            <a:extLst xmlns:a="http://schemas.openxmlformats.org/drawingml/2006/main">
              <a:ext uri="{FF2B5EF4-FFF2-40B4-BE49-F238E27FC236}">
                <a16:creationId xmlns:a16="http://schemas.microsoft.com/office/drawing/2014/main" id="{68E4AACB-C601-4AC8-8D8F-88E253CEA918}"/>
              </a:ext>
            </a:extLst>
          </p:cNvPr>
          <p:cNvSpPr>
            <a:spLocks xmlns:a="http://schemas.openxmlformats.org/drawingml/2006/main" noGrp="1"/>
          </p:cNvSpPr>
          <p:nvPr/>
        </p:nvSpPr>
        <p:spPr>
          <a:xfrm xmlns:a="http://schemas.openxmlformats.org/drawingml/2006/main">
            <a:off x="814696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6" name="Editable chart path">
            <a:extLst xmlns:a="http://schemas.openxmlformats.org/drawingml/2006/main">
              <a:ext uri="{FF2B5EF4-FFF2-40B4-BE49-F238E27FC236}">
                <a16:creationId xmlns:a16="http://schemas.microsoft.com/office/drawing/2014/main" id="{D7587FB8-82EB-490E-A399-3982A6CB75FE}"/>
              </a:ext>
            </a:extLst>
          </p:cNvPr>
          <p:cNvSpPr>
            <a:spLocks xmlns:a="http://schemas.openxmlformats.org/drawingml/2006/main" noGrp="1"/>
          </p:cNvSpPr>
          <p:nvPr/>
        </p:nvSpPr>
        <p:spPr>
          <a:xfrm xmlns:a="http://schemas.openxmlformats.org/drawingml/2006/main">
            <a:off x="819557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7" name="Editable chart path">
            <a:extLst xmlns:a="http://schemas.openxmlformats.org/drawingml/2006/main">
              <a:ext uri="{FF2B5EF4-FFF2-40B4-BE49-F238E27FC236}">
                <a16:creationId xmlns:a16="http://schemas.microsoft.com/office/drawing/2014/main" id="{6F200BBF-E52D-45B8-B39D-456C149F6990}"/>
              </a:ext>
            </a:extLst>
          </p:cNvPr>
          <p:cNvSpPr>
            <a:spLocks xmlns:a="http://schemas.openxmlformats.org/drawingml/2006/main" noGrp="1"/>
          </p:cNvSpPr>
          <p:nvPr/>
        </p:nvSpPr>
        <p:spPr>
          <a:xfrm xmlns:a="http://schemas.openxmlformats.org/drawingml/2006/main">
            <a:off x="824418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8" name="Editable chart path">
            <a:extLst xmlns:a="http://schemas.openxmlformats.org/drawingml/2006/main">
              <a:ext uri="{FF2B5EF4-FFF2-40B4-BE49-F238E27FC236}">
                <a16:creationId xmlns:a16="http://schemas.microsoft.com/office/drawing/2014/main" id="{3BD6B347-AA8C-423E-836B-8F9CC63817A2}"/>
              </a:ext>
            </a:extLst>
          </p:cNvPr>
          <p:cNvSpPr>
            <a:spLocks xmlns:a="http://schemas.openxmlformats.org/drawingml/2006/main" noGrp="1"/>
          </p:cNvSpPr>
          <p:nvPr/>
        </p:nvSpPr>
        <p:spPr>
          <a:xfrm xmlns:a="http://schemas.openxmlformats.org/drawingml/2006/main">
            <a:off x="8292795"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9" name="Editable chart path">
            <a:extLst xmlns:a="http://schemas.openxmlformats.org/drawingml/2006/main">
              <a:ext uri="{FF2B5EF4-FFF2-40B4-BE49-F238E27FC236}">
                <a16:creationId xmlns:a16="http://schemas.microsoft.com/office/drawing/2014/main" id="{A939A72F-04FE-4A83-809F-1F03681CC172}"/>
              </a:ext>
            </a:extLst>
          </p:cNvPr>
          <p:cNvSpPr>
            <a:spLocks xmlns:a="http://schemas.openxmlformats.org/drawingml/2006/main" noGrp="1"/>
          </p:cNvSpPr>
          <p:nvPr/>
        </p:nvSpPr>
        <p:spPr>
          <a:xfrm xmlns:a="http://schemas.openxmlformats.org/drawingml/2006/main">
            <a:off x="8390017"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0" name="Editable chart path">
            <a:extLst xmlns:a="http://schemas.openxmlformats.org/drawingml/2006/main">
              <a:ext uri="{FF2B5EF4-FFF2-40B4-BE49-F238E27FC236}">
                <a16:creationId xmlns:a16="http://schemas.microsoft.com/office/drawing/2014/main" id="{E1493201-8375-4246-B479-CF9C8650EC02}"/>
              </a:ext>
            </a:extLst>
          </p:cNvPr>
          <p:cNvSpPr>
            <a:spLocks xmlns:a="http://schemas.openxmlformats.org/drawingml/2006/main" noGrp="1"/>
          </p:cNvSpPr>
          <p:nvPr/>
        </p:nvSpPr>
        <p:spPr>
          <a:xfrm xmlns:a="http://schemas.openxmlformats.org/drawingml/2006/main">
            <a:off x="8438628"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1" name="Editable chart path">
            <a:extLst xmlns:a="http://schemas.openxmlformats.org/drawingml/2006/main">
              <a:ext uri="{FF2B5EF4-FFF2-40B4-BE49-F238E27FC236}">
                <a16:creationId xmlns:a16="http://schemas.microsoft.com/office/drawing/2014/main" id="{EAF275C4-44EF-4E05-BEDE-560CD3EE775F}"/>
              </a:ext>
            </a:extLst>
          </p:cNvPr>
          <p:cNvSpPr>
            <a:spLocks xmlns:a="http://schemas.openxmlformats.org/drawingml/2006/main" noGrp="1"/>
          </p:cNvSpPr>
          <p:nvPr/>
        </p:nvSpPr>
        <p:spPr>
          <a:xfrm xmlns:a="http://schemas.openxmlformats.org/drawingml/2006/main">
            <a:off x="8487239"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2" name="Editable chart path">
            <a:extLst xmlns:a="http://schemas.openxmlformats.org/drawingml/2006/main">
              <a:ext uri="{FF2B5EF4-FFF2-40B4-BE49-F238E27FC236}">
                <a16:creationId xmlns:a16="http://schemas.microsoft.com/office/drawing/2014/main" id="{B33B608C-1645-4B08-9F42-0600FD5EE02E}"/>
              </a:ext>
            </a:extLst>
          </p:cNvPr>
          <p:cNvSpPr>
            <a:spLocks xmlns:a="http://schemas.openxmlformats.org/drawingml/2006/main" noGrp="1"/>
          </p:cNvSpPr>
          <p:nvPr/>
        </p:nvSpPr>
        <p:spPr>
          <a:xfrm xmlns:a="http://schemas.openxmlformats.org/drawingml/2006/main">
            <a:off x="8535850"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3" name="Editable chart path">
            <a:extLst xmlns:a="http://schemas.openxmlformats.org/drawingml/2006/main">
              <a:ext uri="{FF2B5EF4-FFF2-40B4-BE49-F238E27FC236}">
                <a16:creationId xmlns:a16="http://schemas.microsoft.com/office/drawing/2014/main" id="{DFEEEAFD-1BC5-4E48-AA0D-B347D8783B1F}"/>
              </a:ext>
            </a:extLst>
          </p:cNvPr>
          <p:cNvSpPr>
            <a:spLocks xmlns:a="http://schemas.openxmlformats.org/drawingml/2006/main" noGrp="1"/>
          </p:cNvSpPr>
          <p:nvPr/>
        </p:nvSpPr>
        <p:spPr>
          <a:xfrm xmlns:a="http://schemas.openxmlformats.org/drawingml/2006/main">
            <a:off x="8584461"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4" name="Editable chart path">
            <a:extLst xmlns:a="http://schemas.openxmlformats.org/drawingml/2006/main">
              <a:ext uri="{FF2B5EF4-FFF2-40B4-BE49-F238E27FC236}">
                <a16:creationId xmlns:a16="http://schemas.microsoft.com/office/drawing/2014/main" id="{D9DE1453-4A31-4438-B14C-F7AE9D46BA91}"/>
              </a:ext>
            </a:extLst>
          </p:cNvPr>
          <p:cNvSpPr>
            <a:spLocks xmlns:a="http://schemas.openxmlformats.org/drawingml/2006/main" noGrp="1"/>
          </p:cNvSpPr>
          <p:nvPr/>
        </p:nvSpPr>
        <p:spPr>
          <a:xfrm xmlns:a="http://schemas.openxmlformats.org/drawingml/2006/main">
            <a:off x="8633072"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5" name="Editable chart path">
            <a:extLst xmlns:a="http://schemas.openxmlformats.org/drawingml/2006/main">
              <a:ext uri="{FF2B5EF4-FFF2-40B4-BE49-F238E27FC236}">
                <a16:creationId xmlns:a16="http://schemas.microsoft.com/office/drawing/2014/main" id="{D4AFC19E-02F9-4040-9DAC-BEACBB9A939E}"/>
              </a:ext>
            </a:extLst>
          </p:cNvPr>
          <p:cNvSpPr>
            <a:spLocks xmlns:a="http://schemas.openxmlformats.org/drawingml/2006/main" noGrp="1"/>
          </p:cNvSpPr>
          <p:nvPr/>
        </p:nvSpPr>
        <p:spPr>
          <a:xfrm xmlns:a="http://schemas.openxmlformats.org/drawingml/2006/main">
            <a:off x="8681683"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6" name="Editable chart path">
            <a:extLst xmlns:a="http://schemas.openxmlformats.org/drawingml/2006/main">
              <a:ext uri="{FF2B5EF4-FFF2-40B4-BE49-F238E27FC236}">
                <a16:creationId xmlns:a16="http://schemas.microsoft.com/office/drawing/2014/main" id="{8EDD0487-4CD1-4B3A-A932-1CB3DE4D59FA}"/>
              </a:ext>
            </a:extLst>
          </p:cNvPr>
          <p:cNvSpPr>
            <a:spLocks xmlns:a="http://schemas.openxmlformats.org/drawingml/2006/main" noGrp="1"/>
          </p:cNvSpPr>
          <p:nvPr/>
        </p:nvSpPr>
        <p:spPr>
          <a:xfrm xmlns:a="http://schemas.openxmlformats.org/drawingml/2006/main">
            <a:off x="8730294"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7" name="Editable chart path">
            <a:extLst xmlns:a="http://schemas.openxmlformats.org/drawingml/2006/main">
              <a:ext uri="{FF2B5EF4-FFF2-40B4-BE49-F238E27FC236}">
                <a16:creationId xmlns:a16="http://schemas.microsoft.com/office/drawing/2014/main" id="{23CC38C9-CC25-4B8A-89AE-1428F870655D}"/>
              </a:ext>
            </a:extLst>
          </p:cNvPr>
          <p:cNvSpPr>
            <a:spLocks xmlns:a="http://schemas.openxmlformats.org/drawingml/2006/main" noGrp="1"/>
          </p:cNvSpPr>
          <p:nvPr/>
        </p:nvSpPr>
        <p:spPr>
          <a:xfrm xmlns:a="http://schemas.openxmlformats.org/drawingml/2006/main">
            <a:off x="6591411"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8" name="Editable chart path">
            <a:extLst xmlns:a="http://schemas.openxmlformats.org/drawingml/2006/main">
              <a:ext uri="{FF2B5EF4-FFF2-40B4-BE49-F238E27FC236}">
                <a16:creationId xmlns:a16="http://schemas.microsoft.com/office/drawing/2014/main" id="{7500970F-FFBB-471E-AEE1-0C3F8355008B}"/>
              </a:ext>
            </a:extLst>
          </p:cNvPr>
          <p:cNvSpPr>
            <a:spLocks xmlns:a="http://schemas.openxmlformats.org/drawingml/2006/main" noGrp="1"/>
          </p:cNvSpPr>
          <p:nvPr/>
        </p:nvSpPr>
        <p:spPr>
          <a:xfrm xmlns:a="http://schemas.openxmlformats.org/drawingml/2006/main">
            <a:off x="6640022"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9" name="Editable chart path">
            <a:extLst xmlns:a="http://schemas.openxmlformats.org/drawingml/2006/main">
              <a:ext uri="{FF2B5EF4-FFF2-40B4-BE49-F238E27FC236}">
                <a16:creationId xmlns:a16="http://schemas.microsoft.com/office/drawing/2014/main" id="{885BF389-DD71-4977-9C9D-E3161D0AF145}"/>
              </a:ext>
            </a:extLst>
          </p:cNvPr>
          <p:cNvSpPr>
            <a:spLocks xmlns:a="http://schemas.openxmlformats.org/drawingml/2006/main" noGrp="1"/>
          </p:cNvSpPr>
          <p:nvPr/>
        </p:nvSpPr>
        <p:spPr>
          <a:xfrm xmlns:a="http://schemas.openxmlformats.org/drawingml/2006/main">
            <a:off x="6688633"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0" name="Editable chart path">
            <a:extLst xmlns:a="http://schemas.openxmlformats.org/drawingml/2006/main">
              <a:ext uri="{FF2B5EF4-FFF2-40B4-BE49-F238E27FC236}">
                <a16:creationId xmlns:a16="http://schemas.microsoft.com/office/drawing/2014/main" id="{D5B7FE69-2AEA-47A3-B398-CF2AFE58FB84}"/>
              </a:ext>
            </a:extLst>
          </p:cNvPr>
          <p:cNvSpPr>
            <a:spLocks xmlns:a="http://schemas.openxmlformats.org/drawingml/2006/main" noGrp="1"/>
          </p:cNvSpPr>
          <p:nvPr/>
        </p:nvSpPr>
        <p:spPr>
          <a:xfrm xmlns:a="http://schemas.openxmlformats.org/drawingml/2006/main">
            <a:off x="6737244"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1" name="Editable chart path">
            <a:extLst xmlns:a="http://schemas.openxmlformats.org/drawingml/2006/main">
              <a:ext uri="{FF2B5EF4-FFF2-40B4-BE49-F238E27FC236}">
                <a16:creationId xmlns:a16="http://schemas.microsoft.com/office/drawing/2014/main" id="{408500CF-370D-42ED-9C02-A592317BFB3C}"/>
              </a:ext>
            </a:extLst>
          </p:cNvPr>
          <p:cNvSpPr>
            <a:spLocks xmlns:a="http://schemas.openxmlformats.org/drawingml/2006/main" noGrp="1"/>
          </p:cNvSpPr>
          <p:nvPr/>
        </p:nvSpPr>
        <p:spPr>
          <a:xfrm xmlns:a="http://schemas.openxmlformats.org/drawingml/2006/main">
            <a:off x="6785855"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2" name="Editable chart path">
            <a:extLst xmlns:a="http://schemas.openxmlformats.org/drawingml/2006/main">
              <a:ext uri="{FF2B5EF4-FFF2-40B4-BE49-F238E27FC236}">
                <a16:creationId xmlns:a16="http://schemas.microsoft.com/office/drawing/2014/main" id="{C300C560-C8D1-4A46-ACC2-DD0AFDBC9745}"/>
              </a:ext>
            </a:extLst>
          </p:cNvPr>
          <p:cNvSpPr>
            <a:spLocks xmlns:a="http://schemas.openxmlformats.org/drawingml/2006/main" noGrp="1"/>
          </p:cNvSpPr>
          <p:nvPr/>
        </p:nvSpPr>
        <p:spPr>
          <a:xfrm xmlns:a="http://schemas.openxmlformats.org/drawingml/2006/main">
            <a:off x="6834466"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3" name="Editable chart path">
            <a:extLst xmlns:a="http://schemas.openxmlformats.org/drawingml/2006/main">
              <a:ext uri="{FF2B5EF4-FFF2-40B4-BE49-F238E27FC236}">
                <a16:creationId xmlns:a16="http://schemas.microsoft.com/office/drawing/2014/main" id="{3CB0ACAF-C4D0-4B77-9791-5F7FAC6F5D3E}"/>
              </a:ext>
            </a:extLst>
          </p:cNvPr>
          <p:cNvSpPr>
            <a:spLocks xmlns:a="http://schemas.openxmlformats.org/drawingml/2006/main" noGrp="1"/>
          </p:cNvSpPr>
          <p:nvPr/>
        </p:nvSpPr>
        <p:spPr>
          <a:xfrm xmlns:a="http://schemas.openxmlformats.org/drawingml/2006/main">
            <a:off x="6883077"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4" name="Editable chart path">
            <a:extLst xmlns:a="http://schemas.openxmlformats.org/drawingml/2006/main">
              <a:ext uri="{FF2B5EF4-FFF2-40B4-BE49-F238E27FC236}">
                <a16:creationId xmlns:a16="http://schemas.microsoft.com/office/drawing/2014/main" id="{AFED5735-DFEE-4E28-9A02-9AEAFFE3FF85}"/>
              </a:ext>
            </a:extLst>
          </p:cNvPr>
          <p:cNvSpPr>
            <a:spLocks xmlns:a="http://schemas.openxmlformats.org/drawingml/2006/main" noGrp="1"/>
          </p:cNvSpPr>
          <p:nvPr/>
        </p:nvSpPr>
        <p:spPr>
          <a:xfrm xmlns:a="http://schemas.openxmlformats.org/drawingml/2006/main">
            <a:off x="6931688"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5" name="Editable chart path">
            <a:extLst xmlns:a="http://schemas.openxmlformats.org/drawingml/2006/main">
              <a:ext uri="{FF2B5EF4-FFF2-40B4-BE49-F238E27FC236}">
                <a16:creationId xmlns:a16="http://schemas.microsoft.com/office/drawing/2014/main" id="{9AA3A8D4-7D6C-438F-942E-1BD01F52BEE7}"/>
              </a:ext>
            </a:extLst>
          </p:cNvPr>
          <p:cNvSpPr>
            <a:spLocks xmlns:a="http://schemas.openxmlformats.org/drawingml/2006/main" noGrp="1"/>
          </p:cNvSpPr>
          <p:nvPr/>
        </p:nvSpPr>
        <p:spPr>
          <a:xfrm xmlns:a="http://schemas.openxmlformats.org/drawingml/2006/main">
            <a:off x="698029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6" name="Editable chart path">
            <a:extLst xmlns:a="http://schemas.openxmlformats.org/drawingml/2006/main">
              <a:ext uri="{FF2B5EF4-FFF2-40B4-BE49-F238E27FC236}">
                <a16:creationId xmlns:a16="http://schemas.microsoft.com/office/drawing/2014/main" id="{DFAADD11-6286-44CB-B584-90A508EA1228}"/>
              </a:ext>
            </a:extLst>
          </p:cNvPr>
          <p:cNvSpPr>
            <a:spLocks xmlns:a="http://schemas.openxmlformats.org/drawingml/2006/main" noGrp="1"/>
          </p:cNvSpPr>
          <p:nvPr/>
        </p:nvSpPr>
        <p:spPr>
          <a:xfrm xmlns:a="http://schemas.openxmlformats.org/drawingml/2006/main">
            <a:off x="7028910"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7" name="Editable chart path">
            <a:extLst xmlns:a="http://schemas.openxmlformats.org/drawingml/2006/main">
              <a:ext uri="{FF2B5EF4-FFF2-40B4-BE49-F238E27FC236}">
                <a16:creationId xmlns:a16="http://schemas.microsoft.com/office/drawing/2014/main" id="{01A1DBCD-1974-4A36-BEC3-AACE024141AB}"/>
              </a:ext>
            </a:extLst>
          </p:cNvPr>
          <p:cNvSpPr>
            <a:spLocks xmlns:a="http://schemas.openxmlformats.org/drawingml/2006/main" noGrp="1"/>
          </p:cNvSpPr>
          <p:nvPr/>
        </p:nvSpPr>
        <p:spPr>
          <a:xfrm xmlns:a="http://schemas.openxmlformats.org/drawingml/2006/main">
            <a:off x="7077521"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8" name="Editable chart path">
            <a:extLst xmlns:a="http://schemas.openxmlformats.org/drawingml/2006/main">
              <a:ext uri="{FF2B5EF4-FFF2-40B4-BE49-F238E27FC236}">
                <a16:creationId xmlns:a16="http://schemas.microsoft.com/office/drawing/2014/main" id="{B39BC035-6363-48BB-B592-854BF3F6A988}"/>
              </a:ext>
            </a:extLst>
          </p:cNvPr>
          <p:cNvSpPr>
            <a:spLocks xmlns:a="http://schemas.openxmlformats.org/drawingml/2006/main" noGrp="1"/>
          </p:cNvSpPr>
          <p:nvPr/>
        </p:nvSpPr>
        <p:spPr>
          <a:xfrm xmlns:a="http://schemas.openxmlformats.org/drawingml/2006/main">
            <a:off x="7126132"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9" name="Editable chart path">
            <a:extLst xmlns:a="http://schemas.openxmlformats.org/drawingml/2006/main">
              <a:ext uri="{FF2B5EF4-FFF2-40B4-BE49-F238E27FC236}">
                <a16:creationId xmlns:a16="http://schemas.microsoft.com/office/drawing/2014/main" id="{A8C3422E-8271-4288-AC79-AFACF08DA89D}"/>
              </a:ext>
            </a:extLst>
          </p:cNvPr>
          <p:cNvSpPr>
            <a:spLocks xmlns:a="http://schemas.openxmlformats.org/drawingml/2006/main" noGrp="1"/>
          </p:cNvSpPr>
          <p:nvPr/>
        </p:nvSpPr>
        <p:spPr>
          <a:xfrm xmlns:a="http://schemas.openxmlformats.org/drawingml/2006/main">
            <a:off x="7174743"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0" name="Editable chart path">
            <a:extLst xmlns:a="http://schemas.openxmlformats.org/drawingml/2006/main">
              <a:ext uri="{FF2B5EF4-FFF2-40B4-BE49-F238E27FC236}">
                <a16:creationId xmlns:a16="http://schemas.microsoft.com/office/drawing/2014/main" id="{0BF28641-B603-4D8E-81A1-5610DFAE86EF}"/>
              </a:ext>
            </a:extLst>
          </p:cNvPr>
          <p:cNvSpPr>
            <a:spLocks xmlns:a="http://schemas.openxmlformats.org/drawingml/2006/main" noGrp="1"/>
          </p:cNvSpPr>
          <p:nvPr/>
        </p:nvSpPr>
        <p:spPr>
          <a:xfrm xmlns:a="http://schemas.openxmlformats.org/drawingml/2006/main">
            <a:off x="7223354"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1" name="Editable chart path">
            <a:extLst xmlns:a="http://schemas.openxmlformats.org/drawingml/2006/main">
              <a:ext uri="{FF2B5EF4-FFF2-40B4-BE49-F238E27FC236}">
                <a16:creationId xmlns:a16="http://schemas.microsoft.com/office/drawing/2014/main" id="{1E8602BB-E783-4609-8882-161E845DD5FA}"/>
              </a:ext>
            </a:extLst>
          </p:cNvPr>
          <p:cNvSpPr>
            <a:spLocks xmlns:a="http://schemas.openxmlformats.org/drawingml/2006/main" noGrp="1"/>
          </p:cNvSpPr>
          <p:nvPr/>
        </p:nvSpPr>
        <p:spPr>
          <a:xfrm xmlns:a="http://schemas.openxmlformats.org/drawingml/2006/main">
            <a:off x="7271965"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2" name="Editable chart path">
            <a:extLst xmlns:a="http://schemas.openxmlformats.org/drawingml/2006/main">
              <a:ext uri="{FF2B5EF4-FFF2-40B4-BE49-F238E27FC236}">
                <a16:creationId xmlns:a16="http://schemas.microsoft.com/office/drawing/2014/main" id="{330A1388-A6F5-4BD3-B7A3-5F7CEE533237}"/>
              </a:ext>
            </a:extLst>
          </p:cNvPr>
          <p:cNvSpPr>
            <a:spLocks xmlns:a="http://schemas.openxmlformats.org/drawingml/2006/main" noGrp="1"/>
          </p:cNvSpPr>
          <p:nvPr/>
        </p:nvSpPr>
        <p:spPr>
          <a:xfrm xmlns:a="http://schemas.openxmlformats.org/drawingml/2006/main">
            <a:off x="7320576"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3" name="Editable chart path">
            <a:extLst xmlns:a="http://schemas.openxmlformats.org/drawingml/2006/main">
              <a:ext uri="{FF2B5EF4-FFF2-40B4-BE49-F238E27FC236}">
                <a16:creationId xmlns:a16="http://schemas.microsoft.com/office/drawing/2014/main" id="{E93CF628-D3D2-4384-87AE-0E68F306C501}"/>
              </a:ext>
            </a:extLst>
          </p:cNvPr>
          <p:cNvSpPr>
            <a:spLocks xmlns:a="http://schemas.openxmlformats.org/drawingml/2006/main" noGrp="1"/>
          </p:cNvSpPr>
          <p:nvPr/>
        </p:nvSpPr>
        <p:spPr>
          <a:xfrm xmlns:a="http://schemas.openxmlformats.org/drawingml/2006/main">
            <a:off x="7369187"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4" name="Editable chart path">
            <a:extLst xmlns:a="http://schemas.openxmlformats.org/drawingml/2006/main">
              <a:ext uri="{FF2B5EF4-FFF2-40B4-BE49-F238E27FC236}">
                <a16:creationId xmlns:a16="http://schemas.microsoft.com/office/drawing/2014/main" id="{C62F5F09-5496-4A55-81CA-5718BB336452}"/>
              </a:ext>
            </a:extLst>
          </p:cNvPr>
          <p:cNvSpPr>
            <a:spLocks xmlns:a="http://schemas.openxmlformats.org/drawingml/2006/main" noGrp="1"/>
          </p:cNvSpPr>
          <p:nvPr/>
        </p:nvSpPr>
        <p:spPr>
          <a:xfrm xmlns:a="http://schemas.openxmlformats.org/drawingml/2006/main">
            <a:off x="7417798"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5" name="Editable chart path">
            <a:extLst xmlns:a="http://schemas.openxmlformats.org/drawingml/2006/main">
              <a:ext uri="{FF2B5EF4-FFF2-40B4-BE49-F238E27FC236}">
                <a16:creationId xmlns:a16="http://schemas.microsoft.com/office/drawing/2014/main" id="{4AD6DCFC-926A-447A-B407-ECBFA1FBB6C8}"/>
              </a:ext>
            </a:extLst>
          </p:cNvPr>
          <p:cNvSpPr>
            <a:spLocks xmlns:a="http://schemas.openxmlformats.org/drawingml/2006/main" noGrp="1"/>
          </p:cNvSpPr>
          <p:nvPr/>
        </p:nvSpPr>
        <p:spPr>
          <a:xfrm xmlns:a="http://schemas.openxmlformats.org/drawingml/2006/main">
            <a:off x="746640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6" name="Editable chart path">
            <a:extLst xmlns:a="http://schemas.openxmlformats.org/drawingml/2006/main">
              <a:ext uri="{FF2B5EF4-FFF2-40B4-BE49-F238E27FC236}">
                <a16:creationId xmlns:a16="http://schemas.microsoft.com/office/drawing/2014/main" id="{A1E4CA9A-3E6B-457B-9A94-F61B381EA380}"/>
              </a:ext>
            </a:extLst>
          </p:cNvPr>
          <p:cNvSpPr>
            <a:spLocks xmlns:a="http://schemas.openxmlformats.org/drawingml/2006/main" noGrp="1"/>
          </p:cNvSpPr>
          <p:nvPr/>
        </p:nvSpPr>
        <p:spPr>
          <a:xfrm xmlns:a="http://schemas.openxmlformats.org/drawingml/2006/main">
            <a:off x="751501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7" name="Editable chart path">
            <a:extLst xmlns:a="http://schemas.openxmlformats.org/drawingml/2006/main">
              <a:ext uri="{FF2B5EF4-FFF2-40B4-BE49-F238E27FC236}">
                <a16:creationId xmlns:a16="http://schemas.microsoft.com/office/drawing/2014/main" id="{0A177431-12D1-4C33-A6B9-4C3E0C4FB118}"/>
              </a:ext>
            </a:extLst>
          </p:cNvPr>
          <p:cNvSpPr>
            <a:spLocks xmlns:a="http://schemas.openxmlformats.org/drawingml/2006/main" noGrp="1"/>
          </p:cNvSpPr>
          <p:nvPr/>
        </p:nvSpPr>
        <p:spPr>
          <a:xfrm xmlns:a="http://schemas.openxmlformats.org/drawingml/2006/main">
            <a:off x="7660852"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8" name="Editable chart path">
            <a:extLst xmlns:a="http://schemas.openxmlformats.org/drawingml/2006/main">
              <a:ext uri="{FF2B5EF4-FFF2-40B4-BE49-F238E27FC236}">
                <a16:creationId xmlns:a16="http://schemas.microsoft.com/office/drawing/2014/main" id="{C5F14561-A9FB-4A9B-BA52-9FD8A7ED3D4E}"/>
              </a:ext>
            </a:extLst>
          </p:cNvPr>
          <p:cNvSpPr>
            <a:spLocks xmlns:a="http://schemas.openxmlformats.org/drawingml/2006/main" noGrp="1"/>
          </p:cNvSpPr>
          <p:nvPr/>
        </p:nvSpPr>
        <p:spPr>
          <a:xfrm xmlns:a="http://schemas.openxmlformats.org/drawingml/2006/main">
            <a:off x="7709463"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9" name="Editable chart path">
            <a:extLst xmlns:a="http://schemas.openxmlformats.org/drawingml/2006/main">
              <a:ext uri="{FF2B5EF4-FFF2-40B4-BE49-F238E27FC236}">
                <a16:creationId xmlns:a16="http://schemas.microsoft.com/office/drawing/2014/main" id="{73E84857-C897-4BA0-AAA5-BCF9CAB05DAB}"/>
              </a:ext>
            </a:extLst>
          </p:cNvPr>
          <p:cNvSpPr>
            <a:spLocks xmlns:a="http://schemas.openxmlformats.org/drawingml/2006/main" noGrp="1"/>
          </p:cNvSpPr>
          <p:nvPr/>
        </p:nvSpPr>
        <p:spPr>
          <a:xfrm xmlns:a="http://schemas.openxmlformats.org/drawingml/2006/main">
            <a:off x="7952518"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0" name="Editable chart path">
            <a:extLst xmlns:a="http://schemas.openxmlformats.org/drawingml/2006/main">
              <a:ext uri="{FF2B5EF4-FFF2-40B4-BE49-F238E27FC236}">
                <a16:creationId xmlns:a16="http://schemas.microsoft.com/office/drawing/2014/main" id="{62A91CBA-17D6-49B1-B1B2-6121A5E1EA45}"/>
              </a:ext>
            </a:extLst>
          </p:cNvPr>
          <p:cNvSpPr>
            <a:spLocks xmlns:a="http://schemas.openxmlformats.org/drawingml/2006/main" noGrp="1"/>
          </p:cNvSpPr>
          <p:nvPr/>
        </p:nvSpPr>
        <p:spPr>
          <a:xfrm xmlns:a="http://schemas.openxmlformats.org/drawingml/2006/main">
            <a:off x="8390017"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1" name="Editable chart path">
            <a:extLst xmlns:a="http://schemas.openxmlformats.org/drawingml/2006/main">
              <a:ext uri="{FF2B5EF4-FFF2-40B4-BE49-F238E27FC236}">
                <a16:creationId xmlns:a16="http://schemas.microsoft.com/office/drawing/2014/main" id="{6EDC465F-8913-4A9F-9335-BDA8541026EC}"/>
              </a:ext>
            </a:extLst>
          </p:cNvPr>
          <p:cNvSpPr>
            <a:spLocks xmlns:a="http://schemas.openxmlformats.org/drawingml/2006/main" noGrp="1"/>
          </p:cNvSpPr>
          <p:nvPr/>
        </p:nvSpPr>
        <p:spPr>
          <a:xfrm xmlns:a="http://schemas.openxmlformats.org/drawingml/2006/main">
            <a:off x="8438628"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2" name="Editable chart path">
            <a:extLst xmlns:a="http://schemas.openxmlformats.org/drawingml/2006/main">
              <a:ext uri="{FF2B5EF4-FFF2-40B4-BE49-F238E27FC236}">
                <a16:creationId xmlns:a16="http://schemas.microsoft.com/office/drawing/2014/main" id="{8F907C22-B15C-45E3-849F-98B2E204AA1F}"/>
              </a:ext>
            </a:extLst>
          </p:cNvPr>
          <p:cNvSpPr>
            <a:spLocks xmlns:a="http://schemas.openxmlformats.org/drawingml/2006/main" noGrp="1"/>
          </p:cNvSpPr>
          <p:nvPr/>
        </p:nvSpPr>
        <p:spPr>
          <a:xfrm xmlns:a="http://schemas.openxmlformats.org/drawingml/2006/main">
            <a:off x="848723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3" name="Editable chart path">
            <a:extLst xmlns:a="http://schemas.openxmlformats.org/drawingml/2006/main">
              <a:ext uri="{FF2B5EF4-FFF2-40B4-BE49-F238E27FC236}">
                <a16:creationId xmlns:a16="http://schemas.microsoft.com/office/drawing/2014/main" id="{C15B6418-36E9-46E4-B32F-150BFBF6AEDF}"/>
              </a:ext>
            </a:extLst>
          </p:cNvPr>
          <p:cNvSpPr>
            <a:spLocks xmlns:a="http://schemas.openxmlformats.org/drawingml/2006/main" noGrp="1"/>
          </p:cNvSpPr>
          <p:nvPr/>
        </p:nvSpPr>
        <p:spPr>
          <a:xfrm xmlns:a="http://schemas.openxmlformats.org/drawingml/2006/main">
            <a:off x="8535850"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4" name="Editable chart path">
            <a:extLst xmlns:a="http://schemas.openxmlformats.org/drawingml/2006/main">
              <a:ext uri="{FF2B5EF4-FFF2-40B4-BE49-F238E27FC236}">
                <a16:creationId xmlns:a16="http://schemas.microsoft.com/office/drawing/2014/main" id="{86B1A73A-81C2-4B5E-9441-6ECA9DD41804}"/>
              </a:ext>
            </a:extLst>
          </p:cNvPr>
          <p:cNvSpPr>
            <a:spLocks xmlns:a="http://schemas.openxmlformats.org/drawingml/2006/main" noGrp="1"/>
          </p:cNvSpPr>
          <p:nvPr/>
        </p:nvSpPr>
        <p:spPr>
          <a:xfrm xmlns:a="http://schemas.openxmlformats.org/drawingml/2006/main">
            <a:off x="8584461"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5" name="Editable chart path">
            <a:extLst xmlns:a="http://schemas.openxmlformats.org/drawingml/2006/main">
              <a:ext uri="{FF2B5EF4-FFF2-40B4-BE49-F238E27FC236}">
                <a16:creationId xmlns:a16="http://schemas.microsoft.com/office/drawing/2014/main" id="{B977CEB2-40FD-46AC-B81D-D7A0A319C1D6}"/>
              </a:ext>
            </a:extLst>
          </p:cNvPr>
          <p:cNvSpPr>
            <a:spLocks xmlns:a="http://schemas.openxmlformats.org/drawingml/2006/main" noGrp="1"/>
          </p:cNvSpPr>
          <p:nvPr/>
        </p:nvSpPr>
        <p:spPr>
          <a:xfrm xmlns:a="http://schemas.openxmlformats.org/drawingml/2006/main">
            <a:off x="8633072"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6" name="Editable chart path">
            <a:extLst xmlns:a="http://schemas.openxmlformats.org/drawingml/2006/main">
              <a:ext uri="{FF2B5EF4-FFF2-40B4-BE49-F238E27FC236}">
                <a16:creationId xmlns:a16="http://schemas.microsoft.com/office/drawing/2014/main" id="{F91A002F-F820-4A1E-AA18-5C11E8D1A559}"/>
              </a:ext>
            </a:extLst>
          </p:cNvPr>
          <p:cNvSpPr>
            <a:spLocks xmlns:a="http://schemas.openxmlformats.org/drawingml/2006/main" noGrp="1"/>
          </p:cNvSpPr>
          <p:nvPr/>
        </p:nvSpPr>
        <p:spPr>
          <a:xfrm xmlns:a="http://schemas.openxmlformats.org/drawingml/2006/main">
            <a:off x="8681683"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7" name="Editable chart path">
            <a:extLst xmlns:a="http://schemas.openxmlformats.org/drawingml/2006/main">
              <a:ext uri="{FF2B5EF4-FFF2-40B4-BE49-F238E27FC236}">
                <a16:creationId xmlns:a16="http://schemas.microsoft.com/office/drawing/2014/main" id="{7DD74899-6A77-4E20-A38C-5FC1BAE9F22F}"/>
              </a:ext>
            </a:extLst>
          </p:cNvPr>
          <p:cNvSpPr>
            <a:spLocks xmlns:a="http://schemas.openxmlformats.org/drawingml/2006/main" noGrp="1"/>
          </p:cNvSpPr>
          <p:nvPr/>
        </p:nvSpPr>
        <p:spPr>
          <a:xfrm xmlns:a="http://schemas.openxmlformats.org/drawingml/2006/main">
            <a:off x="6688633"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8" name="Editable chart path">
            <a:extLst xmlns:a="http://schemas.openxmlformats.org/drawingml/2006/main">
              <a:ext uri="{FF2B5EF4-FFF2-40B4-BE49-F238E27FC236}">
                <a16:creationId xmlns:a16="http://schemas.microsoft.com/office/drawing/2014/main" id="{FA2F7593-96EC-4DCE-BEC6-E84ABCF6E4CC}"/>
              </a:ext>
            </a:extLst>
          </p:cNvPr>
          <p:cNvSpPr>
            <a:spLocks xmlns:a="http://schemas.openxmlformats.org/drawingml/2006/main" noGrp="1"/>
          </p:cNvSpPr>
          <p:nvPr/>
        </p:nvSpPr>
        <p:spPr>
          <a:xfrm xmlns:a="http://schemas.openxmlformats.org/drawingml/2006/main">
            <a:off x="6737244"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9" name="Editable chart path">
            <a:extLst xmlns:a="http://schemas.openxmlformats.org/drawingml/2006/main">
              <a:ext uri="{FF2B5EF4-FFF2-40B4-BE49-F238E27FC236}">
                <a16:creationId xmlns:a16="http://schemas.microsoft.com/office/drawing/2014/main" id="{777D3EB4-C267-49A5-9BFA-A8D1AE546380}"/>
              </a:ext>
            </a:extLst>
          </p:cNvPr>
          <p:cNvSpPr>
            <a:spLocks xmlns:a="http://schemas.openxmlformats.org/drawingml/2006/main" noGrp="1"/>
          </p:cNvSpPr>
          <p:nvPr/>
        </p:nvSpPr>
        <p:spPr>
          <a:xfrm xmlns:a="http://schemas.openxmlformats.org/drawingml/2006/main">
            <a:off x="6785855"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0" name="Editable chart path">
            <a:extLst xmlns:a="http://schemas.openxmlformats.org/drawingml/2006/main">
              <a:ext uri="{FF2B5EF4-FFF2-40B4-BE49-F238E27FC236}">
                <a16:creationId xmlns:a16="http://schemas.microsoft.com/office/drawing/2014/main" id="{F37BA874-2BC0-46CB-96FD-121497D16157}"/>
              </a:ext>
            </a:extLst>
          </p:cNvPr>
          <p:cNvSpPr>
            <a:spLocks xmlns:a="http://schemas.openxmlformats.org/drawingml/2006/main" noGrp="1"/>
          </p:cNvSpPr>
          <p:nvPr/>
        </p:nvSpPr>
        <p:spPr>
          <a:xfrm xmlns:a="http://schemas.openxmlformats.org/drawingml/2006/main">
            <a:off x="6834466"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1" name="Editable chart path">
            <a:extLst xmlns:a="http://schemas.openxmlformats.org/drawingml/2006/main">
              <a:ext uri="{FF2B5EF4-FFF2-40B4-BE49-F238E27FC236}">
                <a16:creationId xmlns:a16="http://schemas.microsoft.com/office/drawing/2014/main" id="{75BABB50-4EAB-473A-8487-347E5287C175}"/>
              </a:ext>
            </a:extLst>
          </p:cNvPr>
          <p:cNvSpPr>
            <a:spLocks xmlns:a="http://schemas.openxmlformats.org/drawingml/2006/main" noGrp="1"/>
          </p:cNvSpPr>
          <p:nvPr/>
        </p:nvSpPr>
        <p:spPr>
          <a:xfrm xmlns:a="http://schemas.openxmlformats.org/drawingml/2006/main">
            <a:off x="6883077"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2" name="Editable chart path">
            <a:extLst xmlns:a="http://schemas.openxmlformats.org/drawingml/2006/main">
              <a:ext uri="{FF2B5EF4-FFF2-40B4-BE49-F238E27FC236}">
                <a16:creationId xmlns:a16="http://schemas.microsoft.com/office/drawing/2014/main" id="{530EA3F8-61BD-4844-8149-22EDA08C5656}"/>
              </a:ext>
            </a:extLst>
          </p:cNvPr>
          <p:cNvSpPr>
            <a:spLocks xmlns:a="http://schemas.openxmlformats.org/drawingml/2006/main" noGrp="1"/>
          </p:cNvSpPr>
          <p:nvPr/>
        </p:nvSpPr>
        <p:spPr>
          <a:xfrm xmlns:a="http://schemas.openxmlformats.org/drawingml/2006/main">
            <a:off x="6931688"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3" name="Editable chart path">
            <a:extLst xmlns:a="http://schemas.openxmlformats.org/drawingml/2006/main">
              <a:ext uri="{FF2B5EF4-FFF2-40B4-BE49-F238E27FC236}">
                <a16:creationId xmlns:a16="http://schemas.microsoft.com/office/drawing/2014/main" id="{1C77E102-E8E2-4C5D-8763-EDD85E45EBCB}"/>
              </a:ext>
            </a:extLst>
          </p:cNvPr>
          <p:cNvSpPr>
            <a:spLocks xmlns:a="http://schemas.openxmlformats.org/drawingml/2006/main" noGrp="1"/>
          </p:cNvSpPr>
          <p:nvPr/>
        </p:nvSpPr>
        <p:spPr>
          <a:xfrm xmlns:a="http://schemas.openxmlformats.org/drawingml/2006/main">
            <a:off x="6980299"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4" name="Editable chart path">
            <a:extLst xmlns:a="http://schemas.openxmlformats.org/drawingml/2006/main">
              <a:ext uri="{FF2B5EF4-FFF2-40B4-BE49-F238E27FC236}">
                <a16:creationId xmlns:a16="http://schemas.microsoft.com/office/drawing/2014/main" id="{95BA696A-B6D4-4FAD-BCE3-DF95B5E93321}"/>
              </a:ext>
            </a:extLst>
          </p:cNvPr>
          <p:cNvSpPr>
            <a:spLocks xmlns:a="http://schemas.openxmlformats.org/drawingml/2006/main" noGrp="1"/>
          </p:cNvSpPr>
          <p:nvPr/>
        </p:nvSpPr>
        <p:spPr>
          <a:xfrm xmlns:a="http://schemas.openxmlformats.org/drawingml/2006/main">
            <a:off x="7028910"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5" name="Editable chart path">
            <a:extLst xmlns:a="http://schemas.openxmlformats.org/drawingml/2006/main">
              <a:ext uri="{FF2B5EF4-FFF2-40B4-BE49-F238E27FC236}">
                <a16:creationId xmlns:a16="http://schemas.microsoft.com/office/drawing/2014/main" id="{B7AEAEF6-D225-44EB-9FD2-8F144774856C}"/>
              </a:ext>
            </a:extLst>
          </p:cNvPr>
          <p:cNvSpPr>
            <a:spLocks xmlns:a="http://schemas.openxmlformats.org/drawingml/2006/main" noGrp="1"/>
          </p:cNvSpPr>
          <p:nvPr/>
        </p:nvSpPr>
        <p:spPr>
          <a:xfrm xmlns:a="http://schemas.openxmlformats.org/drawingml/2006/main">
            <a:off x="7077521"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6" name="Editable chart path">
            <a:extLst xmlns:a="http://schemas.openxmlformats.org/drawingml/2006/main">
              <a:ext uri="{FF2B5EF4-FFF2-40B4-BE49-F238E27FC236}">
                <a16:creationId xmlns:a16="http://schemas.microsoft.com/office/drawing/2014/main" id="{3AA2239E-E968-4E85-874F-C8CB74F70271}"/>
              </a:ext>
            </a:extLst>
          </p:cNvPr>
          <p:cNvSpPr>
            <a:spLocks xmlns:a="http://schemas.openxmlformats.org/drawingml/2006/main" noGrp="1"/>
          </p:cNvSpPr>
          <p:nvPr/>
        </p:nvSpPr>
        <p:spPr>
          <a:xfrm xmlns:a="http://schemas.openxmlformats.org/drawingml/2006/main">
            <a:off x="7126132"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7" name="Editable chart path">
            <a:extLst xmlns:a="http://schemas.openxmlformats.org/drawingml/2006/main">
              <a:ext uri="{FF2B5EF4-FFF2-40B4-BE49-F238E27FC236}">
                <a16:creationId xmlns:a16="http://schemas.microsoft.com/office/drawing/2014/main" id="{7BA9898B-32FA-451F-B933-0D0CC46886E2}"/>
              </a:ext>
            </a:extLst>
          </p:cNvPr>
          <p:cNvSpPr>
            <a:spLocks xmlns:a="http://schemas.openxmlformats.org/drawingml/2006/main" noGrp="1"/>
          </p:cNvSpPr>
          <p:nvPr/>
        </p:nvSpPr>
        <p:spPr>
          <a:xfrm xmlns:a="http://schemas.openxmlformats.org/drawingml/2006/main">
            <a:off x="7174743"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8" name="Editable chart path">
            <a:extLst xmlns:a="http://schemas.openxmlformats.org/drawingml/2006/main">
              <a:ext uri="{FF2B5EF4-FFF2-40B4-BE49-F238E27FC236}">
                <a16:creationId xmlns:a16="http://schemas.microsoft.com/office/drawing/2014/main" id="{47C5F3C5-A39E-453C-BD2D-84FF4801FC82}"/>
              </a:ext>
            </a:extLst>
          </p:cNvPr>
          <p:cNvSpPr>
            <a:spLocks xmlns:a="http://schemas.openxmlformats.org/drawingml/2006/main" noGrp="1"/>
          </p:cNvSpPr>
          <p:nvPr/>
        </p:nvSpPr>
        <p:spPr>
          <a:xfrm xmlns:a="http://schemas.openxmlformats.org/drawingml/2006/main">
            <a:off x="7223354"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9" name="Editable chart path">
            <a:extLst xmlns:a="http://schemas.openxmlformats.org/drawingml/2006/main">
              <a:ext uri="{FF2B5EF4-FFF2-40B4-BE49-F238E27FC236}">
                <a16:creationId xmlns:a16="http://schemas.microsoft.com/office/drawing/2014/main" id="{91F799D1-9273-4753-AE36-909DA17FFAE4}"/>
              </a:ext>
            </a:extLst>
          </p:cNvPr>
          <p:cNvSpPr>
            <a:spLocks xmlns:a="http://schemas.openxmlformats.org/drawingml/2006/main" noGrp="1"/>
          </p:cNvSpPr>
          <p:nvPr/>
        </p:nvSpPr>
        <p:spPr>
          <a:xfrm xmlns:a="http://schemas.openxmlformats.org/drawingml/2006/main">
            <a:off x="7271965"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0" name="Editable chart path">
            <a:extLst xmlns:a="http://schemas.openxmlformats.org/drawingml/2006/main">
              <a:ext uri="{FF2B5EF4-FFF2-40B4-BE49-F238E27FC236}">
                <a16:creationId xmlns:a16="http://schemas.microsoft.com/office/drawing/2014/main" id="{51DB1C08-B8C1-4D85-992B-50CCFFBDD900}"/>
              </a:ext>
            </a:extLst>
          </p:cNvPr>
          <p:cNvSpPr>
            <a:spLocks xmlns:a="http://schemas.openxmlformats.org/drawingml/2006/main" noGrp="1"/>
          </p:cNvSpPr>
          <p:nvPr/>
        </p:nvSpPr>
        <p:spPr>
          <a:xfrm xmlns:a="http://schemas.openxmlformats.org/drawingml/2006/main">
            <a:off x="7320576"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1" name="Editable chart path">
            <a:extLst xmlns:a="http://schemas.openxmlformats.org/drawingml/2006/main">
              <a:ext uri="{FF2B5EF4-FFF2-40B4-BE49-F238E27FC236}">
                <a16:creationId xmlns:a16="http://schemas.microsoft.com/office/drawing/2014/main" id="{A1C7462C-07D6-4BDC-B1C1-96FC24CAAC9D}"/>
              </a:ext>
            </a:extLst>
          </p:cNvPr>
          <p:cNvSpPr>
            <a:spLocks xmlns:a="http://schemas.openxmlformats.org/drawingml/2006/main" noGrp="1"/>
          </p:cNvSpPr>
          <p:nvPr/>
        </p:nvSpPr>
        <p:spPr>
          <a:xfrm xmlns:a="http://schemas.openxmlformats.org/drawingml/2006/main">
            <a:off x="7369187"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2" name="Editable chart path">
            <a:extLst xmlns:a="http://schemas.openxmlformats.org/drawingml/2006/main">
              <a:ext uri="{FF2B5EF4-FFF2-40B4-BE49-F238E27FC236}">
                <a16:creationId xmlns:a16="http://schemas.microsoft.com/office/drawing/2014/main" id="{B98F9AC3-648A-41A1-8805-81B30FB8B1DB}"/>
              </a:ext>
            </a:extLst>
          </p:cNvPr>
          <p:cNvSpPr>
            <a:spLocks xmlns:a="http://schemas.openxmlformats.org/drawingml/2006/main" noGrp="1"/>
          </p:cNvSpPr>
          <p:nvPr/>
        </p:nvSpPr>
        <p:spPr>
          <a:xfrm xmlns:a="http://schemas.openxmlformats.org/drawingml/2006/main">
            <a:off x="7417798"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3" name="Editable chart path">
            <a:extLst xmlns:a="http://schemas.openxmlformats.org/drawingml/2006/main">
              <a:ext uri="{FF2B5EF4-FFF2-40B4-BE49-F238E27FC236}">
                <a16:creationId xmlns:a16="http://schemas.microsoft.com/office/drawing/2014/main" id="{D260B70A-47D9-4953-91F1-F725A9E0A58A}"/>
              </a:ext>
            </a:extLst>
          </p:cNvPr>
          <p:cNvSpPr>
            <a:spLocks xmlns:a="http://schemas.openxmlformats.org/drawingml/2006/main" noGrp="1"/>
          </p:cNvSpPr>
          <p:nvPr/>
        </p:nvSpPr>
        <p:spPr>
          <a:xfrm xmlns:a="http://schemas.openxmlformats.org/drawingml/2006/main">
            <a:off x="7466409"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4" name="Editable chart path">
            <a:extLst xmlns:a="http://schemas.openxmlformats.org/drawingml/2006/main">
              <a:ext uri="{FF2B5EF4-FFF2-40B4-BE49-F238E27FC236}">
                <a16:creationId xmlns:a16="http://schemas.microsoft.com/office/drawing/2014/main" id="{28EB3407-59EB-441B-87D2-FF18650B07B4}"/>
              </a:ext>
            </a:extLst>
          </p:cNvPr>
          <p:cNvSpPr>
            <a:spLocks xmlns:a="http://schemas.openxmlformats.org/drawingml/2006/main" noGrp="1"/>
          </p:cNvSpPr>
          <p:nvPr/>
        </p:nvSpPr>
        <p:spPr>
          <a:xfrm xmlns:a="http://schemas.openxmlformats.org/drawingml/2006/main">
            <a:off x="7515019"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5" name="Editable chart path">
            <a:extLst xmlns:a="http://schemas.openxmlformats.org/drawingml/2006/main">
              <a:ext uri="{FF2B5EF4-FFF2-40B4-BE49-F238E27FC236}">
                <a16:creationId xmlns:a16="http://schemas.microsoft.com/office/drawing/2014/main" id="{1EE13C58-DF7A-44D5-98F8-DF5C12320D71}"/>
              </a:ext>
            </a:extLst>
          </p:cNvPr>
          <p:cNvSpPr>
            <a:spLocks xmlns:a="http://schemas.openxmlformats.org/drawingml/2006/main" noGrp="1"/>
          </p:cNvSpPr>
          <p:nvPr/>
        </p:nvSpPr>
        <p:spPr>
          <a:xfrm xmlns:a="http://schemas.openxmlformats.org/drawingml/2006/main">
            <a:off x="7563630"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6" name="Editable chart path">
            <a:extLst xmlns:a="http://schemas.openxmlformats.org/drawingml/2006/main">
              <a:ext uri="{FF2B5EF4-FFF2-40B4-BE49-F238E27FC236}">
                <a16:creationId xmlns:a16="http://schemas.microsoft.com/office/drawing/2014/main" id="{F4F92F4D-6BDE-41B4-877A-D18227606E37}"/>
              </a:ext>
            </a:extLst>
          </p:cNvPr>
          <p:cNvSpPr>
            <a:spLocks xmlns:a="http://schemas.openxmlformats.org/drawingml/2006/main" noGrp="1"/>
          </p:cNvSpPr>
          <p:nvPr/>
        </p:nvSpPr>
        <p:spPr>
          <a:xfrm xmlns:a="http://schemas.openxmlformats.org/drawingml/2006/main">
            <a:off x="8438628"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7" name="Editable chart path">
            <a:extLst xmlns:a="http://schemas.openxmlformats.org/drawingml/2006/main">
              <a:ext uri="{FF2B5EF4-FFF2-40B4-BE49-F238E27FC236}">
                <a16:creationId xmlns:a16="http://schemas.microsoft.com/office/drawing/2014/main" id="{A5E992DE-9AD4-437C-A3A4-476BAC23F50C}"/>
              </a:ext>
            </a:extLst>
          </p:cNvPr>
          <p:cNvSpPr>
            <a:spLocks xmlns:a="http://schemas.openxmlformats.org/drawingml/2006/main" noGrp="1"/>
          </p:cNvSpPr>
          <p:nvPr/>
        </p:nvSpPr>
        <p:spPr>
          <a:xfrm xmlns:a="http://schemas.openxmlformats.org/drawingml/2006/main">
            <a:off x="8487239"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8" name="Editable chart path">
            <a:extLst xmlns:a="http://schemas.openxmlformats.org/drawingml/2006/main">
              <a:ext uri="{FF2B5EF4-FFF2-40B4-BE49-F238E27FC236}">
                <a16:creationId xmlns:a16="http://schemas.microsoft.com/office/drawing/2014/main" id="{4F5E2499-B33F-46C0-9969-4B537EAC0284}"/>
              </a:ext>
            </a:extLst>
          </p:cNvPr>
          <p:cNvSpPr>
            <a:spLocks xmlns:a="http://schemas.openxmlformats.org/drawingml/2006/main" noGrp="1"/>
          </p:cNvSpPr>
          <p:nvPr/>
        </p:nvSpPr>
        <p:spPr>
          <a:xfrm xmlns:a="http://schemas.openxmlformats.org/drawingml/2006/main">
            <a:off x="8535850"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9" name="Editable chart path">
            <a:extLst xmlns:a="http://schemas.openxmlformats.org/drawingml/2006/main">
              <a:ext uri="{FF2B5EF4-FFF2-40B4-BE49-F238E27FC236}">
                <a16:creationId xmlns:a16="http://schemas.microsoft.com/office/drawing/2014/main" id="{D6C01B97-C73B-4E46-8CA8-AA84F1BB8BCD}"/>
              </a:ext>
            </a:extLst>
          </p:cNvPr>
          <p:cNvSpPr>
            <a:spLocks xmlns:a="http://schemas.openxmlformats.org/drawingml/2006/main" noGrp="1"/>
          </p:cNvSpPr>
          <p:nvPr/>
        </p:nvSpPr>
        <p:spPr>
          <a:xfrm xmlns:a="http://schemas.openxmlformats.org/drawingml/2006/main">
            <a:off x="6737244"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0" name="Editable chart path">
            <a:extLst xmlns:a="http://schemas.openxmlformats.org/drawingml/2006/main">
              <a:ext uri="{FF2B5EF4-FFF2-40B4-BE49-F238E27FC236}">
                <a16:creationId xmlns:a16="http://schemas.microsoft.com/office/drawing/2014/main" id="{2569C934-90E6-4F7A-BD12-CA010B87649B}"/>
              </a:ext>
            </a:extLst>
          </p:cNvPr>
          <p:cNvSpPr>
            <a:spLocks xmlns:a="http://schemas.openxmlformats.org/drawingml/2006/main" noGrp="1"/>
          </p:cNvSpPr>
          <p:nvPr/>
        </p:nvSpPr>
        <p:spPr>
          <a:xfrm xmlns:a="http://schemas.openxmlformats.org/drawingml/2006/main">
            <a:off x="6785855"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1" name="Editable chart path">
            <a:extLst xmlns:a="http://schemas.openxmlformats.org/drawingml/2006/main">
              <a:ext uri="{FF2B5EF4-FFF2-40B4-BE49-F238E27FC236}">
                <a16:creationId xmlns:a16="http://schemas.microsoft.com/office/drawing/2014/main" id="{942F23CF-53BD-462C-906B-D0E931B3E270}"/>
              </a:ext>
            </a:extLst>
          </p:cNvPr>
          <p:cNvSpPr>
            <a:spLocks xmlns:a="http://schemas.openxmlformats.org/drawingml/2006/main" noGrp="1"/>
          </p:cNvSpPr>
          <p:nvPr/>
        </p:nvSpPr>
        <p:spPr>
          <a:xfrm xmlns:a="http://schemas.openxmlformats.org/drawingml/2006/main">
            <a:off x="6834466"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2" name="Editable chart path">
            <a:extLst xmlns:a="http://schemas.openxmlformats.org/drawingml/2006/main">
              <a:ext uri="{FF2B5EF4-FFF2-40B4-BE49-F238E27FC236}">
                <a16:creationId xmlns:a16="http://schemas.microsoft.com/office/drawing/2014/main" id="{AD17ECEB-0D41-4CDF-8211-424AFA36EED2}"/>
              </a:ext>
            </a:extLst>
          </p:cNvPr>
          <p:cNvSpPr>
            <a:spLocks xmlns:a="http://schemas.openxmlformats.org/drawingml/2006/main" noGrp="1"/>
          </p:cNvSpPr>
          <p:nvPr/>
        </p:nvSpPr>
        <p:spPr>
          <a:xfrm xmlns:a="http://schemas.openxmlformats.org/drawingml/2006/main">
            <a:off x="6883077"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3" name="Editable chart path">
            <a:extLst xmlns:a="http://schemas.openxmlformats.org/drawingml/2006/main">
              <a:ext uri="{FF2B5EF4-FFF2-40B4-BE49-F238E27FC236}">
                <a16:creationId xmlns:a16="http://schemas.microsoft.com/office/drawing/2014/main" id="{B4CDD809-0277-4D59-8679-C4AE9147048C}"/>
              </a:ext>
            </a:extLst>
          </p:cNvPr>
          <p:cNvSpPr>
            <a:spLocks xmlns:a="http://schemas.openxmlformats.org/drawingml/2006/main" noGrp="1"/>
          </p:cNvSpPr>
          <p:nvPr/>
        </p:nvSpPr>
        <p:spPr>
          <a:xfrm xmlns:a="http://schemas.openxmlformats.org/drawingml/2006/main">
            <a:off x="6931688"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4" name="Editable chart path">
            <a:extLst xmlns:a="http://schemas.openxmlformats.org/drawingml/2006/main">
              <a:ext uri="{FF2B5EF4-FFF2-40B4-BE49-F238E27FC236}">
                <a16:creationId xmlns:a16="http://schemas.microsoft.com/office/drawing/2014/main" id="{0E7C472D-6A78-484F-AF16-C6267143F461}"/>
              </a:ext>
            </a:extLst>
          </p:cNvPr>
          <p:cNvSpPr>
            <a:spLocks xmlns:a="http://schemas.openxmlformats.org/drawingml/2006/main" noGrp="1"/>
          </p:cNvSpPr>
          <p:nvPr/>
        </p:nvSpPr>
        <p:spPr>
          <a:xfrm xmlns:a="http://schemas.openxmlformats.org/drawingml/2006/main">
            <a:off x="6980299"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5" name="Editable chart path">
            <a:extLst xmlns:a="http://schemas.openxmlformats.org/drawingml/2006/main">
              <a:ext uri="{FF2B5EF4-FFF2-40B4-BE49-F238E27FC236}">
                <a16:creationId xmlns:a16="http://schemas.microsoft.com/office/drawing/2014/main" id="{44B37935-0A79-4D22-A372-186168D5682E}"/>
              </a:ext>
            </a:extLst>
          </p:cNvPr>
          <p:cNvSpPr>
            <a:spLocks xmlns:a="http://schemas.openxmlformats.org/drawingml/2006/main" noGrp="1"/>
          </p:cNvSpPr>
          <p:nvPr/>
        </p:nvSpPr>
        <p:spPr>
          <a:xfrm xmlns:a="http://schemas.openxmlformats.org/drawingml/2006/main">
            <a:off x="7028910"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6" name="Editable chart path">
            <a:extLst xmlns:a="http://schemas.openxmlformats.org/drawingml/2006/main">
              <a:ext uri="{FF2B5EF4-FFF2-40B4-BE49-F238E27FC236}">
                <a16:creationId xmlns:a16="http://schemas.microsoft.com/office/drawing/2014/main" id="{A622D432-9317-4BC5-96F1-B2805119A0CA}"/>
              </a:ext>
            </a:extLst>
          </p:cNvPr>
          <p:cNvSpPr>
            <a:spLocks xmlns:a="http://schemas.openxmlformats.org/drawingml/2006/main" noGrp="1"/>
          </p:cNvSpPr>
          <p:nvPr/>
        </p:nvSpPr>
        <p:spPr>
          <a:xfrm xmlns:a="http://schemas.openxmlformats.org/drawingml/2006/main">
            <a:off x="7077521"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7" name="Editable chart path">
            <a:extLst xmlns:a="http://schemas.openxmlformats.org/drawingml/2006/main">
              <a:ext uri="{FF2B5EF4-FFF2-40B4-BE49-F238E27FC236}">
                <a16:creationId xmlns:a16="http://schemas.microsoft.com/office/drawing/2014/main" id="{2B0F4916-BA93-47F6-B94C-23D571A151D0}"/>
              </a:ext>
            </a:extLst>
          </p:cNvPr>
          <p:cNvSpPr>
            <a:spLocks xmlns:a="http://schemas.openxmlformats.org/drawingml/2006/main" noGrp="1"/>
          </p:cNvSpPr>
          <p:nvPr/>
        </p:nvSpPr>
        <p:spPr>
          <a:xfrm xmlns:a="http://schemas.openxmlformats.org/drawingml/2006/main">
            <a:off x="7126132"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8" name="Editable chart path">
            <a:extLst xmlns:a="http://schemas.openxmlformats.org/drawingml/2006/main">
              <a:ext uri="{FF2B5EF4-FFF2-40B4-BE49-F238E27FC236}">
                <a16:creationId xmlns:a16="http://schemas.microsoft.com/office/drawing/2014/main" id="{50CC7D69-322F-441A-A2ED-1E5B40DA73D6}"/>
              </a:ext>
            </a:extLst>
          </p:cNvPr>
          <p:cNvSpPr>
            <a:spLocks xmlns:a="http://schemas.openxmlformats.org/drawingml/2006/main" noGrp="1"/>
          </p:cNvSpPr>
          <p:nvPr/>
        </p:nvSpPr>
        <p:spPr>
          <a:xfrm xmlns:a="http://schemas.openxmlformats.org/drawingml/2006/main">
            <a:off x="7174743"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9" name="Editable chart path">
            <a:extLst xmlns:a="http://schemas.openxmlformats.org/drawingml/2006/main">
              <a:ext uri="{FF2B5EF4-FFF2-40B4-BE49-F238E27FC236}">
                <a16:creationId xmlns:a16="http://schemas.microsoft.com/office/drawing/2014/main" id="{46600DE7-0FC0-4CD0-93D2-AB743CD08D1D}"/>
              </a:ext>
            </a:extLst>
          </p:cNvPr>
          <p:cNvSpPr>
            <a:spLocks xmlns:a="http://schemas.openxmlformats.org/drawingml/2006/main" noGrp="1"/>
          </p:cNvSpPr>
          <p:nvPr/>
        </p:nvSpPr>
        <p:spPr>
          <a:xfrm xmlns:a="http://schemas.openxmlformats.org/drawingml/2006/main">
            <a:off x="7223354"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0" name="Editable chart path">
            <a:extLst xmlns:a="http://schemas.openxmlformats.org/drawingml/2006/main">
              <a:ext uri="{FF2B5EF4-FFF2-40B4-BE49-F238E27FC236}">
                <a16:creationId xmlns:a16="http://schemas.microsoft.com/office/drawing/2014/main" id="{18032A83-1BFE-475F-8C42-9107F42601B3}"/>
              </a:ext>
            </a:extLst>
          </p:cNvPr>
          <p:cNvSpPr>
            <a:spLocks xmlns:a="http://schemas.openxmlformats.org/drawingml/2006/main" noGrp="1"/>
          </p:cNvSpPr>
          <p:nvPr/>
        </p:nvSpPr>
        <p:spPr>
          <a:xfrm xmlns:a="http://schemas.openxmlformats.org/drawingml/2006/main">
            <a:off x="7271965"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1" name="Editable chart path">
            <a:extLst xmlns:a="http://schemas.openxmlformats.org/drawingml/2006/main">
              <a:ext uri="{FF2B5EF4-FFF2-40B4-BE49-F238E27FC236}">
                <a16:creationId xmlns:a16="http://schemas.microsoft.com/office/drawing/2014/main" id="{A7784991-012A-4B54-9635-D6894E504A30}"/>
              </a:ext>
            </a:extLst>
          </p:cNvPr>
          <p:cNvSpPr>
            <a:spLocks xmlns:a="http://schemas.openxmlformats.org/drawingml/2006/main" noGrp="1"/>
          </p:cNvSpPr>
          <p:nvPr/>
        </p:nvSpPr>
        <p:spPr>
          <a:xfrm xmlns:a="http://schemas.openxmlformats.org/drawingml/2006/main">
            <a:off x="7320576"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2" name="Editable chart path">
            <a:extLst xmlns:a="http://schemas.openxmlformats.org/drawingml/2006/main">
              <a:ext uri="{FF2B5EF4-FFF2-40B4-BE49-F238E27FC236}">
                <a16:creationId xmlns:a16="http://schemas.microsoft.com/office/drawing/2014/main" id="{56BBCD30-13B0-4B5A-B8CC-C4B9A9FB7079}"/>
              </a:ext>
            </a:extLst>
          </p:cNvPr>
          <p:cNvSpPr>
            <a:spLocks xmlns:a="http://schemas.openxmlformats.org/drawingml/2006/main" noGrp="1"/>
          </p:cNvSpPr>
          <p:nvPr/>
        </p:nvSpPr>
        <p:spPr>
          <a:xfrm xmlns:a="http://schemas.openxmlformats.org/drawingml/2006/main">
            <a:off x="7369187"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3" name="Editable chart path">
            <a:extLst xmlns:a="http://schemas.openxmlformats.org/drawingml/2006/main">
              <a:ext uri="{FF2B5EF4-FFF2-40B4-BE49-F238E27FC236}">
                <a16:creationId xmlns:a16="http://schemas.microsoft.com/office/drawing/2014/main" id="{03C13250-F608-4AE4-96B1-0A4A8A407AA1}"/>
              </a:ext>
            </a:extLst>
          </p:cNvPr>
          <p:cNvSpPr>
            <a:spLocks xmlns:a="http://schemas.openxmlformats.org/drawingml/2006/main" noGrp="1"/>
          </p:cNvSpPr>
          <p:nvPr/>
        </p:nvSpPr>
        <p:spPr>
          <a:xfrm xmlns:a="http://schemas.openxmlformats.org/drawingml/2006/main">
            <a:off x="7417798"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4" name="Editable chart path">
            <a:extLst xmlns:a="http://schemas.openxmlformats.org/drawingml/2006/main">
              <a:ext uri="{FF2B5EF4-FFF2-40B4-BE49-F238E27FC236}">
                <a16:creationId xmlns:a16="http://schemas.microsoft.com/office/drawing/2014/main" id="{567D6F53-113B-43CB-BB70-2B1E7C55A3CE}"/>
              </a:ext>
            </a:extLst>
          </p:cNvPr>
          <p:cNvSpPr>
            <a:spLocks xmlns:a="http://schemas.openxmlformats.org/drawingml/2006/main" noGrp="1"/>
          </p:cNvSpPr>
          <p:nvPr/>
        </p:nvSpPr>
        <p:spPr>
          <a:xfrm xmlns:a="http://schemas.openxmlformats.org/drawingml/2006/main">
            <a:off x="7466409"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5" name="Editable chart path">
            <a:extLst xmlns:a="http://schemas.openxmlformats.org/drawingml/2006/main">
              <a:ext uri="{FF2B5EF4-FFF2-40B4-BE49-F238E27FC236}">
                <a16:creationId xmlns:a16="http://schemas.microsoft.com/office/drawing/2014/main" id="{3E2942A0-32FE-465A-B2C0-72438229AD83}"/>
              </a:ext>
            </a:extLst>
          </p:cNvPr>
          <p:cNvSpPr>
            <a:spLocks xmlns:a="http://schemas.openxmlformats.org/drawingml/2006/main" noGrp="1"/>
          </p:cNvSpPr>
          <p:nvPr/>
        </p:nvSpPr>
        <p:spPr>
          <a:xfrm xmlns:a="http://schemas.openxmlformats.org/drawingml/2006/main">
            <a:off x="7515019"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6" name="Editable chart path">
            <a:extLst xmlns:a="http://schemas.openxmlformats.org/drawingml/2006/main">
              <a:ext uri="{FF2B5EF4-FFF2-40B4-BE49-F238E27FC236}">
                <a16:creationId xmlns:a16="http://schemas.microsoft.com/office/drawing/2014/main" id="{C76BBA3E-646F-4CF4-8B25-E8B3909565FD}"/>
              </a:ext>
            </a:extLst>
          </p:cNvPr>
          <p:cNvSpPr>
            <a:spLocks xmlns:a="http://schemas.openxmlformats.org/drawingml/2006/main" noGrp="1"/>
          </p:cNvSpPr>
          <p:nvPr/>
        </p:nvSpPr>
        <p:spPr>
          <a:xfrm xmlns:a="http://schemas.openxmlformats.org/drawingml/2006/main">
            <a:off x="7563630"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7" name="Editable chart path">
            <a:extLst xmlns:a="http://schemas.openxmlformats.org/drawingml/2006/main">
              <a:ext uri="{FF2B5EF4-FFF2-40B4-BE49-F238E27FC236}">
                <a16:creationId xmlns:a16="http://schemas.microsoft.com/office/drawing/2014/main" id="{AFD18C57-F2D4-486C-B526-B0BDDDAB013C}"/>
              </a:ext>
            </a:extLst>
          </p:cNvPr>
          <p:cNvSpPr>
            <a:spLocks xmlns:a="http://schemas.openxmlformats.org/drawingml/2006/main" noGrp="1"/>
          </p:cNvSpPr>
          <p:nvPr/>
        </p:nvSpPr>
        <p:spPr>
          <a:xfrm xmlns:a="http://schemas.openxmlformats.org/drawingml/2006/main">
            <a:off x="7612241"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8" name="Editable chart path">
            <a:extLst xmlns:a="http://schemas.openxmlformats.org/drawingml/2006/main">
              <a:ext uri="{FF2B5EF4-FFF2-40B4-BE49-F238E27FC236}">
                <a16:creationId xmlns:a16="http://schemas.microsoft.com/office/drawing/2014/main" id="{8F12F048-03D3-4D21-9FBA-C3BE323BB902}"/>
              </a:ext>
            </a:extLst>
          </p:cNvPr>
          <p:cNvSpPr>
            <a:spLocks xmlns:a="http://schemas.openxmlformats.org/drawingml/2006/main" noGrp="1"/>
          </p:cNvSpPr>
          <p:nvPr/>
        </p:nvSpPr>
        <p:spPr>
          <a:xfrm xmlns:a="http://schemas.openxmlformats.org/drawingml/2006/main">
            <a:off x="7126132"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9" name="Editable chart path">
            <a:extLst xmlns:a="http://schemas.openxmlformats.org/drawingml/2006/main">
              <a:ext uri="{FF2B5EF4-FFF2-40B4-BE49-F238E27FC236}">
                <a16:creationId xmlns:a16="http://schemas.microsoft.com/office/drawing/2014/main" id="{8E5027F6-4BC3-4CD9-89B2-57BEC2D5E140}"/>
              </a:ext>
            </a:extLst>
          </p:cNvPr>
          <p:cNvSpPr>
            <a:spLocks xmlns:a="http://schemas.openxmlformats.org/drawingml/2006/main" noGrp="1"/>
          </p:cNvSpPr>
          <p:nvPr/>
        </p:nvSpPr>
        <p:spPr>
          <a:xfrm xmlns:a="http://schemas.openxmlformats.org/drawingml/2006/main">
            <a:off x="7174743"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0" name="Editable chart path">
            <a:extLst xmlns:a="http://schemas.openxmlformats.org/drawingml/2006/main">
              <a:ext uri="{FF2B5EF4-FFF2-40B4-BE49-F238E27FC236}">
                <a16:creationId xmlns:a16="http://schemas.microsoft.com/office/drawing/2014/main" id="{B0272D43-85A0-4A5C-8AFC-B4D72303853D}"/>
              </a:ext>
            </a:extLst>
          </p:cNvPr>
          <p:cNvSpPr>
            <a:spLocks xmlns:a="http://schemas.openxmlformats.org/drawingml/2006/main" noGrp="1"/>
          </p:cNvSpPr>
          <p:nvPr/>
        </p:nvSpPr>
        <p:spPr>
          <a:xfrm xmlns:a="http://schemas.openxmlformats.org/drawingml/2006/main">
            <a:off x="7223354"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1" name="Editable chart path">
            <a:extLst xmlns:a="http://schemas.openxmlformats.org/drawingml/2006/main">
              <a:ext uri="{FF2B5EF4-FFF2-40B4-BE49-F238E27FC236}">
                <a16:creationId xmlns:a16="http://schemas.microsoft.com/office/drawing/2014/main" id="{8CC4A00E-DE3B-4B5D-819F-A3AC64979AA2}"/>
              </a:ext>
            </a:extLst>
          </p:cNvPr>
          <p:cNvSpPr>
            <a:spLocks xmlns:a="http://schemas.openxmlformats.org/drawingml/2006/main" noGrp="1"/>
          </p:cNvSpPr>
          <p:nvPr/>
        </p:nvSpPr>
        <p:spPr>
          <a:xfrm xmlns:a="http://schemas.openxmlformats.org/drawingml/2006/main">
            <a:off x="7271965"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2" name="Editable chart path">
            <a:extLst xmlns:a="http://schemas.openxmlformats.org/drawingml/2006/main">
              <a:ext uri="{FF2B5EF4-FFF2-40B4-BE49-F238E27FC236}">
                <a16:creationId xmlns:a16="http://schemas.microsoft.com/office/drawing/2014/main" id="{A0B35065-8AE2-4ABD-84DB-F0008F2B042F}"/>
              </a:ext>
            </a:extLst>
          </p:cNvPr>
          <p:cNvSpPr>
            <a:spLocks xmlns:a="http://schemas.openxmlformats.org/drawingml/2006/main" noGrp="1"/>
          </p:cNvSpPr>
          <p:nvPr/>
        </p:nvSpPr>
        <p:spPr>
          <a:xfrm xmlns:a="http://schemas.openxmlformats.org/drawingml/2006/main">
            <a:off x="7320576"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3" name="Editable chart path">
            <a:extLst xmlns:a="http://schemas.openxmlformats.org/drawingml/2006/main">
              <a:ext uri="{FF2B5EF4-FFF2-40B4-BE49-F238E27FC236}">
                <a16:creationId xmlns:a16="http://schemas.microsoft.com/office/drawing/2014/main" id="{CB4546B2-7822-400D-BA94-AB10F5204BB1}"/>
              </a:ext>
            </a:extLst>
          </p:cNvPr>
          <p:cNvSpPr>
            <a:spLocks xmlns:a="http://schemas.openxmlformats.org/drawingml/2006/main" noGrp="1"/>
          </p:cNvSpPr>
          <p:nvPr/>
        </p:nvSpPr>
        <p:spPr>
          <a:xfrm xmlns:a="http://schemas.openxmlformats.org/drawingml/2006/main">
            <a:off x="7369187"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4" name="Editable chart path">
            <a:extLst xmlns:a="http://schemas.openxmlformats.org/drawingml/2006/main">
              <a:ext uri="{FF2B5EF4-FFF2-40B4-BE49-F238E27FC236}">
                <a16:creationId xmlns:a16="http://schemas.microsoft.com/office/drawing/2014/main" id="{674D2D53-79F3-4C0F-853F-8078E98B348F}"/>
              </a:ext>
            </a:extLst>
          </p:cNvPr>
          <p:cNvSpPr>
            <a:spLocks xmlns:a="http://schemas.openxmlformats.org/drawingml/2006/main" noGrp="1"/>
          </p:cNvSpPr>
          <p:nvPr/>
        </p:nvSpPr>
        <p:spPr>
          <a:xfrm xmlns:a="http://schemas.openxmlformats.org/drawingml/2006/main">
            <a:off x="7417798"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5" name="Editable chart path">
            <a:extLst xmlns:a="http://schemas.openxmlformats.org/drawingml/2006/main">
              <a:ext uri="{FF2B5EF4-FFF2-40B4-BE49-F238E27FC236}">
                <a16:creationId xmlns:a16="http://schemas.microsoft.com/office/drawing/2014/main" id="{F88A5816-3FB6-4608-90A4-F698AB98B2ED}"/>
              </a:ext>
            </a:extLst>
          </p:cNvPr>
          <p:cNvSpPr>
            <a:spLocks xmlns:a="http://schemas.openxmlformats.org/drawingml/2006/main" noGrp="1"/>
          </p:cNvSpPr>
          <p:nvPr/>
        </p:nvSpPr>
        <p:spPr>
          <a:xfrm xmlns:a="http://schemas.openxmlformats.org/drawingml/2006/main">
            <a:off x="7466409"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6" name="Editable chart path">
            <a:extLst xmlns:a="http://schemas.openxmlformats.org/drawingml/2006/main">
              <a:ext uri="{FF2B5EF4-FFF2-40B4-BE49-F238E27FC236}">
                <a16:creationId xmlns:a16="http://schemas.microsoft.com/office/drawing/2014/main" id="{6D3B2C73-82F4-4795-80B8-221FDCCADCFB}"/>
              </a:ext>
            </a:extLst>
          </p:cNvPr>
          <p:cNvSpPr>
            <a:spLocks xmlns:a="http://schemas.openxmlformats.org/drawingml/2006/main" noGrp="1"/>
          </p:cNvSpPr>
          <p:nvPr/>
        </p:nvSpPr>
        <p:spPr>
          <a:xfrm xmlns:a="http://schemas.openxmlformats.org/drawingml/2006/main">
            <a:off x="7515019"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7" name="Editable chart path">
            <a:extLst xmlns:a="http://schemas.openxmlformats.org/drawingml/2006/main">
              <a:ext uri="{FF2B5EF4-FFF2-40B4-BE49-F238E27FC236}">
                <a16:creationId xmlns:a16="http://schemas.microsoft.com/office/drawing/2014/main" id="{9CEFB08B-000A-48A0-A0B9-1BA23EDDF0C7}"/>
              </a:ext>
            </a:extLst>
          </p:cNvPr>
          <p:cNvSpPr>
            <a:spLocks xmlns:a="http://schemas.openxmlformats.org/drawingml/2006/main" noGrp="1"/>
          </p:cNvSpPr>
          <p:nvPr/>
        </p:nvSpPr>
        <p:spPr>
          <a:xfrm xmlns:a="http://schemas.openxmlformats.org/drawingml/2006/main">
            <a:off x="7223354"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8" name="Editable chart path">
            <a:extLst xmlns:a="http://schemas.openxmlformats.org/drawingml/2006/main">
              <a:ext uri="{FF2B5EF4-FFF2-40B4-BE49-F238E27FC236}">
                <a16:creationId xmlns:a16="http://schemas.microsoft.com/office/drawing/2014/main" id="{AE31C66B-1023-4AF8-8D8D-CDCF02CE4421}"/>
              </a:ext>
            </a:extLst>
          </p:cNvPr>
          <p:cNvSpPr>
            <a:spLocks xmlns:a="http://schemas.openxmlformats.org/drawingml/2006/main" noGrp="1"/>
          </p:cNvSpPr>
          <p:nvPr/>
        </p:nvSpPr>
        <p:spPr>
          <a:xfrm xmlns:a="http://schemas.openxmlformats.org/drawingml/2006/main">
            <a:off x="7271965"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9" name="Editable chart path">
            <a:extLst xmlns:a="http://schemas.openxmlformats.org/drawingml/2006/main">
              <a:ext uri="{FF2B5EF4-FFF2-40B4-BE49-F238E27FC236}">
                <a16:creationId xmlns:a16="http://schemas.microsoft.com/office/drawing/2014/main" id="{CBE4F16D-8541-4261-A87B-60F1D6F6D6FE}"/>
              </a:ext>
            </a:extLst>
          </p:cNvPr>
          <p:cNvSpPr>
            <a:spLocks xmlns:a="http://schemas.openxmlformats.org/drawingml/2006/main" noGrp="1"/>
          </p:cNvSpPr>
          <p:nvPr/>
        </p:nvSpPr>
        <p:spPr>
          <a:xfrm xmlns:a="http://schemas.openxmlformats.org/drawingml/2006/main">
            <a:off x="7320576"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0" name="Editable chart path">
            <a:extLst xmlns:a="http://schemas.openxmlformats.org/drawingml/2006/main">
              <a:ext uri="{FF2B5EF4-FFF2-40B4-BE49-F238E27FC236}">
                <a16:creationId xmlns:a16="http://schemas.microsoft.com/office/drawing/2014/main" id="{A03851FF-3448-424D-977F-EE0960382FC8}"/>
              </a:ext>
            </a:extLst>
          </p:cNvPr>
          <p:cNvSpPr>
            <a:spLocks xmlns:a="http://schemas.openxmlformats.org/drawingml/2006/main" noGrp="1"/>
          </p:cNvSpPr>
          <p:nvPr/>
        </p:nvSpPr>
        <p:spPr>
          <a:xfrm xmlns:a="http://schemas.openxmlformats.org/drawingml/2006/main">
            <a:off x="7369187"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1" name="Editable chart path">
            <a:extLst xmlns:a="http://schemas.openxmlformats.org/drawingml/2006/main">
              <a:ext uri="{FF2B5EF4-FFF2-40B4-BE49-F238E27FC236}">
                <a16:creationId xmlns:a16="http://schemas.microsoft.com/office/drawing/2014/main" id="{D93DD312-BF61-41A3-A819-7A06F72F123C}"/>
              </a:ext>
            </a:extLst>
          </p:cNvPr>
          <p:cNvSpPr>
            <a:spLocks xmlns:a="http://schemas.openxmlformats.org/drawingml/2006/main" noGrp="1"/>
          </p:cNvSpPr>
          <p:nvPr/>
        </p:nvSpPr>
        <p:spPr>
          <a:xfrm xmlns:a="http://schemas.openxmlformats.org/drawingml/2006/main">
            <a:off x="7466409" y="305758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2" name="Editable chart path">
            <a:extLst xmlns:a="http://schemas.openxmlformats.org/drawingml/2006/main">
              <a:ext uri="{FF2B5EF4-FFF2-40B4-BE49-F238E27FC236}">
                <a16:creationId xmlns:a16="http://schemas.microsoft.com/office/drawing/2014/main" id="{F1EB7E81-6AAA-4C17-AED5-6FEB1AE74A6B}"/>
              </a:ext>
            </a:extLst>
          </p:cNvPr>
          <p:cNvSpPr>
            <a:spLocks xmlns:a="http://schemas.openxmlformats.org/drawingml/2006/main" noGrp="1"/>
          </p:cNvSpPr>
          <p:nvPr/>
        </p:nvSpPr>
        <p:spPr>
          <a:xfrm xmlns:a="http://schemas.openxmlformats.org/drawingml/2006/main">
            <a:off x="7563630"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68781"/>
          </a:solidFill>
          <a:ln xmlns:a="http://schemas.openxmlformats.org/drawingml/2006/main" w="2205">
            <a:solidFill>
              <a:srgbClr val="FBFCFE"/>
            </a:solidFill>
            <a:prstDash val="solid"/>
          </a:ln>
        </p:spPr>
      </p:sp>
      <p:sp>
        <p:nvSpPr>
          <p:cNvPr id="1823" name="Editable chart path">
            <a:extLst xmlns:a="http://schemas.openxmlformats.org/drawingml/2006/main">
              <a:ext uri="{FF2B5EF4-FFF2-40B4-BE49-F238E27FC236}">
                <a16:creationId xmlns:a16="http://schemas.microsoft.com/office/drawing/2014/main" id="{79C52EF2-2BE0-4FC4-819E-70C87FB433B5}"/>
              </a:ext>
            </a:extLst>
          </p:cNvPr>
          <p:cNvSpPr>
            <a:spLocks xmlns:a="http://schemas.openxmlformats.org/drawingml/2006/main" noGrp="1"/>
          </p:cNvSpPr>
          <p:nvPr/>
        </p:nvSpPr>
        <p:spPr>
          <a:xfrm xmlns:a="http://schemas.openxmlformats.org/drawingml/2006/main">
            <a:off x="7077521"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88B86"/>
          </a:solidFill>
          <a:ln xmlns:a="http://schemas.openxmlformats.org/drawingml/2006/main" w="2205">
            <a:solidFill>
              <a:srgbClr val="FBFCFE"/>
            </a:solidFill>
            <a:prstDash val="solid"/>
          </a:ln>
        </p:spPr>
      </p:sp>
      <p:sp>
        <p:nvSpPr>
          <p:cNvPr id="1824" name="Editable chart path">
            <a:extLst xmlns:a="http://schemas.openxmlformats.org/drawingml/2006/main">
              <a:ext uri="{FF2B5EF4-FFF2-40B4-BE49-F238E27FC236}">
                <a16:creationId xmlns:a16="http://schemas.microsoft.com/office/drawing/2014/main" id="{137E2357-17B7-4396-9C5E-E765587099EF}"/>
              </a:ext>
            </a:extLst>
          </p:cNvPr>
          <p:cNvSpPr>
            <a:spLocks xmlns:a="http://schemas.openxmlformats.org/drawingml/2006/main" noGrp="1"/>
          </p:cNvSpPr>
          <p:nvPr/>
        </p:nvSpPr>
        <p:spPr>
          <a:xfrm xmlns:a="http://schemas.openxmlformats.org/drawingml/2006/main">
            <a:off x="746640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88B86"/>
          </a:solidFill>
          <a:ln xmlns:a="http://schemas.openxmlformats.org/drawingml/2006/main" w="2205">
            <a:solidFill>
              <a:srgbClr val="FBFCFE"/>
            </a:solidFill>
            <a:prstDash val="solid"/>
          </a:ln>
        </p:spPr>
      </p:sp>
      <p:sp>
        <p:nvSpPr>
          <p:cNvPr id="1825" name="Editable chart path">
            <a:extLst xmlns:a="http://schemas.openxmlformats.org/drawingml/2006/main">
              <a:ext uri="{FF2B5EF4-FFF2-40B4-BE49-F238E27FC236}">
                <a16:creationId xmlns:a16="http://schemas.microsoft.com/office/drawing/2014/main" id="{B8B818D6-8D24-401B-81A5-0BF520AA5DAB}"/>
              </a:ext>
            </a:extLst>
          </p:cNvPr>
          <p:cNvSpPr>
            <a:spLocks xmlns:a="http://schemas.openxmlformats.org/drawingml/2006/main" noGrp="1"/>
          </p:cNvSpPr>
          <p:nvPr/>
        </p:nvSpPr>
        <p:spPr>
          <a:xfrm xmlns:a="http://schemas.openxmlformats.org/drawingml/2006/main">
            <a:off x="7417798"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98E89"/>
          </a:solidFill>
          <a:ln xmlns:a="http://schemas.openxmlformats.org/drawingml/2006/main" w="2205">
            <a:solidFill>
              <a:srgbClr val="FBFCFE"/>
            </a:solidFill>
            <a:prstDash val="solid"/>
          </a:ln>
        </p:spPr>
      </p:sp>
      <p:sp>
        <p:nvSpPr>
          <p:cNvPr id="1826" name="Editable chart path">
            <a:extLst xmlns:a="http://schemas.openxmlformats.org/drawingml/2006/main">
              <a:ext uri="{FF2B5EF4-FFF2-40B4-BE49-F238E27FC236}">
                <a16:creationId xmlns:a16="http://schemas.microsoft.com/office/drawing/2014/main" id="{1B63DC3D-6E2F-4C13-A8F1-11F1547CCC55}"/>
              </a:ext>
            </a:extLst>
          </p:cNvPr>
          <p:cNvSpPr>
            <a:spLocks xmlns:a="http://schemas.openxmlformats.org/drawingml/2006/main" noGrp="1"/>
          </p:cNvSpPr>
          <p:nvPr/>
        </p:nvSpPr>
        <p:spPr>
          <a:xfrm xmlns:a="http://schemas.openxmlformats.org/drawingml/2006/main">
            <a:off x="751501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E9F9A"/>
          </a:solidFill>
          <a:ln xmlns:a="http://schemas.openxmlformats.org/drawingml/2006/main" w="2205">
            <a:solidFill>
              <a:srgbClr val="FBFCFE"/>
            </a:solidFill>
            <a:prstDash val="solid"/>
          </a:ln>
        </p:spPr>
      </p:sp>
      <p:sp>
        <p:nvSpPr>
          <p:cNvPr id="1827" name="Editable chart path">
            <a:extLst xmlns:a="http://schemas.openxmlformats.org/drawingml/2006/main">
              <a:ext uri="{FF2B5EF4-FFF2-40B4-BE49-F238E27FC236}">
                <a16:creationId xmlns:a16="http://schemas.microsoft.com/office/drawing/2014/main" id="{98075BEA-130F-4EDC-A8DF-FDE77E2D4821}"/>
              </a:ext>
            </a:extLst>
          </p:cNvPr>
          <p:cNvSpPr>
            <a:spLocks xmlns:a="http://schemas.openxmlformats.org/drawingml/2006/main" noGrp="1"/>
          </p:cNvSpPr>
          <p:nvPr/>
        </p:nvSpPr>
        <p:spPr>
          <a:xfrm xmlns:a="http://schemas.openxmlformats.org/drawingml/2006/main">
            <a:off x="746640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3ADA9"/>
          </a:solidFill>
          <a:ln xmlns:a="http://schemas.openxmlformats.org/drawingml/2006/main" w="2205">
            <a:solidFill>
              <a:srgbClr val="FBFCFE"/>
            </a:solidFill>
            <a:prstDash val="solid"/>
          </a:ln>
        </p:spPr>
      </p:sp>
      <p:sp>
        <p:nvSpPr>
          <p:cNvPr id="1828" name="Editable chart path">
            <a:extLst xmlns:a="http://schemas.openxmlformats.org/drawingml/2006/main">
              <a:ext uri="{FF2B5EF4-FFF2-40B4-BE49-F238E27FC236}">
                <a16:creationId xmlns:a16="http://schemas.microsoft.com/office/drawing/2014/main" id="{E96996E6-7090-41A7-8327-5250E4A44471}"/>
              </a:ext>
            </a:extLst>
          </p:cNvPr>
          <p:cNvSpPr>
            <a:spLocks xmlns:a="http://schemas.openxmlformats.org/drawingml/2006/main" noGrp="1"/>
          </p:cNvSpPr>
          <p:nvPr/>
        </p:nvSpPr>
        <p:spPr>
          <a:xfrm xmlns:a="http://schemas.openxmlformats.org/drawingml/2006/main">
            <a:off x="7223354"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6B4B0"/>
          </a:solidFill>
          <a:ln xmlns:a="http://schemas.openxmlformats.org/drawingml/2006/main" w="2205">
            <a:solidFill>
              <a:srgbClr val="FBFCFE"/>
            </a:solidFill>
            <a:prstDash val="solid"/>
          </a:ln>
        </p:spPr>
      </p:sp>
      <p:sp>
        <p:nvSpPr>
          <p:cNvPr id="1829" name="Editable chart path">
            <a:extLst xmlns:a="http://schemas.openxmlformats.org/drawingml/2006/main">
              <a:ext uri="{FF2B5EF4-FFF2-40B4-BE49-F238E27FC236}">
                <a16:creationId xmlns:a16="http://schemas.microsoft.com/office/drawing/2014/main" id="{F5720635-7096-491C-8CA9-5B2045422893}"/>
              </a:ext>
            </a:extLst>
          </p:cNvPr>
          <p:cNvSpPr>
            <a:spLocks xmlns:a="http://schemas.openxmlformats.org/drawingml/2006/main" noGrp="1"/>
          </p:cNvSpPr>
          <p:nvPr/>
        </p:nvSpPr>
        <p:spPr>
          <a:xfrm xmlns:a="http://schemas.openxmlformats.org/drawingml/2006/main">
            <a:off x="7515019"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8B5"/>
          </a:solidFill>
          <a:ln xmlns:a="http://schemas.openxmlformats.org/drawingml/2006/main" w="2205">
            <a:solidFill>
              <a:srgbClr val="FBFCFE"/>
            </a:solidFill>
            <a:prstDash val="solid"/>
          </a:ln>
        </p:spPr>
      </p:sp>
      <p:sp>
        <p:nvSpPr>
          <p:cNvPr id="1830" name="Editable chart path">
            <a:extLst xmlns:a="http://schemas.openxmlformats.org/drawingml/2006/main">
              <a:ext uri="{FF2B5EF4-FFF2-40B4-BE49-F238E27FC236}">
                <a16:creationId xmlns:a16="http://schemas.microsoft.com/office/drawing/2014/main" id="{76B5FC99-5305-48CC-B575-250ED396634C}"/>
              </a:ext>
            </a:extLst>
          </p:cNvPr>
          <p:cNvSpPr>
            <a:spLocks xmlns:a="http://schemas.openxmlformats.org/drawingml/2006/main" noGrp="1"/>
          </p:cNvSpPr>
          <p:nvPr/>
        </p:nvSpPr>
        <p:spPr>
          <a:xfrm xmlns:a="http://schemas.openxmlformats.org/drawingml/2006/main">
            <a:off x="7369187" y="417564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AB6"/>
          </a:solidFill>
          <a:ln xmlns:a="http://schemas.openxmlformats.org/drawingml/2006/main" w="2205">
            <a:solidFill>
              <a:srgbClr val="FBFCFE"/>
            </a:solidFill>
            <a:prstDash val="solid"/>
          </a:ln>
        </p:spPr>
      </p:sp>
      <p:sp>
        <p:nvSpPr>
          <p:cNvPr id="1831" name="Editable chart path">
            <a:extLst xmlns:a="http://schemas.openxmlformats.org/drawingml/2006/main">
              <a:ext uri="{FF2B5EF4-FFF2-40B4-BE49-F238E27FC236}">
                <a16:creationId xmlns:a16="http://schemas.microsoft.com/office/drawing/2014/main" id="{02C472B0-A517-4CA4-846F-A719C4F7F359}"/>
              </a:ext>
            </a:extLst>
          </p:cNvPr>
          <p:cNvSpPr>
            <a:spLocks xmlns:a="http://schemas.openxmlformats.org/drawingml/2006/main" noGrp="1"/>
          </p:cNvSpPr>
          <p:nvPr/>
        </p:nvSpPr>
        <p:spPr>
          <a:xfrm xmlns:a="http://schemas.openxmlformats.org/drawingml/2006/main">
            <a:off x="8146962"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AB6"/>
          </a:solidFill>
          <a:ln xmlns:a="http://schemas.openxmlformats.org/drawingml/2006/main" w="2205">
            <a:solidFill>
              <a:srgbClr val="FBFCFE"/>
            </a:solidFill>
            <a:prstDash val="solid"/>
          </a:ln>
        </p:spPr>
      </p:sp>
      <p:sp>
        <p:nvSpPr>
          <p:cNvPr id="1832" name="Editable chart path">
            <a:extLst xmlns:a="http://schemas.openxmlformats.org/drawingml/2006/main">
              <a:ext uri="{FF2B5EF4-FFF2-40B4-BE49-F238E27FC236}">
                <a16:creationId xmlns:a16="http://schemas.microsoft.com/office/drawing/2014/main" id="{B1192C8D-77A9-4E75-88D5-D43A9D7664BE}"/>
              </a:ext>
            </a:extLst>
          </p:cNvPr>
          <p:cNvSpPr>
            <a:spLocks xmlns:a="http://schemas.openxmlformats.org/drawingml/2006/main" noGrp="1"/>
          </p:cNvSpPr>
          <p:nvPr/>
        </p:nvSpPr>
        <p:spPr>
          <a:xfrm xmlns:a="http://schemas.openxmlformats.org/drawingml/2006/main">
            <a:off x="6980299"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7BAB6"/>
          </a:solidFill>
          <a:ln xmlns:a="http://schemas.openxmlformats.org/drawingml/2006/main" w="2205">
            <a:solidFill>
              <a:srgbClr val="FBFCFE"/>
            </a:solidFill>
            <a:prstDash val="solid"/>
          </a:ln>
        </p:spPr>
      </p:sp>
      <p:sp>
        <p:nvSpPr>
          <p:cNvPr id="1833" name="Editable chart path">
            <a:extLst xmlns:a="http://schemas.openxmlformats.org/drawingml/2006/main">
              <a:ext uri="{FF2B5EF4-FFF2-40B4-BE49-F238E27FC236}">
                <a16:creationId xmlns:a16="http://schemas.microsoft.com/office/drawing/2014/main" id="{C2DE1543-0C98-4A8B-A5BE-52C966553EED}"/>
              </a:ext>
            </a:extLst>
          </p:cNvPr>
          <p:cNvSpPr>
            <a:spLocks xmlns:a="http://schemas.openxmlformats.org/drawingml/2006/main" noGrp="1"/>
          </p:cNvSpPr>
          <p:nvPr/>
        </p:nvSpPr>
        <p:spPr>
          <a:xfrm xmlns:a="http://schemas.openxmlformats.org/drawingml/2006/main">
            <a:off x="7466409" y="407841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8BCB9"/>
          </a:solidFill>
          <a:ln xmlns:a="http://schemas.openxmlformats.org/drawingml/2006/main" w="2205">
            <a:solidFill>
              <a:srgbClr val="FBFCFE"/>
            </a:solidFill>
            <a:prstDash val="solid"/>
          </a:ln>
        </p:spPr>
      </p:sp>
      <p:sp>
        <p:nvSpPr>
          <p:cNvPr id="1834" name="Editable chart path">
            <a:extLst xmlns:a="http://schemas.openxmlformats.org/drawingml/2006/main">
              <a:ext uri="{FF2B5EF4-FFF2-40B4-BE49-F238E27FC236}">
                <a16:creationId xmlns:a16="http://schemas.microsoft.com/office/drawing/2014/main" id="{6564B801-219C-4BEE-87FE-29534BC51082}"/>
              </a:ext>
            </a:extLst>
          </p:cNvPr>
          <p:cNvSpPr>
            <a:spLocks xmlns:a="http://schemas.openxmlformats.org/drawingml/2006/main" noGrp="1"/>
          </p:cNvSpPr>
          <p:nvPr/>
        </p:nvSpPr>
        <p:spPr>
          <a:xfrm xmlns:a="http://schemas.openxmlformats.org/drawingml/2006/main">
            <a:off x="6931688"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AC1BE"/>
          </a:solidFill>
          <a:ln xmlns:a="http://schemas.openxmlformats.org/drawingml/2006/main" w="2205">
            <a:solidFill>
              <a:srgbClr val="FBFCFE"/>
            </a:solidFill>
            <a:prstDash val="solid"/>
          </a:ln>
        </p:spPr>
      </p:sp>
      <p:sp>
        <p:nvSpPr>
          <p:cNvPr id="1835" name="Editable chart path">
            <a:extLst xmlns:a="http://schemas.openxmlformats.org/drawingml/2006/main">
              <a:ext uri="{FF2B5EF4-FFF2-40B4-BE49-F238E27FC236}">
                <a16:creationId xmlns:a16="http://schemas.microsoft.com/office/drawing/2014/main" id="{624912DA-4A56-41F2-9DA0-063229AFCB2D}"/>
              </a:ext>
            </a:extLst>
          </p:cNvPr>
          <p:cNvSpPr>
            <a:spLocks xmlns:a="http://schemas.openxmlformats.org/drawingml/2006/main" noGrp="1"/>
          </p:cNvSpPr>
          <p:nvPr/>
        </p:nvSpPr>
        <p:spPr>
          <a:xfrm xmlns:a="http://schemas.openxmlformats.org/drawingml/2006/main">
            <a:off x="6931688"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BC3C0"/>
          </a:solidFill>
          <a:ln xmlns:a="http://schemas.openxmlformats.org/drawingml/2006/main" w="2205">
            <a:solidFill>
              <a:srgbClr val="FBFCFE"/>
            </a:solidFill>
            <a:prstDash val="solid"/>
          </a:ln>
        </p:spPr>
      </p:sp>
      <p:sp>
        <p:nvSpPr>
          <p:cNvPr id="1836" name="Editable chart path">
            <a:extLst xmlns:a="http://schemas.openxmlformats.org/drawingml/2006/main">
              <a:ext uri="{FF2B5EF4-FFF2-40B4-BE49-F238E27FC236}">
                <a16:creationId xmlns:a16="http://schemas.microsoft.com/office/drawing/2014/main" id="{CABF8883-D020-4313-9A13-AE8A994E0A7A}"/>
              </a:ext>
            </a:extLst>
          </p:cNvPr>
          <p:cNvSpPr>
            <a:spLocks xmlns:a="http://schemas.openxmlformats.org/drawingml/2006/main" noGrp="1"/>
          </p:cNvSpPr>
          <p:nvPr/>
        </p:nvSpPr>
        <p:spPr>
          <a:xfrm xmlns:a="http://schemas.openxmlformats.org/drawingml/2006/main">
            <a:off x="7515019"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BC3C0"/>
          </a:solidFill>
          <a:ln xmlns:a="http://schemas.openxmlformats.org/drawingml/2006/main" w="2205">
            <a:solidFill>
              <a:srgbClr val="FBFCFE"/>
            </a:solidFill>
            <a:prstDash val="solid"/>
          </a:ln>
        </p:spPr>
      </p:sp>
      <p:sp>
        <p:nvSpPr>
          <p:cNvPr id="1837" name="Editable chart path">
            <a:extLst xmlns:a="http://schemas.openxmlformats.org/drawingml/2006/main">
              <a:ext uri="{FF2B5EF4-FFF2-40B4-BE49-F238E27FC236}">
                <a16:creationId xmlns:a16="http://schemas.microsoft.com/office/drawing/2014/main" id="{5869D466-2509-4E61-92CA-25C07E514134}"/>
              </a:ext>
            </a:extLst>
          </p:cNvPr>
          <p:cNvSpPr>
            <a:spLocks xmlns:a="http://schemas.openxmlformats.org/drawingml/2006/main" noGrp="1"/>
          </p:cNvSpPr>
          <p:nvPr/>
        </p:nvSpPr>
        <p:spPr>
          <a:xfrm xmlns:a="http://schemas.openxmlformats.org/drawingml/2006/main">
            <a:off x="746640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5C3"/>
          </a:solidFill>
          <a:ln xmlns:a="http://schemas.openxmlformats.org/drawingml/2006/main" w="2205">
            <a:solidFill>
              <a:srgbClr val="FBFCFE"/>
            </a:solidFill>
            <a:prstDash val="solid"/>
          </a:ln>
        </p:spPr>
      </p:sp>
      <p:sp>
        <p:nvSpPr>
          <p:cNvPr id="1838" name="Editable chart path">
            <a:extLst xmlns:a="http://schemas.openxmlformats.org/drawingml/2006/main">
              <a:ext uri="{FF2B5EF4-FFF2-40B4-BE49-F238E27FC236}">
                <a16:creationId xmlns:a16="http://schemas.microsoft.com/office/drawing/2014/main" id="{51341D3C-E2DD-498A-AE42-82A3BA7B64A6}"/>
              </a:ext>
            </a:extLst>
          </p:cNvPr>
          <p:cNvSpPr>
            <a:spLocks xmlns:a="http://schemas.openxmlformats.org/drawingml/2006/main" noGrp="1"/>
          </p:cNvSpPr>
          <p:nvPr/>
        </p:nvSpPr>
        <p:spPr>
          <a:xfrm xmlns:a="http://schemas.openxmlformats.org/drawingml/2006/main">
            <a:off x="7806685"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1839" name="Editable chart path">
            <a:extLst xmlns:a="http://schemas.openxmlformats.org/drawingml/2006/main">
              <a:ext uri="{FF2B5EF4-FFF2-40B4-BE49-F238E27FC236}">
                <a16:creationId xmlns:a16="http://schemas.microsoft.com/office/drawing/2014/main" id="{7F82887A-DB46-490F-B123-C220AE867377}"/>
              </a:ext>
            </a:extLst>
          </p:cNvPr>
          <p:cNvSpPr>
            <a:spLocks xmlns:a="http://schemas.openxmlformats.org/drawingml/2006/main" noGrp="1"/>
          </p:cNvSpPr>
          <p:nvPr/>
        </p:nvSpPr>
        <p:spPr>
          <a:xfrm xmlns:a="http://schemas.openxmlformats.org/drawingml/2006/main">
            <a:off x="707752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DCBC9"/>
          </a:solidFill>
          <a:ln xmlns:a="http://schemas.openxmlformats.org/drawingml/2006/main" w="2205">
            <a:solidFill>
              <a:srgbClr val="FBFCFE"/>
            </a:solidFill>
            <a:prstDash val="solid"/>
          </a:ln>
        </p:spPr>
      </p:sp>
      <p:sp>
        <p:nvSpPr>
          <p:cNvPr id="1840" name="Editable chart path">
            <a:extLst xmlns:a="http://schemas.openxmlformats.org/drawingml/2006/main">
              <a:ext uri="{FF2B5EF4-FFF2-40B4-BE49-F238E27FC236}">
                <a16:creationId xmlns:a16="http://schemas.microsoft.com/office/drawing/2014/main" id="{92A40DCE-1691-4F1C-A6C4-430ABD8B74C3}"/>
              </a:ext>
            </a:extLst>
          </p:cNvPr>
          <p:cNvSpPr>
            <a:spLocks xmlns:a="http://schemas.openxmlformats.org/drawingml/2006/main" noGrp="1"/>
          </p:cNvSpPr>
          <p:nvPr/>
        </p:nvSpPr>
        <p:spPr>
          <a:xfrm xmlns:a="http://schemas.openxmlformats.org/drawingml/2006/main">
            <a:off x="6785855"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1841" name="Editable chart path">
            <a:extLst xmlns:a="http://schemas.openxmlformats.org/drawingml/2006/main">
              <a:ext uri="{FF2B5EF4-FFF2-40B4-BE49-F238E27FC236}">
                <a16:creationId xmlns:a16="http://schemas.microsoft.com/office/drawing/2014/main" id="{58398046-28FD-4218-8380-BFF2B2A43744}"/>
              </a:ext>
            </a:extLst>
          </p:cNvPr>
          <p:cNvSpPr>
            <a:spLocks xmlns:a="http://schemas.openxmlformats.org/drawingml/2006/main" noGrp="1"/>
          </p:cNvSpPr>
          <p:nvPr/>
        </p:nvSpPr>
        <p:spPr>
          <a:xfrm xmlns:a="http://schemas.openxmlformats.org/drawingml/2006/main">
            <a:off x="7028910"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1842" name="Editable chart path">
            <a:extLst xmlns:a="http://schemas.openxmlformats.org/drawingml/2006/main">
              <a:ext uri="{FF2B5EF4-FFF2-40B4-BE49-F238E27FC236}">
                <a16:creationId xmlns:a16="http://schemas.microsoft.com/office/drawing/2014/main" id="{CA25BA9B-B532-47AA-8FAC-FDAB867285D6}"/>
              </a:ext>
            </a:extLst>
          </p:cNvPr>
          <p:cNvSpPr>
            <a:spLocks xmlns:a="http://schemas.openxmlformats.org/drawingml/2006/main" noGrp="1"/>
          </p:cNvSpPr>
          <p:nvPr/>
        </p:nvSpPr>
        <p:spPr>
          <a:xfrm xmlns:a="http://schemas.openxmlformats.org/drawingml/2006/main">
            <a:off x="702891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ECC"/>
          </a:solidFill>
          <a:ln xmlns:a="http://schemas.openxmlformats.org/drawingml/2006/main" w="2205">
            <a:solidFill>
              <a:srgbClr val="FBFCFE"/>
            </a:solidFill>
            <a:prstDash val="solid"/>
          </a:ln>
        </p:spPr>
      </p:sp>
      <p:sp>
        <p:nvSpPr>
          <p:cNvPr id="1843" name="Editable chart path">
            <a:extLst xmlns:a="http://schemas.openxmlformats.org/drawingml/2006/main">
              <a:ext uri="{FF2B5EF4-FFF2-40B4-BE49-F238E27FC236}">
                <a16:creationId xmlns:a16="http://schemas.microsoft.com/office/drawing/2014/main" id="{47938211-9F76-4D9A-8F38-0EC26CF5A76D}"/>
              </a:ext>
            </a:extLst>
          </p:cNvPr>
          <p:cNvSpPr>
            <a:spLocks xmlns:a="http://schemas.openxmlformats.org/drawingml/2006/main" noGrp="1"/>
          </p:cNvSpPr>
          <p:nvPr/>
        </p:nvSpPr>
        <p:spPr>
          <a:xfrm xmlns:a="http://schemas.openxmlformats.org/drawingml/2006/main">
            <a:off x="7515019"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ECECC"/>
          </a:solidFill>
          <a:ln xmlns:a="http://schemas.openxmlformats.org/drawingml/2006/main" w="2205">
            <a:solidFill>
              <a:srgbClr val="FBFCFE"/>
            </a:solidFill>
            <a:prstDash val="solid"/>
          </a:ln>
        </p:spPr>
      </p:sp>
      <p:sp>
        <p:nvSpPr>
          <p:cNvPr id="1844" name="Editable chart path">
            <a:extLst xmlns:a="http://schemas.openxmlformats.org/drawingml/2006/main">
              <a:ext uri="{FF2B5EF4-FFF2-40B4-BE49-F238E27FC236}">
                <a16:creationId xmlns:a16="http://schemas.microsoft.com/office/drawing/2014/main" id="{2727C695-7331-4AA6-BE5A-070F75C0914D}"/>
              </a:ext>
            </a:extLst>
          </p:cNvPr>
          <p:cNvSpPr>
            <a:spLocks xmlns:a="http://schemas.openxmlformats.org/drawingml/2006/main" noGrp="1"/>
          </p:cNvSpPr>
          <p:nvPr/>
        </p:nvSpPr>
        <p:spPr>
          <a:xfrm xmlns:a="http://schemas.openxmlformats.org/drawingml/2006/main">
            <a:off x="7466409"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1845" name="Editable chart path">
            <a:extLst xmlns:a="http://schemas.openxmlformats.org/drawingml/2006/main">
              <a:ext uri="{FF2B5EF4-FFF2-40B4-BE49-F238E27FC236}">
                <a16:creationId xmlns:a16="http://schemas.microsoft.com/office/drawing/2014/main" id="{D70437F9-9B9E-4CB9-934F-28BE75375C83}"/>
              </a:ext>
            </a:extLst>
          </p:cNvPr>
          <p:cNvSpPr>
            <a:spLocks xmlns:a="http://schemas.openxmlformats.org/drawingml/2006/main" noGrp="1"/>
          </p:cNvSpPr>
          <p:nvPr/>
        </p:nvSpPr>
        <p:spPr>
          <a:xfrm xmlns:a="http://schemas.openxmlformats.org/drawingml/2006/main">
            <a:off x="698029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1846" name="Editable chart path">
            <a:extLst xmlns:a="http://schemas.openxmlformats.org/drawingml/2006/main">
              <a:ext uri="{FF2B5EF4-FFF2-40B4-BE49-F238E27FC236}">
                <a16:creationId xmlns:a16="http://schemas.microsoft.com/office/drawing/2014/main" id="{0833BD4B-CF96-488B-B3F4-DCDF7D943F6A}"/>
              </a:ext>
            </a:extLst>
          </p:cNvPr>
          <p:cNvSpPr>
            <a:spLocks xmlns:a="http://schemas.openxmlformats.org/drawingml/2006/main" noGrp="1"/>
          </p:cNvSpPr>
          <p:nvPr/>
        </p:nvSpPr>
        <p:spPr>
          <a:xfrm xmlns:a="http://schemas.openxmlformats.org/drawingml/2006/main">
            <a:off x="7806685"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1847" name="Editable chart path">
            <a:extLst xmlns:a="http://schemas.openxmlformats.org/drawingml/2006/main">
              <a:ext uri="{FF2B5EF4-FFF2-40B4-BE49-F238E27FC236}">
                <a16:creationId xmlns:a16="http://schemas.microsoft.com/office/drawing/2014/main" id="{0693775E-45AA-4687-ABA4-ACDE6A9C6262}"/>
              </a:ext>
            </a:extLst>
          </p:cNvPr>
          <p:cNvSpPr>
            <a:spLocks xmlns:a="http://schemas.openxmlformats.org/drawingml/2006/main" noGrp="1"/>
          </p:cNvSpPr>
          <p:nvPr/>
        </p:nvSpPr>
        <p:spPr>
          <a:xfrm xmlns:a="http://schemas.openxmlformats.org/drawingml/2006/main">
            <a:off x="7563630" y="393258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1CF"/>
          </a:solidFill>
          <a:ln xmlns:a="http://schemas.openxmlformats.org/drawingml/2006/main" w="2205">
            <a:solidFill>
              <a:srgbClr val="FBFCFE"/>
            </a:solidFill>
            <a:prstDash val="solid"/>
          </a:ln>
        </p:spPr>
      </p:sp>
      <p:sp>
        <p:nvSpPr>
          <p:cNvPr id="1848" name="Editable chart path">
            <a:extLst xmlns:a="http://schemas.openxmlformats.org/drawingml/2006/main">
              <a:ext uri="{FF2B5EF4-FFF2-40B4-BE49-F238E27FC236}">
                <a16:creationId xmlns:a16="http://schemas.microsoft.com/office/drawing/2014/main" id="{C23630A6-DC55-4770-BD62-AEC4E14EEDAE}"/>
              </a:ext>
            </a:extLst>
          </p:cNvPr>
          <p:cNvSpPr>
            <a:spLocks xmlns:a="http://schemas.openxmlformats.org/drawingml/2006/main" noGrp="1"/>
          </p:cNvSpPr>
          <p:nvPr/>
        </p:nvSpPr>
        <p:spPr>
          <a:xfrm xmlns:a="http://schemas.openxmlformats.org/drawingml/2006/main">
            <a:off x="7563630"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1849" name="Editable chart path">
            <a:extLst xmlns:a="http://schemas.openxmlformats.org/drawingml/2006/main">
              <a:ext uri="{FF2B5EF4-FFF2-40B4-BE49-F238E27FC236}">
                <a16:creationId xmlns:a16="http://schemas.microsoft.com/office/drawing/2014/main" id="{D6F4C431-EE7A-4490-B15F-F2DEDDB80EAE}"/>
              </a:ext>
            </a:extLst>
          </p:cNvPr>
          <p:cNvSpPr>
            <a:spLocks xmlns:a="http://schemas.openxmlformats.org/drawingml/2006/main" noGrp="1"/>
          </p:cNvSpPr>
          <p:nvPr/>
        </p:nvSpPr>
        <p:spPr>
          <a:xfrm xmlns:a="http://schemas.openxmlformats.org/drawingml/2006/main">
            <a:off x="7563630"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1850" name="Editable chart path">
            <a:extLst xmlns:a="http://schemas.openxmlformats.org/drawingml/2006/main">
              <a:ext uri="{FF2B5EF4-FFF2-40B4-BE49-F238E27FC236}">
                <a16:creationId xmlns:a16="http://schemas.microsoft.com/office/drawing/2014/main" id="{27FE46C8-48A2-4541-B395-58C0099D2595}"/>
              </a:ext>
            </a:extLst>
          </p:cNvPr>
          <p:cNvSpPr>
            <a:spLocks xmlns:a="http://schemas.openxmlformats.org/drawingml/2006/main" noGrp="1"/>
          </p:cNvSpPr>
          <p:nvPr/>
        </p:nvSpPr>
        <p:spPr>
          <a:xfrm xmlns:a="http://schemas.openxmlformats.org/drawingml/2006/main">
            <a:off x="7223354"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1851" name="Editable chart path">
            <a:extLst xmlns:a="http://schemas.openxmlformats.org/drawingml/2006/main">
              <a:ext uri="{FF2B5EF4-FFF2-40B4-BE49-F238E27FC236}">
                <a16:creationId xmlns:a16="http://schemas.microsoft.com/office/drawing/2014/main" id="{12BCF1CC-FBBC-49D8-9733-059FE83893E0}"/>
              </a:ext>
            </a:extLst>
          </p:cNvPr>
          <p:cNvSpPr>
            <a:spLocks xmlns:a="http://schemas.openxmlformats.org/drawingml/2006/main" noGrp="1"/>
          </p:cNvSpPr>
          <p:nvPr/>
        </p:nvSpPr>
        <p:spPr>
          <a:xfrm xmlns:a="http://schemas.openxmlformats.org/drawingml/2006/main">
            <a:off x="6883077"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1852" name="Editable chart path">
            <a:extLst xmlns:a="http://schemas.openxmlformats.org/drawingml/2006/main">
              <a:ext uri="{FF2B5EF4-FFF2-40B4-BE49-F238E27FC236}">
                <a16:creationId xmlns:a16="http://schemas.microsoft.com/office/drawing/2014/main" id="{3214D609-AD64-4D13-A9EF-6CEF877AA8A1}"/>
              </a:ext>
            </a:extLst>
          </p:cNvPr>
          <p:cNvSpPr>
            <a:spLocks xmlns:a="http://schemas.openxmlformats.org/drawingml/2006/main" noGrp="1"/>
          </p:cNvSpPr>
          <p:nvPr/>
        </p:nvSpPr>
        <p:spPr>
          <a:xfrm xmlns:a="http://schemas.openxmlformats.org/drawingml/2006/main">
            <a:off x="7174743"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9D7"/>
          </a:solidFill>
          <a:ln xmlns:a="http://schemas.openxmlformats.org/drawingml/2006/main" w="2205">
            <a:solidFill>
              <a:srgbClr val="FBFCFE"/>
            </a:solidFill>
            <a:prstDash val="solid"/>
          </a:ln>
        </p:spPr>
      </p:sp>
      <p:sp>
        <p:nvSpPr>
          <p:cNvPr id="1853" name="Editable chart path">
            <a:extLst xmlns:a="http://schemas.openxmlformats.org/drawingml/2006/main">
              <a:ext uri="{FF2B5EF4-FFF2-40B4-BE49-F238E27FC236}">
                <a16:creationId xmlns:a16="http://schemas.microsoft.com/office/drawing/2014/main" id="{E4414BDB-75CB-4280-87E0-1195B07AE0F1}"/>
              </a:ext>
            </a:extLst>
          </p:cNvPr>
          <p:cNvSpPr>
            <a:spLocks xmlns:a="http://schemas.openxmlformats.org/drawingml/2006/main" noGrp="1"/>
          </p:cNvSpPr>
          <p:nvPr/>
        </p:nvSpPr>
        <p:spPr>
          <a:xfrm xmlns:a="http://schemas.openxmlformats.org/drawingml/2006/main">
            <a:off x="7466409" y="325203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9D7"/>
          </a:solidFill>
          <a:ln xmlns:a="http://schemas.openxmlformats.org/drawingml/2006/main" w="2205">
            <a:solidFill>
              <a:srgbClr val="FBFCFE"/>
            </a:solidFill>
            <a:prstDash val="solid"/>
          </a:ln>
        </p:spPr>
      </p:sp>
      <p:sp>
        <p:nvSpPr>
          <p:cNvPr id="1854" name="Editable chart path">
            <a:extLst xmlns:a="http://schemas.openxmlformats.org/drawingml/2006/main">
              <a:ext uri="{FF2B5EF4-FFF2-40B4-BE49-F238E27FC236}">
                <a16:creationId xmlns:a16="http://schemas.microsoft.com/office/drawing/2014/main" id="{56ACA662-9DF8-40D4-A3A5-D6EDC1106383}"/>
              </a:ext>
            </a:extLst>
          </p:cNvPr>
          <p:cNvSpPr>
            <a:spLocks xmlns:a="http://schemas.openxmlformats.org/drawingml/2006/main" noGrp="1"/>
          </p:cNvSpPr>
          <p:nvPr/>
        </p:nvSpPr>
        <p:spPr>
          <a:xfrm xmlns:a="http://schemas.openxmlformats.org/drawingml/2006/main">
            <a:off x="7758074" y="3397865"/>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9D7"/>
          </a:solidFill>
          <a:ln xmlns:a="http://schemas.openxmlformats.org/drawingml/2006/main" w="2205">
            <a:solidFill>
              <a:srgbClr val="FBFCFE"/>
            </a:solidFill>
            <a:prstDash val="solid"/>
          </a:ln>
        </p:spPr>
      </p:sp>
      <p:sp>
        <p:nvSpPr>
          <p:cNvPr id="1855" name="Editable chart path">
            <a:extLst xmlns:a="http://schemas.openxmlformats.org/drawingml/2006/main">
              <a:ext uri="{FF2B5EF4-FFF2-40B4-BE49-F238E27FC236}">
                <a16:creationId xmlns:a16="http://schemas.microsoft.com/office/drawing/2014/main" id="{66F5049A-C83B-47BE-8198-D0A6D1C9D604}"/>
              </a:ext>
            </a:extLst>
          </p:cNvPr>
          <p:cNvSpPr>
            <a:spLocks xmlns:a="http://schemas.openxmlformats.org/drawingml/2006/main" noGrp="1"/>
          </p:cNvSpPr>
          <p:nvPr/>
        </p:nvSpPr>
        <p:spPr>
          <a:xfrm xmlns:a="http://schemas.openxmlformats.org/drawingml/2006/main">
            <a:off x="7563630"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9D7"/>
          </a:solidFill>
          <a:ln xmlns:a="http://schemas.openxmlformats.org/drawingml/2006/main" w="2205">
            <a:solidFill>
              <a:srgbClr val="FBFCFE"/>
            </a:solidFill>
            <a:prstDash val="solid"/>
          </a:ln>
        </p:spPr>
      </p:sp>
      <p:sp>
        <p:nvSpPr>
          <p:cNvPr id="1856" name="Editable chart path">
            <a:extLst xmlns:a="http://schemas.openxmlformats.org/drawingml/2006/main">
              <a:ext uri="{FF2B5EF4-FFF2-40B4-BE49-F238E27FC236}">
                <a16:creationId xmlns:a16="http://schemas.microsoft.com/office/drawing/2014/main" id="{C4179EAB-290A-46C6-BB9F-5641938C506F}"/>
              </a:ext>
            </a:extLst>
          </p:cNvPr>
          <p:cNvSpPr>
            <a:spLocks xmlns:a="http://schemas.openxmlformats.org/drawingml/2006/main" noGrp="1"/>
          </p:cNvSpPr>
          <p:nvPr/>
        </p:nvSpPr>
        <p:spPr>
          <a:xfrm xmlns:a="http://schemas.openxmlformats.org/drawingml/2006/main">
            <a:off x="7660852"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AD8"/>
          </a:solidFill>
          <a:ln xmlns:a="http://schemas.openxmlformats.org/drawingml/2006/main" w="2205">
            <a:solidFill>
              <a:srgbClr val="FBFCFE"/>
            </a:solidFill>
            <a:prstDash val="solid"/>
          </a:ln>
        </p:spPr>
      </p:sp>
      <p:sp>
        <p:nvSpPr>
          <p:cNvPr id="1857" name="Editable chart path">
            <a:extLst xmlns:a="http://schemas.openxmlformats.org/drawingml/2006/main">
              <a:ext uri="{FF2B5EF4-FFF2-40B4-BE49-F238E27FC236}">
                <a16:creationId xmlns:a16="http://schemas.microsoft.com/office/drawing/2014/main" id="{ADFF6F4F-5EC5-4E6E-B9BB-0545A4A0BEB7}"/>
              </a:ext>
            </a:extLst>
          </p:cNvPr>
          <p:cNvSpPr>
            <a:spLocks xmlns:a="http://schemas.openxmlformats.org/drawingml/2006/main" noGrp="1"/>
          </p:cNvSpPr>
          <p:nvPr/>
        </p:nvSpPr>
        <p:spPr>
          <a:xfrm xmlns:a="http://schemas.openxmlformats.org/drawingml/2006/main">
            <a:off x="7417798" y="330064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2DAD8"/>
          </a:solidFill>
          <a:ln xmlns:a="http://schemas.openxmlformats.org/drawingml/2006/main" w="2205">
            <a:solidFill>
              <a:srgbClr val="FBFCFE"/>
            </a:solidFill>
            <a:prstDash val="solid"/>
          </a:ln>
        </p:spPr>
      </p:sp>
      <p:sp>
        <p:nvSpPr>
          <p:cNvPr id="1858" name="Editable chart path">
            <a:extLst xmlns:a="http://schemas.openxmlformats.org/drawingml/2006/main">
              <a:ext uri="{FF2B5EF4-FFF2-40B4-BE49-F238E27FC236}">
                <a16:creationId xmlns:a16="http://schemas.microsoft.com/office/drawing/2014/main" id="{51747F6D-B877-4998-9259-DF6F9E1373A0}"/>
              </a:ext>
            </a:extLst>
          </p:cNvPr>
          <p:cNvSpPr>
            <a:spLocks xmlns:a="http://schemas.openxmlformats.org/drawingml/2006/main" noGrp="1"/>
          </p:cNvSpPr>
          <p:nvPr/>
        </p:nvSpPr>
        <p:spPr>
          <a:xfrm xmlns:a="http://schemas.openxmlformats.org/drawingml/2006/main">
            <a:off x="6688633"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CDA"/>
          </a:solidFill>
          <a:ln xmlns:a="http://schemas.openxmlformats.org/drawingml/2006/main" w="2205">
            <a:solidFill>
              <a:srgbClr val="FBFCFE"/>
            </a:solidFill>
            <a:prstDash val="solid"/>
          </a:ln>
        </p:spPr>
      </p:sp>
      <p:sp>
        <p:nvSpPr>
          <p:cNvPr id="1859" name="Editable chart path">
            <a:extLst xmlns:a="http://schemas.openxmlformats.org/drawingml/2006/main">
              <a:ext uri="{FF2B5EF4-FFF2-40B4-BE49-F238E27FC236}">
                <a16:creationId xmlns:a16="http://schemas.microsoft.com/office/drawing/2014/main" id="{36729E3B-92C5-4C15-80E0-027AD5EFE423}"/>
              </a:ext>
            </a:extLst>
          </p:cNvPr>
          <p:cNvSpPr>
            <a:spLocks xmlns:a="http://schemas.openxmlformats.org/drawingml/2006/main" noGrp="1"/>
          </p:cNvSpPr>
          <p:nvPr/>
        </p:nvSpPr>
        <p:spPr>
          <a:xfrm xmlns:a="http://schemas.openxmlformats.org/drawingml/2006/main">
            <a:off x="7417798"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CDA"/>
          </a:solidFill>
          <a:ln xmlns:a="http://schemas.openxmlformats.org/drawingml/2006/main" w="2205">
            <a:solidFill>
              <a:srgbClr val="FBFCFE"/>
            </a:solidFill>
            <a:prstDash val="solid"/>
          </a:ln>
        </p:spPr>
      </p:sp>
      <p:sp>
        <p:nvSpPr>
          <p:cNvPr id="1860" name="Editable chart path">
            <a:extLst xmlns:a="http://schemas.openxmlformats.org/drawingml/2006/main">
              <a:ext uri="{FF2B5EF4-FFF2-40B4-BE49-F238E27FC236}">
                <a16:creationId xmlns:a16="http://schemas.microsoft.com/office/drawing/2014/main" id="{0B876FBA-B55F-48A2-B5F0-F1766E94D85A}"/>
              </a:ext>
            </a:extLst>
          </p:cNvPr>
          <p:cNvSpPr>
            <a:spLocks xmlns:a="http://schemas.openxmlformats.org/drawingml/2006/main" noGrp="1"/>
          </p:cNvSpPr>
          <p:nvPr/>
        </p:nvSpPr>
        <p:spPr>
          <a:xfrm xmlns:a="http://schemas.openxmlformats.org/drawingml/2006/main">
            <a:off x="8001129"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CDA"/>
          </a:solidFill>
          <a:ln xmlns:a="http://schemas.openxmlformats.org/drawingml/2006/main" w="2205">
            <a:solidFill>
              <a:srgbClr val="FBFCFE"/>
            </a:solidFill>
            <a:prstDash val="solid"/>
          </a:ln>
        </p:spPr>
      </p:sp>
      <p:sp>
        <p:nvSpPr>
          <p:cNvPr id="1861" name="Editable chart path">
            <a:extLst xmlns:a="http://schemas.openxmlformats.org/drawingml/2006/main">
              <a:ext uri="{FF2B5EF4-FFF2-40B4-BE49-F238E27FC236}">
                <a16:creationId xmlns:a16="http://schemas.microsoft.com/office/drawing/2014/main" id="{27E404E6-580C-41C2-863F-3A699FCA5F69}"/>
              </a:ext>
            </a:extLst>
          </p:cNvPr>
          <p:cNvSpPr>
            <a:spLocks xmlns:a="http://schemas.openxmlformats.org/drawingml/2006/main" noGrp="1"/>
          </p:cNvSpPr>
          <p:nvPr/>
        </p:nvSpPr>
        <p:spPr>
          <a:xfrm xmlns:a="http://schemas.openxmlformats.org/drawingml/2006/main">
            <a:off x="7660852"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DDB"/>
          </a:solidFill>
          <a:ln xmlns:a="http://schemas.openxmlformats.org/drawingml/2006/main" w="2205">
            <a:solidFill>
              <a:srgbClr val="FBFCFE"/>
            </a:solidFill>
            <a:prstDash val="solid"/>
          </a:ln>
        </p:spPr>
      </p:sp>
      <p:sp>
        <p:nvSpPr>
          <p:cNvPr id="1862" name="Editable chart path">
            <a:extLst xmlns:a="http://schemas.openxmlformats.org/drawingml/2006/main">
              <a:ext uri="{FF2B5EF4-FFF2-40B4-BE49-F238E27FC236}">
                <a16:creationId xmlns:a16="http://schemas.microsoft.com/office/drawing/2014/main" id="{89510E69-D96A-4FAF-AE6F-DD2437E3FC58}"/>
              </a:ext>
            </a:extLst>
          </p:cNvPr>
          <p:cNvSpPr>
            <a:spLocks xmlns:a="http://schemas.openxmlformats.org/drawingml/2006/main" noGrp="1"/>
          </p:cNvSpPr>
          <p:nvPr/>
        </p:nvSpPr>
        <p:spPr>
          <a:xfrm xmlns:a="http://schemas.openxmlformats.org/drawingml/2006/main">
            <a:off x="7223354"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DDB"/>
          </a:solidFill>
          <a:ln xmlns:a="http://schemas.openxmlformats.org/drawingml/2006/main" w="2205">
            <a:solidFill>
              <a:srgbClr val="FBFCFE"/>
            </a:solidFill>
            <a:prstDash val="solid"/>
          </a:ln>
        </p:spPr>
      </p:sp>
      <p:sp>
        <p:nvSpPr>
          <p:cNvPr id="1863" name="Editable chart path">
            <a:extLst xmlns:a="http://schemas.openxmlformats.org/drawingml/2006/main">
              <a:ext uri="{FF2B5EF4-FFF2-40B4-BE49-F238E27FC236}">
                <a16:creationId xmlns:a16="http://schemas.microsoft.com/office/drawing/2014/main" id="{273CA027-D5E9-4A31-A9CE-B1E62DBFC6CC}"/>
              </a:ext>
            </a:extLst>
          </p:cNvPr>
          <p:cNvSpPr>
            <a:spLocks xmlns:a="http://schemas.openxmlformats.org/drawingml/2006/main" noGrp="1"/>
          </p:cNvSpPr>
          <p:nvPr/>
        </p:nvSpPr>
        <p:spPr>
          <a:xfrm xmlns:a="http://schemas.openxmlformats.org/drawingml/2006/main">
            <a:off x="7612241"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DDB"/>
          </a:solidFill>
          <a:ln xmlns:a="http://schemas.openxmlformats.org/drawingml/2006/main" w="2205">
            <a:solidFill>
              <a:srgbClr val="FBFCFE"/>
            </a:solidFill>
            <a:prstDash val="solid"/>
          </a:ln>
        </p:spPr>
      </p:sp>
      <p:sp>
        <p:nvSpPr>
          <p:cNvPr id="1864" name="Editable chart path">
            <a:extLst xmlns:a="http://schemas.openxmlformats.org/drawingml/2006/main">
              <a:ext uri="{FF2B5EF4-FFF2-40B4-BE49-F238E27FC236}">
                <a16:creationId xmlns:a16="http://schemas.microsoft.com/office/drawing/2014/main" id="{DD5E7D9D-F2D2-4924-8992-27F8655848F0}"/>
              </a:ext>
            </a:extLst>
          </p:cNvPr>
          <p:cNvSpPr>
            <a:spLocks xmlns:a="http://schemas.openxmlformats.org/drawingml/2006/main" noGrp="1"/>
          </p:cNvSpPr>
          <p:nvPr/>
        </p:nvSpPr>
        <p:spPr>
          <a:xfrm xmlns:a="http://schemas.openxmlformats.org/drawingml/2006/main">
            <a:off x="6931688"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3DDDB"/>
          </a:solidFill>
          <a:ln xmlns:a="http://schemas.openxmlformats.org/drawingml/2006/main" w="2205">
            <a:solidFill>
              <a:srgbClr val="FBFCFE"/>
            </a:solidFill>
            <a:prstDash val="solid"/>
          </a:ln>
        </p:spPr>
      </p:sp>
      <p:sp>
        <p:nvSpPr>
          <p:cNvPr id="1865" name="Editable chart path">
            <a:extLst xmlns:a="http://schemas.openxmlformats.org/drawingml/2006/main">
              <a:ext uri="{FF2B5EF4-FFF2-40B4-BE49-F238E27FC236}">
                <a16:creationId xmlns:a16="http://schemas.microsoft.com/office/drawing/2014/main" id="{1F6EA2CA-5745-46CD-B0D3-48CF86BA148F}"/>
              </a:ext>
            </a:extLst>
          </p:cNvPr>
          <p:cNvSpPr>
            <a:spLocks xmlns:a="http://schemas.openxmlformats.org/drawingml/2006/main" noGrp="1"/>
          </p:cNvSpPr>
          <p:nvPr/>
        </p:nvSpPr>
        <p:spPr>
          <a:xfrm xmlns:a="http://schemas.openxmlformats.org/drawingml/2006/main">
            <a:off x="7709463"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4DFDD"/>
          </a:solidFill>
          <a:ln xmlns:a="http://schemas.openxmlformats.org/drawingml/2006/main" w="2205">
            <a:solidFill>
              <a:srgbClr val="FBFCFE"/>
            </a:solidFill>
            <a:prstDash val="solid"/>
          </a:ln>
        </p:spPr>
      </p:sp>
      <p:sp>
        <p:nvSpPr>
          <p:cNvPr id="1866" name="Editable chart path">
            <a:extLst xmlns:a="http://schemas.openxmlformats.org/drawingml/2006/main">
              <a:ext uri="{FF2B5EF4-FFF2-40B4-BE49-F238E27FC236}">
                <a16:creationId xmlns:a16="http://schemas.microsoft.com/office/drawing/2014/main" id="{80383ACC-CAB0-475E-B213-2DB07AF8CE19}"/>
              </a:ext>
            </a:extLst>
          </p:cNvPr>
          <p:cNvSpPr>
            <a:spLocks xmlns:a="http://schemas.openxmlformats.org/drawingml/2006/main" noGrp="1"/>
          </p:cNvSpPr>
          <p:nvPr/>
        </p:nvSpPr>
        <p:spPr>
          <a:xfrm xmlns:a="http://schemas.openxmlformats.org/drawingml/2006/main">
            <a:off x="7466409"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4DFDD"/>
          </a:solidFill>
          <a:ln xmlns:a="http://schemas.openxmlformats.org/drawingml/2006/main" w="2205">
            <a:solidFill>
              <a:srgbClr val="FBFCFE"/>
            </a:solidFill>
            <a:prstDash val="solid"/>
          </a:ln>
        </p:spPr>
      </p:sp>
      <p:sp>
        <p:nvSpPr>
          <p:cNvPr id="1867" name="Editable chart path">
            <a:extLst xmlns:a="http://schemas.openxmlformats.org/drawingml/2006/main">
              <a:ext uri="{FF2B5EF4-FFF2-40B4-BE49-F238E27FC236}">
                <a16:creationId xmlns:a16="http://schemas.microsoft.com/office/drawing/2014/main" id="{40A0C585-28B9-4E8D-96EE-2B46A36EDC16}"/>
              </a:ext>
            </a:extLst>
          </p:cNvPr>
          <p:cNvSpPr>
            <a:spLocks xmlns:a="http://schemas.openxmlformats.org/drawingml/2006/main" noGrp="1"/>
          </p:cNvSpPr>
          <p:nvPr/>
        </p:nvSpPr>
        <p:spPr>
          <a:xfrm xmlns:a="http://schemas.openxmlformats.org/drawingml/2006/main">
            <a:off x="7271965" y="315481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4DFDE"/>
          </a:solidFill>
          <a:ln xmlns:a="http://schemas.openxmlformats.org/drawingml/2006/main" w="2205">
            <a:solidFill>
              <a:srgbClr val="FBFCFE"/>
            </a:solidFill>
            <a:prstDash val="solid"/>
          </a:ln>
        </p:spPr>
      </p:sp>
      <p:sp>
        <p:nvSpPr>
          <p:cNvPr id="1868" name="Editable chart path">
            <a:extLst xmlns:a="http://schemas.openxmlformats.org/drawingml/2006/main">
              <a:ext uri="{FF2B5EF4-FFF2-40B4-BE49-F238E27FC236}">
                <a16:creationId xmlns:a16="http://schemas.microsoft.com/office/drawing/2014/main" id="{F65F3BC6-95BD-4E64-BFA3-E2818543F112}"/>
              </a:ext>
            </a:extLst>
          </p:cNvPr>
          <p:cNvSpPr>
            <a:spLocks xmlns:a="http://schemas.openxmlformats.org/drawingml/2006/main" noGrp="1"/>
          </p:cNvSpPr>
          <p:nvPr/>
        </p:nvSpPr>
        <p:spPr>
          <a:xfrm xmlns:a="http://schemas.openxmlformats.org/drawingml/2006/main">
            <a:off x="7417798" y="320342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5E2E0"/>
          </a:solidFill>
          <a:ln xmlns:a="http://schemas.openxmlformats.org/drawingml/2006/main" w="2205">
            <a:solidFill>
              <a:srgbClr val="FBFCFE"/>
            </a:solidFill>
            <a:prstDash val="solid"/>
          </a:ln>
        </p:spPr>
      </p:sp>
      <p:sp>
        <p:nvSpPr>
          <p:cNvPr id="1869" name="Editable chart path">
            <a:extLst xmlns:a="http://schemas.openxmlformats.org/drawingml/2006/main">
              <a:ext uri="{FF2B5EF4-FFF2-40B4-BE49-F238E27FC236}">
                <a16:creationId xmlns:a16="http://schemas.microsoft.com/office/drawing/2014/main" id="{DD0E9004-1DAA-4BB1-A68F-E44A9F902EF1}"/>
              </a:ext>
            </a:extLst>
          </p:cNvPr>
          <p:cNvSpPr>
            <a:spLocks xmlns:a="http://schemas.openxmlformats.org/drawingml/2006/main" noGrp="1"/>
          </p:cNvSpPr>
          <p:nvPr/>
        </p:nvSpPr>
        <p:spPr>
          <a:xfrm xmlns:a="http://schemas.openxmlformats.org/drawingml/2006/main">
            <a:off x="7369187"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6E4E3"/>
          </a:solidFill>
          <a:ln xmlns:a="http://schemas.openxmlformats.org/drawingml/2006/main" w="2205">
            <a:solidFill>
              <a:srgbClr val="FBFCFE"/>
            </a:solidFill>
            <a:prstDash val="solid"/>
          </a:ln>
        </p:spPr>
      </p:sp>
      <p:sp>
        <p:nvSpPr>
          <p:cNvPr id="1870" name="Editable chart path">
            <a:extLst xmlns:a="http://schemas.openxmlformats.org/drawingml/2006/main">
              <a:ext uri="{FF2B5EF4-FFF2-40B4-BE49-F238E27FC236}">
                <a16:creationId xmlns:a16="http://schemas.microsoft.com/office/drawing/2014/main" id="{738DEE52-4FA5-48F2-9A6B-6ACDA502A3D9}"/>
              </a:ext>
            </a:extLst>
          </p:cNvPr>
          <p:cNvSpPr>
            <a:spLocks xmlns:a="http://schemas.openxmlformats.org/drawingml/2006/main" noGrp="1"/>
          </p:cNvSpPr>
          <p:nvPr/>
        </p:nvSpPr>
        <p:spPr>
          <a:xfrm xmlns:a="http://schemas.openxmlformats.org/drawingml/2006/main">
            <a:off x="8098351" y="359230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1871" name="Editable chart path">
            <a:extLst xmlns:a="http://schemas.openxmlformats.org/drawingml/2006/main">
              <a:ext uri="{FF2B5EF4-FFF2-40B4-BE49-F238E27FC236}">
                <a16:creationId xmlns:a16="http://schemas.microsoft.com/office/drawing/2014/main" id="{1FFDB0B7-B7E5-43B9-83C2-9C15ADA97B3E}"/>
              </a:ext>
            </a:extLst>
          </p:cNvPr>
          <p:cNvSpPr>
            <a:spLocks xmlns:a="http://schemas.openxmlformats.org/drawingml/2006/main" noGrp="1"/>
          </p:cNvSpPr>
          <p:nvPr/>
        </p:nvSpPr>
        <p:spPr>
          <a:xfrm xmlns:a="http://schemas.openxmlformats.org/drawingml/2006/main">
            <a:off x="7515019" y="378675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1872" name="Editable chart path">
            <a:extLst xmlns:a="http://schemas.openxmlformats.org/drawingml/2006/main">
              <a:ext uri="{FF2B5EF4-FFF2-40B4-BE49-F238E27FC236}">
                <a16:creationId xmlns:a16="http://schemas.microsoft.com/office/drawing/2014/main" id="{70D5F39F-3190-4B6C-821B-AC3128FD9521}"/>
              </a:ext>
            </a:extLst>
          </p:cNvPr>
          <p:cNvSpPr>
            <a:spLocks xmlns:a="http://schemas.openxmlformats.org/drawingml/2006/main" noGrp="1"/>
          </p:cNvSpPr>
          <p:nvPr/>
        </p:nvSpPr>
        <p:spPr>
          <a:xfrm xmlns:a="http://schemas.openxmlformats.org/drawingml/2006/main">
            <a:off x="7758074"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1873" name="Editable chart path">
            <a:extLst xmlns:a="http://schemas.openxmlformats.org/drawingml/2006/main">
              <a:ext uri="{FF2B5EF4-FFF2-40B4-BE49-F238E27FC236}">
                <a16:creationId xmlns:a16="http://schemas.microsoft.com/office/drawing/2014/main" id="{794DC90B-373F-4C78-919A-3C6AB4B7E3E8}"/>
              </a:ext>
            </a:extLst>
          </p:cNvPr>
          <p:cNvSpPr>
            <a:spLocks xmlns:a="http://schemas.openxmlformats.org/drawingml/2006/main" noGrp="1"/>
          </p:cNvSpPr>
          <p:nvPr/>
        </p:nvSpPr>
        <p:spPr>
          <a:xfrm xmlns:a="http://schemas.openxmlformats.org/drawingml/2006/main">
            <a:off x="7709463"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1874" name="Editable chart path">
            <a:extLst xmlns:a="http://schemas.openxmlformats.org/drawingml/2006/main">
              <a:ext uri="{FF2B5EF4-FFF2-40B4-BE49-F238E27FC236}">
                <a16:creationId xmlns:a16="http://schemas.microsoft.com/office/drawing/2014/main" id="{16AD332D-2354-40A4-B5AF-763DC9BB7B65}"/>
              </a:ext>
            </a:extLst>
          </p:cNvPr>
          <p:cNvSpPr>
            <a:spLocks xmlns:a="http://schemas.openxmlformats.org/drawingml/2006/main" noGrp="1"/>
          </p:cNvSpPr>
          <p:nvPr/>
        </p:nvSpPr>
        <p:spPr>
          <a:xfrm xmlns:a="http://schemas.openxmlformats.org/drawingml/2006/main">
            <a:off x="7806685" y="344647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1875" name="Editable chart path">
            <a:extLst xmlns:a="http://schemas.openxmlformats.org/drawingml/2006/main">
              <a:ext uri="{FF2B5EF4-FFF2-40B4-BE49-F238E27FC236}">
                <a16:creationId xmlns:a16="http://schemas.microsoft.com/office/drawing/2014/main" id="{9A8ABF8E-2480-439E-80BB-D7166F03EF7F}"/>
              </a:ext>
            </a:extLst>
          </p:cNvPr>
          <p:cNvSpPr>
            <a:spLocks xmlns:a="http://schemas.openxmlformats.org/drawingml/2006/main" noGrp="1"/>
          </p:cNvSpPr>
          <p:nvPr/>
        </p:nvSpPr>
        <p:spPr>
          <a:xfrm xmlns:a="http://schemas.openxmlformats.org/drawingml/2006/main">
            <a:off x="7563630"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7E7E6"/>
          </a:solidFill>
          <a:ln xmlns:a="http://schemas.openxmlformats.org/drawingml/2006/main" w="2205">
            <a:solidFill>
              <a:srgbClr val="FBFCFE"/>
            </a:solidFill>
            <a:prstDash val="solid"/>
          </a:ln>
        </p:spPr>
      </p:sp>
      <p:sp>
        <p:nvSpPr>
          <p:cNvPr id="1876" name="Editable chart path">
            <a:extLst xmlns:a="http://schemas.openxmlformats.org/drawingml/2006/main">
              <a:ext uri="{FF2B5EF4-FFF2-40B4-BE49-F238E27FC236}">
                <a16:creationId xmlns:a16="http://schemas.microsoft.com/office/drawing/2014/main" id="{10AA4A5E-E448-4581-95E7-0C6F31AEEBA5}"/>
              </a:ext>
            </a:extLst>
          </p:cNvPr>
          <p:cNvSpPr>
            <a:spLocks xmlns:a="http://schemas.openxmlformats.org/drawingml/2006/main" noGrp="1"/>
          </p:cNvSpPr>
          <p:nvPr/>
        </p:nvSpPr>
        <p:spPr>
          <a:xfrm xmlns:a="http://schemas.openxmlformats.org/drawingml/2006/main">
            <a:off x="8098351"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7E7E6"/>
          </a:solidFill>
          <a:ln xmlns:a="http://schemas.openxmlformats.org/drawingml/2006/main" w="2205">
            <a:solidFill>
              <a:srgbClr val="FBFCFE"/>
            </a:solidFill>
            <a:prstDash val="solid"/>
          </a:ln>
        </p:spPr>
      </p:sp>
      <p:sp>
        <p:nvSpPr>
          <p:cNvPr id="1877" name="Editable chart path">
            <a:extLst xmlns:a="http://schemas.openxmlformats.org/drawingml/2006/main">
              <a:ext uri="{FF2B5EF4-FFF2-40B4-BE49-F238E27FC236}">
                <a16:creationId xmlns:a16="http://schemas.microsoft.com/office/drawing/2014/main" id="{3F1C7878-1F69-4CF9-A88F-A826F56D338A}"/>
              </a:ext>
            </a:extLst>
          </p:cNvPr>
          <p:cNvSpPr>
            <a:spLocks xmlns:a="http://schemas.openxmlformats.org/drawingml/2006/main" noGrp="1"/>
          </p:cNvSpPr>
          <p:nvPr/>
        </p:nvSpPr>
        <p:spPr>
          <a:xfrm xmlns:a="http://schemas.openxmlformats.org/drawingml/2006/main">
            <a:off x="8049740"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F7E7E6"/>
          </a:solidFill>
          <a:ln xmlns:a="http://schemas.openxmlformats.org/drawingml/2006/main" w="2205">
            <a:solidFill>
              <a:srgbClr val="FBFCFE"/>
            </a:solidFill>
            <a:prstDash val="solid"/>
          </a:ln>
        </p:spPr>
      </p:sp>
      <p:sp>
        <p:nvSpPr>
          <p:cNvPr id="1878" name="Editable chart path">
            <a:extLst xmlns:a="http://schemas.openxmlformats.org/drawingml/2006/main">
              <a:ext uri="{FF2B5EF4-FFF2-40B4-BE49-F238E27FC236}">
                <a16:creationId xmlns:a16="http://schemas.microsoft.com/office/drawing/2014/main" id="{99CEF84D-03BC-4C73-8336-AAD37B85EC2C}"/>
              </a:ext>
            </a:extLst>
          </p:cNvPr>
          <p:cNvSpPr>
            <a:spLocks xmlns:a="http://schemas.openxmlformats.org/drawingml/2006/main" noGrp="1"/>
          </p:cNvSpPr>
          <p:nvPr/>
        </p:nvSpPr>
        <p:spPr>
          <a:xfrm xmlns:a="http://schemas.openxmlformats.org/drawingml/2006/main">
            <a:off x="6980299" y="3640920"/>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879" name="Editable chart path">
            <a:extLst xmlns:a="http://schemas.openxmlformats.org/drawingml/2006/main">
              <a:ext uri="{FF2B5EF4-FFF2-40B4-BE49-F238E27FC236}">
                <a16:creationId xmlns:a16="http://schemas.microsoft.com/office/drawing/2014/main" id="{9BFB6637-E013-41E1-A51E-7638707A49E0}"/>
              </a:ext>
            </a:extLst>
          </p:cNvPr>
          <p:cNvSpPr>
            <a:spLocks xmlns:a="http://schemas.openxmlformats.org/drawingml/2006/main" noGrp="1"/>
          </p:cNvSpPr>
          <p:nvPr/>
        </p:nvSpPr>
        <p:spPr>
          <a:xfrm xmlns:a="http://schemas.openxmlformats.org/drawingml/2006/main">
            <a:off x="746640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880" name="Editable chart path">
            <a:extLst xmlns:a="http://schemas.openxmlformats.org/drawingml/2006/main">
              <a:ext uri="{FF2B5EF4-FFF2-40B4-BE49-F238E27FC236}">
                <a16:creationId xmlns:a16="http://schemas.microsoft.com/office/drawing/2014/main" id="{1EC3B73D-6F36-474A-9198-AA52EC9F3DBD}"/>
              </a:ext>
            </a:extLst>
          </p:cNvPr>
          <p:cNvSpPr>
            <a:spLocks xmlns:a="http://schemas.openxmlformats.org/drawingml/2006/main" noGrp="1"/>
          </p:cNvSpPr>
          <p:nvPr/>
        </p:nvSpPr>
        <p:spPr>
          <a:xfrm xmlns:a="http://schemas.openxmlformats.org/drawingml/2006/main">
            <a:off x="7660852"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9E4F4"/>
          </a:solidFill>
          <a:ln xmlns:a="http://schemas.openxmlformats.org/drawingml/2006/main" w="2205">
            <a:solidFill>
              <a:srgbClr val="FBFCFE"/>
            </a:solidFill>
            <a:prstDash val="solid"/>
          </a:ln>
        </p:spPr>
      </p:sp>
      <p:sp>
        <p:nvSpPr>
          <p:cNvPr id="1881" name="Editable chart path">
            <a:extLst xmlns:a="http://schemas.openxmlformats.org/drawingml/2006/main">
              <a:ext uri="{FF2B5EF4-FFF2-40B4-BE49-F238E27FC236}">
                <a16:creationId xmlns:a16="http://schemas.microsoft.com/office/drawing/2014/main" id="{8DC2A08E-9CC6-4940-991E-D3065D3CCFBC}"/>
              </a:ext>
            </a:extLst>
          </p:cNvPr>
          <p:cNvSpPr>
            <a:spLocks xmlns:a="http://schemas.openxmlformats.org/drawingml/2006/main" noGrp="1"/>
          </p:cNvSpPr>
          <p:nvPr/>
        </p:nvSpPr>
        <p:spPr>
          <a:xfrm xmlns:a="http://schemas.openxmlformats.org/drawingml/2006/main">
            <a:off x="7174743" y="3883974"/>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9E4F4"/>
          </a:solidFill>
          <a:ln xmlns:a="http://schemas.openxmlformats.org/drawingml/2006/main" w="2205">
            <a:solidFill>
              <a:srgbClr val="FBFCFE"/>
            </a:solidFill>
            <a:prstDash val="solid"/>
          </a:ln>
        </p:spPr>
      </p:sp>
      <p:sp>
        <p:nvSpPr>
          <p:cNvPr id="1882" name="Editable chart path">
            <a:extLst xmlns:a="http://schemas.openxmlformats.org/drawingml/2006/main">
              <a:ext uri="{FF2B5EF4-FFF2-40B4-BE49-F238E27FC236}">
                <a16:creationId xmlns:a16="http://schemas.microsoft.com/office/drawing/2014/main" id="{17DDEFC8-5755-40C3-98AC-808C0B246170}"/>
              </a:ext>
            </a:extLst>
          </p:cNvPr>
          <p:cNvSpPr>
            <a:spLocks xmlns:a="http://schemas.openxmlformats.org/drawingml/2006/main" noGrp="1"/>
          </p:cNvSpPr>
          <p:nvPr/>
        </p:nvSpPr>
        <p:spPr>
          <a:xfrm xmlns:a="http://schemas.openxmlformats.org/drawingml/2006/main">
            <a:off x="7369187" y="3981196"/>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9E4F4"/>
          </a:solidFill>
          <a:ln xmlns:a="http://schemas.openxmlformats.org/drawingml/2006/main" w="2205">
            <a:solidFill>
              <a:srgbClr val="FBFCFE"/>
            </a:solidFill>
            <a:prstDash val="solid"/>
          </a:ln>
        </p:spPr>
      </p:sp>
      <p:sp>
        <p:nvSpPr>
          <p:cNvPr id="1883" name="Editable chart path">
            <a:extLst xmlns:a="http://schemas.openxmlformats.org/drawingml/2006/main">
              <a:ext uri="{FF2B5EF4-FFF2-40B4-BE49-F238E27FC236}">
                <a16:creationId xmlns:a16="http://schemas.microsoft.com/office/drawing/2014/main" id="{70DAD223-DAA1-40DD-8911-F85DB16A9E8A}"/>
              </a:ext>
            </a:extLst>
          </p:cNvPr>
          <p:cNvSpPr>
            <a:spLocks xmlns:a="http://schemas.openxmlformats.org/drawingml/2006/main" noGrp="1"/>
          </p:cNvSpPr>
          <p:nvPr/>
        </p:nvSpPr>
        <p:spPr>
          <a:xfrm xmlns:a="http://schemas.openxmlformats.org/drawingml/2006/main">
            <a:off x="7515019" y="3689531"/>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4E1F4"/>
          </a:solidFill>
          <a:ln xmlns:a="http://schemas.openxmlformats.org/drawingml/2006/main" w="2205">
            <a:solidFill>
              <a:srgbClr val="FBFCFE"/>
            </a:solidFill>
            <a:prstDash val="solid"/>
          </a:ln>
        </p:spPr>
      </p:sp>
      <p:sp>
        <p:nvSpPr>
          <p:cNvPr id="1884" name="Editable chart path">
            <a:extLst xmlns:a="http://schemas.openxmlformats.org/drawingml/2006/main">
              <a:ext uri="{FF2B5EF4-FFF2-40B4-BE49-F238E27FC236}">
                <a16:creationId xmlns:a16="http://schemas.microsoft.com/office/drawing/2014/main" id="{638CAD3F-459C-4C44-AFDC-98F21FBB2DD2}"/>
              </a:ext>
            </a:extLst>
          </p:cNvPr>
          <p:cNvSpPr>
            <a:spLocks xmlns:a="http://schemas.openxmlformats.org/drawingml/2006/main" noGrp="1"/>
          </p:cNvSpPr>
          <p:nvPr/>
        </p:nvSpPr>
        <p:spPr>
          <a:xfrm xmlns:a="http://schemas.openxmlformats.org/drawingml/2006/main">
            <a:off x="7369187"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D2E0F4"/>
          </a:solidFill>
          <a:ln xmlns:a="http://schemas.openxmlformats.org/drawingml/2006/main" w="2205">
            <a:solidFill>
              <a:srgbClr val="FBFCFE"/>
            </a:solidFill>
            <a:prstDash val="solid"/>
          </a:ln>
        </p:spPr>
      </p:sp>
      <p:sp>
        <p:nvSpPr>
          <p:cNvPr id="1885" name="Editable chart path">
            <a:extLst xmlns:a="http://schemas.openxmlformats.org/drawingml/2006/main">
              <a:ext uri="{FF2B5EF4-FFF2-40B4-BE49-F238E27FC236}">
                <a16:creationId xmlns:a16="http://schemas.microsoft.com/office/drawing/2014/main" id="{4D247918-07B1-42CA-A01A-C93059AAB681}"/>
              </a:ext>
            </a:extLst>
          </p:cNvPr>
          <p:cNvSpPr>
            <a:spLocks xmlns:a="http://schemas.openxmlformats.org/drawingml/2006/main" noGrp="1"/>
          </p:cNvSpPr>
          <p:nvPr/>
        </p:nvSpPr>
        <p:spPr>
          <a:xfrm xmlns:a="http://schemas.openxmlformats.org/drawingml/2006/main">
            <a:off x="8146962"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CDDDF4"/>
          </a:solidFill>
          <a:ln xmlns:a="http://schemas.openxmlformats.org/drawingml/2006/main" w="2205">
            <a:solidFill>
              <a:srgbClr val="FBFCFE"/>
            </a:solidFill>
            <a:prstDash val="solid"/>
          </a:ln>
        </p:spPr>
      </p:sp>
      <p:sp>
        <p:nvSpPr>
          <p:cNvPr id="1886" name="Editable chart path">
            <a:extLst xmlns:a="http://schemas.openxmlformats.org/drawingml/2006/main">
              <a:ext uri="{FF2B5EF4-FFF2-40B4-BE49-F238E27FC236}">
                <a16:creationId xmlns:a16="http://schemas.microsoft.com/office/drawing/2014/main" id="{A55B2CE1-E467-4E34-89DF-B5439566E834}"/>
              </a:ext>
            </a:extLst>
          </p:cNvPr>
          <p:cNvSpPr>
            <a:spLocks xmlns:a="http://schemas.openxmlformats.org/drawingml/2006/main" noGrp="1"/>
          </p:cNvSpPr>
          <p:nvPr/>
        </p:nvSpPr>
        <p:spPr>
          <a:xfrm xmlns:a="http://schemas.openxmlformats.org/drawingml/2006/main">
            <a:off x="8195573" y="3738142"/>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C5D8F3"/>
          </a:solidFill>
          <a:ln xmlns:a="http://schemas.openxmlformats.org/drawingml/2006/main" w="2205">
            <a:solidFill>
              <a:srgbClr val="FBFCFE"/>
            </a:solidFill>
            <a:prstDash val="solid"/>
          </a:ln>
        </p:spPr>
      </p:sp>
      <p:sp>
        <p:nvSpPr>
          <p:cNvPr id="1887" name="Editable chart path">
            <a:extLst xmlns:a="http://schemas.openxmlformats.org/drawingml/2006/main">
              <a:ext uri="{FF2B5EF4-FFF2-40B4-BE49-F238E27FC236}">
                <a16:creationId xmlns:a16="http://schemas.microsoft.com/office/drawing/2014/main" id="{C9957E32-AB05-4699-B932-3ED60489CC68}"/>
              </a:ext>
            </a:extLst>
          </p:cNvPr>
          <p:cNvSpPr>
            <a:spLocks xmlns:a="http://schemas.openxmlformats.org/drawingml/2006/main" noGrp="1"/>
          </p:cNvSpPr>
          <p:nvPr/>
        </p:nvSpPr>
        <p:spPr>
          <a:xfrm xmlns:a="http://schemas.openxmlformats.org/drawingml/2006/main">
            <a:off x="7466409" y="3543698"/>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C4D8F3"/>
          </a:solidFill>
          <a:ln xmlns:a="http://schemas.openxmlformats.org/drawingml/2006/main" w="2205">
            <a:solidFill>
              <a:srgbClr val="FBFCFE"/>
            </a:solidFill>
            <a:prstDash val="solid"/>
          </a:ln>
        </p:spPr>
      </p:sp>
      <p:sp>
        <p:nvSpPr>
          <p:cNvPr id="1888" name="Editable chart path">
            <a:extLst xmlns:a="http://schemas.openxmlformats.org/drawingml/2006/main">
              <a:ext uri="{FF2B5EF4-FFF2-40B4-BE49-F238E27FC236}">
                <a16:creationId xmlns:a16="http://schemas.microsoft.com/office/drawing/2014/main" id="{05892E66-D546-482A-8E52-3C97204DD854}"/>
              </a:ext>
            </a:extLst>
          </p:cNvPr>
          <p:cNvSpPr>
            <a:spLocks xmlns:a="http://schemas.openxmlformats.org/drawingml/2006/main" noGrp="1"/>
          </p:cNvSpPr>
          <p:nvPr/>
        </p:nvSpPr>
        <p:spPr>
          <a:xfrm xmlns:a="http://schemas.openxmlformats.org/drawingml/2006/main">
            <a:off x="7612241" y="3835363"/>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C0D5F3"/>
          </a:solidFill>
          <a:ln xmlns:a="http://schemas.openxmlformats.org/drawingml/2006/main" w="2205">
            <a:solidFill>
              <a:srgbClr val="FBFCFE"/>
            </a:solidFill>
            <a:prstDash val="solid"/>
          </a:ln>
        </p:spPr>
      </p:sp>
      <p:sp>
        <p:nvSpPr>
          <p:cNvPr id="1889" name="Editable chart path">
            <a:extLst xmlns:a="http://schemas.openxmlformats.org/drawingml/2006/main">
              <a:ext uri="{FF2B5EF4-FFF2-40B4-BE49-F238E27FC236}">
                <a16:creationId xmlns:a16="http://schemas.microsoft.com/office/drawing/2014/main" id="{41CC2546-6B83-4436-91B1-31D4BDDD7399}"/>
              </a:ext>
            </a:extLst>
          </p:cNvPr>
          <p:cNvSpPr>
            <a:spLocks xmlns:a="http://schemas.openxmlformats.org/drawingml/2006/main" noGrp="1"/>
          </p:cNvSpPr>
          <p:nvPr/>
        </p:nvSpPr>
        <p:spPr>
          <a:xfrm xmlns:a="http://schemas.openxmlformats.org/drawingml/2006/main">
            <a:off x="7320576" y="402980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BED4F3"/>
          </a:solidFill>
          <a:ln xmlns:a="http://schemas.openxmlformats.org/drawingml/2006/main" w="2205">
            <a:solidFill>
              <a:srgbClr val="FBFCFE"/>
            </a:solidFill>
            <a:prstDash val="solid"/>
          </a:ln>
        </p:spPr>
      </p:sp>
      <p:sp>
        <p:nvSpPr>
          <p:cNvPr id="1890" name="Editable chart path">
            <a:extLst xmlns:a="http://schemas.openxmlformats.org/drawingml/2006/main">
              <a:ext uri="{FF2B5EF4-FFF2-40B4-BE49-F238E27FC236}">
                <a16:creationId xmlns:a16="http://schemas.microsoft.com/office/drawing/2014/main" id="{DBE42139-B2D2-4347-8229-DCFAD7B2D61D}"/>
              </a:ext>
            </a:extLst>
          </p:cNvPr>
          <p:cNvSpPr>
            <a:spLocks xmlns:a="http://schemas.openxmlformats.org/drawingml/2006/main" noGrp="1"/>
          </p:cNvSpPr>
          <p:nvPr/>
        </p:nvSpPr>
        <p:spPr>
          <a:xfrm xmlns:a="http://schemas.openxmlformats.org/drawingml/2006/main">
            <a:off x="7515019" y="3495087"/>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9DC1F2"/>
          </a:solidFill>
          <a:ln xmlns:a="http://schemas.openxmlformats.org/drawingml/2006/main" w="2205">
            <a:solidFill>
              <a:srgbClr val="FBFCFE"/>
            </a:solidFill>
            <a:prstDash val="solid"/>
          </a:ln>
        </p:spPr>
      </p:sp>
      <p:sp>
        <p:nvSpPr>
          <p:cNvPr id="1891" name="Editable chart path">
            <a:extLst xmlns:a="http://schemas.openxmlformats.org/drawingml/2006/main">
              <a:ext uri="{FF2B5EF4-FFF2-40B4-BE49-F238E27FC236}">
                <a16:creationId xmlns:a16="http://schemas.microsoft.com/office/drawing/2014/main" id="{20AA7F4F-1149-43D6-8484-5B099251509D}"/>
              </a:ext>
            </a:extLst>
          </p:cNvPr>
          <p:cNvSpPr>
            <a:spLocks xmlns:a="http://schemas.openxmlformats.org/drawingml/2006/main" noGrp="1"/>
          </p:cNvSpPr>
          <p:nvPr/>
        </p:nvSpPr>
        <p:spPr>
          <a:xfrm xmlns:a="http://schemas.openxmlformats.org/drawingml/2006/main">
            <a:off x="7223354" y="3106199"/>
            <a:ext cx="48611" cy="48611"/>
          </a:xfrm>
          <a:custGeom xmlns:a="http://schemas.openxmlformats.org/drawingml/2006/main">
            <a:pathLst>
              <a:path w="52500" h="52500">
                <a:moveTo>
                  <a:pt x="0" y="52500"/>
                </a:moveTo>
                <a:lnTo>
                  <a:pt x="52500" y="52500"/>
                </a:lnTo>
                <a:lnTo>
                  <a:pt x="52500" y="0"/>
                </a:lnTo>
                <a:lnTo>
                  <a:pt x="0" y="0"/>
                </a:lnTo>
                <a:close/>
              </a:path>
            </a:pathLst>
          </a:custGeom>
          <a:solidFill xmlns:a="http://schemas.openxmlformats.org/drawingml/2006/main">
            <a:srgbClr val="3566B1"/>
          </a:solidFill>
          <a:ln xmlns:a="http://schemas.openxmlformats.org/drawingml/2006/main" w="2205">
            <a:solidFill>
              <a:srgbClr val="FBFCFE"/>
            </a:solidFill>
            <a:prstDash val="solid"/>
          </a:ln>
        </p:spPr>
      </p:sp>
      <p:sp>
        <p:nvSpPr>
          <p:cNvPr id="1892" name="Editable chart path">
            <a:extLst xmlns:a="http://schemas.openxmlformats.org/drawingml/2006/main">
              <a:ext uri="{FF2B5EF4-FFF2-40B4-BE49-F238E27FC236}">
                <a16:creationId xmlns:a16="http://schemas.microsoft.com/office/drawing/2014/main" id="{11234065-4483-436B-B4B2-17E6DD314460}"/>
              </a:ext>
            </a:extLst>
          </p:cNvPr>
          <p:cNvSpPr>
            <a:spLocks xmlns:a="http://schemas.openxmlformats.org/drawingml/2006/main" noGrp="1"/>
          </p:cNvSpPr>
          <p:nvPr/>
        </p:nvSpPr>
        <p:spPr>
          <a:xfrm xmlns:a="http://schemas.openxmlformats.org/drawingml/2006/main">
            <a:off x="7432381" y="4054113"/>
            <a:ext cx="106944" cy="95"/>
          </a:xfrm>
          <a:custGeom xmlns:a="http://schemas.openxmlformats.org/drawingml/2006/main">
            <a:pathLst>
              <a:path w="115500" h="95">
                <a:moveTo>
                  <a:pt x="115500" y="0"/>
                </a:moveTo>
                <a:lnTo>
                  <a:pt x="0" y="0"/>
                </a:lnTo>
              </a:path>
            </a:pathLst>
          </a:custGeom>
          <a:noFill xmlns:a="http://schemas.openxmlformats.org/drawingml/2006/main"/>
          <a:ln xmlns:a="http://schemas.openxmlformats.org/drawingml/2006/main" w="7056">
            <a:solidFill>
              <a:srgbClr val="14295B"/>
            </a:solidFill>
            <a:prstDash val="solid"/>
          </a:ln>
        </p:spPr>
      </p:sp>
      <p:sp>
        <p:nvSpPr>
          <p:cNvPr id="1893" name="Editable chart path">
            <a:extLst xmlns:a="http://schemas.openxmlformats.org/drawingml/2006/main">
              <a:ext uri="{FF2B5EF4-FFF2-40B4-BE49-F238E27FC236}">
                <a16:creationId xmlns:a16="http://schemas.microsoft.com/office/drawing/2014/main" id="{5A2EA615-2BD3-4103-B912-D505D36B7C7A}"/>
              </a:ext>
            </a:extLst>
          </p:cNvPr>
          <p:cNvSpPr>
            <a:spLocks xmlns:a="http://schemas.openxmlformats.org/drawingml/2006/main" noGrp="1"/>
          </p:cNvSpPr>
          <p:nvPr/>
        </p:nvSpPr>
        <p:spPr>
          <a:xfrm xmlns:a="http://schemas.openxmlformats.org/drawingml/2006/main">
            <a:off x="7490714" y="3908280"/>
            <a:ext cx="106944" cy="95"/>
          </a:xfrm>
          <a:custGeom xmlns:a="http://schemas.openxmlformats.org/drawingml/2006/main">
            <a:pathLst>
              <a:path w="115500" h="95">
                <a:moveTo>
                  <a:pt x="0" y="0"/>
                </a:moveTo>
                <a:lnTo>
                  <a:pt x="115500" y="0"/>
                </a:lnTo>
              </a:path>
            </a:pathLst>
          </a:custGeom>
          <a:noFill xmlns:a="http://schemas.openxmlformats.org/drawingml/2006/main"/>
          <a:ln xmlns:a="http://schemas.openxmlformats.org/drawingml/2006/main" w="7056">
            <a:solidFill>
              <a:srgbClr val="14295B"/>
            </a:solidFill>
            <a:prstDash val="solid"/>
          </a:ln>
        </p:spPr>
      </p:sp>
      <p:sp>
        <p:nvSpPr>
          <p:cNvPr id="1894" name="Editable chart path">
            <a:extLst xmlns:a="http://schemas.openxmlformats.org/drawingml/2006/main">
              <a:ext uri="{FF2B5EF4-FFF2-40B4-BE49-F238E27FC236}">
                <a16:creationId xmlns:a16="http://schemas.microsoft.com/office/drawing/2014/main" id="{EE3FCBE0-A275-48FB-AA19-6A849BABED59}"/>
              </a:ext>
            </a:extLst>
          </p:cNvPr>
          <p:cNvSpPr>
            <a:spLocks xmlns:a="http://schemas.openxmlformats.org/drawingml/2006/main" noGrp="1"/>
          </p:cNvSpPr>
          <p:nvPr/>
        </p:nvSpPr>
        <p:spPr>
          <a:xfrm xmlns:a="http://schemas.openxmlformats.org/drawingml/2006/main">
            <a:off x="7539325" y="4005502"/>
            <a:ext cx="155555" cy="95"/>
          </a:xfrm>
          <a:custGeom xmlns:a="http://schemas.openxmlformats.org/drawingml/2006/main">
            <a:pathLst>
              <a:path w="168000" h="95">
                <a:moveTo>
                  <a:pt x="0" y="0"/>
                </a:moveTo>
                <a:lnTo>
                  <a:pt x="168000" y="0"/>
                </a:lnTo>
              </a:path>
            </a:pathLst>
          </a:custGeom>
          <a:noFill xmlns:a="http://schemas.openxmlformats.org/drawingml/2006/main"/>
          <a:ln xmlns:a="http://schemas.openxmlformats.org/drawingml/2006/main" w="7056">
            <a:solidFill>
              <a:srgbClr val="14295B"/>
            </a:solidFill>
            <a:prstDash val="solid"/>
          </a:ln>
        </p:spPr>
      </p:sp>
      <p:sp>
        <p:nvSpPr>
          <p:cNvPr id="1895" name="Editable chart path">
            <a:extLst xmlns:a="http://schemas.openxmlformats.org/drawingml/2006/main">
              <a:ext uri="{FF2B5EF4-FFF2-40B4-BE49-F238E27FC236}">
                <a16:creationId xmlns:a16="http://schemas.microsoft.com/office/drawing/2014/main" id="{AC660C27-2A81-4119-B28A-A8B99C44B898}"/>
              </a:ext>
            </a:extLst>
          </p:cNvPr>
          <p:cNvSpPr>
            <a:spLocks xmlns:a="http://schemas.openxmlformats.org/drawingml/2006/main" noGrp="1"/>
          </p:cNvSpPr>
          <p:nvPr/>
        </p:nvSpPr>
        <p:spPr>
          <a:xfrm xmlns:a="http://schemas.openxmlformats.org/drawingml/2006/main">
            <a:off x="7533928" y="4000105"/>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896" name="Editable chart path">
            <a:extLst xmlns:a="http://schemas.openxmlformats.org/drawingml/2006/main">
              <a:ext uri="{FF2B5EF4-FFF2-40B4-BE49-F238E27FC236}">
                <a16:creationId xmlns:a16="http://schemas.microsoft.com/office/drawing/2014/main" id="{11B2C81B-92B4-43A9-B8FB-E4006DADD7B1}"/>
              </a:ext>
            </a:extLst>
          </p:cNvPr>
          <p:cNvSpPr>
            <a:spLocks xmlns:a="http://schemas.openxmlformats.org/drawingml/2006/main" noGrp="1"/>
          </p:cNvSpPr>
          <p:nvPr/>
        </p:nvSpPr>
        <p:spPr>
          <a:xfrm xmlns:a="http://schemas.openxmlformats.org/drawingml/2006/main">
            <a:off x="7047818" y="3125107"/>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897" name="Editable chart path">
            <a:extLst xmlns:a="http://schemas.openxmlformats.org/drawingml/2006/main">
              <a:ext uri="{FF2B5EF4-FFF2-40B4-BE49-F238E27FC236}">
                <a16:creationId xmlns:a16="http://schemas.microsoft.com/office/drawing/2014/main" id="{E7664C11-5592-4CB9-955E-3B8871CFC983}"/>
              </a:ext>
            </a:extLst>
          </p:cNvPr>
          <p:cNvSpPr>
            <a:spLocks xmlns:a="http://schemas.openxmlformats.org/drawingml/2006/main" noGrp="1"/>
          </p:cNvSpPr>
          <p:nvPr/>
        </p:nvSpPr>
        <p:spPr>
          <a:xfrm xmlns:a="http://schemas.openxmlformats.org/drawingml/2006/main">
            <a:off x="7436706" y="3902883"/>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898" name="Editable chart path">
            <a:extLst xmlns:a="http://schemas.openxmlformats.org/drawingml/2006/main">
              <a:ext uri="{FF2B5EF4-FFF2-40B4-BE49-F238E27FC236}">
                <a16:creationId xmlns:a16="http://schemas.microsoft.com/office/drawing/2014/main" id="{28AA95E0-68EF-4598-B359-08CE737E3CF5}"/>
              </a:ext>
            </a:extLst>
          </p:cNvPr>
          <p:cNvSpPr>
            <a:spLocks xmlns:a="http://schemas.openxmlformats.org/drawingml/2006/main" noGrp="1"/>
          </p:cNvSpPr>
          <p:nvPr/>
        </p:nvSpPr>
        <p:spPr>
          <a:xfrm xmlns:a="http://schemas.openxmlformats.org/drawingml/2006/main">
            <a:off x="7388095" y="3125107"/>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899" name="Editable chart path">
            <a:extLst xmlns:a="http://schemas.openxmlformats.org/drawingml/2006/main">
              <a:ext uri="{FF2B5EF4-FFF2-40B4-BE49-F238E27FC236}">
                <a16:creationId xmlns:a16="http://schemas.microsoft.com/office/drawing/2014/main" id="{92A56B23-7310-40A2-9EFD-0B79F5EAEF80}"/>
              </a:ext>
            </a:extLst>
          </p:cNvPr>
          <p:cNvSpPr>
            <a:spLocks xmlns:a="http://schemas.openxmlformats.org/drawingml/2006/main" noGrp="1"/>
          </p:cNvSpPr>
          <p:nvPr/>
        </p:nvSpPr>
        <p:spPr>
          <a:xfrm xmlns:a="http://schemas.openxmlformats.org/drawingml/2006/main">
            <a:off x="7378373" y="4000105"/>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900" name="Editable chart path">
            <a:extLst xmlns:a="http://schemas.openxmlformats.org/drawingml/2006/main">
              <a:ext uri="{FF2B5EF4-FFF2-40B4-BE49-F238E27FC236}">
                <a16:creationId xmlns:a16="http://schemas.microsoft.com/office/drawing/2014/main" id="{48B4016B-C84B-4B61-82BD-C9BB553303E6}"/>
              </a:ext>
            </a:extLst>
          </p:cNvPr>
          <p:cNvSpPr>
            <a:spLocks xmlns:a="http://schemas.openxmlformats.org/drawingml/2006/main" noGrp="1"/>
          </p:cNvSpPr>
          <p:nvPr/>
        </p:nvSpPr>
        <p:spPr>
          <a:xfrm xmlns:a="http://schemas.openxmlformats.org/drawingml/2006/main">
            <a:off x="7543650" y="3854272"/>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901" name="Editable chart path">
            <a:extLst xmlns:a="http://schemas.openxmlformats.org/drawingml/2006/main">
              <a:ext uri="{FF2B5EF4-FFF2-40B4-BE49-F238E27FC236}">
                <a16:creationId xmlns:a16="http://schemas.microsoft.com/office/drawing/2014/main" id="{73C7A3E5-9ACF-4A9E-88CA-D2FE3B7768C3}"/>
              </a:ext>
            </a:extLst>
          </p:cNvPr>
          <p:cNvSpPr>
            <a:spLocks xmlns:a="http://schemas.openxmlformats.org/drawingml/2006/main" noGrp="1"/>
          </p:cNvSpPr>
          <p:nvPr/>
        </p:nvSpPr>
        <p:spPr>
          <a:xfrm xmlns:a="http://schemas.openxmlformats.org/drawingml/2006/main">
            <a:off x="7193651" y="3222329"/>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902" name="Editable chart path">
            <a:extLst xmlns:a="http://schemas.openxmlformats.org/drawingml/2006/main">
              <a:ext uri="{FF2B5EF4-FFF2-40B4-BE49-F238E27FC236}">
                <a16:creationId xmlns:a16="http://schemas.microsoft.com/office/drawing/2014/main" id="{2B3E22ED-BA56-480A-B4B0-B69022DCBC44}"/>
              </a:ext>
            </a:extLst>
          </p:cNvPr>
          <p:cNvSpPr>
            <a:spLocks xmlns:a="http://schemas.openxmlformats.org/drawingml/2006/main" noGrp="1"/>
          </p:cNvSpPr>
          <p:nvPr/>
        </p:nvSpPr>
        <p:spPr>
          <a:xfrm xmlns:a="http://schemas.openxmlformats.org/drawingml/2006/main">
            <a:off x="7640872" y="3951494"/>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903" name="Editable chart path">
            <a:extLst xmlns:a="http://schemas.openxmlformats.org/drawingml/2006/main">
              <a:ext uri="{FF2B5EF4-FFF2-40B4-BE49-F238E27FC236}">
                <a16:creationId xmlns:a16="http://schemas.microsoft.com/office/drawing/2014/main" id="{C1166163-1DCE-4ACC-8C4F-EF0F99777473}"/>
              </a:ext>
            </a:extLst>
          </p:cNvPr>
          <p:cNvSpPr>
            <a:spLocks xmlns:a="http://schemas.openxmlformats.org/drawingml/2006/main" noGrp="1"/>
          </p:cNvSpPr>
          <p:nvPr/>
        </p:nvSpPr>
        <p:spPr>
          <a:xfrm xmlns:a="http://schemas.openxmlformats.org/drawingml/2006/main">
            <a:off x="7339484" y="4145938"/>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904" name="Editable chart path">
            <a:extLst xmlns:a="http://schemas.openxmlformats.org/drawingml/2006/main">
              <a:ext uri="{FF2B5EF4-FFF2-40B4-BE49-F238E27FC236}">
                <a16:creationId xmlns:a16="http://schemas.microsoft.com/office/drawing/2014/main" id="{47711110-A594-4DB8-8785-B6FD3B0A1C7C}"/>
              </a:ext>
            </a:extLst>
          </p:cNvPr>
          <p:cNvSpPr>
            <a:spLocks xmlns:a="http://schemas.openxmlformats.org/drawingml/2006/main" noGrp="1"/>
          </p:cNvSpPr>
          <p:nvPr/>
        </p:nvSpPr>
        <p:spPr>
          <a:xfrm xmlns:a="http://schemas.openxmlformats.org/drawingml/2006/main">
            <a:off x="8117260" y="3611217"/>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905" name="">
            <a:extLst xmlns:a="http://schemas.openxmlformats.org/drawingml/2006/main">
              <a:ext uri="{FF2B5EF4-FFF2-40B4-BE49-F238E27FC236}">
                <a16:creationId xmlns:a16="http://schemas.microsoft.com/office/drawing/2014/main" id="{6EA61620-95F1-4D40-BAF9-48EE3963B80F}"/>
              </a:ext>
            </a:extLst>
          </p:cNvPr>
          <p:cNvSpPr>
            <a:spLocks xmlns:a="http://schemas.openxmlformats.org/drawingml/2006/main" noGrp="1"/>
          </p:cNvSpPr>
          <p:nvPr/>
        </p:nvSpPr>
        <p:spPr>
          <a:xfrm xmlns:a="http://schemas.openxmlformats.org/drawingml/2006/main" rot="0">
            <a:off x="7568267" y="3978548"/>
            <a:ext cx="39338"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1</a:t>
            </a:r>
          </a:p>
        </p:txBody>
      </p:sp>
      <p:sp>
        <p:nvSpPr>
          <p:cNvPr id="1906" name="">
            <a:extLst xmlns:a="http://schemas.openxmlformats.org/drawingml/2006/main">
              <a:ext uri="{FF2B5EF4-FFF2-40B4-BE49-F238E27FC236}">
                <a16:creationId xmlns:a16="http://schemas.microsoft.com/office/drawing/2014/main" id="{1E67749A-B175-4C81-A8DE-C874004322AB}"/>
              </a:ext>
            </a:extLst>
          </p:cNvPr>
          <p:cNvSpPr>
            <a:spLocks xmlns:a="http://schemas.openxmlformats.org/drawingml/2006/main" noGrp="1"/>
          </p:cNvSpPr>
          <p:nvPr/>
        </p:nvSpPr>
        <p:spPr>
          <a:xfrm xmlns:a="http://schemas.openxmlformats.org/drawingml/2006/main" rot="0">
            <a:off x="7068441" y="3103550"/>
            <a:ext cx="66770"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2</a:t>
            </a:r>
          </a:p>
        </p:txBody>
      </p:sp>
      <p:sp>
        <p:nvSpPr>
          <p:cNvPr id="1907" name="">
            <a:extLst xmlns:a="http://schemas.openxmlformats.org/drawingml/2006/main">
              <a:ext uri="{FF2B5EF4-FFF2-40B4-BE49-F238E27FC236}">
                <a16:creationId xmlns:a16="http://schemas.microsoft.com/office/drawing/2014/main" id="{73FE744D-AADF-4006-8CC2-A35BD903F10F}"/>
              </a:ext>
            </a:extLst>
          </p:cNvPr>
          <p:cNvSpPr>
            <a:spLocks xmlns:a="http://schemas.openxmlformats.org/drawingml/2006/main" noGrp="1"/>
          </p:cNvSpPr>
          <p:nvPr/>
        </p:nvSpPr>
        <p:spPr>
          <a:xfrm xmlns:a="http://schemas.openxmlformats.org/drawingml/2006/main" rot="0">
            <a:off x="7456567" y="3881326"/>
            <a:ext cx="68294"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3</a:t>
            </a:r>
          </a:p>
        </p:txBody>
      </p:sp>
      <p:sp>
        <p:nvSpPr>
          <p:cNvPr id="1908" name="">
            <a:extLst xmlns:a="http://schemas.openxmlformats.org/drawingml/2006/main">
              <a:ext uri="{FF2B5EF4-FFF2-40B4-BE49-F238E27FC236}">
                <a16:creationId xmlns:a16="http://schemas.microsoft.com/office/drawing/2014/main" id="{A0BD53A4-0934-461D-92F0-A65FCD00E476}"/>
              </a:ext>
            </a:extLst>
          </p:cNvPr>
          <p:cNvSpPr>
            <a:spLocks xmlns:a="http://schemas.openxmlformats.org/drawingml/2006/main" noGrp="1"/>
          </p:cNvSpPr>
          <p:nvPr/>
        </p:nvSpPr>
        <p:spPr>
          <a:xfrm xmlns:a="http://schemas.openxmlformats.org/drawingml/2006/main" rot="0">
            <a:off x="7405765" y="3103550"/>
            <a:ext cx="72676"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4</a:t>
            </a:r>
          </a:p>
        </p:txBody>
      </p:sp>
      <p:sp>
        <p:nvSpPr>
          <p:cNvPr id="1909" name="">
            <a:extLst xmlns:a="http://schemas.openxmlformats.org/drawingml/2006/main">
              <a:ext uri="{FF2B5EF4-FFF2-40B4-BE49-F238E27FC236}">
                <a16:creationId xmlns:a16="http://schemas.microsoft.com/office/drawing/2014/main" id="{5D561AA0-8CD8-4FA5-8A67-83C64805E409}"/>
              </a:ext>
            </a:extLst>
          </p:cNvPr>
          <p:cNvSpPr>
            <a:spLocks xmlns:a="http://schemas.openxmlformats.org/drawingml/2006/main" noGrp="1"/>
          </p:cNvSpPr>
          <p:nvPr/>
        </p:nvSpPr>
        <p:spPr>
          <a:xfrm xmlns:a="http://schemas.openxmlformats.org/drawingml/2006/main" rot="0">
            <a:off x="7396138" y="3978548"/>
            <a:ext cx="72485"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5</a:t>
            </a:r>
          </a:p>
        </p:txBody>
      </p:sp>
      <p:sp>
        <p:nvSpPr>
          <p:cNvPr id="1910" name="">
            <a:extLst xmlns:a="http://schemas.openxmlformats.org/drawingml/2006/main">
              <a:ext uri="{FF2B5EF4-FFF2-40B4-BE49-F238E27FC236}">
                <a16:creationId xmlns:a16="http://schemas.microsoft.com/office/drawing/2014/main" id="{4DECDEA0-3533-4633-ABB5-8D3AD1C60F17}"/>
              </a:ext>
            </a:extLst>
          </p:cNvPr>
          <p:cNvSpPr>
            <a:spLocks xmlns:a="http://schemas.openxmlformats.org/drawingml/2006/main" noGrp="1"/>
          </p:cNvSpPr>
          <p:nvPr/>
        </p:nvSpPr>
        <p:spPr>
          <a:xfrm xmlns:a="http://schemas.openxmlformats.org/drawingml/2006/main" rot="0">
            <a:off x="7561035" y="3832715"/>
            <a:ext cx="73247"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6</a:t>
            </a:r>
          </a:p>
        </p:txBody>
      </p:sp>
      <p:sp>
        <p:nvSpPr>
          <p:cNvPr id="1911" name="">
            <a:extLst xmlns:a="http://schemas.openxmlformats.org/drawingml/2006/main">
              <a:ext uri="{FF2B5EF4-FFF2-40B4-BE49-F238E27FC236}">
                <a16:creationId xmlns:a16="http://schemas.microsoft.com/office/drawing/2014/main" id="{EE02215B-F0D5-4508-B180-FFC6041380C7}"/>
              </a:ext>
            </a:extLst>
          </p:cNvPr>
          <p:cNvSpPr>
            <a:spLocks xmlns:a="http://schemas.openxmlformats.org/drawingml/2006/main" noGrp="1"/>
          </p:cNvSpPr>
          <p:nvPr/>
        </p:nvSpPr>
        <p:spPr>
          <a:xfrm xmlns:a="http://schemas.openxmlformats.org/drawingml/2006/main" rot="0">
            <a:off x="7215798" y="3200772"/>
            <a:ext cx="63722"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7</a:t>
            </a:r>
          </a:p>
        </p:txBody>
      </p:sp>
      <p:sp>
        <p:nvSpPr>
          <p:cNvPr id="1912" name="">
            <a:extLst xmlns:a="http://schemas.openxmlformats.org/drawingml/2006/main">
              <a:ext uri="{FF2B5EF4-FFF2-40B4-BE49-F238E27FC236}">
                <a16:creationId xmlns:a16="http://schemas.microsoft.com/office/drawing/2014/main" id="{DF04F04F-751D-4717-A707-E98ED1A959BF}"/>
              </a:ext>
            </a:extLst>
          </p:cNvPr>
          <p:cNvSpPr>
            <a:spLocks xmlns:a="http://schemas.openxmlformats.org/drawingml/2006/main" noGrp="1"/>
          </p:cNvSpPr>
          <p:nvPr/>
        </p:nvSpPr>
        <p:spPr>
          <a:xfrm xmlns:a="http://schemas.openxmlformats.org/drawingml/2006/main" rot="0">
            <a:off x="7658447" y="3929937"/>
            <a:ext cx="72866"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8</a:t>
            </a:r>
          </a:p>
        </p:txBody>
      </p:sp>
      <p:sp>
        <p:nvSpPr>
          <p:cNvPr id="1913" name="">
            <a:extLst xmlns:a="http://schemas.openxmlformats.org/drawingml/2006/main">
              <a:ext uri="{FF2B5EF4-FFF2-40B4-BE49-F238E27FC236}">
                <a16:creationId xmlns:a16="http://schemas.microsoft.com/office/drawing/2014/main" id="{18D34059-9B69-4E09-B480-F6F7511ED10A}"/>
              </a:ext>
            </a:extLst>
          </p:cNvPr>
          <p:cNvSpPr>
            <a:spLocks xmlns:a="http://schemas.openxmlformats.org/drawingml/2006/main" noGrp="1"/>
          </p:cNvSpPr>
          <p:nvPr/>
        </p:nvSpPr>
        <p:spPr>
          <a:xfrm xmlns:a="http://schemas.openxmlformats.org/drawingml/2006/main" rot="0">
            <a:off x="7357107" y="4124381"/>
            <a:ext cx="72771"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9</a:t>
            </a:r>
          </a:p>
        </p:txBody>
      </p:sp>
      <p:sp>
        <p:nvSpPr>
          <p:cNvPr id="1914" name="">
            <a:extLst xmlns:a="http://schemas.openxmlformats.org/drawingml/2006/main">
              <a:ext uri="{FF2B5EF4-FFF2-40B4-BE49-F238E27FC236}">
                <a16:creationId xmlns:a16="http://schemas.microsoft.com/office/drawing/2014/main" id="{4039BA1D-7BB3-4F0C-BE57-CC830C7FA8C9}"/>
              </a:ext>
            </a:extLst>
          </p:cNvPr>
          <p:cNvSpPr>
            <a:spLocks xmlns:a="http://schemas.openxmlformats.org/drawingml/2006/main" noGrp="1"/>
          </p:cNvSpPr>
          <p:nvPr/>
        </p:nvSpPr>
        <p:spPr>
          <a:xfrm xmlns:a="http://schemas.openxmlformats.org/drawingml/2006/main" rot="0">
            <a:off x="8117737" y="3589660"/>
            <a:ext cx="107061"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10</a:t>
            </a:r>
          </a:p>
        </p:txBody>
      </p:sp>
      <p:sp>
        <p:nvSpPr>
          <p:cNvPr id="1915" name="">
            <a:extLst xmlns:a="http://schemas.openxmlformats.org/drawingml/2006/main">
              <a:ext uri="{FF2B5EF4-FFF2-40B4-BE49-F238E27FC236}">
                <a16:creationId xmlns:a16="http://schemas.microsoft.com/office/drawing/2014/main" id="{5050042D-54BF-4BB6-9B04-667E1CE0A760}"/>
              </a:ext>
            </a:extLst>
          </p:cNvPr>
          <p:cNvSpPr>
            <a:spLocks xmlns:a="http://schemas.openxmlformats.org/drawingml/2006/main" noGrp="1"/>
          </p:cNvSpPr>
          <p:nvPr/>
        </p:nvSpPr>
        <p:spPr>
          <a:xfrm xmlns:a="http://schemas.openxmlformats.org/drawingml/2006/main" rot="0">
            <a:off x="8885428" y="2311943"/>
            <a:ext cx="48387"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1</a:t>
            </a:r>
          </a:p>
        </p:txBody>
      </p:sp>
      <p:sp>
        <p:nvSpPr>
          <p:cNvPr id="1916" name="">
            <a:extLst xmlns:a="http://schemas.openxmlformats.org/drawingml/2006/main">
              <a:ext uri="{FF2B5EF4-FFF2-40B4-BE49-F238E27FC236}">
                <a16:creationId xmlns:a16="http://schemas.microsoft.com/office/drawing/2014/main" id="{23D378FA-6E56-4834-BA8F-A72793A35788}"/>
              </a:ext>
            </a:extLst>
          </p:cNvPr>
          <p:cNvSpPr>
            <a:spLocks xmlns:a="http://schemas.openxmlformats.org/drawingml/2006/main" noGrp="1"/>
          </p:cNvSpPr>
          <p:nvPr/>
        </p:nvSpPr>
        <p:spPr>
          <a:xfrm xmlns:a="http://schemas.openxmlformats.org/drawingml/2006/main" rot="0">
            <a:off x="9063507" y="2311943"/>
            <a:ext cx="1084802"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Marina Bay Sands</a:t>
            </a:r>
          </a:p>
        </p:txBody>
      </p:sp>
      <p:sp>
        <p:nvSpPr>
          <p:cNvPr id="1917" name="">
            <a:extLst xmlns:a="http://schemas.openxmlformats.org/drawingml/2006/main">
              <a:ext uri="{FF2B5EF4-FFF2-40B4-BE49-F238E27FC236}">
                <a16:creationId xmlns:a16="http://schemas.microsoft.com/office/drawing/2014/main" id="{AB652493-4D5C-4A67-B10D-4ED11C2CD993}"/>
              </a:ext>
            </a:extLst>
          </p:cNvPr>
          <p:cNvSpPr>
            <a:spLocks xmlns:a="http://schemas.openxmlformats.org/drawingml/2006/main" noGrp="1"/>
          </p:cNvSpPr>
          <p:nvPr/>
        </p:nvSpPr>
        <p:spPr>
          <a:xfrm xmlns:a="http://schemas.openxmlformats.org/drawingml/2006/main" rot="0">
            <a:off x="9063507" y="2437404"/>
            <a:ext cx="141141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−26.4% · −4.76 taxis</a:t>
            </a:r>
          </a:p>
        </p:txBody>
      </p:sp>
      <p:sp>
        <p:nvSpPr>
          <p:cNvPr id="1918" name="">
            <a:extLst xmlns:a="http://schemas.openxmlformats.org/drawingml/2006/main">
              <a:ext uri="{FF2B5EF4-FFF2-40B4-BE49-F238E27FC236}">
                <a16:creationId xmlns:a16="http://schemas.microsoft.com/office/drawing/2014/main" id="{AF01AF1E-1BFF-4AF7-841C-343B3276F88E}"/>
              </a:ext>
            </a:extLst>
          </p:cNvPr>
          <p:cNvSpPr>
            <a:spLocks xmlns:a="http://schemas.openxmlformats.org/drawingml/2006/main" noGrp="1"/>
          </p:cNvSpPr>
          <p:nvPr/>
        </p:nvSpPr>
        <p:spPr>
          <a:xfrm xmlns:a="http://schemas.openxmlformats.org/drawingml/2006/main" rot="0">
            <a:off x="8885428" y="2603713"/>
            <a:ext cx="73914"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2</a:t>
            </a:r>
          </a:p>
        </p:txBody>
      </p:sp>
      <p:sp>
        <p:nvSpPr>
          <p:cNvPr id="1919" name="">
            <a:extLst xmlns:a="http://schemas.openxmlformats.org/drawingml/2006/main">
              <a:ext uri="{FF2B5EF4-FFF2-40B4-BE49-F238E27FC236}">
                <a16:creationId xmlns:a16="http://schemas.microsoft.com/office/drawing/2014/main" id="{AA36062B-FCCA-41F7-B024-6337C8D9312F}"/>
              </a:ext>
            </a:extLst>
          </p:cNvPr>
          <p:cNvSpPr>
            <a:spLocks xmlns:a="http://schemas.openxmlformats.org/drawingml/2006/main" noGrp="1"/>
          </p:cNvSpPr>
          <p:nvPr/>
        </p:nvSpPr>
        <p:spPr>
          <a:xfrm xmlns:a="http://schemas.openxmlformats.org/drawingml/2006/main" rot="0">
            <a:off x="9063507" y="2603713"/>
            <a:ext cx="723329"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North Coast</a:t>
            </a:r>
          </a:p>
        </p:txBody>
      </p:sp>
      <p:sp>
        <p:nvSpPr>
          <p:cNvPr id="1920" name="">
            <a:extLst xmlns:a="http://schemas.openxmlformats.org/drawingml/2006/main">
              <a:ext uri="{FF2B5EF4-FFF2-40B4-BE49-F238E27FC236}">
                <a16:creationId xmlns:a16="http://schemas.microsoft.com/office/drawing/2014/main" id="{D6FB24BB-C9F2-49D4-A5CE-3EE50C26717C}"/>
              </a:ext>
            </a:extLst>
          </p:cNvPr>
          <p:cNvSpPr>
            <a:spLocks xmlns:a="http://schemas.openxmlformats.org/drawingml/2006/main" noGrp="1"/>
          </p:cNvSpPr>
          <p:nvPr/>
        </p:nvSpPr>
        <p:spPr>
          <a:xfrm xmlns:a="http://schemas.openxmlformats.org/drawingml/2006/main" rot="0">
            <a:off x="9063507" y="2729174"/>
            <a:ext cx="141570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−25.6% · −2.46 taxis</a:t>
            </a:r>
          </a:p>
        </p:txBody>
      </p:sp>
      <p:sp>
        <p:nvSpPr>
          <p:cNvPr id="1921" name="">
            <a:extLst xmlns:a="http://schemas.openxmlformats.org/drawingml/2006/main">
              <a:ext uri="{FF2B5EF4-FFF2-40B4-BE49-F238E27FC236}">
                <a16:creationId xmlns:a16="http://schemas.microsoft.com/office/drawing/2014/main" id="{FE1F60C6-1066-4E20-AC90-FB7BF7519FAB}"/>
              </a:ext>
            </a:extLst>
          </p:cNvPr>
          <p:cNvSpPr>
            <a:spLocks xmlns:a="http://schemas.openxmlformats.org/drawingml/2006/main" noGrp="1"/>
          </p:cNvSpPr>
          <p:nvPr/>
        </p:nvSpPr>
        <p:spPr>
          <a:xfrm xmlns:a="http://schemas.openxmlformats.org/drawingml/2006/main" rot="0">
            <a:off x="8885428" y="2895483"/>
            <a:ext cx="76962"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3</a:t>
            </a:r>
          </a:p>
        </p:txBody>
      </p:sp>
      <p:sp>
        <p:nvSpPr>
          <p:cNvPr id="1922" name="">
            <a:extLst xmlns:a="http://schemas.openxmlformats.org/drawingml/2006/main">
              <a:ext uri="{FF2B5EF4-FFF2-40B4-BE49-F238E27FC236}">
                <a16:creationId xmlns:a16="http://schemas.microsoft.com/office/drawing/2014/main" id="{F538EBF4-C8EF-45A4-A8DC-C2D34CE44E27}"/>
              </a:ext>
            </a:extLst>
          </p:cNvPr>
          <p:cNvSpPr>
            <a:spLocks xmlns:a="http://schemas.openxmlformats.org/drawingml/2006/main" noGrp="1"/>
          </p:cNvSpPr>
          <p:nvPr/>
        </p:nvSpPr>
        <p:spPr>
          <a:xfrm xmlns:a="http://schemas.openxmlformats.org/drawingml/2006/main" rot="0">
            <a:off x="9063507" y="2895483"/>
            <a:ext cx="799338"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Dhoby Ghaut</a:t>
            </a:r>
          </a:p>
        </p:txBody>
      </p:sp>
      <p:sp>
        <p:nvSpPr>
          <p:cNvPr id="1923" name="">
            <a:extLst xmlns:a="http://schemas.openxmlformats.org/drawingml/2006/main">
              <a:ext uri="{FF2B5EF4-FFF2-40B4-BE49-F238E27FC236}">
                <a16:creationId xmlns:a16="http://schemas.microsoft.com/office/drawing/2014/main" id="{56B11290-5DCF-4270-A7D9-E0B7F4B2D1EC}"/>
              </a:ext>
            </a:extLst>
          </p:cNvPr>
          <p:cNvSpPr>
            <a:spLocks xmlns:a="http://schemas.openxmlformats.org/drawingml/2006/main" noGrp="1"/>
          </p:cNvSpPr>
          <p:nvPr/>
        </p:nvSpPr>
        <p:spPr>
          <a:xfrm xmlns:a="http://schemas.openxmlformats.org/drawingml/2006/main" rot="0">
            <a:off x="9063507" y="3020944"/>
            <a:ext cx="140303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−25.5% · −3.75 taxis</a:t>
            </a:r>
          </a:p>
        </p:txBody>
      </p:sp>
      <p:sp>
        <p:nvSpPr>
          <p:cNvPr id="1924" name="">
            <a:extLst xmlns:a="http://schemas.openxmlformats.org/drawingml/2006/main">
              <a:ext uri="{FF2B5EF4-FFF2-40B4-BE49-F238E27FC236}">
                <a16:creationId xmlns:a16="http://schemas.microsoft.com/office/drawing/2014/main" id="{512C6874-41C8-4943-9380-AFA5E798DAF1}"/>
              </a:ext>
            </a:extLst>
          </p:cNvPr>
          <p:cNvSpPr>
            <a:spLocks xmlns:a="http://schemas.openxmlformats.org/drawingml/2006/main" noGrp="1"/>
          </p:cNvSpPr>
          <p:nvPr/>
        </p:nvSpPr>
        <p:spPr>
          <a:xfrm xmlns:a="http://schemas.openxmlformats.org/drawingml/2006/main" rot="0">
            <a:off x="8885428" y="3187252"/>
            <a:ext cx="84487"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4</a:t>
            </a:r>
          </a:p>
        </p:txBody>
      </p:sp>
      <p:sp>
        <p:nvSpPr>
          <p:cNvPr id="1925" name="">
            <a:extLst xmlns:a="http://schemas.openxmlformats.org/drawingml/2006/main">
              <a:ext uri="{FF2B5EF4-FFF2-40B4-BE49-F238E27FC236}">
                <a16:creationId xmlns:a16="http://schemas.microsoft.com/office/drawing/2014/main" id="{426A566D-7484-4428-A8E6-BD48A9DB9A82}"/>
              </a:ext>
            </a:extLst>
          </p:cNvPr>
          <p:cNvSpPr>
            <a:spLocks xmlns:a="http://schemas.openxmlformats.org/drawingml/2006/main" noGrp="1"/>
          </p:cNvSpPr>
          <p:nvPr/>
        </p:nvSpPr>
        <p:spPr>
          <a:xfrm xmlns:a="http://schemas.openxmlformats.org/drawingml/2006/main" rot="0">
            <a:off x="9063507" y="3187252"/>
            <a:ext cx="1058704"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Sembawang East</a:t>
            </a:r>
          </a:p>
        </p:txBody>
      </p:sp>
      <p:sp>
        <p:nvSpPr>
          <p:cNvPr id="1926" name="">
            <a:extLst xmlns:a="http://schemas.openxmlformats.org/drawingml/2006/main">
              <a:ext uri="{FF2B5EF4-FFF2-40B4-BE49-F238E27FC236}">
                <a16:creationId xmlns:a16="http://schemas.microsoft.com/office/drawing/2014/main" id="{E7805CF7-AB28-4BE8-A96C-34C98B46F1F0}"/>
              </a:ext>
            </a:extLst>
          </p:cNvPr>
          <p:cNvSpPr>
            <a:spLocks xmlns:a="http://schemas.openxmlformats.org/drawingml/2006/main" noGrp="1"/>
          </p:cNvSpPr>
          <p:nvPr/>
        </p:nvSpPr>
        <p:spPr>
          <a:xfrm xmlns:a="http://schemas.openxmlformats.org/drawingml/2006/main" rot="0">
            <a:off x="9063507" y="3312713"/>
            <a:ext cx="136207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−25.0% · −1.75 taxis</a:t>
            </a:r>
          </a:p>
        </p:txBody>
      </p:sp>
      <p:sp>
        <p:nvSpPr>
          <p:cNvPr id="1927" name="">
            <a:extLst xmlns:a="http://schemas.openxmlformats.org/drawingml/2006/main">
              <a:ext uri="{FF2B5EF4-FFF2-40B4-BE49-F238E27FC236}">
                <a16:creationId xmlns:a16="http://schemas.microsoft.com/office/drawing/2014/main" id="{9798F6EC-B70F-4EC9-9901-D91D7F09334C}"/>
              </a:ext>
            </a:extLst>
          </p:cNvPr>
          <p:cNvSpPr>
            <a:spLocks xmlns:a="http://schemas.openxmlformats.org/drawingml/2006/main" noGrp="1"/>
          </p:cNvSpPr>
          <p:nvPr/>
        </p:nvSpPr>
        <p:spPr>
          <a:xfrm xmlns:a="http://schemas.openxmlformats.org/drawingml/2006/main" rot="0">
            <a:off x="8885428" y="3479022"/>
            <a:ext cx="82391"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5</a:t>
            </a:r>
          </a:p>
        </p:txBody>
      </p:sp>
      <p:sp>
        <p:nvSpPr>
          <p:cNvPr id="1928" name="">
            <a:extLst xmlns:a="http://schemas.openxmlformats.org/drawingml/2006/main">
              <a:ext uri="{FF2B5EF4-FFF2-40B4-BE49-F238E27FC236}">
                <a16:creationId xmlns:a16="http://schemas.microsoft.com/office/drawing/2014/main" id="{59A0BF79-AB11-48C5-9798-2D70C06D8EFC}"/>
              </a:ext>
            </a:extLst>
          </p:cNvPr>
          <p:cNvSpPr>
            <a:spLocks xmlns:a="http://schemas.openxmlformats.org/drawingml/2006/main" noGrp="1"/>
          </p:cNvSpPr>
          <p:nvPr/>
        </p:nvSpPr>
        <p:spPr>
          <a:xfrm xmlns:a="http://schemas.openxmlformats.org/drawingml/2006/main" rot="0">
            <a:off x="9063507" y="3479022"/>
            <a:ext cx="627317"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Lau Pa Sat</a:t>
            </a:r>
          </a:p>
        </p:txBody>
      </p:sp>
      <p:sp>
        <p:nvSpPr>
          <p:cNvPr id="1929" name="">
            <a:extLst xmlns:a="http://schemas.openxmlformats.org/drawingml/2006/main">
              <a:ext uri="{FF2B5EF4-FFF2-40B4-BE49-F238E27FC236}">
                <a16:creationId xmlns:a16="http://schemas.microsoft.com/office/drawing/2014/main" id="{64EBF8CB-0A5D-4FAC-AC97-D17320CEEF3B}"/>
              </a:ext>
            </a:extLst>
          </p:cNvPr>
          <p:cNvSpPr>
            <a:spLocks xmlns:a="http://schemas.openxmlformats.org/drawingml/2006/main" noGrp="1"/>
          </p:cNvSpPr>
          <p:nvPr/>
        </p:nvSpPr>
        <p:spPr>
          <a:xfrm xmlns:a="http://schemas.openxmlformats.org/drawingml/2006/main" rot="0">
            <a:off x="9063507" y="3604483"/>
            <a:ext cx="132807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−21.1% · −4.90 taxis</a:t>
            </a:r>
          </a:p>
        </p:txBody>
      </p:sp>
      <p:sp>
        <p:nvSpPr>
          <p:cNvPr id="1930" name="">
            <a:extLst xmlns:a="http://schemas.openxmlformats.org/drawingml/2006/main">
              <a:ext uri="{FF2B5EF4-FFF2-40B4-BE49-F238E27FC236}">
                <a16:creationId xmlns:a16="http://schemas.microsoft.com/office/drawing/2014/main" id="{DEAD4EFF-272D-41BA-84B2-D87474B52B1A}"/>
              </a:ext>
            </a:extLst>
          </p:cNvPr>
          <p:cNvSpPr>
            <a:spLocks xmlns:a="http://schemas.openxmlformats.org/drawingml/2006/main" noGrp="1"/>
          </p:cNvSpPr>
          <p:nvPr/>
        </p:nvSpPr>
        <p:spPr>
          <a:xfrm xmlns:a="http://schemas.openxmlformats.org/drawingml/2006/main" rot="0">
            <a:off x="8885428" y="3770792"/>
            <a:ext cx="81915"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6</a:t>
            </a:r>
          </a:p>
        </p:txBody>
      </p:sp>
      <p:sp>
        <p:nvSpPr>
          <p:cNvPr id="1931" name="">
            <a:extLst xmlns:a="http://schemas.openxmlformats.org/drawingml/2006/main">
              <a:ext uri="{FF2B5EF4-FFF2-40B4-BE49-F238E27FC236}">
                <a16:creationId xmlns:a16="http://schemas.microsoft.com/office/drawing/2014/main" id="{A49A70DA-9AD8-475C-9482-9311923C5082}"/>
              </a:ext>
            </a:extLst>
          </p:cNvPr>
          <p:cNvSpPr>
            <a:spLocks xmlns:a="http://schemas.openxmlformats.org/drawingml/2006/main" noGrp="1"/>
          </p:cNvSpPr>
          <p:nvPr/>
        </p:nvSpPr>
        <p:spPr>
          <a:xfrm xmlns:a="http://schemas.openxmlformats.org/drawingml/2006/main" rot="0">
            <a:off x="9063507" y="3770792"/>
            <a:ext cx="619411"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Monk'S Hill</a:t>
            </a:r>
          </a:p>
        </p:txBody>
      </p:sp>
      <p:sp>
        <p:nvSpPr>
          <p:cNvPr id="1932" name="">
            <a:extLst xmlns:a="http://schemas.openxmlformats.org/drawingml/2006/main">
              <a:ext uri="{FF2B5EF4-FFF2-40B4-BE49-F238E27FC236}">
                <a16:creationId xmlns:a16="http://schemas.microsoft.com/office/drawing/2014/main" id="{DE6C5AED-E1CE-4BD0-97D7-52A040819692}"/>
              </a:ext>
            </a:extLst>
          </p:cNvPr>
          <p:cNvSpPr>
            <a:spLocks xmlns:a="http://schemas.openxmlformats.org/drawingml/2006/main" noGrp="1"/>
          </p:cNvSpPr>
          <p:nvPr/>
        </p:nvSpPr>
        <p:spPr>
          <a:xfrm xmlns:a="http://schemas.openxmlformats.org/drawingml/2006/main" rot="0">
            <a:off x="9063507" y="3896253"/>
            <a:ext cx="128920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−18.1% · −1.50 taxis</a:t>
            </a:r>
          </a:p>
        </p:txBody>
      </p:sp>
      <p:sp>
        <p:nvSpPr>
          <p:cNvPr id="1933" name="">
            <a:extLst xmlns:a="http://schemas.openxmlformats.org/drawingml/2006/main">
              <a:ext uri="{FF2B5EF4-FFF2-40B4-BE49-F238E27FC236}">
                <a16:creationId xmlns:a16="http://schemas.microsoft.com/office/drawing/2014/main" id="{38AF4849-0ABE-4A53-9247-1357A522D973}"/>
              </a:ext>
            </a:extLst>
          </p:cNvPr>
          <p:cNvSpPr>
            <a:spLocks xmlns:a="http://schemas.openxmlformats.org/drawingml/2006/main" noGrp="1"/>
          </p:cNvSpPr>
          <p:nvPr/>
        </p:nvSpPr>
        <p:spPr>
          <a:xfrm xmlns:a="http://schemas.openxmlformats.org/drawingml/2006/main" rot="0">
            <a:off x="8885428" y="4062562"/>
            <a:ext cx="70866"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7</a:t>
            </a:r>
          </a:p>
        </p:txBody>
      </p:sp>
      <p:sp>
        <p:nvSpPr>
          <p:cNvPr id="1934" name="">
            <a:extLst xmlns:a="http://schemas.openxmlformats.org/drawingml/2006/main">
              <a:ext uri="{FF2B5EF4-FFF2-40B4-BE49-F238E27FC236}">
                <a16:creationId xmlns:a16="http://schemas.microsoft.com/office/drawing/2014/main" id="{50F32869-E204-4C18-B1A9-45B54DCA2F69}"/>
              </a:ext>
            </a:extLst>
          </p:cNvPr>
          <p:cNvSpPr>
            <a:spLocks xmlns:a="http://schemas.openxmlformats.org/drawingml/2006/main" noGrp="1"/>
          </p:cNvSpPr>
          <p:nvPr/>
        </p:nvSpPr>
        <p:spPr>
          <a:xfrm xmlns:a="http://schemas.openxmlformats.org/drawingml/2006/main" rot="0">
            <a:off x="9063507" y="4062562"/>
            <a:ext cx="1069181"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Woodlands South</a:t>
            </a:r>
          </a:p>
        </p:txBody>
      </p:sp>
      <p:sp>
        <p:nvSpPr>
          <p:cNvPr id="1935" name="">
            <a:extLst xmlns:a="http://schemas.openxmlformats.org/drawingml/2006/main">
              <a:ext uri="{FF2B5EF4-FFF2-40B4-BE49-F238E27FC236}">
                <a16:creationId xmlns:a16="http://schemas.microsoft.com/office/drawing/2014/main" id="{E177DC63-BC27-484E-A3BF-9A1A368B7CF8}"/>
              </a:ext>
            </a:extLst>
          </p:cNvPr>
          <p:cNvSpPr>
            <a:spLocks xmlns:a="http://schemas.openxmlformats.org/drawingml/2006/main" noGrp="1"/>
          </p:cNvSpPr>
          <p:nvPr/>
        </p:nvSpPr>
        <p:spPr>
          <a:xfrm xmlns:a="http://schemas.openxmlformats.org/drawingml/2006/main" rot="0">
            <a:off x="9063507" y="4188023"/>
            <a:ext cx="133797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−16.5% · −1.64 taxis</a:t>
            </a:r>
          </a:p>
        </p:txBody>
      </p:sp>
      <p:sp>
        <p:nvSpPr>
          <p:cNvPr id="1936" name="">
            <a:extLst xmlns:a="http://schemas.openxmlformats.org/drawingml/2006/main">
              <a:ext uri="{FF2B5EF4-FFF2-40B4-BE49-F238E27FC236}">
                <a16:creationId xmlns:a16="http://schemas.microsoft.com/office/drawing/2014/main" id="{79FADE64-55A9-4939-978A-538F1D4E2721}"/>
              </a:ext>
            </a:extLst>
          </p:cNvPr>
          <p:cNvSpPr>
            <a:spLocks xmlns:a="http://schemas.openxmlformats.org/drawingml/2006/main" noGrp="1"/>
          </p:cNvSpPr>
          <p:nvPr/>
        </p:nvSpPr>
        <p:spPr>
          <a:xfrm xmlns:a="http://schemas.openxmlformats.org/drawingml/2006/main" rot="0">
            <a:off x="8885428" y="4354332"/>
            <a:ext cx="82296"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8</a:t>
            </a:r>
          </a:p>
        </p:txBody>
      </p:sp>
      <p:sp>
        <p:nvSpPr>
          <p:cNvPr id="1937" name="">
            <a:extLst xmlns:a="http://schemas.openxmlformats.org/drawingml/2006/main">
              <a:ext uri="{FF2B5EF4-FFF2-40B4-BE49-F238E27FC236}">
                <a16:creationId xmlns:a16="http://schemas.microsoft.com/office/drawing/2014/main" id="{E7388AD1-EB8E-4346-9EF3-7CF438C1724E}"/>
              </a:ext>
            </a:extLst>
          </p:cNvPr>
          <p:cNvSpPr>
            <a:spLocks xmlns:a="http://schemas.openxmlformats.org/drawingml/2006/main" noGrp="1"/>
          </p:cNvSpPr>
          <p:nvPr/>
        </p:nvSpPr>
        <p:spPr>
          <a:xfrm xmlns:a="http://schemas.openxmlformats.org/drawingml/2006/main" rot="0">
            <a:off x="9063507" y="4354332"/>
            <a:ext cx="495681"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City Hall</a:t>
            </a:r>
          </a:p>
        </p:txBody>
      </p:sp>
      <p:sp>
        <p:nvSpPr>
          <p:cNvPr id="1938" name="">
            <a:extLst xmlns:a="http://schemas.openxmlformats.org/drawingml/2006/main">
              <a:ext uri="{FF2B5EF4-FFF2-40B4-BE49-F238E27FC236}">
                <a16:creationId xmlns:a16="http://schemas.microsoft.com/office/drawing/2014/main" id="{EE85F651-6ABE-44AB-B651-57874741156B}"/>
              </a:ext>
            </a:extLst>
          </p:cNvPr>
          <p:cNvSpPr>
            <a:spLocks xmlns:a="http://schemas.openxmlformats.org/drawingml/2006/main" noGrp="1"/>
          </p:cNvSpPr>
          <p:nvPr/>
        </p:nvSpPr>
        <p:spPr>
          <a:xfrm xmlns:a="http://schemas.openxmlformats.org/drawingml/2006/main" rot="0">
            <a:off x="9063507" y="4479793"/>
            <a:ext cx="137683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−15.5% · −3.04 taxis</a:t>
            </a:r>
          </a:p>
        </p:txBody>
      </p:sp>
      <p:sp>
        <p:nvSpPr>
          <p:cNvPr id="1939" name="">
            <a:extLst xmlns:a="http://schemas.openxmlformats.org/drawingml/2006/main">
              <a:ext uri="{FF2B5EF4-FFF2-40B4-BE49-F238E27FC236}">
                <a16:creationId xmlns:a16="http://schemas.microsoft.com/office/drawing/2014/main" id="{83B7C838-E2BA-4F91-82DC-327F26173249}"/>
              </a:ext>
            </a:extLst>
          </p:cNvPr>
          <p:cNvSpPr>
            <a:spLocks xmlns:a="http://schemas.openxmlformats.org/drawingml/2006/main" noGrp="1"/>
          </p:cNvSpPr>
          <p:nvPr/>
        </p:nvSpPr>
        <p:spPr>
          <a:xfrm xmlns:a="http://schemas.openxmlformats.org/drawingml/2006/main" rot="0">
            <a:off x="8885428" y="4646101"/>
            <a:ext cx="80201"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9</a:t>
            </a:r>
          </a:p>
        </p:txBody>
      </p:sp>
      <p:sp>
        <p:nvSpPr>
          <p:cNvPr id="1940" name="">
            <a:extLst xmlns:a="http://schemas.openxmlformats.org/drawingml/2006/main">
              <a:ext uri="{FF2B5EF4-FFF2-40B4-BE49-F238E27FC236}">
                <a16:creationId xmlns:a16="http://schemas.microsoft.com/office/drawing/2014/main" id="{1474DB71-0213-4487-82D2-0ACF9EF5367D}"/>
              </a:ext>
            </a:extLst>
          </p:cNvPr>
          <p:cNvSpPr>
            <a:spLocks xmlns:a="http://schemas.openxmlformats.org/drawingml/2006/main" noGrp="1"/>
          </p:cNvSpPr>
          <p:nvPr/>
        </p:nvSpPr>
        <p:spPr>
          <a:xfrm xmlns:a="http://schemas.openxmlformats.org/drawingml/2006/main" rot="0">
            <a:off x="9063507" y="4646101"/>
            <a:ext cx="492824"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Sentosa</a:t>
            </a:r>
          </a:p>
        </p:txBody>
      </p:sp>
      <p:sp>
        <p:nvSpPr>
          <p:cNvPr id="1941" name="">
            <a:extLst xmlns:a="http://schemas.openxmlformats.org/drawingml/2006/main">
              <a:ext uri="{FF2B5EF4-FFF2-40B4-BE49-F238E27FC236}">
                <a16:creationId xmlns:a16="http://schemas.microsoft.com/office/drawing/2014/main" id="{04E5FC29-CF05-4AC0-8D16-FC38911977DE}"/>
              </a:ext>
            </a:extLst>
          </p:cNvPr>
          <p:cNvSpPr>
            <a:spLocks xmlns:a="http://schemas.openxmlformats.org/drawingml/2006/main" noGrp="1"/>
          </p:cNvSpPr>
          <p:nvPr/>
        </p:nvSpPr>
        <p:spPr>
          <a:xfrm xmlns:a="http://schemas.openxmlformats.org/drawingml/2006/main" rot="0">
            <a:off x="9063507" y="4771562"/>
            <a:ext cx="132988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−15.4% · −1.53 taxis</a:t>
            </a:r>
          </a:p>
        </p:txBody>
      </p:sp>
      <p:sp>
        <p:nvSpPr>
          <p:cNvPr id="1942" name="">
            <a:extLst xmlns:a="http://schemas.openxmlformats.org/drawingml/2006/main">
              <a:ext uri="{FF2B5EF4-FFF2-40B4-BE49-F238E27FC236}">
                <a16:creationId xmlns:a16="http://schemas.microsoft.com/office/drawing/2014/main" id="{8A95AEF6-64A4-44FD-B124-ABDE381CECE7}"/>
              </a:ext>
            </a:extLst>
          </p:cNvPr>
          <p:cNvSpPr>
            <a:spLocks xmlns:a="http://schemas.openxmlformats.org/drawingml/2006/main" noGrp="1"/>
          </p:cNvSpPr>
          <p:nvPr/>
        </p:nvSpPr>
        <p:spPr>
          <a:xfrm xmlns:a="http://schemas.openxmlformats.org/drawingml/2006/main" rot="0">
            <a:off x="8885428" y="4937871"/>
            <a:ext cx="126302"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1">
                <a:solidFill>
                  <a:srgbClr val="14295B"/>
                </a:solidFill>
                <a:latin typeface="Poppins"/>
                <a:ea typeface="Poppins"/>
                <a:cs typeface="Poppins"/>
              </a:defRPr>
            </a:defPPr>
            <a:lvl1pPr>
              <a:defRPr sz="950" b="1">
                <a:solidFill>
                  <a:srgbClr val="14295B"/>
                </a:solidFill>
                <a:latin typeface="Poppins"/>
                <a:ea typeface="Poppins"/>
                <a:cs typeface="Poppins"/>
              </a:defRPr>
            </a:lvl1pPr>
            <a:lvl2pPr>
              <a:defRPr sz="950" b="1">
                <a:solidFill>
                  <a:srgbClr val="14295B"/>
                </a:solidFill>
                <a:latin typeface="Poppins"/>
                <a:ea typeface="Poppins"/>
                <a:cs typeface="Poppins"/>
              </a:defRPr>
            </a:lvl2pPr>
            <a:lvl3pPr>
              <a:defRPr sz="950" b="1">
                <a:solidFill>
                  <a:srgbClr val="14295B"/>
                </a:solidFill>
                <a:latin typeface="Poppins"/>
                <a:ea typeface="Poppins"/>
                <a:cs typeface="Poppins"/>
              </a:defRPr>
            </a:lvl3pPr>
            <a:lvl4pPr>
              <a:defRPr sz="950" b="1">
                <a:solidFill>
                  <a:srgbClr val="14295B"/>
                </a:solidFill>
                <a:latin typeface="Poppins"/>
                <a:ea typeface="Poppins"/>
                <a:cs typeface="Poppins"/>
              </a:defRPr>
            </a:lvl4pPr>
            <a:lvl5pPr>
              <a:defRPr sz="950" b="1">
                <a:solidFill>
                  <a:srgbClr val="14295B"/>
                </a:solidFill>
                <a:latin typeface="Poppins"/>
                <a:ea typeface="Poppins"/>
                <a:cs typeface="Poppins"/>
              </a:defRPr>
            </a:lvl5pPr>
            <a:lvl6pPr>
              <a:defRPr sz="950" b="1">
                <a:solidFill>
                  <a:srgbClr val="14295B"/>
                </a:solidFill>
                <a:latin typeface="Poppins"/>
                <a:ea typeface="Poppins"/>
                <a:cs typeface="Poppins"/>
              </a:defRPr>
            </a:lvl6pPr>
            <a:lvl7pPr>
              <a:defRPr sz="950" b="1">
                <a:solidFill>
                  <a:srgbClr val="14295B"/>
                </a:solidFill>
                <a:latin typeface="Poppins"/>
                <a:ea typeface="Poppins"/>
                <a:cs typeface="Poppins"/>
              </a:defRPr>
            </a:lvl7pPr>
            <a:lvl8pPr>
              <a:defRPr sz="950" b="1">
                <a:solidFill>
                  <a:srgbClr val="14295B"/>
                </a:solidFill>
                <a:latin typeface="Poppins"/>
                <a:ea typeface="Poppins"/>
                <a:cs typeface="Poppins"/>
              </a:defRPr>
            </a:lvl8pPr>
            <a:lvl9pPr>
              <a:defRPr sz="950" b="1">
                <a:solidFill>
                  <a:srgbClr val="14295B"/>
                </a:solidFill>
                <a:latin typeface="Poppins"/>
                <a:ea typeface="Poppins"/>
                <a:cs typeface="Poppins"/>
              </a:defRPr>
            </a:lvl9pPr>
          </a:lstStyle>
          <a:p xmlns:a="http://schemas.openxmlformats.org/drawingml/2006/main">
            <a:pPr>
              <a:defRPr sz="950" b="1">
                <a:solidFill>
                  <a:srgbClr val="14295B"/>
                </a:solidFill>
                <a:latin typeface="Poppins"/>
                <a:ea typeface="Poppins"/>
                <a:cs typeface="Poppins"/>
              </a:defRPr>
            </a:pPr>
            <a:r>
              <a:rPr sz="950" b="1">
                <a:solidFill>
                  <a:srgbClr val="14295B"/>
                </a:solidFill>
                <a:latin typeface="Poppins"/>
                <a:ea typeface="Poppins"/>
                <a:cs typeface="Poppins"/>
              </a:rPr>
              <a:t>10</a:t>
            </a:r>
          </a:p>
        </p:txBody>
      </p:sp>
      <p:sp>
        <p:nvSpPr>
          <p:cNvPr id="1943" name="">
            <a:extLst xmlns:a="http://schemas.openxmlformats.org/drawingml/2006/main">
              <a:ext uri="{FF2B5EF4-FFF2-40B4-BE49-F238E27FC236}">
                <a16:creationId xmlns:a16="http://schemas.microsoft.com/office/drawing/2014/main" id="{95B2A622-212C-42C6-9E02-1B71E5F9082E}"/>
              </a:ext>
            </a:extLst>
          </p:cNvPr>
          <p:cNvSpPr>
            <a:spLocks xmlns:a="http://schemas.openxmlformats.org/drawingml/2006/main" noGrp="1"/>
          </p:cNvSpPr>
          <p:nvPr/>
        </p:nvSpPr>
        <p:spPr>
          <a:xfrm xmlns:a="http://schemas.openxmlformats.org/drawingml/2006/main" rot="0">
            <a:off x="9063507" y="4937871"/>
            <a:ext cx="776192" cy="21717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50" b="0">
                <a:solidFill>
                  <a:srgbClr val="14203A"/>
                </a:solidFill>
                <a:latin typeface="Poppins"/>
                <a:ea typeface="Poppins"/>
                <a:cs typeface="Poppins"/>
              </a:defRPr>
            </a:defPPr>
            <a:lvl1pPr>
              <a:defRPr sz="950" b="0">
                <a:solidFill>
                  <a:srgbClr val="14203A"/>
                </a:solidFill>
                <a:latin typeface="Poppins"/>
                <a:ea typeface="Poppins"/>
                <a:cs typeface="Poppins"/>
              </a:defRPr>
            </a:lvl1pPr>
            <a:lvl2pPr>
              <a:defRPr sz="950" b="0">
                <a:solidFill>
                  <a:srgbClr val="14203A"/>
                </a:solidFill>
                <a:latin typeface="Poppins"/>
                <a:ea typeface="Poppins"/>
                <a:cs typeface="Poppins"/>
              </a:defRPr>
            </a:lvl2pPr>
            <a:lvl3pPr>
              <a:defRPr sz="950" b="0">
                <a:solidFill>
                  <a:srgbClr val="14203A"/>
                </a:solidFill>
                <a:latin typeface="Poppins"/>
                <a:ea typeface="Poppins"/>
                <a:cs typeface="Poppins"/>
              </a:defRPr>
            </a:lvl3pPr>
            <a:lvl4pPr>
              <a:defRPr sz="950" b="0">
                <a:solidFill>
                  <a:srgbClr val="14203A"/>
                </a:solidFill>
                <a:latin typeface="Poppins"/>
                <a:ea typeface="Poppins"/>
                <a:cs typeface="Poppins"/>
              </a:defRPr>
            </a:lvl4pPr>
            <a:lvl5pPr>
              <a:defRPr sz="950" b="0">
                <a:solidFill>
                  <a:srgbClr val="14203A"/>
                </a:solidFill>
                <a:latin typeface="Poppins"/>
                <a:ea typeface="Poppins"/>
                <a:cs typeface="Poppins"/>
              </a:defRPr>
            </a:lvl5pPr>
            <a:lvl6pPr>
              <a:defRPr sz="950" b="0">
                <a:solidFill>
                  <a:srgbClr val="14203A"/>
                </a:solidFill>
                <a:latin typeface="Poppins"/>
                <a:ea typeface="Poppins"/>
                <a:cs typeface="Poppins"/>
              </a:defRPr>
            </a:lvl6pPr>
            <a:lvl7pPr>
              <a:defRPr sz="950" b="0">
                <a:solidFill>
                  <a:srgbClr val="14203A"/>
                </a:solidFill>
                <a:latin typeface="Poppins"/>
                <a:ea typeface="Poppins"/>
                <a:cs typeface="Poppins"/>
              </a:defRPr>
            </a:lvl7pPr>
            <a:lvl8pPr>
              <a:defRPr sz="950" b="0">
                <a:solidFill>
                  <a:srgbClr val="14203A"/>
                </a:solidFill>
                <a:latin typeface="Poppins"/>
                <a:ea typeface="Poppins"/>
                <a:cs typeface="Poppins"/>
              </a:defRPr>
            </a:lvl8pPr>
            <a:lvl9pPr>
              <a:defRPr sz="950" b="0">
                <a:solidFill>
                  <a:srgbClr val="14203A"/>
                </a:solidFill>
                <a:latin typeface="Poppins"/>
                <a:ea typeface="Poppins"/>
                <a:cs typeface="Poppins"/>
              </a:defRPr>
            </a:lvl9pPr>
          </a:lstStyle>
          <a:p xmlns:a="http://schemas.openxmlformats.org/drawingml/2006/main">
            <a:pPr>
              <a:defRPr sz="950" b="0">
                <a:solidFill>
                  <a:srgbClr val="14203A"/>
                </a:solidFill>
                <a:latin typeface="Poppins"/>
                <a:ea typeface="Poppins"/>
                <a:cs typeface="Poppins"/>
              </a:defRPr>
            </a:pPr>
            <a:r>
              <a:rPr sz="950" b="0">
                <a:solidFill>
                  <a:srgbClr val="14203A"/>
                </a:solidFill>
                <a:latin typeface="Poppins"/>
                <a:ea typeface="Poppins"/>
                <a:cs typeface="Poppins"/>
              </a:rPr>
              <a:t>Changi West</a:t>
            </a:r>
          </a:p>
        </p:txBody>
      </p:sp>
      <p:sp>
        <p:nvSpPr>
          <p:cNvPr id="1944" name="">
            <a:extLst xmlns:a="http://schemas.openxmlformats.org/drawingml/2006/main">
              <a:ext uri="{FF2B5EF4-FFF2-40B4-BE49-F238E27FC236}">
                <a16:creationId xmlns:a16="http://schemas.microsoft.com/office/drawing/2014/main" id="{F2E3B98D-031C-4816-A8D2-315F08AFDCDB}"/>
              </a:ext>
            </a:extLst>
          </p:cNvPr>
          <p:cNvSpPr>
            <a:spLocks xmlns:a="http://schemas.openxmlformats.org/drawingml/2006/main" noGrp="1"/>
          </p:cNvSpPr>
          <p:nvPr/>
        </p:nvSpPr>
        <p:spPr>
          <a:xfrm xmlns:a="http://schemas.openxmlformats.org/drawingml/2006/main" rot="0">
            <a:off x="9063507" y="5063332"/>
            <a:ext cx="132483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−15.3% · −1.63 taxis</a:t>
            </a:r>
          </a:p>
        </p:txBody>
      </p:sp>
      <p:sp>
        <p:nvSpPr>
          <p:cNvPr id="1945" name="Editable chart path">
            <a:extLst xmlns:a="http://schemas.openxmlformats.org/drawingml/2006/main">
              <a:ext uri="{FF2B5EF4-FFF2-40B4-BE49-F238E27FC236}">
                <a16:creationId xmlns:a16="http://schemas.microsoft.com/office/drawing/2014/main" id="{32C41873-7C0C-49BC-96E5-6E02849CA054}"/>
              </a:ext>
            </a:extLst>
          </p:cNvPr>
          <p:cNvSpPr>
            <a:spLocks xmlns:a="http://schemas.openxmlformats.org/drawingml/2006/main" noGrp="1"/>
          </p:cNvSpPr>
          <p:nvPr/>
        </p:nvSpPr>
        <p:spPr>
          <a:xfrm xmlns:a="http://schemas.openxmlformats.org/drawingml/2006/main">
            <a:off x="6433820" y="4915641"/>
            <a:ext cx="2219960" cy="72942"/>
          </a:xfrm>
          <a:custGeom xmlns:a="http://schemas.openxmlformats.org/drawingml/2006/main">
            <a:pathLst>
              <a:path w="2397557" h="78778">
                <a:moveTo>
                  <a:pt x="0" y="78778"/>
                </a:moveTo>
                <a:lnTo>
                  <a:pt x="2397557" y="78778"/>
                </a:lnTo>
                <a:lnTo>
                  <a:pt x="2397557" y="0"/>
                </a:lnTo>
                <a:lnTo>
                  <a:pt x="0" y="0"/>
                </a:lnTo>
                <a:close/>
              </a:path>
            </a:pathLst>
          </a:custGeom>
          <a:solidFill xmlns:a="http://schemas.openxmlformats.org/drawingml/2006/main">
            <a:srgbClr val="FBFCFE"/>
          </a:solidFill>
          <a:ln xmlns:a="http://schemas.openxmlformats.org/drawingml/2006/main" w="0">
            <a:noFill/>
            <a:prstDash val="solid"/>
          </a:ln>
        </p:spPr>
      </p:sp>
      <p:pic>
        <p:nvPicPr>
          <p:cNvPr id="1946" name="">
            <a:extLst xmlns:a="http://schemas.openxmlformats.org/drawingml/2006/main">
              <a:ext uri="{FF2B5EF4-FFF2-40B4-BE49-F238E27FC236}">
                <a16:creationId xmlns:a16="http://schemas.microsoft.com/office/drawing/2014/main" id="{E354C48F-5E94-4F2C-9E57-D084805CB892}"/>
              </a:ext>
            </a:extLst>
          </p:cNvPr>
          <p:cNvPicPr>
            <a:picLocks xmlns:a="http://schemas.openxmlformats.org/drawingml/2006/main" noChangeAspect="1"/>
          </p:cNvPicPr>
          <p:nvPr/>
        </p:nvPicPr>
        <p:blipFill>
          <a:blip xmlns:r="http://schemas.openxmlformats.org/officeDocument/2006/relationships" xmlns:a="http://schemas.openxmlformats.org/drawingml/2006/main" r:embed="R97769c2f80c840f5"/>
          <a:stretch xmlns:a="http://schemas.openxmlformats.org/drawingml/2006/main"/>
        </p:blipFill>
        <p:spPr>
          <a:xfrm xmlns:a="http://schemas.openxmlformats.org/drawingml/2006/main" flipH="0" flipV="1">
            <a:off x="6432550" y="4915495"/>
            <a:ext cx="2222500" cy="73025"/>
          </a:xfrm>
          <a:prstGeom xmlns:a="http://schemas.openxmlformats.org/drawingml/2006/main" prst="rect">
            <a:avLst/>
          </a:prstGeom>
        </p:spPr>
      </p:pic>
      <p:sp>
        <p:nvSpPr>
          <p:cNvPr id="1947" name="">
            <a:extLst xmlns:a="http://schemas.openxmlformats.org/drawingml/2006/main">
              <a:ext uri="{FF2B5EF4-FFF2-40B4-BE49-F238E27FC236}">
                <a16:creationId xmlns:a16="http://schemas.microsoft.com/office/drawing/2014/main" id="{29CE14BE-6C32-4F4F-ABDF-FD255691FAF4}"/>
              </a:ext>
            </a:extLst>
          </p:cNvPr>
          <p:cNvSpPr>
            <a:spLocks xmlns:a="http://schemas.openxmlformats.org/drawingml/2006/main" noGrp="1"/>
          </p:cNvSpPr>
          <p:nvPr/>
        </p:nvSpPr>
        <p:spPr>
          <a:xfrm xmlns:a="http://schemas.openxmlformats.org/drawingml/2006/main" rot="0">
            <a:off x="6305233" y="5032681"/>
            <a:ext cx="25717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1948" name="">
            <a:extLst xmlns:a="http://schemas.openxmlformats.org/drawingml/2006/main">
              <a:ext uri="{FF2B5EF4-FFF2-40B4-BE49-F238E27FC236}">
                <a16:creationId xmlns:a16="http://schemas.microsoft.com/office/drawing/2014/main" id="{0CE30942-2DA3-460E-94F9-B5F398EDD0F7}"/>
              </a:ext>
            </a:extLst>
          </p:cNvPr>
          <p:cNvSpPr>
            <a:spLocks xmlns:a="http://schemas.openxmlformats.org/drawingml/2006/main" noGrp="1"/>
          </p:cNvSpPr>
          <p:nvPr/>
        </p:nvSpPr>
        <p:spPr>
          <a:xfrm xmlns:a="http://schemas.openxmlformats.org/drawingml/2006/main" rot="0">
            <a:off x="6863985" y="5032681"/>
            <a:ext cx="24965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1949" name="">
            <a:extLst xmlns:a="http://schemas.openxmlformats.org/drawingml/2006/main">
              <a:ext uri="{FF2B5EF4-FFF2-40B4-BE49-F238E27FC236}">
                <a16:creationId xmlns:a16="http://schemas.microsoft.com/office/drawing/2014/main" id="{28E640CE-3272-4C1D-94AA-123B6D08B358}"/>
              </a:ext>
            </a:extLst>
          </p:cNvPr>
          <p:cNvSpPr>
            <a:spLocks xmlns:a="http://schemas.openxmlformats.org/drawingml/2006/main" noGrp="1"/>
          </p:cNvSpPr>
          <p:nvPr/>
        </p:nvSpPr>
        <p:spPr>
          <a:xfrm xmlns:a="http://schemas.openxmlformats.org/drawingml/2006/main" rot="0">
            <a:off x="7497604" y="5032681"/>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950" name="">
            <a:extLst xmlns:a="http://schemas.openxmlformats.org/drawingml/2006/main">
              <a:ext uri="{FF2B5EF4-FFF2-40B4-BE49-F238E27FC236}">
                <a16:creationId xmlns:a16="http://schemas.microsoft.com/office/drawing/2014/main" id="{3C1CB543-2B59-42E1-9189-B1517166EC42}"/>
              </a:ext>
            </a:extLst>
          </p:cNvPr>
          <p:cNvSpPr>
            <a:spLocks xmlns:a="http://schemas.openxmlformats.org/drawingml/2006/main" noGrp="1"/>
          </p:cNvSpPr>
          <p:nvPr/>
        </p:nvSpPr>
        <p:spPr>
          <a:xfrm xmlns:a="http://schemas.openxmlformats.org/drawingml/2006/main" rot="0">
            <a:off x="8012446" y="5032681"/>
            <a:ext cx="17268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1951" name="">
            <a:extLst xmlns:a="http://schemas.openxmlformats.org/drawingml/2006/main">
              <a:ext uri="{FF2B5EF4-FFF2-40B4-BE49-F238E27FC236}">
                <a16:creationId xmlns:a16="http://schemas.microsoft.com/office/drawing/2014/main" id="{8420751C-BA94-41D0-B622-5022E40D6C1E}"/>
              </a:ext>
            </a:extLst>
          </p:cNvPr>
          <p:cNvSpPr>
            <a:spLocks xmlns:a="http://schemas.openxmlformats.org/drawingml/2006/main" noGrp="1"/>
          </p:cNvSpPr>
          <p:nvPr/>
        </p:nvSpPr>
        <p:spPr>
          <a:xfrm xmlns:a="http://schemas.openxmlformats.org/drawingml/2006/main" rot="0">
            <a:off x="8563673" y="5032681"/>
            <a:ext cx="18021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1952" name="">
            <a:extLst xmlns:a="http://schemas.openxmlformats.org/drawingml/2006/main">
              <a:ext uri="{FF2B5EF4-FFF2-40B4-BE49-F238E27FC236}">
                <a16:creationId xmlns:a16="http://schemas.microsoft.com/office/drawing/2014/main" id="{12C8EF87-6778-4E5D-882D-05C445BEAFAD}"/>
              </a:ext>
            </a:extLst>
          </p:cNvPr>
          <p:cNvSpPr>
            <a:spLocks xmlns:a="http://schemas.openxmlformats.org/drawingml/2006/main" noGrp="1"/>
          </p:cNvSpPr>
          <p:nvPr/>
        </p:nvSpPr>
        <p:spPr>
          <a:xfrm xmlns:a="http://schemas.openxmlformats.org/drawingml/2006/main" rot="0">
            <a:off x="6681073" y="5298816"/>
            <a:ext cx="1725454"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 vacant taxis vs normal</a:t>
            </a:r>
          </a:p>
        </p:txBody>
      </p:sp>
      <p:sp>
        <p:nvSpPr>
          <p:cNvPr id="1953" name="">
            <a:extLst xmlns:a="http://schemas.openxmlformats.org/drawingml/2006/main">
              <a:ext uri="{FF2B5EF4-FFF2-40B4-BE49-F238E27FC236}">
                <a16:creationId xmlns:a16="http://schemas.microsoft.com/office/drawing/2014/main" id="{2A7F1AE2-E4FA-46FC-81FC-6D5E7A4EBD77}"/>
              </a:ext>
            </a:extLst>
          </p:cNvPr>
          <p:cNvSpPr>
            <a:spLocks xmlns:a="http://schemas.openxmlformats.org/drawingml/2006/main" noGrp="1"/>
          </p:cNvSpPr>
          <p:nvPr/>
        </p:nvSpPr>
        <p:spPr>
          <a:xfrm xmlns:a="http://schemas.openxmlformats.org/drawingml/2006/main" rot="0">
            <a:off x="1385824" y="2271546"/>
            <a:ext cx="105737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Absolute count</a:t>
            </a:r>
          </a:p>
        </p:txBody>
      </p:sp>
      <p:sp>
        <p:nvSpPr>
          <p:cNvPr id="1954" name="">
            <a:extLst xmlns:a="http://schemas.openxmlformats.org/drawingml/2006/main">
              <a:ext uri="{FF2B5EF4-FFF2-40B4-BE49-F238E27FC236}">
                <a16:creationId xmlns:a16="http://schemas.microsoft.com/office/drawing/2014/main" id="{F2558565-A699-47E8-9420-045C6DF94BBD}"/>
              </a:ext>
            </a:extLst>
          </p:cNvPr>
          <p:cNvSpPr>
            <a:spLocks xmlns:a="http://schemas.openxmlformats.org/drawingml/2006/main" noGrp="1"/>
          </p:cNvSpPr>
          <p:nvPr/>
        </p:nvSpPr>
        <p:spPr>
          <a:xfrm xmlns:a="http://schemas.openxmlformats.org/drawingml/2006/main" rot="0">
            <a:off x="6211824" y="2271546"/>
            <a:ext cx="103851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Citywide share</a:t>
            </a:r>
          </a:p>
        </p:txBody>
      </p:sp>
    </p:spTree>
    <p:extLst>
      <p:ext uri="{BB962C8B-B14F-4D97-AF65-F5344CB8AC3E}">
        <p14:creationId xmlns:p14="http://schemas.microsoft.com/office/powerpoint/2010/main" val="1575793461"/>
      </p:ext>
    </p:extLst>
  </p:cSld>
</p:sld>
</file>

<file path=ppt/slides/slide11.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C334160D-8412-41C1-92AE-226279891762}"/>
              </a:ext>
            </a:extLst>
          </p:cNvPr>
          <p:cNvSpPr>
            <a:spLocks xmlns:a="http://schemas.openxmlformats.org/drawingml/2006/main" noGrp="1"/>
          </p:cNvSpPr>
          <p:nvPr/>
        </p:nvSpPr>
        <p:spPr>
          <a:xfrm xmlns:a="http://schemas.openxmlformats.org/drawingml/2006/main">
            <a:off x="812800" y="812800"/>
            <a:ext cx="3069580"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Q2 · WHERE · RANKED HOTSPOTS</a:t>
            </a:r>
            <a:endParaRPr sz="1200"/>
          </a:p>
        </p:txBody>
      </p:sp>
      <p:sp>
        <p:nvSpPr>
          <p:cNvPr id="3" name="Text 1">
            <a:extLst xmlns:a="http://schemas.openxmlformats.org/drawingml/2006/main">
              <a:ext uri="{FF2B5EF4-FFF2-40B4-BE49-F238E27FC236}">
                <a16:creationId xmlns:a16="http://schemas.microsoft.com/office/drawing/2014/main" id="{EAD6DAC2-1F3F-4AB1-B225-2C1A1D800674}"/>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CHANGI LOSES MOST TAXIS, THE CBD MOST SHARE</a:t>
            </a:r>
            <a:endParaRPr sz="4000"/>
          </a:p>
        </p:txBody>
      </p:sp>
      <p:sp>
        <p:nvSpPr>
          <p:cNvPr id="4" name="Shape 2">
            <a:extLst xmlns:a="http://schemas.openxmlformats.org/drawingml/2006/main">
              <a:ext uri="{FF2B5EF4-FFF2-40B4-BE49-F238E27FC236}">
                <a16:creationId xmlns:a16="http://schemas.microsoft.com/office/drawing/2014/main" id="{AFD5B658-1245-4208-B616-A47FECBB56B8}"/>
              </a:ext>
            </a:extLst>
          </p:cNvPr>
          <p:cNvSpPr>
            <a:spLocks xmlns:a="http://schemas.openxmlformats.org/drawingml/2006/main" noGrp="1"/>
          </p:cNvSpPr>
          <p:nvPr/>
        </p:nvSpPr>
        <p:spPr>
          <a:xfrm xmlns:a="http://schemas.openxmlformats.org/drawingml/2006/main">
            <a:off x="812800" y="2004020"/>
            <a:ext cx="6718300" cy="3810000"/>
          </a:xfrm>
          <a:prstGeom xmlns:a="http://schemas.openxmlformats.org/drawingml/2006/main" prst="roundRect">
            <a:avLst>
              <a:gd name="adj" fmla="val 4333"/>
            </a:avLst>
          </a:prstGeom>
          <a:solidFill xmlns:a="http://schemas.openxmlformats.org/drawingml/2006/main">
            <a:srgbClr val="FBFCFE"/>
          </a:solidFill>
        </p:spPr>
      </p:sp>
      <p:sp>
        <p:nvSpPr>
          <p:cNvPr id="6" name="Text 3">
            <a:extLst xmlns:a="http://schemas.openxmlformats.org/drawingml/2006/main">
              <a:ext uri="{FF2B5EF4-FFF2-40B4-BE49-F238E27FC236}">
                <a16:creationId xmlns:a16="http://schemas.microsoft.com/office/drawing/2014/main" id="{31658F3E-FAEB-425B-9E67-E726494B24A0}"/>
              </a:ext>
            </a:extLst>
          </p:cNvPr>
          <p:cNvSpPr>
            <a:spLocks xmlns:a="http://schemas.openxmlformats.org/drawingml/2006/main" noGrp="1"/>
          </p:cNvSpPr>
          <p:nvPr/>
        </p:nvSpPr>
        <p:spPr>
          <a:xfrm xmlns:a="http://schemas.openxmlformats.org/drawingml/2006/main">
            <a:off x="7785100" y="2317204"/>
            <a:ext cx="3701923"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spc="100">
                <a:solidFill>
                  <a:srgbClr val="2C5EAA"/>
                </a:solidFill>
                <a:latin typeface="Poppins"/>
                <a:ea typeface="Poppins"/>
                <a:cs typeface="Poppins"/>
              </a:rPr>
              <a:t>MOST TAXIS LOST</a:t>
            </a:r>
            <a:endParaRPr sz="1200"/>
          </a:p>
        </p:txBody>
      </p:sp>
      <p:sp>
        <p:nvSpPr>
          <p:cNvPr id="7" name="Text 4">
            <a:extLst xmlns:a="http://schemas.openxmlformats.org/drawingml/2006/main">
              <a:ext uri="{FF2B5EF4-FFF2-40B4-BE49-F238E27FC236}">
                <a16:creationId xmlns:a16="http://schemas.microsoft.com/office/drawing/2014/main" id="{5D7AB124-F76C-40E9-BC32-1F88282C1D23}"/>
              </a:ext>
            </a:extLst>
          </p:cNvPr>
          <p:cNvSpPr>
            <a:spLocks xmlns:a="http://schemas.openxmlformats.org/drawingml/2006/main" noGrp="1"/>
          </p:cNvSpPr>
          <p:nvPr/>
        </p:nvSpPr>
        <p:spPr>
          <a:xfrm xmlns:a="http://schemas.openxmlformats.org/drawingml/2006/main">
            <a:off x="7785100" y="2581325"/>
            <a:ext cx="3701923"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780"/>
              </a:lnSpc>
              <a:buNone/>
            </a:pPr>
            <a:r>
              <a:rPr sz="3600">
                <a:solidFill>
                  <a:srgbClr val="14295B"/>
                </a:solidFill>
                <a:latin typeface="Anton"/>
                <a:ea typeface="Anton"/>
                <a:cs typeface="Anton"/>
              </a:rPr>
              <a:t>Changi</a:t>
            </a:r>
            <a:endParaRPr sz="3600"/>
          </a:p>
        </p:txBody>
      </p:sp>
      <p:sp>
        <p:nvSpPr>
          <p:cNvPr id="8" name="Text 5">
            <a:extLst xmlns:a="http://schemas.openxmlformats.org/drawingml/2006/main">
              <a:ext uri="{FF2B5EF4-FFF2-40B4-BE49-F238E27FC236}">
                <a16:creationId xmlns:a16="http://schemas.microsoft.com/office/drawing/2014/main" id="{72F442FE-ADAD-4F6E-B2DF-BC686A558D95}"/>
              </a:ext>
            </a:extLst>
          </p:cNvPr>
          <p:cNvSpPr>
            <a:spLocks xmlns:a="http://schemas.openxmlformats.org/drawingml/2006/main" noGrp="1"/>
          </p:cNvSpPr>
          <p:nvPr/>
        </p:nvSpPr>
        <p:spPr>
          <a:xfrm xmlns:a="http://schemas.openxmlformats.org/drawingml/2006/main">
            <a:off x="7785100" y="3112145"/>
            <a:ext cx="3701923" cy="74543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890"/>
              </a:lnSpc>
              <a:buNone/>
            </a:pPr>
            <a:r>
              <a:rPr sz="1400">
                <a:solidFill>
                  <a:srgbClr val="14203A"/>
                </a:solidFill>
                <a:latin typeface="Poppins"/>
                <a:ea typeface="Poppins"/>
                <a:cs typeface="Poppins"/>
              </a:rPr>
              <a:t>About 7 fewer taxis per half-hour at each terminal: −8.5% and −15.9% of expected supply.</a:t>
            </a:r>
            <a:endParaRPr sz="1400"/>
          </a:p>
        </p:txBody>
      </p:sp>
      <p:sp>
        <p:nvSpPr>
          <p:cNvPr id="9" name="Shape 6">
            <a:extLst xmlns:a="http://schemas.openxmlformats.org/drawingml/2006/main">
              <a:ext uri="{FF2B5EF4-FFF2-40B4-BE49-F238E27FC236}">
                <a16:creationId xmlns:a16="http://schemas.microsoft.com/office/drawing/2014/main" id="{77080566-9987-4219-B89E-ED9757D7D710}"/>
              </a:ext>
            </a:extLst>
          </p:cNvPr>
          <p:cNvSpPr>
            <a:spLocks xmlns:a="http://schemas.openxmlformats.org/drawingml/2006/main" noGrp="1"/>
          </p:cNvSpPr>
          <p:nvPr/>
        </p:nvSpPr>
        <p:spPr>
          <a:xfrm xmlns:a="http://schemas.openxmlformats.org/drawingml/2006/main">
            <a:off x="7785100" y="4041725"/>
            <a:ext cx="3594100" cy="0"/>
          </a:xfrm>
          <a:prstGeom xmlns:a="http://schemas.openxmlformats.org/drawingml/2006/main" prst="line">
            <a:avLst/>
          </a:prstGeom>
          <a:noFill xmlns:a="http://schemas.openxmlformats.org/drawingml/2006/main"/>
          <a:ln xmlns:a="http://schemas.openxmlformats.org/drawingml/2006/main" w="12700">
            <a:solidFill>
              <a:srgbClr val="CBD6E8"/>
            </a:solidFill>
            <a:prstDash val="solid"/>
          </a:ln>
        </p:spPr>
      </p:sp>
      <p:sp>
        <p:nvSpPr>
          <p:cNvPr id="10" name="Text 7">
            <a:extLst xmlns:a="http://schemas.openxmlformats.org/drawingml/2006/main">
              <a:ext uri="{FF2B5EF4-FFF2-40B4-BE49-F238E27FC236}">
                <a16:creationId xmlns:a16="http://schemas.microsoft.com/office/drawing/2014/main" id="{FD26AB1E-4321-4D99-91B9-02E2D4D48C98}"/>
              </a:ext>
            </a:extLst>
          </p:cNvPr>
          <p:cNvSpPr>
            <a:spLocks xmlns:a="http://schemas.openxmlformats.org/drawingml/2006/main" noGrp="1"/>
          </p:cNvSpPr>
          <p:nvPr/>
        </p:nvSpPr>
        <p:spPr>
          <a:xfrm xmlns:a="http://schemas.openxmlformats.org/drawingml/2006/main">
            <a:off x="7785100" y="4225875"/>
            <a:ext cx="3701923"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spc="100">
                <a:solidFill>
                  <a:srgbClr val="C0453C"/>
                </a:solidFill>
                <a:latin typeface="Poppins"/>
                <a:ea typeface="Poppins"/>
                <a:cs typeface="Poppins"/>
              </a:rPr>
              <a:t>BIGGEST SHARE LOST</a:t>
            </a:r>
            <a:endParaRPr sz="1200"/>
          </a:p>
        </p:txBody>
      </p:sp>
      <p:sp>
        <p:nvSpPr>
          <p:cNvPr id="11" name="Text 8">
            <a:extLst xmlns:a="http://schemas.openxmlformats.org/drawingml/2006/main">
              <a:ext uri="{FF2B5EF4-FFF2-40B4-BE49-F238E27FC236}">
                <a16:creationId xmlns:a16="http://schemas.microsoft.com/office/drawing/2014/main" id="{82331471-88D9-4CFB-A0A6-8CE0F76340C9}"/>
              </a:ext>
            </a:extLst>
          </p:cNvPr>
          <p:cNvSpPr>
            <a:spLocks xmlns:a="http://schemas.openxmlformats.org/drawingml/2006/main" noGrp="1"/>
          </p:cNvSpPr>
          <p:nvPr/>
        </p:nvSpPr>
        <p:spPr>
          <a:xfrm xmlns:a="http://schemas.openxmlformats.org/drawingml/2006/main">
            <a:off x="7785100" y="4489996"/>
            <a:ext cx="3701923"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3780"/>
              </a:lnSpc>
              <a:buNone/>
            </a:pPr>
            <a:r>
              <a:rPr sz="3600">
                <a:solidFill>
                  <a:srgbClr val="C0453C"/>
                </a:solidFill>
                <a:latin typeface="Anton"/>
                <a:ea typeface="Anton"/>
                <a:cs typeface="Anton"/>
              </a:rPr>
              <a:t>The CBD</a:t>
            </a:r>
            <a:endParaRPr sz="3600"/>
          </a:p>
        </p:txBody>
      </p:sp>
      <p:sp>
        <p:nvSpPr>
          <p:cNvPr id="12" name="Text 9">
            <a:extLst xmlns:a="http://schemas.openxmlformats.org/drawingml/2006/main">
              <a:ext uri="{FF2B5EF4-FFF2-40B4-BE49-F238E27FC236}">
                <a16:creationId xmlns:a16="http://schemas.microsoft.com/office/drawing/2014/main" id="{34140FB6-1DC1-44DE-A0C1-9FC8AB82436A}"/>
              </a:ext>
            </a:extLst>
          </p:cNvPr>
          <p:cNvSpPr>
            <a:spLocks xmlns:a="http://schemas.openxmlformats.org/drawingml/2006/main" noGrp="1"/>
          </p:cNvSpPr>
          <p:nvPr/>
        </p:nvSpPr>
        <p:spPr>
          <a:xfrm xmlns:a="http://schemas.openxmlformats.org/drawingml/2006/main">
            <a:off x="7785100" y="5020816"/>
            <a:ext cx="3701923"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890"/>
              </a:lnSpc>
              <a:buNone/>
            </a:pPr>
            <a:r>
              <a:rPr sz="1400">
                <a:solidFill>
                  <a:srgbClr val="14203A"/>
                </a:solidFill>
                <a:latin typeface="Poppins"/>
                <a:ea typeface="Poppins"/>
                <a:cs typeface="Poppins"/>
              </a:rPr>
              <a:t>Share changes: Bayfront −26.4%, Dhoby Ghaut −25.5%, Raffles Place −21.1%.</a:t>
            </a:r>
            <a:endParaRPr sz="1400"/>
          </a:p>
        </p:txBody>
      </p:sp>
      <p:sp>
        <p:nvSpPr>
          <p:cNvPr id="13" name="Text 10">
            <a:extLst xmlns:a="http://schemas.openxmlformats.org/drawingml/2006/main">
              <a:ext uri="{FF2B5EF4-FFF2-40B4-BE49-F238E27FC236}">
                <a16:creationId xmlns:a16="http://schemas.microsoft.com/office/drawing/2014/main" id="{AE9755DA-0882-4A4B-A045-19E98E6762B0}"/>
              </a:ext>
            </a:extLst>
          </p:cNvPr>
          <p:cNvSpPr>
            <a:spLocks xmlns:a="http://schemas.openxmlformats.org/drawingml/2006/main" noGrp="1"/>
          </p:cNvSpPr>
          <p:nvPr/>
        </p:nvSpPr>
        <p:spPr>
          <a:xfrm xmlns:a="http://schemas.openxmlformats.org/drawingml/2006/main">
            <a:off x="812800" y="6248400"/>
            <a:ext cx="8816519"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Vacant taxis lost per heavy-rain half-hour vs no-rain expectation · </a:t>
            </a:r>
            <a:r>
              <a:rPr sz="1200">
                <a:solidFill>
                  <a:srgbClr val="5A6683"/>
                </a:solidFill>
                <a:latin typeface="Poppins"/>
                <a:ea typeface="Poppins"/>
                <a:cs typeface="Poppins"/>
              </a:rPr>
              <a:t>red bars</a:t>
            </a:r>
            <a:r>
              <a:rPr sz="1200">
                <a:solidFill>
                  <a:srgbClr val="5A6683"/>
                </a:solidFill>
                <a:latin typeface="Poppins"/>
                <a:ea typeface="Poppins"/>
                <a:cs typeface="Poppins"/>
              </a:rPr>
              <a:t> = CBD and fringe</a:t>
            </a:r>
            <a:endParaRPr sz="1200"/>
          </a:p>
        </p:txBody>
      </p:sp>
      <p:sp>
        <p:nvSpPr>
          <p:cNvPr id="14" name="Text 11">
            <a:extLst xmlns:a="http://schemas.openxmlformats.org/drawingml/2006/main">
              <a:ext uri="{FF2B5EF4-FFF2-40B4-BE49-F238E27FC236}">
                <a16:creationId xmlns:a16="http://schemas.microsoft.com/office/drawing/2014/main" id="{F4C5EB77-78A2-409C-BB41-E0CCAF41F79F}"/>
              </a:ext>
            </a:extLst>
          </p:cNvPr>
          <p:cNvSpPr>
            <a:spLocks xmlns:a="http://schemas.openxmlformats.org/drawingml/2006/main" noGrp="1"/>
          </p:cNvSpPr>
          <p:nvPr/>
        </p:nvSpPr>
        <p:spPr>
          <a:xfrm xmlns:a="http://schemas.openxmlformats.org/drawingml/2006/main">
            <a:off x="11230818" y="6248400"/>
            <a:ext cx="148382"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11</a:t>
            </a:r>
            <a:endParaRPr sz="1200"/>
          </a:p>
        </p:txBody>
      </p:sp>
      <p:sp>
        <p:nvSpPr>
          <p:cNvPr id="15" name="Editable chart path">
            <a:extLst xmlns:a="http://schemas.openxmlformats.org/drawingml/2006/main">
              <a:ext uri="{FF2B5EF4-FFF2-40B4-BE49-F238E27FC236}">
                <a16:creationId xmlns:a16="http://schemas.microsoft.com/office/drawing/2014/main" id="{367F50A6-84C1-46D8-95CC-59A72C8C371E}"/>
              </a:ext>
            </a:extLst>
          </p:cNvPr>
          <p:cNvSpPr>
            <a:spLocks xmlns:a="http://schemas.openxmlformats.org/drawingml/2006/main" noGrp="1"/>
          </p:cNvSpPr>
          <p:nvPr/>
        </p:nvSpPr>
        <p:spPr>
          <a:xfrm xmlns:a="http://schemas.openxmlformats.org/drawingml/2006/main">
            <a:off x="965200" y="2156420"/>
            <a:ext cx="6413500" cy="3505200"/>
          </a:xfrm>
          <a:custGeom xmlns:a="http://schemas.openxmlformats.org/drawingml/2006/main">
            <a:pathLst>
              <a:path w="6926580" h="3785616">
                <a:moveTo>
                  <a:pt x="0" y="3785616"/>
                </a:moveTo>
                <a:lnTo>
                  <a:pt x="6926580" y="3785616"/>
                </a:lnTo>
                <a:lnTo>
                  <a:pt x="6926580" y="0"/>
                </a:lnTo>
                <a:lnTo>
                  <a:pt x="0" y="0"/>
                </a:lnTo>
                <a:close/>
              </a:path>
            </a:pathLst>
          </a:custGeom>
          <a:solidFill xmlns:a="http://schemas.openxmlformats.org/drawingml/2006/main">
            <a:srgbClr val="FBFCFE"/>
          </a:solidFill>
          <a:ln xmlns:a="http://schemas.openxmlformats.org/drawingml/2006/main" w="0">
            <a:noFill/>
            <a:prstDash val="solid"/>
          </a:ln>
        </p:spPr>
      </p:sp>
      <p:sp>
        <p:nvSpPr>
          <p:cNvPr id="16" name="Editable chart path">
            <a:extLst xmlns:a="http://schemas.openxmlformats.org/drawingml/2006/main">
              <a:ext uri="{FF2B5EF4-FFF2-40B4-BE49-F238E27FC236}">
                <a16:creationId xmlns:a16="http://schemas.microsoft.com/office/drawing/2014/main" id="{7B820552-39C7-4BFD-981E-F9F17EE1E0CE}"/>
              </a:ext>
            </a:extLst>
          </p:cNvPr>
          <p:cNvSpPr>
            <a:spLocks xmlns:a="http://schemas.openxmlformats.org/drawingml/2006/main" noGrp="1"/>
          </p:cNvSpPr>
          <p:nvPr/>
        </p:nvSpPr>
        <p:spPr>
          <a:xfrm xmlns:a="http://schemas.openxmlformats.org/drawingml/2006/main">
            <a:off x="2696845" y="2296628"/>
            <a:ext cx="4489450" cy="2804160"/>
          </a:xfrm>
          <a:custGeom xmlns:a="http://schemas.openxmlformats.org/drawingml/2006/main">
            <a:pathLst>
              <a:path w="4848606" h="3028493">
                <a:moveTo>
                  <a:pt x="0" y="3028493"/>
                </a:moveTo>
                <a:lnTo>
                  <a:pt x="4848606" y="3028493"/>
                </a:lnTo>
                <a:lnTo>
                  <a:pt x="4848606" y="0"/>
                </a:lnTo>
                <a:lnTo>
                  <a:pt x="0" y="0"/>
                </a:lnTo>
                <a:close/>
              </a:path>
            </a:pathLst>
          </a:custGeom>
          <a:solidFill xmlns:a="http://schemas.openxmlformats.org/drawingml/2006/main">
            <a:srgbClr val="FBFCFE"/>
          </a:solidFill>
          <a:ln xmlns:a="http://schemas.openxmlformats.org/drawingml/2006/main" w="0">
            <a:noFill/>
            <a:prstDash val="solid"/>
          </a:ln>
        </p:spPr>
      </p:sp>
      <p:sp>
        <p:nvSpPr>
          <p:cNvPr id="17" name="">
            <a:extLst xmlns:a="http://schemas.openxmlformats.org/drawingml/2006/main">
              <a:ext uri="{FF2B5EF4-FFF2-40B4-BE49-F238E27FC236}">
                <a16:creationId xmlns:a16="http://schemas.microsoft.com/office/drawing/2014/main" id="{3A6D4B4A-ACC7-4906-9CEC-D43630F1B87D}"/>
              </a:ext>
            </a:extLst>
          </p:cNvPr>
          <p:cNvSpPr>
            <a:spLocks xmlns:a="http://schemas.openxmlformats.org/drawingml/2006/main" noGrp="1"/>
          </p:cNvSpPr>
          <p:nvPr/>
        </p:nvSpPr>
        <p:spPr>
          <a:xfrm xmlns:a="http://schemas.openxmlformats.org/drawingml/2006/main" rot="0">
            <a:off x="2650649" y="5188982"/>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8" name="">
            <a:extLst xmlns:a="http://schemas.openxmlformats.org/drawingml/2006/main">
              <a:ext uri="{FF2B5EF4-FFF2-40B4-BE49-F238E27FC236}">
                <a16:creationId xmlns:a16="http://schemas.microsoft.com/office/drawing/2014/main" id="{AB235B90-8436-47C4-B776-E2C0815D2BD5}"/>
              </a:ext>
            </a:extLst>
          </p:cNvPr>
          <p:cNvSpPr>
            <a:spLocks xmlns:a="http://schemas.openxmlformats.org/drawingml/2006/main" noGrp="1"/>
          </p:cNvSpPr>
          <p:nvPr/>
        </p:nvSpPr>
        <p:spPr>
          <a:xfrm xmlns:a="http://schemas.openxmlformats.org/drawingml/2006/main" rot="0">
            <a:off x="3470580" y="5188982"/>
            <a:ext cx="8505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19" name="">
            <a:extLst xmlns:a="http://schemas.openxmlformats.org/drawingml/2006/main">
              <a:ext uri="{FF2B5EF4-FFF2-40B4-BE49-F238E27FC236}">
                <a16:creationId xmlns:a16="http://schemas.microsoft.com/office/drawing/2014/main" id="{E5A7F9DF-D0E8-4C32-A8D3-99055938C780}"/>
              </a:ext>
            </a:extLst>
          </p:cNvPr>
          <p:cNvSpPr>
            <a:spLocks xmlns:a="http://schemas.openxmlformats.org/drawingml/2006/main" noGrp="1"/>
          </p:cNvSpPr>
          <p:nvPr/>
        </p:nvSpPr>
        <p:spPr>
          <a:xfrm xmlns:a="http://schemas.openxmlformats.org/drawingml/2006/main" rot="0">
            <a:off x="4283081" y="5188982"/>
            <a:ext cx="9258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20" name="">
            <a:extLst xmlns:a="http://schemas.openxmlformats.org/drawingml/2006/main">
              <a:ext uri="{FF2B5EF4-FFF2-40B4-BE49-F238E27FC236}">
                <a16:creationId xmlns:a16="http://schemas.microsoft.com/office/drawing/2014/main" id="{752D6FC5-0ED4-4973-81D6-DD655D9F9AC8}"/>
              </a:ext>
            </a:extLst>
          </p:cNvPr>
          <p:cNvSpPr>
            <a:spLocks xmlns:a="http://schemas.openxmlformats.org/drawingml/2006/main" noGrp="1"/>
          </p:cNvSpPr>
          <p:nvPr/>
        </p:nvSpPr>
        <p:spPr>
          <a:xfrm xmlns:a="http://schemas.openxmlformats.org/drawingml/2006/main" rot="0">
            <a:off x="5098916" y="5188982"/>
            <a:ext cx="9344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21" name="">
            <a:extLst xmlns:a="http://schemas.openxmlformats.org/drawingml/2006/main">
              <a:ext uri="{FF2B5EF4-FFF2-40B4-BE49-F238E27FC236}">
                <a16:creationId xmlns:a16="http://schemas.microsoft.com/office/drawing/2014/main" id="{A45BD1E3-65C8-416C-93AF-9880DE0F4B4D}"/>
              </a:ext>
            </a:extLst>
          </p:cNvPr>
          <p:cNvSpPr>
            <a:spLocks xmlns:a="http://schemas.openxmlformats.org/drawingml/2006/main" noGrp="1"/>
          </p:cNvSpPr>
          <p:nvPr/>
        </p:nvSpPr>
        <p:spPr>
          <a:xfrm xmlns:a="http://schemas.openxmlformats.org/drawingml/2006/main" rot="0">
            <a:off x="5915465" y="5188982"/>
            <a:ext cx="9286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22" name="">
            <a:extLst xmlns:a="http://schemas.openxmlformats.org/drawingml/2006/main">
              <a:ext uri="{FF2B5EF4-FFF2-40B4-BE49-F238E27FC236}">
                <a16:creationId xmlns:a16="http://schemas.microsoft.com/office/drawing/2014/main" id="{055E7B98-33E8-46A8-8BFC-E067149F60A5}"/>
              </a:ext>
            </a:extLst>
          </p:cNvPr>
          <p:cNvSpPr>
            <a:spLocks xmlns:a="http://schemas.openxmlformats.org/drawingml/2006/main" noGrp="1"/>
          </p:cNvSpPr>
          <p:nvPr/>
        </p:nvSpPr>
        <p:spPr>
          <a:xfrm xmlns:a="http://schemas.openxmlformats.org/drawingml/2006/main" rot="0">
            <a:off x="3401282" y="5419840"/>
            <a:ext cx="308057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Fewer vacant taxis per heavy-rain half-hour</a:t>
            </a:r>
          </a:p>
        </p:txBody>
      </p:sp>
      <p:sp>
        <p:nvSpPr>
          <p:cNvPr id="23" name="Editable chart path">
            <a:extLst xmlns:a="http://schemas.openxmlformats.org/drawingml/2006/main">
              <a:ext uri="{FF2B5EF4-FFF2-40B4-BE49-F238E27FC236}">
                <a16:creationId xmlns:a16="http://schemas.microsoft.com/office/drawing/2014/main" id="{6BC55697-93FA-4A65-8226-4CB3068E5AAF}"/>
              </a:ext>
            </a:extLst>
          </p:cNvPr>
          <p:cNvSpPr>
            <a:spLocks xmlns:a="http://schemas.openxmlformats.org/drawingml/2006/main" noGrp="1"/>
          </p:cNvSpPr>
          <p:nvPr/>
        </p:nvSpPr>
        <p:spPr>
          <a:xfrm xmlns:a="http://schemas.openxmlformats.org/drawingml/2006/main">
            <a:off x="2696845" y="2454927"/>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24" name="">
            <a:extLst xmlns:a="http://schemas.openxmlformats.org/drawingml/2006/main">
              <a:ext uri="{FF2B5EF4-FFF2-40B4-BE49-F238E27FC236}">
                <a16:creationId xmlns:a16="http://schemas.microsoft.com/office/drawing/2014/main" id="{E82543DA-8E11-4CBA-83BD-F167BB08AFEC}"/>
              </a:ext>
            </a:extLst>
          </p:cNvPr>
          <p:cNvSpPr>
            <a:spLocks xmlns:a="http://schemas.openxmlformats.org/drawingml/2006/main" noGrp="1"/>
          </p:cNvSpPr>
          <p:nvPr/>
        </p:nvSpPr>
        <p:spPr>
          <a:xfrm xmlns:a="http://schemas.openxmlformats.org/drawingml/2006/main" rot="0">
            <a:off x="1855227" y="2381585"/>
            <a:ext cx="70932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Changi T3</a:t>
            </a:r>
          </a:p>
        </p:txBody>
      </p:sp>
      <p:sp>
        <p:nvSpPr>
          <p:cNvPr id="25" name="Editable chart path">
            <a:extLst xmlns:a="http://schemas.openxmlformats.org/drawingml/2006/main">
              <a:ext uri="{FF2B5EF4-FFF2-40B4-BE49-F238E27FC236}">
                <a16:creationId xmlns:a16="http://schemas.microsoft.com/office/drawing/2014/main" id="{3F22AC71-70BC-4B8E-AAC1-6E4592F544BB}"/>
              </a:ext>
            </a:extLst>
          </p:cNvPr>
          <p:cNvSpPr>
            <a:spLocks xmlns:a="http://schemas.openxmlformats.org/drawingml/2006/main" noGrp="1"/>
          </p:cNvSpPr>
          <p:nvPr/>
        </p:nvSpPr>
        <p:spPr>
          <a:xfrm xmlns:a="http://schemas.openxmlformats.org/drawingml/2006/main">
            <a:off x="2696845" y="2681069"/>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26" name="">
            <a:extLst xmlns:a="http://schemas.openxmlformats.org/drawingml/2006/main">
              <a:ext uri="{FF2B5EF4-FFF2-40B4-BE49-F238E27FC236}">
                <a16:creationId xmlns:a16="http://schemas.microsoft.com/office/drawing/2014/main" id="{512E6E63-4F69-4CC9-B993-2BEF9B52083E}"/>
              </a:ext>
            </a:extLst>
          </p:cNvPr>
          <p:cNvSpPr>
            <a:spLocks xmlns:a="http://schemas.openxmlformats.org/drawingml/2006/main" noGrp="1"/>
          </p:cNvSpPr>
          <p:nvPr/>
        </p:nvSpPr>
        <p:spPr>
          <a:xfrm xmlns:a="http://schemas.openxmlformats.org/drawingml/2006/main" rot="0">
            <a:off x="1355831" y="2607727"/>
            <a:ext cx="120872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Changi T1 / Jewel</a:t>
            </a:r>
          </a:p>
        </p:txBody>
      </p:sp>
      <p:sp>
        <p:nvSpPr>
          <p:cNvPr id="27" name="Editable chart path">
            <a:extLst xmlns:a="http://schemas.openxmlformats.org/drawingml/2006/main">
              <a:ext uri="{FF2B5EF4-FFF2-40B4-BE49-F238E27FC236}">
                <a16:creationId xmlns:a16="http://schemas.microsoft.com/office/drawing/2014/main" id="{9919747F-8B27-43AC-9DFC-F2897D4651B1}"/>
              </a:ext>
            </a:extLst>
          </p:cNvPr>
          <p:cNvSpPr>
            <a:spLocks xmlns:a="http://schemas.openxmlformats.org/drawingml/2006/main" noGrp="1"/>
          </p:cNvSpPr>
          <p:nvPr/>
        </p:nvSpPr>
        <p:spPr>
          <a:xfrm xmlns:a="http://schemas.openxmlformats.org/drawingml/2006/main">
            <a:off x="2696845" y="2907211"/>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28" name="">
            <a:extLst xmlns:a="http://schemas.openxmlformats.org/drawingml/2006/main">
              <a:ext uri="{FF2B5EF4-FFF2-40B4-BE49-F238E27FC236}">
                <a16:creationId xmlns:a16="http://schemas.microsoft.com/office/drawing/2014/main" id="{939AEA11-D877-4E9F-9206-24215883CD8A}"/>
              </a:ext>
            </a:extLst>
          </p:cNvPr>
          <p:cNvSpPr>
            <a:spLocks xmlns:a="http://schemas.openxmlformats.org/drawingml/2006/main" noGrp="1"/>
          </p:cNvSpPr>
          <p:nvPr/>
        </p:nvSpPr>
        <p:spPr>
          <a:xfrm xmlns:a="http://schemas.openxmlformats.org/drawingml/2006/main" rot="0">
            <a:off x="1838844" y="2833869"/>
            <a:ext cx="72571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Lau Pa Sat</a:t>
            </a:r>
          </a:p>
        </p:txBody>
      </p:sp>
      <p:sp>
        <p:nvSpPr>
          <p:cNvPr id="29" name="Editable chart path">
            <a:extLst xmlns:a="http://schemas.openxmlformats.org/drawingml/2006/main">
              <a:ext uri="{FF2B5EF4-FFF2-40B4-BE49-F238E27FC236}">
                <a16:creationId xmlns:a16="http://schemas.microsoft.com/office/drawing/2014/main" id="{581DD113-4407-45B9-B9F8-8663698BF39C}"/>
              </a:ext>
            </a:extLst>
          </p:cNvPr>
          <p:cNvSpPr>
            <a:spLocks xmlns:a="http://schemas.openxmlformats.org/drawingml/2006/main" noGrp="1"/>
          </p:cNvSpPr>
          <p:nvPr/>
        </p:nvSpPr>
        <p:spPr>
          <a:xfrm xmlns:a="http://schemas.openxmlformats.org/drawingml/2006/main">
            <a:off x="2696845" y="3133353"/>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30" name="">
            <a:extLst xmlns:a="http://schemas.openxmlformats.org/drawingml/2006/main">
              <a:ext uri="{FF2B5EF4-FFF2-40B4-BE49-F238E27FC236}">
                <a16:creationId xmlns:a16="http://schemas.microsoft.com/office/drawing/2014/main" id="{E563A062-E473-4092-8244-55B80015BDE6}"/>
              </a:ext>
            </a:extLst>
          </p:cNvPr>
          <p:cNvSpPr>
            <a:spLocks xmlns:a="http://schemas.openxmlformats.org/drawingml/2006/main" noGrp="1"/>
          </p:cNvSpPr>
          <p:nvPr/>
        </p:nvSpPr>
        <p:spPr>
          <a:xfrm xmlns:a="http://schemas.openxmlformats.org/drawingml/2006/main" rot="0">
            <a:off x="1309063" y="3060011"/>
            <a:ext cx="125549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Marina Bay Sands</a:t>
            </a:r>
          </a:p>
        </p:txBody>
      </p:sp>
      <p:sp>
        <p:nvSpPr>
          <p:cNvPr id="31" name="Editable chart path">
            <a:extLst xmlns:a="http://schemas.openxmlformats.org/drawingml/2006/main">
              <a:ext uri="{FF2B5EF4-FFF2-40B4-BE49-F238E27FC236}">
                <a16:creationId xmlns:a16="http://schemas.microsoft.com/office/drawing/2014/main" id="{2D9216F3-7311-4F52-AE9D-479971207EC4}"/>
              </a:ext>
            </a:extLst>
          </p:cNvPr>
          <p:cNvSpPr>
            <a:spLocks xmlns:a="http://schemas.openxmlformats.org/drawingml/2006/main" noGrp="1"/>
          </p:cNvSpPr>
          <p:nvPr/>
        </p:nvSpPr>
        <p:spPr>
          <a:xfrm xmlns:a="http://schemas.openxmlformats.org/drawingml/2006/main">
            <a:off x="2696845" y="3359495"/>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32" name="">
            <a:extLst xmlns:a="http://schemas.openxmlformats.org/drawingml/2006/main">
              <a:ext uri="{FF2B5EF4-FFF2-40B4-BE49-F238E27FC236}">
                <a16:creationId xmlns:a16="http://schemas.microsoft.com/office/drawing/2014/main" id="{48B8BA9B-A95B-421B-BADC-8B42099A40A5}"/>
              </a:ext>
            </a:extLst>
          </p:cNvPr>
          <p:cNvSpPr>
            <a:spLocks xmlns:a="http://schemas.openxmlformats.org/drawingml/2006/main" noGrp="1"/>
          </p:cNvSpPr>
          <p:nvPr/>
        </p:nvSpPr>
        <p:spPr>
          <a:xfrm xmlns:a="http://schemas.openxmlformats.org/drawingml/2006/main" rot="0">
            <a:off x="1639676" y="3286153"/>
            <a:ext cx="92487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Dhoby Ghaut</a:t>
            </a:r>
          </a:p>
        </p:txBody>
      </p:sp>
      <p:sp>
        <p:nvSpPr>
          <p:cNvPr id="33" name="Editable chart path">
            <a:extLst xmlns:a="http://schemas.openxmlformats.org/drawingml/2006/main">
              <a:ext uri="{FF2B5EF4-FFF2-40B4-BE49-F238E27FC236}">
                <a16:creationId xmlns:a16="http://schemas.microsoft.com/office/drawing/2014/main" id="{E328F86C-E275-4B04-8CE8-60BD99AC6D43}"/>
              </a:ext>
            </a:extLst>
          </p:cNvPr>
          <p:cNvSpPr>
            <a:spLocks xmlns:a="http://schemas.openxmlformats.org/drawingml/2006/main" noGrp="1"/>
          </p:cNvSpPr>
          <p:nvPr/>
        </p:nvSpPr>
        <p:spPr>
          <a:xfrm xmlns:a="http://schemas.openxmlformats.org/drawingml/2006/main">
            <a:off x="2696845" y="3585637"/>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34" name="">
            <a:extLst xmlns:a="http://schemas.openxmlformats.org/drawingml/2006/main">
              <a:ext uri="{FF2B5EF4-FFF2-40B4-BE49-F238E27FC236}">
                <a16:creationId xmlns:a16="http://schemas.microsoft.com/office/drawing/2014/main" id="{096FAE02-120D-4938-AB64-58CF4957EBCD}"/>
              </a:ext>
            </a:extLst>
          </p:cNvPr>
          <p:cNvSpPr>
            <a:spLocks xmlns:a="http://schemas.openxmlformats.org/drawingml/2006/main" noGrp="1"/>
          </p:cNvSpPr>
          <p:nvPr/>
        </p:nvSpPr>
        <p:spPr>
          <a:xfrm xmlns:a="http://schemas.openxmlformats.org/drawingml/2006/main" rot="0">
            <a:off x="1917901" y="3512295"/>
            <a:ext cx="64665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Lavender</a:t>
            </a:r>
          </a:p>
        </p:txBody>
      </p:sp>
      <p:sp>
        <p:nvSpPr>
          <p:cNvPr id="35" name="Editable chart path">
            <a:extLst xmlns:a="http://schemas.openxmlformats.org/drawingml/2006/main">
              <a:ext uri="{FF2B5EF4-FFF2-40B4-BE49-F238E27FC236}">
                <a16:creationId xmlns:a16="http://schemas.microsoft.com/office/drawing/2014/main" id="{EBDF59E6-0029-43F0-9891-779F72BEE59D}"/>
              </a:ext>
            </a:extLst>
          </p:cNvPr>
          <p:cNvSpPr>
            <a:spLocks xmlns:a="http://schemas.openxmlformats.org/drawingml/2006/main" noGrp="1"/>
          </p:cNvSpPr>
          <p:nvPr/>
        </p:nvSpPr>
        <p:spPr>
          <a:xfrm xmlns:a="http://schemas.openxmlformats.org/drawingml/2006/main">
            <a:off x="2696845" y="3811779"/>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36" name="">
            <a:extLst xmlns:a="http://schemas.openxmlformats.org/drawingml/2006/main">
              <a:ext uri="{FF2B5EF4-FFF2-40B4-BE49-F238E27FC236}">
                <a16:creationId xmlns:a16="http://schemas.microsoft.com/office/drawing/2014/main" id="{5AB74757-A7E2-45FD-88C4-5FDE4DCFB56E}"/>
              </a:ext>
            </a:extLst>
          </p:cNvPr>
          <p:cNvSpPr>
            <a:spLocks xmlns:a="http://schemas.openxmlformats.org/drawingml/2006/main" noGrp="1"/>
          </p:cNvSpPr>
          <p:nvPr/>
        </p:nvSpPr>
        <p:spPr>
          <a:xfrm xmlns:a="http://schemas.openxmlformats.org/drawingml/2006/main" rot="0">
            <a:off x="2025438" y="3738436"/>
            <a:ext cx="53911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Victoria</a:t>
            </a:r>
          </a:p>
        </p:txBody>
      </p:sp>
      <p:sp>
        <p:nvSpPr>
          <p:cNvPr id="37" name="Editable chart path">
            <a:extLst xmlns:a="http://schemas.openxmlformats.org/drawingml/2006/main">
              <a:ext uri="{FF2B5EF4-FFF2-40B4-BE49-F238E27FC236}">
                <a16:creationId xmlns:a16="http://schemas.microsoft.com/office/drawing/2014/main" id="{899CEDC2-A868-449F-B632-7875ADF531FC}"/>
              </a:ext>
            </a:extLst>
          </p:cNvPr>
          <p:cNvSpPr>
            <a:spLocks xmlns:a="http://schemas.openxmlformats.org/drawingml/2006/main" noGrp="1"/>
          </p:cNvSpPr>
          <p:nvPr/>
        </p:nvSpPr>
        <p:spPr>
          <a:xfrm xmlns:a="http://schemas.openxmlformats.org/drawingml/2006/main">
            <a:off x="2696845" y="4037921"/>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38" name="">
            <a:extLst xmlns:a="http://schemas.openxmlformats.org/drawingml/2006/main">
              <a:ext uri="{FF2B5EF4-FFF2-40B4-BE49-F238E27FC236}">
                <a16:creationId xmlns:a16="http://schemas.microsoft.com/office/drawing/2014/main" id="{975232F2-9395-4C74-8C09-8D27D1703B36}"/>
              </a:ext>
            </a:extLst>
          </p:cNvPr>
          <p:cNvSpPr>
            <a:spLocks xmlns:a="http://schemas.openxmlformats.org/drawingml/2006/main" noGrp="1"/>
          </p:cNvSpPr>
          <p:nvPr/>
        </p:nvSpPr>
        <p:spPr>
          <a:xfrm xmlns:a="http://schemas.openxmlformats.org/drawingml/2006/main" rot="0">
            <a:off x="2184506" y="3964578"/>
            <a:ext cx="38004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Nicoll</a:t>
            </a:r>
          </a:p>
        </p:txBody>
      </p:sp>
      <p:sp>
        <p:nvSpPr>
          <p:cNvPr id="39" name="Editable chart path">
            <a:extLst xmlns:a="http://schemas.openxmlformats.org/drawingml/2006/main">
              <a:ext uri="{FF2B5EF4-FFF2-40B4-BE49-F238E27FC236}">
                <a16:creationId xmlns:a16="http://schemas.microsoft.com/office/drawing/2014/main" id="{7B59A500-C836-4D4A-8EAA-744FAC480FA0}"/>
              </a:ext>
            </a:extLst>
          </p:cNvPr>
          <p:cNvSpPr>
            <a:spLocks xmlns:a="http://schemas.openxmlformats.org/drawingml/2006/main" noGrp="1"/>
          </p:cNvSpPr>
          <p:nvPr/>
        </p:nvSpPr>
        <p:spPr>
          <a:xfrm xmlns:a="http://schemas.openxmlformats.org/drawingml/2006/main">
            <a:off x="2696845" y="4264063"/>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40" name="">
            <a:extLst xmlns:a="http://schemas.openxmlformats.org/drawingml/2006/main">
              <a:ext uri="{FF2B5EF4-FFF2-40B4-BE49-F238E27FC236}">
                <a16:creationId xmlns:a16="http://schemas.microsoft.com/office/drawing/2014/main" id="{C93159A8-FE43-4A1B-AC68-2B6C64DCDD1C}"/>
              </a:ext>
            </a:extLst>
          </p:cNvPr>
          <p:cNvSpPr>
            <a:spLocks xmlns:a="http://schemas.openxmlformats.org/drawingml/2006/main" noGrp="1"/>
          </p:cNvSpPr>
          <p:nvPr/>
        </p:nvSpPr>
        <p:spPr>
          <a:xfrm xmlns:a="http://schemas.openxmlformats.org/drawingml/2006/main" rot="0">
            <a:off x="1991339" y="4190720"/>
            <a:ext cx="57321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City Hall</a:t>
            </a:r>
          </a:p>
        </p:txBody>
      </p:sp>
      <p:sp>
        <p:nvSpPr>
          <p:cNvPr id="41" name="Editable chart path">
            <a:extLst xmlns:a="http://schemas.openxmlformats.org/drawingml/2006/main">
              <a:ext uri="{FF2B5EF4-FFF2-40B4-BE49-F238E27FC236}">
                <a16:creationId xmlns:a16="http://schemas.microsoft.com/office/drawing/2014/main" id="{6B1D0BFE-8644-4EA4-9DDB-88B6F47C852D}"/>
              </a:ext>
            </a:extLst>
          </p:cNvPr>
          <p:cNvSpPr>
            <a:spLocks xmlns:a="http://schemas.openxmlformats.org/drawingml/2006/main" noGrp="1"/>
          </p:cNvSpPr>
          <p:nvPr/>
        </p:nvSpPr>
        <p:spPr>
          <a:xfrm xmlns:a="http://schemas.openxmlformats.org/drawingml/2006/main">
            <a:off x="2696845" y="4490205"/>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42" name="">
            <a:extLst xmlns:a="http://schemas.openxmlformats.org/drawingml/2006/main">
              <a:ext uri="{FF2B5EF4-FFF2-40B4-BE49-F238E27FC236}">
                <a16:creationId xmlns:a16="http://schemas.microsoft.com/office/drawing/2014/main" id="{9F79591C-2BCA-4EC1-BFC8-8392AA1B734E}"/>
              </a:ext>
            </a:extLst>
          </p:cNvPr>
          <p:cNvSpPr>
            <a:spLocks xmlns:a="http://schemas.openxmlformats.org/drawingml/2006/main" noGrp="1"/>
          </p:cNvSpPr>
          <p:nvPr/>
        </p:nvSpPr>
        <p:spPr>
          <a:xfrm xmlns:a="http://schemas.openxmlformats.org/drawingml/2006/main" rot="0">
            <a:off x="1800648" y="4416862"/>
            <a:ext cx="76390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Chinatown</a:t>
            </a:r>
          </a:p>
        </p:txBody>
      </p:sp>
      <p:sp>
        <p:nvSpPr>
          <p:cNvPr id="43" name="Editable chart path">
            <a:extLst xmlns:a="http://schemas.openxmlformats.org/drawingml/2006/main">
              <a:ext uri="{FF2B5EF4-FFF2-40B4-BE49-F238E27FC236}">
                <a16:creationId xmlns:a16="http://schemas.microsoft.com/office/drawing/2014/main" id="{A7100F4D-6BD7-44EC-BB67-658147BA36CF}"/>
              </a:ext>
            </a:extLst>
          </p:cNvPr>
          <p:cNvSpPr>
            <a:spLocks xmlns:a="http://schemas.openxmlformats.org/drawingml/2006/main" noGrp="1"/>
          </p:cNvSpPr>
          <p:nvPr/>
        </p:nvSpPr>
        <p:spPr>
          <a:xfrm xmlns:a="http://schemas.openxmlformats.org/drawingml/2006/main">
            <a:off x="2696845" y="4716347"/>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44" name="">
            <a:extLst xmlns:a="http://schemas.openxmlformats.org/drawingml/2006/main">
              <a:ext uri="{FF2B5EF4-FFF2-40B4-BE49-F238E27FC236}">
                <a16:creationId xmlns:a16="http://schemas.microsoft.com/office/drawing/2014/main" id="{0BA7936F-CD25-4995-B2DE-41916E5CCCC1}"/>
              </a:ext>
            </a:extLst>
          </p:cNvPr>
          <p:cNvSpPr>
            <a:spLocks xmlns:a="http://schemas.openxmlformats.org/drawingml/2006/main" noGrp="1"/>
          </p:cNvSpPr>
          <p:nvPr/>
        </p:nvSpPr>
        <p:spPr>
          <a:xfrm xmlns:a="http://schemas.openxmlformats.org/drawingml/2006/main" rot="0">
            <a:off x="1815888" y="4643004"/>
            <a:ext cx="74866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Farrer Park</a:t>
            </a:r>
          </a:p>
        </p:txBody>
      </p:sp>
      <p:sp>
        <p:nvSpPr>
          <p:cNvPr id="45" name="Editable chart path">
            <a:extLst xmlns:a="http://schemas.openxmlformats.org/drawingml/2006/main">
              <a:ext uri="{FF2B5EF4-FFF2-40B4-BE49-F238E27FC236}">
                <a16:creationId xmlns:a16="http://schemas.microsoft.com/office/drawing/2014/main" id="{C8B38303-587C-4162-BC93-3341187148FC}"/>
              </a:ext>
            </a:extLst>
          </p:cNvPr>
          <p:cNvSpPr>
            <a:spLocks xmlns:a="http://schemas.openxmlformats.org/drawingml/2006/main" noGrp="1"/>
          </p:cNvSpPr>
          <p:nvPr/>
        </p:nvSpPr>
        <p:spPr>
          <a:xfrm xmlns:a="http://schemas.openxmlformats.org/drawingml/2006/main">
            <a:off x="2696845" y="4942489"/>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6174">
            <a:solidFill>
              <a:srgbClr val="E4EAF4"/>
            </a:solidFill>
            <a:prstDash val="solid"/>
          </a:ln>
        </p:spPr>
      </p:sp>
      <p:sp>
        <p:nvSpPr>
          <p:cNvPr id="46" name="">
            <a:extLst xmlns:a="http://schemas.openxmlformats.org/drawingml/2006/main">
              <a:ext uri="{FF2B5EF4-FFF2-40B4-BE49-F238E27FC236}">
                <a16:creationId xmlns:a16="http://schemas.microsoft.com/office/drawing/2014/main" id="{6DDB4565-D6AB-4C40-862E-D1B9A2ECC70A}"/>
              </a:ext>
            </a:extLst>
          </p:cNvPr>
          <p:cNvSpPr>
            <a:spLocks xmlns:a="http://schemas.openxmlformats.org/drawingml/2006/main" noGrp="1"/>
          </p:cNvSpPr>
          <p:nvPr/>
        </p:nvSpPr>
        <p:spPr>
          <a:xfrm xmlns:a="http://schemas.openxmlformats.org/drawingml/2006/main" rot="0">
            <a:off x="1438222" y="4869146"/>
            <a:ext cx="112633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Woodlands East</a:t>
            </a:r>
          </a:p>
        </p:txBody>
      </p:sp>
      <p:sp>
        <p:nvSpPr>
          <p:cNvPr id="47" name="Editable chart path">
            <a:extLst xmlns:a="http://schemas.openxmlformats.org/drawingml/2006/main">
              <a:ext uri="{FF2B5EF4-FFF2-40B4-BE49-F238E27FC236}">
                <a16:creationId xmlns:a16="http://schemas.microsoft.com/office/drawing/2014/main" id="{44A58522-30AF-4D83-9ADB-9E01C1876719}"/>
              </a:ext>
            </a:extLst>
          </p:cNvPr>
          <p:cNvSpPr>
            <a:spLocks xmlns:a="http://schemas.openxmlformats.org/drawingml/2006/main" noGrp="1"/>
          </p:cNvSpPr>
          <p:nvPr/>
        </p:nvSpPr>
        <p:spPr>
          <a:xfrm xmlns:a="http://schemas.openxmlformats.org/drawingml/2006/main">
            <a:off x="2696845" y="5100788"/>
            <a:ext cx="4489450" cy="95"/>
          </a:xfrm>
          <a:custGeom xmlns:a="http://schemas.openxmlformats.org/drawingml/2006/main">
            <a:pathLst>
              <a:path w="4848606" h="95">
                <a:moveTo>
                  <a:pt x="0" y="0"/>
                </a:moveTo>
                <a:lnTo>
                  <a:pt x="4848606" y="0"/>
                </a:lnTo>
              </a:path>
            </a:pathLst>
          </a:custGeom>
          <a:noFill xmlns:a="http://schemas.openxmlformats.org/drawingml/2006/main"/>
          <a:ln xmlns:a="http://schemas.openxmlformats.org/drawingml/2006/main" w="7056">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355FFA9B-91F2-4B68-ABE7-EF10D39A08B2}"/>
              </a:ext>
            </a:extLst>
          </p:cNvPr>
          <p:cNvSpPr>
            <a:spLocks xmlns:a="http://schemas.openxmlformats.org/drawingml/2006/main" noGrp="1"/>
          </p:cNvSpPr>
          <p:nvPr/>
        </p:nvSpPr>
        <p:spPr>
          <a:xfrm xmlns:a="http://schemas.openxmlformats.org/drawingml/2006/main">
            <a:off x="2696845" y="2387085"/>
            <a:ext cx="2889573" cy="135685"/>
          </a:xfrm>
          <a:custGeom xmlns:a="http://schemas.openxmlformats.org/drawingml/2006/main">
            <a:pathLst>
              <a:path w="3120739" h="146540">
                <a:moveTo>
                  <a:pt x="0" y="146540"/>
                </a:moveTo>
                <a:lnTo>
                  <a:pt x="3120739" y="146540"/>
                </a:lnTo>
                <a:lnTo>
                  <a:pt x="3120739" y="0"/>
                </a:lnTo>
                <a:lnTo>
                  <a:pt x="0" y="0"/>
                </a:lnTo>
                <a:close/>
              </a:path>
            </a:pathLst>
          </a:custGeom>
          <a:solidFill xmlns:a="http://schemas.openxmlformats.org/drawingml/2006/main">
            <a:srgbClr val="14295B"/>
          </a:solidFill>
          <a:ln xmlns:a="http://schemas.openxmlformats.org/drawingml/2006/main" w="0">
            <a:noFill/>
            <a:prstDash val="solid"/>
          </a:ln>
        </p:spPr>
      </p:sp>
      <p:sp>
        <p:nvSpPr>
          <p:cNvPr id="49" name="Editable chart path">
            <a:extLst xmlns:a="http://schemas.openxmlformats.org/drawingml/2006/main">
              <a:ext uri="{FF2B5EF4-FFF2-40B4-BE49-F238E27FC236}">
                <a16:creationId xmlns:a16="http://schemas.microsoft.com/office/drawing/2014/main" id="{CC37D517-E824-4AFE-9D28-CE353C685CCC}"/>
              </a:ext>
            </a:extLst>
          </p:cNvPr>
          <p:cNvSpPr>
            <a:spLocks xmlns:a="http://schemas.openxmlformats.org/drawingml/2006/main" noGrp="1"/>
          </p:cNvSpPr>
          <p:nvPr/>
        </p:nvSpPr>
        <p:spPr>
          <a:xfrm xmlns:a="http://schemas.openxmlformats.org/drawingml/2006/main">
            <a:off x="2696845" y="2613227"/>
            <a:ext cx="2799784" cy="135685"/>
          </a:xfrm>
          <a:custGeom xmlns:a="http://schemas.openxmlformats.org/drawingml/2006/main">
            <a:pathLst>
              <a:path w="3023767" h="146540">
                <a:moveTo>
                  <a:pt x="0" y="146540"/>
                </a:moveTo>
                <a:lnTo>
                  <a:pt x="3023767" y="146540"/>
                </a:lnTo>
                <a:lnTo>
                  <a:pt x="3023767" y="0"/>
                </a:lnTo>
                <a:lnTo>
                  <a:pt x="0" y="0"/>
                </a:lnTo>
                <a:close/>
              </a:path>
            </a:pathLst>
          </a:custGeom>
          <a:solidFill xmlns:a="http://schemas.openxmlformats.org/drawingml/2006/main">
            <a:srgbClr val="14295B"/>
          </a:solidFill>
          <a:ln xmlns:a="http://schemas.openxmlformats.org/drawingml/2006/main" w="0">
            <a:noFill/>
            <a:prstDash val="solid"/>
          </a:ln>
        </p:spPr>
      </p:sp>
      <p:sp>
        <p:nvSpPr>
          <p:cNvPr id="50" name="Editable chart path">
            <a:extLst xmlns:a="http://schemas.openxmlformats.org/drawingml/2006/main">
              <a:ext uri="{FF2B5EF4-FFF2-40B4-BE49-F238E27FC236}">
                <a16:creationId xmlns:a16="http://schemas.microsoft.com/office/drawing/2014/main" id="{21CCE427-A04A-4B79-A6B7-9560A829F75D}"/>
              </a:ext>
            </a:extLst>
          </p:cNvPr>
          <p:cNvSpPr>
            <a:spLocks xmlns:a="http://schemas.openxmlformats.org/drawingml/2006/main" noGrp="1"/>
          </p:cNvSpPr>
          <p:nvPr/>
        </p:nvSpPr>
        <p:spPr>
          <a:xfrm xmlns:a="http://schemas.openxmlformats.org/drawingml/2006/main">
            <a:off x="2696845" y="2839369"/>
            <a:ext cx="1999846" cy="135685"/>
          </a:xfrm>
          <a:custGeom xmlns:a="http://schemas.openxmlformats.org/drawingml/2006/main">
            <a:pathLst>
              <a:path w="2159834" h="146540">
                <a:moveTo>
                  <a:pt x="0" y="146540"/>
                </a:moveTo>
                <a:lnTo>
                  <a:pt x="2159834" y="146540"/>
                </a:lnTo>
                <a:lnTo>
                  <a:pt x="2159834" y="0"/>
                </a:lnTo>
                <a:lnTo>
                  <a:pt x="0" y="0"/>
                </a:lnTo>
                <a:close/>
              </a:path>
            </a:pathLst>
          </a:custGeom>
          <a:solidFill xmlns:a="http://schemas.openxmlformats.org/drawingml/2006/main">
            <a:srgbClr val="C0453C"/>
          </a:solidFill>
          <a:ln xmlns:a="http://schemas.openxmlformats.org/drawingml/2006/main" w="0">
            <a:noFill/>
            <a:prstDash val="solid"/>
          </a:ln>
        </p:spPr>
      </p:sp>
      <p:sp>
        <p:nvSpPr>
          <p:cNvPr id="51" name="Editable chart path">
            <a:extLst xmlns:a="http://schemas.openxmlformats.org/drawingml/2006/main">
              <a:ext uri="{FF2B5EF4-FFF2-40B4-BE49-F238E27FC236}">
                <a16:creationId xmlns:a16="http://schemas.microsoft.com/office/drawing/2014/main" id="{E943D43E-6F1D-4F03-9DDB-3184A457CE29}"/>
              </a:ext>
            </a:extLst>
          </p:cNvPr>
          <p:cNvSpPr>
            <a:spLocks xmlns:a="http://schemas.openxmlformats.org/drawingml/2006/main" noGrp="1"/>
          </p:cNvSpPr>
          <p:nvPr/>
        </p:nvSpPr>
        <p:spPr>
          <a:xfrm xmlns:a="http://schemas.openxmlformats.org/drawingml/2006/main">
            <a:off x="2696845" y="3065511"/>
            <a:ext cx="1942707" cy="135685"/>
          </a:xfrm>
          <a:custGeom xmlns:a="http://schemas.openxmlformats.org/drawingml/2006/main">
            <a:pathLst>
              <a:path w="2098124" h="146540">
                <a:moveTo>
                  <a:pt x="0" y="146540"/>
                </a:moveTo>
                <a:lnTo>
                  <a:pt x="2098124" y="146540"/>
                </a:lnTo>
                <a:lnTo>
                  <a:pt x="2098124" y="0"/>
                </a:lnTo>
                <a:lnTo>
                  <a:pt x="0" y="0"/>
                </a:lnTo>
                <a:close/>
              </a:path>
            </a:pathLst>
          </a:custGeom>
          <a:solidFill xmlns:a="http://schemas.openxmlformats.org/drawingml/2006/main">
            <a:srgbClr val="C0453C"/>
          </a:solidFill>
          <a:ln xmlns:a="http://schemas.openxmlformats.org/drawingml/2006/main" w="0">
            <a:noFill/>
            <a:prstDash val="solid"/>
          </a:ln>
        </p:spPr>
      </p:sp>
      <p:sp>
        <p:nvSpPr>
          <p:cNvPr id="52" name="Editable chart path">
            <a:extLst xmlns:a="http://schemas.openxmlformats.org/drawingml/2006/main">
              <a:ext uri="{FF2B5EF4-FFF2-40B4-BE49-F238E27FC236}">
                <a16:creationId xmlns:a16="http://schemas.microsoft.com/office/drawing/2014/main" id="{72B9A091-7398-44A8-BABF-988B7F0525B6}"/>
              </a:ext>
            </a:extLst>
          </p:cNvPr>
          <p:cNvSpPr>
            <a:spLocks xmlns:a="http://schemas.openxmlformats.org/drawingml/2006/main" noGrp="1"/>
          </p:cNvSpPr>
          <p:nvPr/>
        </p:nvSpPr>
        <p:spPr>
          <a:xfrm xmlns:a="http://schemas.openxmlformats.org/drawingml/2006/main">
            <a:off x="2696845" y="3291653"/>
            <a:ext cx="1530494" cy="135685"/>
          </a:xfrm>
          <a:custGeom xmlns:a="http://schemas.openxmlformats.org/drawingml/2006/main">
            <a:pathLst>
              <a:path w="1652934" h="146540">
                <a:moveTo>
                  <a:pt x="0" y="146540"/>
                </a:moveTo>
                <a:lnTo>
                  <a:pt x="1652934" y="146540"/>
                </a:lnTo>
                <a:lnTo>
                  <a:pt x="1652934" y="0"/>
                </a:lnTo>
                <a:lnTo>
                  <a:pt x="0" y="0"/>
                </a:lnTo>
                <a:close/>
              </a:path>
            </a:pathLst>
          </a:custGeom>
          <a:solidFill xmlns:a="http://schemas.openxmlformats.org/drawingml/2006/main">
            <a:srgbClr val="C0453C"/>
          </a:solidFill>
          <a:ln xmlns:a="http://schemas.openxmlformats.org/drawingml/2006/main" w="0">
            <a:noFill/>
            <a:prstDash val="solid"/>
          </a:ln>
        </p:spPr>
      </p:sp>
      <p:sp>
        <p:nvSpPr>
          <p:cNvPr id="53" name="Editable chart path">
            <a:extLst xmlns:a="http://schemas.openxmlformats.org/drawingml/2006/main">
              <a:ext uri="{FF2B5EF4-FFF2-40B4-BE49-F238E27FC236}">
                <a16:creationId xmlns:a16="http://schemas.microsoft.com/office/drawing/2014/main" id="{5849F3FA-81A8-4C9F-B4C5-48F8D6A8DBE9}"/>
              </a:ext>
            </a:extLst>
          </p:cNvPr>
          <p:cNvSpPr>
            <a:spLocks xmlns:a="http://schemas.openxmlformats.org/drawingml/2006/main" noGrp="1"/>
          </p:cNvSpPr>
          <p:nvPr/>
        </p:nvSpPr>
        <p:spPr>
          <a:xfrm xmlns:a="http://schemas.openxmlformats.org/drawingml/2006/main">
            <a:off x="2696845" y="3517794"/>
            <a:ext cx="1477437" cy="135685"/>
          </a:xfrm>
          <a:custGeom xmlns:a="http://schemas.openxmlformats.org/drawingml/2006/main">
            <a:pathLst>
              <a:path w="1595632" h="146540">
                <a:moveTo>
                  <a:pt x="0" y="146540"/>
                </a:moveTo>
                <a:lnTo>
                  <a:pt x="1595632" y="146540"/>
                </a:lnTo>
                <a:lnTo>
                  <a:pt x="1595632" y="0"/>
                </a:lnTo>
                <a:lnTo>
                  <a:pt x="0" y="0"/>
                </a:lnTo>
                <a:close/>
              </a:path>
            </a:pathLst>
          </a:custGeom>
          <a:solidFill xmlns:a="http://schemas.openxmlformats.org/drawingml/2006/main">
            <a:srgbClr val="C0453C"/>
          </a:solidFill>
          <a:ln xmlns:a="http://schemas.openxmlformats.org/drawingml/2006/main" w="0">
            <a:noFill/>
            <a:prstDash val="solid"/>
          </a:ln>
        </p:spPr>
      </p:sp>
      <p:sp>
        <p:nvSpPr>
          <p:cNvPr id="54" name="Editable chart path">
            <a:extLst xmlns:a="http://schemas.openxmlformats.org/drawingml/2006/main">
              <a:ext uri="{FF2B5EF4-FFF2-40B4-BE49-F238E27FC236}">
                <a16:creationId xmlns:a16="http://schemas.microsoft.com/office/drawing/2014/main" id="{F36F9047-C4BE-49DE-8A9A-1AB37A647F0D}"/>
              </a:ext>
            </a:extLst>
          </p:cNvPr>
          <p:cNvSpPr>
            <a:spLocks xmlns:a="http://schemas.openxmlformats.org/drawingml/2006/main" noGrp="1"/>
          </p:cNvSpPr>
          <p:nvPr/>
        </p:nvSpPr>
        <p:spPr>
          <a:xfrm xmlns:a="http://schemas.openxmlformats.org/drawingml/2006/main">
            <a:off x="2696845" y="3743936"/>
            <a:ext cx="1444787" cy="135685"/>
          </a:xfrm>
          <a:custGeom xmlns:a="http://schemas.openxmlformats.org/drawingml/2006/main">
            <a:pathLst>
              <a:path w="1560370" h="146540">
                <a:moveTo>
                  <a:pt x="0" y="146540"/>
                </a:moveTo>
                <a:lnTo>
                  <a:pt x="1560370" y="146540"/>
                </a:lnTo>
                <a:lnTo>
                  <a:pt x="1560370" y="0"/>
                </a:lnTo>
                <a:lnTo>
                  <a:pt x="0" y="0"/>
                </a:lnTo>
                <a:close/>
              </a:path>
            </a:pathLst>
          </a:custGeom>
          <a:solidFill xmlns:a="http://schemas.openxmlformats.org/drawingml/2006/main">
            <a:srgbClr val="C0453C"/>
          </a:solidFill>
          <a:ln xmlns:a="http://schemas.openxmlformats.org/drawingml/2006/main" w="0">
            <a:noFill/>
            <a:prstDash val="solid"/>
          </a:ln>
        </p:spPr>
      </p:sp>
      <p:sp>
        <p:nvSpPr>
          <p:cNvPr id="55" name="Editable chart path">
            <a:extLst xmlns:a="http://schemas.openxmlformats.org/drawingml/2006/main">
              <a:ext uri="{FF2B5EF4-FFF2-40B4-BE49-F238E27FC236}">
                <a16:creationId xmlns:a16="http://schemas.microsoft.com/office/drawing/2014/main" id="{023795EE-4972-4C28-BD62-310B6A705FB6}"/>
              </a:ext>
            </a:extLst>
          </p:cNvPr>
          <p:cNvSpPr>
            <a:spLocks xmlns:a="http://schemas.openxmlformats.org/drawingml/2006/main" noGrp="1"/>
          </p:cNvSpPr>
          <p:nvPr/>
        </p:nvSpPr>
        <p:spPr>
          <a:xfrm xmlns:a="http://schemas.openxmlformats.org/drawingml/2006/main">
            <a:off x="2696845" y="3970078"/>
            <a:ext cx="1301941" cy="135685"/>
          </a:xfrm>
          <a:custGeom xmlns:a="http://schemas.openxmlformats.org/drawingml/2006/main">
            <a:pathLst>
              <a:path w="1406096" h="146540">
                <a:moveTo>
                  <a:pt x="0" y="146540"/>
                </a:moveTo>
                <a:lnTo>
                  <a:pt x="1406096" y="146540"/>
                </a:lnTo>
                <a:lnTo>
                  <a:pt x="1406096" y="0"/>
                </a:lnTo>
                <a:lnTo>
                  <a:pt x="0" y="0"/>
                </a:lnTo>
                <a:close/>
              </a:path>
            </a:pathLst>
          </a:custGeom>
          <a:solidFill xmlns:a="http://schemas.openxmlformats.org/drawingml/2006/main">
            <a:srgbClr val="C0453C"/>
          </a:solidFill>
          <a:ln xmlns:a="http://schemas.openxmlformats.org/drawingml/2006/main" w="0">
            <a:noFill/>
            <a:prstDash val="solid"/>
          </a:ln>
        </p:spPr>
      </p:sp>
      <p:sp>
        <p:nvSpPr>
          <p:cNvPr id="56" name="Editable chart path">
            <a:extLst xmlns:a="http://schemas.openxmlformats.org/drawingml/2006/main">
              <a:ext uri="{FF2B5EF4-FFF2-40B4-BE49-F238E27FC236}">
                <a16:creationId xmlns:a16="http://schemas.microsoft.com/office/drawing/2014/main" id="{330BE3C4-8455-4D45-9B76-EC23B29C4F19}"/>
              </a:ext>
            </a:extLst>
          </p:cNvPr>
          <p:cNvSpPr>
            <a:spLocks xmlns:a="http://schemas.openxmlformats.org/drawingml/2006/main" noGrp="1"/>
          </p:cNvSpPr>
          <p:nvPr/>
        </p:nvSpPr>
        <p:spPr>
          <a:xfrm xmlns:a="http://schemas.openxmlformats.org/drawingml/2006/main">
            <a:off x="2696845" y="4196220"/>
            <a:ext cx="1240721" cy="135685"/>
          </a:xfrm>
          <a:custGeom xmlns:a="http://schemas.openxmlformats.org/drawingml/2006/main">
            <a:pathLst>
              <a:path w="1339978" h="146540">
                <a:moveTo>
                  <a:pt x="0" y="146540"/>
                </a:moveTo>
                <a:lnTo>
                  <a:pt x="1339978" y="146540"/>
                </a:lnTo>
                <a:lnTo>
                  <a:pt x="1339978" y="0"/>
                </a:lnTo>
                <a:lnTo>
                  <a:pt x="0" y="0"/>
                </a:lnTo>
                <a:close/>
              </a:path>
            </a:pathLst>
          </a:custGeom>
          <a:solidFill xmlns:a="http://schemas.openxmlformats.org/drawingml/2006/main">
            <a:srgbClr val="C0453C"/>
          </a:solidFill>
          <a:ln xmlns:a="http://schemas.openxmlformats.org/drawingml/2006/main" w="0">
            <a:noFill/>
            <a:prstDash val="solid"/>
          </a:ln>
        </p:spPr>
      </p:sp>
      <p:sp>
        <p:nvSpPr>
          <p:cNvPr id="57" name="Editable chart path">
            <a:extLst xmlns:a="http://schemas.openxmlformats.org/drawingml/2006/main">
              <a:ext uri="{FF2B5EF4-FFF2-40B4-BE49-F238E27FC236}">
                <a16:creationId xmlns:a16="http://schemas.microsoft.com/office/drawing/2014/main" id="{728A2BB3-1D60-4A91-83EA-53FDDBFEB0F4}"/>
              </a:ext>
            </a:extLst>
          </p:cNvPr>
          <p:cNvSpPr>
            <a:spLocks xmlns:a="http://schemas.openxmlformats.org/drawingml/2006/main" noGrp="1"/>
          </p:cNvSpPr>
          <p:nvPr/>
        </p:nvSpPr>
        <p:spPr>
          <a:xfrm xmlns:a="http://schemas.openxmlformats.org/drawingml/2006/main">
            <a:off x="2696845" y="4422362"/>
            <a:ext cx="1228477" cy="135685"/>
          </a:xfrm>
          <a:custGeom xmlns:a="http://schemas.openxmlformats.org/drawingml/2006/main">
            <a:pathLst>
              <a:path w="1326755" h="146540">
                <a:moveTo>
                  <a:pt x="0" y="146540"/>
                </a:moveTo>
                <a:lnTo>
                  <a:pt x="1326755" y="146540"/>
                </a:lnTo>
                <a:lnTo>
                  <a:pt x="1326755" y="0"/>
                </a:lnTo>
                <a:lnTo>
                  <a:pt x="0" y="0"/>
                </a:lnTo>
                <a:close/>
              </a:path>
            </a:pathLst>
          </a:custGeom>
          <a:solidFill xmlns:a="http://schemas.openxmlformats.org/drawingml/2006/main">
            <a:srgbClr val="C0453C"/>
          </a:solidFill>
          <a:ln xmlns:a="http://schemas.openxmlformats.org/drawingml/2006/main" w="0">
            <a:noFill/>
            <a:prstDash val="solid"/>
          </a:ln>
        </p:spPr>
      </p:sp>
      <p:sp>
        <p:nvSpPr>
          <p:cNvPr id="58" name="Editable chart path">
            <a:extLst xmlns:a="http://schemas.openxmlformats.org/drawingml/2006/main">
              <a:ext uri="{FF2B5EF4-FFF2-40B4-BE49-F238E27FC236}">
                <a16:creationId xmlns:a16="http://schemas.microsoft.com/office/drawing/2014/main" id="{AFAE7F4F-3A76-40FB-8A76-9C3B89E58048}"/>
              </a:ext>
            </a:extLst>
          </p:cNvPr>
          <p:cNvSpPr>
            <a:spLocks xmlns:a="http://schemas.openxmlformats.org/drawingml/2006/main" noGrp="1"/>
          </p:cNvSpPr>
          <p:nvPr/>
        </p:nvSpPr>
        <p:spPr>
          <a:xfrm xmlns:a="http://schemas.openxmlformats.org/drawingml/2006/main">
            <a:off x="2696845" y="4648504"/>
            <a:ext cx="1085631" cy="135685"/>
          </a:xfrm>
          <a:custGeom xmlns:a="http://schemas.openxmlformats.org/drawingml/2006/main">
            <a:pathLst>
              <a:path w="1172481" h="146540">
                <a:moveTo>
                  <a:pt x="0" y="146540"/>
                </a:moveTo>
                <a:lnTo>
                  <a:pt x="1172481" y="146540"/>
                </a:lnTo>
                <a:lnTo>
                  <a:pt x="1172481" y="0"/>
                </a:lnTo>
                <a:lnTo>
                  <a:pt x="0" y="0"/>
                </a:lnTo>
                <a:close/>
              </a:path>
            </a:pathLst>
          </a:custGeom>
          <a:solidFill xmlns:a="http://schemas.openxmlformats.org/drawingml/2006/main">
            <a:srgbClr val="C0453C"/>
          </a:solidFill>
          <a:ln xmlns:a="http://schemas.openxmlformats.org/drawingml/2006/main" w="0">
            <a:noFill/>
            <a:prstDash val="solid"/>
          </a:ln>
        </p:spPr>
      </p:sp>
      <p:sp>
        <p:nvSpPr>
          <p:cNvPr id="59" name="Editable chart path">
            <a:extLst xmlns:a="http://schemas.openxmlformats.org/drawingml/2006/main">
              <a:ext uri="{FF2B5EF4-FFF2-40B4-BE49-F238E27FC236}">
                <a16:creationId xmlns:a16="http://schemas.microsoft.com/office/drawing/2014/main" id="{0D3F7706-25EF-405A-BFA5-CE1DC304C377}"/>
              </a:ext>
            </a:extLst>
          </p:cNvPr>
          <p:cNvSpPr>
            <a:spLocks xmlns:a="http://schemas.openxmlformats.org/drawingml/2006/main" noGrp="1"/>
          </p:cNvSpPr>
          <p:nvPr/>
        </p:nvSpPr>
        <p:spPr>
          <a:xfrm xmlns:a="http://schemas.openxmlformats.org/drawingml/2006/main">
            <a:off x="2696845" y="4874646"/>
            <a:ext cx="1008086" cy="135685"/>
          </a:xfrm>
          <a:custGeom xmlns:a="http://schemas.openxmlformats.org/drawingml/2006/main">
            <a:pathLst>
              <a:path w="1088732" h="146540">
                <a:moveTo>
                  <a:pt x="0" y="146540"/>
                </a:moveTo>
                <a:lnTo>
                  <a:pt x="1088732" y="146540"/>
                </a:lnTo>
                <a:lnTo>
                  <a:pt x="1088732" y="0"/>
                </a:lnTo>
                <a:lnTo>
                  <a:pt x="0" y="0"/>
                </a:lnTo>
                <a:close/>
              </a:path>
            </a:pathLst>
          </a:custGeom>
          <a:solidFill xmlns:a="http://schemas.openxmlformats.org/drawingml/2006/main">
            <a:srgbClr val="14295B"/>
          </a:solidFill>
          <a:ln xmlns:a="http://schemas.openxmlformats.org/drawingml/2006/main" w="0">
            <a:noFill/>
            <a:prstDash val="solid"/>
          </a:ln>
        </p:spPr>
      </p:sp>
      <p:sp>
        <p:nvSpPr>
          <p:cNvPr id="60" name="">
            <a:extLst xmlns:a="http://schemas.openxmlformats.org/drawingml/2006/main">
              <a:ext uri="{FF2B5EF4-FFF2-40B4-BE49-F238E27FC236}">
                <a16:creationId xmlns:a16="http://schemas.microsoft.com/office/drawing/2014/main" id="{0331182B-A60D-400D-B6FA-4AF3ADE73EA5}"/>
              </a:ext>
            </a:extLst>
          </p:cNvPr>
          <p:cNvSpPr>
            <a:spLocks xmlns:a="http://schemas.openxmlformats.org/drawingml/2006/main" noGrp="1"/>
          </p:cNvSpPr>
          <p:nvPr/>
        </p:nvSpPr>
        <p:spPr>
          <a:xfrm xmlns:a="http://schemas.openxmlformats.org/drawingml/2006/main" rot="0">
            <a:off x="5635394" y="2348247"/>
            <a:ext cx="131416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7.1 of 83.4 (−8.5%)</a:t>
            </a:r>
          </a:p>
        </p:txBody>
      </p:sp>
      <p:sp>
        <p:nvSpPr>
          <p:cNvPr id="61" name="">
            <a:extLst xmlns:a="http://schemas.openxmlformats.org/drawingml/2006/main">
              <a:ext uri="{FF2B5EF4-FFF2-40B4-BE49-F238E27FC236}">
                <a16:creationId xmlns:a16="http://schemas.microsoft.com/office/drawing/2014/main" id="{F4DDE4C9-AE5E-4EA0-9B0C-8BD4A64B4677}"/>
              </a:ext>
            </a:extLst>
          </p:cNvPr>
          <p:cNvSpPr>
            <a:spLocks xmlns:a="http://schemas.openxmlformats.org/drawingml/2006/main" noGrp="1"/>
          </p:cNvSpPr>
          <p:nvPr/>
        </p:nvSpPr>
        <p:spPr>
          <a:xfrm xmlns:a="http://schemas.openxmlformats.org/drawingml/2006/main" rot="0">
            <a:off x="5545605" y="2574389"/>
            <a:ext cx="137617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6.9 of 43.1 (−15.9%)</a:t>
            </a:r>
          </a:p>
        </p:txBody>
      </p:sp>
      <p:sp>
        <p:nvSpPr>
          <p:cNvPr id="62" name="">
            <a:extLst xmlns:a="http://schemas.openxmlformats.org/drawingml/2006/main">
              <a:ext uri="{FF2B5EF4-FFF2-40B4-BE49-F238E27FC236}">
                <a16:creationId xmlns:a16="http://schemas.microsoft.com/office/drawing/2014/main" id="{6666F740-FA68-42DC-9ED6-4D8CA4F5E8DE}"/>
              </a:ext>
            </a:extLst>
          </p:cNvPr>
          <p:cNvSpPr>
            <a:spLocks xmlns:a="http://schemas.openxmlformats.org/drawingml/2006/main" noGrp="1"/>
          </p:cNvSpPr>
          <p:nvPr/>
        </p:nvSpPr>
        <p:spPr>
          <a:xfrm xmlns:a="http://schemas.openxmlformats.org/drawingml/2006/main" rot="0">
            <a:off x="4745667" y="2800531"/>
            <a:ext cx="142255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4.9 of 15.9 (−30.8%)</a:t>
            </a:r>
          </a:p>
        </p:txBody>
      </p:sp>
      <p:sp>
        <p:nvSpPr>
          <p:cNvPr id="63" name="">
            <a:extLst xmlns:a="http://schemas.openxmlformats.org/drawingml/2006/main">
              <a:ext uri="{FF2B5EF4-FFF2-40B4-BE49-F238E27FC236}">
                <a16:creationId xmlns:a16="http://schemas.microsoft.com/office/drawing/2014/main" id="{BACADA4E-BC16-4272-B867-FB3797FDA1CA}"/>
              </a:ext>
            </a:extLst>
          </p:cNvPr>
          <p:cNvSpPr>
            <a:spLocks xmlns:a="http://schemas.openxmlformats.org/drawingml/2006/main" noGrp="1"/>
          </p:cNvSpPr>
          <p:nvPr/>
        </p:nvSpPr>
        <p:spPr>
          <a:xfrm xmlns:a="http://schemas.openxmlformats.org/drawingml/2006/main" rot="0">
            <a:off x="4688528" y="3026673"/>
            <a:ext cx="137026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4.8 of 13.1 (−36.4%)</a:t>
            </a:r>
          </a:p>
        </p:txBody>
      </p:sp>
      <p:sp>
        <p:nvSpPr>
          <p:cNvPr id="64" name="">
            <a:extLst xmlns:a="http://schemas.openxmlformats.org/drawingml/2006/main">
              <a:ext uri="{FF2B5EF4-FFF2-40B4-BE49-F238E27FC236}">
                <a16:creationId xmlns:a16="http://schemas.microsoft.com/office/drawing/2014/main" id="{4C742595-16BF-44A0-87B1-FC368A273C76}"/>
              </a:ext>
            </a:extLst>
          </p:cNvPr>
          <p:cNvSpPr>
            <a:spLocks xmlns:a="http://schemas.openxmlformats.org/drawingml/2006/main" noGrp="1"/>
          </p:cNvSpPr>
          <p:nvPr/>
        </p:nvSpPr>
        <p:spPr>
          <a:xfrm xmlns:a="http://schemas.openxmlformats.org/drawingml/2006/main" rot="0">
            <a:off x="4276315" y="3252815"/>
            <a:ext cx="141674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3.8 of 10.8 (−34.9%)</a:t>
            </a:r>
          </a:p>
        </p:txBody>
      </p:sp>
      <p:sp>
        <p:nvSpPr>
          <p:cNvPr id="65" name="">
            <a:extLst xmlns:a="http://schemas.openxmlformats.org/drawingml/2006/main">
              <a:ext uri="{FF2B5EF4-FFF2-40B4-BE49-F238E27FC236}">
                <a16:creationId xmlns:a16="http://schemas.microsoft.com/office/drawing/2014/main" id="{E53FB8C0-AE57-4632-BCAF-F981EBA4481C}"/>
              </a:ext>
            </a:extLst>
          </p:cNvPr>
          <p:cNvSpPr>
            <a:spLocks xmlns:a="http://schemas.openxmlformats.org/drawingml/2006/main" noGrp="1"/>
          </p:cNvSpPr>
          <p:nvPr/>
        </p:nvSpPr>
        <p:spPr>
          <a:xfrm xmlns:a="http://schemas.openxmlformats.org/drawingml/2006/main" rot="0">
            <a:off x="4223258" y="3478957"/>
            <a:ext cx="136874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3.6 of 16.5 (−21.9%)</a:t>
            </a:r>
          </a:p>
        </p:txBody>
      </p:sp>
      <p:sp>
        <p:nvSpPr>
          <p:cNvPr id="66" name="">
            <a:extLst xmlns:a="http://schemas.openxmlformats.org/drawingml/2006/main">
              <a:ext uri="{FF2B5EF4-FFF2-40B4-BE49-F238E27FC236}">
                <a16:creationId xmlns:a16="http://schemas.microsoft.com/office/drawing/2014/main" id="{5207557E-CE75-44C9-A1CE-10ABA1A2F94C}"/>
              </a:ext>
            </a:extLst>
          </p:cNvPr>
          <p:cNvSpPr>
            <a:spLocks xmlns:a="http://schemas.openxmlformats.org/drawingml/2006/main" noGrp="1"/>
          </p:cNvSpPr>
          <p:nvPr/>
        </p:nvSpPr>
        <p:spPr>
          <a:xfrm xmlns:a="http://schemas.openxmlformats.org/drawingml/2006/main" rot="0">
            <a:off x="4190607" y="3705099"/>
            <a:ext cx="140817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3.5 of 14.8 (−23.9%)</a:t>
            </a:r>
          </a:p>
        </p:txBody>
      </p:sp>
      <p:sp>
        <p:nvSpPr>
          <p:cNvPr id="67" name="">
            <a:extLst xmlns:a="http://schemas.openxmlformats.org/drawingml/2006/main">
              <a:ext uri="{FF2B5EF4-FFF2-40B4-BE49-F238E27FC236}">
                <a16:creationId xmlns:a16="http://schemas.microsoft.com/office/drawing/2014/main" id="{391FDBCE-3C3E-4946-AFD8-CD24699276C0}"/>
              </a:ext>
            </a:extLst>
          </p:cNvPr>
          <p:cNvSpPr>
            <a:spLocks xmlns:a="http://schemas.openxmlformats.org/drawingml/2006/main" noGrp="1"/>
          </p:cNvSpPr>
          <p:nvPr/>
        </p:nvSpPr>
        <p:spPr>
          <a:xfrm xmlns:a="http://schemas.openxmlformats.org/drawingml/2006/main" rot="0">
            <a:off x="4047761" y="3931241"/>
            <a:ext cx="135978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3.2 of 14.6 (−21.9%)</a:t>
            </a:r>
          </a:p>
        </p:txBody>
      </p:sp>
      <p:sp>
        <p:nvSpPr>
          <p:cNvPr id="68" name="">
            <a:extLst xmlns:a="http://schemas.openxmlformats.org/drawingml/2006/main">
              <a:ext uri="{FF2B5EF4-FFF2-40B4-BE49-F238E27FC236}">
                <a16:creationId xmlns:a16="http://schemas.microsoft.com/office/drawing/2014/main" id="{59369165-6C9A-4A03-BF35-F68C14384742}"/>
              </a:ext>
            </a:extLst>
          </p:cNvPr>
          <p:cNvSpPr>
            <a:spLocks xmlns:a="http://schemas.openxmlformats.org/drawingml/2006/main" noGrp="1"/>
          </p:cNvSpPr>
          <p:nvPr/>
        </p:nvSpPr>
        <p:spPr>
          <a:xfrm xmlns:a="http://schemas.openxmlformats.org/drawingml/2006/main" rot="0">
            <a:off x="3986542" y="4157383"/>
            <a:ext cx="130797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3.0 of 11.7 (−26.1%)</a:t>
            </a:r>
          </a:p>
        </p:txBody>
      </p:sp>
      <p:sp>
        <p:nvSpPr>
          <p:cNvPr id="69" name="">
            <a:extLst xmlns:a="http://schemas.openxmlformats.org/drawingml/2006/main">
              <a:ext uri="{FF2B5EF4-FFF2-40B4-BE49-F238E27FC236}">
                <a16:creationId xmlns:a16="http://schemas.microsoft.com/office/drawing/2014/main" id="{91E1B879-1CFA-4944-9DB5-81048993E7B1}"/>
              </a:ext>
            </a:extLst>
          </p:cNvPr>
          <p:cNvSpPr>
            <a:spLocks xmlns:a="http://schemas.openxmlformats.org/drawingml/2006/main" noGrp="1"/>
          </p:cNvSpPr>
          <p:nvPr/>
        </p:nvSpPr>
        <p:spPr>
          <a:xfrm xmlns:a="http://schemas.openxmlformats.org/drawingml/2006/main" rot="0">
            <a:off x="3974298" y="4383525"/>
            <a:ext cx="136131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3.0 of 13.8 (−21.8%)</a:t>
            </a:r>
          </a:p>
        </p:txBody>
      </p:sp>
      <p:sp>
        <p:nvSpPr>
          <p:cNvPr id="70" name="">
            <a:extLst xmlns:a="http://schemas.openxmlformats.org/drawingml/2006/main">
              <a:ext uri="{FF2B5EF4-FFF2-40B4-BE49-F238E27FC236}">
                <a16:creationId xmlns:a16="http://schemas.microsoft.com/office/drawing/2014/main" id="{C9A17839-6FC1-4C42-A325-E35F3058ACEB}"/>
              </a:ext>
            </a:extLst>
          </p:cNvPr>
          <p:cNvSpPr>
            <a:spLocks xmlns:a="http://schemas.openxmlformats.org/drawingml/2006/main" noGrp="1"/>
          </p:cNvSpPr>
          <p:nvPr/>
        </p:nvSpPr>
        <p:spPr>
          <a:xfrm xmlns:a="http://schemas.openxmlformats.org/drawingml/2006/main" rot="0">
            <a:off x="3831451" y="4609667"/>
            <a:ext cx="133159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C0453C"/>
                </a:solidFill>
                <a:latin typeface="Poppins"/>
                <a:ea typeface="Poppins"/>
                <a:cs typeface="Poppins"/>
              </a:defRPr>
            </a:defPPr>
            <a:lvl1pPr>
              <a:defRPr sz="1200" b="0">
                <a:solidFill>
                  <a:srgbClr val="C0453C"/>
                </a:solidFill>
                <a:latin typeface="Poppins"/>
                <a:ea typeface="Poppins"/>
                <a:cs typeface="Poppins"/>
              </a:defRPr>
            </a:lvl1pPr>
            <a:lvl2pPr>
              <a:defRPr sz="1200" b="0">
                <a:solidFill>
                  <a:srgbClr val="C0453C"/>
                </a:solidFill>
                <a:latin typeface="Poppins"/>
                <a:ea typeface="Poppins"/>
                <a:cs typeface="Poppins"/>
              </a:defRPr>
            </a:lvl2pPr>
            <a:lvl3pPr>
              <a:defRPr sz="1200" b="0">
                <a:solidFill>
                  <a:srgbClr val="C0453C"/>
                </a:solidFill>
                <a:latin typeface="Poppins"/>
                <a:ea typeface="Poppins"/>
                <a:cs typeface="Poppins"/>
              </a:defRPr>
            </a:lvl3pPr>
            <a:lvl4pPr>
              <a:defRPr sz="1200" b="0">
                <a:solidFill>
                  <a:srgbClr val="C0453C"/>
                </a:solidFill>
                <a:latin typeface="Poppins"/>
                <a:ea typeface="Poppins"/>
                <a:cs typeface="Poppins"/>
              </a:defRPr>
            </a:lvl4pPr>
            <a:lvl5pPr>
              <a:defRPr sz="1200" b="0">
                <a:solidFill>
                  <a:srgbClr val="C0453C"/>
                </a:solidFill>
                <a:latin typeface="Poppins"/>
                <a:ea typeface="Poppins"/>
                <a:cs typeface="Poppins"/>
              </a:defRPr>
            </a:lvl5pPr>
            <a:lvl6pPr>
              <a:defRPr sz="1200" b="0">
                <a:solidFill>
                  <a:srgbClr val="C0453C"/>
                </a:solidFill>
                <a:latin typeface="Poppins"/>
                <a:ea typeface="Poppins"/>
                <a:cs typeface="Poppins"/>
              </a:defRPr>
            </a:lvl6pPr>
            <a:lvl7pPr>
              <a:defRPr sz="1200" b="0">
                <a:solidFill>
                  <a:srgbClr val="C0453C"/>
                </a:solidFill>
                <a:latin typeface="Poppins"/>
                <a:ea typeface="Poppins"/>
                <a:cs typeface="Poppins"/>
              </a:defRPr>
            </a:lvl7pPr>
            <a:lvl8pPr>
              <a:defRPr sz="1200" b="0">
                <a:solidFill>
                  <a:srgbClr val="C0453C"/>
                </a:solidFill>
                <a:latin typeface="Poppins"/>
                <a:ea typeface="Poppins"/>
                <a:cs typeface="Poppins"/>
              </a:defRPr>
            </a:lvl8pPr>
            <a:lvl9pPr>
              <a:defRPr sz="1200" b="0">
                <a:solidFill>
                  <a:srgbClr val="C0453C"/>
                </a:solidFill>
                <a:latin typeface="Poppins"/>
                <a:ea typeface="Poppins"/>
                <a:cs typeface="Poppins"/>
              </a:defRPr>
            </a:lvl9pPr>
          </a:lstStyle>
          <a:p xmlns:a="http://schemas.openxmlformats.org/drawingml/2006/main">
            <a:pPr>
              <a:defRPr sz="1200" b="0">
                <a:solidFill>
                  <a:srgbClr val="C0453C"/>
                </a:solidFill>
                <a:latin typeface="Poppins"/>
                <a:ea typeface="Poppins"/>
                <a:cs typeface="Poppins"/>
              </a:defRPr>
            </a:pPr>
            <a:r>
              <a:rPr sz="1200" b="0">
                <a:solidFill>
                  <a:srgbClr val="C0453C"/>
                </a:solidFill>
                <a:latin typeface="Poppins"/>
                <a:ea typeface="Poppins"/>
                <a:cs typeface="Poppins"/>
              </a:rPr>
              <a:t>2.7 of 11.7 (−22.8%)</a:t>
            </a:r>
          </a:p>
        </p:txBody>
      </p:sp>
      <p:sp>
        <p:nvSpPr>
          <p:cNvPr id="71" name="">
            <a:extLst xmlns:a="http://schemas.openxmlformats.org/drawingml/2006/main">
              <a:ext uri="{FF2B5EF4-FFF2-40B4-BE49-F238E27FC236}">
                <a16:creationId xmlns:a16="http://schemas.microsoft.com/office/drawing/2014/main" id="{20867900-90C9-41ED-9D0D-044C8B383601}"/>
              </a:ext>
            </a:extLst>
          </p:cNvPr>
          <p:cNvSpPr>
            <a:spLocks xmlns:a="http://schemas.openxmlformats.org/drawingml/2006/main" noGrp="1"/>
          </p:cNvSpPr>
          <p:nvPr/>
        </p:nvSpPr>
        <p:spPr>
          <a:xfrm xmlns:a="http://schemas.openxmlformats.org/drawingml/2006/main" rot="0">
            <a:off x="3753906" y="4835809"/>
            <a:ext cx="1347978"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95B"/>
                </a:solidFill>
                <a:latin typeface="Poppins"/>
                <a:ea typeface="Poppins"/>
                <a:cs typeface="Poppins"/>
              </a:defRPr>
            </a:defPPr>
            <a:lvl1pPr>
              <a:defRPr sz="1200" b="0">
                <a:solidFill>
                  <a:srgbClr val="14295B"/>
                </a:solidFill>
                <a:latin typeface="Poppins"/>
                <a:ea typeface="Poppins"/>
                <a:cs typeface="Poppins"/>
              </a:defRPr>
            </a:lvl1pPr>
            <a:lvl2pPr>
              <a:defRPr sz="1200" b="0">
                <a:solidFill>
                  <a:srgbClr val="14295B"/>
                </a:solidFill>
                <a:latin typeface="Poppins"/>
                <a:ea typeface="Poppins"/>
                <a:cs typeface="Poppins"/>
              </a:defRPr>
            </a:lvl2pPr>
            <a:lvl3pPr>
              <a:defRPr sz="1200" b="0">
                <a:solidFill>
                  <a:srgbClr val="14295B"/>
                </a:solidFill>
                <a:latin typeface="Poppins"/>
                <a:ea typeface="Poppins"/>
                <a:cs typeface="Poppins"/>
              </a:defRPr>
            </a:lvl3pPr>
            <a:lvl4pPr>
              <a:defRPr sz="1200" b="0">
                <a:solidFill>
                  <a:srgbClr val="14295B"/>
                </a:solidFill>
                <a:latin typeface="Poppins"/>
                <a:ea typeface="Poppins"/>
                <a:cs typeface="Poppins"/>
              </a:defRPr>
            </a:lvl4pPr>
            <a:lvl5pPr>
              <a:defRPr sz="1200" b="0">
                <a:solidFill>
                  <a:srgbClr val="14295B"/>
                </a:solidFill>
                <a:latin typeface="Poppins"/>
                <a:ea typeface="Poppins"/>
                <a:cs typeface="Poppins"/>
              </a:defRPr>
            </a:lvl5pPr>
            <a:lvl6pPr>
              <a:defRPr sz="1200" b="0">
                <a:solidFill>
                  <a:srgbClr val="14295B"/>
                </a:solidFill>
                <a:latin typeface="Poppins"/>
                <a:ea typeface="Poppins"/>
                <a:cs typeface="Poppins"/>
              </a:defRPr>
            </a:lvl6pPr>
            <a:lvl7pPr>
              <a:defRPr sz="1200" b="0">
                <a:solidFill>
                  <a:srgbClr val="14295B"/>
                </a:solidFill>
                <a:latin typeface="Poppins"/>
                <a:ea typeface="Poppins"/>
                <a:cs typeface="Poppins"/>
              </a:defRPr>
            </a:lvl7pPr>
            <a:lvl8pPr>
              <a:defRPr sz="1200" b="0">
                <a:solidFill>
                  <a:srgbClr val="14295B"/>
                </a:solidFill>
                <a:latin typeface="Poppins"/>
                <a:ea typeface="Poppins"/>
                <a:cs typeface="Poppins"/>
              </a:defRPr>
            </a:lvl8pPr>
            <a:lvl9pPr>
              <a:defRPr sz="1200" b="0">
                <a:solidFill>
                  <a:srgbClr val="14295B"/>
                </a:solidFill>
                <a:latin typeface="Poppins"/>
                <a:ea typeface="Poppins"/>
                <a:cs typeface="Poppins"/>
              </a:defRPr>
            </a:lvl9pPr>
          </a:lstStyle>
          <a:p xmlns:a="http://schemas.openxmlformats.org/drawingml/2006/main">
            <a:pPr>
              <a:defRPr sz="1200" b="0">
                <a:solidFill>
                  <a:srgbClr val="14295B"/>
                </a:solidFill>
                <a:latin typeface="Poppins"/>
                <a:ea typeface="Poppins"/>
                <a:cs typeface="Poppins"/>
              </a:defRPr>
            </a:pPr>
            <a:r>
              <a:rPr sz="1200" b="0">
                <a:solidFill>
                  <a:srgbClr val="14295B"/>
                </a:solidFill>
                <a:latin typeface="Poppins"/>
                <a:ea typeface="Poppins"/>
                <a:cs typeface="Poppins"/>
              </a:rPr>
              <a:t>2.5 of 14.3 (−17.3%)</a:t>
            </a:r>
          </a:p>
        </p:txBody>
      </p:sp>
      <p:sp>
        <p:nvSpPr>
          <p:cNvPr id="72" name="">
            <a:extLst xmlns:a="http://schemas.openxmlformats.org/drawingml/2006/main">
              <a:ext uri="{FF2B5EF4-FFF2-40B4-BE49-F238E27FC236}">
                <a16:creationId xmlns:a16="http://schemas.microsoft.com/office/drawing/2014/main" id="{E2CE316F-7D86-4296-84FE-D2B65F8D00A5}"/>
              </a:ext>
            </a:extLst>
          </p:cNvPr>
          <p:cNvSpPr>
            <a:spLocks xmlns:a="http://schemas.openxmlformats.org/drawingml/2006/main" noGrp="1"/>
          </p:cNvSpPr>
          <p:nvPr/>
        </p:nvSpPr>
        <p:spPr>
          <a:xfrm xmlns:a="http://schemas.openxmlformats.org/drawingml/2006/main" rot="0">
            <a:off x="2696845" y="2208998"/>
            <a:ext cx="105203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C0453C"/>
                </a:solidFill>
                <a:latin typeface="Poppins"/>
                <a:ea typeface="Poppins"/>
                <a:cs typeface="Poppins"/>
              </a:defRPr>
            </a:defPPr>
            <a:lvl1pPr>
              <a:defRPr sz="1100" b="0">
                <a:solidFill>
                  <a:srgbClr val="C0453C"/>
                </a:solidFill>
                <a:latin typeface="Poppins"/>
                <a:ea typeface="Poppins"/>
                <a:cs typeface="Poppins"/>
              </a:defRPr>
            </a:lvl1pPr>
            <a:lvl2pPr>
              <a:defRPr sz="1100" b="0">
                <a:solidFill>
                  <a:srgbClr val="C0453C"/>
                </a:solidFill>
                <a:latin typeface="Poppins"/>
                <a:ea typeface="Poppins"/>
                <a:cs typeface="Poppins"/>
              </a:defRPr>
            </a:lvl2pPr>
            <a:lvl3pPr>
              <a:defRPr sz="1100" b="0">
                <a:solidFill>
                  <a:srgbClr val="C0453C"/>
                </a:solidFill>
                <a:latin typeface="Poppins"/>
                <a:ea typeface="Poppins"/>
                <a:cs typeface="Poppins"/>
              </a:defRPr>
            </a:lvl3pPr>
            <a:lvl4pPr>
              <a:defRPr sz="1100" b="0">
                <a:solidFill>
                  <a:srgbClr val="C0453C"/>
                </a:solidFill>
                <a:latin typeface="Poppins"/>
                <a:ea typeface="Poppins"/>
                <a:cs typeface="Poppins"/>
              </a:defRPr>
            </a:lvl4pPr>
            <a:lvl5pPr>
              <a:defRPr sz="1100" b="0">
                <a:solidFill>
                  <a:srgbClr val="C0453C"/>
                </a:solidFill>
                <a:latin typeface="Poppins"/>
                <a:ea typeface="Poppins"/>
                <a:cs typeface="Poppins"/>
              </a:defRPr>
            </a:lvl5pPr>
            <a:lvl6pPr>
              <a:defRPr sz="1100" b="0">
                <a:solidFill>
                  <a:srgbClr val="C0453C"/>
                </a:solidFill>
                <a:latin typeface="Poppins"/>
                <a:ea typeface="Poppins"/>
                <a:cs typeface="Poppins"/>
              </a:defRPr>
            </a:lvl6pPr>
            <a:lvl7pPr>
              <a:defRPr sz="1100" b="0">
                <a:solidFill>
                  <a:srgbClr val="C0453C"/>
                </a:solidFill>
                <a:latin typeface="Poppins"/>
                <a:ea typeface="Poppins"/>
                <a:cs typeface="Poppins"/>
              </a:defRPr>
            </a:lvl7pPr>
            <a:lvl8pPr>
              <a:defRPr sz="1100" b="0">
                <a:solidFill>
                  <a:srgbClr val="C0453C"/>
                </a:solidFill>
                <a:latin typeface="Poppins"/>
                <a:ea typeface="Poppins"/>
                <a:cs typeface="Poppins"/>
              </a:defRPr>
            </a:lvl8pPr>
            <a:lvl9pPr>
              <a:defRPr sz="1100" b="0">
                <a:solidFill>
                  <a:srgbClr val="C0453C"/>
                </a:solidFill>
                <a:latin typeface="Poppins"/>
                <a:ea typeface="Poppins"/>
                <a:cs typeface="Poppins"/>
              </a:defRPr>
            </a:lvl9pPr>
          </a:lstStyle>
          <a:p xmlns:a="http://schemas.openxmlformats.org/drawingml/2006/main">
            <a:pPr>
              <a:defRPr sz="1100" b="0">
                <a:solidFill>
                  <a:srgbClr val="C0453C"/>
                </a:solidFill>
                <a:latin typeface="Poppins"/>
                <a:ea typeface="Poppins"/>
                <a:cs typeface="Poppins"/>
              </a:defRPr>
            </a:pPr>
            <a:r>
              <a:rPr sz="1100" b="0">
                <a:solidFill>
                  <a:srgbClr val="C0453C"/>
                </a:solidFill>
                <a:latin typeface="Poppins"/>
                <a:ea typeface="Poppins"/>
                <a:cs typeface="Poppins"/>
              </a:rPr>
              <a:t>CBD and fringe</a:t>
            </a:r>
          </a:p>
        </p:txBody>
      </p:sp>
    </p:spTree>
    <p:extLst>
      <p:ext uri="{BB962C8B-B14F-4D97-AF65-F5344CB8AC3E}">
        <p14:creationId xmlns:p14="http://schemas.microsoft.com/office/powerpoint/2010/main" val="658066281"/>
      </p:ext>
    </p:extLst>
  </p:cSld>
</p:sld>
</file>

<file path=ppt/slides/slide1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AF22B3D9-EEF5-4014-8677-891E0691702A}"/>
              </a:ext>
            </a:extLst>
          </p:cNvPr>
          <p:cNvSpPr>
            <a:spLocks xmlns:a="http://schemas.openxmlformats.org/drawingml/2006/main" noGrp="1"/>
          </p:cNvSpPr>
          <p:nvPr/>
        </p:nvSpPr>
        <p:spPr>
          <a:xfrm xmlns:a="http://schemas.openxmlformats.org/drawingml/2006/main">
            <a:off x="812800" y="812800"/>
            <a:ext cx="3428851"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Q2 · WHERE · SPILLOVER REGRESSION</a:t>
            </a:r>
            <a:endParaRPr sz="1200"/>
          </a:p>
        </p:txBody>
      </p:sp>
      <p:sp>
        <p:nvSpPr>
          <p:cNvPr id="3" name="Text 1">
            <a:extLst xmlns:a="http://schemas.openxmlformats.org/drawingml/2006/main">
              <a:ext uri="{FF2B5EF4-FFF2-40B4-BE49-F238E27FC236}">
                <a16:creationId xmlns:a16="http://schemas.microsoft.com/office/drawing/2014/main" id="{E56DFBFE-9632-419B-8FAC-252D608CB5CD}"/>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BROAD LOSSES IN ISLAND-WIDE RAIN</a:t>
            </a:r>
            <a:endParaRPr sz="4000"/>
          </a:p>
        </p:txBody>
      </p:sp>
      <p:sp>
        <p:nvSpPr>
          <p:cNvPr id="4" name="Shape 2">
            <a:extLst xmlns:a="http://schemas.openxmlformats.org/drawingml/2006/main">
              <a:ext uri="{FF2B5EF4-FFF2-40B4-BE49-F238E27FC236}">
                <a16:creationId xmlns:a16="http://schemas.microsoft.com/office/drawing/2014/main" id="{2AD6086B-9639-4CAB-A5D3-19E8E7241A1B}"/>
              </a:ext>
            </a:extLst>
          </p:cNvPr>
          <p:cNvSpPr>
            <a:spLocks xmlns:a="http://schemas.openxmlformats.org/drawingml/2006/main" noGrp="1"/>
          </p:cNvSpPr>
          <p:nvPr/>
        </p:nvSpPr>
        <p:spPr>
          <a:xfrm xmlns:a="http://schemas.openxmlformats.org/drawingml/2006/main">
            <a:off x="812800" y="2004020"/>
            <a:ext cx="5949950" cy="3810000"/>
          </a:xfrm>
          <a:prstGeom xmlns:a="http://schemas.openxmlformats.org/drawingml/2006/main" prst="roundRect">
            <a:avLst>
              <a:gd name="adj" fmla="val 4333"/>
            </a:avLst>
          </a:prstGeom>
          <a:solidFill xmlns:a="http://schemas.openxmlformats.org/drawingml/2006/main">
            <a:srgbClr val="FBFCFE"/>
          </a:solidFill>
        </p:spPr>
      </p:sp>
      <p:sp>
        <p:nvSpPr>
          <p:cNvPr id="6" name="Text 3">
            <a:extLst xmlns:a="http://schemas.openxmlformats.org/drawingml/2006/main">
              <a:ext uri="{FF2B5EF4-FFF2-40B4-BE49-F238E27FC236}">
                <a16:creationId xmlns:a16="http://schemas.microsoft.com/office/drawing/2014/main" id="{36944382-7957-4552-9CC5-8A670E60D651}"/>
              </a:ext>
            </a:extLst>
          </p:cNvPr>
          <p:cNvSpPr>
            <a:spLocks xmlns:a="http://schemas.openxmlformats.org/drawingml/2006/main" noGrp="1"/>
          </p:cNvSpPr>
          <p:nvPr/>
        </p:nvSpPr>
        <p:spPr>
          <a:xfrm xmlns:a="http://schemas.openxmlformats.org/drawingml/2006/main">
            <a:off x="7016750" y="2570460"/>
            <a:ext cx="4493324" cy="787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6000"/>
              </a:lnSpc>
              <a:buNone/>
            </a:pPr>
            <a:r>
              <a:rPr sz="6000">
                <a:solidFill>
                  <a:srgbClr val="C0453C"/>
                </a:solidFill>
                <a:latin typeface="Anton"/>
                <a:ea typeface="Anton"/>
                <a:cs typeface="Anton"/>
              </a:rPr>
              <a:t>329 / 374</a:t>
            </a:r>
            <a:endParaRPr sz="6000"/>
          </a:p>
        </p:txBody>
      </p:sp>
      <p:sp>
        <p:nvSpPr>
          <p:cNvPr id="7" name="Text 4">
            <a:extLst xmlns:a="http://schemas.openxmlformats.org/drawingml/2006/main">
              <a:ext uri="{FF2B5EF4-FFF2-40B4-BE49-F238E27FC236}">
                <a16:creationId xmlns:a16="http://schemas.microsoft.com/office/drawing/2014/main" id="{C0ADA040-028C-4FDD-9FAA-55112A9D9FB5}"/>
              </a:ext>
            </a:extLst>
          </p:cNvPr>
          <p:cNvSpPr>
            <a:spLocks xmlns:a="http://schemas.openxmlformats.org/drawingml/2006/main" noGrp="1"/>
          </p:cNvSpPr>
          <p:nvPr/>
        </p:nvSpPr>
        <p:spPr>
          <a:xfrm xmlns:a="http://schemas.openxmlformats.org/drawingml/2006/main">
            <a:off x="7016750" y="3357860"/>
            <a:ext cx="4493324" cy="282575"/>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025"/>
              </a:lnSpc>
              <a:buNone/>
            </a:pPr>
            <a:r>
              <a:rPr sz="1500">
                <a:solidFill>
                  <a:srgbClr val="14203A"/>
                </a:solidFill>
                <a:latin typeface="Poppins"/>
                <a:ea typeface="Poppins"/>
                <a:cs typeface="Poppins"/>
              </a:rPr>
              <a:t>squares lose vacant taxis. Only 3 gain.</a:t>
            </a:r>
            <a:endParaRPr sz="1500"/>
          </a:p>
        </p:txBody>
      </p:sp>
      <p:sp>
        <p:nvSpPr>
          <p:cNvPr id="8" name="Shape 5">
            <a:extLst xmlns:a="http://schemas.openxmlformats.org/drawingml/2006/main">
              <a:ext uri="{FF2B5EF4-FFF2-40B4-BE49-F238E27FC236}">
                <a16:creationId xmlns:a16="http://schemas.microsoft.com/office/drawing/2014/main" id="{FA2A87E1-2799-4BB9-9867-6785029FCB09}"/>
              </a:ext>
            </a:extLst>
          </p:cNvPr>
          <p:cNvSpPr>
            <a:spLocks xmlns:a="http://schemas.openxmlformats.org/drawingml/2006/main" noGrp="1"/>
          </p:cNvSpPr>
          <p:nvPr/>
        </p:nvSpPr>
        <p:spPr>
          <a:xfrm xmlns:a="http://schemas.openxmlformats.org/drawingml/2006/main">
            <a:off x="7016750" y="3792835"/>
            <a:ext cx="4362450" cy="1454745"/>
          </a:xfrm>
          <a:prstGeom xmlns:a="http://schemas.openxmlformats.org/drawingml/2006/main" prst="roundRect">
            <a:avLst>
              <a:gd name="adj" fmla="val 11349"/>
            </a:avLst>
          </a:prstGeom>
          <a:solidFill xmlns:a="http://schemas.openxmlformats.org/drawingml/2006/main">
            <a:srgbClr val="14295B"/>
          </a:solidFill>
        </p:spPr>
      </p:sp>
      <p:sp>
        <p:nvSpPr>
          <p:cNvPr id="9" name="Text 6">
            <a:extLst xmlns:a="http://schemas.openxmlformats.org/drawingml/2006/main">
              <a:ext uri="{FF2B5EF4-FFF2-40B4-BE49-F238E27FC236}">
                <a16:creationId xmlns:a16="http://schemas.microsoft.com/office/drawing/2014/main" id="{883D90DE-6618-4A88-889E-F5DEB49868C7}"/>
              </a:ext>
            </a:extLst>
          </p:cNvPr>
          <p:cNvSpPr>
            <a:spLocks xmlns:a="http://schemas.openxmlformats.org/drawingml/2006/main" noGrp="1"/>
          </p:cNvSpPr>
          <p:nvPr/>
        </p:nvSpPr>
        <p:spPr>
          <a:xfrm xmlns:a="http://schemas.openxmlformats.org/drawingml/2006/main">
            <a:off x="7245350" y="3996035"/>
            <a:ext cx="4022408"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spc="100">
                <a:solidFill>
                  <a:srgbClr val="9FB6DA"/>
                </a:solidFill>
                <a:latin typeface="Poppins"/>
                <a:ea typeface="Poppins"/>
                <a:cs typeface="Poppins"/>
              </a:rPr>
              <a:t>SO WHAT</a:t>
            </a:r>
            <a:endParaRPr sz="1200"/>
          </a:p>
        </p:txBody>
      </p:sp>
      <p:sp>
        <p:nvSpPr>
          <p:cNvPr id="10" name="Text 7">
            <a:extLst xmlns:a="http://schemas.openxmlformats.org/drawingml/2006/main">
              <a:ext uri="{FF2B5EF4-FFF2-40B4-BE49-F238E27FC236}">
                <a16:creationId xmlns:a16="http://schemas.microsoft.com/office/drawing/2014/main" id="{FAD4FBE3-B41F-4360-AF84-79407B1EEDAD}"/>
              </a:ext>
            </a:extLst>
          </p:cNvPr>
          <p:cNvSpPr>
            <a:spLocks xmlns:a="http://schemas.openxmlformats.org/drawingml/2006/main" noGrp="1"/>
          </p:cNvSpPr>
          <p:nvPr/>
        </p:nvSpPr>
        <p:spPr>
          <a:xfrm xmlns:a="http://schemas.openxmlformats.org/drawingml/2006/main">
            <a:off x="7245350" y="4272855"/>
            <a:ext cx="4022408" cy="796925"/>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025"/>
              </a:lnSpc>
              <a:buNone/>
            </a:pPr>
            <a:r>
              <a:rPr sz="1500">
                <a:solidFill>
                  <a:srgbClr val="FFFFFF"/>
                </a:solidFill>
                <a:latin typeface="Poppins"/>
                <a:ea typeface="Poppins"/>
                <a:cs typeface="Poppins"/>
              </a:rPr>
              <a:t>Few cells gain taxis in absolute counts. Broad losses limit the headroom for repositioning.</a:t>
            </a:r>
            <a:endParaRPr sz="1500"/>
          </a:p>
        </p:txBody>
      </p:sp>
      <p:sp>
        <p:nvSpPr>
          <p:cNvPr id="11" name="Text 8">
            <a:extLst xmlns:a="http://schemas.openxmlformats.org/drawingml/2006/main">
              <a:ext uri="{FF2B5EF4-FFF2-40B4-BE49-F238E27FC236}">
                <a16:creationId xmlns:a16="http://schemas.microsoft.com/office/drawing/2014/main" id="{1749D8D1-FE1B-41F1-9268-6AB8CC68E382}"/>
              </a:ext>
            </a:extLst>
          </p:cNvPr>
          <p:cNvSpPr>
            <a:spLocks xmlns:a="http://schemas.openxmlformats.org/drawingml/2006/main" noGrp="1"/>
          </p:cNvSpPr>
          <p:nvPr/>
        </p:nvSpPr>
        <p:spPr>
          <a:xfrm xmlns:a="http://schemas.openxmlformats.org/drawingml/2006/main">
            <a:off x="812800" y="6248400"/>
            <a:ext cx="9012188"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Own and neighbours’ rain modelled together · areas gaining share (Tampines, Yishun) still lose taxis</a:t>
            </a:r>
            <a:endParaRPr sz="1200"/>
          </a:p>
        </p:txBody>
      </p:sp>
      <p:sp>
        <p:nvSpPr>
          <p:cNvPr id="12" name="Text 9">
            <a:extLst xmlns:a="http://schemas.openxmlformats.org/drawingml/2006/main">
              <a:ext uri="{FF2B5EF4-FFF2-40B4-BE49-F238E27FC236}">
                <a16:creationId xmlns:a16="http://schemas.microsoft.com/office/drawing/2014/main" id="{5E7A4F0B-4A04-48E0-92A9-5AF6441E6142}"/>
              </a:ext>
            </a:extLst>
          </p:cNvPr>
          <p:cNvSpPr>
            <a:spLocks xmlns:a="http://schemas.openxmlformats.org/drawingml/2006/main" noGrp="1"/>
          </p:cNvSpPr>
          <p:nvPr/>
        </p:nvSpPr>
        <p:spPr>
          <a:xfrm xmlns:a="http://schemas.openxmlformats.org/drawingml/2006/main">
            <a:off x="11191974" y="6248400"/>
            <a:ext cx="187226"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12</a:t>
            </a:r>
            <a:endParaRPr sz="1200"/>
          </a:p>
        </p:txBody>
      </p:sp>
      <p:sp>
        <p:nvSpPr>
          <p:cNvPr id="13" name="Editable chart path">
            <a:extLst xmlns:a="http://schemas.openxmlformats.org/drawingml/2006/main">
              <a:ext uri="{FF2B5EF4-FFF2-40B4-BE49-F238E27FC236}">
                <a16:creationId xmlns:a16="http://schemas.microsoft.com/office/drawing/2014/main" id="{0E478DF7-33E2-4DD1-BC10-A12019EA8F80}"/>
              </a:ext>
            </a:extLst>
          </p:cNvPr>
          <p:cNvSpPr>
            <a:spLocks xmlns:a="http://schemas.openxmlformats.org/drawingml/2006/main" noGrp="1"/>
          </p:cNvSpPr>
          <p:nvPr/>
        </p:nvSpPr>
        <p:spPr>
          <a:xfrm xmlns:a="http://schemas.openxmlformats.org/drawingml/2006/main">
            <a:off x="965200" y="2156420"/>
            <a:ext cx="5645150" cy="3505200"/>
          </a:xfrm>
          <a:custGeom xmlns:a="http://schemas.openxmlformats.org/drawingml/2006/main">
            <a:pathLst>
              <a:path w="6096762" h="3785616">
                <a:moveTo>
                  <a:pt x="0" y="3785616"/>
                </a:moveTo>
                <a:lnTo>
                  <a:pt x="6096762" y="3785616"/>
                </a:lnTo>
                <a:lnTo>
                  <a:pt x="6096762" y="0"/>
                </a:lnTo>
                <a:lnTo>
                  <a:pt x="0" y="0"/>
                </a:lnTo>
                <a:close/>
              </a:path>
            </a:pathLst>
          </a:custGeom>
          <a:solidFill xmlns:a="http://schemas.openxmlformats.org/drawingml/2006/main">
            <a:srgbClr val="FBFCFE"/>
          </a:solidFill>
          <a:ln xmlns:a="http://schemas.openxmlformats.org/drawingml/2006/main" w="0">
            <a:noFill/>
            <a:prstDash val="solid"/>
          </a:ln>
        </p:spPr>
      </p:sp>
      <p:sp>
        <p:nvSpPr>
          <p:cNvPr id="14" name="Editable chart path">
            <a:extLst xmlns:a="http://schemas.openxmlformats.org/drawingml/2006/main">
              <a:ext uri="{FF2B5EF4-FFF2-40B4-BE49-F238E27FC236}">
                <a16:creationId xmlns:a16="http://schemas.microsoft.com/office/drawing/2014/main" id="{A9AD3EBA-3B01-4077-B925-A0A6994682D5}"/>
              </a:ext>
            </a:extLst>
          </p:cNvPr>
          <p:cNvSpPr>
            <a:spLocks xmlns:a="http://schemas.openxmlformats.org/drawingml/2006/main" noGrp="1"/>
          </p:cNvSpPr>
          <p:nvPr/>
        </p:nvSpPr>
        <p:spPr>
          <a:xfrm xmlns:a="http://schemas.openxmlformats.org/drawingml/2006/main">
            <a:off x="1128624" y="2713195"/>
            <a:ext cx="3201169" cy="1889324"/>
          </a:xfrm>
          <a:custGeom xmlns:a="http://schemas.openxmlformats.org/drawingml/2006/main">
            <a:pathLst>
              <a:path w="3457263" h="2040469">
                <a:moveTo>
                  <a:pt x="723128" y="1280481"/>
                </a:moveTo>
                <a:lnTo>
                  <a:pt x="707022" y="1277264"/>
                </a:lnTo>
                <a:lnTo>
                  <a:pt x="711286" y="1286992"/>
                </a:lnTo>
                <a:lnTo>
                  <a:pt x="720207" y="1289188"/>
                </a:lnTo>
                <a:lnTo>
                  <a:pt x="739630" y="1313271"/>
                </a:lnTo>
                <a:lnTo>
                  <a:pt x="739866" y="1343316"/>
                </a:lnTo>
                <a:lnTo>
                  <a:pt x="714365" y="1342610"/>
                </a:lnTo>
                <a:lnTo>
                  <a:pt x="714523" y="1338923"/>
                </a:lnTo>
                <a:lnTo>
                  <a:pt x="709864" y="1335785"/>
                </a:lnTo>
                <a:lnTo>
                  <a:pt x="707338" y="1314840"/>
                </a:lnTo>
                <a:lnTo>
                  <a:pt x="700074" y="1301112"/>
                </a:lnTo>
                <a:lnTo>
                  <a:pt x="702443" y="1293346"/>
                </a:lnTo>
                <a:lnTo>
                  <a:pt x="709549" y="1287619"/>
                </a:lnTo>
                <a:lnTo>
                  <a:pt x="705522" y="1277970"/>
                </a:lnTo>
                <a:lnTo>
                  <a:pt x="697390" y="1287776"/>
                </a:lnTo>
                <a:lnTo>
                  <a:pt x="693600" y="1299700"/>
                </a:lnTo>
                <a:lnTo>
                  <a:pt x="695179" y="1332255"/>
                </a:lnTo>
                <a:lnTo>
                  <a:pt x="673230" y="1340492"/>
                </a:lnTo>
                <a:lnTo>
                  <a:pt x="656571" y="1339394"/>
                </a:lnTo>
                <a:lnTo>
                  <a:pt x="617253" y="1346689"/>
                </a:lnTo>
                <a:lnTo>
                  <a:pt x="606436" y="1269420"/>
                </a:lnTo>
                <a:lnTo>
                  <a:pt x="601936" y="1267380"/>
                </a:lnTo>
                <a:lnTo>
                  <a:pt x="592620" y="1269890"/>
                </a:lnTo>
                <a:lnTo>
                  <a:pt x="601620" y="1355319"/>
                </a:lnTo>
                <a:lnTo>
                  <a:pt x="587567" y="1361751"/>
                </a:lnTo>
                <a:lnTo>
                  <a:pt x="584882" y="1358613"/>
                </a:lnTo>
                <a:lnTo>
                  <a:pt x="574302" y="1366223"/>
                </a:lnTo>
                <a:lnTo>
                  <a:pt x="531510" y="1318998"/>
                </a:lnTo>
                <a:lnTo>
                  <a:pt x="529141" y="1286207"/>
                </a:lnTo>
                <a:lnTo>
                  <a:pt x="498113" y="1290051"/>
                </a:lnTo>
                <a:lnTo>
                  <a:pt x="503719" y="1336256"/>
                </a:lnTo>
                <a:lnTo>
                  <a:pt x="541932" y="1375401"/>
                </a:lnTo>
                <a:lnTo>
                  <a:pt x="539168" y="1374224"/>
                </a:lnTo>
                <a:lnTo>
                  <a:pt x="541379" y="1377911"/>
                </a:lnTo>
                <a:lnTo>
                  <a:pt x="530010" y="1389913"/>
                </a:lnTo>
                <a:lnTo>
                  <a:pt x="480743" y="1428431"/>
                </a:lnTo>
                <a:lnTo>
                  <a:pt x="469769" y="1415252"/>
                </a:lnTo>
                <a:lnTo>
                  <a:pt x="471664" y="1412349"/>
                </a:lnTo>
                <a:lnTo>
                  <a:pt x="466137" y="1403328"/>
                </a:lnTo>
                <a:lnTo>
                  <a:pt x="417976" y="1379480"/>
                </a:lnTo>
                <a:lnTo>
                  <a:pt x="420976" y="1373047"/>
                </a:lnTo>
                <a:lnTo>
                  <a:pt x="410554" y="1364811"/>
                </a:lnTo>
                <a:lnTo>
                  <a:pt x="401870" y="1372028"/>
                </a:lnTo>
                <a:lnTo>
                  <a:pt x="396106" y="1365673"/>
                </a:lnTo>
                <a:lnTo>
                  <a:pt x="403607" y="1359241"/>
                </a:lnTo>
                <a:lnTo>
                  <a:pt x="379368" y="1331549"/>
                </a:lnTo>
                <a:lnTo>
                  <a:pt x="363814" y="1344650"/>
                </a:lnTo>
                <a:lnTo>
                  <a:pt x="348261" y="1326372"/>
                </a:lnTo>
                <a:lnTo>
                  <a:pt x="408896" y="1260712"/>
                </a:lnTo>
                <a:lnTo>
                  <a:pt x="406291" y="1252475"/>
                </a:lnTo>
                <a:lnTo>
                  <a:pt x="397764" y="1249416"/>
                </a:lnTo>
                <a:lnTo>
                  <a:pt x="356709" y="1293424"/>
                </a:lnTo>
                <a:lnTo>
                  <a:pt x="344471" y="1297582"/>
                </a:lnTo>
                <a:lnTo>
                  <a:pt x="324338" y="1278284"/>
                </a:lnTo>
                <a:lnTo>
                  <a:pt x="320864" y="1268478"/>
                </a:lnTo>
                <a:lnTo>
                  <a:pt x="364525" y="1223529"/>
                </a:lnTo>
                <a:lnTo>
                  <a:pt x="366183" y="1219449"/>
                </a:lnTo>
                <a:lnTo>
                  <a:pt x="361762" y="1214272"/>
                </a:lnTo>
                <a:lnTo>
                  <a:pt x="346918" y="1202662"/>
                </a:lnTo>
                <a:lnTo>
                  <a:pt x="321259" y="1230746"/>
                </a:lnTo>
                <a:lnTo>
                  <a:pt x="296231" y="1250279"/>
                </a:lnTo>
                <a:lnTo>
                  <a:pt x="277282" y="1237570"/>
                </a:lnTo>
                <a:lnTo>
                  <a:pt x="252175" y="1212546"/>
                </a:lnTo>
                <a:lnTo>
                  <a:pt x="227700" y="1247376"/>
                </a:lnTo>
                <a:lnTo>
                  <a:pt x="255096" y="1270361"/>
                </a:lnTo>
                <a:lnTo>
                  <a:pt x="310521" y="1334766"/>
                </a:lnTo>
                <a:lnTo>
                  <a:pt x="322048" y="1404112"/>
                </a:lnTo>
                <a:lnTo>
                  <a:pt x="347313" y="1450396"/>
                </a:lnTo>
                <a:lnTo>
                  <a:pt x="351103" y="1463104"/>
                </a:lnTo>
                <a:lnTo>
                  <a:pt x="347392" y="1483814"/>
                </a:lnTo>
                <a:lnTo>
                  <a:pt x="331444" y="1499817"/>
                </a:lnTo>
                <a:lnTo>
                  <a:pt x="316601" y="1503661"/>
                </a:lnTo>
                <a:lnTo>
                  <a:pt x="276493" y="1500915"/>
                </a:lnTo>
                <a:lnTo>
                  <a:pt x="274282" y="1503739"/>
                </a:lnTo>
                <a:lnTo>
                  <a:pt x="268755" y="1576459"/>
                </a:lnTo>
                <a:lnTo>
                  <a:pt x="297257" y="1576459"/>
                </a:lnTo>
                <a:lnTo>
                  <a:pt x="297336" y="1646747"/>
                </a:lnTo>
                <a:lnTo>
                  <a:pt x="91901" y="1646747"/>
                </a:lnTo>
                <a:lnTo>
                  <a:pt x="91901" y="1700640"/>
                </a:lnTo>
                <a:lnTo>
                  <a:pt x="305152" y="1700640"/>
                </a:lnTo>
                <a:lnTo>
                  <a:pt x="305152" y="1747864"/>
                </a:lnTo>
                <a:lnTo>
                  <a:pt x="253359" y="1770849"/>
                </a:lnTo>
                <a:lnTo>
                  <a:pt x="91901" y="1770849"/>
                </a:lnTo>
                <a:lnTo>
                  <a:pt x="91901" y="1824820"/>
                </a:lnTo>
                <a:lnTo>
                  <a:pt x="348498" y="1824820"/>
                </a:lnTo>
                <a:lnTo>
                  <a:pt x="348498" y="1895030"/>
                </a:lnTo>
                <a:lnTo>
                  <a:pt x="91980" y="1895030"/>
                </a:lnTo>
                <a:lnTo>
                  <a:pt x="91980" y="1954649"/>
                </a:lnTo>
                <a:lnTo>
                  <a:pt x="404396" y="1954571"/>
                </a:lnTo>
                <a:lnTo>
                  <a:pt x="417502" y="1989401"/>
                </a:lnTo>
                <a:lnTo>
                  <a:pt x="334444" y="2019916"/>
                </a:lnTo>
                <a:lnTo>
                  <a:pt x="307758" y="2035841"/>
                </a:lnTo>
                <a:lnTo>
                  <a:pt x="290388" y="2040469"/>
                </a:lnTo>
                <a:lnTo>
                  <a:pt x="28502" y="1975124"/>
                </a:lnTo>
                <a:lnTo>
                  <a:pt x="9790" y="1965004"/>
                </a:lnTo>
                <a:lnTo>
                  <a:pt x="1026" y="1949315"/>
                </a:lnTo>
                <a:lnTo>
                  <a:pt x="0" y="1781439"/>
                </a:lnTo>
                <a:lnTo>
                  <a:pt x="53135" y="1781439"/>
                </a:lnTo>
                <a:lnTo>
                  <a:pt x="53214" y="1760180"/>
                </a:lnTo>
                <a:lnTo>
                  <a:pt x="24870" y="1760180"/>
                </a:lnTo>
                <a:lnTo>
                  <a:pt x="24870" y="1708720"/>
                </a:lnTo>
                <a:lnTo>
                  <a:pt x="49661" y="1708720"/>
                </a:lnTo>
                <a:lnTo>
                  <a:pt x="49661" y="1687461"/>
                </a:lnTo>
                <a:lnTo>
                  <a:pt x="31976" y="1687461"/>
                </a:lnTo>
                <a:lnTo>
                  <a:pt x="31976" y="1651611"/>
                </a:lnTo>
                <a:lnTo>
                  <a:pt x="79" y="1651611"/>
                </a:lnTo>
                <a:lnTo>
                  <a:pt x="947" y="1637569"/>
                </a:lnTo>
                <a:lnTo>
                  <a:pt x="45082" y="1520134"/>
                </a:lnTo>
                <a:lnTo>
                  <a:pt x="56214" y="1509309"/>
                </a:lnTo>
                <a:lnTo>
                  <a:pt x="79269" y="1500837"/>
                </a:lnTo>
                <a:lnTo>
                  <a:pt x="94349" y="1491109"/>
                </a:lnTo>
                <a:lnTo>
                  <a:pt x="105718" y="1477852"/>
                </a:lnTo>
                <a:lnTo>
                  <a:pt x="112587" y="1463104"/>
                </a:lnTo>
                <a:lnTo>
                  <a:pt x="115429" y="1445846"/>
                </a:lnTo>
                <a:lnTo>
                  <a:pt x="113139" y="1428038"/>
                </a:lnTo>
                <a:lnTo>
                  <a:pt x="98849" y="1391796"/>
                </a:lnTo>
                <a:lnTo>
                  <a:pt x="93243" y="1391169"/>
                </a:lnTo>
                <a:lnTo>
                  <a:pt x="94585" y="1382932"/>
                </a:lnTo>
                <a:lnTo>
                  <a:pt x="92059" y="1385991"/>
                </a:lnTo>
                <a:lnTo>
                  <a:pt x="95691" y="1365281"/>
                </a:lnTo>
                <a:lnTo>
                  <a:pt x="97033" y="1368890"/>
                </a:lnTo>
                <a:lnTo>
                  <a:pt x="98296" y="1361908"/>
                </a:lnTo>
                <a:lnTo>
                  <a:pt x="102639" y="1362614"/>
                </a:lnTo>
                <a:lnTo>
                  <a:pt x="203540" y="1094484"/>
                </a:lnTo>
                <a:lnTo>
                  <a:pt x="213330" y="1057144"/>
                </a:lnTo>
                <a:lnTo>
                  <a:pt x="229516" y="1019725"/>
                </a:lnTo>
                <a:lnTo>
                  <a:pt x="225963" y="1014312"/>
                </a:lnTo>
                <a:lnTo>
                  <a:pt x="229910" y="1010154"/>
                </a:lnTo>
                <a:lnTo>
                  <a:pt x="227621" y="1008036"/>
                </a:lnTo>
                <a:lnTo>
                  <a:pt x="236700" y="998701"/>
                </a:lnTo>
                <a:lnTo>
                  <a:pt x="243253" y="983247"/>
                </a:lnTo>
                <a:lnTo>
                  <a:pt x="242306" y="979717"/>
                </a:lnTo>
                <a:lnTo>
                  <a:pt x="234648" y="983012"/>
                </a:lnTo>
                <a:lnTo>
                  <a:pt x="228489" y="976266"/>
                </a:lnTo>
                <a:lnTo>
                  <a:pt x="224384" y="962773"/>
                </a:lnTo>
                <a:lnTo>
                  <a:pt x="227068" y="949594"/>
                </a:lnTo>
                <a:lnTo>
                  <a:pt x="216883" y="943083"/>
                </a:lnTo>
                <a:lnTo>
                  <a:pt x="217910" y="941122"/>
                </a:lnTo>
                <a:lnTo>
                  <a:pt x="228016" y="947789"/>
                </a:lnTo>
                <a:lnTo>
                  <a:pt x="236464" y="938611"/>
                </a:lnTo>
                <a:lnTo>
                  <a:pt x="247596" y="934218"/>
                </a:lnTo>
                <a:lnTo>
                  <a:pt x="253202" y="936650"/>
                </a:lnTo>
                <a:lnTo>
                  <a:pt x="256675" y="943789"/>
                </a:lnTo>
                <a:lnTo>
                  <a:pt x="261255" y="923157"/>
                </a:lnTo>
                <a:lnTo>
                  <a:pt x="271992" y="897976"/>
                </a:lnTo>
                <a:lnTo>
                  <a:pt x="273887" y="883856"/>
                </a:lnTo>
                <a:lnTo>
                  <a:pt x="276098" y="887229"/>
                </a:lnTo>
                <a:lnTo>
                  <a:pt x="290941" y="875462"/>
                </a:lnTo>
                <a:lnTo>
                  <a:pt x="300494" y="863146"/>
                </a:lnTo>
                <a:lnTo>
                  <a:pt x="324496" y="809253"/>
                </a:lnTo>
                <a:lnTo>
                  <a:pt x="342497" y="782974"/>
                </a:lnTo>
                <a:lnTo>
                  <a:pt x="344629" y="769795"/>
                </a:lnTo>
                <a:lnTo>
                  <a:pt x="358130" y="765637"/>
                </a:lnTo>
                <a:lnTo>
                  <a:pt x="356945" y="756616"/>
                </a:lnTo>
                <a:lnTo>
                  <a:pt x="360814" y="753556"/>
                </a:lnTo>
                <a:lnTo>
                  <a:pt x="371157" y="766892"/>
                </a:lnTo>
                <a:lnTo>
                  <a:pt x="371236" y="754027"/>
                </a:lnTo>
                <a:lnTo>
                  <a:pt x="378026" y="752693"/>
                </a:lnTo>
                <a:lnTo>
                  <a:pt x="389237" y="724374"/>
                </a:lnTo>
                <a:lnTo>
                  <a:pt x="406765" y="694329"/>
                </a:lnTo>
                <a:lnTo>
                  <a:pt x="404633" y="684602"/>
                </a:lnTo>
                <a:lnTo>
                  <a:pt x="412844" y="685778"/>
                </a:lnTo>
                <a:lnTo>
                  <a:pt x="408660" y="678875"/>
                </a:lnTo>
                <a:lnTo>
                  <a:pt x="421924" y="666873"/>
                </a:lnTo>
                <a:lnTo>
                  <a:pt x="427213" y="665461"/>
                </a:lnTo>
                <a:lnTo>
                  <a:pt x="427845" y="672207"/>
                </a:lnTo>
                <a:lnTo>
                  <a:pt x="429977" y="671893"/>
                </a:lnTo>
                <a:lnTo>
                  <a:pt x="432187" y="665069"/>
                </a:lnTo>
                <a:lnTo>
                  <a:pt x="427371" y="657224"/>
                </a:lnTo>
                <a:lnTo>
                  <a:pt x="432030" y="648987"/>
                </a:lnTo>
                <a:lnTo>
                  <a:pt x="441346" y="642555"/>
                </a:lnTo>
                <a:lnTo>
                  <a:pt x="441425" y="629376"/>
                </a:lnTo>
                <a:lnTo>
                  <a:pt x="450347" y="613843"/>
                </a:lnTo>
                <a:lnTo>
                  <a:pt x="447425" y="595487"/>
                </a:lnTo>
                <a:lnTo>
                  <a:pt x="451215" y="576267"/>
                </a:lnTo>
                <a:lnTo>
                  <a:pt x="444899" y="565128"/>
                </a:lnTo>
                <a:lnTo>
                  <a:pt x="449952" y="553126"/>
                </a:lnTo>
                <a:lnTo>
                  <a:pt x="452952" y="555244"/>
                </a:lnTo>
                <a:lnTo>
                  <a:pt x="454373" y="552655"/>
                </a:lnTo>
                <a:lnTo>
                  <a:pt x="450268" y="549752"/>
                </a:lnTo>
                <a:lnTo>
                  <a:pt x="452163" y="543712"/>
                </a:lnTo>
                <a:lnTo>
                  <a:pt x="459347" y="539790"/>
                </a:lnTo>
                <a:lnTo>
                  <a:pt x="452636" y="529592"/>
                </a:lnTo>
                <a:lnTo>
                  <a:pt x="448373" y="511784"/>
                </a:lnTo>
                <a:lnTo>
                  <a:pt x="462742" y="505666"/>
                </a:lnTo>
                <a:lnTo>
                  <a:pt x="468822" y="494369"/>
                </a:lnTo>
                <a:lnTo>
                  <a:pt x="469295" y="485191"/>
                </a:lnTo>
                <a:lnTo>
                  <a:pt x="482954" y="481818"/>
                </a:lnTo>
                <a:lnTo>
                  <a:pt x="492271" y="486603"/>
                </a:lnTo>
                <a:lnTo>
                  <a:pt x="494323" y="480170"/>
                </a:lnTo>
                <a:lnTo>
                  <a:pt x="504429" y="474993"/>
                </a:lnTo>
                <a:lnTo>
                  <a:pt x="506324" y="468717"/>
                </a:lnTo>
                <a:lnTo>
                  <a:pt x="512403" y="463383"/>
                </a:lnTo>
                <a:lnTo>
                  <a:pt x="510114" y="454048"/>
                </a:lnTo>
                <a:lnTo>
                  <a:pt x="512246" y="450988"/>
                </a:lnTo>
                <a:lnTo>
                  <a:pt x="517062" y="447694"/>
                </a:lnTo>
                <a:lnTo>
                  <a:pt x="524404" y="449341"/>
                </a:lnTo>
                <a:lnTo>
                  <a:pt x="529063" y="446988"/>
                </a:lnTo>
                <a:lnTo>
                  <a:pt x="521878" y="440477"/>
                </a:lnTo>
                <a:lnTo>
                  <a:pt x="519746" y="430200"/>
                </a:lnTo>
                <a:lnTo>
                  <a:pt x="524720" y="413883"/>
                </a:lnTo>
                <a:lnTo>
                  <a:pt x="531510" y="415766"/>
                </a:lnTo>
                <a:lnTo>
                  <a:pt x="532063" y="409804"/>
                </a:lnTo>
                <a:lnTo>
                  <a:pt x="525589" y="404234"/>
                </a:lnTo>
                <a:lnTo>
                  <a:pt x="538695" y="397174"/>
                </a:lnTo>
                <a:lnTo>
                  <a:pt x="545801" y="404156"/>
                </a:lnTo>
                <a:lnTo>
                  <a:pt x="542169" y="398351"/>
                </a:lnTo>
                <a:lnTo>
                  <a:pt x="546590" y="392703"/>
                </a:lnTo>
                <a:lnTo>
                  <a:pt x="540353" y="394193"/>
                </a:lnTo>
                <a:lnTo>
                  <a:pt x="535379" y="382505"/>
                </a:lnTo>
                <a:lnTo>
                  <a:pt x="541616" y="357637"/>
                </a:lnTo>
                <a:lnTo>
                  <a:pt x="554485" y="349400"/>
                </a:lnTo>
                <a:lnTo>
                  <a:pt x="562223" y="350499"/>
                </a:lnTo>
                <a:lnTo>
                  <a:pt x="558196" y="348773"/>
                </a:lnTo>
                <a:lnTo>
                  <a:pt x="559459" y="344144"/>
                </a:lnTo>
                <a:lnTo>
                  <a:pt x="571302" y="326729"/>
                </a:lnTo>
                <a:lnTo>
                  <a:pt x="578724" y="331358"/>
                </a:lnTo>
                <a:lnTo>
                  <a:pt x="597672" y="326572"/>
                </a:lnTo>
                <a:lnTo>
                  <a:pt x="612752" y="310648"/>
                </a:lnTo>
                <a:lnTo>
                  <a:pt x="621043" y="315825"/>
                </a:lnTo>
                <a:lnTo>
                  <a:pt x="630201" y="316610"/>
                </a:lnTo>
                <a:lnTo>
                  <a:pt x="632649" y="320061"/>
                </a:lnTo>
                <a:lnTo>
                  <a:pt x="633043" y="307824"/>
                </a:lnTo>
                <a:lnTo>
                  <a:pt x="638096" y="304450"/>
                </a:lnTo>
                <a:lnTo>
                  <a:pt x="648044" y="306412"/>
                </a:lnTo>
                <a:lnTo>
                  <a:pt x="654518" y="295978"/>
                </a:lnTo>
                <a:lnTo>
                  <a:pt x="691389" y="291978"/>
                </a:lnTo>
                <a:lnTo>
                  <a:pt x="699364" y="285623"/>
                </a:lnTo>
                <a:lnTo>
                  <a:pt x="713733" y="280524"/>
                </a:lnTo>
                <a:lnTo>
                  <a:pt x="713654" y="277230"/>
                </a:lnTo>
                <a:lnTo>
                  <a:pt x="745314" y="244831"/>
                </a:lnTo>
                <a:lnTo>
                  <a:pt x="764658" y="233849"/>
                </a:lnTo>
                <a:lnTo>
                  <a:pt x="795765" y="203568"/>
                </a:lnTo>
                <a:lnTo>
                  <a:pt x="796712" y="195410"/>
                </a:lnTo>
                <a:lnTo>
                  <a:pt x="802555" y="199175"/>
                </a:lnTo>
                <a:lnTo>
                  <a:pt x="822530" y="180348"/>
                </a:lnTo>
                <a:lnTo>
                  <a:pt x="843768" y="168503"/>
                </a:lnTo>
                <a:lnTo>
                  <a:pt x="877481" y="158697"/>
                </a:lnTo>
                <a:lnTo>
                  <a:pt x="882534" y="160423"/>
                </a:lnTo>
                <a:lnTo>
                  <a:pt x="884824" y="157677"/>
                </a:lnTo>
                <a:lnTo>
                  <a:pt x="914036" y="152657"/>
                </a:lnTo>
                <a:lnTo>
                  <a:pt x="960697" y="153677"/>
                </a:lnTo>
                <a:lnTo>
                  <a:pt x="974040" y="157050"/>
                </a:lnTo>
                <a:lnTo>
                  <a:pt x="992515" y="171641"/>
                </a:lnTo>
                <a:lnTo>
                  <a:pt x="993779" y="177446"/>
                </a:lnTo>
                <a:lnTo>
                  <a:pt x="990068" y="170935"/>
                </a:lnTo>
                <a:lnTo>
                  <a:pt x="990147" y="175955"/>
                </a:lnTo>
                <a:lnTo>
                  <a:pt x="986199" y="179564"/>
                </a:lnTo>
                <a:lnTo>
                  <a:pt x="991489" y="178230"/>
                </a:lnTo>
                <a:lnTo>
                  <a:pt x="1002148" y="185683"/>
                </a:lnTo>
                <a:lnTo>
                  <a:pt x="991252" y="193292"/>
                </a:lnTo>
                <a:lnTo>
                  <a:pt x="997489" y="188114"/>
                </a:lnTo>
                <a:lnTo>
                  <a:pt x="1003174" y="187801"/>
                </a:lnTo>
                <a:lnTo>
                  <a:pt x="997726" y="192586"/>
                </a:lnTo>
                <a:lnTo>
                  <a:pt x="999937" y="191252"/>
                </a:lnTo>
                <a:lnTo>
                  <a:pt x="1002384" y="194312"/>
                </a:lnTo>
                <a:lnTo>
                  <a:pt x="1002463" y="189527"/>
                </a:lnTo>
                <a:lnTo>
                  <a:pt x="1008938" y="192586"/>
                </a:lnTo>
                <a:lnTo>
                  <a:pt x="1011148" y="200587"/>
                </a:lnTo>
                <a:lnTo>
                  <a:pt x="1017622" y="199881"/>
                </a:lnTo>
                <a:lnTo>
                  <a:pt x="1043756" y="219807"/>
                </a:lnTo>
                <a:lnTo>
                  <a:pt x="1044861" y="224984"/>
                </a:lnTo>
                <a:lnTo>
                  <a:pt x="1033097" y="238085"/>
                </a:lnTo>
                <a:lnTo>
                  <a:pt x="1035071" y="251342"/>
                </a:lnTo>
                <a:lnTo>
                  <a:pt x="1037992" y="251421"/>
                </a:lnTo>
                <a:lnTo>
                  <a:pt x="1038940" y="243105"/>
                </a:lnTo>
                <a:lnTo>
                  <a:pt x="1046124" y="233064"/>
                </a:lnTo>
                <a:lnTo>
                  <a:pt x="1050151" y="250009"/>
                </a:lnTo>
                <a:lnTo>
                  <a:pt x="1078179" y="249930"/>
                </a:lnTo>
                <a:lnTo>
                  <a:pt x="1081574" y="247028"/>
                </a:lnTo>
                <a:lnTo>
                  <a:pt x="1083785" y="251499"/>
                </a:lnTo>
                <a:lnTo>
                  <a:pt x="1083627" y="198548"/>
                </a:lnTo>
                <a:lnTo>
                  <a:pt x="1090496" y="192037"/>
                </a:lnTo>
                <a:lnTo>
                  <a:pt x="1201898" y="214708"/>
                </a:lnTo>
                <a:lnTo>
                  <a:pt x="1233005" y="207255"/>
                </a:lnTo>
                <a:lnTo>
                  <a:pt x="1251954" y="215257"/>
                </a:lnTo>
                <a:lnTo>
                  <a:pt x="1273982" y="208589"/>
                </a:lnTo>
                <a:lnTo>
                  <a:pt x="1272245" y="202156"/>
                </a:lnTo>
                <a:lnTo>
                  <a:pt x="1276429" y="191095"/>
                </a:lnTo>
                <a:lnTo>
                  <a:pt x="1289062" y="180584"/>
                </a:lnTo>
                <a:lnTo>
                  <a:pt x="1295615" y="168895"/>
                </a:lnTo>
                <a:lnTo>
                  <a:pt x="1289694" y="143400"/>
                </a:lnTo>
                <a:lnTo>
                  <a:pt x="1292536" y="141831"/>
                </a:lnTo>
                <a:lnTo>
                  <a:pt x="1303984" y="174779"/>
                </a:lnTo>
                <a:lnTo>
                  <a:pt x="1319538" y="163325"/>
                </a:lnTo>
                <a:lnTo>
                  <a:pt x="1347171" y="153049"/>
                </a:lnTo>
                <a:lnTo>
                  <a:pt x="1397464" y="120258"/>
                </a:lnTo>
                <a:lnTo>
                  <a:pt x="1403543" y="119160"/>
                </a:lnTo>
                <a:lnTo>
                  <a:pt x="1420992" y="101117"/>
                </a:lnTo>
                <a:lnTo>
                  <a:pt x="1450599" y="80094"/>
                </a:lnTo>
                <a:lnTo>
                  <a:pt x="1462758" y="74995"/>
                </a:lnTo>
                <a:lnTo>
                  <a:pt x="1523631" y="30829"/>
                </a:lnTo>
                <a:lnTo>
                  <a:pt x="1533105" y="31143"/>
                </a:lnTo>
                <a:lnTo>
                  <a:pt x="1546527" y="17964"/>
                </a:lnTo>
                <a:lnTo>
                  <a:pt x="1558054" y="13650"/>
                </a:lnTo>
                <a:lnTo>
                  <a:pt x="1602268" y="1569"/>
                </a:lnTo>
                <a:lnTo>
                  <a:pt x="1610637" y="7766"/>
                </a:lnTo>
                <a:lnTo>
                  <a:pt x="1628401" y="3216"/>
                </a:lnTo>
                <a:lnTo>
                  <a:pt x="1670799" y="0"/>
                </a:lnTo>
                <a:lnTo>
                  <a:pt x="1703248" y="12002"/>
                </a:lnTo>
                <a:lnTo>
                  <a:pt x="1709091" y="16709"/>
                </a:lnTo>
                <a:lnTo>
                  <a:pt x="1694090" y="27142"/>
                </a:lnTo>
                <a:lnTo>
                  <a:pt x="1680826" y="45577"/>
                </a:lnTo>
                <a:lnTo>
                  <a:pt x="1687221" y="49500"/>
                </a:lnTo>
                <a:lnTo>
                  <a:pt x="1696142" y="36242"/>
                </a:lnTo>
                <a:lnTo>
                  <a:pt x="1714459" y="28319"/>
                </a:lnTo>
                <a:lnTo>
                  <a:pt x="1711854" y="37733"/>
                </a:lnTo>
                <a:lnTo>
                  <a:pt x="1718723" y="39145"/>
                </a:lnTo>
                <a:lnTo>
                  <a:pt x="1705222" y="63149"/>
                </a:lnTo>
                <a:lnTo>
                  <a:pt x="1709249" y="65267"/>
                </a:lnTo>
                <a:lnTo>
                  <a:pt x="1725829" y="39537"/>
                </a:lnTo>
                <a:lnTo>
                  <a:pt x="1718328" y="52951"/>
                </a:lnTo>
                <a:lnTo>
                  <a:pt x="1721328" y="54991"/>
                </a:lnTo>
                <a:lnTo>
                  <a:pt x="1709959" y="74916"/>
                </a:lnTo>
                <a:lnTo>
                  <a:pt x="1712801" y="76485"/>
                </a:lnTo>
                <a:lnTo>
                  <a:pt x="1723855" y="56481"/>
                </a:lnTo>
                <a:lnTo>
                  <a:pt x="1727881" y="58443"/>
                </a:lnTo>
                <a:lnTo>
                  <a:pt x="1751488" y="17101"/>
                </a:lnTo>
                <a:lnTo>
                  <a:pt x="1804860" y="47539"/>
                </a:lnTo>
                <a:lnTo>
                  <a:pt x="1786307" y="80486"/>
                </a:lnTo>
                <a:lnTo>
                  <a:pt x="1793807" y="84801"/>
                </a:lnTo>
                <a:lnTo>
                  <a:pt x="1812519" y="52010"/>
                </a:lnTo>
                <a:lnTo>
                  <a:pt x="1821046" y="51775"/>
                </a:lnTo>
                <a:lnTo>
                  <a:pt x="1828625" y="46754"/>
                </a:lnTo>
                <a:lnTo>
                  <a:pt x="1929053" y="88174"/>
                </a:lnTo>
                <a:lnTo>
                  <a:pt x="1961661" y="104334"/>
                </a:lnTo>
                <a:lnTo>
                  <a:pt x="1993479" y="124808"/>
                </a:lnTo>
                <a:lnTo>
                  <a:pt x="1992373" y="132967"/>
                </a:lnTo>
                <a:lnTo>
                  <a:pt x="1968608" y="143400"/>
                </a:lnTo>
                <a:lnTo>
                  <a:pt x="1989373" y="193606"/>
                </a:lnTo>
                <a:lnTo>
                  <a:pt x="1997900" y="222552"/>
                </a:lnTo>
                <a:lnTo>
                  <a:pt x="2034376" y="269307"/>
                </a:lnTo>
                <a:lnTo>
                  <a:pt x="2029797" y="272993"/>
                </a:lnTo>
                <a:lnTo>
                  <a:pt x="2036271" y="287585"/>
                </a:lnTo>
                <a:lnTo>
                  <a:pt x="2046772" y="283662"/>
                </a:lnTo>
                <a:lnTo>
                  <a:pt x="2050088" y="290644"/>
                </a:lnTo>
                <a:lnTo>
                  <a:pt x="2042587" y="306019"/>
                </a:lnTo>
                <a:lnTo>
                  <a:pt x="2002400" y="339045"/>
                </a:lnTo>
                <a:lnTo>
                  <a:pt x="1993163" y="341869"/>
                </a:lnTo>
                <a:lnTo>
                  <a:pt x="1990242" y="347047"/>
                </a:lnTo>
                <a:lnTo>
                  <a:pt x="2037692" y="368306"/>
                </a:lnTo>
                <a:lnTo>
                  <a:pt x="2048588" y="362658"/>
                </a:lnTo>
                <a:lnTo>
                  <a:pt x="2062404" y="360697"/>
                </a:lnTo>
                <a:lnTo>
                  <a:pt x="2080406" y="345007"/>
                </a:lnTo>
                <a:lnTo>
                  <a:pt x="2080721" y="336535"/>
                </a:lnTo>
                <a:lnTo>
                  <a:pt x="2086011" y="329789"/>
                </a:lnTo>
                <a:lnTo>
                  <a:pt x="2115540" y="310648"/>
                </a:lnTo>
                <a:lnTo>
                  <a:pt x="2134330" y="304607"/>
                </a:lnTo>
                <a:lnTo>
                  <a:pt x="2154305" y="306019"/>
                </a:lnTo>
                <a:lnTo>
                  <a:pt x="2167254" y="311589"/>
                </a:lnTo>
                <a:lnTo>
                  <a:pt x="2229784" y="353009"/>
                </a:lnTo>
                <a:lnTo>
                  <a:pt x="2217389" y="370110"/>
                </a:lnTo>
                <a:lnTo>
                  <a:pt x="2223073" y="373405"/>
                </a:lnTo>
                <a:lnTo>
                  <a:pt x="2234206" y="355598"/>
                </a:lnTo>
                <a:lnTo>
                  <a:pt x="2298868" y="393409"/>
                </a:lnTo>
                <a:lnTo>
                  <a:pt x="2304237" y="400390"/>
                </a:lnTo>
                <a:lnTo>
                  <a:pt x="2306447" y="410902"/>
                </a:lnTo>
                <a:lnTo>
                  <a:pt x="2295789" y="435142"/>
                </a:lnTo>
                <a:lnTo>
                  <a:pt x="2308816" y="439614"/>
                </a:lnTo>
                <a:lnTo>
                  <a:pt x="2321685" y="418041"/>
                </a:lnTo>
                <a:lnTo>
                  <a:pt x="2353977" y="397096"/>
                </a:lnTo>
                <a:lnTo>
                  <a:pt x="2365978" y="395370"/>
                </a:lnTo>
                <a:lnTo>
                  <a:pt x="2378531" y="398116"/>
                </a:lnTo>
                <a:lnTo>
                  <a:pt x="2386190" y="390192"/>
                </a:lnTo>
                <a:lnTo>
                  <a:pt x="2407981" y="386427"/>
                </a:lnTo>
                <a:lnTo>
                  <a:pt x="2422903" y="389565"/>
                </a:lnTo>
                <a:lnTo>
                  <a:pt x="2433482" y="409961"/>
                </a:lnTo>
                <a:lnTo>
                  <a:pt x="2434983" y="427690"/>
                </a:lnTo>
                <a:lnTo>
                  <a:pt x="2442246" y="426670"/>
                </a:lnTo>
                <a:lnTo>
                  <a:pt x="2446352" y="419531"/>
                </a:lnTo>
                <a:lnTo>
                  <a:pt x="2452273" y="420002"/>
                </a:lnTo>
                <a:lnTo>
                  <a:pt x="2471064" y="437339"/>
                </a:lnTo>
                <a:lnTo>
                  <a:pt x="2470511" y="444242"/>
                </a:lnTo>
                <a:lnTo>
                  <a:pt x="2474459" y="448243"/>
                </a:lnTo>
                <a:lnTo>
                  <a:pt x="2492065" y="455460"/>
                </a:lnTo>
                <a:lnTo>
                  <a:pt x="2509119" y="467305"/>
                </a:lnTo>
                <a:lnTo>
                  <a:pt x="2567307" y="524806"/>
                </a:lnTo>
                <a:lnTo>
                  <a:pt x="2568413" y="536652"/>
                </a:lnTo>
                <a:lnTo>
                  <a:pt x="2558938" y="542614"/>
                </a:lnTo>
                <a:lnTo>
                  <a:pt x="2561386" y="545046"/>
                </a:lnTo>
                <a:lnTo>
                  <a:pt x="2561544" y="557519"/>
                </a:lnTo>
                <a:lnTo>
                  <a:pt x="2595494" y="545987"/>
                </a:lnTo>
                <a:lnTo>
                  <a:pt x="2627390" y="575404"/>
                </a:lnTo>
                <a:lnTo>
                  <a:pt x="2628259" y="581915"/>
                </a:lnTo>
                <a:lnTo>
                  <a:pt x="2610810" y="599723"/>
                </a:lnTo>
                <a:lnTo>
                  <a:pt x="2608994" y="606940"/>
                </a:lnTo>
                <a:lnTo>
                  <a:pt x="2611284" y="610078"/>
                </a:lnTo>
                <a:lnTo>
                  <a:pt x="2620206" y="608117"/>
                </a:lnTo>
                <a:lnTo>
                  <a:pt x="2641444" y="591172"/>
                </a:lnTo>
                <a:lnTo>
                  <a:pt x="2662366" y="609293"/>
                </a:lnTo>
                <a:lnTo>
                  <a:pt x="2664893" y="615961"/>
                </a:lnTo>
                <a:lnTo>
                  <a:pt x="2660314" y="642319"/>
                </a:lnTo>
                <a:lnTo>
                  <a:pt x="2662051" y="651811"/>
                </a:lnTo>
                <a:lnTo>
                  <a:pt x="2669077" y="659499"/>
                </a:lnTo>
                <a:lnTo>
                  <a:pt x="2712344" y="688603"/>
                </a:lnTo>
                <a:lnTo>
                  <a:pt x="2751662" y="698095"/>
                </a:lnTo>
                <a:lnTo>
                  <a:pt x="2782375" y="701546"/>
                </a:lnTo>
                <a:lnTo>
                  <a:pt x="2834878" y="695663"/>
                </a:lnTo>
                <a:lnTo>
                  <a:pt x="2846405" y="707273"/>
                </a:lnTo>
                <a:lnTo>
                  <a:pt x="2856590" y="703507"/>
                </a:lnTo>
                <a:lnTo>
                  <a:pt x="2858959" y="696369"/>
                </a:lnTo>
                <a:lnTo>
                  <a:pt x="2855485" y="686798"/>
                </a:lnTo>
                <a:lnTo>
                  <a:pt x="2870328" y="677620"/>
                </a:lnTo>
                <a:lnTo>
                  <a:pt x="2881776" y="663813"/>
                </a:lnTo>
                <a:lnTo>
                  <a:pt x="2898119" y="654714"/>
                </a:lnTo>
                <a:lnTo>
                  <a:pt x="2906883" y="629611"/>
                </a:lnTo>
                <a:lnTo>
                  <a:pt x="2913121" y="628356"/>
                </a:lnTo>
                <a:lnTo>
                  <a:pt x="2917937" y="620040"/>
                </a:lnTo>
                <a:lnTo>
                  <a:pt x="2928358" y="614549"/>
                </a:lnTo>
                <a:lnTo>
                  <a:pt x="2959782" y="612353"/>
                </a:lnTo>
                <a:lnTo>
                  <a:pt x="2966256" y="607646"/>
                </a:lnTo>
                <a:lnTo>
                  <a:pt x="2963492" y="606391"/>
                </a:lnTo>
                <a:lnTo>
                  <a:pt x="2976441" y="603959"/>
                </a:lnTo>
                <a:lnTo>
                  <a:pt x="2973835" y="605685"/>
                </a:lnTo>
                <a:lnTo>
                  <a:pt x="2980151" y="608273"/>
                </a:lnTo>
                <a:lnTo>
                  <a:pt x="2987968" y="608823"/>
                </a:lnTo>
                <a:lnTo>
                  <a:pt x="2988520" y="606077"/>
                </a:lnTo>
                <a:lnTo>
                  <a:pt x="3018601" y="609058"/>
                </a:lnTo>
                <a:lnTo>
                  <a:pt x="3058709" y="621217"/>
                </a:lnTo>
                <a:lnTo>
                  <a:pt x="3074184" y="622629"/>
                </a:lnTo>
                <a:lnTo>
                  <a:pt x="3106239" y="642005"/>
                </a:lnTo>
                <a:lnTo>
                  <a:pt x="3161743" y="755125"/>
                </a:lnTo>
                <a:lnTo>
                  <a:pt x="3173191" y="763205"/>
                </a:lnTo>
                <a:lnTo>
                  <a:pt x="3183060" y="761950"/>
                </a:lnTo>
                <a:lnTo>
                  <a:pt x="3181797" y="770187"/>
                </a:lnTo>
                <a:lnTo>
                  <a:pt x="3166954" y="770814"/>
                </a:lnTo>
                <a:lnTo>
                  <a:pt x="3157874" y="794191"/>
                </a:lnTo>
                <a:lnTo>
                  <a:pt x="3162690" y="796780"/>
                </a:lnTo>
                <a:lnTo>
                  <a:pt x="3164664" y="792152"/>
                </a:lnTo>
                <a:lnTo>
                  <a:pt x="3192929" y="801095"/>
                </a:lnTo>
                <a:lnTo>
                  <a:pt x="3220563" y="789720"/>
                </a:lnTo>
                <a:lnTo>
                  <a:pt x="3334176" y="839926"/>
                </a:lnTo>
                <a:lnTo>
                  <a:pt x="3388732" y="872402"/>
                </a:lnTo>
                <a:lnTo>
                  <a:pt x="3439578" y="909508"/>
                </a:lnTo>
                <a:lnTo>
                  <a:pt x="3451342" y="925275"/>
                </a:lnTo>
                <a:lnTo>
                  <a:pt x="3457263" y="946142"/>
                </a:lnTo>
                <a:lnTo>
                  <a:pt x="3454184" y="957203"/>
                </a:lnTo>
                <a:lnTo>
                  <a:pt x="3444552" y="956654"/>
                </a:lnTo>
                <a:lnTo>
                  <a:pt x="3443288" y="950770"/>
                </a:lnTo>
                <a:lnTo>
                  <a:pt x="3450157" y="938690"/>
                </a:lnTo>
                <a:lnTo>
                  <a:pt x="3446683" y="924412"/>
                </a:lnTo>
                <a:lnTo>
                  <a:pt x="3438393" y="913508"/>
                </a:lnTo>
                <a:lnTo>
                  <a:pt x="3412023" y="893034"/>
                </a:lnTo>
                <a:lnTo>
                  <a:pt x="3402707" y="892093"/>
                </a:lnTo>
                <a:lnTo>
                  <a:pt x="3387311" y="881894"/>
                </a:lnTo>
                <a:lnTo>
                  <a:pt x="3377126" y="878835"/>
                </a:lnTo>
                <a:lnTo>
                  <a:pt x="3364730" y="881581"/>
                </a:lnTo>
                <a:lnTo>
                  <a:pt x="3360072" y="887935"/>
                </a:lnTo>
                <a:lnTo>
                  <a:pt x="3367967" y="893426"/>
                </a:lnTo>
                <a:lnTo>
                  <a:pt x="3370257" y="901349"/>
                </a:lnTo>
                <a:lnTo>
                  <a:pt x="3280172" y="1112448"/>
                </a:lnTo>
                <a:lnTo>
                  <a:pt x="3276461" y="1125471"/>
                </a:lnTo>
                <a:lnTo>
                  <a:pt x="3277014" y="1138336"/>
                </a:lnTo>
                <a:lnTo>
                  <a:pt x="3281988" y="1148848"/>
                </a:lnTo>
                <a:lnTo>
                  <a:pt x="3370099" y="1146651"/>
                </a:lnTo>
                <a:lnTo>
                  <a:pt x="3371599" y="1198504"/>
                </a:lnTo>
                <a:lnTo>
                  <a:pt x="3377994" y="1202897"/>
                </a:lnTo>
                <a:lnTo>
                  <a:pt x="3371205" y="1212703"/>
                </a:lnTo>
                <a:lnTo>
                  <a:pt x="3342545" y="1213487"/>
                </a:lnTo>
                <a:lnTo>
                  <a:pt x="3341676" y="1179755"/>
                </a:lnTo>
                <a:lnTo>
                  <a:pt x="3292015" y="1181089"/>
                </a:lnTo>
                <a:lnTo>
                  <a:pt x="3292962" y="1214743"/>
                </a:lnTo>
                <a:lnTo>
                  <a:pt x="3197903" y="1220234"/>
                </a:lnTo>
                <a:lnTo>
                  <a:pt x="3153611" y="1249808"/>
                </a:lnTo>
                <a:lnTo>
                  <a:pt x="3130241" y="1257967"/>
                </a:lnTo>
                <a:lnTo>
                  <a:pt x="3107029" y="1254907"/>
                </a:lnTo>
                <a:lnTo>
                  <a:pt x="3044182" y="1228078"/>
                </a:lnTo>
                <a:lnTo>
                  <a:pt x="2986073" y="1245337"/>
                </a:lnTo>
                <a:lnTo>
                  <a:pt x="2993889" y="1240630"/>
                </a:lnTo>
                <a:lnTo>
                  <a:pt x="2996337" y="1234511"/>
                </a:lnTo>
                <a:lnTo>
                  <a:pt x="2988284" y="1208938"/>
                </a:lnTo>
                <a:lnTo>
                  <a:pt x="2977467" y="1211683"/>
                </a:lnTo>
                <a:lnTo>
                  <a:pt x="2949676" y="1209487"/>
                </a:lnTo>
                <a:lnTo>
                  <a:pt x="2929148" y="1218586"/>
                </a:lnTo>
                <a:lnTo>
                  <a:pt x="2928674" y="1212232"/>
                </a:lnTo>
                <a:lnTo>
                  <a:pt x="2895672" y="1213566"/>
                </a:lnTo>
                <a:lnTo>
                  <a:pt x="2885092" y="1217802"/>
                </a:lnTo>
                <a:lnTo>
                  <a:pt x="2880118" y="1214978"/>
                </a:lnTo>
                <a:lnTo>
                  <a:pt x="2866933" y="1221254"/>
                </a:lnTo>
                <a:lnTo>
                  <a:pt x="2862354" y="1219528"/>
                </a:lnTo>
                <a:lnTo>
                  <a:pt x="2834247" y="1228941"/>
                </a:lnTo>
                <a:lnTo>
                  <a:pt x="2818930" y="1225098"/>
                </a:lnTo>
                <a:lnTo>
                  <a:pt x="2806534" y="1233334"/>
                </a:lnTo>
                <a:lnTo>
                  <a:pt x="2805429" y="1230824"/>
                </a:lnTo>
                <a:lnTo>
                  <a:pt x="2800692" y="1232236"/>
                </a:lnTo>
                <a:lnTo>
                  <a:pt x="2784506" y="1243140"/>
                </a:lnTo>
                <a:lnTo>
                  <a:pt x="2779927" y="1241493"/>
                </a:lnTo>
                <a:lnTo>
                  <a:pt x="2763742" y="1251769"/>
                </a:lnTo>
                <a:lnTo>
                  <a:pt x="2762952" y="1248867"/>
                </a:lnTo>
                <a:lnTo>
                  <a:pt x="2758136" y="1248475"/>
                </a:lnTo>
                <a:lnTo>
                  <a:pt x="2745030" y="1254358"/>
                </a:lnTo>
                <a:lnTo>
                  <a:pt x="2742740" y="1252554"/>
                </a:lnTo>
                <a:lnTo>
                  <a:pt x="2727897" y="1257182"/>
                </a:lnTo>
                <a:lnTo>
                  <a:pt x="2723002" y="1254829"/>
                </a:lnTo>
                <a:lnTo>
                  <a:pt x="2707054" y="1258280"/>
                </a:lnTo>
                <a:lnTo>
                  <a:pt x="2671604" y="1267459"/>
                </a:lnTo>
                <a:lnTo>
                  <a:pt x="2663630" y="1272871"/>
                </a:lnTo>
                <a:lnTo>
                  <a:pt x="2659840" y="1271302"/>
                </a:lnTo>
                <a:lnTo>
                  <a:pt x="2649971" y="1275695"/>
                </a:lnTo>
                <a:lnTo>
                  <a:pt x="2649023" y="1273342"/>
                </a:lnTo>
                <a:lnTo>
                  <a:pt x="2649418" y="1276009"/>
                </a:lnTo>
                <a:lnTo>
                  <a:pt x="2637891" y="1282363"/>
                </a:lnTo>
                <a:lnTo>
                  <a:pt x="2613968" y="1290914"/>
                </a:lnTo>
                <a:lnTo>
                  <a:pt x="2610652" y="1289188"/>
                </a:lnTo>
                <a:lnTo>
                  <a:pt x="2588546" y="1301347"/>
                </a:lnTo>
                <a:lnTo>
                  <a:pt x="2588388" y="1298994"/>
                </a:lnTo>
                <a:lnTo>
                  <a:pt x="2577729" y="1295699"/>
                </a:lnTo>
                <a:lnTo>
                  <a:pt x="2545280" y="1310996"/>
                </a:lnTo>
                <a:lnTo>
                  <a:pt x="2534068" y="1310918"/>
                </a:lnTo>
                <a:lnTo>
                  <a:pt x="2528936" y="1314762"/>
                </a:lnTo>
                <a:lnTo>
                  <a:pt x="2527436" y="1311624"/>
                </a:lnTo>
                <a:lnTo>
                  <a:pt x="2522541" y="1311467"/>
                </a:lnTo>
                <a:lnTo>
                  <a:pt x="2512040" y="1317586"/>
                </a:lnTo>
                <a:lnTo>
                  <a:pt x="2507303" y="1314526"/>
                </a:lnTo>
                <a:lnTo>
                  <a:pt x="2479670" y="1325352"/>
                </a:lnTo>
                <a:lnTo>
                  <a:pt x="2461669" y="1325509"/>
                </a:lnTo>
                <a:lnTo>
                  <a:pt x="2417455" y="1346140"/>
                </a:lnTo>
                <a:lnTo>
                  <a:pt x="2366530" y="1357515"/>
                </a:lnTo>
                <a:lnTo>
                  <a:pt x="2314027" y="1375401"/>
                </a:lnTo>
                <a:lnTo>
                  <a:pt x="2289552" y="1386148"/>
                </a:lnTo>
                <a:lnTo>
                  <a:pt x="2282919" y="1392816"/>
                </a:lnTo>
                <a:lnTo>
                  <a:pt x="2277235" y="1389521"/>
                </a:lnTo>
                <a:lnTo>
                  <a:pt x="2270919" y="1390306"/>
                </a:lnTo>
                <a:lnTo>
                  <a:pt x="2245338" y="1415016"/>
                </a:lnTo>
                <a:lnTo>
                  <a:pt x="2234285" y="1411722"/>
                </a:lnTo>
                <a:lnTo>
                  <a:pt x="2208309" y="1435648"/>
                </a:lnTo>
                <a:lnTo>
                  <a:pt x="2202703" y="1432980"/>
                </a:lnTo>
                <a:lnTo>
                  <a:pt x="2196150" y="1434942"/>
                </a:lnTo>
                <a:lnTo>
                  <a:pt x="2167806" y="1466085"/>
                </a:lnTo>
                <a:lnTo>
                  <a:pt x="2133620" y="1490325"/>
                </a:lnTo>
                <a:lnTo>
                  <a:pt x="2145226" y="1488521"/>
                </a:lnTo>
                <a:lnTo>
                  <a:pt x="2145857" y="1491972"/>
                </a:lnTo>
                <a:lnTo>
                  <a:pt x="2135041" y="1492129"/>
                </a:lnTo>
                <a:lnTo>
                  <a:pt x="2116329" y="1479342"/>
                </a:lnTo>
                <a:lnTo>
                  <a:pt x="2098091" y="1492678"/>
                </a:lnTo>
                <a:lnTo>
                  <a:pt x="2099038" y="1496522"/>
                </a:lnTo>
                <a:lnTo>
                  <a:pt x="2101249" y="1495110"/>
                </a:lnTo>
                <a:lnTo>
                  <a:pt x="2099117" y="1496679"/>
                </a:lnTo>
                <a:lnTo>
                  <a:pt x="2103381" y="1508289"/>
                </a:lnTo>
                <a:lnTo>
                  <a:pt x="2099275" y="1521860"/>
                </a:lnTo>
                <a:lnTo>
                  <a:pt x="2007532" y="1592305"/>
                </a:lnTo>
                <a:lnTo>
                  <a:pt x="2021428" y="1611525"/>
                </a:lnTo>
                <a:lnTo>
                  <a:pt x="2014480" y="1616545"/>
                </a:lnTo>
                <a:lnTo>
                  <a:pt x="2000663" y="1597326"/>
                </a:lnTo>
                <a:lnTo>
                  <a:pt x="1985583" y="1607602"/>
                </a:lnTo>
                <a:lnTo>
                  <a:pt x="1975083" y="1609171"/>
                </a:lnTo>
                <a:lnTo>
                  <a:pt x="1965766" y="1605484"/>
                </a:lnTo>
                <a:lnTo>
                  <a:pt x="1949423" y="1589795"/>
                </a:lnTo>
                <a:lnTo>
                  <a:pt x="1941212" y="1589795"/>
                </a:lnTo>
                <a:lnTo>
                  <a:pt x="1943028" y="1625410"/>
                </a:lnTo>
                <a:lnTo>
                  <a:pt x="1934106" y="1629567"/>
                </a:lnTo>
                <a:lnTo>
                  <a:pt x="1945159" y="1641962"/>
                </a:lnTo>
                <a:lnTo>
                  <a:pt x="1938764" y="1647688"/>
                </a:lnTo>
                <a:lnTo>
                  <a:pt x="1894867" y="1599758"/>
                </a:lnTo>
                <a:lnTo>
                  <a:pt x="1883655" y="1609956"/>
                </a:lnTo>
                <a:lnTo>
                  <a:pt x="1902999" y="1634352"/>
                </a:lnTo>
                <a:lnTo>
                  <a:pt x="1896761" y="1641334"/>
                </a:lnTo>
                <a:lnTo>
                  <a:pt x="1845521" y="1593639"/>
                </a:lnTo>
                <a:lnTo>
                  <a:pt x="1787333" y="1595286"/>
                </a:lnTo>
                <a:lnTo>
                  <a:pt x="1724486" y="1629253"/>
                </a:lnTo>
                <a:lnTo>
                  <a:pt x="1726776" y="1651924"/>
                </a:lnTo>
                <a:lnTo>
                  <a:pt x="1774227" y="1624939"/>
                </a:lnTo>
                <a:lnTo>
                  <a:pt x="1818993" y="1623213"/>
                </a:lnTo>
                <a:lnTo>
                  <a:pt x="1869444" y="1670202"/>
                </a:lnTo>
                <a:lnTo>
                  <a:pt x="1821125" y="1694129"/>
                </a:lnTo>
                <a:lnTo>
                  <a:pt x="1780859" y="1681499"/>
                </a:lnTo>
                <a:lnTo>
                  <a:pt x="1785912" y="1675694"/>
                </a:lnTo>
                <a:lnTo>
                  <a:pt x="1781490" y="1674360"/>
                </a:lnTo>
                <a:lnTo>
                  <a:pt x="1780780" y="1676557"/>
                </a:lnTo>
                <a:lnTo>
                  <a:pt x="1780622" y="1674046"/>
                </a:lnTo>
                <a:lnTo>
                  <a:pt x="1779832" y="1676243"/>
                </a:lnTo>
                <a:lnTo>
                  <a:pt x="1779280" y="1673497"/>
                </a:lnTo>
                <a:lnTo>
                  <a:pt x="1774858" y="1678910"/>
                </a:lnTo>
                <a:lnTo>
                  <a:pt x="1760647" y="1675929"/>
                </a:lnTo>
                <a:lnTo>
                  <a:pt x="1758594" y="1679538"/>
                </a:lnTo>
                <a:lnTo>
                  <a:pt x="1753778" y="1677576"/>
                </a:lnTo>
                <a:lnTo>
                  <a:pt x="1759463" y="1678439"/>
                </a:lnTo>
                <a:lnTo>
                  <a:pt x="1760489" y="1675772"/>
                </a:lnTo>
                <a:lnTo>
                  <a:pt x="1740751" y="1669575"/>
                </a:lnTo>
                <a:lnTo>
                  <a:pt x="1723697" y="1652160"/>
                </a:lnTo>
                <a:lnTo>
                  <a:pt x="1723618" y="1682048"/>
                </a:lnTo>
                <a:lnTo>
                  <a:pt x="1726855" y="1685107"/>
                </a:lnTo>
                <a:lnTo>
                  <a:pt x="1733171" y="1690520"/>
                </a:lnTo>
                <a:lnTo>
                  <a:pt x="1749120" y="1695541"/>
                </a:lnTo>
                <a:lnTo>
                  <a:pt x="1792702" y="1696011"/>
                </a:lnTo>
                <a:lnTo>
                  <a:pt x="1810071" y="1706288"/>
                </a:lnTo>
                <a:lnTo>
                  <a:pt x="1827362" y="1706837"/>
                </a:lnTo>
                <a:lnTo>
                  <a:pt x="1836836" y="1699855"/>
                </a:lnTo>
                <a:lnTo>
                  <a:pt x="1852864" y="1704248"/>
                </a:lnTo>
                <a:lnTo>
                  <a:pt x="1862417" y="1702993"/>
                </a:lnTo>
                <a:lnTo>
                  <a:pt x="1864312" y="1713269"/>
                </a:lnTo>
                <a:lnTo>
                  <a:pt x="1867786" y="1714603"/>
                </a:lnTo>
                <a:lnTo>
                  <a:pt x="1897946" y="1706445"/>
                </a:lnTo>
                <a:lnTo>
                  <a:pt x="1916342" y="1715309"/>
                </a:lnTo>
                <a:lnTo>
                  <a:pt x="1913499" y="1725664"/>
                </a:lnTo>
                <a:lnTo>
                  <a:pt x="1883024" y="1770771"/>
                </a:lnTo>
                <a:lnTo>
                  <a:pt x="1847732" y="1806934"/>
                </a:lnTo>
                <a:lnTo>
                  <a:pt x="1828704" y="1819957"/>
                </a:lnTo>
                <a:lnTo>
                  <a:pt x="1821519" y="1821369"/>
                </a:lnTo>
                <a:lnTo>
                  <a:pt x="1826967" y="1816662"/>
                </a:lnTo>
                <a:lnTo>
                  <a:pt x="1823967" y="1814858"/>
                </a:lnTo>
                <a:lnTo>
                  <a:pt x="1809519" y="1818309"/>
                </a:lnTo>
                <a:lnTo>
                  <a:pt x="1795465" y="1827487"/>
                </a:lnTo>
                <a:lnTo>
                  <a:pt x="1783306" y="1822388"/>
                </a:lnTo>
                <a:lnTo>
                  <a:pt x="1773200" y="1812661"/>
                </a:lnTo>
                <a:lnTo>
                  <a:pt x="1769332" y="1813289"/>
                </a:lnTo>
                <a:lnTo>
                  <a:pt x="1769253" y="1809602"/>
                </a:lnTo>
                <a:lnTo>
                  <a:pt x="1773753" y="1810543"/>
                </a:lnTo>
                <a:lnTo>
                  <a:pt x="1773437" y="1804973"/>
                </a:lnTo>
                <a:lnTo>
                  <a:pt x="1770358" y="1800659"/>
                </a:lnTo>
                <a:lnTo>
                  <a:pt x="1763963" y="1799090"/>
                </a:lnTo>
                <a:lnTo>
                  <a:pt x="1759147" y="1789755"/>
                </a:lnTo>
                <a:lnTo>
                  <a:pt x="1750067" y="1788500"/>
                </a:lnTo>
                <a:lnTo>
                  <a:pt x="1747935" y="1791010"/>
                </a:lnTo>
                <a:lnTo>
                  <a:pt x="1751251" y="1793206"/>
                </a:lnTo>
                <a:lnTo>
                  <a:pt x="1748409" y="1795324"/>
                </a:lnTo>
                <a:lnTo>
                  <a:pt x="1719591" y="1764495"/>
                </a:lnTo>
                <a:lnTo>
                  <a:pt x="1718012" y="1759082"/>
                </a:lnTo>
                <a:lnTo>
                  <a:pt x="1722039" y="1761592"/>
                </a:lnTo>
                <a:lnTo>
                  <a:pt x="1724171" y="1756886"/>
                </a:lnTo>
                <a:lnTo>
                  <a:pt x="1721565" y="1750532"/>
                </a:lnTo>
                <a:lnTo>
                  <a:pt x="1711775" y="1746845"/>
                </a:lnTo>
                <a:lnTo>
                  <a:pt x="1700011" y="1733979"/>
                </a:lnTo>
                <a:lnTo>
                  <a:pt x="1692195" y="1734999"/>
                </a:lnTo>
                <a:lnTo>
                  <a:pt x="1695748" y="1738215"/>
                </a:lnTo>
                <a:lnTo>
                  <a:pt x="1690932" y="1741275"/>
                </a:lnTo>
                <a:lnTo>
                  <a:pt x="1673720" y="1731783"/>
                </a:lnTo>
                <a:lnTo>
                  <a:pt x="1668825" y="1724409"/>
                </a:lnTo>
                <a:lnTo>
                  <a:pt x="1660693" y="1721271"/>
                </a:lnTo>
                <a:lnTo>
                  <a:pt x="1662666" y="1719231"/>
                </a:lnTo>
                <a:lnTo>
                  <a:pt x="1659114" y="1713662"/>
                </a:lnTo>
                <a:lnTo>
                  <a:pt x="1651297" y="1711544"/>
                </a:lnTo>
                <a:lnTo>
                  <a:pt x="1647586" y="1704091"/>
                </a:lnTo>
                <a:lnTo>
                  <a:pt x="1640244" y="1701816"/>
                </a:lnTo>
                <a:lnTo>
                  <a:pt x="1637165" y="1695070"/>
                </a:lnTo>
                <a:lnTo>
                  <a:pt x="1628638" y="1691697"/>
                </a:lnTo>
                <a:lnTo>
                  <a:pt x="1621295" y="1683695"/>
                </a:lnTo>
                <a:lnTo>
                  <a:pt x="1612847" y="1683303"/>
                </a:lnTo>
                <a:lnTo>
                  <a:pt x="1616005" y="1689343"/>
                </a:lnTo>
                <a:lnTo>
                  <a:pt x="1620348" y="1690677"/>
                </a:lnTo>
                <a:lnTo>
                  <a:pt x="1616795" y="1694207"/>
                </a:lnTo>
                <a:lnTo>
                  <a:pt x="1603373" y="1673811"/>
                </a:lnTo>
                <a:lnTo>
                  <a:pt x="1587030" y="1658043"/>
                </a:lnTo>
                <a:lnTo>
                  <a:pt x="1587188" y="1654748"/>
                </a:lnTo>
                <a:lnTo>
                  <a:pt x="1603215" y="1653023"/>
                </a:lnTo>
                <a:lnTo>
                  <a:pt x="1632664" y="1661024"/>
                </a:lnTo>
                <a:lnTo>
                  <a:pt x="1650429" y="1662593"/>
                </a:lnTo>
                <a:lnTo>
                  <a:pt x="1662272" y="1655141"/>
                </a:lnTo>
                <a:lnTo>
                  <a:pt x="1675299" y="1653258"/>
                </a:lnTo>
                <a:lnTo>
                  <a:pt x="1688484" y="1658592"/>
                </a:lnTo>
                <a:lnTo>
                  <a:pt x="1689905" y="1662122"/>
                </a:lnTo>
                <a:lnTo>
                  <a:pt x="1690221" y="1659141"/>
                </a:lnTo>
                <a:lnTo>
                  <a:pt x="1691563" y="1661416"/>
                </a:lnTo>
                <a:lnTo>
                  <a:pt x="1692905" y="1659612"/>
                </a:lnTo>
                <a:lnTo>
                  <a:pt x="1701353" y="1671065"/>
                </a:lnTo>
                <a:lnTo>
                  <a:pt x="1702143" y="1666045"/>
                </a:lnTo>
                <a:lnTo>
                  <a:pt x="1715802" y="1672085"/>
                </a:lnTo>
                <a:lnTo>
                  <a:pt x="1718328" y="1659063"/>
                </a:lnTo>
                <a:lnTo>
                  <a:pt x="1717618" y="1629332"/>
                </a:lnTo>
                <a:lnTo>
                  <a:pt x="1691247" y="1629175"/>
                </a:lnTo>
                <a:lnTo>
                  <a:pt x="1690853" y="1638118"/>
                </a:lnTo>
                <a:lnTo>
                  <a:pt x="1676641" y="1638039"/>
                </a:lnTo>
                <a:lnTo>
                  <a:pt x="1689037" y="1636392"/>
                </a:lnTo>
                <a:lnTo>
                  <a:pt x="1688563" y="1627998"/>
                </a:lnTo>
                <a:lnTo>
                  <a:pt x="1658482" y="1623291"/>
                </a:lnTo>
                <a:lnTo>
                  <a:pt x="1652876" y="1618820"/>
                </a:lnTo>
                <a:lnTo>
                  <a:pt x="1637559" y="1625723"/>
                </a:lnTo>
                <a:lnTo>
                  <a:pt x="1639928" y="1630038"/>
                </a:lnTo>
                <a:lnTo>
                  <a:pt x="1623348" y="1633176"/>
                </a:lnTo>
                <a:lnTo>
                  <a:pt x="1622480" y="1630273"/>
                </a:lnTo>
                <a:lnTo>
                  <a:pt x="1616242" y="1629096"/>
                </a:lnTo>
                <a:lnTo>
                  <a:pt x="1615216" y="1624547"/>
                </a:lnTo>
                <a:lnTo>
                  <a:pt x="1621532" y="1621566"/>
                </a:lnTo>
                <a:lnTo>
                  <a:pt x="1625401" y="1615290"/>
                </a:lnTo>
                <a:lnTo>
                  <a:pt x="1629980" y="1615290"/>
                </a:lnTo>
                <a:lnTo>
                  <a:pt x="1632507" y="1620075"/>
                </a:lnTo>
                <a:lnTo>
                  <a:pt x="1636217" y="1618742"/>
                </a:lnTo>
                <a:lnTo>
                  <a:pt x="1636849" y="1624625"/>
                </a:lnTo>
                <a:lnTo>
                  <a:pt x="1652008" y="1618036"/>
                </a:lnTo>
                <a:lnTo>
                  <a:pt x="1635428" y="1603209"/>
                </a:lnTo>
                <a:lnTo>
                  <a:pt x="1625164" y="1602895"/>
                </a:lnTo>
                <a:lnTo>
                  <a:pt x="1614505" y="1614270"/>
                </a:lnTo>
                <a:lnTo>
                  <a:pt x="1601873" y="1614192"/>
                </a:lnTo>
                <a:lnTo>
                  <a:pt x="1591056" y="1607288"/>
                </a:lnTo>
                <a:lnTo>
                  <a:pt x="1583635" y="1614113"/>
                </a:lnTo>
                <a:lnTo>
                  <a:pt x="1585609" y="1616624"/>
                </a:lnTo>
                <a:lnTo>
                  <a:pt x="1578582" y="1625331"/>
                </a:lnTo>
                <a:lnTo>
                  <a:pt x="1576529" y="1624076"/>
                </a:lnTo>
                <a:lnTo>
                  <a:pt x="1574634" y="1635372"/>
                </a:lnTo>
                <a:lnTo>
                  <a:pt x="1541948" y="1607210"/>
                </a:lnTo>
                <a:lnTo>
                  <a:pt x="1544316" y="1602817"/>
                </a:lnTo>
                <a:lnTo>
                  <a:pt x="1527815" y="1589089"/>
                </a:lnTo>
                <a:lnTo>
                  <a:pt x="1520709" y="1601405"/>
                </a:lnTo>
                <a:lnTo>
                  <a:pt x="1486602" y="1581166"/>
                </a:lnTo>
                <a:lnTo>
                  <a:pt x="1419650" y="1692560"/>
                </a:lnTo>
                <a:lnTo>
                  <a:pt x="1364857" y="1659847"/>
                </a:lnTo>
                <a:lnTo>
                  <a:pt x="1428493" y="1553082"/>
                </a:lnTo>
                <a:lnTo>
                  <a:pt x="1351435" y="1506955"/>
                </a:lnTo>
                <a:lnTo>
                  <a:pt x="1302484" y="1588775"/>
                </a:lnTo>
                <a:lnTo>
                  <a:pt x="1141183" y="1492678"/>
                </a:lnTo>
                <a:lnTo>
                  <a:pt x="1163053" y="1455181"/>
                </a:lnTo>
                <a:lnTo>
                  <a:pt x="1190529" y="1450631"/>
                </a:lnTo>
                <a:lnTo>
                  <a:pt x="1290325" y="1509780"/>
                </a:lnTo>
                <a:lnTo>
                  <a:pt x="1315274" y="1467889"/>
                </a:lnTo>
                <a:lnTo>
                  <a:pt x="1224005" y="1413369"/>
                </a:lnTo>
                <a:lnTo>
                  <a:pt x="1242401" y="1383089"/>
                </a:lnTo>
                <a:lnTo>
                  <a:pt x="1206951" y="1345199"/>
                </a:lnTo>
                <a:lnTo>
                  <a:pt x="1181607" y="1362222"/>
                </a:lnTo>
                <a:lnTo>
                  <a:pt x="1132025" y="1367086"/>
                </a:lnTo>
                <a:lnTo>
                  <a:pt x="1093101" y="1354926"/>
                </a:lnTo>
                <a:lnTo>
                  <a:pt x="1091048" y="1346768"/>
                </a:lnTo>
                <a:lnTo>
                  <a:pt x="1098470" y="1332726"/>
                </a:lnTo>
                <a:lnTo>
                  <a:pt x="1087417" y="1329274"/>
                </a:lnTo>
                <a:lnTo>
                  <a:pt x="1067126" y="1348964"/>
                </a:lnTo>
                <a:lnTo>
                  <a:pt x="978620" y="1326843"/>
                </a:lnTo>
                <a:lnTo>
                  <a:pt x="962513" y="1337511"/>
                </a:lnTo>
                <a:lnTo>
                  <a:pt x="922247" y="1317978"/>
                </a:lnTo>
                <a:lnTo>
                  <a:pt x="869665" y="1273577"/>
                </a:lnTo>
                <a:lnTo>
                  <a:pt x="840847" y="1273421"/>
                </a:lnTo>
                <a:lnTo>
                  <a:pt x="844242" y="1288874"/>
                </a:lnTo>
                <a:lnTo>
                  <a:pt x="865796" y="1293346"/>
                </a:lnTo>
                <a:lnTo>
                  <a:pt x="909694" y="1330373"/>
                </a:lnTo>
                <a:lnTo>
                  <a:pt x="905588" y="1341120"/>
                </a:lnTo>
                <a:lnTo>
                  <a:pt x="923984" y="1342218"/>
                </a:lnTo>
                <a:lnTo>
                  <a:pt x="838321" y="1342689"/>
                </a:lnTo>
                <a:lnTo>
                  <a:pt x="837768" y="1393993"/>
                </a:lnTo>
                <a:lnTo>
                  <a:pt x="841716" y="1403642"/>
                </a:lnTo>
                <a:lnTo>
                  <a:pt x="882060" y="1412820"/>
                </a:lnTo>
                <a:lnTo>
                  <a:pt x="887903" y="1402465"/>
                </a:lnTo>
                <a:lnTo>
                  <a:pt x="900772" y="1406544"/>
                </a:lnTo>
                <a:lnTo>
                  <a:pt x="893509" y="1418154"/>
                </a:lnTo>
                <a:lnTo>
                  <a:pt x="904009" y="1409133"/>
                </a:lnTo>
                <a:lnTo>
                  <a:pt x="910325" y="1407564"/>
                </a:lnTo>
                <a:lnTo>
                  <a:pt x="938117" y="1421214"/>
                </a:lnTo>
                <a:lnTo>
                  <a:pt x="949012" y="1439805"/>
                </a:lnTo>
                <a:lnTo>
                  <a:pt x="953434" y="1463810"/>
                </a:lnTo>
                <a:lnTo>
                  <a:pt x="974988" y="1489070"/>
                </a:lnTo>
                <a:lnTo>
                  <a:pt x="977988" y="1491345"/>
                </a:lnTo>
                <a:lnTo>
                  <a:pt x="984225" y="1489148"/>
                </a:lnTo>
                <a:lnTo>
                  <a:pt x="983909" y="1492208"/>
                </a:lnTo>
                <a:lnTo>
                  <a:pt x="988410" y="1493463"/>
                </a:lnTo>
                <a:lnTo>
                  <a:pt x="988331" y="1501700"/>
                </a:lnTo>
                <a:lnTo>
                  <a:pt x="993936" y="1498640"/>
                </a:lnTo>
                <a:lnTo>
                  <a:pt x="996779" y="1507034"/>
                </a:lnTo>
                <a:lnTo>
                  <a:pt x="1027649" y="1511898"/>
                </a:lnTo>
                <a:lnTo>
                  <a:pt x="1060652" y="1545159"/>
                </a:lnTo>
                <a:lnTo>
                  <a:pt x="1061362" y="1550650"/>
                </a:lnTo>
                <a:lnTo>
                  <a:pt x="1048888" y="1563515"/>
                </a:lnTo>
                <a:lnTo>
                  <a:pt x="1037834" y="1570105"/>
                </a:lnTo>
                <a:lnTo>
                  <a:pt x="1018964" y="1574106"/>
                </a:lnTo>
                <a:lnTo>
                  <a:pt x="1003885" y="1581009"/>
                </a:lnTo>
                <a:lnTo>
                  <a:pt x="994094" y="1571831"/>
                </a:lnTo>
                <a:lnTo>
                  <a:pt x="979014" y="1570889"/>
                </a:lnTo>
                <a:lnTo>
                  <a:pt x="951144" y="1561868"/>
                </a:lnTo>
                <a:lnTo>
                  <a:pt x="930537" y="1580774"/>
                </a:lnTo>
                <a:lnTo>
                  <a:pt x="935511" y="1582342"/>
                </a:lnTo>
                <a:lnTo>
                  <a:pt x="951776" y="1567438"/>
                </a:lnTo>
                <a:lnTo>
                  <a:pt x="957302" y="1567673"/>
                </a:lnTo>
                <a:lnTo>
                  <a:pt x="991331" y="1575361"/>
                </a:lnTo>
                <a:lnTo>
                  <a:pt x="1004437" y="1587991"/>
                </a:lnTo>
                <a:lnTo>
                  <a:pt x="1006016" y="1594423"/>
                </a:lnTo>
                <a:lnTo>
                  <a:pt x="990384" y="1627449"/>
                </a:lnTo>
                <a:lnTo>
                  <a:pt x="975935" y="1638432"/>
                </a:lnTo>
                <a:lnTo>
                  <a:pt x="922168" y="1661573"/>
                </a:lnTo>
                <a:lnTo>
                  <a:pt x="884666" y="1630116"/>
                </a:lnTo>
                <a:lnTo>
                  <a:pt x="829794" y="1600542"/>
                </a:lnTo>
                <a:lnTo>
                  <a:pt x="829004" y="1588932"/>
                </a:lnTo>
                <a:lnTo>
                  <a:pt x="824978" y="1580617"/>
                </a:lnTo>
                <a:lnTo>
                  <a:pt x="813529" y="1598895"/>
                </a:lnTo>
                <a:lnTo>
                  <a:pt x="792844" y="1587912"/>
                </a:lnTo>
                <a:lnTo>
                  <a:pt x="782501" y="1609563"/>
                </a:lnTo>
                <a:lnTo>
                  <a:pt x="853716" y="1651689"/>
                </a:lnTo>
                <a:lnTo>
                  <a:pt x="855690" y="1661103"/>
                </a:lnTo>
                <a:lnTo>
                  <a:pt x="792923" y="1696325"/>
                </a:lnTo>
                <a:lnTo>
                  <a:pt x="698100" y="1729822"/>
                </a:lnTo>
                <a:lnTo>
                  <a:pt x="668809" y="1626822"/>
                </a:lnTo>
                <a:lnTo>
                  <a:pt x="625859" y="1587520"/>
                </a:lnTo>
                <a:lnTo>
                  <a:pt x="587645" y="1629410"/>
                </a:lnTo>
                <a:lnTo>
                  <a:pt x="633280" y="1671222"/>
                </a:lnTo>
                <a:lnTo>
                  <a:pt x="668572" y="1794618"/>
                </a:lnTo>
                <a:lnTo>
                  <a:pt x="668651" y="1810072"/>
                </a:lnTo>
                <a:lnTo>
                  <a:pt x="663756" y="1820270"/>
                </a:lnTo>
                <a:lnTo>
                  <a:pt x="648518" y="1836273"/>
                </a:lnTo>
                <a:lnTo>
                  <a:pt x="641649" y="1829292"/>
                </a:lnTo>
                <a:lnTo>
                  <a:pt x="607068" y="1866083"/>
                </a:lnTo>
                <a:lnTo>
                  <a:pt x="610542" y="1874085"/>
                </a:lnTo>
                <a:lnTo>
                  <a:pt x="542485" y="1942490"/>
                </a:lnTo>
                <a:lnTo>
                  <a:pt x="534510" y="1946648"/>
                </a:lnTo>
                <a:lnTo>
                  <a:pt x="525589" y="1945471"/>
                </a:lnTo>
                <a:lnTo>
                  <a:pt x="518957" y="1939430"/>
                </a:lnTo>
                <a:lnTo>
                  <a:pt x="506087" y="1912602"/>
                </a:lnTo>
                <a:lnTo>
                  <a:pt x="504982" y="1901462"/>
                </a:lnTo>
                <a:lnTo>
                  <a:pt x="507429" y="1901855"/>
                </a:lnTo>
                <a:lnTo>
                  <a:pt x="508851" y="1911504"/>
                </a:lnTo>
                <a:lnTo>
                  <a:pt x="521562" y="1937940"/>
                </a:lnTo>
                <a:lnTo>
                  <a:pt x="524720" y="1939117"/>
                </a:lnTo>
                <a:lnTo>
                  <a:pt x="555196" y="1909464"/>
                </a:lnTo>
                <a:lnTo>
                  <a:pt x="556775" y="1898874"/>
                </a:lnTo>
                <a:lnTo>
                  <a:pt x="543511" y="1871025"/>
                </a:lnTo>
                <a:lnTo>
                  <a:pt x="538063" y="1867260"/>
                </a:lnTo>
                <a:lnTo>
                  <a:pt x="530642" y="1853532"/>
                </a:lnTo>
                <a:lnTo>
                  <a:pt x="498192" y="1850629"/>
                </a:lnTo>
                <a:lnTo>
                  <a:pt x="468585" y="1789598"/>
                </a:lnTo>
                <a:lnTo>
                  <a:pt x="452557" y="1771241"/>
                </a:lnTo>
                <a:lnTo>
                  <a:pt x="379210" y="1590579"/>
                </a:lnTo>
                <a:lnTo>
                  <a:pt x="379210" y="1552141"/>
                </a:lnTo>
                <a:lnTo>
                  <a:pt x="418923" y="1521233"/>
                </a:lnTo>
                <a:lnTo>
                  <a:pt x="435030" y="1543590"/>
                </a:lnTo>
                <a:lnTo>
                  <a:pt x="561354" y="1455651"/>
                </a:lnTo>
                <a:lnTo>
                  <a:pt x="614726" y="1423881"/>
                </a:lnTo>
                <a:lnTo>
                  <a:pt x="654913" y="1411643"/>
                </a:lnTo>
                <a:lnTo>
                  <a:pt x="687284" y="1412663"/>
                </a:lnTo>
                <a:lnTo>
                  <a:pt x="715707" y="1408505"/>
                </a:lnTo>
                <a:lnTo>
                  <a:pt x="720128" y="1413447"/>
                </a:lnTo>
                <a:lnTo>
                  <a:pt x="678520" y="1458868"/>
                </a:lnTo>
                <a:lnTo>
                  <a:pt x="673625" y="1476440"/>
                </a:lnTo>
                <a:lnTo>
                  <a:pt x="643702" y="1505465"/>
                </a:lnTo>
                <a:lnTo>
                  <a:pt x="620016" y="1523743"/>
                </a:lnTo>
                <a:lnTo>
                  <a:pt x="650255" y="1553396"/>
                </a:lnTo>
                <a:lnTo>
                  <a:pt x="682073" y="1519507"/>
                </a:lnTo>
                <a:lnTo>
                  <a:pt x="692179" y="1527901"/>
                </a:lnTo>
                <a:lnTo>
                  <a:pt x="703627" y="1520762"/>
                </a:lnTo>
                <a:lnTo>
                  <a:pt x="710733" y="1520527"/>
                </a:lnTo>
                <a:lnTo>
                  <a:pt x="708048" y="1515114"/>
                </a:lnTo>
                <a:lnTo>
                  <a:pt x="712154" y="1514879"/>
                </a:lnTo>
                <a:lnTo>
                  <a:pt x="712944" y="1518173"/>
                </a:lnTo>
                <a:lnTo>
                  <a:pt x="717681" y="1516212"/>
                </a:lnTo>
                <a:lnTo>
                  <a:pt x="709628" y="1503190"/>
                </a:lnTo>
                <a:lnTo>
                  <a:pt x="715549" y="1489383"/>
                </a:lnTo>
                <a:lnTo>
                  <a:pt x="710733" y="1485540"/>
                </a:lnTo>
                <a:lnTo>
                  <a:pt x="728497" y="1468674"/>
                </a:lnTo>
                <a:lnTo>
                  <a:pt x="776343" y="1411094"/>
                </a:lnTo>
                <a:lnTo>
                  <a:pt x="786370" y="1409996"/>
                </a:lnTo>
                <a:lnTo>
                  <a:pt x="787791" y="1403171"/>
                </a:lnTo>
                <a:lnTo>
                  <a:pt x="795133" y="1398778"/>
                </a:lnTo>
                <a:lnTo>
                  <a:pt x="811635" y="1396738"/>
                </a:lnTo>
                <a:lnTo>
                  <a:pt x="838084" y="1405524"/>
                </a:lnTo>
                <a:lnTo>
                  <a:pt x="833662" y="1393287"/>
                </a:lnTo>
                <a:lnTo>
                  <a:pt x="834768" y="1284952"/>
                </a:lnTo>
                <a:lnTo>
                  <a:pt x="829873" y="1273656"/>
                </a:lnTo>
                <a:lnTo>
                  <a:pt x="822135" y="1278833"/>
                </a:lnTo>
                <a:lnTo>
                  <a:pt x="810766" y="1279853"/>
                </a:lnTo>
                <a:lnTo>
                  <a:pt x="811398" y="1297347"/>
                </a:lnTo>
                <a:lnTo>
                  <a:pt x="806266" y="1301504"/>
                </a:lnTo>
                <a:lnTo>
                  <a:pt x="802476" y="1316880"/>
                </a:lnTo>
                <a:lnTo>
                  <a:pt x="805713" y="1316723"/>
                </a:lnTo>
                <a:lnTo>
                  <a:pt x="805950" y="1323469"/>
                </a:lnTo>
                <a:lnTo>
                  <a:pt x="763552" y="1325195"/>
                </a:lnTo>
                <a:lnTo>
                  <a:pt x="762763" y="1308172"/>
                </a:lnTo>
                <a:lnTo>
                  <a:pt x="739156" y="1300249"/>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5" name="Editable chart path">
            <a:extLst xmlns:a="http://schemas.openxmlformats.org/drawingml/2006/main">
              <a:ext uri="{FF2B5EF4-FFF2-40B4-BE49-F238E27FC236}">
                <a16:creationId xmlns:a16="http://schemas.microsoft.com/office/drawing/2014/main" id="{1E749CE3-CD7B-4881-866E-76216CB92538}"/>
              </a:ext>
            </a:extLst>
          </p:cNvPr>
          <p:cNvSpPr>
            <a:spLocks xmlns:a="http://schemas.openxmlformats.org/drawingml/2006/main" noGrp="1"/>
          </p:cNvSpPr>
          <p:nvPr/>
        </p:nvSpPr>
        <p:spPr>
          <a:xfrm xmlns:a="http://schemas.openxmlformats.org/drawingml/2006/main">
            <a:off x="3473009" y="3023130"/>
            <a:ext cx="561076" cy="208028"/>
          </a:xfrm>
          <a:custGeom xmlns:a="http://schemas.openxmlformats.org/drawingml/2006/main">
            <a:pathLst>
              <a:path w="605963" h="224670">
                <a:moveTo>
                  <a:pt x="13106" y="66130"/>
                </a:moveTo>
                <a:lnTo>
                  <a:pt x="14764" y="62130"/>
                </a:lnTo>
                <a:lnTo>
                  <a:pt x="9553" y="58443"/>
                </a:lnTo>
                <a:lnTo>
                  <a:pt x="8606" y="49186"/>
                </a:lnTo>
                <a:lnTo>
                  <a:pt x="0" y="44871"/>
                </a:lnTo>
                <a:lnTo>
                  <a:pt x="2132" y="36164"/>
                </a:lnTo>
                <a:lnTo>
                  <a:pt x="79" y="34909"/>
                </a:lnTo>
                <a:lnTo>
                  <a:pt x="22028" y="29574"/>
                </a:lnTo>
                <a:lnTo>
                  <a:pt x="32292" y="15925"/>
                </a:lnTo>
                <a:lnTo>
                  <a:pt x="47451" y="11375"/>
                </a:lnTo>
                <a:lnTo>
                  <a:pt x="57793" y="0"/>
                </a:lnTo>
                <a:lnTo>
                  <a:pt x="94112" y="12473"/>
                </a:lnTo>
                <a:lnTo>
                  <a:pt x="130667" y="29496"/>
                </a:lnTo>
                <a:lnTo>
                  <a:pt x="152932" y="33183"/>
                </a:lnTo>
                <a:lnTo>
                  <a:pt x="171328" y="42910"/>
                </a:lnTo>
                <a:lnTo>
                  <a:pt x="179065" y="50990"/>
                </a:lnTo>
                <a:lnTo>
                  <a:pt x="182144" y="60718"/>
                </a:lnTo>
                <a:lnTo>
                  <a:pt x="212462" y="73897"/>
                </a:lnTo>
                <a:lnTo>
                  <a:pt x="214436" y="69817"/>
                </a:lnTo>
                <a:lnTo>
                  <a:pt x="228647" y="70759"/>
                </a:lnTo>
                <a:lnTo>
                  <a:pt x="234174" y="81584"/>
                </a:lnTo>
                <a:lnTo>
                  <a:pt x="259044" y="79780"/>
                </a:lnTo>
                <a:lnTo>
                  <a:pt x="276414" y="81898"/>
                </a:lnTo>
                <a:lnTo>
                  <a:pt x="297178" y="74210"/>
                </a:lnTo>
                <a:lnTo>
                  <a:pt x="338392" y="70759"/>
                </a:lnTo>
                <a:lnTo>
                  <a:pt x="347708" y="65973"/>
                </a:lnTo>
                <a:lnTo>
                  <a:pt x="366815" y="69896"/>
                </a:lnTo>
                <a:lnTo>
                  <a:pt x="377157" y="77583"/>
                </a:lnTo>
                <a:lnTo>
                  <a:pt x="389000" y="75779"/>
                </a:lnTo>
                <a:lnTo>
                  <a:pt x="413870" y="82133"/>
                </a:lnTo>
                <a:lnTo>
                  <a:pt x="451768" y="80094"/>
                </a:lnTo>
                <a:lnTo>
                  <a:pt x="462505" y="76328"/>
                </a:lnTo>
                <a:lnTo>
                  <a:pt x="468348" y="70523"/>
                </a:lnTo>
                <a:lnTo>
                  <a:pt x="533326" y="68719"/>
                </a:lnTo>
                <a:lnTo>
                  <a:pt x="557328" y="79152"/>
                </a:lnTo>
                <a:lnTo>
                  <a:pt x="574776" y="97980"/>
                </a:lnTo>
                <a:lnTo>
                  <a:pt x="591672" y="137517"/>
                </a:lnTo>
                <a:lnTo>
                  <a:pt x="605963" y="190311"/>
                </a:lnTo>
                <a:lnTo>
                  <a:pt x="602568" y="195802"/>
                </a:lnTo>
                <a:lnTo>
                  <a:pt x="593251" y="198469"/>
                </a:lnTo>
                <a:lnTo>
                  <a:pt x="553064" y="188585"/>
                </a:lnTo>
                <a:lnTo>
                  <a:pt x="492349" y="188271"/>
                </a:lnTo>
                <a:lnTo>
                  <a:pt x="487139" y="199019"/>
                </a:lnTo>
                <a:lnTo>
                  <a:pt x="481375" y="194626"/>
                </a:lnTo>
                <a:lnTo>
                  <a:pt x="483191" y="189448"/>
                </a:lnTo>
                <a:lnTo>
                  <a:pt x="478770" y="188193"/>
                </a:lnTo>
                <a:lnTo>
                  <a:pt x="409054" y="187722"/>
                </a:lnTo>
                <a:lnTo>
                  <a:pt x="381263" y="201058"/>
                </a:lnTo>
                <a:lnTo>
                  <a:pt x="367051" y="193213"/>
                </a:lnTo>
                <a:lnTo>
                  <a:pt x="362314" y="199254"/>
                </a:lnTo>
                <a:lnTo>
                  <a:pt x="349998" y="203961"/>
                </a:lnTo>
                <a:lnTo>
                  <a:pt x="347313" y="200274"/>
                </a:lnTo>
                <a:lnTo>
                  <a:pt x="341866" y="201921"/>
                </a:lnTo>
                <a:lnTo>
                  <a:pt x="329707" y="211648"/>
                </a:lnTo>
                <a:lnTo>
                  <a:pt x="321575" y="213688"/>
                </a:lnTo>
                <a:lnTo>
                  <a:pt x="314469" y="211570"/>
                </a:lnTo>
                <a:lnTo>
                  <a:pt x="283362" y="222474"/>
                </a:lnTo>
                <a:lnTo>
                  <a:pt x="253044" y="224670"/>
                </a:lnTo>
                <a:lnTo>
                  <a:pt x="230700" y="198548"/>
                </a:lnTo>
                <a:lnTo>
                  <a:pt x="225331" y="181996"/>
                </a:lnTo>
                <a:lnTo>
                  <a:pt x="213883" y="175092"/>
                </a:lnTo>
                <a:lnTo>
                  <a:pt x="190276" y="176818"/>
                </a:lnTo>
                <a:lnTo>
                  <a:pt x="175907" y="149911"/>
                </a:lnTo>
                <a:lnTo>
                  <a:pt x="177407" y="142380"/>
                </a:lnTo>
                <a:lnTo>
                  <a:pt x="173933" y="143792"/>
                </a:lnTo>
                <a:lnTo>
                  <a:pt x="160195" y="134222"/>
                </a:lnTo>
                <a:lnTo>
                  <a:pt x="144326" y="132888"/>
                </a:lnTo>
                <a:lnTo>
                  <a:pt x="138641" y="127083"/>
                </a:lnTo>
                <a:lnTo>
                  <a:pt x="116218" y="120651"/>
                </a:lnTo>
                <a:lnTo>
                  <a:pt x="99165" y="108413"/>
                </a:lnTo>
                <a:lnTo>
                  <a:pt x="94112" y="106530"/>
                </a:lnTo>
                <a:lnTo>
                  <a:pt x="95217" y="109590"/>
                </a:lnTo>
                <a:lnTo>
                  <a:pt x="89532" y="108884"/>
                </a:lnTo>
                <a:lnTo>
                  <a:pt x="83216" y="101274"/>
                </a:lnTo>
                <a:lnTo>
                  <a:pt x="63399" y="97587"/>
                </a:lnTo>
                <a:lnTo>
                  <a:pt x="57478" y="85271"/>
                </a:lnTo>
                <a:lnTo>
                  <a:pt x="45477" y="83153"/>
                </a:lnTo>
                <a:lnTo>
                  <a:pt x="40976" y="87076"/>
                </a:lnTo>
                <a:lnTo>
                  <a:pt x="33713" y="85663"/>
                </a:lnTo>
                <a:lnTo>
                  <a:pt x="18791" y="70131"/>
                </a:lnTo>
                <a:lnTo>
                  <a:pt x="15712" y="71465"/>
                </a:lnTo>
                <a:lnTo>
                  <a:pt x="17133" y="66287"/>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6" name="Editable chart path">
            <a:extLst xmlns:a="http://schemas.openxmlformats.org/drawingml/2006/main">
              <a:ext uri="{FF2B5EF4-FFF2-40B4-BE49-F238E27FC236}">
                <a16:creationId xmlns:a16="http://schemas.microsoft.com/office/drawing/2014/main" id="{56311A87-9B7F-4775-A00D-5844426F9BE1}"/>
              </a:ext>
            </a:extLst>
          </p:cNvPr>
          <p:cNvSpPr>
            <a:spLocks xmlns:a="http://schemas.openxmlformats.org/drawingml/2006/main" noGrp="1"/>
          </p:cNvSpPr>
          <p:nvPr/>
        </p:nvSpPr>
        <p:spPr>
          <a:xfrm xmlns:a="http://schemas.openxmlformats.org/drawingml/2006/main">
            <a:off x="2864634" y="4443809"/>
            <a:ext cx="118722" cy="139097"/>
          </a:xfrm>
          <a:custGeom xmlns:a="http://schemas.openxmlformats.org/drawingml/2006/main">
            <a:pathLst>
              <a:path w="128219" h="150225">
                <a:moveTo>
                  <a:pt x="43740" y="12787"/>
                </a:moveTo>
                <a:lnTo>
                  <a:pt x="50293" y="22200"/>
                </a:lnTo>
                <a:lnTo>
                  <a:pt x="54793" y="17494"/>
                </a:lnTo>
                <a:lnTo>
                  <a:pt x="63241" y="17807"/>
                </a:lnTo>
                <a:lnTo>
                  <a:pt x="67505" y="14748"/>
                </a:lnTo>
                <a:lnTo>
                  <a:pt x="62846" y="10669"/>
                </a:lnTo>
                <a:lnTo>
                  <a:pt x="61741" y="12865"/>
                </a:lnTo>
                <a:lnTo>
                  <a:pt x="64504" y="7845"/>
                </a:lnTo>
                <a:lnTo>
                  <a:pt x="115508" y="1412"/>
                </a:lnTo>
                <a:lnTo>
                  <a:pt x="119929" y="4550"/>
                </a:lnTo>
                <a:lnTo>
                  <a:pt x="119929" y="11375"/>
                </a:lnTo>
                <a:lnTo>
                  <a:pt x="112034" y="24240"/>
                </a:lnTo>
                <a:lnTo>
                  <a:pt x="92375" y="31614"/>
                </a:lnTo>
                <a:lnTo>
                  <a:pt x="93401" y="27378"/>
                </a:lnTo>
                <a:lnTo>
                  <a:pt x="86216" y="26515"/>
                </a:lnTo>
                <a:lnTo>
                  <a:pt x="81006" y="31692"/>
                </a:lnTo>
                <a:lnTo>
                  <a:pt x="79348" y="39459"/>
                </a:lnTo>
                <a:lnTo>
                  <a:pt x="86611" y="54442"/>
                </a:lnTo>
                <a:lnTo>
                  <a:pt x="95138" y="54520"/>
                </a:lnTo>
                <a:lnTo>
                  <a:pt x="96875" y="51539"/>
                </a:lnTo>
                <a:lnTo>
                  <a:pt x="94112" y="49657"/>
                </a:lnTo>
                <a:lnTo>
                  <a:pt x="100191" y="51775"/>
                </a:lnTo>
                <a:lnTo>
                  <a:pt x="103823" y="69660"/>
                </a:lnTo>
                <a:lnTo>
                  <a:pt x="119534" y="82996"/>
                </a:lnTo>
                <a:lnTo>
                  <a:pt x="122693" y="91390"/>
                </a:lnTo>
                <a:lnTo>
                  <a:pt x="127903" y="94999"/>
                </a:lnTo>
                <a:lnTo>
                  <a:pt x="128219" y="100098"/>
                </a:lnTo>
                <a:lnTo>
                  <a:pt x="124666" y="96803"/>
                </a:lnTo>
                <a:lnTo>
                  <a:pt x="119298" y="99156"/>
                </a:lnTo>
                <a:lnTo>
                  <a:pt x="115982" y="108648"/>
                </a:lnTo>
                <a:lnTo>
                  <a:pt x="120482" y="112257"/>
                </a:lnTo>
                <a:lnTo>
                  <a:pt x="109113" y="117042"/>
                </a:lnTo>
                <a:lnTo>
                  <a:pt x="111718" y="114846"/>
                </a:lnTo>
                <a:lnTo>
                  <a:pt x="103033" y="110609"/>
                </a:lnTo>
                <a:lnTo>
                  <a:pt x="97428" y="102216"/>
                </a:lnTo>
                <a:lnTo>
                  <a:pt x="83690" y="91625"/>
                </a:lnTo>
                <a:lnTo>
                  <a:pt x="73663" y="77348"/>
                </a:lnTo>
                <a:lnTo>
                  <a:pt x="64110" y="91469"/>
                </a:lnTo>
                <a:lnTo>
                  <a:pt x="66399" y="105589"/>
                </a:lnTo>
                <a:lnTo>
                  <a:pt x="66320" y="100882"/>
                </a:lnTo>
                <a:lnTo>
                  <a:pt x="59925" y="101980"/>
                </a:lnTo>
                <a:lnTo>
                  <a:pt x="62846" y="117513"/>
                </a:lnTo>
                <a:lnTo>
                  <a:pt x="65689" y="118454"/>
                </a:lnTo>
                <a:lnTo>
                  <a:pt x="66715" y="115630"/>
                </a:lnTo>
                <a:lnTo>
                  <a:pt x="67584" y="128809"/>
                </a:lnTo>
                <a:lnTo>
                  <a:pt x="64031" y="128025"/>
                </a:lnTo>
                <a:lnTo>
                  <a:pt x="63162" y="136105"/>
                </a:lnTo>
                <a:lnTo>
                  <a:pt x="66320" y="139556"/>
                </a:lnTo>
                <a:lnTo>
                  <a:pt x="70347" y="138066"/>
                </a:lnTo>
                <a:lnTo>
                  <a:pt x="71373" y="144184"/>
                </a:lnTo>
                <a:lnTo>
                  <a:pt x="66399" y="150225"/>
                </a:lnTo>
                <a:lnTo>
                  <a:pt x="56293" y="139870"/>
                </a:lnTo>
                <a:lnTo>
                  <a:pt x="48556" y="137909"/>
                </a:lnTo>
                <a:lnTo>
                  <a:pt x="39555" y="122533"/>
                </a:lnTo>
                <a:lnTo>
                  <a:pt x="0" y="81114"/>
                </a:lnTo>
                <a:lnTo>
                  <a:pt x="9237" y="72955"/>
                </a:lnTo>
                <a:lnTo>
                  <a:pt x="18712" y="70916"/>
                </a:lnTo>
                <a:lnTo>
                  <a:pt x="24002" y="72877"/>
                </a:lnTo>
                <a:lnTo>
                  <a:pt x="21396" y="73426"/>
                </a:lnTo>
                <a:lnTo>
                  <a:pt x="25344" y="76956"/>
                </a:lnTo>
                <a:lnTo>
                  <a:pt x="28897" y="77034"/>
                </a:lnTo>
                <a:lnTo>
                  <a:pt x="28265" y="74603"/>
                </a:lnTo>
                <a:lnTo>
                  <a:pt x="33555" y="79937"/>
                </a:lnTo>
                <a:lnTo>
                  <a:pt x="42871" y="81506"/>
                </a:lnTo>
                <a:lnTo>
                  <a:pt x="40819" y="86369"/>
                </a:lnTo>
                <a:lnTo>
                  <a:pt x="55662" y="94449"/>
                </a:lnTo>
                <a:lnTo>
                  <a:pt x="58425" y="90056"/>
                </a:lnTo>
                <a:lnTo>
                  <a:pt x="52504" y="85350"/>
                </a:lnTo>
                <a:lnTo>
                  <a:pt x="63399" y="90606"/>
                </a:lnTo>
                <a:lnTo>
                  <a:pt x="71926" y="76799"/>
                </a:lnTo>
                <a:lnTo>
                  <a:pt x="70347" y="69817"/>
                </a:lnTo>
                <a:lnTo>
                  <a:pt x="73031" y="65581"/>
                </a:lnTo>
                <a:lnTo>
                  <a:pt x="69873" y="60718"/>
                </a:lnTo>
                <a:lnTo>
                  <a:pt x="67268" y="62679"/>
                </a:lnTo>
                <a:lnTo>
                  <a:pt x="55741" y="52873"/>
                </a:lnTo>
                <a:lnTo>
                  <a:pt x="62452" y="46911"/>
                </a:lnTo>
                <a:lnTo>
                  <a:pt x="67031" y="50676"/>
                </a:lnTo>
                <a:lnTo>
                  <a:pt x="71452" y="49029"/>
                </a:lnTo>
                <a:lnTo>
                  <a:pt x="70821" y="36164"/>
                </a:lnTo>
                <a:lnTo>
                  <a:pt x="55820" y="36791"/>
                </a:lnTo>
                <a:lnTo>
                  <a:pt x="53846" y="26358"/>
                </a:lnTo>
                <a:lnTo>
                  <a:pt x="39082" y="45734"/>
                </a:lnTo>
                <a:lnTo>
                  <a:pt x="28581" y="47068"/>
                </a:lnTo>
                <a:lnTo>
                  <a:pt x="29923" y="40871"/>
                </a:lnTo>
                <a:lnTo>
                  <a:pt x="45793" y="34830"/>
                </a:lnTo>
                <a:lnTo>
                  <a:pt x="49345" y="23377"/>
                </a:lnTo>
                <a:lnTo>
                  <a:pt x="39871" y="12944"/>
                </a:lnTo>
                <a:lnTo>
                  <a:pt x="36871" y="16944"/>
                </a:lnTo>
                <a:lnTo>
                  <a:pt x="38766" y="18356"/>
                </a:lnTo>
                <a:lnTo>
                  <a:pt x="33476" y="17729"/>
                </a:lnTo>
                <a:lnTo>
                  <a:pt x="18475" y="2981"/>
                </a:lnTo>
                <a:lnTo>
                  <a:pt x="21317" y="0"/>
                </a:lnTo>
                <a:lnTo>
                  <a:pt x="41845" y="6276"/>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7" name="Editable chart path">
            <a:extLst xmlns:a="http://schemas.openxmlformats.org/drawingml/2006/main">
              <a:ext uri="{FF2B5EF4-FFF2-40B4-BE49-F238E27FC236}">
                <a16:creationId xmlns:a16="http://schemas.microsoft.com/office/drawing/2014/main" id="{F751D764-5FD5-48DD-A83F-9494D343EA61}"/>
              </a:ext>
            </a:extLst>
          </p:cNvPr>
          <p:cNvSpPr>
            <a:spLocks xmlns:a="http://schemas.openxmlformats.org/drawingml/2006/main" noGrp="1"/>
          </p:cNvSpPr>
          <p:nvPr/>
        </p:nvSpPr>
        <p:spPr>
          <a:xfrm xmlns:a="http://schemas.openxmlformats.org/drawingml/2006/main">
            <a:off x="2876039" y="4349238"/>
            <a:ext cx="77929" cy="56583"/>
          </a:xfrm>
          <a:custGeom xmlns:a="http://schemas.openxmlformats.org/drawingml/2006/main">
            <a:pathLst>
              <a:path w="84164" h="61110">
                <a:moveTo>
                  <a:pt x="84164" y="36399"/>
                </a:moveTo>
                <a:lnTo>
                  <a:pt x="82348" y="47068"/>
                </a:lnTo>
                <a:lnTo>
                  <a:pt x="73742" y="52324"/>
                </a:lnTo>
                <a:lnTo>
                  <a:pt x="43503" y="39302"/>
                </a:lnTo>
                <a:lnTo>
                  <a:pt x="34029" y="42518"/>
                </a:lnTo>
                <a:lnTo>
                  <a:pt x="10264" y="61110"/>
                </a:lnTo>
                <a:lnTo>
                  <a:pt x="3632" y="60874"/>
                </a:lnTo>
                <a:lnTo>
                  <a:pt x="0" y="55540"/>
                </a:lnTo>
                <a:lnTo>
                  <a:pt x="3711" y="45028"/>
                </a:lnTo>
                <a:lnTo>
                  <a:pt x="35924" y="23455"/>
                </a:lnTo>
                <a:lnTo>
                  <a:pt x="58109" y="0"/>
                </a:lnTo>
                <a:lnTo>
                  <a:pt x="65847" y="2589"/>
                </a:lnTo>
                <a:lnTo>
                  <a:pt x="74768" y="1161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8" name="Editable chart path">
            <a:extLst xmlns:a="http://schemas.openxmlformats.org/drawingml/2006/main">
              <a:ext uri="{FF2B5EF4-FFF2-40B4-BE49-F238E27FC236}">
                <a16:creationId xmlns:a16="http://schemas.microsoft.com/office/drawing/2014/main" id="{651FD3F3-06C5-49CB-BA49-ADB0601B0C54}"/>
              </a:ext>
            </a:extLst>
          </p:cNvPr>
          <p:cNvSpPr>
            <a:spLocks xmlns:a="http://schemas.openxmlformats.org/drawingml/2006/main" noGrp="1"/>
          </p:cNvSpPr>
          <p:nvPr/>
        </p:nvSpPr>
        <p:spPr>
          <a:xfrm xmlns:a="http://schemas.openxmlformats.org/drawingml/2006/main">
            <a:off x="2807247" y="4427248"/>
            <a:ext cx="38672" cy="52733"/>
          </a:xfrm>
          <a:custGeom xmlns:a="http://schemas.openxmlformats.org/drawingml/2006/main">
            <a:pathLst>
              <a:path w="41766" h="56952">
                <a:moveTo>
                  <a:pt x="41766" y="47539"/>
                </a:moveTo>
                <a:lnTo>
                  <a:pt x="39950" y="55383"/>
                </a:lnTo>
                <a:lnTo>
                  <a:pt x="35529" y="56952"/>
                </a:lnTo>
                <a:lnTo>
                  <a:pt x="14448" y="45107"/>
                </a:lnTo>
                <a:lnTo>
                  <a:pt x="0" y="14748"/>
                </a:lnTo>
                <a:lnTo>
                  <a:pt x="5053" y="0"/>
                </a:lnTo>
                <a:lnTo>
                  <a:pt x="19028" y="4236"/>
                </a:lnTo>
                <a:lnTo>
                  <a:pt x="31502" y="2008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19" name="Editable chart path">
            <a:extLst xmlns:a="http://schemas.openxmlformats.org/drawingml/2006/main">
              <a:ext uri="{FF2B5EF4-FFF2-40B4-BE49-F238E27FC236}">
                <a16:creationId xmlns:a16="http://schemas.microsoft.com/office/drawing/2014/main" id="{573E9AD5-5EF0-4FB1-81A4-6858175D8062}"/>
              </a:ext>
            </a:extLst>
          </p:cNvPr>
          <p:cNvSpPr>
            <a:spLocks xmlns:a="http://schemas.openxmlformats.org/drawingml/2006/main" noGrp="1"/>
          </p:cNvSpPr>
          <p:nvPr/>
        </p:nvSpPr>
        <p:spPr>
          <a:xfrm xmlns:a="http://schemas.openxmlformats.org/drawingml/2006/main">
            <a:off x="2973048" y="4495163"/>
            <a:ext cx="34798" cy="33630"/>
          </a:xfrm>
          <a:custGeom xmlns:a="http://schemas.openxmlformats.org/drawingml/2006/main">
            <a:pathLst>
              <a:path w="37582" h="36321">
                <a:moveTo>
                  <a:pt x="20528" y="9021"/>
                </a:moveTo>
                <a:lnTo>
                  <a:pt x="26844" y="6825"/>
                </a:lnTo>
                <a:lnTo>
                  <a:pt x="22580" y="3609"/>
                </a:lnTo>
                <a:lnTo>
                  <a:pt x="26133" y="5727"/>
                </a:lnTo>
                <a:lnTo>
                  <a:pt x="35450" y="20318"/>
                </a:lnTo>
                <a:lnTo>
                  <a:pt x="37582" y="27770"/>
                </a:lnTo>
                <a:lnTo>
                  <a:pt x="31423" y="36321"/>
                </a:lnTo>
                <a:lnTo>
                  <a:pt x="27002" y="34595"/>
                </a:lnTo>
                <a:lnTo>
                  <a:pt x="31265" y="36007"/>
                </a:lnTo>
                <a:lnTo>
                  <a:pt x="36081" y="29731"/>
                </a:lnTo>
                <a:lnTo>
                  <a:pt x="34897" y="31457"/>
                </a:lnTo>
                <a:lnTo>
                  <a:pt x="19107" y="24475"/>
                </a:lnTo>
                <a:lnTo>
                  <a:pt x="19107" y="22279"/>
                </a:lnTo>
                <a:lnTo>
                  <a:pt x="20449" y="26750"/>
                </a:lnTo>
                <a:lnTo>
                  <a:pt x="12790" y="16003"/>
                </a:lnTo>
                <a:lnTo>
                  <a:pt x="16975" y="17023"/>
                </a:lnTo>
                <a:lnTo>
                  <a:pt x="18870" y="13493"/>
                </a:lnTo>
                <a:lnTo>
                  <a:pt x="12396" y="11610"/>
                </a:lnTo>
                <a:lnTo>
                  <a:pt x="9395" y="15768"/>
                </a:lnTo>
                <a:lnTo>
                  <a:pt x="0" y="4785"/>
                </a:lnTo>
                <a:lnTo>
                  <a:pt x="947" y="706"/>
                </a:lnTo>
                <a:lnTo>
                  <a:pt x="8606" y="0"/>
                </a:lnTo>
                <a:lnTo>
                  <a:pt x="9001" y="282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0" name="Editable chart path">
            <a:extLst xmlns:a="http://schemas.openxmlformats.org/drawingml/2006/main">
              <a:ext uri="{FF2B5EF4-FFF2-40B4-BE49-F238E27FC236}">
                <a16:creationId xmlns:a16="http://schemas.microsoft.com/office/drawing/2014/main" id="{283483F4-C315-4FC6-A95D-DDF61593AF13}"/>
              </a:ext>
            </a:extLst>
          </p:cNvPr>
          <p:cNvSpPr>
            <a:spLocks xmlns:a="http://schemas.openxmlformats.org/drawingml/2006/main" noGrp="1"/>
          </p:cNvSpPr>
          <p:nvPr/>
        </p:nvSpPr>
        <p:spPr>
          <a:xfrm xmlns:a="http://schemas.openxmlformats.org/drawingml/2006/main">
            <a:off x="2793431" y="4566781"/>
            <a:ext cx="23467" cy="23607"/>
          </a:xfrm>
          <a:custGeom xmlns:a="http://schemas.openxmlformats.org/drawingml/2006/main">
            <a:pathLst>
              <a:path w="25344" h="25495">
                <a:moveTo>
                  <a:pt x="12238" y="0"/>
                </a:moveTo>
                <a:lnTo>
                  <a:pt x="22423" y="6197"/>
                </a:lnTo>
                <a:lnTo>
                  <a:pt x="25344" y="12081"/>
                </a:lnTo>
                <a:lnTo>
                  <a:pt x="23765" y="9100"/>
                </a:lnTo>
                <a:lnTo>
                  <a:pt x="20291" y="10276"/>
                </a:lnTo>
                <a:lnTo>
                  <a:pt x="13501" y="21965"/>
                </a:lnTo>
                <a:lnTo>
                  <a:pt x="16343" y="23769"/>
                </a:lnTo>
                <a:lnTo>
                  <a:pt x="7106" y="25495"/>
                </a:lnTo>
                <a:lnTo>
                  <a:pt x="0" y="16474"/>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1" name="Editable chart path">
            <a:extLst xmlns:a="http://schemas.openxmlformats.org/drawingml/2006/main">
              <a:ext uri="{FF2B5EF4-FFF2-40B4-BE49-F238E27FC236}">
                <a16:creationId xmlns:a16="http://schemas.microsoft.com/office/drawing/2014/main" id="{74DE764F-F14F-4547-B9FF-9E790BD86A83}"/>
              </a:ext>
            </a:extLst>
          </p:cNvPr>
          <p:cNvSpPr>
            <a:spLocks xmlns:a="http://schemas.openxmlformats.org/drawingml/2006/main" noGrp="1"/>
          </p:cNvSpPr>
          <p:nvPr/>
        </p:nvSpPr>
        <p:spPr>
          <a:xfrm xmlns:a="http://schemas.openxmlformats.org/drawingml/2006/main">
            <a:off x="2780637" y="4556104"/>
            <a:ext cx="14694" cy="16634"/>
          </a:xfrm>
          <a:custGeom xmlns:a="http://schemas.openxmlformats.org/drawingml/2006/main">
            <a:pathLst>
              <a:path w="15870" h="17964">
                <a:moveTo>
                  <a:pt x="3395" y="0"/>
                </a:moveTo>
                <a:lnTo>
                  <a:pt x="11685" y="1883"/>
                </a:lnTo>
                <a:lnTo>
                  <a:pt x="15870" y="6197"/>
                </a:lnTo>
                <a:lnTo>
                  <a:pt x="6711" y="17964"/>
                </a:lnTo>
                <a:lnTo>
                  <a:pt x="711" y="11689"/>
                </a:lnTo>
                <a:lnTo>
                  <a:pt x="0" y="3922"/>
                </a:lnTo>
                <a:lnTo>
                  <a:pt x="553" y="6511"/>
                </a:lnTo>
                <a:lnTo>
                  <a:pt x="3395" y="4158"/>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2" name="Editable chart path">
            <a:extLst xmlns:a="http://schemas.openxmlformats.org/drawingml/2006/main">
              <a:ext uri="{FF2B5EF4-FFF2-40B4-BE49-F238E27FC236}">
                <a16:creationId xmlns:a16="http://schemas.microsoft.com/office/drawing/2014/main" id="{04C0FC01-C7AB-4021-8D37-C780F5C96BD9}"/>
              </a:ext>
            </a:extLst>
          </p:cNvPr>
          <p:cNvSpPr>
            <a:spLocks xmlns:a="http://schemas.openxmlformats.org/drawingml/2006/main" noGrp="1"/>
          </p:cNvSpPr>
          <p:nvPr/>
        </p:nvSpPr>
        <p:spPr>
          <a:xfrm xmlns:a="http://schemas.openxmlformats.org/drawingml/2006/main">
            <a:off x="2970343" y="2844374"/>
            <a:ext cx="109803" cy="126168"/>
          </a:xfrm>
          <a:custGeom xmlns:a="http://schemas.openxmlformats.org/drawingml/2006/main">
            <a:pathLst>
              <a:path w="118587" h="136261">
                <a:moveTo>
                  <a:pt x="116297" y="99313"/>
                </a:moveTo>
                <a:lnTo>
                  <a:pt x="118587" y="108805"/>
                </a:lnTo>
                <a:lnTo>
                  <a:pt x="115429" y="115865"/>
                </a:lnTo>
                <a:lnTo>
                  <a:pt x="93796" y="132810"/>
                </a:lnTo>
                <a:lnTo>
                  <a:pt x="77611" y="136261"/>
                </a:lnTo>
                <a:lnTo>
                  <a:pt x="63162" y="131162"/>
                </a:lnTo>
                <a:lnTo>
                  <a:pt x="47530" y="114061"/>
                </a:lnTo>
                <a:lnTo>
                  <a:pt x="32292" y="86997"/>
                </a:lnTo>
                <a:lnTo>
                  <a:pt x="18001" y="76328"/>
                </a:lnTo>
                <a:lnTo>
                  <a:pt x="16659" y="53500"/>
                </a:lnTo>
                <a:lnTo>
                  <a:pt x="1658" y="23691"/>
                </a:lnTo>
                <a:lnTo>
                  <a:pt x="0" y="10355"/>
                </a:lnTo>
                <a:lnTo>
                  <a:pt x="21633" y="0"/>
                </a:lnTo>
                <a:lnTo>
                  <a:pt x="30713" y="1647"/>
                </a:lnTo>
                <a:lnTo>
                  <a:pt x="68926" y="41969"/>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3" name="Editable chart path">
            <a:extLst xmlns:a="http://schemas.openxmlformats.org/drawingml/2006/main">
              <a:ext uri="{FF2B5EF4-FFF2-40B4-BE49-F238E27FC236}">
                <a16:creationId xmlns:a16="http://schemas.microsoft.com/office/drawing/2014/main" id="{1393BA05-0FB6-4DE9-9C78-2B19D4145E1C}"/>
              </a:ext>
            </a:extLst>
          </p:cNvPr>
          <p:cNvSpPr>
            <a:spLocks xmlns:a="http://schemas.openxmlformats.org/drawingml/2006/main" noGrp="1"/>
          </p:cNvSpPr>
          <p:nvPr/>
        </p:nvSpPr>
        <p:spPr>
          <a:xfrm xmlns:a="http://schemas.openxmlformats.org/drawingml/2006/main">
            <a:off x="4077656" y="2932627"/>
            <a:ext cx="580010" cy="748074"/>
          </a:xfrm>
          <a:custGeom xmlns:a="http://schemas.openxmlformats.org/drawingml/2006/main">
            <a:pathLst>
              <a:path w="626411" h="807920">
                <a:moveTo>
                  <a:pt x="355130" y="64718"/>
                </a:moveTo>
                <a:lnTo>
                  <a:pt x="361051" y="72406"/>
                </a:lnTo>
                <a:lnTo>
                  <a:pt x="368552" y="68405"/>
                </a:lnTo>
                <a:lnTo>
                  <a:pt x="388132" y="70366"/>
                </a:lnTo>
                <a:lnTo>
                  <a:pt x="430608" y="84801"/>
                </a:lnTo>
                <a:lnTo>
                  <a:pt x="447031" y="92881"/>
                </a:lnTo>
                <a:lnTo>
                  <a:pt x="447504" y="95705"/>
                </a:lnTo>
                <a:lnTo>
                  <a:pt x="449952" y="94136"/>
                </a:lnTo>
                <a:lnTo>
                  <a:pt x="479480" y="105667"/>
                </a:lnTo>
                <a:lnTo>
                  <a:pt x="502140" y="119631"/>
                </a:lnTo>
                <a:lnTo>
                  <a:pt x="542721" y="156501"/>
                </a:lnTo>
                <a:lnTo>
                  <a:pt x="563802" y="169209"/>
                </a:lnTo>
                <a:lnTo>
                  <a:pt x="599962" y="238634"/>
                </a:lnTo>
                <a:lnTo>
                  <a:pt x="599883" y="247812"/>
                </a:lnTo>
                <a:lnTo>
                  <a:pt x="588119" y="259422"/>
                </a:lnTo>
                <a:lnTo>
                  <a:pt x="589146" y="261854"/>
                </a:lnTo>
                <a:lnTo>
                  <a:pt x="611647" y="269071"/>
                </a:lnTo>
                <a:lnTo>
                  <a:pt x="624753" y="287349"/>
                </a:lnTo>
                <a:lnTo>
                  <a:pt x="626411" y="319591"/>
                </a:lnTo>
                <a:lnTo>
                  <a:pt x="620411" y="347831"/>
                </a:lnTo>
                <a:lnTo>
                  <a:pt x="606357" y="377798"/>
                </a:lnTo>
                <a:lnTo>
                  <a:pt x="571223" y="434750"/>
                </a:lnTo>
                <a:lnTo>
                  <a:pt x="556064" y="466050"/>
                </a:lnTo>
                <a:lnTo>
                  <a:pt x="529615" y="540731"/>
                </a:lnTo>
                <a:lnTo>
                  <a:pt x="517141" y="607803"/>
                </a:lnTo>
                <a:lnTo>
                  <a:pt x="517614" y="645614"/>
                </a:lnTo>
                <a:lnTo>
                  <a:pt x="524325" y="672599"/>
                </a:lnTo>
                <a:lnTo>
                  <a:pt x="552985" y="725943"/>
                </a:lnTo>
                <a:lnTo>
                  <a:pt x="591988" y="784778"/>
                </a:lnTo>
                <a:lnTo>
                  <a:pt x="591356" y="798035"/>
                </a:lnTo>
                <a:lnTo>
                  <a:pt x="580461" y="807606"/>
                </a:lnTo>
                <a:lnTo>
                  <a:pt x="571065" y="807920"/>
                </a:lnTo>
                <a:lnTo>
                  <a:pt x="563802" y="804233"/>
                </a:lnTo>
                <a:lnTo>
                  <a:pt x="184750" y="484407"/>
                </a:lnTo>
                <a:lnTo>
                  <a:pt x="98533" y="406588"/>
                </a:lnTo>
                <a:lnTo>
                  <a:pt x="68847" y="362501"/>
                </a:lnTo>
                <a:lnTo>
                  <a:pt x="57162" y="333868"/>
                </a:lnTo>
                <a:lnTo>
                  <a:pt x="50846" y="308530"/>
                </a:lnTo>
                <a:lnTo>
                  <a:pt x="58583" y="302411"/>
                </a:lnTo>
                <a:lnTo>
                  <a:pt x="124903" y="304294"/>
                </a:lnTo>
                <a:lnTo>
                  <a:pt x="141247" y="300450"/>
                </a:lnTo>
                <a:lnTo>
                  <a:pt x="153326" y="293546"/>
                </a:lnTo>
                <a:lnTo>
                  <a:pt x="162169" y="281230"/>
                </a:lnTo>
                <a:lnTo>
                  <a:pt x="161301" y="272758"/>
                </a:lnTo>
                <a:lnTo>
                  <a:pt x="153247" y="265070"/>
                </a:lnTo>
                <a:lnTo>
                  <a:pt x="151905" y="254480"/>
                </a:lnTo>
                <a:lnTo>
                  <a:pt x="166432" y="228750"/>
                </a:lnTo>
                <a:lnTo>
                  <a:pt x="154353" y="223180"/>
                </a:lnTo>
                <a:lnTo>
                  <a:pt x="141089" y="224435"/>
                </a:lnTo>
                <a:lnTo>
                  <a:pt x="122377" y="243576"/>
                </a:lnTo>
                <a:lnTo>
                  <a:pt x="105165" y="250479"/>
                </a:lnTo>
                <a:lnTo>
                  <a:pt x="41608" y="247577"/>
                </a:lnTo>
                <a:lnTo>
                  <a:pt x="31502" y="241772"/>
                </a:lnTo>
                <a:lnTo>
                  <a:pt x="24791" y="233378"/>
                </a:lnTo>
                <a:lnTo>
                  <a:pt x="1421" y="171641"/>
                </a:lnTo>
                <a:lnTo>
                  <a:pt x="0" y="141910"/>
                </a:lnTo>
                <a:lnTo>
                  <a:pt x="13185" y="114767"/>
                </a:lnTo>
                <a:lnTo>
                  <a:pt x="96086" y="40478"/>
                </a:lnTo>
                <a:lnTo>
                  <a:pt x="121508" y="26907"/>
                </a:lnTo>
                <a:lnTo>
                  <a:pt x="215778" y="863"/>
                </a:lnTo>
                <a:lnTo>
                  <a:pt x="246964" y="0"/>
                </a:lnTo>
                <a:lnTo>
                  <a:pt x="273492" y="7609"/>
                </a:lnTo>
                <a:lnTo>
                  <a:pt x="297573" y="43302"/>
                </a:lnTo>
                <a:lnTo>
                  <a:pt x="351261" y="53344"/>
                </a:lnTo>
                <a:lnTo>
                  <a:pt x="357182" y="5805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4" name="Editable chart path">
            <a:extLst xmlns:a="http://schemas.openxmlformats.org/drawingml/2006/main">
              <a:ext uri="{FF2B5EF4-FFF2-40B4-BE49-F238E27FC236}">
                <a16:creationId xmlns:a16="http://schemas.microsoft.com/office/drawing/2014/main" id="{833D807B-5216-4C87-80BE-E5281DB40BFF}"/>
              </a:ext>
            </a:extLst>
          </p:cNvPr>
          <p:cNvSpPr>
            <a:spLocks xmlns:a="http://schemas.openxmlformats.org/drawingml/2006/main" noGrp="1"/>
          </p:cNvSpPr>
          <p:nvPr/>
        </p:nvSpPr>
        <p:spPr>
          <a:xfrm xmlns:a="http://schemas.openxmlformats.org/drawingml/2006/main">
            <a:off x="3602185" y="3167675"/>
            <a:ext cx="76467" cy="70166"/>
          </a:xfrm>
          <a:custGeom xmlns:a="http://schemas.openxmlformats.org/drawingml/2006/main">
            <a:pathLst>
              <a:path w="82585" h="75779">
                <a:moveTo>
                  <a:pt x="23370" y="4785"/>
                </a:moveTo>
                <a:lnTo>
                  <a:pt x="43424" y="31065"/>
                </a:lnTo>
                <a:lnTo>
                  <a:pt x="75084" y="41184"/>
                </a:lnTo>
                <a:lnTo>
                  <a:pt x="82585" y="68562"/>
                </a:lnTo>
                <a:lnTo>
                  <a:pt x="79348" y="75309"/>
                </a:lnTo>
                <a:lnTo>
                  <a:pt x="75084" y="75779"/>
                </a:lnTo>
                <a:lnTo>
                  <a:pt x="64820" y="67072"/>
                </a:lnTo>
                <a:lnTo>
                  <a:pt x="6000" y="10041"/>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5" name="Editable chart path">
            <a:extLst xmlns:a="http://schemas.openxmlformats.org/drawingml/2006/main">
              <a:ext uri="{FF2B5EF4-FFF2-40B4-BE49-F238E27FC236}">
                <a16:creationId xmlns:a16="http://schemas.microsoft.com/office/drawing/2014/main" id="{9644C032-9116-491C-964E-51FBAD008738}"/>
              </a:ext>
            </a:extLst>
          </p:cNvPr>
          <p:cNvSpPr>
            <a:spLocks xmlns:a="http://schemas.openxmlformats.org/drawingml/2006/main" noGrp="1"/>
          </p:cNvSpPr>
          <p:nvPr/>
        </p:nvSpPr>
        <p:spPr>
          <a:xfrm xmlns:a="http://schemas.openxmlformats.org/drawingml/2006/main">
            <a:off x="2239445" y="4554797"/>
            <a:ext cx="176182" cy="210135"/>
          </a:xfrm>
          <a:custGeom xmlns:a="http://schemas.openxmlformats.org/drawingml/2006/main">
            <a:pathLst>
              <a:path w="190276" h="226945">
                <a:moveTo>
                  <a:pt x="18554" y="32791"/>
                </a:moveTo>
                <a:lnTo>
                  <a:pt x="30555" y="34203"/>
                </a:lnTo>
                <a:lnTo>
                  <a:pt x="26607" y="42440"/>
                </a:lnTo>
                <a:lnTo>
                  <a:pt x="30476" y="56246"/>
                </a:lnTo>
                <a:lnTo>
                  <a:pt x="25186" y="57815"/>
                </a:lnTo>
                <a:lnTo>
                  <a:pt x="33713" y="55226"/>
                </a:lnTo>
                <a:lnTo>
                  <a:pt x="35134" y="57658"/>
                </a:lnTo>
                <a:lnTo>
                  <a:pt x="38450" y="53422"/>
                </a:lnTo>
                <a:lnTo>
                  <a:pt x="41529" y="57266"/>
                </a:lnTo>
                <a:lnTo>
                  <a:pt x="37503" y="67778"/>
                </a:lnTo>
                <a:lnTo>
                  <a:pt x="42319" y="70916"/>
                </a:lnTo>
                <a:lnTo>
                  <a:pt x="31502" y="77270"/>
                </a:lnTo>
                <a:lnTo>
                  <a:pt x="25265" y="72877"/>
                </a:lnTo>
                <a:lnTo>
                  <a:pt x="23449" y="74367"/>
                </a:lnTo>
                <a:lnTo>
                  <a:pt x="31028" y="77976"/>
                </a:lnTo>
                <a:lnTo>
                  <a:pt x="44056" y="72877"/>
                </a:lnTo>
                <a:lnTo>
                  <a:pt x="38371" y="78054"/>
                </a:lnTo>
                <a:lnTo>
                  <a:pt x="45714" y="77034"/>
                </a:lnTo>
                <a:lnTo>
                  <a:pt x="43977" y="87154"/>
                </a:lnTo>
                <a:lnTo>
                  <a:pt x="46819" y="79388"/>
                </a:lnTo>
                <a:lnTo>
                  <a:pt x="65610" y="71229"/>
                </a:lnTo>
                <a:lnTo>
                  <a:pt x="75953" y="70210"/>
                </a:lnTo>
                <a:lnTo>
                  <a:pt x="97665" y="75701"/>
                </a:lnTo>
                <a:lnTo>
                  <a:pt x="123324" y="62365"/>
                </a:lnTo>
                <a:lnTo>
                  <a:pt x="139273" y="57658"/>
                </a:lnTo>
                <a:lnTo>
                  <a:pt x="139273" y="54442"/>
                </a:lnTo>
                <a:lnTo>
                  <a:pt x="179775" y="53814"/>
                </a:lnTo>
                <a:lnTo>
                  <a:pt x="188539" y="89743"/>
                </a:lnTo>
                <a:lnTo>
                  <a:pt x="190276" y="121121"/>
                </a:lnTo>
                <a:lnTo>
                  <a:pt x="187118" y="133594"/>
                </a:lnTo>
                <a:lnTo>
                  <a:pt x="176538" y="146459"/>
                </a:lnTo>
                <a:lnTo>
                  <a:pt x="146457" y="162776"/>
                </a:lnTo>
                <a:lnTo>
                  <a:pt x="139510" y="195645"/>
                </a:lnTo>
                <a:lnTo>
                  <a:pt x="121666" y="212904"/>
                </a:lnTo>
                <a:lnTo>
                  <a:pt x="105402" y="223572"/>
                </a:lnTo>
                <a:lnTo>
                  <a:pt x="87559" y="226945"/>
                </a:lnTo>
                <a:lnTo>
                  <a:pt x="69952" y="221219"/>
                </a:lnTo>
                <a:lnTo>
                  <a:pt x="23291" y="174465"/>
                </a:lnTo>
                <a:lnTo>
                  <a:pt x="22659" y="164502"/>
                </a:lnTo>
                <a:lnTo>
                  <a:pt x="43266" y="139164"/>
                </a:lnTo>
                <a:lnTo>
                  <a:pt x="48240" y="123082"/>
                </a:lnTo>
                <a:lnTo>
                  <a:pt x="44529" y="104961"/>
                </a:lnTo>
                <a:lnTo>
                  <a:pt x="40740" y="111002"/>
                </a:lnTo>
                <a:lnTo>
                  <a:pt x="39003" y="104883"/>
                </a:lnTo>
                <a:lnTo>
                  <a:pt x="30949" y="102608"/>
                </a:lnTo>
                <a:lnTo>
                  <a:pt x="39082" y="106138"/>
                </a:lnTo>
                <a:lnTo>
                  <a:pt x="39476" y="112727"/>
                </a:lnTo>
                <a:lnTo>
                  <a:pt x="31502" y="120023"/>
                </a:lnTo>
                <a:lnTo>
                  <a:pt x="25739" y="112021"/>
                </a:lnTo>
                <a:lnTo>
                  <a:pt x="24081" y="118768"/>
                </a:lnTo>
                <a:lnTo>
                  <a:pt x="15791" y="127162"/>
                </a:lnTo>
                <a:lnTo>
                  <a:pt x="6000" y="110845"/>
                </a:lnTo>
                <a:lnTo>
                  <a:pt x="0" y="87311"/>
                </a:lnTo>
                <a:lnTo>
                  <a:pt x="3079" y="65738"/>
                </a:lnTo>
                <a:lnTo>
                  <a:pt x="9001" y="58129"/>
                </a:lnTo>
                <a:lnTo>
                  <a:pt x="12317" y="40321"/>
                </a:lnTo>
                <a:lnTo>
                  <a:pt x="9001" y="392"/>
                </a:lnTo>
                <a:lnTo>
                  <a:pt x="1129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6" name="Editable chart path">
            <a:extLst xmlns:a="http://schemas.openxmlformats.org/drawingml/2006/main">
              <a:ext uri="{FF2B5EF4-FFF2-40B4-BE49-F238E27FC236}">
                <a16:creationId xmlns:a16="http://schemas.microsoft.com/office/drawing/2014/main" id="{5268CC2C-E241-4BD5-9EB8-347F8DFD1306}"/>
              </a:ext>
            </a:extLst>
          </p:cNvPr>
          <p:cNvSpPr>
            <a:spLocks xmlns:a="http://schemas.openxmlformats.org/drawingml/2006/main" noGrp="1"/>
          </p:cNvSpPr>
          <p:nvPr/>
        </p:nvSpPr>
        <p:spPr>
          <a:xfrm xmlns:a="http://schemas.openxmlformats.org/drawingml/2006/main">
            <a:off x="1869976" y="4583124"/>
            <a:ext cx="194019" cy="78664"/>
          </a:xfrm>
          <a:custGeom xmlns:a="http://schemas.openxmlformats.org/drawingml/2006/main">
            <a:pathLst>
              <a:path w="209541" h="84957">
                <a:moveTo>
                  <a:pt x="123561" y="157"/>
                </a:moveTo>
                <a:lnTo>
                  <a:pt x="140457" y="5334"/>
                </a:lnTo>
                <a:lnTo>
                  <a:pt x="129877" y="2197"/>
                </a:lnTo>
                <a:lnTo>
                  <a:pt x="127509" y="9570"/>
                </a:lnTo>
                <a:lnTo>
                  <a:pt x="135088" y="21337"/>
                </a:lnTo>
                <a:lnTo>
                  <a:pt x="143694" y="26358"/>
                </a:lnTo>
                <a:lnTo>
                  <a:pt x="157353" y="24946"/>
                </a:lnTo>
                <a:lnTo>
                  <a:pt x="168643" y="17258"/>
                </a:lnTo>
                <a:lnTo>
                  <a:pt x="169827" y="15297"/>
                </a:lnTo>
                <a:lnTo>
                  <a:pt x="165722" y="12865"/>
                </a:lnTo>
                <a:lnTo>
                  <a:pt x="175117" y="17729"/>
                </a:lnTo>
                <a:lnTo>
                  <a:pt x="185697" y="42596"/>
                </a:lnTo>
                <a:lnTo>
                  <a:pt x="180723" y="30829"/>
                </a:lnTo>
                <a:lnTo>
                  <a:pt x="174407" y="28947"/>
                </a:lnTo>
                <a:lnTo>
                  <a:pt x="165406" y="32791"/>
                </a:lnTo>
                <a:lnTo>
                  <a:pt x="160037" y="42440"/>
                </a:lnTo>
                <a:lnTo>
                  <a:pt x="168248" y="50990"/>
                </a:lnTo>
                <a:lnTo>
                  <a:pt x="177960" y="52010"/>
                </a:lnTo>
                <a:lnTo>
                  <a:pt x="193671" y="63542"/>
                </a:lnTo>
                <a:lnTo>
                  <a:pt x="199672" y="62286"/>
                </a:lnTo>
                <a:lnTo>
                  <a:pt x="196356" y="57815"/>
                </a:lnTo>
                <a:lnTo>
                  <a:pt x="209541" y="76799"/>
                </a:lnTo>
                <a:lnTo>
                  <a:pt x="194619" y="78603"/>
                </a:lnTo>
                <a:lnTo>
                  <a:pt x="197382" y="74289"/>
                </a:lnTo>
                <a:lnTo>
                  <a:pt x="194461" y="69739"/>
                </a:lnTo>
                <a:lnTo>
                  <a:pt x="179302" y="66130"/>
                </a:lnTo>
                <a:lnTo>
                  <a:pt x="178196" y="80094"/>
                </a:lnTo>
                <a:lnTo>
                  <a:pt x="187513" y="78996"/>
                </a:lnTo>
                <a:lnTo>
                  <a:pt x="156248" y="84957"/>
                </a:lnTo>
                <a:lnTo>
                  <a:pt x="126956" y="78996"/>
                </a:lnTo>
                <a:lnTo>
                  <a:pt x="77058" y="84565"/>
                </a:lnTo>
                <a:lnTo>
                  <a:pt x="5290" y="72641"/>
                </a:lnTo>
                <a:lnTo>
                  <a:pt x="0" y="67542"/>
                </a:lnTo>
                <a:lnTo>
                  <a:pt x="2763" y="59855"/>
                </a:lnTo>
                <a:lnTo>
                  <a:pt x="28107" y="44087"/>
                </a:lnTo>
                <a:lnTo>
                  <a:pt x="53293" y="16631"/>
                </a:lnTo>
                <a:lnTo>
                  <a:pt x="110613"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7" name="Editable chart path">
            <a:extLst xmlns:a="http://schemas.openxmlformats.org/drawingml/2006/main">
              <a:ext uri="{FF2B5EF4-FFF2-40B4-BE49-F238E27FC236}">
                <a16:creationId xmlns:a16="http://schemas.microsoft.com/office/drawing/2014/main" id="{1FC06260-A9F7-4A8B-90F9-F67492565C97}"/>
              </a:ext>
            </a:extLst>
          </p:cNvPr>
          <p:cNvSpPr>
            <a:spLocks xmlns:a="http://schemas.openxmlformats.org/drawingml/2006/main" noGrp="1"/>
          </p:cNvSpPr>
          <p:nvPr/>
        </p:nvSpPr>
        <p:spPr>
          <a:xfrm xmlns:a="http://schemas.openxmlformats.org/drawingml/2006/main">
            <a:off x="2108004" y="4409017"/>
            <a:ext cx="227428" cy="89342"/>
          </a:xfrm>
          <a:custGeom xmlns:a="http://schemas.openxmlformats.org/drawingml/2006/main">
            <a:pathLst>
              <a:path w="245622" h="96489">
                <a:moveTo>
                  <a:pt x="85822" y="9727"/>
                </a:moveTo>
                <a:lnTo>
                  <a:pt x="116929" y="23691"/>
                </a:lnTo>
                <a:lnTo>
                  <a:pt x="120719" y="15219"/>
                </a:lnTo>
                <a:lnTo>
                  <a:pt x="132641" y="6040"/>
                </a:lnTo>
                <a:lnTo>
                  <a:pt x="139983" y="5021"/>
                </a:lnTo>
                <a:lnTo>
                  <a:pt x="143457" y="8315"/>
                </a:lnTo>
                <a:lnTo>
                  <a:pt x="155458" y="44636"/>
                </a:lnTo>
                <a:lnTo>
                  <a:pt x="159327" y="47852"/>
                </a:lnTo>
                <a:lnTo>
                  <a:pt x="189013" y="59070"/>
                </a:lnTo>
                <a:lnTo>
                  <a:pt x="199277" y="56089"/>
                </a:lnTo>
                <a:lnTo>
                  <a:pt x="217989" y="57031"/>
                </a:lnTo>
                <a:lnTo>
                  <a:pt x="237727" y="68405"/>
                </a:lnTo>
                <a:lnTo>
                  <a:pt x="245622" y="77427"/>
                </a:lnTo>
                <a:lnTo>
                  <a:pt x="230779" y="96489"/>
                </a:lnTo>
                <a:lnTo>
                  <a:pt x="190750" y="94842"/>
                </a:lnTo>
                <a:lnTo>
                  <a:pt x="153168" y="86683"/>
                </a:lnTo>
                <a:lnTo>
                  <a:pt x="98375" y="58443"/>
                </a:lnTo>
                <a:lnTo>
                  <a:pt x="44135" y="46676"/>
                </a:lnTo>
                <a:lnTo>
                  <a:pt x="23686" y="46833"/>
                </a:lnTo>
                <a:lnTo>
                  <a:pt x="3869" y="34752"/>
                </a:lnTo>
                <a:lnTo>
                  <a:pt x="0" y="25024"/>
                </a:lnTo>
                <a:lnTo>
                  <a:pt x="2684" y="18827"/>
                </a:lnTo>
                <a:lnTo>
                  <a:pt x="28976" y="4471"/>
                </a:lnTo>
                <a:lnTo>
                  <a:pt x="52267" y="0"/>
                </a:lnTo>
                <a:lnTo>
                  <a:pt x="76189" y="2589"/>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8FB5A504-3E0E-4DFF-A7A1-779464F056FC}"/>
              </a:ext>
            </a:extLst>
          </p:cNvPr>
          <p:cNvSpPr>
            <a:spLocks xmlns:a="http://schemas.openxmlformats.org/drawingml/2006/main" noGrp="1"/>
          </p:cNvSpPr>
          <p:nvPr/>
        </p:nvSpPr>
        <p:spPr>
          <a:xfrm xmlns:a="http://schemas.openxmlformats.org/drawingml/2006/main">
            <a:off x="2253847" y="4386790"/>
            <a:ext cx="142188" cy="118469"/>
          </a:xfrm>
          <a:custGeom xmlns:a="http://schemas.openxmlformats.org/drawingml/2006/main">
            <a:pathLst>
              <a:path w="153563" h="127946">
                <a:moveTo>
                  <a:pt x="12632" y="0"/>
                </a:moveTo>
                <a:lnTo>
                  <a:pt x="42713" y="5334"/>
                </a:lnTo>
                <a:lnTo>
                  <a:pt x="77374" y="34360"/>
                </a:lnTo>
                <a:lnTo>
                  <a:pt x="85822" y="48558"/>
                </a:lnTo>
                <a:lnTo>
                  <a:pt x="92138" y="52088"/>
                </a:lnTo>
                <a:lnTo>
                  <a:pt x="95375" y="47460"/>
                </a:lnTo>
                <a:lnTo>
                  <a:pt x="98612" y="50363"/>
                </a:lnTo>
                <a:lnTo>
                  <a:pt x="96875" y="52324"/>
                </a:lnTo>
                <a:lnTo>
                  <a:pt x="103270" y="58129"/>
                </a:lnTo>
                <a:lnTo>
                  <a:pt x="105165" y="56481"/>
                </a:lnTo>
                <a:lnTo>
                  <a:pt x="109981" y="61110"/>
                </a:lnTo>
                <a:lnTo>
                  <a:pt x="108165" y="62914"/>
                </a:lnTo>
                <a:lnTo>
                  <a:pt x="114087" y="68719"/>
                </a:lnTo>
                <a:lnTo>
                  <a:pt x="116376" y="66601"/>
                </a:lnTo>
                <a:lnTo>
                  <a:pt x="133904" y="85193"/>
                </a:lnTo>
                <a:lnTo>
                  <a:pt x="138088" y="91469"/>
                </a:lnTo>
                <a:lnTo>
                  <a:pt x="135641" y="100411"/>
                </a:lnTo>
                <a:lnTo>
                  <a:pt x="142431" y="103314"/>
                </a:lnTo>
                <a:lnTo>
                  <a:pt x="153563" y="124181"/>
                </a:lnTo>
                <a:lnTo>
                  <a:pt x="152932" y="127946"/>
                </a:lnTo>
                <a:lnTo>
                  <a:pt x="131772" y="122376"/>
                </a:lnTo>
                <a:lnTo>
                  <a:pt x="107771" y="121200"/>
                </a:lnTo>
                <a:lnTo>
                  <a:pt x="102007" y="99313"/>
                </a:lnTo>
                <a:lnTo>
                  <a:pt x="88111" y="86526"/>
                </a:lnTo>
                <a:lnTo>
                  <a:pt x="59215" y="75544"/>
                </a:lnTo>
                <a:lnTo>
                  <a:pt x="26528" y="72328"/>
                </a:lnTo>
                <a:lnTo>
                  <a:pt x="8606" y="62051"/>
                </a:lnTo>
                <a:lnTo>
                  <a:pt x="0" y="12081"/>
                </a:lnTo>
                <a:lnTo>
                  <a:pt x="4027" y="9806"/>
                </a:lnTo>
                <a:lnTo>
                  <a:pt x="3553" y="4001"/>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29" name="Editable chart path">
            <a:extLst xmlns:a="http://schemas.openxmlformats.org/drawingml/2006/main">
              <a:ext uri="{FF2B5EF4-FFF2-40B4-BE49-F238E27FC236}">
                <a16:creationId xmlns:a16="http://schemas.microsoft.com/office/drawing/2014/main" id="{90EDB220-6CF9-46BC-8C71-158EF49B434A}"/>
              </a:ext>
            </a:extLst>
          </p:cNvPr>
          <p:cNvSpPr>
            <a:spLocks xmlns:a="http://schemas.openxmlformats.org/drawingml/2006/main" noGrp="1"/>
          </p:cNvSpPr>
          <p:nvPr/>
        </p:nvSpPr>
        <p:spPr>
          <a:xfrm xmlns:a="http://schemas.openxmlformats.org/drawingml/2006/main">
            <a:off x="1943665" y="4736313"/>
            <a:ext cx="106294" cy="88325"/>
          </a:xfrm>
          <a:custGeom xmlns:a="http://schemas.openxmlformats.org/drawingml/2006/main">
            <a:pathLst>
              <a:path w="114797" h="95391">
                <a:moveTo>
                  <a:pt x="76347" y="0"/>
                </a:moveTo>
                <a:lnTo>
                  <a:pt x="95138" y="1804"/>
                </a:lnTo>
                <a:lnTo>
                  <a:pt x="97822" y="6511"/>
                </a:lnTo>
                <a:lnTo>
                  <a:pt x="85111" y="10355"/>
                </a:lnTo>
                <a:lnTo>
                  <a:pt x="83769" y="14356"/>
                </a:lnTo>
                <a:lnTo>
                  <a:pt x="93322" y="8080"/>
                </a:lnTo>
                <a:lnTo>
                  <a:pt x="102481" y="9100"/>
                </a:lnTo>
                <a:lnTo>
                  <a:pt x="114324" y="28711"/>
                </a:lnTo>
                <a:lnTo>
                  <a:pt x="108323" y="33889"/>
                </a:lnTo>
                <a:lnTo>
                  <a:pt x="108955" y="36399"/>
                </a:lnTo>
                <a:lnTo>
                  <a:pt x="110297" y="33732"/>
                </a:lnTo>
                <a:lnTo>
                  <a:pt x="114797" y="34124"/>
                </a:lnTo>
                <a:lnTo>
                  <a:pt x="113297" y="43773"/>
                </a:lnTo>
                <a:lnTo>
                  <a:pt x="104928" y="41890"/>
                </a:lnTo>
                <a:lnTo>
                  <a:pt x="95691" y="49107"/>
                </a:lnTo>
                <a:lnTo>
                  <a:pt x="87953" y="30986"/>
                </a:lnTo>
                <a:lnTo>
                  <a:pt x="87795" y="35772"/>
                </a:lnTo>
                <a:lnTo>
                  <a:pt x="94822" y="45028"/>
                </a:lnTo>
                <a:lnTo>
                  <a:pt x="92375" y="50049"/>
                </a:lnTo>
                <a:lnTo>
                  <a:pt x="87795" y="40949"/>
                </a:lnTo>
                <a:lnTo>
                  <a:pt x="81006" y="38909"/>
                </a:lnTo>
                <a:lnTo>
                  <a:pt x="74847" y="41733"/>
                </a:lnTo>
                <a:lnTo>
                  <a:pt x="81558" y="39380"/>
                </a:lnTo>
                <a:lnTo>
                  <a:pt x="87638" y="41498"/>
                </a:lnTo>
                <a:lnTo>
                  <a:pt x="90875" y="47774"/>
                </a:lnTo>
                <a:lnTo>
                  <a:pt x="88427" y="69739"/>
                </a:lnTo>
                <a:lnTo>
                  <a:pt x="77295" y="68954"/>
                </a:lnTo>
                <a:lnTo>
                  <a:pt x="65136" y="75779"/>
                </a:lnTo>
                <a:lnTo>
                  <a:pt x="60636" y="70680"/>
                </a:lnTo>
                <a:lnTo>
                  <a:pt x="56688" y="70680"/>
                </a:lnTo>
                <a:lnTo>
                  <a:pt x="37897" y="82133"/>
                </a:lnTo>
                <a:lnTo>
                  <a:pt x="38450" y="84565"/>
                </a:lnTo>
                <a:lnTo>
                  <a:pt x="31581" y="86448"/>
                </a:lnTo>
                <a:lnTo>
                  <a:pt x="28107" y="82526"/>
                </a:lnTo>
                <a:lnTo>
                  <a:pt x="15001" y="95391"/>
                </a:lnTo>
                <a:lnTo>
                  <a:pt x="17685" y="89507"/>
                </a:lnTo>
                <a:lnTo>
                  <a:pt x="13896" y="72720"/>
                </a:lnTo>
                <a:lnTo>
                  <a:pt x="5527" y="48245"/>
                </a:lnTo>
                <a:lnTo>
                  <a:pt x="0" y="45107"/>
                </a:lnTo>
                <a:lnTo>
                  <a:pt x="632" y="41106"/>
                </a:lnTo>
                <a:lnTo>
                  <a:pt x="32371" y="36478"/>
                </a:lnTo>
                <a:lnTo>
                  <a:pt x="40661" y="42910"/>
                </a:lnTo>
                <a:lnTo>
                  <a:pt x="42792" y="41341"/>
                </a:lnTo>
                <a:lnTo>
                  <a:pt x="38608" y="31457"/>
                </a:lnTo>
                <a:lnTo>
                  <a:pt x="51951" y="8786"/>
                </a:lnTo>
                <a:lnTo>
                  <a:pt x="63162" y="2432"/>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1D59BD15-87B6-4F2E-815B-874D6D4FB466}"/>
              </a:ext>
            </a:extLst>
          </p:cNvPr>
          <p:cNvSpPr>
            <a:spLocks xmlns:a="http://schemas.openxmlformats.org/drawingml/2006/main" noGrp="1"/>
          </p:cNvSpPr>
          <p:nvPr/>
        </p:nvSpPr>
        <p:spPr>
          <a:xfrm xmlns:a="http://schemas.openxmlformats.org/drawingml/2006/main">
            <a:off x="2024226" y="4851368"/>
            <a:ext cx="96863" cy="72418"/>
          </a:xfrm>
          <a:custGeom xmlns:a="http://schemas.openxmlformats.org/drawingml/2006/main">
            <a:pathLst>
              <a:path w="104612" h="78211">
                <a:moveTo>
                  <a:pt x="36555" y="0"/>
                </a:moveTo>
                <a:lnTo>
                  <a:pt x="49898" y="5805"/>
                </a:lnTo>
                <a:lnTo>
                  <a:pt x="52977" y="12630"/>
                </a:lnTo>
                <a:lnTo>
                  <a:pt x="67347" y="6433"/>
                </a:lnTo>
                <a:lnTo>
                  <a:pt x="66241" y="18906"/>
                </a:lnTo>
                <a:lnTo>
                  <a:pt x="68215" y="6276"/>
                </a:lnTo>
                <a:lnTo>
                  <a:pt x="74610" y="4707"/>
                </a:lnTo>
                <a:lnTo>
                  <a:pt x="89217" y="9570"/>
                </a:lnTo>
                <a:lnTo>
                  <a:pt x="92770" y="16395"/>
                </a:lnTo>
                <a:lnTo>
                  <a:pt x="94901" y="13885"/>
                </a:lnTo>
                <a:lnTo>
                  <a:pt x="104612" y="15846"/>
                </a:lnTo>
                <a:lnTo>
                  <a:pt x="104139" y="24005"/>
                </a:lnTo>
                <a:lnTo>
                  <a:pt x="96638" y="34124"/>
                </a:lnTo>
                <a:lnTo>
                  <a:pt x="86453" y="28947"/>
                </a:lnTo>
                <a:lnTo>
                  <a:pt x="81795" y="32791"/>
                </a:lnTo>
                <a:lnTo>
                  <a:pt x="87953" y="31300"/>
                </a:lnTo>
                <a:lnTo>
                  <a:pt x="91427" y="35536"/>
                </a:lnTo>
                <a:lnTo>
                  <a:pt x="89848" y="48715"/>
                </a:lnTo>
                <a:lnTo>
                  <a:pt x="86769" y="51147"/>
                </a:lnTo>
                <a:lnTo>
                  <a:pt x="90164" y="71778"/>
                </a:lnTo>
                <a:lnTo>
                  <a:pt x="77690" y="78211"/>
                </a:lnTo>
                <a:lnTo>
                  <a:pt x="67189" y="76564"/>
                </a:lnTo>
                <a:lnTo>
                  <a:pt x="55504" y="68954"/>
                </a:lnTo>
                <a:lnTo>
                  <a:pt x="51872" y="73034"/>
                </a:lnTo>
                <a:lnTo>
                  <a:pt x="45477" y="72877"/>
                </a:lnTo>
                <a:lnTo>
                  <a:pt x="30318" y="55069"/>
                </a:lnTo>
                <a:lnTo>
                  <a:pt x="22896" y="33026"/>
                </a:lnTo>
                <a:lnTo>
                  <a:pt x="16659" y="28790"/>
                </a:lnTo>
                <a:lnTo>
                  <a:pt x="11764" y="30280"/>
                </a:lnTo>
                <a:lnTo>
                  <a:pt x="711" y="26593"/>
                </a:lnTo>
                <a:lnTo>
                  <a:pt x="0" y="20631"/>
                </a:lnTo>
                <a:lnTo>
                  <a:pt x="10422" y="8472"/>
                </a:lnTo>
                <a:lnTo>
                  <a:pt x="15080" y="10590"/>
                </a:lnTo>
                <a:lnTo>
                  <a:pt x="25107" y="784"/>
                </a:lnTo>
                <a:lnTo>
                  <a:pt x="27555" y="4707"/>
                </a:lnTo>
                <a:lnTo>
                  <a:pt x="28344" y="1647"/>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1" name="Editable chart path">
            <a:extLst xmlns:a="http://schemas.openxmlformats.org/drawingml/2006/main">
              <a:ext uri="{FF2B5EF4-FFF2-40B4-BE49-F238E27FC236}">
                <a16:creationId xmlns:a16="http://schemas.microsoft.com/office/drawing/2014/main" id="{23A16DFA-0F1E-4C76-981A-E75E14B41AFE}"/>
              </a:ext>
            </a:extLst>
          </p:cNvPr>
          <p:cNvSpPr>
            <a:spLocks xmlns:a="http://schemas.openxmlformats.org/drawingml/2006/main" noGrp="1"/>
          </p:cNvSpPr>
          <p:nvPr/>
        </p:nvSpPr>
        <p:spPr>
          <a:xfrm xmlns:a="http://schemas.openxmlformats.org/drawingml/2006/main">
            <a:off x="2489316" y="4601283"/>
            <a:ext cx="69815" cy="73798"/>
          </a:xfrm>
          <a:custGeom xmlns:a="http://schemas.openxmlformats.org/drawingml/2006/main">
            <a:pathLst>
              <a:path w="75400" h="79702">
                <a:moveTo>
                  <a:pt x="9474" y="2197"/>
                </a:moveTo>
                <a:lnTo>
                  <a:pt x="27633" y="19141"/>
                </a:lnTo>
                <a:lnTo>
                  <a:pt x="37739" y="22906"/>
                </a:lnTo>
                <a:lnTo>
                  <a:pt x="51872" y="47539"/>
                </a:lnTo>
                <a:lnTo>
                  <a:pt x="75005" y="70837"/>
                </a:lnTo>
                <a:lnTo>
                  <a:pt x="75400" y="79702"/>
                </a:lnTo>
                <a:lnTo>
                  <a:pt x="52109" y="73740"/>
                </a:lnTo>
                <a:lnTo>
                  <a:pt x="13422" y="49500"/>
                </a:lnTo>
                <a:lnTo>
                  <a:pt x="553" y="22906"/>
                </a:lnTo>
                <a:lnTo>
                  <a:pt x="0" y="2118"/>
                </a:lnTo>
                <a:lnTo>
                  <a:pt x="4579"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7B9BEF26-DCE3-4B8E-BCB5-9FFB682D07F9}"/>
              </a:ext>
            </a:extLst>
          </p:cNvPr>
          <p:cNvSpPr>
            <a:spLocks xmlns:a="http://schemas.openxmlformats.org/drawingml/2006/main" noGrp="1"/>
          </p:cNvSpPr>
          <p:nvPr/>
        </p:nvSpPr>
        <p:spPr>
          <a:xfrm xmlns:a="http://schemas.openxmlformats.org/drawingml/2006/main">
            <a:off x="2159615" y="4474244"/>
            <a:ext cx="26829" cy="38787"/>
          </a:xfrm>
          <a:custGeom xmlns:a="http://schemas.openxmlformats.org/drawingml/2006/main">
            <a:pathLst>
              <a:path w="28976" h="41890">
                <a:moveTo>
                  <a:pt x="5132" y="0"/>
                </a:moveTo>
                <a:lnTo>
                  <a:pt x="13343" y="2667"/>
                </a:lnTo>
                <a:lnTo>
                  <a:pt x="2684" y="863"/>
                </a:lnTo>
                <a:lnTo>
                  <a:pt x="6395" y="16082"/>
                </a:lnTo>
                <a:lnTo>
                  <a:pt x="27318" y="19847"/>
                </a:lnTo>
                <a:lnTo>
                  <a:pt x="20765" y="32477"/>
                </a:lnTo>
                <a:lnTo>
                  <a:pt x="28976" y="37968"/>
                </a:lnTo>
                <a:lnTo>
                  <a:pt x="15159" y="41890"/>
                </a:lnTo>
                <a:lnTo>
                  <a:pt x="1500" y="31849"/>
                </a:lnTo>
                <a:lnTo>
                  <a:pt x="7974" y="34281"/>
                </a:lnTo>
                <a:lnTo>
                  <a:pt x="10343" y="30123"/>
                </a:lnTo>
                <a:lnTo>
                  <a:pt x="4895" y="21730"/>
                </a:lnTo>
                <a:lnTo>
                  <a:pt x="1895" y="21573"/>
                </a:lnTo>
                <a:lnTo>
                  <a:pt x="0" y="26044"/>
                </a:lnTo>
                <a:lnTo>
                  <a:pt x="3869" y="13728"/>
                </a:lnTo>
                <a:lnTo>
                  <a:pt x="711" y="2275"/>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DA60C37E-3CC1-42F7-A1DD-7B9C406DDC93}"/>
              </a:ext>
            </a:extLst>
          </p:cNvPr>
          <p:cNvSpPr>
            <a:spLocks xmlns:a="http://schemas.openxmlformats.org/drawingml/2006/main" noGrp="1"/>
          </p:cNvSpPr>
          <p:nvPr/>
        </p:nvSpPr>
        <p:spPr>
          <a:xfrm xmlns:a="http://schemas.openxmlformats.org/drawingml/2006/main">
            <a:off x="2222631" y="4699995"/>
            <a:ext cx="25733" cy="6755"/>
          </a:xfrm>
          <a:custGeom xmlns:a="http://schemas.openxmlformats.org/drawingml/2006/main">
            <a:pathLst>
              <a:path w="27791" h="7296">
                <a:moveTo>
                  <a:pt x="14922" y="0"/>
                </a:moveTo>
                <a:lnTo>
                  <a:pt x="27791" y="0"/>
                </a:lnTo>
                <a:lnTo>
                  <a:pt x="27791" y="7296"/>
                </a:lnTo>
                <a:lnTo>
                  <a:pt x="0" y="7296"/>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EC19DCCA-5C15-4B8F-98F1-2978FB3B2791}"/>
              </a:ext>
            </a:extLst>
          </p:cNvPr>
          <p:cNvSpPr>
            <a:spLocks xmlns:a="http://schemas.openxmlformats.org/drawingml/2006/main" noGrp="1"/>
          </p:cNvSpPr>
          <p:nvPr/>
        </p:nvSpPr>
        <p:spPr>
          <a:xfrm xmlns:a="http://schemas.openxmlformats.org/drawingml/2006/main">
            <a:off x="2177965" y="4478674"/>
            <a:ext cx="34505" cy="31379"/>
          </a:xfrm>
          <a:custGeom xmlns:a="http://schemas.openxmlformats.org/drawingml/2006/main">
            <a:pathLst>
              <a:path w="37266" h="33889">
                <a:moveTo>
                  <a:pt x="23923" y="11845"/>
                </a:moveTo>
                <a:lnTo>
                  <a:pt x="37266" y="24161"/>
                </a:lnTo>
                <a:lnTo>
                  <a:pt x="31897" y="18984"/>
                </a:lnTo>
                <a:lnTo>
                  <a:pt x="28344" y="25338"/>
                </a:lnTo>
                <a:lnTo>
                  <a:pt x="29055" y="30829"/>
                </a:lnTo>
                <a:lnTo>
                  <a:pt x="36792" y="28868"/>
                </a:lnTo>
                <a:lnTo>
                  <a:pt x="16027" y="33889"/>
                </a:lnTo>
                <a:lnTo>
                  <a:pt x="23765" y="29967"/>
                </a:lnTo>
                <a:lnTo>
                  <a:pt x="18238" y="12708"/>
                </a:lnTo>
                <a:lnTo>
                  <a:pt x="0"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5" name="Editable chart path">
            <a:extLst xmlns:a="http://schemas.openxmlformats.org/drawingml/2006/main">
              <a:ext uri="{FF2B5EF4-FFF2-40B4-BE49-F238E27FC236}">
                <a16:creationId xmlns:a16="http://schemas.microsoft.com/office/drawing/2014/main" id="{0735E373-BFDD-4B22-A225-4A9E1872BD76}"/>
              </a:ext>
            </a:extLst>
          </p:cNvPr>
          <p:cNvSpPr>
            <a:spLocks xmlns:a="http://schemas.openxmlformats.org/drawingml/2006/main" noGrp="1"/>
          </p:cNvSpPr>
          <p:nvPr/>
        </p:nvSpPr>
        <p:spPr>
          <a:xfrm xmlns:a="http://schemas.openxmlformats.org/drawingml/2006/main">
            <a:off x="2077738" y="4744593"/>
            <a:ext cx="17033" cy="17650"/>
          </a:xfrm>
          <a:custGeom xmlns:a="http://schemas.openxmlformats.org/drawingml/2006/main">
            <a:pathLst>
              <a:path w="18396" h="19062">
                <a:moveTo>
                  <a:pt x="10106" y="17964"/>
                </a:moveTo>
                <a:lnTo>
                  <a:pt x="4027" y="19062"/>
                </a:lnTo>
                <a:lnTo>
                  <a:pt x="0" y="16317"/>
                </a:lnTo>
                <a:lnTo>
                  <a:pt x="5053" y="12630"/>
                </a:lnTo>
                <a:lnTo>
                  <a:pt x="6316" y="6903"/>
                </a:lnTo>
                <a:lnTo>
                  <a:pt x="18396" y="0"/>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E4270F71-08F7-4692-8D0C-4CC6997A9460}"/>
              </a:ext>
            </a:extLst>
          </p:cNvPr>
          <p:cNvSpPr>
            <a:spLocks xmlns:a="http://schemas.openxmlformats.org/drawingml/2006/main" noGrp="1"/>
          </p:cNvSpPr>
          <p:nvPr/>
        </p:nvSpPr>
        <p:spPr>
          <a:xfrm xmlns:a="http://schemas.openxmlformats.org/drawingml/2006/main">
            <a:off x="1527701" y="3232757"/>
            <a:ext cx="11843" cy="17650"/>
          </a:xfrm>
          <a:custGeom xmlns:a="http://schemas.openxmlformats.org/drawingml/2006/main">
            <a:pathLst>
              <a:path w="12790" h="19062">
                <a:moveTo>
                  <a:pt x="6632" y="19062"/>
                </a:moveTo>
                <a:lnTo>
                  <a:pt x="0" y="16944"/>
                </a:lnTo>
                <a:lnTo>
                  <a:pt x="7579" y="0"/>
                </a:lnTo>
                <a:lnTo>
                  <a:pt x="12790" y="10276"/>
                </a:lnTo>
                <a:lnTo>
                  <a:pt x="12553" y="14356"/>
                </a:lnTo>
                <a:close/>
              </a:path>
            </a:pathLst>
          </a:custGeom>
          <a:solidFill xmlns:a="http://schemas.openxmlformats.org/drawingml/2006/main">
            <a:srgbClr val="E4EAF4"/>
          </a:solidFill>
          <a:ln xmlns:a="http://schemas.openxmlformats.org/drawingml/2006/main" w="2646">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5F53B5BC-1630-4531-9E02-1797E855EA28}"/>
              </a:ext>
            </a:extLst>
          </p:cNvPr>
          <p:cNvSpPr>
            <a:spLocks xmlns:a="http://schemas.openxmlformats.org/drawingml/2006/main" noGrp="1"/>
          </p:cNvSpPr>
          <p:nvPr/>
        </p:nvSpPr>
        <p:spPr>
          <a:xfrm xmlns:a="http://schemas.openxmlformats.org/drawingml/2006/main">
            <a:off x="2035213" y="484605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 name="Editable chart path">
            <a:extLst xmlns:a="http://schemas.openxmlformats.org/drawingml/2006/main">
              <a:ext uri="{FF2B5EF4-FFF2-40B4-BE49-F238E27FC236}">
                <a16:creationId xmlns:a16="http://schemas.microsoft.com/office/drawing/2014/main" id="{DD6167C1-5296-4691-B806-EB708FF819B1}"/>
              </a:ext>
            </a:extLst>
          </p:cNvPr>
          <p:cNvSpPr>
            <a:spLocks xmlns:a="http://schemas.openxmlformats.org/drawingml/2006/main" noGrp="1"/>
          </p:cNvSpPr>
          <p:nvPr/>
        </p:nvSpPr>
        <p:spPr>
          <a:xfrm xmlns:a="http://schemas.openxmlformats.org/drawingml/2006/main">
            <a:off x="1969524" y="471468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 name="Editable chart path">
            <a:extLst xmlns:a="http://schemas.openxmlformats.org/drawingml/2006/main">
              <a:ext uri="{FF2B5EF4-FFF2-40B4-BE49-F238E27FC236}">
                <a16:creationId xmlns:a16="http://schemas.microsoft.com/office/drawing/2014/main" id="{B404E3CD-E420-4F97-9256-747527F0F2DE}"/>
              </a:ext>
            </a:extLst>
          </p:cNvPr>
          <p:cNvSpPr>
            <a:spLocks xmlns:a="http://schemas.openxmlformats.org/drawingml/2006/main" noGrp="1"/>
          </p:cNvSpPr>
          <p:nvPr/>
        </p:nvSpPr>
        <p:spPr>
          <a:xfrm xmlns:a="http://schemas.openxmlformats.org/drawingml/2006/main">
            <a:off x="2297969" y="471468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 name="Editable chart path">
            <a:extLst xmlns:a="http://schemas.openxmlformats.org/drawingml/2006/main">
              <a:ext uri="{FF2B5EF4-FFF2-40B4-BE49-F238E27FC236}">
                <a16:creationId xmlns:a16="http://schemas.microsoft.com/office/drawing/2014/main" id="{F563300B-801C-4BB3-B010-8D701B6A1E44}"/>
              </a:ext>
            </a:extLst>
          </p:cNvPr>
          <p:cNvSpPr>
            <a:spLocks xmlns:a="http://schemas.openxmlformats.org/drawingml/2006/main" noGrp="1"/>
          </p:cNvSpPr>
          <p:nvPr/>
        </p:nvSpPr>
        <p:spPr>
          <a:xfrm xmlns:a="http://schemas.openxmlformats.org/drawingml/2006/main">
            <a:off x="2297969" y="464899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 name="Editable chart path">
            <a:extLst xmlns:a="http://schemas.openxmlformats.org/drawingml/2006/main">
              <a:ext uri="{FF2B5EF4-FFF2-40B4-BE49-F238E27FC236}">
                <a16:creationId xmlns:a16="http://schemas.microsoft.com/office/drawing/2014/main" id="{4148842A-D989-4685-BA2F-134C56D62BDF}"/>
              </a:ext>
            </a:extLst>
          </p:cNvPr>
          <p:cNvSpPr>
            <a:spLocks xmlns:a="http://schemas.openxmlformats.org/drawingml/2006/main" noGrp="1"/>
          </p:cNvSpPr>
          <p:nvPr/>
        </p:nvSpPr>
        <p:spPr>
          <a:xfrm xmlns:a="http://schemas.openxmlformats.org/drawingml/2006/main">
            <a:off x="2363658" y="464899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 name="Editable chart path">
            <a:extLst xmlns:a="http://schemas.openxmlformats.org/drawingml/2006/main">
              <a:ext uri="{FF2B5EF4-FFF2-40B4-BE49-F238E27FC236}">
                <a16:creationId xmlns:a16="http://schemas.microsoft.com/office/drawing/2014/main" id="{8EE26694-8FB9-4205-BA31-F7983D6112CB}"/>
              </a:ext>
            </a:extLst>
          </p:cNvPr>
          <p:cNvSpPr>
            <a:spLocks xmlns:a="http://schemas.openxmlformats.org/drawingml/2006/main" noGrp="1"/>
          </p:cNvSpPr>
          <p:nvPr/>
        </p:nvSpPr>
        <p:spPr>
          <a:xfrm xmlns:a="http://schemas.openxmlformats.org/drawingml/2006/main">
            <a:off x="1903834" y="458330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 name="Editable chart path">
            <a:extLst xmlns:a="http://schemas.openxmlformats.org/drawingml/2006/main">
              <a:ext uri="{FF2B5EF4-FFF2-40B4-BE49-F238E27FC236}">
                <a16:creationId xmlns:a16="http://schemas.microsoft.com/office/drawing/2014/main" id="{5C0823BE-68EE-402E-A01C-057A278D7288}"/>
              </a:ext>
            </a:extLst>
          </p:cNvPr>
          <p:cNvSpPr>
            <a:spLocks xmlns:a="http://schemas.openxmlformats.org/drawingml/2006/main" noGrp="1"/>
          </p:cNvSpPr>
          <p:nvPr/>
        </p:nvSpPr>
        <p:spPr>
          <a:xfrm xmlns:a="http://schemas.openxmlformats.org/drawingml/2006/main">
            <a:off x="1969524" y="458330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 name="Editable chart path">
            <a:extLst xmlns:a="http://schemas.openxmlformats.org/drawingml/2006/main">
              <a:ext uri="{FF2B5EF4-FFF2-40B4-BE49-F238E27FC236}">
                <a16:creationId xmlns:a16="http://schemas.microsoft.com/office/drawing/2014/main" id="{7E87D6BC-ABD2-480A-9F14-ECCFB81DA1CF}"/>
              </a:ext>
            </a:extLst>
          </p:cNvPr>
          <p:cNvSpPr>
            <a:spLocks xmlns:a="http://schemas.openxmlformats.org/drawingml/2006/main" noGrp="1"/>
          </p:cNvSpPr>
          <p:nvPr/>
        </p:nvSpPr>
        <p:spPr>
          <a:xfrm xmlns:a="http://schemas.openxmlformats.org/drawingml/2006/main">
            <a:off x="2232280" y="458330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 name="Editable chart path">
            <a:extLst xmlns:a="http://schemas.openxmlformats.org/drawingml/2006/main">
              <a:ext uri="{FF2B5EF4-FFF2-40B4-BE49-F238E27FC236}">
                <a16:creationId xmlns:a16="http://schemas.microsoft.com/office/drawing/2014/main" id="{F0BA38EA-34A0-47EF-B368-E8DC757CC609}"/>
              </a:ext>
            </a:extLst>
          </p:cNvPr>
          <p:cNvSpPr>
            <a:spLocks xmlns:a="http://schemas.openxmlformats.org/drawingml/2006/main" noGrp="1"/>
          </p:cNvSpPr>
          <p:nvPr/>
        </p:nvSpPr>
        <p:spPr>
          <a:xfrm xmlns:a="http://schemas.openxmlformats.org/drawingml/2006/main">
            <a:off x="2363658" y="458330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 name="Editable chart path">
            <a:extLst xmlns:a="http://schemas.openxmlformats.org/drawingml/2006/main">
              <a:ext uri="{FF2B5EF4-FFF2-40B4-BE49-F238E27FC236}">
                <a16:creationId xmlns:a16="http://schemas.microsoft.com/office/drawing/2014/main" id="{62E9A5F7-48E9-4150-B6CF-6AC2F74E9C5A}"/>
              </a:ext>
            </a:extLst>
          </p:cNvPr>
          <p:cNvSpPr>
            <a:spLocks xmlns:a="http://schemas.openxmlformats.org/drawingml/2006/main" noGrp="1"/>
          </p:cNvSpPr>
          <p:nvPr/>
        </p:nvSpPr>
        <p:spPr>
          <a:xfrm xmlns:a="http://schemas.openxmlformats.org/drawingml/2006/main">
            <a:off x="1181255" y="451761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 name="Editable chart path">
            <a:extLst xmlns:a="http://schemas.openxmlformats.org/drawingml/2006/main">
              <a:ext uri="{FF2B5EF4-FFF2-40B4-BE49-F238E27FC236}">
                <a16:creationId xmlns:a16="http://schemas.microsoft.com/office/drawing/2014/main" id="{8CA0361D-EBEE-4238-A59E-E3178DC876E3}"/>
              </a:ext>
            </a:extLst>
          </p:cNvPr>
          <p:cNvSpPr>
            <a:spLocks xmlns:a="http://schemas.openxmlformats.org/drawingml/2006/main" noGrp="1"/>
          </p:cNvSpPr>
          <p:nvPr/>
        </p:nvSpPr>
        <p:spPr>
          <a:xfrm xmlns:a="http://schemas.openxmlformats.org/drawingml/2006/main">
            <a:off x="1246944" y="451761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 name="Editable chart path">
            <a:extLst xmlns:a="http://schemas.openxmlformats.org/drawingml/2006/main">
              <a:ext uri="{FF2B5EF4-FFF2-40B4-BE49-F238E27FC236}">
                <a16:creationId xmlns:a16="http://schemas.microsoft.com/office/drawing/2014/main" id="{FCEBBAE3-3518-4B21-87CD-0EE99785486F}"/>
              </a:ext>
            </a:extLst>
          </p:cNvPr>
          <p:cNvSpPr>
            <a:spLocks xmlns:a="http://schemas.openxmlformats.org/drawingml/2006/main" noGrp="1"/>
          </p:cNvSpPr>
          <p:nvPr/>
        </p:nvSpPr>
        <p:spPr>
          <a:xfrm xmlns:a="http://schemas.openxmlformats.org/drawingml/2006/main">
            <a:off x="1312633" y="451761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 name="Editable chart path">
            <a:extLst xmlns:a="http://schemas.openxmlformats.org/drawingml/2006/main">
              <a:ext uri="{FF2B5EF4-FFF2-40B4-BE49-F238E27FC236}">
                <a16:creationId xmlns:a16="http://schemas.microsoft.com/office/drawing/2014/main" id="{E6C3701D-9A29-4965-9B9D-64ED6A21328D}"/>
              </a:ext>
            </a:extLst>
          </p:cNvPr>
          <p:cNvSpPr>
            <a:spLocks xmlns:a="http://schemas.openxmlformats.org/drawingml/2006/main" noGrp="1"/>
          </p:cNvSpPr>
          <p:nvPr/>
        </p:nvSpPr>
        <p:spPr>
          <a:xfrm xmlns:a="http://schemas.openxmlformats.org/drawingml/2006/main">
            <a:off x="1378322" y="451761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 name="Editable chart path">
            <a:extLst xmlns:a="http://schemas.openxmlformats.org/drawingml/2006/main">
              <a:ext uri="{FF2B5EF4-FFF2-40B4-BE49-F238E27FC236}">
                <a16:creationId xmlns:a16="http://schemas.microsoft.com/office/drawing/2014/main" id="{5FFD54DA-6497-4E71-B39C-43AD3EA12DB2}"/>
              </a:ext>
            </a:extLst>
          </p:cNvPr>
          <p:cNvSpPr>
            <a:spLocks xmlns:a="http://schemas.openxmlformats.org/drawingml/2006/main" noGrp="1"/>
          </p:cNvSpPr>
          <p:nvPr/>
        </p:nvSpPr>
        <p:spPr>
          <a:xfrm xmlns:a="http://schemas.openxmlformats.org/drawingml/2006/main">
            <a:off x="1444011" y="451761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 name="Editable chart path">
            <a:extLst xmlns:a="http://schemas.openxmlformats.org/drawingml/2006/main">
              <a:ext uri="{FF2B5EF4-FFF2-40B4-BE49-F238E27FC236}">
                <a16:creationId xmlns:a16="http://schemas.microsoft.com/office/drawing/2014/main" id="{68F769AA-BCA3-464A-83E4-37D0FA68FB58}"/>
              </a:ext>
            </a:extLst>
          </p:cNvPr>
          <p:cNvSpPr>
            <a:spLocks xmlns:a="http://schemas.openxmlformats.org/drawingml/2006/main" noGrp="1"/>
          </p:cNvSpPr>
          <p:nvPr/>
        </p:nvSpPr>
        <p:spPr>
          <a:xfrm xmlns:a="http://schemas.openxmlformats.org/drawingml/2006/main">
            <a:off x="2889170" y="451761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 name="Editable chart path">
            <a:extLst xmlns:a="http://schemas.openxmlformats.org/drawingml/2006/main">
              <a:ext uri="{FF2B5EF4-FFF2-40B4-BE49-F238E27FC236}">
                <a16:creationId xmlns:a16="http://schemas.microsoft.com/office/drawing/2014/main" id="{9517C368-2FD8-472E-86F9-BF074D72E39A}"/>
              </a:ext>
            </a:extLst>
          </p:cNvPr>
          <p:cNvSpPr>
            <a:spLocks xmlns:a="http://schemas.openxmlformats.org/drawingml/2006/main" noGrp="1"/>
          </p:cNvSpPr>
          <p:nvPr/>
        </p:nvSpPr>
        <p:spPr>
          <a:xfrm xmlns:a="http://schemas.openxmlformats.org/drawingml/2006/main">
            <a:off x="1115566" y="445192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 name="Editable chart path">
            <a:extLst xmlns:a="http://schemas.openxmlformats.org/drawingml/2006/main">
              <a:ext uri="{FF2B5EF4-FFF2-40B4-BE49-F238E27FC236}">
                <a16:creationId xmlns:a16="http://schemas.microsoft.com/office/drawing/2014/main" id="{CB74333D-49F7-44BD-9015-A004E61C0747}"/>
              </a:ext>
            </a:extLst>
          </p:cNvPr>
          <p:cNvSpPr>
            <a:spLocks xmlns:a="http://schemas.openxmlformats.org/drawingml/2006/main" noGrp="1"/>
          </p:cNvSpPr>
          <p:nvPr/>
        </p:nvSpPr>
        <p:spPr>
          <a:xfrm xmlns:a="http://schemas.openxmlformats.org/drawingml/2006/main">
            <a:off x="2232280" y="445192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 name="Editable chart path">
            <a:extLst xmlns:a="http://schemas.openxmlformats.org/drawingml/2006/main">
              <a:ext uri="{FF2B5EF4-FFF2-40B4-BE49-F238E27FC236}">
                <a16:creationId xmlns:a16="http://schemas.microsoft.com/office/drawing/2014/main" id="{5AF54FE2-1FA6-47F3-A292-6D2633F78EC0}"/>
              </a:ext>
            </a:extLst>
          </p:cNvPr>
          <p:cNvSpPr>
            <a:spLocks xmlns:a="http://schemas.openxmlformats.org/drawingml/2006/main" noGrp="1"/>
          </p:cNvSpPr>
          <p:nvPr/>
        </p:nvSpPr>
        <p:spPr>
          <a:xfrm xmlns:a="http://schemas.openxmlformats.org/drawingml/2006/main">
            <a:off x="2297969" y="445192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 name="Editable chart path">
            <a:extLst xmlns:a="http://schemas.openxmlformats.org/drawingml/2006/main">
              <a:ext uri="{FF2B5EF4-FFF2-40B4-BE49-F238E27FC236}">
                <a16:creationId xmlns:a16="http://schemas.microsoft.com/office/drawing/2014/main" id="{E5340E21-5F10-4845-A2E3-1CD7B2C81D6F}"/>
              </a:ext>
            </a:extLst>
          </p:cNvPr>
          <p:cNvSpPr>
            <a:spLocks xmlns:a="http://schemas.openxmlformats.org/drawingml/2006/main" noGrp="1"/>
          </p:cNvSpPr>
          <p:nvPr/>
        </p:nvSpPr>
        <p:spPr>
          <a:xfrm xmlns:a="http://schemas.openxmlformats.org/drawingml/2006/main">
            <a:off x="1115566" y="438623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 name="Editable chart path">
            <a:extLst xmlns:a="http://schemas.openxmlformats.org/drawingml/2006/main">
              <a:ext uri="{FF2B5EF4-FFF2-40B4-BE49-F238E27FC236}">
                <a16:creationId xmlns:a16="http://schemas.microsoft.com/office/drawing/2014/main" id="{E737BF10-EF06-47D3-ABEA-F6482419821D}"/>
              </a:ext>
            </a:extLst>
          </p:cNvPr>
          <p:cNvSpPr>
            <a:spLocks xmlns:a="http://schemas.openxmlformats.org/drawingml/2006/main" noGrp="1"/>
          </p:cNvSpPr>
          <p:nvPr/>
        </p:nvSpPr>
        <p:spPr>
          <a:xfrm xmlns:a="http://schemas.openxmlformats.org/drawingml/2006/main">
            <a:off x="1181255" y="438623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 name="Editable chart path">
            <a:extLst xmlns:a="http://schemas.openxmlformats.org/drawingml/2006/main">
              <a:ext uri="{FF2B5EF4-FFF2-40B4-BE49-F238E27FC236}">
                <a16:creationId xmlns:a16="http://schemas.microsoft.com/office/drawing/2014/main" id="{4D2F57EE-4B47-4A83-8AD3-83A684AE1AD5}"/>
              </a:ext>
            </a:extLst>
          </p:cNvPr>
          <p:cNvSpPr>
            <a:spLocks xmlns:a="http://schemas.openxmlformats.org/drawingml/2006/main" noGrp="1"/>
          </p:cNvSpPr>
          <p:nvPr/>
        </p:nvSpPr>
        <p:spPr>
          <a:xfrm xmlns:a="http://schemas.openxmlformats.org/drawingml/2006/main">
            <a:off x="1246944" y="438623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 name="Editable chart path">
            <a:extLst xmlns:a="http://schemas.openxmlformats.org/drawingml/2006/main">
              <a:ext uri="{FF2B5EF4-FFF2-40B4-BE49-F238E27FC236}">
                <a16:creationId xmlns:a16="http://schemas.microsoft.com/office/drawing/2014/main" id="{A75E9680-DC04-49FB-B690-B5D9A95E5EC8}"/>
              </a:ext>
            </a:extLst>
          </p:cNvPr>
          <p:cNvSpPr>
            <a:spLocks xmlns:a="http://schemas.openxmlformats.org/drawingml/2006/main" noGrp="1"/>
          </p:cNvSpPr>
          <p:nvPr/>
        </p:nvSpPr>
        <p:spPr>
          <a:xfrm xmlns:a="http://schemas.openxmlformats.org/drawingml/2006/main">
            <a:off x="1312633" y="438623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 name="Editable chart path">
            <a:extLst xmlns:a="http://schemas.openxmlformats.org/drawingml/2006/main">
              <a:ext uri="{FF2B5EF4-FFF2-40B4-BE49-F238E27FC236}">
                <a16:creationId xmlns:a16="http://schemas.microsoft.com/office/drawing/2014/main" id="{3BB0CCB9-0AAF-4D44-B132-F7DB4E78E8BD}"/>
              </a:ext>
            </a:extLst>
          </p:cNvPr>
          <p:cNvSpPr>
            <a:spLocks xmlns:a="http://schemas.openxmlformats.org/drawingml/2006/main" noGrp="1"/>
          </p:cNvSpPr>
          <p:nvPr/>
        </p:nvSpPr>
        <p:spPr>
          <a:xfrm xmlns:a="http://schemas.openxmlformats.org/drawingml/2006/main">
            <a:off x="1378322" y="438623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 name="Editable chart path">
            <a:extLst xmlns:a="http://schemas.openxmlformats.org/drawingml/2006/main">
              <a:ext uri="{FF2B5EF4-FFF2-40B4-BE49-F238E27FC236}">
                <a16:creationId xmlns:a16="http://schemas.microsoft.com/office/drawing/2014/main" id="{167A7B01-738F-4EF2-B2F0-5806C697C9E3}"/>
              </a:ext>
            </a:extLst>
          </p:cNvPr>
          <p:cNvSpPr>
            <a:spLocks xmlns:a="http://schemas.openxmlformats.org/drawingml/2006/main" noGrp="1"/>
          </p:cNvSpPr>
          <p:nvPr/>
        </p:nvSpPr>
        <p:spPr>
          <a:xfrm xmlns:a="http://schemas.openxmlformats.org/drawingml/2006/main">
            <a:off x="1575389" y="438623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 name="Editable chart path">
            <a:extLst xmlns:a="http://schemas.openxmlformats.org/drawingml/2006/main">
              <a:ext uri="{FF2B5EF4-FFF2-40B4-BE49-F238E27FC236}">
                <a16:creationId xmlns:a16="http://schemas.microsoft.com/office/drawing/2014/main" id="{EA117EAF-F049-464A-B1C9-25CF18DC8FD3}"/>
              </a:ext>
            </a:extLst>
          </p:cNvPr>
          <p:cNvSpPr>
            <a:spLocks xmlns:a="http://schemas.openxmlformats.org/drawingml/2006/main" noGrp="1"/>
          </p:cNvSpPr>
          <p:nvPr/>
        </p:nvSpPr>
        <p:spPr>
          <a:xfrm xmlns:a="http://schemas.openxmlformats.org/drawingml/2006/main">
            <a:off x="1641078" y="438623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 name="Editable chart path">
            <a:extLst xmlns:a="http://schemas.openxmlformats.org/drawingml/2006/main">
              <a:ext uri="{FF2B5EF4-FFF2-40B4-BE49-F238E27FC236}">
                <a16:creationId xmlns:a16="http://schemas.microsoft.com/office/drawing/2014/main" id="{42782CEA-6D1D-4661-8D2C-E29075C27FB7}"/>
              </a:ext>
            </a:extLst>
          </p:cNvPr>
          <p:cNvSpPr>
            <a:spLocks xmlns:a="http://schemas.openxmlformats.org/drawingml/2006/main" noGrp="1"/>
          </p:cNvSpPr>
          <p:nvPr/>
        </p:nvSpPr>
        <p:spPr>
          <a:xfrm xmlns:a="http://schemas.openxmlformats.org/drawingml/2006/main">
            <a:off x="2100902" y="438623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6958D9BD-10BF-419B-BB60-19411B8B5CEB}"/>
              </a:ext>
            </a:extLst>
          </p:cNvPr>
          <p:cNvSpPr>
            <a:spLocks xmlns:a="http://schemas.openxmlformats.org/drawingml/2006/main" noGrp="1"/>
          </p:cNvSpPr>
          <p:nvPr/>
        </p:nvSpPr>
        <p:spPr>
          <a:xfrm xmlns:a="http://schemas.openxmlformats.org/drawingml/2006/main">
            <a:off x="2232280" y="438623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DEE7D362-CA2D-4885-9F57-C43CED239A14}"/>
              </a:ext>
            </a:extLst>
          </p:cNvPr>
          <p:cNvSpPr>
            <a:spLocks xmlns:a="http://schemas.openxmlformats.org/drawingml/2006/main" noGrp="1"/>
          </p:cNvSpPr>
          <p:nvPr/>
        </p:nvSpPr>
        <p:spPr>
          <a:xfrm xmlns:a="http://schemas.openxmlformats.org/drawingml/2006/main">
            <a:off x="1575389" y="432054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6A2C1955-1E25-4A23-A7F0-72DD4EDBE5FC}"/>
              </a:ext>
            </a:extLst>
          </p:cNvPr>
          <p:cNvSpPr>
            <a:spLocks xmlns:a="http://schemas.openxmlformats.org/drawingml/2006/main" noGrp="1"/>
          </p:cNvSpPr>
          <p:nvPr/>
        </p:nvSpPr>
        <p:spPr>
          <a:xfrm xmlns:a="http://schemas.openxmlformats.org/drawingml/2006/main">
            <a:off x="1641078" y="432054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34B03680-4423-4D7F-83C7-0D2D5AF40DDD}"/>
              </a:ext>
            </a:extLst>
          </p:cNvPr>
          <p:cNvSpPr>
            <a:spLocks xmlns:a="http://schemas.openxmlformats.org/drawingml/2006/main" noGrp="1"/>
          </p:cNvSpPr>
          <p:nvPr/>
        </p:nvSpPr>
        <p:spPr>
          <a:xfrm xmlns:a="http://schemas.openxmlformats.org/drawingml/2006/main">
            <a:off x="1706767" y="432054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984B0AF3-3043-4496-80F3-5DA125F922A6}"/>
              </a:ext>
            </a:extLst>
          </p:cNvPr>
          <p:cNvSpPr>
            <a:spLocks xmlns:a="http://schemas.openxmlformats.org/drawingml/2006/main" noGrp="1"/>
          </p:cNvSpPr>
          <p:nvPr/>
        </p:nvSpPr>
        <p:spPr>
          <a:xfrm xmlns:a="http://schemas.openxmlformats.org/drawingml/2006/main">
            <a:off x="2757792" y="432054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112C19C4-6AE9-4E09-960A-8BA80C2F41D6}"/>
              </a:ext>
            </a:extLst>
          </p:cNvPr>
          <p:cNvSpPr>
            <a:spLocks xmlns:a="http://schemas.openxmlformats.org/drawingml/2006/main" noGrp="1"/>
          </p:cNvSpPr>
          <p:nvPr/>
        </p:nvSpPr>
        <p:spPr>
          <a:xfrm xmlns:a="http://schemas.openxmlformats.org/drawingml/2006/main">
            <a:off x="2823481" y="432054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97A1E7A4-C49F-4DBE-8F11-50FDF4F4A082}"/>
              </a:ext>
            </a:extLst>
          </p:cNvPr>
          <p:cNvSpPr>
            <a:spLocks xmlns:a="http://schemas.openxmlformats.org/drawingml/2006/main" noGrp="1"/>
          </p:cNvSpPr>
          <p:nvPr/>
        </p:nvSpPr>
        <p:spPr>
          <a:xfrm xmlns:a="http://schemas.openxmlformats.org/drawingml/2006/main">
            <a:off x="1509700" y="425485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4D8071D5-2395-4304-9CC8-FE06F39722B8}"/>
              </a:ext>
            </a:extLst>
          </p:cNvPr>
          <p:cNvSpPr>
            <a:spLocks xmlns:a="http://schemas.openxmlformats.org/drawingml/2006/main" noGrp="1"/>
          </p:cNvSpPr>
          <p:nvPr/>
        </p:nvSpPr>
        <p:spPr>
          <a:xfrm xmlns:a="http://schemas.openxmlformats.org/drawingml/2006/main">
            <a:off x="1575389" y="425485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808CBCC1-7D36-4819-9572-C87066E7BF55}"/>
              </a:ext>
            </a:extLst>
          </p:cNvPr>
          <p:cNvSpPr>
            <a:spLocks xmlns:a="http://schemas.openxmlformats.org/drawingml/2006/main" noGrp="1"/>
          </p:cNvSpPr>
          <p:nvPr/>
        </p:nvSpPr>
        <p:spPr>
          <a:xfrm xmlns:a="http://schemas.openxmlformats.org/drawingml/2006/main">
            <a:off x="1641078" y="425485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ECE22A71-B64C-4D0D-BB8E-C39FE7DA649A}"/>
              </a:ext>
            </a:extLst>
          </p:cNvPr>
          <p:cNvSpPr>
            <a:spLocks xmlns:a="http://schemas.openxmlformats.org/drawingml/2006/main" noGrp="1"/>
          </p:cNvSpPr>
          <p:nvPr/>
        </p:nvSpPr>
        <p:spPr>
          <a:xfrm xmlns:a="http://schemas.openxmlformats.org/drawingml/2006/main">
            <a:off x="1772456" y="425485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555A7996-F570-4E05-8222-FC9823286476}"/>
              </a:ext>
            </a:extLst>
          </p:cNvPr>
          <p:cNvSpPr>
            <a:spLocks xmlns:a="http://schemas.openxmlformats.org/drawingml/2006/main" noGrp="1"/>
          </p:cNvSpPr>
          <p:nvPr/>
        </p:nvSpPr>
        <p:spPr>
          <a:xfrm xmlns:a="http://schemas.openxmlformats.org/drawingml/2006/main">
            <a:off x="2626414" y="425485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7FC07F4A-B679-4BF9-9460-2014A8166870}"/>
              </a:ext>
            </a:extLst>
          </p:cNvPr>
          <p:cNvSpPr>
            <a:spLocks xmlns:a="http://schemas.openxmlformats.org/drawingml/2006/main" noGrp="1"/>
          </p:cNvSpPr>
          <p:nvPr/>
        </p:nvSpPr>
        <p:spPr>
          <a:xfrm xmlns:a="http://schemas.openxmlformats.org/drawingml/2006/main">
            <a:off x="2692103" y="425485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4940973A-ABA5-4445-9BD9-9C6AD61CB6B9}"/>
              </a:ext>
            </a:extLst>
          </p:cNvPr>
          <p:cNvSpPr>
            <a:spLocks xmlns:a="http://schemas.openxmlformats.org/drawingml/2006/main" noGrp="1"/>
          </p:cNvSpPr>
          <p:nvPr/>
        </p:nvSpPr>
        <p:spPr>
          <a:xfrm xmlns:a="http://schemas.openxmlformats.org/drawingml/2006/main">
            <a:off x="2757792" y="425485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8FBF3974-2EF1-4B4B-B72D-A75F64ED12C1}"/>
              </a:ext>
            </a:extLst>
          </p:cNvPr>
          <p:cNvSpPr>
            <a:spLocks xmlns:a="http://schemas.openxmlformats.org/drawingml/2006/main" noGrp="1"/>
          </p:cNvSpPr>
          <p:nvPr/>
        </p:nvSpPr>
        <p:spPr>
          <a:xfrm xmlns:a="http://schemas.openxmlformats.org/drawingml/2006/main">
            <a:off x="1181255"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47620A38-988F-4D2F-B29D-746627EE4D97}"/>
              </a:ext>
            </a:extLst>
          </p:cNvPr>
          <p:cNvSpPr>
            <a:spLocks xmlns:a="http://schemas.openxmlformats.org/drawingml/2006/main" noGrp="1"/>
          </p:cNvSpPr>
          <p:nvPr/>
        </p:nvSpPr>
        <p:spPr>
          <a:xfrm xmlns:a="http://schemas.openxmlformats.org/drawingml/2006/main">
            <a:off x="1246944"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9FC9C608-CC55-43D0-B36C-CECC367D5CF5}"/>
              </a:ext>
            </a:extLst>
          </p:cNvPr>
          <p:cNvSpPr>
            <a:spLocks xmlns:a="http://schemas.openxmlformats.org/drawingml/2006/main" noGrp="1"/>
          </p:cNvSpPr>
          <p:nvPr/>
        </p:nvSpPr>
        <p:spPr>
          <a:xfrm xmlns:a="http://schemas.openxmlformats.org/drawingml/2006/main">
            <a:off x="1312633"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622CB011-61C4-4EE5-BF7F-8B48FC2BCDA4}"/>
              </a:ext>
            </a:extLst>
          </p:cNvPr>
          <p:cNvSpPr>
            <a:spLocks xmlns:a="http://schemas.openxmlformats.org/drawingml/2006/main" noGrp="1"/>
          </p:cNvSpPr>
          <p:nvPr/>
        </p:nvSpPr>
        <p:spPr>
          <a:xfrm xmlns:a="http://schemas.openxmlformats.org/drawingml/2006/main">
            <a:off x="1509700"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628FB3CE-EF19-4AC6-A4A2-BED1A0D26FCF}"/>
              </a:ext>
            </a:extLst>
          </p:cNvPr>
          <p:cNvSpPr>
            <a:spLocks xmlns:a="http://schemas.openxmlformats.org/drawingml/2006/main" noGrp="1"/>
          </p:cNvSpPr>
          <p:nvPr/>
        </p:nvSpPr>
        <p:spPr>
          <a:xfrm xmlns:a="http://schemas.openxmlformats.org/drawingml/2006/main">
            <a:off x="1575389"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63E0E8F7-4196-4424-8F88-B6B90532B57C}"/>
              </a:ext>
            </a:extLst>
          </p:cNvPr>
          <p:cNvSpPr>
            <a:spLocks xmlns:a="http://schemas.openxmlformats.org/drawingml/2006/main" noGrp="1"/>
          </p:cNvSpPr>
          <p:nvPr/>
        </p:nvSpPr>
        <p:spPr>
          <a:xfrm xmlns:a="http://schemas.openxmlformats.org/drawingml/2006/main">
            <a:off x="1772456"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28B83D4D-03E2-4468-9287-4642015AD5E6}"/>
              </a:ext>
            </a:extLst>
          </p:cNvPr>
          <p:cNvSpPr>
            <a:spLocks xmlns:a="http://schemas.openxmlformats.org/drawingml/2006/main" noGrp="1"/>
          </p:cNvSpPr>
          <p:nvPr/>
        </p:nvSpPr>
        <p:spPr>
          <a:xfrm xmlns:a="http://schemas.openxmlformats.org/drawingml/2006/main">
            <a:off x="1838145"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9E0B6FDE-17A7-4F66-B516-130943EA3DF1}"/>
              </a:ext>
            </a:extLst>
          </p:cNvPr>
          <p:cNvSpPr>
            <a:spLocks xmlns:a="http://schemas.openxmlformats.org/drawingml/2006/main" noGrp="1"/>
          </p:cNvSpPr>
          <p:nvPr/>
        </p:nvSpPr>
        <p:spPr>
          <a:xfrm xmlns:a="http://schemas.openxmlformats.org/drawingml/2006/main">
            <a:off x="1969524"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1225F40A-66EA-4250-BA57-C15932E05DBF}"/>
              </a:ext>
            </a:extLst>
          </p:cNvPr>
          <p:cNvSpPr>
            <a:spLocks xmlns:a="http://schemas.openxmlformats.org/drawingml/2006/main" noGrp="1"/>
          </p:cNvSpPr>
          <p:nvPr/>
        </p:nvSpPr>
        <p:spPr>
          <a:xfrm xmlns:a="http://schemas.openxmlformats.org/drawingml/2006/main">
            <a:off x="2429347"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3F915416-D296-4E83-84F2-33B36822AEAB}"/>
              </a:ext>
            </a:extLst>
          </p:cNvPr>
          <p:cNvSpPr>
            <a:spLocks xmlns:a="http://schemas.openxmlformats.org/drawingml/2006/main" noGrp="1"/>
          </p:cNvSpPr>
          <p:nvPr/>
        </p:nvSpPr>
        <p:spPr>
          <a:xfrm xmlns:a="http://schemas.openxmlformats.org/drawingml/2006/main">
            <a:off x="2692103"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8E7EE0A7-CA73-41D3-AF34-C415147FBB5C}"/>
              </a:ext>
            </a:extLst>
          </p:cNvPr>
          <p:cNvSpPr>
            <a:spLocks xmlns:a="http://schemas.openxmlformats.org/drawingml/2006/main" noGrp="1"/>
          </p:cNvSpPr>
          <p:nvPr/>
        </p:nvSpPr>
        <p:spPr>
          <a:xfrm xmlns:a="http://schemas.openxmlformats.org/drawingml/2006/main">
            <a:off x="2757792"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9503A4F1-586E-4821-B6E4-AF5B4A94776D}"/>
              </a:ext>
            </a:extLst>
          </p:cNvPr>
          <p:cNvSpPr>
            <a:spLocks xmlns:a="http://schemas.openxmlformats.org/drawingml/2006/main" noGrp="1"/>
          </p:cNvSpPr>
          <p:nvPr/>
        </p:nvSpPr>
        <p:spPr>
          <a:xfrm xmlns:a="http://schemas.openxmlformats.org/drawingml/2006/main">
            <a:off x="1181255"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440843F3-1E12-4652-A438-9F9139016BC4}"/>
              </a:ext>
            </a:extLst>
          </p:cNvPr>
          <p:cNvSpPr>
            <a:spLocks xmlns:a="http://schemas.openxmlformats.org/drawingml/2006/main" noGrp="1"/>
          </p:cNvSpPr>
          <p:nvPr/>
        </p:nvSpPr>
        <p:spPr>
          <a:xfrm xmlns:a="http://schemas.openxmlformats.org/drawingml/2006/main">
            <a:off x="1246944"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F6ED8010-5211-4ECA-8DA7-6285492070BE}"/>
              </a:ext>
            </a:extLst>
          </p:cNvPr>
          <p:cNvSpPr>
            <a:spLocks xmlns:a="http://schemas.openxmlformats.org/drawingml/2006/main" noGrp="1"/>
          </p:cNvSpPr>
          <p:nvPr/>
        </p:nvSpPr>
        <p:spPr>
          <a:xfrm xmlns:a="http://schemas.openxmlformats.org/drawingml/2006/main">
            <a:off x="1312633"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67BA84EC-62E1-42A2-8183-A35CCFF48844}"/>
              </a:ext>
            </a:extLst>
          </p:cNvPr>
          <p:cNvSpPr>
            <a:spLocks xmlns:a="http://schemas.openxmlformats.org/drawingml/2006/main" noGrp="1"/>
          </p:cNvSpPr>
          <p:nvPr/>
        </p:nvSpPr>
        <p:spPr>
          <a:xfrm xmlns:a="http://schemas.openxmlformats.org/drawingml/2006/main">
            <a:off x="1509700"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8A83A0B4-00CA-4DBF-978C-ED07F68347F0}"/>
              </a:ext>
            </a:extLst>
          </p:cNvPr>
          <p:cNvSpPr>
            <a:spLocks xmlns:a="http://schemas.openxmlformats.org/drawingml/2006/main" noGrp="1"/>
          </p:cNvSpPr>
          <p:nvPr/>
        </p:nvSpPr>
        <p:spPr>
          <a:xfrm xmlns:a="http://schemas.openxmlformats.org/drawingml/2006/main">
            <a:off x="1575389"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18A24B8B-D5C6-4D7C-B92E-0A525EDBD7BD}"/>
              </a:ext>
            </a:extLst>
          </p:cNvPr>
          <p:cNvSpPr>
            <a:spLocks xmlns:a="http://schemas.openxmlformats.org/drawingml/2006/main" noGrp="1"/>
          </p:cNvSpPr>
          <p:nvPr/>
        </p:nvSpPr>
        <p:spPr>
          <a:xfrm xmlns:a="http://schemas.openxmlformats.org/drawingml/2006/main">
            <a:off x="1641078"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2E6D0FBA-561B-4CAB-BC0E-D4AB8718010D}"/>
              </a:ext>
            </a:extLst>
          </p:cNvPr>
          <p:cNvSpPr>
            <a:spLocks xmlns:a="http://schemas.openxmlformats.org/drawingml/2006/main" noGrp="1"/>
          </p:cNvSpPr>
          <p:nvPr/>
        </p:nvSpPr>
        <p:spPr>
          <a:xfrm xmlns:a="http://schemas.openxmlformats.org/drawingml/2006/main">
            <a:off x="1706767"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0CA17EE3-8D18-487F-BA89-6BFB2E1086ED}"/>
              </a:ext>
            </a:extLst>
          </p:cNvPr>
          <p:cNvSpPr>
            <a:spLocks xmlns:a="http://schemas.openxmlformats.org/drawingml/2006/main" noGrp="1"/>
          </p:cNvSpPr>
          <p:nvPr/>
        </p:nvSpPr>
        <p:spPr>
          <a:xfrm xmlns:a="http://schemas.openxmlformats.org/drawingml/2006/main">
            <a:off x="1772456"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3875BC59-E2C8-4E30-9655-CD2B7E5AA636}"/>
              </a:ext>
            </a:extLst>
          </p:cNvPr>
          <p:cNvSpPr>
            <a:spLocks xmlns:a="http://schemas.openxmlformats.org/drawingml/2006/main" noGrp="1"/>
          </p:cNvSpPr>
          <p:nvPr/>
        </p:nvSpPr>
        <p:spPr>
          <a:xfrm xmlns:a="http://schemas.openxmlformats.org/drawingml/2006/main">
            <a:off x="1838145"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AD5FAFC2-F7B5-4A76-8EA7-73DC723E03FD}"/>
              </a:ext>
            </a:extLst>
          </p:cNvPr>
          <p:cNvSpPr>
            <a:spLocks xmlns:a="http://schemas.openxmlformats.org/drawingml/2006/main" noGrp="1"/>
          </p:cNvSpPr>
          <p:nvPr/>
        </p:nvSpPr>
        <p:spPr>
          <a:xfrm xmlns:a="http://schemas.openxmlformats.org/drawingml/2006/main">
            <a:off x="1903834"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C1DF3B5D-73BA-4D06-9DE3-72DEBE90E449}"/>
              </a:ext>
            </a:extLst>
          </p:cNvPr>
          <p:cNvSpPr>
            <a:spLocks xmlns:a="http://schemas.openxmlformats.org/drawingml/2006/main" noGrp="1"/>
          </p:cNvSpPr>
          <p:nvPr/>
        </p:nvSpPr>
        <p:spPr>
          <a:xfrm xmlns:a="http://schemas.openxmlformats.org/drawingml/2006/main">
            <a:off x="1969524"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E9793155-B39C-4CF3-B02F-045B2B22C94F}"/>
              </a:ext>
            </a:extLst>
          </p:cNvPr>
          <p:cNvSpPr>
            <a:spLocks xmlns:a="http://schemas.openxmlformats.org/drawingml/2006/main" noGrp="1"/>
          </p:cNvSpPr>
          <p:nvPr/>
        </p:nvSpPr>
        <p:spPr>
          <a:xfrm xmlns:a="http://schemas.openxmlformats.org/drawingml/2006/main">
            <a:off x="2035213"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FCDC3EB7-261C-4960-A9B4-EE7AEAC2AFB4}"/>
              </a:ext>
            </a:extLst>
          </p:cNvPr>
          <p:cNvSpPr>
            <a:spLocks xmlns:a="http://schemas.openxmlformats.org/drawingml/2006/main" noGrp="1"/>
          </p:cNvSpPr>
          <p:nvPr/>
        </p:nvSpPr>
        <p:spPr>
          <a:xfrm xmlns:a="http://schemas.openxmlformats.org/drawingml/2006/main">
            <a:off x="2297969"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06D5D47D-470E-4ACF-A33B-5D2D9ED27137}"/>
              </a:ext>
            </a:extLst>
          </p:cNvPr>
          <p:cNvSpPr>
            <a:spLocks xmlns:a="http://schemas.openxmlformats.org/drawingml/2006/main" noGrp="1"/>
          </p:cNvSpPr>
          <p:nvPr/>
        </p:nvSpPr>
        <p:spPr>
          <a:xfrm xmlns:a="http://schemas.openxmlformats.org/drawingml/2006/main">
            <a:off x="2429347"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AF2E99EF-E9DE-41C1-AD41-066A69C1B7A7}"/>
              </a:ext>
            </a:extLst>
          </p:cNvPr>
          <p:cNvSpPr>
            <a:spLocks xmlns:a="http://schemas.openxmlformats.org/drawingml/2006/main" noGrp="1"/>
          </p:cNvSpPr>
          <p:nvPr/>
        </p:nvSpPr>
        <p:spPr>
          <a:xfrm xmlns:a="http://schemas.openxmlformats.org/drawingml/2006/main">
            <a:off x="2495036"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41955E3A-F91C-416A-8187-CC7A0F308796}"/>
              </a:ext>
            </a:extLst>
          </p:cNvPr>
          <p:cNvSpPr>
            <a:spLocks xmlns:a="http://schemas.openxmlformats.org/drawingml/2006/main" noGrp="1"/>
          </p:cNvSpPr>
          <p:nvPr/>
        </p:nvSpPr>
        <p:spPr>
          <a:xfrm xmlns:a="http://schemas.openxmlformats.org/drawingml/2006/main">
            <a:off x="2560725"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43430FAF-8804-43C9-A608-D06791171D12}"/>
              </a:ext>
            </a:extLst>
          </p:cNvPr>
          <p:cNvSpPr>
            <a:spLocks xmlns:a="http://schemas.openxmlformats.org/drawingml/2006/main" noGrp="1"/>
          </p:cNvSpPr>
          <p:nvPr/>
        </p:nvSpPr>
        <p:spPr>
          <a:xfrm xmlns:a="http://schemas.openxmlformats.org/drawingml/2006/main">
            <a:off x="2626414"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997C1EE6-71D4-4C93-A4DD-27D8B56FBA57}"/>
              </a:ext>
            </a:extLst>
          </p:cNvPr>
          <p:cNvSpPr>
            <a:spLocks xmlns:a="http://schemas.openxmlformats.org/drawingml/2006/main" noGrp="1"/>
          </p:cNvSpPr>
          <p:nvPr/>
        </p:nvSpPr>
        <p:spPr>
          <a:xfrm xmlns:a="http://schemas.openxmlformats.org/drawingml/2006/main">
            <a:off x="2692103"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B9DB0A95-AEA4-4617-9B5F-6145D682459A}"/>
              </a:ext>
            </a:extLst>
          </p:cNvPr>
          <p:cNvSpPr>
            <a:spLocks xmlns:a="http://schemas.openxmlformats.org/drawingml/2006/main" noGrp="1"/>
          </p:cNvSpPr>
          <p:nvPr/>
        </p:nvSpPr>
        <p:spPr>
          <a:xfrm xmlns:a="http://schemas.openxmlformats.org/drawingml/2006/main">
            <a:off x="2757792"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0CBE681F-620B-4866-BACB-292FAC20B250}"/>
              </a:ext>
            </a:extLst>
          </p:cNvPr>
          <p:cNvSpPr>
            <a:spLocks xmlns:a="http://schemas.openxmlformats.org/drawingml/2006/main" noGrp="1"/>
          </p:cNvSpPr>
          <p:nvPr/>
        </p:nvSpPr>
        <p:spPr>
          <a:xfrm xmlns:a="http://schemas.openxmlformats.org/drawingml/2006/main">
            <a:off x="2823481"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C276000D-67DF-4F23-84EB-75D03EC2B09B}"/>
              </a:ext>
            </a:extLst>
          </p:cNvPr>
          <p:cNvSpPr>
            <a:spLocks xmlns:a="http://schemas.openxmlformats.org/drawingml/2006/main" noGrp="1"/>
          </p:cNvSpPr>
          <p:nvPr/>
        </p:nvSpPr>
        <p:spPr>
          <a:xfrm xmlns:a="http://schemas.openxmlformats.org/drawingml/2006/main">
            <a:off x="2889170"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65D41825-D00C-4794-AB1F-5F19C24B96B3}"/>
              </a:ext>
            </a:extLst>
          </p:cNvPr>
          <p:cNvSpPr>
            <a:spLocks xmlns:a="http://schemas.openxmlformats.org/drawingml/2006/main" noGrp="1"/>
          </p:cNvSpPr>
          <p:nvPr/>
        </p:nvSpPr>
        <p:spPr>
          <a:xfrm xmlns:a="http://schemas.openxmlformats.org/drawingml/2006/main">
            <a:off x="2954859"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631BDC7C-C6A5-4F08-9473-178AED14BD4F}"/>
              </a:ext>
            </a:extLst>
          </p:cNvPr>
          <p:cNvSpPr>
            <a:spLocks xmlns:a="http://schemas.openxmlformats.org/drawingml/2006/main" noGrp="1"/>
          </p:cNvSpPr>
          <p:nvPr/>
        </p:nvSpPr>
        <p:spPr>
          <a:xfrm xmlns:a="http://schemas.openxmlformats.org/drawingml/2006/main">
            <a:off x="1246944"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F208798E-B18F-464C-80C4-EC060CECB30C}"/>
              </a:ext>
            </a:extLst>
          </p:cNvPr>
          <p:cNvSpPr>
            <a:spLocks xmlns:a="http://schemas.openxmlformats.org/drawingml/2006/main" noGrp="1"/>
          </p:cNvSpPr>
          <p:nvPr/>
        </p:nvSpPr>
        <p:spPr>
          <a:xfrm xmlns:a="http://schemas.openxmlformats.org/drawingml/2006/main">
            <a:off x="1312633"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199510EB-C145-4293-9CFD-292569DF792F}"/>
              </a:ext>
            </a:extLst>
          </p:cNvPr>
          <p:cNvSpPr>
            <a:spLocks xmlns:a="http://schemas.openxmlformats.org/drawingml/2006/main" noGrp="1"/>
          </p:cNvSpPr>
          <p:nvPr/>
        </p:nvSpPr>
        <p:spPr>
          <a:xfrm xmlns:a="http://schemas.openxmlformats.org/drawingml/2006/main">
            <a:off x="1378322"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1D1E2B89-F98B-49BA-ACC8-2FED19A754AC}"/>
              </a:ext>
            </a:extLst>
          </p:cNvPr>
          <p:cNvSpPr>
            <a:spLocks xmlns:a="http://schemas.openxmlformats.org/drawingml/2006/main" noGrp="1"/>
          </p:cNvSpPr>
          <p:nvPr/>
        </p:nvSpPr>
        <p:spPr>
          <a:xfrm xmlns:a="http://schemas.openxmlformats.org/drawingml/2006/main">
            <a:off x="1575389"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B585B5AB-CEA9-403E-A5FB-05F410AF4D6B}"/>
              </a:ext>
            </a:extLst>
          </p:cNvPr>
          <p:cNvSpPr>
            <a:spLocks xmlns:a="http://schemas.openxmlformats.org/drawingml/2006/main" noGrp="1"/>
          </p:cNvSpPr>
          <p:nvPr/>
        </p:nvSpPr>
        <p:spPr>
          <a:xfrm xmlns:a="http://schemas.openxmlformats.org/drawingml/2006/main">
            <a:off x="1641078"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5106A56A-067F-4F65-8566-B0DF2AB46AD2}"/>
              </a:ext>
            </a:extLst>
          </p:cNvPr>
          <p:cNvSpPr>
            <a:spLocks xmlns:a="http://schemas.openxmlformats.org/drawingml/2006/main" noGrp="1"/>
          </p:cNvSpPr>
          <p:nvPr/>
        </p:nvSpPr>
        <p:spPr>
          <a:xfrm xmlns:a="http://schemas.openxmlformats.org/drawingml/2006/main">
            <a:off x="1706767"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4E33D229-4CA9-4E6E-8125-592A4C77E280}"/>
              </a:ext>
            </a:extLst>
          </p:cNvPr>
          <p:cNvSpPr>
            <a:spLocks xmlns:a="http://schemas.openxmlformats.org/drawingml/2006/main" noGrp="1"/>
          </p:cNvSpPr>
          <p:nvPr/>
        </p:nvSpPr>
        <p:spPr>
          <a:xfrm xmlns:a="http://schemas.openxmlformats.org/drawingml/2006/main">
            <a:off x="1772456"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82D75468-2B31-4146-9AC5-31FB6652B155}"/>
              </a:ext>
            </a:extLst>
          </p:cNvPr>
          <p:cNvSpPr>
            <a:spLocks xmlns:a="http://schemas.openxmlformats.org/drawingml/2006/main" noGrp="1"/>
          </p:cNvSpPr>
          <p:nvPr/>
        </p:nvSpPr>
        <p:spPr>
          <a:xfrm xmlns:a="http://schemas.openxmlformats.org/drawingml/2006/main">
            <a:off x="1838145"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E8126EEB-A9A7-429E-AACE-AA118E39FB05}"/>
              </a:ext>
            </a:extLst>
          </p:cNvPr>
          <p:cNvSpPr>
            <a:spLocks xmlns:a="http://schemas.openxmlformats.org/drawingml/2006/main" noGrp="1"/>
          </p:cNvSpPr>
          <p:nvPr/>
        </p:nvSpPr>
        <p:spPr>
          <a:xfrm xmlns:a="http://schemas.openxmlformats.org/drawingml/2006/main">
            <a:off x="1903834"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162527BC-A405-4912-8A43-BD16074BE874}"/>
              </a:ext>
            </a:extLst>
          </p:cNvPr>
          <p:cNvSpPr>
            <a:spLocks xmlns:a="http://schemas.openxmlformats.org/drawingml/2006/main" noGrp="1"/>
          </p:cNvSpPr>
          <p:nvPr/>
        </p:nvSpPr>
        <p:spPr>
          <a:xfrm xmlns:a="http://schemas.openxmlformats.org/drawingml/2006/main">
            <a:off x="1969524"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83CB5DCE-00EE-492A-B31C-D4E025FB0986}"/>
              </a:ext>
            </a:extLst>
          </p:cNvPr>
          <p:cNvSpPr>
            <a:spLocks xmlns:a="http://schemas.openxmlformats.org/drawingml/2006/main" noGrp="1"/>
          </p:cNvSpPr>
          <p:nvPr/>
        </p:nvSpPr>
        <p:spPr>
          <a:xfrm xmlns:a="http://schemas.openxmlformats.org/drawingml/2006/main">
            <a:off x="2166591"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D47ABCE9-DE39-4448-B302-CE11C454C5ED}"/>
              </a:ext>
            </a:extLst>
          </p:cNvPr>
          <p:cNvSpPr>
            <a:spLocks xmlns:a="http://schemas.openxmlformats.org/drawingml/2006/main" noGrp="1"/>
          </p:cNvSpPr>
          <p:nvPr/>
        </p:nvSpPr>
        <p:spPr>
          <a:xfrm xmlns:a="http://schemas.openxmlformats.org/drawingml/2006/main">
            <a:off x="2232280"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4A5DB0BC-62C8-4B47-8793-9F49B2EBC077}"/>
              </a:ext>
            </a:extLst>
          </p:cNvPr>
          <p:cNvSpPr>
            <a:spLocks xmlns:a="http://schemas.openxmlformats.org/drawingml/2006/main" noGrp="1"/>
          </p:cNvSpPr>
          <p:nvPr/>
        </p:nvSpPr>
        <p:spPr>
          <a:xfrm xmlns:a="http://schemas.openxmlformats.org/drawingml/2006/main">
            <a:off x="2363658"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7C982673-8993-495B-B5A4-690D584F996C}"/>
              </a:ext>
            </a:extLst>
          </p:cNvPr>
          <p:cNvSpPr>
            <a:spLocks xmlns:a="http://schemas.openxmlformats.org/drawingml/2006/main" noGrp="1"/>
          </p:cNvSpPr>
          <p:nvPr/>
        </p:nvSpPr>
        <p:spPr>
          <a:xfrm xmlns:a="http://schemas.openxmlformats.org/drawingml/2006/main">
            <a:off x="2429347"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A32BA976-3F18-4B10-9B30-6B17410CE462}"/>
              </a:ext>
            </a:extLst>
          </p:cNvPr>
          <p:cNvSpPr>
            <a:spLocks xmlns:a="http://schemas.openxmlformats.org/drawingml/2006/main" noGrp="1"/>
          </p:cNvSpPr>
          <p:nvPr/>
        </p:nvSpPr>
        <p:spPr>
          <a:xfrm xmlns:a="http://schemas.openxmlformats.org/drawingml/2006/main">
            <a:off x="2495036"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4ACA047A-6801-4841-95D7-436A44993A9E}"/>
              </a:ext>
            </a:extLst>
          </p:cNvPr>
          <p:cNvSpPr>
            <a:spLocks xmlns:a="http://schemas.openxmlformats.org/drawingml/2006/main" noGrp="1"/>
          </p:cNvSpPr>
          <p:nvPr/>
        </p:nvSpPr>
        <p:spPr>
          <a:xfrm xmlns:a="http://schemas.openxmlformats.org/drawingml/2006/main">
            <a:off x="2560725"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82B9B3C9-823B-4183-BD20-4AE87C69D45D}"/>
              </a:ext>
            </a:extLst>
          </p:cNvPr>
          <p:cNvSpPr>
            <a:spLocks xmlns:a="http://schemas.openxmlformats.org/drawingml/2006/main" noGrp="1"/>
          </p:cNvSpPr>
          <p:nvPr/>
        </p:nvSpPr>
        <p:spPr>
          <a:xfrm xmlns:a="http://schemas.openxmlformats.org/drawingml/2006/main">
            <a:off x="2626414"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383C357E-A559-477C-9BB4-84C9037F1261}"/>
              </a:ext>
            </a:extLst>
          </p:cNvPr>
          <p:cNvSpPr>
            <a:spLocks xmlns:a="http://schemas.openxmlformats.org/drawingml/2006/main" noGrp="1"/>
          </p:cNvSpPr>
          <p:nvPr/>
        </p:nvSpPr>
        <p:spPr>
          <a:xfrm xmlns:a="http://schemas.openxmlformats.org/drawingml/2006/main">
            <a:off x="2692103"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11338EE6-8738-4E6E-B553-7FC5AA6DFE50}"/>
              </a:ext>
            </a:extLst>
          </p:cNvPr>
          <p:cNvSpPr>
            <a:spLocks xmlns:a="http://schemas.openxmlformats.org/drawingml/2006/main" noGrp="1"/>
          </p:cNvSpPr>
          <p:nvPr/>
        </p:nvSpPr>
        <p:spPr>
          <a:xfrm xmlns:a="http://schemas.openxmlformats.org/drawingml/2006/main">
            <a:off x="2757792"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39A1B2C0-7BEF-4F5A-A264-04D5E6B37BDF}"/>
              </a:ext>
            </a:extLst>
          </p:cNvPr>
          <p:cNvSpPr>
            <a:spLocks xmlns:a="http://schemas.openxmlformats.org/drawingml/2006/main" noGrp="1"/>
          </p:cNvSpPr>
          <p:nvPr/>
        </p:nvSpPr>
        <p:spPr>
          <a:xfrm xmlns:a="http://schemas.openxmlformats.org/drawingml/2006/main">
            <a:off x="2823481"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98AA7640-0F35-49E2-A79C-30D3B781E962}"/>
              </a:ext>
            </a:extLst>
          </p:cNvPr>
          <p:cNvSpPr>
            <a:spLocks xmlns:a="http://schemas.openxmlformats.org/drawingml/2006/main" noGrp="1"/>
          </p:cNvSpPr>
          <p:nvPr/>
        </p:nvSpPr>
        <p:spPr>
          <a:xfrm xmlns:a="http://schemas.openxmlformats.org/drawingml/2006/main">
            <a:off x="2889170"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3C549D47-C5C6-485B-9DEC-505C90DD1E07}"/>
              </a:ext>
            </a:extLst>
          </p:cNvPr>
          <p:cNvSpPr>
            <a:spLocks xmlns:a="http://schemas.openxmlformats.org/drawingml/2006/main" noGrp="1"/>
          </p:cNvSpPr>
          <p:nvPr/>
        </p:nvSpPr>
        <p:spPr>
          <a:xfrm xmlns:a="http://schemas.openxmlformats.org/drawingml/2006/main">
            <a:off x="2954859"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1C3DBB6E-DA30-4FA8-BF7E-A68AE87BB55F}"/>
              </a:ext>
            </a:extLst>
          </p:cNvPr>
          <p:cNvSpPr>
            <a:spLocks xmlns:a="http://schemas.openxmlformats.org/drawingml/2006/main" noGrp="1"/>
          </p:cNvSpPr>
          <p:nvPr/>
        </p:nvSpPr>
        <p:spPr>
          <a:xfrm xmlns:a="http://schemas.openxmlformats.org/drawingml/2006/main">
            <a:off x="3020548"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83F60BC9-B3E0-40B7-BB2B-60435B32833E}"/>
              </a:ext>
            </a:extLst>
          </p:cNvPr>
          <p:cNvSpPr>
            <a:spLocks xmlns:a="http://schemas.openxmlformats.org/drawingml/2006/main" noGrp="1"/>
          </p:cNvSpPr>
          <p:nvPr/>
        </p:nvSpPr>
        <p:spPr>
          <a:xfrm xmlns:a="http://schemas.openxmlformats.org/drawingml/2006/main">
            <a:off x="1246944"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3BB7FBA3-899A-45D9-B491-54782FD03BF2}"/>
              </a:ext>
            </a:extLst>
          </p:cNvPr>
          <p:cNvSpPr>
            <a:spLocks xmlns:a="http://schemas.openxmlformats.org/drawingml/2006/main" noGrp="1"/>
          </p:cNvSpPr>
          <p:nvPr/>
        </p:nvSpPr>
        <p:spPr>
          <a:xfrm xmlns:a="http://schemas.openxmlformats.org/drawingml/2006/main">
            <a:off x="1312633"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AAA722B0-7DE4-4F9A-BCFE-4C036BA90791}"/>
              </a:ext>
            </a:extLst>
          </p:cNvPr>
          <p:cNvSpPr>
            <a:spLocks xmlns:a="http://schemas.openxmlformats.org/drawingml/2006/main" noGrp="1"/>
          </p:cNvSpPr>
          <p:nvPr/>
        </p:nvSpPr>
        <p:spPr>
          <a:xfrm xmlns:a="http://schemas.openxmlformats.org/drawingml/2006/main">
            <a:off x="1378322"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E5ACE8DC-E8CF-4C78-92EC-E9A8E10D07E3}"/>
              </a:ext>
            </a:extLst>
          </p:cNvPr>
          <p:cNvSpPr>
            <a:spLocks xmlns:a="http://schemas.openxmlformats.org/drawingml/2006/main" noGrp="1"/>
          </p:cNvSpPr>
          <p:nvPr/>
        </p:nvSpPr>
        <p:spPr>
          <a:xfrm xmlns:a="http://schemas.openxmlformats.org/drawingml/2006/main">
            <a:off x="1706767"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F10479DB-15CD-4C5B-A0CC-CCBF0E974A7D}"/>
              </a:ext>
            </a:extLst>
          </p:cNvPr>
          <p:cNvSpPr>
            <a:spLocks xmlns:a="http://schemas.openxmlformats.org/drawingml/2006/main" noGrp="1"/>
          </p:cNvSpPr>
          <p:nvPr/>
        </p:nvSpPr>
        <p:spPr>
          <a:xfrm xmlns:a="http://schemas.openxmlformats.org/drawingml/2006/main">
            <a:off x="1838145"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EEDF88C5-6787-4EFA-9497-3D9B3C95CF1F}"/>
              </a:ext>
            </a:extLst>
          </p:cNvPr>
          <p:cNvSpPr>
            <a:spLocks xmlns:a="http://schemas.openxmlformats.org/drawingml/2006/main" noGrp="1"/>
          </p:cNvSpPr>
          <p:nvPr/>
        </p:nvSpPr>
        <p:spPr>
          <a:xfrm xmlns:a="http://schemas.openxmlformats.org/drawingml/2006/main">
            <a:off x="1903834"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CFDC241E-2D02-469C-A8C3-C53FCC6002C7}"/>
              </a:ext>
            </a:extLst>
          </p:cNvPr>
          <p:cNvSpPr>
            <a:spLocks xmlns:a="http://schemas.openxmlformats.org/drawingml/2006/main" noGrp="1"/>
          </p:cNvSpPr>
          <p:nvPr/>
        </p:nvSpPr>
        <p:spPr>
          <a:xfrm xmlns:a="http://schemas.openxmlformats.org/drawingml/2006/main">
            <a:off x="2297969"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655BE336-5D19-4816-838B-E202D64E2754}"/>
              </a:ext>
            </a:extLst>
          </p:cNvPr>
          <p:cNvSpPr>
            <a:spLocks xmlns:a="http://schemas.openxmlformats.org/drawingml/2006/main" noGrp="1"/>
          </p:cNvSpPr>
          <p:nvPr/>
        </p:nvSpPr>
        <p:spPr>
          <a:xfrm xmlns:a="http://schemas.openxmlformats.org/drawingml/2006/main">
            <a:off x="2363658"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1E9D7BD0-AEAC-4485-9DEE-06C3B68E026A}"/>
              </a:ext>
            </a:extLst>
          </p:cNvPr>
          <p:cNvSpPr>
            <a:spLocks xmlns:a="http://schemas.openxmlformats.org/drawingml/2006/main" noGrp="1"/>
          </p:cNvSpPr>
          <p:nvPr/>
        </p:nvSpPr>
        <p:spPr>
          <a:xfrm xmlns:a="http://schemas.openxmlformats.org/drawingml/2006/main">
            <a:off x="2429347"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9C03DAF8-DB3F-4B13-BB76-C33512317416}"/>
              </a:ext>
            </a:extLst>
          </p:cNvPr>
          <p:cNvSpPr>
            <a:spLocks xmlns:a="http://schemas.openxmlformats.org/drawingml/2006/main" noGrp="1"/>
          </p:cNvSpPr>
          <p:nvPr/>
        </p:nvSpPr>
        <p:spPr>
          <a:xfrm xmlns:a="http://schemas.openxmlformats.org/drawingml/2006/main">
            <a:off x="2495036"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94425335-0389-4E12-9876-2088CEE0910A}"/>
              </a:ext>
            </a:extLst>
          </p:cNvPr>
          <p:cNvSpPr>
            <a:spLocks xmlns:a="http://schemas.openxmlformats.org/drawingml/2006/main" noGrp="1"/>
          </p:cNvSpPr>
          <p:nvPr/>
        </p:nvSpPr>
        <p:spPr>
          <a:xfrm xmlns:a="http://schemas.openxmlformats.org/drawingml/2006/main">
            <a:off x="2560725"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63415F89-F0BE-40F3-A99D-246227E527A2}"/>
              </a:ext>
            </a:extLst>
          </p:cNvPr>
          <p:cNvSpPr>
            <a:spLocks xmlns:a="http://schemas.openxmlformats.org/drawingml/2006/main" noGrp="1"/>
          </p:cNvSpPr>
          <p:nvPr/>
        </p:nvSpPr>
        <p:spPr>
          <a:xfrm xmlns:a="http://schemas.openxmlformats.org/drawingml/2006/main">
            <a:off x="2626414"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C3430C7F-2CAD-4375-A8B4-43BCEF4E5065}"/>
              </a:ext>
            </a:extLst>
          </p:cNvPr>
          <p:cNvSpPr>
            <a:spLocks xmlns:a="http://schemas.openxmlformats.org/drawingml/2006/main" noGrp="1"/>
          </p:cNvSpPr>
          <p:nvPr/>
        </p:nvSpPr>
        <p:spPr>
          <a:xfrm xmlns:a="http://schemas.openxmlformats.org/drawingml/2006/main">
            <a:off x="2692103"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DBD4BC63-377F-46E9-AB48-B4B401292A6A}"/>
              </a:ext>
            </a:extLst>
          </p:cNvPr>
          <p:cNvSpPr>
            <a:spLocks xmlns:a="http://schemas.openxmlformats.org/drawingml/2006/main" noGrp="1"/>
          </p:cNvSpPr>
          <p:nvPr/>
        </p:nvSpPr>
        <p:spPr>
          <a:xfrm xmlns:a="http://schemas.openxmlformats.org/drawingml/2006/main">
            <a:off x="2757792"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2A6B9124-15EE-4062-A5E4-83DC99B1103D}"/>
              </a:ext>
            </a:extLst>
          </p:cNvPr>
          <p:cNvSpPr>
            <a:spLocks xmlns:a="http://schemas.openxmlformats.org/drawingml/2006/main" noGrp="1"/>
          </p:cNvSpPr>
          <p:nvPr/>
        </p:nvSpPr>
        <p:spPr>
          <a:xfrm xmlns:a="http://schemas.openxmlformats.org/drawingml/2006/main">
            <a:off x="2823481"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1268E2E1-E10F-4BE2-9607-81627B8BB2FA}"/>
              </a:ext>
            </a:extLst>
          </p:cNvPr>
          <p:cNvSpPr>
            <a:spLocks xmlns:a="http://schemas.openxmlformats.org/drawingml/2006/main" noGrp="1"/>
          </p:cNvSpPr>
          <p:nvPr/>
        </p:nvSpPr>
        <p:spPr>
          <a:xfrm xmlns:a="http://schemas.openxmlformats.org/drawingml/2006/main">
            <a:off x="2889170"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FA4EB315-4782-43FB-A11D-183C425EE7AD}"/>
              </a:ext>
            </a:extLst>
          </p:cNvPr>
          <p:cNvSpPr>
            <a:spLocks xmlns:a="http://schemas.openxmlformats.org/drawingml/2006/main" noGrp="1"/>
          </p:cNvSpPr>
          <p:nvPr/>
        </p:nvSpPr>
        <p:spPr>
          <a:xfrm xmlns:a="http://schemas.openxmlformats.org/drawingml/2006/main">
            <a:off x="2954859"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0BDCD60E-D6BD-4E88-9245-E22EC86D19CB}"/>
              </a:ext>
            </a:extLst>
          </p:cNvPr>
          <p:cNvSpPr>
            <a:spLocks xmlns:a="http://schemas.openxmlformats.org/drawingml/2006/main" noGrp="1"/>
          </p:cNvSpPr>
          <p:nvPr/>
        </p:nvSpPr>
        <p:spPr>
          <a:xfrm xmlns:a="http://schemas.openxmlformats.org/drawingml/2006/main">
            <a:off x="3020548"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994A2F3A-1C1D-46A4-A0A5-A48160346D16}"/>
              </a:ext>
            </a:extLst>
          </p:cNvPr>
          <p:cNvSpPr>
            <a:spLocks xmlns:a="http://schemas.openxmlformats.org/drawingml/2006/main" noGrp="1"/>
          </p:cNvSpPr>
          <p:nvPr/>
        </p:nvSpPr>
        <p:spPr>
          <a:xfrm xmlns:a="http://schemas.openxmlformats.org/drawingml/2006/main">
            <a:off x="3086237"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4C10167D-362F-44D9-ACA4-B66EB173C379}"/>
              </a:ext>
            </a:extLst>
          </p:cNvPr>
          <p:cNvSpPr>
            <a:spLocks xmlns:a="http://schemas.openxmlformats.org/drawingml/2006/main" noGrp="1"/>
          </p:cNvSpPr>
          <p:nvPr/>
        </p:nvSpPr>
        <p:spPr>
          <a:xfrm xmlns:a="http://schemas.openxmlformats.org/drawingml/2006/main">
            <a:off x="3151926"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2E1F5FFE-C464-4424-B8CC-5981223A76DF}"/>
              </a:ext>
            </a:extLst>
          </p:cNvPr>
          <p:cNvSpPr>
            <a:spLocks xmlns:a="http://schemas.openxmlformats.org/drawingml/2006/main" noGrp="1"/>
          </p:cNvSpPr>
          <p:nvPr/>
        </p:nvSpPr>
        <p:spPr>
          <a:xfrm xmlns:a="http://schemas.openxmlformats.org/drawingml/2006/main">
            <a:off x="1246944"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3CF56D3A-8214-4E1A-8707-AC372AA93A1A}"/>
              </a:ext>
            </a:extLst>
          </p:cNvPr>
          <p:cNvSpPr>
            <a:spLocks xmlns:a="http://schemas.openxmlformats.org/drawingml/2006/main" noGrp="1"/>
          </p:cNvSpPr>
          <p:nvPr/>
        </p:nvSpPr>
        <p:spPr>
          <a:xfrm xmlns:a="http://schemas.openxmlformats.org/drawingml/2006/main">
            <a:off x="1312633"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DD588253-8B21-4672-99D0-72197CACC913}"/>
              </a:ext>
            </a:extLst>
          </p:cNvPr>
          <p:cNvSpPr>
            <a:spLocks xmlns:a="http://schemas.openxmlformats.org/drawingml/2006/main" noGrp="1"/>
          </p:cNvSpPr>
          <p:nvPr/>
        </p:nvSpPr>
        <p:spPr>
          <a:xfrm xmlns:a="http://schemas.openxmlformats.org/drawingml/2006/main">
            <a:off x="1378322"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45E1117A-6872-4DD9-9F5C-BCE2E7409DD9}"/>
              </a:ext>
            </a:extLst>
          </p:cNvPr>
          <p:cNvSpPr>
            <a:spLocks xmlns:a="http://schemas.openxmlformats.org/drawingml/2006/main" noGrp="1"/>
          </p:cNvSpPr>
          <p:nvPr/>
        </p:nvSpPr>
        <p:spPr>
          <a:xfrm xmlns:a="http://schemas.openxmlformats.org/drawingml/2006/main">
            <a:off x="1509700"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3AB8C47B-C1FC-452F-B0A2-C58F08F68F50}"/>
              </a:ext>
            </a:extLst>
          </p:cNvPr>
          <p:cNvSpPr>
            <a:spLocks xmlns:a="http://schemas.openxmlformats.org/drawingml/2006/main" noGrp="1"/>
          </p:cNvSpPr>
          <p:nvPr/>
        </p:nvSpPr>
        <p:spPr>
          <a:xfrm xmlns:a="http://schemas.openxmlformats.org/drawingml/2006/main">
            <a:off x="1641078"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FE01F1F4-6736-4803-B6C3-3C69E4699F2A}"/>
              </a:ext>
            </a:extLst>
          </p:cNvPr>
          <p:cNvSpPr>
            <a:spLocks xmlns:a="http://schemas.openxmlformats.org/drawingml/2006/main" noGrp="1"/>
          </p:cNvSpPr>
          <p:nvPr/>
        </p:nvSpPr>
        <p:spPr>
          <a:xfrm xmlns:a="http://schemas.openxmlformats.org/drawingml/2006/main">
            <a:off x="2166591"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773BC836-DD01-482A-8215-376FBFBA6202}"/>
              </a:ext>
            </a:extLst>
          </p:cNvPr>
          <p:cNvSpPr>
            <a:spLocks xmlns:a="http://schemas.openxmlformats.org/drawingml/2006/main" noGrp="1"/>
          </p:cNvSpPr>
          <p:nvPr/>
        </p:nvSpPr>
        <p:spPr>
          <a:xfrm xmlns:a="http://schemas.openxmlformats.org/drawingml/2006/main">
            <a:off x="2232280"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564E9ED7-6BF8-4065-97FA-CCFAFB4EC50B}"/>
              </a:ext>
            </a:extLst>
          </p:cNvPr>
          <p:cNvSpPr>
            <a:spLocks xmlns:a="http://schemas.openxmlformats.org/drawingml/2006/main" noGrp="1"/>
          </p:cNvSpPr>
          <p:nvPr/>
        </p:nvSpPr>
        <p:spPr>
          <a:xfrm xmlns:a="http://schemas.openxmlformats.org/drawingml/2006/main">
            <a:off x="2297969"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F2271426-973E-41ED-9FF6-C8D88D7798E2}"/>
              </a:ext>
            </a:extLst>
          </p:cNvPr>
          <p:cNvSpPr>
            <a:spLocks xmlns:a="http://schemas.openxmlformats.org/drawingml/2006/main" noGrp="1"/>
          </p:cNvSpPr>
          <p:nvPr/>
        </p:nvSpPr>
        <p:spPr>
          <a:xfrm xmlns:a="http://schemas.openxmlformats.org/drawingml/2006/main">
            <a:off x="2363658"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450C18BD-3E7C-466A-828E-538E40E43632}"/>
              </a:ext>
            </a:extLst>
          </p:cNvPr>
          <p:cNvSpPr>
            <a:spLocks xmlns:a="http://schemas.openxmlformats.org/drawingml/2006/main" noGrp="1"/>
          </p:cNvSpPr>
          <p:nvPr/>
        </p:nvSpPr>
        <p:spPr>
          <a:xfrm xmlns:a="http://schemas.openxmlformats.org/drawingml/2006/main">
            <a:off x="2429347"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AF4106BD-C40E-4FEA-8F2D-3C8E7B5ACF19}"/>
              </a:ext>
            </a:extLst>
          </p:cNvPr>
          <p:cNvSpPr>
            <a:spLocks xmlns:a="http://schemas.openxmlformats.org/drawingml/2006/main" noGrp="1"/>
          </p:cNvSpPr>
          <p:nvPr/>
        </p:nvSpPr>
        <p:spPr>
          <a:xfrm xmlns:a="http://schemas.openxmlformats.org/drawingml/2006/main">
            <a:off x="2495036"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299678BA-C130-4E91-BD72-FCB3B9525E57}"/>
              </a:ext>
            </a:extLst>
          </p:cNvPr>
          <p:cNvSpPr>
            <a:spLocks xmlns:a="http://schemas.openxmlformats.org/drawingml/2006/main" noGrp="1"/>
          </p:cNvSpPr>
          <p:nvPr/>
        </p:nvSpPr>
        <p:spPr>
          <a:xfrm xmlns:a="http://schemas.openxmlformats.org/drawingml/2006/main">
            <a:off x="2560725"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0304D93F-2C96-4F6B-BBEC-8468CCECA035}"/>
              </a:ext>
            </a:extLst>
          </p:cNvPr>
          <p:cNvSpPr>
            <a:spLocks xmlns:a="http://schemas.openxmlformats.org/drawingml/2006/main" noGrp="1"/>
          </p:cNvSpPr>
          <p:nvPr/>
        </p:nvSpPr>
        <p:spPr>
          <a:xfrm xmlns:a="http://schemas.openxmlformats.org/drawingml/2006/main">
            <a:off x="2626414"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C345E214-5E52-41B1-8B99-4E6DF75BC0C2}"/>
              </a:ext>
            </a:extLst>
          </p:cNvPr>
          <p:cNvSpPr>
            <a:spLocks xmlns:a="http://schemas.openxmlformats.org/drawingml/2006/main" noGrp="1"/>
          </p:cNvSpPr>
          <p:nvPr/>
        </p:nvSpPr>
        <p:spPr>
          <a:xfrm xmlns:a="http://schemas.openxmlformats.org/drawingml/2006/main">
            <a:off x="2692103"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9D6C345C-6504-45DB-BDE7-C975200FC216}"/>
              </a:ext>
            </a:extLst>
          </p:cNvPr>
          <p:cNvSpPr>
            <a:spLocks xmlns:a="http://schemas.openxmlformats.org/drawingml/2006/main" noGrp="1"/>
          </p:cNvSpPr>
          <p:nvPr/>
        </p:nvSpPr>
        <p:spPr>
          <a:xfrm xmlns:a="http://schemas.openxmlformats.org/drawingml/2006/main">
            <a:off x="2757792"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286ECD28-0CE3-4985-B80F-6B2FDD2D441D}"/>
              </a:ext>
            </a:extLst>
          </p:cNvPr>
          <p:cNvSpPr>
            <a:spLocks xmlns:a="http://schemas.openxmlformats.org/drawingml/2006/main" noGrp="1"/>
          </p:cNvSpPr>
          <p:nvPr/>
        </p:nvSpPr>
        <p:spPr>
          <a:xfrm xmlns:a="http://schemas.openxmlformats.org/drawingml/2006/main">
            <a:off x="2823481"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F3156FDA-AF58-41AF-92A3-01C2EBEBA601}"/>
              </a:ext>
            </a:extLst>
          </p:cNvPr>
          <p:cNvSpPr>
            <a:spLocks xmlns:a="http://schemas.openxmlformats.org/drawingml/2006/main" noGrp="1"/>
          </p:cNvSpPr>
          <p:nvPr/>
        </p:nvSpPr>
        <p:spPr>
          <a:xfrm xmlns:a="http://schemas.openxmlformats.org/drawingml/2006/main">
            <a:off x="2889170"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046E7FC7-1637-4FD2-9B0C-3ED37C341BA0}"/>
              </a:ext>
            </a:extLst>
          </p:cNvPr>
          <p:cNvSpPr>
            <a:spLocks xmlns:a="http://schemas.openxmlformats.org/drawingml/2006/main" noGrp="1"/>
          </p:cNvSpPr>
          <p:nvPr/>
        </p:nvSpPr>
        <p:spPr>
          <a:xfrm xmlns:a="http://schemas.openxmlformats.org/drawingml/2006/main">
            <a:off x="2954859"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0EE6D1C5-0868-442E-8856-19322DFD5D9C}"/>
              </a:ext>
            </a:extLst>
          </p:cNvPr>
          <p:cNvSpPr>
            <a:spLocks xmlns:a="http://schemas.openxmlformats.org/drawingml/2006/main" noGrp="1"/>
          </p:cNvSpPr>
          <p:nvPr/>
        </p:nvSpPr>
        <p:spPr>
          <a:xfrm xmlns:a="http://schemas.openxmlformats.org/drawingml/2006/main">
            <a:off x="3020548"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81FAEA8F-9733-462C-BA89-D757F3FD39BE}"/>
              </a:ext>
            </a:extLst>
          </p:cNvPr>
          <p:cNvSpPr>
            <a:spLocks xmlns:a="http://schemas.openxmlformats.org/drawingml/2006/main" noGrp="1"/>
          </p:cNvSpPr>
          <p:nvPr/>
        </p:nvSpPr>
        <p:spPr>
          <a:xfrm xmlns:a="http://schemas.openxmlformats.org/drawingml/2006/main">
            <a:off x="3086237"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B6C37EF7-CDCB-451D-8408-D35779B696DA}"/>
              </a:ext>
            </a:extLst>
          </p:cNvPr>
          <p:cNvSpPr>
            <a:spLocks xmlns:a="http://schemas.openxmlformats.org/drawingml/2006/main" noGrp="1"/>
          </p:cNvSpPr>
          <p:nvPr/>
        </p:nvSpPr>
        <p:spPr>
          <a:xfrm xmlns:a="http://schemas.openxmlformats.org/drawingml/2006/main">
            <a:off x="3151926"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E9B6C7BD-FAF3-48F2-B0A6-EDA7D67CBCA9}"/>
              </a:ext>
            </a:extLst>
          </p:cNvPr>
          <p:cNvSpPr>
            <a:spLocks xmlns:a="http://schemas.openxmlformats.org/drawingml/2006/main" noGrp="1"/>
          </p:cNvSpPr>
          <p:nvPr/>
        </p:nvSpPr>
        <p:spPr>
          <a:xfrm xmlns:a="http://schemas.openxmlformats.org/drawingml/2006/main">
            <a:off x="3217615"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60359395-B5A7-422F-97E5-FB6D5F1F0C51}"/>
              </a:ext>
            </a:extLst>
          </p:cNvPr>
          <p:cNvSpPr>
            <a:spLocks xmlns:a="http://schemas.openxmlformats.org/drawingml/2006/main" noGrp="1"/>
          </p:cNvSpPr>
          <p:nvPr/>
        </p:nvSpPr>
        <p:spPr>
          <a:xfrm xmlns:a="http://schemas.openxmlformats.org/drawingml/2006/main">
            <a:off x="3283304"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AC42E503-200B-43D7-9F99-E84F14FA22D3}"/>
              </a:ext>
            </a:extLst>
          </p:cNvPr>
          <p:cNvSpPr>
            <a:spLocks xmlns:a="http://schemas.openxmlformats.org/drawingml/2006/main" noGrp="1"/>
          </p:cNvSpPr>
          <p:nvPr/>
        </p:nvSpPr>
        <p:spPr>
          <a:xfrm xmlns:a="http://schemas.openxmlformats.org/drawingml/2006/main">
            <a:off x="1246944"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0C602017-E91B-44CD-B32C-B3C3457C7C34}"/>
              </a:ext>
            </a:extLst>
          </p:cNvPr>
          <p:cNvSpPr>
            <a:spLocks xmlns:a="http://schemas.openxmlformats.org/drawingml/2006/main" noGrp="1"/>
          </p:cNvSpPr>
          <p:nvPr/>
        </p:nvSpPr>
        <p:spPr>
          <a:xfrm xmlns:a="http://schemas.openxmlformats.org/drawingml/2006/main">
            <a:off x="1312633"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D75DE49C-1E5F-4667-9921-9B0EBE541524}"/>
              </a:ext>
            </a:extLst>
          </p:cNvPr>
          <p:cNvSpPr>
            <a:spLocks xmlns:a="http://schemas.openxmlformats.org/drawingml/2006/main" noGrp="1"/>
          </p:cNvSpPr>
          <p:nvPr/>
        </p:nvSpPr>
        <p:spPr>
          <a:xfrm xmlns:a="http://schemas.openxmlformats.org/drawingml/2006/main">
            <a:off x="1378322"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00C53347-ACCA-4D5D-A4F6-0A2E92413B3C}"/>
              </a:ext>
            </a:extLst>
          </p:cNvPr>
          <p:cNvSpPr>
            <a:spLocks xmlns:a="http://schemas.openxmlformats.org/drawingml/2006/main" noGrp="1"/>
          </p:cNvSpPr>
          <p:nvPr/>
        </p:nvSpPr>
        <p:spPr>
          <a:xfrm xmlns:a="http://schemas.openxmlformats.org/drawingml/2006/main">
            <a:off x="1509700"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D9521396-18FE-4468-8079-2F9DF2F309D6}"/>
              </a:ext>
            </a:extLst>
          </p:cNvPr>
          <p:cNvSpPr>
            <a:spLocks xmlns:a="http://schemas.openxmlformats.org/drawingml/2006/main" noGrp="1"/>
          </p:cNvSpPr>
          <p:nvPr/>
        </p:nvSpPr>
        <p:spPr>
          <a:xfrm xmlns:a="http://schemas.openxmlformats.org/drawingml/2006/main">
            <a:off x="1575389"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8C8070BD-5C81-4BAC-B6EC-DED11480571C}"/>
              </a:ext>
            </a:extLst>
          </p:cNvPr>
          <p:cNvSpPr>
            <a:spLocks xmlns:a="http://schemas.openxmlformats.org/drawingml/2006/main" noGrp="1"/>
          </p:cNvSpPr>
          <p:nvPr/>
        </p:nvSpPr>
        <p:spPr>
          <a:xfrm xmlns:a="http://schemas.openxmlformats.org/drawingml/2006/main">
            <a:off x="1641078"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24FE57C9-F59D-42C6-A835-631AB8E0A3E9}"/>
              </a:ext>
            </a:extLst>
          </p:cNvPr>
          <p:cNvSpPr>
            <a:spLocks xmlns:a="http://schemas.openxmlformats.org/drawingml/2006/main" noGrp="1"/>
          </p:cNvSpPr>
          <p:nvPr/>
        </p:nvSpPr>
        <p:spPr>
          <a:xfrm xmlns:a="http://schemas.openxmlformats.org/drawingml/2006/main">
            <a:off x="1706767"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6EA28730-9A76-4970-8965-2C46649B8CA6}"/>
              </a:ext>
            </a:extLst>
          </p:cNvPr>
          <p:cNvSpPr>
            <a:spLocks xmlns:a="http://schemas.openxmlformats.org/drawingml/2006/main" noGrp="1"/>
          </p:cNvSpPr>
          <p:nvPr/>
        </p:nvSpPr>
        <p:spPr>
          <a:xfrm xmlns:a="http://schemas.openxmlformats.org/drawingml/2006/main">
            <a:off x="1772456"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9E999851-889D-4FD8-A987-6AF2F914CC0B}"/>
              </a:ext>
            </a:extLst>
          </p:cNvPr>
          <p:cNvSpPr>
            <a:spLocks xmlns:a="http://schemas.openxmlformats.org/drawingml/2006/main" noGrp="1"/>
          </p:cNvSpPr>
          <p:nvPr/>
        </p:nvSpPr>
        <p:spPr>
          <a:xfrm xmlns:a="http://schemas.openxmlformats.org/drawingml/2006/main">
            <a:off x="1838145"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4AAA34F5-7D20-493F-A4E4-06A68D2C188C}"/>
              </a:ext>
            </a:extLst>
          </p:cNvPr>
          <p:cNvSpPr>
            <a:spLocks xmlns:a="http://schemas.openxmlformats.org/drawingml/2006/main" noGrp="1"/>
          </p:cNvSpPr>
          <p:nvPr/>
        </p:nvSpPr>
        <p:spPr>
          <a:xfrm xmlns:a="http://schemas.openxmlformats.org/drawingml/2006/main">
            <a:off x="1903834"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793B739A-421C-4253-9F15-C1BB125872A4}"/>
              </a:ext>
            </a:extLst>
          </p:cNvPr>
          <p:cNvSpPr>
            <a:spLocks xmlns:a="http://schemas.openxmlformats.org/drawingml/2006/main" noGrp="1"/>
          </p:cNvSpPr>
          <p:nvPr/>
        </p:nvSpPr>
        <p:spPr>
          <a:xfrm xmlns:a="http://schemas.openxmlformats.org/drawingml/2006/main">
            <a:off x="1969524"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FD75DC12-DA69-47D4-A849-1CBA656C9CC8}"/>
              </a:ext>
            </a:extLst>
          </p:cNvPr>
          <p:cNvSpPr>
            <a:spLocks xmlns:a="http://schemas.openxmlformats.org/drawingml/2006/main" noGrp="1"/>
          </p:cNvSpPr>
          <p:nvPr/>
        </p:nvSpPr>
        <p:spPr>
          <a:xfrm xmlns:a="http://schemas.openxmlformats.org/drawingml/2006/main">
            <a:off x="2035213"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FA97C3E5-7E79-4142-BC11-2DD3892DF258}"/>
              </a:ext>
            </a:extLst>
          </p:cNvPr>
          <p:cNvSpPr>
            <a:spLocks xmlns:a="http://schemas.openxmlformats.org/drawingml/2006/main" noGrp="1"/>
          </p:cNvSpPr>
          <p:nvPr/>
        </p:nvSpPr>
        <p:spPr>
          <a:xfrm xmlns:a="http://schemas.openxmlformats.org/drawingml/2006/main">
            <a:off x="2100902"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567F33BB-0F1E-4AD6-BC4D-B1BFF5CC34D0}"/>
              </a:ext>
            </a:extLst>
          </p:cNvPr>
          <p:cNvSpPr>
            <a:spLocks xmlns:a="http://schemas.openxmlformats.org/drawingml/2006/main" noGrp="1"/>
          </p:cNvSpPr>
          <p:nvPr/>
        </p:nvSpPr>
        <p:spPr>
          <a:xfrm xmlns:a="http://schemas.openxmlformats.org/drawingml/2006/main">
            <a:off x="2166591"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93F90FFE-58C7-4CEF-97E5-2BBE292BC399}"/>
              </a:ext>
            </a:extLst>
          </p:cNvPr>
          <p:cNvSpPr>
            <a:spLocks xmlns:a="http://schemas.openxmlformats.org/drawingml/2006/main" noGrp="1"/>
          </p:cNvSpPr>
          <p:nvPr/>
        </p:nvSpPr>
        <p:spPr>
          <a:xfrm xmlns:a="http://schemas.openxmlformats.org/drawingml/2006/main">
            <a:off x="2232280"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9D130FF1-7586-4F44-A039-DA7EFBF4C0F0}"/>
              </a:ext>
            </a:extLst>
          </p:cNvPr>
          <p:cNvSpPr>
            <a:spLocks xmlns:a="http://schemas.openxmlformats.org/drawingml/2006/main" noGrp="1"/>
          </p:cNvSpPr>
          <p:nvPr/>
        </p:nvSpPr>
        <p:spPr>
          <a:xfrm xmlns:a="http://schemas.openxmlformats.org/drawingml/2006/main">
            <a:off x="2297969"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5A1330AC-0341-4AE7-93DD-71495F2EB5F6}"/>
              </a:ext>
            </a:extLst>
          </p:cNvPr>
          <p:cNvSpPr>
            <a:spLocks xmlns:a="http://schemas.openxmlformats.org/drawingml/2006/main" noGrp="1"/>
          </p:cNvSpPr>
          <p:nvPr/>
        </p:nvSpPr>
        <p:spPr>
          <a:xfrm xmlns:a="http://schemas.openxmlformats.org/drawingml/2006/main">
            <a:off x="2363658"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DFA48899-25B6-469F-BB37-D82A77EF79EF}"/>
              </a:ext>
            </a:extLst>
          </p:cNvPr>
          <p:cNvSpPr>
            <a:spLocks xmlns:a="http://schemas.openxmlformats.org/drawingml/2006/main" noGrp="1"/>
          </p:cNvSpPr>
          <p:nvPr/>
        </p:nvSpPr>
        <p:spPr>
          <a:xfrm xmlns:a="http://schemas.openxmlformats.org/drawingml/2006/main">
            <a:off x="2429347"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DB433B23-CAF5-4E60-A9B3-EF0CE459DAD0}"/>
              </a:ext>
            </a:extLst>
          </p:cNvPr>
          <p:cNvSpPr>
            <a:spLocks xmlns:a="http://schemas.openxmlformats.org/drawingml/2006/main" noGrp="1"/>
          </p:cNvSpPr>
          <p:nvPr/>
        </p:nvSpPr>
        <p:spPr>
          <a:xfrm xmlns:a="http://schemas.openxmlformats.org/drawingml/2006/main">
            <a:off x="2495036"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97BB8737-68C3-49AE-B1C9-D40276BB0AF9}"/>
              </a:ext>
            </a:extLst>
          </p:cNvPr>
          <p:cNvSpPr>
            <a:spLocks xmlns:a="http://schemas.openxmlformats.org/drawingml/2006/main" noGrp="1"/>
          </p:cNvSpPr>
          <p:nvPr/>
        </p:nvSpPr>
        <p:spPr>
          <a:xfrm xmlns:a="http://schemas.openxmlformats.org/drawingml/2006/main">
            <a:off x="2560725"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34F460BE-1355-4060-B372-475FD7F4F2A1}"/>
              </a:ext>
            </a:extLst>
          </p:cNvPr>
          <p:cNvSpPr>
            <a:spLocks xmlns:a="http://schemas.openxmlformats.org/drawingml/2006/main" noGrp="1"/>
          </p:cNvSpPr>
          <p:nvPr/>
        </p:nvSpPr>
        <p:spPr>
          <a:xfrm xmlns:a="http://schemas.openxmlformats.org/drawingml/2006/main">
            <a:off x="2626414"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6353A725-63E9-4FA7-97E3-B820C522DC95}"/>
              </a:ext>
            </a:extLst>
          </p:cNvPr>
          <p:cNvSpPr>
            <a:spLocks xmlns:a="http://schemas.openxmlformats.org/drawingml/2006/main" noGrp="1"/>
          </p:cNvSpPr>
          <p:nvPr/>
        </p:nvSpPr>
        <p:spPr>
          <a:xfrm xmlns:a="http://schemas.openxmlformats.org/drawingml/2006/main">
            <a:off x="2692103"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7502C7AE-14D4-40FB-BE98-B02F82346344}"/>
              </a:ext>
            </a:extLst>
          </p:cNvPr>
          <p:cNvSpPr>
            <a:spLocks xmlns:a="http://schemas.openxmlformats.org/drawingml/2006/main" noGrp="1"/>
          </p:cNvSpPr>
          <p:nvPr/>
        </p:nvSpPr>
        <p:spPr>
          <a:xfrm xmlns:a="http://schemas.openxmlformats.org/drawingml/2006/main">
            <a:off x="2757792"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A993974E-FD90-4BE4-B02D-A16EB634D215}"/>
              </a:ext>
            </a:extLst>
          </p:cNvPr>
          <p:cNvSpPr>
            <a:spLocks xmlns:a="http://schemas.openxmlformats.org/drawingml/2006/main" noGrp="1"/>
          </p:cNvSpPr>
          <p:nvPr/>
        </p:nvSpPr>
        <p:spPr>
          <a:xfrm xmlns:a="http://schemas.openxmlformats.org/drawingml/2006/main">
            <a:off x="2823481"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5391B80F-17E1-478D-9450-2A70A2EF24BC}"/>
              </a:ext>
            </a:extLst>
          </p:cNvPr>
          <p:cNvSpPr>
            <a:spLocks xmlns:a="http://schemas.openxmlformats.org/drawingml/2006/main" noGrp="1"/>
          </p:cNvSpPr>
          <p:nvPr/>
        </p:nvSpPr>
        <p:spPr>
          <a:xfrm xmlns:a="http://schemas.openxmlformats.org/drawingml/2006/main">
            <a:off x="2889170"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8304DD7F-1C2F-4DA2-A127-188B6106B002}"/>
              </a:ext>
            </a:extLst>
          </p:cNvPr>
          <p:cNvSpPr>
            <a:spLocks xmlns:a="http://schemas.openxmlformats.org/drawingml/2006/main" noGrp="1"/>
          </p:cNvSpPr>
          <p:nvPr/>
        </p:nvSpPr>
        <p:spPr>
          <a:xfrm xmlns:a="http://schemas.openxmlformats.org/drawingml/2006/main">
            <a:off x="2954859"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009C632F-C618-491F-84CB-0332798CFAE8}"/>
              </a:ext>
            </a:extLst>
          </p:cNvPr>
          <p:cNvSpPr>
            <a:spLocks xmlns:a="http://schemas.openxmlformats.org/drawingml/2006/main" noGrp="1"/>
          </p:cNvSpPr>
          <p:nvPr/>
        </p:nvSpPr>
        <p:spPr>
          <a:xfrm xmlns:a="http://schemas.openxmlformats.org/drawingml/2006/main">
            <a:off x="3020548"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097F7809-94C4-4425-B59D-F5C80A6A78FC}"/>
              </a:ext>
            </a:extLst>
          </p:cNvPr>
          <p:cNvSpPr>
            <a:spLocks xmlns:a="http://schemas.openxmlformats.org/drawingml/2006/main" noGrp="1"/>
          </p:cNvSpPr>
          <p:nvPr/>
        </p:nvSpPr>
        <p:spPr>
          <a:xfrm xmlns:a="http://schemas.openxmlformats.org/drawingml/2006/main">
            <a:off x="3086237"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6790A23E-CD44-46FB-B2C6-35E0457CB9A2}"/>
              </a:ext>
            </a:extLst>
          </p:cNvPr>
          <p:cNvSpPr>
            <a:spLocks xmlns:a="http://schemas.openxmlformats.org/drawingml/2006/main" noGrp="1"/>
          </p:cNvSpPr>
          <p:nvPr/>
        </p:nvSpPr>
        <p:spPr>
          <a:xfrm xmlns:a="http://schemas.openxmlformats.org/drawingml/2006/main">
            <a:off x="3151926"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0CCE7D6B-40CE-417F-8DA9-24389C1436DE}"/>
              </a:ext>
            </a:extLst>
          </p:cNvPr>
          <p:cNvSpPr>
            <a:spLocks xmlns:a="http://schemas.openxmlformats.org/drawingml/2006/main" noGrp="1"/>
          </p:cNvSpPr>
          <p:nvPr/>
        </p:nvSpPr>
        <p:spPr>
          <a:xfrm xmlns:a="http://schemas.openxmlformats.org/drawingml/2006/main">
            <a:off x="3217615"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95066C13-6FC2-4037-90D3-D623F62FA1EE}"/>
              </a:ext>
            </a:extLst>
          </p:cNvPr>
          <p:cNvSpPr>
            <a:spLocks xmlns:a="http://schemas.openxmlformats.org/drawingml/2006/main" noGrp="1"/>
          </p:cNvSpPr>
          <p:nvPr/>
        </p:nvSpPr>
        <p:spPr>
          <a:xfrm xmlns:a="http://schemas.openxmlformats.org/drawingml/2006/main">
            <a:off x="3283304"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F36286C5-51C9-4E40-A783-7EE1110660D5}"/>
              </a:ext>
            </a:extLst>
          </p:cNvPr>
          <p:cNvSpPr>
            <a:spLocks xmlns:a="http://schemas.openxmlformats.org/drawingml/2006/main" noGrp="1"/>
          </p:cNvSpPr>
          <p:nvPr/>
        </p:nvSpPr>
        <p:spPr>
          <a:xfrm xmlns:a="http://schemas.openxmlformats.org/drawingml/2006/main">
            <a:off x="3348993"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F28C6506-F1F2-4BAD-898D-65D0396F5C9E}"/>
              </a:ext>
            </a:extLst>
          </p:cNvPr>
          <p:cNvSpPr>
            <a:spLocks xmlns:a="http://schemas.openxmlformats.org/drawingml/2006/main" noGrp="1"/>
          </p:cNvSpPr>
          <p:nvPr/>
        </p:nvSpPr>
        <p:spPr>
          <a:xfrm xmlns:a="http://schemas.openxmlformats.org/drawingml/2006/main">
            <a:off x="3414682"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3DA30481-9A98-452B-8AF9-D4EF90611B48}"/>
              </a:ext>
            </a:extLst>
          </p:cNvPr>
          <p:cNvSpPr>
            <a:spLocks xmlns:a="http://schemas.openxmlformats.org/drawingml/2006/main" noGrp="1"/>
          </p:cNvSpPr>
          <p:nvPr/>
        </p:nvSpPr>
        <p:spPr>
          <a:xfrm xmlns:a="http://schemas.openxmlformats.org/drawingml/2006/main">
            <a:off x="3480371"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E64535D0-8673-4EB0-A874-9FC93E9F4155}"/>
              </a:ext>
            </a:extLst>
          </p:cNvPr>
          <p:cNvSpPr>
            <a:spLocks xmlns:a="http://schemas.openxmlformats.org/drawingml/2006/main" noGrp="1"/>
          </p:cNvSpPr>
          <p:nvPr/>
        </p:nvSpPr>
        <p:spPr>
          <a:xfrm xmlns:a="http://schemas.openxmlformats.org/drawingml/2006/main">
            <a:off x="3546060"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51EC7A68-3B70-420A-A36B-3A5DD5511315}"/>
              </a:ext>
            </a:extLst>
          </p:cNvPr>
          <p:cNvSpPr>
            <a:spLocks xmlns:a="http://schemas.openxmlformats.org/drawingml/2006/main" noGrp="1"/>
          </p:cNvSpPr>
          <p:nvPr/>
        </p:nvSpPr>
        <p:spPr>
          <a:xfrm xmlns:a="http://schemas.openxmlformats.org/drawingml/2006/main">
            <a:off x="1246944"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A41AFAD9-D8BB-4354-AC75-6B53A20BF3AF}"/>
              </a:ext>
            </a:extLst>
          </p:cNvPr>
          <p:cNvSpPr>
            <a:spLocks xmlns:a="http://schemas.openxmlformats.org/drawingml/2006/main" noGrp="1"/>
          </p:cNvSpPr>
          <p:nvPr/>
        </p:nvSpPr>
        <p:spPr>
          <a:xfrm xmlns:a="http://schemas.openxmlformats.org/drawingml/2006/main">
            <a:off x="1312633"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414D636A-BDD5-49B7-A3FF-B1306D30F70A}"/>
              </a:ext>
            </a:extLst>
          </p:cNvPr>
          <p:cNvSpPr>
            <a:spLocks xmlns:a="http://schemas.openxmlformats.org/drawingml/2006/main" noGrp="1"/>
          </p:cNvSpPr>
          <p:nvPr/>
        </p:nvSpPr>
        <p:spPr>
          <a:xfrm xmlns:a="http://schemas.openxmlformats.org/drawingml/2006/main">
            <a:off x="1378322"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CCD17AE6-8BA5-4C5F-B782-B7C8579067DE}"/>
              </a:ext>
            </a:extLst>
          </p:cNvPr>
          <p:cNvSpPr>
            <a:spLocks xmlns:a="http://schemas.openxmlformats.org/drawingml/2006/main" noGrp="1"/>
          </p:cNvSpPr>
          <p:nvPr/>
        </p:nvSpPr>
        <p:spPr>
          <a:xfrm xmlns:a="http://schemas.openxmlformats.org/drawingml/2006/main">
            <a:off x="1444011"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63280E45-639C-499F-8206-C5FE9A67ADE3}"/>
              </a:ext>
            </a:extLst>
          </p:cNvPr>
          <p:cNvSpPr>
            <a:spLocks xmlns:a="http://schemas.openxmlformats.org/drawingml/2006/main" noGrp="1"/>
          </p:cNvSpPr>
          <p:nvPr/>
        </p:nvSpPr>
        <p:spPr>
          <a:xfrm xmlns:a="http://schemas.openxmlformats.org/drawingml/2006/main">
            <a:off x="1509700"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EF8FB6BA-D8C3-4E28-8B78-2C099E43DAD8}"/>
              </a:ext>
            </a:extLst>
          </p:cNvPr>
          <p:cNvSpPr>
            <a:spLocks xmlns:a="http://schemas.openxmlformats.org/drawingml/2006/main" noGrp="1"/>
          </p:cNvSpPr>
          <p:nvPr/>
        </p:nvSpPr>
        <p:spPr>
          <a:xfrm xmlns:a="http://schemas.openxmlformats.org/drawingml/2006/main">
            <a:off x="1575389"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19F592A1-06CD-42BF-9C4F-F16D29C2BDE5}"/>
              </a:ext>
            </a:extLst>
          </p:cNvPr>
          <p:cNvSpPr>
            <a:spLocks xmlns:a="http://schemas.openxmlformats.org/drawingml/2006/main" noGrp="1"/>
          </p:cNvSpPr>
          <p:nvPr/>
        </p:nvSpPr>
        <p:spPr>
          <a:xfrm xmlns:a="http://schemas.openxmlformats.org/drawingml/2006/main">
            <a:off x="1641078"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1C744BD2-2CA5-4AF1-92F1-E310D963BC07}"/>
              </a:ext>
            </a:extLst>
          </p:cNvPr>
          <p:cNvSpPr>
            <a:spLocks xmlns:a="http://schemas.openxmlformats.org/drawingml/2006/main" noGrp="1"/>
          </p:cNvSpPr>
          <p:nvPr/>
        </p:nvSpPr>
        <p:spPr>
          <a:xfrm xmlns:a="http://schemas.openxmlformats.org/drawingml/2006/main">
            <a:off x="1706767"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C167C8E2-AD52-40C9-9DC3-A7B26ADD0C28}"/>
              </a:ext>
            </a:extLst>
          </p:cNvPr>
          <p:cNvSpPr>
            <a:spLocks xmlns:a="http://schemas.openxmlformats.org/drawingml/2006/main" noGrp="1"/>
          </p:cNvSpPr>
          <p:nvPr/>
        </p:nvSpPr>
        <p:spPr>
          <a:xfrm xmlns:a="http://schemas.openxmlformats.org/drawingml/2006/main">
            <a:off x="1772456"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A325C4DE-3E96-409E-90A8-0354217103C0}"/>
              </a:ext>
            </a:extLst>
          </p:cNvPr>
          <p:cNvSpPr>
            <a:spLocks xmlns:a="http://schemas.openxmlformats.org/drawingml/2006/main" noGrp="1"/>
          </p:cNvSpPr>
          <p:nvPr/>
        </p:nvSpPr>
        <p:spPr>
          <a:xfrm xmlns:a="http://schemas.openxmlformats.org/drawingml/2006/main">
            <a:off x="1838145"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770E0762-2E74-4A46-B2E2-36185C7FB024}"/>
              </a:ext>
            </a:extLst>
          </p:cNvPr>
          <p:cNvSpPr>
            <a:spLocks xmlns:a="http://schemas.openxmlformats.org/drawingml/2006/main" noGrp="1"/>
          </p:cNvSpPr>
          <p:nvPr/>
        </p:nvSpPr>
        <p:spPr>
          <a:xfrm xmlns:a="http://schemas.openxmlformats.org/drawingml/2006/main">
            <a:off x="1903834"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471B204A-16D1-40DC-A753-C20B3C1A4D65}"/>
              </a:ext>
            </a:extLst>
          </p:cNvPr>
          <p:cNvSpPr>
            <a:spLocks xmlns:a="http://schemas.openxmlformats.org/drawingml/2006/main" noGrp="1"/>
          </p:cNvSpPr>
          <p:nvPr/>
        </p:nvSpPr>
        <p:spPr>
          <a:xfrm xmlns:a="http://schemas.openxmlformats.org/drawingml/2006/main">
            <a:off x="1969524"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CF235055-FD71-4743-B281-798BA6A162A0}"/>
              </a:ext>
            </a:extLst>
          </p:cNvPr>
          <p:cNvSpPr>
            <a:spLocks xmlns:a="http://schemas.openxmlformats.org/drawingml/2006/main" noGrp="1"/>
          </p:cNvSpPr>
          <p:nvPr/>
        </p:nvSpPr>
        <p:spPr>
          <a:xfrm xmlns:a="http://schemas.openxmlformats.org/drawingml/2006/main">
            <a:off x="2035213"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A371D325-5428-45B3-B0F7-B89928F7777A}"/>
              </a:ext>
            </a:extLst>
          </p:cNvPr>
          <p:cNvSpPr>
            <a:spLocks xmlns:a="http://schemas.openxmlformats.org/drawingml/2006/main" noGrp="1"/>
          </p:cNvSpPr>
          <p:nvPr/>
        </p:nvSpPr>
        <p:spPr>
          <a:xfrm xmlns:a="http://schemas.openxmlformats.org/drawingml/2006/main">
            <a:off x="2100902"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367ED0E5-8571-4A25-8BD9-E992893706A5}"/>
              </a:ext>
            </a:extLst>
          </p:cNvPr>
          <p:cNvSpPr>
            <a:spLocks xmlns:a="http://schemas.openxmlformats.org/drawingml/2006/main" noGrp="1"/>
          </p:cNvSpPr>
          <p:nvPr/>
        </p:nvSpPr>
        <p:spPr>
          <a:xfrm xmlns:a="http://schemas.openxmlformats.org/drawingml/2006/main">
            <a:off x="2166591"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776DAAE9-CBD6-4010-87A3-2B6954E8347D}"/>
              </a:ext>
            </a:extLst>
          </p:cNvPr>
          <p:cNvSpPr>
            <a:spLocks xmlns:a="http://schemas.openxmlformats.org/drawingml/2006/main" noGrp="1"/>
          </p:cNvSpPr>
          <p:nvPr/>
        </p:nvSpPr>
        <p:spPr>
          <a:xfrm xmlns:a="http://schemas.openxmlformats.org/drawingml/2006/main">
            <a:off x="2232280"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13144663-495B-48A9-BA28-B3E46DC219AF}"/>
              </a:ext>
            </a:extLst>
          </p:cNvPr>
          <p:cNvSpPr>
            <a:spLocks xmlns:a="http://schemas.openxmlformats.org/drawingml/2006/main" noGrp="1"/>
          </p:cNvSpPr>
          <p:nvPr/>
        </p:nvSpPr>
        <p:spPr>
          <a:xfrm xmlns:a="http://schemas.openxmlformats.org/drawingml/2006/main">
            <a:off x="2297969"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D8FEF734-EEF2-4A36-B37E-E7A7958CB633}"/>
              </a:ext>
            </a:extLst>
          </p:cNvPr>
          <p:cNvSpPr>
            <a:spLocks xmlns:a="http://schemas.openxmlformats.org/drawingml/2006/main" noGrp="1"/>
          </p:cNvSpPr>
          <p:nvPr/>
        </p:nvSpPr>
        <p:spPr>
          <a:xfrm xmlns:a="http://schemas.openxmlformats.org/drawingml/2006/main">
            <a:off x="2363658"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0053668D-0995-4FD2-B710-F90E21517562}"/>
              </a:ext>
            </a:extLst>
          </p:cNvPr>
          <p:cNvSpPr>
            <a:spLocks xmlns:a="http://schemas.openxmlformats.org/drawingml/2006/main" noGrp="1"/>
          </p:cNvSpPr>
          <p:nvPr/>
        </p:nvSpPr>
        <p:spPr>
          <a:xfrm xmlns:a="http://schemas.openxmlformats.org/drawingml/2006/main">
            <a:off x="2429347"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203B3885-E21E-4306-A320-4D57C41099C2}"/>
              </a:ext>
            </a:extLst>
          </p:cNvPr>
          <p:cNvSpPr>
            <a:spLocks xmlns:a="http://schemas.openxmlformats.org/drawingml/2006/main" noGrp="1"/>
          </p:cNvSpPr>
          <p:nvPr/>
        </p:nvSpPr>
        <p:spPr>
          <a:xfrm xmlns:a="http://schemas.openxmlformats.org/drawingml/2006/main">
            <a:off x="2495036"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371EB380-C234-4DDC-8867-FA8059793F65}"/>
              </a:ext>
            </a:extLst>
          </p:cNvPr>
          <p:cNvSpPr>
            <a:spLocks xmlns:a="http://schemas.openxmlformats.org/drawingml/2006/main" noGrp="1"/>
          </p:cNvSpPr>
          <p:nvPr/>
        </p:nvSpPr>
        <p:spPr>
          <a:xfrm xmlns:a="http://schemas.openxmlformats.org/drawingml/2006/main">
            <a:off x="2560725"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BEE1466E-B3A3-4DFA-A079-F2D37A0F4E8A}"/>
              </a:ext>
            </a:extLst>
          </p:cNvPr>
          <p:cNvSpPr>
            <a:spLocks xmlns:a="http://schemas.openxmlformats.org/drawingml/2006/main" noGrp="1"/>
          </p:cNvSpPr>
          <p:nvPr/>
        </p:nvSpPr>
        <p:spPr>
          <a:xfrm xmlns:a="http://schemas.openxmlformats.org/drawingml/2006/main">
            <a:off x="2626414"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4254358A-9EE4-4034-8951-6914F0CE615E}"/>
              </a:ext>
            </a:extLst>
          </p:cNvPr>
          <p:cNvSpPr>
            <a:spLocks xmlns:a="http://schemas.openxmlformats.org/drawingml/2006/main" noGrp="1"/>
          </p:cNvSpPr>
          <p:nvPr/>
        </p:nvSpPr>
        <p:spPr>
          <a:xfrm xmlns:a="http://schemas.openxmlformats.org/drawingml/2006/main">
            <a:off x="2692103"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1A0262D8-2783-4B7F-8CBE-42EA5466B9C0}"/>
              </a:ext>
            </a:extLst>
          </p:cNvPr>
          <p:cNvSpPr>
            <a:spLocks xmlns:a="http://schemas.openxmlformats.org/drawingml/2006/main" noGrp="1"/>
          </p:cNvSpPr>
          <p:nvPr/>
        </p:nvSpPr>
        <p:spPr>
          <a:xfrm xmlns:a="http://schemas.openxmlformats.org/drawingml/2006/main">
            <a:off x="2757792"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F7AF99BF-EF6A-4B8B-AA13-05DA1CC522F6}"/>
              </a:ext>
            </a:extLst>
          </p:cNvPr>
          <p:cNvSpPr>
            <a:spLocks xmlns:a="http://schemas.openxmlformats.org/drawingml/2006/main" noGrp="1"/>
          </p:cNvSpPr>
          <p:nvPr/>
        </p:nvSpPr>
        <p:spPr>
          <a:xfrm xmlns:a="http://schemas.openxmlformats.org/drawingml/2006/main">
            <a:off x="2823481"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CA090F29-C8AE-4AF4-A253-CF0146C38C90}"/>
              </a:ext>
            </a:extLst>
          </p:cNvPr>
          <p:cNvSpPr>
            <a:spLocks xmlns:a="http://schemas.openxmlformats.org/drawingml/2006/main" noGrp="1"/>
          </p:cNvSpPr>
          <p:nvPr/>
        </p:nvSpPr>
        <p:spPr>
          <a:xfrm xmlns:a="http://schemas.openxmlformats.org/drawingml/2006/main">
            <a:off x="2889170"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94BCB1FA-FC2E-4CF9-8E1F-CD69DE6FA887}"/>
              </a:ext>
            </a:extLst>
          </p:cNvPr>
          <p:cNvSpPr>
            <a:spLocks xmlns:a="http://schemas.openxmlformats.org/drawingml/2006/main" noGrp="1"/>
          </p:cNvSpPr>
          <p:nvPr/>
        </p:nvSpPr>
        <p:spPr>
          <a:xfrm xmlns:a="http://schemas.openxmlformats.org/drawingml/2006/main">
            <a:off x="2954859"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3FA92FF2-7BE1-4AA0-8619-A48083F5D260}"/>
              </a:ext>
            </a:extLst>
          </p:cNvPr>
          <p:cNvSpPr>
            <a:spLocks xmlns:a="http://schemas.openxmlformats.org/drawingml/2006/main" noGrp="1"/>
          </p:cNvSpPr>
          <p:nvPr/>
        </p:nvSpPr>
        <p:spPr>
          <a:xfrm xmlns:a="http://schemas.openxmlformats.org/drawingml/2006/main">
            <a:off x="3020548"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9A8E3593-30EA-481B-BF78-ABF61BE6781C}"/>
              </a:ext>
            </a:extLst>
          </p:cNvPr>
          <p:cNvSpPr>
            <a:spLocks xmlns:a="http://schemas.openxmlformats.org/drawingml/2006/main" noGrp="1"/>
          </p:cNvSpPr>
          <p:nvPr/>
        </p:nvSpPr>
        <p:spPr>
          <a:xfrm xmlns:a="http://schemas.openxmlformats.org/drawingml/2006/main">
            <a:off x="3086237"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EEF525D5-A3F5-49F8-8D1A-56AFFF6C0A42}"/>
              </a:ext>
            </a:extLst>
          </p:cNvPr>
          <p:cNvSpPr>
            <a:spLocks xmlns:a="http://schemas.openxmlformats.org/drawingml/2006/main" noGrp="1"/>
          </p:cNvSpPr>
          <p:nvPr/>
        </p:nvSpPr>
        <p:spPr>
          <a:xfrm xmlns:a="http://schemas.openxmlformats.org/drawingml/2006/main">
            <a:off x="3151926"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66599F5D-3C4A-4F63-A6D9-21176771059E}"/>
              </a:ext>
            </a:extLst>
          </p:cNvPr>
          <p:cNvSpPr>
            <a:spLocks xmlns:a="http://schemas.openxmlformats.org/drawingml/2006/main" noGrp="1"/>
          </p:cNvSpPr>
          <p:nvPr/>
        </p:nvSpPr>
        <p:spPr>
          <a:xfrm xmlns:a="http://schemas.openxmlformats.org/drawingml/2006/main">
            <a:off x="3217615"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0FD5CDCE-4050-4FF9-9539-DE53F91F17A8}"/>
              </a:ext>
            </a:extLst>
          </p:cNvPr>
          <p:cNvSpPr>
            <a:spLocks xmlns:a="http://schemas.openxmlformats.org/drawingml/2006/main" noGrp="1"/>
          </p:cNvSpPr>
          <p:nvPr/>
        </p:nvSpPr>
        <p:spPr>
          <a:xfrm xmlns:a="http://schemas.openxmlformats.org/drawingml/2006/main">
            <a:off x="3283304"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84E9E75B-4BC2-4331-8546-509EDA33F749}"/>
              </a:ext>
            </a:extLst>
          </p:cNvPr>
          <p:cNvSpPr>
            <a:spLocks xmlns:a="http://schemas.openxmlformats.org/drawingml/2006/main" noGrp="1"/>
          </p:cNvSpPr>
          <p:nvPr/>
        </p:nvSpPr>
        <p:spPr>
          <a:xfrm xmlns:a="http://schemas.openxmlformats.org/drawingml/2006/main">
            <a:off x="3348993"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63D5243D-7420-42FC-AA3D-933BBE7EB33F}"/>
              </a:ext>
            </a:extLst>
          </p:cNvPr>
          <p:cNvSpPr>
            <a:spLocks xmlns:a="http://schemas.openxmlformats.org/drawingml/2006/main" noGrp="1"/>
          </p:cNvSpPr>
          <p:nvPr/>
        </p:nvSpPr>
        <p:spPr>
          <a:xfrm xmlns:a="http://schemas.openxmlformats.org/drawingml/2006/main">
            <a:off x="3414682"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0BD004B4-9EC8-443D-B3B9-D2EB9246247E}"/>
              </a:ext>
            </a:extLst>
          </p:cNvPr>
          <p:cNvSpPr>
            <a:spLocks xmlns:a="http://schemas.openxmlformats.org/drawingml/2006/main" noGrp="1"/>
          </p:cNvSpPr>
          <p:nvPr/>
        </p:nvSpPr>
        <p:spPr>
          <a:xfrm xmlns:a="http://schemas.openxmlformats.org/drawingml/2006/main">
            <a:off x="3480371"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831DBCC0-EACA-4150-B713-C87620FA0D51}"/>
              </a:ext>
            </a:extLst>
          </p:cNvPr>
          <p:cNvSpPr>
            <a:spLocks xmlns:a="http://schemas.openxmlformats.org/drawingml/2006/main" noGrp="1"/>
          </p:cNvSpPr>
          <p:nvPr/>
        </p:nvSpPr>
        <p:spPr>
          <a:xfrm xmlns:a="http://schemas.openxmlformats.org/drawingml/2006/main">
            <a:off x="3546060"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F7D98B53-EC29-437B-9B3F-6BFF18CEE443}"/>
              </a:ext>
            </a:extLst>
          </p:cNvPr>
          <p:cNvSpPr>
            <a:spLocks xmlns:a="http://schemas.openxmlformats.org/drawingml/2006/main" noGrp="1"/>
          </p:cNvSpPr>
          <p:nvPr/>
        </p:nvSpPr>
        <p:spPr>
          <a:xfrm xmlns:a="http://schemas.openxmlformats.org/drawingml/2006/main">
            <a:off x="3611749"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47813F64-C35F-4151-97DE-9C2DD3F72880}"/>
              </a:ext>
            </a:extLst>
          </p:cNvPr>
          <p:cNvSpPr>
            <a:spLocks xmlns:a="http://schemas.openxmlformats.org/drawingml/2006/main" noGrp="1"/>
          </p:cNvSpPr>
          <p:nvPr/>
        </p:nvSpPr>
        <p:spPr>
          <a:xfrm xmlns:a="http://schemas.openxmlformats.org/drawingml/2006/main">
            <a:off x="3677438"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3D8EE630-ACAB-46B8-9B76-F887ECF61D21}"/>
              </a:ext>
            </a:extLst>
          </p:cNvPr>
          <p:cNvSpPr>
            <a:spLocks xmlns:a="http://schemas.openxmlformats.org/drawingml/2006/main" noGrp="1"/>
          </p:cNvSpPr>
          <p:nvPr/>
        </p:nvSpPr>
        <p:spPr>
          <a:xfrm xmlns:a="http://schemas.openxmlformats.org/drawingml/2006/main">
            <a:off x="3743127"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A842A237-A4DF-450F-83DD-B8373F03A075}"/>
              </a:ext>
            </a:extLst>
          </p:cNvPr>
          <p:cNvSpPr>
            <a:spLocks xmlns:a="http://schemas.openxmlformats.org/drawingml/2006/main" noGrp="1"/>
          </p:cNvSpPr>
          <p:nvPr/>
        </p:nvSpPr>
        <p:spPr>
          <a:xfrm xmlns:a="http://schemas.openxmlformats.org/drawingml/2006/main">
            <a:off x="3808816"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86ED4280-405E-46DF-9D94-4C7ABD175289}"/>
              </a:ext>
            </a:extLst>
          </p:cNvPr>
          <p:cNvSpPr>
            <a:spLocks xmlns:a="http://schemas.openxmlformats.org/drawingml/2006/main" noGrp="1"/>
          </p:cNvSpPr>
          <p:nvPr/>
        </p:nvSpPr>
        <p:spPr>
          <a:xfrm xmlns:a="http://schemas.openxmlformats.org/drawingml/2006/main">
            <a:off x="3874505"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A92091EB-C8B2-443F-9ADB-F968B2E5EB78}"/>
              </a:ext>
            </a:extLst>
          </p:cNvPr>
          <p:cNvSpPr>
            <a:spLocks xmlns:a="http://schemas.openxmlformats.org/drawingml/2006/main" noGrp="1"/>
          </p:cNvSpPr>
          <p:nvPr/>
        </p:nvSpPr>
        <p:spPr>
          <a:xfrm xmlns:a="http://schemas.openxmlformats.org/drawingml/2006/main">
            <a:off x="3940194"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DC11C5B6-08E6-487D-9130-49AF8DB8D05A}"/>
              </a:ext>
            </a:extLst>
          </p:cNvPr>
          <p:cNvSpPr>
            <a:spLocks xmlns:a="http://schemas.openxmlformats.org/drawingml/2006/main" noGrp="1"/>
          </p:cNvSpPr>
          <p:nvPr/>
        </p:nvSpPr>
        <p:spPr>
          <a:xfrm xmlns:a="http://schemas.openxmlformats.org/drawingml/2006/main">
            <a:off x="4005883"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06FC895E-654A-4F12-8720-2E1305269E46}"/>
              </a:ext>
            </a:extLst>
          </p:cNvPr>
          <p:cNvSpPr>
            <a:spLocks xmlns:a="http://schemas.openxmlformats.org/drawingml/2006/main" noGrp="1"/>
          </p:cNvSpPr>
          <p:nvPr/>
        </p:nvSpPr>
        <p:spPr>
          <a:xfrm xmlns:a="http://schemas.openxmlformats.org/drawingml/2006/main">
            <a:off x="4071572"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FB563A94-10C1-440A-9A73-EDEEC57467D8}"/>
              </a:ext>
            </a:extLst>
          </p:cNvPr>
          <p:cNvSpPr>
            <a:spLocks xmlns:a="http://schemas.openxmlformats.org/drawingml/2006/main" noGrp="1"/>
          </p:cNvSpPr>
          <p:nvPr/>
        </p:nvSpPr>
        <p:spPr>
          <a:xfrm xmlns:a="http://schemas.openxmlformats.org/drawingml/2006/main">
            <a:off x="4137261"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DCC522DD-655F-4360-83FB-C894941FD4FA}"/>
              </a:ext>
            </a:extLst>
          </p:cNvPr>
          <p:cNvSpPr>
            <a:spLocks xmlns:a="http://schemas.openxmlformats.org/drawingml/2006/main" noGrp="1"/>
          </p:cNvSpPr>
          <p:nvPr/>
        </p:nvSpPr>
        <p:spPr>
          <a:xfrm xmlns:a="http://schemas.openxmlformats.org/drawingml/2006/main">
            <a:off x="4202950"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0E0ACE4C-A04B-4D0E-986F-6A90B43CD90B}"/>
              </a:ext>
            </a:extLst>
          </p:cNvPr>
          <p:cNvSpPr>
            <a:spLocks xmlns:a="http://schemas.openxmlformats.org/drawingml/2006/main" noGrp="1"/>
          </p:cNvSpPr>
          <p:nvPr/>
        </p:nvSpPr>
        <p:spPr>
          <a:xfrm xmlns:a="http://schemas.openxmlformats.org/drawingml/2006/main">
            <a:off x="124694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90D680F0-16A6-4B10-BDA0-D21195BA97A8}"/>
              </a:ext>
            </a:extLst>
          </p:cNvPr>
          <p:cNvSpPr>
            <a:spLocks xmlns:a="http://schemas.openxmlformats.org/drawingml/2006/main" noGrp="1"/>
          </p:cNvSpPr>
          <p:nvPr/>
        </p:nvSpPr>
        <p:spPr>
          <a:xfrm xmlns:a="http://schemas.openxmlformats.org/drawingml/2006/main">
            <a:off x="1312633"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EC4A7C8C-44F5-4939-A201-7718B20715F1}"/>
              </a:ext>
            </a:extLst>
          </p:cNvPr>
          <p:cNvSpPr>
            <a:spLocks xmlns:a="http://schemas.openxmlformats.org/drawingml/2006/main" noGrp="1"/>
          </p:cNvSpPr>
          <p:nvPr/>
        </p:nvSpPr>
        <p:spPr>
          <a:xfrm xmlns:a="http://schemas.openxmlformats.org/drawingml/2006/main">
            <a:off x="1378322"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E3F3D02B-F1F0-420A-A551-F3119F7596D6}"/>
              </a:ext>
            </a:extLst>
          </p:cNvPr>
          <p:cNvSpPr>
            <a:spLocks xmlns:a="http://schemas.openxmlformats.org/drawingml/2006/main" noGrp="1"/>
          </p:cNvSpPr>
          <p:nvPr/>
        </p:nvSpPr>
        <p:spPr>
          <a:xfrm xmlns:a="http://schemas.openxmlformats.org/drawingml/2006/main">
            <a:off x="1444011"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594E657F-9940-45ED-9B9A-8B36BC70FA34}"/>
              </a:ext>
            </a:extLst>
          </p:cNvPr>
          <p:cNvSpPr>
            <a:spLocks xmlns:a="http://schemas.openxmlformats.org/drawingml/2006/main" noGrp="1"/>
          </p:cNvSpPr>
          <p:nvPr/>
        </p:nvSpPr>
        <p:spPr>
          <a:xfrm xmlns:a="http://schemas.openxmlformats.org/drawingml/2006/main">
            <a:off x="1509700"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740FB5E2-2F1C-4AA3-86C7-96A72C054377}"/>
              </a:ext>
            </a:extLst>
          </p:cNvPr>
          <p:cNvSpPr>
            <a:spLocks xmlns:a="http://schemas.openxmlformats.org/drawingml/2006/main" noGrp="1"/>
          </p:cNvSpPr>
          <p:nvPr/>
        </p:nvSpPr>
        <p:spPr>
          <a:xfrm xmlns:a="http://schemas.openxmlformats.org/drawingml/2006/main">
            <a:off x="1575389"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5185A964-A95D-4AE1-BCA7-401471EFA52C}"/>
              </a:ext>
            </a:extLst>
          </p:cNvPr>
          <p:cNvSpPr>
            <a:spLocks xmlns:a="http://schemas.openxmlformats.org/drawingml/2006/main" noGrp="1"/>
          </p:cNvSpPr>
          <p:nvPr/>
        </p:nvSpPr>
        <p:spPr>
          <a:xfrm xmlns:a="http://schemas.openxmlformats.org/drawingml/2006/main">
            <a:off x="1641078"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3C674280-607A-4A23-AD36-BB07247A1422}"/>
              </a:ext>
            </a:extLst>
          </p:cNvPr>
          <p:cNvSpPr>
            <a:spLocks xmlns:a="http://schemas.openxmlformats.org/drawingml/2006/main" noGrp="1"/>
          </p:cNvSpPr>
          <p:nvPr/>
        </p:nvSpPr>
        <p:spPr>
          <a:xfrm xmlns:a="http://schemas.openxmlformats.org/drawingml/2006/main">
            <a:off x="1706767"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08D3FA10-8EC2-4333-8670-2D4058B74D79}"/>
              </a:ext>
            </a:extLst>
          </p:cNvPr>
          <p:cNvSpPr>
            <a:spLocks xmlns:a="http://schemas.openxmlformats.org/drawingml/2006/main" noGrp="1"/>
          </p:cNvSpPr>
          <p:nvPr/>
        </p:nvSpPr>
        <p:spPr>
          <a:xfrm xmlns:a="http://schemas.openxmlformats.org/drawingml/2006/main">
            <a:off x="1772456"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9E3F2763-B69F-486A-B711-27E478CFCABF}"/>
              </a:ext>
            </a:extLst>
          </p:cNvPr>
          <p:cNvSpPr>
            <a:spLocks xmlns:a="http://schemas.openxmlformats.org/drawingml/2006/main" noGrp="1"/>
          </p:cNvSpPr>
          <p:nvPr/>
        </p:nvSpPr>
        <p:spPr>
          <a:xfrm xmlns:a="http://schemas.openxmlformats.org/drawingml/2006/main">
            <a:off x="1838145"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EA97A6A7-EB19-435D-9254-F486CFCEB79B}"/>
              </a:ext>
            </a:extLst>
          </p:cNvPr>
          <p:cNvSpPr>
            <a:spLocks xmlns:a="http://schemas.openxmlformats.org/drawingml/2006/main" noGrp="1"/>
          </p:cNvSpPr>
          <p:nvPr/>
        </p:nvSpPr>
        <p:spPr>
          <a:xfrm xmlns:a="http://schemas.openxmlformats.org/drawingml/2006/main">
            <a:off x="190383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3489C02A-E054-48BC-8592-59AECD7700F7}"/>
              </a:ext>
            </a:extLst>
          </p:cNvPr>
          <p:cNvSpPr>
            <a:spLocks xmlns:a="http://schemas.openxmlformats.org/drawingml/2006/main" noGrp="1"/>
          </p:cNvSpPr>
          <p:nvPr/>
        </p:nvSpPr>
        <p:spPr>
          <a:xfrm xmlns:a="http://schemas.openxmlformats.org/drawingml/2006/main">
            <a:off x="196952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61751C50-9C2E-4781-95D0-30043D6F02ED}"/>
              </a:ext>
            </a:extLst>
          </p:cNvPr>
          <p:cNvSpPr>
            <a:spLocks xmlns:a="http://schemas.openxmlformats.org/drawingml/2006/main" noGrp="1"/>
          </p:cNvSpPr>
          <p:nvPr/>
        </p:nvSpPr>
        <p:spPr>
          <a:xfrm xmlns:a="http://schemas.openxmlformats.org/drawingml/2006/main">
            <a:off x="2035213"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77059604-54CD-4970-A305-74CADE5257B8}"/>
              </a:ext>
            </a:extLst>
          </p:cNvPr>
          <p:cNvSpPr>
            <a:spLocks xmlns:a="http://schemas.openxmlformats.org/drawingml/2006/main" noGrp="1"/>
          </p:cNvSpPr>
          <p:nvPr/>
        </p:nvSpPr>
        <p:spPr>
          <a:xfrm xmlns:a="http://schemas.openxmlformats.org/drawingml/2006/main">
            <a:off x="2100902"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5B135572-8B9B-4E6E-8D32-A1D53191AA81}"/>
              </a:ext>
            </a:extLst>
          </p:cNvPr>
          <p:cNvSpPr>
            <a:spLocks xmlns:a="http://schemas.openxmlformats.org/drawingml/2006/main" noGrp="1"/>
          </p:cNvSpPr>
          <p:nvPr/>
        </p:nvSpPr>
        <p:spPr>
          <a:xfrm xmlns:a="http://schemas.openxmlformats.org/drawingml/2006/main">
            <a:off x="2166591"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D652F61F-F135-404C-87AF-CF62C1C9FFCA}"/>
              </a:ext>
            </a:extLst>
          </p:cNvPr>
          <p:cNvSpPr>
            <a:spLocks xmlns:a="http://schemas.openxmlformats.org/drawingml/2006/main" noGrp="1"/>
          </p:cNvSpPr>
          <p:nvPr/>
        </p:nvSpPr>
        <p:spPr>
          <a:xfrm xmlns:a="http://schemas.openxmlformats.org/drawingml/2006/main">
            <a:off x="2232280"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2EFA1926-E1C8-4AE7-8399-77034BB6B6B4}"/>
              </a:ext>
            </a:extLst>
          </p:cNvPr>
          <p:cNvSpPr>
            <a:spLocks xmlns:a="http://schemas.openxmlformats.org/drawingml/2006/main" noGrp="1"/>
          </p:cNvSpPr>
          <p:nvPr/>
        </p:nvSpPr>
        <p:spPr>
          <a:xfrm xmlns:a="http://schemas.openxmlformats.org/drawingml/2006/main">
            <a:off x="2297969"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E16BBCDB-367E-40F6-B1FB-06B8554E5669}"/>
              </a:ext>
            </a:extLst>
          </p:cNvPr>
          <p:cNvSpPr>
            <a:spLocks xmlns:a="http://schemas.openxmlformats.org/drawingml/2006/main" noGrp="1"/>
          </p:cNvSpPr>
          <p:nvPr/>
        </p:nvSpPr>
        <p:spPr>
          <a:xfrm xmlns:a="http://schemas.openxmlformats.org/drawingml/2006/main">
            <a:off x="2363658"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97E02D5B-5630-4E29-8510-996CEACC2455}"/>
              </a:ext>
            </a:extLst>
          </p:cNvPr>
          <p:cNvSpPr>
            <a:spLocks xmlns:a="http://schemas.openxmlformats.org/drawingml/2006/main" noGrp="1"/>
          </p:cNvSpPr>
          <p:nvPr/>
        </p:nvSpPr>
        <p:spPr>
          <a:xfrm xmlns:a="http://schemas.openxmlformats.org/drawingml/2006/main">
            <a:off x="2429347"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2E1D5A8D-74C6-42DB-9641-EE0E2B752CAD}"/>
              </a:ext>
            </a:extLst>
          </p:cNvPr>
          <p:cNvSpPr>
            <a:spLocks xmlns:a="http://schemas.openxmlformats.org/drawingml/2006/main" noGrp="1"/>
          </p:cNvSpPr>
          <p:nvPr/>
        </p:nvSpPr>
        <p:spPr>
          <a:xfrm xmlns:a="http://schemas.openxmlformats.org/drawingml/2006/main">
            <a:off x="2495036"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9015A909-9911-4C2B-982E-00AFEB114E89}"/>
              </a:ext>
            </a:extLst>
          </p:cNvPr>
          <p:cNvSpPr>
            <a:spLocks xmlns:a="http://schemas.openxmlformats.org/drawingml/2006/main" noGrp="1"/>
          </p:cNvSpPr>
          <p:nvPr/>
        </p:nvSpPr>
        <p:spPr>
          <a:xfrm xmlns:a="http://schemas.openxmlformats.org/drawingml/2006/main">
            <a:off x="2560725"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8550AC58-7E37-4C15-BCA2-4076E7FF9576}"/>
              </a:ext>
            </a:extLst>
          </p:cNvPr>
          <p:cNvSpPr>
            <a:spLocks xmlns:a="http://schemas.openxmlformats.org/drawingml/2006/main" noGrp="1"/>
          </p:cNvSpPr>
          <p:nvPr/>
        </p:nvSpPr>
        <p:spPr>
          <a:xfrm xmlns:a="http://schemas.openxmlformats.org/drawingml/2006/main">
            <a:off x="262641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ACDCEE31-BA79-438F-89C7-13D1DBC886C0}"/>
              </a:ext>
            </a:extLst>
          </p:cNvPr>
          <p:cNvSpPr>
            <a:spLocks xmlns:a="http://schemas.openxmlformats.org/drawingml/2006/main" noGrp="1"/>
          </p:cNvSpPr>
          <p:nvPr/>
        </p:nvSpPr>
        <p:spPr>
          <a:xfrm xmlns:a="http://schemas.openxmlformats.org/drawingml/2006/main">
            <a:off x="2692103"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2E5B1F92-3904-419A-8A27-26719721D7E8}"/>
              </a:ext>
            </a:extLst>
          </p:cNvPr>
          <p:cNvSpPr>
            <a:spLocks xmlns:a="http://schemas.openxmlformats.org/drawingml/2006/main" noGrp="1"/>
          </p:cNvSpPr>
          <p:nvPr/>
        </p:nvSpPr>
        <p:spPr>
          <a:xfrm xmlns:a="http://schemas.openxmlformats.org/drawingml/2006/main">
            <a:off x="2757792"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DE79026E-E9AF-49AD-AADD-5E4E935C6BEF}"/>
              </a:ext>
            </a:extLst>
          </p:cNvPr>
          <p:cNvSpPr>
            <a:spLocks xmlns:a="http://schemas.openxmlformats.org/drawingml/2006/main" noGrp="1"/>
          </p:cNvSpPr>
          <p:nvPr/>
        </p:nvSpPr>
        <p:spPr>
          <a:xfrm xmlns:a="http://schemas.openxmlformats.org/drawingml/2006/main">
            <a:off x="2823481"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AC8AA256-62ED-45D1-87DD-845F8DEAA0E7}"/>
              </a:ext>
            </a:extLst>
          </p:cNvPr>
          <p:cNvSpPr>
            <a:spLocks xmlns:a="http://schemas.openxmlformats.org/drawingml/2006/main" noGrp="1"/>
          </p:cNvSpPr>
          <p:nvPr/>
        </p:nvSpPr>
        <p:spPr>
          <a:xfrm xmlns:a="http://schemas.openxmlformats.org/drawingml/2006/main">
            <a:off x="2889170"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9B2A6DA2-705E-409E-8725-75CE93C795C3}"/>
              </a:ext>
            </a:extLst>
          </p:cNvPr>
          <p:cNvSpPr>
            <a:spLocks xmlns:a="http://schemas.openxmlformats.org/drawingml/2006/main" noGrp="1"/>
          </p:cNvSpPr>
          <p:nvPr/>
        </p:nvSpPr>
        <p:spPr>
          <a:xfrm xmlns:a="http://schemas.openxmlformats.org/drawingml/2006/main">
            <a:off x="2954859"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B94FCE08-25D9-40BF-B768-FE351BCF67A2}"/>
              </a:ext>
            </a:extLst>
          </p:cNvPr>
          <p:cNvSpPr>
            <a:spLocks xmlns:a="http://schemas.openxmlformats.org/drawingml/2006/main" noGrp="1"/>
          </p:cNvSpPr>
          <p:nvPr/>
        </p:nvSpPr>
        <p:spPr>
          <a:xfrm xmlns:a="http://schemas.openxmlformats.org/drawingml/2006/main">
            <a:off x="3020548"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52268AD4-8EA0-41C0-BF4C-20B3E5211483}"/>
              </a:ext>
            </a:extLst>
          </p:cNvPr>
          <p:cNvSpPr>
            <a:spLocks xmlns:a="http://schemas.openxmlformats.org/drawingml/2006/main" noGrp="1"/>
          </p:cNvSpPr>
          <p:nvPr/>
        </p:nvSpPr>
        <p:spPr>
          <a:xfrm xmlns:a="http://schemas.openxmlformats.org/drawingml/2006/main">
            <a:off x="3086237"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B16F7C99-283D-41B9-AE92-9D377A525D53}"/>
              </a:ext>
            </a:extLst>
          </p:cNvPr>
          <p:cNvSpPr>
            <a:spLocks xmlns:a="http://schemas.openxmlformats.org/drawingml/2006/main" noGrp="1"/>
          </p:cNvSpPr>
          <p:nvPr/>
        </p:nvSpPr>
        <p:spPr>
          <a:xfrm xmlns:a="http://schemas.openxmlformats.org/drawingml/2006/main">
            <a:off x="3151926"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3257A71D-8FDE-4BBD-B44A-5DC1D46AAF86}"/>
              </a:ext>
            </a:extLst>
          </p:cNvPr>
          <p:cNvSpPr>
            <a:spLocks xmlns:a="http://schemas.openxmlformats.org/drawingml/2006/main" noGrp="1"/>
          </p:cNvSpPr>
          <p:nvPr/>
        </p:nvSpPr>
        <p:spPr>
          <a:xfrm xmlns:a="http://schemas.openxmlformats.org/drawingml/2006/main">
            <a:off x="3217615"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0E707D80-6686-45FE-BD8D-F2D0A06E075E}"/>
              </a:ext>
            </a:extLst>
          </p:cNvPr>
          <p:cNvSpPr>
            <a:spLocks xmlns:a="http://schemas.openxmlformats.org/drawingml/2006/main" noGrp="1"/>
          </p:cNvSpPr>
          <p:nvPr/>
        </p:nvSpPr>
        <p:spPr>
          <a:xfrm xmlns:a="http://schemas.openxmlformats.org/drawingml/2006/main">
            <a:off x="328330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BE9896BB-314B-4307-965C-599DE792E30E}"/>
              </a:ext>
            </a:extLst>
          </p:cNvPr>
          <p:cNvSpPr>
            <a:spLocks xmlns:a="http://schemas.openxmlformats.org/drawingml/2006/main" noGrp="1"/>
          </p:cNvSpPr>
          <p:nvPr/>
        </p:nvSpPr>
        <p:spPr>
          <a:xfrm xmlns:a="http://schemas.openxmlformats.org/drawingml/2006/main">
            <a:off x="3348993"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1650E901-1B35-4128-9B9F-870E01C1C332}"/>
              </a:ext>
            </a:extLst>
          </p:cNvPr>
          <p:cNvSpPr>
            <a:spLocks xmlns:a="http://schemas.openxmlformats.org/drawingml/2006/main" noGrp="1"/>
          </p:cNvSpPr>
          <p:nvPr/>
        </p:nvSpPr>
        <p:spPr>
          <a:xfrm xmlns:a="http://schemas.openxmlformats.org/drawingml/2006/main">
            <a:off x="3414682"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6AB907E9-B62E-4776-B2ED-39140625867E}"/>
              </a:ext>
            </a:extLst>
          </p:cNvPr>
          <p:cNvSpPr>
            <a:spLocks xmlns:a="http://schemas.openxmlformats.org/drawingml/2006/main" noGrp="1"/>
          </p:cNvSpPr>
          <p:nvPr/>
        </p:nvSpPr>
        <p:spPr>
          <a:xfrm xmlns:a="http://schemas.openxmlformats.org/drawingml/2006/main">
            <a:off x="3480371"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555A9D74-4AEE-4401-924F-9B213FCC3785}"/>
              </a:ext>
            </a:extLst>
          </p:cNvPr>
          <p:cNvSpPr>
            <a:spLocks xmlns:a="http://schemas.openxmlformats.org/drawingml/2006/main" noGrp="1"/>
          </p:cNvSpPr>
          <p:nvPr/>
        </p:nvSpPr>
        <p:spPr>
          <a:xfrm xmlns:a="http://schemas.openxmlformats.org/drawingml/2006/main">
            <a:off x="3546060"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2191BC56-5854-4100-94A7-3CCE765B48FB}"/>
              </a:ext>
            </a:extLst>
          </p:cNvPr>
          <p:cNvSpPr>
            <a:spLocks xmlns:a="http://schemas.openxmlformats.org/drawingml/2006/main" noGrp="1"/>
          </p:cNvSpPr>
          <p:nvPr/>
        </p:nvSpPr>
        <p:spPr>
          <a:xfrm xmlns:a="http://schemas.openxmlformats.org/drawingml/2006/main">
            <a:off x="3611749"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951E3181-2392-4A05-80B2-BFFB22AFB47D}"/>
              </a:ext>
            </a:extLst>
          </p:cNvPr>
          <p:cNvSpPr>
            <a:spLocks xmlns:a="http://schemas.openxmlformats.org/drawingml/2006/main" noGrp="1"/>
          </p:cNvSpPr>
          <p:nvPr/>
        </p:nvSpPr>
        <p:spPr>
          <a:xfrm xmlns:a="http://schemas.openxmlformats.org/drawingml/2006/main">
            <a:off x="3677438"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0CD77CF2-2D5E-420C-9123-F1E766014601}"/>
              </a:ext>
            </a:extLst>
          </p:cNvPr>
          <p:cNvSpPr>
            <a:spLocks xmlns:a="http://schemas.openxmlformats.org/drawingml/2006/main" noGrp="1"/>
          </p:cNvSpPr>
          <p:nvPr/>
        </p:nvSpPr>
        <p:spPr>
          <a:xfrm xmlns:a="http://schemas.openxmlformats.org/drawingml/2006/main">
            <a:off x="3743127"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62EB174C-15DA-4699-B7DA-A69637F3B2B2}"/>
              </a:ext>
            </a:extLst>
          </p:cNvPr>
          <p:cNvSpPr>
            <a:spLocks xmlns:a="http://schemas.openxmlformats.org/drawingml/2006/main" noGrp="1"/>
          </p:cNvSpPr>
          <p:nvPr/>
        </p:nvSpPr>
        <p:spPr>
          <a:xfrm xmlns:a="http://schemas.openxmlformats.org/drawingml/2006/main">
            <a:off x="3808816"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FE11E375-1AD8-43EC-996F-F341DB398934}"/>
              </a:ext>
            </a:extLst>
          </p:cNvPr>
          <p:cNvSpPr>
            <a:spLocks xmlns:a="http://schemas.openxmlformats.org/drawingml/2006/main" noGrp="1"/>
          </p:cNvSpPr>
          <p:nvPr/>
        </p:nvSpPr>
        <p:spPr>
          <a:xfrm xmlns:a="http://schemas.openxmlformats.org/drawingml/2006/main">
            <a:off x="3874505"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4342F434-6225-4216-A9C8-7425F7B2BC58}"/>
              </a:ext>
            </a:extLst>
          </p:cNvPr>
          <p:cNvSpPr>
            <a:spLocks xmlns:a="http://schemas.openxmlformats.org/drawingml/2006/main" noGrp="1"/>
          </p:cNvSpPr>
          <p:nvPr/>
        </p:nvSpPr>
        <p:spPr>
          <a:xfrm xmlns:a="http://schemas.openxmlformats.org/drawingml/2006/main">
            <a:off x="394019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2F151841-1E82-45D0-BD3D-21C5D13C03FE}"/>
              </a:ext>
            </a:extLst>
          </p:cNvPr>
          <p:cNvSpPr>
            <a:spLocks xmlns:a="http://schemas.openxmlformats.org/drawingml/2006/main" noGrp="1"/>
          </p:cNvSpPr>
          <p:nvPr/>
        </p:nvSpPr>
        <p:spPr>
          <a:xfrm xmlns:a="http://schemas.openxmlformats.org/drawingml/2006/main">
            <a:off x="4005883"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83056E59-4286-4EF9-9A13-43DF1C5BC375}"/>
              </a:ext>
            </a:extLst>
          </p:cNvPr>
          <p:cNvSpPr>
            <a:spLocks xmlns:a="http://schemas.openxmlformats.org/drawingml/2006/main" noGrp="1"/>
          </p:cNvSpPr>
          <p:nvPr/>
        </p:nvSpPr>
        <p:spPr>
          <a:xfrm xmlns:a="http://schemas.openxmlformats.org/drawingml/2006/main">
            <a:off x="4071572"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0182390B-04DF-4029-9361-06359B9079DC}"/>
              </a:ext>
            </a:extLst>
          </p:cNvPr>
          <p:cNvSpPr>
            <a:spLocks xmlns:a="http://schemas.openxmlformats.org/drawingml/2006/main" noGrp="1"/>
          </p:cNvSpPr>
          <p:nvPr/>
        </p:nvSpPr>
        <p:spPr>
          <a:xfrm xmlns:a="http://schemas.openxmlformats.org/drawingml/2006/main">
            <a:off x="1312633"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1A645F71-EEED-4C7D-B5C5-E53C917E18D3}"/>
              </a:ext>
            </a:extLst>
          </p:cNvPr>
          <p:cNvSpPr>
            <a:spLocks xmlns:a="http://schemas.openxmlformats.org/drawingml/2006/main" noGrp="1"/>
          </p:cNvSpPr>
          <p:nvPr/>
        </p:nvSpPr>
        <p:spPr>
          <a:xfrm xmlns:a="http://schemas.openxmlformats.org/drawingml/2006/main">
            <a:off x="1378322"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13E54E12-C8EF-47C3-9E40-0AC4C6B4ADC7}"/>
              </a:ext>
            </a:extLst>
          </p:cNvPr>
          <p:cNvSpPr>
            <a:spLocks xmlns:a="http://schemas.openxmlformats.org/drawingml/2006/main" noGrp="1"/>
          </p:cNvSpPr>
          <p:nvPr/>
        </p:nvSpPr>
        <p:spPr>
          <a:xfrm xmlns:a="http://schemas.openxmlformats.org/drawingml/2006/main">
            <a:off x="1444011"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3A386561-C009-49BA-AF77-2F2F557A7165}"/>
              </a:ext>
            </a:extLst>
          </p:cNvPr>
          <p:cNvSpPr>
            <a:spLocks xmlns:a="http://schemas.openxmlformats.org/drawingml/2006/main" noGrp="1"/>
          </p:cNvSpPr>
          <p:nvPr/>
        </p:nvSpPr>
        <p:spPr>
          <a:xfrm xmlns:a="http://schemas.openxmlformats.org/drawingml/2006/main">
            <a:off x="1509700"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3AFC211B-28B3-41EC-B874-06B6F9408125}"/>
              </a:ext>
            </a:extLst>
          </p:cNvPr>
          <p:cNvSpPr>
            <a:spLocks xmlns:a="http://schemas.openxmlformats.org/drawingml/2006/main" noGrp="1"/>
          </p:cNvSpPr>
          <p:nvPr/>
        </p:nvSpPr>
        <p:spPr>
          <a:xfrm xmlns:a="http://schemas.openxmlformats.org/drawingml/2006/main">
            <a:off x="1575389"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F259D5B6-C9A0-4438-9A5B-5E7078D5A1A8}"/>
              </a:ext>
            </a:extLst>
          </p:cNvPr>
          <p:cNvSpPr>
            <a:spLocks xmlns:a="http://schemas.openxmlformats.org/drawingml/2006/main" noGrp="1"/>
          </p:cNvSpPr>
          <p:nvPr/>
        </p:nvSpPr>
        <p:spPr>
          <a:xfrm xmlns:a="http://schemas.openxmlformats.org/drawingml/2006/main">
            <a:off x="1641078"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38846271-4017-4D33-863D-FC8FD7D794F1}"/>
              </a:ext>
            </a:extLst>
          </p:cNvPr>
          <p:cNvSpPr>
            <a:spLocks xmlns:a="http://schemas.openxmlformats.org/drawingml/2006/main" noGrp="1"/>
          </p:cNvSpPr>
          <p:nvPr/>
        </p:nvSpPr>
        <p:spPr>
          <a:xfrm xmlns:a="http://schemas.openxmlformats.org/drawingml/2006/main">
            <a:off x="1706767"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8DB28DDC-ACC3-476A-8BA7-0AEE222C3887}"/>
              </a:ext>
            </a:extLst>
          </p:cNvPr>
          <p:cNvSpPr>
            <a:spLocks xmlns:a="http://schemas.openxmlformats.org/drawingml/2006/main" noGrp="1"/>
          </p:cNvSpPr>
          <p:nvPr/>
        </p:nvSpPr>
        <p:spPr>
          <a:xfrm xmlns:a="http://schemas.openxmlformats.org/drawingml/2006/main">
            <a:off x="1772456"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1DD0993F-6AF0-4BB0-A9B8-60B2FA1DC642}"/>
              </a:ext>
            </a:extLst>
          </p:cNvPr>
          <p:cNvSpPr>
            <a:spLocks xmlns:a="http://schemas.openxmlformats.org/drawingml/2006/main" noGrp="1"/>
          </p:cNvSpPr>
          <p:nvPr/>
        </p:nvSpPr>
        <p:spPr>
          <a:xfrm xmlns:a="http://schemas.openxmlformats.org/drawingml/2006/main">
            <a:off x="1838145"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F7C0FB3A-2352-4C2E-BCBE-59E4A5B0C938}"/>
              </a:ext>
            </a:extLst>
          </p:cNvPr>
          <p:cNvSpPr>
            <a:spLocks xmlns:a="http://schemas.openxmlformats.org/drawingml/2006/main" noGrp="1"/>
          </p:cNvSpPr>
          <p:nvPr/>
        </p:nvSpPr>
        <p:spPr>
          <a:xfrm xmlns:a="http://schemas.openxmlformats.org/drawingml/2006/main">
            <a:off x="1903834"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3BF3A083-5AAE-4040-8CA1-49A7D0F9B45D}"/>
              </a:ext>
            </a:extLst>
          </p:cNvPr>
          <p:cNvSpPr>
            <a:spLocks xmlns:a="http://schemas.openxmlformats.org/drawingml/2006/main" noGrp="1"/>
          </p:cNvSpPr>
          <p:nvPr/>
        </p:nvSpPr>
        <p:spPr>
          <a:xfrm xmlns:a="http://schemas.openxmlformats.org/drawingml/2006/main">
            <a:off x="1969524"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7A5E324B-6FF0-402F-85B6-D2A8FEC31F00}"/>
              </a:ext>
            </a:extLst>
          </p:cNvPr>
          <p:cNvSpPr>
            <a:spLocks xmlns:a="http://schemas.openxmlformats.org/drawingml/2006/main" noGrp="1"/>
          </p:cNvSpPr>
          <p:nvPr/>
        </p:nvSpPr>
        <p:spPr>
          <a:xfrm xmlns:a="http://schemas.openxmlformats.org/drawingml/2006/main">
            <a:off x="2035213"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C6038AE1-8C84-445E-9B43-7A1426862E52}"/>
              </a:ext>
            </a:extLst>
          </p:cNvPr>
          <p:cNvSpPr>
            <a:spLocks xmlns:a="http://schemas.openxmlformats.org/drawingml/2006/main" noGrp="1"/>
          </p:cNvSpPr>
          <p:nvPr/>
        </p:nvSpPr>
        <p:spPr>
          <a:xfrm xmlns:a="http://schemas.openxmlformats.org/drawingml/2006/main">
            <a:off x="2100902"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7C25F3E7-FCEA-4E03-9ABC-D5C014490734}"/>
              </a:ext>
            </a:extLst>
          </p:cNvPr>
          <p:cNvSpPr>
            <a:spLocks xmlns:a="http://schemas.openxmlformats.org/drawingml/2006/main" noGrp="1"/>
          </p:cNvSpPr>
          <p:nvPr/>
        </p:nvSpPr>
        <p:spPr>
          <a:xfrm xmlns:a="http://schemas.openxmlformats.org/drawingml/2006/main">
            <a:off x="2166591"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6B21B30A-3952-4C2E-8FEF-E8C68942E3D0}"/>
              </a:ext>
            </a:extLst>
          </p:cNvPr>
          <p:cNvSpPr>
            <a:spLocks xmlns:a="http://schemas.openxmlformats.org/drawingml/2006/main" noGrp="1"/>
          </p:cNvSpPr>
          <p:nvPr/>
        </p:nvSpPr>
        <p:spPr>
          <a:xfrm xmlns:a="http://schemas.openxmlformats.org/drawingml/2006/main">
            <a:off x="2232280"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CC0A55E3-E6C4-4176-95D1-3A28EE2B6219}"/>
              </a:ext>
            </a:extLst>
          </p:cNvPr>
          <p:cNvSpPr>
            <a:spLocks xmlns:a="http://schemas.openxmlformats.org/drawingml/2006/main" noGrp="1"/>
          </p:cNvSpPr>
          <p:nvPr/>
        </p:nvSpPr>
        <p:spPr>
          <a:xfrm xmlns:a="http://schemas.openxmlformats.org/drawingml/2006/main">
            <a:off x="2297969"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E7B12704-1FDF-4EF2-9FE3-5A4BD13836BC}"/>
              </a:ext>
            </a:extLst>
          </p:cNvPr>
          <p:cNvSpPr>
            <a:spLocks xmlns:a="http://schemas.openxmlformats.org/drawingml/2006/main" noGrp="1"/>
          </p:cNvSpPr>
          <p:nvPr/>
        </p:nvSpPr>
        <p:spPr>
          <a:xfrm xmlns:a="http://schemas.openxmlformats.org/drawingml/2006/main">
            <a:off x="2363658"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C92B8B39-756C-49B3-B1F8-E94809005117}"/>
              </a:ext>
            </a:extLst>
          </p:cNvPr>
          <p:cNvSpPr>
            <a:spLocks xmlns:a="http://schemas.openxmlformats.org/drawingml/2006/main" noGrp="1"/>
          </p:cNvSpPr>
          <p:nvPr/>
        </p:nvSpPr>
        <p:spPr>
          <a:xfrm xmlns:a="http://schemas.openxmlformats.org/drawingml/2006/main">
            <a:off x="2429347"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7E251E4C-F73B-4D3F-90DB-D6C55EF6C3B2}"/>
              </a:ext>
            </a:extLst>
          </p:cNvPr>
          <p:cNvSpPr>
            <a:spLocks xmlns:a="http://schemas.openxmlformats.org/drawingml/2006/main" noGrp="1"/>
          </p:cNvSpPr>
          <p:nvPr/>
        </p:nvSpPr>
        <p:spPr>
          <a:xfrm xmlns:a="http://schemas.openxmlformats.org/drawingml/2006/main">
            <a:off x="2495036"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E292AF07-42FD-4EBF-BC47-5D57A72655E3}"/>
              </a:ext>
            </a:extLst>
          </p:cNvPr>
          <p:cNvSpPr>
            <a:spLocks xmlns:a="http://schemas.openxmlformats.org/drawingml/2006/main" noGrp="1"/>
          </p:cNvSpPr>
          <p:nvPr/>
        </p:nvSpPr>
        <p:spPr>
          <a:xfrm xmlns:a="http://schemas.openxmlformats.org/drawingml/2006/main">
            <a:off x="2560725"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CA312060-ABED-4504-AB98-4E98FFDAFF3A}"/>
              </a:ext>
            </a:extLst>
          </p:cNvPr>
          <p:cNvSpPr>
            <a:spLocks xmlns:a="http://schemas.openxmlformats.org/drawingml/2006/main" noGrp="1"/>
          </p:cNvSpPr>
          <p:nvPr/>
        </p:nvSpPr>
        <p:spPr>
          <a:xfrm xmlns:a="http://schemas.openxmlformats.org/drawingml/2006/main">
            <a:off x="2626414"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32707894-2AA3-4C04-8700-B2505F24FE95}"/>
              </a:ext>
            </a:extLst>
          </p:cNvPr>
          <p:cNvSpPr>
            <a:spLocks xmlns:a="http://schemas.openxmlformats.org/drawingml/2006/main" noGrp="1"/>
          </p:cNvSpPr>
          <p:nvPr/>
        </p:nvSpPr>
        <p:spPr>
          <a:xfrm xmlns:a="http://schemas.openxmlformats.org/drawingml/2006/main">
            <a:off x="2692103"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14E425B1-E051-46B9-90A6-FF10BE18BCB9}"/>
              </a:ext>
            </a:extLst>
          </p:cNvPr>
          <p:cNvSpPr>
            <a:spLocks xmlns:a="http://schemas.openxmlformats.org/drawingml/2006/main" noGrp="1"/>
          </p:cNvSpPr>
          <p:nvPr/>
        </p:nvSpPr>
        <p:spPr>
          <a:xfrm xmlns:a="http://schemas.openxmlformats.org/drawingml/2006/main">
            <a:off x="2757792"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48491FEC-4659-42FE-B569-687359709B40}"/>
              </a:ext>
            </a:extLst>
          </p:cNvPr>
          <p:cNvSpPr>
            <a:spLocks xmlns:a="http://schemas.openxmlformats.org/drawingml/2006/main" noGrp="1"/>
          </p:cNvSpPr>
          <p:nvPr/>
        </p:nvSpPr>
        <p:spPr>
          <a:xfrm xmlns:a="http://schemas.openxmlformats.org/drawingml/2006/main">
            <a:off x="2823481"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1EA235D7-5801-4B71-A228-7362C82C28BE}"/>
              </a:ext>
            </a:extLst>
          </p:cNvPr>
          <p:cNvSpPr>
            <a:spLocks xmlns:a="http://schemas.openxmlformats.org/drawingml/2006/main" noGrp="1"/>
          </p:cNvSpPr>
          <p:nvPr/>
        </p:nvSpPr>
        <p:spPr>
          <a:xfrm xmlns:a="http://schemas.openxmlformats.org/drawingml/2006/main">
            <a:off x="2889170"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372923F2-56F7-4911-8D7F-BDC15921DD60}"/>
              </a:ext>
            </a:extLst>
          </p:cNvPr>
          <p:cNvSpPr>
            <a:spLocks xmlns:a="http://schemas.openxmlformats.org/drawingml/2006/main" noGrp="1"/>
          </p:cNvSpPr>
          <p:nvPr/>
        </p:nvSpPr>
        <p:spPr>
          <a:xfrm xmlns:a="http://schemas.openxmlformats.org/drawingml/2006/main">
            <a:off x="2954859"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0D45EE25-08C0-4365-B5AC-F6B001F109F7}"/>
              </a:ext>
            </a:extLst>
          </p:cNvPr>
          <p:cNvSpPr>
            <a:spLocks xmlns:a="http://schemas.openxmlformats.org/drawingml/2006/main" noGrp="1"/>
          </p:cNvSpPr>
          <p:nvPr/>
        </p:nvSpPr>
        <p:spPr>
          <a:xfrm xmlns:a="http://schemas.openxmlformats.org/drawingml/2006/main">
            <a:off x="3020548"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BA583C1F-FD08-42CB-97E5-A7BA9BDDB90F}"/>
              </a:ext>
            </a:extLst>
          </p:cNvPr>
          <p:cNvSpPr>
            <a:spLocks xmlns:a="http://schemas.openxmlformats.org/drawingml/2006/main" noGrp="1"/>
          </p:cNvSpPr>
          <p:nvPr/>
        </p:nvSpPr>
        <p:spPr>
          <a:xfrm xmlns:a="http://schemas.openxmlformats.org/drawingml/2006/main">
            <a:off x="3086237"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06199F06-3F79-47CB-90C9-C3A1304539D2}"/>
              </a:ext>
            </a:extLst>
          </p:cNvPr>
          <p:cNvSpPr>
            <a:spLocks xmlns:a="http://schemas.openxmlformats.org/drawingml/2006/main" noGrp="1"/>
          </p:cNvSpPr>
          <p:nvPr/>
        </p:nvSpPr>
        <p:spPr>
          <a:xfrm xmlns:a="http://schemas.openxmlformats.org/drawingml/2006/main">
            <a:off x="3151926"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27FB27CD-7EF4-477E-AF8D-5B39E2C773FF}"/>
              </a:ext>
            </a:extLst>
          </p:cNvPr>
          <p:cNvSpPr>
            <a:spLocks xmlns:a="http://schemas.openxmlformats.org/drawingml/2006/main" noGrp="1"/>
          </p:cNvSpPr>
          <p:nvPr/>
        </p:nvSpPr>
        <p:spPr>
          <a:xfrm xmlns:a="http://schemas.openxmlformats.org/drawingml/2006/main">
            <a:off x="3217615"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4387B82B-DC9E-4012-8FC0-3FC8C3810371}"/>
              </a:ext>
            </a:extLst>
          </p:cNvPr>
          <p:cNvSpPr>
            <a:spLocks xmlns:a="http://schemas.openxmlformats.org/drawingml/2006/main" noGrp="1"/>
          </p:cNvSpPr>
          <p:nvPr/>
        </p:nvSpPr>
        <p:spPr>
          <a:xfrm xmlns:a="http://schemas.openxmlformats.org/drawingml/2006/main">
            <a:off x="3283304"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0CB95AF4-CC9C-427A-89BB-293D1CFA15E0}"/>
              </a:ext>
            </a:extLst>
          </p:cNvPr>
          <p:cNvSpPr>
            <a:spLocks xmlns:a="http://schemas.openxmlformats.org/drawingml/2006/main" noGrp="1"/>
          </p:cNvSpPr>
          <p:nvPr/>
        </p:nvSpPr>
        <p:spPr>
          <a:xfrm xmlns:a="http://schemas.openxmlformats.org/drawingml/2006/main">
            <a:off x="3348993"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8F1FF9CA-D4BA-43A4-AC94-AE811D818171}"/>
              </a:ext>
            </a:extLst>
          </p:cNvPr>
          <p:cNvSpPr>
            <a:spLocks xmlns:a="http://schemas.openxmlformats.org/drawingml/2006/main" noGrp="1"/>
          </p:cNvSpPr>
          <p:nvPr/>
        </p:nvSpPr>
        <p:spPr>
          <a:xfrm xmlns:a="http://schemas.openxmlformats.org/drawingml/2006/main">
            <a:off x="3414682"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EC618FA0-8A45-4EB4-93D7-37FA6F8EC820}"/>
              </a:ext>
            </a:extLst>
          </p:cNvPr>
          <p:cNvSpPr>
            <a:spLocks xmlns:a="http://schemas.openxmlformats.org/drawingml/2006/main" noGrp="1"/>
          </p:cNvSpPr>
          <p:nvPr/>
        </p:nvSpPr>
        <p:spPr>
          <a:xfrm xmlns:a="http://schemas.openxmlformats.org/drawingml/2006/main">
            <a:off x="3480371"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5BB5D10E-4C18-4E30-877B-E02F1D8C7A7E}"/>
              </a:ext>
            </a:extLst>
          </p:cNvPr>
          <p:cNvSpPr>
            <a:spLocks xmlns:a="http://schemas.openxmlformats.org/drawingml/2006/main" noGrp="1"/>
          </p:cNvSpPr>
          <p:nvPr/>
        </p:nvSpPr>
        <p:spPr>
          <a:xfrm xmlns:a="http://schemas.openxmlformats.org/drawingml/2006/main">
            <a:off x="3546060"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5CF3A535-7B92-44CF-A9B7-ECC9742E658A}"/>
              </a:ext>
            </a:extLst>
          </p:cNvPr>
          <p:cNvSpPr>
            <a:spLocks xmlns:a="http://schemas.openxmlformats.org/drawingml/2006/main" noGrp="1"/>
          </p:cNvSpPr>
          <p:nvPr/>
        </p:nvSpPr>
        <p:spPr>
          <a:xfrm xmlns:a="http://schemas.openxmlformats.org/drawingml/2006/main">
            <a:off x="3611749"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98495CF1-B39B-4361-8A32-40F08EEC22E6}"/>
              </a:ext>
            </a:extLst>
          </p:cNvPr>
          <p:cNvSpPr>
            <a:spLocks xmlns:a="http://schemas.openxmlformats.org/drawingml/2006/main" noGrp="1"/>
          </p:cNvSpPr>
          <p:nvPr/>
        </p:nvSpPr>
        <p:spPr>
          <a:xfrm xmlns:a="http://schemas.openxmlformats.org/drawingml/2006/main">
            <a:off x="3677438"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403C98F6-EFB7-4938-922D-28A7D2F6BD10}"/>
              </a:ext>
            </a:extLst>
          </p:cNvPr>
          <p:cNvSpPr>
            <a:spLocks xmlns:a="http://schemas.openxmlformats.org/drawingml/2006/main" noGrp="1"/>
          </p:cNvSpPr>
          <p:nvPr/>
        </p:nvSpPr>
        <p:spPr>
          <a:xfrm xmlns:a="http://schemas.openxmlformats.org/drawingml/2006/main">
            <a:off x="3743127"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BF6EE861-B82B-4A84-858E-A16503547C98}"/>
              </a:ext>
            </a:extLst>
          </p:cNvPr>
          <p:cNvSpPr>
            <a:spLocks xmlns:a="http://schemas.openxmlformats.org/drawingml/2006/main" noGrp="1"/>
          </p:cNvSpPr>
          <p:nvPr/>
        </p:nvSpPr>
        <p:spPr>
          <a:xfrm xmlns:a="http://schemas.openxmlformats.org/drawingml/2006/main">
            <a:off x="3808816"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4EF7AA4B-9C23-44B0-8608-5BC9A8B3292D}"/>
              </a:ext>
            </a:extLst>
          </p:cNvPr>
          <p:cNvSpPr>
            <a:spLocks xmlns:a="http://schemas.openxmlformats.org/drawingml/2006/main" noGrp="1"/>
          </p:cNvSpPr>
          <p:nvPr/>
        </p:nvSpPr>
        <p:spPr>
          <a:xfrm xmlns:a="http://schemas.openxmlformats.org/drawingml/2006/main">
            <a:off x="3874505"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B5EEF3A3-B34E-4587-B528-ECF2B9920754}"/>
              </a:ext>
            </a:extLst>
          </p:cNvPr>
          <p:cNvSpPr>
            <a:spLocks xmlns:a="http://schemas.openxmlformats.org/drawingml/2006/main" noGrp="1"/>
          </p:cNvSpPr>
          <p:nvPr/>
        </p:nvSpPr>
        <p:spPr>
          <a:xfrm xmlns:a="http://schemas.openxmlformats.org/drawingml/2006/main">
            <a:off x="3940194"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E82E36E6-9A58-4360-BD7B-1BB6ACABF8F9}"/>
              </a:ext>
            </a:extLst>
          </p:cNvPr>
          <p:cNvSpPr>
            <a:spLocks xmlns:a="http://schemas.openxmlformats.org/drawingml/2006/main" noGrp="1"/>
          </p:cNvSpPr>
          <p:nvPr/>
        </p:nvSpPr>
        <p:spPr>
          <a:xfrm xmlns:a="http://schemas.openxmlformats.org/drawingml/2006/main">
            <a:off x="4005883"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2F608FD2-7893-491A-9AF2-8923277D0B2C}"/>
              </a:ext>
            </a:extLst>
          </p:cNvPr>
          <p:cNvSpPr>
            <a:spLocks xmlns:a="http://schemas.openxmlformats.org/drawingml/2006/main" noGrp="1"/>
          </p:cNvSpPr>
          <p:nvPr/>
        </p:nvSpPr>
        <p:spPr>
          <a:xfrm xmlns:a="http://schemas.openxmlformats.org/drawingml/2006/main">
            <a:off x="4071572"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EB5BF83B-2C0C-49A1-AFE9-39766050D0B7}"/>
              </a:ext>
            </a:extLst>
          </p:cNvPr>
          <p:cNvSpPr>
            <a:spLocks xmlns:a="http://schemas.openxmlformats.org/drawingml/2006/main" noGrp="1"/>
          </p:cNvSpPr>
          <p:nvPr/>
        </p:nvSpPr>
        <p:spPr>
          <a:xfrm xmlns:a="http://schemas.openxmlformats.org/drawingml/2006/main">
            <a:off x="4137261"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1E3BD0C6-55D5-4A7B-9546-D268C65FF443}"/>
              </a:ext>
            </a:extLst>
          </p:cNvPr>
          <p:cNvSpPr>
            <a:spLocks xmlns:a="http://schemas.openxmlformats.org/drawingml/2006/main" noGrp="1"/>
          </p:cNvSpPr>
          <p:nvPr/>
        </p:nvSpPr>
        <p:spPr>
          <a:xfrm xmlns:a="http://schemas.openxmlformats.org/drawingml/2006/main">
            <a:off x="1378322"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2DE30C8E-8AF6-418D-B81F-3E30FD05A0B0}"/>
              </a:ext>
            </a:extLst>
          </p:cNvPr>
          <p:cNvSpPr>
            <a:spLocks xmlns:a="http://schemas.openxmlformats.org/drawingml/2006/main" noGrp="1"/>
          </p:cNvSpPr>
          <p:nvPr/>
        </p:nvSpPr>
        <p:spPr>
          <a:xfrm xmlns:a="http://schemas.openxmlformats.org/drawingml/2006/main">
            <a:off x="1444011"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3F3959BD-7FE8-42BC-A0D2-01A568B59189}"/>
              </a:ext>
            </a:extLst>
          </p:cNvPr>
          <p:cNvSpPr>
            <a:spLocks xmlns:a="http://schemas.openxmlformats.org/drawingml/2006/main" noGrp="1"/>
          </p:cNvSpPr>
          <p:nvPr/>
        </p:nvSpPr>
        <p:spPr>
          <a:xfrm xmlns:a="http://schemas.openxmlformats.org/drawingml/2006/main">
            <a:off x="1509700"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A309CFC2-0209-4300-93B7-E34FEB337F83}"/>
              </a:ext>
            </a:extLst>
          </p:cNvPr>
          <p:cNvSpPr>
            <a:spLocks xmlns:a="http://schemas.openxmlformats.org/drawingml/2006/main" noGrp="1"/>
          </p:cNvSpPr>
          <p:nvPr/>
        </p:nvSpPr>
        <p:spPr>
          <a:xfrm xmlns:a="http://schemas.openxmlformats.org/drawingml/2006/main">
            <a:off x="1575389"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ABCBD31A-BB40-4DEE-9C6B-EC8909BA0697}"/>
              </a:ext>
            </a:extLst>
          </p:cNvPr>
          <p:cNvSpPr>
            <a:spLocks xmlns:a="http://schemas.openxmlformats.org/drawingml/2006/main" noGrp="1"/>
          </p:cNvSpPr>
          <p:nvPr/>
        </p:nvSpPr>
        <p:spPr>
          <a:xfrm xmlns:a="http://schemas.openxmlformats.org/drawingml/2006/main">
            <a:off x="1641078"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997961B0-85EA-4AE0-ADC8-91749B3BDDED}"/>
              </a:ext>
            </a:extLst>
          </p:cNvPr>
          <p:cNvSpPr>
            <a:spLocks xmlns:a="http://schemas.openxmlformats.org/drawingml/2006/main" noGrp="1"/>
          </p:cNvSpPr>
          <p:nvPr/>
        </p:nvSpPr>
        <p:spPr>
          <a:xfrm xmlns:a="http://schemas.openxmlformats.org/drawingml/2006/main">
            <a:off x="1706767"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07ECBD64-9040-4DA9-8A10-49A55869E832}"/>
              </a:ext>
            </a:extLst>
          </p:cNvPr>
          <p:cNvSpPr>
            <a:spLocks xmlns:a="http://schemas.openxmlformats.org/drawingml/2006/main" noGrp="1"/>
          </p:cNvSpPr>
          <p:nvPr/>
        </p:nvSpPr>
        <p:spPr>
          <a:xfrm xmlns:a="http://schemas.openxmlformats.org/drawingml/2006/main">
            <a:off x="1772456"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5CD08A73-5491-4EF7-BC85-9CD7390DF4F9}"/>
              </a:ext>
            </a:extLst>
          </p:cNvPr>
          <p:cNvSpPr>
            <a:spLocks xmlns:a="http://schemas.openxmlformats.org/drawingml/2006/main" noGrp="1"/>
          </p:cNvSpPr>
          <p:nvPr/>
        </p:nvSpPr>
        <p:spPr>
          <a:xfrm xmlns:a="http://schemas.openxmlformats.org/drawingml/2006/main">
            <a:off x="1838145"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577D98DF-B931-4446-AE52-64658CD550E0}"/>
              </a:ext>
            </a:extLst>
          </p:cNvPr>
          <p:cNvSpPr>
            <a:spLocks xmlns:a="http://schemas.openxmlformats.org/drawingml/2006/main" noGrp="1"/>
          </p:cNvSpPr>
          <p:nvPr/>
        </p:nvSpPr>
        <p:spPr>
          <a:xfrm xmlns:a="http://schemas.openxmlformats.org/drawingml/2006/main">
            <a:off x="1903834"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04E667FB-8DDA-4808-A73F-4B6FB6DC251B}"/>
              </a:ext>
            </a:extLst>
          </p:cNvPr>
          <p:cNvSpPr>
            <a:spLocks xmlns:a="http://schemas.openxmlformats.org/drawingml/2006/main" noGrp="1"/>
          </p:cNvSpPr>
          <p:nvPr/>
        </p:nvSpPr>
        <p:spPr>
          <a:xfrm xmlns:a="http://schemas.openxmlformats.org/drawingml/2006/main">
            <a:off x="1969524"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F2C0072D-04DF-4AB3-8D93-2E40258E1064}"/>
              </a:ext>
            </a:extLst>
          </p:cNvPr>
          <p:cNvSpPr>
            <a:spLocks xmlns:a="http://schemas.openxmlformats.org/drawingml/2006/main" noGrp="1"/>
          </p:cNvSpPr>
          <p:nvPr/>
        </p:nvSpPr>
        <p:spPr>
          <a:xfrm xmlns:a="http://schemas.openxmlformats.org/drawingml/2006/main">
            <a:off x="2035213"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B60B4364-AB32-47BE-B38E-8A2ED32C2A89}"/>
              </a:ext>
            </a:extLst>
          </p:cNvPr>
          <p:cNvSpPr>
            <a:spLocks xmlns:a="http://schemas.openxmlformats.org/drawingml/2006/main" noGrp="1"/>
          </p:cNvSpPr>
          <p:nvPr/>
        </p:nvSpPr>
        <p:spPr>
          <a:xfrm xmlns:a="http://schemas.openxmlformats.org/drawingml/2006/main">
            <a:off x="2100902"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F11B9DF8-F04A-49A0-B4B2-843227555212}"/>
              </a:ext>
            </a:extLst>
          </p:cNvPr>
          <p:cNvSpPr>
            <a:spLocks xmlns:a="http://schemas.openxmlformats.org/drawingml/2006/main" noGrp="1"/>
          </p:cNvSpPr>
          <p:nvPr/>
        </p:nvSpPr>
        <p:spPr>
          <a:xfrm xmlns:a="http://schemas.openxmlformats.org/drawingml/2006/main">
            <a:off x="2166591"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A18EA48C-5314-4C33-A8F7-793004120049}"/>
              </a:ext>
            </a:extLst>
          </p:cNvPr>
          <p:cNvSpPr>
            <a:spLocks xmlns:a="http://schemas.openxmlformats.org/drawingml/2006/main" noGrp="1"/>
          </p:cNvSpPr>
          <p:nvPr/>
        </p:nvSpPr>
        <p:spPr>
          <a:xfrm xmlns:a="http://schemas.openxmlformats.org/drawingml/2006/main">
            <a:off x="2232280"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72C593C1-13DF-434F-BC67-48B07CEEDDF3}"/>
              </a:ext>
            </a:extLst>
          </p:cNvPr>
          <p:cNvSpPr>
            <a:spLocks xmlns:a="http://schemas.openxmlformats.org/drawingml/2006/main" noGrp="1"/>
          </p:cNvSpPr>
          <p:nvPr/>
        </p:nvSpPr>
        <p:spPr>
          <a:xfrm xmlns:a="http://schemas.openxmlformats.org/drawingml/2006/main">
            <a:off x="2297969"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4B691BCC-761A-46F2-9346-66CD49FE057D}"/>
              </a:ext>
            </a:extLst>
          </p:cNvPr>
          <p:cNvSpPr>
            <a:spLocks xmlns:a="http://schemas.openxmlformats.org/drawingml/2006/main" noGrp="1"/>
          </p:cNvSpPr>
          <p:nvPr/>
        </p:nvSpPr>
        <p:spPr>
          <a:xfrm xmlns:a="http://schemas.openxmlformats.org/drawingml/2006/main">
            <a:off x="2363658"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04B42C13-D25D-4D07-9AB1-58A3FB9B8B80}"/>
              </a:ext>
            </a:extLst>
          </p:cNvPr>
          <p:cNvSpPr>
            <a:spLocks xmlns:a="http://schemas.openxmlformats.org/drawingml/2006/main" noGrp="1"/>
          </p:cNvSpPr>
          <p:nvPr/>
        </p:nvSpPr>
        <p:spPr>
          <a:xfrm xmlns:a="http://schemas.openxmlformats.org/drawingml/2006/main">
            <a:off x="2429347"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1E03718D-0E95-48A2-A085-B924FE70929F}"/>
              </a:ext>
            </a:extLst>
          </p:cNvPr>
          <p:cNvSpPr>
            <a:spLocks xmlns:a="http://schemas.openxmlformats.org/drawingml/2006/main" noGrp="1"/>
          </p:cNvSpPr>
          <p:nvPr/>
        </p:nvSpPr>
        <p:spPr>
          <a:xfrm xmlns:a="http://schemas.openxmlformats.org/drawingml/2006/main">
            <a:off x="2495036"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CA03680C-42E8-47F8-94AD-4E293B05E691}"/>
              </a:ext>
            </a:extLst>
          </p:cNvPr>
          <p:cNvSpPr>
            <a:spLocks xmlns:a="http://schemas.openxmlformats.org/drawingml/2006/main" noGrp="1"/>
          </p:cNvSpPr>
          <p:nvPr/>
        </p:nvSpPr>
        <p:spPr>
          <a:xfrm xmlns:a="http://schemas.openxmlformats.org/drawingml/2006/main">
            <a:off x="2560725"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430C97AE-B915-4B68-9C74-B167A277419D}"/>
              </a:ext>
            </a:extLst>
          </p:cNvPr>
          <p:cNvSpPr>
            <a:spLocks xmlns:a="http://schemas.openxmlformats.org/drawingml/2006/main" noGrp="1"/>
          </p:cNvSpPr>
          <p:nvPr/>
        </p:nvSpPr>
        <p:spPr>
          <a:xfrm xmlns:a="http://schemas.openxmlformats.org/drawingml/2006/main">
            <a:off x="2626414"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8691624E-C0D4-4B68-9376-F25C3D2CC2C9}"/>
              </a:ext>
            </a:extLst>
          </p:cNvPr>
          <p:cNvSpPr>
            <a:spLocks xmlns:a="http://schemas.openxmlformats.org/drawingml/2006/main" noGrp="1"/>
          </p:cNvSpPr>
          <p:nvPr/>
        </p:nvSpPr>
        <p:spPr>
          <a:xfrm xmlns:a="http://schemas.openxmlformats.org/drawingml/2006/main">
            <a:off x="2692103"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4ABF6EEE-3CD3-48F4-9583-97D568E4B45A}"/>
              </a:ext>
            </a:extLst>
          </p:cNvPr>
          <p:cNvSpPr>
            <a:spLocks xmlns:a="http://schemas.openxmlformats.org/drawingml/2006/main" noGrp="1"/>
          </p:cNvSpPr>
          <p:nvPr/>
        </p:nvSpPr>
        <p:spPr>
          <a:xfrm xmlns:a="http://schemas.openxmlformats.org/drawingml/2006/main">
            <a:off x="2757792"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65FB8BF1-E417-40F3-A56F-046BB3B02A67}"/>
              </a:ext>
            </a:extLst>
          </p:cNvPr>
          <p:cNvSpPr>
            <a:spLocks xmlns:a="http://schemas.openxmlformats.org/drawingml/2006/main" noGrp="1"/>
          </p:cNvSpPr>
          <p:nvPr/>
        </p:nvSpPr>
        <p:spPr>
          <a:xfrm xmlns:a="http://schemas.openxmlformats.org/drawingml/2006/main">
            <a:off x="2823481"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706E9E21-00AC-423C-84B7-D78A487258CA}"/>
              </a:ext>
            </a:extLst>
          </p:cNvPr>
          <p:cNvSpPr>
            <a:spLocks xmlns:a="http://schemas.openxmlformats.org/drawingml/2006/main" noGrp="1"/>
          </p:cNvSpPr>
          <p:nvPr/>
        </p:nvSpPr>
        <p:spPr>
          <a:xfrm xmlns:a="http://schemas.openxmlformats.org/drawingml/2006/main">
            <a:off x="2889170"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8077A23A-8B2E-4884-A52B-02C6D75906E1}"/>
              </a:ext>
            </a:extLst>
          </p:cNvPr>
          <p:cNvSpPr>
            <a:spLocks xmlns:a="http://schemas.openxmlformats.org/drawingml/2006/main" noGrp="1"/>
          </p:cNvSpPr>
          <p:nvPr/>
        </p:nvSpPr>
        <p:spPr>
          <a:xfrm xmlns:a="http://schemas.openxmlformats.org/drawingml/2006/main">
            <a:off x="2954859"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3520C001-9DDA-41FB-B639-8C6117E50DFA}"/>
              </a:ext>
            </a:extLst>
          </p:cNvPr>
          <p:cNvSpPr>
            <a:spLocks xmlns:a="http://schemas.openxmlformats.org/drawingml/2006/main" noGrp="1"/>
          </p:cNvSpPr>
          <p:nvPr/>
        </p:nvSpPr>
        <p:spPr>
          <a:xfrm xmlns:a="http://schemas.openxmlformats.org/drawingml/2006/main">
            <a:off x="3020548"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C150577F-9B59-43B7-B238-6B5D25A3E478}"/>
              </a:ext>
            </a:extLst>
          </p:cNvPr>
          <p:cNvSpPr>
            <a:spLocks xmlns:a="http://schemas.openxmlformats.org/drawingml/2006/main" noGrp="1"/>
          </p:cNvSpPr>
          <p:nvPr/>
        </p:nvSpPr>
        <p:spPr>
          <a:xfrm xmlns:a="http://schemas.openxmlformats.org/drawingml/2006/main">
            <a:off x="3086237"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6C53744F-D0E8-4D5A-AB35-A066BAEF633B}"/>
              </a:ext>
            </a:extLst>
          </p:cNvPr>
          <p:cNvSpPr>
            <a:spLocks xmlns:a="http://schemas.openxmlformats.org/drawingml/2006/main" noGrp="1"/>
          </p:cNvSpPr>
          <p:nvPr/>
        </p:nvSpPr>
        <p:spPr>
          <a:xfrm xmlns:a="http://schemas.openxmlformats.org/drawingml/2006/main">
            <a:off x="3151926"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864CBEF9-D0BF-468D-B4DD-8D2E7463436B}"/>
              </a:ext>
            </a:extLst>
          </p:cNvPr>
          <p:cNvSpPr>
            <a:spLocks xmlns:a="http://schemas.openxmlformats.org/drawingml/2006/main" noGrp="1"/>
          </p:cNvSpPr>
          <p:nvPr/>
        </p:nvSpPr>
        <p:spPr>
          <a:xfrm xmlns:a="http://schemas.openxmlformats.org/drawingml/2006/main">
            <a:off x="3217615"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BA0501B1-AAF9-4599-92D7-C91598C1E3DE}"/>
              </a:ext>
            </a:extLst>
          </p:cNvPr>
          <p:cNvSpPr>
            <a:spLocks xmlns:a="http://schemas.openxmlformats.org/drawingml/2006/main" noGrp="1"/>
          </p:cNvSpPr>
          <p:nvPr/>
        </p:nvSpPr>
        <p:spPr>
          <a:xfrm xmlns:a="http://schemas.openxmlformats.org/drawingml/2006/main">
            <a:off x="3283304"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D629AD6C-3034-43F5-8A17-425C7BAC1F25}"/>
              </a:ext>
            </a:extLst>
          </p:cNvPr>
          <p:cNvSpPr>
            <a:spLocks xmlns:a="http://schemas.openxmlformats.org/drawingml/2006/main" noGrp="1"/>
          </p:cNvSpPr>
          <p:nvPr/>
        </p:nvSpPr>
        <p:spPr>
          <a:xfrm xmlns:a="http://schemas.openxmlformats.org/drawingml/2006/main">
            <a:off x="3348993"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DDF513AA-AF04-4EDC-8906-EB5543E39B5E}"/>
              </a:ext>
            </a:extLst>
          </p:cNvPr>
          <p:cNvSpPr>
            <a:spLocks xmlns:a="http://schemas.openxmlformats.org/drawingml/2006/main" noGrp="1"/>
          </p:cNvSpPr>
          <p:nvPr/>
        </p:nvSpPr>
        <p:spPr>
          <a:xfrm xmlns:a="http://schemas.openxmlformats.org/drawingml/2006/main">
            <a:off x="3414682"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A447B65F-FDBD-4786-B2BF-A064504EA867}"/>
              </a:ext>
            </a:extLst>
          </p:cNvPr>
          <p:cNvSpPr>
            <a:spLocks xmlns:a="http://schemas.openxmlformats.org/drawingml/2006/main" noGrp="1"/>
          </p:cNvSpPr>
          <p:nvPr/>
        </p:nvSpPr>
        <p:spPr>
          <a:xfrm xmlns:a="http://schemas.openxmlformats.org/drawingml/2006/main">
            <a:off x="3480371"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60ECCE25-9426-4A3A-9E0A-D2E8025919B0}"/>
              </a:ext>
            </a:extLst>
          </p:cNvPr>
          <p:cNvSpPr>
            <a:spLocks xmlns:a="http://schemas.openxmlformats.org/drawingml/2006/main" noGrp="1"/>
          </p:cNvSpPr>
          <p:nvPr/>
        </p:nvSpPr>
        <p:spPr>
          <a:xfrm xmlns:a="http://schemas.openxmlformats.org/drawingml/2006/main">
            <a:off x="3546060"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FF5782CA-6834-464A-BDE4-C4949054217F}"/>
              </a:ext>
            </a:extLst>
          </p:cNvPr>
          <p:cNvSpPr>
            <a:spLocks xmlns:a="http://schemas.openxmlformats.org/drawingml/2006/main" noGrp="1"/>
          </p:cNvSpPr>
          <p:nvPr/>
        </p:nvSpPr>
        <p:spPr>
          <a:xfrm xmlns:a="http://schemas.openxmlformats.org/drawingml/2006/main">
            <a:off x="3611749"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41D8EBFA-DD07-4203-966B-385ED17B75DA}"/>
              </a:ext>
            </a:extLst>
          </p:cNvPr>
          <p:cNvSpPr>
            <a:spLocks xmlns:a="http://schemas.openxmlformats.org/drawingml/2006/main" noGrp="1"/>
          </p:cNvSpPr>
          <p:nvPr/>
        </p:nvSpPr>
        <p:spPr>
          <a:xfrm xmlns:a="http://schemas.openxmlformats.org/drawingml/2006/main">
            <a:off x="3677438"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A90C9F1B-FEFE-4D36-AF79-1E98B3FBE9A7}"/>
              </a:ext>
            </a:extLst>
          </p:cNvPr>
          <p:cNvSpPr>
            <a:spLocks xmlns:a="http://schemas.openxmlformats.org/drawingml/2006/main" noGrp="1"/>
          </p:cNvSpPr>
          <p:nvPr/>
        </p:nvSpPr>
        <p:spPr>
          <a:xfrm xmlns:a="http://schemas.openxmlformats.org/drawingml/2006/main">
            <a:off x="3743127"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D8842E78-D032-4F42-83DF-28137436A708}"/>
              </a:ext>
            </a:extLst>
          </p:cNvPr>
          <p:cNvSpPr>
            <a:spLocks xmlns:a="http://schemas.openxmlformats.org/drawingml/2006/main" noGrp="1"/>
          </p:cNvSpPr>
          <p:nvPr/>
        </p:nvSpPr>
        <p:spPr>
          <a:xfrm xmlns:a="http://schemas.openxmlformats.org/drawingml/2006/main">
            <a:off x="3808816"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255A259E-36CD-42BF-9F89-97552F6E5E64}"/>
              </a:ext>
            </a:extLst>
          </p:cNvPr>
          <p:cNvSpPr>
            <a:spLocks xmlns:a="http://schemas.openxmlformats.org/drawingml/2006/main" noGrp="1"/>
          </p:cNvSpPr>
          <p:nvPr/>
        </p:nvSpPr>
        <p:spPr>
          <a:xfrm xmlns:a="http://schemas.openxmlformats.org/drawingml/2006/main">
            <a:off x="3874505"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7D1FC2FD-740F-4F7C-8C7B-ED132E865AD8}"/>
              </a:ext>
            </a:extLst>
          </p:cNvPr>
          <p:cNvSpPr>
            <a:spLocks xmlns:a="http://schemas.openxmlformats.org/drawingml/2006/main" noGrp="1"/>
          </p:cNvSpPr>
          <p:nvPr/>
        </p:nvSpPr>
        <p:spPr>
          <a:xfrm xmlns:a="http://schemas.openxmlformats.org/drawingml/2006/main">
            <a:off x="3940194"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0ECDF2CF-07FF-4D54-AEE1-0E464B80A137}"/>
              </a:ext>
            </a:extLst>
          </p:cNvPr>
          <p:cNvSpPr>
            <a:spLocks xmlns:a="http://schemas.openxmlformats.org/drawingml/2006/main" noGrp="1"/>
          </p:cNvSpPr>
          <p:nvPr/>
        </p:nvSpPr>
        <p:spPr>
          <a:xfrm xmlns:a="http://schemas.openxmlformats.org/drawingml/2006/main">
            <a:off x="4005883"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D1768F91-60BE-4CE4-9D8F-008A492AFBFF}"/>
              </a:ext>
            </a:extLst>
          </p:cNvPr>
          <p:cNvSpPr>
            <a:spLocks xmlns:a="http://schemas.openxmlformats.org/drawingml/2006/main" noGrp="1"/>
          </p:cNvSpPr>
          <p:nvPr/>
        </p:nvSpPr>
        <p:spPr>
          <a:xfrm xmlns:a="http://schemas.openxmlformats.org/drawingml/2006/main">
            <a:off x="4071572"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0BD0A704-7BD7-4DF6-9F09-E7D0E8E772BF}"/>
              </a:ext>
            </a:extLst>
          </p:cNvPr>
          <p:cNvSpPr>
            <a:spLocks xmlns:a="http://schemas.openxmlformats.org/drawingml/2006/main" noGrp="1"/>
          </p:cNvSpPr>
          <p:nvPr/>
        </p:nvSpPr>
        <p:spPr>
          <a:xfrm xmlns:a="http://schemas.openxmlformats.org/drawingml/2006/main">
            <a:off x="4137261"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2AD65A87-2028-453E-8CFF-A95792A3F8C3}"/>
              </a:ext>
            </a:extLst>
          </p:cNvPr>
          <p:cNvSpPr>
            <a:spLocks xmlns:a="http://schemas.openxmlformats.org/drawingml/2006/main" noGrp="1"/>
          </p:cNvSpPr>
          <p:nvPr/>
        </p:nvSpPr>
        <p:spPr>
          <a:xfrm xmlns:a="http://schemas.openxmlformats.org/drawingml/2006/main">
            <a:off x="4531395"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AC9D92C9-60F2-44AC-A5F6-729428139FCF}"/>
              </a:ext>
            </a:extLst>
          </p:cNvPr>
          <p:cNvSpPr>
            <a:spLocks xmlns:a="http://schemas.openxmlformats.org/drawingml/2006/main" noGrp="1"/>
          </p:cNvSpPr>
          <p:nvPr/>
        </p:nvSpPr>
        <p:spPr>
          <a:xfrm xmlns:a="http://schemas.openxmlformats.org/drawingml/2006/main">
            <a:off x="1378322"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674C8C95-937F-48AD-BAE0-AF373F91CABC}"/>
              </a:ext>
            </a:extLst>
          </p:cNvPr>
          <p:cNvSpPr>
            <a:spLocks xmlns:a="http://schemas.openxmlformats.org/drawingml/2006/main" noGrp="1"/>
          </p:cNvSpPr>
          <p:nvPr/>
        </p:nvSpPr>
        <p:spPr>
          <a:xfrm xmlns:a="http://schemas.openxmlformats.org/drawingml/2006/main">
            <a:off x="1444011"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EA9FCCA5-BA14-416B-9341-5F820FAF6488}"/>
              </a:ext>
            </a:extLst>
          </p:cNvPr>
          <p:cNvSpPr>
            <a:spLocks xmlns:a="http://schemas.openxmlformats.org/drawingml/2006/main" noGrp="1"/>
          </p:cNvSpPr>
          <p:nvPr/>
        </p:nvSpPr>
        <p:spPr>
          <a:xfrm xmlns:a="http://schemas.openxmlformats.org/drawingml/2006/main">
            <a:off x="1509700"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CFCD93C6-916A-4EB5-9B0C-54D54D2598B8}"/>
              </a:ext>
            </a:extLst>
          </p:cNvPr>
          <p:cNvSpPr>
            <a:spLocks xmlns:a="http://schemas.openxmlformats.org/drawingml/2006/main" noGrp="1"/>
          </p:cNvSpPr>
          <p:nvPr/>
        </p:nvSpPr>
        <p:spPr>
          <a:xfrm xmlns:a="http://schemas.openxmlformats.org/drawingml/2006/main">
            <a:off x="1575389"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EC0C320E-5954-4D21-9FB3-BFE7DB990491}"/>
              </a:ext>
            </a:extLst>
          </p:cNvPr>
          <p:cNvSpPr>
            <a:spLocks xmlns:a="http://schemas.openxmlformats.org/drawingml/2006/main" noGrp="1"/>
          </p:cNvSpPr>
          <p:nvPr/>
        </p:nvSpPr>
        <p:spPr>
          <a:xfrm xmlns:a="http://schemas.openxmlformats.org/drawingml/2006/main">
            <a:off x="1641078"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81F71055-D14A-45D3-A546-02546814CF42}"/>
              </a:ext>
            </a:extLst>
          </p:cNvPr>
          <p:cNvSpPr>
            <a:spLocks xmlns:a="http://schemas.openxmlformats.org/drawingml/2006/main" noGrp="1"/>
          </p:cNvSpPr>
          <p:nvPr/>
        </p:nvSpPr>
        <p:spPr>
          <a:xfrm xmlns:a="http://schemas.openxmlformats.org/drawingml/2006/main">
            <a:off x="1706767"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D316D23C-B7D8-4A04-9E86-B87C31D94A9A}"/>
              </a:ext>
            </a:extLst>
          </p:cNvPr>
          <p:cNvSpPr>
            <a:spLocks xmlns:a="http://schemas.openxmlformats.org/drawingml/2006/main" noGrp="1"/>
          </p:cNvSpPr>
          <p:nvPr/>
        </p:nvSpPr>
        <p:spPr>
          <a:xfrm xmlns:a="http://schemas.openxmlformats.org/drawingml/2006/main">
            <a:off x="1772456"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5770D70F-1ED2-4C09-94BF-BFBC0933167F}"/>
              </a:ext>
            </a:extLst>
          </p:cNvPr>
          <p:cNvSpPr>
            <a:spLocks xmlns:a="http://schemas.openxmlformats.org/drawingml/2006/main" noGrp="1"/>
          </p:cNvSpPr>
          <p:nvPr/>
        </p:nvSpPr>
        <p:spPr>
          <a:xfrm xmlns:a="http://schemas.openxmlformats.org/drawingml/2006/main">
            <a:off x="1838145"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B0C49EE3-6AAD-4F17-B623-D6804370BA52}"/>
              </a:ext>
            </a:extLst>
          </p:cNvPr>
          <p:cNvSpPr>
            <a:spLocks xmlns:a="http://schemas.openxmlformats.org/drawingml/2006/main" noGrp="1"/>
          </p:cNvSpPr>
          <p:nvPr/>
        </p:nvSpPr>
        <p:spPr>
          <a:xfrm xmlns:a="http://schemas.openxmlformats.org/drawingml/2006/main">
            <a:off x="1903834"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35B5C5C0-D837-45B5-9011-00B5EDEE23BA}"/>
              </a:ext>
            </a:extLst>
          </p:cNvPr>
          <p:cNvSpPr>
            <a:spLocks xmlns:a="http://schemas.openxmlformats.org/drawingml/2006/main" noGrp="1"/>
          </p:cNvSpPr>
          <p:nvPr/>
        </p:nvSpPr>
        <p:spPr>
          <a:xfrm xmlns:a="http://schemas.openxmlformats.org/drawingml/2006/main">
            <a:off x="1969524"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66CB725D-00B7-4367-AAE8-EA14D1FE5B5C}"/>
              </a:ext>
            </a:extLst>
          </p:cNvPr>
          <p:cNvSpPr>
            <a:spLocks xmlns:a="http://schemas.openxmlformats.org/drawingml/2006/main" noGrp="1"/>
          </p:cNvSpPr>
          <p:nvPr/>
        </p:nvSpPr>
        <p:spPr>
          <a:xfrm xmlns:a="http://schemas.openxmlformats.org/drawingml/2006/main">
            <a:off x="2035213"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3895DF34-DF08-43AA-87FC-4D778C4EBE82}"/>
              </a:ext>
            </a:extLst>
          </p:cNvPr>
          <p:cNvSpPr>
            <a:spLocks xmlns:a="http://schemas.openxmlformats.org/drawingml/2006/main" noGrp="1"/>
          </p:cNvSpPr>
          <p:nvPr/>
        </p:nvSpPr>
        <p:spPr>
          <a:xfrm xmlns:a="http://schemas.openxmlformats.org/drawingml/2006/main">
            <a:off x="2100902"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26933502-E240-4A6C-B254-9CCE0577FC62}"/>
              </a:ext>
            </a:extLst>
          </p:cNvPr>
          <p:cNvSpPr>
            <a:spLocks xmlns:a="http://schemas.openxmlformats.org/drawingml/2006/main" noGrp="1"/>
          </p:cNvSpPr>
          <p:nvPr/>
        </p:nvSpPr>
        <p:spPr>
          <a:xfrm xmlns:a="http://schemas.openxmlformats.org/drawingml/2006/main">
            <a:off x="2166591"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D6B2C608-F8DF-405C-927F-73E2B8D2BB89}"/>
              </a:ext>
            </a:extLst>
          </p:cNvPr>
          <p:cNvSpPr>
            <a:spLocks xmlns:a="http://schemas.openxmlformats.org/drawingml/2006/main" noGrp="1"/>
          </p:cNvSpPr>
          <p:nvPr/>
        </p:nvSpPr>
        <p:spPr>
          <a:xfrm xmlns:a="http://schemas.openxmlformats.org/drawingml/2006/main">
            <a:off x="2232280"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53FA4352-F18E-466F-BBCB-05CCADCF9984}"/>
              </a:ext>
            </a:extLst>
          </p:cNvPr>
          <p:cNvSpPr>
            <a:spLocks xmlns:a="http://schemas.openxmlformats.org/drawingml/2006/main" noGrp="1"/>
          </p:cNvSpPr>
          <p:nvPr/>
        </p:nvSpPr>
        <p:spPr>
          <a:xfrm xmlns:a="http://schemas.openxmlformats.org/drawingml/2006/main">
            <a:off x="2297969"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4FAB6073-639A-458F-B2C7-1601F0ECC057}"/>
              </a:ext>
            </a:extLst>
          </p:cNvPr>
          <p:cNvSpPr>
            <a:spLocks xmlns:a="http://schemas.openxmlformats.org/drawingml/2006/main" noGrp="1"/>
          </p:cNvSpPr>
          <p:nvPr/>
        </p:nvSpPr>
        <p:spPr>
          <a:xfrm xmlns:a="http://schemas.openxmlformats.org/drawingml/2006/main">
            <a:off x="2363658"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81FA69D0-6ECB-4252-A7A8-13F867802A7A}"/>
              </a:ext>
            </a:extLst>
          </p:cNvPr>
          <p:cNvSpPr>
            <a:spLocks xmlns:a="http://schemas.openxmlformats.org/drawingml/2006/main" noGrp="1"/>
          </p:cNvSpPr>
          <p:nvPr/>
        </p:nvSpPr>
        <p:spPr>
          <a:xfrm xmlns:a="http://schemas.openxmlformats.org/drawingml/2006/main">
            <a:off x="2429347"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882B1BF2-865A-44C5-A9F7-7CD36564993D}"/>
              </a:ext>
            </a:extLst>
          </p:cNvPr>
          <p:cNvSpPr>
            <a:spLocks xmlns:a="http://schemas.openxmlformats.org/drawingml/2006/main" noGrp="1"/>
          </p:cNvSpPr>
          <p:nvPr/>
        </p:nvSpPr>
        <p:spPr>
          <a:xfrm xmlns:a="http://schemas.openxmlformats.org/drawingml/2006/main">
            <a:off x="2495036"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497258FC-539A-4E37-B0C4-5341B323F394}"/>
              </a:ext>
            </a:extLst>
          </p:cNvPr>
          <p:cNvSpPr>
            <a:spLocks xmlns:a="http://schemas.openxmlformats.org/drawingml/2006/main" noGrp="1"/>
          </p:cNvSpPr>
          <p:nvPr/>
        </p:nvSpPr>
        <p:spPr>
          <a:xfrm xmlns:a="http://schemas.openxmlformats.org/drawingml/2006/main">
            <a:off x="2560725"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D85FB58E-BB0B-4509-A506-EB77EB6EC19E}"/>
              </a:ext>
            </a:extLst>
          </p:cNvPr>
          <p:cNvSpPr>
            <a:spLocks xmlns:a="http://schemas.openxmlformats.org/drawingml/2006/main" noGrp="1"/>
          </p:cNvSpPr>
          <p:nvPr/>
        </p:nvSpPr>
        <p:spPr>
          <a:xfrm xmlns:a="http://schemas.openxmlformats.org/drawingml/2006/main">
            <a:off x="2626414"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F81913BD-3558-40E8-9CA3-449C207FCB45}"/>
              </a:ext>
            </a:extLst>
          </p:cNvPr>
          <p:cNvSpPr>
            <a:spLocks xmlns:a="http://schemas.openxmlformats.org/drawingml/2006/main" noGrp="1"/>
          </p:cNvSpPr>
          <p:nvPr/>
        </p:nvSpPr>
        <p:spPr>
          <a:xfrm xmlns:a="http://schemas.openxmlformats.org/drawingml/2006/main">
            <a:off x="2692103"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C1F8632B-68A6-4524-BFA1-8D6BFCE8A130}"/>
              </a:ext>
            </a:extLst>
          </p:cNvPr>
          <p:cNvSpPr>
            <a:spLocks xmlns:a="http://schemas.openxmlformats.org/drawingml/2006/main" noGrp="1"/>
          </p:cNvSpPr>
          <p:nvPr/>
        </p:nvSpPr>
        <p:spPr>
          <a:xfrm xmlns:a="http://schemas.openxmlformats.org/drawingml/2006/main">
            <a:off x="2757792"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81F3CCAC-96A1-4C50-8946-A4127B70E0FA}"/>
              </a:ext>
            </a:extLst>
          </p:cNvPr>
          <p:cNvSpPr>
            <a:spLocks xmlns:a="http://schemas.openxmlformats.org/drawingml/2006/main" noGrp="1"/>
          </p:cNvSpPr>
          <p:nvPr/>
        </p:nvSpPr>
        <p:spPr>
          <a:xfrm xmlns:a="http://schemas.openxmlformats.org/drawingml/2006/main">
            <a:off x="2823481"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EAF69658-4BE7-4A1F-8BAF-8FD8A636ADE7}"/>
              </a:ext>
            </a:extLst>
          </p:cNvPr>
          <p:cNvSpPr>
            <a:spLocks xmlns:a="http://schemas.openxmlformats.org/drawingml/2006/main" noGrp="1"/>
          </p:cNvSpPr>
          <p:nvPr/>
        </p:nvSpPr>
        <p:spPr>
          <a:xfrm xmlns:a="http://schemas.openxmlformats.org/drawingml/2006/main">
            <a:off x="2889170"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4ED8C5D0-63B7-4BF1-86E0-95C9D8089EEA}"/>
              </a:ext>
            </a:extLst>
          </p:cNvPr>
          <p:cNvSpPr>
            <a:spLocks xmlns:a="http://schemas.openxmlformats.org/drawingml/2006/main" noGrp="1"/>
          </p:cNvSpPr>
          <p:nvPr/>
        </p:nvSpPr>
        <p:spPr>
          <a:xfrm xmlns:a="http://schemas.openxmlformats.org/drawingml/2006/main">
            <a:off x="2954859"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DD0D68E0-73DF-4EBC-AC49-34DF5F43C464}"/>
              </a:ext>
            </a:extLst>
          </p:cNvPr>
          <p:cNvSpPr>
            <a:spLocks xmlns:a="http://schemas.openxmlformats.org/drawingml/2006/main" noGrp="1"/>
          </p:cNvSpPr>
          <p:nvPr/>
        </p:nvSpPr>
        <p:spPr>
          <a:xfrm xmlns:a="http://schemas.openxmlformats.org/drawingml/2006/main">
            <a:off x="3020548"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7A8CBB43-29D9-4669-AEDC-373DFF783ED2}"/>
              </a:ext>
            </a:extLst>
          </p:cNvPr>
          <p:cNvSpPr>
            <a:spLocks xmlns:a="http://schemas.openxmlformats.org/drawingml/2006/main" noGrp="1"/>
          </p:cNvSpPr>
          <p:nvPr/>
        </p:nvSpPr>
        <p:spPr>
          <a:xfrm xmlns:a="http://schemas.openxmlformats.org/drawingml/2006/main">
            <a:off x="3086237"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922A2B29-CB85-4AC2-BD37-6C194E0357B6}"/>
              </a:ext>
            </a:extLst>
          </p:cNvPr>
          <p:cNvSpPr>
            <a:spLocks xmlns:a="http://schemas.openxmlformats.org/drawingml/2006/main" noGrp="1"/>
          </p:cNvSpPr>
          <p:nvPr/>
        </p:nvSpPr>
        <p:spPr>
          <a:xfrm xmlns:a="http://schemas.openxmlformats.org/drawingml/2006/main">
            <a:off x="3151926"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A2C5C91B-3CD8-4B82-A128-45C90066945F}"/>
              </a:ext>
            </a:extLst>
          </p:cNvPr>
          <p:cNvSpPr>
            <a:spLocks xmlns:a="http://schemas.openxmlformats.org/drawingml/2006/main" noGrp="1"/>
          </p:cNvSpPr>
          <p:nvPr/>
        </p:nvSpPr>
        <p:spPr>
          <a:xfrm xmlns:a="http://schemas.openxmlformats.org/drawingml/2006/main">
            <a:off x="3217615"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90A241B2-24DC-4223-A4F1-7946C8C762C1}"/>
              </a:ext>
            </a:extLst>
          </p:cNvPr>
          <p:cNvSpPr>
            <a:spLocks xmlns:a="http://schemas.openxmlformats.org/drawingml/2006/main" noGrp="1"/>
          </p:cNvSpPr>
          <p:nvPr/>
        </p:nvSpPr>
        <p:spPr>
          <a:xfrm xmlns:a="http://schemas.openxmlformats.org/drawingml/2006/main">
            <a:off x="3283304"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F95EBE17-BFBF-4B40-BF15-0370BB43F299}"/>
              </a:ext>
            </a:extLst>
          </p:cNvPr>
          <p:cNvSpPr>
            <a:spLocks xmlns:a="http://schemas.openxmlformats.org/drawingml/2006/main" noGrp="1"/>
          </p:cNvSpPr>
          <p:nvPr/>
        </p:nvSpPr>
        <p:spPr>
          <a:xfrm xmlns:a="http://schemas.openxmlformats.org/drawingml/2006/main">
            <a:off x="3348993"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9E978E2C-204A-44AB-B656-39B81681716B}"/>
              </a:ext>
            </a:extLst>
          </p:cNvPr>
          <p:cNvSpPr>
            <a:spLocks xmlns:a="http://schemas.openxmlformats.org/drawingml/2006/main" noGrp="1"/>
          </p:cNvSpPr>
          <p:nvPr/>
        </p:nvSpPr>
        <p:spPr>
          <a:xfrm xmlns:a="http://schemas.openxmlformats.org/drawingml/2006/main">
            <a:off x="3414682"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60B6A55F-4574-41D6-B8E5-A708A4122422}"/>
              </a:ext>
            </a:extLst>
          </p:cNvPr>
          <p:cNvSpPr>
            <a:spLocks xmlns:a="http://schemas.openxmlformats.org/drawingml/2006/main" noGrp="1"/>
          </p:cNvSpPr>
          <p:nvPr/>
        </p:nvSpPr>
        <p:spPr>
          <a:xfrm xmlns:a="http://schemas.openxmlformats.org/drawingml/2006/main">
            <a:off x="3480371"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38020ECD-1C6C-4513-9016-8CD8073AB0EB}"/>
              </a:ext>
            </a:extLst>
          </p:cNvPr>
          <p:cNvSpPr>
            <a:spLocks xmlns:a="http://schemas.openxmlformats.org/drawingml/2006/main" noGrp="1"/>
          </p:cNvSpPr>
          <p:nvPr/>
        </p:nvSpPr>
        <p:spPr>
          <a:xfrm xmlns:a="http://schemas.openxmlformats.org/drawingml/2006/main">
            <a:off x="3546060"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1AA3C197-13C6-4C16-BC54-DE9217ACB897}"/>
              </a:ext>
            </a:extLst>
          </p:cNvPr>
          <p:cNvSpPr>
            <a:spLocks xmlns:a="http://schemas.openxmlformats.org/drawingml/2006/main" noGrp="1"/>
          </p:cNvSpPr>
          <p:nvPr/>
        </p:nvSpPr>
        <p:spPr>
          <a:xfrm xmlns:a="http://schemas.openxmlformats.org/drawingml/2006/main">
            <a:off x="3611749"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4E3ED68C-F7BA-4361-82A0-6D2323115725}"/>
              </a:ext>
            </a:extLst>
          </p:cNvPr>
          <p:cNvSpPr>
            <a:spLocks xmlns:a="http://schemas.openxmlformats.org/drawingml/2006/main" noGrp="1"/>
          </p:cNvSpPr>
          <p:nvPr/>
        </p:nvSpPr>
        <p:spPr>
          <a:xfrm xmlns:a="http://schemas.openxmlformats.org/drawingml/2006/main">
            <a:off x="3677438"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1D040602-9B3D-4B0A-BEF6-6AAF40A31303}"/>
              </a:ext>
            </a:extLst>
          </p:cNvPr>
          <p:cNvSpPr>
            <a:spLocks xmlns:a="http://schemas.openxmlformats.org/drawingml/2006/main" noGrp="1"/>
          </p:cNvSpPr>
          <p:nvPr/>
        </p:nvSpPr>
        <p:spPr>
          <a:xfrm xmlns:a="http://schemas.openxmlformats.org/drawingml/2006/main">
            <a:off x="3743127"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F71BF8F7-DBB3-430E-BFDC-A671679C677C}"/>
              </a:ext>
            </a:extLst>
          </p:cNvPr>
          <p:cNvSpPr>
            <a:spLocks xmlns:a="http://schemas.openxmlformats.org/drawingml/2006/main" noGrp="1"/>
          </p:cNvSpPr>
          <p:nvPr/>
        </p:nvSpPr>
        <p:spPr>
          <a:xfrm xmlns:a="http://schemas.openxmlformats.org/drawingml/2006/main">
            <a:off x="3808816"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277C1DCD-F6EF-4F45-BB42-4FF9811A1FA7}"/>
              </a:ext>
            </a:extLst>
          </p:cNvPr>
          <p:cNvSpPr>
            <a:spLocks xmlns:a="http://schemas.openxmlformats.org/drawingml/2006/main" noGrp="1"/>
          </p:cNvSpPr>
          <p:nvPr/>
        </p:nvSpPr>
        <p:spPr>
          <a:xfrm xmlns:a="http://schemas.openxmlformats.org/drawingml/2006/main">
            <a:off x="3874505"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ADB489A7-6CBB-40E0-8190-1B1C162BD50B}"/>
              </a:ext>
            </a:extLst>
          </p:cNvPr>
          <p:cNvSpPr>
            <a:spLocks xmlns:a="http://schemas.openxmlformats.org/drawingml/2006/main" noGrp="1"/>
          </p:cNvSpPr>
          <p:nvPr/>
        </p:nvSpPr>
        <p:spPr>
          <a:xfrm xmlns:a="http://schemas.openxmlformats.org/drawingml/2006/main">
            <a:off x="3940194"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189F3EFD-CC7F-4E73-BC42-B9B766AE0D43}"/>
              </a:ext>
            </a:extLst>
          </p:cNvPr>
          <p:cNvSpPr>
            <a:spLocks xmlns:a="http://schemas.openxmlformats.org/drawingml/2006/main" noGrp="1"/>
          </p:cNvSpPr>
          <p:nvPr/>
        </p:nvSpPr>
        <p:spPr>
          <a:xfrm xmlns:a="http://schemas.openxmlformats.org/drawingml/2006/main">
            <a:off x="4005883"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ED1F118E-5016-4DF6-8F1D-37BEA0A1A79D}"/>
              </a:ext>
            </a:extLst>
          </p:cNvPr>
          <p:cNvSpPr>
            <a:spLocks xmlns:a="http://schemas.openxmlformats.org/drawingml/2006/main" noGrp="1"/>
          </p:cNvSpPr>
          <p:nvPr/>
        </p:nvSpPr>
        <p:spPr>
          <a:xfrm xmlns:a="http://schemas.openxmlformats.org/drawingml/2006/main">
            <a:off x="4071572"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D5D73748-70E9-44DB-8F31-728ACB760D93}"/>
              </a:ext>
            </a:extLst>
          </p:cNvPr>
          <p:cNvSpPr>
            <a:spLocks xmlns:a="http://schemas.openxmlformats.org/drawingml/2006/main" noGrp="1"/>
          </p:cNvSpPr>
          <p:nvPr/>
        </p:nvSpPr>
        <p:spPr>
          <a:xfrm xmlns:a="http://schemas.openxmlformats.org/drawingml/2006/main">
            <a:off x="4137261"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458E5359-A48F-4FB8-81B6-D4520D13521E}"/>
              </a:ext>
            </a:extLst>
          </p:cNvPr>
          <p:cNvSpPr>
            <a:spLocks xmlns:a="http://schemas.openxmlformats.org/drawingml/2006/main" noGrp="1"/>
          </p:cNvSpPr>
          <p:nvPr/>
        </p:nvSpPr>
        <p:spPr>
          <a:xfrm xmlns:a="http://schemas.openxmlformats.org/drawingml/2006/main">
            <a:off x="4202950"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8AF782E6-D90E-4FE1-AD29-C90388059EBA}"/>
              </a:ext>
            </a:extLst>
          </p:cNvPr>
          <p:cNvSpPr>
            <a:spLocks xmlns:a="http://schemas.openxmlformats.org/drawingml/2006/main" noGrp="1"/>
          </p:cNvSpPr>
          <p:nvPr/>
        </p:nvSpPr>
        <p:spPr>
          <a:xfrm xmlns:a="http://schemas.openxmlformats.org/drawingml/2006/main">
            <a:off x="4465706"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6DC9F997-798D-457F-9240-83A1A8507CBF}"/>
              </a:ext>
            </a:extLst>
          </p:cNvPr>
          <p:cNvSpPr>
            <a:spLocks xmlns:a="http://schemas.openxmlformats.org/drawingml/2006/main" noGrp="1"/>
          </p:cNvSpPr>
          <p:nvPr/>
        </p:nvSpPr>
        <p:spPr>
          <a:xfrm xmlns:a="http://schemas.openxmlformats.org/drawingml/2006/main">
            <a:off x="4531395"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7AD2ACCD-390B-4E8A-BF63-0C38C234391F}"/>
              </a:ext>
            </a:extLst>
          </p:cNvPr>
          <p:cNvSpPr>
            <a:spLocks xmlns:a="http://schemas.openxmlformats.org/drawingml/2006/main" noGrp="1"/>
          </p:cNvSpPr>
          <p:nvPr/>
        </p:nvSpPr>
        <p:spPr>
          <a:xfrm xmlns:a="http://schemas.openxmlformats.org/drawingml/2006/main">
            <a:off x="1444011"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1D29D612-9707-4D57-9D91-BE1A6EFF2F52}"/>
              </a:ext>
            </a:extLst>
          </p:cNvPr>
          <p:cNvSpPr>
            <a:spLocks xmlns:a="http://schemas.openxmlformats.org/drawingml/2006/main" noGrp="1"/>
          </p:cNvSpPr>
          <p:nvPr/>
        </p:nvSpPr>
        <p:spPr>
          <a:xfrm xmlns:a="http://schemas.openxmlformats.org/drawingml/2006/main">
            <a:off x="1509700"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1F9DA654-62AE-46E8-9C08-AC5545E0DD3F}"/>
              </a:ext>
            </a:extLst>
          </p:cNvPr>
          <p:cNvSpPr>
            <a:spLocks xmlns:a="http://schemas.openxmlformats.org/drawingml/2006/main" noGrp="1"/>
          </p:cNvSpPr>
          <p:nvPr/>
        </p:nvSpPr>
        <p:spPr>
          <a:xfrm xmlns:a="http://schemas.openxmlformats.org/drawingml/2006/main">
            <a:off x="1575389"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5032A8BF-C732-4F70-8D30-2E015351B2FF}"/>
              </a:ext>
            </a:extLst>
          </p:cNvPr>
          <p:cNvSpPr>
            <a:spLocks xmlns:a="http://schemas.openxmlformats.org/drawingml/2006/main" noGrp="1"/>
          </p:cNvSpPr>
          <p:nvPr/>
        </p:nvSpPr>
        <p:spPr>
          <a:xfrm xmlns:a="http://schemas.openxmlformats.org/drawingml/2006/main">
            <a:off x="1641078"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4BBD3EC9-78DF-4088-95EA-D7DBC35265F4}"/>
              </a:ext>
            </a:extLst>
          </p:cNvPr>
          <p:cNvSpPr>
            <a:spLocks xmlns:a="http://schemas.openxmlformats.org/drawingml/2006/main" noGrp="1"/>
          </p:cNvSpPr>
          <p:nvPr/>
        </p:nvSpPr>
        <p:spPr>
          <a:xfrm xmlns:a="http://schemas.openxmlformats.org/drawingml/2006/main">
            <a:off x="1706767"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433CF8F4-F06C-4354-92AF-38D8ADED9632}"/>
              </a:ext>
            </a:extLst>
          </p:cNvPr>
          <p:cNvSpPr>
            <a:spLocks xmlns:a="http://schemas.openxmlformats.org/drawingml/2006/main" noGrp="1"/>
          </p:cNvSpPr>
          <p:nvPr/>
        </p:nvSpPr>
        <p:spPr>
          <a:xfrm xmlns:a="http://schemas.openxmlformats.org/drawingml/2006/main">
            <a:off x="1772456"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D8038C5C-9CB6-4AFA-AC1A-26745C88F061}"/>
              </a:ext>
            </a:extLst>
          </p:cNvPr>
          <p:cNvSpPr>
            <a:spLocks xmlns:a="http://schemas.openxmlformats.org/drawingml/2006/main" noGrp="1"/>
          </p:cNvSpPr>
          <p:nvPr/>
        </p:nvSpPr>
        <p:spPr>
          <a:xfrm xmlns:a="http://schemas.openxmlformats.org/drawingml/2006/main">
            <a:off x="1838145"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0E64D998-F9E1-4D32-8330-2AC817C45AE4}"/>
              </a:ext>
            </a:extLst>
          </p:cNvPr>
          <p:cNvSpPr>
            <a:spLocks xmlns:a="http://schemas.openxmlformats.org/drawingml/2006/main" noGrp="1"/>
          </p:cNvSpPr>
          <p:nvPr/>
        </p:nvSpPr>
        <p:spPr>
          <a:xfrm xmlns:a="http://schemas.openxmlformats.org/drawingml/2006/main">
            <a:off x="1903834"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34D16BA5-797A-4803-A9E4-90346521B471}"/>
              </a:ext>
            </a:extLst>
          </p:cNvPr>
          <p:cNvSpPr>
            <a:spLocks xmlns:a="http://schemas.openxmlformats.org/drawingml/2006/main" noGrp="1"/>
          </p:cNvSpPr>
          <p:nvPr/>
        </p:nvSpPr>
        <p:spPr>
          <a:xfrm xmlns:a="http://schemas.openxmlformats.org/drawingml/2006/main">
            <a:off x="1969524"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F3E8D9C5-F826-4E04-BCD8-9A5940941F43}"/>
              </a:ext>
            </a:extLst>
          </p:cNvPr>
          <p:cNvSpPr>
            <a:spLocks xmlns:a="http://schemas.openxmlformats.org/drawingml/2006/main" noGrp="1"/>
          </p:cNvSpPr>
          <p:nvPr/>
        </p:nvSpPr>
        <p:spPr>
          <a:xfrm xmlns:a="http://schemas.openxmlformats.org/drawingml/2006/main">
            <a:off x="2035213"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28CADA01-7A2D-472A-AB18-24E4678AB3CA}"/>
              </a:ext>
            </a:extLst>
          </p:cNvPr>
          <p:cNvSpPr>
            <a:spLocks xmlns:a="http://schemas.openxmlformats.org/drawingml/2006/main" noGrp="1"/>
          </p:cNvSpPr>
          <p:nvPr/>
        </p:nvSpPr>
        <p:spPr>
          <a:xfrm xmlns:a="http://schemas.openxmlformats.org/drawingml/2006/main">
            <a:off x="2100902"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B98BDD7A-0B10-470E-9BB9-9D21C0DC28F0}"/>
              </a:ext>
            </a:extLst>
          </p:cNvPr>
          <p:cNvSpPr>
            <a:spLocks xmlns:a="http://schemas.openxmlformats.org/drawingml/2006/main" noGrp="1"/>
          </p:cNvSpPr>
          <p:nvPr/>
        </p:nvSpPr>
        <p:spPr>
          <a:xfrm xmlns:a="http://schemas.openxmlformats.org/drawingml/2006/main">
            <a:off x="2166591"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49A8E019-9F0E-4E52-B271-3F2224A601AA}"/>
              </a:ext>
            </a:extLst>
          </p:cNvPr>
          <p:cNvSpPr>
            <a:spLocks xmlns:a="http://schemas.openxmlformats.org/drawingml/2006/main" noGrp="1"/>
          </p:cNvSpPr>
          <p:nvPr/>
        </p:nvSpPr>
        <p:spPr>
          <a:xfrm xmlns:a="http://schemas.openxmlformats.org/drawingml/2006/main">
            <a:off x="2232280"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47832188-6F3C-4047-94C0-0F9A78991B31}"/>
              </a:ext>
            </a:extLst>
          </p:cNvPr>
          <p:cNvSpPr>
            <a:spLocks xmlns:a="http://schemas.openxmlformats.org/drawingml/2006/main" noGrp="1"/>
          </p:cNvSpPr>
          <p:nvPr/>
        </p:nvSpPr>
        <p:spPr>
          <a:xfrm xmlns:a="http://schemas.openxmlformats.org/drawingml/2006/main">
            <a:off x="2297969"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DEC6D0AE-52CC-471A-99B4-E905EDC5782D}"/>
              </a:ext>
            </a:extLst>
          </p:cNvPr>
          <p:cNvSpPr>
            <a:spLocks xmlns:a="http://schemas.openxmlformats.org/drawingml/2006/main" noGrp="1"/>
          </p:cNvSpPr>
          <p:nvPr/>
        </p:nvSpPr>
        <p:spPr>
          <a:xfrm xmlns:a="http://schemas.openxmlformats.org/drawingml/2006/main">
            <a:off x="2363658"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77323861-2214-49B8-93B9-B7512AFB0E24}"/>
              </a:ext>
            </a:extLst>
          </p:cNvPr>
          <p:cNvSpPr>
            <a:spLocks xmlns:a="http://schemas.openxmlformats.org/drawingml/2006/main" noGrp="1"/>
          </p:cNvSpPr>
          <p:nvPr/>
        </p:nvSpPr>
        <p:spPr>
          <a:xfrm xmlns:a="http://schemas.openxmlformats.org/drawingml/2006/main">
            <a:off x="2429347"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21B76DE6-8225-4B82-94CE-4B3532ACEC49}"/>
              </a:ext>
            </a:extLst>
          </p:cNvPr>
          <p:cNvSpPr>
            <a:spLocks xmlns:a="http://schemas.openxmlformats.org/drawingml/2006/main" noGrp="1"/>
          </p:cNvSpPr>
          <p:nvPr/>
        </p:nvSpPr>
        <p:spPr>
          <a:xfrm xmlns:a="http://schemas.openxmlformats.org/drawingml/2006/main">
            <a:off x="2495036"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E39C80A1-2D58-4296-897F-62A52C8A3083}"/>
              </a:ext>
            </a:extLst>
          </p:cNvPr>
          <p:cNvSpPr>
            <a:spLocks xmlns:a="http://schemas.openxmlformats.org/drawingml/2006/main" noGrp="1"/>
          </p:cNvSpPr>
          <p:nvPr/>
        </p:nvSpPr>
        <p:spPr>
          <a:xfrm xmlns:a="http://schemas.openxmlformats.org/drawingml/2006/main">
            <a:off x="2560725"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2C258738-CC0D-4D71-921D-F1CA9EFECBCF}"/>
              </a:ext>
            </a:extLst>
          </p:cNvPr>
          <p:cNvSpPr>
            <a:spLocks xmlns:a="http://schemas.openxmlformats.org/drawingml/2006/main" noGrp="1"/>
          </p:cNvSpPr>
          <p:nvPr/>
        </p:nvSpPr>
        <p:spPr>
          <a:xfrm xmlns:a="http://schemas.openxmlformats.org/drawingml/2006/main">
            <a:off x="2626414"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BE67EBBA-EF4D-4494-84AF-98CC9D617ECD}"/>
              </a:ext>
            </a:extLst>
          </p:cNvPr>
          <p:cNvSpPr>
            <a:spLocks xmlns:a="http://schemas.openxmlformats.org/drawingml/2006/main" noGrp="1"/>
          </p:cNvSpPr>
          <p:nvPr/>
        </p:nvSpPr>
        <p:spPr>
          <a:xfrm xmlns:a="http://schemas.openxmlformats.org/drawingml/2006/main">
            <a:off x="2692103"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8D99FC2A-18F6-4AD3-B22F-6F995B5145B9}"/>
              </a:ext>
            </a:extLst>
          </p:cNvPr>
          <p:cNvSpPr>
            <a:spLocks xmlns:a="http://schemas.openxmlformats.org/drawingml/2006/main" noGrp="1"/>
          </p:cNvSpPr>
          <p:nvPr/>
        </p:nvSpPr>
        <p:spPr>
          <a:xfrm xmlns:a="http://schemas.openxmlformats.org/drawingml/2006/main">
            <a:off x="2757792"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4D3A6E3B-3283-4D00-8913-1871A7BB0F39}"/>
              </a:ext>
            </a:extLst>
          </p:cNvPr>
          <p:cNvSpPr>
            <a:spLocks xmlns:a="http://schemas.openxmlformats.org/drawingml/2006/main" noGrp="1"/>
          </p:cNvSpPr>
          <p:nvPr/>
        </p:nvSpPr>
        <p:spPr>
          <a:xfrm xmlns:a="http://schemas.openxmlformats.org/drawingml/2006/main">
            <a:off x="2823481"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A2D166A1-3B52-4992-AFFE-6B19DFBD0E98}"/>
              </a:ext>
            </a:extLst>
          </p:cNvPr>
          <p:cNvSpPr>
            <a:spLocks xmlns:a="http://schemas.openxmlformats.org/drawingml/2006/main" noGrp="1"/>
          </p:cNvSpPr>
          <p:nvPr/>
        </p:nvSpPr>
        <p:spPr>
          <a:xfrm xmlns:a="http://schemas.openxmlformats.org/drawingml/2006/main">
            <a:off x="2889170"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F0E671F1-897A-4CC4-AF71-1FE88508EFFF}"/>
              </a:ext>
            </a:extLst>
          </p:cNvPr>
          <p:cNvSpPr>
            <a:spLocks xmlns:a="http://schemas.openxmlformats.org/drawingml/2006/main" noGrp="1"/>
          </p:cNvSpPr>
          <p:nvPr/>
        </p:nvSpPr>
        <p:spPr>
          <a:xfrm xmlns:a="http://schemas.openxmlformats.org/drawingml/2006/main">
            <a:off x="2954859"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35E0BE03-4822-4AF4-A454-3EFCC9E62EE7}"/>
              </a:ext>
            </a:extLst>
          </p:cNvPr>
          <p:cNvSpPr>
            <a:spLocks xmlns:a="http://schemas.openxmlformats.org/drawingml/2006/main" noGrp="1"/>
          </p:cNvSpPr>
          <p:nvPr/>
        </p:nvSpPr>
        <p:spPr>
          <a:xfrm xmlns:a="http://schemas.openxmlformats.org/drawingml/2006/main">
            <a:off x="3020548"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EDB47FF7-2902-4DEE-83E4-5ADFFB91942A}"/>
              </a:ext>
            </a:extLst>
          </p:cNvPr>
          <p:cNvSpPr>
            <a:spLocks xmlns:a="http://schemas.openxmlformats.org/drawingml/2006/main" noGrp="1"/>
          </p:cNvSpPr>
          <p:nvPr/>
        </p:nvSpPr>
        <p:spPr>
          <a:xfrm xmlns:a="http://schemas.openxmlformats.org/drawingml/2006/main">
            <a:off x="3086237"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A9792929-B4AF-45EA-B2BA-0D0ED43928B1}"/>
              </a:ext>
            </a:extLst>
          </p:cNvPr>
          <p:cNvSpPr>
            <a:spLocks xmlns:a="http://schemas.openxmlformats.org/drawingml/2006/main" noGrp="1"/>
          </p:cNvSpPr>
          <p:nvPr/>
        </p:nvSpPr>
        <p:spPr>
          <a:xfrm xmlns:a="http://schemas.openxmlformats.org/drawingml/2006/main">
            <a:off x="3151926"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584A1F9B-8A1F-4402-8621-620CDD7A6292}"/>
              </a:ext>
            </a:extLst>
          </p:cNvPr>
          <p:cNvSpPr>
            <a:spLocks xmlns:a="http://schemas.openxmlformats.org/drawingml/2006/main" noGrp="1"/>
          </p:cNvSpPr>
          <p:nvPr/>
        </p:nvSpPr>
        <p:spPr>
          <a:xfrm xmlns:a="http://schemas.openxmlformats.org/drawingml/2006/main">
            <a:off x="3217615"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72A491F8-D2FD-4F5A-8344-43E7547AC679}"/>
              </a:ext>
            </a:extLst>
          </p:cNvPr>
          <p:cNvSpPr>
            <a:spLocks xmlns:a="http://schemas.openxmlformats.org/drawingml/2006/main" noGrp="1"/>
          </p:cNvSpPr>
          <p:nvPr/>
        </p:nvSpPr>
        <p:spPr>
          <a:xfrm xmlns:a="http://schemas.openxmlformats.org/drawingml/2006/main">
            <a:off x="3283304"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4656B820-F5C8-4123-B135-C853A0357EA2}"/>
              </a:ext>
            </a:extLst>
          </p:cNvPr>
          <p:cNvSpPr>
            <a:spLocks xmlns:a="http://schemas.openxmlformats.org/drawingml/2006/main" noGrp="1"/>
          </p:cNvSpPr>
          <p:nvPr/>
        </p:nvSpPr>
        <p:spPr>
          <a:xfrm xmlns:a="http://schemas.openxmlformats.org/drawingml/2006/main">
            <a:off x="3348993"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FD0ECD73-6213-4C51-A1FB-21521E951635}"/>
              </a:ext>
            </a:extLst>
          </p:cNvPr>
          <p:cNvSpPr>
            <a:spLocks xmlns:a="http://schemas.openxmlformats.org/drawingml/2006/main" noGrp="1"/>
          </p:cNvSpPr>
          <p:nvPr/>
        </p:nvSpPr>
        <p:spPr>
          <a:xfrm xmlns:a="http://schemas.openxmlformats.org/drawingml/2006/main">
            <a:off x="3414682"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CD15AE4A-A20E-414B-A078-F3D796E5F0A4}"/>
              </a:ext>
            </a:extLst>
          </p:cNvPr>
          <p:cNvSpPr>
            <a:spLocks xmlns:a="http://schemas.openxmlformats.org/drawingml/2006/main" noGrp="1"/>
          </p:cNvSpPr>
          <p:nvPr/>
        </p:nvSpPr>
        <p:spPr>
          <a:xfrm xmlns:a="http://schemas.openxmlformats.org/drawingml/2006/main">
            <a:off x="3480371"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F3458259-693B-424D-BA34-1BE161CDCD5B}"/>
              </a:ext>
            </a:extLst>
          </p:cNvPr>
          <p:cNvSpPr>
            <a:spLocks xmlns:a="http://schemas.openxmlformats.org/drawingml/2006/main" noGrp="1"/>
          </p:cNvSpPr>
          <p:nvPr/>
        </p:nvSpPr>
        <p:spPr>
          <a:xfrm xmlns:a="http://schemas.openxmlformats.org/drawingml/2006/main">
            <a:off x="3546060"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D1EE4326-6D55-438F-8BC5-BF16B8C0A54F}"/>
              </a:ext>
            </a:extLst>
          </p:cNvPr>
          <p:cNvSpPr>
            <a:spLocks xmlns:a="http://schemas.openxmlformats.org/drawingml/2006/main" noGrp="1"/>
          </p:cNvSpPr>
          <p:nvPr/>
        </p:nvSpPr>
        <p:spPr>
          <a:xfrm xmlns:a="http://schemas.openxmlformats.org/drawingml/2006/main">
            <a:off x="3611749"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6A60F049-4166-480A-A6CE-19AF9C7A13E4}"/>
              </a:ext>
            </a:extLst>
          </p:cNvPr>
          <p:cNvSpPr>
            <a:spLocks xmlns:a="http://schemas.openxmlformats.org/drawingml/2006/main" noGrp="1"/>
          </p:cNvSpPr>
          <p:nvPr/>
        </p:nvSpPr>
        <p:spPr>
          <a:xfrm xmlns:a="http://schemas.openxmlformats.org/drawingml/2006/main">
            <a:off x="3677438"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80BB969F-4AD8-4974-A13A-AB46AB1020BB}"/>
              </a:ext>
            </a:extLst>
          </p:cNvPr>
          <p:cNvSpPr>
            <a:spLocks xmlns:a="http://schemas.openxmlformats.org/drawingml/2006/main" noGrp="1"/>
          </p:cNvSpPr>
          <p:nvPr/>
        </p:nvSpPr>
        <p:spPr>
          <a:xfrm xmlns:a="http://schemas.openxmlformats.org/drawingml/2006/main">
            <a:off x="3743127"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6315E01E-4014-469E-A321-F596A62E972D}"/>
              </a:ext>
            </a:extLst>
          </p:cNvPr>
          <p:cNvSpPr>
            <a:spLocks xmlns:a="http://schemas.openxmlformats.org/drawingml/2006/main" noGrp="1"/>
          </p:cNvSpPr>
          <p:nvPr/>
        </p:nvSpPr>
        <p:spPr>
          <a:xfrm xmlns:a="http://schemas.openxmlformats.org/drawingml/2006/main">
            <a:off x="3808816"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B3790A5F-1F88-40E7-8889-95C6CCB6CFB0}"/>
              </a:ext>
            </a:extLst>
          </p:cNvPr>
          <p:cNvSpPr>
            <a:spLocks xmlns:a="http://schemas.openxmlformats.org/drawingml/2006/main" noGrp="1"/>
          </p:cNvSpPr>
          <p:nvPr/>
        </p:nvSpPr>
        <p:spPr>
          <a:xfrm xmlns:a="http://schemas.openxmlformats.org/drawingml/2006/main">
            <a:off x="3874505"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CD9E0D5B-3D0E-4C55-8E87-FAF03E98C621}"/>
              </a:ext>
            </a:extLst>
          </p:cNvPr>
          <p:cNvSpPr>
            <a:spLocks xmlns:a="http://schemas.openxmlformats.org/drawingml/2006/main" noGrp="1"/>
          </p:cNvSpPr>
          <p:nvPr/>
        </p:nvSpPr>
        <p:spPr>
          <a:xfrm xmlns:a="http://schemas.openxmlformats.org/drawingml/2006/main">
            <a:off x="3940194"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FCAB0A77-1715-40E8-B801-158F0944DA4A}"/>
              </a:ext>
            </a:extLst>
          </p:cNvPr>
          <p:cNvSpPr>
            <a:spLocks xmlns:a="http://schemas.openxmlformats.org/drawingml/2006/main" noGrp="1"/>
          </p:cNvSpPr>
          <p:nvPr/>
        </p:nvSpPr>
        <p:spPr>
          <a:xfrm xmlns:a="http://schemas.openxmlformats.org/drawingml/2006/main">
            <a:off x="4005883"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55E7ABB5-2EA0-41F7-A1DA-C830122C83B9}"/>
              </a:ext>
            </a:extLst>
          </p:cNvPr>
          <p:cNvSpPr>
            <a:spLocks xmlns:a="http://schemas.openxmlformats.org/drawingml/2006/main" noGrp="1"/>
          </p:cNvSpPr>
          <p:nvPr/>
        </p:nvSpPr>
        <p:spPr>
          <a:xfrm xmlns:a="http://schemas.openxmlformats.org/drawingml/2006/main">
            <a:off x="4071572"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CBAE96E2-FEA6-4AFF-A561-A628B4B4413F}"/>
              </a:ext>
            </a:extLst>
          </p:cNvPr>
          <p:cNvSpPr>
            <a:spLocks xmlns:a="http://schemas.openxmlformats.org/drawingml/2006/main" noGrp="1"/>
          </p:cNvSpPr>
          <p:nvPr/>
        </p:nvSpPr>
        <p:spPr>
          <a:xfrm xmlns:a="http://schemas.openxmlformats.org/drawingml/2006/main">
            <a:off x="4137261"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DDE2DFEC-BAB2-4136-A086-DDC32866A977}"/>
              </a:ext>
            </a:extLst>
          </p:cNvPr>
          <p:cNvSpPr>
            <a:spLocks xmlns:a="http://schemas.openxmlformats.org/drawingml/2006/main" noGrp="1"/>
          </p:cNvSpPr>
          <p:nvPr/>
        </p:nvSpPr>
        <p:spPr>
          <a:xfrm xmlns:a="http://schemas.openxmlformats.org/drawingml/2006/main">
            <a:off x="4400017"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DB92E2AB-8595-4309-A3A8-5CF48DA71AAC}"/>
              </a:ext>
            </a:extLst>
          </p:cNvPr>
          <p:cNvSpPr>
            <a:spLocks xmlns:a="http://schemas.openxmlformats.org/drawingml/2006/main" noGrp="1"/>
          </p:cNvSpPr>
          <p:nvPr/>
        </p:nvSpPr>
        <p:spPr>
          <a:xfrm xmlns:a="http://schemas.openxmlformats.org/drawingml/2006/main">
            <a:off x="4465706"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C27DDFBD-3A2B-4962-8844-D0688DCC02D7}"/>
              </a:ext>
            </a:extLst>
          </p:cNvPr>
          <p:cNvSpPr>
            <a:spLocks xmlns:a="http://schemas.openxmlformats.org/drawingml/2006/main" noGrp="1"/>
          </p:cNvSpPr>
          <p:nvPr/>
        </p:nvSpPr>
        <p:spPr>
          <a:xfrm xmlns:a="http://schemas.openxmlformats.org/drawingml/2006/main">
            <a:off x="1444011"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A9404F75-698B-42A3-BB02-9DB330954005}"/>
              </a:ext>
            </a:extLst>
          </p:cNvPr>
          <p:cNvSpPr>
            <a:spLocks xmlns:a="http://schemas.openxmlformats.org/drawingml/2006/main" noGrp="1"/>
          </p:cNvSpPr>
          <p:nvPr/>
        </p:nvSpPr>
        <p:spPr>
          <a:xfrm xmlns:a="http://schemas.openxmlformats.org/drawingml/2006/main">
            <a:off x="1509700"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90F06325-5BCC-4342-A5D5-4D8E574A5565}"/>
              </a:ext>
            </a:extLst>
          </p:cNvPr>
          <p:cNvSpPr>
            <a:spLocks xmlns:a="http://schemas.openxmlformats.org/drawingml/2006/main" noGrp="1"/>
          </p:cNvSpPr>
          <p:nvPr/>
        </p:nvSpPr>
        <p:spPr>
          <a:xfrm xmlns:a="http://schemas.openxmlformats.org/drawingml/2006/main">
            <a:off x="1575389"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5F7E6A7A-1DFA-4757-B4B6-47A27287AA1E}"/>
              </a:ext>
            </a:extLst>
          </p:cNvPr>
          <p:cNvSpPr>
            <a:spLocks xmlns:a="http://schemas.openxmlformats.org/drawingml/2006/main" noGrp="1"/>
          </p:cNvSpPr>
          <p:nvPr/>
        </p:nvSpPr>
        <p:spPr>
          <a:xfrm xmlns:a="http://schemas.openxmlformats.org/drawingml/2006/main">
            <a:off x="1641078"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059B0CEF-9BFA-433F-BE5D-363274020848}"/>
              </a:ext>
            </a:extLst>
          </p:cNvPr>
          <p:cNvSpPr>
            <a:spLocks xmlns:a="http://schemas.openxmlformats.org/drawingml/2006/main" noGrp="1"/>
          </p:cNvSpPr>
          <p:nvPr/>
        </p:nvSpPr>
        <p:spPr>
          <a:xfrm xmlns:a="http://schemas.openxmlformats.org/drawingml/2006/main">
            <a:off x="1706767"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6648001E-E862-4032-B814-D78FB52036EE}"/>
              </a:ext>
            </a:extLst>
          </p:cNvPr>
          <p:cNvSpPr>
            <a:spLocks xmlns:a="http://schemas.openxmlformats.org/drawingml/2006/main" noGrp="1"/>
          </p:cNvSpPr>
          <p:nvPr/>
        </p:nvSpPr>
        <p:spPr>
          <a:xfrm xmlns:a="http://schemas.openxmlformats.org/drawingml/2006/main">
            <a:off x="1772456"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A6823139-B525-4DD2-BB22-42D95D77CE94}"/>
              </a:ext>
            </a:extLst>
          </p:cNvPr>
          <p:cNvSpPr>
            <a:spLocks xmlns:a="http://schemas.openxmlformats.org/drawingml/2006/main" noGrp="1"/>
          </p:cNvSpPr>
          <p:nvPr/>
        </p:nvSpPr>
        <p:spPr>
          <a:xfrm xmlns:a="http://schemas.openxmlformats.org/drawingml/2006/main">
            <a:off x="1838145"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9EC65E57-93B1-4F46-832E-B881141C1247}"/>
              </a:ext>
            </a:extLst>
          </p:cNvPr>
          <p:cNvSpPr>
            <a:spLocks xmlns:a="http://schemas.openxmlformats.org/drawingml/2006/main" noGrp="1"/>
          </p:cNvSpPr>
          <p:nvPr/>
        </p:nvSpPr>
        <p:spPr>
          <a:xfrm xmlns:a="http://schemas.openxmlformats.org/drawingml/2006/main">
            <a:off x="1903834"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BD38034F-7521-4FB9-B583-DBBB6703003A}"/>
              </a:ext>
            </a:extLst>
          </p:cNvPr>
          <p:cNvSpPr>
            <a:spLocks xmlns:a="http://schemas.openxmlformats.org/drawingml/2006/main" noGrp="1"/>
          </p:cNvSpPr>
          <p:nvPr/>
        </p:nvSpPr>
        <p:spPr>
          <a:xfrm xmlns:a="http://schemas.openxmlformats.org/drawingml/2006/main">
            <a:off x="1969524"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65FF6D70-61BA-42A6-9E2A-09F936A57EDE}"/>
              </a:ext>
            </a:extLst>
          </p:cNvPr>
          <p:cNvSpPr>
            <a:spLocks xmlns:a="http://schemas.openxmlformats.org/drawingml/2006/main" noGrp="1"/>
          </p:cNvSpPr>
          <p:nvPr/>
        </p:nvSpPr>
        <p:spPr>
          <a:xfrm xmlns:a="http://schemas.openxmlformats.org/drawingml/2006/main">
            <a:off x="2035213"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FEAF16E6-FC7F-45C9-ABD7-FC836F957105}"/>
              </a:ext>
            </a:extLst>
          </p:cNvPr>
          <p:cNvSpPr>
            <a:spLocks xmlns:a="http://schemas.openxmlformats.org/drawingml/2006/main" noGrp="1"/>
          </p:cNvSpPr>
          <p:nvPr/>
        </p:nvSpPr>
        <p:spPr>
          <a:xfrm xmlns:a="http://schemas.openxmlformats.org/drawingml/2006/main">
            <a:off x="2100902"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244B1970-C67F-4566-8002-AB03B04DCE55}"/>
              </a:ext>
            </a:extLst>
          </p:cNvPr>
          <p:cNvSpPr>
            <a:spLocks xmlns:a="http://schemas.openxmlformats.org/drawingml/2006/main" noGrp="1"/>
          </p:cNvSpPr>
          <p:nvPr/>
        </p:nvSpPr>
        <p:spPr>
          <a:xfrm xmlns:a="http://schemas.openxmlformats.org/drawingml/2006/main">
            <a:off x="2166591"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C85F27EF-9CF1-4961-BB57-F1969FEBB55A}"/>
              </a:ext>
            </a:extLst>
          </p:cNvPr>
          <p:cNvSpPr>
            <a:spLocks xmlns:a="http://schemas.openxmlformats.org/drawingml/2006/main" noGrp="1"/>
          </p:cNvSpPr>
          <p:nvPr/>
        </p:nvSpPr>
        <p:spPr>
          <a:xfrm xmlns:a="http://schemas.openxmlformats.org/drawingml/2006/main">
            <a:off x="2232280"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5E8EB4AB-93A0-4BB8-AD7C-1099DF230322}"/>
              </a:ext>
            </a:extLst>
          </p:cNvPr>
          <p:cNvSpPr>
            <a:spLocks xmlns:a="http://schemas.openxmlformats.org/drawingml/2006/main" noGrp="1"/>
          </p:cNvSpPr>
          <p:nvPr/>
        </p:nvSpPr>
        <p:spPr>
          <a:xfrm xmlns:a="http://schemas.openxmlformats.org/drawingml/2006/main">
            <a:off x="2297969"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2E8CD514-A051-4773-81E1-7E7F7935AC94}"/>
              </a:ext>
            </a:extLst>
          </p:cNvPr>
          <p:cNvSpPr>
            <a:spLocks xmlns:a="http://schemas.openxmlformats.org/drawingml/2006/main" noGrp="1"/>
          </p:cNvSpPr>
          <p:nvPr/>
        </p:nvSpPr>
        <p:spPr>
          <a:xfrm xmlns:a="http://schemas.openxmlformats.org/drawingml/2006/main">
            <a:off x="2363658"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5875BAB1-C949-402C-A274-BF4327DB411B}"/>
              </a:ext>
            </a:extLst>
          </p:cNvPr>
          <p:cNvSpPr>
            <a:spLocks xmlns:a="http://schemas.openxmlformats.org/drawingml/2006/main" noGrp="1"/>
          </p:cNvSpPr>
          <p:nvPr/>
        </p:nvSpPr>
        <p:spPr>
          <a:xfrm xmlns:a="http://schemas.openxmlformats.org/drawingml/2006/main">
            <a:off x="2429347"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61FE3AEF-402F-42D9-941B-A8029F4E5A63}"/>
              </a:ext>
            </a:extLst>
          </p:cNvPr>
          <p:cNvSpPr>
            <a:spLocks xmlns:a="http://schemas.openxmlformats.org/drawingml/2006/main" noGrp="1"/>
          </p:cNvSpPr>
          <p:nvPr/>
        </p:nvSpPr>
        <p:spPr>
          <a:xfrm xmlns:a="http://schemas.openxmlformats.org/drawingml/2006/main">
            <a:off x="2495036"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4EE391D1-D8F2-4402-A2F5-DB58A885FEEF}"/>
              </a:ext>
            </a:extLst>
          </p:cNvPr>
          <p:cNvSpPr>
            <a:spLocks xmlns:a="http://schemas.openxmlformats.org/drawingml/2006/main" noGrp="1"/>
          </p:cNvSpPr>
          <p:nvPr/>
        </p:nvSpPr>
        <p:spPr>
          <a:xfrm xmlns:a="http://schemas.openxmlformats.org/drawingml/2006/main">
            <a:off x="2560725"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EA410A58-7056-467E-A850-A0B5A2C5C754}"/>
              </a:ext>
            </a:extLst>
          </p:cNvPr>
          <p:cNvSpPr>
            <a:spLocks xmlns:a="http://schemas.openxmlformats.org/drawingml/2006/main" noGrp="1"/>
          </p:cNvSpPr>
          <p:nvPr/>
        </p:nvSpPr>
        <p:spPr>
          <a:xfrm xmlns:a="http://schemas.openxmlformats.org/drawingml/2006/main">
            <a:off x="2626414"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5AA71C57-0068-4A53-BA21-FBC211008118}"/>
              </a:ext>
            </a:extLst>
          </p:cNvPr>
          <p:cNvSpPr>
            <a:spLocks xmlns:a="http://schemas.openxmlformats.org/drawingml/2006/main" noGrp="1"/>
          </p:cNvSpPr>
          <p:nvPr/>
        </p:nvSpPr>
        <p:spPr>
          <a:xfrm xmlns:a="http://schemas.openxmlformats.org/drawingml/2006/main">
            <a:off x="2692103"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3CFB2A50-EE8D-4899-ADEE-BE3441BE619C}"/>
              </a:ext>
            </a:extLst>
          </p:cNvPr>
          <p:cNvSpPr>
            <a:spLocks xmlns:a="http://schemas.openxmlformats.org/drawingml/2006/main" noGrp="1"/>
          </p:cNvSpPr>
          <p:nvPr/>
        </p:nvSpPr>
        <p:spPr>
          <a:xfrm xmlns:a="http://schemas.openxmlformats.org/drawingml/2006/main">
            <a:off x="2757792"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D4BE7BD4-FA91-4716-86F1-25948C599614}"/>
              </a:ext>
            </a:extLst>
          </p:cNvPr>
          <p:cNvSpPr>
            <a:spLocks xmlns:a="http://schemas.openxmlformats.org/drawingml/2006/main" noGrp="1"/>
          </p:cNvSpPr>
          <p:nvPr/>
        </p:nvSpPr>
        <p:spPr>
          <a:xfrm xmlns:a="http://schemas.openxmlformats.org/drawingml/2006/main">
            <a:off x="2823481"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875AF338-93C6-479C-A8B0-D23F736456F7}"/>
              </a:ext>
            </a:extLst>
          </p:cNvPr>
          <p:cNvSpPr>
            <a:spLocks xmlns:a="http://schemas.openxmlformats.org/drawingml/2006/main" noGrp="1"/>
          </p:cNvSpPr>
          <p:nvPr/>
        </p:nvSpPr>
        <p:spPr>
          <a:xfrm xmlns:a="http://schemas.openxmlformats.org/drawingml/2006/main">
            <a:off x="2889170"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C7119182-8496-4125-AA7B-025550E57343}"/>
              </a:ext>
            </a:extLst>
          </p:cNvPr>
          <p:cNvSpPr>
            <a:spLocks xmlns:a="http://schemas.openxmlformats.org/drawingml/2006/main" noGrp="1"/>
          </p:cNvSpPr>
          <p:nvPr/>
        </p:nvSpPr>
        <p:spPr>
          <a:xfrm xmlns:a="http://schemas.openxmlformats.org/drawingml/2006/main">
            <a:off x="2954859"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91385D65-6B9F-4D89-B829-157DFC574287}"/>
              </a:ext>
            </a:extLst>
          </p:cNvPr>
          <p:cNvSpPr>
            <a:spLocks xmlns:a="http://schemas.openxmlformats.org/drawingml/2006/main" noGrp="1"/>
          </p:cNvSpPr>
          <p:nvPr/>
        </p:nvSpPr>
        <p:spPr>
          <a:xfrm xmlns:a="http://schemas.openxmlformats.org/drawingml/2006/main">
            <a:off x="3020548"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5FC64472-1D7D-4B20-9A2C-17B4E66C5D58}"/>
              </a:ext>
            </a:extLst>
          </p:cNvPr>
          <p:cNvSpPr>
            <a:spLocks xmlns:a="http://schemas.openxmlformats.org/drawingml/2006/main" noGrp="1"/>
          </p:cNvSpPr>
          <p:nvPr/>
        </p:nvSpPr>
        <p:spPr>
          <a:xfrm xmlns:a="http://schemas.openxmlformats.org/drawingml/2006/main">
            <a:off x="3086237"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DCC50262-533A-4586-BF12-32BCB8F723B2}"/>
              </a:ext>
            </a:extLst>
          </p:cNvPr>
          <p:cNvSpPr>
            <a:spLocks xmlns:a="http://schemas.openxmlformats.org/drawingml/2006/main" noGrp="1"/>
          </p:cNvSpPr>
          <p:nvPr/>
        </p:nvSpPr>
        <p:spPr>
          <a:xfrm xmlns:a="http://schemas.openxmlformats.org/drawingml/2006/main">
            <a:off x="3151926"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2B556CC0-9646-4414-93AC-36B99A7F3DE5}"/>
              </a:ext>
            </a:extLst>
          </p:cNvPr>
          <p:cNvSpPr>
            <a:spLocks xmlns:a="http://schemas.openxmlformats.org/drawingml/2006/main" noGrp="1"/>
          </p:cNvSpPr>
          <p:nvPr/>
        </p:nvSpPr>
        <p:spPr>
          <a:xfrm xmlns:a="http://schemas.openxmlformats.org/drawingml/2006/main">
            <a:off x="3217615"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BAB555EF-3BE5-4F9F-BC9A-845FFE483B64}"/>
              </a:ext>
            </a:extLst>
          </p:cNvPr>
          <p:cNvSpPr>
            <a:spLocks xmlns:a="http://schemas.openxmlformats.org/drawingml/2006/main" noGrp="1"/>
          </p:cNvSpPr>
          <p:nvPr/>
        </p:nvSpPr>
        <p:spPr>
          <a:xfrm xmlns:a="http://schemas.openxmlformats.org/drawingml/2006/main">
            <a:off x="3283304"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37E2166D-9A39-4663-AB21-D41578C03343}"/>
              </a:ext>
            </a:extLst>
          </p:cNvPr>
          <p:cNvSpPr>
            <a:spLocks xmlns:a="http://schemas.openxmlformats.org/drawingml/2006/main" noGrp="1"/>
          </p:cNvSpPr>
          <p:nvPr/>
        </p:nvSpPr>
        <p:spPr>
          <a:xfrm xmlns:a="http://schemas.openxmlformats.org/drawingml/2006/main">
            <a:off x="3348993"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17E716D3-08DE-43FC-8655-F81998ED62F0}"/>
              </a:ext>
            </a:extLst>
          </p:cNvPr>
          <p:cNvSpPr>
            <a:spLocks xmlns:a="http://schemas.openxmlformats.org/drawingml/2006/main" noGrp="1"/>
          </p:cNvSpPr>
          <p:nvPr/>
        </p:nvSpPr>
        <p:spPr>
          <a:xfrm xmlns:a="http://schemas.openxmlformats.org/drawingml/2006/main">
            <a:off x="3414682"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40F03F7B-1335-48EA-8641-9D2097774401}"/>
              </a:ext>
            </a:extLst>
          </p:cNvPr>
          <p:cNvSpPr>
            <a:spLocks xmlns:a="http://schemas.openxmlformats.org/drawingml/2006/main" noGrp="1"/>
          </p:cNvSpPr>
          <p:nvPr/>
        </p:nvSpPr>
        <p:spPr>
          <a:xfrm xmlns:a="http://schemas.openxmlformats.org/drawingml/2006/main">
            <a:off x="3480371"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54B2AF46-902F-4838-83A6-A8351419A5BC}"/>
              </a:ext>
            </a:extLst>
          </p:cNvPr>
          <p:cNvSpPr>
            <a:spLocks xmlns:a="http://schemas.openxmlformats.org/drawingml/2006/main" noGrp="1"/>
          </p:cNvSpPr>
          <p:nvPr/>
        </p:nvSpPr>
        <p:spPr>
          <a:xfrm xmlns:a="http://schemas.openxmlformats.org/drawingml/2006/main">
            <a:off x="3546060"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3AE897B7-B359-4A51-9D80-5D0A54E95DF1}"/>
              </a:ext>
            </a:extLst>
          </p:cNvPr>
          <p:cNvSpPr>
            <a:spLocks xmlns:a="http://schemas.openxmlformats.org/drawingml/2006/main" noGrp="1"/>
          </p:cNvSpPr>
          <p:nvPr/>
        </p:nvSpPr>
        <p:spPr>
          <a:xfrm xmlns:a="http://schemas.openxmlformats.org/drawingml/2006/main">
            <a:off x="3611749"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3BB115A3-E550-4A08-A7DE-6D28ABA52842}"/>
              </a:ext>
            </a:extLst>
          </p:cNvPr>
          <p:cNvSpPr>
            <a:spLocks xmlns:a="http://schemas.openxmlformats.org/drawingml/2006/main" noGrp="1"/>
          </p:cNvSpPr>
          <p:nvPr/>
        </p:nvSpPr>
        <p:spPr>
          <a:xfrm xmlns:a="http://schemas.openxmlformats.org/drawingml/2006/main">
            <a:off x="3677438"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E6E0199E-4213-4B00-AC4C-8EE4C7C8C7B4}"/>
              </a:ext>
            </a:extLst>
          </p:cNvPr>
          <p:cNvSpPr>
            <a:spLocks xmlns:a="http://schemas.openxmlformats.org/drawingml/2006/main" noGrp="1"/>
          </p:cNvSpPr>
          <p:nvPr/>
        </p:nvSpPr>
        <p:spPr>
          <a:xfrm xmlns:a="http://schemas.openxmlformats.org/drawingml/2006/main">
            <a:off x="3743127"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2738DFD0-D3EB-46D9-AD3C-6B9AE8596D99}"/>
              </a:ext>
            </a:extLst>
          </p:cNvPr>
          <p:cNvSpPr>
            <a:spLocks xmlns:a="http://schemas.openxmlformats.org/drawingml/2006/main" noGrp="1"/>
          </p:cNvSpPr>
          <p:nvPr/>
        </p:nvSpPr>
        <p:spPr>
          <a:xfrm xmlns:a="http://schemas.openxmlformats.org/drawingml/2006/main">
            <a:off x="3808816"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3B552205-6C2D-407E-962B-E4D260791FA1}"/>
              </a:ext>
            </a:extLst>
          </p:cNvPr>
          <p:cNvSpPr>
            <a:spLocks xmlns:a="http://schemas.openxmlformats.org/drawingml/2006/main" noGrp="1"/>
          </p:cNvSpPr>
          <p:nvPr/>
        </p:nvSpPr>
        <p:spPr>
          <a:xfrm xmlns:a="http://schemas.openxmlformats.org/drawingml/2006/main">
            <a:off x="3874505"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4C97BCD5-17EA-4DFE-8D09-3FD92C197988}"/>
              </a:ext>
            </a:extLst>
          </p:cNvPr>
          <p:cNvSpPr>
            <a:spLocks xmlns:a="http://schemas.openxmlformats.org/drawingml/2006/main" noGrp="1"/>
          </p:cNvSpPr>
          <p:nvPr/>
        </p:nvSpPr>
        <p:spPr>
          <a:xfrm xmlns:a="http://schemas.openxmlformats.org/drawingml/2006/main">
            <a:off x="3940194"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04CB4F42-F42E-4F04-8AA9-12BCA69A22E5}"/>
              </a:ext>
            </a:extLst>
          </p:cNvPr>
          <p:cNvSpPr>
            <a:spLocks xmlns:a="http://schemas.openxmlformats.org/drawingml/2006/main" noGrp="1"/>
          </p:cNvSpPr>
          <p:nvPr/>
        </p:nvSpPr>
        <p:spPr>
          <a:xfrm xmlns:a="http://schemas.openxmlformats.org/drawingml/2006/main">
            <a:off x="4005883"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A3C278CA-5D27-4B84-AEA1-7E8F094A8132}"/>
              </a:ext>
            </a:extLst>
          </p:cNvPr>
          <p:cNvSpPr>
            <a:spLocks xmlns:a="http://schemas.openxmlformats.org/drawingml/2006/main" noGrp="1"/>
          </p:cNvSpPr>
          <p:nvPr/>
        </p:nvSpPr>
        <p:spPr>
          <a:xfrm xmlns:a="http://schemas.openxmlformats.org/drawingml/2006/main">
            <a:off x="4334328"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A2272B84-2188-4C5E-88DD-C56AE4A22362}"/>
              </a:ext>
            </a:extLst>
          </p:cNvPr>
          <p:cNvSpPr>
            <a:spLocks xmlns:a="http://schemas.openxmlformats.org/drawingml/2006/main" noGrp="1"/>
          </p:cNvSpPr>
          <p:nvPr/>
        </p:nvSpPr>
        <p:spPr>
          <a:xfrm xmlns:a="http://schemas.openxmlformats.org/drawingml/2006/main">
            <a:off x="4400017"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67879E6E-6C85-467C-ADBB-A0B8E1C826F2}"/>
              </a:ext>
            </a:extLst>
          </p:cNvPr>
          <p:cNvSpPr>
            <a:spLocks xmlns:a="http://schemas.openxmlformats.org/drawingml/2006/main" noGrp="1"/>
          </p:cNvSpPr>
          <p:nvPr/>
        </p:nvSpPr>
        <p:spPr>
          <a:xfrm xmlns:a="http://schemas.openxmlformats.org/drawingml/2006/main">
            <a:off x="4465706"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699CCEFD-9B40-47AC-8CB6-E7C9B2E15618}"/>
              </a:ext>
            </a:extLst>
          </p:cNvPr>
          <p:cNvSpPr>
            <a:spLocks xmlns:a="http://schemas.openxmlformats.org/drawingml/2006/main" noGrp="1"/>
          </p:cNvSpPr>
          <p:nvPr/>
        </p:nvSpPr>
        <p:spPr>
          <a:xfrm xmlns:a="http://schemas.openxmlformats.org/drawingml/2006/main">
            <a:off x="4531395"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1BB44D8B-1EC8-4CE2-BDFB-D6EB1B70AA2F}"/>
              </a:ext>
            </a:extLst>
          </p:cNvPr>
          <p:cNvSpPr>
            <a:spLocks xmlns:a="http://schemas.openxmlformats.org/drawingml/2006/main" noGrp="1"/>
          </p:cNvSpPr>
          <p:nvPr/>
        </p:nvSpPr>
        <p:spPr>
          <a:xfrm xmlns:a="http://schemas.openxmlformats.org/drawingml/2006/main">
            <a:off x="1509700"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A710F9DC-09FB-47A3-976A-6FF31C247729}"/>
              </a:ext>
            </a:extLst>
          </p:cNvPr>
          <p:cNvSpPr>
            <a:spLocks xmlns:a="http://schemas.openxmlformats.org/drawingml/2006/main" noGrp="1"/>
          </p:cNvSpPr>
          <p:nvPr/>
        </p:nvSpPr>
        <p:spPr>
          <a:xfrm xmlns:a="http://schemas.openxmlformats.org/drawingml/2006/main">
            <a:off x="1575389"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0F84F1A7-730D-4014-988E-DA480E1A8983}"/>
              </a:ext>
            </a:extLst>
          </p:cNvPr>
          <p:cNvSpPr>
            <a:spLocks xmlns:a="http://schemas.openxmlformats.org/drawingml/2006/main" noGrp="1"/>
          </p:cNvSpPr>
          <p:nvPr/>
        </p:nvSpPr>
        <p:spPr>
          <a:xfrm xmlns:a="http://schemas.openxmlformats.org/drawingml/2006/main">
            <a:off x="1641078"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09B87468-9E08-4F9E-99C1-64DA1726EC8E}"/>
              </a:ext>
            </a:extLst>
          </p:cNvPr>
          <p:cNvSpPr>
            <a:spLocks xmlns:a="http://schemas.openxmlformats.org/drawingml/2006/main" noGrp="1"/>
          </p:cNvSpPr>
          <p:nvPr/>
        </p:nvSpPr>
        <p:spPr>
          <a:xfrm xmlns:a="http://schemas.openxmlformats.org/drawingml/2006/main">
            <a:off x="1706767"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2E8738B2-9593-444F-81FA-2D18F8328E6E}"/>
              </a:ext>
            </a:extLst>
          </p:cNvPr>
          <p:cNvSpPr>
            <a:spLocks xmlns:a="http://schemas.openxmlformats.org/drawingml/2006/main" noGrp="1"/>
          </p:cNvSpPr>
          <p:nvPr/>
        </p:nvSpPr>
        <p:spPr>
          <a:xfrm xmlns:a="http://schemas.openxmlformats.org/drawingml/2006/main">
            <a:off x="1772456"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44CA40DF-33BE-4315-AADD-981CB48CFFB3}"/>
              </a:ext>
            </a:extLst>
          </p:cNvPr>
          <p:cNvSpPr>
            <a:spLocks xmlns:a="http://schemas.openxmlformats.org/drawingml/2006/main" noGrp="1"/>
          </p:cNvSpPr>
          <p:nvPr/>
        </p:nvSpPr>
        <p:spPr>
          <a:xfrm xmlns:a="http://schemas.openxmlformats.org/drawingml/2006/main">
            <a:off x="1838145"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6A764D43-CD1A-47EC-BDA6-4DD093F68377}"/>
              </a:ext>
            </a:extLst>
          </p:cNvPr>
          <p:cNvSpPr>
            <a:spLocks xmlns:a="http://schemas.openxmlformats.org/drawingml/2006/main" noGrp="1"/>
          </p:cNvSpPr>
          <p:nvPr/>
        </p:nvSpPr>
        <p:spPr>
          <a:xfrm xmlns:a="http://schemas.openxmlformats.org/drawingml/2006/main">
            <a:off x="1903834"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5555675B-3351-492D-AB1D-96A003119F24}"/>
              </a:ext>
            </a:extLst>
          </p:cNvPr>
          <p:cNvSpPr>
            <a:spLocks xmlns:a="http://schemas.openxmlformats.org/drawingml/2006/main" noGrp="1"/>
          </p:cNvSpPr>
          <p:nvPr/>
        </p:nvSpPr>
        <p:spPr>
          <a:xfrm xmlns:a="http://schemas.openxmlformats.org/drawingml/2006/main">
            <a:off x="1969524"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4A9E9723-CB68-4E5C-876B-82C571609E69}"/>
              </a:ext>
            </a:extLst>
          </p:cNvPr>
          <p:cNvSpPr>
            <a:spLocks xmlns:a="http://schemas.openxmlformats.org/drawingml/2006/main" noGrp="1"/>
          </p:cNvSpPr>
          <p:nvPr/>
        </p:nvSpPr>
        <p:spPr>
          <a:xfrm xmlns:a="http://schemas.openxmlformats.org/drawingml/2006/main">
            <a:off x="2035213"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7AEBE648-2D77-4447-8B06-09D49249DC97}"/>
              </a:ext>
            </a:extLst>
          </p:cNvPr>
          <p:cNvSpPr>
            <a:spLocks xmlns:a="http://schemas.openxmlformats.org/drawingml/2006/main" noGrp="1"/>
          </p:cNvSpPr>
          <p:nvPr/>
        </p:nvSpPr>
        <p:spPr>
          <a:xfrm xmlns:a="http://schemas.openxmlformats.org/drawingml/2006/main">
            <a:off x="2100902"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83484D93-32CB-4616-B22F-21DED6D1F40B}"/>
              </a:ext>
            </a:extLst>
          </p:cNvPr>
          <p:cNvSpPr>
            <a:spLocks xmlns:a="http://schemas.openxmlformats.org/drawingml/2006/main" noGrp="1"/>
          </p:cNvSpPr>
          <p:nvPr/>
        </p:nvSpPr>
        <p:spPr>
          <a:xfrm xmlns:a="http://schemas.openxmlformats.org/drawingml/2006/main">
            <a:off x="2166591"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6E267208-90F3-4786-969C-E5A2B70AA3BB}"/>
              </a:ext>
            </a:extLst>
          </p:cNvPr>
          <p:cNvSpPr>
            <a:spLocks xmlns:a="http://schemas.openxmlformats.org/drawingml/2006/main" noGrp="1"/>
          </p:cNvSpPr>
          <p:nvPr/>
        </p:nvSpPr>
        <p:spPr>
          <a:xfrm xmlns:a="http://schemas.openxmlformats.org/drawingml/2006/main">
            <a:off x="2232280"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6C76D311-5D5A-4D47-8935-8C6B866E26C9}"/>
              </a:ext>
            </a:extLst>
          </p:cNvPr>
          <p:cNvSpPr>
            <a:spLocks xmlns:a="http://schemas.openxmlformats.org/drawingml/2006/main" noGrp="1"/>
          </p:cNvSpPr>
          <p:nvPr/>
        </p:nvSpPr>
        <p:spPr>
          <a:xfrm xmlns:a="http://schemas.openxmlformats.org/drawingml/2006/main">
            <a:off x="2297969"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713EF3A3-B079-41F6-86F5-D10B9664358F}"/>
              </a:ext>
            </a:extLst>
          </p:cNvPr>
          <p:cNvSpPr>
            <a:spLocks xmlns:a="http://schemas.openxmlformats.org/drawingml/2006/main" noGrp="1"/>
          </p:cNvSpPr>
          <p:nvPr/>
        </p:nvSpPr>
        <p:spPr>
          <a:xfrm xmlns:a="http://schemas.openxmlformats.org/drawingml/2006/main">
            <a:off x="2363658"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FD53391D-6DBA-43C2-80E3-8567093F2D2B}"/>
              </a:ext>
            </a:extLst>
          </p:cNvPr>
          <p:cNvSpPr>
            <a:spLocks xmlns:a="http://schemas.openxmlformats.org/drawingml/2006/main" noGrp="1"/>
          </p:cNvSpPr>
          <p:nvPr/>
        </p:nvSpPr>
        <p:spPr>
          <a:xfrm xmlns:a="http://schemas.openxmlformats.org/drawingml/2006/main">
            <a:off x="2429347"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73C2241E-8F25-4F90-9FF8-51D7B575E0BF}"/>
              </a:ext>
            </a:extLst>
          </p:cNvPr>
          <p:cNvSpPr>
            <a:spLocks xmlns:a="http://schemas.openxmlformats.org/drawingml/2006/main" noGrp="1"/>
          </p:cNvSpPr>
          <p:nvPr/>
        </p:nvSpPr>
        <p:spPr>
          <a:xfrm xmlns:a="http://schemas.openxmlformats.org/drawingml/2006/main">
            <a:off x="2495036"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DA0AABAE-DAE9-4BC3-B8E4-E80D7588B74C}"/>
              </a:ext>
            </a:extLst>
          </p:cNvPr>
          <p:cNvSpPr>
            <a:spLocks xmlns:a="http://schemas.openxmlformats.org/drawingml/2006/main" noGrp="1"/>
          </p:cNvSpPr>
          <p:nvPr/>
        </p:nvSpPr>
        <p:spPr>
          <a:xfrm xmlns:a="http://schemas.openxmlformats.org/drawingml/2006/main">
            <a:off x="2560725"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DE8A9C5B-21F5-4301-A58A-74B059BCA735}"/>
              </a:ext>
            </a:extLst>
          </p:cNvPr>
          <p:cNvSpPr>
            <a:spLocks xmlns:a="http://schemas.openxmlformats.org/drawingml/2006/main" noGrp="1"/>
          </p:cNvSpPr>
          <p:nvPr/>
        </p:nvSpPr>
        <p:spPr>
          <a:xfrm xmlns:a="http://schemas.openxmlformats.org/drawingml/2006/main">
            <a:off x="2626414"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2BEDC62A-EAFD-452C-9F86-7BD00926CFD9}"/>
              </a:ext>
            </a:extLst>
          </p:cNvPr>
          <p:cNvSpPr>
            <a:spLocks xmlns:a="http://schemas.openxmlformats.org/drawingml/2006/main" noGrp="1"/>
          </p:cNvSpPr>
          <p:nvPr/>
        </p:nvSpPr>
        <p:spPr>
          <a:xfrm xmlns:a="http://schemas.openxmlformats.org/drawingml/2006/main">
            <a:off x="2692103"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CCB507E8-2A6D-4F3C-B18B-76999E66BC8F}"/>
              </a:ext>
            </a:extLst>
          </p:cNvPr>
          <p:cNvSpPr>
            <a:spLocks xmlns:a="http://schemas.openxmlformats.org/drawingml/2006/main" noGrp="1"/>
          </p:cNvSpPr>
          <p:nvPr/>
        </p:nvSpPr>
        <p:spPr>
          <a:xfrm xmlns:a="http://schemas.openxmlformats.org/drawingml/2006/main">
            <a:off x="2757792"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CFFE6CE0-C876-433A-BEE5-8BD5C2ACE8F2}"/>
              </a:ext>
            </a:extLst>
          </p:cNvPr>
          <p:cNvSpPr>
            <a:spLocks xmlns:a="http://schemas.openxmlformats.org/drawingml/2006/main" noGrp="1"/>
          </p:cNvSpPr>
          <p:nvPr/>
        </p:nvSpPr>
        <p:spPr>
          <a:xfrm xmlns:a="http://schemas.openxmlformats.org/drawingml/2006/main">
            <a:off x="2823481"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8A102419-60B7-4C4A-B1C5-6E6A4E3D8DC9}"/>
              </a:ext>
            </a:extLst>
          </p:cNvPr>
          <p:cNvSpPr>
            <a:spLocks xmlns:a="http://schemas.openxmlformats.org/drawingml/2006/main" noGrp="1"/>
          </p:cNvSpPr>
          <p:nvPr/>
        </p:nvSpPr>
        <p:spPr>
          <a:xfrm xmlns:a="http://schemas.openxmlformats.org/drawingml/2006/main">
            <a:off x="2889170"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919A517B-15D9-4D26-B632-71D3E31900F7}"/>
              </a:ext>
            </a:extLst>
          </p:cNvPr>
          <p:cNvSpPr>
            <a:spLocks xmlns:a="http://schemas.openxmlformats.org/drawingml/2006/main" noGrp="1"/>
          </p:cNvSpPr>
          <p:nvPr/>
        </p:nvSpPr>
        <p:spPr>
          <a:xfrm xmlns:a="http://schemas.openxmlformats.org/drawingml/2006/main">
            <a:off x="2954859"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220F07D8-7A4D-4547-BA1E-29AEF62F6579}"/>
              </a:ext>
            </a:extLst>
          </p:cNvPr>
          <p:cNvSpPr>
            <a:spLocks xmlns:a="http://schemas.openxmlformats.org/drawingml/2006/main" noGrp="1"/>
          </p:cNvSpPr>
          <p:nvPr/>
        </p:nvSpPr>
        <p:spPr>
          <a:xfrm xmlns:a="http://schemas.openxmlformats.org/drawingml/2006/main">
            <a:off x="3020548"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1AAB5E5A-11EE-4197-B716-038E3104741E}"/>
              </a:ext>
            </a:extLst>
          </p:cNvPr>
          <p:cNvSpPr>
            <a:spLocks xmlns:a="http://schemas.openxmlformats.org/drawingml/2006/main" noGrp="1"/>
          </p:cNvSpPr>
          <p:nvPr/>
        </p:nvSpPr>
        <p:spPr>
          <a:xfrm xmlns:a="http://schemas.openxmlformats.org/drawingml/2006/main">
            <a:off x="3086237"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18288094-1D0A-4183-85D3-A051392CFFCC}"/>
              </a:ext>
            </a:extLst>
          </p:cNvPr>
          <p:cNvSpPr>
            <a:spLocks xmlns:a="http://schemas.openxmlformats.org/drawingml/2006/main" noGrp="1"/>
          </p:cNvSpPr>
          <p:nvPr/>
        </p:nvSpPr>
        <p:spPr>
          <a:xfrm xmlns:a="http://schemas.openxmlformats.org/drawingml/2006/main">
            <a:off x="3151926"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8917D7A8-9B01-406B-8131-EC898CF62DD7}"/>
              </a:ext>
            </a:extLst>
          </p:cNvPr>
          <p:cNvSpPr>
            <a:spLocks xmlns:a="http://schemas.openxmlformats.org/drawingml/2006/main" noGrp="1"/>
          </p:cNvSpPr>
          <p:nvPr/>
        </p:nvSpPr>
        <p:spPr>
          <a:xfrm xmlns:a="http://schemas.openxmlformats.org/drawingml/2006/main">
            <a:off x="3217615"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93EA1F13-43EA-4CB8-8D61-33B1F9A9C73F}"/>
              </a:ext>
            </a:extLst>
          </p:cNvPr>
          <p:cNvSpPr>
            <a:spLocks xmlns:a="http://schemas.openxmlformats.org/drawingml/2006/main" noGrp="1"/>
          </p:cNvSpPr>
          <p:nvPr/>
        </p:nvSpPr>
        <p:spPr>
          <a:xfrm xmlns:a="http://schemas.openxmlformats.org/drawingml/2006/main">
            <a:off x="3283304"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E9526B80-6410-470F-AD40-D523078F12FE}"/>
              </a:ext>
            </a:extLst>
          </p:cNvPr>
          <p:cNvSpPr>
            <a:spLocks xmlns:a="http://schemas.openxmlformats.org/drawingml/2006/main" noGrp="1"/>
          </p:cNvSpPr>
          <p:nvPr/>
        </p:nvSpPr>
        <p:spPr>
          <a:xfrm xmlns:a="http://schemas.openxmlformats.org/drawingml/2006/main">
            <a:off x="3348993"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34C3E459-8EF8-4419-9CBA-578C565345B9}"/>
              </a:ext>
            </a:extLst>
          </p:cNvPr>
          <p:cNvSpPr>
            <a:spLocks xmlns:a="http://schemas.openxmlformats.org/drawingml/2006/main" noGrp="1"/>
          </p:cNvSpPr>
          <p:nvPr/>
        </p:nvSpPr>
        <p:spPr>
          <a:xfrm xmlns:a="http://schemas.openxmlformats.org/drawingml/2006/main">
            <a:off x="3414682"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0EAF60B1-EA4A-436B-B8C1-89F8204040E8}"/>
              </a:ext>
            </a:extLst>
          </p:cNvPr>
          <p:cNvSpPr>
            <a:spLocks xmlns:a="http://schemas.openxmlformats.org/drawingml/2006/main" noGrp="1"/>
          </p:cNvSpPr>
          <p:nvPr/>
        </p:nvSpPr>
        <p:spPr>
          <a:xfrm xmlns:a="http://schemas.openxmlformats.org/drawingml/2006/main">
            <a:off x="3480371"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42B9634C-DF00-4138-8FD4-B887DB0CD131}"/>
              </a:ext>
            </a:extLst>
          </p:cNvPr>
          <p:cNvSpPr>
            <a:spLocks xmlns:a="http://schemas.openxmlformats.org/drawingml/2006/main" noGrp="1"/>
          </p:cNvSpPr>
          <p:nvPr/>
        </p:nvSpPr>
        <p:spPr>
          <a:xfrm xmlns:a="http://schemas.openxmlformats.org/drawingml/2006/main">
            <a:off x="3546060"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99A14449-6ABB-48C9-AA61-DA3E9FA59EA5}"/>
              </a:ext>
            </a:extLst>
          </p:cNvPr>
          <p:cNvSpPr>
            <a:spLocks xmlns:a="http://schemas.openxmlformats.org/drawingml/2006/main" noGrp="1"/>
          </p:cNvSpPr>
          <p:nvPr/>
        </p:nvSpPr>
        <p:spPr>
          <a:xfrm xmlns:a="http://schemas.openxmlformats.org/drawingml/2006/main">
            <a:off x="3611749"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84537BC9-A949-456E-8D42-4DCA1DC69626}"/>
              </a:ext>
            </a:extLst>
          </p:cNvPr>
          <p:cNvSpPr>
            <a:spLocks xmlns:a="http://schemas.openxmlformats.org/drawingml/2006/main" noGrp="1"/>
          </p:cNvSpPr>
          <p:nvPr/>
        </p:nvSpPr>
        <p:spPr>
          <a:xfrm xmlns:a="http://schemas.openxmlformats.org/drawingml/2006/main">
            <a:off x="3677438"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2B73BBBF-ADC6-4EA6-BBBC-D9AB814ACED1}"/>
              </a:ext>
            </a:extLst>
          </p:cNvPr>
          <p:cNvSpPr>
            <a:spLocks xmlns:a="http://schemas.openxmlformats.org/drawingml/2006/main" noGrp="1"/>
          </p:cNvSpPr>
          <p:nvPr/>
        </p:nvSpPr>
        <p:spPr>
          <a:xfrm xmlns:a="http://schemas.openxmlformats.org/drawingml/2006/main">
            <a:off x="3743127"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494C559C-1B86-4522-8179-E33E13A7DAFC}"/>
              </a:ext>
            </a:extLst>
          </p:cNvPr>
          <p:cNvSpPr>
            <a:spLocks xmlns:a="http://schemas.openxmlformats.org/drawingml/2006/main" noGrp="1"/>
          </p:cNvSpPr>
          <p:nvPr/>
        </p:nvSpPr>
        <p:spPr>
          <a:xfrm xmlns:a="http://schemas.openxmlformats.org/drawingml/2006/main">
            <a:off x="3808816"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77179B6E-9E9D-4A7D-BDEB-A32EFEE932A0}"/>
              </a:ext>
            </a:extLst>
          </p:cNvPr>
          <p:cNvSpPr>
            <a:spLocks xmlns:a="http://schemas.openxmlformats.org/drawingml/2006/main" noGrp="1"/>
          </p:cNvSpPr>
          <p:nvPr/>
        </p:nvSpPr>
        <p:spPr>
          <a:xfrm xmlns:a="http://schemas.openxmlformats.org/drawingml/2006/main">
            <a:off x="3874505"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563FB305-AC67-499A-BA26-F78B5637D49B}"/>
              </a:ext>
            </a:extLst>
          </p:cNvPr>
          <p:cNvSpPr>
            <a:spLocks xmlns:a="http://schemas.openxmlformats.org/drawingml/2006/main" noGrp="1"/>
          </p:cNvSpPr>
          <p:nvPr/>
        </p:nvSpPr>
        <p:spPr>
          <a:xfrm xmlns:a="http://schemas.openxmlformats.org/drawingml/2006/main">
            <a:off x="3940194"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A33A098A-EDDF-4E4C-B132-7209B3A15B52}"/>
              </a:ext>
            </a:extLst>
          </p:cNvPr>
          <p:cNvSpPr>
            <a:spLocks xmlns:a="http://schemas.openxmlformats.org/drawingml/2006/main" noGrp="1"/>
          </p:cNvSpPr>
          <p:nvPr/>
        </p:nvSpPr>
        <p:spPr>
          <a:xfrm xmlns:a="http://schemas.openxmlformats.org/drawingml/2006/main">
            <a:off x="4202950"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627E4E58-C9C9-4443-91D2-77B1B4B793D6}"/>
              </a:ext>
            </a:extLst>
          </p:cNvPr>
          <p:cNvSpPr>
            <a:spLocks xmlns:a="http://schemas.openxmlformats.org/drawingml/2006/main" noGrp="1"/>
          </p:cNvSpPr>
          <p:nvPr/>
        </p:nvSpPr>
        <p:spPr>
          <a:xfrm xmlns:a="http://schemas.openxmlformats.org/drawingml/2006/main">
            <a:off x="4268639"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3F4506A1-48E2-423C-9403-A0CEC3C2D47F}"/>
              </a:ext>
            </a:extLst>
          </p:cNvPr>
          <p:cNvSpPr>
            <a:spLocks xmlns:a="http://schemas.openxmlformats.org/drawingml/2006/main" noGrp="1"/>
          </p:cNvSpPr>
          <p:nvPr/>
        </p:nvSpPr>
        <p:spPr>
          <a:xfrm xmlns:a="http://schemas.openxmlformats.org/drawingml/2006/main">
            <a:off x="4334328"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637D49E0-1DCA-4C12-820E-13A8EE477C89}"/>
              </a:ext>
            </a:extLst>
          </p:cNvPr>
          <p:cNvSpPr>
            <a:spLocks xmlns:a="http://schemas.openxmlformats.org/drawingml/2006/main" noGrp="1"/>
          </p:cNvSpPr>
          <p:nvPr/>
        </p:nvSpPr>
        <p:spPr>
          <a:xfrm xmlns:a="http://schemas.openxmlformats.org/drawingml/2006/main">
            <a:off x="4400017"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F6C9039E-B0FF-49F1-9EC8-9857D24E64FC}"/>
              </a:ext>
            </a:extLst>
          </p:cNvPr>
          <p:cNvSpPr>
            <a:spLocks xmlns:a="http://schemas.openxmlformats.org/drawingml/2006/main" noGrp="1"/>
          </p:cNvSpPr>
          <p:nvPr/>
        </p:nvSpPr>
        <p:spPr>
          <a:xfrm xmlns:a="http://schemas.openxmlformats.org/drawingml/2006/main">
            <a:off x="4465706"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5ACF7256-5E8F-45B8-A79E-D4173708FDD2}"/>
              </a:ext>
            </a:extLst>
          </p:cNvPr>
          <p:cNvSpPr>
            <a:spLocks xmlns:a="http://schemas.openxmlformats.org/drawingml/2006/main" noGrp="1"/>
          </p:cNvSpPr>
          <p:nvPr/>
        </p:nvSpPr>
        <p:spPr>
          <a:xfrm xmlns:a="http://schemas.openxmlformats.org/drawingml/2006/main">
            <a:off x="4531395"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9263B962-C734-4C97-93EA-E9C2D8E754CC}"/>
              </a:ext>
            </a:extLst>
          </p:cNvPr>
          <p:cNvSpPr>
            <a:spLocks xmlns:a="http://schemas.openxmlformats.org/drawingml/2006/main" noGrp="1"/>
          </p:cNvSpPr>
          <p:nvPr/>
        </p:nvSpPr>
        <p:spPr>
          <a:xfrm xmlns:a="http://schemas.openxmlformats.org/drawingml/2006/main">
            <a:off x="1509700"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D44DFD25-E25A-43AB-9DDB-1F8232F40413}"/>
              </a:ext>
            </a:extLst>
          </p:cNvPr>
          <p:cNvSpPr>
            <a:spLocks xmlns:a="http://schemas.openxmlformats.org/drawingml/2006/main" noGrp="1"/>
          </p:cNvSpPr>
          <p:nvPr/>
        </p:nvSpPr>
        <p:spPr>
          <a:xfrm xmlns:a="http://schemas.openxmlformats.org/drawingml/2006/main">
            <a:off x="1575389"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F17A0F6A-A0E2-4A6E-908A-3EE1D6E6138B}"/>
              </a:ext>
            </a:extLst>
          </p:cNvPr>
          <p:cNvSpPr>
            <a:spLocks xmlns:a="http://schemas.openxmlformats.org/drawingml/2006/main" noGrp="1"/>
          </p:cNvSpPr>
          <p:nvPr/>
        </p:nvSpPr>
        <p:spPr>
          <a:xfrm xmlns:a="http://schemas.openxmlformats.org/drawingml/2006/main">
            <a:off x="1641078"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E7C430CF-E140-4076-90C0-5E073DAB3CC5}"/>
              </a:ext>
            </a:extLst>
          </p:cNvPr>
          <p:cNvSpPr>
            <a:spLocks xmlns:a="http://schemas.openxmlformats.org/drawingml/2006/main" noGrp="1"/>
          </p:cNvSpPr>
          <p:nvPr/>
        </p:nvSpPr>
        <p:spPr>
          <a:xfrm xmlns:a="http://schemas.openxmlformats.org/drawingml/2006/main">
            <a:off x="1706767"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AC8BCFA5-3529-4FF4-81EE-97D47CDB7F92}"/>
              </a:ext>
            </a:extLst>
          </p:cNvPr>
          <p:cNvSpPr>
            <a:spLocks xmlns:a="http://schemas.openxmlformats.org/drawingml/2006/main" noGrp="1"/>
          </p:cNvSpPr>
          <p:nvPr/>
        </p:nvSpPr>
        <p:spPr>
          <a:xfrm xmlns:a="http://schemas.openxmlformats.org/drawingml/2006/main">
            <a:off x="1772456"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52C2D2BB-044E-45DE-AE04-AD6CCCA90709}"/>
              </a:ext>
            </a:extLst>
          </p:cNvPr>
          <p:cNvSpPr>
            <a:spLocks xmlns:a="http://schemas.openxmlformats.org/drawingml/2006/main" noGrp="1"/>
          </p:cNvSpPr>
          <p:nvPr/>
        </p:nvSpPr>
        <p:spPr>
          <a:xfrm xmlns:a="http://schemas.openxmlformats.org/drawingml/2006/main">
            <a:off x="1838145"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A6EB7FFB-0696-4411-B3CE-708CEA6AC29B}"/>
              </a:ext>
            </a:extLst>
          </p:cNvPr>
          <p:cNvSpPr>
            <a:spLocks xmlns:a="http://schemas.openxmlformats.org/drawingml/2006/main" noGrp="1"/>
          </p:cNvSpPr>
          <p:nvPr/>
        </p:nvSpPr>
        <p:spPr>
          <a:xfrm xmlns:a="http://schemas.openxmlformats.org/drawingml/2006/main">
            <a:off x="1903834"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DE47493B-C242-4823-8078-F4E6ED1F8FE7}"/>
              </a:ext>
            </a:extLst>
          </p:cNvPr>
          <p:cNvSpPr>
            <a:spLocks xmlns:a="http://schemas.openxmlformats.org/drawingml/2006/main" noGrp="1"/>
          </p:cNvSpPr>
          <p:nvPr/>
        </p:nvSpPr>
        <p:spPr>
          <a:xfrm xmlns:a="http://schemas.openxmlformats.org/drawingml/2006/main">
            <a:off x="1969524"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F4A983F4-B57A-4198-9175-ECC565995117}"/>
              </a:ext>
            </a:extLst>
          </p:cNvPr>
          <p:cNvSpPr>
            <a:spLocks xmlns:a="http://schemas.openxmlformats.org/drawingml/2006/main" noGrp="1"/>
          </p:cNvSpPr>
          <p:nvPr/>
        </p:nvSpPr>
        <p:spPr>
          <a:xfrm xmlns:a="http://schemas.openxmlformats.org/drawingml/2006/main">
            <a:off x="2035213"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86FF1F3C-B328-4CB2-BCDA-DF06987FAF33}"/>
              </a:ext>
            </a:extLst>
          </p:cNvPr>
          <p:cNvSpPr>
            <a:spLocks xmlns:a="http://schemas.openxmlformats.org/drawingml/2006/main" noGrp="1"/>
          </p:cNvSpPr>
          <p:nvPr/>
        </p:nvSpPr>
        <p:spPr>
          <a:xfrm xmlns:a="http://schemas.openxmlformats.org/drawingml/2006/main">
            <a:off x="2100902"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3CDE0DB9-BE96-46AB-916F-D1F8BAFD3AA7}"/>
              </a:ext>
            </a:extLst>
          </p:cNvPr>
          <p:cNvSpPr>
            <a:spLocks xmlns:a="http://schemas.openxmlformats.org/drawingml/2006/main" noGrp="1"/>
          </p:cNvSpPr>
          <p:nvPr/>
        </p:nvSpPr>
        <p:spPr>
          <a:xfrm xmlns:a="http://schemas.openxmlformats.org/drawingml/2006/main">
            <a:off x="2166591"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5CAA52E1-4419-48F2-A455-991FAB063CE9}"/>
              </a:ext>
            </a:extLst>
          </p:cNvPr>
          <p:cNvSpPr>
            <a:spLocks xmlns:a="http://schemas.openxmlformats.org/drawingml/2006/main" noGrp="1"/>
          </p:cNvSpPr>
          <p:nvPr/>
        </p:nvSpPr>
        <p:spPr>
          <a:xfrm xmlns:a="http://schemas.openxmlformats.org/drawingml/2006/main">
            <a:off x="2232280"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DBB3D55C-5E41-4E54-9DCB-70DB059839AD}"/>
              </a:ext>
            </a:extLst>
          </p:cNvPr>
          <p:cNvSpPr>
            <a:spLocks xmlns:a="http://schemas.openxmlformats.org/drawingml/2006/main" noGrp="1"/>
          </p:cNvSpPr>
          <p:nvPr/>
        </p:nvSpPr>
        <p:spPr>
          <a:xfrm xmlns:a="http://schemas.openxmlformats.org/drawingml/2006/main">
            <a:off x="2297969"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1854E3FD-B7D2-42A2-8E5E-8D625FE84887}"/>
              </a:ext>
            </a:extLst>
          </p:cNvPr>
          <p:cNvSpPr>
            <a:spLocks xmlns:a="http://schemas.openxmlformats.org/drawingml/2006/main" noGrp="1"/>
          </p:cNvSpPr>
          <p:nvPr/>
        </p:nvSpPr>
        <p:spPr>
          <a:xfrm xmlns:a="http://schemas.openxmlformats.org/drawingml/2006/main">
            <a:off x="2363658"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833577AF-82A2-406C-AF15-29A94E2D23DF}"/>
              </a:ext>
            </a:extLst>
          </p:cNvPr>
          <p:cNvSpPr>
            <a:spLocks xmlns:a="http://schemas.openxmlformats.org/drawingml/2006/main" noGrp="1"/>
          </p:cNvSpPr>
          <p:nvPr/>
        </p:nvSpPr>
        <p:spPr>
          <a:xfrm xmlns:a="http://schemas.openxmlformats.org/drawingml/2006/main">
            <a:off x="2429347"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B5A1A5C8-8099-4E4E-8791-847B49E2345B}"/>
              </a:ext>
            </a:extLst>
          </p:cNvPr>
          <p:cNvSpPr>
            <a:spLocks xmlns:a="http://schemas.openxmlformats.org/drawingml/2006/main" noGrp="1"/>
          </p:cNvSpPr>
          <p:nvPr/>
        </p:nvSpPr>
        <p:spPr>
          <a:xfrm xmlns:a="http://schemas.openxmlformats.org/drawingml/2006/main">
            <a:off x="2495036"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F8780B55-4DA2-4A88-9B29-88AD0E677490}"/>
              </a:ext>
            </a:extLst>
          </p:cNvPr>
          <p:cNvSpPr>
            <a:spLocks xmlns:a="http://schemas.openxmlformats.org/drawingml/2006/main" noGrp="1"/>
          </p:cNvSpPr>
          <p:nvPr/>
        </p:nvSpPr>
        <p:spPr>
          <a:xfrm xmlns:a="http://schemas.openxmlformats.org/drawingml/2006/main">
            <a:off x="2560725"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89C6DC5F-02A6-427C-A955-351E09945E40}"/>
              </a:ext>
            </a:extLst>
          </p:cNvPr>
          <p:cNvSpPr>
            <a:spLocks xmlns:a="http://schemas.openxmlformats.org/drawingml/2006/main" noGrp="1"/>
          </p:cNvSpPr>
          <p:nvPr/>
        </p:nvSpPr>
        <p:spPr>
          <a:xfrm xmlns:a="http://schemas.openxmlformats.org/drawingml/2006/main">
            <a:off x="2626414"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4EF93E9E-F428-4927-86B4-E3E7620BB461}"/>
              </a:ext>
            </a:extLst>
          </p:cNvPr>
          <p:cNvSpPr>
            <a:spLocks xmlns:a="http://schemas.openxmlformats.org/drawingml/2006/main" noGrp="1"/>
          </p:cNvSpPr>
          <p:nvPr/>
        </p:nvSpPr>
        <p:spPr>
          <a:xfrm xmlns:a="http://schemas.openxmlformats.org/drawingml/2006/main">
            <a:off x="2692103"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CA060A9D-B7E1-4900-A7C0-E3E0C741FC6E}"/>
              </a:ext>
            </a:extLst>
          </p:cNvPr>
          <p:cNvSpPr>
            <a:spLocks xmlns:a="http://schemas.openxmlformats.org/drawingml/2006/main" noGrp="1"/>
          </p:cNvSpPr>
          <p:nvPr/>
        </p:nvSpPr>
        <p:spPr>
          <a:xfrm xmlns:a="http://schemas.openxmlformats.org/drawingml/2006/main">
            <a:off x="2757792"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ACF8FC89-89B1-45FB-BA75-A79859E098B7}"/>
              </a:ext>
            </a:extLst>
          </p:cNvPr>
          <p:cNvSpPr>
            <a:spLocks xmlns:a="http://schemas.openxmlformats.org/drawingml/2006/main" noGrp="1"/>
          </p:cNvSpPr>
          <p:nvPr/>
        </p:nvSpPr>
        <p:spPr>
          <a:xfrm xmlns:a="http://schemas.openxmlformats.org/drawingml/2006/main">
            <a:off x="2823481"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50A89072-336E-4069-AE8B-50E0535E7EEE}"/>
              </a:ext>
            </a:extLst>
          </p:cNvPr>
          <p:cNvSpPr>
            <a:spLocks xmlns:a="http://schemas.openxmlformats.org/drawingml/2006/main" noGrp="1"/>
          </p:cNvSpPr>
          <p:nvPr/>
        </p:nvSpPr>
        <p:spPr>
          <a:xfrm xmlns:a="http://schemas.openxmlformats.org/drawingml/2006/main">
            <a:off x="2889170"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AB77B957-1001-47B5-BF7C-74DF671C3ECF}"/>
              </a:ext>
            </a:extLst>
          </p:cNvPr>
          <p:cNvSpPr>
            <a:spLocks xmlns:a="http://schemas.openxmlformats.org/drawingml/2006/main" noGrp="1"/>
          </p:cNvSpPr>
          <p:nvPr/>
        </p:nvSpPr>
        <p:spPr>
          <a:xfrm xmlns:a="http://schemas.openxmlformats.org/drawingml/2006/main">
            <a:off x="2954859"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704D4F59-5B1F-4F8E-A89C-1AD7CE13E0DC}"/>
              </a:ext>
            </a:extLst>
          </p:cNvPr>
          <p:cNvSpPr>
            <a:spLocks xmlns:a="http://schemas.openxmlformats.org/drawingml/2006/main" noGrp="1"/>
          </p:cNvSpPr>
          <p:nvPr/>
        </p:nvSpPr>
        <p:spPr>
          <a:xfrm xmlns:a="http://schemas.openxmlformats.org/drawingml/2006/main">
            <a:off x="3020548"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707FA706-599C-48B0-BDCD-560A285A3E11}"/>
              </a:ext>
            </a:extLst>
          </p:cNvPr>
          <p:cNvSpPr>
            <a:spLocks xmlns:a="http://schemas.openxmlformats.org/drawingml/2006/main" noGrp="1"/>
          </p:cNvSpPr>
          <p:nvPr/>
        </p:nvSpPr>
        <p:spPr>
          <a:xfrm xmlns:a="http://schemas.openxmlformats.org/drawingml/2006/main">
            <a:off x="3086237"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34D491FC-2838-4471-B619-D7622688ABD5}"/>
              </a:ext>
            </a:extLst>
          </p:cNvPr>
          <p:cNvSpPr>
            <a:spLocks xmlns:a="http://schemas.openxmlformats.org/drawingml/2006/main" noGrp="1"/>
          </p:cNvSpPr>
          <p:nvPr/>
        </p:nvSpPr>
        <p:spPr>
          <a:xfrm xmlns:a="http://schemas.openxmlformats.org/drawingml/2006/main">
            <a:off x="3151926"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0375B9E7-AACE-4E31-8BEB-EE94F69E612A}"/>
              </a:ext>
            </a:extLst>
          </p:cNvPr>
          <p:cNvSpPr>
            <a:spLocks xmlns:a="http://schemas.openxmlformats.org/drawingml/2006/main" noGrp="1"/>
          </p:cNvSpPr>
          <p:nvPr/>
        </p:nvSpPr>
        <p:spPr>
          <a:xfrm xmlns:a="http://schemas.openxmlformats.org/drawingml/2006/main">
            <a:off x="3217615"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4DAEA299-B672-459B-B85A-73B3099E11A9}"/>
              </a:ext>
            </a:extLst>
          </p:cNvPr>
          <p:cNvSpPr>
            <a:spLocks xmlns:a="http://schemas.openxmlformats.org/drawingml/2006/main" noGrp="1"/>
          </p:cNvSpPr>
          <p:nvPr/>
        </p:nvSpPr>
        <p:spPr>
          <a:xfrm xmlns:a="http://schemas.openxmlformats.org/drawingml/2006/main">
            <a:off x="3283304"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8253C927-9B10-4CB5-8FEB-70F4D23BE71C}"/>
              </a:ext>
            </a:extLst>
          </p:cNvPr>
          <p:cNvSpPr>
            <a:spLocks xmlns:a="http://schemas.openxmlformats.org/drawingml/2006/main" noGrp="1"/>
          </p:cNvSpPr>
          <p:nvPr/>
        </p:nvSpPr>
        <p:spPr>
          <a:xfrm xmlns:a="http://schemas.openxmlformats.org/drawingml/2006/main">
            <a:off x="3348993"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56907DAE-B5CF-497E-896A-FB58FC19BA23}"/>
              </a:ext>
            </a:extLst>
          </p:cNvPr>
          <p:cNvSpPr>
            <a:spLocks xmlns:a="http://schemas.openxmlformats.org/drawingml/2006/main" noGrp="1"/>
          </p:cNvSpPr>
          <p:nvPr/>
        </p:nvSpPr>
        <p:spPr>
          <a:xfrm xmlns:a="http://schemas.openxmlformats.org/drawingml/2006/main">
            <a:off x="3414682"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FE7C810D-095F-4000-AEF3-B898F81C9735}"/>
              </a:ext>
            </a:extLst>
          </p:cNvPr>
          <p:cNvSpPr>
            <a:spLocks xmlns:a="http://schemas.openxmlformats.org/drawingml/2006/main" noGrp="1"/>
          </p:cNvSpPr>
          <p:nvPr/>
        </p:nvSpPr>
        <p:spPr>
          <a:xfrm xmlns:a="http://schemas.openxmlformats.org/drawingml/2006/main">
            <a:off x="3480371"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DD2E1F59-80B1-408D-A919-49074AA8AAE7}"/>
              </a:ext>
            </a:extLst>
          </p:cNvPr>
          <p:cNvSpPr>
            <a:spLocks xmlns:a="http://schemas.openxmlformats.org/drawingml/2006/main" noGrp="1"/>
          </p:cNvSpPr>
          <p:nvPr/>
        </p:nvSpPr>
        <p:spPr>
          <a:xfrm xmlns:a="http://schemas.openxmlformats.org/drawingml/2006/main">
            <a:off x="3546060"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969551CA-840E-4B9C-B1AF-80DBA343CC00}"/>
              </a:ext>
            </a:extLst>
          </p:cNvPr>
          <p:cNvSpPr>
            <a:spLocks xmlns:a="http://schemas.openxmlformats.org/drawingml/2006/main" noGrp="1"/>
          </p:cNvSpPr>
          <p:nvPr/>
        </p:nvSpPr>
        <p:spPr>
          <a:xfrm xmlns:a="http://schemas.openxmlformats.org/drawingml/2006/main">
            <a:off x="3808816"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86D1A6A1-697D-4559-A852-DCC784EC464A}"/>
              </a:ext>
            </a:extLst>
          </p:cNvPr>
          <p:cNvSpPr>
            <a:spLocks xmlns:a="http://schemas.openxmlformats.org/drawingml/2006/main" noGrp="1"/>
          </p:cNvSpPr>
          <p:nvPr/>
        </p:nvSpPr>
        <p:spPr>
          <a:xfrm xmlns:a="http://schemas.openxmlformats.org/drawingml/2006/main">
            <a:off x="3874505"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BDB4133D-650F-4BC7-B71E-212F7FF1AC05}"/>
              </a:ext>
            </a:extLst>
          </p:cNvPr>
          <p:cNvSpPr>
            <a:spLocks xmlns:a="http://schemas.openxmlformats.org/drawingml/2006/main" noGrp="1"/>
          </p:cNvSpPr>
          <p:nvPr/>
        </p:nvSpPr>
        <p:spPr>
          <a:xfrm xmlns:a="http://schemas.openxmlformats.org/drawingml/2006/main">
            <a:off x="3940194"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3C965A20-44D3-45C3-9F08-DC2A0ED4ED02}"/>
              </a:ext>
            </a:extLst>
          </p:cNvPr>
          <p:cNvSpPr>
            <a:spLocks xmlns:a="http://schemas.openxmlformats.org/drawingml/2006/main" noGrp="1"/>
          </p:cNvSpPr>
          <p:nvPr/>
        </p:nvSpPr>
        <p:spPr>
          <a:xfrm xmlns:a="http://schemas.openxmlformats.org/drawingml/2006/main">
            <a:off x="4137261"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943F14DD-A08E-498D-AF5B-281A9E6F4456}"/>
              </a:ext>
            </a:extLst>
          </p:cNvPr>
          <p:cNvSpPr>
            <a:spLocks xmlns:a="http://schemas.openxmlformats.org/drawingml/2006/main" noGrp="1"/>
          </p:cNvSpPr>
          <p:nvPr/>
        </p:nvSpPr>
        <p:spPr>
          <a:xfrm xmlns:a="http://schemas.openxmlformats.org/drawingml/2006/main">
            <a:off x="4202950"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48549C26-FDC8-4961-B1C6-0ABCF5D63CBD}"/>
              </a:ext>
            </a:extLst>
          </p:cNvPr>
          <p:cNvSpPr>
            <a:spLocks xmlns:a="http://schemas.openxmlformats.org/drawingml/2006/main" noGrp="1"/>
          </p:cNvSpPr>
          <p:nvPr/>
        </p:nvSpPr>
        <p:spPr>
          <a:xfrm xmlns:a="http://schemas.openxmlformats.org/drawingml/2006/main">
            <a:off x="4268639"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5F81C00A-E1B3-42BE-AC7F-13DA4D86522C}"/>
              </a:ext>
            </a:extLst>
          </p:cNvPr>
          <p:cNvSpPr>
            <a:spLocks xmlns:a="http://schemas.openxmlformats.org/drawingml/2006/main" noGrp="1"/>
          </p:cNvSpPr>
          <p:nvPr/>
        </p:nvSpPr>
        <p:spPr>
          <a:xfrm xmlns:a="http://schemas.openxmlformats.org/drawingml/2006/main">
            <a:off x="4334328"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9F7B2A05-68E6-4F6F-8F5B-277C90F5AEF6}"/>
              </a:ext>
            </a:extLst>
          </p:cNvPr>
          <p:cNvSpPr>
            <a:spLocks xmlns:a="http://schemas.openxmlformats.org/drawingml/2006/main" noGrp="1"/>
          </p:cNvSpPr>
          <p:nvPr/>
        </p:nvSpPr>
        <p:spPr>
          <a:xfrm xmlns:a="http://schemas.openxmlformats.org/drawingml/2006/main">
            <a:off x="4400017"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A7AB5A66-BC2F-4BA3-BB2B-1EA26A86D85F}"/>
              </a:ext>
            </a:extLst>
          </p:cNvPr>
          <p:cNvSpPr>
            <a:spLocks xmlns:a="http://schemas.openxmlformats.org/drawingml/2006/main" noGrp="1"/>
          </p:cNvSpPr>
          <p:nvPr/>
        </p:nvSpPr>
        <p:spPr>
          <a:xfrm xmlns:a="http://schemas.openxmlformats.org/drawingml/2006/main">
            <a:off x="4465706"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31B67B18-07CD-45A1-BF9D-5F094FA34278}"/>
              </a:ext>
            </a:extLst>
          </p:cNvPr>
          <p:cNvSpPr>
            <a:spLocks xmlns:a="http://schemas.openxmlformats.org/drawingml/2006/main" noGrp="1"/>
          </p:cNvSpPr>
          <p:nvPr/>
        </p:nvSpPr>
        <p:spPr>
          <a:xfrm xmlns:a="http://schemas.openxmlformats.org/drawingml/2006/main">
            <a:off x="4531395"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0DE90BCB-5CBA-4C73-815B-A22609A1EE3B}"/>
              </a:ext>
            </a:extLst>
          </p:cNvPr>
          <p:cNvSpPr>
            <a:spLocks xmlns:a="http://schemas.openxmlformats.org/drawingml/2006/main" noGrp="1"/>
          </p:cNvSpPr>
          <p:nvPr/>
        </p:nvSpPr>
        <p:spPr>
          <a:xfrm xmlns:a="http://schemas.openxmlformats.org/drawingml/2006/main">
            <a:off x="1509700"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4237CBBD-694C-41BD-8068-868A90672483}"/>
              </a:ext>
            </a:extLst>
          </p:cNvPr>
          <p:cNvSpPr>
            <a:spLocks xmlns:a="http://schemas.openxmlformats.org/drawingml/2006/main" noGrp="1"/>
          </p:cNvSpPr>
          <p:nvPr/>
        </p:nvSpPr>
        <p:spPr>
          <a:xfrm xmlns:a="http://schemas.openxmlformats.org/drawingml/2006/main">
            <a:off x="1575389"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DCC54144-4D6A-4E34-993F-AF13F6C3A2B6}"/>
              </a:ext>
            </a:extLst>
          </p:cNvPr>
          <p:cNvSpPr>
            <a:spLocks xmlns:a="http://schemas.openxmlformats.org/drawingml/2006/main" noGrp="1"/>
          </p:cNvSpPr>
          <p:nvPr/>
        </p:nvSpPr>
        <p:spPr>
          <a:xfrm xmlns:a="http://schemas.openxmlformats.org/drawingml/2006/main">
            <a:off x="1641078"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AAA326F5-ACAD-4143-9FC2-59E1B60BDCE2}"/>
              </a:ext>
            </a:extLst>
          </p:cNvPr>
          <p:cNvSpPr>
            <a:spLocks xmlns:a="http://schemas.openxmlformats.org/drawingml/2006/main" noGrp="1"/>
          </p:cNvSpPr>
          <p:nvPr/>
        </p:nvSpPr>
        <p:spPr>
          <a:xfrm xmlns:a="http://schemas.openxmlformats.org/drawingml/2006/main">
            <a:off x="1706767"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1330C1DF-E2A3-427C-8CD7-B75DD3B573AA}"/>
              </a:ext>
            </a:extLst>
          </p:cNvPr>
          <p:cNvSpPr>
            <a:spLocks xmlns:a="http://schemas.openxmlformats.org/drawingml/2006/main" noGrp="1"/>
          </p:cNvSpPr>
          <p:nvPr/>
        </p:nvSpPr>
        <p:spPr>
          <a:xfrm xmlns:a="http://schemas.openxmlformats.org/drawingml/2006/main">
            <a:off x="1772456"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87DA983C-EF9A-4201-9C06-416B2DD8E7BF}"/>
              </a:ext>
            </a:extLst>
          </p:cNvPr>
          <p:cNvSpPr>
            <a:spLocks xmlns:a="http://schemas.openxmlformats.org/drawingml/2006/main" noGrp="1"/>
          </p:cNvSpPr>
          <p:nvPr/>
        </p:nvSpPr>
        <p:spPr>
          <a:xfrm xmlns:a="http://schemas.openxmlformats.org/drawingml/2006/main">
            <a:off x="1838145"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CE478CE2-B44F-42FB-BB18-3215181DB9CA}"/>
              </a:ext>
            </a:extLst>
          </p:cNvPr>
          <p:cNvSpPr>
            <a:spLocks xmlns:a="http://schemas.openxmlformats.org/drawingml/2006/main" noGrp="1"/>
          </p:cNvSpPr>
          <p:nvPr/>
        </p:nvSpPr>
        <p:spPr>
          <a:xfrm xmlns:a="http://schemas.openxmlformats.org/drawingml/2006/main">
            <a:off x="1903834"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A6D847CA-A955-4A15-8539-8BDA7ED99135}"/>
              </a:ext>
            </a:extLst>
          </p:cNvPr>
          <p:cNvSpPr>
            <a:spLocks xmlns:a="http://schemas.openxmlformats.org/drawingml/2006/main" noGrp="1"/>
          </p:cNvSpPr>
          <p:nvPr/>
        </p:nvSpPr>
        <p:spPr>
          <a:xfrm xmlns:a="http://schemas.openxmlformats.org/drawingml/2006/main">
            <a:off x="1969524"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72749C9F-2321-4E71-8F4A-B9B01D2A5BA1}"/>
              </a:ext>
            </a:extLst>
          </p:cNvPr>
          <p:cNvSpPr>
            <a:spLocks xmlns:a="http://schemas.openxmlformats.org/drawingml/2006/main" noGrp="1"/>
          </p:cNvSpPr>
          <p:nvPr/>
        </p:nvSpPr>
        <p:spPr>
          <a:xfrm xmlns:a="http://schemas.openxmlformats.org/drawingml/2006/main">
            <a:off x="2035213"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A0212D3A-BD13-4C52-A685-3424E491536B}"/>
              </a:ext>
            </a:extLst>
          </p:cNvPr>
          <p:cNvSpPr>
            <a:spLocks xmlns:a="http://schemas.openxmlformats.org/drawingml/2006/main" noGrp="1"/>
          </p:cNvSpPr>
          <p:nvPr/>
        </p:nvSpPr>
        <p:spPr>
          <a:xfrm xmlns:a="http://schemas.openxmlformats.org/drawingml/2006/main">
            <a:off x="2100902"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A831CD5F-703D-48FC-B2E6-2778CD610738}"/>
              </a:ext>
            </a:extLst>
          </p:cNvPr>
          <p:cNvSpPr>
            <a:spLocks xmlns:a="http://schemas.openxmlformats.org/drawingml/2006/main" noGrp="1"/>
          </p:cNvSpPr>
          <p:nvPr/>
        </p:nvSpPr>
        <p:spPr>
          <a:xfrm xmlns:a="http://schemas.openxmlformats.org/drawingml/2006/main">
            <a:off x="2166591"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54F06214-13B2-40EB-8C33-9B55779F37E8}"/>
              </a:ext>
            </a:extLst>
          </p:cNvPr>
          <p:cNvSpPr>
            <a:spLocks xmlns:a="http://schemas.openxmlformats.org/drawingml/2006/main" noGrp="1"/>
          </p:cNvSpPr>
          <p:nvPr/>
        </p:nvSpPr>
        <p:spPr>
          <a:xfrm xmlns:a="http://schemas.openxmlformats.org/drawingml/2006/main">
            <a:off x="2232280"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B2F78C8C-47EA-4B76-8F37-1666BE198F97}"/>
              </a:ext>
            </a:extLst>
          </p:cNvPr>
          <p:cNvSpPr>
            <a:spLocks xmlns:a="http://schemas.openxmlformats.org/drawingml/2006/main" noGrp="1"/>
          </p:cNvSpPr>
          <p:nvPr/>
        </p:nvSpPr>
        <p:spPr>
          <a:xfrm xmlns:a="http://schemas.openxmlformats.org/drawingml/2006/main">
            <a:off x="2297969"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C82216D0-4483-49AA-A9BB-756F4675DD90}"/>
              </a:ext>
            </a:extLst>
          </p:cNvPr>
          <p:cNvSpPr>
            <a:spLocks xmlns:a="http://schemas.openxmlformats.org/drawingml/2006/main" noGrp="1"/>
          </p:cNvSpPr>
          <p:nvPr/>
        </p:nvSpPr>
        <p:spPr>
          <a:xfrm xmlns:a="http://schemas.openxmlformats.org/drawingml/2006/main">
            <a:off x="2363658"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84E3CADB-6E34-49CC-B49D-96D0B954E566}"/>
              </a:ext>
            </a:extLst>
          </p:cNvPr>
          <p:cNvSpPr>
            <a:spLocks xmlns:a="http://schemas.openxmlformats.org/drawingml/2006/main" noGrp="1"/>
          </p:cNvSpPr>
          <p:nvPr/>
        </p:nvSpPr>
        <p:spPr>
          <a:xfrm xmlns:a="http://schemas.openxmlformats.org/drawingml/2006/main">
            <a:off x="2429347"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D2E64642-86FF-4BD4-907B-0B4FBD0AB93B}"/>
              </a:ext>
            </a:extLst>
          </p:cNvPr>
          <p:cNvSpPr>
            <a:spLocks xmlns:a="http://schemas.openxmlformats.org/drawingml/2006/main" noGrp="1"/>
          </p:cNvSpPr>
          <p:nvPr/>
        </p:nvSpPr>
        <p:spPr>
          <a:xfrm xmlns:a="http://schemas.openxmlformats.org/drawingml/2006/main">
            <a:off x="2495036"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0A26584A-33AC-4F55-8636-9ECEC8317522}"/>
              </a:ext>
            </a:extLst>
          </p:cNvPr>
          <p:cNvSpPr>
            <a:spLocks xmlns:a="http://schemas.openxmlformats.org/drawingml/2006/main" noGrp="1"/>
          </p:cNvSpPr>
          <p:nvPr/>
        </p:nvSpPr>
        <p:spPr>
          <a:xfrm xmlns:a="http://schemas.openxmlformats.org/drawingml/2006/main">
            <a:off x="2560725"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81FAC257-5ED5-4115-96BE-614448CA92C5}"/>
              </a:ext>
            </a:extLst>
          </p:cNvPr>
          <p:cNvSpPr>
            <a:spLocks xmlns:a="http://schemas.openxmlformats.org/drawingml/2006/main" noGrp="1"/>
          </p:cNvSpPr>
          <p:nvPr/>
        </p:nvSpPr>
        <p:spPr>
          <a:xfrm xmlns:a="http://schemas.openxmlformats.org/drawingml/2006/main">
            <a:off x="2626414"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778F2369-809B-4037-AC7A-A8879B15CF33}"/>
              </a:ext>
            </a:extLst>
          </p:cNvPr>
          <p:cNvSpPr>
            <a:spLocks xmlns:a="http://schemas.openxmlformats.org/drawingml/2006/main" noGrp="1"/>
          </p:cNvSpPr>
          <p:nvPr/>
        </p:nvSpPr>
        <p:spPr>
          <a:xfrm xmlns:a="http://schemas.openxmlformats.org/drawingml/2006/main">
            <a:off x="2692103"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25A5000E-89CE-4775-A9DF-AD47C3C78F60}"/>
              </a:ext>
            </a:extLst>
          </p:cNvPr>
          <p:cNvSpPr>
            <a:spLocks xmlns:a="http://schemas.openxmlformats.org/drawingml/2006/main" noGrp="1"/>
          </p:cNvSpPr>
          <p:nvPr/>
        </p:nvSpPr>
        <p:spPr>
          <a:xfrm xmlns:a="http://schemas.openxmlformats.org/drawingml/2006/main">
            <a:off x="2757792"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69E534E4-ADC4-4C2D-B645-720E20C3DD1A}"/>
              </a:ext>
            </a:extLst>
          </p:cNvPr>
          <p:cNvSpPr>
            <a:spLocks xmlns:a="http://schemas.openxmlformats.org/drawingml/2006/main" noGrp="1"/>
          </p:cNvSpPr>
          <p:nvPr/>
        </p:nvSpPr>
        <p:spPr>
          <a:xfrm xmlns:a="http://schemas.openxmlformats.org/drawingml/2006/main">
            <a:off x="2823481"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2CC583EA-0DCA-43DF-9115-DC259692FECB}"/>
              </a:ext>
            </a:extLst>
          </p:cNvPr>
          <p:cNvSpPr>
            <a:spLocks xmlns:a="http://schemas.openxmlformats.org/drawingml/2006/main" noGrp="1"/>
          </p:cNvSpPr>
          <p:nvPr/>
        </p:nvSpPr>
        <p:spPr>
          <a:xfrm xmlns:a="http://schemas.openxmlformats.org/drawingml/2006/main">
            <a:off x="2889170"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0C0F08C5-76B5-4681-8864-C01E00464011}"/>
              </a:ext>
            </a:extLst>
          </p:cNvPr>
          <p:cNvSpPr>
            <a:spLocks xmlns:a="http://schemas.openxmlformats.org/drawingml/2006/main" noGrp="1"/>
          </p:cNvSpPr>
          <p:nvPr/>
        </p:nvSpPr>
        <p:spPr>
          <a:xfrm xmlns:a="http://schemas.openxmlformats.org/drawingml/2006/main">
            <a:off x="2954859"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FFF3512D-239F-44E2-99FB-F7799211F494}"/>
              </a:ext>
            </a:extLst>
          </p:cNvPr>
          <p:cNvSpPr>
            <a:spLocks xmlns:a="http://schemas.openxmlformats.org/drawingml/2006/main" noGrp="1"/>
          </p:cNvSpPr>
          <p:nvPr/>
        </p:nvSpPr>
        <p:spPr>
          <a:xfrm xmlns:a="http://schemas.openxmlformats.org/drawingml/2006/main">
            <a:off x="3020548"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DA14BD91-8491-4AF3-AAE0-32EEF9E1E94B}"/>
              </a:ext>
            </a:extLst>
          </p:cNvPr>
          <p:cNvSpPr>
            <a:spLocks xmlns:a="http://schemas.openxmlformats.org/drawingml/2006/main" noGrp="1"/>
          </p:cNvSpPr>
          <p:nvPr/>
        </p:nvSpPr>
        <p:spPr>
          <a:xfrm xmlns:a="http://schemas.openxmlformats.org/drawingml/2006/main">
            <a:off x="3086237"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D17FCA18-438E-49BA-9DEC-61A9E34C80D7}"/>
              </a:ext>
            </a:extLst>
          </p:cNvPr>
          <p:cNvSpPr>
            <a:spLocks xmlns:a="http://schemas.openxmlformats.org/drawingml/2006/main" noGrp="1"/>
          </p:cNvSpPr>
          <p:nvPr/>
        </p:nvSpPr>
        <p:spPr>
          <a:xfrm xmlns:a="http://schemas.openxmlformats.org/drawingml/2006/main">
            <a:off x="3151926"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4EBF9171-2668-4817-8DF5-33C09FFD1255}"/>
              </a:ext>
            </a:extLst>
          </p:cNvPr>
          <p:cNvSpPr>
            <a:spLocks xmlns:a="http://schemas.openxmlformats.org/drawingml/2006/main" noGrp="1"/>
          </p:cNvSpPr>
          <p:nvPr/>
        </p:nvSpPr>
        <p:spPr>
          <a:xfrm xmlns:a="http://schemas.openxmlformats.org/drawingml/2006/main">
            <a:off x="3217615"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69C735EF-5DAC-4012-9920-06F162F5B689}"/>
              </a:ext>
            </a:extLst>
          </p:cNvPr>
          <p:cNvSpPr>
            <a:spLocks xmlns:a="http://schemas.openxmlformats.org/drawingml/2006/main" noGrp="1"/>
          </p:cNvSpPr>
          <p:nvPr/>
        </p:nvSpPr>
        <p:spPr>
          <a:xfrm xmlns:a="http://schemas.openxmlformats.org/drawingml/2006/main">
            <a:off x="3283304"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85BFD1D2-6697-46A5-971E-1D92A1AE5D13}"/>
              </a:ext>
            </a:extLst>
          </p:cNvPr>
          <p:cNvSpPr>
            <a:spLocks xmlns:a="http://schemas.openxmlformats.org/drawingml/2006/main" noGrp="1"/>
          </p:cNvSpPr>
          <p:nvPr/>
        </p:nvSpPr>
        <p:spPr>
          <a:xfrm xmlns:a="http://schemas.openxmlformats.org/drawingml/2006/main">
            <a:off x="3348993"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7538FB02-80FC-473F-A339-54B628B7298B}"/>
              </a:ext>
            </a:extLst>
          </p:cNvPr>
          <p:cNvSpPr>
            <a:spLocks xmlns:a="http://schemas.openxmlformats.org/drawingml/2006/main" noGrp="1"/>
          </p:cNvSpPr>
          <p:nvPr/>
        </p:nvSpPr>
        <p:spPr>
          <a:xfrm xmlns:a="http://schemas.openxmlformats.org/drawingml/2006/main">
            <a:off x="3414682"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BCFF87F4-157B-49A9-86BE-CFEEBA424712}"/>
              </a:ext>
            </a:extLst>
          </p:cNvPr>
          <p:cNvSpPr>
            <a:spLocks xmlns:a="http://schemas.openxmlformats.org/drawingml/2006/main" noGrp="1"/>
          </p:cNvSpPr>
          <p:nvPr/>
        </p:nvSpPr>
        <p:spPr>
          <a:xfrm xmlns:a="http://schemas.openxmlformats.org/drawingml/2006/main">
            <a:off x="3480371"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E093ED08-E3F9-4B47-B763-3CD441D67533}"/>
              </a:ext>
            </a:extLst>
          </p:cNvPr>
          <p:cNvSpPr>
            <a:spLocks xmlns:a="http://schemas.openxmlformats.org/drawingml/2006/main" noGrp="1"/>
          </p:cNvSpPr>
          <p:nvPr/>
        </p:nvSpPr>
        <p:spPr>
          <a:xfrm xmlns:a="http://schemas.openxmlformats.org/drawingml/2006/main">
            <a:off x="4137261"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9C008A4C-78EE-458F-BAF0-D8E705A6C76B}"/>
              </a:ext>
            </a:extLst>
          </p:cNvPr>
          <p:cNvSpPr>
            <a:spLocks xmlns:a="http://schemas.openxmlformats.org/drawingml/2006/main" noGrp="1"/>
          </p:cNvSpPr>
          <p:nvPr/>
        </p:nvSpPr>
        <p:spPr>
          <a:xfrm xmlns:a="http://schemas.openxmlformats.org/drawingml/2006/main">
            <a:off x="4202950"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1BB41122-6A2B-4331-A009-68AAD3AA9601}"/>
              </a:ext>
            </a:extLst>
          </p:cNvPr>
          <p:cNvSpPr>
            <a:spLocks xmlns:a="http://schemas.openxmlformats.org/drawingml/2006/main" noGrp="1"/>
          </p:cNvSpPr>
          <p:nvPr/>
        </p:nvSpPr>
        <p:spPr>
          <a:xfrm xmlns:a="http://schemas.openxmlformats.org/drawingml/2006/main">
            <a:off x="4268639"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03C26F2A-0345-42A1-84F4-CB9C653EE4F5}"/>
              </a:ext>
            </a:extLst>
          </p:cNvPr>
          <p:cNvSpPr>
            <a:spLocks xmlns:a="http://schemas.openxmlformats.org/drawingml/2006/main" noGrp="1"/>
          </p:cNvSpPr>
          <p:nvPr/>
        </p:nvSpPr>
        <p:spPr>
          <a:xfrm xmlns:a="http://schemas.openxmlformats.org/drawingml/2006/main">
            <a:off x="4334328"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DE054952-146E-4928-9757-044CD727A1D6}"/>
              </a:ext>
            </a:extLst>
          </p:cNvPr>
          <p:cNvSpPr>
            <a:spLocks xmlns:a="http://schemas.openxmlformats.org/drawingml/2006/main" noGrp="1"/>
          </p:cNvSpPr>
          <p:nvPr/>
        </p:nvSpPr>
        <p:spPr>
          <a:xfrm xmlns:a="http://schemas.openxmlformats.org/drawingml/2006/main">
            <a:off x="4400017"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52FB097E-72F9-46C1-8BB8-14C980BFEF10}"/>
              </a:ext>
            </a:extLst>
          </p:cNvPr>
          <p:cNvSpPr>
            <a:spLocks xmlns:a="http://schemas.openxmlformats.org/drawingml/2006/main" noGrp="1"/>
          </p:cNvSpPr>
          <p:nvPr/>
        </p:nvSpPr>
        <p:spPr>
          <a:xfrm xmlns:a="http://schemas.openxmlformats.org/drawingml/2006/main">
            <a:off x="4465706"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38F3F7A9-A02A-440C-9495-5DD02FA744C6}"/>
              </a:ext>
            </a:extLst>
          </p:cNvPr>
          <p:cNvSpPr>
            <a:spLocks xmlns:a="http://schemas.openxmlformats.org/drawingml/2006/main" noGrp="1"/>
          </p:cNvSpPr>
          <p:nvPr/>
        </p:nvSpPr>
        <p:spPr>
          <a:xfrm xmlns:a="http://schemas.openxmlformats.org/drawingml/2006/main">
            <a:off x="4531395"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1BA4F9A9-33CF-4D47-8DBB-38C97F19375A}"/>
              </a:ext>
            </a:extLst>
          </p:cNvPr>
          <p:cNvSpPr>
            <a:spLocks xmlns:a="http://schemas.openxmlformats.org/drawingml/2006/main" noGrp="1"/>
          </p:cNvSpPr>
          <p:nvPr/>
        </p:nvSpPr>
        <p:spPr>
          <a:xfrm xmlns:a="http://schemas.openxmlformats.org/drawingml/2006/main">
            <a:off x="4597084"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44B3E85D-BAE0-4F54-921E-BFE94C0121AC}"/>
              </a:ext>
            </a:extLst>
          </p:cNvPr>
          <p:cNvSpPr>
            <a:spLocks xmlns:a="http://schemas.openxmlformats.org/drawingml/2006/main" noGrp="1"/>
          </p:cNvSpPr>
          <p:nvPr/>
        </p:nvSpPr>
        <p:spPr>
          <a:xfrm xmlns:a="http://schemas.openxmlformats.org/drawingml/2006/main">
            <a:off x="1575389"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2DDDE60A-B323-4586-9199-53C20B6C4905}"/>
              </a:ext>
            </a:extLst>
          </p:cNvPr>
          <p:cNvSpPr>
            <a:spLocks xmlns:a="http://schemas.openxmlformats.org/drawingml/2006/main" noGrp="1"/>
          </p:cNvSpPr>
          <p:nvPr/>
        </p:nvSpPr>
        <p:spPr>
          <a:xfrm xmlns:a="http://schemas.openxmlformats.org/drawingml/2006/main">
            <a:off x="1641078"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A792945B-2193-4D6E-A720-089D47AB8495}"/>
              </a:ext>
            </a:extLst>
          </p:cNvPr>
          <p:cNvSpPr>
            <a:spLocks xmlns:a="http://schemas.openxmlformats.org/drawingml/2006/main" noGrp="1"/>
          </p:cNvSpPr>
          <p:nvPr/>
        </p:nvSpPr>
        <p:spPr>
          <a:xfrm xmlns:a="http://schemas.openxmlformats.org/drawingml/2006/main">
            <a:off x="1706767"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DE668304-C196-4D21-A57B-2E4F8DB970F7}"/>
              </a:ext>
            </a:extLst>
          </p:cNvPr>
          <p:cNvSpPr>
            <a:spLocks xmlns:a="http://schemas.openxmlformats.org/drawingml/2006/main" noGrp="1"/>
          </p:cNvSpPr>
          <p:nvPr/>
        </p:nvSpPr>
        <p:spPr>
          <a:xfrm xmlns:a="http://schemas.openxmlformats.org/drawingml/2006/main">
            <a:off x="1772456"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7017FA1A-BAEF-4722-84E8-8113EC2538C8}"/>
              </a:ext>
            </a:extLst>
          </p:cNvPr>
          <p:cNvSpPr>
            <a:spLocks xmlns:a="http://schemas.openxmlformats.org/drawingml/2006/main" noGrp="1"/>
          </p:cNvSpPr>
          <p:nvPr/>
        </p:nvSpPr>
        <p:spPr>
          <a:xfrm xmlns:a="http://schemas.openxmlformats.org/drawingml/2006/main">
            <a:off x="1838145"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DC0F6F5F-4DA4-4BEB-B4F2-28EF762C4F07}"/>
              </a:ext>
            </a:extLst>
          </p:cNvPr>
          <p:cNvSpPr>
            <a:spLocks xmlns:a="http://schemas.openxmlformats.org/drawingml/2006/main" noGrp="1"/>
          </p:cNvSpPr>
          <p:nvPr/>
        </p:nvSpPr>
        <p:spPr>
          <a:xfrm xmlns:a="http://schemas.openxmlformats.org/drawingml/2006/main">
            <a:off x="1903834"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1EE15F79-4405-4ADA-8EA4-396468A9C4B1}"/>
              </a:ext>
            </a:extLst>
          </p:cNvPr>
          <p:cNvSpPr>
            <a:spLocks xmlns:a="http://schemas.openxmlformats.org/drawingml/2006/main" noGrp="1"/>
          </p:cNvSpPr>
          <p:nvPr/>
        </p:nvSpPr>
        <p:spPr>
          <a:xfrm xmlns:a="http://schemas.openxmlformats.org/drawingml/2006/main">
            <a:off x="1969524"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E149C01E-0E71-451A-8982-46FC996391E1}"/>
              </a:ext>
            </a:extLst>
          </p:cNvPr>
          <p:cNvSpPr>
            <a:spLocks xmlns:a="http://schemas.openxmlformats.org/drawingml/2006/main" noGrp="1"/>
          </p:cNvSpPr>
          <p:nvPr/>
        </p:nvSpPr>
        <p:spPr>
          <a:xfrm xmlns:a="http://schemas.openxmlformats.org/drawingml/2006/main">
            <a:off x="2035213"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87B4C136-8021-4CF0-B487-3EB3DEB7D02B}"/>
              </a:ext>
            </a:extLst>
          </p:cNvPr>
          <p:cNvSpPr>
            <a:spLocks xmlns:a="http://schemas.openxmlformats.org/drawingml/2006/main" noGrp="1"/>
          </p:cNvSpPr>
          <p:nvPr/>
        </p:nvSpPr>
        <p:spPr>
          <a:xfrm xmlns:a="http://schemas.openxmlformats.org/drawingml/2006/main">
            <a:off x="2100902"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409DA3AC-FCE7-4473-B3C8-1AB49061FF4F}"/>
              </a:ext>
            </a:extLst>
          </p:cNvPr>
          <p:cNvSpPr>
            <a:spLocks xmlns:a="http://schemas.openxmlformats.org/drawingml/2006/main" noGrp="1"/>
          </p:cNvSpPr>
          <p:nvPr/>
        </p:nvSpPr>
        <p:spPr>
          <a:xfrm xmlns:a="http://schemas.openxmlformats.org/drawingml/2006/main">
            <a:off x="2166591"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18156E85-D6FE-47A8-8AD9-7A1B23945FA0}"/>
              </a:ext>
            </a:extLst>
          </p:cNvPr>
          <p:cNvSpPr>
            <a:spLocks xmlns:a="http://schemas.openxmlformats.org/drawingml/2006/main" noGrp="1"/>
          </p:cNvSpPr>
          <p:nvPr/>
        </p:nvSpPr>
        <p:spPr>
          <a:xfrm xmlns:a="http://schemas.openxmlformats.org/drawingml/2006/main">
            <a:off x="2232280"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AB0277DB-881A-4877-86E4-AB39C065DA80}"/>
              </a:ext>
            </a:extLst>
          </p:cNvPr>
          <p:cNvSpPr>
            <a:spLocks xmlns:a="http://schemas.openxmlformats.org/drawingml/2006/main" noGrp="1"/>
          </p:cNvSpPr>
          <p:nvPr/>
        </p:nvSpPr>
        <p:spPr>
          <a:xfrm xmlns:a="http://schemas.openxmlformats.org/drawingml/2006/main">
            <a:off x="2297969"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E1D15D1E-75B4-4CF0-B66E-67775BC5F1B7}"/>
              </a:ext>
            </a:extLst>
          </p:cNvPr>
          <p:cNvSpPr>
            <a:spLocks xmlns:a="http://schemas.openxmlformats.org/drawingml/2006/main" noGrp="1"/>
          </p:cNvSpPr>
          <p:nvPr/>
        </p:nvSpPr>
        <p:spPr>
          <a:xfrm xmlns:a="http://schemas.openxmlformats.org/drawingml/2006/main">
            <a:off x="2363658"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2F378674-4206-42AA-8388-74A766450D12}"/>
              </a:ext>
            </a:extLst>
          </p:cNvPr>
          <p:cNvSpPr>
            <a:spLocks xmlns:a="http://schemas.openxmlformats.org/drawingml/2006/main" noGrp="1"/>
          </p:cNvSpPr>
          <p:nvPr/>
        </p:nvSpPr>
        <p:spPr>
          <a:xfrm xmlns:a="http://schemas.openxmlformats.org/drawingml/2006/main">
            <a:off x="2429347"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807C8838-A49B-48EA-81DB-380588FDCCFE}"/>
              </a:ext>
            </a:extLst>
          </p:cNvPr>
          <p:cNvSpPr>
            <a:spLocks xmlns:a="http://schemas.openxmlformats.org/drawingml/2006/main" noGrp="1"/>
          </p:cNvSpPr>
          <p:nvPr/>
        </p:nvSpPr>
        <p:spPr>
          <a:xfrm xmlns:a="http://schemas.openxmlformats.org/drawingml/2006/main">
            <a:off x="2495036"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96CDD5ED-08F2-4872-AFAD-03F376C164E0}"/>
              </a:ext>
            </a:extLst>
          </p:cNvPr>
          <p:cNvSpPr>
            <a:spLocks xmlns:a="http://schemas.openxmlformats.org/drawingml/2006/main" noGrp="1"/>
          </p:cNvSpPr>
          <p:nvPr/>
        </p:nvSpPr>
        <p:spPr>
          <a:xfrm xmlns:a="http://schemas.openxmlformats.org/drawingml/2006/main">
            <a:off x="2560725"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4CAB878B-5495-47E9-B5CF-E91633939AD8}"/>
              </a:ext>
            </a:extLst>
          </p:cNvPr>
          <p:cNvSpPr>
            <a:spLocks xmlns:a="http://schemas.openxmlformats.org/drawingml/2006/main" noGrp="1"/>
          </p:cNvSpPr>
          <p:nvPr/>
        </p:nvSpPr>
        <p:spPr>
          <a:xfrm xmlns:a="http://schemas.openxmlformats.org/drawingml/2006/main">
            <a:off x="2626414"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CAB181EC-8401-4822-9891-B9427817FD3C}"/>
              </a:ext>
            </a:extLst>
          </p:cNvPr>
          <p:cNvSpPr>
            <a:spLocks xmlns:a="http://schemas.openxmlformats.org/drawingml/2006/main" noGrp="1"/>
          </p:cNvSpPr>
          <p:nvPr/>
        </p:nvSpPr>
        <p:spPr>
          <a:xfrm xmlns:a="http://schemas.openxmlformats.org/drawingml/2006/main">
            <a:off x="2692103"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4683CAA4-AA98-4D3A-8CE1-79FA2DBD8C84}"/>
              </a:ext>
            </a:extLst>
          </p:cNvPr>
          <p:cNvSpPr>
            <a:spLocks xmlns:a="http://schemas.openxmlformats.org/drawingml/2006/main" noGrp="1"/>
          </p:cNvSpPr>
          <p:nvPr/>
        </p:nvSpPr>
        <p:spPr>
          <a:xfrm xmlns:a="http://schemas.openxmlformats.org/drawingml/2006/main">
            <a:off x="2757792"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44DFF4EA-522D-4E76-B0F7-96F7D77129EE}"/>
              </a:ext>
            </a:extLst>
          </p:cNvPr>
          <p:cNvSpPr>
            <a:spLocks xmlns:a="http://schemas.openxmlformats.org/drawingml/2006/main" noGrp="1"/>
          </p:cNvSpPr>
          <p:nvPr/>
        </p:nvSpPr>
        <p:spPr>
          <a:xfrm xmlns:a="http://schemas.openxmlformats.org/drawingml/2006/main">
            <a:off x="2823481"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C8FDDB0A-F576-4B5C-A7E6-CD16604EB18B}"/>
              </a:ext>
            </a:extLst>
          </p:cNvPr>
          <p:cNvSpPr>
            <a:spLocks xmlns:a="http://schemas.openxmlformats.org/drawingml/2006/main" noGrp="1"/>
          </p:cNvSpPr>
          <p:nvPr/>
        </p:nvSpPr>
        <p:spPr>
          <a:xfrm xmlns:a="http://schemas.openxmlformats.org/drawingml/2006/main">
            <a:off x="2889170"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8E6FC2FF-F01A-4CB1-8713-A392339760CF}"/>
              </a:ext>
            </a:extLst>
          </p:cNvPr>
          <p:cNvSpPr>
            <a:spLocks xmlns:a="http://schemas.openxmlformats.org/drawingml/2006/main" noGrp="1"/>
          </p:cNvSpPr>
          <p:nvPr/>
        </p:nvSpPr>
        <p:spPr>
          <a:xfrm xmlns:a="http://schemas.openxmlformats.org/drawingml/2006/main">
            <a:off x="2954859"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DBE5B632-86DA-46F1-A365-6EA5F43B6CC1}"/>
              </a:ext>
            </a:extLst>
          </p:cNvPr>
          <p:cNvSpPr>
            <a:spLocks xmlns:a="http://schemas.openxmlformats.org/drawingml/2006/main" noGrp="1"/>
          </p:cNvSpPr>
          <p:nvPr/>
        </p:nvSpPr>
        <p:spPr>
          <a:xfrm xmlns:a="http://schemas.openxmlformats.org/drawingml/2006/main">
            <a:off x="3020548"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54FB8DE1-CA6D-42A6-B6B9-307624724135}"/>
              </a:ext>
            </a:extLst>
          </p:cNvPr>
          <p:cNvSpPr>
            <a:spLocks xmlns:a="http://schemas.openxmlformats.org/drawingml/2006/main" noGrp="1"/>
          </p:cNvSpPr>
          <p:nvPr/>
        </p:nvSpPr>
        <p:spPr>
          <a:xfrm xmlns:a="http://schemas.openxmlformats.org/drawingml/2006/main">
            <a:off x="3086237"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C0AAD180-F59F-4F8C-8688-637006E68A73}"/>
              </a:ext>
            </a:extLst>
          </p:cNvPr>
          <p:cNvSpPr>
            <a:spLocks xmlns:a="http://schemas.openxmlformats.org/drawingml/2006/main" noGrp="1"/>
          </p:cNvSpPr>
          <p:nvPr/>
        </p:nvSpPr>
        <p:spPr>
          <a:xfrm xmlns:a="http://schemas.openxmlformats.org/drawingml/2006/main">
            <a:off x="3151926"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9E57AEDA-8F33-4B9E-850A-6D0358226654}"/>
              </a:ext>
            </a:extLst>
          </p:cNvPr>
          <p:cNvSpPr>
            <a:spLocks xmlns:a="http://schemas.openxmlformats.org/drawingml/2006/main" noGrp="1"/>
          </p:cNvSpPr>
          <p:nvPr/>
        </p:nvSpPr>
        <p:spPr>
          <a:xfrm xmlns:a="http://schemas.openxmlformats.org/drawingml/2006/main">
            <a:off x="3217615"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110FD9FE-00C0-494D-9CB3-CCDE75E3B420}"/>
              </a:ext>
            </a:extLst>
          </p:cNvPr>
          <p:cNvSpPr>
            <a:spLocks xmlns:a="http://schemas.openxmlformats.org/drawingml/2006/main" noGrp="1"/>
          </p:cNvSpPr>
          <p:nvPr/>
        </p:nvSpPr>
        <p:spPr>
          <a:xfrm xmlns:a="http://schemas.openxmlformats.org/drawingml/2006/main">
            <a:off x="3283304"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576B2C8A-9962-4DAB-887F-F0967E9C88E5}"/>
              </a:ext>
            </a:extLst>
          </p:cNvPr>
          <p:cNvSpPr>
            <a:spLocks xmlns:a="http://schemas.openxmlformats.org/drawingml/2006/main" noGrp="1"/>
          </p:cNvSpPr>
          <p:nvPr/>
        </p:nvSpPr>
        <p:spPr>
          <a:xfrm xmlns:a="http://schemas.openxmlformats.org/drawingml/2006/main">
            <a:off x="3348993"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DDC8CAF1-A8ED-43EB-B6E6-78226A5B9892}"/>
              </a:ext>
            </a:extLst>
          </p:cNvPr>
          <p:cNvSpPr>
            <a:spLocks xmlns:a="http://schemas.openxmlformats.org/drawingml/2006/main" noGrp="1"/>
          </p:cNvSpPr>
          <p:nvPr/>
        </p:nvSpPr>
        <p:spPr>
          <a:xfrm xmlns:a="http://schemas.openxmlformats.org/drawingml/2006/main">
            <a:off x="3414682"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41CEABAD-96AC-47F6-AE99-2F0476A329C5}"/>
              </a:ext>
            </a:extLst>
          </p:cNvPr>
          <p:cNvSpPr>
            <a:spLocks xmlns:a="http://schemas.openxmlformats.org/drawingml/2006/main" noGrp="1"/>
          </p:cNvSpPr>
          <p:nvPr/>
        </p:nvSpPr>
        <p:spPr>
          <a:xfrm xmlns:a="http://schemas.openxmlformats.org/drawingml/2006/main">
            <a:off x="3611749"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590BB195-3EAD-4641-80C6-83F0922806E5}"/>
              </a:ext>
            </a:extLst>
          </p:cNvPr>
          <p:cNvSpPr>
            <a:spLocks xmlns:a="http://schemas.openxmlformats.org/drawingml/2006/main" noGrp="1"/>
          </p:cNvSpPr>
          <p:nvPr/>
        </p:nvSpPr>
        <p:spPr>
          <a:xfrm xmlns:a="http://schemas.openxmlformats.org/drawingml/2006/main">
            <a:off x="3677438"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08FBE2CA-FAB6-4D2A-B15D-184EA571A002}"/>
              </a:ext>
            </a:extLst>
          </p:cNvPr>
          <p:cNvSpPr>
            <a:spLocks xmlns:a="http://schemas.openxmlformats.org/drawingml/2006/main" noGrp="1"/>
          </p:cNvSpPr>
          <p:nvPr/>
        </p:nvSpPr>
        <p:spPr>
          <a:xfrm xmlns:a="http://schemas.openxmlformats.org/drawingml/2006/main">
            <a:off x="3743127"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054D16AD-F460-471D-A0B5-0F28836160AC}"/>
              </a:ext>
            </a:extLst>
          </p:cNvPr>
          <p:cNvSpPr>
            <a:spLocks xmlns:a="http://schemas.openxmlformats.org/drawingml/2006/main" noGrp="1"/>
          </p:cNvSpPr>
          <p:nvPr/>
        </p:nvSpPr>
        <p:spPr>
          <a:xfrm xmlns:a="http://schemas.openxmlformats.org/drawingml/2006/main">
            <a:off x="3808816"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19A2823C-ABA0-42C0-85BA-247F3F349A09}"/>
              </a:ext>
            </a:extLst>
          </p:cNvPr>
          <p:cNvSpPr>
            <a:spLocks xmlns:a="http://schemas.openxmlformats.org/drawingml/2006/main" noGrp="1"/>
          </p:cNvSpPr>
          <p:nvPr/>
        </p:nvSpPr>
        <p:spPr>
          <a:xfrm xmlns:a="http://schemas.openxmlformats.org/drawingml/2006/main">
            <a:off x="3874505"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87B0A1D6-1EAD-4D5B-9429-C9DB33685FEA}"/>
              </a:ext>
            </a:extLst>
          </p:cNvPr>
          <p:cNvSpPr>
            <a:spLocks xmlns:a="http://schemas.openxmlformats.org/drawingml/2006/main" noGrp="1"/>
          </p:cNvSpPr>
          <p:nvPr/>
        </p:nvSpPr>
        <p:spPr>
          <a:xfrm xmlns:a="http://schemas.openxmlformats.org/drawingml/2006/main">
            <a:off x="3940194"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B5DD2974-7248-42FE-A85D-3293808B70F6}"/>
              </a:ext>
            </a:extLst>
          </p:cNvPr>
          <p:cNvSpPr>
            <a:spLocks xmlns:a="http://schemas.openxmlformats.org/drawingml/2006/main" noGrp="1"/>
          </p:cNvSpPr>
          <p:nvPr/>
        </p:nvSpPr>
        <p:spPr>
          <a:xfrm xmlns:a="http://schemas.openxmlformats.org/drawingml/2006/main">
            <a:off x="4202950"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D30D8943-45BF-4798-85AA-A8961C0BB4C5}"/>
              </a:ext>
            </a:extLst>
          </p:cNvPr>
          <p:cNvSpPr>
            <a:spLocks xmlns:a="http://schemas.openxmlformats.org/drawingml/2006/main" noGrp="1"/>
          </p:cNvSpPr>
          <p:nvPr/>
        </p:nvSpPr>
        <p:spPr>
          <a:xfrm xmlns:a="http://schemas.openxmlformats.org/drawingml/2006/main">
            <a:off x="4268639"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CB96BA9F-2B2C-4F0C-8948-AC5898C7E21A}"/>
              </a:ext>
            </a:extLst>
          </p:cNvPr>
          <p:cNvSpPr>
            <a:spLocks xmlns:a="http://schemas.openxmlformats.org/drawingml/2006/main" noGrp="1"/>
          </p:cNvSpPr>
          <p:nvPr/>
        </p:nvSpPr>
        <p:spPr>
          <a:xfrm xmlns:a="http://schemas.openxmlformats.org/drawingml/2006/main">
            <a:off x="4334328"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782DB61A-E0F7-4E13-8A83-69E2A85D6B3D}"/>
              </a:ext>
            </a:extLst>
          </p:cNvPr>
          <p:cNvSpPr>
            <a:spLocks xmlns:a="http://schemas.openxmlformats.org/drawingml/2006/main" noGrp="1"/>
          </p:cNvSpPr>
          <p:nvPr/>
        </p:nvSpPr>
        <p:spPr>
          <a:xfrm xmlns:a="http://schemas.openxmlformats.org/drawingml/2006/main">
            <a:off x="4400017"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E20D81F7-14D3-44DE-9172-66C9C877C237}"/>
              </a:ext>
            </a:extLst>
          </p:cNvPr>
          <p:cNvSpPr>
            <a:spLocks xmlns:a="http://schemas.openxmlformats.org/drawingml/2006/main" noGrp="1"/>
          </p:cNvSpPr>
          <p:nvPr/>
        </p:nvSpPr>
        <p:spPr>
          <a:xfrm xmlns:a="http://schemas.openxmlformats.org/drawingml/2006/main">
            <a:off x="4465706"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4A382557-B7DB-46D5-979F-65B79F98DB26}"/>
              </a:ext>
            </a:extLst>
          </p:cNvPr>
          <p:cNvSpPr>
            <a:spLocks xmlns:a="http://schemas.openxmlformats.org/drawingml/2006/main" noGrp="1"/>
          </p:cNvSpPr>
          <p:nvPr/>
        </p:nvSpPr>
        <p:spPr>
          <a:xfrm xmlns:a="http://schemas.openxmlformats.org/drawingml/2006/main">
            <a:off x="4531395"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A8BEAF22-69C5-4F15-A7E8-C4A9814001CA}"/>
              </a:ext>
            </a:extLst>
          </p:cNvPr>
          <p:cNvSpPr>
            <a:spLocks xmlns:a="http://schemas.openxmlformats.org/drawingml/2006/main" noGrp="1"/>
          </p:cNvSpPr>
          <p:nvPr/>
        </p:nvSpPr>
        <p:spPr>
          <a:xfrm xmlns:a="http://schemas.openxmlformats.org/drawingml/2006/main">
            <a:off x="1641078"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FA87A2ED-F318-4BA3-97F6-52F23760178E}"/>
              </a:ext>
            </a:extLst>
          </p:cNvPr>
          <p:cNvSpPr>
            <a:spLocks xmlns:a="http://schemas.openxmlformats.org/drawingml/2006/main" noGrp="1"/>
          </p:cNvSpPr>
          <p:nvPr/>
        </p:nvSpPr>
        <p:spPr>
          <a:xfrm xmlns:a="http://schemas.openxmlformats.org/drawingml/2006/main">
            <a:off x="1706767"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086BFC8F-F306-426F-A063-DB1899205D9B}"/>
              </a:ext>
            </a:extLst>
          </p:cNvPr>
          <p:cNvSpPr>
            <a:spLocks xmlns:a="http://schemas.openxmlformats.org/drawingml/2006/main" noGrp="1"/>
          </p:cNvSpPr>
          <p:nvPr/>
        </p:nvSpPr>
        <p:spPr>
          <a:xfrm xmlns:a="http://schemas.openxmlformats.org/drawingml/2006/main">
            <a:off x="1772456"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6748406F-8E56-4B52-9636-CE06A7725FB1}"/>
              </a:ext>
            </a:extLst>
          </p:cNvPr>
          <p:cNvSpPr>
            <a:spLocks xmlns:a="http://schemas.openxmlformats.org/drawingml/2006/main" noGrp="1"/>
          </p:cNvSpPr>
          <p:nvPr/>
        </p:nvSpPr>
        <p:spPr>
          <a:xfrm xmlns:a="http://schemas.openxmlformats.org/drawingml/2006/main">
            <a:off x="1838145"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3E83D3D5-F65B-4747-B88F-D83F778996B9}"/>
              </a:ext>
            </a:extLst>
          </p:cNvPr>
          <p:cNvSpPr>
            <a:spLocks xmlns:a="http://schemas.openxmlformats.org/drawingml/2006/main" noGrp="1"/>
          </p:cNvSpPr>
          <p:nvPr/>
        </p:nvSpPr>
        <p:spPr>
          <a:xfrm xmlns:a="http://schemas.openxmlformats.org/drawingml/2006/main">
            <a:off x="1903834"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47097FDA-2B33-4A21-A8B7-EF1CCD7D84B4}"/>
              </a:ext>
            </a:extLst>
          </p:cNvPr>
          <p:cNvSpPr>
            <a:spLocks xmlns:a="http://schemas.openxmlformats.org/drawingml/2006/main" noGrp="1"/>
          </p:cNvSpPr>
          <p:nvPr/>
        </p:nvSpPr>
        <p:spPr>
          <a:xfrm xmlns:a="http://schemas.openxmlformats.org/drawingml/2006/main">
            <a:off x="1969524"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924B77AA-8296-4755-971F-0850955104AB}"/>
              </a:ext>
            </a:extLst>
          </p:cNvPr>
          <p:cNvSpPr>
            <a:spLocks xmlns:a="http://schemas.openxmlformats.org/drawingml/2006/main" noGrp="1"/>
          </p:cNvSpPr>
          <p:nvPr/>
        </p:nvSpPr>
        <p:spPr>
          <a:xfrm xmlns:a="http://schemas.openxmlformats.org/drawingml/2006/main">
            <a:off x="2035213"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7400F3E4-B63F-4CDF-A0B4-B4F4371BC96D}"/>
              </a:ext>
            </a:extLst>
          </p:cNvPr>
          <p:cNvSpPr>
            <a:spLocks xmlns:a="http://schemas.openxmlformats.org/drawingml/2006/main" noGrp="1"/>
          </p:cNvSpPr>
          <p:nvPr/>
        </p:nvSpPr>
        <p:spPr>
          <a:xfrm xmlns:a="http://schemas.openxmlformats.org/drawingml/2006/main">
            <a:off x="2100902"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3825FF1D-5579-464B-A398-773B83AE293A}"/>
              </a:ext>
            </a:extLst>
          </p:cNvPr>
          <p:cNvSpPr>
            <a:spLocks xmlns:a="http://schemas.openxmlformats.org/drawingml/2006/main" noGrp="1"/>
          </p:cNvSpPr>
          <p:nvPr/>
        </p:nvSpPr>
        <p:spPr>
          <a:xfrm xmlns:a="http://schemas.openxmlformats.org/drawingml/2006/main">
            <a:off x="2166591"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952FD881-17E7-415D-AF56-86C4AE506FA4}"/>
              </a:ext>
            </a:extLst>
          </p:cNvPr>
          <p:cNvSpPr>
            <a:spLocks xmlns:a="http://schemas.openxmlformats.org/drawingml/2006/main" noGrp="1"/>
          </p:cNvSpPr>
          <p:nvPr/>
        </p:nvSpPr>
        <p:spPr>
          <a:xfrm xmlns:a="http://schemas.openxmlformats.org/drawingml/2006/main">
            <a:off x="2232280"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BD36AEB2-B038-4804-BFE7-084C5A6ED5B6}"/>
              </a:ext>
            </a:extLst>
          </p:cNvPr>
          <p:cNvSpPr>
            <a:spLocks xmlns:a="http://schemas.openxmlformats.org/drawingml/2006/main" noGrp="1"/>
          </p:cNvSpPr>
          <p:nvPr/>
        </p:nvSpPr>
        <p:spPr>
          <a:xfrm xmlns:a="http://schemas.openxmlformats.org/drawingml/2006/main">
            <a:off x="2297969"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FBAF60A1-568F-4A18-8BC7-ABDA2D18349C}"/>
              </a:ext>
            </a:extLst>
          </p:cNvPr>
          <p:cNvSpPr>
            <a:spLocks xmlns:a="http://schemas.openxmlformats.org/drawingml/2006/main" noGrp="1"/>
          </p:cNvSpPr>
          <p:nvPr/>
        </p:nvSpPr>
        <p:spPr>
          <a:xfrm xmlns:a="http://schemas.openxmlformats.org/drawingml/2006/main">
            <a:off x="2363658"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39541C71-4D97-4D92-9BD1-B0FAA13620FB}"/>
              </a:ext>
            </a:extLst>
          </p:cNvPr>
          <p:cNvSpPr>
            <a:spLocks xmlns:a="http://schemas.openxmlformats.org/drawingml/2006/main" noGrp="1"/>
          </p:cNvSpPr>
          <p:nvPr/>
        </p:nvSpPr>
        <p:spPr>
          <a:xfrm xmlns:a="http://schemas.openxmlformats.org/drawingml/2006/main">
            <a:off x="2429347"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1" name="Editable chart path">
            <a:extLst xmlns:a="http://schemas.openxmlformats.org/drawingml/2006/main">
              <a:ext uri="{FF2B5EF4-FFF2-40B4-BE49-F238E27FC236}">
                <a16:creationId xmlns:a16="http://schemas.microsoft.com/office/drawing/2014/main" id="{710F5244-D69B-4783-B61A-2033DF572D67}"/>
              </a:ext>
            </a:extLst>
          </p:cNvPr>
          <p:cNvSpPr>
            <a:spLocks xmlns:a="http://schemas.openxmlformats.org/drawingml/2006/main" noGrp="1"/>
          </p:cNvSpPr>
          <p:nvPr/>
        </p:nvSpPr>
        <p:spPr>
          <a:xfrm xmlns:a="http://schemas.openxmlformats.org/drawingml/2006/main">
            <a:off x="2495036"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2" name="Editable chart path">
            <a:extLst xmlns:a="http://schemas.openxmlformats.org/drawingml/2006/main">
              <a:ext uri="{FF2B5EF4-FFF2-40B4-BE49-F238E27FC236}">
                <a16:creationId xmlns:a16="http://schemas.microsoft.com/office/drawing/2014/main" id="{0AE1276D-9AC8-47D9-A7B2-BD04E54E9297}"/>
              </a:ext>
            </a:extLst>
          </p:cNvPr>
          <p:cNvSpPr>
            <a:spLocks xmlns:a="http://schemas.openxmlformats.org/drawingml/2006/main" noGrp="1"/>
          </p:cNvSpPr>
          <p:nvPr/>
        </p:nvSpPr>
        <p:spPr>
          <a:xfrm xmlns:a="http://schemas.openxmlformats.org/drawingml/2006/main">
            <a:off x="2560725"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3" name="Editable chart path">
            <a:extLst xmlns:a="http://schemas.openxmlformats.org/drawingml/2006/main">
              <a:ext uri="{FF2B5EF4-FFF2-40B4-BE49-F238E27FC236}">
                <a16:creationId xmlns:a16="http://schemas.microsoft.com/office/drawing/2014/main" id="{DAA6F479-BAD1-4702-BB4B-178B86C47396}"/>
              </a:ext>
            </a:extLst>
          </p:cNvPr>
          <p:cNvSpPr>
            <a:spLocks xmlns:a="http://schemas.openxmlformats.org/drawingml/2006/main" noGrp="1"/>
          </p:cNvSpPr>
          <p:nvPr/>
        </p:nvSpPr>
        <p:spPr>
          <a:xfrm xmlns:a="http://schemas.openxmlformats.org/drawingml/2006/main">
            <a:off x="2626414"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4" name="Editable chart path">
            <a:extLst xmlns:a="http://schemas.openxmlformats.org/drawingml/2006/main">
              <a:ext uri="{FF2B5EF4-FFF2-40B4-BE49-F238E27FC236}">
                <a16:creationId xmlns:a16="http://schemas.microsoft.com/office/drawing/2014/main" id="{99963390-0DCB-482F-9F42-EC0896A3A180}"/>
              </a:ext>
            </a:extLst>
          </p:cNvPr>
          <p:cNvSpPr>
            <a:spLocks xmlns:a="http://schemas.openxmlformats.org/drawingml/2006/main" noGrp="1"/>
          </p:cNvSpPr>
          <p:nvPr/>
        </p:nvSpPr>
        <p:spPr>
          <a:xfrm xmlns:a="http://schemas.openxmlformats.org/drawingml/2006/main">
            <a:off x="2692103"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5" name="Editable chart path">
            <a:extLst xmlns:a="http://schemas.openxmlformats.org/drawingml/2006/main">
              <a:ext uri="{FF2B5EF4-FFF2-40B4-BE49-F238E27FC236}">
                <a16:creationId xmlns:a16="http://schemas.microsoft.com/office/drawing/2014/main" id="{0F9DDE20-F998-4C1A-9E7D-6E070B49948C}"/>
              </a:ext>
            </a:extLst>
          </p:cNvPr>
          <p:cNvSpPr>
            <a:spLocks xmlns:a="http://schemas.openxmlformats.org/drawingml/2006/main" noGrp="1"/>
          </p:cNvSpPr>
          <p:nvPr/>
        </p:nvSpPr>
        <p:spPr>
          <a:xfrm xmlns:a="http://schemas.openxmlformats.org/drawingml/2006/main">
            <a:off x="2757792"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6" name="Editable chart path">
            <a:extLst xmlns:a="http://schemas.openxmlformats.org/drawingml/2006/main">
              <a:ext uri="{FF2B5EF4-FFF2-40B4-BE49-F238E27FC236}">
                <a16:creationId xmlns:a16="http://schemas.microsoft.com/office/drawing/2014/main" id="{E5D5E7C3-A3CD-457A-924B-30B85D345604}"/>
              </a:ext>
            </a:extLst>
          </p:cNvPr>
          <p:cNvSpPr>
            <a:spLocks xmlns:a="http://schemas.openxmlformats.org/drawingml/2006/main" noGrp="1"/>
          </p:cNvSpPr>
          <p:nvPr/>
        </p:nvSpPr>
        <p:spPr>
          <a:xfrm xmlns:a="http://schemas.openxmlformats.org/drawingml/2006/main">
            <a:off x="2823481"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7" name="Editable chart path">
            <a:extLst xmlns:a="http://schemas.openxmlformats.org/drawingml/2006/main">
              <a:ext uri="{FF2B5EF4-FFF2-40B4-BE49-F238E27FC236}">
                <a16:creationId xmlns:a16="http://schemas.microsoft.com/office/drawing/2014/main" id="{991A92DE-16CA-404D-8688-5628DC55FFBC}"/>
              </a:ext>
            </a:extLst>
          </p:cNvPr>
          <p:cNvSpPr>
            <a:spLocks xmlns:a="http://schemas.openxmlformats.org/drawingml/2006/main" noGrp="1"/>
          </p:cNvSpPr>
          <p:nvPr/>
        </p:nvSpPr>
        <p:spPr>
          <a:xfrm xmlns:a="http://schemas.openxmlformats.org/drawingml/2006/main">
            <a:off x="2889170"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8" name="Editable chart path">
            <a:extLst xmlns:a="http://schemas.openxmlformats.org/drawingml/2006/main">
              <a:ext uri="{FF2B5EF4-FFF2-40B4-BE49-F238E27FC236}">
                <a16:creationId xmlns:a16="http://schemas.microsoft.com/office/drawing/2014/main" id="{15EED7C6-151D-428C-A066-0494D7B5EBF8}"/>
              </a:ext>
            </a:extLst>
          </p:cNvPr>
          <p:cNvSpPr>
            <a:spLocks xmlns:a="http://schemas.openxmlformats.org/drawingml/2006/main" noGrp="1"/>
          </p:cNvSpPr>
          <p:nvPr/>
        </p:nvSpPr>
        <p:spPr>
          <a:xfrm xmlns:a="http://schemas.openxmlformats.org/drawingml/2006/main">
            <a:off x="2954859"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09" name="Editable chart path">
            <a:extLst xmlns:a="http://schemas.openxmlformats.org/drawingml/2006/main">
              <a:ext uri="{FF2B5EF4-FFF2-40B4-BE49-F238E27FC236}">
                <a16:creationId xmlns:a16="http://schemas.microsoft.com/office/drawing/2014/main" id="{DECFFCB7-C9F8-4D37-9EDC-36D9BB4CDC5E}"/>
              </a:ext>
            </a:extLst>
          </p:cNvPr>
          <p:cNvSpPr>
            <a:spLocks xmlns:a="http://schemas.openxmlformats.org/drawingml/2006/main" noGrp="1"/>
          </p:cNvSpPr>
          <p:nvPr/>
        </p:nvSpPr>
        <p:spPr>
          <a:xfrm xmlns:a="http://schemas.openxmlformats.org/drawingml/2006/main">
            <a:off x="3020548"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0" name="Editable chart path">
            <a:extLst xmlns:a="http://schemas.openxmlformats.org/drawingml/2006/main">
              <a:ext uri="{FF2B5EF4-FFF2-40B4-BE49-F238E27FC236}">
                <a16:creationId xmlns:a16="http://schemas.microsoft.com/office/drawing/2014/main" id="{D5D55CF1-F28A-4325-9D6B-5AA4C8324855}"/>
              </a:ext>
            </a:extLst>
          </p:cNvPr>
          <p:cNvSpPr>
            <a:spLocks xmlns:a="http://schemas.openxmlformats.org/drawingml/2006/main" noGrp="1"/>
          </p:cNvSpPr>
          <p:nvPr/>
        </p:nvSpPr>
        <p:spPr>
          <a:xfrm xmlns:a="http://schemas.openxmlformats.org/drawingml/2006/main">
            <a:off x="3086237"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1" name="Editable chart path">
            <a:extLst xmlns:a="http://schemas.openxmlformats.org/drawingml/2006/main">
              <a:ext uri="{FF2B5EF4-FFF2-40B4-BE49-F238E27FC236}">
                <a16:creationId xmlns:a16="http://schemas.microsoft.com/office/drawing/2014/main" id="{08052E8D-4248-4FBD-A28C-42CACB3CDC68}"/>
              </a:ext>
            </a:extLst>
          </p:cNvPr>
          <p:cNvSpPr>
            <a:spLocks xmlns:a="http://schemas.openxmlformats.org/drawingml/2006/main" noGrp="1"/>
          </p:cNvSpPr>
          <p:nvPr/>
        </p:nvSpPr>
        <p:spPr>
          <a:xfrm xmlns:a="http://schemas.openxmlformats.org/drawingml/2006/main">
            <a:off x="3151926"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2" name="Editable chart path">
            <a:extLst xmlns:a="http://schemas.openxmlformats.org/drawingml/2006/main">
              <a:ext uri="{FF2B5EF4-FFF2-40B4-BE49-F238E27FC236}">
                <a16:creationId xmlns:a16="http://schemas.microsoft.com/office/drawing/2014/main" id="{DB944DD4-2024-489A-ABC7-83EF104C0DEC}"/>
              </a:ext>
            </a:extLst>
          </p:cNvPr>
          <p:cNvSpPr>
            <a:spLocks xmlns:a="http://schemas.openxmlformats.org/drawingml/2006/main" noGrp="1"/>
          </p:cNvSpPr>
          <p:nvPr/>
        </p:nvSpPr>
        <p:spPr>
          <a:xfrm xmlns:a="http://schemas.openxmlformats.org/drawingml/2006/main">
            <a:off x="3217615"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3" name="Editable chart path">
            <a:extLst xmlns:a="http://schemas.openxmlformats.org/drawingml/2006/main">
              <a:ext uri="{FF2B5EF4-FFF2-40B4-BE49-F238E27FC236}">
                <a16:creationId xmlns:a16="http://schemas.microsoft.com/office/drawing/2014/main" id="{A87A55CF-2CF7-455F-BB68-7C4B813584B2}"/>
              </a:ext>
            </a:extLst>
          </p:cNvPr>
          <p:cNvSpPr>
            <a:spLocks xmlns:a="http://schemas.openxmlformats.org/drawingml/2006/main" noGrp="1"/>
          </p:cNvSpPr>
          <p:nvPr/>
        </p:nvSpPr>
        <p:spPr>
          <a:xfrm xmlns:a="http://schemas.openxmlformats.org/drawingml/2006/main">
            <a:off x="3283304"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4" name="Editable chart path">
            <a:extLst xmlns:a="http://schemas.openxmlformats.org/drawingml/2006/main">
              <a:ext uri="{FF2B5EF4-FFF2-40B4-BE49-F238E27FC236}">
                <a16:creationId xmlns:a16="http://schemas.microsoft.com/office/drawing/2014/main" id="{1A90BC85-331E-4B52-94FD-A16D5E4796C6}"/>
              </a:ext>
            </a:extLst>
          </p:cNvPr>
          <p:cNvSpPr>
            <a:spLocks xmlns:a="http://schemas.openxmlformats.org/drawingml/2006/main" noGrp="1"/>
          </p:cNvSpPr>
          <p:nvPr/>
        </p:nvSpPr>
        <p:spPr>
          <a:xfrm xmlns:a="http://schemas.openxmlformats.org/drawingml/2006/main">
            <a:off x="3348993"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5" name="Editable chart path">
            <a:extLst xmlns:a="http://schemas.openxmlformats.org/drawingml/2006/main">
              <a:ext uri="{FF2B5EF4-FFF2-40B4-BE49-F238E27FC236}">
                <a16:creationId xmlns:a16="http://schemas.microsoft.com/office/drawing/2014/main" id="{22050900-36DA-4204-9FC8-FF41780807E8}"/>
              </a:ext>
            </a:extLst>
          </p:cNvPr>
          <p:cNvSpPr>
            <a:spLocks xmlns:a="http://schemas.openxmlformats.org/drawingml/2006/main" noGrp="1"/>
          </p:cNvSpPr>
          <p:nvPr/>
        </p:nvSpPr>
        <p:spPr>
          <a:xfrm xmlns:a="http://schemas.openxmlformats.org/drawingml/2006/main">
            <a:off x="3546060"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6" name="Editable chart path">
            <a:extLst xmlns:a="http://schemas.openxmlformats.org/drawingml/2006/main">
              <a:ext uri="{FF2B5EF4-FFF2-40B4-BE49-F238E27FC236}">
                <a16:creationId xmlns:a16="http://schemas.microsoft.com/office/drawing/2014/main" id="{779DDB7A-9D29-4C25-B2D0-40ED74C19214}"/>
              </a:ext>
            </a:extLst>
          </p:cNvPr>
          <p:cNvSpPr>
            <a:spLocks xmlns:a="http://schemas.openxmlformats.org/drawingml/2006/main" noGrp="1"/>
          </p:cNvSpPr>
          <p:nvPr/>
        </p:nvSpPr>
        <p:spPr>
          <a:xfrm xmlns:a="http://schemas.openxmlformats.org/drawingml/2006/main">
            <a:off x="3611749"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7" name="Editable chart path">
            <a:extLst xmlns:a="http://schemas.openxmlformats.org/drawingml/2006/main">
              <a:ext uri="{FF2B5EF4-FFF2-40B4-BE49-F238E27FC236}">
                <a16:creationId xmlns:a16="http://schemas.microsoft.com/office/drawing/2014/main" id="{C8B0F17C-06D2-435F-967D-7C92549E5A2F}"/>
              </a:ext>
            </a:extLst>
          </p:cNvPr>
          <p:cNvSpPr>
            <a:spLocks xmlns:a="http://schemas.openxmlformats.org/drawingml/2006/main" noGrp="1"/>
          </p:cNvSpPr>
          <p:nvPr/>
        </p:nvSpPr>
        <p:spPr>
          <a:xfrm xmlns:a="http://schemas.openxmlformats.org/drawingml/2006/main">
            <a:off x="3677438"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8" name="Editable chart path">
            <a:extLst xmlns:a="http://schemas.openxmlformats.org/drawingml/2006/main">
              <a:ext uri="{FF2B5EF4-FFF2-40B4-BE49-F238E27FC236}">
                <a16:creationId xmlns:a16="http://schemas.microsoft.com/office/drawing/2014/main" id="{954EE171-429D-4C09-872C-F225D2C4951C}"/>
              </a:ext>
            </a:extLst>
          </p:cNvPr>
          <p:cNvSpPr>
            <a:spLocks xmlns:a="http://schemas.openxmlformats.org/drawingml/2006/main" noGrp="1"/>
          </p:cNvSpPr>
          <p:nvPr/>
        </p:nvSpPr>
        <p:spPr>
          <a:xfrm xmlns:a="http://schemas.openxmlformats.org/drawingml/2006/main">
            <a:off x="3743127"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19" name="Editable chart path">
            <a:extLst xmlns:a="http://schemas.openxmlformats.org/drawingml/2006/main">
              <a:ext uri="{FF2B5EF4-FFF2-40B4-BE49-F238E27FC236}">
                <a16:creationId xmlns:a16="http://schemas.microsoft.com/office/drawing/2014/main" id="{57758996-6AA9-4906-BF00-05B66BA61938}"/>
              </a:ext>
            </a:extLst>
          </p:cNvPr>
          <p:cNvSpPr>
            <a:spLocks xmlns:a="http://schemas.openxmlformats.org/drawingml/2006/main" noGrp="1"/>
          </p:cNvSpPr>
          <p:nvPr/>
        </p:nvSpPr>
        <p:spPr>
          <a:xfrm xmlns:a="http://schemas.openxmlformats.org/drawingml/2006/main">
            <a:off x="3808816"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0" name="Editable chart path">
            <a:extLst xmlns:a="http://schemas.openxmlformats.org/drawingml/2006/main">
              <a:ext uri="{FF2B5EF4-FFF2-40B4-BE49-F238E27FC236}">
                <a16:creationId xmlns:a16="http://schemas.microsoft.com/office/drawing/2014/main" id="{B4B4931E-3637-4B6B-BC74-09283FC0743C}"/>
              </a:ext>
            </a:extLst>
          </p:cNvPr>
          <p:cNvSpPr>
            <a:spLocks xmlns:a="http://schemas.openxmlformats.org/drawingml/2006/main" noGrp="1"/>
          </p:cNvSpPr>
          <p:nvPr/>
        </p:nvSpPr>
        <p:spPr>
          <a:xfrm xmlns:a="http://schemas.openxmlformats.org/drawingml/2006/main">
            <a:off x="3874505"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1" name="Editable chart path">
            <a:extLst xmlns:a="http://schemas.openxmlformats.org/drawingml/2006/main">
              <a:ext uri="{FF2B5EF4-FFF2-40B4-BE49-F238E27FC236}">
                <a16:creationId xmlns:a16="http://schemas.microsoft.com/office/drawing/2014/main" id="{AE158F00-04B7-4695-BD00-3C7E267ED0C4}"/>
              </a:ext>
            </a:extLst>
          </p:cNvPr>
          <p:cNvSpPr>
            <a:spLocks xmlns:a="http://schemas.openxmlformats.org/drawingml/2006/main" noGrp="1"/>
          </p:cNvSpPr>
          <p:nvPr/>
        </p:nvSpPr>
        <p:spPr>
          <a:xfrm xmlns:a="http://schemas.openxmlformats.org/drawingml/2006/main">
            <a:off x="3940194"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2" name="Editable chart path">
            <a:extLst xmlns:a="http://schemas.openxmlformats.org/drawingml/2006/main">
              <a:ext uri="{FF2B5EF4-FFF2-40B4-BE49-F238E27FC236}">
                <a16:creationId xmlns:a16="http://schemas.microsoft.com/office/drawing/2014/main" id="{F1D1533A-B2CC-4F8B-BAF6-2271A532F681}"/>
              </a:ext>
            </a:extLst>
          </p:cNvPr>
          <p:cNvSpPr>
            <a:spLocks xmlns:a="http://schemas.openxmlformats.org/drawingml/2006/main" noGrp="1"/>
          </p:cNvSpPr>
          <p:nvPr/>
        </p:nvSpPr>
        <p:spPr>
          <a:xfrm xmlns:a="http://schemas.openxmlformats.org/drawingml/2006/main">
            <a:off x="4071572"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3" name="Editable chart path">
            <a:extLst xmlns:a="http://schemas.openxmlformats.org/drawingml/2006/main">
              <a:ext uri="{FF2B5EF4-FFF2-40B4-BE49-F238E27FC236}">
                <a16:creationId xmlns:a16="http://schemas.microsoft.com/office/drawing/2014/main" id="{E2DEE911-E28D-44B1-AF22-8B06A711D035}"/>
              </a:ext>
            </a:extLst>
          </p:cNvPr>
          <p:cNvSpPr>
            <a:spLocks xmlns:a="http://schemas.openxmlformats.org/drawingml/2006/main" noGrp="1"/>
          </p:cNvSpPr>
          <p:nvPr/>
        </p:nvSpPr>
        <p:spPr>
          <a:xfrm xmlns:a="http://schemas.openxmlformats.org/drawingml/2006/main">
            <a:off x="4137261"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4" name="Editable chart path">
            <a:extLst xmlns:a="http://schemas.openxmlformats.org/drawingml/2006/main">
              <a:ext uri="{FF2B5EF4-FFF2-40B4-BE49-F238E27FC236}">
                <a16:creationId xmlns:a16="http://schemas.microsoft.com/office/drawing/2014/main" id="{7D1FA449-ECFE-40A2-A93F-8E645F893430}"/>
              </a:ext>
            </a:extLst>
          </p:cNvPr>
          <p:cNvSpPr>
            <a:spLocks xmlns:a="http://schemas.openxmlformats.org/drawingml/2006/main" noGrp="1"/>
          </p:cNvSpPr>
          <p:nvPr/>
        </p:nvSpPr>
        <p:spPr>
          <a:xfrm xmlns:a="http://schemas.openxmlformats.org/drawingml/2006/main">
            <a:off x="4202950"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5" name="Editable chart path">
            <a:extLst xmlns:a="http://schemas.openxmlformats.org/drawingml/2006/main">
              <a:ext uri="{FF2B5EF4-FFF2-40B4-BE49-F238E27FC236}">
                <a16:creationId xmlns:a16="http://schemas.microsoft.com/office/drawing/2014/main" id="{29E892CA-9523-4FC8-BD7A-062619C496A7}"/>
              </a:ext>
            </a:extLst>
          </p:cNvPr>
          <p:cNvSpPr>
            <a:spLocks xmlns:a="http://schemas.openxmlformats.org/drawingml/2006/main" noGrp="1"/>
          </p:cNvSpPr>
          <p:nvPr/>
        </p:nvSpPr>
        <p:spPr>
          <a:xfrm xmlns:a="http://schemas.openxmlformats.org/drawingml/2006/main">
            <a:off x="4268639"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6" name="Editable chart path">
            <a:extLst xmlns:a="http://schemas.openxmlformats.org/drawingml/2006/main">
              <a:ext uri="{FF2B5EF4-FFF2-40B4-BE49-F238E27FC236}">
                <a16:creationId xmlns:a16="http://schemas.microsoft.com/office/drawing/2014/main" id="{F8F4557D-77CF-491E-8FC2-F1481EEF6367}"/>
              </a:ext>
            </a:extLst>
          </p:cNvPr>
          <p:cNvSpPr>
            <a:spLocks xmlns:a="http://schemas.openxmlformats.org/drawingml/2006/main" noGrp="1"/>
          </p:cNvSpPr>
          <p:nvPr/>
        </p:nvSpPr>
        <p:spPr>
          <a:xfrm xmlns:a="http://schemas.openxmlformats.org/drawingml/2006/main">
            <a:off x="4334328"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7" name="Editable chart path">
            <a:extLst xmlns:a="http://schemas.openxmlformats.org/drawingml/2006/main">
              <a:ext uri="{FF2B5EF4-FFF2-40B4-BE49-F238E27FC236}">
                <a16:creationId xmlns:a16="http://schemas.microsoft.com/office/drawing/2014/main" id="{E105BFD5-E94F-4137-A59D-52814EE0F781}"/>
              </a:ext>
            </a:extLst>
          </p:cNvPr>
          <p:cNvSpPr>
            <a:spLocks xmlns:a="http://schemas.openxmlformats.org/drawingml/2006/main" noGrp="1"/>
          </p:cNvSpPr>
          <p:nvPr/>
        </p:nvSpPr>
        <p:spPr>
          <a:xfrm xmlns:a="http://schemas.openxmlformats.org/drawingml/2006/main">
            <a:off x="4400017"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8" name="Editable chart path">
            <a:extLst xmlns:a="http://schemas.openxmlformats.org/drawingml/2006/main">
              <a:ext uri="{FF2B5EF4-FFF2-40B4-BE49-F238E27FC236}">
                <a16:creationId xmlns:a16="http://schemas.microsoft.com/office/drawing/2014/main" id="{EEE6C098-341E-4B34-9499-C234C2DB7DDE}"/>
              </a:ext>
            </a:extLst>
          </p:cNvPr>
          <p:cNvSpPr>
            <a:spLocks xmlns:a="http://schemas.openxmlformats.org/drawingml/2006/main" noGrp="1"/>
          </p:cNvSpPr>
          <p:nvPr/>
        </p:nvSpPr>
        <p:spPr>
          <a:xfrm xmlns:a="http://schemas.openxmlformats.org/drawingml/2006/main">
            <a:off x="4465706"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29" name="Editable chart path">
            <a:extLst xmlns:a="http://schemas.openxmlformats.org/drawingml/2006/main">
              <a:ext uri="{FF2B5EF4-FFF2-40B4-BE49-F238E27FC236}">
                <a16:creationId xmlns:a16="http://schemas.microsoft.com/office/drawing/2014/main" id="{3369F899-9D91-437F-9717-611EFB653FE3}"/>
              </a:ext>
            </a:extLst>
          </p:cNvPr>
          <p:cNvSpPr>
            <a:spLocks xmlns:a="http://schemas.openxmlformats.org/drawingml/2006/main" noGrp="1"/>
          </p:cNvSpPr>
          <p:nvPr/>
        </p:nvSpPr>
        <p:spPr>
          <a:xfrm xmlns:a="http://schemas.openxmlformats.org/drawingml/2006/main">
            <a:off x="4531395"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0" name="Editable chart path">
            <a:extLst xmlns:a="http://schemas.openxmlformats.org/drawingml/2006/main">
              <a:ext uri="{FF2B5EF4-FFF2-40B4-BE49-F238E27FC236}">
                <a16:creationId xmlns:a16="http://schemas.microsoft.com/office/drawing/2014/main" id="{249CBB08-0E87-4287-B2F7-E6C36CCE4A36}"/>
              </a:ext>
            </a:extLst>
          </p:cNvPr>
          <p:cNvSpPr>
            <a:spLocks xmlns:a="http://schemas.openxmlformats.org/drawingml/2006/main" noGrp="1"/>
          </p:cNvSpPr>
          <p:nvPr/>
        </p:nvSpPr>
        <p:spPr>
          <a:xfrm xmlns:a="http://schemas.openxmlformats.org/drawingml/2006/main">
            <a:off x="1641078"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1" name="Editable chart path">
            <a:extLst xmlns:a="http://schemas.openxmlformats.org/drawingml/2006/main">
              <a:ext uri="{FF2B5EF4-FFF2-40B4-BE49-F238E27FC236}">
                <a16:creationId xmlns:a16="http://schemas.microsoft.com/office/drawing/2014/main" id="{C0A29D89-C08A-4F94-85B8-43858152C813}"/>
              </a:ext>
            </a:extLst>
          </p:cNvPr>
          <p:cNvSpPr>
            <a:spLocks xmlns:a="http://schemas.openxmlformats.org/drawingml/2006/main" noGrp="1"/>
          </p:cNvSpPr>
          <p:nvPr/>
        </p:nvSpPr>
        <p:spPr>
          <a:xfrm xmlns:a="http://schemas.openxmlformats.org/drawingml/2006/main">
            <a:off x="1706767"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2" name="Editable chart path">
            <a:extLst xmlns:a="http://schemas.openxmlformats.org/drawingml/2006/main">
              <a:ext uri="{FF2B5EF4-FFF2-40B4-BE49-F238E27FC236}">
                <a16:creationId xmlns:a16="http://schemas.microsoft.com/office/drawing/2014/main" id="{8B2C6320-198D-4860-A16B-82BB557C76E2}"/>
              </a:ext>
            </a:extLst>
          </p:cNvPr>
          <p:cNvSpPr>
            <a:spLocks xmlns:a="http://schemas.openxmlformats.org/drawingml/2006/main" noGrp="1"/>
          </p:cNvSpPr>
          <p:nvPr/>
        </p:nvSpPr>
        <p:spPr>
          <a:xfrm xmlns:a="http://schemas.openxmlformats.org/drawingml/2006/main">
            <a:off x="1772456"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3" name="Editable chart path">
            <a:extLst xmlns:a="http://schemas.openxmlformats.org/drawingml/2006/main">
              <a:ext uri="{FF2B5EF4-FFF2-40B4-BE49-F238E27FC236}">
                <a16:creationId xmlns:a16="http://schemas.microsoft.com/office/drawing/2014/main" id="{9F083672-D59E-45D5-8A75-282E6AC0F9D6}"/>
              </a:ext>
            </a:extLst>
          </p:cNvPr>
          <p:cNvSpPr>
            <a:spLocks xmlns:a="http://schemas.openxmlformats.org/drawingml/2006/main" noGrp="1"/>
          </p:cNvSpPr>
          <p:nvPr/>
        </p:nvSpPr>
        <p:spPr>
          <a:xfrm xmlns:a="http://schemas.openxmlformats.org/drawingml/2006/main">
            <a:off x="1838145"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4" name="Editable chart path">
            <a:extLst xmlns:a="http://schemas.openxmlformats.org/drawingml/2006/main">
              <a:ext uri="{FF2B5EF4-FFF2-40B4-BE49-F238E27FC236}">
                <a16:creationId xmlns:a16="http://schemas.microsoft.com/office/drawing/2014/main" id="{EE6568B9-DA3B-4656-A5BF-516C5807F6DE}"/>
              </a:ext>
            </a:extLst>
          </p:cNvPr>
          <p:cNvSpPr>
            <a:spLocks xmlns:a="http://schemas.openxmlformats.org/drawingml/2006/main" noGrp="1"/>
          </p:cNvSpPr>
          <p:nvPr/>
        </p:nvSpPr>
        <p:spPr>
          <a:xfrm xmlns:a="http://schemas.openxmlformats.org/drawingml/2006/main">
            <a:off x="1903834"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5" name="Editable chart path">
            <a:extLst xmlns:a="http://schemas.openxmlformats.org/drawingml/2006/main">
              <a:ext uri="{FF2B5EF4-FFF2-40B4-BE49-F238E27FC236}">
                <a16:creationId xmlns:a16="http://schemas.microsoft.com/office/drawing/2014/main" id="{A282B5E9-231A-4C85-9A0D-B4E84CA15759}"/>
              </a:ext>
            </a:extLst>
          </p:cNvPr>
          <p:cNvSpPr>
            <a:spLocks xmlns:a="http://schemas.openxmlformats.org/drawingml/2006/main" noGrp="1"/>
          </p:cNvSpPr>
          <p:nvPr/>
        </p:nvSpPr>
        <p:spPr>
          <a:xfrm xmlns:a="http://schemas.openxmlformats.org/drawingml/2006/main">
            <a:off x="1969524"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6" name="Editable chart path">
            <a:extLst xmlns:a="http://schemas.openxmlformats.org/drawingml/2006/main">
              <a:ext uri="{FF2B5EF4-FFF2-40B4-BE49-F238E27FC236}">
                <a16:creationId xmlns:a16="http://schemas.microsoft.com/office/drawing/2014/main" id="{AFFDE053-E8A5-4831-9F06-EA79684B1161}"/>
              </a:ext>
            </a:extLst>
          </p:cNvPr>
          <p:cNvSpPr>
            <a:spLocks xmlns:a="http://schemas.openxmlformats.org/drawingml/2006/main" noGrp="1"/>
          </p:cNvSpPr>
          <p:nvPr/>
        </p:nvSpPr>
        <p:spPr>
          <a:xfrm xmlns:a="http://schemas.openxmlformats.org/drawingml/2006/main">
            <a:off x="2035213"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7" name="Editable chart path">
            <a:extLst xmlns:a="http://schemas.openxmlformats.org/drawingml/2006/main">
              <a:ext uri="{FF2B5EF4-FFF2-40B4-BE49-F238E27FC236}">
                <a16:creationId xmlns:a16="http://schemas.microsoft.com/office/drawing/2014/main" id="{1CD61244-3018-41A3-BAF7-353439A60E49}"/>
              </a:ext>
            </a:extLst>
          </p:cNvPr>
          <p:cNvSpPr>
            <a:spLocks xmlns:a="http://schemas.openxmlformats.org/drawingml/2006/main" noGrp="1"/>
          </p:cNvSpPr>
          <p:nvPr/>
        </p:nvSpPr>
        <p:spPr>
          <a:xfrm xmlns:a="http://schemas.openxmlformats.org/drawingml/2006/main">
            <a:off x="2100902"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8" name="Editable chart path">
            <a:extLst xmlns:a="http://schemas.openxmlformats.org/drawingml/2006/main">
              <a:ext uri="{FF2B5EF4-FFF2-40B4-BE49-F238E27FC236}">
                <a16:creationId xmlns:a16="http://schemas.microsoft.com/office/drawing/2014/main" id="{9213C72D-7484-4453-96E3-66C0A3FD49C4}"/>
              </a:ext>
            </a:extLst>
          </p:cNvPr>
          <p:cNvSpPr>
            <a:spLocks xmlns:a="http://schemas.openxmlformats.org/drawingml/2006/main" noGrp="1"/>
          </p:cNvSpPr>
          <p:nvPr/>
        </p:nvSpPr>
        <p:spPr>
          <a:xfrm xmlns:a="http://schemas.openxmlformats.org/drawingml/2006/main">
            <a:off x="2166591"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39" name="Editable chart path">
            <a:extLst xmlns:a="http://schemas.openxmlformats.org/drawingml/2006/main">
              <a:ext uri="{FF2B5EF4-FFF2-40B4-BE49-F238E27FC236}">
                <a16:creationId xmlns:a16="http://schemas.microsoft.com/office/drawing/2014/main" id="{DB1C5140-A4F4-43B2-815F-4F1B1226FE03}"/>
              </a:ext>
            </a:extLst>
          </p:cNvPr>
          <p:cNvSpPr>
            <a:spLocks xmlns:a="http://schemas.openxmlformats.org/drawingml/2006/main" noGrp="1"/>
          </p:cNvSpPr>
          <p:nvPr/>
        </p:nvSpPr>
        <p:spPr>
          <a:xfrm xmlns:a="http://schemas.openxmlformats.org/drawingml/2006/main">
            <a:off x="2232280"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0" name="Editable chart path">
            <a:extLst xmlns:a="http://schemas.openxmlformats.org/drawingml/2006/main">
              <a:ext uri="{FF2B5EF4-FFF2-40B4-BE49-F238E27FC236}">
                <a16:creationId xmlns:a16="http://schemas.microsoft.com/office/drawing/2014/main" id="{B3173930-9D1D-472A-B2E6-26242CD90DCD}"/>
              </a:ext>
            </a:extLst>
          </p:cNvPr>
          <p:cNvSpPr>
            <a:spLocks xmlns:a="http://schemas.openxmlformats.org/drawingml/2006/main" noGrp="1"/>
          </p:cNvSpPr>
          <p:nvPr/>
        </p:nvSpPr>
        <p:spPr>
          <a:xfrm xmlns:a="http://schemas.openxmlformats.org/drawingml/2006/main">
            <a:off x="2297969"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1" name="Editable chart path">
            <a:extLst xmlns:a="http://schemas.openxmlformats.org/drawingml/2006/main">
              <a:ext uri="{FF2B5EF4-FFF2-40B4-BE49-F238E27FC236}">
                <a16:creationId xmlns:a16="http://schemas.microsoft.com/office/drawing/2014/main" id="{1C4FA8B5-2DF3-407E-875B-C891EE10CB79}"/>
              </a:ext>
            </a:extLst>
          </p:cNvPr>
          <p:cNvSpPr>
            <a:spLocks xmlns:a="http://schemas.openxmlformats.org/drawingml/2006/main" noGrp="1"/>
          </p:cNvSpPr>
          <p:nvPr/>
        </p:nvSpPr>
        <p:spPr>
          <a:xfrm xmlns:a="http://schemas.openxmlformats.org/drawingml/2006/main">
            <a:off x="2363658"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2" name="Editable chart path">
            <a:extLst xmlns:a="http://schemas.openxmlformats.org/drawingml/2006/main">
              <a:ext uri="{FF2B5EF4-FFF2-40B4-BE49-F238E27FC236}">
                <a16:creationId xmlns:a16="http://schemas.microsoft.com/office/drawing/2014/main" id="{1FBDF870-D72B-429E-9C6A-1523173401F7}"/>
              </a:ext>
            </a:extLst>
          </p:cNvPr>
          <p:cNvSpPr>
            <a:spLocks xmlns:a="http://schemas.openxmlformats.org/drawingml/2006/main" noGrp="1"/>
          </p:cNvSpPr>
          <p:nvPr/>
        </p:nvSpPr>
        <p:spPr>
          <a:xfrm xmlns:a="http://schemas.openxmlformats.org/drawingml/2006/main">
            <a:off x="2429347"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3" name="Editable chart path">
            <a:extLst xmlns:a="http://schemas.openxmlformats.org/drawingml/2006/main">
              <a:ext uri="{FF2B5EF4-FFF2-40B4-BE49-F238E27FC236}">
                <a16:creationId xmlns:a16="http://schemas.microsoft.com/office/drawing/2014/main" id="{B0E7B281-12E1-4AAA-8A59-178154C42269}"/>
              </a:ext>
            </a:extLst>
          </p:cNvPr>
          <p:cNvSpPr>
            <a:spLocks xmlns:a="http://schemas.openxmlformats.org/drawingml/2006/main" noGrp="1"/>
          </p:cNvSpPr>
          <p:nvPr/>
        </p:nvSpPr>
        <p:spPr>
          <a:xfrm xmlns:a="http://schemas.openxmlformats.org/drawingml/2006/main">
            <a:off x="2495036"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4" name="Editable chart path">
            <a:extLst xmlns:a="http://schemas.openxmlformats.org/drawingml/2006/main">
              <a:ext uri="{FF2B5EF4-FFF2-40B4-BE49-F238E27FC236}">
                <a16:creationId xmlns:a16="http://schemas.microsoft.com/office/drawing/2014/main" id="{340C5AAD-5D4A-40A2-8339-64F56D4BA308}"/>
              </a:ext>
            </a:extLst>
          </p:cNvPr>
          <p:cNvSpPr>
            <a:spLocks xmlns:a="http://schemas.openxmlformats.org/drawingml/2006/main" noGrp="1"/>
          </p:cNvSpPr>
          <p:nvPr/>
        </p:nvSpPr>
        <p:spPr>
          <a:xfrm xmlns:a="http://schemas.openxmlformats.org/drawingml/2006/main">
            <a:off x="2560725"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5" name="Editable chart path">
            <a:extLst xmlns:a="http://schemas.openxmlformats.org/drawingml/2006/main">
              <a:ext uri="{FF2B5EF4-FFF2-40B4-BE49-F238E27FC236}">
                <a16:creationId xmlns:a16="http://schemas.microsoft.com/office/drawing/2014/main" id="{2933E456-7CAC-4A7F-874D-D57CC4F7B1AA}"/>
              </a:ext>
            </a:extLst>
          </p:cNvPr>
          <p:cNvSpPr>
            <a:spLocks xmlns:a="http://schemas.openxmlformats.org/drawingml/2006/main" noGrp="1"/>
          </p:cNvSpPr>
          <p:nvPr/>
        </p:nvSpPr>
        <p:spPr>
          <a:xfrm xmlns:a="http://schemas.openxmlformats.org/drawingml/2006/main">
            <a:off x="2626414"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6" name="Editable chart path">
            <a:extLst xmlns:a="http://schemas.openxmlformats.org/drawingml/2006/main">
              <a:ext uri="{FF2B5EF4-FFF2-40B4-BE49-F238E27FC236}">
                <a16:creationId xmlns:a16="http://schemas.microsoft.com/office/drawing/2014/main" id="{B23E7B00-9EBB-4850-81FB-C9EB50E48927}"/>
              </a:ext>
            </a:extLst>
          </p:cNvPr>
          <p:cNvSpPr>
            <a:spLocks xmlns:a="http://schemas.openxmlformats.org/drawingml/2006/main" noGrp="1"/>
          </p:cNvSpPr>
          <p:nvPr/>
        </p:nvSpPr>
        <p:spPr>
          <a:xfrm xmlns:a="http://schemas.openxmlformats.org/drawingml/2006/main">
            <a:off x="2692103"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7" name="Editable chart path">
            <a:extLst xmlns:a="http://schemas.openxmlformats.org/drawingml/2006/main">
              <a:ext uri="{FF2B5EF4-FFF2-40B4-BE49-F238E27FC236}">
                <a16:creationId xmlns:a16="http://schemas.microsoft.com/office/drawing/2014/main" id="{1D8FE920-7112-4B91-870D-D9E9B2F15FF8}"/>
              </a:ext>
            </a:extLst>
          </p:cNvPr>
          <p:cNvSpPr>
            <a:spLocks xmlns:a="http://schemas.openxmlformats.org/drawingml/2006/main" noGrp="1"/>
          </p:cNvSpPr>
          <p:nvPr/>
        </p:nvSpPr>
        <p:spPr>
          <a:xfrm xmlns:a="http://schemas.openxmlformats.org/drawingml/2006/main">
            <a:off x="2757792"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8" name="Editable chart path">
            <a:extLst xmlns:a="http://schemas.openxmlformats.org/drawingml/2006/main">
              <a:ext uri="{FF2B5EF4-FFF2-40B4-BE49-F238E27FC236}">
                <a16:creationId xmlns:a16="http://schemas.microsoft.com/office/drawing/2014/main" id="{30DA1D7D-3B6C-4662-9ACB-02B41D427189}"/>
              </a:ext>
            </a:extLst>
          </p:cNvPr>
          <p:cNvSpPr>
            <a:spLocks xmlns:a="http://schemas.openxmlformats.org/drawingml/2006/main" noGrp="1"/>
          </p:cNvSpPr>
          <p:nvPr/>
        </p:nvSpPr>
        <p:spPr>
          <a:xfrm xmlns:a="http://schemas.openxmlformats.org/drawingml/2006/main">
            <a:off x="2823481"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49" name="Editable chart path">
            <a:extLst xmlns:a="http://schemas.openxmlformats.org/drawingml/2006/main">
              <a:ext uri="{FF2B5EF4-FFF2-40B4-BE49-F238E27FC236}">
                <a16:creationId xmlns:a16="http://schemas.microsoft.com/office/drawing/2014/main" id="{7F3F021D-F11E-468A-B656-B51198C0247D}"/>
              </a:ext>
            </a:extLst>
          </p:cNvPr>
          <p:cNvSpPr>
            <a:spLocks xmlns:a="http://schemas.openxmlformats.org/drawingml/2006/main" noGrp="1"/>
          </p:cNvSpPr>
          <p:nvPr/>
        </p:nvSpPr>
        <p:spPr>
          <a:xfrm xmlns:a="http://schemas.openxmlformats.org/drawingml/2006/main">
            <a:off x="2889170"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0" name="Editable chart path">
            <a:extLst xmlns:a="http://schemas.openxmlformats.org/drawingml/2006/main">
              <a:ext uri="{FF2B5EF4-FFF2-40B4-BE49-F238E27FC236}">
                <a16:creationId xmlns:a16="http://schemas.microsoft.com/office/drawing/2014/main" id="{FAA3903D-A85C-45FE-B388-56AC2BE20351}"/>
              </a:ext>
            </a:extLst>
          </p:cNvPr>
          <p:cNvSpPr>
            <a:spLocks xmlns:a="http://schemas.openxmlformats.org/drawingml/2006/main" noGrp="1"/>
          </p:cNvSpPr>
          <p:nvPr/>
        </p:nvSpPr>
        <p:spPr>
          <a:xfrm xmlns:a="http://schemas.openxmlformats.org/drawingml/2006/main">
            <a:off x="3086237"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1" name="Editable chart path">
            <a:extLst xmlns:a="http://schemas.openxmlformats.org/drawingml/2006/main">
              <a:ext uri="{FF2B5EF4-FFF2-40B4-BE49-F238E27FC236}">
                <a16:creationId xmlns:a16="http://schemas.microsoft.com/office/drawing/2014/main" id="{4FC8B8F8-7A88-4722-85C5-5198EC432DF9}"/>
              </a:ext>
            </a:extLst>
          </p:cNvPr>
          <p:cNvSpPr>
            <a:spLocks xmlns:a="http://schemas.openxmlformats.org/drawingml/2006/main" noGrp="1"/>
          </p:cNvSpPr>
          <p:nvPr/>
        </p:nvSpPr>
        <p:spPr>
          <a:xfrm xmlns:a="http://schemas.openxmlformats.org/drawingml/2006/main">
            <a:off x="3151926"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2" name="Editable chart path">
            <a:extLst xmlns:a="http://schemas.openxmlformats.org/drawingml/2006/main">
              <a:ext uri="{FF2B5EF4-FFF2-40B4-BE49-F238E27FC236}">
                <a16:creationId xmlns:a16="http://schemas.microsoft.com/office/drawing/2014/main" id="{B7774489-7AEC-4843-B933-BD3580035785}"/>
              </a:ext>
            </a:extLst>
          </p:cNvPr>
          <p:cNvSpPr>
            <a:spLocks xmlns:a="http://schemas.openxmlformats.org/drawingml/2006/main" noGrp="1"/>
          </p:cNvSpPr>
          <p:nvPr/>
        </p:nvSpPr>
        <p:spPr>
          <a:xfrm xmlns:a="http://schemas.openxmlformats.org/drawingml/2006/main">
            <a:off x="3480371"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3" name="Editable chart path">
            <a:extLst xmlns:a="http://schemas.openxmlformats.org/drawingml/2006/main">
              <a:ext uri="{FF2B5EF4-FFF2-40B4-BE49-F238E27FC236}">
                <a16:creationId xmlns:a16="http://schemas.microsoft.com/office/drawing/2014/main" id="{403E3393-4741-4C1D-AE48-4A850ECB913E}"/>
              </a:ext>
            </a:extLst>
          </p:cNvPr>
          <p:cNvSpPr>
            <a:spLocks xmlns:a="http://schemas.openxmlformats.org/drawingml/2006/main" noGrp="1"/>
          </p:cNvSpPr>
          <p:nvPr/>
        </p:nvSpPr>
        <p:spPr>
          <a:xfrm xmlns:a="http://schemas.openxmlformats.org/drawingml/2006/main">
            <a:off x="4071572"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4" name="Editable chart path">
            <a:extLst xmlns:a="http://schemas.openxmlformats.org/drawingml/2006/main">
              <a:ext uri="{FF2B5EF4-FFF2-40B4-BE49-F238E27FC236}">
                <a16:creationId xmlns:a16="http://schemas.microsoft.com/office/drawing/2014/main" id="{0B2B9B13-1882-4840-BC07-C5A72493D36B}"/>
              </a:ext>
            </a:extLst>
          </p:cNvPr>
          <p:cNvSpPr>
            <a:spLocks xmlns:a="http://schemas.openxmlformats.org/drawingml/2006/main" noGrp="1"/>
          </p:cNvSpPr>
          <p:nvPr/>
        </p:nvSpPr>
        <p:spPr>
          <a:xfrm xmlns:a="http://schemas.openxmlformats.org/drawingml/2006/main">
            <a:off x="4137261"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5" name="Editable chart path">
            <a:extLst xmlns:a="http://schemas.openxmlformats.org/drawingml/2006/main">
              <a:ext uri="{FF2B5EF4-FFF2-40B4-BE49-F238E27FC236}">
                <a16:creationId xmlns:a16="http://schemas.microsoft.com/office/drawing/2014/main" id="{43DDC6FF-BBC8-4CAD-A3AA-B621890EBFAF}"/>
              </a:ext>
            </a:extLst>
          </p:cNvPr>
          <p:cNvSpPr>
            <a:spLocks xmlns:a="http://schemas.openxmlformats.org/drawingml/2006/main" noGrp="1"/>
          </p:cNvSpPr>
          <p:nvPr/>
        </p:nvSpPr>
        <p:spPr>
          <a:xfrm xmlns:a="http://schemas.openxmlformats.org/drawingml/2006/main">
            <a:off x="4202950"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6" name="Editable chart path">
            <a:extLst xmlns:a="http://schemas.openxmlformats.org/drawingml/2006/main">
              <a:ext uri="{FF2B5EF4-FFF2-40B4-BE49-F238E27FC236}">
                <a16:creationId xmlns:a16="http://schemas.microsoft.com/office/drawing/2014/main" id="{F47CC676-D461-4FF0-BD90-940A304D2074}"/>
              </a:ext>
            </a:extLst>
          </p:cNvPr>
          <p:cNvSpPr>
            <a:spLocks xmlns:a="http://schemas.openxmlformats.org/drawingml/2006/main" noGrp="1"/>
          </p:cNvSpPr>
          <p:nvPr/>
        </p:nvSpPr>
        <p:spPr>
          <a:xfrm xmlns:a="http://schemas.openxmlformats.org/drawingml/2006/main">
            <a:off x="4268639"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7" name="Editable chart path">
            <a:extLst xmlns:a="http://schemas.openxmlformats.org/drawingml/2006/main">
              <a:ext uri="{FF2B5EF4-FFF2-40B4-BE49-F238E27FC236}">
                <a16:creationId xmlns:a16="http://schemas.microsoft.com/office/drawing/2014/main" id="{1ED8F79F-48BF-4C1C-A4BF-05633C6A139F}"/>
              </a:ext>
            </a:extLst>
          </p:cNvPr>
          <p:cNvSpPr>
            <a:spLocks xmlns:a="http://schemas.openxmlformats.org/drawingml/2006/main" noGrp="1"/>
          </p:cNvSpPr>
          <p:nvPr/>
        </p:nvSpPr>
        <p:spPr>
          <a:xfrm xmlns:a="http://schemas.openxmlformats.org/drawingml/2006/main">
            <a:off x="4334328"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8" name="Editable chart path">
            <a:extLst xmlns:a="http://schemas.openxmlformats.org/drawingml/2006/main">
              <a:ext uri="{FF2B5EF4-FFF2-40B4-BE49-F238E27FC236}">
                <a16:creationId xmlns:a16="http://schemas.microsoft.com/office/drawing/2014/main" id="{DDFEEB91-3A5E-4F24-B336-AEEEA385FF93}"/>
              </a:ext>
            </a:extLst>
          </p:cNvPr>
          <p:cNvSpPr>
            <a:spLocks xmlns:a="http://schemas.openxmlformats.org/drawingml/2006/main" noGrp="1"/>
          </p:cNvSpPr>
          <p:nvPr/>
        </p:nvSpPr>
        <p:spPr>
          <a:xfrm xmlns:a="http://schemas.openxmlformats.org/drawingml/2006/main">
            <a:off x="4400017"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59" name="Editable chart path">
            <a:extLst xmlns:a="http://schemas.openxmlformats.org/drawingml/2006/main">
              <a:ext uri="{FF2B5EF4-FFF2-40B4-BE49-F238E27FC236}">
                <a16:creationId xmlns:a16="http://schemas.microsoft.com/office/drawing/2014/main" id="{9A97D23A-6A38-4020-951C-0B5E7BDE2DA1}"/>
              </a:ext>
            </a:extLst>
          </p:cNvPr>
          <p:cNvSpPr>
            <a:spLocks xmlns:a="http://schemas.openxmlformats.org/drawingml/2006/main" noGrp="1"/>
          </p:cNvSpPr>
          <p:nvPr/>
        </p:nvSpPr>
        <p:spPr>
          <a:xfrm xmlns:a="http://schemas.openxmlformats.org/drawingml/2006/main">
            <a:off x="4465706"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0" name="Editable chart path">
            <a:extLst xmlns:a="http://schemas.openxmlformats.org/drawingml/2006/main">
              <a:ext uri="{FF2B5EF4-FFF2-40B4-BE49-F238E27FC236}">
                <a16:creationId xmlns:a16="http://schemas.microsoft.com/office/drawing/2014/main" id="{A2426DD6-8B76-44D8-8352-E3805515CCFF}"/>
              </a:ext>
            </a:extLst>
          </p:cNvPr>
          <p:cNvSpPr>
            <a:spLocks xmlns:a="http://schemas.openxmlformats.org/drawingml/2006/main" noGrp="1"/>
          </p:cNvSpPr>
          <p:nvPr/>
        </p:nvSpPr>
        <p:spPr>
          <a:xfrm xmlns:a="http://schemas.openxmlformats.org/drawingml/2006/main">
            <a:off x="1772456"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1" name="Editable chart path">
            <a:extLst xmlns:a="http://schemas.openxmlformats.org/drawingml/2006/main">
              <a:ext uri="{FF2B5EF4-FFF2-40B4-BE49-F238E27FC236}">
                <a16:creationId xmlns:a16="http://schemas.microsoft.com/office/drawing/2014/main" id="{5B40710D-FCCE-451F-89D3-7F94A120829D}"/>
              </a:ext>
            </a:extLst>
          </p:cNvPr>
          <p:cNvSpPr>
            <a:spLocks xmlns:a="http://schemas.openxmlformats.org/drawingml/2006/main" noGrp="1"/>
          </p:cNvSpPr>
          <p:nvPr/>
        </p:nvSpPr>
        <p:spPr>
          <a:xfrm xmlns:a="http://schemas.openxmlformats.org/drawingml/2006/main">
            <a:off x="1838145"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2" name="Editable chart path">
            <a:extLst xmlns:a="http://schemas.openxmlformats.org/drawingml/2006/main">
              <a:ext uri="{FF2B5EF4-FFF2-40B4-BE49-F238E27FC236}">
                <a16:creationId xmlns:a16="http://schemas.microsoft.com/office/drawing/2014/main" id="{8A4DA35F-C5BA-4280-BCBE-7DF5BA751EE5}"/>
              </a:ext>
            </a:extLst>
          </p:cNvPr>
          <p:cNvSpPr>
            <a:spLocks xmlns:a="http://schemas.openxmlformats.org/drawingml/2006/main" noGrp="1"/>
          </p:cNvSpPr>
          <p:nvPr/>
        </p:nvSpPr>
        <p:spPr>
          <a:xfrm xmlns:a="http://schemas.openxmlformats.org/drawingml/2006/main">
            <a:off x="1903834"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3" name="Editable chart path">
            <a:extLst xmlns:a="http://schemas.openxmlformats.org/drawingml/2006/main">
              <a:ext uri="{FF2B5EF4-FFF2-40B4-BE49-F238E27FC236}">
                <a16:creationId xmlns:a16="http://schemas.microsoft.com/office/drawing/2014/main" id="{53E90C63-FBD7-4207-9F54-AB7797EB8641}"/>
              </a:ext>
            </a:extLst>
          </p:cNvPr>
          <p:cNvSpPr>
            <a:spLocks xmlns:a="http://schemas.openxmlformats.org/drawingml/2006/main" noGrp="1"/>
          </p:cNvSpPr>
          <p:nvPr/>
        </p:nvSpPr>
        <p:spPr>
          <a:xfrm xmlns:a="http://schemas.openxmlformats.org/drawingml/2006/main">
            <a:off x="1969524"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4" name="Editable chart path">
            <a:extLst xmlns:a="http://schemas.openxmlformats.org/drawingml/2006/main">
              <a:ext uri="{FF2B5EF4-FFF2-40B4-BE49-F238E27FC236}">
                <a16:creationId xmlns:a16="http://schemas.microsoft.com/office/drawing/2014/main" id="{66DC6B2F-3BE8-4A96-A4B1-0C6E04BF8166}"/>
              </a:ext>
            </a:extLst>
          </p:cNvPr>
          <p:cNvSpPr>
            <a:spLocks xmlns:a="http://schemas.openxmlformats.org/drawingml/2006/main" noGrp="1"/>
          </p:cNvSpPr>
          <p:nvPr/>
        </p:nvSpPr>
        <p:spPr>
          <a:xfrm xmlns:a="http://schemas.openxmlformats.org/drawingml/2006/main">
            <a:off x="2035213"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5" name="Editable chart path">
            <a:extLst xmlns:a="http://schemas.openxmlformats.org/drawingml/2006/main">
              <a:ext uri="{FF2B5EF4-FFF2-40B4-BE49-F238E27FC236}">
                <a16:creationId xmlns:a16="http://schemas.microsoft.com/office/drawing/2014/main" id="{963AF4A5-B3C9-4A72-BCAF-0134DE4799A8}"/>
              </a:ext>
            </a:extLst>
          </p:cNvPr>
          <p:cNvSpPr>
            <a:spLocks xmlns:a="http://schemas.openxmlformats.org/drawingml/2006/main" noGrp="1"/>
          </p:cNvSpPr>
          <p:nvPr/>
        </p:nvSpPr>
        <p:spPr>
          <a:xfrm xmlns:a="http://schemas.openxmlformats.org/drawingml/2006/main">
            <a:off x="2100902"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6" name="Editable chart path">
            <a:extLst xmlns:a="http://schemas.openxmlformats.org/drawingml/2006/main">
              <a:ext uri="{FF2B5EF4-FFF2-40B4-BE49-F238E27FC236}">
                <a16:creationId xmlns:a16="http://schemas.microsoft.com/office/drawing/2014/main" id="{D1845AC7-A00F-4B26-9CEF-61A3F301D3F8}"/>
              </a:ext>
            </a:extLst>
          </p:cNvPr>
          <p:cNvSpPr>
            <a:spLocks xmlns:a="http://schemas.openxmlformats.org/drawingml/2006/main" noGrp="1"/>
          </p:cNvSpPr>
          <p:nvPr/>
        </p:nvSpPr>
        <p:spPr>
          <a:xfrm xmlns:a="http://schemas.openxmlformats.org/drawingml/2006/main">
            <a:off x="2166591"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7" name="Editable chart path">
            <a:extLst xmlns:a="http://schemas.openxmlformats.org/drawingml/2006/main">
              <a:ext uri="{FF2B5EF4-FFF2-40B4-BE49-F238E27FC236}">
                <a16:creationId xmlns:a16="http://schemas.microsoft.com/office/drawing/2014/main" id="{38297BDD-66DF-4B83-A453-1C91E610A44C}"/>
              </a:ext>
            </a:extLst>
          </p:cNvPr>
          <p:cNvSpPr>
            <a:spLocks xmlns:a="http://schemas.openxmlformats.org/drawingml/2006/main" noGrp="1"/>
          </p:cNvSpPr>
          <p:nvPr/>
        </p:nvSpPr>
        <p:spPr>
          <a:xfrm xmlns:a="http://schemas.openxmlformats.org/drawingml/2006/main">
            <a:off x="2232280"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8" name="Editable chart path">
            <a:extLst xmlns:a="http://schemas.openxmlformats.org/drawingml/2006/main">
              <a:ext uri="{FF2B5EF4-FFF2-40B4-BE49-F238E27FC236}">
                <a16:creationId xmlns:a16="http://schemas.microsoft.com/office/drawing/2014/main" id="{116C9215-29D3-42BC-856C-DCE0DF712AC7}"/>
              </a:ext>
            </a:extLst>
          </p:cNvPr>
          <p:cNvSpPr>
            <a:spLocks xmlns:a="http://schemas.openxmlformats.org/drawingml/2006/main" noGrp="1"/>
          </p:cNvSpPr>
          <p:nvPr/>
        </p:nvSpPr>
        <p:spPr>
          <a:xfrm xmlns:a="http://schemas.openxmlformats.org/drawingml/2006/main">
            <a:off x="2297969"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69" name="Editable chart path">
            <a:extLst xmlns:a="http://schemas.openxmlformats.org/drawingml/2006/main">
              <a:ext uri="{FF2B5EF4-FFF2-40B4-BE49-F238E27FC236}">
                <a16:creationId xmlns:a16="http://schemas.microsoft.com/office/drawing/2014/main" id="{09B08343-C0E1-4E05-8A61-4D92DB4FE948}"/>
              </a:ext>
            </a:extLst>
          </p:cNvPr>
          <p:cNvSpPr>
            <a:spLocks xmlns:a="http://schemas.openxmlformats.org/drawingml/2006/main" noGrp="1"/>
          </p:cNvSpPr>
          <p:nvPr/>
        </p:nvSpPr>
        <p:spPr>
          <a:xfrm xmlns:a="http://schemas.openxmlformats.org/drawingml/2006/main">
            <a:off x="2363658"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0" name="Editable chart path">
            <a:extLst xmlns:a="http://schemas.openxmlformats.org/drawingml/2006/main">
              <a:ext uri="{FF2B5EF4-FFF2-40B4-BE49-F238E27FC236}">
                <a16:creationId xmlns:a16="http://schemas.microsoft.com/office/drawing/2014/main" id="{61D90823-F74D-4FEB-815B-91A46B61BE0C}"/>
              </a:ext>
            </a:extLst>
          </p:cNvPr>
          <p:cNvSpPr>
            <a:spLocks xmlns:a="http://schemas.openxmlformats.org/drawingml/2006/main" noGrp="1"/>
          </p:cNvSpPr>
          <p:nvPr/>
        </p:nvSpPr>
        <p:spPr>
          <a:xfrm xmlns:a="http://schemas.openxmlformats.org/drawingml/2006/main">
            <a:off x="2429347"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1" name="Editable chart path">
            <a:extLst xmlns:a="http://schemas.openxmlformats.org/drawingml/2006/main">
              <a:ext uri="{FF2B5EF4-FFF2-40B4-BE49-F238E27FC236}">
                <a16:creationId xmlns:a16="http://schemas.microsoft.com/office/drawing/2014/main" id="{830BE99D-C9EF-45A5-9B7B-F2CB9CDD3C39}"/>
              </a:ext>
            </a:extLst>
          </p:cNvPr>
          <p:cNvSpPr>
            <a:spLocks xmlns:a="http://schemas.openxmlformats.org/drawingml/2006/main" noGrp="1"/>
          </p:cNvSpPr>
          <p:nvPr/>
        </p:nvSpPr>
        <p:spPr>
          <a:xfrm xmlns:a="http://schemas.openxmlformats.org/drawingml/2006/main">
            <a:off x="2495036"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2" name="Editable chart path">
            <a:extLst xmlns:a="http://schemas.openxmlformats.org/drawingml/2006/main">
              <a:ext uri="{FF2B5EF4-FFF2-40B4-BE49-F238E27FC236}">
                <a16:creationId xmlns:a16="http://schemas.microsoft.com/office/drawing/2014/main" id="{1DE5E4F7-453F-425E-9C7E-0866E085D8CB}"/>
              </a:ext>
            </a:extLst>
          </p:cNvPr>
          <p:cNvSpPr>
            <a:spLocks xmlns:a="http://schemas.openxmlformats.org/drawingml/2006/main" noGrp="1"/>
          </p:cNvSpPr>
          <p:nvPr/>
        </p:nvSpPr>
        <p:spPr>
          <a:xfrm xmlns:a="http://schemas.openxmlformats.org/drawingml/2006/main">
            <a:off x="2560725"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3" name="Editable chart path">
            <a:extLst xmlns:a="http://schemas.openxmlformats.org/drawingml/2006/main">
              <a:ext uri="{FF2B5EF4-FFF2-40B4-BE49-F238E27FC236}">
                <a16:creationId xmlns:a16="http://schemas.microsoft.com/office/drawing/2014/main" id="{25D68C80-1980-4A10-A357-246DBE4CD824}"/>
              </a:ext>
            </a:extLst>
          </p:cNvPr>
          <p:cNvSpPr>
            <a:spLocks xmlns:a="http://schemas.openxmlformats.org/drawingml/2006/main" noGrp="1"/>
          </p:cNvSpPr>
          <p:nvPr/>
        </p:nvSpPr>
        <p:spPr>
          <a:xfrm xmlns:a="http://schemas.openxmlformats.org/drawingml/2006/main">
            <a:off x="2626414"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4" name="Editable chart path">
            <a:extLst xmlns:a="http://schemas.openxmlformats.org/drawingml/2006/main">
              <a:ext uri="{FF2B5EF4-FFF2-40B4-BE49-F238E27FC236}">
                <a16:creationId xmlns:a16="http://schemas.microsoft.com/office/drawing/2014/main" id="{FCFB299A-9DF1-4CAF-B4C7-0951DF16D7B7}"/>
              </a:ext>
            </a:extLst>
          </p:cNvPr>
          <p:cNvSpPr>
            <a:spLocks xmlns:a="http://schemas.openxmlformats.org/drawingml/2006/main" noGrp="1"/>
          </p:cNvSpPr>
          <p:nvPr/>
        </p:nvSpPr>
        <p:spPr>
          <a:xfrm xmlns:a="http://schemas.openxmlformats.org/drawingml/2006/main">
            <a:off x="2692103"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5" name="Editable chart path">
            <a:extLst xmlns:a="http://schemas.openxmlformats.org/drawingml/2006/main">
              <a:ext uri="{FF2B5EF4-FFF2-40B4-BE49-F238E27FC236}">
                <a16:creationId xmlns:a16="http://schemas.microsoft.com/office/drawing/2014/main" id="{30F8E3A9-411A-4D02-9DD4-C57937C9E5E9}"/>
              </a:ext>
            </a:extLst>
          </p:cNvPr>
          <p:cNvSpPr>
            <a:spLocks xmlns:a="http://schemas.openxmlformats.org/drawingml/2006/main" noGrp="1"/>
          </p:cNvSpPr>
          <p:nvPr/>
        </p:nvSpPr>
        <p:spPr>
          <a:xfrm xmlns:a="http://schemas.openxmlformats.org/drawingml/2006/main">
            <a:off x="2757792"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6" name="Editable chart path">
            <a:extLst xmlns:a="http://schemas.openxmlformats.org/drawingml/2006/main">
              <a:ext uri="{FF2B5EF4-FFF2-40B4-BE49-F238E27FC236}">
                <a16:creationId xmlns:a16="http://schemas.microsoft.com/office/drawing/2014/main" id="{298FA8E1-2CE1-401A-87BD-F5FC5E3F723D}"/>
              </a:ext>
            </a:extLst>
          </p:cNvPr>
          <p:cNvSpPr>
            <a:spLocks xmlns:a="http://schemas.openxmlformats.org/drawingml/2006/main" noGrp="1"/>
          </p:cNvSpPr>
          <p:nvPr/>
        </p:nvSpPr>
        <p:spPr>
          <a:xfrm xmlns:a="http://schemas.openxmlformats.org/drawingml/2006/main">
            <a:off x="2823481"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7" name="Editable chart path">
            <a:extLst xmlns:a="http://schemas.openxmlformats.org/drawingml/2006/main">
              <a:ext uri="{FF2B5EF4-FFF2-40B4-BE49-F238E27FC236}">
                <a16:creationId xmlns:a16="http://schemas.microsoft.com/office/drawing/2014/main" id="{DC9D0BA0-E5DA-4D3D-9240-902E39A9C689}"/>
              </a:ext>
            </a:extLst>
          </p:cNvPr>
          <p:cNvSpPr>
            <a:spLocks xmlns:a="http://schemas.openxmlformats.org/drawingml/2006/main" noGrp="1"/>
          </p:cNvSpPr>
          <p:nvPr/>
        </p:nvSpPr>
        <p:spPr>
          <a:xfrm xmlns:a="http://schemas.openxmlformats.org/drawingml/2006/main">
            <a:off x="2889170"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8" name="Editable chart path">
            <a:extLst xmlns:a="http://schemas.openxmlformats.org/drawingml/2006/main">
              <a:ext uri="{FF2B5EF4-FFF2-40B4-BE49-F238E27FC236}">
                <a16:creationId xmlns:a16="http://schemas.microsoft.com/office/drawing/2014/main" id="{DA006AA0-8110-4C8A-AAA4-4EAE71791282}"/>
              </a:ext>
            </a:extLst>
          </p:cNvPr>
          <p:cNvSpPr>
            <a:spLocks xmlns:a="http://schemas.openxmlformats.org/drawingml/2006/main" noGrp="1"/>
          </p:cNvSpPr>
          <p:nvPr/>
        </p:nvSpPr>
        <p:spPr>
          <a:xfrm xmlns:a="http://schemas.openxmlformats.org/drawingml/2006/main">
            <a:off x="2954859"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79" name="Editable chart path">
            <a:extLst xmlns:a="http://schemas.openxmlformats.org/drawingml/2006/main">
              <a:ext uri="{FF2B5EF4-FFF2-40B4-BE49-F238E27FC236}">
                <a16:creationId xmlns:a16="http://schemas.microsoft.com/office/drawing/2014/main" id="{1A1A453A-F459-43EA-B72D-3598D7D2C6C8}"/>
              </a:ext>
            </a:extLst>
          </p:cNvPr>
          <p:cNvSpPr>
            <a:spLocks xmlns:a="http://schemas.openxmlformats.org/drawingml/2006/main" noGrp="1"/>
          </p:cNvSpPr>
          <p:nvPr/>
        </p:nvSpPr>
        <p:spPr>
          <a:xfrm xmlns:a="http://schemas.openxmlformats.org/drawingml/2006/main">
            <a:off x="4137261"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0" name="Editable chart path">
            <a:extLst xmlns:a="http://schemas.openxmlformats.org/drawingml/2006/main">
              <a:ext uri="{FF2B5EF4-FFF2-40B4-BE49-F238E27FC236}">
                <a16:creationId xmlns:a16="http://schemas.microsoft.com/office/drawing/2014/main" id="{C4745234-B694-4EF4-A673-942AA6E0AAA3}"/>
              </a:ext>
            </a:extLst>
          </p:cNvPr>
          <p:cNvSpPr>
            <a:spLocks xmlns:a="http://schemas.openxmlformats.org/drawingml/2006/main" noGrp="1"/>
          </p:cNvSpPr>
          <p:nvPr/>
        </p:nvSpPr>
        <p:spPr>
          <a:xfrm xmlns:a="http://schemas.openxmlformats.org/drawingml/2006/main">
            <a:off x="4202950"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1" name="Editable chart path">
            <a:extLst xmlns:a="http://schemas.openxmlformats.org/drawingml/2006/main">
              <a:ext uri="{FF2B5EF4-FFF2-40B4-BE49-F238E27FC236}">
                <a16:creationId xmlns:a16="http://schemas.microsoft.com/office/drawing/2014/main" id="{1A034880-7CFD-48DB-83DA-641AC5820029}"/>
              </a:ext>
            </a:extLst>
          </p:cNvPr>
          <p:cNvSpPr>
            <a:spLocks xmlns:a="http://schemas.openxmlformats.org/drawingml/2006/main" noGrp="1"/>
          </p:cNvSpPr>
          <p:nvPr/>
        </p:nvSpPr>
        <p:spPr>
          <a:xfrm xmlns:a="http://schemas.openxmlformats.org/drawingml/2006/main">
            <a:off x="4268639"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2" name="Editable chart path">
            <a:extLst xmlns:a="http://schemas.openxmlformats.org/drawingml/2006/main">
              <a:ext uri="{FF2B5EF4-FFF2-40B4-BE49-F238E27FC236}">
                <a16:creationId xmlns:a16="http://schemas.microsoft.com/office/drawing/2014/main" id="{099F3B4A-4D77-4711-8CF8-BE53BB6A3CB7}"/>
              </a:ext>
            </a:extLst>
          </p:cNvPr>
          <p:cNvSpPr>
            <a:spLocks xmlns:a="http://schemas.openxmlformats.org/drawingml/2006/main" noGrp="1"/>
          </p:cNvSpPr>
          <p:nvPr/>
        </p:nvSpPr>
        <p:spPr>
          <a:xfrm xmlns:a="http://schemas.openxmlformats.org/drawingml/2006/main">
            <a:off x="1838145"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3" name="Editable chart path">
            <a:extLst xmlns:a="http://schemas.openxmlformats.org/drawingml/2006/main">
              <a:ext uri="{FF2B5EF4-FFF2-40B4-BE49-F238E27FC236}">
                <a16:creationId xmlns:a16="http://schemas.microsoft.com/office/drawing/2014/main" id="{86526EC8-23FD-415A-960A-FB3DD8FF470B}"/>
              </a:ext>
            </a:extLst>
          </p:cNvPr>
          <p:cNvSpPr>
            <a:spLocks xmlns:a="http://schemas.openxmlformats.org/drawingml/2006/main" noGrp="1"/>
          </p:cNvSpPr>
          <p:nvPr/>
        </p:nvSpPr>
        <p:spPr>
          <a:xfrm xmlns:a="http://schemas.openxmlformats.org/drawingml/2006/main">
            <a:off x="1903834"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4" name="Editable chart path">
            <a:extLst xmlns:a="http://schemas.openxmlformats.org/drawingml/2006/main">
              <a:ext uri="{FF2B5EF4-FFF2-40B4-BE49-F238E27FC236}">
                <a16:creationId xmlns:a16="http://schemas.microsoft.com/office/drawing/2014/main" id="{AD03D1D3-9876-4999-8435-89F64FD0C754}"/>
              </a:ext>
            </a:extLst>
          </p:cNvPr>
          <p:cNvSpPr>
            <a:spLocks xmlns:a="http://schemas.openxmlformats.org/drawingml/2006/main" noGrp="1"/>
          </p:cNvSpPr>
          <p:nvPr/>
        </p:nvSpPr>
        <p:spPr>
          <a:xfrm xmlns:a="http://schemas.openxmlformats.org/drawingml/2006/main">
            <a:off x="1969524"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5" name="Editable chart path">
            <a:extLst xmlns:a="http://schemas.openxmlformats.org/drawingml/2006/main">
              <a:ext uri="{FF2B5EF4-FFF2-40B4-BE49-F238E27FC236}">
                <a16:creationId xmlns:a16="http://schemas.microsoft.com/office/drawing/2014/main" id="{08F8FB94-91D7-4F1B-B294-45E585EC3F84}"/>
              </a:ext>
            </a:extLst>
          </p:cNvPr>
          <p:cNvSpPr>
            <a:spLocks xmlns:a="http://schemas.openxmlformats.org/drawingml/2006/main" noGrp="1"/>
          </p:cNvSpPr>
          <p:nvPr/>
        </p:nvSpPr>
        <p:spPr>
          <a:xfrm xmlns:a="http://schemas.openxmlformats.org/drawingml/2006/main">
            <a:off x="2035213"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6" name="Editable chart path">
            <a:extLst xmlns:a="http://schemas.openxmlformats.org/drawingml/2006/main">
              <a:ext uri="{FF2B5EF4-FFF2-40B4-BE49-F238E27FC236}">
                <a16:creationId xmlns:a16="http://schemas.microsoft.com/office/drawing/2014/main" id="{0DB550A2-74C9-4206-AC03-ECA049FBC1AB}"/>
              </a:ext>
            </a:extLst>
          </p:cNvPr>
          <p:cNvSpPr>
            <a:spLocks xmlns:a="http://schemas.openxmlformats.org/drawingml/2006/main" noGrp="1"/>
          </p:cNvSpPr>
          <p:nvPr/>
        </p:nvSpPr>
        <p:spPr>
          <a:xfrm xmlns:a="http://schemas.openxmlformats.org/drawingml/2006/main">
            <a:off x="2100902"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7" name="Editable chart path">
            <a:extLst xmlns:a="http://schemas.openxmlformats.org/drawingml/2006/main">
              <a:ext uri="{FF2B5EF4-FFF2-40B4-BE49-F238E27FC236}">
                <a16:creationId xmlns:a16="http://schemas.microsoft.com/office/drawing/2014/main" id="{29485247-1BB9-40B4-ABF8-6C0A2F979A61}"/>
              </a:ext>
            </a:extLst>
          </p:cNvPr>
          <p:cNvSpPr>
            <a:spLocks xmlns:a="http://schemas.openxmlformats.org/drawingml/2006/main" noGrp="1"/>
          </p:cNvSpPr>
          <p:nvPr/>
        </p:nvSpPr>
        <p:spPr>
          <a:xfrm xmlns:a="http://schemas.openxmlformats.org/drawingml/2006/main">
            <a:off x="2166591"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8" name="Editable chart path">
            <a:extLst xmlns:a="http://schemas.openxmlformats.org/drawingml/2006/main">
              <a:ext uri="{FF2B5EF4-FFF2-40B4-BE49-F238E27FC236}">
                <a16:creationId xmlns:a16="http://schemas.microsoft.com/office/drawing/2014/main" id="{ABF22A11-C217-49A5-8C8F-DA8B6D90CFFF}"/>
              </a:ext>
            </a:extLst>
          </p:cNvPr>
          <p:cNvSpPr>
            <a:spLocks xmlns:a="http://schemas.openxmlformats.org/drawingml/2006/main" noGrp="1"/>
          </p:cNvSpPr>
          <p:nvPr/>
        </p:nvSpPr>
        <p:spPr>
          <a:xfrm xmlns:a="http://schemas.openxmlformats.org/drawingml/2006/main">
            <a:off x="2232280"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89" name="Editable chart path">
            <a:extLst xmlns:a="http://schemas.openxmlformats.org/drawingml/2006/main">
              <a:ext uri="{FF2B5EF4-FFF2-40B4-BE49-F238E27FC236}">
                <a16:creationId xmlns:a16="http://schemas.microsoft.com/office/drawing/2014/main" id="{9995DD3B-2B9B-45BF-AFD8-E7E9BBC77EAB}"/>
              </a:ext>
            </a:extLst>
          </p:cNvPr>
          <p:cNvSpPr>
            <a:spLocks xmlns:a="http://schemas.openxmlformats.org/drawingml/2006/main" noGrp="1"/>
          </p:cNvSpPr>
          <p:nvPr/>
        </p:nvSpPr>
        <p:spPr>
          <a:xfrm xmlns:a="http://schemas.openxmlformats.org/drawingml/2006/main">
            <a:off x="2297969"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0" name="Editable chart path">
            <a:extLst xmlns:a="http://schemas.openxmlformats.org/drawingml/2006/main">
              <a:ext uri="{FF2B5EF4-FFF2-40B4-BE49-F238E27FC236}">
                <a16:creationId xmlns:a16="http://schemas.microsoft.com/office/drawing/2014/main" id="{5B0524F0-EBF3-4448-995D-7F5E7562422F}"/>
              </a:ext>
            </a:extLst>
          </p:cNvPr>
          <p:cNvSpPr>
            <a:spLocks xmlns:a="http://schemas.openxmlformats.org/drawingml/2006/main" noGrp="1"/>
          </p:cNvSpPr>
          <p:nvPr/>
        </p:nvSpPr>
        <p:spPr>
          <a:xfrm xmlns:a="http://schemas.openxmlformats.org/drawingml/2006/main">
            <a:off x="2363658"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1" name="Editable chart path">
            <a:extLst xmlns:a="http://schemas.openxmlformats.org/drawingml/2006/main">
              <a:ext uri="{FF2B5EF4-FFF2-40B4-BE49-F238E27FC236}">
                <a16:creationId xmlns:a16="http://schemas.microsoft.com/office/drawing/2014/main" id="{60C9D09B-1BC7-4C32-9131-E30535FC85BC}"/>
              </a:ext>
            </a:extLst>
          </p:cNvPr>
          <p:cNvSpPr>
            <a:spLocks xmlns:a="http://schemas.openxmlformats.org/drawingml/2006/main" noGrp="1"/>
          </p:cNvSpPr>
          <p:nvPr/>
        </p:nvSpPr>
        <p:spPr>
          <a:xfrm xmlns:a="http://schemas.openxmlformats.org/drawingml/2006/main">
            <a:off x="2429347"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2" name="Editable chart path">
            <a:extLst xmlns:a="http://schemas.openxmlformats.org/drawingml/2006/main">
              <a:ext uri="{FF2B5EF4-FFF2-40B4-BE49-F238E27FC236}">
                <a16:creationId xmlns:a16="http://schemas.microsoft.com/office/drawing/2014/main" id="{F53810DB-00D5-4B12-A64E-E7BD4A2C7F5D}"/>
              </a:ext>
            </a:extLst>
          </p:cNvPr>
          <p:cNvSpPr>
            <a:spLocks xmlns:a="http://schemas.openxmlformats.org/drawingml/2006/main" noGrp="1"/>
          </p:cNvSpPr>
          <p:nvPr/>
        </p:nvSpPr>
        <p:spPr>
          <a:xfrm xmlns:a="http://schemas.openxmlformats.org/drawingml/2006/main">
            <a:off x="2495036"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3" name="Editable chart path">
            <a:extLst xmlns:a="http://schemas.openxmlformats.org/drawingml/2006/main">
              <a:ext uri="{FF2B5EF4-FFF2-40B4-BE49-F238E27FC236}">
                <a16:creationId xmlns:a16="http://schemas.microsoft.com/office/drawing/2014/main" id="{5B1A3661-C379-4E47-9946-EB25A0F4DB65}"/>
              </a:ext>
            </a:extLst>
          </p:cNvPr>
          <p:cNvSpPr>
            <a:spLocks xmlns:a="http://schemas.openxmlformats.org/drawingml/2006/main" noGrp="1"/>
          </p:cNvSpPr>
          <p:nvPr/>
        </p:nvSpPr>
        <p:spPr>
          <a:xfrm xmlns:a="http://schemas.openxmlformats.org/drawingml/2006/main">
            <a:off x="2560725"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4" name="Editable chart path">
            <a:extLst xmlns:a="http://schemas.openxmlformats.org/drawingml/2006/main">
              <a:ext uri="{FF2B5EF4-FFF2-40B4-BE49-F238E27FC236}">
                <a16:creationId xmlns:a16="http://schemas.microsoft.com/office/drawing/2014/main" id="{09772EAE-B737-4A11-BF33-4E457C5CAB5F}"/>
              </a:ext>
            </a:extLst>
          </p:cNvPr>
          <p:cNvSpPr>
            <a:spLocks xmlns:a="http://schemas.openxmlformats.org/drawingml/2006/main" noGrp="1"/>
          </p:cNvSpPr>
          <p:nvPr/>
        </p:nvSpPr>
        <p:spPr>
          <a:xfrm xmlns:a="http://schemas.openxmlformats.org/drawingml/2006/main">
            <a:off x="2626414"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5" name="Editable chart path">
            <a:extLst xmlns:a="http://schemas.openxmlformats.org/drawingml/2006/main">
              <a:ext uri="{FF2B5EF4-FFF2-40B4-BE49-F238E27FC236}">
                <a16:creationId xmlns:a16="http://schemas.microsoft.com/office/drawing/2014/main" id="{7E71A2ED-AEE0-4821-B0E6-983697783E57}"/>
              </a:ext>
            </a:extLst>
          </p:cNvPr>
          <p:cNvSpPr>
            <a:spLocks xmlns:a="http://schemas.openxmlformats.org/drawingml/2006/main" noGrp="1"/>
          </p:cNvSpPr>
          <p:nvPr/>
        </p:nvSpPr>
        <p:spPr>
          <a:xfrm xmlns:a="http://schemas.openxmlformats.org/drawingml/2006/main">
            <a:off x="2692103"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6" name="Editable chart path">
            <a:extLst xmlns:a="http://schemas.openxmlformats.org/drawingml/2006/main">
              <a:ext uri="{FF2B5EF4-FFF2-40B4-BE49-F238E27FC236}">
                <a16:creationId xmlns:a16="http://schemas.microsoft.com/office/drawing/2014/main" id="{70127574-518B-4153-85C5-E9B1C44497AF}"/>
              </a:ext>
            </a:extLst>
          </p:cNvPr>
          <p:cNvSpPr>
            <a:spLocks xmlns:a="http://schemas.openxmlformats.org/drawingml/2006/main" noGrp="1"/>
          </p:cNvSpPr>
          <p:nvPr/>
        </p:nvSpPr>
        <p:spPr>
          <a:xfrm xmlns:a="http://schemas.openxmlformats.org/drawingml/2006/main">
            <a:off x="2757792"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7" name="Editable chart path">
            <a:extLst xmlns:a="http://schemas.openxmlformats.org/drawingml/2006/main">
              <a:ext uri="{FF2B5EF4-FFF2-40B4-BE49-F238E27FC236}">
                <a16:creationId xmlns:a16="http://schemas.microsoft.com/office/drawing/2014/main" id="{C2684674-9DA1-409B-9239-AC1B19CD48AB}"/>
              </a:ext>
            </a:extLst>
          </p:cNvPr>
          <p:cNvSpPr>
            <a:spLocks xmlns:a="http://schemas.openxmlformats.org/drawingml/2006/main" noGrp="1"/>
          </p:cNvSpPr>
          <p:nvPr/>
        </p:nvSpPr>
        <p:spPr>
          <a:xfrm xmlns:a="http://schemas.openxmlformats.org/drawingml/2006/main">
            <a:off x="2823481"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8" name="Editable chart path">
            <a:extLst xmlns:a="http://schemas.openxmlformats.org/drawingml/2006/main">
              <a:ext uri="{FF2B5EF4-FFF2-40B4-BE49-F238E27FC236}">
                <a16:creationId xmlns:a16="http://schemas.microsoft.com/office/drawing/2014/main" id="{07A365F0-2FA6-4D97-9600-E39F732848E9}"/>
              </a:ext>
            </a:extLst>
          </p:cNvPr>
          <p:cNvSpPr>
            <a:spLocks xmlns:a="http://schemas.openxmlformats.org/drawingml/2006/main" noGrp="1"/>
          </p:cNvSpPr>
          <p:nvPr/>
        </p:nvSpPr>
        <p:spPr>
          <a:xfrm xmlns:a="http://schemas.openxmlformats.org/drawingml/2006/main">
            <a:off x="2889170"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799" name="Editable chart path">
            <a:extLst xmlns:a="http://schemas.openxmlformats.org/drawingml/2006/main">
              <a:ext uri="{FF2B5EF4-FFF2-40B4-BE49-F238E27FC236}">
                <a16:creationId xmlns:a16="http://schemas.microsoft.com/office/drawing/2014/main" id="{50E2BA03-3D17-4BF2-AE51-F10A5F5114BE}"/>
              </a:ext>
            </a:extLst>
          </p:cNvPr>
          <p:cNvSpPr>
            <a:spLocks xmlns:a="http://schemas.openxmlformats.org/drawingml/2006/main" noGrp="1"/>
          </p:cNvSpPr>
          <p:nvPr/>
        </p:nvSpPr>
        <p:spPr>
          <a:xfrm xmlns:a="http://schemas.openxmlformats.org/drawingml/2006/main">
            <a:off x="2954859"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0" name="Editable chart path">
            <a:extLst xmlns:a="http://schemas.openxmlformats.org/drawingml/2006/main">
              <a:ext uri="{FF2B5EF4-FFF2-40B4-BE49-F238E27FC236}">
                <a16:creationId xmlns:a16="http://schemas.microsoft.com/office/drawing/2014/main" id="{84A7FFEB-EB70-4553-84A1-E1DF7FD1E22D}"/>
              </a:ext>
            </a:extLst>
          </p:cNvPr>
          <p:cNvSpPr>
            <a:spLocks xmlns:a="http://schemas.openxmlformats.org/drawingml/2006/main" noGrp="1"/>
          </p:cNvSpPr>
          <p:nvPr/>
        </p:nvSpPr>
        <p:spPr>
          <a:xfrm xmlns:a="http://schemas.openxmlformats.org/drawingml/2006/main">
            <a:off x="3020548"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1" name="Editable chart path">
            <a:extLst xmlns:a="http://schemas.openxmlformats.org/drawingml/2006/main">
              <a:ext uri="{FF2B5EF4-FFF2-40B4-BE49-F238E27FC236}">
                <a16:creationId xmlns:a16="http://schemas.microsoft.com/office/drawing/2014/main" id="{5E1E7837-3B90-4DB2-BEA9-8D124C2F1A71}"/>
              </a:ext>
            </a:extLst>
          </p:cNvPr>
          <p:cNvSpPr>
            <a:spLocks xmlns:a="http://schemas.openxmlformats.org/drawingml/2006/main" noGrp="1"/>
          </p:cNvSpPr>
          <p:nvPr/>
        </p:nvSpPr>
        <p:spPr>
          <a:xfrm xmlns:a="http://schemas.openxmlformats.org/drawingml/2006/main">
            <a:off x="2363658"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2" name="Editable chart path">
            <a:extLst xmlns:a="http://schemas.openxmlformats.org/drawingml/2006/main">
              <a:ext uri="{FF2B5EF4-FFF2-40B4-BE49-F238E27FC236}">
                <a16:creationId xmlns:a16="http://schemas.microsoft.com/office/drawing/2014/main" id="{E7680AB4-D155-4ECB-B4EB-BCD062CB14CB}"/>
              </a:ext>
            </a:extLst>
          </p:cNvPr>
          <p:cNvSpPr>
            <a:spLocks xmlns:a="http://schemas.openxmlformats.org/drawingml/2006/main" noGrp="1"/>
          </p:cNvSpPr>
          <p:nvPr/>
        </p:nvSpPr>
        <p:spPr>
          <a:xfrm xmlns:a="http://schemas.openxmlformats.org/drawingml/2006/main">
            <a:off x="2429347"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3" name="Editable chart path">
            <a:extLst xmlns:a="http://schemas.openxmlformats.org/drawingml/2006/main">
              <a:ext uri="{FF2B5EF4-FFF2-40B4-BE49-F238E27FC236}">
                <a16:creationId xmlns:a16="http://schemas.microsoft.com/office/drawing/2014/main" id="{3A2CAA2A-2D12-4692-A01B-C69EA035290F}"/>
              </a:ext>
            </a:extLst>
          </p:cNvPr>
          <p:cNvSpPr>
            <a:spLocks xmlns:a="http://schemas.openxmlformats.org/drawingml/2006/main" noGrp="1"/>
          </p:cNvSpPr>
          <p:nvPr/>
        </p:nvSpPr>
        <p:spPr>
          <a:xfrm xmlns:a="http://schemas.openxmlformats.org/drawingml/2006/main">
            <a:off x="2495036"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4" name="Editable chart path">
            <a:extLst xmlns:a="http://schemas.openxmlformats.org/drawingml/2006/main">
              <a:ext uri="{FF2B5EF4-FFF2-40B4-BE49-F238E27FC236}">
                <a16:creationId xmlns:a16="http://schemas.microsoft.com/office/drawing/2014/main" id="{910C343D-B3F6-49F2-AC8D-5E0DEF8D9E99}"/>
              </a:ext>
            </a:extLst>
          </p:cNvPr>
          <p:cNvSpPr>
            <a:spLocks xmlns:a="http://schemas.openxmlformats.org/drawingml/2006/main" noGrp="1"/>
          </p:cNvSpPr>
          <p:nvPr/>
        </p:nvSpPr>
        <p:spPr>
          <a:xfrm xmlns:a="http://schemas.openxmlformats.org/drawingml/2006/main">
            <a:off x="2560725"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5" name="Editable chart path">
            <a:extLst xmlns:a="http://schemas.openxmlformats.org/drawingml/2006/main">
              <a:ext uri="{FF2B5EF4-FFF2-40B4-BE49-F238E27FC236}">
                <a16:creationId xmlns:a16="http://schemas.microsoft.com/office/drawing/2014/main" id="{9E36DC9A-2F95-4A60-8E12-FFF5439E8B25}"/>
              </a:ext>
            </a:extLst>
          </p:cNvPr>
          <p:cNvSpPr>
            <a:spLocks xmlns:a="http://schemas.openxmlformats.org/drawingml/2006/main" noGrp="1"/>
          </p:cNvSpPr>
          <p:nvPr/>
        </p:nvSpPr>
        <p:spPr>
          <a:xfrm xmlns:a="http://schemas.openxmlformats.org/drawingml/2006/main">
            <a:off x="2626414"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6" name="Editable chart path">
            <a:extLst xmlns:a="http://schemas.openxmlformats.org/drawingml/2006/main">
              <a:ext uri="{FF2B5EF4-FFF2-40B4-BE49-F238E27FC236}">
                <a16:creationId xmlns:a16="http://schemas.microsoft.com/office/drawing/2014/main" id="{86EC593C-8D9E-46A0-B617-D270A23DFB4E}"/>
              </a:ext>
            </a:extLst>
          </p:cNvPr>
          <p:cNvSpPr>
            <a:spLocks xmlns:a="http://schemas.openxmlformats.org/drawingml/2006/main" noGrp="1"/>
          </p:cNvSpPr>
          <p:nvPr/>
        </p:nvSpPr>
        <p:spPr>
          <a:xfrm xmlns:a="http://schemas.openxmlformats.org/drawingml/2006/main">
            <a:off x="2692103"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7" name="Editable chart path">
            <a:extLst xmlns:a="http://schemas.openxmlformats.org/drawingml/2006/main">
              <a:ext uri="{FF2B5EF4-FFF2-40B4-BE49-F238E27FC236}">
                <a16:creationId xmlns:a16="http://schemas.microsoft.com/office/drawing/2014/main" id="{AE3C3C0B-D55C-4E79-B37E-DA79ABEB3573}"/>
              </a:ext>
            </a:extLst>
          </p:cNvPr>
          <p:cNvSpPr>
            <a:spLocks xmlns:a="http://schemas.openxmlformats.org/drawingml/2006/main" noGrp="1"/>
          </p:cNvSpPr>
          <p:nvPr/>
        </p:nvSpPr>
        <p:spPr>
          <a:xfrm xmlns:a="http://schemas.openxmlformats.org/drawingml/2006/main">
            <a:off x="2757792"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8" name="Editable chart path">
            <a:extLst xmlns:a="http://schemas.openxmlformats.org/drawingml/2006/main">
              <a:ext uri="{FF2B5EF4-FFF2-40B4-BE49-F238E27FC236}">
                <a16:creationId xmlns:a16="http://schemas.microsoft.com/office/drawing/2014/main" id="{B552C43A-833C-44DB-BBC7-CE1226F30AD1}"/>
              </a:ext>
            </a:extLst>
          </p:cNvPr>
          <p:cNvSpPr>
            <a:spLocks xmlns:a="http://schemas.openxmlformats.org/drawingml/2006/main" noGrp="1"/>
          </p:cNvSpPr>
          <p:nvPr/>
        </p:nvSpPr>
        <p:spPr>
          <a:xfrm xmlns:a="http://schemas.openxmlformats.org/drawingml/2006/main">
            <a:off x="2823481"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09" name="Editable chart path">
            <a:extLst xmlns:a="http://schemas.openxmlformats.org/drawingml/2006/main">
              <a:ext uri="{FF2B5EF4-FFF2-40B4-BE49-F238E27FC236}">
                <a16:creationId xmlns:a16="http://schemas.microsoft.com/office/drawing/2014/main" id="{3353CF48-9A78-4BF4-8985-E8783EC2A0E3}"/>
              </a:ext>
            </a:extLst>
          </p:cNvPr>
          <p:cNvSpPr>
            <a:spLocks xmlns:a="http://schemas.openxmlformats.org/drawingml/2006/main" noGrp="1"/>
          </p:cNvSpPr>
          <p:nvPr/>
        </p:nvSpPr>
        <p:spPr>
          <a:xfrm xmlns:a="http://schemas.openxmlformats.org/drawingml/2006/main">
            <a:off x="2889170"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0" name="Editable chart path">
            <a:extLst xmlns:a="http://schemas.openxmlformats.org/drawingml/2006/main">
              <a:ext uri="{FF2B5EF4-FFF2-40B4-BE49-F238E27FC236}">
                <a16:creationId xmlns:a16="http://schemas.microsoft.com/office/drawing/2014/main" id="{33B5AA39-57F0-4C43-A710-6255C3441650}"/>
              </a:ext>
            </a:extLst>
          </p:cNvPr>
          <p:cNvSpPr>
            <a:spLocks xmlns:a="http://schemas.openxmlformats.org/drawingml/2006/main" noGrp="1"/>
          </p:cNvSpPr>
          <p:nvPr/>
        </p:nvSpPr>
        <p:spPr>
          <a:xfrm xmlns:a="http://schemas.openxmlformats.org/drawingml/2006/main">
            <a:off x="2495036" y="274401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1" name="Editable chart path">
            <a:extLst xmlns:a="http://schemas.openxmlformats.org/drawingml/2006/main">
              <a:ext uri="{FF2B5EF4-FFF2-40B4-BE49-F238E27FC236}">
                <a16:creationId xmlns:a16="http://schemas.microsoft.com/office/drawing/2014/main" id="{6FBAF87A-7C72-4DF3-A068-5C6D71CA50BB}"/>
              </a:ext>
            </a:extLst>
          </p:cNvPr>
          <p:cNvSpPr>
            <a:spLocks xmlns:a="http://schemas.openxmlformats.org/drawingml/2006/main" noGrp="1"/>
          </p:cNvSpPr>
          <p:nvPr/>
        </p:nvSpPr>
        <p:spPr>
          <a:xfrm xmlns:a="http://schemas.openxmlformats.org/drawingml/2006/main">
            <a:off x="2560725" y="274401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2" name="Editable chart path">
            <a:extLst xmlns:a="http://schemas.openxmlformats.org/drawingml/2006/main">
              <a:ext uri="{FF2B5EF4-FFF2-40B4-BE49-F238E27FC236}">
                <a16:creationId xmlns:a16="http://schemas.microsoft.com/office/drawing/2014/main" id="{3806F719-63BE-496F-8C75-FE8FFAEF0A79}"/>
              </a:ext>
            </a:extLst>
          </p:cNvPr>
          <p:cNvSpPr>
            <a:spLocks xmlns:a="http://schemas.openxmlformats.org/drawingml/2006/main" noGrp="1"/>
          </p:cNvSpPr>
          <p:nvPr/>
        </p:nvSpPr>
        <p:spPr>
          <a:xfrm xmlns:a="http://schemas.openxmlformats.org/drawingml/2006/main">
            <a:off x="2626414" y="274401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3" name="Editable chart path">
            <a:extLst xmlns:a="http://schemas.openxmlformats.org/drawingml/2006/main">
              <a:ext uri="{FF2B5EF4-FFF2-40B4-BE49-F238E27FC236}">
                <a16:creationId xmlns:a16="http://schemas.microsoft.com/office/drawing/2014/main" id="{F77EAF93-061E-4B91-AB0F-6815C29CC0E2}"/>
              </a:ext>
            </a:extLst>
          </p:cNvPr>
          <p:cNvSpPr>
            <a:spLocks xmlns:a="http://schemas.openxmlformats.org/drawingml/2006/main" noGrp="1"/>
          </p:cNvSpPr>
          <p:nvPr/>
        </p:nvSpPr>
        <p:spPr>
          <a:xfrm xmlns:a="http://schemas.openxmlformats.org/drawingml/2006/main">
            <a:off x="2692103" y="274401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4" name="Editable chart path">
            <a:extLst xmlns:a="http://schemas.openxmlformats.org/drawingml/2006/main">
              <a:ext uri="{FF2B5EF4-FFF2-40B4-BE49-F238E27FC236}">
                <a16:creationId xmlns:a16="http://schemas.microsoft.com/office/drawing/2014/main" id="{C4173ED5-4245-43AF-873E-A05DF1CD1E02}"/>
              </a:ext>
            </a:extLst>
          </p:cNvPr>
          <p:cNvSpPr>
            <a:spLocks xmlns:a="http://schemas.openxmlformats.org/drawingml/2006/main" noGrp="1"/>
          </p:cNvSpPr>
          <p:nvPr/>
        </p:nvSpPr>
        <p:spPr>
          <a:xfrm xmlns:a="http://schemas.openxmlformats.org/drawingml/2006/main">
            <a:off x="2823481" y="274401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F4F7"/>
          </a:solidFill>
          <a:ln xmlns:a="http://schemas.openxmlformats.org/drawingml/2006/main" w="1905">
            <a:solidFill>
              <a:srgbClr val="FBFCFE"/>
            </a:solidFill>
            <a:prstDash val="solid"/>
          </a:ln>
        </p:spPr>
      </p:sp>
      <p:sp>
        <p:nvSpPr>
          <p:cNvPr id="815" name="Editable chart path">
            <a:extLst xmlns:a="http://schemas.openxmlformats.org/drawingml/2006/main">
              <a:ext uri="{FF2B5EF4-FFF2-40B4-BE49-F238E27FC236}">
                <a16:creationId xmlns:a16="http://schemas.microsoft.com/office/drawing/2014/main" id="{FFA1DFB5-E8A0-4962-A185-BB3A92027632}"/>
              </a:ext>
            </a:extLst>
          </p:cNvPr>
          <p:cNvSpPr>
            <a:spLocks xmlns:a="http://schemas.openxmlformats.org/drawingml/2006/main" noGrp="1"/>
          </p:cNvSpPr>
          <p:nvPr/>
        </p:nvSpPr>
        <p:spPr>
          <a:xfrm xmlns:a="http://schemas.openxmlformats.org/drawingml/2006/main">
            <a:off x="3283304"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0453C"/>
          </a:solidFill>
          <a:ln xmlns:a="http://schemas.openxmlformats.org/drawingml/2006/main" w="2205">
            <a:solidFill>
              <a:srgbClr val="FBFCFE"/>
            </a:solidFill>
            <a:prstDash val="solid"/>
          </a:ln>
        </p:spPr>
      </p:sp>
      <p:sp>
        <p:nvSpPr>
          <p:cNvPr id="816" name="Editable chart path">
            <a:extLst xmlns:a="http://schemas.openxmlformats.org/drawingml/2006/main">
              <a:ext uri="{FF2B5EF4-FFF2-40B4-BE49-F238E27FC236}">
                <a16:creationId xmlns:a16="http://schemas.microsoft.com/office/drawing/2014/main" id="{623B441E-06B4-411F-B009-2BDB93A933E6}"/>
              </a:ext>
            </a:extLst>
          </p:cNvPr>
          <p:cNvSpPr>
            <a:spLocks xmlns:a="http://schemas.openxmlformats.org/drawingml/2006/main" noGrp="1"/>
          </p:cNvSpPr>
          <p:nvPr/>
        </p:nvSpPr>
        <p:spPr>
          <a:xfrm xmlns:a="http://schemas.openxmlformats.org/drawingml/2006/main">
            <a:off x="4005883"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96059"/>
          </a:solidFill>
          <a:ln xmlns:a="http://schemas.openxmlformats.org/drawingml/2006/main" w="2205">
            <a:solidFill>
              <a:srgbClr val="FBFCFE"/>
            </a:solidFill>
            <a:prstDash val="solid"/>
          </a:ln>
        </p:spPr>
      </p:sp>
      <p:sp>
        <p:nvSpPr>
          <p:cNvPr id="817" name="Editable chart path">
            <a:extLst xmlns:a="http://schemas.openxmlformats.org/drawingml/2006/main">
              <a:ext uri="{FF2B5EF4-FFF2-40B4-BE49-F238E27FC236}">
                <a16:creationId xmlns:a16="http://schemas.microsoft.com/office/drawing/2014/main" id="{82597F2D-3F51-4FFB-BFED-1C676B299068}"/>
              </a:ext>
            </a:extLst>
          </p:cNvPr>
          <p:cNvSpPr>
            <a:spLocks xmlns:a="http://schemas.openxmlformats.org/drawingml/2006/main" noGrp="1"/>
          </p:cNvSpPr>
          <p:nvPr/>
        </p:nvSpPr>
        <p:spPr>
          <a:xfrm xmlns:a="http://schemas.openxmlformats.org/drawingml/2006/main">
            <a:off x="2429347"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C6A62"/>
          </a:solidFill>
          <a:ln xmlns:a="http://schemas.openxmlformats.org/drawingml/2006/main" w="2205">
            <a:solidFill>
              <a:srgbClr val="FBFCFE"/>
            </a:solidFill>
            <a:prstDash val="solid"/>
          </a:ln>
        </p:spPr>
      </p:sp>
      <p:sp>
        <p:nvSpPr>
          <p:cNvPr id="818" name="Editable chart path">
            <a:extLst xmlns:a="http://schemas.openxmlformats.org/drawingml/2006/main">
              <a:ext uri="{FF2B5EF4-FFF2-40B4-BE49-F238E27FC236}">
                <a16:creationId xmlns:a16="http://schemas.microsoft.com/office/drawing/2014/main" id="{83E136FE-F8B5-4050-A67C-A28A29789A30}"/>
              </a:ext>
            </a:extLst>
          </p:cNvPr>
          <p:cNvSpPr>
            <a:spLocks xmlns:a="http://schemas.openxmlformats.org/drawingml/2006/main" noGrp="1"/>
          </p:cNvSpPr>
          <p:nvPr/>
        </p:nvSpPr>
        <p:spPr>
          <a:xfrm xmlns:a="http://schemas.openxmlformats.org/drawingml/2006/main">
            <a:off x="2954859"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D9994"/>
          </a:solidFill>
          <a:ln xmlns:a="http://schemas.openxmlformats.org/drawingml/2006/main" w="2205">
            <a:solidFill>
              <a:srgbClr val="FBFCFE"/>
            </a:solidFill>
            <a:prstDash val="solid"/>
          </a:ln>
        </p:spPr>
      </p:sp>
      <p:sp>
        <p:nvSpPr>
          <p:cNvPr id="819" name="Editable chart path">
            <a:extLst xmlns:a="http://schemas.openxmlformats.org/drawingml/2006/main">
              <a:ext uri="{FF2B5EF4-FFF2-40B4-BE49-F238E27FC236}">
                <a16:creationId xmlns:a16="http://schemas.microsoft.com/office/drawing/2014/main" id="{1AAB0C8B-DBA7-4912-A7C3-540C7E4340CD}"/>
              </a:ext>
            </a:extLst>
          </p:cNvPr>
          <p:cNvSpPr>
            <a:spLocks xmlns:a="http://schemas.openxmlformats.org/drawingml/2006/main" noGrp="1"/>
          </p:cNvSpPr>
          <p:nvPr/>
        </p:nvSpPr>
        <p:spPr>
          <a:xfrm xmlns:a="http://schemas.openxmlformats.org/drawingml/2006/main">
            <a:off x="2954859"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D9B96"/>
          </a:solidFill>
          <a:ln xmlns:a="http://schemas.openxmlformats.org/drawingml/2006/main" w="2205">
            <a:solidFill>
              <a:srgbClr val="FBFCFE"/>
            </a:solidFill>
            <a:prstDash val="solid"/>
          </a:ln>
        </p:spPr>
      </p:sp>
      <p:sp>
        <p:nvSpPr>
          <p:cNvPr id="820" name="Editable chart path">
            <a:extLst xmlns:a="http://schemas.openxmlformats.org/drawingml/2006/main">
              <a:ext uri="{FF2B5EF4-FFF2-40B4-BE49-F238E27FC236}">
                <a16:creationId xmlns:a16="http://schemas.microsoft.com/office/drawing/2014/main" id="{D23B3B3B-9AC9-4932-BE17-617FD0E31BBA}"/>
              </a:ext>
            </a:extLst>
          </p:cNvPr>
          <p:cNvSpPr>
            <a:spLocks xmlns:a="http://schemas.openxmlformats.org/drawingml/2006/main" noGrp="1"/>
          </p:cNvSpPr>
          <p:nvPr/>
        </p:nvSpPr>
        <p:spPr>
          <a:xfrm xmlns:a="http://schemas.openxmlformats.org/drawingml/2006/main">
            <a:off x="2823481"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1A6A2"/>
          </a:solidFill>
          <a:ln xmlns:a="http://schemas.openxmlformats.org/drawingml/2006/main" w="2205">
            <a:solidFill>
              <a:srgbClr val="FBFCFE"/>
            </a:solidFill>
            <a:prstDash val="solid"/>
          </a:ln>
        </p:spPr>
      </p:sp>
      <p:sp>
        <p:nvSpPr>
          <p:cNvPr id="821" name="Editable chart path">
            <a:extLst xmlns:a="http://schemas.openxmlformats.org/drawingml/2006/main">
              <a:ext uri="{FF2B5EF4-FFF2-40B4-BE49-F238E27FC236}">
                <a16:creationId xmlns:a16="http://schemas.microsoft.com/office/drawing/2014/main" id="{9B96CDA3-3A97-461C-A4C1-DC13D393CD7A}"/>
              </a:ext>
            </a:extLst>
          </p:cNvPr>
          <p:cNvSpPr>
            <a:spLocks xmlns:a="http://schemas.openxmlformats.org/drawingml/2006/main" noGrp="1"/>
          </p:cNvSpPr>
          <p:nvPr/>
        </p:nvSpPr>
        <p:spPr>
          <a:xfrm xmlns:a="http://schemas.openxmlformats.org/drawingml/2006/main">
            <a:off x="2954859"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1A6A2"/>
          </a:solidFill>
          <a:ln xmlns:a="http://schemas.openxmlformats.org/drawingml/2006/main" w="2205">
            <a:solidFill>
              <a:srgbClr val="FBFCFE"/>
            </a:solidFill>
            <a:prstDash val="solid"/>
          </a:ln>
        </p:spPr>
      </p:sp>
      <p:sp>
        <p:nvSpPr>
          <p:cNvPr id="822" name="Editable chart path">
            <a:extLst xmlns:a="http://schemas.openxmlformats.org/drawingml/2006/main">
              <a:ext uri="{FF2B5EF4-FFF2-40B4-BE49-F238E27FC236}">
                <a16:creationId xmlns:a16="http://schemas.microsoft.com/office/drawing/2014/main" id="{C19C02B0-BAB9-4AFC-855C-993338BDD087}"/>
              </a:ext>
            </a:extLst>
          </p:cNvPr>
          <p:cNvSpPr>
            <a:spLocks xmlns:a="http://schemas.openxmlformats.org/drawingml/2006/main" noGrp="1"/>
          </p:cNvSpPr>
          <p:nvPr/>
        </p:nvSpPr>
        <p:spPr>
          <a:xfrm xmlns:a="http://schemas.openxmlformats.org/drawingml/2006/main">
            <a:off x="1903834"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1A6A2"/>
          </a:solidFill>
          <a:ln xmlns:a="http://schemas.openxmlformats.org/drawingml/2006/main" w="2205">
            <a:solidFill>
              <a:srgbClr val="FBFCFE"/>
            </a:solidFill>
            <a:prstDash val="solid"/>
          </a:ln>
        </p:spPr>
      </p:sp>
      <p:sp>
        <p:nvSpPr>
          <p:cNvPr id="823" name="Editable chart path">
            <a:extLst xmlns:a="http://schemas.openxmlformats.org/drawingml/2006/main">
              <a:ext uri="{FF2B5EF4-FFF2-40B4-BE49-F238E27FC236}">
                <a16:creationId xmlns:a16="http://schemas.microsoft.com/office/drawing/2014/main" id="{F26C927B-7AB0-4574-A405-62EAE34587AD}"/>
              </a:ext>
            </a:extLst>
          </p:cNvPr>
          <p:cNvSpPr>
            <a:spLocks xmlns:a="http://schemas.openxmlformats.org/drawingml/2006/main" noGrp="1"/>
          </p:cNvSpPr>
          <p:nvPr/>
        </p:nvSpPr>
        <p:spPr>
          <a:xfrm xmlns:a="http://schemas.openxmlformats.org/drawingml/2006/main">
            <a:off x="3217615"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2A9A5"/>
          </a:solidFill>
          <a:ln xmlns:a="http://schemas.openxmlformats.org/drawingml/2006/main" w="2205">
            <a:solidFill>
              <a:srgbClr val="FBFCFE"/>
            </a:solidFill>
            <a:prstDash val="solid"/>
          </a:ln>
        </p:spPr>
      </p:sp>
      <p:sp>
        <p:nvSpPr>
          <p:cNvPr id="824" name="Editable chart path">
            <a:extLst xmlns:a="http://schemas.openxmlformats.org/drawingml/2006/main">
              <a:ext uri="{FF2B5EF4-FFF2-40B4-BE49-F238E27FC236}">
                <a16:creationId xmlns:a16="http://schemas.microsoft.com/office/drawing/2014/main" id="{2DCC8AF0-AB38-4272-A0C4-77FBD2929ACC}"/>
              </a:ext>
            </a:extLst>
          </p:cNvPr>
          <p:cNvSpPr>
            <a:spLocks xmlns:a="http://schemas.openxmlformats.org/drawingml/2006/main" noGrp="1"/>
          </p:cNvSpPr>
          <p:nvPr/>
        </p:nvSpPr>
        <p:spPr>
          <a:xfrm xmlns:a="http://schemas.openxmlformats.org/drawingml/2006/main">
            <a:off x="2757792"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2AAA6"/>
          </a:solidFill>
          <a:ln xmlns:a="http://schemas.openxmlformats.org/drawingml/2006/main" w="2205">
            <a:solidFill>
              <a:srgbClr val="FBFCFE"/>
            </a:solidFill>
            <a:prstDash val="solid"/>
          </a:ln>
        </p:spPr>
      </p:sp>
      <p:sp>
        <p:nvSpPr>
          <p:cNvPr id="825" name="Editable chart path">
            <a:extLst xmlns:a="http://schemas.openxmlformats.org/drawingml/2006/main">
              <a:ext uri="{FF2B5EF4-FFF2-40B4-BE49-F238E27FC236}">
                <a16:creationId xmlns:a16="http://schemas.microsoft.com/office/drawing/2014/main" id="{6380D463-8171-48BC-9948-B4A8738E3EF2}"/>
              </a:ext>
            </a:extLst>
          </p:cNvPr>
          <p:cNvSpPr>
            <a:spLocks xmlns:a="http://schemas.openxmlformats.org/drawingml/2006/main" noGrp="1"/>
          </p:cNvSpPr>
          <p:nvPr/>
        </p:nvSpPr>
        <p:spPr>
          <a:xfrm xmlns:a="http://schemas.openxmlformats.org/drawingml/2006/main">
            <a:off x="2692103"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3ADA9"/>
          </a:solidFill>
          <a:ln xmlns:a="http://schemas.openxmlformats.org/drawingml/2006/main" w="2205">
            <a:solidFill>
              <a:srgbClr val="FBFCFE"/>
            </a:solidFill>
            <a:prstDash val="solid"/>
          </a:ln>
        </p:spPr>
      </p:sp>
      <p:sp>
        <p:nvSpPr>
          <p:cNvPr id="826" name="Editable chart path">
            <a:extLst xmlns:a="http://schemas.openxmlformats.org/drawingml/2006/main">
              <a:ext uri="{FF2B5EF4-FFF2-40B4-BE49-F238E27FC236}">
                <a16:creationId xmlns:a16="http://schemas.microsoft.com/office/drawing/2014/main" id="{EB252E51-0538-4749-A199-C0DFABA38B3D}"/>
              </a:ext>
            </a:extLst>
          </p:cNvPr>
          <p:cNvSpPr>
            <a:spLocks xmlns:a="http://schemas.openxmlformats.org/drawingml/2006/main" noGrp="1"/>
          </p:cNvSpPr>
          <p:nvPr/>
        </p:nvSpPr>
        <p:spPr>
          <a:xfrm xmlns:a="http://schemas.openxmlformats.org/drawingml/2006/main">
            <a:off x="3020548"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3ADA9"/>
          </a:solidFill>
          <a:ln xmlns:a="http://schemas.openxmlformats.org/drawingml/2006/main" w="2205">
            <a:solidFill>
              <a:srgbClr val="FBFCFE"/>
            </a:solidFill>
            <a:prstDash val="solid"/>
          </a:ln>
        </p:spPr>
      </p:sp>
      <p:sp>
        <p:nvSpPr>
          <p:cNvPr id="827" name="Editable chart path">
            <a:extLst xmlns:a="http://schemas.openxmlformats.org/drawingml/2006/main">
              <a:ext uri="{FF2B5EF4-FFF2-40B4-BE49-F238E27FC236}">
                <a16:creationId xmlns:a16="http://schemas.microsoft.com/office/drawing/2014/main" id="{5C148DCB-1C0C-4E9C-9900-535F73CE92DE}"/>
              </a:ext>
            </a:extLst>
          </p:cNvPr>
          <p:cNvSpPr>
            <a:spLocks xmlns:a="http://schemas.openxmlformats.org/drawingml/2006/main" noGrp="1"/>
          </p:cNvSpPr>
          <p:nvPr/>
        </p:nvSpPr>
        <p:spPr>
          <a:xfrm xmlns:a="http://schemas.openxmlformats.org/drawingml/2006/main">
            <a:off x="2363658"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3ADA9"/>
          </a:solidFill>
          <a:ln xmlns:a="http://schemas.openxmlformats.org/drawingml/2006/main" w="2205">
            <a:solidFill>
              <a:srgbClr val="FBFCFE"/>
            </a:solidFill>
            <a:prstDash val="solid"/>
          </a:ln>
        </p:spPr>
      </p:sp>
      <p:sp>
        <p:nvSpPr>
          <p:cNvPr id="828" name="Editable chart path">
            <a:extLst xmlns:a="http://schemas.openxmlformats.org/drawingml/2006/main">
              <a:ext uri="{FF2B5EF4-FFF2-40B4-BE49-F238E27FC236}">
                <a16:creationId xmlns:a16="http://schemas.microsoft.com/office/drawing/2014/main" id="{02D1A09C-B44E-4ECC-9E90-C06BACAEBC0A}"/>
              </a:ext>
            </a:extLst>
          </p:cNvPr>
          <p:cNvSpPr>
            <a:spLocks xmlns:a="http://schemas.openxmlformats.org/drawingml/2006/main" noGrp="1"/>
          </p:cNvSpPr>
          <p:nvPr/>
        </p:nvSpPr>
        <p:spPr>
          <a:xfrm xmlns:a="http://schemas.openxmlformats.org/drawingml/2006/main">
            <a:off x="2692103"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3ADA9"/>
          </a:solidFill>
          <a:ln xmlns:a="http://schemas.openxmlformats.org/drawingml/2006/main" w="2205">
            <a:solidFill>
              <a:srgbClr val="FBFCFE"/>
            </a:solidFill>
            <a:prstDash val="solid"/>
          </a:ln>
        </p:spPr>
      </p:sp>
      <p:sp>
        <p:nvSpPr>
          <p:cNvPr id="829" name="Editable chart path">
            <a:extLst xmlns:a="http://schemas.openxmlformats.org/drawingml/2006/main">
              <a:ext uri="{FF2B5EF4-FFF2-40B4-BE49-F238E27FC236}">
                <a16:creationId xmlns:a16="http://schemas.microsoft.com/office/drawing/2014/main" id="{4CA3071D-29D6-46EA-A000-B8E9DF88728F}"/>
              </a:ext>
            </a:extLst>
          </p:cNvPr>
          <p:cNvSpPr>
            <a:spLocks xmlns:a="http://schemas.openxmlformats.org/drawingml/2006/main" noGrp="1"/>
          </p:cNvSpPr>
          <p:nvPr/>
        </p:nvSpPr>
        <p:spPr>
          <a:xfrm xmlns:a="http://schemas.openxmlformats.org/drawingml/2006/main">
            <a:off x="2495036"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4AEAA"/>
          </a:solidFill>
          <a:ln xmlns:a="http://schemas.openxmlformats.org/drawingml/2006/main" w="2205">
            <a:solidFill>
              <a:srgbClr val="FBFCFE"/>
            </a:solidFill>
            <a:prstDash val="solid"/>
          </a:ln>
        </p:spPr>
      </p:sp>
      <p:sp>
        <p:nvSpPr>
          <p:cNvPr id="830" name="Editable chart path">
            <a:extLst xmlns:a="http://schemas.openxmlformats.org/drawingml/2006/main">
              <a:ext uri="{FF2B5EF4-FFF2-40B4-BE49-F238E27FC236}">
                <a16:creationId xmlns:a16="http://schemas.microsoft.com/office/drawing/2014/main" id="{9E561C34-6D2A-4E8B-B765-72D77544FB3F}"/>
              </a:ext>
            </a:extLst>
          </p:cNvPr>
          <p:cNvSpPr>
            <a:spLocks xmlns:a="http://schemas.openxmlformats.org/drawingml/2006/main" noGrp="1"/>
          </p:cNvSpPr>
          <p:nvPr/>
        </p:nvSpPr>
        <p:spPr>
          <a:xfrm xmlns:a="http://schemas.openxmlformats.org/drawingml/2006/main">
            <a:off x="2889170"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5B1AD"/>
          </a:solidFill>
          <a:ln xmlns:a="http://schemas.openxmlformats.org/drawingml/2006/main" w="2205">
            <a:solidFill>
              <a:srgbClr val="FBFCFE"/>
            </a:solidFill>
            <a:prstDash val="solid"/>
          </a:ln>
        </p:spPr>
      </p:sp>
      <p:sp>
        <p:nvSpPr>
          <p:cNvPr id="831" name="Editable chart path">
            <a:extLst xmlns:a="http://schemas.openxmlformats.org/drawingml/2006/main">
              <a:ext uri="{FF2B5EF4-FFF2-40B4-BE49-F238E27FC236}">
                <a16:creationId xmlns:a16="http://schemas.microsoft.com/office/drawing/2014/main" id="{298F3B2C-2137-45CA-B4B6-977B32C39BD9}"/>
              </a:ext>
            </a:extLst>
          </p:cNvPr>
          <p:cNvSpPr>
            <a:spLocks xmlns:a="http://schemas.openxmlformats.org/drawingml/2006/main" noGrp="1"/>
          </p:cNvSpPr>
          <p:nvPr/>
        </p:nvSpPr>
        <p:spPr>
          <a:xfrm xmlns:a="http://schemas.openxmlformats.org/drawingml/2006/main">
            <a:off x="2889170"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5B3AF"/>
          </a:solidFill>
          <a:ln xmlns:a="http://schemas.openxmlformats.org/drawingml/2006/main" w="2205">
            <a:solidFill>
              <a:srgbClr val="FBFCFE"/>
            </a:solidFill>
            <a:prstDash val="solid"/>
          </a:ln>
        </p:spPr>
      </p:sp>
      <p:sp>
        <p:nvSpPr>
          <p:cNvPr id="832" name="Editable chart path">
            <a:extLst xmlns:a="http://schemas.openxmlformats.org/drawingml/2006/main">
              <a:ext uri="{FF2B5EF4-FFF2-40B4-BE49-F238E27FC236}">
                <a16:creationId xmlns:a16="http://schemas.microsoft.com/office/drawing/2014/main" id="{751E93A8-41D4-4B2E-BBD4-BD1D90789540}"/>
              </a:ext>
            </a:extLst>
          </p:cNvPr>
          <p:cNvSpPr>
            <a:spLocks xmlns:a="http://schemas.openxmlformats.org/drawingml/2006/main" noGrp="1"/>
          </p:cNvSpPr>
          <p:nvPr/>
        </p:nvSpPr>
        <p:spPr>
          <a:xfrm xmlns:a="http://schemas.openxmlformats.org/drawingml/2006/main">
            <a:off x="2495036"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6B4B0"/>
          </a:solidFill>
          <a:ln xmlns:a="http://schemas.openxmlformats.org/drawingml/2006/main" w="2205">
            <a:solidFill>
              <a:srgbClr val="FBFCFE"/>
            </a:solidFill>
            <a:prstDash val="solid"/>
          </a:ln>
        </p:spPr>
      </p:sp>
      <p:sp>
        <p:nvSpPr>
          <p:cNvPr id="833" name="Editable chart path">
            <a:extLst xmlns:a="http://schemas.openxmlformats.org/drawingml/2006/main">
              <a:ext uri="{FF2B5EF4-FFF2-40B4-BE49-F238E27FC236}">
                <a16:creationId xmlns:a16="http://schemas.microsoft.com/office/drawing/2014/main" id="{7FC4BF8A-AFD5-4FF0-A8FB-E394A34E486D}"/>
              </a:ext>
            </a:extLst>
          </p:cNvPr>
          <p:cNvSpPr>
            <a:spLocks xmlns:a="http://schemas.openxmlformats.org/drawingml/2006/main" noGrp="1"/>
          </p:cNvSpPr>
          <p:nvPr/>
        </p:nvSpPr>
        <p:spPr>
          <a:xfrm xmlns:a="http://schemas.openxmlformats.org/drawingml/2006/main">
            <a:off x="2560725"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7B7B3"/>
          </a:solidFill>
          <a:ln xmlns:a="http://schemas.openxmlformats.org/drawingml/2006/main" w="2205">
            <a:solidFill>
              <a:srgbClr val="FBFCFE"/>
            </a:solidFill>
            <a:prstDash val="solid"/>
          </a:ln>
        </p:spPr>
      </p:sp>
      <p:sp>
        <p:nvSpPr>
          <p:cNvPr id="834" name="Editable chart path">
            <a:extLst xmlns:a="http://schemas.openxmlformats.org/drawingml/2006/main">
              <a:ext uri="{FF2B5EF4-FFF2-40B4-BE49-F238E27FC236}">
                <a16:creationId xmlns:a16="http://schemas.microsoft.com/office/drawing/2014/main" id="{E9E36FA5-D2A5-496C-8014-B2B72C71672C}"/>
              </a:ext>
            </a:extLst>
          </p:cNvPr>
          <p:cNvSpPr>
            <a:spLocks xmlns:a="http://schemas.openxmlformats.org/drawingml/2006/main" noGrp="1"/>
          </p:cNvSpPr>
          <p:nvPr/>
        </p:nvSpPr>
        <p:spPr>
          <a:xfrm xmlns:a="http://schemas.openxmlformats.org/drawingml/2006/main">
            <a:off x="2495036"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7B7B3"/>
          </a:solidFill>
          <a:ln xmlns:a="http://schemas.openxmlformats.org/drawingml/2006/main" w="2205">
            <a:solidFill>
              <a:srgbClr val="FBFCFE"/>
            </a:solidFill>
            <a:prstDash val="solid"/>
          </a:ln>
        </p:spPr>
      </p:sp>
      <p:sp>
        <p:nvSpPr>
          <p:cNvPr id="835" name="Editable chart path">
            <a:extLst xmlns:a="http://schemas.openxmlformats.org/drawingml/2006/main">
              <a:ext uri="{FF2B5EF4-FFF2-40B4-BE49-F238E27FC236}">
                <a16:creationId xmlns:a16="http://schemas.microsoft.com/office/drawing/2014/main" id="{BDF8E01F-21D5-4ACB-BACB-F880FEA6E04B}"/>
              </a:ext>
            </a:extLst>
          </p:cNvPr>
          <p:cNvSpPr>
            <a:spLocks xmlns:a="http://schemas.openxmlformats.org/drawingml/2006/main" noGrp="1"/>
          </p:cNvSpPr>
          <p:nvPr/>
        </p:nvSpPr>
        <p:spPr>
          <a:xfrm xmlns:a="http://schemas.openxmlformats.org/drawingml/2006/main">
            <a:off x="2560725"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7B7B3"/>
          </a:solidFill>
          <a:ln xmlns:a="http://schemas.openxmlformats.org/drawingml/2006/main" w="2205">
            <a:solidFill>
              <a:srgbClr val="FBFCFE"/>
            </a:solidFill>
            <a:prstDash val="solid"/>
          </a:ln>
        </p:spPr>
      </p:sp>
      <p:sp>
        <p:nvSpPr>
          <p:cNvPr id="836" name="Editable chart path">
            <a:extLst xmlns:a="http://schemas.openxmlformats.org/drawingml/2006/main">
              <a:ext uri="{FF2B5EF4-FFF2-40B4-BE49-F238E27FC236}">
                <a16:creationId xmlns:a16="http://schemas.microsoft.com/office/drawing/2014/main" id="{6B684723-C6FE-4AF8-80CE-88ABC480A0A7}"/>
              </a:ext>
            </a:extLst>
          </p:cNvPr>
          <p:cNvSpPr>
            <a:spLocks xmlns:a="http://schemas.openxmlformats.org/drawingml/2006/main" noGrp="1"/>
          </p:cNvSpPr>
          <p:nvPr/>
        </p:nvSpPr>
        <p:spPr>
          <a:xfrm xmlns:a="http://schemas.openxmlformats.org/drawingml/2006/main">
            <a:off x="2495036"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7B8B5"/>
          </a:solidFill>
          <a:ln xmlns:a="http://schemas.openxmlformats.org/drawingml/2006/main" w="2205">
            <a:solidFill>
              <a:srgbClr val="FBFCFE"/>
            </a:solidFill>
            <a:prstDash val="solid"/>
          </a:ln>
        </p:spPr>
      </p:sp>
      <p:sp>
        <p:nvSpPr>
          <p:cNvPr id="837" name="Editable chart path">
            <a:extLst xmlns:a="http://schemas.openxmlformats.org/drawingml/2006/main">
              <a:ext uri="{FF2B5EF4-FFF2-40B4-BE49-F238E27FC236}">
                <a16:creationId xmlns:a16="http://schemas.microsoft.com/office/drawing/2014/main" id="{CAEC2416-0865-401F-9BC1-C7DB9EAF56A4}"/>
              </a:ext>
            </a:extLst>
          </p:cNvPr>
          <p:cNvSpPr>
            <a:spLocks xmlns:a="http://schemas.openxmlformats.org/drawingml/2006/main" noGrp="1"/>
          </p:cNvSpPr>
          <p:nvPr/>
        </p:nvSpPr>
        <p:spPr>
          <a:xfrm xmlns:a="http://schemas.openxmlformats.org/drawingml/2006/main">
            <a:off x="2757792"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7B8B5"/>
          </a:solidFill>
          <a:ln xmlns:a="http://schemas.openxmlformats.org/drawingml/2006/main" w="2205">
            <a:solidFill>
              <a:srgbClr val="FBFCFE"/>
            </a:solidFill>
            <a:prstDash val="solid"/>
          </a:ln>
        </p:spPr>
      </p:sp>
      <p:sp>
        <p:nvSpPr>
          <p:cNvPr id="838" name="Editable chart path">
            <a:extLst xmlns:a="http://schemas.openxmlformats.org/drawingml/2006/main">
              <a:ext uri="{FF2B5EF4-FFF2-40B4-BE49-F238E27FC236}">
                <a16:creationId xmlns:a16="http://schemas.microsoft.com/office/drawing/2014/main" id="{A67DD731-C531-4B74-B191-0C11FC87FBB8}"/>
              </a:ext>
            </a:extLst>
          </p:cNvPr>
          <p:cNvSpPr>
            <a:spLocks xmlns:a="http://schemas.openxmlformats.org/drawingml/2006/main" noGrp="1"/>
          </p:cNvSpPr>
          <p:nvPr/>
        </p:nvSpPr>
        <p:spPr>
          <a:xfrm xmlns:a="http://schemas.openxmlformats.org/drawingml/2006/main">
            <a:off x="2232280"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7BAB6"/>
          </a:solidFill>
          <a:ln xmlns:a="http://schemas.openxmlformats.org/drawingml/2006/main" w="2205">
            <a:solidFill>
              <a:srgbClr val="FBFCFE"/>
            </a:solidFill>
            <a:prstDash val="solid"/>
          </a:ln>
        </p:spPr>
      </p:sp>
      <p:sp>
        <p:nvSpPr>
          <p:cNvPr id="839" name="Editable chart path">
            <a:extLst xmlns:a="http://schemas.openxmlformats.org/drawingml/2006/main">
              <a:ext uri="{FF2B5EF4-FFF2-40B4-BE49-F238E27FC236}">
                <a16:creationId xmlns:a16="http://schemas.microsoft.com/office/drawing/2014/main" id="{CB259BAC-479C-4850-99FE-EAF60D397C21}"/>
              </a:ext>
            </a:extLst>
          </p:cNvPr>
          <p:cNvSpPr>
            <a:spLocks xmlns:a="http://schemas.openxmlformats.org/drawingml/2006/main" noGrp="1"/>
          </p:cNvSpPr>
          <p:nvPr/>
        </p:nvSpPr>
        <p:spPr>
          <a:xfrm xmlns:a="http://schemas.openxmlformats.org/drawingml/2006/main">
            <a:off x="2297969"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8BBB8"/>
          </a:solidFill>
          <a:ln xmlns:a="http://schemas.openxmlformats.org/drawingml/2006/main" w="2205">
            <a:solidFill>
              <a:srgbClr val="FBFCFE"/>
            </a:solidFill>
            <a:prstDash val="solid"/>
          </a:ln>
        </p:spPr>
      </p:sp>
      <p:sp>
        <p:nvSpPr>
          <p:cNvPr id="840" name="Editable chart path">
            <a:extLst xmlns:a="http://schemas.openxmlformats.org/drawingml/2006/main">
              <a:ext uri="{FF2B5EF4-FFF2-40B4-BE49-F238E27FC236}">
                <a16:creationId xmlns:a16="http://schemas.microsoft.com/office/drawing/2014/main" id="{A5A5A03F-CAC5-463B-8AF9-02D563858026}"/>
              </a:ext>
            </a:extLst>
          </p:cNvPr>
          <p:cNvSpPr>
            <a:spLocks xmlns:a="http://schemas.openxmlformats.org/drawingml/2006/main" noGrp="1"/>
          </p:cNvSpPr>
          <p:nvPr/>
        </p:nvSpPr>
        <p:spPr>
          <a:xfrm xmlns:a="http://schemas.openxmlformats.org/drawingml/2006/main">
            <a:off x="2363658"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8BBB8"/>
          </a:solidFill>
          <a:ln xmlns:a="http://schemas.openxmlformats.org/drawingml/2006/main" w="2205">
            <a:solidFill>
              <a:srgbClr val="FBFCFE"/>
            </a:solidFill>
            <a:prstDash val="solid"/>
          </a:ln>
        </p:spPr>
      </p:sp>
      <p:sp>
        <p:nvSpPr>
          <p:cNvPr id="841" name="Editable chart path">
            <a:extLst xmlns:a="http://schemas.openxmlformats.org/drawingml/2006/main">
              <a:ext uri="{FF2B5EF4-FFF2-40B4-BE49-F238E27FC236}">
                <a16:creationId xmlns:a16="http://schemas.microsoft.com/office/drawing/2014/main" id="{6210C77E-37D6-4653-91A0-941E8063D35C}"/>
              </a:ext>
            </a:extLst>
          </p:cNvPr>
          <p:cNvSpPr>
            <a:spLocks xmlns:a="http://schemas.openxmlformats.org/drawingml/2006/main" noGrp="1"/>
          </p:cNvSpPr>
          <p:nvPr/>
        </p:nvSpPr>
        <p:spPr>
          <a:xfrm xmlns:a="http://schemas.openxmlformats.org/drawingml/2006/main">
            <a:off x="2232280"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8BCB9"/>
          </a:solidFill>
          <a:ln xmlns:a="http://schemas.openxmlformats.org/drawingml/2006/main" w="2205">
            <a:solidFill>
              <a:srgbClr val="FBFCFE"/>
            </a:solidFill>
            <a:prstDash val="solid"/>
          </a:ln>
        </p:spPr>
      </p:sp>
      <p:sp>
        <p:nvSpPr>
          <p:cNvPr id="842" name="Editable chart path">
            <a:extLst xmlns:a="http://schemas.openxmlformats.org/drawingml/2006/main">
              <a:ext uri="{FF2B5EF4-FFF2-40B4-BE49-F238E27FC236}">
                <a16:creationId xmlns:a16="http://schemas.microsoft.com/office/drawing/2014/main" id="{E708C3BA-2BFF-4140-BCE6-DC5A3FB49528}"/>
              </a:ext>
            </a:extLst>
          </p:cNvPr>
          <p:cNvSpPr>
            <a:spLocks xmlns:a="http://schemas.openxmlformats.org/drawingml/2006/main" noGrp="1"/>
          </p:cNvSpPr>
          <p:nvPr/>
        </p:nvSpPr>
        <p:spPr>
          <a:xfrm xmlns:a="http://schemas.openxmlformats.org/drawingml/2006/main">
            <a:off x="2166591"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9BFBC"/>
          </a:solidFill>
          <a:ln xmlns:a="http://schemas.openxmlformats.org/drawingml/2006/main" w="2205">
            <a:solidFill>
              <a:srgbClr val="FBFCFE"/>
            </a:solidFill>
            <a:prstDash val="solid"/>
          </a:ln>
        </p:spPr>
      </p:sp>
      <p:sp>
        <p:nvSpPr>
          <p:cNvPr id="843" name="Editable chart path">
            <a:extLst xmlns:a="http://schemas.openxmlformats.org/drawingml/2006/main">
              <a:ext uri="{FF2B5EF4-FFF2-40B4-BE49-F238E27FC236}">
                <a16:creationId xmlns:a16="http://schemas.microsoft.com/office/drawing/2014/main" id="{527B967F-604A-44EE-AF24-BDB675068C34}"/>
              </a:ext>
            </a:extLst>
          </p:cNvPr>
          <p:cNvSpPr>
            <a:spLocks xmlns:a="http://schemas.openxmlformats.org/drawingml/2006/main" noGrp="1"/>
          </p:cNvSpPr>
          <p:nvPr/>
        </p:nvSpPr>
        <p:spPr>
          <a:xfrm xmlns:a="http://schemas.openxmlformats.org/drawingml/2006/main">
            <a:off x="2297969"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AC1BE"/>
          </a:solidFill>
          <a:ln xmlns:a="http://schemas.openxmlformats.org/drawingml/2006/main" w="2205">
            <a:solidFill>
              <a:srgbClr val="FBFCFE"/>
            </a:solidFill>
            <a:prstDash val="solid"/>
          </a:ln>
        </p:spPr>
      </p:sp>
      <p:sp>
        <p:nvSpPr>
          <p:cNvPr id="844" name="Editable chart path">
            <a:extLst xmlns:a="http://schemas.openxmlformats.org/drawingml/2006/main">
              <a:ext uri="{FF2B5EF4-FFF2-40B4-BE49-F238E27FC236}">
                <a16:creationId xmlns:a16="http://schemas.microsoft.com/office/drawing/2014/main" id="{74B27459-CE84-4EFB-B252-F651F0223016}"/>
              </a:ext>
            </a:extLst>
          </p:cNvPr>
          <p:cNvSpPr>
            <a:spLocks xmlns:a="http://schemas.openxmlformats.org/drawingml/2006/main" noGrp="1"/>
          </p:cNvSpPr>
          <p:nvPr/>
        </p:nvSpPr>
        <p:spPr>
          <a:xfrm xmlns:a="http://schemas.openxmlformats.org/drawingml/2006/main">
            <a:off x="2429347"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BC3C0"/>
          </a:solidFill>
          <a:ln xmlns:a="http://schemas.openxmlformats.org/drawingml/2006/main" w="2205">
            <a:solidFill>
              <a:srgbClr val="FBFCFE"/>
            </a:solidFill>
            <a:prstDash val="solid"/>
          </a:ln>
        </p:spPr>
      </p:sp>
      <p:sp>
        <p:nvSpPr>
          <p:cNvPr id="845" name="Editable chart path">
            <a:extLst xmlns:a="http://schemas.openxmlformats.org/drawingml/2006/main">
              <a:ext uri="{FF2B5EF4-FFF2-40B4-BE49-F238E27FC236}">
                <a16:creationId xmlns:a16="http://schemas.microsoft.com/office/drawing/2014/main" id="{07B1E0CE-3935-450A-BDC2-B1BFD18B104A}"/>
              </a:ext>
            </a:extLst>
          </p:cNvPr>
          <p:cNvSpPr>
            <a:spLocks xmlns:a="http://schemas.openxmlformats.org/drawingml/2006/main" noGrp="1"/>
          </p:cNvSpPr>
          <p:nvPr/>
        </p:nvSpPr>
        <p:spPr>
          <a:xfrm xmlns:a="http://schemas.openxmlformats.org/drawingml/2006/main">
            <a:off x="2889170"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BC3C0"/>
          </a:solidFill>
          <a:ln xmlns:a="http://schemas.openxmlformats.org/drawingml/2006/main" w="2205">
            <a:solidFill>
              <a:srgbClr val="FBFCFE"/>
            </a:solidFill>
            <a:prstDash val="solid"/>
          </a:ln>
        </p:spPr>
      </p:sp>
      <p:sp>
        <p:nvSpPr>
          <p:cNvPr id="846" name="Editable chart path">
            <a:extLst xmlns:a="http://schemas.openxmlformats.org/drawingml/2006/main">
              <a:ext uri="{FF2B5EF4-FFF2-40B4-BE49-F238E27FC236}">
                <a16:creationId xmlns:a16="http://schemas.microsoft.com/office/drawing/2014/main" id="{22E8CFC1-6144-42CF-B7B4-57E4E6B48E3E}"/>
              </a:ext>
            </a:extLst>
          </p:cNvPr>
          <p:cNvSpPr>
            <a:spLocks xmlns:a="http://schemas.openxmlformats.org/drawingml/2006/main" noGrp="1"/>
          </p:cNvSpPr>
          <p:nvPr/>
        </p:nvSpPr>
        <p:spPr>
          <a:xfrm xmlns:a="http://schemas.openxmlformats.org/drawingml/2006/main">
            <a:off x="2823481"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BC3C0"/>
          </a:solidFill>
          <a:ln xmlns:a="http://schemas.openxmlformats.org/drawingml/2006/main" w="2205">
            <a:solidFill>
              <a:srgbClr val="FBFCFE"/>
            </a:solidFill>
            <a:prstDash val="solid"/>
          </a:ln>
        </p:spPr>
      </p:sp>
      <p:sp>
        <p:nvSpPr>
          <p:cNvPr id="847" name="Editable chart path">
            <a:extLst xmlns:a="http://schemas.openxmlformats.org/drawingml/2006/main">
              <a:ext uri="{FF2B5EF4-FFF2-40B4-BE49-F238E27FC236}">
                <a16:creationId xmlns:a16="http://schemas.microsoft.com/office/drawing/2014/main" id="{1FD4C077-8F68-48ED-9DD2-A8F22FE5C26C}"/>
              </a:ext>
            </a:extLst>
          </p:cNvPr>
          <p:cNvSpPr>
            <a:spLocks xmlns:a="http://schemas.openxmlformats.org/drawingml/2006/main" noGrp="1"/>
          </p:cNvSpPr>
          <p:nvPr/>
        </p:nvSpPr>
        <p:spPr>
          <a:xfrm xmlns:a="http://schemas.openxmlformats.org/drawingml/2006/main">
            <a:off x="2626414"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CC5C3"/>
          </a:solidFill>
          <a:ln xmlns:a="http://schemas.openxmlformats.org/drawingml/2006/main" w="2205">
            <a:solidFill>
              <a:srgbClr val="FBFCFE"/>
            </a:solidFill>
            <a:prstDash val="solid"/>
          </a:ln>
        </p:spPr>
      </p:sp>
      <p:sp>
        <p:nvSpPr>
          <p:cNvPr id="848" name="Editable chart path">
            <a:extLst xmlns:a="http://schemas.openxmlformats.org/drawingml/2006/main">
              <a:ext uri="{FF2B5EF4-FFF2-40B4-BE49-F238E27FC236}">
                <a16:creationId xmlns:a16="http://schemas.microsoft.com/office/drawing/2014/main" id="{C9AC029D-C37E-43C4-AA60-2D2AD725C778}"/>
              </a:ext>
            </a:extLst>
          </p:cNvPr>
          <p:cNvSpPr>
            <a:spLocks xmlns:a="http://schemas.openxmlformats.org/drawingml/2006/main" noGrp="1"/>
          </p:cNvSpPr>
          <p:nvPr/>
        </p:nvSpPr>
        <p:spPr>
          <a:xfrm xmlns:a="http://schemas.openxmlformats.org/drawingml/2006/main">
            <a:off x="2626414"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CC6C3"/>
          </a:solidFill>
          <a:ln xmlns:a="http://schemas.openxmlformats.org/drawingml/2006/main" w="2205">
            <a:solidFill>
              <a:srgbClr val="FBFCFE"/>
            </a:solidFill>
            <a:prstDash val="solid"/>
          </a:ln>
        </p:spPr>
      </p:sp>
      <p:sp>
        <p:nvSpPr>
          <p:cNvPr id="849" name="Editable chart path">
            <a:extLst xmlns:a="http://schemas.openxmlformats.org/drawingml/2006/main">
              <a:ext uri="{FF2B5EF4-FFF2-40B4-BE49-F238E27FC236}">
                <a16:creationId xmlns:a16="http://schemas.microsoft.com/office/drawing/2014/main" id="{D3466CA1-9586-4057-A1E1-F3EEA390A3B7}"/>
              </a:ext>
            </a:extLst>
          </p:cNvPr>
          <p:cNvSpPr>
            <a:spLocks xmlns:a="http://schemas.openxmlformats.org/drawingml/2006/main" noGrp="1"/>
          </p:cNvSpPr>
          <p:nvPr/>
        </p:nvSpPr>
        <p:spPr>
          <a:xfrm xmlns:a="http://schemas.openxmlformats.org/drawingml/2006/main">
            <a:off x="2889170"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850" name="Editable chart path">
            <a:extLst xmlns:a="http://schemas.openxmlformats.org/drawingml/2006/main">
              <a:ext uri="{FF2B5EF4-FFF2-40B4-BE49-F238E27FC236}">
                <a16:creationId xmlns:a16="http://schemas.microsoft.com/office/drawing/2014/main" id="{9E6B36F0-EA36-4807-BC8E-8DE109989368}"/>
              </a:ext>
            </a:extLst>
          </p:cNvPr>
          <p:cNvSpPr>
            <a:spLocks xmlns:a="http://schemas.openxmlformats.org/drawingml/2006/main" noGrp="1"/>
          </p:cNvSpPr>
          <p:nvPr/>
        </p:nvSpPr>
        <p:spPr>
          <a:xfrm xmlns:a="http://schemas.openxmlformats.org/drawingml/2006/main">
            <a:off x="3283304"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851" name="Editable chart path">
            <a:extLst xmlns:a="http://schemas.openxmlformats.org/drawingml/2006/main">
              <a:ext uri="{FF2B5EF4-FFF2-40B4-BE49-F238E27FC236}">
                <a16:creationId xmlns:a16="http://schemas.microsoft.com/office/drawing/2014/main" id="{922B3930-0EBF-43E1-AFE1-80BC2820B695}"/>
              </a:ext>
            </a:extLst>
          </p:cNvPr>
          <p:cNvSpPr>
            <a:spLocks xmlns:a="http://schemas.openxmlformats.org/drawingml/2006/main" noGrp="1"/>
          </p:cNvSpPr>
          <p:nvPr/>
        </p:nvSpPr>
        <p:spPr>
          <a:xfrm xmlns:a="http://schemas.openxmlformats.org/drawingml/2006/main">
            <a:off x="2954859"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852" name="Editable chart path">
            <a:extLst xmlns:a="http://schemas.openxmlformats.org/drawingml/2006/main">
              <a:ext uri="{FF2B5EF4-FFF2-40B4-BE49-F238E27FC236}">
                <a16:creationId xmlns:a16="http://schemas.microsoft.com/office/drawing/2014/main" id="{8EF29BFE-49B8-481C-A108-006D2E308430}"/>
              </a:ext>
            </a:extLst>
          </p:cNvPr>
          <p:cNvSpPr>
            <a:spLocks xmlns:a="http://schemas.openxmlformats.org/drawingml/2006/main" noGrp="1"/>
          </p:cNvSpPr>
          <p:nvPr/>
        </p:nvSpPr>
        <p:spPr>
          <a:xfrm xmlns:a="http://schemas.openxmlformats.org/drawingml/2006/main">
            <a:off x="3151926"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853" name="Editable chart path">
            <a:extLst xmlns:a="http://schemas.openxmlformats.org/drawingml/2006/main">
              <a:ext uri="{FF2B5EF4-FFF2-40B4-BE49-F238E27FC236}">
                <a16:creationId xmlns:a16="http://schemas.microsoft.com/office/drawing/2014/main" id="{AFE0B842-32E0-475B-BC9D-21304F31862A}"/>
              </a:ext>
            </a:extLst>
          </p:cNvPr>
          <p:cNvSpPr>
            <a:spLocks xmlns:a="http://schemas.openxmlformats.org/drawingml/2006/main" noGrp="1"/>
          </p:cNvSpPr>
          <p:nvPr/>
        </p:nvSpPr>
        <p:spPr>
          <a:xfrm xmlns:a="http://schemas.openxmlformats.org/drawingml/2006/main">
            <a:off x="3086237"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CC8C6"/>
          </a:solidFill>
          <a:ln xmlns:a="http://schemas.openxmlformats.org/drawingml/2006/main" w="2205">
            <a:solidFill>
              <a:srgbClr val="FBFCFE"/>
            </a:solidFill>
            <a:prstDash val="solid"/>
          </a:ln>
        </p:spPr>
      </p:sp>
      <p:sp>
        <p:nvSpPr>
          <p:cNvPr id="854" name="Editable chart path">
            <a:extLst xmlns:a="http://schemas.openxmlformats.org/drawingml/2006/main">
              <a:ext uri="{FF2B5EF4-FFF2-40B4-BE49-F238E27FC236}">
                <a16:creationId xmlns:a16="http://schemas.microsoft.com/office/drawing/2014/main" id="{044F14A2-0BA2-4D17-870B-B4E1E7C07FCC}"/>
              </a:ext>
            </a:extLst>
          </p:cNvPr>
          <p:cNvSpPr>
            <a:spLocks xmlns:a="http://schemas.openxmlformats.org/drawingml/2006/main" noGrp="1"/>
          </p:cNvSpPr>
          <p:nvPr/>
        </p:nvSpPr>
        <p:spPr>
          <a:xfrm xmlns:a="http://schemas.openxmlformats.org/drawingml/2006/main">
            <a:off x="2363658"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DCBC9"/>
          </a:solidFill>
          <a:ln xmlns:a="http://schemas.openxmlformats.org/drawingml/2006/main" w="2205">
            <a:solidFill>
              <a:srgbClr val="FBFCFE"/>
            </a:solidFill>
            <a:prstDash val="solid"/>
          </a:ln>
        </p:spPr>
      </p:sp>
      <p:sp>
        <p:nvSpPr>
          <p:cNvPr id="855" name="Editable chart path">
            <a:extLst xmlns:a="http://schemas.openxmlformats.org/drawingml/2006/main">
              <a:ext uri="{FF2B5EF4-FFF2-40B4-BE49-F238E27FC236}">
                <a16:creationId xmlns:a16="http://schemas.microsoft.com/office/drawing/2014/main" id="{8A758CA5-BCCF-45DD-A7EB-20A9D46F657F}"/>
              </a:ext>
            </a:extLst>
          </p:cNvPr>
          <p:cNvSpPr>
            <a:spLocks xmlns:a="http://schemas.openxmlformats.org/drawingml/2006/main" noGrp="1"/>
          </p:cNvSpPr>
          <p:nvPr/>
        </p:nvSpPr>
        <p:spPr>
          <a:xfrm xmlns:a="http://schemas.openxmlformats.org/drawingml/2006/main">
            <a:off x="2692103"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856" name="Editable chart path">
            <a:extLst xmlns:a="http://schemas.openxmlformats.org/drawingml/2006/main">
              <a:ext uri="{FF2B5EF4-FFF2-40B4-BE49-F238E27FC236}">
                <a16:creationId xmlns:a16="http://schemas.microsoft.com/office/drawing/2014/main" id="{0CED2F47-11A0-4125-B6FC-23B318440EF3}"/>
              </a:ext>
            </a:extLst>
          </p:cNvPr>
          <p:cNvSpPr>
            <a:spLocks xmlns:a="http://schemas.openxmlformats.org/drawingml/2006/main" noGrp="1"/>
          </p:cNvSpPr>
          <p:nvPr/>
        </p:nvSpPr>
        <p:spPr>
          <a:xfrm xmlns:a="http://schemas.openxmlformats.org/drawingml/2006/main">
            <a:off x="2954859"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857" name="Editable chart path">
            <a:extLst xmlns:a="http://schemas.openxmlformats.org/drawingml/2006/main">
              <a:ext uri="{FF2B5EF4-FFF2-40B4-BE49-F238E27FC236}">
                <a16:creationId xmlns:a16="http://schemas.microsoft.com/office/drawing/2014/main" id="{9B95E02A-3744-4A54-B330-6B49C4226669}"/>
              </a:ext>
            </a:extLst>
          </p:cNvPr>
          <p:cNvSpPr>
            <a:spLocks xmlns:a="http://schemas.openxmlformats.org/drawingml/2006/main" noGrp="1"/>
          </p:cNvSpPr>
          <p:nvPr/>
        </p:nvSpPr>
        <p:spPr>
          <a:xfrm xmlns:a="http://schemas.openxmlformats.org/drawingml/2006/main">
            <a:off x="2757792"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ECCC9"/>
          </a:solidFill>
          <a:ln xmlns:a="http://schemas.openxmlformats.org/drawingml/2006/main" w="2205">
            <a:solidFill>
              <a:srgbClr val="FBFCFE"/>
            </a:solidFill>
            <a:prstDash val="solid"/>
          </a:ln>
        </p:spPr>
      </p:sp>
      <p:sp>
        <p:nvSpPr>
          <p:cNvPr id="858" name="Editable chart path">
            <a:extLst xmlns:a="http://schemas.openxmlformats.org/drawingml/2006/main">
              <a:ext uri="{FF2B5EF4-FFF2-40B4-BE49-F238E27FC236}">
                <a16:creationId xmlns:a16="http://schemas.microsoft.com/office/drawing/2014/main" id="{A265172D-B062-45DE-A69A-ECB83F488278}"/>
              </a:ext>
            </a:extLst>
          </p:cNvPr>
          <p:cNvSpPr>
            <a:spLocks xmlns:a="http://schemas.openxmlformats.org/drawingml/2006/main" noGrp="1"/>
          </p:cNvSpPr>
          <p:nvPr/>
        </p:nvSpPr>
        <p:spPr>
          <a:xfrm xmlns:a="http://schemas.openxmlformats.org/drawingml/2006/main">
            <a:off x="2692103"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ECECC"/>
          </a:solidFill>
          <a:ln xmlns:a="http://schemas.openxmlformats.org/drawingml/2006/main" w="2205">
            <a:solidFill>
              <a:srgbClr val="FBFCFE"/>
            </a:solidFill>
            <a:prstDash val="solid"/>
          </a:ln>
        </p:spPr>
      </p:sp>
      <p:sp>
        <p:nvSpPr>
          <p:cNvPr id="859" name="Editable chart path">
            <a:extLst xmlns:a="http://schemas.openxmlformats.org/drawingml/2006/main">
              <a:ext uri="{FF2B5EF4-FFF2-40B4-BE49-F238E27FC236}">
                <a16:creationId xmlns:a16="http://schemas.microsoft.com/office/drawing/2014/main" id="{C2DAF327-2ACD-4EF6-AD38-AFE3F5773BD2}"/>
              </a:ext>
            </a:extLst>
          </p:cNvPr>
          <p:cNvSpPr>
            <a:spLocks xmlns:a="http://schemas.openxmlformats.org/drawingml/2006/main" noGrp="1"/>
          </p:cNvSpPr>
          <p:nvPr/>
        </p:nvSpPr>
        <p:spPr>
          <a:xfrm xmlns:a="http://schemas.openxmlformats.org/drawingml/2006/main">
            <a:off x="2889170"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ECECC"/>
          </a:solidFill>
          <a:ln xmlns:a="http://schemas.openxmlformats.org/drawingml/2006/main" w="2205">
            <a:solidFill>
              <a:srgbClr val="FBFCFE"/>
            </a:solidFill>
            <a:prstDash val="solid"/>
          </a:ln>
        </p:spPr>
      </p:sp>
      <p:sp>
        <p:nvSpPr>
          <p:cNvPr id="860" name="Editable chart path">
            <a:extLst xmlns:a="http://schemas.openxmlformats.org/drawingml/2006/main">
              <a:ext uri="{FF2B5EF4-FFF2-40B4-BE49-F238E27FC236}">
                <a16:creationId xmlns:a16="http://schemas.microsoft.com/office/drawing/2014/main" id="{2963E8BB-B41B-4BFC-90BC-887CBC8391B6}"/>
              </a:ext>
            </a:extLst>
          </p:cNvPr>
          <p:cNvSpPr>
            <a:spLocks xmlns:a="http://schemas.openxmlformats.org/drawingml/2006/main" noGrp="1"/>
          </p:cNvSpPr>
          <p:nvPr/>
        </p:nvSpPr>
        <p:spPr>
          <a:xfrm xmlns:a="http://schemas.openxmlformats.org/drawingml/2006/main">
            <a:off x="2823481"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ECECC"/>
          </a:solidFill>
          <a:ln xmlns:a="http://schemas.openxmlformats.org/drawingml/2006/main" w="2205">
            <a:solidFill>
              <a:srgbClr val="FBFCFE"/>
            </a:solidFill>
            <a:prstDash val="solid"/>
          </a:ln>
        </p:spPr>
      </p:sp>
      <p:sp>
        <p:nvSpPr>
          <p:cNvPr id="861" name="Editable chart path">
            <a:extLst xmlns:a="http://schemas.openxmlformats.org/drawingml/2006/main">
              <a:ext uri="{FF2B5EF4-FFF2-40B4-BE49-F238E27FC236}">
                <a16:creationId xmlns:a16="http://schemas.microsoft.com/office/drawing/2014/main" id="{D405A82A-5422-4C95-AC2C-A6224CBABEC4}"/>
              </a:ext>
            </a:extLst>
          </p:cNvPr>
          <p:cNvSpPr>
            <a:spLocks xmlns:a="http://schemas.openxmlformats.org/drawingml/2006/main" noGrp="1"/>
          </p:cNvSpPr>
          <p:nvPr/>
        </p:nvSpPr>
        <p:spPr>
          <a:xfrm xmlns:a="http://schemas.openxmlformats.org/drawingml/2006/main">
            <a:off x="2823481"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862" name="Editable chart path">
            <a:extLst xmlns:a="http://schemas.openxmlformats.org/drawingml/2006/main">
              <a:ext uri="{FF2B5EF4-FFF2-40B4-BE49-F238E27FC236}">
                <a16:creationId xmlns:a16="http://schemas.microsoft.com/office/drawing/2014/main" id="{CDC783E7-0471-4E12-9B5B-5CD8B4FE036B}"/>
              </a:ext>
            </a:extLst>
          </p:cNvPr>
          <p:cNvSpPr>
            <a:spLocks xmlns:a="http://schemas.openxmlformats.org/drawingml/2006/main" noGrp="1"/>
          </p:cNvSpPr>
          <p:nvPr/>
        </p:nvSpPr>
        <p:spPr>
          <a:xfrm xmlns:a="http://schemas.openxmlformats.org/drawingml/2006/main">
            <a:off x="3743127"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863" name="Editable chart path">
            <a:extLst xmlns:a="http://schemas.openxmlformats.org/drawingml/2006/main">
              <a:ext uri="{FF2B5EF4-FFF2-40B4-BE49-F238E27FC236}">
                <a16:creationId xmlns:a16="http://schemas.microsoft.com/office/drawing/2014/main" id="{B9D4B18B-FA36-4BA5-8C49-A24165C22C5B}"/>
              </a:ext>
            </a:extLst>
          </p:cNvPr>
          <p:cNvSpPr>
            <a:spLocks xmlns:a="http://schemas.openxmlformats.org/drawingml/2006/main" noGrp="1"/>
          </p:cNvSpPr>
          <p:nvPr/>
        </p:nvSpPr>
        <p:spPr>
          <a:xfrm xmlns:a="http://schemas.openxmlformats.org/drawingml/2006/main">
            <a:off x="2429347"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864" name="Editable chart path">
            <a:extLst xmlns:a="http://schemas.openxmlformats.org/drawingml/2006/main">
              <a:ext uri="{FF2B5EF4-FFF2-40B4-BE49-F238E27FC236}">
                <a16:creationId xmlns:a16="http://schemas.microsoft.com/office/drawing/2014/main" id="{5B02C583-3807-4614-8DA7-DF547622FE75}"/>
              </a:ext>
            </a:extLst>
          </p:cNvPr>
          <p:cNvSpPr>
            <a:spLocks xmlns:a="http://schemas.openxmlformats.org/drawingml/2006/main" noGrp="1"/>
          </p:cNvSpPr>
          <p:nvPr/>
        </p:nvSpPr>
        <p:spPr>
          <a:xfrm xmlns:a="http://schemas.openxmlformats.org/drawingml/2006/main">
            <a:off x="2692103" y="425485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865" name="Editable chart path">
            <a:extLst xmlns:a="http://schemas.openxmlformats.org/drawingml/2006/main">
              <a:ext uri="{FF2B5EF4-FFF2-40B4-BE49-F238E27FC236}">
                <a16:creationId xmlns:a16="http://schemas.microsoft.com/office/drawing/2014/main" id="{2788EF91-BF10-440F-B4E7-C02BE6239D03}"/>
              </a:ext>
            </a:extLst>
          </p:cNvPr>
          <p:cNvSpPr>
            <a:spLocks xmlns:a="http://schemas.openxmlformats.org/drawingml/2006/main" noGrp="1"/>
          </p:cNvSpPr>
          <p:nvPr/>
        </p:nvSpPr>
        <p:spPr>
          <a:xfrm xmlns:a="http://schemas.openxmlformats.org/drawingml/2006/main">
            <a:off x="3020548"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FCFCC"/>
          </a:solidFill>
          <a:ln xmlns:a="http://schemas.openxmlformats.org/drawingml/2006/main" w="2205">
            <a:solidFill>
              <a:srgbClr val="FBFCFE"/>
            </a:solidFill>
            <a:prstDash val="solid"/>
          </a:ln>
        </p:spPr>
      </p:sp>
      <p:sp>
        <p:nvSpPr>
          <p:cNvPr id="866" name="Editable chart path">
            <a:extLst xmlns:a="http://schemas.openxmlformats.org/drawingml/2006/main">
              <a:ext uri="{FF2B5EF4-FFF2-40B4-BE49-F238E27FC236}">
                <a16:creationId xmlns:a16="http://schemas.microsoft.com/office/drawing/2014/main" id="{E362DBF2-3345-423A-BF9D-B39EB0AA4899}"/>
              </a:ext>
            </a:extLst>
          </p:cNvPr>
          <p:cNvSpPr>
            <a:spLocks xmlns:a="http://schemas.openxmlformats.org/drawingml/2006/main" noGrp="1"/>
          </p:cNvSpPr>
          <p:nvPr/>
        </p:nvSpPr>
        <p:spPr>
          <a:xfrm xmlns:a="http://schemas.openxmlformats.org/drawingml/2006/main">
            <a:off x="2297969"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EFD1CE"/>
          </a:solidFill>
          <a:ln xmlns:a="http://schemas.openxmlformats.org/drawingml/2006/main" w="2205">
            <a:solidFill>
              <a:srgbClr val="FBFCFE"/>
            </a:solidFill>
            <a:prstDash val="solid"/>
          </a:ln>
        </p:spPr>
      </p:sp>
      <p:sp>
        <p:nvSpPr>
          <p:cNvPr id="867" name="Editable chart path">
            <a:extLst xmlns:a="http://schemas.openxmlformats.org/drawingml/2006/main">
              <a:ext uri="{FF2B5EF4-FFF2-40B4-BE49-F238E27FC236}">
                <a16:creationId xmlns:a16="http://schemas.microsoft.com/office/drawing/2014/main" id="{14A57033-D456-47B8-85A0-EFE4DBE812DF}"/>
              </a:ext>
            </a:extLst>
          </p:cNvPr>
          <p:cNvSpPr>
            <a:spLocks xmlns:a="http://schemas.openxmlformats.org/drawingml/2006/main" noGrp="1"/>
          </p:cNvSpPr>
          <p:nvPr/>
        </p:nvSpPr>
        <p:spPr>
          <a:xfrm xmlns:a="http://schemas.openxmlformats.org/drawingml/2006/main">
            <a:off x="2954859"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0D1CF"/>
          </a:solidFill>
          <a:ln xmlns:a="http://schemas.openxmlformats.org/drawingml/2006/main" w="2205">
            <a:solidFill>
              <a:srgbClr val="FBFCFE"/>
            </a:solidFill>
            <a:prstDash val="solid"/>
          </a:ln>
        </p:spPr>
      </p:sp>
      <p:sp>
        <p:nvSpPr>
          <p:cNvPr id="868" name="Editable chart path">
            <a:extLst xmlns:a="http://schemas.openxmlformats.org/drawingml/2006/main">
              <a:ext uri="{FF2B5EF4-FFF2-40B4-BE49-F238E27FC236}">
                <a16:creationId xmlns:a16="http://schemas.microsoft.com/office/drawing/2014/main" id="{D3C018E1-5BE4-442C-A297-223E3B69843A}"/>
              </a:ext>
            </a:extLst>
          </p:cNvPr>
          <p:cNvSpPr>
            <a:spLocks xmlns:a="http://schemas.openxmlformats.org/drawingml/2006/main" noGrp="1"/>
          </p:cNvSpPr>
          <p:nvPr/>
        </p:nvSpPr>
        <p:spPr>
          <a:xfrm xmlns:a="http://schemas.openxmlformats.org/drawingml/2006/main">
            <a:off x="2954859"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0D1CF"/>
          </a:solidFill>
          <a:ln xmlns:a="http://schemas.openxmlformats.org/drawingml/2006/main" w="2205">
            <a:solidFill>
              <a:srgbClr val="FBFCFE"/>
            </a:solidFill>
            <a:prstDash val="solid"/>
          </a:ln>
        </p:spPr>
      </p:sp>
      <p:sp>
        <p:nvSpPr>
          <p:cNvPr id="869" name="Editable chart path">
            <a:extLst xmlns:a="http://schemas.openxmlformats.org/drawingml/2006/main">
              <a:ext uri="{FF2B5EF4-FFF2-40B4-BE49-F238E27FC236}">
                <a16:creationId xmlns:a16="http://schemas.microsoft.com/office/drawing/2014/main" id="{F822195B-4E2B-443B-96EE-2F19C77D5970}"/>
              </a:ext>
            </a:extLst>
          </p:cNvPr>
          <p:cNvSpPr>
            <a:spLocks xmlns:a="http://schemas.openxmlformats.org/drawingml/2006/main" noGrp="1"/>
          </p:cNvSpPr>
          <p:nvPr/>
        </p:nvSpPr>
        <p:spPr>
          <a:xfrm xmlns:a="http://schemas.openxmlformats.org/drawingml/2006/main">
            <a:off x="2954859"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870" name="Editable chart path">
            <a:extLst xmlns:a="http://schemas.openxmlformats.org/drawingml/2006/main">
              <a:ext uri="{FF2B5EF4-FFF2-40B4-BE49-F238E27FC236}">
                <a16:creationId xmlns:a16="http://schemas.microsoft.com/office/drawing/2014/main" id="{3C81D6DC-6CBA-40EB-88A5-B15ABD37A448}"/>
              </a:ext>
            </a:extLst>
          </p:cNvPr>
          <p:cNvSpPr>
            <a:spLocks xmlns:a="http://schemas.openxmlformats.org/drawingml/2006/main" noGrp="1"/>
          </p:cNvSpPr>
          <p:nvPr/>
        </p:nvSpPr>
        <p:spPr>
          <a:xfrm xmlns:a="http://schemas.openxmlformats.org/drawingml/2006/main">
            <a:off x="2626414" y="425485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0D4D1"/>
          </a:solidFill>
          <a:ln xmlns:a="http://schemas.openxmlformats.org/drawingml/2006/main" w="2205">
            <a:solidFill>
              <a:srgbClr val="FBFCFE"/>
            </a:solidFill>
            <a:prstDash val="solid"/>
          </a:ln>
        </p:spPr>
      </p:sp>
      <p:sp>
        <p:nvSpPr>
          <p:cNvPr id="871" name="Editable chart path">
            <a:extLst xmlns:a="http://schemas.openxmlformats.org/drawingml/2006/main">
              <a:ext uri="{FF2B5EF4-FFF2-40B4-BE49-F238E27FC236}">
                <a16:creationId xmlns:a16="http://schemas.microsoft.com/office/drawing/2014/main" id="{EB3302A3-528E-427D-91B6-9B24FC6F38E9}"/>
              </a:ext>
            </a:extLst>
          </p:cNvPr>
          <p:cNvSpPr>
            <a:spLocks xmlns:a="http://schemas.openxmlformats.org/drawingml/2006/main" noGrp="1"/>
          </p:cNvSpPr>
          <p:nvPr/>
        </p:nvSpPr>
        <p:spPr>
          <a:xfrm xmlns:a="http://schemas.openxmlformats.org/drawingml/2006/main">
            <a:off x="2363658"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1D4D2"/>
          </a:solidFill>
          <a:ln xmlns:a="http://schemas.openxmlformats.org/drawingml/2006/main" w="2205">
            <a:solidFill>
              <a:srgbClr val="FBFCFE"/>
            </a:solidFill>
            <a:prstDash val="solid"/>
          </a:ln>
        </p:spPr>
      </p:sp>
      <p:sp>
        <p:nvSpPr>
          <p:cNvPr id="872" name="Editable chart path">
            <a:extLst xmlns:a="http://schemas.openxmlformats.org/drawingml/2006/main">
              <a:ext uri="{FF2B5EF4-FFF2-40B4-BE49-F238E27FC236}">
                <a16:creationId xmlns:a16="http://schemas.microsoft.com/office/drawing/2014/main" id="{FD9C1A06-0C6E-467C-BBAB-00732CF79045}"/>
              </a:ext>
            </a:extLst>
          </p:cNvPr>
          <p:cNvSpPr>
            <a:spLocks xmlns:a="http://schemas.openxmlformats.org/drawingml/2006/main" noGrp="1"/>
          </p:cNvSpPr>
          <p:nvPr/>
        </p:nvSpPr>
        <p:spPr>
          <a:xfrm xmlns:a="http://schemas.openxmlformats.org/drawingml/2006/main">
            <a:off x="2757792"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1D6D4"/>
          </a:solidFill>
          <a:ln xmlns:a="http://schemas.openxmlformats.org/drawingml/2006/main" w="2205">
            <a:solidFill>
              <a:srgbClr val="FBFCFE"/>
            </a:solidFill>
            <a:prstDash val="solid"/>
          </a:ln>
        </p:spPr>
      </p:sp>
      <p:sp>
        <p:nvSpPr>
          <p:cNvPr id="873" name="Editable chart path">
            <a:extLst xmlns:a="http://schemas.openxmlformats.org/drawingml/2006/main">
              <a:ext uri="{FF2B5EF4-FFF2-40B4-BE49-F238E27FC236}">
                <a16:creationId xmlns:a16="http://schemas.microsoft.com/office/drawing/2014/main" id="{8DB947E4-9FC7-4992-B258-6825C0712306}"/>
              </a:ext>
            </a:extLst>
          </p:cNvPr>
          <p:cNvSpPr>
            <a:spLocks xmlns:a="http://schemas.openxmlformats.org/drawingml/2006/main" noGrp="1"/>
          </p:cNvSpPr>
          <p:nvPr/>
        </p:nvSpPr>
        <p:spPr>
          <a:xfrm xmlns:a="http://schemas.openxmlformats.org/drawingml/2006/main">
            <a:off x="2232280"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1D6D4"/>
          </a:solidFill>
          <a:ln xmlns:a="http://schemas.openxmlformats.org/drawingml/2006/main" w="2205">
            <a:solidFill>
              <a:srgbClr val="FBFCFE"/>
            </a:solidFill>
            <a:prstDash val="solid"/>
          </a:ln>
        </p:spPr>
      </p:sp>
      <p:sp>
        <p:nvSpPr>
          <p:cNvPr id="874" name="Editable chart path">
            <a:extLst xmlns:a="http://schemas.openxmlformats.org/drawingml/2006/main">
              <a:ext uri="{FF2B5EF4-FFF2-40B4-BE49-F238E27FC236}">
                <a16:creationId xmlns:a16="http://schemas.microsoft.com/office/drawing/2014/main" id="{81B10D76-AD29-41F0-8246-9EB2BD221A07}"/>
              </a:ext>
            </a:extLst>
          </p:cNvPr>
          <p:cNvSpPr>
            <a:spLocks xmlns:a="http://schemas.openxmlformats.org/drawingml/2006/main" noGrp="1"/>
          </p:cNvSpPr>
          <p:nvPr/>
        </p:nvSpPr>
        <p:spPr>
          <a:xfrm xmlns:a="http://schemas.openxmlformats.org/drawingml/2006/main">
            <a:off x="2429347"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1D6D4"/>
          </a:solidFill>
          <a:ln xmlns:a="http://schemas.openxmlformats.org/drawingml/2006/main" w="2205">
            <a:solidFill>
              <a:srgbClr val="FBFCFE"/>
            </a:solidFill>
            <a:prstDash val="solid"/>
          </a:ln>
        </p:spPr>
      </p:sp>
      <p:sp>
        <p:nvSpPr>
          <p:cNvPr id="875" name="Editable chart path">
            <a:extLst xmlns:a="http://schemas.openxmlformats.org/drawingml/2006/main">
              <a:ext uri="{FF2B5EF4-FFF2-40B4-BE49-F238E27FC236}">
                <a16:creationId xmlns:a16="http://schemas.microsoft.com/office/drawing/2014/main" id="{447924B6-2563-409C-87E8-CEDEF455403C}"/>
              </a:ext>
            </a:extLst>
          </p:cNvPr>
          <p:cNvSpPr>
            <a:spLocks xmlns:a="http://schemas.openxmlformats.org/drawingml/2006/main" noGrp="1"/>
          </p:cNvSpPr>
          <p:nvPr/>
        </p:nvSpPr>
        <p:spPr>
          <a:xfrm xmlns:a="http://schemas.openxmlformats.org/drawingml/2006/main">
            <a:off x="2626414" y="274401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1D6D4"/>
          </a:solidFill>
          <a:ln xmlns:a="http://schemas.openxmlformats.org/drawingml/2006/main" w="2205">
            <a:solidFill>
              <a:srgbClr val="FBFCFE"/>
            </a:solidFill>
            <a:prstDash val="solid"/>
          </a:ln>
        </p:spPr>
      </p:sp>
      <p:sp>
        <p:nvSpPr>
          <p:cNvPr id="876" name="Editable chart path">
            <a:extLst xmlns:a="http://schemas.openxmlformats.org/drawingml/2006/main">
              <a:ext uri="{FF2B5EF4-FFF2-40B4-BE49-F238E27FC236}">
                <a16:creationId xmlns:a16="http://schemas.microsoft.com/office/drawing/2014/main" id="{BE97528B-F207-4DAE-A537-9A27861A25F2}"/>
              </a:ext>
            </a:extLst>
          </p:cNvPr>
          <p:cNvSpPr>
            <a:spLocks xmlns:a="http://schemas.openxmlformats.org/drawingml/2006/main" noGrp="1"/>
          </p:cNvSpPr>
          <p:nvPr/>
        </p:nvSpPr>
        <p:spPr>
          <a:xfrm xmlns:a="http://schemas.openxmlformats.org/drawingml/2006/main">
            <a:off x="1838145"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1D7D5"/>
          </a:solidFill>
          <a:ln xmlns:a="http://schemas.openxmlformats.org/drawingml/2006/main" w="2205">
            <a:solidFill>
              <a:srgbClr val="FBFCFE"/>
            </a:solidFill>
            <a:prstDash val="solid"/>
          </a:ln>
        </p:spPr>
      </p:sp>
      <p:sp>
        <p:nvSpPr>
          <p:cNvPr id="877" name="Editable chart path">
            <a:extLst xmlns:a="http://schemas.openxmlformats.org/drawingml/2006/main">
              <a:ext uri="{FF2B5EF4-FFF2-40B4-BE49-F238E27FC236}">
                <a16:creationId xmlns:a16="http://schemas.microsoft.com/office/drawing/2014/main" id="{0EC8238F-03D4-4E29-970F-65FE85D40802}"/>
              </a:ext>
            </a:extLst>
          </p:cNvPr>
          <p:cNvSpPr>
            <a:spLocks xmlns:a="http://schemas.openxmlformats.org/drawingml/2006/main" noGrp="1"/>
          </p:cNvSpPr>
          <p:nvPr/>
        </p:nvSpPr>
        <p:spPr>
          <a:xfrm xmlns:a="http://schemas.openxmlformats.org/drawingml/2006/main">
            <a:off x="2429347"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1D7D5"/>
          </a:solidFill>
          <a:ln xmlns:a="http://schemas.openxmlformats.org/drawingml/2006/main" w="2205">
            <a:solidFill>
              <a:srgbClr val="FBFCFE"/>
            </a:solidFill>
            <a:prstDash val="solid"/>
          </a:ln>
        </p:spPr>
      </p:sp>
      <p:sp>
        <p:nvSpPr>
          <p:cNvPr id="878" name="Editable chart path">
            <a:extLst xmlns:a="http://schemas.openxmlformats.org/drawingml/2006/main">
              <a:ext uri="{FF2B5EF4-FFF2-40B4-BE49-F238E27FC236}">
                <a16:creationId xmlns:a16="http://schemas.microsoft.com/office/drawing/2014/main" id="{B07C5000-D3BB-4E6D-9E62-B51D9E63E65A}"/>
              </a:ext>
            </a:extLst>
          </p:cNvPr>
          <p:cNvSpPr>
            <a:spLocks xmlns:a="http://schemas.openxmlformats.org/drawingml/2006/main" noGrp="1"/>
          </p:cNvSpPr>
          <p:nvPr/>
        </p:nvSpPr>
        <p:spPr>
          <a:xfrm xmlns:a="http://schemas.openxmlformats.org/drawingml/2006/main">
            <a:off x="262641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1D7D5"/>
          </a:solidFill>
          <a:ln xmlns:a="http://schemas.openxmlformats.org/drawingml/2006/main" w="2205">
            <a:solidFill>
              <a:srgbClr val="FBFCFE"/>
            </a:solidFill>
            <a:prstDash val="solid"/>
          </a:ln>
        </p:spPr>
      </p:sp>
      <p:sp>
        <p:nvSpPr>
          <p:cNvPr id="879" name="Editable chart path">
            <a:extLst xmlns:a="http://schemas.openxmlformats.org/drawingml/2006/main">
              <a:ext uri="{FF2B5EF4-FFF2-40B4-BE49-F238E27FC236}">
                <a16:creationId xmlns:a16="http://schemas.microsoft.com/office/drawing/2014/main" id="{1ACE2D6B-647B-43B4-8DB8-0383AD4342D3}"/>
              </a:ext>
            </a:extLst>
          </p:cNvPr>
          <p:cNvSpPr>
            <a:spLocks xmlns:a="http://schemas.openxmlformats.org/drawingml/2006/main" noGrp="1"/>
          </p:cNvSpPr>
          <p:nvPr/>
        </p:nvSpPr>
        <p:spPr>
          <a:xfrm xmlns:a="http://schemas.openxmlformats.org/drawingml/2006/main">
            <a:off x="1772456"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1D7D5"/>
          </a:solidFill>
          <a:ln xmlns:a="http://schemas.openxmlformats.org/drawingml/2006/main" w="2205">
            <a:solidFill>
              <a:srgbClr val="FBFCFE"/>
            </a:solidFill>
            <a:prstDash val="solid"/>
          </a:ln>
        </p:spPr>
      </p:sp>
      <p:sp>
        <p:nvSpPr>
          <p:cNvPr id="880" name="Editable chart path">
            <a:extLst xmlns:a="http://schemas.openxmlformats.org/drawingml/2006/main">
              <a:ext uri="{FF2B5EF4-FFF2-40B4-BE49-F238E27FC236}">
                <a16:creationId xmlns:a16="http://schemas.microsoft.com/office/drawing/2014/main" id="{4EA88899-1A7A-43FE-A3E2-7EBDD011B6F0}"/>
              </a:ext>
            </a:extLst>
          </p:cNvPr>
          <p:cNvSpPr>
            <a:spLocks xmlns:a="http://schemas.openxmlformats.org/drawingml/2006/main" noGrp="1"/>
          </p:cNvSpPr>
          <p:nvPr/>
        </p:nvSpPr>
        <p:spPr>
          <a:xfrm xmlns:a="http://schemas.openxmlformats.org/drawingml/2006/main">
            <a:off x="2823481"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2D9D7"/>
          </a:solidFill>
          <a:ln xmlns:a="http://schemas.openxmlformats.org/drawingml/2006/main" w="2205">
            <a:solidFill>
              <a:srgbClr val="FBFCFE"/>
            </a:solidFill>
            <a:prstDash val="solid"/>
          </a:ln>
        </p:spPr>
      </p:sp>
      <p:sp>
        <p:nvSpPr>
          <p:cNvPr id="881" name="Editable chart path">
            <a:extLst xmlns:a="http://schemas.openxmlformats.org/drawingml/2006/main">
              <a:ext uri="{FF2B5EF4-FFF2-40B4-BE49-F238E27FC236}">
                <a16:creationId xmlns:a16="http://schemas.microsoft.com/office/drawing/2014/main" id="{A5FA89C4-AFCC-46C4-A398-C78F20A02D13}"/>
              </a:ext>
            </a:extLst>
          </p:cNvPr>
          <p:cNvSpPr>
            <a:spLocks xmlns:a="http://schemas.openxmlformats.org/drawingml/2006/main" noGrp="1"/>
          </p:cNvSpPr>
          <p:nvPr/>
        </p:nvSpPr>
        <p:spPr>
          <a:xfrm xmlns:a="http://schemas.openxmlformats.org/drawingml/2006/main">
            <a:off x="3283304"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3DCDA"/>
          </a:solidFill>
          <a:ln xmlns:a="http://schemas.openxmlformats.org/drawingml/2006/main" w="2205">
            <a:solidFill>
              <a:srgbClr val="FBFCFE"/>
            </a:solidFill>
            <a:prstDash val="solid"/>
          </a:ln>
        </p:spPr>
      </p:sp>
      <p:sp>
        <p:nvSpPr>
          <p:cNvPr id="882" name="Editable chart path">
            <a:extLst xmlns:a="http://schemas.openxmlformats.org/drawingml/2006/main">
              <a:ext uri="{FF2B5EF4-FFF2-40B4-BE49-F238E27FC236}">
                <a16:creationId xmlns:a16="http://schemas.microsoft.com/office/drawing/2014/main" id="{C05169F9-A14F-46A4-BF59-9B807649DB23}"/>
              </a:ext>
            </a:extLst>
          </p:cNvPr>
          <p:cNvSpPr>
            <a:spLocks xmlns:a="http://schemas.openxmlformats.org/drawingml/2006/main" noGrp="1"/>
          </p:cNvSpPr>
          <p:nvPr/>
        </p:nvSpPr>
        <p:spPr>
          <a:xfrm xmlns:a="http://schemas.openxmlformats.org/drawingml/2006/main">
            <a:off x="2954859"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4DFDD"/>
          </a:solidFill>
          <a:ln xmlns:a="http://schemas.openxmlformats.org/drawingml/2006/main" w="2205">
            <a:solidFill>
              <a:srgbClr val="FBFCFE"/>
            </a:solidFill>
            <a:prstDash val="solid"/>
          </a:ln>
        </p:spPr>
      </p:sp>
      <p:sp>
        <p:nvSpPr>
          <p:cNvPr id="883" name="Editable chart path">
            <a:extLst xmlns:a="http://schemas.openxmlformats.org/drawingml/2006/main">
              <a:ext uri="{FF2B5EF4-FFF2-40B4-BE49-F238E27FC236}">
                <a16:creationId xmlns:a16="http://schemas.microsoft.com/office/drawing/2014/main" id="{22DADA34-74AA-4C5E-B358-954522FCBEE7}"/>
              </a:ext>
            </a:extLst>
          </p:cNvPr>
          <p:cNvSpPr>
            <a:spLocks xmlns:a="http://schemas.openxmlformats.org/drawingml/2006/main" noGrp="1"/>
          </p:cNvSpPr>
          <p:nvPr/>
        </p:nvSpPr>
        <p:spPr>
          <a:xfrm xmlns:a="http://schemas.openxmlformats.org/drawingml/2006/main">
            <a:off x="2823481"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4DFDD"/>
          </a:solidFill>
          <a:ln xmlns:a="http://schemas.openxmlformats.org/drawingml/2006/main" w="2205">
            <a:solidFill>
              <a:srgbClr val="FBFCFE"/>
            </a:solidFill>
            <a:prstDash val="solid"/>
          </a:ln>
        </p:spPr>
      </p:sp>
      <p:sp>
        <p:nvSpPr>
          <p:cNvPr id="884" name="Editable chart path">
            <a:extLst xmlns:a="http://schemas.openxmlformats.org/drawingml/2006/main">
              <a:ext uri="{FF2B5EF4-FFF2-40B4-BE49-F238E27FC236}">
                <a16:creationId xmlns:a16="http://schemas.microsoft.com/office/drawing/2014/main" id="{30D42952-885F-4A77-A352-577B28F75737}"/>
              </a:ext>
            </a:extLst>
          </p:cNvPr>
          <p:cNvSpPr>
            <a:spLocks xmlns:a="http://schemas.openxmlformats.org/drawingml/2006/main" noGrp="1"/>
          </p:cNvSpPr>
          <p:nvPr/>
        </p:nvSpPr>
        <p:spPr>
          <a:xfrm xmlns:a="http://schemas.openxmlformats.org/drawingml/2006/main">
            <a:off x="2297969"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4DFDD"/>
          </a:solidFill>
          <a:ln xmlns:a="http://schemas.openxmlformats.org/drawingml/2006/main" w="2205">
            <a:solidFill>
              <a:srgbClr val="FBFCFE"/>
            </a:solidFill>
            <a:prstDash val="solid"/>
          </a:ln>
        </p:spPr>
      </p:sp>
      <p:sp>
        <p:nvSpPr>
          <p:cNvPr id="885" name="Editable chart path">
            <a:extLst xmlns:a="http://schemas.openxmlformats.org/drawingml/2006/main">
              <a:ext uri="{FF2B5EF4-FFF2-40B4-BE49-F238E27FC236}">
                <a16:creationId xmlns:a16="http://schemas.microsoft.com/office/drawing/2014/main" id="{503A1E8E-EEEB-47F0-87A1-C19ABDEEAF71}"/>
              </a:ext>
            </a:extLst>
          </p:cNvPr>
          <p:cNvSpPr>
            <a:spLocks xmlns:a="http://schemas.openxmlformats.org/drawingml/2006/main" noGrp="1"/>
          </p:cNvSpPr>
          <p:nvPr/>
        </p:nvSpPr>
        <p:spPr>
          <a:xfrm xmlns:a="http://schemas.openxmlformats.org/drawingml/2006/main">
            <a:off x="190383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4DFDE"/>
          </a:solidFill>
          <a:ln xmlns:a="http://schemas.openxmlformats.org/drawingml/2006/main" w="2205">
            <a:solidFill>
              <a:srgbClr val="FBFCFE"/>
            </a:solidFill>
            <a:prstDash val="solid"/>
          </a:ln>
        </p:spPr>
      </p:sp>
      <p:sp>
        <p:nvSpPr>
          <p:cNvPr id="886" name="Editable chart path">
            <a:extLst xmlns:a="http://schemas.openxmlformats.org/drawingml/2006/main">
              <a:ext uri="{FF2B5EF4-FFF2-40B4-BE49-F238E27FC236}">
                <a16:creationId xmlns:a16="http://schemas.microsoft.com/office/drawing/2014/main" id="{3B71493E-782F-4D0D-A15D-12FB28A6859C}"/>
              </a:ext>
            </a:extLst>
          </p:cNvPr>
          <p:cNvSpPr>
            <a:spLocks xmlns:a="http://schemas.openxmlformats.org/drawingml/2006/main" noGrp="1"/>
          </p:cNvSpPr>
          <p:nvPr/>
        </p:nvSpPr>
        <p:spPr>
          <a:xfrm xmlns:a="http://schemas.openxmlformats.org/drawingml/2006/main">
            <a:off x="2757792"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4DFDE"/>
          </a:solidFill>
          <a:ln xmlns:a="http://schemas.openxmlformats.org/drawingml/2006/main" w="2205">
            <a:solidFill>
              <a:srgbClr val="FBFCFE"/>
            </a:solidFill>
            <a:prstDash val="solid"/>
          </a:ln>
        </p:spPr>
      </p:sp>
      <p:sp>
        <p:nvSpPr>
          <p:cNvPr id="887" name="Editable chart path">
            <a:extLst xmlns:a="http://schemas.openxmlformats.org/drawingml/2006/main">
              <a:ext uri="{FF2B5EF4-FFF2-40B4-BE49-F238E27FC236}">
                <a16:creationId xmlns:a16="http://schemas.microsoft.com/office/drawing/2014/main" id="{F87FDF2B-C488-4DF5-880D-5DC21B3FDDB6}"/>
              </a:ext>
            </a:extLst>
          </p:cNvPr>
          <p:cNvSpPr>
            <a:spLocks xmlns:a="http://schemas.openxmlformats.org/drawingml/2006/main" noGrp="1"/>
          </p:cNvSpPr>
          <p:nvPr/>
        </p:nvSpPr>
        <p:spPr>
          <a:xfrm xmlns:a="http://schemas.openxmlformats.org/drawingml/2006/main">
            <a:off x="2297969"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2E0"/>
          </a:solidFill>
          <a:ln xmlns:a="http://schemas.openxmlformats.org/drawingml/2006/main" w="2205">
            <a:solidFill>
              <a:srgbClr val="FBFCFE"/>
            </a:solidFill>
            <a:prstDash val="solid"/>
          </a:ln>
        </p:spPr>
      </p:sp>
      <p:sp>
        <p:nvSpPr>
          <p:cNvPr id="888" name="Editable chart path">
            <a:extLst xmlns:a="http://schemas.openxmlformats.org/drawingml/2006/main">
              <a:ext uri="{FF2B5EF4-FFF2-40B4-BE49-F238E27FC236}">
                <a16:creationId xmlns:a16="http://schemas.microsoft.com/office/drawing/2014/main" id="{0A7CB1B8-C6B8-485E-864D-8944D1E848FB}"/>
              </a:ext>
            </a:extLst>
          </p:cNvPr>
          <p:cNvSpPr>
            <a:spLocks xmlns:a="http://schemas.openxmlformats.org/drawingml/2006/main" noGrp="1"/>
          </p:cNvSpPr>
          <p:nvPr/>
        </p:nvSpPr>
        <p:spPr>
          <a:xfrm xmlns:a="http://schemas.openxmlformats.org/drawingml/2006/main">
            <a:off x="3874505"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2E0"/>
          </a:solidFill>
          <a:ln xmlns:a="http://schemas.openxmlformats.org/drawingml/2006/main" w="2205">
            <a:solidFill>
              <a:srgbClr val="FBFCFE"/>
            </a:solidFill>
            <a:prstDash val="solid"/>
          </a:ln>
        </p:spPr>
      </p:sp>
      <p:sp>
        <p:nvSpPr>
          <p:cNvPr id="889" name="Editable chart path">
            <a:extLst xmlns:a="http://schemas.openxmlformats.org/drawingml/2006/main">
              <a:ext uri="{FF2B5EF4-FFF2-40B4-BE49-F238E27FC236}">
                <a16:creationId xmlns:a16="http://schemas.microsoft.com/office/drawing/2014/main" id="{E2CB5E9E-5057-428E-86C6-7DC22334459D}"/>
              </a:ext>
            </a:extLst>
          </p:cNvPr>
          <p:cNvSpPr>
            <a:spLocks xmlns:a="http://schemas.openxmlformats.org/drawingml/2006/main" noGrp="1"/>
          </p:cNvSpPr>
          <p:nvPr/>
        </p:nvSpPr>
        <p:spPr>
          <a:xfrm xmlns:a="http://schemas.openxmlformats.org/drawingml/2006/main">
            <a:off x="2560725"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2E0"/>
          </a:solidFill>
          <a:ln xmlns:a="http://schemas.openxmlformats.org/drawingml/2006/main" w="2205">
            <a:solidFill>
              <a:srgbClr val="FBFCFE"/>
            </a:solidFill>
            <a:prstDash val="solid"/>
          </a:ln>
        </p:spPr>
      </p:sp>
      <p:sp>
        <p:nvSpPr>
          <p:cNvPr id="890" name="Editable chart path">
            <a:extLst xmlns:a="http://schemas.openxmlformats.org/drawingml/2006/main">
              <a:ext uri="{FF2B5EF4-FFF2-40B4-BE49-F238E27FC236}">
                <a16:creationId xmlns:a16="http://schemas.microsoft.com/office/drawing/2014/main" id="{52751F40-E717-4045-B2BF-36A65DA1E84B}"/>
              </a:ext>
            </a:extLst>
          </p:cNvPr>
          <p:cNvSpPr>
            <a:spLocks xmlns:a="http://schemas.openxmlformats.org/drawingml/2006/main" noGrp="1"/>
          </p:cNvSpPr>
          <p:nvPr/>
        </p:nvSpPr>
        <p:spPr>
          <a:xfrm xmlns:a="http://schemas.openxmlformats.org/drawingml/2006/main">
            <a:off x="2166591"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2E0"/>
          </a:solidFill>
          <a:ln xmlns:a="http://schemas.openxmlformats.org/drawingml/2006/main" w="2205">
            <a:solidFill>
              <a:srgbClr val="FBFCFE"/>
            </a:solidFill>
            <a:prstDash val="solid"/>
          </a:ln>
        </p:spPr>
      </p:sp>
      <p:sp>
        <p:nvSpPr>
          <p:cNvPr id="891" name="Editable chart path">
            <a:extLst xmlns:a="http://schemas.openxmlformats.org/drawingml/2006/main">
              <a:ext uri="{FF2B5EF4-FFF2-40B4-BE49-F238E27FC236}">
                <a16:creationId xmlns:a16="http://schemas.microsoft.com/office/drawing/2014/main" id="{7EDE4846-D3C6-47F2-AE97-CE214D977194}"/>
              </a:ext>
            </a:extLst>
          </p:cNvPr>
          <p:cNvSpPr>
            <a:spLocks xmlns:a="http://schemas.openxmlformats.org/drawingml/2006/main" noGrp="1"/>
          </p:cNvSpPr>
          <p:nvPr/>
        </p:nvSpPr>
        <p:spPr>
          <a:xfrm xmlns:a="http://schemas.openxmlformats.org/drawingml/2006/main">
            <a:off x="2954859"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2E0"/>
          </a:solidFill>
          <a:ln xmlns:a="http://schemas.openxmlformats.org/drawingml/2006/main" w="2205">
            <a:solidFill>
              <a:srgbClr val="FBFCFE"/>
            </a:solidFill>
            <a:prstDash val="solid"/>
          </a:ln>
        </p:spPr>
      </p:sp>
      <p:sp>
        <p:nvSpPr>
          <p:cNvPr id="892" name="Editable chart path">
            <a:extLst xmlns:a="http://schemas.openxmlformats.org/drawingml/2006/main">
              <a:ext uri="{FF2B5EF4-FFF2-40B4-BE49-F238E27FC236}">
                <a16:creationId xmlns:a16="http://schemas.microsoft.com/office/drawing/2014/main" id="{2897A110-ACCE-49E3-9EEB-1A05CECE6EA9}"/>
              </a:ext>
            </a:extLst>
          </p:cNvPr>
          <p:cNvSpPr>
            <a:spLocks xmlns:a="http://schemas.openxmlformats.org/drawingml/2006/main" noGrp="1"/>
          </p:cNvSpPr>
          <p:nvPr/>
        </p:nvSpPr>
        <p:spPr>
          <a:xfrm xmlns:a="http://schemas.openxmlformats.org/drawingml/2006/main">
            <a:off x="1838145"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2E0"/>
          </a:solidFill>
          <a:ln xmlns:a="http://schemas.openxmlformats.org/drawingml/2006/main" w="2205">
            <a:solidFill>
              <a:srgbClr val="FBFCFE"/>
            </a:solidFill>
            <a:prstDash val="solid"/>
          </a:ln>
        </p:spPr>
      </p:sp>
      <p:sp>
        <p:nvSpPr>
          <p:cNvPr id="893" name="Editable chart path">
            <a:extLst xmlns:a="http://schemas.openxmlformats.org/drawingml/2006/main">
              <a:ext uri="{FF2B5EF4-FFF2-40B4-BE49-F238E27FC236}">
                <a16:creationId xmlns:a16="http://schemas.microsoft.com/office/drawing/2014/main" id="{05854530-0D85-49C9-BFD1-8DD4953D6370}"/>
              </a:ext>
            </a:extLst>
          </p:cNvPr>
          <p:cNvSpPr>
            <a:spLocks xmlns:a="http://schemas.openxmlformats.org/drawingml/2006/main" noGrp="1"/>
          </p:cNvSpPr>
          <p:nvPr/>
        </p:nvSpPr>
        <p:spPr>
          <a:xfrm xmlns:a="http://schemas.openxmlformats.org/drawingml/2006/main">
            <a:off x="3348993"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3E2"/>
          </a:solidFill>
          <a:ln xmlns:a="http://schemas.openxmlformats.org/drawingml/2006/main" w="2205">
            <a:solidFill>
              <a:srgbClr val="FBFCFE"/>
            </a:solidFill>
            <a:prstDash val="solid"/>
          </a:ln>
        </p:spPr>
      </p:sp>
      <p:sp>
        <p:nvSpPr>
          <p:cNvPr id="894" name="Editable chart path">
            <a:extLst xmlns:a="http://schemas.openxmlformats.org/drawingml/2006/main">
              <a:ext uri="{FF2B5EF4-FFF2-40B4-BE49-F238E27FC236}">
                <a16:creationId xmlns:a16="http://schemas.microsoft.com/office/drawing/2014/main" id="{27400D16-C7C2-415A-94BA-6677D1924EDC}"/>
              </a:ext>
            </a:extLst>
          </p:cNvPr>
          <p:cNvSpPr>
            <a:spLocks xmlns:a="http://schemas.openxmlformats.org/drawingml/2006/main" noGrp="1"/>
          </p:cNvSpPr>
          <p:nvPr/>
        </p:nvSpPr>
        <p:spPr>
          <a:xfrm xmlns:a="http://schemas.openxmlformats.org/drawingml/2006/main">
            <a:off x="2495036"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3E2"/>
          </a:solidFill>
          <a:ln xmlns:a="http://schemas.openxmlformats.org/drawingml/2006/main" w="2205">
            <a:solidFill>
              <a:srgbClr val="FBFCFE"/>
            </a:solidFill>
            <a:prstDash val="solid"/>
          </a:ln>
        </p:spPr>
      </p:sp>
      <p:sp>
        <p:nvSpPr>
          <p:cNvPr id="895" name="Editable chart path">
            <a:extLst xmlns:a="http://schemas.openxmlformats.org/drawingml/2006/main">
              <a:ext uri="{FF2B5EF4-FFF2-40B4-BE49-F238E27FC236}">
                <a16:creationId xmlns:a16="http://schemas.microsoft.com/office/drawing/2014/main" id="{12461A18-D721-40F6-9A13-B9719ABD570C}"/>
              </a:ext>
            </a:extLst>
          </p:cNvPr>
          <p:cNvSpPr>
            <a:spLocks xmlns:a="http://schemas.openxmlformats.org/drawingml/2006/main" noGrp="1"/>
          </p:cNvSpPr>
          <p:nvPr/>
        </p:nvSpPr>
        <p:spPr>
          <a:xfrm xmlns:a="http://schemas.openxmlformats.org/drawingml/2006/main">
            <a:off x="2100902"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3E2"/>
          </a:solidFill>
          <a:ln xmlns:a="http://schemas.openxmlformats.org/drawingml/2006/main" w="2205">
            <a:solidFill>
              <a:srgbClr val="FBFCFE"/>
            </a:solidFill>
            <a:prstDash val="solid"/>
          </a:ln>
        </p:spPr>
      </p:sp>
      <p:sp>
        <p:nvSpPr>
          <p:cNvPr id="896" name="Editable chart path">
            <a:extLst xmlns:a="http://schemas.openxmlformats.org/drawingml/2006/main">
              <a:ext uri="{FF2B5EF4-FFF2-40B4-BE49-F238E27FC236}">
                <a16:creationId xmlns:a16="http://schemas.microsoft.com/office/drawing/2014/main" id="{BA968ADF-7B70-4609-8F32-465E1258F846}"/>
              </a:ext>
            </a:extLst>
          </p:cNvPr>
          <p:cNvSpPr>
            <a:spLocks xmlns:a="http://schemas.openxmlformats.org/drawingml/2006/main" noGrp="1"/>
          </p:cNvSpPr>
          <p:nvPr/>
        </p:nvSpPr>
        <p:spPr>
          <a:xfrm xmlns:a="http://schemas.openxmlformats.org/drawingml/2006/main">
            <a:off x="2232280"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3E2"/>
          </a:solidFill>
          <a:ln xmlns:a="http://schemas.openxmlformats.org/drawingml/2006/main" w="2205">
            <a:solidFill>
              <a:srgbClr val="FBFCFE"/>
            </a:solidFill>
            <a:prstDash val="solid"/>
          </a:ln>
        </p:spPr>
      </p:sp>
      <p:sp>
        <p:nvSpPr>
          <p:cNvPr id="897" name="Editable chart path">
            <a:extLst xmlns:a="http://schemas.openxmlformats.org/drawingml/2006/main">
              <a:ext uri="{FF2B5EF4-FFF2-40B4-BE49-F238E27FC236}">
                <a16:creationId xmlns:a16="http://schemas.microsoft.com/office/drawing/2014/main" id="{203A3675-CF0E-4DD7-9379-56474245F75B}"/>
              </a:ext>
            </a:extLst>
          </p:cNvPr>
          <p:cNvSpPr>
            <a:spLocks xmlns:a="http://schemas.openxmlformats.org/drawingml/2006/main" noGrp="1"/>
          </p:cNvSpPr>
          <p:nvPr/>
        </p:nvSpPr>
        <p:spPr>
          <a:xfrm xmlns:a="http://schemas.openxmlformats.org/drawingml/2006/main">
            <a:off x="3283304"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5E3E2"/>
          </a:solidFill>
          <a:ln xmlns:a="http://schemas.openxmlformats.org/drawingml/2006/main" w="2205">
            <a:solidFill>
              <a:srgbClr val="FBFCFE"/>
            </a:solidFill>
            <a:prstDash val="solid"/>
          </a:ln>
        </p:spPr>
      </p:sp>
      <p:sp>
        <p:nvSpPr>
          <p:cNvPr id="898" name="Editable chart path">
            <a:extLst xmlns:a="http://schemas.openxmlformats.org/drawingml/2006/main">
              <a:ext uri="{FF2B5EF4-FFF2-40B4-BE49-F238E27FC236}">
                <a16:creationId xmlns:a16="http://schemas.microsoft.com/office/drawing/2014/main" id="{CE64C9F7-9D35-487E-A05E-78A2BEDCE339}"/>
              </a:ext>
            </a:extLst>
          </p:cNvPr>
          <p:cNvSpPr>
            <a:spLocks xmlns:a="http://schemas.openxmlformats.org/drawingml/2006/main" noGrp="1"/>
          </p:cNvSpPr>
          <p:nvPr/>
        </p:nvSpPr>
        <p:spPr>
          <a:xfrm xmlns:a="http://schemas.openxmlformats.org/drawingml/2006/main">
            <a:off x="2889170"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4E3"/>
          </a:solidFill>
          <a:ln xmlns:a="http://schemas.openxmlformats.org/drawingml/2006/main" w="2205">
            <a:solidFill>
              <a:srgbClr val="FBFCFE"/>
            </a:solidFill>
            <a:prstDash val="solid"/>
          </a:ln>
        </p:spPr>
      </p:sp>
      <p:sp>
        <p:nvSpPr>
          <p:cNvPr id="899" name="Editable chart path">
            <a:extLst xmlns:a="http://schemas.openxmlformats.org/drawingml/2006/main">
              <a:ext uri="{FF2B5EF4-FFF2-40B4-BE49-F238E27FC236}">
                <a16:creationId xmlns:a16="http://schemas.microsoft.com/office/drawing/2014/main" id="{E698D55D-3AE2-4056-B3D2-D4E63F2C97B0}"/>
              </a:ext>
            </a:extLst>
          </p:cNvPr>
          <p:cNvSpPr>
            <a:spLocks xmlns:a="http://schemas.openxmlformats.org/drawingml/2006/main" noGrp="1"/>
          </p:cNvSpPr>
          <p:nvPr/>
        </p:nvSpPr>
        <p:spPr>
          <a:xfrm xmlns:a="http://schemas.openxmlformats.org/drawingml/2006/main">
            <a:off x="2692103"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4E3"/>
          </a:solidFill>
          <a:ln xmlns:a="http://schemas.openxmlformats.org/drawingml/2006/main" w="2205">
            <a:solidFill>
              <a:srgbClr val="FBFCFE"/>
            </a:solidFill>
            <a:prstDash val="solid"/>
          </a:ln>
        </p:spPr>
      </p:sp>
      <p:sp>
        <p:nvSpPr>
          <p:cNvPr id="900" name="Editable chart path">
            <a:extLst xmlns:a="http://schemas.openxmlformats.org/drawingml/2006/main">
              <a:ext uri="{FF2B5EF4-FFF2-40B4-BE49-F238E27FC236}">
                <a16:creationId xmlns:a16="http://schemas.microsoft.com/office/drawing/2014/main" id="{68AF796D-3E90-410A-9BDB-98B889D9B3AF}"/>
              </a:ext>
            </a:extLst>
          </p:cNvPr>
          <p:cNvSpPr>
            <a:spLocks xmlns:a="http://schemas.openxmlformats.org/drawingml/2006/main" noGrp="1"/>
          </p:cNvSpPr>
          <p:nvPr/>
        </p:nvSpPr>
        <p:spPr>
          <a:xfrm xmlns:a="http://schemas.openxmlformats.org/drawingml/2006/main">
            <a:off x="2954859"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4E3"/>
          </a:solidFill>
          <a:ln xmlns:a="http://schemas.openxmlformats.org/drawingml/2006/main" w="2205">
            <a:solidFill>
              <a:srgbClr val="FBFCFE"/>
            </a:solidFill>
            <a:prstDash val="solid"/>
          </a:ln>
        </p:spPr>
      </p:sp>
      <p:sp>
        <p:nvSpPr>
          <p:cNvPr id="901" name="Editable chart path">
            <a:extLst xmlns:a="http://schemas.openxmlformats.org/drawingml/2006/main">
              <a:ext uri="{FF2B5EF4-FFF2-40B4-BE49-F238E27FC236}">
                <a16:creationId xmlns:a16="http://schemas.microsoft.com/office/drawing/2014/main" id="{7368D6FA-0AB8-449F-9E18-9A374FD7496A}"/>
              </a:ext>
            </a:extLst>
          </p:cNvPr>
          <p:cNvSpPr>
            <a:spLocks xmlns:a="http://schemas.openxmlformats.org/drawingml/2006/main" noGrp="1"/>
          </p:cNvSpPr>
          <p:nvPr/>
        </p:nvSpPr>
        <p:spPr>
          <a:xfrm xmlns:a="http://schemas.openxmlformats.org/drawingml/2006/main">
            <a:off x="3086237"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4E3"/>
          </a:solidFill>
          <a:ln xmlns:a="http://schemas.openxmlformats.org/drawingml/2006/main" w="2205">
            <a:solidFill>
              <a:srgbClr val="FBFCFE"/>
            </a:solidFill>
            <a:prstDash val="solid"/>
          </a:ln>
        </p:spPr>
      </p:sp>
      <p:sp>
        <p:nvSpPr>
          <p:cNvPr id="902" name="Editable chart path">
            <a:extLst xmlns:a="http://schemas.openxmlformats.org/drawingml/2006/main">
              <a:ext uri="{FF2B5EF4-FFF2-40B4-BE49-F238E27FC236}">
                <a16:creationId xmlns:a16="http://schemas.microsoft.com/office/drawing/2014/main" id="{39CC818A-9FEC-4C00-A458-94249BB864E1}"/>
              </a:ext>
            </a:extLst>
          </p:cNvPr>
          <p:cNvSpPr>
            <a:spLocks xmlns:a="http://schemas.openxmlformats.org/drawingml/2006/main" noGrp="1"/>
          </p:cNvSpPr>
          <p:nvPr/>
        </p:nvSpPr>
        <p:spPr>
          <a:xfrm xmlns:a="http://schemas.openxmlformats.org/drawingml/2006/main">
            <a:off x="3020548"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4E3"/>
          </a:solidFill>
          <a:ln xmlns:a="http://schemas.openxmlformats.org/drawingml/2006/main" w="2205">
            <a:solidFill>
              <a:srgbClr val="FBFCFE"/>
            </a:solidFill>
            <a:prstDash val="solid"/>
          </a:ln>
        </p:spPr>
      </p:sp>
      <p:sp>
        <p:nvSpPr>
          <p:cNvPr id="903" name="Editable chart path">
            <a:extLst xmlns:a="http://schemas.openxmlformats.org/drawingml/2006/main">
              <a:ext uri="{FF2B5EF4-FFF2-40B4-BE49-F238E27FC236}">
                <a16:creationId xmlns:a16="http://schemas.microsoft.com/office/drawing/2014/main" id="{BC841A53-55D9-4F96-A5ED-72C8B1B1B204}"/>
              </a:ext>
            </a:extLst>
          </p:cNvPr>
          <p:cNvSpPr>
            <a:spLocks xmlns:a="http://schemas.openxmlformats.org/drawingml/2006/main" noGrp="1"/>
          </p:cNvSpPr>
          <p:nvPr/>
        </p:nvSpPr>
        <p:spPr>
          <a:xfrm xmlns:a="http://schemas.openxmlformats.org/drawingml/2006/main">
            <a:off x="2166591"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4E3"/>
          </a:solidFill>
          <a:ln xmlns:a="http://schemas.openxmlformats.org/drawingml/2006/main" w="2205">
            <a:solidFill>
              <a:srgbClr val="FBFCFE"/>
            </a:solidFill>
            <a:prstDash val="solid"/>
          </a:ln>
        </p:spPr>
      </p:sp>
      <p:sp>
        <p:nvSpPr>
          <p:cNvPr id="904" name="Editable chart path">
            <a:extLst xmlns:a="http://schemas.openxmlformats.org/drawingml/2006/main">
              <a:ext uri="{FF2B5EF4-FFF2-40B4-BE49-F238E27FC236}">
                <a16:creationId xmlns:a16="http://schemas.microsoft.com/office/drawing/2014/main" id="{8DFBCC96-EB86-4D3D-A054-2F64C1DA9C53}"/>
              </a:ext>
            </a:extLst>
          </p:cNvPr>
          <p:cNvSpPr>
            <a:spLocks xmlns:a="http://schemas.openxmlformats.org/drawingml/2006/main" noGrp="1"/>
          </p:cNvSpPr>
          <p:nvPr/>
        </p:nvSpPr>
        <p:spPr>
          <a:xfrm xmlns:a="http://schemas.openxmlformats.org/drawingml/2006/main">
            <a:off x="2626414"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4E3"/>
          </a:solidFill>
          <a:ln xmlns:a="http://schemas.openxmlformats.org/drawingml/2006/main" w="2205">
            <a:solidFill>
              <a:srgbClr val="FBFCFE"/>
            </a:solidFill>
            <a:prstDash val="solid"/>
          </a:ln>
        </p:spPr>
      </p:sp>
      <p:sp>
        <p:nvSpPr>
          <p:cNvPr id="905" name="Editable chart path">
            <a:extLst xmlns:a="http://schemas.openxmlformats.org/drawingml/2006/main">
              <a:ext uri="{FF2B5EF4-FFF2-40B4-BE49-F238E27FC236}">
                <a16:creationId xmlns:a16="http://schemas.microsoft.com/office/drawing/2014/main" id="{EBB4AE63-00C2-4B44-AA1B-B79E4A1D3276}"/>
              </a:ext>
            </a:extLst>
          </p:cNvPr>
          <p:cNvSpPr>
            <a:spLocks xmlns:a="http://schemas.openxmlformats.org/drawingml/2006/main" noGrp="1"/>
          </p:cNvSpPr>
          <p:nvPr/>
        </p:nvSpPr>
        <p:spPr>
          <a:xfrm xmlns:a="http://schemas.openxmlformats.org/drawingml/2006/main">
            <a:off x="2100902"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906" name="Editable chart path">
            <a:extLst xmlns:a="http://schemas.openxmlformats.org/drawingml/2006/main">
              <a:ext uri="{FF2B5EF4-FFF2-40B4-BE49-F238E27FC236}">
                <a16:creationId xmlns:a16="http://schemas.microsoft.com/office/drawing/2014/main" id="{187BE6F5-C990-4BE5-A061-455731847BC5}"/>
              </a:ext>
            </a:extLst>
          </p:cNvPr>
          <p:cNvSpPr>
            <a:spLocks xmlns:a="http://schemas.openxmlformats.org/drawingml/2006/main" noGrp="1"/>
          </p:cNvSpPr>
          <p:nvPr/>
        </p:nvSpPr>
        <p:spPr>
          <a:xfrm xmlns:a="http://schemas.openxmlformats.org/drawingml/2006/main">
            <a:off x="2297969"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907" name="Editable chart path">
            <a:extLst xmlns:a="http://schemas.openxmlformats.org/drawingml/2006/main">
              <a:ext uri="{FF2B5EF4-FFF2-40B4-BE49-F238E27FC236}">
                <a16:creationId xmlns:a16="http://schemas.microsoft.com/office/drawing/2014/main" id="{7FB5B813-EB89-4CB2-8423-BFB60EC3C9EE}"/>
              </a:ext>
            </a:extLst>
          </p:cNvPr>
          <p:cNvSpPr>
            <a:spLocks xmlns:a="http://schemas.openxmlformats.org/drawingml/2006/main" noGrp="1"/>
          </p:cNvSpPr>
          <p:nvPr/>
        </p:nvSpPr>
        <p:spPr>
          <a:xfrm xmlns:a="http://schemas.openxmlformats.org/drawingml/2006/main">
            <a:off x="3086237"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908" name="Editable chart path">
            <a:extLst xmlns:a="http://schemas.openxmlformats.org/drawingml/2006/main">
              <a:ext uri="{FF2B5EF4-FFF2-40B4-BE49-F238E27FC236}">
                <a16:creationId xmlns:a16="http://schemas.microsoft.com/office/drawing/2014/main" id="{96B2CFEA-60C7-43EB-A187-60C4D8D775C7}"/>
              </a:ext>
            </a:extLst>
          </p:cNvPr>
          <p:cNvSpPr>
            <a:spLocks xmlns:a="http://schemas.openxmlformats.org/drawingml/2006/main" noGrp="1"/>
          </p:cNvSpPr>
          <p:nvPr/>
        </p:nvSpPr>
        <p:spPr>
          <a:xfrm xmlns:a="http://schemas.openxmlformats.org/drawingml/2006/main">
            <a:off x="2363658"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6E6E5"/>
          </a:solidFill>
          <a:ln xmlns:a="http://schemas.openxmlformats.org/drawingml/2006/main" w="2205">
            <a:solidFill>
              <a:srgbClr val="FBFCFE"/>
            </a:solidFill>
            <a:prstDash val="solid"/>
          </a:ln>
        </p:spPr>
      </p:sp>
      <p:sp>
        <p:nvSpPr>
          <p:cNvPr id="909" name="Editable chart path">
            <a:extLst xmlns:a="http://schemas.openxmlformats.org/drawingml/2006/main">
              <a:ext uri="{FF2B5EF4-FFF2-40B4-BE49-F238E27FC236}">
                <a16:creationId xmlns:a16="http://schemas.microsoft.com/office/drawing/2014/main" id="{A3E32BEC-B2CF-4B91-8F60-89EF60EA79E9}"/>
              </a:ext>
            </a:extLst>
          </p:cNvPr>
          <p:cNvSpPr>
            <a:spLocks xmlns:a="http://schemas.openxmlformats.org/drawingml/2006/main" noGrp="1"/>
          </p:cNvSpPr>
          <p:nvPr/>
        </p:nvSpPr>
        <p:spPr>
          <a:xfrm xmlns:a="http://schemas.openxmlformats.org/drawingml/2006/main">
            <a:off x="2560725"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7E7E6"/>
          </a:solidFill>
          <a:ln xmlns:a="http://schemas.openxmlformats.org/drawingml/2006/main" w="2205">
            <a:solidFill>
              <a:srgbClr val="FBFCFE"/>
            </a:solidFill>
            <a:prstDash val="solid"/>
          </a:ln>
        </p:spPr>
      </p:sp>
      <p:sp>
        <p:nvSpPr>
          <p:cNvPr id="910" name="Editable chart path">
            <a:extLst xmlns:a="http://schemas.openxmlformats.org/drawingml/2006/main">
              <a:ext uri="{FF2B5EF4-FFF2-40B4-BE49-F238E27FC236}">
                <a16:creationId xmlns:a16="http://schemas.microsoft.com/office/drawing/2014/main" id="{7D3CDE2A-B8BC-4E14-8066-B9D902E5D916}"/>
              </a:ext>
            </a:extLst>
          </p:cNvPr>
          <p:cNvSpPr>
            <a:spLocks xmlns:a="http://schemas.openxmlformats.org/drawingml/2006/main" noGrp="1"/>
          </p:cNvSpPr>
          <p:nvPr/>
        </p:nvSpPr>
        <p:spPr>
          <a:xfrm xmlns:a="http://schemas.openxmlformats.org/drawingml/2006/main">
            <a:off x="2035213"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7E7E6"/>
          </a:solidFill>
          <a:ln xmlns:a="http://schemas.openxmlformats.org/drawingml/2006/main" w="2205">
            <a:solidFill>
              <a:srgbClr val="FBFCFE"/>
            </a:solidFill>
            <a:prstDash val="solid"/>
          </a:ln>
        </p:spPr>
      </p:sp>
      <p:sp>
        <p:nvSpPr>
          <p:cNvPr id="911" name="Editable chart path">
            <a:extLst xmlns:a="http://schemas.openxmlformats.org/drawingml/2006/main">
              <a:ext uri="{FF2B5EF4-FFF2-40B4-BE49-F238E27FC236}">
                <a16:creationId xmlns:a16="http://schemas.microsoft.com/office/drawing/2014/main" id="{E0026C2F-4269-4F86-ADD0-D6FBC811A38B}"/>
              </a:ext>
            </a:extLst>
          </p:cNvPr>
          <p:cNvSpPr>
            <a:spLocks xmlns:a="http://schemas.openxmlformats.org/drawingml/2006/main" noGrp="1"/>
          </p:cNvSpPr>
          <p:nvPr/>
        </p:nvSpPr>
        <p:spPr>
          <a:xfrm xmlns:a="http://schemas.openxmlformats.org/drawingml/2006/main">
            <a:off x="2363658"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7E7E6"/>
          </a:solidFill>
          <a:ln xmlns:a="http://schemas.openxmlformats.org/drawingml/2006/main" w="2205">
            <a:solidFill>
              <a:srgbClr val="FBFCFE"/>
            </a:solidFill>
            <a:prstDash val="solid"/>
          </a:ln>
        </p:spPr>
      </p:sp>
      <p:sp>
        <p:nvSpPr>
          <p:cNvPr id="912" name="Editable chart path">
            <a:extLst xmlns:a="http://schemas.openxmlformats.org/drawingml/2006/main">
              <a:ext uri="{FF2B5EF4-FFF2-40B4-BE49-F238E27FC236}">
                <a16:creationId xmlns:a16="http://schemas.microsoft.com/office/drawing/2014/main" id="{8A9700BF-E26E-4F89-88E9-13B7488534AF}"/>
              </a:ext>
            </a:extLst>
          </p:cNvPr>
          <p:cNvSpPr>
            <a:spLocks xmlns:a="http://schemas.openxmlformats.org/drawingml/2006/main" noGrp="1"/>
          </p:cNvSpPr>
          <p:nvPr/>
        </p:nvSpPr>
        <p:spPr>
          <a:xfrm xmlns:a="http://schemas.openxmlformats.org/drawingml/2006/main">
            <a:off x="3414682"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7E7E6"/>
          </a:solidFill>
          <a:ln xmlns:a="http://schemas.openxmlformats.org/drawingml/2006/main" w="2205">
            <a:solidFill>
              <a:srgbClr val="FBFCFE"/>
            </a:solidFill>
            <a:prstDash val="solid"/>
          </a:ln>
        </p:spPr>
      </p:sp>
      <p:sp>
        <p:nvSpPr>
          <p:cNvPr id="913" name="Editable chart path">
            <a:extLst xmlns:a="http://schemas.openxmlformats.org/drawingml/2006/main">
              <a:ext uri="{FF2B5EF4-FFF2-40B4-BE49-F238E27FC236}">
                <a16:creationId xmlns:a16="http://schemas.microsoft.com/office/drawing/2014/main" id="{786CE154-3795-4CED-9BAD-A7857BBD1566}"/>
              </a:ext>
            </a:extLst>
          </p:cNvPr>
          <p:cNvSpPr>
            <a:spLocks xmlns:a="http://schemas.openxmlformats.org/drawingml/2006/main" noGrp="1"/>
          </p:cNvSpPr>
          <p:nvPr/>
        </p:nvSpPr>
        <p:spPr>
          <a:xfrm xmlns:a="http://schemas.openxmlformats.org/drawingml/2006/main">
            <a:off x="2166591"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7E9E7"/>
          </a:solidFill>
          <a:ln xmlns:a="http://schemas.openxmlformats.org/drawingml/2006/main" w="2205">
            <a:solidFill>
              <a:srgbClr val="FBFCFE"/>
            </a:solidFill>
            <a:prstDash val="solid"/>
          </a:ln>
        </p:spPr>
      </p:sp>
      <p:sp>
        <p:nvSpPr>
          <p:cNvPr id="914" name="Editable chart path">
            <a:extLst xmlns:a="http://schemas.openxmlformats.org/drawingml/2006/main">
              <a:ext uri="{FF2B5EF4-FFF2-40B4-BE49-F238E27FC236}">
                <a16:creationId xmlns:a16="http://schemas.microsoft.com/office/drawing/2014/main" id="{690B55EF-A6CF-47DC-A8E6-6ED97FD74106}"/>
              </a:ext>
            </a:extLst>
          </p:cNvPr>
          <p:cNvSpPr>
            <a:spLocks xmlns:a="http://schemas.openxmlformats.org/drawingml/2006/main" noGrp="1"/>
          </p:cNvSpPr>
          <p:nvPr/>
        </p:nvSpPr>
        <p:spPr>
          <a:xfrm xmlns:a="http://schemas.openxmlformats.org/drawingml/2006/main">
            <a:off x="2560725"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7E9E7"/>
          </a:solidFill>
          <a:ln xmlns:a="http://schemas.openxmlformats.org/drawingml/2006/main" w="2205">
            <a:solidFill>
              <a:srgbClr val="FBFCFE"/>
            </a:solidFill>
            <a:prstDash val="solid"/>
          </a:ln>
        </p:spPr>
      </p:sp>
      <p:sp>
        <p:nvSpPr>
          <p:cNvPr id="915" name="Editable chart path">
            <a:extLst xmlns:a="http://schemas.openxmlformats.org/drawingml/2006/main">
              <a:ext uri="{FF2B5EF4-FFF2-40B4-BE49-F238E27FC236}">
                <a16:creationId xmlns:a16="http://schemas.microsoft.com/office/drawing/2014/main" id="{F56CD336-8DF8-4983-8414-101BBC738A52}"/>
              </a:ext>
            </a:extLst>
          </p:cNvPr>
          <p:cNvSpPr>
            <a:spLocks xmlns:a="http://schemas.openxmlformats.org/drawingml/2006/main" noGrp="1"/>
          </p:cNvSpPr>
          <p:nvPr/>
        </p:nvSpPr>
        <p:spPr>
          <a:xfrm xmlns:a="http://schemas.openxmlformats.org/drawingml/2006/main">
            <a:off x="3020548"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7E9E7"/>
          </a:solidFill>
          <a:ln xmlns:a="http://schemas.openxmlformats.org/drawingml/2006/main" w="2205">
            <a:solidFill>
              <a:srgbClr val="FBFCFE"/>
            </a:solidFill>
            <a:prstDash val="solid"/>
          </a:ln>
        </p:spPr>
      </p:sp>
      <p:sp>
        <p:nvSpPr>
          <p:cNvPr id="916" name="Editable chart path">
            <a:extLst xmlns:a="http://schemas.openxmlformats.org/drawingml/2006/main">
              <a:ext uri="{FF2B5EF4-FFF2-40B4-BE49-F238E27FC236}">
                <a16:creationId xmlns:a16="http://schemas.microsoft.com/office/drawing/2014/main" id="{35DFE1F6-471B-431A-811F-FEEFD354BE0E}"/>
              </a:ext>
            </a:extLst>
          </p:cNvPr>
          <p:cNvSpPr>
            <a:spLocks xmlns:a="http://schemas.openxmlformats.org/drawingml/2006/main" noGrp="1"/>
          </p:cNvSpPr>
          <p:nvPr/>
        </p:nvSpPr>
        <p:spPr>
          <a:xfrm xmlns:a="http://schemas.openxmlformats.org/drawingml/2006/main">
            <a:off x="2626414"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7E9E7"/>
          </a:solidFill>
          <a:ln xmlns:a="http://schemas.openxmlformats.org/drawingml/2006/main" w="2205">
            <a:solidFill>
              <a:srgbClr val="FBFCFE"/>
            </a:solidFill>
            <a:prstDash val="solid"/>
          </a:ln>
        </p:spPr>
      </p:sp>
      <p:sp>
        <p:nvSpPr>
          <p:cNvPr id="917" name="Editable chart path">
            <a:extLst xmlns:a="http://schemas.openxmlformats.org/drawingml/2006/main">
              <a:ext uri="{FF2B5EF4-FFF2-40B4-BE49-F238E27FC236}">
                <a16:creationId xmlns:a16="http://schemas.microsoft.com/office/drawing/2014/main" id="{0B063EAC-2B45-40A5-ACE4-7DF349E7CDC2}"/>
              </a:ext>
            </a:extLst>
          </p:cNvPr>
          <p:cNvSpPr>
            <a:spLocks xmlns:a="http://schemas.openxmlformats.org/drawingml/2006/main" noGrp="1"/>
          </p:cNvSpPr>
          <p:nvPr/>
        </p:nvSpPr>
        <p:spPr>
          <a:xfrm xmlns:a="http://schemas.openxmlformats.org/drawingml/2006/main">
            <a:off x="2757792"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7E9E7"/>
          </a:solidFill>
          <a:ln xmlns:a="http://schemas.openxmlformats.org/drawingml/2006/main" w="2205">
            <a:solidFill>
              <a:srgbClr val="FBFCFE"/>
            </a:solidFill>
            <a:prstDash val="solid"/>
          </a:ln>
        </p:spPr>
      </p:sp>
      <p:sp>
        <p:nvSpPr>
          <p:cNvPr id="918" name="Editable chart path">
            <a:extLst xmlns:a="http://schemas.openxmlformats.org/drawingml/2006/main">
              <a:ext uri="{FF2B5EF4-FFF2-40B4-BE49-F238E27FC236}">
                <a16:creationId xmlns:a16="http://schemas.microsoft.com/office/drawing/2014/main" id="{DCDF99F9-F5F7-4D52-976F-80D8E3775C6A}"/>
              </a:ext>
            </a:extLst>
          </p:cNvPr>
          <p:cNvSpPr>
            <a:spLocks xmlns:a="http://schemas.openxmlformats.org/drawingml/2006/main" noGrp="1"/>
          </p:cNvSpPr>
          <p:nvPr/>
        </p:nvSpPr>
        <p:spPr>
          <a:xfrm xmlns:a="http://schemas.openxmlformats.org/drawingml/2006/main">
            <a:off x="2692103"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8EAE9"/>
          </a:solidFill>
          <a:ln xmlns:a="http://schemas.openxmlformats.org/drawingml/2006/main" w="2205">
            <a:solidFill>
              <a:srgbClr val="FBFCFE"/>
            </a:solidFill>
            <a:prstDash val="solid"/>
          </a:ln>
        </p:spPr>
      </p:sp>
      <p:sp>
        <p:nvSpPr>
          <p:cNvPr id="919" name="Editable chart path">
            <a:extLst xmlns:a="http://schemas.openxmlformats.org/drawingml/2006/main">
              <a:ext uri="{FF2B5EF4-FFF2-40B4-BE49-F238E27FC236}">
                <a16:creationId xmlns:a16="http://schemas.microsoft.com/office/drawing/2014/main" id="{35A0E090-66EB-4AFE-BF98-14B99127BC1D}"/>
              </a:ext>
            </a:extLst>
          </p:cNvPr>
          <p:cNvSpPr>
            <a:spLocks xmlns:a="http://schemas.openxmlformats.org/drawingml/2006/main" noGrp="1"/>
          </p:cNvSpPr>
          <p:nvPr/>
        </p:nvSpPr>
        <p:spPr>
          <a:xfrm xmlns:a="http://schemas.openxmlformats.org/drawingml/2006/main">
            <a:off x="1838145"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8EAE9"/>
          </a:solidFill>
          <a:ln xmlns:a="http://schemas.openxmlformats.org/drawingml/2006/main" w="2205">
            <a:solidFill>
              <a:srgbClr val="FBFCFE"/>
            </a:solidFill>
            <a:prstDash val="solid"/>
          </a:ln>
        </p:spPr>
      </p:sp>
      <p:sp>
        <p:nvSpPr>
          <p:cNvPr id="920" name="Editable chart path">
            <a:extLst xmlns:a="http://schemas.openxmlformats.org/drawingml/2006/main">
              <a:ext uri="{FF2B5EF4-FFF2-40B4-BE49-F238E27FC236}">
                <a16:creationId xmlns:a16="http://schemas.microsoft.com/office/drawing/2014/main" id="{AD4F679D-31D8-4D50-9E26-2E3C93C9F24A}"/>
              </a:ext>
            </a:extLst>
          </p:cNvPr>
          <p:cNvSpPr>
            <a:spLocks xmlns:a="http://schemas.openxmlformats.org/drawingml/2006/main" noGrp="1"/>
          </p:cNvSpPr>
          <p:nvPr/>
        </p:nvSpPr>
        <p:spPr>
          <a:xfrm xmlns:a="http://schemas.openxmlformats.org/drawingml/2006/main">
            <a:off x="3086237"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8EAE9"/>
          </a:solidFill>
          <a:ln xmlns:a="http://schemas.openxmlformats.org/drawingml/2006/main" w="2205">
            <a:solidFill>
              <a:srgbClr val="FBFCFE"/>
            </a:solidFill>
            <a:prstDash val="solid"/>
          </a:ln>
        </p:spPr>
      </p:sp>
      <p:sp>
        <p:nvSpPr>
          <p:cNvPr id="921" name="Editable chart path">
            <a:extLst xmlns:a="http://schemas.openxmlformats.org/drawingml/2006/main">
              <a:ext uri="{FF2B5EF4-FFF2-40B4-BE49-F238E27FC236}">
                <a16:creationId xmlns:a16="http://schemas.microsoft.com/office/drawing/2014/main" id="{5DE1587A-99BE-442E-82E1-07CA4B0E355F}"/>
              </a:ext>
            </a:extLst>
          </p:cNvPr>
          <p:cNvSpPr>
            <a:spLocks xmlns:a="http://schemas.openxmlformats.org/drawingml/2006/main" noGrp="1"/>
          </p:cNvSpPr>
          <p:nvPr/>
        </p:nvSpPr>
        <p:spPr>
          <a:xfrm xmlns:a="http://schemas.openxmlformats.org/drawingml/2006/main">
            <a:off x="2954859"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8EAE9"/>
          </a:solidFill>
          <a:ln xmlns:a="http://schemas.openxmlformats.org/drawingml/2006/main" w="2205">
            <a:solidFill>
              <a:srgbClr val="FBFCFE"/>
            </a:solidFill>
            <a:prstDash val="solid"/>
          </a:ln>
        </p:spPr>
      </p:sp>
      <p:sp>
        <p:nvSpPr>
          <p:cNvPr id="922" name="Editable chart path">
            <a:extLst xmlns:a="http://schemas.openxmlformats.org/drawingml/2006/main">
              <a:ext uri="{FF2B5EF4-FFF2-40B4-BE49-F238E27FC236}">
                <a16:creationId xmlns:a16="http://schemas.microsoft.com/office/drawing/2014/main" id="{05ADCD6D-B90E-49D0-B6E6-D84A37D0C2C5}"/>
              </a:ext>
            </a:extLst>
          </p:cNvPr>
          <p:cNvSpPr>
            <a:spLocks xmlns:a="http://schemas.openxmlformats.org/drawingml/2006/main" noGrp="1"/>
          </p:cNvSpPr>
          <p:nvPr/>
        </p:nvSpPr>
        <p:spPr>
          <a:xfrm xmlns:a="http://schemas.openxmlformats.org/drawingml/2006/main">
            <a:off x="2889170"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8EAE9"/>
          </a:solidFill>
          <a:ln xmlns:a="http://schemas.openxmlformats.org/drawingml/2006/main" w="2205">
            <a:solidFill>
              <a:srgbClr val="FBFCFE"/>
            </a:solidFill>
            <a:prstDash val="solid"/>
          </a:ln>
        </p:spPr>
      </p:sp>
      <p:sp>
        <p:nvSpPr>
          <p:cNvPr id="923" name="Editable chart path">
            <a:extLst xmlns:a="http://schemas.openxmlformats.org/drawingml/2006/main">
              <a:ext uri="{FF2B5EF4-FFF2-40B4-BE49-F238E27FC236}">
                <a16:creationId xmlns:a16="http://schemas.microsoft.com/office/drawing/2014/main" id="{552DBADC-3D01-4089-A75B-E0793B3FDB24}"/>
              </a:ext>
            </a:extLst>
          </p:cNvPr>
          <p:cNvSpPr>
            <a:spLocks xmlns:a="http://schemas.openxmlformats.org/drawingml/2006/main" noGrp="1"/>
          </p:cNvSpPr>
          <p:nvPr/>
        </p:nvSpPr>
        <p:spPr>
          <a:xfrm xmlns:a="http://schemas.openxmlformats.org/drawingml/2006/main">
            <a:off x="2035213"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8EBEA"/>
          </a:solidFill>
          <a:ln xmlns:a="http://schemas.openxmlformats.org/drawingml/2006/main" w="2205">
            <a:solidFill>
              <a:srgbClr val="FBFCFE"/>
            </a:solidFill>
            <a:prstDash val="solid"/>
          </a:ln>
        </p:spPr>
      </p:sp>
      <p:sp>
        <p:nvSpPr>
          <p:cNvPr id="924" name="Editable chart path">
            <a:extLst xmlns:a="http://schemas.openxmlformats.org/drawingml/2006/main">
              <a:ext uri="{FF2B5EF4-FFF2-40B4-BE49-F238E27FC236}">
                <a16:creationId xmlns:a16="http://schemas.microsoft.com/office/drawing/2014/main" id="{0C5B6DA4-EB52-4093-880B-4EDDF3C365FE}"/>
              </a:ext>
            </a:extLst>
          </p:cNvPr>
          <p:cNvSpPr>
            <a:spLocks xmlns:a="http://schemas.openxmlformats.org/drawingml/2006/main" noGrp="1"/>
          </p:cNvSpPr>
          <p:nvPr/>
        </p:nvSpPr>
        <p:spPr>
          <a:xfrm xmlns:a="http://schemas.openxmlformats.org/drawingml/2006/main">
            <a:off x="2100902"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8EBEA"/>
          </a:solidFill>
          <a:ln xmlns:a="http://schemas.openxmlformats.org/drawingml/2006/main" w="2205">
            <a:solidFill>
              <a:srgbClr val="FBFCFE"/>
            </a:solidFill>
            <a:prstDash val="solid"/>
          </a:ln>
        </p:spPr>
      </p:sp>
      <p:sp>
        <p:nvSpPr>
          <p:cNvPr id="925" name="Editable chart path">
            <a:extLst xmlns:a="http://schemas.openxmlformats.org/drawingml/2006/main">
              <a:ext uri="{FF2B5EF4-FFF2-40B4-BE49-F238E27FC236}">
                <a16:creationId xmlns:a16="http://schemas.microsoft.com/office/drawing/2014/main" id="{FF6E530A-A8DE-4F5F-8A04-A89A89C353BF}"/>
              </a:ext>
            </a:extLst>
          </p:cNvPr>
          <p:cNvSpPr>
            <a:spLocks xmlns:a="http://schemas.openxmlformats.org/drawingml/2006/main" noGrp="1"/>
          </p:cNvSpPr>
          <p:nvPr/>
        </p:nvSpPr>
        <p:spPr>
          <a:xfrm xmlns:a="http://schemas.openxmlformats.org/drawingml/2006/main">
            <a:off x="2954859"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8EBEA"/>
          </a:solidFill>
          <a:ln xmlns:a="http://schemas.openxmlformats.org/drawingml/2006/main" w="2205">
            <a:solidFill>
              <a:srgbClr val="FBFCFE"/>
            </a:solidFill>
            <a:prstDash val="solid"/>
          </a:ln>
        </p:spPr>
      </p:sp>
      <p:sp>
        <p:nvSpPr>
          <p:cNvPr id="926" name="Editable chart path">
            <a:extLst xmlns:a="http://schemas.openxmlformats.org/drawingml/2006/main">
              <a:ext uri="{FF2B5EF4-FFF2-40B4-BE49-F238E27FC236}">
                <a16:creationId xmlns:a16="http://schemas.microsoft.com/office/drawing/2014/main" id="{7457E7D4-73DF-4D58-A696-7B5354C80166}"/>
              </a:ext>
            </a:extLst>
          </p:cNvPr>
          <p:cNvSpPr>
            <a:spLocks xmlns:a="http://schemas.openxmlformats.org/drawingml/2006/main" noGrp="1"/>
          </p:cNvSpPr>
          <p:nvPr/>
        </p:nvSpPr>
        <p:spPr>
          <a:xfrm xmlns:a="http://schemas.openxmlformats.org/drawingml/2006/main">
            <a:off x="2100902"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9EDEC"/>
          </a:solidFill>
          <a:ln xmlns:a="http://schemas.openxmlformats.org/drawingml/2006/main" w="2205">
            <a:solidFill>
              <a:srgbClr val="FBFCFE"/>
            </a:solidFill>
            <a:prstDash val="solid"/>
          </a:ln>
        </p:spPr>
      </p:sp>
      <p:sp>
        <p:nvSpPr>
          <p:cNvPr id="927" name="Editable chart path">
            <a:extLst xmlns:a="http://schemas.openxmlformats.org/drawingml/2006/main">
              <a:ext uri="{FF2B5EF4-FFF2-40B4-BE49-F238E27FC236}">
                <a16:creationId xmlns:a16="http://schemas.microsoft.com/office/drawing/2014/main" id="{D434E672-F4C7-4528-BF46-2B9555FB2A77}"/>
              </a:ext>
            </a:extLst>
          </p:cNvPr>
          <p:cNvSpPr>
            <a:spLocks xmlns:a="http://schemas.openxmlformats.org/drawingml/2006/main" noGrp="1"/>
          </p:cNvSpPr>
          <p:nvPr/>
        </p:nvSpPr>
        <p:spPr>
          <a:xfrm xmlns:a="http://schemas.openxmlformats.org/drawingml/2006/main">
            <a:off x="2297969"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9EDEC"/>
          </a:solidFill>
          <a:ln xmlns:a="http://schemas.openxmlformats.org/drawingml/2006/main" w="2205">
            <a:solidFill>
              <a:srgbClr val="FBFCFE"/>
            </a:solidFill>
            <a:prstDash val="solid"/>
          </a:ln>
        </p:spPr>
      </p:sp>
      <p:sp>
        <p:nvSpPr>
          <p:cNvPr id="928" name="Editable chart path">
            <a:extLst xmlns:a="http://schemas.openxmlformats.org/drawingml/2006/main">
              <a:ext uri="{FF2B5EF4-FFF2-40B4-BE49-F238E27FC236}">
                <a16:creationId xmlns:a16="http://schemas.microsoft.com/office/drawing/2014/main" id="{46F71F28-133D-4A3F-BECE-38F963B453E3}"/>
              </a:ext>
            </a:extLst>
          </p:cNvPr>
          <p:cNvSpPr>
            <a:spLocks xmlns:a="http://schemas.openxmlformats.org/drawingml/2006/main" noGrp="1"/>
          </p:cNvSpPr>
          <p:nvPr/>
        </p:nvSpPr>
        <p:spPr>
          <a:xfrm xmlns:a="http://schemas.openxmlformats.org/drawingml/2006/main">
            <a:off x="3611749"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9EDEC"/>
          </a:solidFill>
          <a:ln xmlns:a="http://schemas.openxmlformats.org/drawingml/2006/main" w="2205">
            <a:solidFill>
              <a:srgbClr val="FBFCFE"/>
            </a:solidFill>
            <a:prstDash val="solid"/>
          </a:ln>
        </p:spPr>
      </p:sp>
      <p:sp>
        <p:nvSpPr>
          <p:cNvPr id="929" name="Editable chart path">
            <a:extLst xmlns:a="http://schemas.openxmlformats.org/drawingml/2006/main">
              <a:ext uri="{FF2B5EF4-FFF2-40B4-BE49-F238E27FC236}">
                <a16:creationId xmlns:a16="http://schemas.microsoft.com/office/drawing/2014/main" id="{E1BDA8D0-E28A-4A62-8A64-6D7E210A98D7}"/>
              </a:ext>
            </a:extLst>
          </p:cNvPr>
          <p:cNvSpPr>
            <a:spLocks xmlns:a="http://schemas.openxmlformats.org/drawingml/2006/main" noGrp="1"/>
          </p:cNvSpPr>
          <p:nvPr/>
        </p:nvSpPr>
        <p:spPr>
          <a:xfrm xmlns:a="http://schemas.openxmlformats.org/drawingml/2006/main">
            <a:off x="2297969"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9EDEC"/>
          </a:solidFill>
          <a:ln xmlns:a="http://schemas.openxmlformats.org/drawingml/2006/main" w="2205">
            <a:solidFill>
              <a:srgbClr val="FBFCFE"/>
            </a:solidFill>
            <a:prstDash val="solid"/>
          </a:ln>
        </p:spPr>
      </p:sp>
      <p:sp>
        <p:nvSpPr>
          <p:cNvPr id="930" name="Editable chart path">
            <a:extLst xmlns:a="http://schemas.openxmlformats.org/drawingml/2006/main">
              <a:ext uri="{FF2B5EF4-FFF2-40B4-BE49-F238E27FC236}">
                <a16:creationId xmlns:a16="http://schemas.microsoft.com/office/drawing/2014/main" id="{CB2C7530-610E-43CD-80F4-5F6B3C82678D}"/>
              </a:ext>
            </a:extLst>
          </p:cNvPr>
          <p:cNvSpPr>
            <a:spLocks xmlns:a="http://schemas.openxmlformats.org/drawingml/2006/main" noGrp="1"/>
          </p:cNvSpPr>
          <p:nvPr/>
        </p:nvSpPr>
        <p:spPr>
          <a:xfrm xmlns:a="http://schemas.openxmlformats.org/drawingml/2006/main">
            <a:off x="1903834"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9EDEC"/>
          </a:solidFill>
          <a:ln xmlns:a="http://schemas.openxmlformats.org/drawingml/2006/main" w="2205">
            <a:solidFill>
              <a:srgbClr val="FBFCFE"/>
            </a:solidFill>
            <a:prstDash val="solid"/>
          </a:ln>
        </p:spPr>
      </p:sp>
      <p:sp>
        <p:nvSpPr>
          <p:cNvPr id="931" name="Editable chart path">
            <a:extLst xmlns:a="http://schemas.openxmlformats.org/drawingml/2006/main">
              <a:ext uri="{FF2B5EF4-FFF2-40B4-BE49-F238E27FC236}">
                <a16:creationId xmlns:a16="http://schemas.microsoft.com/office/drawing/2014/main" id="{2FA07841-7956-48A0-B028-BA93267B696F}"/>
              </a:ext>
            </a:extLst>
          </p:cNvPr>
          <p:cNvSpPr>
            <a:spLocks xmlns:a="http://schemas.openxmlformats.org/drawingml/2006/main" noGrp="1"/>
          </p:cNvSpPr>
          <p:nvPr/>
        </p:nvSpPr>
        <p:spPr>
          <a:xfrm xmlns:a="http://schemas.openxmlformats.org/drawingml/2006/main">
            <a:off x="3020548"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9EEED"/>
          </a:solidFill>
          <a:ln xmlns:a="http://schemas.openxmlformats.org/drawingml/2006/main" w="2205">
            <a:solidFill>
              <a:srgbClr val="FBFCFE"/>
            </a:solidFill>
            <a:prstDash val="solid"/>
          </a:ln>
        </p:spPr>
      </p:sp>
      <p:sp>
        <p:nvSpPr>
          <p:cNvPr id="932" name="Editable chart path">
            <a:extLst xmlns:a="http://schemas.openxmlformats.org/drawingml/2006/main">
              <a:ext uri="{FF2B5EF4-FFF2-40B4-BE49-F238E27FC236}">
                <a16:creationId xmlns:a16="http://schemas.microsoft.com/office/drawing/2014/main" id="{CAA37B4A-3494-4F4C-B5E9-406C4217355C}"/>
              </a:ext>
            </a:extLst>
          </p:cNvPr>
          <p:cNvSpPr>
            <a:spLocks xmlns:a="http://schemas.openxmlformats.org/drawingml/2006/main" noGrp="1"/>
          </p:cNvSpPr>
          <p:nvPr/>
        </p:nvSpPr>
        <p:spPr>
          <a:xfrm xmlns:a="http://schemas.openxmlformats.org/drawingml/2006/main">
            <a:off x="3217615"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0EF"/>
          </a:solidFill>
          <a:ln xmlns:a="http://schemas.openxmlformats.org/drawingml/2006/main" w="2205">
            <a:solidFill>
              <a:srgbClr val="FBFCFE"/>
            </a:solidFill>
            <a:prstDash val="solid"/>
          </a:ln>
        </p:spPr>
      </p:sp>
      <p:sp>
        <p:nvSpPr>
          <p:cNvPr id="933" name="Editable chart path">
            <a:extLst xmlns:a="http://schemas.openxmlformats.org/drawingml/2006/main">
              <a:ext uri="{FF2B5EF4-FFF2-40B4-BE49-F238E27FC236}">
                <a16:creationId xmlns:a16="http://schemas.microsoft.com/office/drawing/2014/main" id="{A036F605-1029-4A20-8A8E-B8EA928E432E}"/>
              </a:ext>
            </a:extLst>
          </p:cNvPr>
          <p:cNvSpPr>
            <a:spLocks xmlns:a="http://schemas.openxmlformats.org/drawingml/2006/main" noGrp="1"/>
          </p:cNvSpPr>
          <p:nvPr/>
        </p:nvSpPr>
        <p:spPr>
          <a:xfrm xmlns:a="http://schemas.openxmlformats.org/drawingml/2006/main">
            <a:off x="2297969"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0EF"/>
          </a:solidFill>
          <a:ln xmlns:a="http://schemas.openxmlformats.org/drawingml/2006/main" w="2205">
            <a:solidFill>
              <a:srgbClr val="FBFCFE"/>
            </a:solidFill>
            <a:prstDash val="solid"/>
          </a:ln>
        </p:spPr>
      </p:sp>
      <p:sp>
        <p:nvSpPr>
          <p:cNvPr id="934" name="Editable chart path">
            <a:extLst xmlns:a="http://schemas.openxmlformats.org/drawingml/2006/main">
              <a:ext uri="{FF2B5EF4-FFF2-40B4-BE49-F238E27FC236}">
                <a16:creationId xmlns:a16="http://schemas.microsoft.com/office/drawing/2014/main" id="{2BAFF67B-AC8D-46DA-98FB-045B5A18A10A}"/>
              </a:ext>
            </a:extLst>
          </p:cNvPr>
          <p:cNvSpPr>
            <a:spLocks xmlns:a="http://schemas.openxmlformats.org/drawingml/2006/main" noGrp="1"/>
          </p:cNvSpPr>
          <p:nvPr/>
        </p:nvSpPr>
        <p:spPr>
          <a:xfrm xmlns:a="http://schemas.openxmlformats.org/drawingml/2006/main">
            <a:off x="1772456"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0EF"/>
          </a:solidFill>
          <a:ln xmlns:a="http://schemas.openxmlformats.org/drawingml/2006/main" w="2205">
            <a:solidFill>
              <a:srgbClr val="FBFCFE"/>
            </a:solidFill>
            <a:prstDash val="solid"/>
          </a:ln>
        </p:spPr>
      </p:sp>
      <p:sp>
        <p:nvSpPr>
          <p:cNvPr id="935" name="Editable chart path">
            <a:extLst xmlns:a="http://schemas.openxmlformats.org/drawingml/2006/main">
              <a:ext uri="{FF2B5EF4-FFF2-40B4-BE49-F238E27FC236}">
                <a16:creationId xmlns:a16="http://schemas.microsoft.com/office/drawing/2014/main" id="{1451C43E-D026-4177-9AF0-CF972D247314}"/>
              </a:ext>
            </a:extLst>
          </p:cNvPr>
          <p:cNvSpPr>
            <a:spLocks xmlns:a="http://schemas.openxmlformats.org/drawingml/2006/main" noGrp="1"/>
          </p:cNvSpPr>
          <p:nvPr/>
        </p:nvSpPr>
        <p:spPr>
          <a:xfrm xmlns:a="http://schemas.openxmlformats.org/drawingml/2006/main">
            <a:off x="2495036"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0EF"/>
          </a:solidFill>
          <a:ln xmlns:a="http://schemas.openxmlformats.org/drawingml/2006/main" w="2205">
            <a:solidFill>
              <a:srgbClr val="FBFCFE"/>
            </a:solidFill>
            <a:prstDash val="solid"/>
          </a:ln>
        </p:spPr>
      </p:sp>
      <p:sp>
        <p:nvSpPr>
          <p:cNvPr id="936" name="Editable chart path">
            <a:extLst xmlns:a="http://schemas.openxmlformats.org/drawingml/2006/main">
              <a:ext uri="{FF2B5EF4-FFF2-40B4-BE49-F238E27FC236}">
                <a16:creationId xmlns:a16="http://schemas.microsoft.com/office/drawing/2014/main" id="{9FED13F5-88E3-47B9-8866-FE05556D879D}"/>
              </a:ext>
            </a:extLst>
          </p:cNvPr>
          <p:cNvSpPr>
            <a:spLocks xmlns:a="http://schemas.openxmlformats.org/drawingml/2006/main" noGrp="1"/>
          </p:cNvSpPr>
          <p:nvPr/>
        </p:nvSpPr>
        <p:spPr>
          <a:xfrm xmlns:a="http://schemas.openxmlformats.org/drawingml/2006/main">
            <a:off x="2035213"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0EF"/>
          </a:solidFill>
          <a:ln xmlns:a="http://schemas.openxmlformats.org/drawingml/2006/main" w="2205">
            <a:solidFill>
              <a:srgbClr val="FBFCFE"/>
            </a:solidFill>
            <a:prstDash val="solid"/>
          </a:ln>
        </p:spPr>
      </p:sp>
      <p:sp>
        <p:nvSpPr>
          <p:cNvPr id="937" name="Editable chart path">
            <a:extLst xmlns:a="http://schemas.openxmlformats.org/drawingml/2006/main">
              <a:ext uri="{FF2B5EF4-FFF2-40B4-BE49-F238E27FC236}">
                <a16:creationId xmlns:a16="http://schemas.microsoft.com/office/drawing/2014/main" id="{F91E917F-ADAB-4665-B5C5-0521F8FA9BE0}"/>
              </a:ext>
            </a:extLst>
          </p:cNvPr>
          <p:cNvSpPr>
            <a:spLocks xmlns:a="http://schemas.openxmlformats.org/drawingml/2006/main" noGrp="1"/>
          </p:cNvSpPr>
          <p:nvPr/>
        </p:nvSpPr>
        <p:spPr>
          <a:xfrm xmlns:a="http://schemas.openxmlformats.org/drawingml/2006/main">
            <a:off x="2889170"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0EF"/>
          </a:solidFill>
          <a:ln xmlns:a="http://schemas.openxmlformats.org/drawingml/2006/main" w="2205">
            <a:solidFill>
              <a:srgbClr val="FBFCFE"/>
            </a:solidFill>
            <a:prstDash val="solid"/>
          </a:ln>
        </p:spPr>
      </p:sp>
      <p:sp>
        <p:nvSpPr>
          <p:cNvPr id="938" name="Editable chart path">
            <a:extLst xmlns:a="http://schemas.openxmlformats.org/drawingml/2006/main">
              <a:ext uri="{FF2B5EF4-FFF2-40B4-BE49-F238E27FC236}">
                <a16:creationId xmlns:a16="http://schemas.microsoft.com/office/drawing/2014/main" id="{CC4875D7-4595-43DE-A848-9223978043E9}"/>
              </a:ext>
            </a:extLst>
          </p:cNvPr>
          <p:cNvSpPr>
            <a:spLocks xmlns:a="http://schemas.openxmlformats.org/drawingml/2006/main" noGrp="1"/>
          </p:cNvSpPr>
          <p:nvPr/>
        </p:nvSpPr>
        <p:spPr>
          <a:xfrm xmlns:a="http://schemas.openxmlformats.org/drawingml/2006/main">
            <a:off x="1969524"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0EF"/>
          </a:solidFill>
          <a:ln xmlns:a="http://schemas.openxmlformats.org/drawingml/2006/main" w="2205">
            <a:solidFill>
              <a:srgbClr val="FBFCFE"/>
            </a:solidFill>
            <a:prstDash val="solid"/>
          </a:ln>
        </p:spPr>
      </p:sp>
      <p:sp>
        <p:nvSpPr>
          <p:cNvPr id="939" name="Editable chart path">
            <a:extLst xmlns:a="http://schemas.openxmlformats.org/drawingml/2006/main">
              <a:ext uri="{FF2B5EF4-FFF2-40B4-BE49-F238E27FC236}">
                <a16:creationId xmlns:a16="http://schemas.microsoft.com/office/drawing/2014/main" id="{3EE1131A-6E0A-4F93-8733-8E535AAB9AEC}"/>
              </a:ext>
            </a:extLst>
          </p:cNvPr>
          <p:cNvSpPr>
            <a:spLocks xmlns:a="http://schemas.openxmlformats.org/drawingml/2006/main" noGrp="1"/>
          </p:cNvSpPr>
          <p:nvPr/>
        </p:nvSpPr>
        <p:spPr>
          <a:xfrm xmlns:a="http://schemas.openxmlformats.org/drawingml/2006/main">
            <a:off x="2889170"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0EF"/>
          </a:solidFill>
          <a:ln xmlns:a="http://schemas.openxmlformats.org/drawingml/2006/main" w="2205">
            <a:solidFill>
              <a:srgbClr val="FBFCFE"/>
            </a:solidFill>
            <a:prstDash val="solid"/>
          </a:ln>
        </p:spPr>
      </p:sp>
      <p:sp>
        <p:nvSpPr>
          <p:cNvPr id="940" name="Editable chart path">
            <a:extLst xmlns:a="http://schemas.openxmlformats.org/drawingml/2006/main">
              <a:ext uri="{FF2B5EF4-FFF2-40B4-BE49-F238E27FC236}">
                <a16:creationId xmlns:a16="http://schemas.microsoft.com/office/drawing/2014/main" id="{EE376AA7-1392-4719-8500-95AE24D80634}"/>
              </a:ext>
            </a:extLst>
          </p:cNvPr>
          <p:cNvSpPr>
            <a:spLocks xmlns:a="http://schemas.openxmlformats.org/drawingml/2006/main" noGrp="1"/>
          </p:cNvSpPr>
          <p:nvPr/>
        </p:nvSpPr>
        <p:spPr>
          <a:xfrm xmlns:a="http://schemas.openxmlformats.org/drawingml/2006/main">
            <a:off x="2692103"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1F0"/>
          </a:solidFill>
          <a:ln xmlns:a="http://schemas.openxmlformats.org/drawingml/2006/main" w="2205">
            <a:solidFill>
              <a:srgbClr val="FBFCFE"/>
            </a:solidFill>
            <a:prstDash val="solid"/>
          </a:ln>
        </p:spPr>
      </p:sp>
      <p:sp>
        <p:nvSpPr>
          <p:cNvPr id="941" name="Editable chart path">
            <a:extLst xmlns:a="http://schemas.openxmlformats.org/drawingml/2006/main">
              <a:ext uri="{FF2B5EF4-FFF2-40B4-BE49-F238E27FC236}">
                <a16:creationId xmlns:a16="http://schemas.microsoft.com/office/drawing/2014/main" id="{A2F394DE-D5C2-42E3-B10C-D6221096EB45}"/>
              </a:ext>
            </a:extLst>
          </p:cNvPr>
          <p:cNvSpPr>
            <a:spLocks xmlns:a="http://schemas.openxmlformats.org/drawingml/2006/main" noGrp="1"/>
          </p:cNvSpPr>
          <p:nvPr/>
        </p:nvSpPr>
        <p:spPr>
          <a:xfrm xmlns:a="http://schemas.openxmlformats.org/drawingml/2006/main">
            <a:off x="2757792"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1F0"/>
          </a:solidFill>
          <a:ln xmlns:a="http://schemas.openxmlformats.org/drawingml/2006/main" w="2205">
            <a:solidFill>
              <a:srgbClr val="FBFCFE"/>
            </a:solidFill>
            <a:prstDash val="solid"/>
          </a:ln>
        </p:spPr>
      </p:sp>
      <p:sp>
        <p:nvSpPr>
          <p:cNvPr id="942" name="Editable chart path">
            <a:extLst xmlns:a="http://schemas.openxmlformats.org/drawingml/2006/main">
              <a:ext uri="{FF2B5EF4-FFF2-40B4-BE49-F238E27FC236}">
                <a16:creationId xmlns:a16="http://schemas.microsoft.com/office/drawing/2014/main" id="{9E8A533B-F697-466C-B0FB-2BD98D648FF0}"/>
              </a:ext>
            </a:extLst>
          </p:cNvPr>
          <p:cNvSpPr>
            <a:spLocks xmlns:a="http://schemas.openxmlformats.org/drawingml/2006/main" noGrp="1"/>
          </p:cNvSpPr>
          <p:nvPr/>
        </p:nvSpPr>
        <p:spPr>
          <a:xfrm xmlns:a="http://schemas.openxmlformats.org/drawingml/2006/main">
            <a:off x="2232280"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AF1F0"/>
          </a:solidFill>
          <a:ln xmlns:a="http://schemas.openxmlformats.org/drawingml/2006/main" w="2205">
            <a:solidFill>
              <a:srgbClr val="FBFCFE"/>
            </a:solidFill>
            <a:prstDash val="solid"/>
          </a:ln>
        </p:spPr>
      </p:sp>
      <p:sp>
        <p:nvSpPr>
          <p:cNvPr id="943" name="Editable chart path">
            <a:extLst xmlns:a="http://schemas.openxmlformats.org/drawingml/2006/main">
              <a:ext uri="{FF2B5EF4-FFF2-40B4-BE49-F238E27FC236}">
                <a16:creationId xmlns:a16="http://schemas.microsoft.com/office/drawing/2014/main" id="{E8288939-570F-4AE8-8391-C48C093576B0}"/>
              </a:ext>
            </a:extLst>
          </p:cNvPr>
          <p:cNvSpPr>
            <a:spLocks xmlns:a="http://schemas.openxmlformats.org/drawingml/2006/main" noGrp="1"/>
          </p:cNvSpPr>
          <p:nvPr/>
        </p:nvSpPr>
        <p:spPr>
          <a:xfrm xmlns:a="http://schemas.openxmlformats.org/drawingml/2006/main">
            <a:off x="3348993"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2F2"/>
          </a:solidFill>
          <a:ln xmlns:a="http://schemas.openxmlformats.org/drawingml/2006/main" w="2205">
            <a:solidFill>
              <a:srgbClr val="FBFCFE"/>
            </a:solidFill>
            <a:prstDash val="solid"/>
          </a:ln>
        </p:spPr>
      </p:sp>
      <p:sp>
        <p:nvSpPr>
          <p:cNvPr id="944" name="Editable chart path">
            <a:extLst xmlns:a="http://schemas.openxmlformats.org/drawingml/2006/main">
              <a:ext uri="{FF2B5EF4-FFF2-40B4-BE49-F238E27FC236}">
                <a16:creationId xmlns:a16="http://schemas.microsoft.com/office/drawing/2014/main" id="{6FBC207C-E6B9-4657-8AF6-1EE49AC6C02D}"/>
              </a:ext>
            </a:extLst>
          </p:cNvPr>
          <p:cNvSpPr>
            <a:spLocks xmlns:a="http://schemas.openxmlformats.org/drawingml/2006/main" noGrp="1"/>
          </p:cNvSpPr>
          <p:nvPr/>
        </p:nvSpPr>
        <p:spPr>
          <a:xfrm xmlns:a="http://schemas.openxmlformats.org/drawingml/2006/main">
            <a:off x="2495036"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2F2"/>
          </a:solidFill>
          <a:ln xmlns:a="http://schemas.openxmlformats.org/drawingml/2006/main" w="2205">
            <a:solidFill>
              <a:srgbClr val="FBFCFE"/>
            </a:solidFill>
            <a:prstDash val="solid"/>
          </a:ln>
        </p:spPr>
      </p:sp>
      <p:sp>
        <p:nvSpPr>
          <p:cNvPr id="945" name="Editable chart path">
            <a:extLst xmlns:a="http://schemas.openxmlformats.org/drawingml/2006/main">
              <a:ext uri="{FF2B5EF4-FFF2-40B4-BE49-F238E27FC236}">
                <a16:creationId xmlns:a16="http://schemas.microsoft.com/office/drawing/2014/main" id="{F379BF9B-CFC8-4A50-9151-849930A5A533}"/>
              </a:ext>
            </a:extLst>
          </p:cNvPr>
          <p:cNvSpPr>
            <a:spLocks xmlns:a="http://schemas.openxmlformats.org/drawingml/2006/main" noGrp="1"/>
          </p:cNvSpPr>
          <p:nvPr/>
        </p:nvSpPr>
        <p:spPr>
          <a:xfrm xmlns:a="http://schemas.openxmlformats.org/drawingml/2006/main">
            <a:off x="3480371"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2F2"/>
          </a:solidFill>
          <a:ln xmlns:a="http://schemas.openxmlformats.org/drawingml/2006/main" w="2205">
            <a:solidFill>
              <a:srgbClr val="FBFCFE"/>
            </a:solidFill>
            <a:prstDash val="solid"/>
          </a:ln>
        </p:spPr>
      </p:sp>
      <p:sp>
        <p:nvSpPr>
          <p:cNvPr id="946" name="Editable chart path">
            <a:extLst xmlns:a="http://schemas.openxmlformats.org/drawingml/2006/main">
              <a:ext uri="{FF2B5EF4-FFF2-40B4-BE49-F238E27FC236}">
                <a16:creationId xmlns:a16="http://schemas.microsoft.com/office/drawing/2014/main" id="{37BB9C1E-A4D9-42B7-8F0E-93F7DCAEF26A}"/>
              </a:ext>
            </a:extLst>
          </p:cNvPr>
          <p:cNvSpPr>
            <a:spLocks xmlns:a="http://schemas.openxmlformats.org/drawingml/2006/main" noGrp="1"/>
          </p:cNvSpPr>
          <p:nvPr/>
        </p:nvSpPr>
        <p:spPr>
          <a:xfrm xmlns:a="http://schemas.openxmlformats.org/drawingml/2006/main">
            <a:off x="2166591"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2F2"/>
          </a:solidFill>
          <a:ln xmlns:a="http://schemas.openxmlformats.org/drawingml/2006/main" w="2205">
            <a:solidFill>
              <a:srgbClr val="FBFCFE"/>
            </a:solidFill>
            <a:prstDash val="solid"/>
          </a:ln>
        </p:spPr>
      </p:sp>
      <p:sp>
        <p:nvSpPr>
          <p:cNvPr id="947" name="Editable chart path">
            <a:extLst xmlns:a="http://schemas.openxmlformats.org/drawingml/2006/main">
              <a:ext uri="{FF2B5EF4-FFF2-40B4-BE49-F238E27FC236}">
                <a16:creationId xmlns:a16="http://schemas.microsoft.com/office/drawing/2014/main" id="{F8147D1C-9F10-4F0F-8645-9C56898C84F4}"/>
              </a:ext>
            </a:extLst>
          </p:cNvPr>
          <p:cNvSpPr>
            <a:spLocks xmlns:a="http://schemas.openxmlformats.org/drawingml/2006/main" noGrp="1"/>
          </p:cNvSpPr>
          <p:nvPr/>
        </p:nvSpPr>
        <p:spPr>
          <a:xfrm xmlns:a="http://schemas.openxmlformats.org/drawingml/2006/main">
            <a:off x="2166591"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2F2"/>
          </a:solidFill>
          <a:ln xmlns:a="http://schemas.openxmlformats.org/drawingml/2006/main" w="2205">
            <a:solidFill>
              <a:srgbClr val="FBFCFE"/>
            </a:solidFill>
            <a:prstDash val="solid"/>
          </a:ln>
        </p:spPr>
      </p:sp>
      <p:sp>
        <p:nvSpPr>
          <p:cNvPr id="948" name="Editable chart path">
            <a:extLst xmlns:a="http://schemas.openxmlformats.org/drawingml/2006/main">
              <a:ext uri="{FF2B5EF4-FFF2-40B4-BE49-F238E27FC236}">
                <a16:creationId xmlns:a16="http://schemas.microsoft.com/office/drawing/2014/main" id="{0F634D9B-EE8B-45CB-BA7E-CF0443FD138F}"/>
              </a:ext>
            </a:extLst>
          </p:cNvPr>
          <p:cNvSpPr>
            <a:spLocks xmlns:a="http://schemas.openxmlformats.org/drawingml/2006/main" noGrp="1"/>
          </p:cNvSpPr>
          <p:nvPr/>
        </p:nvSpPr>
        <p:spPr>
          <a:xfrm xmlns:a="http://schemas.openxmlformats.org/drawingml/2006/main">
            <a:off x="2757792"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4F3"/>
          </a:solidFill>
          <a:ln xmlns:a="http://schemas.openxmlformats.org/drawingml/2006/main" w="2205">
            <a:solidFill>
              <a:srgbClr val="FBFCFE"/>
            </a:solidFill>
            <a:prstDash val="solid"/>
          </a:ln>
        </p:spPr>
      </p:sp>
      <p:sp>
        <p:nvSpPr>
          <p:cNvPr id="949" name="Editable chart path">
            <a:extLst xmlns:a="http://schemas.openxmlformats.org/drawingml/2006/main">
              <a:ext uri="{FF2B5EF4-FFF2-40B4-BE49-F238E27FC236}">
                <a16:creationId xmlns:a16="http://schemas.microsoft.com/office/drawing/2014/main" id="{FBA1CEC0-AF3E-4800-A329-FB2558CA0D54}"/>
              </a:ext>
            </a:extLst>
          </p:cNvPr>
          <p:cNvSpPr>
            <a:spLocks xmlns:a="http://schemas.openxmlformats.org/drawingml/2006/main" noGrp="1"/>
          </p:cNvSpPr>
          <p:nvPr/>
        </p:nvSpPr>
        <p:spPr>
          <a:xfrm xmlns:a="http://schemas.openxmlformats.org/drawingml/2006/main">
            <a:off x="3151926"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4F3"/>
          </a:solidFill>
          <a:ln xmlns:a="http://schemas.openxmlformats.org/drawingml/2006/main" w="2205">
            <a:solidFill>
              <a:srgbClr val="FBFCFE"/>
            </a:solidFill>
            <a:prstDash val="solid"/>
          </a:ln>
        </p:spPr>
      </p:sp>
      <p:sp>
        <p:nvSpPr>
          <p:cNvPr id="950" name="Editable chart path">
            <a:extLst xmlns:a="http://schemas.openxmlformats.org/drawingml/2006/main">
              <a:ext uri="{FF2B5EF4-FFF2-40B4-BE49-F238E27FC236}">
                <a16:creationId xmlns:a16="http://schemas.microsoft.com/office/drawing/2014/main" id="{CB8E031F-EBFE-4823-ABFA-E2F13B5C03F4}"/>
              </a:ext>
            </a:extLst>
          </p:cNvPr>
          <p:cNvSpPr>
            <a:spLocks xmlns:a="http://schemas.openxmlformats.org/drawingml/2006/main" noGrp="1"/>
          </p:cNvSpPr>
          <p:nvPr/>
        </p:nvSpPr>
        <p:spPr>
          <a:xfrm xmlns:a="http://schemas.openxmlformats.org/drawingml/2006/main">
            <a:off x="2429347"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4F3"/>
          </a:solidFill>
          <a:ln xmlns:a="http://schemas.openxmlformats.org/drawingml/2006/main" w="2205">
            <a:solidFill>
              <a:srgbClr val="FBFCFE"/>
            </a:solidFill>
            <a:prstDash val="solid"/>
          </a:ln>
        </p:spPr>
      </p:sp>
      <p:sp>
        <p:nvSpPr>
          <p:cNvPr id="951" name="Editable chart path">
            <a:extLst xmlns:a="http://schemas.openxmlformats.org/drawingml/2006/main">
              <a:ext uri="{FF2B5EF4-FFF2-40B4-BE49-F238E27FC236}">
                <a16:creationId xmlns:a16="http://schemas.microsoft.com/office/drawing/2014/main" id="{734623AA-3289-4FF7-96EC-D4D4420BCA8B}"/>
              </a:ext>
            </a:extLst>
          </p:cNvPr>
          <p:cNvSpPr>
            <a:spLocks xmlns:a="http://schemas.openxmlformats.org/drawingml/2006/main" noGrp="1"/>
          </p:cNvSpPr>
          <p:nvPr/>
        </p:nvSpPr>
        <p:spPr>
          <a:xfrm xmlns:a="http://schemas.openxmlformats.org/drawingml/2006/main">
            <a:off x="3874505"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4F3"/>
          </a:solidFill>
          <a:ln xmlns:a="http://schemas.openxmlformats.org/drawingml/2006/main" w="2205">
            <a:solidFill>
              <a:srgbClr val="FBFCFE"/>
            </a:solidFill>
            <a:prstDash val="solid"/>
          </a:ln>
        </p:spPr>
      </p:sp>
      <p:sp>
        <p:nvSpPr>
          <p:cNvPr id="952" name="Editable chart path">
            <a:extLst xmlns:a="http://schemas.openxmlformats.org/drawingml/2006/main">
              <a:ext uri="{FF2B5EF4-FFF2-40B4-BE49-F238E27FC236}">
                <a16:creationId xmlns:a16="http://schemas.microsoft.com/office/drawing/2014/main" id="{FD753201-A2FC-4A74-83AC-A84A50D0AFF6}"/>
              </a:ext>
            </a:extLst>
          </p:cNvPr>
          <p:cNvSpPr>
            <a:spLocks xmlns:a="http://schemas.openxmlformats.org/drawingml/2006/main" noGrp="1"/>
          </p:cNvSpPr>
          <p:nvPr/>
        </p:nvSpPr>
        <p:spPr>
          <a:xfrm xmlns:a="http://schemas.openxmlformats.org/drawingml/2006/main">
            <a:off x="2823481"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CF5F5"/>
          </a:solidFill>
          <a:ln xmlns:a="http://schemas.openxmlformats.org/drawingml/2006/main" w="2205">
            <a:solidFill>
              <a:srgbClr val="FBFCFE"/>
            </a:solidFill>
            <a:prstDash val="solid"/>
          </a:ln>
        </p:spPr>
      </p:sp>
      <p:sp>
        <p:nvSpPr>
          <p:cNvPr id="953" name="Editable chart path">
            <a:extLst xmlns:a="http://schemas.openxmlformats.org/drawingml/2006/main">
              <a:ext uri="{FF2B5EF4-FFF2-40B4-BE49-F238E27FC236}">
                <a16:creationId xmlns:a16="http://schemas.microsoft.com/office/drawing/2014/main" id="{BF3CB51B-D11C-499A-AFAB-FC6F21D9613D}"/>
              </a:ext>
            </a:extLst>
          </p:cNvPr>
          <p:cNvSpPr>
            <a:spLocks xmlns:a="http://schemas.openxmlformats.org/drawingml/2006/main" noGrp="1"/>
          </p:cNvSpPr>
          <p:nvPr/>
        </p:nvSpPr>
        <p:spPr>
          <a:xfrm xmlns:a="http://schemas.openxmlformats.org/drawingml/2006/main">
            <a:off x="2429347"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CF5F5"/>
          </a:solidFill>
          <a:ln xmlns:a="http://schemas.openxmlformats.org/drawingml/2006/main" w="2205">
            <a:solidFill>
              <a:srgbClr val="FBFCFE"/>
            </a:solidFill>
            <a:prstDash val="solid"/>
          </a:ln>
        </p:spPr>
      </p:sp>
      <p:sp>
        <p:nvSpPr>
          <p:cNvPr id="954" name="Editable chart path">
            <a:extLst xmlns:a="http://schemas.openxmlformats.org/drawingml/2006/main">
              <a:ext uri="{FF2B5EF4-FFF2-40B4-BE49-F238E27FC236}">
                <a16:creationId xmlns:a16="http://schemas.microsoft.com/office/drawing/2014/main" id="{3F806CC0-3CE5-4553-B406-99A19BE26A05}"/>
              </a:ext>
            </a:extLst>
          </p:cNvPr>
          <p:cNvSpPr>
            <a:spLocks xmlns:a="http://schemas.openxmlformats.org/drawingml/2006/main" noGrp="1"/>
          </p:cNvSpPr>
          <p:nvPr/>
        </p:nvSpPr>
        <p:spPr>
          <a:xfrm xmlns:a="http://schemas.openxmlformats.org/drawingml/2006/main">
            <a:off x="3020548"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CF5F5"/>
          </a:solidFill>
          <a:ln xmlns:a="http://schemas.openxmlformats.org/drawingml/2006/main" w="2205">
            <a:solidFill>
              <a:srgbClr val="FBFCFE"/>
            </a:solidFill>
            <a:prstDash val="solid"/>
          </a:ln>
        </p:spPr>
      </p:sp>
      <p:sp>
        <p:nvSpPr>
          <p:cNvPr id="955" name="Editable chart path">
            <a:extLst xmlns:a="http://schemas.openxmlformats.org/drawingml/2006/main">
              <a:ext uri="{FF2B5EF4-FFF2-40B4-BE49-F238E27FC236}">
                <a16:creationId xmlns:a16="http://schemas.microsoft.com/office/drawing/2014/main" id="{00419625-72E4-42C4-B3F2-F536A5944E33}"/>
              </a:ext>
            </a:extLst>
          </p:cNvPr>
          <p:cNvSpPr>
            <a:spLocks xmlns:a="http://schemas.openxmlformats.org/drawingml/2006/main" noGrp="1"/>
          </p:cNvSpPr>
          <p:nvPr/>
        </p:nvSpPr>
        <p:spPr>
          <a:xfrm xmlns:a="http://schemas.openxmlformats.org/drawingml/2006/main">
            <a:off x="2823481"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CF7F6"/>
          </a:solidFill>
          <a:ln xmlns:a="http://schemas.openxmlformats.org/drawingml/2006/main" w="2205">
            <a:solidFill>
              <a:srgbClr val="FBFCFE"/>
            </a:solidFill>
            <a:prstDash val="solid"/>
          </a:ln>
        </p:spPr>
      </p:sp>
      <p:sp>
        <p:nvSpPr>
          <p:cNvPr id="956" name="Editable chart path">
            <a:extLst xmlns:a="http://schemas.openxmlformats.org/drawingml/2006/main">
              <a:ext uri="{FF2B5EF4-FFF2-40B4-BE49-F238E27FC236}">
                <a16:creationId xmlns:a16="http://schemas.microsoft.com/office/drawing/2014/main" id="{94A3AAC8-0533-43C8-B0F4-77D5333930C0}"/>
              </a:ext>
            </a:extLst>
          </p:cNvPr>
          <p:cNvSpPr>
            <a:spLocks xmlns:a="http://schemas.openxmlformats.org/drawingml/2006/main" noGrp="1"/>
          </p:cNvSpPr>
          <p:nvPr/>
        </p:nvSpPr>
        <p:spPr>
          <a:xfrm xmlns:a="http://schemas.openxmlformats.org/drawingml/2006/main">
            <a:off x="328330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CF7F6"/>
          </a:solidFill>
          <a:ln xmlns:a="http://schemas.openxmlformats.org/drawingml/2006/main" w="2205">
            <a:solidFill>
              <a:srgbClr val="FBFCFE"/>
            </a:solidFill>
            <a:prstDash val="solid"/>
          </a:ln>
        </p:spPr>
      </p:sp>
      <p:sp>
        <p:nvSpPr>
          <p:cNvPr id="957" name="Editable chart path">
            <a:extLst xmlns:a="http://schemas.openxmlformats.org/drawingml/2006/main">
              <a:ext uri="{FF2B5EF4-FFF2-40B4-BE49-F238E27FC236}">
                <a16:creationId xmlns:a16="http://schemas.microsoft.com/office/drawing/2014/main" id="{CBB4B332-AE25-45E3-A738-90AB3C151D62}"/>
              </a:ext>
            </a:extLst>
          </p:cNvPr>
          <p:cNvSpPr>
            <a:spLocks xmlns:a="http://schemas.openxmlformats.org/drawingml/2006/main" noGrp="1"/>
          </p:cNvSpPr>
          <p:nvPr/>
        </p:nvSpPr>
        <p:spPr>
          <a:xfrm xmlns:a="http://schemas.openxmlformats.org/drawingml/2006/main">
            <a:off x="3151926"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CF7F6"/>
          </a:solidFill>
          <a:ln xmlns:a="http://schemas.openxmlformats.org/drawingml/2006/main" w="2205">
            <a:solidFill>
              <a:srgbClr val="FBFCFE"/>
            </a:solidFill>
            <a:prstDash val="solid"/>
          </a:ln>
        </p:spPr>
      </p:sp>
      <p:sp>
        <p:nvSpPr>
          <p:cNvPr id="958" name="Editable chart path">
            <a:extLst xmlns:a="http://schemas.openxmlformats.org/drawingml/2006/main">
              <a:ext uri="{FF2B5EF4-FFF2-40B4-BE49-F238E27FC236}">
                <a16:creationId xmlns:a16="http://schemas.microsoft.com/office/drawing/2014/main" id="{3334DDEF-B4FC-4265-BEA7-72E958DF85AE}"/>
              </a:ext>
            </a:extLst>
          </p:cNvPr>
          <p:cNvSpPr>
            <a:spLocks xmlns:a="http://schemas.openxmlformats.org/drawingml/2006/main" noGrp="1"/>
          </p:cNvSpPr>
          <p:nvPr/>
        </p:nvSpPr>
        <p:spPr>
          <a:xfrm xmlns:a="http://schemas.openxmlformats.org/drawingml/2006/main">
            <a:off x="3217615"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CF7F6"/>
          </a:solidFill>
          <a:ln xmlns:a="http://schemas.openxmlformats.org/drawingml/2006/main" w="2205">
            <a:solidFill>
              <a:srgbClr val="FBFCFE"/>
            </a:solidFill>
            <a:prstDash val="solid"/>
          </a:ln>
        </p:spPr>
      </p:sp>
      <p:sp>
        <p:nvSpPr>
          <p:cNvPr id="959" name="Editable chart path">
            <a:extLst xmlns:a="http://schemas.openxmlformats.org/drawingml/2006/main">
              <a:ext uri="{FF2B5EF4-FFF2-40B4-BE49-F238E27FC236}">
                <a16:creationId xmlns:a16="http://schemas.microsoft.com/office/drawing/2014/main" id="{5DA81CB8-AF9C-4FF6-8F91-D4DA97C3AD52}"/>
              </a:ext>
            </a:extLst>
          </p:cNvPr>
          <p:cNvSpPr>
            <a:spLocks xmlns:a="http://schemas.openxmlformats.org/drawingml/2006/main" noGrp="1"/>
          </p:cNvSpPr>
          <p:nvPr/>
        </p:nvSpPr>
        <p:spPr>
          <a:xfrm xmlns:a="http://schemas.openxmlformats.org/drawingml/2006/main">
            <a:off x="1838145"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CF7F6"/>
          </a:solidFill>
          <a:ln xmlns:a="http://schemas.openxmlformats.org/drawingml/2006/main" w="2205">
            <a:solidFill>
              <a:srgbClr val="FBFCFE"/>
            </a:solidFill>
            <a:prstDash val="solid"/>
          </a:ln>
        </p:spPr>
      </p:sp>
      <p:sp>
        <p:nvSpPr>
          <p:cNvPr id="960" name="Editable chart path">
            <a:extLst xmlns:a="http://schemas.openxmlformats.org/drawingml/2006/main">
              <a:ext uri="{FF2B5EF4-FFF2-40B4-BE49-F238E27FC236}">
                <a16:creationId xmlns:a16="http://schemas.microsoft.com/office/drawing/2014/main" id="{3B478F1C-DD47-4A0C-BF15-C636D8DEF790}"/>
              </a:ext>
            </a:extLst>
          </p:cNvPr>
          <p:cNvSpPr>
            <a:spLocks xmlns:a="http://schemas.openxmlformats.org/drawingml/2006/main" noGrp="1"/>
          </p:cNvSpPr>
          <p:nvPr/>
        </p:nvSpPr>
        <p:spPr>
          <a:xfrm xmlns:a="http://schemas.openxmlformats.org/drawingml/2006/main">
            <a:off x="3217615"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8F8"/>
          </a:solidFill>
          <a:ln xmlns:a="http://schemas.openxmlformats.org/drawingml/2006/main" w="2205">
            <a:solidFill>
              <a:srgbClr val="FBFCFE"/>
            </a:solidFill>
            <a:prstDash val="solid"/>
          </a:ln>
        </p:spPr>
      </p:sp>
      <p:sp>
        <p:nvSpPr>
          <p:cNvPr id="961" name="Editable chart path">
            <a:extLst xmlns:a="http://schemas.openxmlformats.org/drawingml/2006/main">
              <a:ext uri="{FF2B5EF4-FFF2-40B4-BE49-F238E27FC236}">
                <a16:creationId xmlns:a16="http://schemas.microsoft.com/office/drawing/2014/main" id="{FC38C1DF-38DA-4B24-ABA3-C23A3F2EFE4D}"/>
              </a:ext>
            </a:extLst>
          </p:cNvPr>
          <p:cNvSpPr>
            <a:spLocks xmlns:a="http://schemas.openxmlformats.org/drawingml/2006/main" noGrp="1"/>
          </p:cNvSpPr>
          <p:nvPr/>
        </p:nvSpPr>
        <p:spPr>
          <a:xfrm xmlns:a="http://schemas.openxmlformats.org/drawingml/2006/main">
            <a:off x="3743127"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8F8"/>
          </a:solidFill>
          <a:ln xmlns:a="http://schemas.openxmlformats.org/drawingml/2006/main" w="2205">
            <a:solidFill>
              <a:srgbClr val="FBFCFE"/>
            </a:solidFill>
            <a:prstDash val="solid"/>
          </a:ln>
        </p:spPr>
      </p:sp>
      <p:sp>
        <p:nvSpPr>
          <p:cNvPr id="962" name="Editable chart path">
            <a:extLst xmlns:a="http://schemas.openxmlformats.org/drawingml/2006/main">
              <a:ext uri="{FF2B5EF4-FFF2-40B4-BE49-F238E27FC236}">
                <a16:creationId xmlns:a16="http://schemas.microsoft.com/office/drawing/2014/main" id="{BCDED022-28BD-451B-9D65-4567467DE969}"/>
              </a:ext>
            </a:extLst>
          </p:cNvPr>
          <p:cNvSpPr>
            <a:spLocks xmlns:a="http://schemas.openxmlformats.org/drawingml/2006/main" noGrp="1"/>
          </p:cNvSpPr>
          <p:nvPr/>
        </p:nvSpPr>
        <p:spPr>
          <a:xfrm xmlns:a="http://schemas.openxmlformats.org/drawingml/2006/main">
            <a:off x="2757792"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8F8"/>
          </a:solidFill>
          <a:ln xmlns:a="http://schemas.openxmlformats.org/drawingml/2006/main" w="2205">
            <a:solidFill>
              <a:srgbClr val="FBFCFE"/>
            </a:solidFill>
            <a:prstDash val="solid"/>
          </a:ln>
        </p:spPr>
      </p:sp>
      <p:sp>
        <p:nvSpPr>
          <p:cNvPr id="963" name="Editable chart path">
            <a:extLst xmlns:a="http://schemas.openxmlformats.org/drawingml/2006/main">
              <a:ext uri="{FF2B5EF4-FFF2-40B4-BE49-F238E27FC236}">
                <a16:creationId xmlns:a16="http://schemas.microsoft.com/office/drawing/2014/main" id="{DB238AC0-B44A-44A8-A1E3-06CFA8B750B6}"/>
              </a:ext>
            </a:extLst>
          </p:cNvPr>
          <p:cNvSpPr>
            <a:spLocks xmlns:a="http://schemas.openxmlformats.org/drawingml/2006/main" noGrp="1"/>
          </p:cNvSpPr>
          <p:nvPr/>
        </p:nvSpPr>
        <p:spPr>
          <a:xfrm xmlns:a="http://schemas.openxmlformats.org/drawingml/2006/main">
            <a:off x="2232280"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8F8"/>
          </a:solidFill>
          <a:ln xmlns:a="http://schemas.openxmlformats.org/drawingml/2006/main" w="2205">
            <a:solidFill>
              <a:srgbClr val="FBFCFE"/>
            </a:solidFill>
            <a:prstDash val="solid"/>
          </a:ln>
        </p:spPr>
      </p:sp>
      <p:sp>
        <p:nvSpPr>
          <p:cNvPr id="964" name="Editable chart path">
            <a:extLst xmlns:a="http://schemas.openxmlformats.org/drawingml/2006/main">
              <a:ext uri="{FF2B5EF4-FFF2-40B4-BE49-F238E27FC236}">
                <a16:creationId xmlns:a16="http://schemas.microsoft.com/office/drawing/2014/main" id="{262D424C-BDD7-4F9E-84E2-156436F50625}"/>
              </a:ext>
            </a:extLst>
          </p:cNvPr>
          <p:cNvSpPr>
            <a:spLocks xmlns:a="http://schemas.openxmlformats.org/drawingml/2006/main" noGrp="1"/>
          </p:cNvSpPr>
          <p:nvPr/>
        </p:nvSpPr>
        <p:spPr>
          <a:xfrm xmlns:a="http://schemas.openxmlformats.org/drawingml/2006/main">
            <a:off x="3086237"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9F9"/>
          </a:solidFill>
          <a:ln xmlns:a="http://schemas.openxmlformats.org/drawingml/2006/main" w="2205">
            <a:solidFill>
              <a:srgbClr val="FBFCFE"/>
            </a:solidFill>
            <a:prstDash val="solid"/>
          </a:ln>
        </p:spPr>
      </p:sp>
      <p:sp>
        <p:nvSpPr>
          <p:cNvPr id="965" name="Editable chart path">
            <a:extLst xmlns:a="http://schemas.openxmlformats.org/drawingml/2006/main">
              <a:ext uri="{FF2B5EF4-FFF2-40B4-BE49-F238E27FC236}">
                <a16:creationId xmlns:a16="http://schemas.microsoft.com/office/drawing/2014/main" id="{8622D958-8D0C-45BC-9487-7608B61EAF36}"/>
              </a:ext>
            </a:extLst>
          </p:cNvPr>
          <p:cNvSpPr>
            <a:spLocks xmlns:a="http://schemas.openxmlformats.org/drawingml/2006/main" noGrp="1"/>
          </p:cNvSpPr>
          <p:nvPr/>
        </p:nvSpPr>
        <p:spPr>
          <a:xfrm xmlns:a="http://schemas.openxmlformats.org/drawingml/2006/main">
            <a:off x="3808816"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9F9"/>
          </a:solidFill>
          <a:ln xmlns:a="http://schemas.openxmlformats.org/drawingml/2006/main" w="2205">
            <a:solidFill>
              <a:srgbClr val="FBFCFE"/>
            </a:solidFill>
            <a:prstDash val="solid"/>
          </a:ln>
        </p:spPr>
      </p:sp>
      <p:sp>
        <p:nvSpPr>
          <p:cNvPr id="966" name="Editable chart path">
            <a:extLst xmlns:a="http://schemas.openxmlformats.org/drawingml/2006/main">
              <a:ext uri="{FF2B5EF4-FFF2-40B4-BE49-F238E27FC236}">
                <a16:creationId xmlns:a16="http://schemas.microsoft.com/office/drawing/2014/main" id="{1A962A13-D8DA-4554-BE5B-78FDD330F3C7}"/>
              </a:ext>
            </a:extLst>
          </p:cNvPr>
          <p:cNvSpPr>
            <a:spLocks xmlns:a="http://schemas.openxmlformats.org/drawingml/2006/main" noGrp="1"/>
          </p:cNvSpPr>
          <p:nvPr/>
        </p:nvSpPr>
        <p:spPr>
          <a:xfrm xmlns:a="http://schemas.openxmlformats.org/drawingml/2006/main">
            <a:off x="2100902"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9F9"/>
          </a:solidFill>
          <a:ln xmlns:a="http://schemas.openxmlformats.org/drawingml/2006/main" w="2205">
            <a:solidFill>
              <a:srgbClr val="FBFCFE"/>
            </a:solidFill>
            <a:prstDash val="solid"/>
          </a:ln>
        </p:spPr>
      </p:sp>
      <p:sp>
        <p:nvSpPr>
          <p:cNvPr id="967" name="Editable chart path">
            <a:extLst xmlns:a="http://schemas.openxmlformats.org/drawingml/2006/main">
              <a:ext uri="{FF2B5EF4-FFF2-40B4-BE49-F238E27FC236}">
                <a16:creationId xmlns:a16="http://schemas.microsoft.com/office/drawing/2014/main" id="{16EBA05E-D18B-4B61-BC75-348B34264453}"/>
              </a:ext>
            </a:extLst>
          </p:cNvPr>
          <p:cNvSpPr>
            <a:spLocks xmlns:a="http://schemas.openxmlformats.org/drawingml/2006/main" noGrp="1"/>
          </p:cNvSpPr>
          <p:nvPr/>
        </p:nvSpPr>
        <p:spPr>
          <a:xfrm xmlns:a="http://schemas.openxmlformats.org/drawingml/2006/main">
            <a:off x="3348993"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9F9"/>
          </a:solidFill>
          <a:ln xmlns:a="http://schemas.openxmlformats.org/drawingml/2006/main" w="2205">
            <a:solidFill>
              <a:srgbClr val="FBFCFE"/>
            </a:solidFill>
            <a:prstDash val="solid"/>
          </a:ln>
        </p:spPr>
      </p:sp>
      <p:sp>
        <p:nvSpPr>
          <p:cNvPr id="968" name="Editable chart path">
            <a:extLst xmlns:a="http://schemas.openxmlformats.org/drawingml/2006/main">
              <a:ext uri="{FF2B5EF4-FFF2-40B4-BE49-F238E27FC236}">
                <a16:creationId xmlns:a16="http://schemas.microsoft.com/office/drawing/2014/main" id="{FF8ED69C-DACD-4FAA-907C-62E51C2D8BC8}"/>
              </a:ext>
            </a:extLst>
          </p:cNvPr>
          <p:cNvSpPr>
            <a:spLocks xmlns:a="http://schemas.openxmlformats.org/drawingml/2006/main" noGrp="1"/>
          </p:cNvSpPr>
          <p:nvPr/>
        </p:nvSpPr>
        <p:spPr>
          <a:xfrm xmlns:a="http://schemas.openxmlformats.org/drawingml/2006/main">
            <a:off x="2954859"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9F9"/>
          </a:solidFill>
          <a:ln xmlns:a="http://schemas.openxmlformats.org/drawingml/2006/main" w="2205">
            <a:solidFill>
              <a:srgbClr val="FBFCFE"/>
            </a:solidFill>
            <a:prstDash val="solid"/>
          </a:ln>
        </p:spPr>
      </p:sp>
      <p:sp>
        <p:nvSpPr>
          <p:cNvPr id="969" name="Editable chart path">
            <a:extLst xmlns:a="http://schemas.openxmlformats.org/drawingml/2006/main">
              <a:ext uri="{FF2B5EF4-FFF2-40B4-BE49-F238E27FC236}">
                <a16:creationId xmlns:a16="http://schemas.microsoft.com/office/drawing/2014/main" id="{ADA38385-5B2D-4E93-B314-A537B47F12BE}"/>
              </a:ext>
            </a:extLst>
          </p:cNvPr>
          <p:cNvSpPr>
            <a:spLocks xmlns:a="http://schemas.openxmlformats.org/drawingml/2006/main" noGrp="1"/>
          </p:cNvSpPr>
          <p:nvPr/>
        </p:nvSpPr>
        <p:spPr>
          <a:xfrm xmlns:a="http://schemas.openxmlformats.org/drawingml/2006/main">
            <a:off x="2757792"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9F9"/>
          </a:solidFill>
          <a:ln xmlns:a="http://schemas.openxmlformats.org/drawingml/2006/main" w="2205">
            <a:solidFill>
              <a:srgbClr val="FBFCFE"/>
            </a:solidFill>
            <a:prstDash val="solid"/>
          </a:ln>
        </p:spPr>
      </p:sp>
      <p:sp>
        <p:nvSpPr>
          <p:cNvPr id="970" name="Editable chart path">
            <a:extLst xmlns:a="http://schemas.openxmlformats.org/drawingml/2006/main">
              <a:ext uri="{FF2B5EF4-FFF2-40B4-BE49-F238E27FC236}">
                <a16:creationId xmlns:a16="http://schemas.microsoft.com/office/drawing/2014/main" id="{119C39C6-D09F-4DA2-BA83-0743B9C63A8D}"/>
              </a:ext>
            </a:extLst>
          </p:cNvPr>
          <p:cNvSpPr>
            <a:spLocks xmlns:a="http://schemas.openxmlformats.org/drawingml/2006/main" noGrp="1"/>
          </p:cNvSpPr>
          <p:nvPr/>
        </p:nvSpPr>
        <p:spPr>
          <a:xfrm xmlns:a="http://schemas.openxmlformats.org/drawingml/2006/main">
            <a:off x="2429347"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9F9"/>
          </a:solidFill>
          <a:ln xmlns:a="http://schemas.openxmlformats.org/drawingml/2006/main" w="2205">
            <a:solidFill>
              <a:srgbClr val="FBFCFE"/>
            </a:solidFill>
            <a:prstDash val="solid"/>
          </a:ln>
        </p:spPr>
      </p:sp>
      <p:sp>
        <p:nvSpPr>
          <p:cNvPr id="971" name="Editable chart path">
            <a:extLst xmlns:a="http://schemas.openxmlformats.org/drawingml/2006/main">
              <a:ext uri="{FF2B5EF4-FFF2-40B4-BE49-F238E27FC236}">
                <a16:creationId xmlns:a16="http://schemas.microsoft.com/office/drawing/2014/main" id="{F0D85FDF-76D6-46DC-991D-B1875E7E3A30}"/>
              </a:ext>
            </a:extLst>
          </p:cNvPr>
          <p:cNvSpPr>
            <a:spLocks xmlns:a="http://schemas.openxmlformats.org/drawingml/2006/main" noGrp="1"/>
          </p:cNvSpPr>
          <p:nvPr/>
        </p:nvSpPr>
        <p:spPr>
          <a:xfrm xmlns:a="http://schemas.openxmlformats.org/drawingml/2006/main">
            <a:off x="3414682"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DF9F9"/>
          </a:solidFill>
          <a:ln xmlns:a="http://schemas.openxmlformats.org/drawingml/2006/main" w="2205">
            <a:solidFill>
              <a:srgbClr val="FBFCFE"/>
            </a:solidFill>
            <a:prstDash val="solid"/>
          </a:ln>
        </p:spPr>
      </p:sp>
      <p:sp>
        <p:nvSpPr>
          <p:cNvPr id="972" name="Editable chart path">
            <a:extLst xmlns:a="http://schemas.openxmlformats.org/drawingml/2006/main">
              <a:ext uri="{FF2B5EF4-FFF2-40B4-BE49-F238E27FC236}">
                <a16:creationId xmlns:a16="http://schemas.microsoft.com/office/drawing/2014/main" id="{F1118863-B6EE-41FC-98D0-736228DB4768}"/>
              </a:ext>
            </a:extLst>
          </p:cNvPr>
          <p:cNvSpPr>
            <a:spLocks xmlns:a="http://schemas.openxmlformats.org/drawingml/2006/main" noGrp="1"/>
          </p:cNvSpPr>
          <p:nvPr/>
        </p:nvSpPr>
        <p:spPr>
          <a:xfrm xmlns:a="http://schemas.openxmlformats.org/drawingml/2006/main">
            <a:off x="3874505"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BFB"/>
          </a:solidFill>
          <a:ln xmlns:a="http://schemas.openxmlformats.org/drawingml/2006/main" w="2205">
            <a:solidFill>
              <a:srgbClr val="FBFCFE"/>
            </a:solidFill>
            <a:prstDash val="solid"/>
          </a:ln>
        </p:spPr>
      </p:sp>
      <p:sp>
        <p:nvSpPr>
          <p:cNvPr id="973" name="Editable chart path">
            <a:extLst xmlns:a="http://schemas.openxmlformats.org/drawingml/2006/main">
              <a:ext uri="{FF2B5EF4-FFF2-40B4-BE49-F238E27FC236}">
                <a16:creationId xmlns:a16="http://schemas.microsoft.com/office/drawing/2014/main" id="{B19D64C2-5303-494C-A178-9B11BD91F497}"/>
              </a:ext>
            </a:extLst>
          </p:cNvPr>
          <p:cNvSpPr>
            <a:spLocks xmlns:a="http://schemas.openxmlformats.org/drawingml/2006/main" noGrp="1"/>
          </p:cNvSpPr>
          <p:nvPr/>
        </p:nvSpPr>
        <p:spPr>
          <a:xfrm xmlns:a="http://schemas.openxmlformats.org/drawingml/2006/main">
            <a:off x="3020548"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BFB"/>
          </a:solidFill>
          <a:ln xmlns:a="http://schemas.openxmlformats.org/drawingml/2006/main" w="2205">
            <a:solidFill>
              <a:srgbClr val="FBFCFE"/>
            </a:solidFill>
            <a:prstDash val="solid"/>
          </a:ln>
        </p:spPr>
      </p:sp>
      <p:sp>
        <p:nvSpPr>
          <p:cNvPr id="974" name="Editable chart path">
            <a:extLst xmlns:a="http://schemas.openxmlformats.org/drawingml/2006/main">
              <a:ext uri="{FF2B5EF4-FFF2-40B4-BE49-F238E27FC236}">
                <a16:creationId xmlns:a16="http://schemas.microsoft.com/office/drawing/2014/main" id="{48883709-B023-4CDF-9F42-22C649EF9D79}"/>
              </a:ext>
            </a:extLst>
          </p:cNvPr>
          <p:cNvSpPr>
            <a:spLocks xmlns:a="http://schemas.openxmlformats.org/drawingml/2006/main" noGrp="1"/>
          </p:cNvSpPr>
          <p:nvPr/>
        </p:nvSpPr>
        <p:spPr>
          <a:xfrm xmlns:a="http://schemas.openxmlformats.org/drawingml/2006/main">
            <a:off x="3151926"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BFB"/>
          </a:solidFill>
          <a:ln xmlns:a="http://schemas.openxmlformats.org/drawingml/2006/main" w="2205">
            <a:solidFill>
              <a:srgbClr val="FBFCFE"/>
            </a:solidFill>
            <a:prstDash val="solid"/>
          </a:ln>
        </p:spPr>
      </p:sp>
      <p:sp>
        <p:nvSpPr>
          <p:cNvPr id="975" name="Editable chart path">
            <a:extLst xmlns:a="http://schemas.openxmlformats.org/drawingml/2006/main">
              <a:ext uri="{FF2B5EF4-FFF2-40B4-BE49-F238E27FC236}">
                <a16:creationId xmlns:a16="http://schemas.microsoft.com/office/drawing/2014/main" id="{1F4D346E-4EDD-4E63-9653-34133347455A}"/>
              </a:ext>
            </a:extLst>
          </p:cNvPr>
          <p:cNvSpPr>
            <a:spLocks xmlns:a="http://schemas.openxmlformats.org/drawingml/2006/main" noGrp="1"/>
          </p:cNvSpPr>
          <p:nvPr/>
        </p:nvSpPr>
        <p:spPr>
          <a:xfrm xmlns:a="http://schemas.openxmlformats.org/drawingml/2006/main">
            <a:off x="2363658"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BFB"/>
          </a:solidFill>
          <a:ln xmlns:a="http://schemas.openxmlformats.org/drawingml/2006/main" w="2205">
            <a:solidFill>
              <a:srgbClr val="FBFCFE"/>
            </a:solidFill>
            <a:prstDash val="solid"/>
          </a:ln>
        </p:spPr>
      </p:sp>
      <p:sp>
        <p:nvSpPr>
          <p:cNvPr id="976" name="Editable chart path">
            <a:extLst xmlns:a="http://schemas.openxmlformats.org/drawingml/2006/main">
              <a:ext uri="{FF2B5EF4-FFF2-40B4-BE49-F238E27FC236}">
                <a16:creationId xmlns:a16="http://schemas.microsoft.com/office/drawing/2014/main" id="{BAC6FE2A-C6DE-4691-8A07-F220786BB50F}"/>
              </a:ext>
            </a:extLst>
          </p:cNvPr>
          <p:cNvSpPr>
            <a:spLocks xmlns:a="http://schemas.openxmlformats.org/drawingml/2006/main" noGrp="1"/>
          </p:cNvSpPr>
          <p:nvPr/>
        </p:nvSpPr>
        <p:spPr>
          <a:xfrm xmlns:a="http://schemas.openxmlformats.org/drawingml/2006/main">
            <a:off x="3151926"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BFB"/>
          </a:solidFill>
          <a:ln xmlns:a="http://schemas.openxmlformats.org/drawingml/2006/main" w="2205">
            <a:solidFill>
              <a:srgbClr val="FBFCFE"/>
            </a:solidFill>
            <a:prstDash val="solid"/>
          </a:ln>
        </p:spPr>
      </p:sp>
      <p:sp>
        <p:nvSpPr>
          <p:cNvPr id="977" name="Editable chart path">
            <a:extLst xmlns:a="http://schemas.openxmlformats.org/drawingml/2006/main">
              <a:ext uri="{FF2B5EF4-FFF2-40B4-BE49-F238E27FC236}">
                <a16:creationId xmlns:a16="http://schemas.microsoft.com/office/drawing/2014/main" id="{A02526FE-1C33-4EB3-99EC-D06E315B2E06}"/>
              </a:ext>
            </a:extLst>
          </p:cNvPr>
          <p:cNvSpPr>
            <a:spLocks xmlns:a="http://schemas.openxmlformats.org/drawingml/2006/main" noGrp="1"/>
          </p:cNvSpPr>
          <p:nvPr/>
        </p:nvSpPr>
        <p:spPr>
          <a:xfrm xmlns:a="http://schemas.openxmlformats.org/drawingml/2006/main">
            <a:off x="2495036"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BFB"/>
          </a:solidFill>
          <a:ln xmlns:a="http://schemas.openxmlformats.org/drawingml/2006/main" w="2205">
            <a:solidFill>
              <a:srgbClr val="FBFCFE"/>
            </a:solidFill>
            <a:prstDash val="solid"/>
          </a:ln>
        </p:spPr>
      </p:sp>
      <p:sp>
        <p:nvSpPr>
          <p:cNvPr id="978" name="Editable chart path">
            <a:extLst xmlns:a="http://schemas.openxmlformats.org/drawingml/2006/main">
              <a:ext uri="{FF2B5EF4-FFF2-40B4-BE49-F238E27FC236}">
                <a16:creationId xmlns:a16="http://schemas.microsoft.com/office/drawing/2014/main" id="{4DA80F8D-679F-4377-B1E1-FDEDF796EB4D}"/>
              </a:ext>
            </a:extLst>
          </p:cNvPr>
          <p:cNvSpPr>
            <a:spLocks xmlns:a="http://schemas.openxmlformats.org/drawingml/2006/main" noGrp="1"/>
          </p:cNvSpPr>
          <p:nvPr/>
        </p:nvSpPr>
        <p:spPr>
          <a:xfrm xmlns:a="http://schemas.openxmlformats.org/drawingml/2006/main">
            <a:off x="3283304"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BFB"/>
          </a:solidFill>
          <a:ln xmlns:a="http://schemas.openxmlformats.org/drawingml/2006/main" w="2205">
            <a:solidFill>
              <a:srgbClr val="FBFCFE"/>
            </a:solidFill>
            <a:prstDash val="solid"/>
          </a:ln>
        </p:spPr>
      </p:sp>
      <p:sp>
        <p:nvSpPr>
          <p:cNvPr id="979" name="Editable chart path">
            <a:extLst xmlns:a="http://schemas.openxmlformats.org/drawingml/2006/main">
              <a:ext uri="{FF2B5EF4-FFF2-40B4-BE49-F238E27FC236}">
                <a16:creationId xmlns:a16="http://schemas.microsoft.com/office/drawing/2014/main" id="{615CF481-0A1C-4EAB-A9B1-3D0D9CD2B69A}"/>
              </a:ext>
            </a:extLst>
          </p:cNvPr>
          <p:cNvSpPr>
            <a:spLocks xmlns:a="http://schemas.openxmlformats.org/drawingml/2006/main" noGrp="1"/>
          </p:cNvSpPr>
          <p:nvPr/>
        </p:nvSpPr>
        <p:spPr>
          <a:xfrm xmlns:a="http://schemas.openxmlformats.org/drawingml/2006/main">
            <a:off x="2297969"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CFC"/>
          </a:solidFill>
          <a:ln xmlns:a="http://schemas.openxmlformats.org/drawingml/2006/main" w="2205">
            <a:solidFill>
              <a:srgbClr val="FBFCFE"/>
            </a:solidFill>
            <a:prstDash val="solid"/>
          </a:ln>
        </p:spPr>
      </p:sp>
      <p:sp>
        <p:nvSpPr>
          <p:cNvPr id="980" name="Editable chart path">
            <a:extLst xmlns:a="http://schemas.openxmlformats.org/drawingml/2006/main">
              <a:ext uri="{FF2B5EF4-FFF2-40B4-BE49-F238E27FC236}">
                <a16:creationId xmlns:a16="http://schemas.microsoft.com/office/drawing/2014/main" id="{C5653334-22AC-4900-BB11-19DBF27D8468}"/>
              </a:ext>
            </a:extLst>
          </p:cNvPr>
          <p:cNvSpPr>
            <a:spLocks xmlns:a="http://schemas.openxmlformats.org/drawingml/2006/main" noGrp="1"/>
          </p:cNvSpPr>
          <p:nvPr/>
        </p:nvSpPr>
        <p:spPr>
          <a:xfrm xmlns:a="http://schemas.openxmlformats.org/drawingml/2006/main">
            <a:off x="3151926"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CFC"/>
          </a:solidFill>
          <a:ln xmlns:a="http://schemas.openxmlformats.org/drawingml/2006/main" w="2205">
            <a:solidFill>
              <a:srgbClr val="FBFCFE"/>
            </a:solidFill>
            <a:prstDash val="solid"/>
          </a:ln>
        </p:spPr>
      </p:sp>
      <p:sp>
        <p:nvSpPr>
          <p:cNvPr id="981" name="Editable chart path">
            <a:extLst xmlns:a="http://schemas.openxmlformats.org/drawingml/2006/main">
              <a:ext uri="{FF2B5EF4-FFF2-40B4-BE49-F238E27FC236}">
                <a16:creationId xmlns:a16="http://schemas.microsoft.com/office/drawing/2014/main" id="{ECB3F795-5D5F-434F-98C7-4401632EDD3E}"/>
              </a:ext>
            </a:extLst>
          </p:cNvPr>
          <p:cNvSpPr>
            <a:spLocks xmlns:a="http://schemas.openxmlformats.org/drawingml/2006/main" noGrp="1"/>
          </p:cNvSpPr>
          <p:nvPr/>
        </p:nvSpPr>
        <p:spPr>
          <a:xfrm xmlns:a="http://schemas.openxmlformats.org/drawingml/2006/main">
            <a:off x="2823481"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CFC"/>
          </a:solidFill>
          <a:ln xmlns:a="http://schemas.openxmlformats.org/drawingml/2006/main" w="2205">
            <a:solidFill>
              <a:srgbClr val="FBFCFE"/>
            </a:solidFill>
            <a:prstDash val="solid"/>
          </a:ln>
        </p:spPr>
      </p:sp>
      <p:sp>
        <p:nvSpPr>
          <p:cNvPr id="982" name="Editable chart path">
            <a:extLst xmlns:a="http://schemas.openxmlformats.org/drawingml/2006/main">
              <a:ext uri="{FF2B5EF4-FFF2-40B4-BE49-F238E27FC236}">
                <a16:creationId xmlns:a16="http://schemas.microsoft.com/office/drawing/2014/main" id="{5357D91A-E7E2-48E5-933D-12BDE7507111}"/>
              </a:ext>
            </a:extLst>
          </p:cNvPr>
          <p:cNvSpPr>
            <a:spLocks xmlns:a="http://schemas.openxmlformats.org/drawingml/2006/main" noGrp="1"/>
          </p:cNvSpPr>
          <p:nvPr/>
        </p:nvSpPr>
        <p:spPr>
          <a:xfrm xmlns:a="http://schemas.openxmlformats.org/drawingml/2006/main">
            <a:off x="3546060"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CFC"/>
          </a:solidFill>
          <a:ln xmlns:a="http://schemas.openxmlformats.org/drawingml/2006/main" w="2205">
            <a:solidFill>
              <a:srgbClr val="FBFCFE"/>
            </a:solidFill>
            <a:prstDash val="solid"/>
          </a:ln>
        </p:spPr>
      </p:sp>
      <p:sp>
        <p:nvSpPr>
          <p:cNvPr id="983" name="Editable chart path">
            <a:extLst xmlns:a="http://schemas.openxmlformats.org/drawingml/2006/main">
              <a:ext uri="{FF2B5EF4-FFF2-40B4-BE49-F238E27FC236}">
                <a16:creationId xmlns:a16="http://schemas.microsoft.com/office/drawing/2014/main" id="{62B02A0E-18CD-43B5-9A71-4422060140F4}"/>
              </a:ext>
            </a:extLst>
          </p:cNvPr>
          <p:cNvSpPr>
            <a:spLocks xmlns:a="http://schemas.openxmlformats.org/drawingml/2006/main" noGrp="1"/>
          </p:cNvSpPr>
          <p:nvPr/>
        </p:nvSpPr>
        <p:spPr>
          <a:xfrm xmlns:a="http://schemas.openxmlformats.org/drawingml/2006/main">
            <a:off x="1706767"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CFC"/>
          </a:solidFill>
          <a:ln xmlns:a="http://schemas.openxmlformats.org/drawingml/2006/main" w="2205">
            <a:solidFill>
              <a:srgbClr val="FBFCFE"/>
            </a:solidFill>
            <a:prstDash val="solid"/>
          </a:ln>
        </p:spPr>
      </p:sp>
      <p:sp>
        <p:nvSpPr>
          <p:cNvPr id="984" name="Editable chart path">
            <a:extLst xmlns:a="http://schemas.openxmlformats.org/drawingml/2006/main">
              <a:ext uri="{FF2B5EF4-FFF2-40B4-BE49-F238E27FC236}">
                <a16:creationId xmlns:a16="http://schemas.microsoft.com/office/drawing/2014/main" id="{258770BF-64C8-446E-9699-0AA012551302}"/>
              </a:ext>
            </a:extLst>
          </p:cNvPr>
          <p:cNvSpPr>
            <a:spLocks xmlns:a="http://schemas.openxmlformats.org/drawingml/2006/main" noGrp="1"/>
          </p:cNvSpPr>
          <p:nvPr/>
        </p:nvSpPr>
        <p:spPr>
          <a:xfrm xmlns:a="http://schemas.openxmlformats.org/drawingml/2006/main">
            <a:off x="3808816"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CFC"/>
          </a:solidFill>
          <a:ln xmlns:a="http://schemas.openxmlformats.org/drawingml/2006/main" w="2205">
            <a:solidFill>
              <a:srgbClr val="FBFCFE"/>
            </a:solidFill>
            <a:prstDash val="solid"/>
          </a:ln>
        </p:spPr>
      </p:sp>
      <p:sp>
        <p:nvSpPr>
          <p:cNvPr id="985" name="Editable chart path">
            <a:extLst xmlns:a="http://schemas.openxmlformats.org/drawingml/2006/main">
              <a:ext uri="{FF2B5EF4-FFF2-40B4-BE49-F238E27FC236}">
                <a16:creationId xmlns:a16="http://schemas.microsoft.com/office/drawing/2014/main" id="{9DFCEA94-45E6-4BA6-B912-41CE83833525}"/>
              </a:ext>
            </a:extLst>
          </p:cNvPr>
          <p:cNvSpPr>
            <a:spLocks xmlns:a="http://schemas.openxmlformats.org/drawingml/2006/main" noGrp="1"/>
          </p:cNvSpPr>
          <p:nvPr/>
        </p:nvSpPr>
        <p:spPr>
          <a:xfrm xmlns:a="http://schemas.openxmlformats.org/drawingml/2006/main">
            <a:off x="2495036"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CFC"/>
          </a:solidFill>
          <a:ln xmlns:a="http://schemas.openxmlformats.org/drawingml/2006/main" w="2205">
            <a:solidFill>
              <a:srgbClr val="FBFCFE"/>
            </a:solidFill>
            <a:prstDash val="solid"/>
          </a:ln>
        </p:spPr>
      </p:sp>
      <p:sp>
        <p:nvSpPr>
          <p:cNvPr id="986" name="Editable chart path">
            <a:extLst xmlns:a="http://schemas.openxmlformats.org/drawingml/2006/main">
              <a:ext uri="{FF2B5EF4-FFF2-40B4-BE49-F238E27FC236}">
                <a16:creationId xmlns:a16="http://schemas.microsoft.com/office/drawing/2014/main" id="{38952552-F24E-4D2D-BB79-391F4DFD8EFA}"/>
              </a:ext>
            </a:extLst>
          </p:cNvPr>
          <p:cNvSpPr>
            <a:spLocks xmlns:a="http://schemas.openxmlformats.org/drawingml/2006/main" noGrp="1"/>
          </p:cNvSpPr>
          <p:nvPr/>
        </p:nvSpPr>
        <p:spPr>
          <a:xfrm xmlns:a="http://schemas.openxmlformats.org/drawingml/2006/main">
            <a:off x="3020548"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CFC"/>
          </a:solidFill>
          <a:ln xmlns:a="http://schemas.openxmlformats.org/drawingml/2006/main" w="2205">
            <a:solidFill>
              <a:srgbClr val="FBFCFE"/>
            </a:solidFill>
            <a:prstDash val="solid"/>
          </a:ln>
        </p:spPr>
      </p:sp>
      <p:sp>
        <p:nvSpPr>
          <p:cNvPr id="987" name="Editable chart path">
            <a:extLst xmlns:a="http://schemas.openxmlformats.org/drawingml/2006/main">
              <a:ext uri="{FF2B5EF4-FFF2-40B4-BE49-F238E27FC236}">
                <a16:creationId xmlns:a16="http://schemas.microsoft.com/office/drawing/2014/main" id="{87EA80FA-4F23-48A1-8BB1-31E9669208B2}"/>
              </a:ext>
            </a:extLst>
          </p:cNvPr>
          <p:cNvSpPr>
            <a:spLocks xmlns:a="http://schemas.openxmlformats.org/drawingml/2006/main" noGrp="1"/>
          </p:cNvSpPr>
          <p:nvPr/>
        </p:nvSpPr>
        <p:spPr>
          <a:xfrm xmlns:a="http://schemas.openxmlformats.org/drawingml/2006/main">
            <a:off x="3283304"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EFCFC"/>
          </a:solidFill>
          <a:ln xmlns:a="http://schemas.openxmlformats.org/drawingml/2006/main" w="2205">
            <a:solidFill>
              <a:srgbClr val="FBFCFE"/>
            </a:solidFill>
            <a:prstDash val="solid"/>
          </a:ln>
        </p:spPr>
      </p:sp>
      <p:sp>
        <p:nvSpPr>
          <p:cNvPr id="988" name="Editable chart path">
            <a:extLst xmlns:a="http://schemas.openxmlformats.org/drawingml/2006/main">
              <a:ext uri="{FF2B5EF4-FFF2-40B4-BE49-F238E27FC236}">
                <a16:creationId xmlns:a16="http://schemas.microsoft.com/office/drawing/2014/main" id="{A707E811-0D7F-4BBC-9BA2-62A30A8CDFF2}"/>
              </a:ext>
            </a:extLst>
          </p:cNvPr>
          <p:cNvSpPr>
            <a:spLocks xmlns:a="http://schemas.openxmlformats.org/drawingml/2006/main" noGrp="1"/>
          </p:cNvSpPr>
          <p:nvPr/>
        </p:nvSpPr>
        <p:spPr>
          <a:xfrm xmlns:a="http://schemas.openxmlformats.org/drawingml/2006/main">
            <a:off x="2560725"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989" name="Editable chart path">
            <a:extLst xmlns:a="http://schemas.openxmlformats.org/drawingml/2006/main">
              <a:ext uri="{FF2B5EF4-FFF2-40B4-BE49-F238E27FC236}">
                <a16:creationId xmlns:a16="http://schemas.microsoft.com/office/drawing/2014/main" id="{DF941928-4B89-4F04-AF68-280150C40852}"/>
              </a:ext>
            </a:extLst>
          </p:cNvPr>
          <p:cNvSpPr>
            <a:spLocks xmlns:a="http://schemas.openxmlformats.org/drawingml/2006/main" noGrp="1"/>
          </p:cNvSpPr>
          <p:nvPr/>
        </p:nvSpPr>
        <p:spPr>
          <a:xfrm xmlns:a="http://schemas.openxmlformats.org/drawingml/2006/main">
            <a:off x="1509700"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990" name="Editable chart path">
            <a:extLst xmlns:a="http://schemas.openxmlformats.org/drawingml/2006/main">
              <a:ext uri="{FF2B5EF4-FFF2-40B4-BE49-F238E27FC236}">
                <a16:creationId xmlns:a16="http://schemas.microsoft.com/office/drawing/2014/main" id="{22F7305F-8718-47D3-BC1B-7F82E5E7FDBD}"/>
              </a:ext>
            </a:extLst>
          </p:cNvPr>
          <p:cNvSpPr>
            <a:spLocks xmlns:a="http://schemas.openxmlformats.org/drawingml/2006/main" noGrp="1"/>
          </p:cNvSpPr>
          <p:nvPr/>
        </p:nvSpPr>
        <p:spPr>
          <a:xfrm xmlns:a="http://schemas.openxmlformats.org/drawingml/2006/main">
            <a:off x="2166591"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991" name="Editable chart path">
            <a:extLst xmlns:a="http://schemas.openxmlformats.org/drawingml/2006/main">
              <a:ext uri="{FF2B5EF4-FFF2-40B4-BE49-F238E27FC236}">
                <a16:creationId xmlns:a16="http://schemas.microsoft.com/office/drawing/2014/main" id="{299A97FF-4EFA-4569-9860-6537DD2106C8}"/>
              </a:ext>
            </a:extLst>
          </p:cNvPr>
          <p:cNvSpPr>
            <a:spLocks xmlns:a="http://schemas.openxmlformats.org/drawingml/2006/main" noGrp="1"/>
          </p:cNvSpPr>
          <p:nvPr/>
        </p:nvSpPr>
        <p:spPr>
          <a:xfrm xmlns:a="http://schemas.openxmlformats.org/drawingml/2006/main">
            <a:off x="2297969"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992" name="Editable chart path">
            <a:extLst xmlns:a="http://schemas.openxmlformats.org/drawingml/2006/main">
              <a:ext uri="{FF2B5EF4-FFF2-40B4-BE49-F238E27FC236}">
                <a16:creationId xmlns:a16="http://schemas.microsoft.com/office/drawing/2014/main" id="{CC493C98-EA1B-4909-86B5-5FF0A0C27B46}"/>
              </a:ext>
            </a:extLst>
          </p:cNvPr>
          <p:cNvSpPr>
            <a:spLocks xmlns:a="http://schemas.openxmlformats.org/drawingml/2006/main" noGrp="1"/>
          </p:cNvSpPr>
          <p:nvPr/>
        </p:nvSpPr>
        <p:spPr>
          <a:xfrm xmlns:a="http://schemas.openxmlformats.org/drawingml/2006/main">
            <a:off x="3480371"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993" name="Editable chart path">
            <a:extLst xmlns:a="http://schemas.openxmlformats.org/drawingml/2006/main">
              <a:ext uri="{FF2B5EF4-FFF2-40B4-BE49-F238E27FC236}">
                <a16:creationId xmlns:a16="http://schemas.microsoft.com/office/drawing/2014/main" id="{3769070D-3C91-4912-9919-9A6F6B6662BD}"/>
              </a:ext>
            </a:extLst>
          </p:cNvPr>
          <p:cNvSpPr>
            <a:spLocks xmlns:a="http://schemas.openxmlformats.org/drawingml/2006/main" noGrp="1"/>
          </p:cNvSpPr>
          <p:nvPr/>
        </p:nvSpPr>
        <p:spPr>
          <a:xfrm xmlns:a="http://schemas.openxmlformats.org/drawingml/2006/main">
            <a:off x="2495036"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994" name="Editable chart path">
            <a:extLst xmlns:a="http://schemas.openxmlformats.org/drawingml/2006/main">
              <a:ext uri="{FF2B5EF4-FFF2-40B4-BE49-F238E27FC236}">
                <a16:creationId xmlns:a16="http://schemas.microsoft.com/office/drawing/2014/main" id="{DFA09CDE-41D9-41DF-9DCD-F1BACEF2E6D9}"/>
              </a:ext>
            </a:extLst>
          </p:cNvPr>
          <p:cNvSpPr>
            <a:spLocks xmlns:a="http://schemas.openxmlformats.org/drawingml/2006/main" noGrp="1"/>
          </p:cNvSpPr>
          <p:nvPr/>
        </p:nvSpPr>
        <p:spPr>
          <a:xfrm xmlns:a="http://schemas.openxmlformats.org/drawingml/2006/main">
            <a:off x="2692103"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995" name="Editable chart path">
            <a:extLst xmlns:a="http://schemas.openxmlformats.org/drawingml/2006/main">
              <a:ext uri="{FF2B5EF4-FFF2-40B4-BE49-F238E27FC236}">
                <a16:creationId xmlns:a16="http://schemas.microsoft.com/office/drawing/2014/main" id="{B7A6CB18-9ABB-4BE3-9221-EA5418A40E4A}"/>
              </a:ext>
            </a:extLst>
          </p:cNvPr>
          <p:cNvSpPr>
            <a:spLocks xmlns:a="http://schemas.openxmlformats.org/drawingml/2006/main" noGrp="1"/>
          </p:cNvSpPr>
          <p:nvPr/>
        </p:nvSpPr>
        <p:spPr>
          <a:xfrm xmlns:a="http://schemas.openxmlformats.org/drawingml/2006/main">
            <a:off x="3086237"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FFEFE"/>
          </a:solidFill>
          <a:ln xmlns:a="http://schemas.openxmlformats.org/drawingml/2006/main" w="2205">
            <a:solidFill>
              <a:srgbClr val="FBFCFE"/>
            </a:solidFill>
            <a:prstDash val="solid"/>
          </a:ln>
        </p:spPr>
      </p:sp>
      <p:sp>
        <p:nvSpPr>
          <p:cNvPr id="996" name="Editable chart path">
            <a:extLst xmlns:a="http://schemas.openxmlformats.org/drawingml/2006/main">
              <a:ext uri="{FF2B5EF4-FFF2-40B4-BE49-F238E27FC236}">
                <a16:creationId xmlns:a16="http://schemas.microsoft.com/office/drawing/2014/main" id="{107746A7-3751-4AB4-B212-05240A71CC9F}"/>
              </a:ext>
            </a:extLst>
          </p:cNvPr>
          <p:cNvSpPr>
            <a:spLocks xmlns:a="http://schemas.openxmlformats.org/drawingml/2006/main" noGrp="1"/>
          </p:cNvSpPr>
          <p:nvPr/>
        </p:nvSpPr>
        <p:spPr>
          <a:xfrm xmlns:a="http://schemas.openxmlformats.org/drawingml/2006/main">
            <a:off x="2889170"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997" name="Editable chart path">
            <a:extLst xmlns:a="http://schemas.openxmlformats.org/drawingml/2006/main">
              <a:ext uri="{FF2B5EF4-FFF2-40B4-BE49-F238E27FC236}">
                <a16:creationId xmlns:a16="http://schemas.microsoft.com/office/drawing/2014/main" id="{3F084136-6A12-48A9-A2DF-3885A7BB018A}"/>
              </a:ext>
            </a:extLst>
          </p:cNvPr>
          <p:cNvSpPr>
            <a:spLocks xmlns:a="http://schemas.openxmlformats.org/drawingml/2006/main" noGrp="1"/>
          </p:cNvSpPr>
          <p:nvPr/>
        </p:nvSpPr>
        <p:spPr>
          <a:xfrm xmlns:a="http://schemas.openxmlformats.org/drawingml/2006/main">
            <a:off x="3020548"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998" name="Editable chart path">
            <a:extLst xmlns:a="http://schemas.openxmlformats.org/drawingml/2006/main">
              <a:ext uri="{FF2B5EF4-FFF2-40B4-BE49-F238E27FC236}">
                <a16:creationId xmlns:a16="http://schemas.microsoft.com/office/drawing/2014/main" id="{9C8E5A17-AD7D-434B-96AA-D2E5B4F74803}"/>
              </a:ext>
            </a:extLst>
          </p:cNvPr>
          <p:cNvSpPr>
            <a:spLocks xmlns:a="http://schemas.openxmlformats.org/drawingml/2006/main" noGrp="1"/>
          </p:cNvSpPr>
          <p:nvPr/>
        </p:nvSpPr>
        <p:spPr>
          <a:xfrm xmlns:a="http://schemas.openxmlformats.org/drawingml/2006/main">
            <a:off x="2429347"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FBFCFE"/>
          </a:solidFill>
          <a:ln xmlns:a="http://schemas.openxmlformats.org/drawingml/2006/main" w="2205">
            <a:solidFill>
              <a:srgbClr val="FBFCFE"/>
            </a:solidFill>
            <a:prstDash val="solid"/>
          </a:ln>
        </p:spPr>
      </p:sp>
      <p:sp>
        <p:nvSpPr>
          <p:cNvPr id="999" name="Editable chart path">
            <a:extLst xmlns:a="http://schemas.openxmlformats.org/drawingml/2006/main">
              <a:ext uri="{FF2B5EF4-FFF2-40B4-BE49-F238E27FC236}">
                <a16:creationId xmlns:a16="http://schemas.microsoft.com/office/drawing/2014/main" id="{269CC2A9-1139-4E8E-8102-8EB82CED6CA7}"/>
              </a:ext>
            </a:extLst>
          </p:cNvPr>
          <p:cNvSpPr>
            <a:spLocks xmlns:a="http://schemas.openxmlformats.org/drawingml/2006/main" noGrp="1"/>
          </p:cNvSpPr>
          <p:nvPr/>
        </p:nvSpPr>
        <p:spPr>
          <a:xfrm xmlns:a="http://schemas.openxmlformats.org/drawingml/2006/main">
            <a:off x="2954859"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0" name="Editable chart path">
            <a:extLst xmlns:a="http://schemas.openxmlformats.org/drawingml/2006/main">
              <a:ext uri="{FF2B5EF4-FFF2-40B4-BE49-F238E27FC236}">
                <a16:creationId xmlns:a16="http://schemas.microsoft.com/office/drawing/2014/main" id="{BB28EFCF-D882-4848-82E7-D1C4AFA19601}"/>
              </a:ext>
            </a:extLst>
          </p:cNvPr>
          <p:cNvSpPr>
            <a:spLocks xmlns:a="http://schemas.openxmlformats.org/drawingml/2006/main" noGrp="1"/>
          </p:cNvSpPr>
          <p:nvPr/>
        </p:nvSpPr>
        <p:spPr>
          <a:xfrm xmlns:a="http://schemas.openxmlformats.org/drawingml/2006/main">
            <a:off x="2166591"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1" name="Editable chart path">
            <a:extLst xmlns:a="http://schemas.openxmlformats.org/drawingml/2006/main">
              <a:ext uri="{FF2B5EF4-FFF2-40B4-BE49-F238E27FC236}">
                <a16:creationId xmlns:a16="http://schemas.microsoft.com/office/drawing/2014/main" id="{96DE64F3-9D36-4CC2-8D59-FBB2D58F4E43}"/>
              </a:ext>
            </a:extLst>
          </p:cNvPr>
          <p:cNvSpPr>
            <a:spLocks xmlns:a="http://schemas.openxmlformats.org/drawingml/2006/main" noGrp="1"/>
          </p:cNvSpPr>
          <p:nvPr/>
        </p:nvSpPr>
        <p:spPr>
          <a:xfrm xmlns:a="http://schemas.openxmlformats.org/drawingml/2006/main">
            <a:off x="2035213"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2" name="Editable chart path">
            <a:extLst xmlns:a="http://schemas.openxmlformats.org/drawingml/2006/main">
              <a:ext uri="{FF2B5EF4-FFF2-40B4-BE49-F238E27FC236}">
                <a16:creationId xmlns:a16="http://schemas.microsoft.com/office/drawing/2014/main" id="{BC4D2900-701A-4CDE-B8F9-909A00E8689C}"/>
              </a:ext>
            </a:extLst>
          </p:cNvPr>
          <p:cNvSpPr>
            <a:spLocks xmlns:a="http://schemas.openxmlformats.org/drawingml/2006/main" noGrp="1"/>
          </p:cNvSpPr>
          <p:nvPr/>
        </p:nvSpPr>
        <p:spPr>
          <a:xfrm xmlns:a="http://schemas.openxmlformats.org/drawingml/2006/main">
            <a:off x="3283304"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3" name="Editable chart path">
            <a:extLst xmlns:a="http://schemas.openxmlformats.org/drawingml/2006/main">
              <a:ext uri="{FF2B5EF4-FFF2-40B4-BE49-F238E27FC236}">
                <a16:creationId xmlns:a16="http://schemas.microsoft.com/office/drawing/2014/main" id="{43231B54-020A-4F97-9DEF-F03966763967}"/>
              </a:ext>
            </a:extLst>
          </p:cNvPr>
          <p:cNvSpPr>
            <a:spLocks xmlns:a="http://schemas.openxmlformats.org/drawingml/2006/main" noGrp="1"/>
          </p:cNvSpPr>
          <p:nvPr/>
        </p:nvSpPr>
        <p:spPr>
          <a:xfrm xmlns:a="http://schemas.openxmlformats.org/drawingml/2006/main">
            <a:off x="3217615"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4" name="Editable chart path">
            <a:extLst xmlns:a="http://schemas.openxmlformats.org/drawingml/2006/main">
              <a:ext uri="{FF2B5EF4-FFF2-40B4-BE49-F238E27FC236}">
                <a16:creationId xmlns:a16="http://schemas.microsoft.com/office/drawing/2014/main" id="{E8813837-4C0D-40D4-91AD-05BEA161ED8F}"/>
              </a:ext>
            </a:extLst>
          </p:cNvPr>
          <p:cNvSpPr>
            <a:spLocks xmlns:a="http://schemas.openxmlformats.org/drawingml/2006/main" noGrp="1"/>
          </p:cNvSpPr>
          <p:nvPr/>
        </p:nvSpPr>
        <p:spPr>
          <a:xfrm xmlns:a="http://schemas.openxmlformats.org/drawingml/2006/main">
            <a:off x="2100902"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5" name="Editable chart path">
            <a:extLst xmlns:a="http://schemas.openxmlformats.org/drawingml/2006/main">
              <a:ext uri="{FF2B5EF4-FFF2-40B4-BE49-F238E27FC236}">
                <a16:creationId xmlns:a16="http://schemas.microsoft.com/office/drawing/2014/main" id="{255053C3-CB1C-48C3-94A2-DBE1EA22438F}"/>
              </a:ext>
            </a:extLst>
          </p:cNvPr>
          <p:cNvSpPr>
            <a:spLocks xmlns:a="http://schemas.openxmlformats.org/drawingml/2006/main" noGrp="1"/>
          </p:cNvSpPr>
          <p:nvPr/>
        </p:nvSpPr>
        <p:spPr>
          <a:xfrm xmlns:a="http://schemas.openxmlformats.org/drawingml/2006/main">
            <a:off x="3217615"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6" name="Editable chart path">
            <a:extLst xmlns:a="http://schemas.openxmlformats.org/drawingml/2006/main">
              <a:ext uri="{FF2B5EF4-FFF2-40B4-BE49-F238E27FC236}">
                <a16:creationId xmlns:a16="http://schemas.microsoft.com/office/drawing/2014/main" id="{18C46767-A588-449F-B133-F9AC608FC18F}"/>
              </a:ext>
            </a:extLst>
          </p:cNvPr>
          <p:cNvSpPr>
            <a:spLocks xmlns:a="http://schemas.openxmlformats.org/drawingml/2006/main" noGrp="1"/>
          </p:cNvSpPr>
          <p:nvPr/>
        </p:nvSpPr>
        <p:spPr>
          <a:xfrm xmlns:a="http://schemas.openxmlformats.org/drawingml/2006/main">
            <a:off x="3546060"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7" name="Editable chart path">
            <a:extLst xmlns:a="http://schemas.openxmlformats.org/drawingml/2006/main">
              <a:ext uri="{FF2B5EF4-FFF2-40B4-BE49-F238E27FC236}">
                <a16:creationId xmlns:a16="http://schemas.microsoft.com/office/drawing/2014/main" id="{F1453087-6D6F-4070-A73A-72AEFA3D95C5}"/>
              </a:ext>
            </a:extLst>
          </p:cNvPr>
          <p:cNvSpPr>
            <a:spLocks xmlns:a="http://schemas.openxmlformats.org/drawingml/2006/main" noGrp="1"/>
          </p:cNvSpPr>
          <p:nvPr/>
        </p:nvSpPr>
        <p:spPr>
          <a:xfrm xmlns:a="http://schemas.openxmlformats.org/drawingml/2006/main">
            <a:off x="2692103"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8" name="Editable chart path">
            <a:extLst xmlns:a="http://schemas.openxmlformats.org/drawingml/2006/main">
              <a:ext uri="{FF2B5EF4-FFF2-40B4-BE49-F238E27FC236}">
                <a16:creationId xmlns:a16="http://schemas.microsoft.com/office/drawing/2014/main" id="{B8DFD7CE-E9D8-4DFF-93E7-FA045E4EE79E}"/>
              </a:ext>
            </a:extLst>
          </p:cNvPr>
          <p:cNvSpPr>
            <a:spLocks xmlns:a="http://schemas.openxmlformats.org/drawingml/2006/main" noGrp="1"/>
          </p:cNvSpPr>
          <p:nvPr/>
        </p:nvSpPr>
        <p:spPr>
          <a:xfrm xmlns:a="http://schemas.openxmlformats.org/drawingml/2006/main">
            <a:off x="3808816"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09" name="Editable chart path">
            <a:extLst xmlns:a="http://schemas.openxmlformats.org/drawingml/2006/main">
              <a:ext uri="{FF2B5EF4-FFF2-40B4-BE49-F238E27FC236}">
                <a16:creationId xmlns:a16="http://schemas.microsoft.com/office/drawing/2014/main" id="{D4C6BE13-5AB0-4DAB-AE2E-A1099C058028}"/>
              </a:ext>
            </a:extLst>
          </p:cNvPr>
          <p:cNvSpPr>
            <a:spLocks xmlns:a="http://schemas.openxmlformats.org/drawingml/2006/main" noGrp="1"/>
          </p:cNvSpPr>
          <p:nvPr/>
        </p:nvSpPr>
        <p:spPr>
          <a:xfrm xmlns:a="http://schemas.openxmlformats.org/drawingml/2006/main">
            <a:off x="2954859"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0" name="Editable chart path">
            <a:extLst xmlns:a="http://schemas.openxmlformats.org/drawingml/2006/main">
              <a:ext uri="{FF2B5EF4-FFF2-40B4-BE49-F238E27FC236}">
                <a16:creationId xmlns:a16="http://schemas.microsoft.com/office/drawing/2014/main" id="{3C4A3983-A109-4B1D-A690-54A5666896EE}"/>
              </a:ext>
            </a:extLst>
          </p:cNvPr>
          <p:cNvSpPr>
            <a:spLocks xmlns:a="http://schemas.openxmlformats.org/drawingml/2006/main" noGrp="1"/>
          </p:cNvSpPr>
          <p:nvPr/>
        </p:nvSpPr>
        <p:spPr>
          <a:xfrm xmlns:a="http://schemas.openxmlformats.org/drawingml/2006/main">
            <a:off x="2100902"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1" name="Editable chart path">
            <a:extLst xmlns:a="http://schemas.openxmlformats.org/drawingml/2006/main">
              <a:ext uri="{FF2B5EF4-FFF2-40B4-BE49-F238E27FC236}">
                <a16:creationId xmlns:a16="http://schemas.microsoft.com/office/drawing/2014/main" id="{575F52B3-F4BD-486C-9EBD-55437905751C}"/>
              </a:ext>
            </a:extLst>
          </p:cNvPr>
          <p:cNvSpPr>
            <a:spLocks xmlns:a="http://schemas.openxmlformats.org/drawingml/2006/main" noGrp="1"/>
          </p:cNvSpPr>
          <p:nvPr/>
        </p:nvSpPr>
        <p:spPr>
          <a:xfrm xmlns:a="http://schemas.openxmlformats.org/drawingml/2006/main">
            <a:off x="1969524"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2" name="Editable chart path">
            <a:extLst xmlns:a="http://schemas.openxmlformats.org/drawingml/2006/main">
              <a:ext uri="{FF2B5EF4-FFF2-40B4-BE49-F238E27FC236}">
                <a16:creationId xmlns:a16="http://schemas.microsoft.com/office/drawing/2014/main" id="{0F693D0F-99DE-4DE3-A48D-88E530889F3C}"/>
              </a:ext>
            </a:extLst>
          </p:cNvPr>
          <p:cNvSpPr>
            <a:spLocks xmlns:a="http://schemas.openxmlformats.org/drawingml/2006/main" noGrp="1"/>
          </p:cNvSpPr>
          <p:nvPr/>
        </p:nvSpPr>
        <p:spPr>
          <a:xfrm xmlns:a="http://schemas.openxmlformats.org/drawingml/2006/main">
            <a:off x="2626414"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3" name="Editable chart path">
            <a:extLst xmlns:a="http://schemas.openxmlformats.org/drawingml/2006/main">
              <a:ext uri="{FF2B5EF4-FFF2-40B4-BE49-F238E27FC236}">
                <a16:creationId xmlns:a16="http://schemas.microsoft.com/office/drawing/2014/main" id="{7DF92435-2F8F-400D-83F4-C61B4CE0805A}"/>
              </a:ext>
            </a:extLst>
          </p:cNvPr>
          <p:cNvSpPr>
            <a:spLocks xmlns:a="http://schemas.openxmlformats.org/drawingml/2006/main" noGrp="1"/>
          </p:cNvSpPr>
          <p:nvPr/>
        </p:nvSpPr>
        <p:spPr>
          <a:xfrm xmlns:a="http://schemas.openxmlformats.org/drawingml/2006/main">
            <a:off x="3611749"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4" name="Editable chart path">
            <a:extLst xmlns:a="http://schemas.openxmlformats.org/drawingml/2006/main">
              <a:ext uri="{FF2B5EF4-FFF2-40B4-BE49-F238E27FC236}">
                <a16:creationId xmlns:a16="http://schemas.microsoft.com/office/drawing/2014/main" id="{6D9F8AF6-80F8-43C5-94E7-915534871AB4}"/>
              </a:ext>
            </a:extLst>
          </p:cNvPr>
          <p:cNvSpPr>
            <a:spLocks xmlns:a="http://schemas.openxmlformats.org/drawingml/2006/main" noGrp="1"/>
          </p:cNvSpPr>
          <p:nvPr/>
        </p:nvSpPr>
        <p:spPr>
          <a:xfrm xmlns:a="http://schemas.openxmlformats.org/drawingml/2006/main">
            <a:off x="2035213"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5" name="Editable chart path">
            <a:extLst xmlns:a="http://schemas.openxmlformats.org/drawingml/2006/main">
              <a:ext uri="{FF2B5EF4-FFF2-40B4-BE49-F238E27FC236}">
                <a16:creationId xmlns:a16="http://schemas.microsoft.com/office/drawing/2014/main" id="{63BEC9A8-A390-4C7A-A902-95CC0455E34F}"/>
              </a:ext>
            </a:extLst>
          </p:cNvPr>
          <p:cNvSpPr>
            <a:spLocks xmlns:a="http://schemas.openxmlformats.org/drawingml/2006/main" noGrp="1"/>
          </p:cNvSpPr>
          <p:nvPr/>
        </p:nvSpPr>
        <p:spPr>
          <a:xfrm xmlns:a="http://schemas.openxmlformats.org/drawingml/2006/main">
            <a:off x="3020548"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6" name="Editable chart path">
            <a:extLst xmlns:a="http://schemas.openxmlformats.org/drawingml/2006/main">
              <a:ext uri="{FF2B5EF4-FFF2-40B4-BE49-F238E27FC236}">
                <a16:creationId xmlns:a16="http://schemas.microsoft.com/office/drawing/2014/main" id="{A5CD087F-F5A8-42A1-B978-16F674457F7E}"/>
              </a:ext>
            </a:extLst>
          </p:cNvPr>
          <p:cNvSpPr>
            <a:spLocks xmlns:a="http://schemas.openxmlformats.org/drawingml/2006/main" noGrp="1"/>
          </p:cNvSpPr>
          <p:nvPr/>
        </p:nvSpPr>
        <p:spPr>
          <a:xfrm xmlns:a="http://schemas.openxmlformats.org/drawingml/2006/main">
            <a:off x="2232280"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7" name="Editable chart path">
            <a:extLst xmlns:a="http://schemas.openxmlformats.org/drawingml/2006/main">
              <a:ext uri="{FF2B5EF4-FFF2-40B4-BE49-F238E27FC236}">
                <a16:creationId xmlns:a16="http://schemas.microsoft.com/office/drawing/2014/main" id="{9D98A582-8585-4D8D-B81B-89BB20289ECD}"/>
              </a:ext>
            </a:extLst>
          </p:cNvPr>
          <p:cNvSpPr>
            <a:spLocks xmlns:a="http://schemas.openxmlformats.org/drawingml/2006/main" noGrp="1"/>
          </p:cNvSpPr>
          <p:nvPr/>
        </p:nvSpPr>
        <p:spPr>
          <a:xfrm xmlns:a="http://schemas.openxmlformats.org/drawingml/2006/main">
            <a:off x="2626414"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8" name="Editable chart path">
            <a:extLst xmlns:a="http://schemas.openxmlformats.org/drawingml/2006/main">
              <a:ext uri="{FF2B5EF4-FFF2-40B4-BE49-F238E27FC236}">
                <a16:creationId xmlns:a16="http://schemas.microsoft.com/office/drawing/2014/main" id="{F906FCBA-B216-4D11-8D31-DCE1D19427EA}"/>
              </a:ext>
            </a:extLst>
          </p:cNvPr>
          <p:cNvSpPr>
            <a:spLocks xmlns:a="http://schemas.openxmlformats.org/drawingml/2006/main" noGrp="1"/>
          </p:cNvSpPr>
          <p:nvPr/>
        </p:nvSpPr>
        <p:spPr>
          <a:xfrm xmlns:a="http://schemas.openxmlformats.org/drawingml/2006/main">
            <a:off x="3414682"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19" name="Editable chart path">
            <a:extLst xmlns:a="http://schemas.openxmlformats.org/drawingml/2006/main">
              <a:ext uri="{FF2B5EF4-FFF2-40B4-BE49-F238E27FC236}">
                <a16:creationId xmlns:a16="http://schemas.microsoft.com/office/drawing/2014/main" id="{3C45CDA0-4F5B-4ACD-95CB-C32793D71AE4}"/>
              </a:ext>
            </a:extLst>
          </p:cNvPr>
          <p:cNvSpPr>
            <a:spLocks xmlns:a="http://schemas.openxmlformats.org/drawingml/2006/main" noGrp="1"/>
          </p:cNvSpPr>
          <p:nvPr/>
        </p:nvSpPr>
        <p:spPr>
          <a:xfrm xmlns:a="http://schemas.openxmlformats.org/drawingml/2006/main">
            <a:off x="3283304"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0" name="Editable chart path">
            <a:extLst xmlns:a="http://schemas.openxmlformats.org/drawingml/2006/main">
              <a:ext uri="{FF2B5EF4-FFF2-40B4-BE49-F238E27FC236}">
                <a16:creationId xmlns:a16="http://schemas.microsoft.com/office/drawing/2014/main" id="{827AD321-CA2A-4AF5-A8DD-CBB08C2C5B10}"/>
              </a:ext>
            </a:extLst>
          </p:cNvPr>
          <p:cNvSpPr>
            <a:spLocks xmlns:a="http://schemas.openxmlformats.org/drawingml/2006/main" noGrp="1"/>
          </p:cNvSpPr>
          <p:nvPr/>
        </p:nvSpPr>
        <p:spPr>
          <a:xfrm xmlns:a="http://schemas.openxmlformats.org/drawingml/2006/main">
            <a:off x="2232280"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1" name="Editable chart path">
            <a:extLst xmlns:a="http://schemas.openxmlformats.org/drawingml/2006/main">
              <a:ext uri="{FF2B5EF4-FFF2-40B4-BE49-F238E27FC236}">
                <a16:creationId xmlns:a16="http://schemas.microsoft.com/office/drawing/2014/main" id="{7C2FE874-6152-4B30-A2DE-C5DACB8A7E0B}"/>
              </a:ext>
            </a:extLst>
          </p:cNvPr>
          <p:cNvSpPr>
            <a:spLocks xmlns:a="http://schemas.openxmlformats.org/drawingml/2006/main" noGrp="1"/>
          </p:cNvSpPr>
          <p:nvPr/>
        </p:nvSpPr>
        <p:spPr>
          <a:xfrm xmlns:a="http://schemas.openxmlformats.org/drawingml/2006/main">
            <a:off x="3151926"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2" name="Editable chart path">
            <a:extLst xmlns:a="http://schemas.openxmlformats.org/drawingml/2006/main">
              <a:ext uri="{FF2B5EF4-FFF2-40B4-BE49-F238E27FC236}">
                <a16:creationId xmlns:a16="http://schemas.microsoft.com/office/drawing/2014/main" id="{B2700A83-7C32-4C4E-9E03-0274DDDA6BE0}"/>
              </a:ext>
            </a:extLst>
          </p:cNvPr>
          <p:cNvSpPr>
            <a:spLocks xmlns:a="http://schemas.openxmlformats.org/drawingml/2006/main" noGrp="1"/>
          </p:cNvSpPr>
          <p:nvPr/>
        </p:nvSpPr>
        <p:spPr>
          <a:xfrm xmlns:a="http://schemas.openxmlformats.org/drawingml/2006/main">
            <a:off x="2823481"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3" name="Editable chart path">
            <a:extLst xmlns:a="http://schemas.openxmlformats.org/drawingml/2006/main">
              <a:ext uri="{FF2B5EF4-FFF2-40B4-BE49-F238E27FC236}">
                <a16:creationId xmlns:a16="http://schemas.microsoft.com/office/drawing/2014/main" id="{8C9D9F8E-F06B-4576-AABE-C35E2C77A14A}"/>
              </a:ext>
            </a:extLst>
          </p:cNvPr>
          <p:cNvSpPr>
            <a:spLocks xmlns:a="http://schemas.openxmlformats.org/drawingml/2006/main" noGrp="1"/>
          </p:cNvSpPr>
          <p:nvPr/>
        </p:nvSpPr>
        <p:spPr>
          <a:xfrm xmlns:a="http://schemas.openxmlformats.org/drawingml/2006/main">
            <a:off x="3480371"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4" name="Editable chart path">
            <a:extLst xmlns:a="http://schemas.openxmlformats.org/drawingml/2006/main">
              <a:ext uri="{FF2B5EF4-FFF2-40B4-BE49-F238E27FC236}">
                <a16:creationId xmlns:a16="http://schemas.microsoft.com/office/drawing/2014/main" id="{167DF54D-2606-4D70-BE2A-9053EAFDD422}"/>
              </a:ext>
            </a:extLst>
          </p:cNvPr>
          <p:cNvSpPr>
            <a:spLocks xmlns:a="http://schemas.openxmlformats.org/drawingml/2006/main" noGrp="1"/>
          </p:cNvSpPr>
          <p:nvPr/>
        </p:nvSpPr>
        <p:spPr>
          <a:xfrm xmlns:a="http://schemas.openxmlformats.org/drawingml/2006/main">
            <a:off x="3217615"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5" name="Editable chart path">
            <a:extLst xmlns:a="http://schemas.openxmlformats.org/drawingml/2006/main">
              <a:ext uri="{FF2B5EF4-FFF2-40B4-BE49-F238E27FC236}">
                <a16:creationId xmlns:a16="http://schemas.microsoft.com/office/drawing/2014/main" id="{95271C72-5C19-4462-999B-E528F348382D}"/>
              </a:ext>
            </a:extLst>
          </p:cNvPr>
          <p:cNvSpPr>
            <a:spLocks xmlns:a="http://schemas.openxmlformats.org/drawingml/2006/main" noGrp="1"/>
          </p:cNvSpPr>
          <p:nvPr/>
        </p:nvSpPr>
        <p:spPr>
          <a:xfrm xmlns:a="http://schemas.openxmlformats.org/drawingml/2006/main">
            <a:off x="3677438"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6" name="Editable chart path">
            <a:extLst xmlns:a="http://schemas.openxmlformats.org/drawingml/2006/main">
              <a:ext uri="{FF2B5EF4-FFF2-40B4-BE49-F238E27FC236}">
                <a16:creationId xmlns:a16="http://schemas.microsoft.com/office/drawing/2014/main" id="{FA45FF73-D556-4239-AD1B-FB38AA5AFCD7}"/>
              </a:ext>
            </a:extLst>
          </p:cNvPr>
          <p:cNvSpPr>
            <a:spLocks xmlns:a="http://schemas.openxmlformats.org/drawingml/2006/main" noGrp="1"/>
          </p:cNvSpPr>
          <p:nvPr/>
        </p:nvSpPr>
        <p:spPr>
          <a:xfrm xmlns:a="http://schemas.openxmlformats.org/drawingml/2006/main">
            <a:off x="2757792"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7" name="Editable chart path">
            <a:extLst xmlns:a="http://schemas.openxmlformats.org/drawingml/2006/main">
              <a:ext uri="{FF2B5EF4-FFF2-40B4-BE49-F238E27FC236}">
                <a16:creationId xmlns:a16="http://schemas.microsoft.com/office/drawing/2014/main" id="{CD96E170-5C34-414B-9D69-A1A923AB70C9}"/>
              </a:ext>
            </a:extLst>
          </p:cNvPr>
          <p:cNvSpPr>
            <a:spLocks xmlns:a="http://schemas.openxmlformats.org/drawingml/2006/main" noGrp="1"/>
          </p:cNvSpPr>
          <p:nvPr/>
        </p:nvSpPr>
        <p:spPr>
          <a:xfrm xmlns:a="http://schemas.openxmlformats.org/drawingml/2006/main">
            <a:off x="2363658"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8" name="Editable chart path">
            <a:extLst xmlns:a="http://schemas.openxmlformats.org/drawingml/2006/main">
              <a:ext uri="{FF2B5EF4-FFF2-40B4-BE49-F238E27FC236}">
                <a16:creationId xmlns:a16="http://schemas.microsoft.com/office/drawing/2014/main" id="{639C2F60-6FD0-4F0B-A6FA-DB6A9BF0993B}"/>
              </a:ext>
            </a:extLst>
          </p:cNvPr>
          <p:cNvSpPr>
            <a:spLocks xmlns:a="http://schemas.openxmlformats.org/drawingml/2006/main" noGrp="1"/>
          </p:cNvSpPr>
          <p:nvPr/>
        </p:nvSpPr>
        <p:spPr>
          <a:xfrm xmlns:a="http://schemas.openxmlformats.org/drawingml/2006/main">
            <a:off x="2954859"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29" name="Editable chart path">
            <a:extLst xmlns:a="http://schemas.openxmlformats.org/drawingml/2006/main">
              <a:ext uri="{FF2B5EF4-FFF2-40B4-BE49-F238E27FC236}">
                <a16:creationId xmlns:a16="http://schemas.microsoft.com/office/drawing/2014/main" id="{FB5D289F-A170-40D8-8377-C276833AD05B}"/>
              </a:ext>
            </a:extLst>
          </p:cNvPr>
          <p:cNvSpPr>
            <a:spLocks xmlns:a="http://schemas.openxmlformats.org/drawingml/2006/main" noGrp="1"/>
          </p:cNvSpPr>
          <p:nvPr/>
        </p:nvSpPr>
        <p:spPr>
          <a:xfrm xmlns:a="http://schemas.openxmlformats.org/drawingml/2006/main">
            <a:off x="2692103"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0" name="Editable chart path">
            <a:extLst xmlns:a="http://schemas.openxmlformats.org/drawingml/2006/main">
              <a:ext uri="{FF2B5EF4-FFF2-40B4-BE49-F238E27FC236}">
                <a16:creationId xmlns:a16="http://schemas.microsoft.com/office/drawing/2014/main" id="{D353074E-CF83-40D2-9EA8-50976007FE17}"/>
              </a:ext>
            </a:extLst>
          </p:cNvPr>
          <p:cNvSpPr>
            <a:spLocks xmlns:a="http://schemas.openxmlformats.org/drawingml/2006/main" noGrp="1"/>
          </p:cNvSpPr>
          <p:nvPr/>
        </p:nvSpPr>
        <p:spPr>
          <a:xfrm xmlns:a="http://schemas.openxmlformats.org/drawingml/2006/main">
            <a:off x="3611749"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1" name="Editable chart path">
            <a:extLst xmlns:a="http://schemas.openxmlformats.org/drawingml/2006/main">
              <a:ext uri="{FF2B5EF4-FFF2-40B4-BE49-F238E27FC236}">
                <a16:creationId xmlns:a16="http://schemas.microsoft.com/office/drawing/2014/main" id="{B2BD6343-8402-4784-83CB-26F5A4925519}"/>
              </a:ext>
            </a:extLst>
          </p:cNvPr>
          <p:cNvSpPr>
            <a:spLocks xmlns:a="http://schemas.openxmlformats.org/drawingml/2006/main" noGrp="1"/>
          </p:cNvSpPr>
          <p:nvPr/>
        </p:nvSpPr>
        <p:spPr>
          <a:xfrm xmlns:a="http://schemas.openxmlformats.org/drawingml/2006/main">
            <a:off x="2166591"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2" name="Editable chart path">
            <a:extLst xmlns:a="http://schemas.openxmlformats.org/drawingml/2006/main">
              <a:ext uri="{FF2B5EF4-FFF2-40B4-BE49-F238E27FC236}">
                <a16:creationId xmlns:a16="http://schemas.microsoft.com/office/drawing/2014/main" id="{E14E0AE9-3DFF-4070-B162-1809BB5BEEE2}"/>
              </a:ext>
            </a:extLst>
          </p:cNvPr>
          <p:cNvSpPr>
            <a:spLocks xmlns:a="http://schemas.openxmlformats.org/drawingml/2006/main" noGrp="1"/>
          </p:cNvSpPr>
          <p:nvPr/>
        </p:nvSpPr>
        <p:spPr>
          <a:xfrm xmlns:a="http://schemas.openxmlformats.org/drawingml/2006/main">
            <a:off x="3611749"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3" name="Editable chart path">
            <a:extLst xmlns:a="http://schemas.openxmlformats.org/drawingml/2006/main">
              <a:ext uri="{FF2B5EF4-FFF2-40B4-BE49-F238E27FC236}">
                <a16:creationId xmlns:a16="http://schemas.microsoft.com/office/drawing/2014/main" id="{E2B7C37B-136B-4343-817F-9FCE8237A4F8}"/>
              </a:ext>
            </a:extLst>
          </p:cNvPr>
          <p:cNvSpPr>
            <a:spLocks xmlns:a="http://schemas.openxmlformats.org/drawingml/2006/main" noGrp="1"/>
          </p:cNvSpPr>
          <p:nvPr/>
        </p:nvSpPr>
        <p:spPr>
          <a:xfrm xmlns:a="http://schemas.openxmlformats.org/drawingml/2006/main">
            <a:off x="3480371"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4" name="Editable chart path">
            <a:extLst xmlns:a="http://schemas.openxmlformats.org/drawingml/2006/main">
              <a:ext uri="{FF2B5EF4-FFF2-40B4-BE49-F238E27FC236}">
                <a16:creationId xmlns:a16="http://schemas.microsoft.com/office/drawing/2014/main" id="{F78F571B-6559-4336-B0FB-2CF03D0EA760}"/>
              </a:ext>
            </a:extLst>
          </p:cNvPr>
          <p:cNvSpPr>
            <a:spLocks xmlns:a="http://schemas.openxmlformats.org/drawingml/2006/main" noGrp="1"/>
          </p:cNvSpPr>
          <p:nvPr/>
        </p:nvSpPr>
        <p:spPr>
          <a:xfrm xmlns:a="http://schemas.openxmlformats.org/drawingml/2006/main">
            <a:off x="3020548"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5" name="Editable chart path">
            <a:extLst xmlns:a="http://schemas.openxmlformats.org/drawingml/2006/main">
              <a:ext uri="{FF2B5EF4-FFF2-40B4-BE49-F238E27FC236}">
                <a16:creationId xmlns:a16="http://schemas.microsoft.com/office/drawing/2014/main" id="{E3938945-86B2-4D23-87DA-5D2607D7F878}"/>
              </a:ext>
            </a:extLst>
          </p:cNvPr>
          <p:cNvSpPr>
            <a:spLocks xmlns:a="http://schemas.openxmlformats.org/drawingml/2006/main" noGrp="1"/>
          </p:cNvSpPr>
          <p:nvPr/>
        </p:nvSpPr>
        <p:spPr>
          <a:xfrm xmlns:a="http://schemas.openxmlformats.org/drawingml/2006/main">
            <a:off x="3217615"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6" name="Editable chart path">
            <a:extLst xmlns:a="http://schemas.openxmlformats.org/drawingml/2006/main">
              <a:ext uri="{FF2B5EF4-FFF2-40B4-BE49-F238E27FC236}">
                <a16:creationId xmlns:a16="http://schemas.microsoft.com/office/drawing/2014/main" id="{AA0D4929-76DD-4348-9773-20F5350AD041}"/>
              </a:ext>
            </a:extLst>
          </p:cNvPr>
          <p:cNvSpPr>
            <a:spLocks xmlns:a="http://schemas.openxmlformats.org/drawingml/2006/main" noGrp="1"/>
          </p:cNvSpPr>
          <p:nvPr/>
        </p:nvSpPr>
        <p:spPr>
          <a:xfrm xmlns:a="http://schemas.openxmlformats.org/drawingml/2006/main">
            <a:off x="2889170"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7" name="Editable chart path">
            <a:extLst xmlns:a="http://schemas.openxmlformats.org/drawingml/2006/main">
              <a:ext uri="{FF2B5EF4-FFF2-40B4-BE49-F238E27FC236}">
                <a16:creationId xmlns:a16="http://schemas.microsoft.com/office/drawing/2014/main" id="{6FF8BDDD-C2DD-4E08-88A8-658D718F9002}"/>
              </a:ext>
            </a:extLst>
          </p:cNvPr>
          <p:cNvSpPr>
            <a:spLocks xmlns:a="http://schemas.openxmlformats.org/drawingml/2006/main" noGrp="1"/>
          </p:cNvSpPr>
          <p:nvPr/>
        </p:nvSpPr>
        <p:spPr>
          <a:xfrm xmlns:a="http://schemas.openxmlformats.org/drawingml/2006/main">
            <a:off x="3020548"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8" name="Editable chart path">
            <a:extLst xmlns:a="http://schemas.openxmlformats.org/drawingml/2006/main">
              <a:ext uri="{FF2B5EF4-FFF2-40B4-BE49-F238E27FC236}">
                <a16:creationId xmlns:a16="http://schemas.microsoft.com/office/drawing/2014/main" id="{CE9D5919-FEF7-4711-A29A-5E50F7F30B9A}"/>
              </a:ext>
            </a:extLst>
          </p:cNvPr>
          <p:cNvSpPr>
            <a:spLocks xmlns:a="http://schemas.openxmlformats.org/drawingml/2006/main" noGrp="1"/>
          </p:cNvSpPr>
          <p:nvPr/>
        </p:nvSpPr>
        <p:spPr>
          <a:xfrm xmlns:a="http://schemas.openxmlformats.org/drawingml/2006/main">
            <a:off x="3611749"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39" name="Editable chart path">
            <a:extLst xmlns:a="http://schemas.openxmlformats.org/drawingml/2006/main">
              <a:ext uri="{FF2B5EF4-FFF2-40B4-BE49-F238E27FC236}">
                <a16:creationId xmlns:a16="http://schemas.microsoft.com/office/drawing/2014/main" id="{E4A8F9F3-F05E-4CC3-B20F-91E18F63B596}"/>
              </a:ext>
            </a:extLst>
          </p:cNvPr>
          <p:cNvSpPr>
            <a:spLocks xmlns:a="http://schemas.openxmlformats.org/drawingml/2006/main" noGrp="1"/>
          </p:cNvSpPr>
          <p:nvPr/>
        </p:nvSpPr>
        <p:spPr>
          <a:xfrm xmlns:a="http://schemas.openxmlformats.org/drawingml/2006/main">
            <a:off x="3348993"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0" name="Editable chart path">
            <a:extLst xmlns:a="http://schemas.openxmlformats.org/drawingml/2006/main">
              <a:ext uri="{FF2B5EF4-FFF2-40B4-BE49-F238E27FC236}">
                <a16:creationId xmlns:a16="http://schemas.microsoft.com/office/drawing/2014/main" id="{7FF2E3B3-97B1-44AF-8CA3-BFDFCFFE3F39}"/>
              </a:ext>
            </a:extLst>
          </p:cNvPr>
          <p:cNvSpPr>
            <a:spLocks xmlns:a="http://schemas.openxmlformats.org/drawingml/2006/main" noGrp="1"/>
          </p:cNvSpPr>
          <p:nvPr/>
        </p:nvSpPr>
        <p:spPr>
          <a:xfrm xmlns:a="http://schemas.openxmlformats.org/drawingml/2006/main">
            <a:off x="2823481"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1" name="Editable chart path">
            <a:extLst xmlns:a="http://schemas.openxmlformats.org/drawingml/2006/main">
              <a:ext uri="{FF2B5EF4-FFF2-40B4-BE49-F238E27FC236}">
                <a16:creationId xmlns:a16="http://schemas.microsoft.com/office/drawing/2014/main" id="{C39FFB3B-4343-4AE9-8585-AE6DF4DFEAAF}"/>
              </a:ext>
            </a:extLst>
          </p:cNvPr>
          <p:cNvSpPr>
            <a:spLocks xmlns:a="http://schemas.openxmlformats.org/drawingml/2006/main" noGrp="1"/>
          </p:cNvSpPr>
          <p:nvPr/>
        </p:nvSpPr>
        <p:spPr>
          <a:xfrm xmlns:a="http://schemas.openxmlformats.org/drawingml/2006/main">
            <a:off x="3283304"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2" name="Editable chart path">
            <a:extLst xmlns:a="http://schemas.openxmlformats.org/drawingml/2006/main">
              <a:ext uri="{FF2B5EF4-FFF2-40B4-BE49-F238E27FC236}">
                <a16:creationId xmlns:a16="http://schemas.microsoft.com/office/drawing/2014/main" id="{3D578B4F-B8EE-4D82-AE78-5181ACBA04A8}"/>
              </a:ext>
            </a:extLst>
          </p:cNvPr>
          <p:cNvSpPr>
            <a:spLocks xmlns:a="http://schemas.openxmlformats.org/drawingml/2006/main" noGrp="1"/>
          </p:cNvSpPr>
          <p:nvPr/>
        </p:nvSpPr>
        <p:spPr>
          <a:xfrm xmlns:a="http://schemas.openxmlformats.org/drawingml/2006/main">
            <a:off x="1969524"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3" name="Editable chart path">
            <a:extLst xmlns:a="http://schemas.openxmlformats.org/drawingml/2006/main">
              <a:ext uri="{FF2B5EF4-FFF2-40B4-BE49-F238E27FC236}">
                <a16:creationId xmlns:a16="http://schemas.microsoft.com/office/drawing/2014/main" id="{492707CC-7425-4102-AAF8-BA446AD4F65A}"/>
              </a:ext>
            </a:extLst>
          </p:cNvPr>
          <p:cNvSpPr>
            <a:spLocks xmlns:a="http://schemas.openxmlformats.org/drawingml/2006/main" noGrp="1"/>
          </p:cNvSpPr>
          <p:nvPr/>
        </p:nvSpPr>
        <p:spPr>
          <a:xfrm xmlns:a="http://schemas.openxmlformats.org/drawingml/2006/main">
            <a:off x="2297969"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4" name="Editable chart path">
            <a:extLst xmlns:a="http://schemas.openxmlformats.org/drawingml/2006/main">
              <a:ext uri="{FF2B5EF4-FFF2-40B4-BE49-F238E27FC236}">
                <a16:creationId xmlns:a16="http://schemas.microsoft.com/office/drawing/2014/main" id="{CADCA2AA-A9D7-41BA-AEBA-17B3595D8D07}"/>
              </a:ext>
            </a:extLst>
          </p:cNvPr>
          <p:cNvSpPr>
            <a:spLocks xmlns:a="http://schemas.openxmlformats.org/drawingml/2006/main" noGrp="1"/>
          </p:cNvSpPr>
          <p:nvPr/>
        </p:nvSpPr>
        <p:spPr>
          <a:xfrm xmlns:a="http://schemas.openxmlformats.org/drawingml/2006/main">
            <a:off x="3677438"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5" name="Editable chart path">
            <a:extLst xmlns:a="http://schemas.openxmlformats.org/drawingml/2006/main">
              <a:ext uri="{FF2B5EF4-FFF2-40B4-BE49-F238E27FC236}">
                <a16:creationId xmlns:a16="http://schemas.microsoft.com/office/drawing/2014/main" id="{923CF464-FA42-4FBE-B220-B3A3CB59B5BD}"/>
              </a:ext>
            </a:extLst>
          </p:cNvPr>
          <p:cNvSpPr>
            <a:spLocks xmlns:a="http://schemas.openxmlformats.org/drawingml/2006/main" noGrp="1"/>
          </p:cNvSpPr>
          <p:nvPr/>
        </p:nvSpPr>
        <p:spPr>
          <a:xfrm xmlns:a="http://schemas.openxmlformats.org/drawingml/2006/main">
            <a:off x="3348993"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6" name="Editable chart path">
            <a:extLst xmlns:a="http://schemas.openxmlformats.org/drawingml/2006/main">
              <a:ext uri="{FF2B5EF4-FFF2-40B4-BE49-F238E27FC236}">
                <a16:creationId xmlns:a16="http://schemas.microsoft.com/office/drawing/2014/main" id="{4808288E-B954-44CA-9D7A-1F478C794393}"/>
              </a:ext>
            </a:extLst>
          </p:cNvPr>
          <p:cNvSpPr>
            <a:spLocks xmlns:a="http://schemas.openxmlformats.org/drawingml/2006/main" noGrp="1"/>
          </p:cNvSpPr>
          <p:nvPr/>
        </p:nvSpPr>
        <p:spPr>
          <a:xfrm xmlns:a="http://schemas.openxmlformats.org/drawingml/2006/main">
            <a:off x="3020548"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7" name="Editable chart path">
            <a:extLst xmlns:a="http://schemas.openxmlformats.org/drawingml/2006/main">
              <a:ext uri="{FF2B5EF4-FFF2-40B4-BE49-F238E27FC236}">
                <a16:creationId xmlns:a16="http://schemas.microsoft.com/office/drawing/2014/main" id="{B664CEDA-6360-478A-93E3-6BCDE7E8A06F}"/>
              </a:ext>
            </a:extLst>
          </p:cNvPr>
          <p:cNvSpPr>
            <a:spLocks xmlns:a="http://schemas.openxmlformats.org/drawingml/2006/main" noGrp="1"/>
          </p:cNvSpPr>
          <p:nvPr/>
        </p:nvSpPr>
        <p:spPr>
          <a:xfrm xmlns:a="http://schemas.openxmlformats.org/drawingml/2006/main">
            <a:off x="2100902"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8" name="Editable chart path">
            <a:extLst xmlns:a="http://schemas.openxmlformats.org/drawingml/2006/main">
              <a:ext uri="{FF2B5EF4-FFF2-40B4-BE49-F238E27FC236}">
                <a16:creationId xmlns:a16="http://schemas.microsoft.com/office/drawing/2014/main" id="{C3B173BA-AA95-4DA2-8EDB-A8A0263FD1D0}"/>
              </a:ext>
            </a:extLst>
          </p:cNvPr>
          <p:cNvSpPr>
            <a:spLocks xmlns:a="http://schemas.openxmlformats.org/drawingml/2006/main" noGrp="1"/>
          </p:cNvSpPr>
          <p:nvPr/>
        </p:nvSpPr>
        <p:spPr>
          <a:xfrm xmlns:a="http://schemas.openxmlformats.org/drawingml/2006/main">
            <a:off x="2166591"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49" name="Editable chart path">
            <a:extLst xmlns:a="http://schemas.openxmlformats.org/drawingml/2006/main">
              <a:ext uri="{FF2B5EF4-FFF2-40B4-BE49-F238E27FC236}">
                <a16:creationId xmlns:a16="http://schemas.microsoft.com/office/drawing/2014/main" id="{B9839A53-0CC0-40D5-8F47-106DD10B0B5B}"/>
              </a:ext>
            </a:extLst>
          </p:cNvPr>
          <p:cNvSpPr>
            <a:spLocks xmlns:a="http://schemas.openxmlformats.org/drawingml/2006/main" noGrp="1"/>
          </p:cNvSpPr>
          <p:nvPr/>
        </p:nvSpPr>
        <p:spPr>
          <a:xfrm xmlns:a="http://schemas.openxmlformats.org/drawingml/2006/main">
            <a:off x="1903834"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0" name="Editable chart path">
            <a:extLst xmlns:a="http://schemas.openxmlformats.org/drawingml/2006/main">
              <a:ext uri="{FF2B5EF4-FFF2-40B4-BE49-F238E27FC236}">
                <a16:creationId xmlns:a16="http://schemas.microsoft.com/office/drawing/2014/main" id="{1ED6CD61-7E6A-43C0-B891-0242B57BA6B8}"/>
              </a:ext>
            </a:extLst>
          </p:cNvPr>
          <p:cNvSpPr>
            <a:spLocks xmlns:a="http://schemas.openxmlformats.org/drawingml/2006/main" noGrp="1"/>
          </p:cNvSpPr>
          <p:nvPr/>
        </p:nvSpPr>
        <p:spPr>
          <a:xfrm xmlns:a="http://schemas.openxmlformats.org/drawingml/2006/main">
            <a:off x="2560725"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1" name="Editable chart path">
            <a:extLst xmlns:a="http://schemas.openxmlformats.org/drawingml/2006/main">
              <a:ext uri="{FF2B5EF4-FFF2-40B4-BE49-F238E27FC236}">
                <a16:creationId xmlns:a16="http://schemas.microsoft.com/office/drawing/2014/main" id="{B87807DC-02DF-4D6E-BEF1-5E0264049DBE}"/>
              </a:ext>
            </a:extLst>
          </p:cNvPr>
          <p:cNvSpPr>
            <a:spLocks xmlns:a="http://schemas.openxmlformats.org/drawingml/2006/main" noGrp="1"/>
          </p:cNvSpPr>
          <p:nvPr/>
        </p:nvSpPr>
        <p:spPr>
          <a:xfrm xmlns:a="http://schemas.openxmlformats.org/drawingml/2006/main">
            <a:off x="2035213"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2" name="Editable chart path">
            <a:extLst xmlns:a="http://schemas.openxmlformats.org/drawingml/2006/main">
              <a:ext uri="{FF2B5EF4-FFF2-40B4-BE49-F238E27FC236}">
                <a16:creationId xmlns:a16="http://schemas.microsoft.com/office/drawing/2014/main" id="{C4957C02-12E1-42AB-B4C2-72C77CCEEAE5}"/>
              </a:ext>
            </a:extLst>
          </p:cNvPr>
          <p:cNvSpPr>
            <a:spLocks xmlns:a="http://schemas.openxmlformats.org/drawingml/2006/main" noGrp="1"/>
          </p:cNvSpPr>
          <p:nvPr/>
        </p:nvSpPr>
        <p:spPr>
          <a:xfrm xmlns:a="http://schemas.openxmlformats.org/drawingml/2006/main">
            <a:off x="1772456"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3" name="Editable chart path">
            <a:extLst xmlns:a="http://schemas.openxmlformats.org/drawingml/2006/main">
              <a:ext uri="{FF2B5EF4-FFF2-40B4-BE49-F238E27FC236}">
                <a16:creationId xmlns:a16="http://schemas.microsoft.com/office/drawing/2014/main" id="{8E860D68-8C84-4F21-8C91-05B8112506A8}"/>
              </a:ext>
            </a:extLst>
          </p:cNvPr>
          <p:cNvSpPr>
            <a:spLocks xmlns:a="http://schemas.openxmlformats.org/drawingml/2006/main" noGrp="1"/>
          </p:cNvSpPr>
          <p:nvPr/>
        </p:nvSpPr>
        <p:spPr>
          <a:xfrm xmlns:a="http://schemas.openxmlformats.org/drawingml/2006/main">
            <a:off x="2823481"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4" name="Editable chart path">
            <a:extLst xmlns:a="http://schemas.openxmlformats.org/drawingml/2006/main">
              <a:ext uri="{FF2B5EF4-FFF2-40B4-BE49-F238E27FC236}">
                <a16:creationId xmlns:a16="http://schemas.microsoft.com/office/drawing/2014/main" id="{A348866B-300B-4BA5-B61B-28673C52BCC3}"/>
              </a:ext>
            </a:extLst>
          </p:cNvPr>
          <p:cNvSpPr>
            <a:spLocks xmlns:a="http://schemas.openxmlformats.org/drawingml/2006/main" noGrp="1"/>
          </p:cNvSpPr>
          <p:nvPr/>
        </p:nvSpPr>
        <p:spPr>
          <a:xfrm xmlns:a="http://schemas.openxmlformats.org/drawingml/2006/main">
            <a:off x="2757792"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5" name="Editable chart path">
            <a:extLst xmlns:a="http://schemas.openxmlformats.org/drawingml/2006/main">
              <a:ext uri="{FF2B5EF4-FFF2-40B4-BE49-F238E27FC236}">
                <a16:creationId xmlns:a16="http://schemas.microsoft.com/office/drawing/2014/main" id="{04B6DFF7-1088-4F56-B738-933BFE12FE60}"/>
              </a:ext>
            </a:extLst>
          </p:cNvPr>
          <p:cNvSpPr>
            <a:spLocks xmlns:a="http://schemas.openxmlformats.org/drawingml/2006/main" noGrp="1"/>
          </p:cNvSpPr>
          <p:nvPr/>
        </p:nvSpPr>
        <p:spPr>
          <a:xfrm xmlns:a="http://schemas.openxmlformats.org/drawingml/2006/main">
            <a:off x="3414682"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6" name="Editable chart path">
            <a:extLst xmlns:a="http://schemas.openxmlformats.org/drawingml/2006/main">
              <a:ext uri="{FF2B5EF4-FFF2-40B4-BE49-F238E27FC236}">
                <a16:creationId xmlns:a16="http://schemas.microsoft.com/office/drawing/2014/main" id="{1C841AA6-FCD3-48DB-9680-39EBAFB44934}"/>
              </a:ext>
            </a:extLst>
          </p:cNvPr>
          <p:cNvSpPr>
            <a:spLocks xmlns:a="http://schemas.openxmlformats.org/drawingml/2006/main" noGrp="1"/>
          </p:cNvSpPr>
          <p:nvPr/>
        </p:nvSpPr>
        <p:spPr>
          <a:xfrm xmlns:a="http://schemas.openxmlformats.org/drawingml/2006/main">
            <a:off x="3217615"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7" name="Editable chart path">
            <a:extLst xmlns:a="http://schemas.openxmlformats.org/drawingml/2006/main">
              <a:ext uri="{FF2B5EF4-FFF2-40B4-BE49-F238E27FC236}">
                <a16:creationId xmlns:a16="http://schemas.microsoft.com/office/drawing/2014/main" id="{9B049288-2BF1-4A2C-9BB6-569C9DC87032}"/>
              </a:ext>
            </a:extLst>
          </p:cNvPr>
          <p:cNvSpPr>
            <a:spLocks xmlns:a="http://schemas.openxmlformats.org/drawingml/2006/main" noGrp="1"/>
          </p:cNvSpPr>
          <p:nvPr/>
        </p:nvSpPr>
        <p:spPr>
          <a:xfrm xmlns:a="http://schemas.openxmlformats.org/drawingml/2006/main">
            <a:off x="2560725"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8" name="Editable chart path">
            <a:extLst xmlns:a="http://schemas.openxmlformats.org/drawingml/2006/main">
              <a:ext uri="{FF2B5EF4-FFF2-40B4-BE49-F238E27FC236}">
                <a16:creationId xmlns:a16="http://schemas.microsoft.com/office/drawing/2014/main" id="{C4AF55EB-0A58-48AC-BC11-7DD94B904F98}"/>
              </a:ext>
            </a:extLst>
          </p:cNvPr>
          <p:cNvSpPr>
            <a:spLocks xmlns:a="http://schemas.openxmlformats.org/drawingml/2006/main" noGrp="1"/>
          </p:cNvSpPr>
          <p:nvPr/>
        </p:nvSpPr>
        <p:spPr>
          <a:xfrm xmlns:a="http://schemas.openxmlformats.org/drawingml/2006/main">
            <a:off x="2757792"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59" name="Editable chart path">
            <a:extLst xmlns:a="http://schemas.openxmlformats.org/drawingml/2006/main">
              <a:ext uri="{FF2B5EF4-FFF2-40B4-BE49-F238E27FC236}">
                <a16:creationId xmlns:a16="http://schemas.microsoft.com/office/drawing/2014/main" id="{DF057656-10EB-40CB-90DA-4CD4859FD99E}"/>
              </a:ext>
            </a:extLst>
          </p:cNvPr>
          <p:cNvSpPr>
            <a:spLocks xmlns:a="http://schemas.openxmlformats.org/drawingml/2006/main" noGrp="1"/>
          </p:cNvSpPr>
          <p:nvPr/>
        </p:nvSpPr>
        <p:spPr>
          <a:xfrm xmlns:a="http://schemas.openxmlformats.org/drawingml/2006/main">
            <a:off x="3151926"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0" name="Editable chart path">
            <a:extLst xmlns:a="http://schemas.openxmlformats.org/drawingml/2006/main">
              <a:ext uri="{FF2B5EF4-FFF2-40B4-BE49-F238E27FC236}">
                <a16:creationId xmlns:a16="http://schemas.microsoft.com/office/drawing/2014/main" id="{5A24B07D-FB65-45F1-839A-9114C3871518}"/>
              </a:ext>
            </a:extLst>
          </p:cNvPr>
          <p:cNvSpPr>
            <a:spLocks xmlns:a="http://schemas.openxmlformats.org/drawingml/2006/main" noGrp="1"/>
          </p:cNvSpPr>
          <p:nvPr/>
        </p:nvSpPr>
        <p:spPr>
          <a:xfrm xmlns:a="http://schemas.openxmlformats.org/drawingml/2006/main">
            <a:off x="3151926"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1" name="Editable chart path">
            <a:extLst xmlns:a="http://schemas.openxmlformats.org/drawingml/2006/main">
              <a:ext uri="{FF2B5EF4-FFF2-40B4-BE49-F238E27FC236}">
                <a16:creationId xmlns:a16="http://schemas.microsoft.com/office/drawing/2014/main" id="{8F3D9E47-C0E4-4F44-9F82-2546D9ECAC07}"/>
              </a:ext>
            </a:extLst>
          </p:cNvPr>
          <p:cNvSpPr>
            <a:spLocks xmlns:a="http://schemas.openxmlformats.org/drawingml/2006/main" noGrp="1"/>
          </p:cNvSpPr>
          <p:nvPr/>
        </p:nvSpPr>
        <p:spPr>
          <a:xfrm xmlns:a="http://schemas.openxmlformats.org/drawingml/2006/main">
            <a:off x="2757792"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2" name="Editable chart path">
            <a:extLst xmlns:a="http://schemas.openxmlformats.org/drawingml/2006/main">
              <a:ext uri="{FF2B5EF4-FFF2-40B4-BE49-F238E27FC236}">
                <a16:creationId xmlns:a16="http://schemas.microsoft.com/office/drawing/2014/main" id="{0193F1A6-6725-433D-B7A1-C13BA4CCA9B8}"/>
              </a:ext>
            </a:extLst>
          </p:cNvPr>
          <p:cNvSpPr>
            <a:spLocks xmlns:a="http://schemas.openxmlformats.org/drawingml/2006/main" noGrp="1"/>
          </p:cNvSpPr>
          <p:nvPr/>
        </p:nvSpPr>
        <p:spPr>
          <a:xfrm xmlns:a="http://schemas.openxmlformats.org/drawingml/2006/main">
            <a:off x="3348993"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3" name="Editable chart path">
            <a:extLst xmlns:a="http://schemas.openxmlformats.org/drawingml/2006/main">
              <a:ext uri="{FF2B5EF4-FFF2-40B4-BE49-F238E27FC236}">
                <a16:creationId xmlns:a16="http://schemas.microsoft.com/office/drawing/2014/main" id="{7C5EC427-D4AE-4368-9D7E-BB87609E4126}"/>
              </a:ext>
            </a:extLst>
          </p:cNvPr>
          <p:cNvSpPr>
            <a:spLocks xmlns:a="http://schemas.openxmlformats.org/drawingml/2006/main" noGrp="1"/>
          </p:cNvSpPr>
          <p:nvPr/>
        </p:nvSpPr>
        <p:spPr>
          <a:xfrm xmlns:a="http://schemas.openxmlformats.org/drawingml/2006/main">
            <a:off x="1903834"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4" name="Editable chart path">
            <a:extLst xmlns:a="http://schemas.openxmlformats.org/drawingml/2006/main">
              <a:ext uri="{FF2B5EF4-FFF2-40B4-BE49-F238E27FC236}">
                <a16:creationId xmlns:a16="http://schemas.microsoft.com/office/drawing/2014/main" id="{021FC943-F34A-4929-8FA4-57CDA0B402B9}"/>
              </a:ext>
            </a:extLst>
          </p:cNvPr>
          <p:cNvSpPr>
            <a:spLocks xmlns:a="http://schemas.openxmlformats.org/drawingml/2006/main" noGrp="1"/>
          </p:cNvSpPr>
          <p:nvPr/>
        </p:nvSpPr>
        <p:spPr>
          <a:xfrm xmlns:a="http://schemas.openxmlformats.org/drawingml/2006/main">
            <a:off x="2495036"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5" name="Editable chart path">
            <a:extLst xmlns:a="http://schemas.openxmlformats.org/drawingml/2006/main">
              <a:ext uri="{FF2B5EF4-FFF2-40B4-BE49-F238E27FC236}">
                <a16:creationId xmlns:a16="http://schemas.microsoft.com/office/drawing/2014/main" id="{7BB73F69-9059-408B-9563-BB80FEB5E95B}"/>
              </a:ext>
            </a:extLst>
          </p:cNvPr>
          <p:cNvSpPr>
            <a:spLocks xmlns:a="http://schemas.openxmlformats.org/drawingml/2006/main" noGrp="1"/>
          </p:cNvSpPr>
          <p:nvPr/>
        </p:nvSpPr>
        <p:spPr>
          <a:xfrm xmlns:a="http://schemas.openxmlformats.org/drawingml/2006/main">
            <a:off x="1706767"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6" name="Editable chart path">
            <a:extLst xmlns:a="http://schemas.openxmlformats.org/drawingml/2006/main">
              <a:ext uri="{FF2B5EF4-FFF2-40B4-BE49-F238E27FC236}">
                <a16:creationId xmlns:a16="http://schemas.microsoft.com/office/drawing/2014/main" id="{123E698E-E988-493D-B9E8-1A42E5517D17}"/>
              </a:ext>
            </a:extLst>
          </p:cNvPr>
          <p:cNvSpPr>
            <a:spLocks xmlns:a="http://schemas.openxmlformats.org/drawingml/2006/main" noGrp="1"/>
          </p:cNvSpPr>
          <p:nvPr/>
        </p:nvSpPr>
        <p:spPr>
          <a:xfrm xmlns:a="http://schemas.openxmlformats.org/drawingml/2006/main">
            <a:off x="2363658"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7" name="Editable chart path">
            <a:extLst xmlns:a="http://schemas.openxmlformats.org/drawingml/2006/main">
              <a:ext uri="{FF2B5EF4-FFF2-40B4-BE49-F238E27FC236}">
                <a16:creationId xmlns:a16="http://schemas.microsoft.com/office/drawing/2014/main" id="{AC701744-632B-4AB9-8ADB-1A55B47E146A}"/>
              </a:ext>
            </a:extLst>
          </p:cNvPr>
          <p:cNvSpPr>
            <a:spLocks xmlns:a="http://schemas.openxmlformats.org/drawingml/2006/main" noGrp="1"/>
          </p:cNvSpPr>
          <p:nvPr/>
        </p:nvSpPr>
        <p:spPr>
          <a:xfrm xmlns:a="http://schemas.openxmlformats.org/drawingml/2006/main">
            <a:off x="3151926"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8" name="Editable chart path">
            <a:extLst xmlns:a="http://schemas.openxmlformats.org/drawingml/2006/main">
              <a:ext uri="{FF2B5EF4-FFF2-40B4-BE49-F238E27FC236}">
                <a16:creationId xmlns:a16="http://schemas.microsoft.com/office/drawing/2014/main" id="{7491ABE0-A144-44E9-9925-F520ABCFCEBA}"/>
              </a:ext>
            </a:extLst>
          </p:cNvPr>
          <p:cNvSpPr>
            <a:spLocks xmlns:a="http://schemas.openxmlformats.org/drawingml/2006/main" noGrp="1"/>
          </p:cNvSpPr>
          <p:nvPr/>
        </p:nvSpPr>
        <p:spPr>
          <a:xfrm xmlns:a="http://schemas.openxmlformats.org/drawingml/2006/main">
            <a:off x="2495036"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69" name="Editable chart path">
            <a:extLst xmlns:a="http://schemas.openxmlformats.org/drawingml/2006/main">
              <a:ext uri="{FF2B5EF4-FFF2-40B4-BE49-F238E27FC236}">
                <a16:creationId xmlns:a16="http://schemas.microsoft.com/office/drawing/2014/main" id="{55B3271D-CE39-426C-8CDF-3F108F21DF76}"/>
              </a:ext>
            </a:extLst>
          </p:cNvPr>
          <p:cNvSpPr>
            <a:spLocks xmlns:a="http://schemas.openxmlformats.org/drawingml/2006/main" noGrp="1"/>
          </p:cNvSpPr>
          <p:nvPr/>
        </p:nvSpPr>
        <p:spPr>
          <a:xfrm xmlns:a="http://schemas.openxmlformats.org/drawingml/2006/main">
            <a:off x="2626414"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0" name="Editable chart path">
            <a:extLst xmlns:a="http://schemas.openxmlformats.org/drawingml/2006/main">
              <a:ext uri="{FF2B5EF4-FFF2-40B4-BE49-F238E27FC236}">
                <a16:creationId xmlns:a16="http://schemas.microsoft.com/office/drawing/2014/main" id="{D097957F-F0A0-4291-B53B-57449634235A}"/>
              </a:ext>
            </a:extLst>
          </p:cNvPr>
          <p:cNvSpPr>
            <a:spLocks xmlns:a="http://schemas.openxmlformats.org/drawingml/2006/main" noGrp="1"/>
          </p:cNvSpPr>
          <p:nvPr/>
        </p:nvSpPr>
        <p:spPr>
          <a:xfrm xmlns:a="http://schemas.openxmlformats.org/drawingml/2006/main">
            <a:off x="2100902"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1" name="Editable chart path">
            <a:extLst xmlns:a="http://schemas.openxmlformats.org/drawingml/2006/main">
              <a:ext uri="{FF2B5EF4-FFF2-40B4-BE49-F238E27FC236}">
                <a16:creationId xmlns:a16="http://schemas.microsoft.com/office/drawing/2014/main" id="{C1052837-534C-4C35-A827-CA6956745F75}"/>
              </a:ext>
            </a:extLst>
          </p:cNvPr>
          <p:cNvSpPr>
            <a:spLocks xmlns:a="http://schemas.openxmlformats.org/drawingml/2006/main" noGrp="1"/>
          </p:cNvSpPr>
          <p:nvPr/>
        </p:nvSpPr>
        <p:spPr>
          <a:xfrm xmlns:a="http://schemas.openxmlformats.org/drawingml/2006/main">
            <a:off x="3283304"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2" name="Editable chart path">
            <a:extLst xmlns:a="http://schemas.openxmlformats.org/drawingml/2006/main">
              <a:ext uri="{FF2B5EF4-FFF2-40B4-BE49-F238E27FC236}">
                <a16:creationId xmlns:a16="http://schemas.microsoft.com/office/drawing/2014/main" id="{DC0DDFFC-4602-46D7-B8EB-38537BDC9ADF}"/>
              </a:ext>
            </a:extLst>
          </p:cNvPr>
          <p:cNvSpPr>
            <a:spLocks xmlns:a="http://schemas.openxmlformats.org/drawingml/2006/main" noGrp="1"/>
          </p:cNvSpPr>
          <p:nvPr/>
        </p:nvSpPr>
        <p:spPr>
          <a:xfrm xmlns:a="http://schemas.openxmlformats.org/drawingml/2006/main">
            <a:off x="2297969"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3" name="Editable chart path">
            <a:extLst xmlns:a="http://schemas.openxmlformats.org/drawingml/2006/main">
              <a:ext uri="{FF2B5EF4-FFF2-40B4-BE49-F238E27FC236}">
                <a16:creationId xmlns:a16="http://schemas.microsoft.com/office/drawing/2014/main" id="{6E13B4E0-2AD0-4742-8978-AD756DBACD81}"/>
              </a:ext>
            </a:extLst>
          </p:cNvPr>
          <p:cNvSpPr>
            <a:spLocks xmlns:a="http://schemas.openxmlformats.org/drawingml/2006/main" noGrp="1"/>
          </p:cNvSpPr>
          <p:nvPr/>
        </p:nvSpPr>
        <p:spPr>
          <a:xfrm xmlns:a="http://schemas.openxmlformats.org/drawingml/2006/main">
            <a:off x="3151926"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4" name="Editable chart path">
            <a:extLst xmlns:a="http://schemas.openxmlformats.org/drawingml/2006/main">
              <a:ext uri="{FF2B5EF4-FFF2-40B4-BE49-F238E27FC236}">
                <a16:creationId xmlns:a16="http://schemas.microsoft.com/office/drawing/2014/main" id="{A469BCA2-9A87-4BE3-BFC7-0173FD985312}"/>
              </a:ext>
            </a:extLst>
          </p:cNvPr>
          <p:cNvSpPr>
            <a:spLocks xmlns:a="http://schemas.openxmlformats.org/drawingml/2006/main" noGrp="1"/>
          </p:cNvSpPr>
          <p:nvPr/>
        </p:nvSpPr>
        <p:spPr>
          <a:xfrm xmlns:a="http://schemas.openxmlformats.org/drawingml/2006/main">
            <a:off x="1772456"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5" name="Editable chart path">
            <a:extLst xmlns:a="http://schemas.openxmlformats.org/drawingml/2006/main">
              <a:ext uri="{FF2B5EF4-FFF2-40B4-BE49-F238E27FC236}">
                <a16:creationId xmlns:a16="http://schemas.microsoft.com/office/drawing/2014/main" id="{4965FAC7-29F2-4E5B-A57A-D7F7280B1E3D}"/>
              </a:ext>
            </a:extLst>
          </p:cNvPr>
          <p:cNvSpPr>
            <a:spLocks xmlns:a="http://schemas.openxmlformats.org/drawingml/2006/main" noGrp="1"/>
          </p:cNvSpPr>
          <p:nvPr/>
        </p:nvSpPr>
        <p:spPr>
          <a:xfrm xmlns:a="http://schemas.openxmlformats.org/drawingml/2006/main">
            <a:off x="1969524"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6" name="Editable chart path">
            <a:extLst xmlns:a="http://schemas.openxmlformats.org/drawingml/2006/main">
              <a:ext uri="{FF2B5EF4-FFF2-40B4-BE49-F238E27FC236}">
                <a16:creationId xmlns:a16="http://schemas.microsoft.com/office/drawing/2014/main" id="{70B4B06E-3A61-49C6-9BE9-A2D739934986}"/>
              </a:ext>
            </a:extLst>
          </p:cNvPr>
          <p:cNvSpPr>
            <a:spLocks xmlns:a="http://schemas.openxmlformats.org/drawingml/2006/main" noGrp="1"/>
          </p:cNvSpPr>
          <p:nvPr/>
        </p:nvSpPr>
        <p:spPr>
          <a:xfrm xmlns:a="http://schemas.openxmlformats.org/drawingml/2006/main">
            <a:off x="3480371"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7" name="Editable chart path">
            <a:extLst xmlns:a="http://schemas.openxmlformats.org/drawingml/2006/main">
              <a:ext uri="{FF2B5EF4-FFF2-40B4-BE49-F238E27FC236}">
                <a16:creationId xmlns:a16="http://schemas.microsoft.com/office/drawing/2014/main" id="{52F7BCF5-EA16-41BF-A923-B39BA5948835}"/>
              </a:ext>
            </a:extLst>
          </p:cNvPr>
          <p:cNvSpPr>
            <a:spLocks xmlns:a="http://schemas.openxmlformats.org/drawingml/2006/main" noGrp="1"/>
          </p:cNvSpPr>
          <p:nvPr/>
        </p:nvSpPr>
        <p:spPr>
          <a:xfrm xmlns:a="http://schemas.openxmlformats.org/drawingml/2006/main">
            <a:off x="3743127"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8" name="Editable chart path">
            <a:extLst xmlns:a="http://schemas.openxmlformats.org/drawingml/2006/main">
              <a:ext uri="{FF2B5EF4-FFF2-40B4-BE49-F238E27FC236}">
                <a16:creationId xmlns:a16="http://schemas.microsoft.com/office/drawing/2014/main" id="{664F0A8F-E12A-4EC4-9689-32EF96F95459}"/>
              </a:ext>
            </a:extLst>
          </p:cNvPr>
          <p:cNvSpPr>
            <a:spLocks xmlns:a="http://schemas.openxmlformats.org/drawingml/2006/main" noGrp="1"/>
          </p:cNvSpPr>
          <p:nvPr/>
        </p:nvSpPr>
        <p:spPr>
          <a:xfrm xmlns:a="http://schemas.openxmlformats.org/drawingml/2006/main">
            <a:off x="3546060"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79" name="Editable chart path">
            <a:extLst xmlns:a="http://schemas.openxmlformats.org/drawingml/2006/main">
              <a:ext uri="{FF2B5EF4-FFF2-40B4-BE49-F238E27FC236}">
                <a16:creationId xmlns:a16="http://schemas.microsoft.com/office/drawing/2014/main" id="{67D3216E-917E-427B-AAB5-217A1BFC5424}"/>
              </a:ext>
            </a:extLst>
          </p:cNvPr>
          <p:cNvSpPr>
            <a:spLocks xmlns:a="http://schemas.openxmlformats.org/drawingml/2006/main" noGrp="1"/>
          </p:cNvSpPr>
          <p:nvPr/>
        </p:nvSpPr>
        <p:spPr>
          <a:xfrm xmlns:a="http://schemas.openxmlformats.org/drawingml/2006/main">
            <a:off x="2889170"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0" name="Editable chart path">
            <a:extLst xmlns:a="http://schemas.openxmlformats.org/drawingml/2006/main">
              <a:ext uri="{FF2B5EF4-FFF2-40B4-BE49-F238E27FC236}">
                <a16:creationId xmlns:a16="http://schemas.microsoft.com/office/drawing/2014/main" id="{A8449DF1-7E14-4FF0-829B-E7C2E03D4A60}"/>
              </a:ext>
            </a:extLst>
          </p:cNvPr>
          <p:cNvSpPr>
            <a:spLocks xmlns:a="http://schemas.openxmlformats.org/drawingml/2006/main" noGrp="1"/>
          </p:cNvSpPr>
          <p:nvPr/>
        </p:nvSpPr>
        <p:spPr>
          <a:xfrm xmlns:a="http://schemas.openxmlformats.org/drawingml/2006/main">
            <a:off x="3348993"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1" name="Editable chart path">
            <a:extLst xmlns:a="http://schemas.openxmlformats.org/drawingml/2006/main">
              <a:ext uri="{FF2B5EF4-FFF2-40B4-BE49-F238E27FC236}">
                <a16:creationId xmlns:a16="http://schemas.microsoft.com/office/drawing/2014/main" id="{6BF06893-9C8F-424A-A97E-B24421E292F3}"/>
              </a:ext>
            </a:extLst>
          </p:cNvPr>
          <p:cNvSpPr>
            <a:spLocks xmlns:a="http://schemas.openxmlformats.org/drawingml/2006/main" noGrp="1"/>
          </p:cNvSpPr>
          <p:nvPr/>
        </p:nvSpPr>
        <p:spPr>
          <a:xfrm xmlns:a="http://schemas.openxmlformats.org/drawingml/2006/main">
            <a:off x="2757792"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2" name="Editable chart path">
            <a:extLst xmlns:a="http://schemas.openxmlformats.org/drawingml/2006/main">
              <a:ext uri="{FF2B5EF4-FFF2-40B4-BE49-F238E27FC236}">
                <a16:creationId xmlns:a16="http://schemas.microsoft.com/office/drawing/2014/main" id="{37E8140F-3157-46AD-905E-8C8789D95A5C}"/>
              </a:ext>
            </a:extLst>
          </p:cNvPr>
          <p:cNvSpPr>
            <a:spLocks xmlns:a="http://schemas.openxmlformats.org/drawingml/2006/main" noGrp="1"/>
          </p:cNvSpPr>
          <p:nvPr/>
        </p:nvSpPr>
        <p:spPr>
          <a:xfrm xmlns:a="http://schemas.openxmlformats.org/drawingml/2006/main">
            <a:off x="2823481"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3" name="Editable chart path">
            <a:extLst xmlns:a="http://schemas.openxmlformats.org/drawingml/2006/main">
              <a:ext uri="{FF2B5EF4-FFF2-40B4-BE49-F238E27FC236}">
                <a16:creationId xmlns:a16="http://schemas.microsoft.com/office/drawing/2014/main" id="{E4DD77EE-64D7-4FA6-B856-9F0B6CD84EA2}"/>
              </a:ext>
            </a:extLst>
          </p:cNvPr>
          <p:cNvSpPr>
            <a:spLocks xmlns:a="http://schemas.openxmlformats.org/drawingml/2006/main" noGrp="1"/>
          </p:cNvSpPr>
          <p:nvPr/>
        </p:nvSpPr>
        <p:spPr>
          <a:xfrm xmlns:a="http://schemas.openxmlformats.org/drawingml/2006/main">
            <a:off x="2757792"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4" name="Editable chart path">
            <a:extLst xmlns:a="http://schemas.openxmlformats.org/drawingml/2006/main">
              <a:ext uri="{FF2B5EF4-FFF2-40B4-BE49-F238E27FC236}">
                <a16:creationId xmlns:a16="http://schemas.microsoft.com/office/drawing/2014/main" id="{52875281-00F0-4E0E-9B5B-03904792BF6A}"/>
              </a:ext>
            </a:extLst>
          </p:cNvPr>
          <p:cNvSpPr>
            <a:spLocks xmlns:a="http://schemas.openxmlformats.org/drawingml/2006/main" noGrp="1"/>
          </p:cNvSpPr>
          <p:nvPr/>
        </p:nvSpPr>
        <p:spPr>
          <a:xfrm xmlns:a="http://schemas.openxmlformats.org/drawingml/2006/main">
            <a:off x="2297969"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5" name="Editable chart path">
            <a:extLst xmlns:a="http://schemas.openxmlformats.org/drawingml/2006/main">
              <a:ext uri="{FF2B5EF4-FFF2-40B4-BE49-F238E27FC236}">
                <a16:creationId xmlns:a16="http://schemas.microsoft.com/office/drawing/2014/main" id="{CCED95B4-F72F-4974-B9A3-5CF733C2B46D}"/>
              </a:ext>
            </a:extLst>
          </p:cNvPr>
          <p:cNvSpPr>
            <a:spLocks xmlns:a="http://schemas.openxmlformats.org/drawingml/2006/main" noGrp="1"/>
          </p:cNvSpPr>
          <p:nvPr/>
        </p:nvSpPr>
        <p:spPr>
          <a:xfrm xmlns:a="http://schemas.openxmlformats.org/drawingml/2006/main">
            <a:off x="2560725"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6" name="Editable chart path">
            <a:extLst xmlns:a="http://schemas.openxmlformats.org/drawingml/2006/main">
              <a:ext uri="{FF2B5EF4-FFF2-40B4-BE49-F238E27FC236}">
                <a16:creationId xmlns:a16="http://schemas.microsoft.com/office/drawing/2014/main" id="{32278668-FE7A-414C-AF70-76B4E46B73BD}"/>
              </a:ext>
            </a:extLst>
          </p:cNvPr>
          <p:cNvSpPr>
            <a:spLocks xmlns:a="http://schemas.openxmlformats.org/drawingml/2006/main" noGrp="1"/>
          </p:cNvSpPr>
          <p:nvPr/>
        </p:nvSpPr>
        <p:spPr>
          <a:xfrm xmlns:a="http://schemas.openxmlformats.org/drawingml/2006/main">
            <a:off x="3348993"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7" name="Editable chart path">
            <a:extLst xmlns:a="http://schemas.openxmlformats.org/drawingml/2006/main">
              <a:ext uri="{FF2B5EF4-FFF2-40B4-BE49-F238E27FC236}">
                <a16:creationId xmlns:a16="http://schemas.microsoft.com/office/drawing/2014/main" id="{E8A6863C-69CB-4A3D-AC94-7DA15EAF3E91}"/>
              </a:ext>
            </a:extLst>
          </p:cNvPr>
          <p:cNvSpPr>
            <a:spLocks xmlns:a="http://schemas.openxmlformats.org/drawingml/2006/main" noGrp="1"/>
          </p:cNvSpPr>
          <p:nvPr/>
        </p:nvSpPr>
        <p:spPr>
          <a:xfrm xmlns:a="http://schemas.openxmlformats.org/drawingml/2006/main">
            <a:off x="2232280"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8" name="Editable chart path">
            <a:extLst xmlns:a="http://schemas.openxmlformats.org/drawingml/2006/main">
              <a:ext uri="{FF2B5EF4-FFF2-40B4-BE49-F238E27FC236}">
                <a16:creationId xmlns:a16="http://schemas.microsoft.com/office/drawing/2014/main" id="{1D6802AA-24B0-41E2-A068-64F1D1510ACE}"/>
              </a:ext>
            </a:extLst>
          </p:cNvPr>
          <p:cNvSpPr>
            <a:spLocks xmlns:a="http://schemas.openxmlformats.org/drawingml/2006/main" noGrp="1"/>
          </p:cNvSpPr>
          <p:nvPr/>
        </p:nvSpPr>
        <p:spPr>
          <a:xfrm xmlns:a="http://schemas.openxmlformats.org/drawingml/2006/main">
            <a:off x="2823481" y="432054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89" name="Editable chart path">
            <a:extLst xmlns:a="http://schemas.openxmlformats.org/drawingml/2006/main">
              <a:ext uri="{FF2B5EF4-FFF2-40B4-BE49-F238E27FC236}">
                <a16:creationId xmlns:a16="http://schemas.microsoft.com/office/drawing/2014/main" id="{15649761-C5EE-4F16-A83D-D8BF8A089BEE}"/>
              </a:ext>
            </a:extLst>
          </p:cNvPr>
          <p:cNvSpPr>
            <a:spLocks xmlns:a="http://schemas.openxmlformats.org/drawingml/2006/main" noGrp="1"/>
          </p:cNvSpPr>
          <p:nvPr/>
        </p:nvSpPr>
        <p:spPr>
          <a:xfrm xmlns:a="http://schemas.openxmlformats.org/drawingml/2006/main">
            <a:off x="2232280"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0" name="Editable chart path">
            <a:extLst xmlns:a="http://schemas.openxmlformats.org/drawingml/2006/main">
              <a:ext uri="{FF2B5EF4-FFF2-40B4-BE49-F238E27FC236}">
                <a16:creationId xmlns:a16="http://schemas.microsoft.com/office/drawing/2014/main" id="{794ADE07-E13B-44BB-922E-62193FC6EA3F}"/>
              </a:ext>
            </a:extLst>
          </p:cNvPr>
          <p:cNvSpPr>
            <a:spLocks xmlns:a="http://schemas.openxmlformats.org/drawingml/2006/main" noGrp="1"/>
          </p:cNvSpPr>
          <p:nvPr/>
        </p:nvSpPr>
        <p:spPr>
          <a:xfrm xmlns:a="http://schemas.openxmlformats.org/drawingml/2006/main">
            <a:off x="1903834"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1" name="Editable chart path">
            <a:extLst xmlns:a="http://schemas.openxmlformats.org/drawingml/2006/main">
              <a:ext uri="{FF2B5EF4-FFF2-40B4-BE49-F238E27FC236}">
                <a16:creationId xmlns:a16="http://schemas.microsoft.com/office/drawing/2014/main" id="{79917067-A2B7-412B-86BB-28AF41EB6433}"/>
              </a:ext>
            </a:extLst>
          </p:cNvPr>
          <p:cNvSpPr>
            <a:spLocks xmlns:a="http://schemas.openxmlformats.org/drawingml/2006/main" noGrp="1"/>
          </p:cNvSpPr>
          <p:nvPr/>
        </p:nvSpPr>
        <p:spPr>
          <a:xfrm xmlns:a="http://schemas.openxmlformats.org/drawingml/2006/main">
            <a:off x="2560725"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2" name="Editable chart path">
            <a:extLst xmlns:a="http://schemas.openxmlformats.org/drawingml/2006/main">
              <a:ext uri="{FF2B5EF4-FFF2-40B4-BE49-F238E27FC236}">
                <a16:creationId xmlns:a16="http://schemas.microsoft.com/office/drawing/2014/main" id="{C6E36071-62D2-40FD-803A-013A8137D526}"/>
              </a:ext>
            </a:extLst>
          </p:cNvPr>
          <p:cNvSpPr>
            <a:spLocks xmlns:a="http://schemas.openxmlformats.org/drawingml/2006/main" noGrp="1"/>
          </p:cNvSpPr>
          <p:nvPr/>
        </p:nvSpPr>
        <p:spPr>
          <a:xfrm xmlns:a="http://schemas.openxmlformats.org/drawingml/2006/main">
            <a:off x="3677438"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3" name="Editable chart path">
            <a:extLst xmlns:a="http://schemas.openxmlformats.org/drawingml/2006/main">
              <a:ext uri="{FF2B5EF4-FFF2-40B4-BE49-F238E27FC236}">
                <a16:creationId xmlns:a16="http://schemas.microsoft.com/office/drawing/2014/main" id="{EA8D2665-2595-4FF7-A6DE-E2C30AEC847E}"/>
              </a:ext>
            </a:extLst>
          </p:cNvPr>
          <p:cNvSpPr>
            <a:spLocks xmlns:a="http://schemas.openxmlformats.org/drawingml/2006/main" noGrp="1"/>
          </p:cNvSpPr>
          <p:nvPr/>
        </p:nvSpPr>
        <p:spPr>
          <a:xfrm xmlns:a="http://schemas.openxmlformats.org/drawingml/2006/main">
            <a:off x="2363658"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4" name="Editable chart path">
            <a:extLst xmlns:a="http://schemas.openxmlformats.org/drawingml/2006/main">
              <a:ext uri="{FF2B5EF4-FFF2-40B4-BE49-F238E27FC236}">
                <a16:creationId xmlns:a16="http://schemas.microsoft.com/office/drawing/2014/main" id="{89BB9E43-8F66-412B-9D8F-194C893E145F}"/>
              </a:ext>
            </a:extLst>
          </p:cNvPr>
          <p:cNvSpPr>
            <a:spLocks xmlns:a="http://schemas.openxmlformats.org/drawingml/2006/main" noGrp="1"/>
          </p:cNvSpPr>
          <p:nvPr/>
        </p:nvSpPr>
        <p:spPr>
          <a:xfrm xmlns:a="http://schemas.openxmlformats.org/drawingml/2006/main">
            <a:off x="1641078"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5" name="Editable chart path">
            <a:extLst xmlns:a="http://schemas.openxmlformats.org/drawingml/2006/main">
              <a:ext uri="{FF2B5EF4-FFF2-40B4-BE49-F238E27FC236}">
                <a16:creationId xmlns:a16="http://schemas.microsoft.com/office/drawing/2014/main" id="{C1D8B024-FAA2-4DA9-9DD8-3D637F92DFED}"/>
              </a:ext>
            </a:extLst>
          </p:cNvPr>
          <p:cNvSpPr>
            <a:spLocks xmlns:a="http://schemas.openxmlformats.org/drawingml/2006/main" noGrp="1"/>
          </p:cNvSpPr>
          <p:nvPr/>
        </p:nvSpPr>
        <p:spPr>
          <a:xfrm xmlns:a="http://schemas.openxmlformats.org/drawingml/2006/main">
            <a:off x="2757792"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6" name="Editable chart path">
            <a:extLst xmlns:a="http://schemas.openxmlformats.org/drawingml/2006/main">
              <a:ext uri="{FF2B5EF4-FFF2-40B4-BE49-F238E27FC236}">
                <a16:creationId xmlns:a16="http://schemas.microsoft.com/office/drawing/2014/main" id="{6497E8CC-15E9-4D6D-BF65-C7CE49A4B8E3}"/>
              </a:ext>
            </a:extLst>
          </p:cNvPr>
          <p:cNvSpPr>
            <a:spLocks xmlns:a="http://schemas.openxmlformats.org/drawingml/2006/main" noGrp="1"/>
          </p:cNvSpPr>
          <p:nvPr/>
        </p:nvSpPr>
        <p:spPr>
          <a:xfrm xmlns:a="http://schemas.openxmlformats.org/drawingml/2006/main">
            <a:off x="3546060"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7" name="Editable chart path">
            <a:extLst xmlns:a="http://schemas.openxmlformats.org/drawingml/2006/main">
              <a:ext uri="{FF2B5EF4-FFF2-40B4-BE49-F238E27FC236}">
                <a16:creationId xmlns:a16="http://schemas.microsoft.com/office/drawing/2014/main" id="{11D65935-3590-4B52-BA16-EEAD1CAE3890}"/>
              </a:ext>
            </a:extLst>
          </p:cNvPr>
          <p:cNvSpPr>
            <a:spLocks xmlns:a="http://schemas.openxmlformats.org/drawingml/2006/main" noGrp="1"/>
          </p:cNvSpPr>
          <p:nvPr/>
        </p:nvSpPr>
        <p:spPr>
          <a:xfrm xmlns:a="http://schemas.openxmlformats.org/drawingml/2006/main">
            <a:off x="2889170"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8" name="Editable chart path">
            <a:extLst xmlns:a="http://schemas.openxmlformats.org/drawingml/2006/main">
              <a:ext uri="{FF2B5EF4-FFF2-40B4-BE49-F238E27FC236}">
                <a16:creationId xmlns:a16="http://schemas.microsoft.com/office/drawing/2014/main" id="{C6828344-BDDD-4398-B3EF-6993C9B58369}"/>
              </a:ext>
            </a:extLst>
          </p:cNvPr>
          <p:cNvSpPr>
            <a:spLocks xmlns:a="http://schemas.openxmlformats.org/drawingml/2006/main" noGrp="1"/>
          </p:cNvSpPr>
          <p:nvPr/>
        </p:nvSpPr>
        <p:spPr>
          <a:xfrm xmlns:a="http://schemas.openxmlformats.org/drawingml/2006/main">
            <a:off x="2692103"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099" name="Editable chart path">
            <a:extLst xmlns:a="http://schemas.openxmlformats.org/drawingml/2006/main">
              <a:ext uri="{FF2B5EF4-FFF2-40B4-BE49-F238E27FC236}">
                <a16:creationId xmlns:a16="http://schemas.microsoft.com/office/drawing/2014/main" id="{401B23A6-E54D-4C4D-9044-8EC7DB1CD1EE}"/>
              </a:ext>
            </a:extLst>
          </p:cNvPr>
          <p:cNvSpPr>
            <a:spLocks xmlns:a="http://schemas.openxmlformats.org/drawingml/2006/main" noGrp="1"/>
          </p:cNvSpPr>
          <p:nvPr/>
        </p:nvSpPr>
        <p:spPr>
          <a:xfrm xmlns:a="http://schemas.openxmlformats.org/drawingml/2006/main">
            <a:off x="2823481"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0" name="Editable chart path">
            <a:extLst xmlns:a="http://schemas.openxmlformats.org/drawingml/2006/main">
              <a:ext uri="{FF2B5EF4-FFF2-40B4-BE49-F238E27FC236}">
                <a16:creationId xmlns:a16="http://schemas.microsoft.com/office/drawing/2014/main" id="{2C692C75-34B1-4BF9-923B-3D594B2AB40D}"/>
              </a:ext>
            </a:extLst>
          </p:cNvPr>
          <p:cNvSpPr>
            <a:spLocks xmlns:a="http://schemas.openxmlformats.org/drawingml/2006/main" noGrp="1"/>
          </p:cNvSpPr>
          <p:nvPr/>
        </p:nvSpPr>
        <p:spPr>
          <a:xfrm xmlns:a="http://schemas.openxmlformats.org/drawingml/2006/main">
            <a:off x="3677438"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1" name="Editable chart path">
            <a:extLst xmlns:a="http://schemas.openxmlformats.org/drawingml/2006/main">
              <a:ext uri="{FF2B5EF4-FFF2-40B4-BE49-F238E27FC236}">
                <a16:creationId xmlns:a16="http://schemas.microsoft.com/office/drawing/2014/main" id="{F6BC61D0-D82F-4AAC-A1C4-3EFA35F6C6AD}"/>
              </a:ext>
            </a:extLst>
          </p:cNvPr>
          <p:cNvSpPr>
            <a:spLocks xmlns:a="http://schemas.openxmlformats.org/drawingml/2006/main" noGrp="1"/>
          </p:cNvSpPr>
          <p:nvPr/>
        </p:nvSpPr>
        <p:spPr>
          <a:xfrm xmlns:a="http://schemas.openxmlformats.org/drawingml/2006/main">
            <a:off x="2232280"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2" name="Editable chart path">
            <a:extLst xmlns:a="http://schemas.openxmlformats.org/drawingml/2006/main">
              <a:ext uri="{FF2B5EF4-FFF2-40B4-BE49-F238E27FC236}">
                <a16:creationId xmlns:a16="http://schemas.microsoft.com/office/drawing/2014/main" id="{D4B13C81-C716-4B2B-8E24-5B76D602DB44}"/>
              </a:ext>
            </a:extLst>
          </p:cNvPr>
          <p:cNvSpPr>
            <a:spLocks xmlns:a="http://schemas.openxmlformats.org/drawingml/2006/main" noGrp="1"/>
          </p:cNvSpPr>
          <p:nvPr/>
        </p:nvSpPr>
        <p:spPr>
          <a:xfrm xmlns:a="http://schemas.openxmlformats.org/drawingml/2006/main">
            <a:off x="3743127"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3" name="Editable chart path">
            <a:extLst xmlns:a="http://schemas.openxmlformats.org/drawingml/2006/main">
              <a:ext uri="{FF2B5EF4-FFF2-40B4-BE49-F238E27FC236}">
                <a16:creationId xmlns:a16="http://schemas.microsoft.com/office/drawing/2014/main" id="{619EA424-D4C3-42FF-A7D1-25ADD46E8ABC}"/>
              </a:ext>
            </a:extLst>
          </p:cNvPr>
          <p:cNvSpPr>
            <a:spLocks xmlns:a="http://schemas.openxmlformats.org/drawingml/2006/main" noGrp="1"/>
          </p:cNvSpPr>
          <p:nvPr/>
        </p:nvSpPr>
        <p:spPr>
          <a:xfrm xmlns:a="http://schemas.openxmlformats.org/drawingml/2006/main">
            <a:off x="2363658"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4" name="Editable chart path">
            <a:extLst xmlns:a="http://schemas.openxmlformats.org/drawingml/2006/main">
              <a:ext uri="{FF2B5EF4-FFF2-40B4-BE49-F238E27FC236}">
                <a16:creationId xmlns:a16="http://schemas.microsoft.com/office/drawing/2014/main" id="{ABB49A01-6EE1-42A5-BFE7-89FE5AD858BD}"/>
              </a:ext>
            </a:extLst>
          </p:cNvPr>
          <p:cNvSpPr>
            <a:spLocks xmlns:a="http://schemas.openxmlformats.org/drawingml/2006/main" noGrp="1"/>
          </p:cNvSpPr>
          <p:nvPr/>
        </p:nvSpPr>
        <p:spPr>
          <a:xfrm xmlns:a="http://schemas.openxmlformats.org/drawingml/2006/main">
            <a:off x="3086237"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5" name="Editable chart path">
            <a:extLst xmlns:a="http://schemas.openxmlformats.org/drawingml/2006/main">
              <a:ext uri="{FF2B5EF4-FFF2-40B4-BE49-F238E27FC236}">
                <a16:creationId xmlns:a16="http://schemas.microsoft.com/office/drawing/2014/main" id="{DA2D422B-DE4C-47B1-8C40-64390531CFD7}"/>
              </a:ext>
            </a:extLst>
          </p:cNvPr>
          <p:cNvSpPr>
            <a:spLocks xmlns:a="http://schemas.openxmlformats.org/drawingml/2006/main" noGrp="1"/>
          </p:cNvSpPr>
          <p:nvPr/>
        </p:nvSpPr>
        <p:spPr>
          <a:xfrm xmlns:a="http://schemas.openxmlformats.org/drawingml/2006/main">
            <a:off x="1838145"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6" name="Editable chart path">
            <a:extLst xmlns:a="http://schemas.openxmlformats.org/drawingml/2006/main">
              <a:ext uri="{FF2B5EF4-FFF2-40B4-BE49-F238E27FC236}">
                <a16:creationId xmlns:a16="http://schemas.microsoft.com/office/drawing/2014/main" id="{E91094C9-14AB-4342-97A7-1F6F99CD2E5D}"/>
              </a:ext>
            </a:extLst>
          </p:cNvPr>
          <p:cNvSpPr>
            <a:spLocks xmlns:a="http://schemas.openxmlformats.org/drawingml/2006/main" noGrp="1"/>
          </p:cNvSpPr>
          <p:nvPr/>
        </p:nvSpPr>
        <p:spPr>
          <a:xfrm xmlns:a="http://schemas.openxmlformats.org/drawingml/2006/main">
            <a:off x="3611749"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7" name="Editable chart path">
            <a:extLst xmlns:a="http://schemas.openxmlformats.org/drawingml/2006/main">
              <a:ext uri="{FF2B5EF4-FFF2-40B4-BE49-F238E27FC236}">
                <a16:creationId xmlns:a16="http://schemas.microsoft.com/office/drawing/2014/main" id="{DA968AB5-B24C-403B-A912-37196B0CF0D9}"/>
              </a:ext>
            </a:extLst>
          </p:cNvPr>
          <p:cNvSpPr>
            <a:spLocks xmlns:a="http://schemas.openxmlformats.org/drawingml/2006/main" noGrp="1"/>
          </p:cNvSpPr>
          <p:nvPr/>
        </p:nvSpPr>
        <p:spPr>
          <a:xfrm xmlns:a="http://schemas.openxmlformats.org/drawingml/2006/main">
            <a:off x="3546060"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8" name="Editable chart path">
            <a:extLst xmlns:a="http://schemas.openxmlformats.org/drawingml/2006/main">
              <a:ext uri="{FF2B5EF4-FFF2-40B4-BE49-F238E27FC236}">
                <a16:creationId xmlns:a16="http://schemas.microsoft.com/office/drawing/2014/main" id="{CB89620E-9946-49EE-90B3-DACE7AD9A592}"/>
              </a:ext>
            </a:extLst>
          </p:cNvPr>
          <p:cNvSpPr>
            <a:spLocks xmlns:a="http://schemas.openxmlformats.org/drawingml/2006/main" noGrp="1"/>
          </p:cNvSpPr>
          <p:nvPr/>
        </p:nvSpPr>
        <p:spPr>
          <a:xfrm xmlns:a="http://schemas.openxmlformats.org/drawingml/2006/main">
            <a:off x="1509700"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09" name="Editable chart path">
            <a:extLst xmlns:a="http://schemas.openxmlformats.org/drawingml/2006/main">
              <a:ext uri="{FF2B5EF4-FFF2-40B4-BE49-F238E27FC236}">
                <a16:creationId xmlns:a16="http://schemas.microsoft.com/office/drawing/2014/main" id="{7E3A1CFB-6BB5-45D6-A1F3-24A2B1381071}"/>
              </a:ext>
            </a:extLst>
          </p:cNvPr>
          <p:cNvSpPr>
            <a:spLocks xmlns:a="http://schemas.openxmlformats.org/drawingml/2006/main" noGrp="1"/>
          </p:cNvSpPr>
          <p:nvPr/>
        </p:nvSpPr>
        <p:spPr>
          <a:xfrm xmlns:a="http://schemas.openxmlformats.org/drawingml/2006/main">
            <a:off x="2363658"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0" name="Editable chart path">
            <a:extLst xmlns:a="http://schemas.openxmlformats.org/drawingml/2006/main">
              <a:ext uri="{FF2B5EF4-FFF2-40B4-BE49-F238E27FC236}">
                <a16:creationId xmlns:a16="http://schemas.microsoft.com/office/drawing/2014/main" id="{67DE5807-B939-4233-9906-D2262FA7995E}"/>
              </a:ext>
            </a:extLst>
          </p:cNvPr>
          <p:cNvSpPr>
            <a:spLocks xmlns:a="http://schemas.openxmlformats.org/drawingml/2006/main" noGrp="1"/>
          </p:cNvSpPr>
          <p:nvPr/>
        </p:nvSpPr>
        <p:spPr>
          <a:xfrm xmlns:a="http://schemas.openxmlformats.org/drawingml/2006/main">
            <a:off x="2297969"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1" name="Editable chart path">
            <a:extLst xmlns:a="http://schemas.openxmlformats.org/drawingml/2006/main">
              <a:ext uri="{FF2B5EF4-FFF2-40B4-BE49-F238E27FC236}">
                <a16:creationId xmlns:a16="http://schemas.microsoft.com/office/drawing/2014/main" id="{E3E82B27-1608-4B48-BAA0-6F98ACABE317}"/>
              </a:ext>
            </a:extLst>
          </p:cNvPr>
          <p:cNvSpPr>
            <a:spLocks xmlns:a="http://schemas.openxmlformats.org/drawingml/2006/main" noGrp="1"/>
          </p:cNvSpPr>
          <p:nvPr/>
        </p:nvSpPr>
        <p:spPr>
          <a:xfrm xmlns:a="http://schemas.openxmlformats.org/drawingml/2006/main">
            <a:off x="3086237"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2" name="Editable chart path">
            <a:extLst xmlns:a="http://schemas.openxmlformats.org/drawingml/2006/main">
              <a:ext uri="{FF2B5EF4-FFF2-40B4-BE49-F238E27FC236}">
                <a16:creationId xmlns:a16="http://schemas.microsoft.com/office/drawing/2014/main" id="{2A50157A-DD64-43F0-8637-9AC359F6183C}"/>
              </a:ext>
            </a:extLst>
          </p:cNvPr>
          <p:cNvSpPr>
            <a:spLocks xmlns:a="http://schemas.openxmlformats.org/drawingml/2006/main" noGrp="1"/>
          </p:cNvSpPr>
          <p:nvPr/>
        </p:nvSpPr>
        <p:spPr>
          <a:xfrm xmlns:a="http://schemas.openxmlformats.org/drawingml/2006/main">
            <a:off x="3874505"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3" name="Editable chart path">
            <a:extLst xmlns:a="http://schemas.openxmlformats.org/drawingml/2006/main">
              <a:ext uri="{FF2B5EF4-FFF2-40B4-BE49-F238E27FC236}">
                <a16:creationId xmlns:a16="http://schemas.microsoft.com/office/drawing/2014/main" id="{69AC8F0B-1786-4DE9-AE18-68E8FE9091C1}"/>
              </a:ext>
            </a:extLst>
          </p:cNvPr>
          <p:cNvSpPr>
            <a:spLocks xmlns:a="http://schemas.openxmlformats.org/drawingml/2006/main" noGrp="1"/>
          </p:cNvSpPr>
          <p:nvPr/>
        </p:nvSpPr>
        <p:spPr>
          <a:xfrm xmlns:a="http://schemas.openxmlformats.org/drawingml/2006/main">
            <a:off x="3151926"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4" name="Editable chart path">
            <a:extLst xmlns:a="http://schemas.openxmlformats.org/drawingml/2006/main">
              <a:ext uri="{FF2B5EF4-FFF2-40B4-BE49-F238E27FC236}">
                <a16:creationId xmlns:a16="http://schemas.microsoft.com/office/drawing/2014/main" id="{B3208439-C405-4BF4-BCEA-531D1615D132}"/>
              </a:ext>
            </a:extLst>
          </p:cNvPr>
          <p:cNvSpPr>
            <a:spLocks xmlns:a="http://schemas.openxmlformats.org/drawingml/2006/main" noGrp="1"/>
          </p:cNvSpPr>
          <p:nvPr/>
        </p:nvSpPr>
        <p:spPr>
          <a:xfrm xmlns:a="http://schemas.openxmlformats.org/drawingml/2006/main">
            <a:off x="3874505"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5" name="Editable chart path">
            <a:extLst xmlns:a="http://schemas.openxmlformats.org/drawingml/2006/main">
              <a:ext uri="{FF2B5EF4-FFF2-40B4-BE49-F238E27FC236}">
                <a16:creationId xmlns:a16="http://schemas.microsoft.com/office/drawing/2014/main" id="{76AA1A88-35D6-4CDC-8689-F910CAA0D7BF}"/>
              </a:ext>
            </a:extLst>
          </p:cNvPr>
          <p:cNvSpPr>
            <a:spLocks xmlns:a="http://schemas.openxmlformats.org/drawingml/2006/main" noGrp="1"/>
          </p:cNvSpPr>
          <p:nvPr/>
        </p:nvSpPr>
        <p:spPr>
          <a:xfrm xmlns:a="http://schemas.openxmlformats.org/drawingml/2006/main">
            <a:off x="3480371"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6" name="Editable chart path">
            <a:extLst xmlns:a="http://schemas.openxmlformats.org/drawingml/2006/main">
              <a:ext uri="{FF2B5EF4-FFF2-40B4-BE49-F238E27FC236}">
                <a16:creationId xmlns:a16="http://schemas.microsoft.com/office/drawing/2014/main" id="{2299D6D2-A880-4DCC-BCD8-193165371DCA}"/>
              </a:ext>
            </a:extLst>
          </p:cNvPr>
          <p:cNvSpPr>
            <a:spLocks xmlns:a="http://schemas.openxmlformats.org/drawingml/2006/main" noGrp="1"/>
          </p:cNvSpPr>
          <p:nvPr/>
        </p:nvSpPr>
        <p:spPr>
          <a:xfrm xmlns:a="http://schemas.openxmlformats.org/drawingml/2006/main">
            <a:off x="3808816"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7" name="Editable chart path">
            <a:extLst xmlns:a="http://schemas.openxmlformats.org/drawingml/2006/main">
              <a:ext uri="{FF2B5EF4-FFF2-40B4-BE49-F238E27FC236}">
                <a16:creationId xmlns:a16="http://schemas.microsoft.com/office/drawing/2014/main" id="{CB86E612-5FB9-48DE-8827-EA01604E87A3}"/>
              </a:ext>
            </a:extLst>
          </p:cNvPr>
          <p:cNvSpPr>
            <a:spLocks xmlns:a="http://schemas.openxmlformats.org/drawingml/2006/main" noGrp="1"/>
          </p:cNvSpPr>
          <p:nvPr/>
        </p:nvSpPr>
        <p:spPr>
          <a:xfrm xmlns:a="http://schemas.openxmlformats.org/drawingml/2006/main">
            <a:off x="3283304" y="313814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8" name="Editable chart path">
            <a:extLst xmlns:a="http://schemas.openxmlformats.org/drawingml/2006/main">
              <a:ext uri="{FF2B5EF4-FFF2-40B4-BE49-F238E27FC236}">
                <a16:creationId xmlns:a16="http://schemas.microsoft.com/office/drawing/2014/main" id="{829B221E-1299-49F1-B465-D37608614845}"/>
              </a:ext>
            </a:extLst>
          </p:cNvPr>
          <p:cNvSpPr>
            <a:spLocks xmlns:a="http://schemas.openxmlformats.org/drawingml/2006/main" noGrp="1"/>
          </p:cNvSpPr>
          <p:nvPr/>
        </p:nvSpPr>
        <p:spPr>
          <a:xfrm xmlns:a="http://schemas.openxmlformats.org/drawingml/2006/main">
            <a:off x="3743127"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19" name="Editable chart path">
            <a:extLst xmlns:a="http://schemas.openxmlformats.org/drawingml/2006/main">
              <a:ext uri="{FF2B5EF4-FFF2-40B4-BE49-F238E27FC236}">
                <a16:creationId xmlns:a16="http://schemas.microsoft.com/office/drawing/2014/main" id="{644A0BB0-36F7-41C4-8A0E-2B04E17CC99D}"/>
              </a:ext>
            </a:extLst>
          </p:cNvPr>
          <p:cNvSpPr>
            <a:spLocks xmlns:a="http://schemas.openxmlformats.org/drawingml/2006/main" noGrp="1"/>
          </p:cNvSpPr>
          <p:nvPr/>
        </p:nvSpPr>
        <p:spPr>
          <a:xfrm xmlns:a="http://schemas.openxmlformats.org/drawingml/2006/main">
            <a:off x="3677438"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20" name="Editable chart path">
            <a:extLst xmlns:a="http://schemas.openxmlformats.org/drawingml/2006/main">
              <a:ext uri="{FF2B5EF4-FFF2-40B4-BE49-F238E27FC236}">
                <a16:creationId xmlns:a16="http://schemas.microsoft.com/office/drawing/2014/main" id="{F5285F92-8859-4C0A-B265-FEEE5917101D}"/>
              </a:ext>
            </a:extLst>
          </p:cNvPr>
          <p:cNvSpPr>
            <a:spLocks xmlns:a="http://schemas.openxmlformats.org/drawingml/2006/main" noGrp="1"/>
          </p:cNvSpPr>
          <p:nvPr/>
        </p:nvSpPr>
        <p:spPr>
          <a:xfrm xmlns:a="http://schemas.openxmlformats.org/drawingml/2006/main">
            <a:off x="2100902"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21" name="Editable chart path">
            <a:extLst xmlns:a="http://schemas.openxmlformats.org/drawingml/2006/main">
              <a:ext uri="{FF2B5EF4-FFF2-40B4-BE49-F238E27FC236}">
                <a16:creationId xmlns:a16="http://schemas.microsoft.com/office/drawing/2014/main" id="{09474C78-8678-42A6-99FF-8F6772FAC912}"/>
              </a:ext>
            </a:extLst>
          </p:cNvPr>
          <p:cNvSpPr>
            <a:spLocks xmlns:a="http://schemas.openxmlformats.org/drawingml/2006/main" noGrp="1"/>
          </p:cNvSpPr>
          <p:nvPr/>
        </p:nvSpPr>
        <p:spPr>
          <a:xfrm xmlns:a="http://schemas.openxmlformats.org/drawingml/2006/main">
            <a:off x="3086237"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22" name="Editable chart path">
            <a:extLst xmlns:a="http://schemas.openxmlformats.org/drawingml/2006/main">
              <a:ext uri="{FF2B5EF4-FFF2-40B4-BE49-F238E27FC236}">
                <a16:creationId xmlns:a16="http://schemas.microsoft.com/office/drawing/2014/main" id="{EF8DFF5A-DF2F-4A22-B793-A252AACA17DD}"/>
              </a:ext>
            </a:extLst>
          </p:cNvPr>
          <p:cNvSpPr>
            <a:spLocks xmlns:a="http://schemas.openxmlformats.org/drawingml/2006/main" noGrp="1"/>
          </p:cNvSpPr>
          <p:nvPr/>
        </p:nvSpPr>
        <p:spPr>
          <a:xfrm xmlns:a="http://schemas.openxmlformats.org/drawingml/2006/main">
            <a:off x="3677438"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23" name="Editable chart path">
            <a:extLst xmlns:a="http://schemas.openxmlformats.org/drawingml/2006/main">
              <a:ext uri="{FF2B5EF4-FFF2-40B4-BE49-F238E27FC236}">
                <a16:creationId xmlns:a16="http://schemas.microsoft.com/office/drawing/2014/main" id="{A5AA8A9B-5382-4BE0-B1C9-5152BCFD6203}"/>
              </a:ext>
            </a:extLst>
          </p:cNvPr>
          <p:cNvSpPr>
            <a:spLocks xmlns:a="http://schemas.openxmlformats.org/drawingml/2006/main" noGrp="1"/>
          </p:cNvSpPr>
          <p:nvPr/>
        </p:nvSpPr>
        <p:spPr>
          <a:xfrm xmlns:a="http://schemas.openxmlformats.org/drawingml/2006/main">
            <a:off x="2429347"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24" name="Editable chart path">
            <a:extLst xmlns:a="http://schemas.openxmlformats.org/drawingml/2006/main">
              <a:ext uri="{FF2B5EF4-FFF2-40B4-BE49-F238E27FC236}">
                <a16:creationId xmlns:a16="http://schemas.microsoft.com/office/drawing/2014/main" id="{6C65720D-4526-49DB-B3CB-3769CD61E313}"/>
              </a:ext>
            </a:extLst>
          </p:cNvPr>
          <p:cNvSpPr>
            <a:spLocks xmlns:a="http://schemas.openxmlformats.org/drawingml/2006/main" noGrp="1"/>
          </p:cNvSpPr>
          <p:nvPr/>
        </p:nvSpPr>
        <p:spPr>
          <a:xfrm xmlns:a="http://schemas.openxmlformats.org/drawingml/2006/main">
            <a:off x="2757792"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25" name="Editable chart path">
            <a:extLst xmlns:a="http://schemas.openxmlformats.org/drawingml/2006/main">
              <a:ext uri="{FF2B5EF4-FFF2-40B4-BE49-F238E27FC236}">
                <a16:creationId xmlns:a16="http://schemas.microsoft.com/office/drawing/2014/main" id="{1E295E88-820A-4819-B44F-261C83F4492A}"/>
              </a:ext>
            </a:extLst>
          </p:cNvPr>
          <p:cNvSpPr>
            <a:spLocks xmlns:a="http://schemas.openxmlformats.org/drawingml/2006/main" noGrp="1"/>
          </p:cNvSpPr>
          <p:nvPr/>
        </p:nvSpPr>
        <p:spPr>
          <a:xfrm xmlns:a="http://schemas.openxmlformats.org/drawingml/2006/main">
            <a:off x="3480371"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26" name="Editable chart path">
            <a:extLst xmlns:a="http://schemas.openxmlformats.org/drawingml/2006/main">
              <a:ext uri="{FF2B5EF4-FFF2-40B4-BE49-F238E27FC236}">
                <a16:creationId xmlns:a16="http://schemas.microsoft.com/office/drawing/2014/main" id="{35DC4A4B-A4B5-41BF-A12D-A2A07B541F7F}"/>
              </a:ext>
            </a:extLst>
          </p:cNvPr>
          <p:cNvSpPr>
            <a:spLocks xmlns:a="http://schemas.openxmlformats.org/drawingml/2006/main" noGrp="1"/>
          </p:cNvSpPr>
          <p:nvPr/>
        </p:nvSpPr>
        <p:spPr>
          <a:xfrm xmlns:a="http://schemas.openxmlformats.org/drawingml/2006/main">
            <a:off x="3808816" y="366365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27" name="Editable chart path">
            <a:extLst xmlns:a="http://schemas.openxmlformats.org/drawingml/2006/main">
              <a:ext uri="{FF2B5EF4-FFF2-40B4-BE49-F238E27FC236}">
                <a16:creationId xmlns:a16="http://schemas.microsoft.com/office/drawing/2014/main" id="{B514008A-FF5B-4F06-91B6-37A0361B8ED2}"/>
              </a:ext>
            </a:extLst>
          </p:cNvPr>
          <p:cNvSpPr>
            <a:spLocks xmlns:a="http://schemas.openxmlformats.org/drawingml/2006/main" noGrp="1"/>
          </p:cNvSpPr>
          <p:nvPr/>
        </p:nvSpPr>
        <p:spPr>
          <a:xfrm xmlns:a="http://schemas.openxmlformats.org/drawingml/2006/main">
            <a:off x="2626414"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CE6F4"/>
          </a:solidFill>
          <a:ln xmlns:a="http://schemas.openxmlformats.org/drawingml/2006/main" w="2205">
            <a:solidFill>
              <a:srgbClr val="FBFCFE"/>
            </a:solidFill>
            <a:prstDash val="solid"/>
          </a:ln>
        </p:spPr>
      </p:sp>
      <p:sp>
        <p:nvSpPr>
          <p:cNvPr id="1128" name="Editable chart path">
            <a:extLst xmlns:a="http://schemas.openxmlformats.org/drawingml/2006/main">
              <a:ext uri="{FF2B5EF4-FFF2-40B4-BE49-F238E27FC236}">
                <a16:creationId xmlns:a16="http://schemas.microsoft.com/office/drawing/2014/main" id="{AC90A1C7-252D-4C37-B8C7-347040FF7FA5}"/>
              </a:ext>
            </a:extLst>
          </p:cNvPr>
          <p:cNvSpPr>
            <a:spLocks xmlns:a="http://schemas.openxmlformats.org/drawingml/2006/main" noGrp="1"/>
          </p:cNvSpPr>
          <p:nvPr/>
        </p:nvSpPr>
        <p:spPr>
          <a:xfrm xmlns:a="http://schemas.openxmlformats.org/drawingml/2006/main">
            <a:off x="2823481" y="294107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BE5F4"/>
          </a:solidFill>
          <a:ln xmlns:a="http://schemas.openxmlformats.org/drawingml/2006/main" w="2205">
            <a:solidFill>
              <a:srgbClr val="FBFCFE"/>
            </a:solidFill>
            <a:prstDash val="solid"/>
          </a:ln>
        </p:spPr>
      </p:sp>
      <p:sp>
        <p:nvSpPr>
          <p:cNvPr id="1129" name="Editable chart path">
            <a:extLst xmlns:a="http://schemas.openxmlformats.org/drawingml/2006/main">
              <a:ext uri="{FF2B5EF4-FFF2-40B4-BE49-F238E27FC236}">
                <a16:creationId xmlns:a16="http://schemas.microsoft.com/office/drawing/2014/main" id="{ED1649C8-5F0C-4F82-85A5-765AB0F2DE92}"/>
              </a:ext>
            </a:extLst>
          </p:cNvPr>
          <p:cNvSpPr>
            <a:spLocks xmlns:a="http://schemas.openxmlformats.org/drawingml/2006/main" noGrp="1"/>
          </p:cNvSpPr>
          <p:nvPr/>
        </p:nvSpPr>
        <p:spPr>
          <a:xfrm xmlns:a="http://schemas.openxmlformats.org/drawingml/2006/main">
            <a:off x="3348993" y="320383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BE5F4"/>
          </a:solidFill>
          <a:ln xmlns:a="http://schemas.openxmlformats.org/drawingml/2006/main" w="2205">
            <a:solidFill>
              <a:srgbClr val="FBFCFE"/>
            </a:solidFill>
            <a:prstDash val="solid"/>
          </a:ln>
        </p:spPr>
      </p:sp>
      <p:sp>
        <p:nvSpPr>
          <p:cNvPr id="1130" name="Editable chart path">
            <a:extLst xmlns:a="http://schemas.openxmlformats.org/drawingml/2006/main">
              <a:ext uri="{FF2B5EF4-FFF2-40B4-BE49-F238E27FC236}">
                <a16:creationId xmlns:a16="http://schemas.microsoft.com/office/drawing/2014/main" id="{E7043BC6-302D-407B-8050-A62595B8C4BF}"/>
              </a:ext>
            </a:extLst>
          </p:cNvPr>
          <p:cNvSpPr>
            <a:spLocks xmlns:a="http://schemas.openxmlformats.org/drawingml/2006/main" noGrp="1"/>
          </p:cNvSpPr>
          <p:nvPr/>
        </p:nvSpPr>
        <p:spPr>
          <a:xfrm xmlns:a="http://schemas.openxmlformats.org/drawingml/2006/main">
            <a:off x="3414682"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BE5F4"/>
          </a:solidFill>
          <a:ln xmlns:a="http://schemas.openxmlformats.org/drawingml/2006/main" w="2205">
            <a:solidFill>
              <a:srgbClr val="FBFCFE"/>
            </a:solidFill>
            <a:prstDash val="solid"/>
          </a:ln>
        </p:spPr>
      </p:sp>
      <p:sp>
        <p:nvSpPr>
          <p:cNvPr id="1131" name="Editable chart path">
            <a:extLst xmlns:a="http://schemas.openxmlformats.org/drawingml/2006/main">
              <a:ext uri="{FF2B5EF4-FFF2-40B4-BE49-F238E27FC236}">
                <a16:creationId xmlns:a16="http://schemas.microsoft.com/office/drawing/2014/main" id="{1D056BEC-452F-4707-BD3D-7C68D3F01A94}"/>
              </a:ext>
            </a:extLst>
          </p:cNvPr>
          <p:cNvSpPr>
            <a:spLocks xmlns:a="http://schemas.openxmlformats.org/drawingml/2006/main" noGrp="1"/>
          </p:cNvSpPr>
          <p:nvPr/>
        </p:nvSpPr>
        <p:spPr>
          <a:xfrm xmlns:a="http://schemas.openxmlformats.org/drawingml/2006/main">
            <a:off x="3546060"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9E4F4"/>
          </a:solidFill>
          <a:ln xmlns:a="http://schemas.openxmlformats.org/drawingml/2006/main" w="2205">
            <a:solidFill>
              <a:srgbClr val="FBFCFE"/>
            </a:solidFill>
            <a:prstDash val="solid"/>
          </a:ln>
        </p:spPr>
      </p:sp>
      <p:sp>
        <p:nvSpPr>
          <p:cNvPr id="1132" name="Editable chart path">
            <a:extLst xmlns:a="http://schemas.openxmlformats.org/drawingml/2006/main">
              <a:ext uri="{FF2B5EF4-FFF2-40B4-BE49-F238E27FC236}">
                <a16:creationId xmlns:a16="http://schemas.microsoft.com/office/drawing/2014/main" id="{C7F7E256-1672-4456-B1DC-4881211B929D}"/>
              </a:ext>
            </a:extLst>
          </p:cNvPr>
          <p:cNvSpPr>
            <a:spLocks xmlns:a="http://schemas.openxmlformats.org/drawingml/2006/main" noGrp="1"/>
          </p:cNvSpPr>
          <p:nvPr/>
        </p:nvSpPr>
        <p:spPr>
          <a:xfrm xmlns:a="http://schemas.openxmlformats.org/drawingml/2006/main">
            <a:off x="2363658" y="287538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9E4F4"/>
          </a:solidFill>
          <a:ln xmlns:a="http://schemas.openxmlformats.org/drawingml/2006/main" w="2205">
            <a:solidFill>
              <a:srgbClr val="FBFCFE"/>
            </a:solidFill>
            <a:prstDash val="solid"/>
          </a:ln>
        </p:spPr>
      </p:sp>
      <p:sp>
        <p:nvSpPr>
          <p:cNvPr id="1133" name="Editable chart path">
            <a:extLst xmlns:a="http://schemas.openxmlformats.org/drawingml/2006/main">
              <a:ext uri="{FF2B5EF4-FFF2-40B4-BE49-F238E27FC236}">
                <a16:creationId xmlns:a16="http://schemas.microsoft.com/office/drawing/2014/main" id="{D2C7AA1E-4F10-4E2F-9835-BB442A0FC4F9}"/>
              </a:ext>
            </a:extLst>
          </p:cNvPr>
          <p:cNvSpPr>
            <a:spLocks xmlns:a="http://schemas.openxmlformats.org/drawingml/2006/main" noGrp="1"/>
          </p:cNvSpPr>
          <p:nvPr/>
        </p:nvSpPr>
        <p:spPr>
          <a:xfrm xmlns:a="http://schemas.openxmlformats.org/drawingml/2006/main">
            <a:off x="3086237"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9E4F4"/>
          </a:solidFill>
          <a:ln xmlns:a="http://schemas.openxmlformats.org/drawingml/2006/main" w="2205">
            <a:solidFill>
              <a:srgbClr val="FBFCFE"/>
            </a:solidFill>
            <a:prstDash val="solid"/>
          </a:ln>
        </p:spPr>
      </p:sp>
      <p:sp>
        <p:nvSpPr>
          <p:cNvPr id="1134" name="Editable chart path">
            <a:extLst xmlns:a="http://schemas.openxmlformats.org/drawingml/2006/main">
              <a:ext uri="{FF2B5EF4-FFF2-40B4-BE49-F238E27FC236}">
                <a16:creationId xmlns:a16="http://schemas.microsoft.com/office/drawing/2014/main" id="{C1A004A4-4303-4BEC-B11D-AB5BC20C26A5}"/>
              </a:ext>
            </a:extLst>
          </p:cNvPr>
          <p:cNvSpPr>
            <a:spLocks xmlns:a="http://schemas.openxmlformats.org/drawingml/2006/main" noGrp="1"/>
          </p:cNvSpPr>
          <p:nvPr/>
        </p:nvSpPr>
        <p:spPr>
          <a:xfrm xmlns:a="http://schemas.openxmlformats.org/drawingml/2006/main">
            <a:off x="1641078"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7E3F4"/>
          </a:solidFill>
          <a:ln xmlns:a="http://schemas.openxmlformats.org/drawingml/2006/main" w="2205">
            <a:solidFill>
              <a:srgbClr val="FBFCFE"/>
            </a:solidFill>
            <a:prstDash val="solid"/>
          </a:ln>
        </p:spPr>
      </p:sp>
      <p:sp>
        <p:nvSpPr>
          <p:cNvPr id="1135" name="Editable chart path">
            <a:extLst xmlns:a="http://schemas.openxmlformats.org/drawingml/2006/main">
              <a:ext uri="{FF2B5EF4-FFF2-40B4-BE49-F238E27FC236}">
                <a16:creationId xmlns:a16="http://schemas.microsoft.com/office/drawing/2014/main" id="{86C2D627-C9FE-4ED9-8FE6-86621552C0DD}"/>
              </a:ext>
            </a:extLst>
          </p:cNvPr>
          <p:cNvSpPr>
            <a:spLocks xmlns:a="http://schemas.openxmlformats.org/drawingml/2006/main" noGrp="1"/>
          </p:cNvSpPr>
          <p:nvPr/>
        </p:nvSpPr>
        <p:spPr>
          <a:xfrm xmlns:a="http://schemas.openxmlformats.org/drawingml/2006/main">
            <a:off x="2232280"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7E3F4"/>
          </a:solidFill>
          <a:ln xmlns:a="http://schemas.openxmlformats.org/drawingml/2006/main" w="2205">
            <a:solidFill>
              <a:srgbClr val="FBFCFE"/>
            </a:solidFill>
            <a:prstDash val="solid"/>
          </a:ln>
        </p:spPr>
      </p:sp>
      <p:sp>
        <p:nvSpPr>
          <p:cNvPr id="1136" name="Editable chart path">
            <a:extLst xmlns:a="http://schemas.openxmlformats.org/drawingml/2006/main">
              <a:ext uri="{FF2B5EF4-FFF2-40B4-BE49-F238E27FC236}">
                <a16:creationId xmlns:a16="http://schemas.microsoft.com/office/drawing/2014/main" id="{6CF17DDC-5D0A-488D-83FB-8FE36D0D2CD3}"/>
              </a:ext>
            </a:extLst>
          </p:cNvPr>
          <p:cNvSpPr>
            <a:spLocks xmlns:a="http://schemas.openxmlformats.org/drawingml/2006/main" noGrp="1"/>
          </p:cNvSpPr>
          <p:nvPr/>
        </p:nvSpPr>
        <p:spPr>
          <a:xfrm xmlns:a="http://schemas.openxmlformats.org/drawingml/2006/main">
            <a:off x="1444011"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7E3F4"/>
          </a:solidFill>
          <a:ln xmlns:a="http://schemas.openxmlformats.org/drawingml/2006/main" w="2205">
            <a:solidFill>
              <a:srgbClr val="FBFCFE"/>
            </a:solidFill>
            <a:prstDash val="solid"/>
          </a:ln>
        </p:spPr>
      </p:sp>
      <p:sp>
        <p:nvSpPr>
          <p:cNvPr id="1137" name="Editable chart path">
            <a:extLst xmlns:a="http://schemas.openxmlformats.org/drawingml/2006/main">
              <a:ext uri="{FF2B5EF4-FFF2-40B4-BE49-F238E27FC236}">
                <a16:creationId xmlns:a16="http://schemas.microsoft.com/office/drawing/2014/main" id="{75A9855F-757A-40F5-BC4E-9FAD9A4E3E91}"/>
              </a:ext>
            </a:extLst>
          </p:cNvPr>
          <p:cNvSpPr>
            <a:spLocks xmlns:a="http://schemas.openxmlformats.org/drawingml/2006/main" noGrp="1"/>
          </p:cNvSpPr>
          <p:nvPr/>
        </p:nvSpPr>
        <p:spPr>
          <a:xfrm xmlns:a="http://schemas.openxmlformats.org/drawingml/2006/main">
            <a:off x="2823481"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7E3F4"/>
          </a:solidFill>
          <a:ln xmlns:a="http://schemas.openxmlformats.org/drawingml/2006/main" w="2205">
            <a:solidFill>
              <a:srgbClr val="FBFCFE"/>
            </a:solidFill>
            <a:prstDash val="solid"/>
          </a:ln>
        </p:spPr>
      </p:sp>
      <p:sp>
        <p:nvSpPr>
          <p:cNvPr id="1138" name="Editable chart path">
            <a:extLst xmlns:a="http://schemas.openxmlformats.org/drawingml/2006/main">
              <a:ext uri="{FF2B5EF4-FFF2-40B4-BE49-F238E27FC236}">
                <a16:creationId xmlns:a16="http://schemas.microsoft.com/office/drawing/2014/main" id="{78DE2943-6790-49A1-A563-529B919B3F3E}"/>
              </a:ext>
            </a:extLst>
          </p:cNvPr>
          <p:cNvSpPr>
            <a:spLocks xmlns:a="http://schemas.openxmlformats.org/drawingml/2006/main" noGrp="1"/>
          </p:cNvSpPr>
          <p:nvPr/>
        </p:nvSpPr>
        <p:spPr>
          <a:xfrm xmlns:a="http://schemas.openxmlformats.org/drawingml/2006/main">
            <a:off x="3348993"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7E3F4"/>
          </a:solidFill>
          <a:ln xmlns:a="http://schemas.openxmlformats.org/drawingml/2006/main" w="2205">
            <a:solidFill>
              <a:srgbClr val="FBFCFE"/>
            </a:solidFill>
            <a:prstDash val="solid"/>
          </a:ln>
        </p:spPr>
      </p:sp>
      <p:sp>
        <p:nvSpPr>
          <p:cNvPr id="1139" name="Editable chart path">
            <a:extLst xmlns:a="http://schemas.openxmlformats.org/drawingml/2006/main">
              <a:ext uri="{FF2B5EF4-FFF2-40B4-BE49-F238E27FC236}">
                <a16:creationId xmlns:a16="http://schemas.microsoft.com/office/drawing/2014/main" id="{598F1304-7D20-4C84-B53A-51014F1C52E9}"/>
              </a:ext>
            </a:extLst>
          </p:cNvPr>
          <p:cNvSpPr>
            <a:spLocks xmlns:a="http://schemas.openxmlformats.org/drawingml/2006/main" noGrp="1"/>
          </p:cNvSpPr>
          <p:nvPr/>
        </p:nvSpPr>
        <p:spPr>
          <a:xfrm xmlns:a="http://schemas.openxmlformats.org/drawingml/2006/main">
            <a:off x="2889170"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7E3F4"/>
          </a:solidFill>
          <a:ln xmlns:a="http://schemas.openxmlformats.org/drawingml/2006/main" w="2205">
            <a:solidFill>
              <a:srgbClr val="FBFCFE"/>
            </a:solidFill>
            <a:prstDash val="solid"/>
          </a:ln>
        </p:spPr>
      </p:sp>
      <p:sp>
        <p:nvSpPr>
          <p:cNvPr id="1140" name="Editable chart path">
            <a:extLst xmlns:a="http://schemas.openxmlformats.org/drawingml/2006/main">
              <a:ext uri="{FF2B5EF4-FFF2-40B4-BE49-F238E27FC236}">
                <a16:creationId xmlns:a16="http://schemas.microsoft.com/office/drawing/2014/main" id="{EAF9BFC1-9F9F-4117-B9B9-B6B65922F4D6}"/>
              </a:ext>
            </a:extLst>
          </p:cNvPr>
          <p:cNvSpPr>
            <a:spLocks xmlns:a="http://schemas.openxmlformats.org/drawingml/2006/main" noGrp="1"/>
          </p:cNvSpPr>
          <p:nvPr/>
        </p:nvSpPr>
        <p:spPr>
          <a:xfrm xmlns:a="http://schemas.openxmlformats.org/drawingml/2006/main">
            <a:off x="2692103"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6E3F4"/>
          </a:solidFill>
          <a:ln xmlns:a="http://schemas.openxmlformats.org/drawingml/2006/main" w="2205">
            <a:solidFill>
              <a:srgbClr val="FBFCFE"/>
            </a:solidFill>
            <a:prstDash val="solid"/>
          </a:ln>
        </p:spPr>
      </p:sp>
      <p:sp>
        <p:nvSpPr>
          <p:cNvPr id="1141" name="Editable chart path">
            <a:extLst xmlns:a="http://schemas.openxmlformats.org/drawingml/2006/main">
              <a:ext uri="{FF2B5EF4-FFF2-40B4-BE49-F238E27FC236}">
                <a16:creationId xmlns:a16="http://schemas.microsoft.com/office/drawing/2014/main" id="{9D27363B-243F-4FB7-83F3-FCA5111AA5A4}"/>
              </a:ext>
            </a:extLst>
          </p:cNvPr>
          <p:cNvSpPr>
            <a:spLocks xmlns:a="http://schemas.openxmlformats.org/drawingml/2006/main" noGrp="1"/>
          </p:cNvSpPr>
          <p:nvPr/>
        </p:nvSpPr>
        <p:spPr>
          <a:xfrm xmlns:a="http://schemas.openxmlformats.org/drawingml/2006/main">
            <a:off x="2692103"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6E3F4"/>
          </a:solidFill>
          <a:ln xmlns:a="http://schemas.openxmlformats.org/drawingml/2006/main" w="2205">
            <a:solidFill>
              <a:srgbClr val="FBFCFE"/>
            </a:solidFill>
            <a:prstDash val="solid"/>
          </a:ln>
        </p:spPr>
      </p:sp>
      <p:sp>
        <p:nvSpPr>
          <p:cNvPr id="1142" name="Editable chart path">
            <a:extLst xmlns:a="http://schemas.openxmlformats.org/drawingml/2006/main">
              <a:ext uri="{FF2B5EF4-FFF2-40B4-BE49-F238E27FC236}">
                <a16:creationId xmlns:a16="http://schemas.microsoft.com/office/drawing/2014/main" id="{FDB4FDA2-EB4D-459F-BDA4-72A191DE786D}"/>
              </a:ext>
            </a:extLst>
          </p:cNvPr>
          <p:cNvSpPr>
            <a:spLocks xmlns:a="http://schemas.openxmlformats.org/drawingml/2006/main" noGrp="1"/>
          </p:cNvSpPr>
          <p:nvPr/>
        </p:nvSpPr>
        <p:spPr>
          <a:xfrm xmlns:a="http://schemas.openxmlformats.org/drawingml/2006/main">
            <a:off x="3217615"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6E3F4"/>
          </a:solidFill>
          <a:ln xmlns:a="http://schemas.openxmlformats.org/drawingml/2006/main" w="2205">
            <a:solidFill>
              <a:srgbClr val="FBFCFE"/>
            </a:solidFill>
            <a:prstDash val="solid"/>
          </a:ln>
        </p:spPr>
      </p:sp>
      <p:sp>
        <p:nvSpPr>
          <p:cNvPr id="1143" name="Editable chart path">
            <a:extLst xmlns:a="http://schemas.openxmlformats.org/drawingml/2006/main">
              <a:ext uri="{FF2B5EF4-FFF2-40B4-BE49-F238E27FC236}">
                <a16:creationId xmlns:a16="http://schemas.microsoft.com/office/drawing/2014/main" id="{90F1C3DB-2F7A-45C8-9204-45D141C9EE88}"/>
              </a:ext>
            </a:extLst>
          </p:cNvPr>
          <p:cNvSpPr>
            <a:spLocks xmlns:a="http://schemas.openxmlformats.org/drawingml/2006/main" noGrp="1"/>
          </p:cNvSpPr>
          <p:nvPr/>
        </p:nvSpPr>
        <p:spPr>
          <a:xfrm xmlns:a="http://schemas.openxmlformats.org/drawingml/2006/main">
            <a:off x="3940194"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6E3F4"/>
          </a:solidFill>
          <a:ln xmlns:a="http://schemas.openxmlformats.org/drawingml/2006/main" w="2205">
            <a:solidFill>
              <a:srgbClr val="FBFCFE"/>
            </a:solidFill>
            <a:prstDash val="solid"/>
          </a:ln>
        </p:spPr>
      </p:sp>
      <p:sp>
        <p:nvSpPr>
          <p:cNvPr id="1144" name="Editable chart path">
            <a:extLst xmlns:a="http://schemas.openxmlformats.org/drawingml/2006/main">
              <a:ext uri="{FF2B5EF4-FFF2-40B4-BE49-F238E27FC236}">
                <a16:creationId xmlns:a16="http://schemas.microsoft.com/office/drawing/2014/main" id="{DBE62088-8E07-498F-AE5F-C90F380CC9C2}"/>
              </a:ext>
            </a:extLst>
          </p:cNvPr>
          <p:cNvSpPr>
            <a:spLocks xmlns:a="http://schemas.openxmlformats.org/drawingml/2006/main" noGrp="1"/>
          </p:cNvSpPr>
          <p:nvPr/>
        </p:nvSpPr>
        <p:spPr>
          <a:xfrm xmlns:a="http://schemas.openxmlformats.org/drawingml/2006/main">
            <a:off x="2626414" y="399210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6E3F4"/>
          </a:solidFill>
          <a:ln xmlns:a="http://schemas.openxmlformats.org/drawingml/2006/main" w="2205">
            <a:solidFill>
              <a:srgbClr val="FBFCFE"/>
            </a:solidFill>
            <a:prstDash val="solid"/>
          </a:ln>
        </p:spPr>
      </p:sp>
      <p:sp>
        <p:nvSpPr>
          <p:cNvPr id="1145" name="Editable chart path">
            <a:extLst xmlns:a="http://schemas.openxmlformats.org/drawingml/2006/main">
              <a:ext uri="{FF2B5EF4-FFF2-40B4-BE49-F238E27FC236}">
                <a16:creationId xmlns:a16="http://schemas.microsoft.com/office/drawing/2014/main" id="{14AB560D-BF89-47F5-94AB-5401865DFC8C}"/>
              </a:ext>
            </a:extLst>
          </p:cNvPr>
          <p:cNvSpPr>
            <a:spLocks xmlns:a="http://schemas.openxmlformats.org/drawingml/2006/main" noGrp="1"/>
          </p:cNvSpPr>
          <p:nvPr/>
        </p:nvSpPr>
        <p:spPr>
          <a:xfrm xmlns:a="http://schemas.openxmlformats.org/drawingml/2006/main">
            <a:off x="3546060"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4E1F4"/>
          </a:solidFill>
          <a:ln xmlns:a="http://schemas.openxmlformats.org/drawingml/2006/main" w="2205">
            <a:solidFill>
              <a:srgbClr val="FBFCFE"/>
            </a:solidFill>
            <a:prstDash val="solid"/>
          </a:ln>
        </p:spPr>
      </p:sp>
      <p:sp>
        <p:nvSpPr>
          <p:cNvPr id="1146" name="Editable chart path">
            <a:extLst xmlns:a="http://schemas.openxmlformats.org/drawingml/2006/main">
              <a:ext uri="{FF2B5EF4-FFF2-40B4-BE49-F238E27FC236}">
                <a16:creationId xmlns:a16="http://schemas.microsoft.com/office/drawing/2014/main" id="{C845B460-0E12-499B-AF6E-5606A75476A5}"/>
              </a:ext>
            </a:extLst>
          </p:cNvPr>
          <p:cNvSpPr>
            <a:spLocks xmlns:a="http://schemas.openxmlformats.org/drawingml/2006/main" noGrp="1"/>
          </p:cNvSpPr>
          <p:nvPr/>
        </p:nvSpPr>
        <p:spPr>
          <a:xfrm xmlns:a="http://schemas.openxmlformats.org/drawingml/2006/main">
            <a:off x="2429347"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4E1F4"/>
          </a:solidFill>
          <a:ln xmlns:a="http://schemas.openxmlformats.org/drawingml/2006/main" w="2205">
            <a:solidFill>
              <a:srgbClr val="FBFCFE"/>
            </a:solidFill>
            <a:prstDash val="solid"/>
          </a:ln>
        </p:spPr>
      </p:sp>
      <p:sp>
        <p:nvSpPr>
          <p:cNvPr id="1147" name="Editable chart path">
            <a:extLst xmlns:a="http://schemas.openxmlformats.org/drawingml/2006/main">
              <a:ext uri="{FF2B5EF4-FFF2-40B4-BE49-F238E27FC236}">
                <a16:creationId xmlns:a16="http://schemas.microsoft.com/office/drawing/2014/main" id="{89971969-C78A-4CE9-A276-292889A02E39}"/>
              </a:ext>
            </a:extLst>
          </p:cNvPr>
          <p:cNvSpPr>
            <a:spLocks xmlns:a="http://schemas.openxmlformats.org/drawingml/2006/main" noGrp="1"/>
          </p:cNvSpPr>
          <p:nvPr/>
        </p:nvSpPr>
        <p:spPr>
          <a:xfrm xmlns:a="http://schemas.openxmlformats.org/drawingml/2006/main">
            <a:off x="2692103" y="412347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4E1F4"/>
          </a:solidFill>
          <a:ln xmlns:a="http://schemas.openxmlformats.org/drawingml/2006/main" w="2205">
            <a:solidFill>
              <a:srgbClr val="FBFCFE"/>
            </a:solidFill>
            <a:prstDash val="solid"/>
          </a:ln>
        </p:spPr>
      </p:sp>
      <p:sp>
        <p:nvSpPr>
          <p:cNvPr id="1148" name="Editable chart path">
            <a:extLst xmlns:a="http://schemas.openxmlformats.org/drawingml/2006/main">
              <a:ext uri="{FF2B5EF4-FFF2-40B4-BE49-F238E27FC236}">
                <a16:creationId xmlns:a16="http://schemas.microsoft.com/office/drawing/2014/main" id="{AD6E2A35-7F6F-4B61-B92D-7F5A82684CB3}"/>
              </a:ext>
            </a:extLst>
          </p:cNvPr>
          <p:cNvSpPr>
            <a:spLocks xmlns:a="http://schemas.openxmlformats.org/drawingml/2006/main" noGrp="1"/>
          </p:cNvSpPr>
          <p:nvPr/>
        </p:nvSpPr>
        <p:spPr>
          <a:xfrm xmlns:a="http://schemas.openxmlformats.org/drawingml/2006/main">
            <a:off x="2166591"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3E1F4"/>
          </a:solidFill>
          <a:ln xmlns:a="http://schemas.openxmlformats.org/drawingml/2006/main" w="2205">
            <a:solidFill>
              <a:srgbClr val="FBFCFE"/>
            </a:solidFill>
            <a:prstDash val="solid"/>
          </a:ln>
        </p:spPr>
      </p:sp>
      <p:sp>
        <p:nvSpPr>
          <p:cNvPr id="1149" name="Editable chart path">
            <a:extLst xmlns:a="http://schemas.openxmlformats.org/drawingml/2006/main">
              <a:ext uri="{FF2B5EF4-FFF2-40B4-BE49-F238E27FC236}">
                <a16:creationId xmlns:a16="http://schemas.microsoft.com/office/drawing/2014/main" id="{AACDDB01-DF59-450C-995C-05AA3F2BB53D}"/>
              </a:ext>
            </a:extLst>
          </p:cNvPr>
          <p:cNvSpPr>
            <a:spLocks xmlns:a="http://schemas.openxmlformats.org/drawingml/2006/main" noGrp="1"/>
          </p:cNvSpPr>
          <p:nvPr/>
        </p:nvSpPr>
        <p:spPr>
          <a:xfrm xmlns:a="http://schemas.openxmlformats.org/drawingml/2006/main">
            <a:off x="3480371"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3E1F4"/>
          </a:solidFill>
          <a:ln xmlns:a="http://schemas.openxmlformats.org/drawingml/2006/main" w="2205">
            <a:solidFill>
              <a:srgbClr val="FBFCFE"/>
            </a:solidFill>
            <a:prstDash val="solid"/>
          </a:ln>
        </p:spPr>
      </p:sp>
      <p:sp>
        <p:nvSpPr>
          <p:cNvPr id="1150" name="Editable chart path">
            <a:extLst xmlns:a="http://schemas.openxmlformats.org/drawingml/2006/main">
              <a:ext uri="{FF2B5EF4-FFF2-40B4-BE49-F238E27FC236}">
                <a16:creationId xmlns:a16="http://schemas.microsoft.com/office/drawing/2014/main" id="{67798A23-7948-4122-B480-C6CF53CE031A}"/>
              </a:ext>
            </a:extLst>
          </p:cNvPr>
          <p:cNvSpPr>
            <a:spLocks xmlns:a="http://schemas.openxmlformats.org/drawingml/2006/main" noGrp="1"/>
          </p:cNvSpPr>
          <p:nvPr/>
        </p:nvSpPr>
        <p:spPr>
          <a:xfrm xmlns:a="http://schemas.openxmlformats.org/drawingml/2006/main">
            <a:off x="3086237"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3E1F4"/>
          </a:solidFill>
          <a:ln xmlns:a="http://schemas.openxmlformats.org/drawingml/2006/main" w="2205">
            <a:solidFill>
              <a:srgbClr val="FBFCFE"/>
            </a:solidFill>
            <a:prstDash val="solid"/>
          </a:ln>
        </p:spPr>
      </p:sp>
      <p:sp>
        <p:nvSpPr>
          <p:cNvPr id="1151" name="Editable chart path">
            <a:extLst xmlns:a="http://schemas.openxmlformats.org/drawingml/2006/main">
              <a:ext uri="{FF2B5EF4-FFF2-40B4-BE49-F238E27FC236}">
                <a16:creationId xmlns:a16="http://schemas.microsoft.com/office/drawing/2014/main" id="{EE9B0A19-6512-4146-BA19-E523328C22BA}"/>
              </a:ext>
            </a:extLst>
          </p:cNvPr>
          <p:cNvSpPr>
            <a:spLocks xmlns:a="http://schemas.openxmlformats.org/drawingml/2006/main" noGrp="1"/>
          </p:cNvSpPr>
          <p:nvPr/>
        </p:nvSpPr>
        <p:spPr>
          <a:xfrm xmlns:a="http://schemas.openxmlformats.org/drawingml/2006/main">
            <a:off x="2166591"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0DFF4"/>
          </a:solidFill>
          <a:ln xmlns:a="http://schemas.openxmlformats.org/drawingml/2006/main" w="2205">
            <a:solidFill>
              <a:srgbClr val="FBFCFE"/>
            </a:solidFill>
            <a:prstDash val="solid"/>
          </a:ln>
        </p:spPr>
      </p:sp>
      <p:sp>
        <p:nvSpPr>
          <p:cNvPr id="1152" name="Editable chart path">
            <a:extLst xmlns:a="http://schemas.openxmlformats.org/drawingml/2006/main">
              <a:ext uri="{FF2B5EF4-FFF2-40B4-BE49-F238E27FC236}">
                <a16:creationId xmlns:a16="http://schemas.microsoft.com/office/drawing/2014/main" id="{3A0861CB-55BD-4428-8D3A-0FA8AF2529E0}"/>
              </a:ext>
            </a:extLst>
          </p:cNvPr>
          <p:cNvSpPr>
            <a:spLocks xmlns:a="http://schemas.openxmlformats.org/drawingml/2006/main" noGrp="1"/>
          </p:cNvSpPr>
          <p:nvPr/>
        </p:nvSpPr>
        <p:spPr>
          <a:xfrm xmlns:a="http://schemas.openxmlformats.org/drawingml/2006/main">
            <a:off x="3611749"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0DFF4"/>
          </a:solidFill>
          <a:ln xmlns:a="http://schemas.openxmlformats.org/drawingml/2006/main" w="2205">
            <a:solidFill>
              <a:srgbClr val="FBFCFE"/>
            </a:solidFill>
            <a:prstDash val="solid"/>
          </a:ln>
        </p:spPr>
      </p:sp>
      <p:sp>
        <p:nvSpPr>
          <p:cNvPr id="1153" name="Editable chart path">
            <a:extLst xmlns:a="http://schemas.openxmlformats.org/drawingml/2006/main">
              <a:ext uri="{FF2B5EF4-FFF2-40B4-BE49-F238E27FC236}">
                <a16:creationId xmlns:a16="http://schemas.microsoft.com/office/drawing/2014/main" id="{7A78F0AC-2990-4AA5-A629-C5BFFDA441A3}"/>
              </a:ext>
            </a:extLst>
          </p:cNvPr>
          <p:cNvSpPr>
            <a:spLocks xmlns:a="http://schemas.openxmlformats.org/drawingml/2006/main" noGrp="1"/>
          </p:cNvSpPr>
          <p:nvPr/>
        </p:nvSpPr>
        <p:spPr>
          <a:xfrm xmlns:a="http://schemas.openxmlformats.org/drawingml/2006/main">
            <a:off x="3086237"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D0DFF4"/>
          </a:solidFill>
          <a:ln xmlns:a="http://schemas.openxmlformats.org/drawingml/2006/main" w="2205">
            <a:solidFill>
              <a:srgbClr val="FBFCFE"/>
            </a:solidFill>
            <a:prstDash val="solid"/>
          </a:ln>
        </p:spPr>
      </p:sp>
      <p:sp>
        <p:nvSpPr>
          <p:cNvPr id="1154" name="Editable chart path">
            <a:extLst xmlns:a="http://schemas.openxmlformats.org/drawingml/2006/main">
              <a:ext uri="{FF2B5EF4-FFF2-40B4-BE49-F238E27FC236}">
                <a16:creationId xmlns:a16="http://schemas.microsoft.com/office/drawing/2014/main" id="{334F5738-4FD5-49A9-A662-1398FC40A6B6}"/>
              </a:ext>
            </a:extLst>
          </p:cNvPr>
          <p:cNvSpPr>
            <a:spLocks xmlns:a="http://schemas.openxmlformats.org/drawingml/2006/main" noGrp="1"/>
          </p:cNvSpPr>
          <p:nvPr/>
        </p:nvSpPr>
        <p:spPr>
          <a:xfrm xmlns:a="http://schemas.openxmlformats.org/drawingml/2006/main">
            <a:off x="2823481"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EDEF4"/>
          </a:solidFill>
          <a:ln xmlns:a="http://schemas.openxmlformats.org/drawingml/2006/main" w="2205">
            <a:solidFill>
              <a:srgbClr val="FBFCFE"/>
            </a:solidFill>
            <a:prstDash val="solid"/>
          </a:ln>
        </p:spPr>
      </p:sp>
      <p:sp>
        <p:nvSpPr>
          <p:cNvPr id="1155" name="Editable chart path">
            <a:extLst xmlns:a="http://schemas.openxmlformats.org/drawingml/2006/main">
              <a:ext uri="{FF2B5EF4-FFF2-40B4-BE49-F238E27FC236}">
                <a16:creationId xmlns:a16="http://schemas.microsoft.com/office/drawing/2014/main" id="{728605C7-C67B-4581-9ECC-9193B5A416A6}"/>
              </a:ext>
            </a:extLst>
          </p:cNvPr>
          <p:cNvSpPr>
            <a:spLocks xmlns:a="http://schemas.openxmlformats.org/drawingml/2006/main" noGrp="1"/>
          </p:cNvSpPr>
          <p:nvPr/>
        </p:nvSpPr>
        <p:spPr>
          <a:xfrm xmlns:a="http://schemas.openxmlformats.org/drawingml/2006/main">
            <a:off x="3611749"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DDDF4"/>
          </a:solidFill>
          <a:ln xmlns:a="http://schemas.openxmlformats.org/drawingml/2006/main" w="2205">
            <a:solidFill>
              <a:srgbClr val="FBFCFE"/>
            </a:solidFill>
            <a:prstDash val="solid"/>
          </a:ln>
        </p:spPr>
      </p:sp>
      <p:sp>
        <p:nvSpPr>
          <p:cNvPr id="1156" name="Editable chart path">
            <a:extLst xmlns:a="http://schemas.openxmlformats.org/drawingml/2006/main">
              <a:ext uri="{FF2B5EF4-FFF2-40B4-BE49-F238E27FC236}">
                <a16:creationId xmlns:a16="http://schemas.microsoft.com/office/drawing/2014/main" id="{000DD12F-C57F-42C0-A2FA-A046FD305E49}"/>
              </a:ext>
            </a:extLst>
          </p:cNvPr>
          <p:cNvSpPr>
            <a:spLocks xmlns:a="http://schemas.openxmlformats.org/drawingml/2006/main" noGrp="1"/>
          </p:cNvSpPr>
          <p:nvPr/>
        </p:nvSpPr>
        <p:spPr>
          <a:xfrm xmlns:a="http://schemas.openxmlformats.org/drawingml/2006/main">
            <a:off x="1772456"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DDDF4"/>
          </a:solidFill>
          <a:ln xmlns:a="http://schemas.openxmlformats.org/drawingml/2006/main" w="2205">
            <a:solidFill>
              <a:srgbClr val="FBFCFE"/>
            </a:solidFill>
            <a:prstDash val="solid"/>
          </a:ln>
        </p:spPr>
      </p:sp>
      <p:sp>
        <p:nvSpPr>
          <p:cNvPr id="1157" name="Editable chart path">
            <a:extLst xmlns:a="http://schemas.openxmlformats.org/drawingml/2006/main">
              <a:ext uri="{FF2B5EF4-FFF2-40B4-BE49-F238E27FC236}">
                <a16:creationId xmlns:a16="http://schemas.microsoft.com/office/drawing/2014/main" id="{7229D2B2-225F-4966-887D-B563619DE997}"/>
              </a:ext>
            </a:extLst>
          </p:cNvPr>
          <p:cNvSpPr>
            <a:spLocks xmlns:a="http://schemas.openxmlformats.org/drawingml/2006/main" noGrp="1"/>
          </p:cNvSpPr>
          <p:nvPr/>
        </p:nvSpPr>
        <p:spPr>
          <a:xfrm xmlns:a="http://schemas.openxmlformats.org/drawingml/2006/main">
            <a:off x="2692103"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58" name="Editable chart path">
            <a:extLst xmlns:a="http://schemas.openxmlformats.org/drawingml/2006/main">
              <a:ext uri="{FF2B5EF4-FFF2-40B4-BE49-F238E27FC236}">
                <a16:creationId xmlns:a16="http://schemas.microsoft.com/office/drawing/2014/main" id="{97199C73-5595-4D7B-82EA-B4CFF0145EC3}"/>
              </a:ext>
            </a:extLst>
          </p:cNvPr>
          <p:cNvSpPr>
            <a:spLocks xmlns:a="http://schemas.openxmlformats.org/drawingml/2006/main" noGrp="1"/>
          </p:cNvSpPr>
          <p:nvPr/>
        </p:nvSpPr>
        <p:spPr>
          <a:xfrm xmlns:a="http://schemas.openxmlformats.org/drawingml/2006/main">
            <a:off x="3217615"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59" name="Editable chart path">
            <a:extLst xmlns:a="http://schemas.openxmlformats.org/drawingml/2006/main">
              <a:ext uri="{FF2B5EF4-FFF2-40B4-BE49-F238E27FC236}">
                <a16:creationId xmlns:a16="http://schemas.microsoft.com/office/drawing/2014/main" id="{DF246EC8-D5CC-4377-A598-14A3C50564AA}"/>
              </a:ext>
            </a:extLst>
          </p:cNvPr>
          <p:cNvSpPr>
            <a:spLocks xmlns:a="http://schemas.openxmlformats.org/drawingml/2006/main" noGrp="1"/>
          </p:cNvSpPr>
          <p:nvPr/>
        </p:nvSpPr>
        <p:spPr>
          <a:xfrm xmlns:a="http://schemas.openxmlformats.org/drawingml/2006/main">
            <a:off x="2100902"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CDCF4"/>
          </a:solidFill>
          <a:ln xmlns:a="http://schemas.openxmlformats.org/drawingml/2006/main" w="2205">
            <a:solidFill>
              <a:srgbClr val="FBFCFE"/>
            </a:solidFill>
            <a:prstDash val="solid"/>
          </a:ln>
        </p:spPr>
      </p:sp>
      <p:sp>
        <p:nvSpPr>
          <p:cNvPr id="1160" name="Editable chart path">
            <a:extLst xmlns:a="http://schemas.openxmlformats.org/drawingml/2006/main">
              <a:ext uri="{FF2B5EF4-FFF2-40B4-BE49-F238E27FC236}">
                <a16:creationId xmlns:a16="http://schemas.microsoft.com/office/drawing/2014/main" id="{A0C55BBF-E265-41B6-BC8B-23744CCAFA76}"/>
              </a:ext>
            </a:extLst>
          </p:cNvPr>
          <p:cNvSpPr>
            <a:spLocks xmlns:a="http://schemas.openxmlformats.org/drawingml/2006/main" noGrp="1"/>
          </p:cNvSpPr>
          <p:nvPr/>
        </p:nvSpPr>
        <p:spPr>
          <a:xfrm xmlns:a="http://schemas.openxmlformats.org/drawingml/2006/main">
            <a:off x="2429347" y="3006766"/>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ADBF4"/>
          </a:solidFill>
          <a:ln xmlns:a="http://schemas.openxmlformats.org/drawingml/2006/main" w="2205">
            <a:solidFill>
              <a:srgbClr val="FBFCFE"/>
            </a:solidFill>
            <a:prstDash val="solid"/>
          </a:ln>
        </p:spPr>
      </p:sp>
      <p:sp>
        <p:nvSpPr>
          <p:cNvPr id="1161" name="Editable chart path">
            <a:extLst xmlns:a="http://schemas.openxmlformats.org/drawingml/2006/main">
              <a:ext uri="{FF2B5EF4-FFF2-40B4-BE49-F238E27FC236}">
                <a16:creationId xmlns:a16="http://schemas.microsoft.com/office/drawing/2014/main" id="{82F3A8AE-F324-4997-A9C1-A70ED6D7AFD4}"/>
              </a:ext>
            </a:extLst>
          </p:cNvPr>
          <p:cNvSpPr>
            <a:spLocks xmlns:a="http://schemas.openxmlformats.org/drawingml/2006/main" noGrp="1"/>
          </p:cNvSpPr>
          <p:nvPr/>
        </p:nvSpPr>
        <p:spPr>
          <a:xfrm xmlns:a="http://schemas.openxmlformats.org/drawingml/2006/main">
            <a:off x="3546060"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9DAF3"/>
          </a:solidFill>
          <a:ln xmlns:a="http://schemas.openxmlformats.org/drawingml/2006/main" w="2205">
            <a:solidFill>
              <a:srgbClr val="FBFCFE"/>
            </a:solidFill>
            <a:prstDash val="solid"/>
          </a:ln>
        </p:spPr>
      </p:sp>
      <p:sp>
        <p:nvSpPr>
          <p:cNvPr id="1162" name="Editable chart path">
            <a:extLst xmlns:a="http://schemas.openxmlformats.org/drawingml/2006/main">
              <a:ext uri="{FF2B5EF4-FFF2-40B4-BE49-F238E27FC236}">
                <a16:creationId xmlns:a16="http://schemas.microsoft.com/office/drawing/2014/main" id="{377FCAEF-8287-465F-83BE-64660E6ACBD5}"/>
              </a:ext>
            </a:extLst>
          </p:cNvPr>
          <p:cNvSpPr>
            <a:spLocks xmlns:a="http://schemas.openxmlformats.org/drawingml/2006/main" noGrp="1"/>
          </p:cNvSpPr>
          <p:nvPr/>
        </p:nvSpPr>
        <p:spPr>
          <a:xfrm xmlns:a="http://schemas.openxmlformats.org/drawingml/2006/main">
            <a:off x="1706767"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9DAF3"/>
          </a:solidFill>
          <a:ln xmlns:a="http://schemas.openxmlformats.org/drawingml/2006/main" w="2205">
            <a:solidFill>
              <a:srgbClr val="FBFCFE"/>
            </a:solidFill>
            <a:prstDash val="solid"/>
          </a:ln>
        </p:spPr>
      </p:sp>
      <p:sp>
        <p:nvSpPr>
          <p:cNvPr id="1163" name="Editable chart path">
            <a:extLst xmlns:a="http://schemas.openxmlformats.org/drawingml/2006/main">
              <a:ext uri="{FF2B5EF4-FFF2-40B4-BE49-F238E27FC236}">
                <a16:creationId xmlns:a16="http://schemas.microsoft.com/office/drawing/2014/main" id="{DF77A1DA-6C46-41E3-A875-4E5F9206388D}"/>
              </a:ext>
            </a:extLst>
          </p:cNvPr>
          <p:cNvSpPr>
            <a:spLocks xmlns:a="http://schemas.openxmlformats.org/drawingml/2006/main" noGrp="1"/>
          </p:cNvSpPr>
          <p:nvPr/>
        </p:nvSpPr>
        <p:spPr>
          <a:xfrm xmlns:a="http://schemas.openxmlformats.org/drawingml/2006/main">
            <a:off x="1575389"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7DAF3"/>
          </a:solidFill>
          <a:ln xmlns:a="http://schemas.openxmlformats.org/drawingml/2006/main" w="2205">
            <a:solidFill>
              <a:srgbClr val="FBFCFE"/>
            </a:solidFill>
            <a:prstDash val="solid"/>
          </a:ln>
        </p:spPr>
      </p:sp>
      <p:sp>
        <p:nvSpPr>
          <p:cNvPr id="1164" name="Editable chart path">
            <a:extLst xmlns:a="http://schemas.openxmlformats.org/drawingml/2006/main">
              <a:ext uri="{FF2B5EF4-FFF2-40B4-BE49-F238E27FC236}">
                <a16:creationId xmlns:a16="http://schemas.microsoft.com/office/drawing/2014/main" id="{B6ABCD73-1607-4318-A65E-DE968FFF4EFD}"/>
              </a:ext>
            </a:extLst>
          </p:cNvPr>
          <p:cNvSpPr>
            <a:spLocks xmlns:a="http://schemas.openxmlformats.org/drawingml/2006/main" noGrp="1"/>
          </p:cNvSpPr>
          <p:nvPr/>
        </p:nvSpPr>
        <p:spPr>
          <a:xfrm xmlns:a="http://schemas.openxmlformats.org/drawingml/2006/main">
            <a:off x="3020548"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7DAF3"/>
          </a:solidFill>
          <a:ln xmlns:a="http://schemas.openxmlformats.org/drawingml/2006/main" w="2205">
            <a:solidFill>
              <a:srgbClr val="FBFCFE"/>
            </a:solidFill>
            <a:prstDash val="solid"/>
          </a:ln>
        </p:spPr>
      </p:sp>
      <p:sp>
        <p:nvSpPr>
          <p:cNvPr id="1165" name="Editable chart path">
            <a:extLst xmlns:a="http://schemas.openxmlformats.org/drawingml/2006/main">
              <a:ext uri="{FF2B5EF4-FFF2-40B4-BE49-F238E27FC236}">
                <a16:creationId xmlns:a16="http://schemas.microsoft.com/office/drawing/2014/main" id="{8EA5620A-10EC-4AAB-B748-4FA109D6ED3E}"/>
              </a:ext>
            </a:extLst>
          </p:cNvPr>
          <p:cNvSpPr>
            <a:spLocks xmlns:a="http://schemas.openxmlformats.org/drawingml/2006/main" noGrp="1"/>
          </p:cNvSpPr>
          <p:nvPr/>
        </p:nvSpPr>
        <p:spPr>
          <a:xfrm xmlns:a="http://schemas.openxmlformats.org/drawingml/2006/main">
            <a:off x="3217615" y="353227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7DAF3"/>
          </a:solidFill>
          <a:ln xmlns:a="http://schemas.openxmlformats.org/drawingml/2006/main" w="2205">
            <a:solidFill>
              <a:srgbClr val="FBFCFE"/>
            </a:solidFill>
            <a:prstDash val="solid"/>
          </a:ln>
        </p:spPr>
      </p:sp>
      <p:sp>
        <p:nvSpPr>
          <p:cNvPr id="1166" name="Editable chart path">
            <a:extLst xmlns:a="http://schemas.openxmlformats.org/drawingml/2006/main">
              <a:ext uri="{FF2B5EF4-FFF2-40B4-BE49-F238E27FC236}">
                <a16:creationId xmlns:a16="http://schemas.microsoft.com/office/drawing/2014/main" id="{45E9BA90-0F19-451A-8164-2E115271F7CD}"/>
              </a:ext>
            </a:extLst>
          </p:cNvPr>
          <p:cNvSpPr>
            <a:spLocks xmlns:a="http://schemas.openxmlformats.org/drawingml/2006/main" noGrp="1"/>
          </p:cNvSpPr>
          <p:nvPr/>
        </p:nvSpPr>
        <p:spPr>
          <a:xfrm xmlns:a="http://schemas.openxmlformats.org/drawingml/2006/main">
            <a:off x="3283304"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4D8F3"/>
          </a:solidFill>
          <a:ln xmlns:a="http://schemas.openxmlformats.org/drawingml/2006/main" w="2205">
            <a:solidFill>
              <a:srgbClr val="FBFCFE"/>
            </a:solidFill>
            <a:prstDash val="solid"/>
          </a:ln>
        </p:spPr>
      </p:sp>
      <p:sp>
        <p:nvSpPr>
          <p:cNvPr id="1167" name="Editable chart path">
            <a:extLst xmlns:a="http://schemas.openxmlformats.org/drawingml/2006/main">
              <a:ext uri="{FF2B5EF4-FFF2-40B4-BE49-F238E27FC236}">
                <a16:creationId xmlns:a16="http://schemas.microsoft.com/office/drawing/2014/main" id="{2890BC8A-82A8-41A4-BD98-BA95CD191696}"/>
              </a:ext>
            </a:extLst>
          </p:cNvPr>
          <p:cNvSpPr>
            <a:spLocks xmlns:a="http://schemas.openxmlformats.org/drawingml/2006/main" noGrp="1"/>
          </p:cNvSpPr>
          <p:nvPr/>
        </p:nvSpPr>
        <p:spPr>
          <a:xfrm xmlns:a="http://schemas.openxmlformats.org/drawingml/2006/main">
            <a:off x="2560725"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3D7F3"/>
          </a:solidFill>
          <a:ln xmlns:a="http://schemas.openxmlformats.org/drawingml/2006/main" w="2205">
            <a:solidFill>
              <a:srgbClr val="FBFCFE"/>
            </a:solidFill>
            <a:prstDash val="solid"/>
          </a:ln>
        </p:spPr>
      </p:sp>
      <p:sp>
        <p:nvSpPr>
          <p:cNvPr id="1168" name="Editable chart path">
            <a:extLst xmlns:a="http://schemas.openxmlformats.org/drawingml/2006/main">
              <a:ext uri="{FF2B5EF4-FFF2-40B4-BE49-F238E27FC236}">
                <a16:creationId xmlns:a16="http://schemas.microsoft.com/office/drawing/2014/main" id="{4245174B-2FB1-48F3-9F1F-E872ABC104D3}"/>
              </a:ext>
            </a:extLst>
          </p:cNvPr>
          <p:cNvSpPr>
            <a:spLocks xmlns:a="http://schemas.openxmlformats.org/drawingml/2006/main" noGrp="1"/>
          </p:cNvSpPr>
          <p:nvPr/>
        </p:nvSpPr>
        <p:spPr>
          <a:xfrm xmlns:a="http://schemas.openxmlformats.org/drawingml/2006/main">
            <a:off x="2823481"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3D7F3"/>
          </a:solidFill>
          <a:ln xmlns:a="http://schemas.openxmlformats.org/drawingml/2006/main" w="2205">
            <a:solidFill>
              <a:srgbClr val="FBFCFE"/>
            </a:solidFill>
            <a:prstDash val="solid"/>
          </a:ln>
        </p:spPr>
      </p:sp>
      <p:sp>
        <p:nvSpPr>
          <p:cNvPr id="1169" name="Editable chart path">
            <a:extLst xmlns:a="http://schemas.openxmlformats.org/drawingml/2006/main">
              <a:ext uri="{FF2B5EF4-FFF2-40B4-BE49-F238E27FC236}">
                <a16:creationId xmlns:a16="http://schemas.microsoft.com/office/drawing/2014/main" id="{A7B339AF-B8CA-49EE-8768-8F08081D392E}"/>
              </a:ext>
            </a:extLst>
          </p:cNvPr>
          <p:cNvSpPr>
            <a:spLocks xmlns:a="http://schemas.openxmlformats.org/drawingml/2006/main" noGrp="1"/>
          </p:cNvSpPr>
          <p:nvPr/>
        </p:nvSpPr>
        <p:spPr>
          <a:xfrm xmlns:a="http://schemas.openxmlformats.org/drawingml/2006/main">
            <a:off x="2560725"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1D6F3"/>
          </a:solidFill>
          <a:ln xmlns:a="http://schemas.openxmlformats.org/drawingml/2006/main" w="2205">
            <a:solidFill>
              <a:srgbClr val="FBFCFE"/>
            </a:solidFill>
            <a:prstDash val="solid"/>
          </a:ln>
        </p:spPr>
      </p:sp>
      <p:sp>
        <p:nvSpPr>
          <p:cNvPr id="1170" name="Editable chart path">
            <a:extLst xmlns:a="http://schemas.openxmlformats.org/drawingml/2006/main">
              <a:ext uri="{FF2B5EF4-FFF2-40B4-BE49-F238E27FC236}">
                <a16:creationId xmlns:a16="http://schemas.microsoft.com/office/drawing/2014/main" id="{8F7283D9-B80D-4739-9226-F4BA13F6C70B}"/>
              </a:ext>
            </a:extLst>
          </p:cNvPr>
          <p:cNvSpPr>
            <a:spLocks xmlns:a="http://schemas.openxmlformats.org/drawingml/2006/main" noGrp="1"/>
          </p:cNvSpPr>
          <p:nvPr/>
        </p:nvSpPr>
        <p:spPr>
          <a:xfrm xmlns:a="http://schemas.openxmlformats.org/drawingml/2006/main">
            <a:off x="3743127"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1D6F3"/>
          </a:solidFill>
          <a:ln xmlns:a="http://schemas.openxmlformats.org/drawingml/2006/main" w="2205">
            <a:solidFill>
              <a:srgbClr val="FBFCFE"/>
            </a:solidFill>
            <a:prstDash val="solid"/>
          </a:ln>
        </p:spPr>
      </p:sp>
      <p:sp>
        <p:nvSpPr>
          <p:cNvPr id="1171" name="Editable chart path">
            <a:extLst xmlns:a="http://schemas.openxmlformats.org/drawingml/2006/main">
              <a:ext uri="{FF2B5EF4-FFF2-40B4-BE49-F238E27FC236}">
                <a16:creationId xmlns:a16="http://schemas.microsoft.com/office/drawing/2014/main" id="{5C6577D1-4B1C-4D50-91B2-DB36059FF06C}"/>
              </a:ext>
            </a:extLst>
          </p:cNvPr>
          <p:cNvSpPr>
            <a:spLocks xmlns:a="http://schemas.openxmlformats.org/drawingml/2006/main" noGrp="1"/>
          </p:cNvSpPr>
          <p:nvPr/>
        </p:nvSpPr>
        <p:spPr>
          <a:xfrm xmlns:a="http://schemas.openxmlformats.org/drawingml/2006/main">
            <a:off x="2954859" y="4189168"/>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1D6F3"/>
          </a:solidFill>
          <a:ln xmlns:a="http://schemas.openxmlformats.org/drawingml/2006/main" w="2205">
            <a:solidFill>
              <a:srgbClr val="FBFCFE"/>
            </a:solidFill>
            <a:prstDash val="solid"/>
          </a:ln>
        </p:spPr>
      </p:sp>
      <p:sp>
        <p:nvSpPr>
          <p:cNvPr id="1172" name="Editable chart path">
            <a:extLst xmlns:a="http://schemas.openxmlformats.org/drawingml/2006/main">
              <a:ext uri="{FF2B5EF4-FFF2-40B4-BE49-F238E27FC236}">
                <a16:creationId xmlns:a16="http://schemas.microsoft.com/office/drawing/2014/main" id="{9D0E48B9-6E6A-4F74-82D3-5409E1EA5C00}"/>
              </a:ext>
            </a:extLst>
          </p:cNvPr>
          <p:cNvSpPr>
            <a:spLocks xmlns:a="http://schemas.openxmlformats.org/drawingml/2006/main" noGrp="1"/>
          </p:cNvSpPr>
          <p:nvPr/>
        </p:nvSpPr>
        <p:spPr>
          <a:xfrm xmlns:a="http://schemas.openxmlformats.org/drawingml/2006/main">
            <a:off x="2626414" y="405779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C0D5F3"/>
          </a:solidFill>
          <a:ln xmlns:a="http://schemas.openxmlformats.org/drawingml/2006/main" w="2205">
            <a:solidFill>
              <a:srgbClr val="FBFCFE"/>
            </a:solidFill>
            <a:prstDash val="solid"/>
          </a:ln>
        </p:spPr>
      </p:sp>
      <p:sp>
        <p:nvSpPr>
          <p:cNvPr id="1173" name="Editable chart path">
            <a:extLst xmlns:a="http://schemas.openxmlformats.org/drawingml/2006/main">
              <a:ext uri="{FF2B5EF4-FFF2-40B4-BE49-F238E27FC236}">
                <a16:creationId xmlns:a16="http://schemas.microsoft.com/office/drawing/2014/main" id="{4B31471C-AB13-4C7D-A143-C4A6DE75C2EC}"/>
              </a:ext>
            </a:extLst>
          </p:cNvPr>
          <p:cNvSpPr>
            <a:spLocks xmlns:a="http://schemas.openxmlformats.org/drawingml/2006/main" noGrp="1"/>
          </p:cNvSpPr>
          <p:nvPr/>
        </p:nvSpPr>
        <p:spPr>
          <a:xfrm xmlns:a="http://schemas.openxmlformats.org/drawingml/2006/main">
            <a:off x="2757792"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BED4F3"/>
          </a:solidFill>
          <a:ln xmlns:a="http://schemas.openxmlformats.org/drawingml/2006/main" w="2205">
            <a:solidFill>
              <a:srgbClr val="FBFCFE"/>
            </a:solidFill>
            <a:prstDash val="solid"/>
          </a:ln>
        </p:spPr>
      </p:sp>
      <p:sp>
        <p:nvSpPr>
          <p:cNvPr id="1174" name="Editable chart path">
            <a:extLst xmlns:a="http://schemas.openxmlformats.org/drawingml/2006/main">
              <a:ext uri="{FF2B5EF4-FFF2-40B4-BE49-F238E27FC236}">
                <a16:creationId xmlns:a16="http://schemas.microsoft.com/office/drawing/2014/main" id="{9C113A31-5917-4125-8A7F-55A403D13677}"/>
              </a:ext>
            </a:extLst>
          </p:cNvPr>
          <p:cNvSpPr>
            <a:spLocks xmlns:a="http://schemas.openxmlformats.org/drawingml/2006/main" noGrp="1"/>
          </p:cNvSpPr>
          <p:nvPr/>
        </p:nvSpPr>
        <p:spPr>
          <a:xfrm xmlns:a="http://schemas.openxmlformats.org/drawingml/2006/main">
            <a:off x="2297969" y="3400900"/>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BCD3F3"/>
          </a:solidFill>
          <a:ln xmlns:a="http://schemas.openxmlformats.org/drawingml/2006/main" w="2205">
            <a:solidFill>
              <a:srgbClr val="FBFCFE"/>
            </a:solidFill>
            <a:prstDash val="solid"/>
          </a:ln>
        </p:spPr>
      </p:sp>
      <p:sp>
        <p:nvSpPr>
          <p:cNvPr id="1175" name="Editable chart path">
            <a:extLst xmlns:a="http://schemas.openxmlformats.org/drawingml/2006/main">
              <a:ext uri="{FF2B5EF4-FFF2-40B4-BE49-F238E27FC236}">
                <a16:creationId xmlns:a16="http://schemas.microsoft.com/office/drawing/2014/main" id="{AF9FA6BA-B163-41D2-BD6B-4C97B6C5555F}"/>
              </a:ext>
            </a:extLst>
          </p:cNvPr>
          <p:cNvSpPr>
            <a:spLocks xmlns:a="http://schemas.openxmlformats.org/drawingml/2006/main" noGrp="1"/>
          </p:cNvSpPr>
          <p:nvPr/>
        </p:nvSpPr>
        <p:spPr>
          <a:xfrm xmlns:a="http://schemas.openxmlformats.org/drawingml/2006/main">
            <a:off x="2560725"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BCD3F3"/>
          </a:solidFill>
          <a:ln xmlns:a="http://schemas.openxmlformats.org/drawingml/2006/main" w="2205">
            <a:solidFill>
              <a:srgbClr val="FBFCFE"/>
            </a:solidFill>
            <a:prstDash val="solid"/>
          </a:ln>
        </p:spPr>
      </p:sp>
      <p:sp>
        <p:nvSpPr>
          <p:cNvPr id="1176" name="Editable chart path">
            <a:extLst xmlns:a="http://schemas.openxmlformats.org/drawingml/2006/main">
              <a:ext uri="{FF2B5EF4-FFF2-40B4-BE49-F238E27FC236}">
                <a16:creationId xmlns:a16="http://schemas.microsoft.com/office/drawing/2014/main" id="{A8F9C2CF-CBF5-4AE9-AC1F-4F935526EFF7}"/>
              </a:ext>
            </a:extLst>
          </p:cNvPr>
          <p:cNvSpPr>
            <a:spLocks xmlns:a="http://schemas.openxmlformats.org/drawingml/2006/main" noGrp="1"/>
          </p:cNvSpPr>
          <p:nvPr/>
        </p:nvSpPr>
        <p:spPr>
          <a:xfrm xmlns:a="http://schemas.openxmlformats.org/drawingml/2006/main">
            <a:off x="2889170" y="3335211"/>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B8D0F3"/>
          </a:solidFill>
          <a:ln xmlns:a="http://schemas.openxmlformats.org/drawingml/2006/main" w="2205">
            <a:solidFill>
              <a:srgbClr val="FBFCFE"/>
            </a:solidFill>
            <a:prstDash val="solid"/>
          </a:ln>
        </p:spPr>
      </p:sp>
      <p:sp>
        <p:nvSpPr>
          <p:cNvPr id="1177" name="Editable chart path">
            <a:extLst xmlns:a="http://schemas.openxmlformats.org/drawingml/2006/main">
              <a:ext uri="{FF2B5EF4-FFF2-40B4-BE49-F238E27FC236}">
                <a16:creationId xmlns:a16="http://schemas.microsoft.com/office/drawing/2014/main" id="{08C22325-C9FE-4CED-9B6F-28F8FFE21B2E}"/>
              </a:ext>
            </a:extLst>
          </p:cNvPr>
          <p:cNvSpPr>
            <a:spLocks xmlns:a="http://schemas.openxmlformats.org/drawingml/2006/main" noGrp="1"/>
          </p:cNvSpPr>
          <p:nvPr/>
        </p:nvSpPr>
        <p:spPr>
          <a:xfrm xmlns:a="http://schemas.openxmlformats.org/drawingml/2006/main">
            <a:off x="2889170" y="326952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B3CEF3"/>
          </a:solidFill>
          <a:ln xmlns:a="http://schemas.openxmlformats.org/drawingml/2006/main" w="2205">
            <a:solidFill>
              <a:srgbClr val="FBFCFE"/>
            </a:solidFill>
            <a:prstDash val="solid"/>
          </a:ln>
        </p:spPr>
      </p:sp>
      <p:sp>
        <p:nvSpPr>
          <p:cNvPr id="1178" name="Editable chart path">
            <a:extLst xmlns:a="http://schemas.openxmlformats.org/drawingml/2006/main">
              <a:ext uri="{FF2B5EF4-FFF2-40B4-BE49-F238E27FC236}">
                <a16:creationId xmlns:a16="http://schemas.microsoft.com/office/drawing/2014/main" id="{8F561729-BCCC-4707-BE2D-E08B90F70D16}"/>
              </a:ext>
            </a:extLst>
          </p:cNvPr>
          <p:cNvSpPr>
            <a:spLocks xmlns:a="http://schemas.openxmlformats.org/drawingml/2006/main" noGrp="1"/>
          </p:cNvSpPr>
          <p:nvPr/>
        </p:nvSpPr>
        <p:spPr>
          <a:xfrm xmlns:a="http://schemas.openxmlformats.org/drawingml/2006/main">
            <a:off x="1378322"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B3CEF3"/>
          </a:solidFill>
          <a:ln xmlns:a="http://schemas.openxmlformats.org/drawingml/2006/main" w="2205">
            <a:solidFill>
              <a:srgbClr val="FBFCFE"/>
            </a:solidFill>
            <a:prstDash val="solid"/>
          </a:ln>
        </p:spPr>
      </p:sp>
      <p:sp>
        <p:nvSpPr>
          <p:cNvPr id="1179" name="Editable chart path">
            <a:extLst xmlns:a="http://schemas.openxmlformats.org/drawingml/2006/main">
              <a:ext uri="{FF2B5EF4-FFF2-40B4-BE49-F238E27FC236}">
                <a16:creationId xmlns:a16="http://schemas.microsoft.com/office/drawing/2014/main" id="{0C791095-21E1-4A68-B827-1A89D7FAE3CE}"/>
              </a:ext>
            </a:extLst>
          </p:cNvPr>
          <p:cNvSpPr>
            <a:spLocks xmlns:a="http://schemas.openxmlformats.org/drawingml/2006/main" noGrp="1"/>
          </p:cNvSpPr>
          <p:nvPr/>
        </p:nvSpPr>
        <p:spPr>
          <a:xfrm xmlns:a="http://schemas.openxmlformats.org/drawingml/2006/main">
            <a:off x="3546060"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B3CDF3"/>
          </a:solidFill>
          <a:ln xmlns:a="http://schemas.openxmlformats.org/drawingml/2006/main" w="2205">
            <a:solidFill>
              <a:srgbClr val="FBFCFE"/>
            </a:solidFill>
            <a:prstDash val="solid"/>
          </a:ln>
        </p:spPr>
      </p:sp>
      <p:sp>
        <p:nvSpPr>
          <p:cNvPr id="1180" name="Editable chart path">
            <a:extLst xmlns:a="http://schemas.openxmlformats.org/drawingml/2006/main">
              <a:ext uri="{FF2B5EF4-FFF2-40B4-BE49-F238E27FC236}">
                <a16:creationId xmlns:a16="http://schemas.microsoft.com/office/drawing/2014/main" id="{DA107AAA-FE0A-4F19-8BFD-AADA7843E072}"/>
              </a:ext>
            </a:extLst>
          </p:cNvPr>
          <p:cNvSpPr>
            <a:spLocks xmlns:a="http://schemas.openxmlformats.org/drawingml/2006/main" noGrp="1"/>
          </p:cNvSpPr>
          <p:nvPr/>
        </p:nvSpPr>
        <p:spPr>
          <a:xfrm xmlns:a="http://schemas.openxmlformats.org/drawingml/2006/main">
            <a:off x="2889170" y="307245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B3CDF3"/>
          </a:solidFill>
          <a:ln xmlns:a="http://schemas.openxmlformats.org/drawingml/2006/main" w="2205">
            <a:solidFill>
              <a:srgbClr val="FBFCFE"/>
            </a:solidFill>
            <a:prstDash val="solid"/>
          </a:ln>
        </p:spPr>
      </p:sp>
      <p:sp>
        <p:nvSpPr>
          <p:cNvPr id="1181" name="Editable chart path">
            <a:extLst xmlns:a="http://schemas.openxmlformats.org/drawingml/2006/main">
              <a:ext uri="{FF2B5EF4-FFF2-40B4-BE49-F238E27FC236}">
                <a16:creationId xmlns:a16="http://schemas.microsoft.com/office/drawing/2014/main" id="{D9A148E0-DD0D-4456-93EF-B98C414C1D6F}"/>
              </a:ext>
            </a:extLst>
          </p:cNvPr>
          <p:cNvSpPr>
            <a:spLocks xmlns:a="http://schemas.openxmlformats.org/drawingml/2006/main" noGrp="1"/>
          </p:cNvSpPr>
          <p:nvPr/>
        </p:nvSpPr>
        <p:spPr>
          <a:xfrm xmlns:a="http://schemas.openxmlformats.org/drawingml/2006/main">
            <a:off x="3217615"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AAC8F3"/>
          </a:solidFill>
          <a:ln xmlns:a="http://schemas.openxmlformats.org/drawingml/2006/main" w="2205">
            <a:solidFill>
              <a:srgbClr val="FBFCFE"/>
            </a:solidFill>
            <a:prstDash val="solid"/>
          </a:ln>
        </p:spPr>
      </p:sp>
      <p:sp>
        <p:nvSpPr>
          <p:cNvPr id="1182" name="Editable chart path">
            <a:extLst xmlns:a="http://schemas.openxmlformats.org/drawingml/2006/main">
              <a:ext uri="{FF2B5EF4-FFF2-40B4-BE49-F238E27FC236}">
                <a16:creationId xmlns:a16="http://schemas.microsoft.com/office/drawing/2014/main" id="{D679607E-78EF-41DC-BB9C-4E6777D3F3CE}"/>
              </a:ext>
            </a:extLst>
          </p:cNvPr>
          <p:cNvSpPr>
            <a:spLocks xmlns:a="http://schemas.openxmlformats.org/drawingml/2006/main" noGrp="1"/>
          </p:cNvSpPr>
          <p:nvPr/>
        </p:nvSpPr>
        <p:spPr>
          <a:xfrm xmlns:a="http://schemas.openxmlformats.org/drawingml/2006/main">
            <a:off x="3480371" y="3597967"/>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AAC8F3"/>
          </a:solidFill>
          <a:ln xmlns:a="http://schemas.openxmlformats.org/drawingml/2006/main" w="2205">
            <a:solidFill>
              <a:srgbClr val="FBFCFE"/>
            </a:solidFill>
            <a:prstDash val="solid"/>
          </a:ln>
        </p:spPr>
      </p:sp>
      <p:sp>
        <p:nvSpPr>
          <p:cNvPr id="1183" name="Editable chart path">
            <a:extLst xmlns:a="http://schemas.openxmlformats.org/drawingml/2006/main">
              <a:ext uri="{FF2B5EF4-FFF2-40B4-BE49-F238E27FC236}">
                <a16:creationId xmlns:a16="http://schemas.microsoft.com/office/drawing/2014/main" id="{11D690B2-EE5B-4922-94B9-CD0F414C32B4}"/>
              </a:ext>
            </a:extLst>
          </p:cNvPr>
          <p:cNvSpPr>
            <a:spLocks xmlns:a="http://schemas.openxmlformats.org/drawingml/2006/main" noGrp="1"/>
          </p:cNvSpPr>
          <p:nvPr/>
        </p:nvSpPr>
        <p:spPr>
          <a:xfrm xmlns:a="http://schemas.openxmlformats.org/drawingml/2006/main">
            <a:off x="1246944" y="3926412"/>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9ABFF2"/>
          </a:solidFill>
          <a:ln xmlns:a="http://schemas.openxmlformats.org/drawingml/2006/main" w="2205">
            <a:solidFill>
              <a:srgbClr val="FBFCFE"/>
            </a:solidFill>
            <a:prstDash val="solid"/>
          </a:ln>
        </p:spPr>
      </p:sp>
      <p:sp>
        <p:nvSpPr>
          <p:cNvPr id="1184" name="Editable chart path">
            <a:extLst xmlns:a="http://schemas.openxmlformats.org/drawingml/2006/main">
              <a:ext uri="{FF2B5EF4-FFF2-40B4-BE49-F238E27FC236}">
                <a16:creationId xmlns:a16="http://schemas.microsoft.com/office/drawing/2014/main" id="{5ADF3067-1BEC-4DAF-A2DF-A4F8474AA684}"/>
              </a:ext>
            </a:extLst>
          </p:cNvPr>
          <p:cNvSpPr>
            <a:spLocks xmlns:a="http://schemas.openxmlformats.org/drawingml/2006/main" noGrp="1"/>
          </p:cNvSpPr>
          <p:nvPr/>
        </p:nvSpPr>
        <p:spPr>
          <a:xfrm xmlns:a="http://schemas.openxmlformats.org/drawingml/2006/main">
            <a:off x="3940194" y="346658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95BCF2"/>
          </a:solidFill>
          <a:ln xmlns:a="http://schemas.openxmlformats.org/drawingml/2006/main" w="2205">
            <a:solidFill>
              <a:srgbClr val="FBFCFE"/>
            </a:solidFill>
            <a:prstDash val="solid"/>
          </a:ln>
        </p:spPr>
      </p:sp>
      <p:sp>
        <p:nvSpPr>
          <p:cNvPr id="1185" name="Editable chart path">
            <a:extLst xmlns:a="http://schemas.openxmlformats.org/drawingml/2006/main">
              <a:ext uri="{FF2B5EF4-FFF2-40B4-BE49-F238E27FC236}">
                <a16:creationId xmlns:a16="http://schemas.microsoft.com/office/drawing/2014/main" id="{019BB133-3616-49A8-9706-33ABCC1C0191}"/>
              </a:ext>
            </a:extLst>
          </p:cNvPr>
          <p:cNvSpPr>
            <a:spLocks xmlns:a="http://schemas.openxmlformats.org/drawingml/2006/main" noGrp="1"/>
          </p:cNvSpPr>
          <p:nvPr/>
        </p:nvSpPr>
        <p:spPr>
          <a:xfrm xmlns:a="http://schemas.openxmlformats.org/drawingml/2006/main">
            <a:off x="3743127" y="3729345"/>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86B0EB"/>
          </a:solidFill>
          <a:ln xmlns:a="http://schemas.openxmlformats.org/drawingml/2006/main" w="2205">
            <a:solidFill>
              <a:srgbClr val="FBFCFE"/>
            </a:solidFill>
            <a:prstDash val="solid"/>
          </a:ln>
        </p:spPr>
      </p:sp>
      <p:sp>
        <p:nvSpPr>
          <p:cNvPr id="1186" name="Editable chart path">
            <a:extLst xmlns:a="http://schemas.openxmlformats.org/drawingml/2006/main">
              <a:ext uri="{FF2B5EF4-FFF2-40B4-BE49-F238E27FC236}">
                <a16:creationId xmlns:a16="http://schemas.microsoft.com/office/drawing/2014/main" id="{E95E4C8C-EDAA-4D9D-AC87-CD248D1287F6}"/>
              </a:ext>
            </a:extLst>
          </p:cNvPr>
          <p:cNvSpPr>
            <a:spLocks xmlns:a="http://schemas.openxmlformats.org/drawingml/2006/main" noGrp="1"/>
          </p:cNvSpPr>
          <p:nvPr/>
        </p:nvSpPr>
        <p:spPr>
          <a:xfrm xmlns:a="http://schemas.openxmlformats.org/drawingml/2006/main">
            <a:off x="1312633" y="3860723"/>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80AAE7"/>
          </a:solidFill>
          <a:ln xmlns:a="http://schemas.openxmlformats.org/drawingml/2006/main" w="2205">
            <a:solidFill>
              <a:srgbClr val="FBFCFE"/>
            </a:solidFill>
            <a:prstDash val="solid"/>
          </a:ln>
        </p:spPr>
      </p:sp>
      <p:sp>
        <p:nvSpPr>
          <p:cNvPr id="1187" name="Editable chart path">
            <a:extLst xmlns:a="http://schemas.openxmlformats.org/drawingml/2006/main">
              <a:ext uri="{FF2B5EF4-FFF2-40B4-BE49-F238E27FC236}">
                <a16:creationId xmlns:a16="http://schemas.microsoft.com/office/drawing/2014/main" id="{8C320131-7E61-4F4A-9A19-A386635497DA}"/>
              </a:ext>
            </a:extLst>
          </p:cNvPr>
          <p:cNvSpPr>
            <a:spLocks xmlns:a="http://schemas.openxmlformats.org/drawingml/2006/main" noGrp="1"/>
          </p:cNvSpPr>
          <p:nvPr/>
        </p:nvSpPr>
        <p:spPr>
          <a:xfrm xmlns:a="http://schemas.openxmlformats.org/drawingml/2006/main">
            <a:off x="2495036" y="2809699"/>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77A2E0"/>
          </a:solidFill>
          <a:ln xmlns:a="http://schemas.openxmlformats.org/drawingml/2006/main" w="2205">
            <a:solidFill>
              <a:srgbClr val="FBFCFE"/>
            </a:solidFill>
            <a:prstDash val="solid"/>
          </a:ln>
        </p:spPr>
      </p:sp>
      <p:sp>
        <p:nvSpPr>
          <p:cNvPr id="1188" name="Editable chart path">
            <a:extLst xmlns:a="http://schemas.openxmlformats.org/drawingml/2006/main">
              <a:ext uri="{FF2B5EF4-FFF2-40B4-BE49-F238E27FC236}">
                <a16:creationId xmlns:a16="http://schemas.microsoft.com/office/drawing/2014/main" id="{831301FB-EE5F-4E09-85D8-17B60598DF6A}"/>
              </a:ext>
            </a:extLst>
          </p:cNvPr>
          <p:cNvSpPr>
            <a:spLocks xmlns:a="http://schemas.openxmlformats.org/drawingml/2006/main" noGrp="1"/>
          </p:cNvSpPr>
          <p:nvPr/>
        </p:nvSpPr>
        <p:spPr>
          <a:xfrm xmlns:a="http://schemas.openxmlformats.org/drawingml/2006/main">
            <a:off x="3874505" y="3795034"/>
            <a:ext cx="65689" cy="65689"/>
          </a:xfrm>
          <a:custGeom xmlns:a="http://schemas.openxmlformats.org/drawingml/2006/main">
            <a:pathLst>
              <a:path w="70944" h="70944">
                <a:moveTo>
                  <a:pt x="0" y="70944"/>
                </a:moveTo>
                <a:lnTo>
                  <a:pt x="70944" y="70944"/>
                </a:lnTo>
                <a:lnTo>
                  <a:pt x="70944" y="0"/>
                </a:lnTo>
                <a:lnTo>
                  <a:pt x="0" y="0"/>
                </a:lnTo>
                <a:close/>
              </a:path>
            </a:pathLst>
          </a:custGeom>
          <a:solidFill xmlns:a="http://schemas.openxmlformats.org/drawingml/2006/main">
            <a:srgbClr val="719DDC"/>
          </a:solidFill>
          <a:ln xmlns:a="http://schemas.openxmlformats.org/drawingml/2006/main" w="2205">
            <a:solidFill>
              <a:srgbClr val="FBFCFE"/>
            </a:solidFill>
            <a:prstDash val="solid"/>
          </a:ln>
        </p:spPr>
      </p:sp>
      <p:sp>
        <p:nvSpPr>
          <p:cNvPr id="1189" name="Editable chart path">
            <a:extLst xmlns:a="http://schemas.openxmlformats.org/drawingml/2006/main">
              <a:ext uri="{FF2B5EF4-FFF2-40B4-BE49-F238E27FC236}">
                <a16:creationId xmlns:a16="http://schemas.microsoft.com/office/drawing/2014/main" id="{3EC9DFBA-F649-41E7-8DB3-7CC6472317D0}"/>
              </a:ext>
            </a:extLst>
          </p:cNvPr>
          <p:cNvSpPr>
            <a:spLocks xmlns:a="http://schemas.openxmlformats.org/drawingml/2006/main" noGrp="1"/>
          </p:cNvSpPr>
          <p:nvPr/>
        </p:nvSpPr>
        <p:spPr>
          <a:xfrm xmlns:a="http://schemas.openxmlformats.org/drawingml/2006/main">
            <a:off x="2473872" y="2788535"/>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190" name="Editable chart path">
            <a:extLst xmlns:a="http://schemas.openxmlformats.org/drawingml/2006/main">
              <a:ext uri="{FF2B5EF4-FFF2-40B4-BE49-F238E27FC236}">
                <a16:creationId xmlns:a16="http://schemas.microsoft.com/office/drawing/2014/main" id="{973226D4-34D5-451D-B727-A6529E1C63B5}"/>
              </a:ext>
            </a:extLst>
          </p:cNvPr>
          <p:cNvSpPr>
            <a:spLocks xmlns:a="http://schemas.openxmlformats.org/drawingml/2006/main" noGrp="1"/>
          </p:cNvSpPr>
          <p:nvPr/>
        </p:nvSpPr>
        <p:spPr>
          <a:xfrm xmlns:a="http://schemas.openxmlformats.org/drawingml/2006/main">
            <a:off x="3853342" y="3773871"/>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191" name="Editable chart path">
            <a:extLst xmlns:a="http://schemas.openxmlformats.org/drawingml/2006/main">
              <a:ext uri="{FF2B5EF4-FFF2-40B4-BE49-F238E27FC236}">
                <a16:creationId xmlns:a16="http://schemas.microsoft.com/office/drawing/2014/main" id="{A01EB9C1-AD40-4B8E-BF26-76DC29A5EBF9}"/>
              </a:ext>
            </a:extLst>
          </p:cNvPr>
          <p:cNvSpPr>
            <a:spLocks xmlns:a="http://schemas.openxmlformats.org/drawingml/2006/main" noGrp="1"/>
          </p:cNvSpPr>
          <p:nvPr/>
        </p:nvSpPr>
        <p:spPr>
          <a:xfrm xmlns:a="http://schemas.openxmlformats.org/drawingml/2006/main">
            <a:off x="3919031" y="3445426"/>
            <a:ext cx="108016" cy="108016"/>
          </a:xfrm>
          <a:custGeom xmlns:a="http://schemas.openxmlformats.org/drawingml/2006/main">
            <a:pathLst>
              <a:path w="116657" h="116657">
                <a:moveTo>
                  <a:pt x="58328" y="116657"/>
                </a:moveTo>
                <a:cubicBezTo>
                  <a:pt x="73797" y="116657"/>
                  <a:pt x="88635" y="110511"/>
                  <a:pt x="99573" y="99573"/>
                </a:cubicBezTo>
                <a:cubicBezTo>
                  <a:pt x="110511" y="88635"/>
                  <a:pt x="116657" y="73797"/>
                  <a:pt x="116657" y="58328"/>
                </a:cubicBezTo>
                <a:cubicBezTo>
                  <a:pt x="116657" y="42860"/>
                  <a:pt x="110511" y="28022"/>
                  <a:pt x="99573" y="17084"/>
                </a:cubicBezTo>
                <a:cubicBezTo>
                  <a:pt x="88635" y="6146"/>
                  <a:pt x="73797" y="0"/>
                  <a:pt x="58328" y="0"/>
                </a:cubicBezTo>
                <a:cubicBezTo>
                  <a:pt x="42860" y="0"/>
                  <a:pt x="28022" y="6146"/>
                  <a:pt x="17084" y="17084"/>
                </a:cubicBezTo>
                <a:cubicBezTo>
                  <a:pt x="6146" y="28022"/>
                  <a:pt x="0" y="42860"/>
                  <a:pt x="0" y="58328"/>
                </a:cubicBezTo>
                <a:cubicBezTo>
                  <a:pt x="0" y="73797"/>
                  <a:pt x="6146" y="88635"/>
                  <a:pt x="17084" y="99573"/>
                </a:cubicBezTo>
                <a:cubicBezTo>
                  <a:pt x="28022" y="110511"/>
                  <a:pt x="42860" y="116657"/>
                  <a:pt x="58328" y="116657"/>
                </a:cubicBezTo>
                <a:close/>
              </a:path>
            </a:pathLst>
          </a:custGeom>
          <a:solidFill xmlns:a="http://schemas.openxmlformats.org/drawingml/2006/main">
            <a:srgbClr val="14295B"/>
          </a:solidFill>
          <a:ln xmlns:a="http://schemas.openxmlformats.org/drawingml/2006/main" w="8819">
            <a:solidFill>
              <a:srgbClr val="14295B"/>
            </a:solidFill>
            <a:prstDash val="solid"/>
          </a:ln>
        </p:spPr>
      </p:sp>
      <p:sp>
        <p:nvSpPr>
          <p:cNvPr id="1192" name="">
            <a:extLst xmlns:a="http://schemas.openxmlformats.org/drawingml/2006/main">
              <a:ext uri="{FF2B5EF4-FFF2-40B4-BE49-F238E27FC236}">
                <a16:creationId xmlns:a16="http://schemas.microsoft.com/office/drawing/2014/main" id="{EB7A68E0-ECDE-41A0-8D62-E8C91EFC3C31}"/>
              </a:ext>
            </a:extLst>
          </p:cNvPr>
          <p:cNvSpPr>
            <a:spLocks xmlns:a="http://schemas.openxmlformats.org/drawingml/2006/main" noGrp="1"/>
          </p:cNvSpPr>
          <p:nvPr/>
        </p:nvSpPr>
        <p:spPr>
          <a:xfrm xmlns:a="http://schemas.openxmlformats.org/drawingml/2006/main" rot="0">
            <a:off x="2508211" y="2766978"/>
            <a:ext cx="39338"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1</a:t>
            </a:r>
          </a:p>
        </p:txBody>
      </p:sp>
      <p:sp>
        <p:nvSpPr>
          <p:cNvPr id="1193" name="">
            <a:extLst xmlns:a="http://schemas.openxmlformats.org/drawingml/2006/main">
              <a:ext uri="{FF2B5EF4-FFF2-40B4-BE49-F238E27FC236}">
                <a16:creationId xmlns:a16="http://schemas.microsoft.com/office/drawing/2014/main" id="{BD2813E5-435B-4D02-A67F-FA0BB872232A}"/>
              </a:ext>
            </a:extLst>
          </p:cNvPr>
          <p:cNvSpPr>
            <a:spLocks xmlns:a="http://schemas.openxmlformats.org/drawingml/2006/main" noGrp="1"/>
          </p:cNvSpPr>
          <p:nvPr/>
        </p:nvSpPr>
        <p:spPr>
          <a:xfrm xmlns:a="http://schemas.openxmlformats.org/drawingml/2006/main" rot="0">
            <a:off x="3873964" y="3752314"/>
            <a:ext cx="66770"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2</a:t>
            </a:r>
          </a:p>
        </p:txBody>
      </p:sp>
      <p:sp>
        <p:nvSpPr>
          <p:cNvPr id="1194" name="">
            <a:extLst xmlns:a="http://schemas.openxmlformats.org/drawingml/2006/main">
              <a:ext uri="{FF2B5EF4-FFF2-40B4-BE49-F238E27FC236}">
                <a16:creationId xmlns:a16="http://schemas.microsoft.com/office/drawing/2014/main" id="{D6D97410-24F4-413E-8BB8-BDE05B052B1B}"/>
              </a:ext>
            </a:extLst>
          </p:cNvPr>
          <p:cNvSpPr>
            <a:spLocks xmlns:a="http://schemas.openxmlformats.org/drawingml/2006/main" noGrp="1"/>
          </p:cNvSpPr>
          <p:nvPr/>
        </p:nvSpPr>
        <p:spPr>
          <a:xfrm xmlns:a="http://schemas.openxmlformats.org/drawingml/2006/main" rot="0">
            <a:off x="3938891" y="3423868"/>
            <a:ext cx="68294" cy="19431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850" b="0">
                <a:solidFill>
                  <a:srgbClr val="FBFCFE"/>
                </a:solidFill>
                <a:latin typeface="Poppins"/>
                <a:ea typeface="Poppins"/>
                <a:cs typeface="Poppins"/>
              </a:defRPr>
            </a:defPPr>
            <a:lvl1pPr>
              <a:defRPr sz="850" b="0">
                <a:solidFill>
                  <a:srgbClr val="FBFCFE"/>
                </a:solidFill>
                <a:latin typeface="Poppins"/>
                <a:ea typeface="Poppins"/>
                <a:cs typeface="Poppins"/>
              </a:defRPr>
            </a:lvl1pPr>
            <a:lvl2pPr>
              <a:defRPr sz="850" b="0">
                <a:solidFill>
                  <a:srgbClr val="FBFCFE"/>
                </a:solidFill>
                <a:latin typeface="Poppins"/>
                <a:ea typeface="Poppins"/>
                <a:cs typeface="Poppins"/>
              </a:defRPr>
            </a:lvl2pPr>
            <a:lvl3pPr>
              <a:defRPr sz="850" b="0">
                <a:solidFill>
                  <a:srgbClr val="FBFCFE"/>
                </a:solidFill>
                <a:latin typeface="Poppins"/>
                <a:ea typeface="Poppins"/>
                <a:cs typeface="Poppins"/>
              </a:defRPr>
            </a:lvl3pPr>
            <a:lvl4pPr>
              <a:defRPr sz="850" b="0">
                <a:solidFill>
                  <a:srgbClr val="FBFCFE"/>
                </a:solidFill>
                <a:latin typeface="Poppins"/>
                <a:ea typeface="Poppins"/>
                <a:cs typeface="Poppins"/>
              </a:defRPr>
            </a:lvl4pPr>
            <a:lvl5pPr>
              <a:defRPr sz="850" b="0">
                <a:solidFill>
                  <a:srgbClr val="FBFCFE"/>
                </a:solidFill>
                <a:latin typeface="Poppins"/>
                <a:ea typeface="Poppins"/>
                <a:cs typeface="Poppins"/>
              </a:defRPr>
            </a:lvl5pPr>
            <a:lvl6pPr>
              <a:defRPr sz="850" b="0">
                <a:solidFill>
                  <a:srgbClr val="FBFCFE"/>
                </a:solidFill>
                <a:latin typeface="Poppins"/>
                <a:ea typeface="Poppins"/>
                <a:cs typeface="Poppins"/>
              </a:defRPr>
            </a:lvl6pPr>
            <a:lvl7pPr>
              <a:defRPr sz="850" b="0">
                <a:solidFill>
                  <a:srgbClr val="FBFCFE"/>
                </a:solidFill>
                <a:latin typeface="Poppins"/>
                <a:ea typeface="Poppins"/>
                <a:cs typeface="Poppins"/>
              </a:defRPr>
            </a:lvl7pPr>
            <a:lvl8pPr>
              <a:defRPr sz="850" b="0">
                <a:solidFill>
                  <a:srgbClr val="FBFCFE"/>
                </a:solidFill>
                <a:latin typeface="Poppins"/>
                <a:ea typeface="Poppins"/>
                <a:cs typeface="Poppins"/>
              </a:defRPr>
            </a:lvl8pPr>
            <a:lvl9pPr>
              <a:defRPr sz="850" b="0">
                <a:solidFill>
                  <a:srgbClr val="FBFCFE"/>
                </a:solidFill>
                <a:latin typeface="Poppins"/>
                <a:ea typeface="Poppins"/>
                <a:cs typeface="Poppins"/>
              </a:defRPr>
            </a:lvl9pPr>
          </a:lstStyle>
          <a:p xmlns:a="http://schemas.openxmlformats.org/drawingml/2006/main">
            <a:pPr>
              <a:defRPr sz="850" b="0">
                <a:solidFill>
                  <a:srgbClr val="FBFCFE"/>
                </a:solidFill>
                <a:latin typeface="Poppins"/>
                <a:ea typeface="Poppins"/>
                <a:cs typeface="Poppins"/>
              </a:defRPr>
            </a:pPr>
            <a:r>
              <a:rPr sz="850" b="0">
                <a:solidFill>
                  <a:srgbClr val="FBFCFE"/>
                </a:solidFill>
                <a:latin typeface="Poppins"/>
                <a:ea typeface="Poppins"/>
                <a:cs typeface="Poppins"/>
              </a:rPr>
              <a:t>3</a:t>
            </a:r>
          </a:p>
        </p:txBody>
      </p:sp>
      <p:sp>
        <p:nvSpPr>
          <p:cNvPr id="1195" name="">
            <a:extLst xmlns:a="http://schemas.openxmlformats.org/drawingml/2006/main">
              <a:ext uri="{FF2B5EF4-FFF2-40B4-BE49-F238E27FC236}">
                <a16:creationId xmlns:a16="http://schemas.microsoft.com/office/drawing/2014/main" id="{EA2C1468-9F2E-420B-8F97-5B0974D56DD5}"/>
              </a:ext>
            </a:extLst>
          </p:cNvPr>
          <p:cNvSpPr>
            <a:spLocks xmlns:a="http://schemas.openxmlformats.org/drawingml/2006/main" noGrp="1"/>
          </p:cNvSpPr>
          <p:nvPr/>
        </p:nvSpPr>
        <p:spPr>
          <a:xfrm xmlns:a="http://schemas.openxmlformats.org/drawingml/2006/main" rot="0">
            <a:off x="4747451" y="2745294"/>
            <a:ext cx="101612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1  Senoko West</a:t>
            </a:r>
          </a:p>
        </p:txBody>
      </p:sp>
      <p:sp>
        <p:nvSpPr>
          <p:cNvPr id="1196" name="">
            <a:extLst xmlns:a="http://schemas.openxmlformats.org/drawingml/2006/main">
              <a:ext uri="{FF2B5EF4-FFF2-40B4-BE49-F238E27FC236}">
                <a16:creationId xmlns:a16="http://schemas.microsoft.com/office/drawing/2014/main" id="{DB704665-CA8A-47D0-8E1E-17CAA9CAE7FB}"/>
              </a:ext>
            </a:extLst>
          </p:cNvPr>
          <p:cNvSpPr>
            <a:spLocks xmlns:a="http://schemas.openxmlformats.org/drawingml/2006/main" noGrp="1"/>
          </p:cNvSpPr>
          <p:nvPr/>
        </p:nvSpPr>
        <p:spPr>
          <a:xfrm xmlns:a="http://schemas.openxmlformats.org/drawingml/2006/main" rot="0">
            <a:off x="4747451" y="2892512"/>
            <a:ext cx="100926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2C5EAA"/>
                </a:solidFill>
                <a:latin typeface="Poppins"/>
                <a:ea typeface="Poppins"/>
                <a:cs typeface="Poppins"/>
              </a:defRPr>
            </a:defPPr>
            <a:lvl1pPr>
              <a:defRPr sz="1200" b="0">
                <a:solidFill>
                  <a:srgbClr val="2C5EAA"/>
                </a:solidFill>
                <a:latin typeface="Poppins"/>
                <a:ea typeface="Poppins"/>
                <a:cs typeface="Poppins"/>
              </a:defRPr>
            </a:lvl1pPr>
            <a:lvl2pPr>
              <a:defRPr sz="1200" b="0">
                <a:solidFill>
                  <a:srgbClr val="2C5EAA"/>
                </a:solidFill>
                <a:latin typeface="Poppins"/>
                <a:ea typeface="Poppins"/>
                <a:cs typeface="Poppins"/>
              </a:defRPr>
            </a:lvl2pPr>
            <a:lvl3pPr>
              <a:defRPr sz="1200" b="0">
                <a:solidFill>
                  <a:srgbClr val="2C5EAA"/>
                </a:solidFill>
                <a:latin typeface="Poppins"/>
                <a:ea typeface="Poppins"/>
                <a:cs typeface="Poppins"/>
              </a:defRPr>
            </a:lvl3pPr>
            <a:lvl4pPr>
              <a:defRPr sz="1200" b="0">
                <a:solidFill>
                  <a:srgbClr val="2C5EAA"/>
                </a:solidFill>
                <a:latin typeface="Poppins"/>
                <a:ea typeface="Poppins"/>
                <a:cs typeface="Poppins"/>
              </a:defRPr>
            </a:lvl4pPr>
            <a:lvl5pPr>
              <a:defRPr sz="1200" b="0">
                <a:solidFill>
                  <a:srgbClr val="2C5EAA"/>
                </a:solidFill>
                <a:latin typeface="Poppins"/>
                <a:ea typeface="Poppins"/>
                <a:cs typeface="Poppins"/>
              </a:defRPr>
            </a:lvl5pPr>
            <a:lvl6pPr>
              <a:defRPr sz="1200" b="0">
                <a:solidFill>
                  <a:srgbClr val="2C5EAA"/>
                </a:solidFill>
                <a:latin typeface="Poppins"/>
                <a:ea typeface="Poppins"/>
                <a:cs typeface="Poppins"/>
              </a:defRPr>
            </a:lvl6pPr>
            <a:lvl7pPr>
              <a:defRPr sz="1200" b="0">
                <a:solidFill>
                  <a:srgbClr val="2C5EAA"/>
                </a:solidFill>
                <a:latin typeface="Poppins"/>
                <a:ea typeface="Poppins"/>
                <a:cs typeface="Poppins"/>
              </a:defRPr>
            </a:lvl7pPr>
            <a:lvl8pPr>
              <a:defRPr sz="1200" b="0">
                <a:solidFill>
                  <a:srgbClr val="2C5EAA"/>
                </a:solidFill>
                <a:latin typeface="Poppins"/>
                <a:ea typeface="Poppins"/>
                <a:cs typeface="Poppins"/>
              </a:defRPr>
            </a:lvl8pPr>
            <a:lvl9pPr>
              <a:defRPr sz="1200" b="0">
                <a:solidFill>
                  <a:srgbClr val="2C5EAA"/>
                </a:solidFill>
                <a:latin typeface="Poppins"/>
                <a:ea typeface="Poppins"/>
                <a:cs typeface="Poppins"/>
              </a:defRPr>
            </a:lvl9pPr>
          </a:lstStyle>
          <a:p xmlns:a="http://schemas.openxmlformats.org/drawingml/2006/main">
            <a:pPr>
              <a:defRPr sz="1200" b="0">
                <a:solidFill>
                  <a:srgbClr val="2C5EAA"/>
                </a:solidFill>
                <a:latin typeface="Poppins"/>
                <a:ea typeface="Poppins"/>
                <a:cs typeface="Poppins"/>
              </a:defRPr>
            </a:pPr>
            <a:r>
              <a:rPr sz="1200" b="0">
                <a:solidFill>
                  <a:srgbClr val="2C5EAA"/>
                </a:solidFill>
                <a:latin typeface="Poppins"/>
                <a:ea typeface="Poppins"/>
                <a:cs typeface="Poppins"/>
              </a:rPr>
              <a:t>+26.8% share</a:t>
            </a:r>
          </a:p>
        </p:txBody>
      </p:sp>
      <p:sp>
        <p:nvSpPr>
          <p:cNvPr id="1197" name="">
            <a:extLst xmlns:a="http://schemas.openxmlformats.org/drawingml/2006/main">
              <a:ext uri="{FF2B5EF4-FFF2-40B4-BE49-F238E27FC236}">
                <a16:creationId xmlns:a16="http://schemas.microsoft.com/office/drawing/2014/main" id="{A1250550-78C3-4FFA-8EB0-B64DF68B8D96}"/>
              </a:ext>
            </a:extLst>
          </p:cNvPr>
          <p:cNvSpPr>
            <a:spLocks xmlns:a="http://schemas.openxmlformats.org/drawingml/2006/main" noGrp="1"/>
          </p:cNvSpPr>
          <p:nvPr/>
        </p:nvSpPr>
        <p:spPr>
          <a:xfrm xmlns:a="http://schemas.openxmlformats.org/drawingml/2006/main" rot="0">
            <a:off x="4747451" y="3039730"/>
            <a:ext cx="91382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+0.880 taxis</a:t>
            </a:r>
          </a:p>
        </p:txBody>
      </p:sp>
      <p:sp>
        <p:nvSpPr>
          <p:cNvPr id="1198" name="">
            <a:extLst xmlns:a="http://schemas.openxmlformats.org/drawingml/2006/main">
              <a:ext uri="{FF2B5EF4-FFF2-40B4-BE49-F238E27FC236}">
                <a16:creationId xmlns:a16="http://schemas.microsoft.com/office/drawing/2014/main" id="{954215F2-EAD5-4A6D-9AB7-98D9F0F67D32}"/>
              </a:ext>
            </a:extLst>
          </p:cNvPr>
          <p:cNvSpPr>
            <a:spLocks xmlns:a="http://schemas.openxmlformats.org/drawingml/2006/main" noGrp="1"/>
          </p:cNvSpPr>
          <p:nvPr/>
        </p:nvSpPr>
        <p:spPr>
          <a:xfrm xmlns:a="http://schemas.openxmlformats.org/drawingml/2006/main" rot="0">
            <a:off x="4747451" y="3334167"/>
            <a:ext cx="85620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2  Cell 48018</a:t>
            </a:r>
          </a:p>
        </p:txBody>
      </p:sp>
      <p:sp>
        <p:nvSpPr>
          <p:cNvPr id="1199" name="">
            <a:extLst xmlns:a="http://schemas.openxmlformats.org/drawingml/2006/main">
              <a:ext uri="{FF2B5EF4-FFF2-40B4-BE49-F238E27FC236}">
                <a16:creationId xmlns:a16="http://schemas.microsoft.com/office/drawing/2014/main" id="{9FD61A1A-5AC2-4BF4-AE2C-BD699021DFBB}"/>
              </a:ext>
            </a:extLst>
          </p:cNvPr>
          <p:cNvSpPr>
            <a:spLocks xmlns:a="http://schemas.openxmlformats.org/drawingml/2006/main" noGrp="1"/>
          </p:cNvSpPr>
          <p:nvPr/>
        </p:nvSpPr>
        <p:spPr>
          <a:xfrm xmlns:a="http://schemas.openxmlformats.org/drawingml/2006/main" rot="0">
            <a:off x="4747451" y="3481386"/>
            <a:ext cx="995648"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2C5EAA"/>
                </a:solidFill>
                <a:latin typeface="Poppins"/>
                <a:ea typeface="Poppins"/>
                <a:cs typeface="Poppins"/>
              </a:defRPr>
            </a:defPPr>
            <a:lvl1pPr>
              <a:defRPr sz="1200" b="0">
                <a:solidFill>
                  <a:srgbClr val="2C5EAA"/>
                </a:solidFill>
                <a:latin typeface="Poppins"/>
                <a:ea typeface="Poppins"/>
                <a:cs typeface="Poppins"/>
              </a:defRPr>
            </a:lvl1pPr>
            <a:lvl2pPr>
              <a:defRPr sz="1200" b="0">
                <a:solidFill>
                  <a:srgbClr val="2C5EAA"/>
                </a:solidFill>
                <a:latin typeface="Poppins"/>
                <a:ea typeface="Poppins"/>
                <a:cs typeface="Poppins"/>
              </a:defRPr>
            </a:lvl2pPr>
            <a:lvl3pPr>
              <a:defRPr sz="1200" b="0">
                <a:solidFill>
                  <a:srgbClr val="2C5EAA"/>
                </a:solidFill>
                <a:latin typeface="Poppins"/>
                <a:ea typeface="Poppins"/>
                <a:cs typeface="Poppins"/>
              </a:defRPr>
            </a:lvl3pPr>
            <a:lvl4pPr>
              <a:defRPr sz="1200" b="0">
                <a:solidFill>
                  <a:srgbClr val="2C5EAA"/>
                </a:solidFill>
                <a:latin typeface="Poppins"/>
                <a:ea typeface="Poppins"/>
                <a:cs typeface="Poppins"/>
              </a:defRPr>
            </a:lvl4pPr>
            <a:lvl5pPr>
              <a:defRPr sz="1200" b="0">
                <a:solidFill>
                  <a:srgbClr val="2C5EAA"/>
                </a:solidFill>
                <a:latin typeface="Poppins"/>
                <a:ea typeface="Poppins"/>
                <a:cs typeface="Poppins"/>
              </a:defRPr>
            </a:lvl5pPr>
            <a:lvl6pPr>
              <a:defRPr sz="1200" b="0">
                <a:solidFill>
                  <a:srgbClr val="2C5EAA"/>
                </a:solidFill>
                <a:latin typeface="Poppins"/>
                <a:ea typeface="Poppins"/>
                <a:cs typeface="Poppins"/>
              </a:defRPr>
            </a:lvl6pPr>
            <a:lvl7pPr>
              <a:defRPr sz="1200" b="0">
                <a:solidFill>
                  <a:srgbClr val="2C5EAA"/>
                </a:solidFill>
                <a:latin typeface="Poppins"/>
                <a:ea typeface="Poppins"/>
                <a:cs typeface="Poppins"/>
              </a:defRPr>
            </a:lvl7pPr>
            <a:lvl8pPr>
              <a:defRPr sz="1200" b="0">
                <a:solidFill>
                  <a:srgbClr val="2C5EAA"/>
                </a:solidFill>
                <a:latin typeface="Poppins"/>
                <a:ea typeface="Poppins"/>
                <a:cs typeface="Poppins"/>
              </a:defRPr>
            </a:lvl8pPr>
            <a:lvl9pPr>
              <a:defRPr sz="1200" b="0">
                <a:solidFill>
                  <a:srgbClr val="2C5EAA"/>
                </a:solidFill>
                <a:latin typeface="Poppins"/>
                <a:ea typeface="Poppins"/>
                <a:cs typeface="Poppins"/>
              </a:defRPr>
            </a:lvl9pPr>
          </a:lstStyle>
          <a:p xmlns:a="http://schemas.openxmlformats.org/drawingml/2006/main">
            <a:pPr>
              <a:defRPr sz="1200" b="0">
                <a:solidFill>
                  <a:srgbClr val="2C5EAA"/>
                </a:solidFill>
                <a:latin typeface="Poppins"/>
                <a:ea typeface="Poppins"/>
                <a:cs typeface="Poppins"/>
              </a:defRPr>
            </a:pPr>
            <a:r>
              <a:rPr sz="1200" b="0">
                <a:solidFill>
                  <a:srgbClr val="2C5EAA"/>
                </a:solidFill>
                <a:latin typeface="Poppins"/>
                <a:ea typeface="Poppins"/>
                <a:cs typeface="Poppins"/>
              </a:rPr>
              <a:t>+27.8% share</a:t>
            </a:r>
          </a:p>
        </p:txBody>
      </p:sp>
      <p:sp>
        <p:nvSpPr>
          <p:cNvPr id="1200" name="">
            <a:extLst xmlns:a="http://schemas.openxmlformats.org/drawingml/2006/main">
              <a:ext uri="{FF2B5EF4-FFF2-40B4-BE49-F238E27FC236}">
                <a16:creationId xmlns:a16="http://schemas.microsoft.com/office/drawing/2014/main" id="{2CB73F78-CE54-45C8-B464-8CFE6973A934}"/>
              </a:ext>
            </a:extLst>
          </p:cNvPr>
          <p:cNvSpPr>
            <a:spLocks xmlns:a="http://schemas.openxmlformats.org/drawingml/2006/main" noGrp="1"/>
          </p:cNvSpPr>
          <p:nvPr/>
        </p:nvSpPr>
        <p:spPr>
          <a:xfrm xmlns:a="http://schemas.openxmlformats.org/drawingml/2006/main" rot="0">
            <a:off x="4747451" y="3628604"/>
            <a:ext cx="90744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+0.083 taxis</a:t>
            </a:r>
          </a:p>
        </p:txBody>
      </p:sp>
      <p:sp>
        <p:nvSpPr>
          <p:cNvPr id="1201" name="">
            <a:extLst xmlns:a="http://schemas.openxmlformats.org/drawingml/2006/main">
              <a:ext uri="{FF2B5EF4-FFF2-40B4-BE49-F238E27FC236}">
                <a16:creationId xmlns:a16="http://schemas.microsoft.com/office/drawing/2014/main" id="{DBB26142-AB6B-4DC1-8FA3-256421D0237B}"/>
              </a:ext>
            </a:extLst>
          </p:cNvPr>
          <p:cNvSpPr>
            <a:spLocks xmlns:a="http://schemas.openxmlformats.org/drawingml/2006/main" noGrp="1"/>
          </p:cNvSpPr>
          <p:nvPr/>
        </p:nvSpPr>
        <p:spPr>
          <a:xfrm xmlns:a="http://schemas.openxmlformats.org/drawingml/2006/main" rot="0">
            <a:off x="4747451" y="3775822"/>
            <a:ext cx="1326737" cy="20574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00" b="0">
                <a:solidFill>
                  <a:srgbClr val="5A6683"/>
                </a:solidFill>
                <a:latin typeface="Poppins"/>
                <a:ea typeface="Poppins"/>
                <a:cs typeface="Poppins"/>
              </a:defRPr>
            </a:defPPr>
            <a:lvl1pPr>
              <a:defRPr sz="900" b="0">
                <a:solidFill>
                  <a:srgbClr val="5A6683"/>
                </a:solidFill>
                <a:latin typeface="Poppins"/>
                <a:ea typeface="Poppins"/>
                <a:cs typeface="Poppins"/>
              </a:defRPr>
            </a:lvl1pPr>
            <a:lvl2pPr>
              <a:defRPr sz="900" b="0">
                <a:solidFill>
                  <a:srgbClr val="5A6683"/>
                </a:solidFill>
                <a:latin typeface="Poppins"/>
                <a:ea typeface="Poppins"/>
                <a:cs typeface="Poppins"/>
              </a:defRPr>
            </a:lvl2pPr>
            <a:lvl3pPr>
              <a:defRPr sz="900" b="0">
                <a:solidFill>
                  <a:srgbClr val="5A6683"/>
                </a:solidFill>
                <a:latin typeface="Poppins"/>
                <a:ea typeface="Poppins"/>
                <a:cs typeface="Poppins"/>
              </a:defRPr>
            </a:lvl3pPr>
            <a:lvl4pPr>
              <a:defRPr sz="900" b="0">
                <a:solidFill>
                  <a:srgbClr val="5A6683"/>
                </a:solidFill>
                <a:latin typeface="Poppins"/>
                <a:ea typeface="Poppins"/>
                <a:cs typeface="Poppins"/>
              </a:defRPr>
            </a:lvl4pPr>
            <a:lvl5pPr>
              <a:defRPr sz="900" b="0">
                <a:solidFill>
                  <a:srgbClr val="5A6683"/>
                </a:solidFill>
                <a:latin typeface="Poppins"/>
                <a:ea typeface="Poppins"/>
                <a:cs typeface="Poppins"/>
              </a:defRPr>
            </a:lvl5pPr>
            <a:lvl6pPr>
              <a:defRPr sz="900" b="0">
                <a:solidFill>
                  <a:srgbClr val="5A6683"/>
                </a:solidFill>
                <a:latin typeface="Poppins"/>
                <a:ea typeface="Poppins"/>
                <a:cs typeface="Poppins"/>
              </a:defRPr>
            </a:lvl6pPr>
            <a:lvl7pPr>
              <a:defRPr sz="900" b="0">
                <a:solidFill>
                  <a:srgbClr val="5A6683"/>
                </a:solidFill>
                <a:latin typeface="Poppins"/>
                <a:ea typeface="Poppins"/>
                <a:cs typeface="Poppins"/>
              </a:defRPr>
            </a:lvl7pPr>
            <a:lvl8pPr>
              <a:defRPr sz="900" b="0">
                <a:solidFill>
                  <a:srgbClr val="5A6683"/>
                </a:solidFill>
                <a:latin typeface="Poppins"/>
                <a:ea typeface="Poppins"/>
                <a:cs typeface="Poppins"/>
              </a:defRPr>
            </a:lvl8pPr>
            <a:lvl9pPr>
              <a:defRPr sz="900" b="0">
                <a:solidFill>
                  <a:srgbClr val="5A6683"/>
                </a:solidFill>
                <a:latin typeface="Poppins"/>
                <a:ea typeface="Poppins"/>
                <a:cs typeface="Poppins"/>
              </a:defRPr>
            </a:lvl9pPr>
          </a:lstStyle>
          <a:p xmlns:a="http://schemas.openxmlformats.org/drawingml/2006/main">
            <a:pPr>
              <a:defRPr sz="900" b="0">
                <a:solidFill>
                  <a:srgbClr val="5A6683"/>
                </a:solidFill>
                <a:latin typeface="Poppins"/>
                <a:ea typeface="Poppins"/>
                <a:cs typeface="Poppins"/>
              </a:defRPr>
            </a:pPr>
            <a:r>
              <a:rPr sz="900" b="0">
                <a:solidFill>
                  <a:srgbClr val="5A6683"/>
                </a:solidFill>
                <a:latin typeface="Poppins"/>
                <a:ea typeface="Poppins"/>
                <a:cs typeface="Poppins"/>
              </a:rPr>
              <a:t>&lt;4 expected; unnamed</a:t>
            </a:r>
          </a:p>
        </p:txBody>
      </p:sp>
      <p:sp>
        <p:nvSpPr>
          <p:cNvPr id="1202" name="">
            <a:extLst xmlns:a="http://schemas.openxmlformats.org/drawingml/2006/main">
              <a:ext uri="{FF2B5EF4-FFF2-40B4-BE49-F238E27FC236}">
                <a16:creationId xmlns:a16="http://schemas.microsoft.com/office/drawing/2014/main" id="{0A5AF42F-A912-4A53-9E3C-B79857DBF229}"/>
              </a:ext>
            </a:extLst>
          </p:cNvPr>
          <p:cNvSpPr>
            <a:spLocks xmlns:a="http://schemas.openxmlformats.org/drawingml/2006/main" noGrp="1"/>
          </p:cNvSpPr>
          <p:nvPr/>
        </p:nvSpPr>
        <p:spPr>
          <a:xfrm xmlns:a="http://schemas.openxmlformats.org/drawingml/2006/main" rot="0">
            <a:off x="4747451" y="3923041"/>
            <a:ext cx="88773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3  Cell 49023</a:t>
            </a:r>
          </a:p>
        </p:txBody>
      </p:sp>
      <p:sp>
        <p:nvSpPr>
          <p:cNvPr id="1203" name="">
            <a:extLst xmlns:a="http://schemas.openxmlformats.org/drawingml/2006/main">
              <a:ext uri="{FF2B5EF4-FFF2-40B4-BE49-F238E27FC236}">
                <a16:creationId xmlns:a16="http://schemas.microsoft.com/office/drawing/2014/main" id="{D7078466-DBE2-461D-8132-62079918E19F}"/>
              </a:ext>
            </a:extLst>
          </p:cNvPr>
          <p:cNvSpPr>
            <a:spLocks xmlns:a="http://schemas.openxmlformats.org/drawingml/2006/main" noGrp="1"/>
          </p:cNvSpPr>
          <p:nvPr/>
        </p:nvSpPr>
        <p:spPr>
          <a:xfrm xmlns:a="http://schemas.openxmlformats.org/drawingml/2006/main" rot="0">
            <a:off x="4747451" y="4070259"/>
            <a:ext cx="96078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2C5EAA"/>
                </a:solidFill>
                <a:latin typeface="Poppins"/>
                <a:ea typeface="Poppins"/>
                <a:cs typeface="Poppins"/>
              </a:defRPr>
            </a:defPPr>
            <a:lvl1pPr>
              <a:defRPr sz="1200" b="0">
                <a:solidFill>
                  <a:srgbClr val="2C5EAA"/>
                </a:solidFill>
                <a:latin typeface="Poppins"/>
                <a:ea typeface="Poppins"/>
                <a:cs typeface="Poppins"/>
              </a:defRPr>
            </a:lvl1pPr>
            <a:lvl2pPr>
              <a:defRPr sz="1200" b="0">
                <a:solidFill>
                  <a:srgbClr val="2C5EAA"/>
                </a:solidFill>
                <a:latin typeface="Poppins"/>
                <a:ea typeface="Poppins"/>
                <a:cs typeface="Poppins"/>
              </a:defRPr>
            </a:lvl2pPr>
            <a:lvl3pPr>
              <a:defRPr sz="1200" b="0">
                <a:solidFill>
                  <a:srgbClr val="2C5EAA"/>
                </a:solidFill>
                <a:latin typeface="Poppins"/>
                <a:ea typeface="Poppins"/>
                <a:cs typeface="Poppins"/>
              </a:defRPr>
            </a:lvl3pPr>
            <a:lvl4pPr>
              <a:defRPr sz="1200" b="0">
                <a:solidFill>
                  <a:srgbClr val="2C5EAA"/>
                </a:solidFill>
                <a:latin typeface="Poppins"/>
                <a:ea typeface="Poppins"/>
                <a:cs typeface="Poppins"/>
              </a:defRPr>
            </a:lvl4pPr>
            <a:lvl5pPr>
              <a:defRPr sz="1200" b="0">
                <a:solidFill>
                  <a:srgbClr val="2C5EAA"/>
                </a:solidFill>
                <a:latin typeface="Poppins"/>
                <a:ea typeface="Poppins"/>
                <a:cs typeface="Poppins"/>
              </a:defRPr>
            </a:lvl5pPr>
            <a:lvl6pPr>
              <a:defRPr sz="1200" b="0">
                <a:solidFill>
                  <a:srgbClr val="2C5EAA"/>
                </a:solidFill>
                <a:latin typeface="Poppins"/>
                <a:ea typeface="Poppins"/>
                <a:cs typeface="Poppins"/>
              </a:defRPr>
            </a:lvl6pPr>
            <a:lvl7pPr>
              <a:defRPr sz="1200" b="0">
                <a:solidFill>
                  <a:srgbClr val="2C5EAA"/>
                </a:solidFill>
                <a:latin typeface="Poppins"/>
                <a:ea typeface="Poppins"/>
                <a:cs typeface="Poppins"/>
              </a:defRPr>
            </a:lvl7pPr>
            <a:lvl8pPr>
              <a:defRPr sz="1200" b="0">
                <a:solidFill>
                  <a:srgbClr val="2C5EAA"/>
                </a:solidFill>
                <a:latin typeface="Poppins"/>
                <a:ea typeface="Poppins"/>
                <a:cs typeface="Poppins"/>
              </a:defRPr>
            </a:lvl8pPr>
            <a:lvl9pPr>
              <a:defRPr sz="1200" b="0">
                <a:solidFill>
                  <a:srgbClr val="2C5EAA"/>
                </a:solidFill>
                <a:latin typeface="Poppins"/>
                <a:ea typeface="Poppins"/>
                <a:cs typeface="Poppins"/>
              </a:defRPr>
            </a:lvl9pPr>
          </a:lstStyle>
          <a:p xmlns:a="http://schemas.openxmlformats.org/drawingml/2006/main">
            <a:pPr>
              <a:defRPr sz="1200" b="0">
                <a:solidFill>
                  <a:srgbClr val="2C5EAA"/>
                </a:solidFill>
                <a:latin typeface="Poppins"/>
                <a:ea typeface="Poppins"/>
                <a:cs typeface="Poppins"/>
              </a:defRPr>
            </a:pPr>
            <a:r>
              <a:rPr sz="1200" b="0">
                <a:solidFill>
                  <a:srgbClr val="2C5EAA"/>
                </a:solidFill>
                <a:latin typeface="Poppins"/>
                <a:ea typeface="Poppins"/>
                <a:cs typeface="Poppins"/>
              </a:rPr>
              <a:t>+21.5% share</a:t>
            </a:r>
          </a:p>
        </p:txBody>
      </p:sp>
      <p:sp>
        <p:nvSpPr>
          <p:cNvPr id="1204" name="">
            <a:extLst xmlns:a="http://schemas.openxmlformats.org/drawingml/2006/main">
              <a:ext uri="{FF2B5EF4-FFF2-40B4-BE49-F238E27FC236}">
                <a16:creationId xmlns:a16="http://schemas.microsoft.com/office/drawing/2014/main" id="{E488F48A-8A87-45A2-B251-1ADF3873811D}"/>
              </a:ext>
            </a:extLst>
          </p:cNvPr>
          <p:cNvSpPr>
            <a:spLocks xmlns:a="http://schemas.openxmlformats.org/drawingml/2006/main" noGrp="1"/>
          </p:cNvSpPr>
          <p:nvPr/>
        </p:nvSpPr>
        <p:spPr>
          <a:xfrm xmlns:a="http://schemas.openxmlformats.org/drawingml/2006/main" rot="0">
            <a:off x="4747451" y="4217478"/>
            <a:ext cx="90744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+0.083 taxis</a:t>
            </a:r>
          </a:p>
        </p:txBody>
      </p:sp>
      <p:sp>
        <p:nvSpPr>
          <p:cNvPr id="1205" name="">
            <a:extLst xmlns:a="http://schemas.openxmlformats.org/drawingml/2006/main">
              <a:ext uri="{FF2B5EF4-FFF2-40B4-BE49-F238E27FC236}">
                <a16:creationId xmlns:a16="http://schemas.microsoft.com/office/drawing/2014/main" id="{5DFD8448-E65C-4898-94F0-384241BAF654}"/>
              </a:ext>
            </a:extLst>
          </p:cNvPr>
          <p:cNvSpPr>
            <a:spLocks xmlns:a="http://schemas.openxmlformats.org/drawingml/2006/main" noGrp="1"/>
          </p:cNvSpPr>
          <p:nvPr/>
        </p:nvSpPr>
        <p:spPr>
          <a:xfrm xmlns:a="http://schemas.openxmlformats.org/drawingml/2006/main" rot="0">
            <a:off x="4747451" y="4364696"/>
            <a:ext cx="1326737" cy="20574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900" b="0">
                <a:solidFill>
                  <a:srgbClr val="5A6683"/>
                </a:solidFill>
                <a:latin typeface="Poppins"/>
                <a:ea typeface="Poppins"/>
                <a:cs typeface="Poppins"/>
              </a:defRPr>
            </a:defPPr>
            <a:lvl1pPr>
              <a:defRPr sz="900" b="0">
                <a:solidFill>
                  <a:srgbClr val="5A6683"/>
                </a:solidFill>
                <a:latin typeface="Poppins"/>
                <a:ea typeface="Poppins"/>
                <a:cs typeface="Poppins"/>
              </a:defRPr>
            </a:lvl1pPr>
            <a:lvl2pPr>
              <a:defRPr sz="900" b="0">
                <a:solidFill>
                  <a:srgbClr val="5A6683"/>
                </a:solidFill>
                <a:latin typeface="Poppins"/>
                <a:ea typeface="Poppins"/>
                <a:cs typeface="Poppins"/>
              </a:defRPr>
            </a:lvl2pPr>
            <a:lvl3pPr>
              <a:defRPr sz="900" b="0">
                <a:solidFill>
                  <a:srgbClr val="5A6683"/>
                </a:solidFill>
                <a:latin typeface="Poppins"/>
                <a:ea typeface="Poppins"/>
                <a:cs typeface="Poppins"/>
              </a:defRPr>
            </a:lvl3pPr>
            <a:lvl4pPr>
              <a:defRPr sz="900" b="0">
                <a:solidFill>
                  <a:srgbClr val="5A6683"/>
                </a:solidFill>
                <a:latin typeface="Poppins"/>
                <a:ea typeface="Poppins"/>
                <a:cs typeface="Poppins"/>
              </a:defRPr>
            </a:lvl4pPr>
            <a:lvl5pPr>
              <a:defRPr sz="900" b="0">
                <a:solidFill>
                  <a:srgbClr val="5A6683"/>
                </a:solidFill>
                <a:latin typeface="Poppins"/>
                <a:ea typeface="Poppins"/>
                <a:cs typeface="Poppins"/>
              </a:defRPr>
            </a:lvl5pPr>
            <a:lvl6pPr>
              <a:defRPr sz="900" b="0">
                <a:solidFill>
                  <a:srgbClr val="5A6683"/>
                </a:solidFill>
                <a:latin typeface="Poppins"/>
                <a:ea typeface="Poppins"/>
                <a:cs typeface="Poppins"/>
              </a:defRPr>
            </a:lvl6pPr>
            <a:lvl7pPr>
              <a:defRPr sz="900" b="0">
                <a:solidFill>
                  <a:srgbClr val="5A6683"/>
                </a:solidFill>
                <a:latin typeface="Poppins"/>
                <a:ea typeface="Poppins"/>
                <a:cs typeface="Poppins"/>
              </a:defRPr>
            </a:lvl7pPr>
            <a:lvl8pPr>
              <a:defRPr sz="900" b="0">
                <a:solidFill>
                  <a:srgbClr val="5A6683"/>
                </a:solidFill>
                <a:latin typeface="Poppins"/>
                <a:ea typeface="Poppins"/>
                <a:cs typeface="Poppins"/>
              </a:defRPr>
            </a:lvl8pPr>
            <a:lvl9pPr>
              <a:defRPr sz="900" b="0">
                <a:solidFill>
                  <a:srgbClr val="5A6683"/>
                </a:solidFill>
                <a:latin typeface="Poppins"/>
                <a:ea typeface="Poppins"/>
                <a:cs typeface="Poppins"/>
              </a:defRPr>
            </a:lvl9pPr>
          </a:lstStyle>
          <a:p xmlns:a="http://schemas.openxmlformats.org/drawingml/2006/main">
            <a:pPr>
              <a:defRPr sz="900" b="0">
                <a:solidFill>
                  <a:srgbClr val="5A6683"/>
                </a:solidFill>
                <a:latin typeface="Poppins"/>
                <a:ea typeface="Poppins"/>
                <a:cs typeface="Poppins"/>
              </a:defRPr>
            </a:pPr>
            <a:r>
              <a:rPr sz="900" b="0">
                <a:solidFill>
                  <a:srgbClr val="5A6683"/>
                </a:solidFill>
                <a:latin typeface="Poppins"/>
                <a:ea typeface="Poppins"/>
                <a:cs typeface="Poppins"/>
              </a:rPr>
              <a:t>&lt;4 expected; unnamed</a:t>
            </a:r>
          </a:p>
        </p:txBody>
      </p:sp>
      <p:sp>
        <p:nvSpPr>
          <p:cNvPr id="1206" name="Editable chart path">
            <a:extLst xmlns:a="http://schemas.openxmlformats.org/drawingml/2006/main">
              <a:ext uri="{FF2B5EF4-FFF2-40B4-BE49-F238E27FC236}">
                <a16:creationId xmlns:a16="http://schemas.microsoft.com/office/drawing/2014/main" id="{DC4FF55E-8C29-45A1-99D3-13986C02A88C}"/>
              </a:ext>
            </a:extLst>
          </p:cNvPr>
          <p:cNvSpPr>
            <a:spLocks xmlns:a="http://schemas.openxmlformats.org/drawingml/2006/main" noGrp="1"/>
          </p:cNvSpPr>
          <p:nvPr/>
        </p:nvSpPr>
        <p:spPr>
          <a:xfrm xmlns:a="http://schemas.openxmlformats.org/drawingml/2006/main">
            <a:off x="1303909" y="4725732"/>
            <a:ext cx="3048381" cy="77114"/>
          </a:xfrm>
          <a:custGeom xmlns:a="http://schemas.openxmlformats.org/drawingml/2006/main">
            <a:pathLst>
              <a:path w="3292251" h="83284">
                <a:moveTo>
                  <a:pt x="0" y="83284"/>
                </a:moveTo>
                <a:lnTo>
                  <a:pt x="3292251" y="83284"/>
                </a:lnTo>
                <a:lnTo>
                  <a:pt x="3292251" y="0"/>
                </a:lnTo>
                <a:lnTo>
                  <a:pt x="0" y="0"/>
                </a:lnTo>
                <a:close/>
              </a:path>
            </a:pathLst>
          </a:custGeom>
          <a:solidFill xmlns:a="http://schemas.openxmlformats.org/drawingml/2006/main">
            <a:srgbClr val="FBFCFE"/>
          </a:solidFill>
          <a:ln xmlns:a="http://schemas.openxmlformats.org/drawingml/2006/main" w="0">
            <a:noFill/>
            <a:prstDash val="solid"/>
          </a:ln>
        </p:spPr>
      </p:sp>
      <p:pic>
        <p:nvPicPr>
          <p:cNvPr id="1207" name="">
            <a:extLst xmlns:a="http://schemas.openxmlformats.org/drawingml/2006/main">
              <a:ext uri="{FF2B5EF4-FFF2-40B4-BE49-F238E27FC236}">
                <a16:creationId xmlns:a16="http://schemas.microsoft.com/office/drawing/2014/main" id="{10800ABC-7E86-4831-B254-36E885AFBA93}"/>
              </a:ext>
            </a:extLst>
          </p:cNvPr>
          <p:cNvPicPr>
            <a:picLocks xmlns:a="http://schemas.openxmlformats.org/drawingml/2006/main" noChangeAspect="1"/>
          </p:cNvPicPr>
          <p:nvPr/>
        </p:nvPicPr>
        <p:blipFill>
          <a:blip xmlns:r="http://schemas.openxmlformats.org/officeDocument/2006/relationships" xmlns:a="http://schemas.openxmlformats.org/drawingml/2006/main" r:embed="Re577c36ed40b45c9"/>
          <a:stretch xmlns:a="http://schemas.openxmlformats.org/drawingml/2006/main"/>
        </p:blipFill>
        <p:spPr>
          <a:xfrm xmlns:a="http://schemas.openxmlformats.org/drawingml/2006/main" flipH="0" flipV="1">
            <a:off x="1304925" y="4724995"/>
            <a:ext cx="3048000" cy="79375"/>
          </a:xfrm>
          <a:prstGeom xmlns:a="http://schemas.openxmlformats.org/drawingml/2006/main" prst="rect">
            <a:avLst/>
          </a:prstGeom>
        </p:spPr>
      </p:pic>
      <p:sp>
        <p:nvSpPr>
          <p:cNvPr id="1208" name="">
            <a:extLst xmlns:a="http://schemas.openxmlformats.org/drawingml/2006/main">
              <a:ext uri="{FF2B5EF4-FFF2-40B4-BE49-F238E27FC236}">
                <a16:creationId xmlns:a16="http://schemas.microsoft.com/office/drawing/2014/main" id="{A62C3B1F-73D7-49F3-9F3A-90ADF8A3D4CC}"/>
              </a:ext>
            </a:extLst>
          </p:cNvPr>
          <p:cNvSpPr>
            <a:spLocks xmlns:a="http://schemas.openxmlformats.org/drawingml/2006/main" noGrp="1"/>
          </p:cNvSpPr>
          <p:nvPr/>
        </p:nvSpPr>
        <p:spPr>
          <a:xfrm xmlns:a="http://schemas.openxmlformats.org/drawingml/2006/main" rot="0">
            <a:off x="1175322" y="4846943"/>
            <a:ext cx="25717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1209" name="">
            <a:extLst xmlns:a="http://schemas.openxmlformats.org/drawingml/2006/main">
              <a:ext uri="{FF2B5EF4-FFF2-40B4-BE49-F238E27FC236}">
                <a16:creationId xmlns:a16="http://schemas.microsoft.com/office/drawing/2014/main" id="{BD20AE9C-B21B-4170-A74C-86F3EDD8C6CF}"/>
              </a:ext>
            </a:extLst>
          </p:cNvPr>
          <p:cNvSpPr>
            <a:spLocks xmlns:a="http://schemas.openxmlformats.org/drawingml/2006/main" noGrp="1"/>
          </p:cNvSpPr>
          <p:nvPr/>
        </p:nvSpPr>
        <p:spPr>
          <a:xfrm xmlns:a="http://schemas.openxmlformats.org/drawingml/2006/main" rot="0">
            <a:off x="1941179" y="4846943"/>
            <a:ext cx="24965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1210" name="">
            <a:extLst xmlns:a="http://schemas.openxmlformats.org/drawingml/2006/main">
              <a:ext uri="{FF2B5EF4-FFF2-40B4-BE49-F238E27FC236}">
                <a16:creationId xmlns:a16="http://schemas.microsoft.com/office/drawing/2014/main" id="{3D84FFD4-0438-4A8A-9C9B-037119C57B61}"/>
              </a:ext>
            </a:extLst>
          </p:cNvPr>
          <p:cNvSpPr>
            <a:spLocks xmlns:a="http://schemas.openxmlformats.org/drawingml/2006/main" noGrp="1"/>
          </p:cNvSpPr>
          <p:nvPr/>
        </p:nvSpPr>
        <p:spPr>
          <a:xfrm xmlns:a="http://schemas.openxmlformats.org/drawingml/2006/main" rot="0">
            <a:off x="2781903" y="4846943"/>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211" name="">
            <a:extLst xmlns:a="http://schemas.openxmlformats.org/drawingml/2006/main">
              <a:ext uri="{FF2B5EF4-FFF2-40B4-BE49-F238E27FC236}">
                <a16:creationId xmlns:a16="http://schemas.microsoft.com/office/drawing/2014/main" id="{1CD50151-FDC9-42F9-84B7-C8EC7DF691E0}"/>
              </a:ext>
            </a:extLst>
          </p:cNvPr>
          <p:cNvSpPr>
            <a:spLocks xmlns:a="http://schemas.openxmlformats.org/drawingml/2006/main" noGrp="1"/>
          </p:cNvSpPr>
          <p:nvPr/>
        </p:nvSpPr>
        <p:spPr>
          <a:xfrm xmlns:a="http://schemas.openxmlformats.org/drawingml/2006/main" rot="0">
            <a:off x="3503851" y="4846943"/>
            <a:ext cx="17268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1212" name="">
            <a:extLst xmlns:a="http://schemas.openxmlformats.org/drawingml/2006/main">
              <a:ext uri="{FF2B5EF4-FFF2-40B4-BE49-F238E27FC236}">
                <a16:creationId xmlns:a16="http://schemas.microsoft.com/office/drawing/2014/main" id="{318EE214-9815-4BD6-B224-03C197B3325F}"/>
              </a:ext>
            </a:extLst>
          </p:cNvPr>
          <p:cNvSpPr>
            <a:spLocks xmlns:a="http://schemas.openxmlformats.org/drawingml/2006/main" noGrp="1"/>
          </p:cNvSpPr>
          <p:nvPr/>
        </p:nvSpPr>
        <p:spPr>
          <a:xfrm xmlns:a="http://schemas.openxmlformats.org/drawingml/2006/main" rot="0">
            <a:off x="4262183" y="4846943"/>
            <a:ext cx="18021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1213" name="">
            <a:extLst xmlns:a="http://schemas.openxmlformats.org/drawingml/2006/main">
              <a:ext uri="{FF2B5EF4-FFF2-40B4-BE49-F238E27FC236}">
                <a16:creationId xmlns:a16="http://schemas.microsoft.com/office/drawing/2014/main" id="{5509A12D-CF19-4538-BB3E-A7DD1E40A4F1}"/>
              </a:ext>
            </a:extLst>
          </p:cNvPr>
          <p:cNvSpPr>
            <a:spLocks xmlns:a="http://schemas.openxmlformats.org/drawingml/2006/main" noGrp="1"/>
          </p:cNvSpPr>
          <p:nvPr/>
        </p:nvSpPr>
        <p:spPr>
          <a:xfrm xmlns:a="http://schemas.openxmlformats.org/drawingml/2006/main" rot="0">
            <a:off x="1965373" y="5113079"/>
            <a:ext cx="1725454"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 vacant taxis vs normal</a:t>
            </a:r>
          </a:p>
        </p:txBody>
      </p:sp>
      <p:sp>
        <p:nvSpPr>
          <p:cNvPr id="1214" name="">
            <a:extLst xmlns:a="http://schemas.openxmlformats.org/drawingml/2006/main">
              <a:ext uri="{FF2B5EF4-FFF2-40B4-BE49-F238E27FC236}">
                <a16:creationId xmlns:a16="http://schemas.microsoft.com/office/drawing/2014/main" id="{FE8D2B37-22FB-47CD-AC1D-068103F420CD}"/>
              </a:ext>
            </a:extLst>
          </p:cNvPr>
          <p:cNvSpPr>
            <a:spLocks xmlns:a="http://schemas.openxmlformats.org/drawingml/2006/main" noGrp="1"/>
          </p:cNvSpPr>
          <p:nvPr/>
        </p:nvSpPr>
        <p:spPr>
          <a:xfrm xmlns:a="http://schemas.openxmlformats.org/drawingml/2006/main" rot="0">
            <a:off x="4747451" y="2220047"/>
            <a:ext cx="135597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Absolute-gain cells</a:t>
            </a:r>
          </a:p>
        </p:txBody>
      </p:sp>
      <p:sp>
        <p:nvSpPr>
          <p:cNvPr id="1215" name="">
            <a:extLst xmlns:a="http://schemas.openxmlformats.org/drawingml/2006/main">
              <a:ext uri="{FF2B5EF4-FFF2-40B4-BE49-F238E27FC236}">
                <a16:creationId xmlns:a16="http://schemas.microsoft.com/office/drawing/2014/main" id="{A3915C9B-A2F7-4A08-9248-C6DF84915671}"/>
              </a:ext>
            </a:extLst>
          </p:cNvPr>
          <p:cNvSpPr>
            <a:spLocks xmlns:a="http://schemas.openxmlformats.org/drawingml/2006/main" noGrp="1"/>
          </p:cNvSpPr>
          <p:nvPr/>
        </p:nvSpPr>
        <p:spPr>
          <a:xfrm xmlns:a="http://schemas.openxmlformats.org/drawingml/2006/main" rot="0">
            <a:off x="1106329" y="5392253"/>
            <a:ext cx="391877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Share gains do not necessarily mean more vacant taxis.</a:t>
            </a:r>
          </a:p>
        </p:txBody>
      </p:sp>
    </p:spTree>
    <p:extLst>
      <p:ext uri="{BB962C8B-B14F-4D97-AF65-F5344CB8AC3E}">
        <p14:creationId xmlns:p14="http://schemas.microsoft.com/office/powerpoint/2010/main" val="57320179"/>
      </p:ext>
    </p:extLst>
  </p:cSld>
</p:sld>
</file>

<file path=ppt/slides/slide13.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E9297738-D3D7-44B3-8189-AAD889DF4381}"/>
              </a:ext>
            </a:extLst>
          </p:cNvPr>
          <p:cNvSpPr>
            <a:spLocks xmlns:a="http://schemas.openxmlformats.org/drawingml/2006/main" noGrp="1"/>
          </p:cNvSpPr>
          <p:nvPr/>
        </p:nvSpPr>
        <p:spPr>
          <a:xfrm xmlns:a="http://schemas.openxmlformats.org/drawingml/2006/main">
            <a:off x="812800" y="812800"/>
            <a:ext cx="4983559" cy="31363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75"/>
              </a:lnSpc>
              <a:buNone/>
            </a:pPr>
            <a:r>
              <a:rPr sz="1196" b="1" spc="100">
                <a:solidFill>
                  <a:srgbClr val="2C5EAA"/>
                </a:solidFill>
                <a:latin typeface="Poppins"/>
                <a:ea typeface="Poppins"/>
                <a:cs typeface="Poppins"/>
              </a:rPr>
              <a:t>Q2 · PLANNING VIEW · REGRESSION ON NEA FORECASTS</a:t>
            </a:r>
            <a:endParaRPr sz="1196"/>
          </a:p>
        </p:txBody>
      </p:sp>
      <p:sp>
        <p:nvSpPr>
          <p:cNvPr id="3" name="Text 1">
            <a:extLst xmlns:a="http://schemas.openxmlformats.org/drawingml/2006/main">
              <a:ext uri="{FF2B5EF4-FFF2-40B4-BE49-F238E27FC236}">
                <a16:creationId xmlns:a16="http://schemas.microsoft.com/office/drawing/2014/main" id="{69B784D8-228D-4D6D-90BB-CBBC0486C132}"/>
              </a:ext>
            </a:extLst>
          </p:cNvPr>
          <p:cNvSpPr>
            <a:spLocks xmlns:a="http://schemas.openxmlformats.org/drawingml/2006/main" noGrp="1"/>
          </p:cNvSpPr>
          <p:nvPr>
            <p:ph type="title" idx="0"/>
          </p:nvPr>
        </p:nvSpPr>
        <p:spPr>
          <a:xfrm xmlns:a="http://schemas.openxmlformats.org/drawingml/2006/main">
            <a:off x="812800" y="1215330"/>
            <a:ext cx="10883392" cy="555625"/>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WHEN SHOWERS ARE FORECAST</a:t>
            </a:r>
            <a:endParaRPr sz="4000"/>
          </a:p>
        </p:txBody>
      </p:sp>
      <p:sp>
        <p:nvSpPr>
          <p:cNvPr id="4" name="Shape 2">
            <a:extLst xmlns:a="http://schemas.openxmlformats.org/drawingml/2006/main">
              <a:ext uri="{FF2B5EF4-FFF2-40B4-BE49-F238E27FC236}">
                <a16:creationId xmlns:a16="http://schemas.microsoft.com/office/drawing/2014/main" id="{5CFE1A78-AEF6-4C7C-8180-37B17873C7EC}"/>
              </a:ext>
            </a:extLst>
          </p:cNvPr>
          <p:cNvSpPr>
            <a:spLocks xmlns:a="http://schemas.openxmlformats.org/drawingml/2006/main" noGrp="1"/>
          </p:cNvSpPr>
          <p:nvPr/>
        </p:nvSpPr>
        <p:spPr>
          <a:xfrm xmlns:a="http://schemas.openxmlformats.org/drawingml/2006/main">
            <a:off x="812800" y="1990378"/>
            <a:ext cx="5207000" cy="3860800"/>
          </a:xfrm>
          <a:prstGeom xmlns:a="http://schemas.openxmlformats.org/drawingml/2006/main" prst="roundRect">
            <a:avLst>
              <a:gd name="adj" fmla="val 4276"/>
            </a:avLst>
          </a:prstGeom>
          <a:solidFill xmlns:a="http://schemas.openxmlformats.org/drawingml/2006/main">
            <a:srgbClr val="FBFCFE"/>
          </a:solidFill>
        </p:spPr>
      </p:sp>
      <p:sp>
        <p:nvSpPr>
          <p:cNvPr id="6" name="Text 3">
            <a:extLst xmlns:a="http://schemas.openxmlformats.org/drawingml/2006/main">
              <a:ext uri="{FF2B5EF4-FFF2-40B4-BE49-F238E27FC236}">
                <a16:creationId xmlns:a16="http://schemas.microsoft.com/office/drawing/2014/main" id="{E6E6073F-C651-4BA7-A955-F093F0902560}"/>
              </a:ext>
            </a:extLst>
          </p:cNvPr>
          <p:cNvSpPr>
            <a:spLocks xmlns:a="http://schemas.openxmlformats.org/drawingml/2006/main" noGrp="1"/>
          </p:cNvSpPr>
          <p:nvPr/>
        </p:nvSpPr>
        <p:spPr>
          <a:xfrm xmlns:a="http://schemas.openxmlformats.org/drawingml/2006/main">
            <a:off x="6273800" y="2695426"/>
            <a:ext cx="5258562" cy="53975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025"/>
              </a:lnSpc>
              <a:buNone/>
            </a:pPr>
            <a:r>
              <a:rPr sz="1500">
                <a:solidFill>
                  <a:srgbClr val="14203A"/>
                </a:solidFill>
                <a:latin typeface="Poppins"/>
                <a:ea typeface="Poppins"/>
                <a:cs typeface="Poppins"/>
              </a:rPr>
              <a:t>Vacant taxis </a:t>
            </a:r>
            <a:r>
              <a:rPr sz="1500">
                <a:solidFill>
                  <a:srgbClr val="14203A"/>
                </a:solidFill>
                <a:latin typeface="Poppins"/>
                <a:ea typeface="Poppins"/>
                <a:cs typeface="Poppins"/>
              </a:rPr>
              <a:t>are about </a:t>
            </a:r>
            <a:r>
              <a:rPr sz="1500" b="1">
                <a:solidFill>
                  <a:srgbClr val="14203A"/>
                </a:solidFill>
                <a:latin typeface="Poppins"/>
                <a:ea typeface="Poppins"/>
                <a:cs typeface="Poppins"/>
              </a:rPr>
              <a:t>7% below normal</a:t>
            </a:r>
            <a:r>
              <a:rPr sz="1500">
                <a:solidFill>
                  <a:srgbClr val="14203A"/>
                </a:solidFill>
                <a:latin typeface="Poppins"/>
                <a:ea typeface="Poppins"/>
                <a:cs typeface="Poppins"/>
              </a:rPr>
              <a:t>. The biggest gaps, in taxis per half-hour:</a:t>
            </a:r>
            <a:endParaRPr sz="1500"/>
          </a:p>
        </p:txBody>
      </p:sp>
      <p:graphicFrame>
        <p:nvGraphicFramePr>
          <p:cNvPr id="7" name="Table 0">
            <a:extLst xmlns:a="http://schemas.openxmlformats.org/drawingml/2006/main">
              <a:ext uri="{FF2B5EF4-FFF2-40B4-BE49-F238E27FC236}">
                <a16:creationId xmlns:a16="http://schemas.microsoft.com/office/drawing/2014/main" id="{010C69E8-2776-48AA-85FF-004E1FC7E049}"/>
              </a:ext>
            </a:extLst>
          </p:cNvPr>
          <p:cNvGraphicFramePr/>
          <p:nvPr/>
        </p:nvGraphicFramePr>
        <p:xfrm>
          <a:off xmlns:a="http://schemas.openxmlformats.org/drawingml/2006/main" x="6286500" y="3349476"/>
          <a:ext xmlns:a="http://schemas.openxmlformats.org/drawingml/2006/main" cx="5092700" cy="1796604"/>
        </p:xfrm>
        <a:graphic xmlns:a="http://schemas.openxmlformats.org/drawingml/2006/main">
          <a:graphicData uri="http://schemas.openxmlformats.org/drawingml/2006/table">
            <a:tbl>
              <a:tblPr/>
              <a:tblGrid>
                <a:gridCol w="2037080"/>
                <a:gridCol w="1833372"/>
                <a:gridCol w="1222248"/>
              </a:tblGrid>
              <a:tr h="359321">
                <a:tc>
                  <a:txBody>
                    <a:bodyPr/>
                    <a:lstStyle/>
                    <a:p>
                      <a:pPr marL="0" indent="0">
                        <a:lnSpc>
                          <a:spcPts val="1820"/>
                        </a:lnSpc>
                        <a:buNone/>
                      </a:pPr>
                      <a:r>
                        <a:rPr sz="1300" b="1">
                          <a:solidFill>
                            <a:srgbClr val="5A6683"/>
                          </a:solidFill>
                          <a:latin typeface="Poppins"/>
                          <a:ea typeface="Poppins"/>
                          <a:cs typeface="Poppins"/>
                        </a:rPr>
                        <a:t>Area</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1B2B6"/>
                      </a:solidFill>
                      <a:prstDash val="solid"/>
                    </a:lnR>
                    <a:lnT w="12700" cmpd="sng">
                      <a:solidFill>
                        <a:srgbClr val="BEC0C4"/>
                      </a:solidFill>
                      <a:prstDash val="solid"/>
                    </a:lnT>
                    <a:lnB w="12700" cmpd="sng">
                      <a:solidFill>
                        <a:srgbClr val="B1B2B6"/>
                      </a:solidFill>
                      <a:prstDash val="solid"/>
                    </a:lnB>
                    <a:solidFill>
                      <a:srgbClr val="DDDFE4"/>
                    </a:solidFill>
                  </a:tcPr>
                </a:tc>
                <a:tc>
                  <a:txBody>
                    <a:bodyPr/>
                    <a:lstStyle/>
                    <a:p>
                      <a:pPr marL="0" indent="0">
                        <a:lnSpc>
                          <a:spcPts val="1820"/>
                        </a:lnSpc>
                        <a:buNone/>
                      </a:pPr>
                      <a:r>
                        <a:rPr sz="1300" b="1">
                          <a:solidFill>
                            <a:srgbClr val="5A6683"/>
                          </a:solidFill>
                          <a:latin typeface="Poppins"/>
                          <a:ea typeface="Poppins"/>
                          <a:cs typeface="Poppins"/>
                        </a:rPr>
                        <a:t>When</a:t>
                      </a:r>
                      <a:endParaRPr sz="1300">
                        <a:latin typeface="Poppins"/>
                        <a:ea typeface="Poppins"/>
                        <a:cs typeface="Poppins"/>
                      </a:endParaRPr>
                    </a:p>
                  </a:txBody>
                  <a:tcPr marL="57785" marR="57785" marT="57785" marB="57785" anchor="t">
                    <a:lnL w="12700" cmpd="sng">
                      <a:solidFill>
                        <a:srgbClr val="B1B2B6"/>
                      </a:solidFill>
                      <a:prstDash val="solid"/>
                    </a:lnL>
                    <a:lnR w="12700" cmpd="sng">
                      <a:solidFill>
                        <a:srgbClr val="B1B2B6"/>
                      </a:solidFill>
                      <a:prstDash val="solid"/>
                    </a:lnR>
                    <a:lnT w="12700" cmpd="sng">
                      <a:solidFill>
                        <a:srgbClr val="BEC0C4"/>
                      </a:solidFill>
                      <a:prstDash val="solid"/>
                    </a:lnT>
                    <a:lnB w="12700" cmpd="sng">
                      <a:solidFill>
                        <a:srgbClr val="B1B2B6"/>
                      </a:solidFill>
                      <a:prstDash val="solid"/>
                    </a:lnB>
                    <a:solidFill>
                      <a:srgbClr val="DDDFE4"/>
                    </a:solidFill>
                  </a:tcPr>
                </a:tc>
                <a:tc>
                  <a:txBody>
                    <a:bodyPr/>
                    <a:lstStyle/>
                    <a:p>
                      <a:pPr marL="0" indent="0" algn="r">
                        <a:lnSpc>
                          <a:spcPts val="1820"/>
                        </a:lnSpc>
                        <a:buNone/>
                      </a:pPr>
                      <a:r>
                        <a:rPr sz="1300" b="1">
                          <a:solidFill>
                            <a:srgbClr val="5A6683"/>
                          </a:solidFill>
                          <a:latin typeface="Poppins"/>
                          <a:ea typeface="Poppins"/>
                          <a:cs typeface="Poppins"/>
                        </a:rPr>
                        <a:t>Fewer</a:t>
                      </a:r>
                      <a:endParaRPr sz="1300">
                        <a:latin typeface="Poppins"/>
                        <a:ea typeface="Poppins"/>
                        <a:cs typeface="Poppins"/>
                      </a:endParaRPr>
                    </a:p>
                  </a:txBody>
                  <a:tcPr marL="57785" marR="57785" marT="57785" marB="57785" anchor="t">
                    <a:lnL w="12700" cmpd="sng">
                      <a:solidFill>
                        <a:srgbClr val="B1B2B6"/>
                      </a:solidFill>
                      <a:prstDash val="solid"/>
                    </a:lnL>
                    <a:lnR w="12700" cmpd="sng">
                      <a:solidFill>
                        <a:srgbClr val="B1B2B6"/>
                      </a:solidFill>
                      <a:prstDash val="solid"/>
                    </a:lnR>
                    <a:lnT w="12700" cmpd="sng">
                      <a:solidFill>
                        <a:srgbClr val="BEC0C4"/>
                      </a:solidFill>
                      <a:prstDash val="solid"/>
                    </a:lnT>
                    <a:lnB w="12700" cmpd="sng">
                      <a:solidFill>
                        <a:srgbClr val="B1B2B6"/>
                      </a:solidFill>
                      <a:prstDash val="solid"/>
                    </a:lnB>
                    <a:solidFill>
                      <a:srgbClr val="DDDFE4"/>
                    </a:solidFill>
                  </a:tcPr>
                </a:tc>
              </a:tr>
              <a:tr h="359321">
                <a:tc>
                  <a:txBody>
                    <a:bodyPr/>
                    <a:lstStyle/>
                    <a:p>
                      <a:pPr marL="0" indent="0">
                        <a:lnSpc>
                          <a:spcPts val="1820"/>
                        </a:lnSpc>
                        <a:buNone/>
                      </a:pPr>
                      <a:r>
                        <a:rPr sz="1300">
                          <a:solidFill>
                            <a:srgbClr val="14203A"/>
                          </a:solidFill>
                          <a:latin typeface="Poppins"/>
                          <a:ea typeface="Poppins"/>
                          <a:cs typeface="Poppins"/>
                        </a:rPr>
                        <a:t>Changi</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1B2B6"/>
                      </a:solidFill>
                      <a:prstDash val="solid"/>
                    </a:lnT>
                    <a:lnB w="12700" cmpd="sng">
                      <a:solidFill>
                        <a:srgbClr val="BEC0C4"/>
                      </a:solidFill>
                      <a:prstDash val="solid"/>
                    </a:lnB>
                  </a:tcPr>
                </a:tc>
                <a:tc>
                  <a:txBody>
                    <a:bodyPr/>
                    <a:lstStyle/>
                    <a:p>
                      <a:pPr marL="0" indent="0">
                        <a:lnSpc>
                          <a:spcPts val="1820"/>
                        </a:lnSpc>
                        <a:buNone/>
                      </a:pPr>
                      <a:r>
                        <a:rPr sz="1300">
                          <a:solidFill>
                            <a:srgbClr val="14203A"/>
                          </a:solidFill>
                          <a:latin typeface="Poppins"/>
                          <a:ea typeface="Poppins"/>
                          <a:cs typeface="Poppins"/>
                        </a:rPr>
                        <a:t>00:00–10:00</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1B2B6"/>
                      </a:solidFill>
                      <a:prstDash val="solid"/>
                    </a:lnT>
                    <a:lnB w="12700" cmpd="sng">
                      <a:solidFill>
                        <a:srgbClr val="BEC0C4"/>
                      </a:solidFill>
                      <a:prstDash val="solid"/>
                    </a:lnB>
                  </a:tcPr>
                </a:tc>
                <a:tc>
                  <a:txBody>
                    <a:bodyPr/>
                    <a:lstStyle/>
                    <a:p>
                      <a:pPr marL="0" indent="0" algn="r">
                        <a:lnSpc>
                          <a:spcPts val="1820"/>
                        </a:lnSpc>
                        <a:buNone/>
                      </a:pPr>
                      <a:r>
                        <a:rPr sz="1300">
                          <a:solidFill>
                            <a:srgbClr val="14203A"/>
                          </a:solidFill>
                          <a:latin typeface="Poppins"/>
                          <a:ea typeface="Poppins"/>
                          <a:cs typeface="Poppins"/>
                        </a:rPr>
                        <a:t>25–33</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1B2B6"/>
                      </a:solidFill>
                      <a:prstDash val="solid"/>
                    </a:lnT>
                    <a:lnB w="12700" cmpd="sng">
                      <a:solidFill>
                        <a:srgbClr val="BEC0C4"/>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Bukit Merah</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EC0C4"/>
                      </a:solidFill>
                      <a:prstDash val="solid"/>
                    </a:lnT>
                    <a:lnB w="12700" cmpd="sng">
                      <a:solidFill>
                        <a:srgbClr val="BEC0C4"/>
                      </a:solidFill>
                      <a:prstDash val="solid"/>
                    </a:lnB>
                  </a:tcPr>
                </a:tc>
                <a:tc>
                  <a:txBody>
                    <a:bodyPr/>
                    <a:lstStyle/>
                    <a:p>
                      <a:pPr marL="0" indent="0">
                        <a:lnSpc>
                          <a:spcPts val="1820"/>
                        </a:lnSpc>
                        <a:buNone/>
                      </a:pPr>
                      <a:r>
                        <a:rPr sz="1300">
                          <a:solidFill>
                            <a:srgbClr val="14203A"/>
                          </a:solidFill>
                          <a:latin typeface="Poppins"/>
                          <a:ea typeface="Poppins"/>
                          <a:cs typeface="Poppins"/>
                        </a:rPr>
                        <a:t>Evening, night</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EC0C4"/>
                      </a:solidFill>
                      <a:prstDash val="solid"/>
                    </a:lnT>
                    <a:lnB w="12700" cmpd="sng">
                      <a:solidFill>
                        <a:srgbClr val="BEC0C4"/>
                      </a:solidFill>
                      <a:prstDash val="solid"/>
                    </a:lnB>
                  </a:tcPr>
                </a:tc>
                <a:tc>
                  <a:txBody>
                    <a:bodyPr/>
                    <a:lstStyle/>
                    <a:p>
                      <a:pPr marL="0" indent="0" algn="r">
                        <a:lnSpc>
                          <a:spcPts val="1820"/>
                        </a:lnSpc>
                        <a:buNone/>
                      </a:pPr>
                      <a:r>
                        <a:rPr sz="1300">
                          <a:solidFill>
                            <a:srgbClr val="14203A"/>
                          </a:solidFill>
                          <a:latin typeface="Poppins"/>
                          <a:ea typeface="Poppins"/>
                          <a:cs typeface="Poppins"/>
                        </a:rPr>
                        <a:t>21–25</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EC0C4"/>
                      </a:solidFill>
                      <a:prstDash val="solid"/>
                    </a:lnT>
                    <a:lnB w="12700" cmpd="sng">
                      <a:solidFill>
                        <a:srgbClr val="BEC0C4"/>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Downtown Core</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EC0C4"/>
                      </a:solidFill>
                      <a:prstDash val="solid"/>
                    </a:lnT>
                    <a:lnB w="12700" cmpd="sng">
                      <a:solidFill>
                        <a:srgbClr val="BEC0C4"/>
                      </a:solidFill>
                      <a:prstDash val="solid"/>
                    </a:lnB>
                  </a:tcPr>
                </a:tc>
                <a:tc>
                  <a:txBody>
                    <a:bodyPr/>
                    <a:lstStyle/>
                    <a:p>
                      <a:pPr marL="0" indent="0">
                        <a:lnSpc>
                          <a:spcPts val="1820"/>
                        </a:lnSpc>
                        <a:buNone/>
                      </a:pPr>
                      <a:r>
                        <a:rPr sz="1300">
                          <a:solidFill>
                            <a:srgbClr val="14203A"/>
                          </a:solidFill>
                          <a:latin typeface="Poppins"/>
                          <a:ea typeface="Poppins"/>
                          <a:cs typeface="Poppins"/>
                        </a:rPr>
                        <a:t>Early morning</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EC0C4"/>
                      </a:solidFill>
                      <a:prstDash val="solid"/>
                    </a:lnT>
                    <a:lnB w="12700" cmpd="sng">
                      <a:solidFill>
                        <a:srgbClr val="BEC0C4"/>
                      </a:solidFill>
                      <a:prstDash val="solid"/>
                    </a:lnB>
                  </a:tcPr>
                </a:tc>
                <a:tc>
                  <a:txBody>
                    <a:bodyPr/>
                    <a:lstStyle/>
                    <a:p>
                      <a:pPr marL="0" indent="0" algn="r">
                        <a:lnSpc>
                          <a:spcPts val="1820"/>
                        </a:lnSpc>
                        <a:buNone/>
                      </a:pPr>
                      <a:r>
                        <a:rPr sz="1300">
                          <a:solidFill>
                            <a:srgbClr val="14203A"/>
                          </a:solidFill>
                          <a:latin typeface="Poppins"/>
                          <a:ea typeface="Poppins"/>
                          <a:cs typeface="Poppins"/>
                        </a:rPr>
                        <a:t>~20</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EC0C4"/>
                      </a:solidFill>
                      <a:prstDash val="solid"/>
                    </a:lnT>
                    <a:lnB w="12700" cmpd="sng">
                      <a:solidFill>
                        <a:srgbClr val="BEC0C4"/>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Geylang, Kallang</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EC0C4"/>
                      </a:solidFill>
                      <a:prstDash val="solid"/>
                    </a:lnT>
                    <a:lnB w="12700" cmpd="sng">
                      <a:solidFill>
                        <a:srgbClr val="BEC0C4"/>
                      </a:solidFill>
                      <a:prstDash val="solid"/>
                    </a:lnB>
                  </a:tcPr>
                </a:tc>
                <a:tc>
                  <a:txBody>
                    <a:bodyPr/>
                    <a:lstStyle/>
                    <a:p>
                      <a:pPr marL="0" indent="0">
                        <a:lnSpc>
                          <a:spcPts val="1820"/>
                        </a:lnSpc>
                        <a:buNone/>
                      </a:pPr>
                      <a:r>
                        <a:rPr sz="1300">
                          <a:solidFill>
                            <a:srgbClr val="14203A"/>
                          </a:solidFill>
                          <a:latin typeface="Poppins"/>
                          <a:ea typeface="Poppins"/>
                          <a:cs typeface="Poppins"/>
                        </a:rPr>
                        <a:t>Both rush hours</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EC0C4"/>
                      </a:solidFill>
                      <a:prstDash val="solid"/>
                    </a:lnT>
                    <a:lnB w="12700" cmpd="sng">
                      <a:solidFill>
                        <a:srgbClr val="BEC0C4"/>
                      </a:solidFill>
                      <a:prstDash val="solid"/>
                    </a:lnB>
                  </a:tcPr>
                </a:tc>
                <a:tc>
                  <a:txBody>
                    <a:bodyPr/>
                    <a:lstStyle/>
                    <a:p>
                      <a:pPr marL="0" indent="0" algn="r">
                        <a:lnSpc>
                          <a:spcPts val="1820"/>
                        </a:lnSpc>
                        <a:buNone/>
                      </a:pPr>
                      <a:r>
                        <a:rPr sz="1300">
                          <a:solidFill>
                            <a:srgbClr val="14203A"/>
                          </a:solidFill>
                          <a:latin typeface="Poppins"/>
                          <a:ea typeface="Poppins"/>
                          <a:cs typeface="Poppins"/>
                        </a:rPr>
                        <a:t>16–18</a:t>
                      </a:r>
                      <a:endParaRPr sz="1300">
                        <a:latin typeface="Poppins"/>
                        <a:ea typeface="Poppins"/>
                        <a:cs typeface="Poppins"/>
                      </a:endParaRPr>
                    </a:p>
                  </a:txBody>
                  <a:tcPr marL="57785" marR="57785" marT="57785" marB="57785" anchor="t">
                    <a:lnL w="12700" cmpd="sng">
                      <a:solidFill>
                        <a:srgbClr val="BEC0C4"/>
                      </a:solidFill>
                      <a:prstDash val="solid"/>
                    </a:lnL>
                    <a:lnR w="12700" cmpd="sng">
                      <a:solidFill>
                        <a:srgbClr val="BEC0C4"/>
                      </a:solidFill>
                      <a:prstDash val="solid"/>
                    </a:lnR>
                    <a:lnT w="12700" cmpd="sng">
                      <a:solidFill>
                        <a:srgbClr val="BEC0C4"/>
                      </a:solidFill>
                      <a:prstDash val="solid"/>
                    </a:lnT>
                    <a:lnB w="12700" cmpd="sng">
                      <a:solidFill>
                        <a:srgbClr val="BEC0C4"/>
                      </a:solidFill>
                      <a:prstDash val="solid"/>
                    </a:lnB>
                  </a:tcPr>
                </a:tc>
              </a:tr>
            </a:tbl>
          </a:graphicData>
        </a:graphic>
      </p:graphicFrame>
      <p:sp>
        <p:nvSpPr>
          <p:cNvPr id="8" name="Text 4">
            <a:extLst xmlns:a="http://schemas.openxmlformats.org/drawingml/2006/main">
              <a:ext uri="{FF2B5EF4-FFF2-40B4-BE49-F238E27FC236}">
                <a16:creationId xmlns:a16="http://schemas.microsoft.com/office/drawing/2014/main" id="{2F696AB6-80A0-4155-8117-3018D684B9D1}"/>
              </a:ext>
            </a:extLst>
          </p:cNvPr>
          <p:cNvSpPr>
            <a:spLocks xmlns:a="http://schemas.openxmlformats.org/drawingml/2006/main" noGrp="1"/>
          </p:cNvSpPr>
          <p:nvPr/>
        </p:nvSpPr>
        <p:spPr>
          <a:xfrm xmlns:a="http://schemas.openxmlformats.org/drawingml/2006/main">
            <a:off x="812800" y="6248400"/>
            <a:ext cx="9143330"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Weekday, whole planning area, vs no-rain model · NEA 2-hour forecast “showers” or “thundery showers”</a:t>
            </a:r>
            <a:endParaRPr sz="1200"/>
          </a:p>
        </p:txBody>
      </p:sp>
      <p:sp>
        <p:nvSpPr>
          <p:cNvPr id="9" name="Text 5">
            <a:extLst xmlns:a="http://schemas.openxmlformats.org/drawingml/2006/main">
              <a:ext uri="{FF2B5EF4-FFF2-40B4-BE49-F238E27FC236}">
                <a16:creationId xmlns:a16="http://schemas.microsoft.com/office/drawing/2014/main" id="{FC5A26DB-7B36-4874-A84C-3D3EF40C07CD}"/>
              </a:ext>
            </a:extLst>
          </p:cNvPr>
          <p:cNvSpPr>
            <a:spLocks xmlns:a="http://schemas.openxmlformats.org/drawingml/2006/main" noGrp="1"/>
          </p:cNvSpPr>
          <p:nvPr/>
        </p:nvSpPr>
        <p:spPr>
          <a:xfrm xmlns:a="http://schemas.openxmlformats.org/drawingml/2006/main">
            <a:off x="11189841" y="6248400"/>
            <a:ext cx="189359"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13</a:t>
            </a:r>
            <a:endParaRPr sz="1200"/>
          </a:p>
        </p:txBody>
      </p:sp>
      <p:sp>
        <p:nvSpPr>
          <p:cNvPr id="10" name="Editable chart path">
            <a:extLst xmlns:a="http://schemas.openxmlformats.org/drawingml/2006/main">
              <a:ext uri="{FF2B5EF4-FFF2-40B4-BE49-F238E27FC236}">
                <a16:creationId xmlns:a16="http://schemas.microsoft.com/office/drawing/2014/main" id="{FE4A38B7-B16F-48BD-96C2-EC3029496B55}"/>
              </a:ext>
            </a:extLst>
          </p:cNvPr>
          <p:cNvSpPr>
            <a:spLocks xmlns:a="http://schemas.openxmlformats.org/drawingml/2006/main" noGrp="1"/>
          </p:cNvSpPr>
          <p:nvPr/>
        </p:nvSpPr>
        <p:spPr>
          <a:xfrm xmlns:a="http://schemas.openxmlformats.org/drawingml/2006/main">
            <a:off x="965200" y="2142778"/>
            <a:ext cx="4902200" cy="3556000"/>
          </a:xfrm>
          <a:custGeom xmlns:a="http://schemas.openxmlformats.org/drawingml/2006/main">
            <a:pathLst>
              <a:path w="5294376" h="3840480">
                <a:moveTo>
                  <a:pt x="0" y="3840480"/>
                </a:moveTo>
                <a:lnTo>
                  <a:pt x="5294376" y="3840480"/>
                </a:lnTo>
                <a:lnTo>
                  <a:pt x="5294376" y="0"/>
                </a:lnTo>
                <a:lnTo>
                  <a:pt x="0" y="0"/>
                </a:lnTo>
                <a:close/>
              </a:path>
            </a:pathLst>
          </a:custGeom>
          <a:solidFill xmlns:a="http://schemas.openxmlformats.org/drawingml/2006/main">
            <a:srgbClr val="FBFCFE"/>
          </a:solidFill>
          <a:ln xmlns:a="http://schemas.openxmlformats.org/drawingml/2006/main" w="0">
            <a:noFill/>
            <a:prstDash val="solid"/>
          </a:ln>
        </p:spPr>
      </p:sp>
      <p:sp>
        <p:nvSpPr>
          <p:cNvPr id="11" name="Editable chart path">
            <a:extLst xmlns:a="http://schemas.openxmlformats.org/drawingml/2006/main">
              <a:ext uri="{FF2B5EF4-FFF2-40B4-BE49-F238E27FC236}">
                <a16:creationId xmlns:a16="http://schemas.microsoft.com/office/drawing/2014/main" id="{31EC96DE-35FF-4D34-893B-683ABD04044F}"/>
              </a:ext>
            </a:extLst>
          </p:cNvPr>
          <p:cNvSpPr>
            <a:spLocks xmlns:a="http://schemas.openxmlformats.org/drawingml/2006/main" noGrp="1"/>
          </p:cNvSpPr>
          <p:nvPr/>
        </p:nvSpPr>
        <p:spPr>
          <a:xfrm xmlns:a="http://schemas.openxmlformats.org/drawingml/2006/main">
            <a:off x="2533904" y="2462818"/>
            <a:ext cx="3137408" cy="2133600"/>
          </a:xfrm>
          <a:custGeom xmlns:a="http://schemas.openxmlformats.org/drawingml/2006/main">
            <a:pathLst>
              <a:path w="3388401" h="2304288">
                <a:moveTo>
                  <a:pt x="0" y="2304288"/>
                </a:moveTo>
                <a:lnTo>
                  <a:pt x="3388401" y="2304288"/>
                </a:lnTo>
                <a:lnTo>
                  <a:pt x="3388401" y="0"/>
                </a:lnTo>
                <a:lnTo>
                  <a:pt x="0" y="0"/>
                </a:lnTo>
                <a:close/>
              </a:path>
            </a:pathLst>
          </a:custGeom>
          <a:solidFill xmlns:a="http://schemas.openxmlformats.org/drawingml/2006/main">
            <a:srgbClr val="FBFCFE"/>
          </a:solidFill>
          <a:ln xmlns:a="http://schemas.openxmlformats.org/drawingml/2006/main" w="0">
            <a:noFill/>
            <a:prstDash val="solid"/>
          </a:ln>
        </p:spPr>
      </p:sp>
      <p:pic>
        <p:nvPicPr>
          <p:cNvPr id="12" name="">
            <a:extLst xmlns:a="http://schemas.openxmlformats.org/drawingml/2006/main">
              <a:ext uri="{FF2B5EF4-FFF2-40B4-BE49-F238E27FC236}">
                <a16:creationId xmlns:a16="http://schemas.microsoft.com/office/drawing/2014/main" id="{680F770C-1DF9-45F8-BA9C-1410DABB0F23}"/>
              </a:ext>
            </a:extLst>
          </p:cNvPr>
          <p:cNvPicPr>
            <a:picLocks xmlns:a="http://schemas.openxmlformats.org/drawingml/2006/main" noChangeAspect="1"/>
          </p:cNvPicPr>
          <p:nvPr/>
        </p:nvPicPr>
        <p:blipFill>
          <a:blip xmlns:r="http://schemas.openxmlformats.org/officeDocument/2006/relationships" xmlns:a="http://schemas.openxmlformats.org/drawingml/2006/main" r:embed="R2b59a248de9846dd"/>
          <a:stretch xmlns:a="http://schemas.openxmlformats.org/drawingml/2006/main"/>
        </p:blipFill>
        <p:spPr>
          <a:xfrm xmlns:a="http://schemas.openxmlformats.org/drawingml/2006/main" flipH="0" flipV="1">
            <a:off x="2533650" y="2463453"/>
            <a:ext cx="3136900" cy="2133600"/>
          </a:xfrm>
          <a:prstGeom xmlns:a="http://schemas.openxmlformats.org/drawingml/2006/main" prst="rect">
            <a:avLst/>
          </a:prstGeom>
        </p:spPr>
      </p:pic>
      <p:sp>
        <p:nvSpPr>
          <p:cNvPr id="13" name="">
            <a:extLst xmlns:a="http://schemas.openxmlformats.org/drawingml/2006/main">
              <a:ext uri="{FF2B5EF4-FFF2-40B4-BE49-F238E27FC236}">
                <a16:creationId xmlns:a16="http://schemas.microsoft.com/office/drawing/2014/main" id="{472C848C-4655-45C5-9C40-9884D8D4E7F5}"/>
              </a:ext>
            </a:extLst>
          </p:cNvPr>
          <p:cNvSpPr>
            <a:spLocks xmlns:a="http://schemas.openxmlformats.org/drawingml/2006/main" noGrp="1"/>
          </p:cNvSpPr>
          <p:nvPr/>
        </p:nvSpPr>
        <p:spPr>
          <a:xfrm xmlns:a="http://schemas.openxmlformats.org/drawingml/2006/main" rot="0">
            <a:off x="2628379" y="4684612"/>
            <a:ext cx="43853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00–07</a:t>
            </a:r>
          </a:p>
        </p:txBody>
      </p:sp>
      <p:sp>
        <p:nvSpPr>
          <p:cNvPr id="14" name="">
            <a:extLst xmlns:a="http://schemas.openxmlformats.org/drawingml/2006/main">
              <a:ext uri="{FF2B5EF4-FFF2-40B4-BE49-F238E27FC236}">
                <a16:creationId xmlns:a16="http://schemas.microsoft.com/office/drawing/2014/main" id="{B9567F87-E6BE-405D-A36F-8888A5A6C607}"/>
              </a:ext>
            </a:extLst>
          </p:cNvPr>
          <p:cNvSpPr>
            <a:spLocks xmlns:a="http://schemas.openxmlformats.org/drawingml/2006/main" noGrp="1"/>
          </p:cNvSpPr>
          <p:nvPr/>
        </p:nvSpPr>
        <p:spPr>
          <a:xfrm xmlns:a="http://schemas.openxmlformats.org/drawingml/2006/main" rot="0">
            <a:off x="3277387" y="4684612"/>
            <a:ext cx="39547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07–10</a:t>
            </a:r>
          </a:p>
        </p:txBody>
      </p:sp>
      <p:sp>
        <p:nvSpPr>
          <p:cNvPr id="15" name="">
            <a:extLst xmlns:a="http://schemas.openxmlformats.org/drawingml/2006/main">
              <a:ext uri="{FF2B5EF4-FFF2-40B4-BE49-F238E27FC236}">
                <a16:creationId xmlns:a16="http://schemas.microsoft.com/office/drawing/2014/main" id="{22E754D9-025B-4C62-8EAB-BA1734036804}"/>
              </a:ext>
            </a:extLst>
          </p:cNvPr>
          <p:cNvSpPr>
            <a:spLocks xmlns:a="http://schemas.openxmlformats.org/drawingml/2006/main" noGrp="1"/>
          </p:cNvSpPr>
          <p:nvPr/>
        </p:nvSpPr>
        <p:spPr>
          <a:xfrm xmlns:a="http://schemas.openxmlformats.org/drawingml/2006/main" rot="0">
            <a:off x="3926348" y="4684612"/>
            <a:ext cx="35252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10–17</a:t>
            </a:r>
          </a:p>
        </p:txBody>
      </p:sp>
      <p:sp>
        <p:nvSpPr>
          <p:cNvPr id="16" name="">
            <a:extLst xmlns:a="http://schemas.openxmlformats.org/drawingml/2006/main">
              <a:ext uri="{FF2B5EF4-FFF2-40B4-BE49-F238E27FC236}">
                <a16:creationId xmlns:a16="http://schemas.microsoft.com/office/drawing/2014/main" id="{9674787F-AEED-4E8D-8CA6-A6829BE471C4}"/>
              </a:ext>
            </a:extLst>
          </p:cNvPr>
          <p:cNvSpPr>
            <a:spLocks xmlns:a="http://schemas.openxmlformats.org/drawingml/2006/main" noGrp="1"/>
          </p:cNvSpPr>
          <p:nvPr/>
        </p:nvSpPr>
        <p:spPr>
          <a:xfrm xmlns:a="http://schemas.openxmlformats.org/drawingml/2006/main" rot="0">
            <a:off x="4536018" y="4684612"/>
            <a:ext cx="388144"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17–20</a:t>
            </a:r>
          </a:p>
        </p:txBody>
      </p:sp>
      <p:sp>
        <p:nvSpPr>
          <p:cNvPr id="17" name="">
            <a:extLst xmlns:a="http://schemas.openxmlformats.org/drawingml/2006/main">
              <a:ext uri="{FF2B5EF4-FFF2-40B4-BE49-F238E27FC236}">
                <a16:creationId xmlns:a16="http://schemas.microsoft.com/office/drawing/2014/main" id="{2442988F-B2E5-4D97-A63A-E8405060E341}"/>
              </a:ext>
            </a:extLst>
          </p:cNvPr>
          <p:cNvSpPr>
            <a:spLocks xmlns:a="http://schemas.openxmlformats.org/drawingml/2006/main" noGrp="1"/>
          </p:cNvSpPr>
          <p:nvPr/>
        </p:nvSpPr>
        <p:spPr>
          <a:xfrm xmlns:a="http://schemas.openxmlformats.org/drawingml/2006/main" rot="0">
            <a:off x="5139925" y="4684612"/>
            <a:ext cx="43529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20–24</a:t>
            </a:r>
          </a:p>
        </p:txBody>
      </p:sp>
      <p:sp>
        <p:nvSpPr>
          <p:cNvPr id="18" name="">
            <a:extLst xmlns:a="http://schemas.openxmlformats.org/drawingml/2006/main">
              <a:ext uri="{FF2B5EF4-FFF2-40B4-BE49-F238E27FC236}">
                <a16:creationId xmlns:a16="http://schemas.microsoft.com/office/drawing/2014/main" id="{B12106C3-AB5E-49F7-8DEB-C9F654D87852}"/>
              </a:ext>
            </a:extLst>
          </p:cNvPr>
          <p:cNvSpPr>
            <a:spLocks xmlns:a="http://schemas.openxmlformats.org/drawingml/2006/main" noGrp="1"/>
          </p:cNvSpPr>
          <p:nvPr/>
        </p:nvSpPr>
        <p:spPr>
          <a:xfrm xmlns:a="http://schemas.openxmlformats.org/drawingml/2006/main" rot="0">
            <a:off x="2750010" y="2289675"/>
            <a:ext cx="270519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Weekday time band · NEA rain forecast</a:t>
            </a:r>
          </a:p>
        </p:txBody>
      </p:sp>
      <p:sp>
        <p:nvSpPr>
          <p:cNvPr id="19" name="">
            <a:extLst xmlns:a="http://schemas.openxmlformats.org/drawingml/2006/main">
              <a:ext uri="{FF2B5EF4-FFF2-40B4-BE49-F238E27FC236}">
                <a16:creationId xmlns:a16="http://schemas.microsoft.com/office/drawing/2014/main" id="{0594B61C-B114-4323-B11F-2D8F60CC9B02}"/>
              </a:ext>
            </a:extLst>
          </p:cNvPr>
          <p:cNvSpPr>
            <a:spLocks xmlns:a="http://schemas.openxmlformats.org/drawingml/2006/main" noGrp="1"/>
          </p:cNvSpPr>
          <p:nvPr/>
        </p:nvSpPr>
        <p:spPr>
          <a:xfrm xmlns:a="http://schemas.openxmlformats.org/drawingml/2006/main" rot="0">
            <a:off x="1931360" y="2496156"/>
            <a:ext cx="51435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Changi</a:t>
            </a:r>
          </a:p>
        </p:txBody>
      </p:sp>
      <p:sp>
        <p:nvSpPr>
          <p:cNvPr id="20" name="">
            <a:extLst xmlns:a="http://schemas.openxmlformats.org/drawingml/2006/main">
              <a:ext uri="{FF2B5EF4-FFF2-40B4-BE49-F238E27FC236}">
                <a16:creationId xmlns:a16="http://schemas.microsoft.com/office/drawing/2014/main" id="{53E8B55D-5FED-4A32-A85C-ABB3D8F26043}"/>
              </a:ext>
            </a:extLst>
          </p:cNvPr>
          <p:cNvSpPr>
            <a:spLocks xmlns:a="http://schemas.openxmlformats.org/drawingml/2006/main" noGrp="1"/>
          </p:cNvSpPr>
          <p:nvPr/>
        </p:nvSpPr>
        <p:spPr>
          <a:xfrm xmlns:a="http://schemas.openxmlformats.org/drawingml/2006/main" rot="0">
            <a:off x="1629131" y="2709516"/>
            <a:ext cx="81657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Bukit Merah</a:t>
            </a:r>
          </a:p>
        </p:txBody>
      </p:sp>
      <p:sp>
        <p:nvSpPr>
          <p:cNvPr id="21" name="">
            <a:extLst xmlns:a="http://schemas.openxmlformats.org/drawingml/2006/main">
              <a:ext uri="{FF2B5EF4-FFF2-40B4-BE49-F238E27FC236}">
                <a16:creationId xmlns:a16="http://schemas.microsoft.com/office/drawing/2014/main" id="{BC64B1F8-77A8-4E75-B253-D7C327047F1D}"/>
              </a:ext>
            </a:extLst>
          </p:cNvPr>
          <p:cNvSpPr>
            <a:spLocks xmlns:a="http://schemas.openxmlformats.org/drawingml/2006/main" noGrp="1"/>
          </p:cNvSpPr>
          <p:nvPr/>
        </p:nvSpPr>
        <p:spPr>
          <a:xfrm xmlns:a="http://schemas.openxmlformats.org/drawingml/2006/main" rot="0">
            <a:off x="1332047" y="2922876"/>
            <a:ext cx="111366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Downtown Core</a:t>
            </a:r>
          </a:p>
        </p:txBody>
      </p:sp>
      <p:sp>
        <p:nvSpPr>
          <p:cNvPr id="22" name="">
            <a:extLst xmlns:a="http://schemas.openxmlformats.org/drawingml/2006/main">
              <a:ext uri="{FF2B5EF4-FFF2-40B4-BE49-F238E27FC236}">
                <a16:creationId xmlns:a16="http://schemas.microsoft.com/office/drawing/2014/main" id="{CD08E2CD-29DE-470E-B2BF-90C94F0544FC}"/>
              </a:ext>
            </a:extLst>
          </p:cNvPr>
          <p:cNvSpPr>
            <a:spLocks xmlns:a="http://schemas.openxmlformats.org/drawingml/2006/main" noGrp="1"/>
          </p:cNvSpPr>
          <p:nvPr/>
        </p:nvSpPr>
        <p:spPr>
          <a:xfrm xmlns:a="http://schemas.openxmlformats.org/drawingml/2006/main" rot="0">
            <a:off x="1854779" y="3136236"/>
            <a:ext cx="59093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Geylang</a:t>
            </a:r>
          </a:p>
        </p:txBody>
      </p:sp>
      <p:sp>
        <p:nvSpPr>
          <p:cNvPr id="23" name="">
            <a:extLst xmlns:a="http://schemas.openxmlformats.org/drawingml/2006/main">
              <a:ext uri="{FF2B5EF4-FFF2-40B4-BE49-F238E27FC236}">
                <a16:creationId xmlns:a16="http://schemas.microsoft.com/office/drawing/2014/main" id="{D8B26362-6DAB-4F72-8720-D8123237B437}"/>
              </a:ext>
            </a:extLst>
          </p:cNvPr>
          <p:cNvSpPr>
            <a:spLocks xmlns:a="http://schemas.openxmlformats.org/drawingml/2006/main" noGrp="1"/>
          </p:cNvSpPr>
          <p:nvPr/>
        </p:nvSpPr>
        <p:spPr>
          <a:xfrm xmlns:a="http://schemas.openxmlformats.org/drawingml/2006/main" rot="0">
            <a:off x="1916215" y="3349596"/>
            <a:ext cx="52949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Kallang</a:t>
            </a:r>
          </a:p>
        </p:txBody>
      </p:sp>
      <p:sp>
        <p:nvSpPr>
          <p:cNvPr id="24" name="">
            <a:extLst xmlns:a="http://schemas.openxmlformats.org/drawingml/2006/main">
              <a:ext uri="{FF2B5EF4-FFF2-40B4-BE49-F238E27FC236}">
                <a16:creationId xmlns:a16="http://schemas.microsoft.com/office/drawing/2014/main" id="{D604F05E-4F5C-4049-A643-65401FC81E78}"/>
              </a:ext>
            </a:extLst>
          </p:cNvPr>
          <p:cNvSpPr>
            <a:spLocks xmlns:a="http://schemas.openxmlformats.org/drawingml/2006/main" noGrp="1"/>
          </p:cNvSpPr>
          <p:nvPr/>
        </p:nvSpPr>
        <p:spPr>
          <a:xfrm xmlns:a="http://schemas.openxmlformats.org/drawingml/2006/main" rot="0">
            <a:off x="1738764" y="3562956"/>
            <a:ext cx="70694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Sengkang</a:t>
            </a:r>
          </a:p>
        </p:txBody>
      </p:sp>
      <p:sp>
        <p:nvSpPr>
          <p:cNvPr id="25" name="">
            <a:extLst xmlns:a="http://schemas.openxmlformats.org/drawingml/2006/main">
              <a:ext uri="{FF2B5EF4-FFF2-40B4-BE49-F238E27FC236}">
                <a16:creationId xmlns:a16="http://schemas.microsoft.com/office/drawing/2014/main" id="{BCBD2C35-8472-4E1C-A1DC-6178FE384979}"/>
              </a:ext>
            </a:extLst>
          </p:cNvPr>
          <p:cNvSpPr>
            <a:spLocks xmlns:a="http://schemas.openxmlformats.org/drawingml/2006/main" noGrp="1"/>
          </p:cNvSpPr>
          <p:nvPr/>
        </p:nvSpPr>
        <p:spPr>
          <a:xfrm xmlns:a="http://schemas.openxmlformats.org/drawingml/2006/main" rot="0">
            <a:off x="1646372" y="3776316"/>
            <a:ext cx="79933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Woodlands</a:t>
            </a:r>
          </a:p>
        </p:txBody>
      </p:sp>
      <p:sp>
        <p:nvSpPr>
          <p:cNvPr id="26" name="">
            <a:extLst xmlns:a="http://schemas.openxmlformats.org/drawingml/2006/main">
              <a:ext uri="{FF2B5EF4-FFF2-40B4-BE49-F238E27FC236}">
                <a16:creationId xmlns:a16="http://schemas.microsoft.com/office/drawing/2014/main" id="{2A3CC6E6-C8DF-4B34-9AE2-451AC920C8E1}"/>
              </a:ext>
            </a:extLst>
          </p:cNvPr>
          <p:cNvSpPr>
            <a:spLocks xmlns:a="http://schemas.openxmlformats.org/drawingml/2006/main" noGrp="1"/>
          </p:cNvSpPr>
          <p:nvPr/>
        </p:nvSpPr>
        <p:spPr>
          <a:xfrm xmlns:a="http://schemas.openxmlformats.org/drawingml/2006/main" rot="0">
            <a:off x="1984128" y="3989676"/>
            <a:ext cx="46158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Yishun</a:t>
            </a:r>
          </a:p>
        </p:txBody>
      </p:sp>
      <p:sp>
        <p:nvSpPr>
          <p:cNvPr id="27" name="">
            <a:extLst xmlns:a="http://schemas.openxmlformats.org/drawingml/2006/main">
              <a:ext uri="{FF2B5EF4-FFF2-40B4-BE49-F238E27FC236}">
                <a16:creationId xmlns:a16="http://schemas.microsoft.com/office/drawing/2014/main" id="{BE9304F7-61B7-4DB4-9B70-49343F526109}"/>
              </a:ext>
            </a:extLst>
          </p:cNvPr>
          <p:cNvSpPr>
            <a:spLocks xmlns:a="http://schemas.openxmlformats.org/drawingml/2006/main" noGrp="1"/>
          </p:cNvSpPr>
          <p:nvPr/>
        </p:nvSpPr>
        <p:spPr>
          <a:xfrm xmlns:a="http://schemas.openxmlformats.org/drawingml/2006/main" rot="0">
            <a:off x="1749813" y="4203036"/>
            <a:ext cx="69589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Tampines</a:t>
            </a:r>
          </a:p>
        </p:txBody>
      </p:sp>
      <p:sp>
        <p:nvSpPr>
          <p:cNvPr id="28" name="">
            <a:extLst xmlns:a="http://schemas.openxmlformats.org/drawingml/2006/main">
              <a:ext uri="{FF2B5EF4-FFF2-40B4-BE49-F238E27FC236}">
                <a16:creationId xmlns:a16="http://schemas.microsoft.com/office/drawing/2014/main" id="{DBAD4D8A-2F86-47BD-8887-EA85235AFA86}"/>
              </a:ext>
            </a:extLst>
          </p:cNvPr>
          <p:cNvSpPr>
            <a:spLocks xmlns:a="http://schemas.openxmlformats.org/drawingml/2006/main" noGrp="1"/>
          </p:cNvSpPr>
          <p:nvPr/>
        </p:nvSpPr>
        <p:spPr>
          <a:xfrm xmlns:a="http://schemas.openxmlformats.org/drawingml/2006/main" rot="0">
            <a:off x="1671708" y="4416396"/>
            <a:ext cx="77400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Ang Mo Kio</a:t>
            </a:r>
          </a:p>
        </p:txBody>
      </p:sp>
      <p:sp>
        <p:nvSpPr>
          <p:cNvPr id="29" name="">
            <a:extLst xmlns:a="http://schemas.openxmlformats.org/drawingml/2006/main">
              <a:ext uri="{FF2B5EF4-FFF2-40B4-BE49-F238E27FC236}">
                <a16:creationId xmlns:a16="http://schemas.microsoft.com/office/drawing/2014/main" id="{7765FB76-063F-42C7-88AD-E2A116A8377A}"/>
              </a:ext>
            </a:extLst>
          </p:cNvPr>
          <p:cNvSpPr>
            <a:spLocks xmlns:a="http://schemas.openxmlformats.org/drawingml/2006/main" noGrp="1"/>
          </p:cNvSpPr>
          <p:nvPr/>
        </p:nvSpPr>
        <p:spPr>
          <a:xfrm xmlns:a="http://schemas.openxmlformats.org/drawingml/2006/main" rot="0">
            <a:off x="2715104" y="2462818"/>
            <a:ext cx="26508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33.1</a:t>
            </a:r>
          </a:p>
        </p:txBody>
      </p:sp>
      <p:sp>
        <p:nvSpPr>
          <p:cNvPr id="30" name="">
            <a:extLst xmlns:a="http://schemas.openxmlformats.org/drawingml/2006/main">
              <a:ext uri="{FF2B5EF4-FFF2-40B4-BE49-F238E27FC236}">
                <a16:creationId xmlns:a16="http://schemas.microsoft.com/office/drawing/2014/main" id="{E2F6CD91-1344-478D-9D0A-2968732D471F}"/>
              </a:ext>
            </a:extLst>
          </p:cNvPr>
          <p:cNvSpPr>
            <a:spLocks xmlns:a="http://schemas.openxmlformats.org/drawingml/2006/main" noGrp="1"/>
          </p:cNvSpPr>
          <p:nvPr/>
        </p:nvSpPr>
        <p:spPr>
          <a:xfrm xmlns:a="http://schemas.openxmlformats.org/drawingml/2006/main" rot="0">
            <a:off x="3340681" y="2462818"/>
            <a:ext cx="26889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25.1</a:t>
            </a:r>
          </a:p>
        </p:txBody>
      </p:sp>
      <p:sp>
        <p:nvSpPr>
          <p:cNvPr id="31" name="">
            <a:extLst xmlns:a="http://schemas.openxmlformats.org/drawingml/2006/main">
              <a:ext uri="{FF2B5EF4-FFF2-40B4-BE49-F238E27FC236}">
                <a16:creationId xmlns:a16="http://schemas.microsoft.com/office/drawing/2014/main" id="{57CD6510-B35E-46EA-8F93-B20F66A3E74A}"/>
              </a:ext>
            </a:extLst>
          </p:cNvPr>
          <p:cNvSpPr>
            <a:spLocks xmlns:a="http://schemas.openxmlformats.org/drawingml/2006/main" noGrp="1"/>
          </p:cNvSpPr>
          <p:nvPr/>
        </p:nvSpPr>
        <p:spPr>
          <a:xfrm xmlns:a="http://schemas.openxmlformats.org/drawingml/2006/main" rot="0">
            <a:off x="3970306" y="2462818"/>
            <a:ext cx="26460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17.4</a:t>
            </a:r>
          </a:p>
        </p:txBody>
      </p:sp>
      <p:sp>
        <p:nvSpPr>
          <p:cNvPr id="32" name="">
            <a:extLst xmlns:a="http://schemas.openxmlformats.org/drawingml/2006/main">
              <a:ext uri="{FF2B5EF4-FFF2-40B4-BE49-F238E27FC236}">
                <a16:creationId xmlns:a16="http://schemas.microsoft.com/office/drawing/2014/main" id="{FDCB0EEE-C71F-40D4-88EC-36D68178B366}"/>
              </a:ext>
            </a:extLst>
          </p:cNvPr>
          <p:cNvSpPr>
            <a:spLocks xmlns:a="http://schemas.openxmlformats.org/drawingml/2006/main" noGrp="1"/>
          </p:cNvSpPr>
          <p:nvPr/>
        </p:nvSpPr>
        <p:spPr>
          <a:xfrm xmlns:a="http://schemas.openxmlformats.org/drawingml/2006/main" rot="0">
            <a:off x="4530207" y="2462818"/>
            <a:ext cx="39976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−20.5</a:t>
            </a:r>
          </a:p>
        </p:txBody>
      </p:sp>
      <p:sp>
        <p:nvSpPr>
          <p:cNvPr id="33" name="">
            <a:extLst xmlns:a="http://schemas.openxmlformats.org/drawingml/2006/main">
              <a:ext uri="{FF2B5EF4-FFF2-40B4-BE49-F238E27FC236}">
                <a16:creationId xmlns:a16="http://schemas.microsoft.com/office/drawing/2014/main" id="{EC5CA1A8-DBA5-4645-825E-F19DB562BDC9}"/>
              </a:ext>
            </a:extLst>
          </p:cNvPr>
          <p:cNvSpPr>
            <a:spLocks xmlns:a="http://schemas.openxmlformats.org/drawingml/2006/main" noGrp="1"/>
          </p:cNvSpPr>
          <p:nvPr/>
        </p:nvSpPr>
        <p:spPr>
          <a:xfrm xmlns:a="http://schemas.openxmlformats.org/drawingml/2006/main" rot="0">
            <a:off x="5156927" y="2462818"/>
            <a:ext cx="401288"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−26.8</a:t>
            </a:r>
          </a:p>
        </p:txBody>
      </p:sp>
      <p:sp>
        <p:nvSpPr>
          <p:cNvPr id="34" name="">
            <a:extLst xmlns:a="http://schemas.openxmlformats.org/drawingml/2006/main">
              <a:ext uri="{FF2B5EF4-FFF2-40B4-BE49-F238E27FC236}">
                <a16:creationId xmlns:a16="http://schemas.microsoft.com/office/drawing/2014/main" id="{6476077D-11BC-41BC-9485-AA6A576EE4E5}"/>
              </a:ext>
            </a:extLst>
          </p:cNvPr>
          <p:cNvSpPr>
            <a:spLocks xmlns:a="http://schemas.openxmlformats.org/drawingml/2006/main" noGrp="1"/>
          </p:cNvSpPr>
          <p:nvPr/>
        </p:nvSpPr>
        <p:spPr>
          <a:xfrm xmlns:a="http://schemas.openxmlformats.org/drawingml/2006/main" rot="0">
            <a:off x="2695673" y="2676178"/>
            <a:ext cx="30394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23.3</a:t>
            </a:r>
          </a:p>
        </p:txBody>
      </p:sp>
      <p:sp>
        <p:nvSpPr>
          <p:cNvPr id="35" name="">
            <a:extLst xmlns:a="http://schemas.openxmlformats.org/drawingml/2006/main">
              <a:ext uri="{FF2B5EF4-FFF2-40B4-BE49-F238E27FC236}">
                <a16:creationId xmlns:a16="http://schemas.microsoft.com/office/drawing/2014/main" id="{30C57D0D-FC3F-4F90-8802-93F9CD9D168A}"/>
              </a:ext>
            </a:extLst>
          </p:cNvPr>
          <p:cNvSpPr>
            <a:spLocks xmlns:a="http://schemas.openxmlformats.org/drawingml/2006/main" noGrp="1"/>
          </p:cNvSpPr>
          <p:nvPr/>
        </p:nvSpPr>
        <p:spPr>
          <a:xfrm xmlns:a="http://schemas.openxmlformats.org/drawingml/2006/main" rot="0">
            <a:off x="3360255" y="2676178"/>
            <a:ext cx="22974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6.8</a:t>
            </a:r>
          </a:p>
        </p:txBody>
      </p:sp>
      <p:sp>
        <p:nvSpPr>
          <p:cNvPr id="36" name="">
            <a:extLst xmlns:a="http://schemas.openxmlformats.org/drawingml/2006/main">
              <a:ext uri="{FF2B5EF4-FFF2-40B4-BE49-F238E27FC236}">
                <a16:creationId xmlns:a16="http://schemas.microsoft.com/office/drawing/2014/main" id="{6E193828-CE34-45CF-A64E-F8CFD3C8A2A9}"/>
              </a:ext>
            </a:extLst>
          </p:cNvPr>
          <p:cNvSpPr>
            <a:spLocks xmlns:a="http://schemas.openxmlformats.org/drawingml/2006/main" noGrp="1"/>
          </p:cNvSpPr>
          <p:nvPr/>
        </p:nvSpPr>
        <p:spPr>
          <a:xfrm xmlns:a="http://schemas.openxmlformats.org/drawingml/2006/main" rot="0">
            <a:off x="3902488" y="2676178"/>
            <a:ext cx="40024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−28.0</a:t>
            </a:r>
          </a:p>
        </p:txBody>
      </p:sp>
      <p:sp>
        <p:nvSpPr>
          <p:cNvPr id="37" name="">
            <a:extLst xmlns:a="http://schemas.openxmlformats.org/drawingml/2006/main">
              <a:ext uri="{FF2B5EF4-FFF2-40B4-BE49-F238E27FC236}">
                <a16:creationId xmlns:a16="http://schemas.microsoft.com/office/drawing/2014/main" id="{808338BC-8759-4645-B4A6-02B0136753FA}"/>
              </a:ext>
            </a:extLst>
          </p:cNvPr>
          <p:cNvSpPr>
            <a:spLocks xmlns:a="http://schemas.openxmlformats.org/drawingml/2006/main" noGrp="1"/>
          </p:cNvSpPr>
          <p:nvPr/>
        </p:nvSpPr>
        <p:spPr>
          <a:xfrm xmlns:a="http://schemas.openxmlformats.org/drawingml/2006/main" rot="0">
            <a:off x="4595597" y="2676178"/>
            <a:ext cx="26898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21.4</a:t>
            </a:r>
          </a:p>
        </p:txBody>
      </p:sp>
      <p:sp>
        <p:nvSpPr>
          <p:cNvPr id="38" name="">
            <a:extLst xmlns:a="http://schemas.openxmlformats.org/drawingml/2006/main">
              <a:ext uri="{FF2B5EF4-FFF2-40B4-BE49-F238E27FC236}">
                <a16:creationId xmlns:a16="http://schemas.microsoft.com/office/drawing/2014/main" id="{46075D38-E0B8-4D92-9650-A4D9D9BACA89}"/>
              </a:ext>
            </a:extLst>
          </p:cNvPr>
          <p:cNvSpPr>
            <a:spLocks xmlns:a="http://schemas.openxmlformats.org/drawingml/2006/main" noGrp="1"/>
          </p:cNvSpPr>
          <p:nvPr/>
        </p:nvSpPr>
        <p:spPr>
          <a:xfrm xmlns:a="http://schemas.openxmlformats.org/drawingml/2006/main" rot="0">
            <a:off x="5199361" y="2676178"/>
            <a:ext cx="31642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24.8</a:t>
            </a:r>
          </a:p>
        </p:txBody>
      </p:sp>
      <p:sp>
        <p:nvSpPr>
          <p:cNvPr id="39" name="">
            <a:extLst xmlns:a="http://schemas.openxmlformats.org/drawingml/2006/main">
              <a:ext uri="{FF2B5EF4-FFF2-40B4-BE49-F238E27FC236}">
                <a16:creationId xmlns:a16="http://schemas.microsoft.com/office/drawing/2014/main" id="{7318CD41-25DB-4DD0-8325-CBB5900A07C1}"/>
              </a:ext>
            </a:extLst>
          </p:cNvPr>
          <p:cNvSpPr>
            <a:spLocks xmlns:a="http://schemas.openxmlformats.org/drawingml/2006/main" noGrp="1"/>
          </p:cNvSpPr>
          <p:nvPr/>
        </p:nvSpPr>
        <p:spPr>
          <a:xfrm xmlns:a="http://schemas.openxmlformats.org/drawingml/2006/main" rot="0">
            <a:off x="2693768" y="2889538"/>
            <a:ext cx="30775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20.2</a:t>
            </a:r>
          </a:p>
        </p:txBody>
      </p:sp>
      <p:sp>
        <p:nvSpPr>
          <p:cNvPr id="40" name="">
            <a:extLst xmlns:a="http://schemas.openxmlformats.org/drawingml/2006/main">
              <a:ext uri="{FF2B5EF4-FFF2-40B4-BE49-F238E27FC236}">
                <a16:creationId xmlns:a16="http://schemas.microsoft.com/office/drawing/2014/main" id="{DA54648E-6B39-4DD2-89F3-2B1158B03173}"/>
              </a:ext>
            </a:extLst>
          </p:cNvPr>
          <p:cNvSpPr>
            <a:spLocks xmlns:a="http://schemas.openxmlformats.org/drawingml/2006/main" noGrp="1"/>
          </p:cNvSpPr>
          <p:nvPr/>
        </p:nvSpPr>
        <p:spPr>
          <a:xfrm xmlns:a="http://schemas.openxmlformats.org/drawingml/2006/main" rot="0">
            <a:off x="3360255" y="2889538"/>
            <a:ext cx="22974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8.6</a:t>
            </a:r>
          </a:p>
        </p:txBody>
      </p:sp>
      <p:sp>
        <p:nvSpPr>
          <p:cNvPr id="41" name="">
            <a:extLst xmlns:a="http://schemas.openxmlformats.org/drawingml/2006/main">
              <a:ext uri="{FF2B5EF4-FFF2-40B4-BE49-F238E27FC236}">
                <a16:creationId xmlns:a16="http://schemas.microsoft.com/office/drawing/2014/main" id="{C0C2D64F-6EC0-47D3-B9A0-3F7EAA2B787C}"/>
              </a:ext>
            </a:extLst>
          </p:cNvPr>
          <p:cNvSpPr>
            <a:spLocks xmlns:a="http://schemas.openxmlformats.org/drawingml/2006/main" noGrp="1"/>
          </p:cNvSpPr>
          <p:nvPr/>
        </p:nvSpPr>
        <p:spPr>
          <a:xfrm xmlns:a="http://schemas.openxmlformats.org/drawingml/2006/main" rot="0">
            <a:off x="3988308" y="2889538"/>
            <a:ext cx="22860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8.5</a:t>
            </a:r>
          </a:p>
        </p:txBody>
      </p:sp>
      <p:sp>
        <p:nvSpPr>
          <p:cNvPr id="42" name="">
            <a:extLst xmlns:a="http://schemas.openxmlformats.org/drawingml/2006/main">
              <a:ext uri="{FF2B5EF4-FFF2-40B4-BE49-F238E27FC236}">
                <a16:creationId xmlns:a16="http://schemas.microsoft.com/office/drawing/2014/main" id="{F963B8F4-14A1-4FD0-A9FA-37DE9CB58012}"/>
              </a:ext>
            </a:extLst>
          </p:cNvPr>
          <p:cNvSpPr>
            <a:spLocks xmlns:a="http://schemas.openxmlformats.org/drawingml/2006/main" noGrp="1"/>
          </p:cNvSpPr>
          <p:nvPr/>
        </p:nvSpPr>
        <p:spPr>
          <a:xfrm xmlns:a="http://schemas.openxmlformats.org/drawingml/2006/main" rot="0">
            <a:off x="4615932" y="2889538"/>
            <a:ext cx="22831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5.4</a:t>
            </a:r>
          </a:p>
        </p:txBody>
      </p:sp>
      <p:sp>
        <p:nvSpPr>
          <p:cNvPr id="43" name="">
            <a:extLst xmlns:a="http://schemas.openxmlformats.org/drawingml/2006/main">
              <a:ext uri="{FF2B5EF4-FFF2-40B4-BE49-F238E27FC236}">
                <a16:creationId xmlns:a16="http://schemas.microsoft.com/office/drawing/2014/main" id="{A10131B1-D228-43A8-B843-803AE846F816}"/>
              </a:ext>
            </a:extLst>
          </p:cNvPr>
          <p:cNvSpPr>
            <a:spLocks xmlns:a="http://schemas.openxmlformats.org/drawingml/2006/main" noGrp="1"/>
          </p:cNvSpPr>
          <p:nvPr/>
        </p:nvSpPr>
        <p:spPr>
          <a:xfrm xmlns:a="http://schemas.openxmlformats.org/drawingml/2006/main" rot="0">
            <a:off x="5176596" y="2889538"/>
            <a:ext cx="36195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−15.6</a:t>
            </a:r>
          </a:p>
        </p:txBody>
      </p:sp>
      <p:sp>
        <p:nvSpPr>
          <p:cNvPr id="44" name="">
            <a:extLst xmlns:a="http://schemas.openxmlformats.org/drawingml/2006/main">
              <a:ext uri="{FF2B5EF4-FFF2-40B4-BE49-F238E27FC236}">
                <a16:creationId xmlns:a16="http://schemas.microsoft.com/office/drawing/2014/main" id="{023B6403-280C-4F9F-859A-F4C37B98F4EB}"/>
              </a:ext>
            </a:extLst>
          </p:cNvPr>
          <p:cNvSpPr>
            <a:spLocks xmlns:a="http://schemas.openxmlformats.org/drawingml/2006/main" noGrp="1"/>
          </p:cNvSpPr>
          <p:nvPr/>
        </p:nvSpPr>
        <p:spPr>
          <a:xfrm xmlns:a="http://schemas.openxmlformats.org/drawingml/2006/main" rot="0">
            <a:off x="2736393" y="3102898"/>
            <a:ext cx="22250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3.9</a:t>
            </a:r>
          </a:p>
        </p:txBody>
      </p:sp>
      <p:sp>
        <p:nvSpPr>
          <p:cNvPr id="45" name="">
            <a:extLst xmlns:a="http://schemas.openxmlformats.org/drawingml/2006/main">
              <a:ext uri="{FF2B5EF4-FFF2-40B4-BE49-F238E27FC236}">
                <a16:creationId xmlns:a16="http://schemas.microsoft.com/office/drawing/2014/main" id="{4A701F15-AA7E-421C-AA9E-C93CEBA596AF}"/>
              </a:ext>
            </a:extLst>
          </p:cNvPr>
          <p:cNvSpPr>
            <a:spLocks xmlns:a="http://schemas.openxmlformats.org/drawingml/2006/main" noGrp="1"/>
          </p:cNvSpPr>
          <p:nvPr/>
        </p:nvSpPr>
        <p:spPr>
          <a:xfrm xmlns:a="http://schemas.openxmlformats.org/drawingml/2006/main" rot="0">
            <a:off x="3342729" y="3102898"/>
            <a:ext cx="26479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17.9</a:t>
            </a:r>
          </a:p>
        </p:txBody>
      </p:sp>
      <p:sp>
        <p:nvSpPr>
          <p:cNvPr id="46" name="">
            <a:extLst xmlns:a="http://schemas.openxmlformats.org/drawingml/2006/main">
              <a:ext uri="{FF2B5EF4-FFF2-40B4-BE49-F238E27FC236}">
                <a16:creationId xmlns:a16="http://schemas.microsoft.com/office/drawing/2014/main" id="{9D671691-4AD1-439A-B529-33F845F06C2A}"/>
              </a:ext>
            </a:extLst>
          </p:cNvPr>
          <p:cNvSpPr>
            <a:spLocks xmlns:a="http://schemas.openxmlformats.org/drawingml/2006/main" noGrp="1"/>
          </p:cNvSpPr>
          <p:nvPr/>
        </p:nvSpPr>
        <p:spPr>
          <a:xfrm xmlns:a="http://schemas.openxmlformats.org/drawingml/2006/main" rot="0">
            <a:off x="3988499" y="3102898"/>
            <a:ext cx="22821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0.0</a:t>
            </a:r>
          </a:p>
        </p:txBody>
      </p:sp>
      <p:sp>
        <p:nvSpPr>
          <p:cNvPr id="47" name="">
            <a:extLst xmlns:a="http://schemas.openxmlformats.org/drawingml/2006/main">
              <a:ext uri="{FF2B5EF4-FFF2-40B4-BE49-F238E27FC236}">
                <a16:creationId xmlns:a16="http://schemas.microsoft.com/office/drawing/2014/main" id="{2B231046-CC23-4E4C-A09D-35D771E40BB0}"/>
              </a:ext>
            </a:extLst>
          </p:cNvPr>
          <p:cNvSpPr>
            <a:spLocks xmlns:a="http://schemas.openxmlformats.org/drawingml/2006/main" noGrp="1"/>
          </p:cNvSpPr>
          <p:nvPr/>
        </p:nvSpPr>
        <p:spPr>
          <a:xfrm xmlns:a="http://schemas.openxmlformats.org/drawingml/2006/main" rot="0">
            <a:off x="4591072" y="3102898"/>
            <a:ext cx="27803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16.5</a:t>
            </a:r>
          </a:p>
        </p:txBody>
      </p:sp>
      <p:sp>
        <p:nvSpPr>
          <p:cNvPr id="48" name="">
            <a:extLst xmlns:a="http://schemas.openxmlformats.org/drawingml/2006/main">
              <a:ext uri="{FF2B5EF4-FFF2-40B4-BE49-F238E27FC236}">
                <a16:creationId xmlns:a16="http://schemas.microsoft.com/office/drawing/2014/main" id="{B8DBBF98-4418-4FA6-A4DE-CA27E43DEE4C}"/>
              </a:ext>
            </a:extLst>
          </p:cNvPr>
          <p:cNvSpPr>
            <a:spLocks xmlns:a="http://schemas.openxmlformats.org/drawingml/2006/main" noGrp="1"/>
          </p:cNvSpPr>
          <p:nvPr/>
        </p:nvSpPr>
        <p:spPr>
          <a:xfrm xmlns:a="http://schemas.openxmlformats.org/drawingml/2006/main" rot="0">
            <a:off x="5242557" y="3102898"/>
            <a:ext cx="23002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15.1</a:t>
            </a:r>
          </a:p>
        </p:txBody>
      </p:sp>
      <p:sp>
        <p:nvSpPr>
          <p:cNvPr id="49" name="">
            <a:extLst xmlns:a="http://schemas.openxmlformats.org/drawingml/2006/main">
              <a:ext uri="{FF2B5EF4-FFF2-40B4-BE49-F238E27FC236}">
                <a16:creationId xmlns:a16="http://schemas.microsoft.com/office/drawing/2014/main" id="{F72469FE-EE6B-4753-9AEE-A4454D4CA6D0}"/>
              </a:ext>
            </a:extLst>
          </p:cNvPr>
          <p:cNvSpPr>
            <a:spLocks xmlns:a="http://schemas.openxmlformats.org/drawingml/2006/main" noGrp="1"/>
          </p:cNvSpPr>
          <p:nvPr/>
        </p:nvSpPr>
        <p:spPr>
          <a:xfrm xmlns:a="http://schemas.openxmlformats.org/drawingml/2006/main" rot="0">
            <a:off x="2739822" y="3316258"/>
            <a:ext cx="21564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5.7</a:t>
            </a:r>
          </a:p>
        </p:txBody>
      </p:sp>
      <p:sp>
        <p:nvSpPr>
          <p:cNvPr id="50" name="">
            <a:extLst xmlns:a="http://schemas.openxmlformats.org/drawingml/2006/main">
              <a:ext uri="{FF2B5EF4-FFF2-40B4-BE49-F238E27FC236}">
                <a16:creationId xmlns:a16="http://schemas.microsoft.com/office/drawing/2014/main" id="{70D6189F-7393-4D99-8BC7-A9D97CC80B56}"/>
              </a:ext>
            </a:extLst>
          </p:cNvPr>
          <p:cNvSpPr>
            <a:spLocks xmlns:a="http://schemas.openxmlformats.org/drawingml/2006/main" noGrp="1"/>
          </p:cNvSpPr>
          <p:nvPr/>
        </p:nvSpPr>
        <p:spPr>
          <a:xfrm xmlns:a="http://schemas.openxmlformats.org/drawingml/2006/main" rot="0">
            <a:off x="3336490" y="3316258"/>
            <a:ext cx="27727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15.9</a:t>
            </a:r>
          </a:p>
        </p:txBody>
      </p:sp>
      <p:sp>
        <p:nvSpPr>
          <p:cNvPr id="51" name="">
            <a:extLst xmlns:a="http://schemas.openxmlformats.org/drawingml/2006/main">
              <a:ext uri="{FF2B5EF4-FFF2-40B4-BE49-F238E27FC236}">
                <a16:creationId xmlns:a16="http://schemas.microsoft.com/office/drawing/2014/main" id="{5B5A6D16-71A9-4E71-85EE-F0FEED9E1555}"/>
              </a:ext>
            </a:extLst>
          </p:cNvPr>
          <p:cNvSpPr>
            <a:spLocks xmlns:a="http://schemas.openxmlformats.org/drawingml/2006/main" noGrp="1"/>
          </p:cNvSpPr>
          <p:nvPr/>
        </p:nvSpPr>
        <p:spPr>
          <a:xfrm xmlns:a="http://schemas.openxmlformats.org/drawingml/2006/main" rot="0">
            <a:off x="3946446" y="3316258"/>
            <a:ext cx="31232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−4.5</a:t>
            </a:r>
          </a:p>
        </p:txBody>
      </p:sp>
      <p:sp>
        <p:nvSpPr>
          <p:cNvPr id="52" name="">
            <a:extLst xmlns:a="http://schemas.openxmlformats.org/drawingml/2006/main">
              <a:ext uri="{FF2B5EF4-FFF2-40B4-BE49-F238E27FC236}">
                <a16:creationId xmlns:a16="http://schemas.microsoft.com/office/drawing/2014/main" id="{2644EB5E-8A43-48C6-A335-EF3C8DA80BB6}"/>
              </a:ext>
            </a:extLst>
          </p:cNvPr>
          <p:cNvSpPr>
            <a:spLocks xmlns:a="http://schemas.openxmlformats.org/drawingml/2006/main" noGrp="1"/>
          </p:cNvSpPr>
          <p:nvPr/>
        </p:nvSpPr>
        <p:spPr>
          <a:xfrm xmlns:a="http://schemas.openxmlformats.org/drawingml/2006/main" rot="0">
            <a:off x="4600835" y="3316258"/>
            <a:ext cx="258508"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17.3</a:t>
            </a:r>
          </a:p>
        </p:txBody>
      </p:sp>
      <p:sp>
        <p:nvSpPr>
          <p:cNvPr id="53" name="">
            <a:extLst xmlns:a="http://schemas.openxmlformats.org/drawingml/2006/main">
              <a:ext uri="{FF2B5EF4-FFF2-40B4-BE49-F238E27FC236}">
                <a16:creationId xmlns:a16="http://schemas.microsoft.com/office/drawing/2014/main" id="{B712ED9E-AA3A-4C2A-A149-E42E936780CD}"/>
              </a:ext>
            </a:extLst>
          </p:cNvPr>
          <p:cNvSpPr>
            <a:spLocks xmlns:a="http://schemas.openxmlformats.org/drawingml/2006/main" noGrp="1"/>
          </p:cNvSpPr>
          <p:nvPr/>
        </p:nvSpPr>
        <p:spPr>
          <a:xfrm xmlns:a="http://schemas.openxmlformats.org/drawingml/2006/main" rot="0">
            <a:off x="5222602" y="3316258"/>
            <a:ext cx="26993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12.6</a:t>
            </a:r>
          </a:p>
        </p:txBody>
      </p:sp>
      <p:sp>
        <p:nvSpPr>
          <p:cNvPr id="54" name="">
            <a:extLst xmlns:a="http://schemas.openxmlformats.org/drawingml/2006/main">
              <a:ext uri="{FF2B5EF4-FFF2-40B4-BE49-F238E27FC236}">
                <a16:creationId xmlns:a16="http://schemas.microsoft.com/office/drawing/2014/main" id="{6765D12D-D62F-412D-848C-9867F8A4DD69}"/>
              </a:ext>
            </a:extLst>
          </p:cNvPr>
          <p:cNvSpPr>
            <a:spLocks xmlns:a="http://schemas.openxmlformats.org/drawingml/2006/main" noGrp="1"/>
          </p:cNvSpPr>
          <p:nvPr/>
        </p:nvSpPr>
        <p:spPr>
          <a:xfrm xmlns:a="http://schemas.openxmlformats.org/drawingml/2006/main" rot="0">
            <a:off x="2691197" y="3529618"/>
            <a:ext cx="31289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−8.9</a:t>
            </a:r>
          </a:p>
        </p:txBody>
      </p:sp>
      <p:sp>
        <p:nvSpPr>
          <p:cNvPr id="55" name="">
            <a:extLst xmlns:a="http://schemas.openxmlformats.org/drawingml/2006/main">
              <a:ext uri="{FF2B5EF4-FFF2-40B4-BE49-F238E27FC236}">
                <a16:creationId xmlns:a16="http://schemas.microsoft.com/office/drawing/2014/main" id="{ADC6D9E5-4505-4D98-A2FE-D6539FAFCB4A}"/>
              </a:ext>
            </a:extLst>
          </p:cNvPr>
          <p:cNvSpPr>
            <a:spLocks xmlns:a="http://schemas.openxmlformats.org/drawingml/2006/main" noGrp="1"/>
          </p:cNvSpPr>
          <p:nvPr/>
        </p:nvSpPr>
        <p:spPr>
          <a:xfrm xmlns:a="http://schemas.openxmlformats.org/drawingml/2006/main" rot="0">
            <a:off x="3367113" y="3529618"/>
            <a:ext cx="21602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9.7</a:t>
            </a:r>
          </a:p>
        </p:txBody>
      </p:sp>
      <p:sp>
        <p:nvSpPr>
          <p:cNvPr id="56" name="">
            <a:extLst xmlns:a="http://schemas.openxmlformats.org/drawingml/2006/main">
              <a:ext uri="{FF2B5EF4-FFF2-40B4-BE49-F238E27FC236}">
                <a16:creationId xmlns:a16="http://schemas.microsoft.com/office/drawing/2014/main" id="{34160CC0-CC9B-4D30-8E4D-49C4A3735753}"/>
              </a:ext>
            </a:extLst>
          </p:cNvPr>
          <p:cNvSpPr>
            <a:spLocks xmlns:a="http://schemas.openxmlformats.org/drawingml/2006/main" noGrp="1"/>
          </p:cNvSpPr>
          <p:nvPr/>
        </p:nvSpPr>
        <p:spPr>
          <a:xfrm xmlns:a="http://schemas.openxmlformats.org/drawingml/2006/main" rot="0">
            <a:off x="3974401" y="3529618"/>
            <a:ext cx="25641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FBFCFE"/>
                </a:solidFill>
                <a:latin typeface="Poppins"/>
                <a:ea typeface="Poppins"/>
                <a:cs typeface="Poppins"/>
              </a:defRPr>
            </a:defPPr>
            <a:lvl1pPr>
              <a:defRPr sz="1200" b="0">
                <a:solidFill>
                  <a:srgbClr val="FBFCFE"/>
                </a:solidFill>
                <a:latin typeface="Poppins"/>
                <a:ea typeface="Poppins"/>
                <a:cs typeface="Poppins"/>
              </a:defRPr>
            </a:lvl1pPr>
            <a:lvl2pPr>
              <a:defRPr sz="1200" b="0">
                <a:solidFill>
                  <a:srgbClr val="FBFCFE"/>
                </a:solidFill>
                <a:latin typeface="Poppins"/>
                <a:ea typeface="Poppins"/>
                <a:cs typeface="Poppins"/>
              </a:defRPr>
            </a:lvl2pPr>
            <a:lvl3pPr>
              <a:defRPr sz="1200" b="0">
                <a:solidFill>
                  <a:srgbClr val="FBFCFE"/>
                </a:solidFill>
                <a:latin typeface="Poppins"/>
                <a:ea typeface="Poppins"/>
                <a:cs typeface="Poppins"/>
              </a:defRPr>
            </a:lvl3pPr>
            <a:lvl4pPr>
              <a:defRPr sz="1200" b="0">
                <a:solidFill>
                  <a:srgbClr val="FBFCFE"/>
                </a:solidFill>
                <a:latin typeface="Poppins"/>
                <a:ea typeface="Poppins"/>
                <a:cs typeface="Poppins"/>
              </a:defRPr>
            </a:lvl4pPr>
            <a:lvl5pPr>
              <a:defRPr sz="1200" b="0">
                <a:solidFill>
                  <a:srgbClr val="FBFCFE"/>
                </a:solidFill>
                <a:latin typeface="Poppins"/>
                <a:ea typeface="Poppins"/>
                <a:cs typeface="Poppins"/>
              </a:defRPr>
            </a:lvl5pPr>
            <a:lvl6pPr>
              <a:defRPr sz="1200" b="0">
                <a:solidFill>
                  <a:srgbClr val="FBFCFE"/>
                </a:solidFill>
                <a:latin typeface="Poppins"/>
                <a:ea typeface="Poppins"/>
                <a:cs typeface="Poppins"/>
              </a:defRPr>
            </a:lvl6pPr>
            <a:lvl7pPr>
              <a:defRPr sz="1200" b="0">
                <a:solidFill>
                  <a:srgbClr val="FBFCFE"/>
                </a:solidFill>
                <a:latin typeface="Poppins"/>
                <a:ea typeface="Poppins"/>
                <a:cs typeface="Poppins"/>
              </a:defRPr>
            </a:lvl7pPr>
            <a:lvl8pPr>
              <a:defRPr sz="1200" b="0">
                <a:solidFill>
                  <a:srgbClr val="FBFCFE"/>
                </a:solidFill>
                <a:latin typeface="Poppins"/>
                <a:ea typeface="Poppins"/>
                <a:cs typeface="Poppins"/>
              </a:defRPr>
            </a:lvl8pPr>
            <a:lvl9pPr>
              <a:defRPr sz="1200" b="0">
                <a:solidFill>
                  <a:srgbClr val="FBFCFE"/>
                </a:solidFill>
                <a:latin typeface="Poppins"/>
                <a:ea typeface="Poppins"/>
                <a:cs typeface="Poppins"/>
              </a:defRPr>
            </a:lvl9pPr>
          </a:lstStyle>
          <a:p xmlns:a="http://schemas.openxmlformats.org/drawingml/2006/main">
            <a:pPr>
              <a:defRPr sz="1200" b="0">
                <a:solidFill>
                  <a:srgbClr val="FBFCFE"/>
                </a:solidFill>
                <a:latin typeface="Poppins"/>
                <a:ea typeface="Poppins"/>
                <a:cs typeface="Poppins"/>
              </a:defRPr>
            </a:pPr>
            <a:r>
              <a:rPr sz="1200" b="0">
                <a:solidFill>
                  <a:srgbClr val="FBFCFE"/>
                </a:solidFill>
                <a:latin typeface="Poppins"/>
                <a:ea typeface="Poppins"/>
                <a:cs typeface="Poppins"/>
              </a:rPr>
              <a:t>17.2</a:t>
            </a:r>
          </a:p>
        </p:txBody>
      </p:sp>
      <p:sp>
        <p:nvSpPr>
          <p:cNvPr id="57" name="">
            <a:extLst xmlns:a="http://schemas.openxmlformats.org/drawingml/2006/main">
              <a:ext uri="{FF2B5EF4-FFF2-40B4-BE49-F238E27FC236}">
                <a16:creationId xmlns:a16="http://schemas.microsoft.com/office/drawing/2014/main" id="{DC43F0F5-1C79-4052-B3B8-062211EE3778}"/>
              </a:ext>
            </a:extLst>
          </p:cNvPr>
          <p:cNvSpPr>
            <a:spLocks xmlns:a="http://schemas.openxmlformats.org/drawingml/2006/main" noGrp="1"/>
          </p:cNvSpPr>
          <p:nvPr/>
        </p:nvSpPr>
        <p:spPr>
          <a:xfrm xmlns:a="http://schemas.openxmlformats.org/drawingml/2006/main" rot="0">
            <a:off x="4642460" y="3529618"/>
            <a:ext cx="17526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3.1</a:t>
            </a:r>
          </a:p>
        </p:txBody>
      </p:sp>
      <p:sp>
        <p:nvSpPr>
          <p:cNvPr id="58" name="">
            <a:extLst xmlns:a="http://schemas.openxmlformats.org/drawingml/2006/main">
              <a:ext uri="{FF2B5EF4-FFF2-40B4-BE49-F238E27FC236}">
                <a16:creationId xmlns:a16="http://schemas.microsoft.com/office/drawing/2014/main" id="{8D16528B-A41F-43BB-8E76-88CE3B2C6E6F}"/>
              </a:ext>
            </a:extLst>
          </p:cNvPr>
          <p:cNvSpPr>
            <a:spLocks xmlns:a="http://schemas.openxmlformats.org/drawingml/2006/main" noGrp="1"/>
          </p:cNvSpPr>
          <p:nvPr/>
        </p:nvSpPr>
        <p:spPr>
          <a:xfrm xmlns:a="http://schemas.openxmlformats.org/drawingml/2006/main" rot="0">
            <a:off x="5201266" y="3529618"/>
            <a:ext cx="312610"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−0.8</a:t>
            </a:r>
          </a:p>
        </p:txBody>
      </p:sp>
      <p:sp>
        <p:nvSpPr>
          <p:cNvPr id="59" name="">
            <a:extLst xmlns:a="http://schemas.openxmlformats.org/drawingml/2006/main">
              <a:ext uri="{FF2B5EF4-FFF2-40B4-BE49-F238E27FC236}">
                <a16:creationId xmlns:a16="http://schemas.microsoft.com/office/drawing/2014/main" id="{445F6798-77A2-40BC-A72D-00B778ED8439}"/>
              </a:ext>
            </a:extLst>
          </p:cNvPr>
          <p:cNvSpPr>
            <a:spLocks xmlns:a="http://schemas.openxmlformats.org/drawingml/2006/main" noGrp="1"/>
          </p:cNvSpPr>
          <p:nvPr/>
        </p:nvSpPr>
        <p:spPr>
          <a:xfrm xmlns:a="http://schemas.openxmlformats.org/drawingml/2006/main" rot="0">
            <a:off x="2671051" y="3742978"/>
            <a:ext cx="35318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−12.9</a:t>
            </a:r>
          </a:p>
        </p:txBody>
      </p:sp>
      <p:sp>
        <p:nvSpPr>
          <p:cNvPr id="60" name="">
            <a:extLst xmlns:a="http://schemas.openxmlformats.org/drawingml/2006/main">
              <a:ext uri="{FF2B5EF4-FFF2-40B4-BE49-F238E27FC236}">
                <a16:creationId xmlns:a16="http://schemas.microsoft.com/office/drawing/2014/main" id="{45FB931E-E79F-4BA6-8158-D36FAD522AC0}"/>
              </a:ext>
            </a:extLst>
          </p:cNvPr>
          <p:cNvSpPr>
            <a:spLocks xmlns:a="http://schemas.openxmlformats.org/drawingml/2006/main" noGrp="1"/>
          </p:cNvSpPr>
          <p:nvPr/>
        </p:nvSpPr>
        <p:spPr>
          <a:xfrm xmlns:a="http://schemas.openxmlformats.org/drawingml/2006/main" rot="0">
            <a:off x="3384353" y="3742978"/>
            <a:ext cx="18154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9.1</a:t>
            </a:r>
          </a:p>
        </p:txBody>
      </p:sp>
      <p:sp>
        <p:nvSpPr>
          <p:cNvPr id="61" name="">
            <a:extLst xmlns:a="http://schemas.openxmlformats.org/drawingml/2006/main">
              <a:ext uri="{FF2B5EF4-FFF2-40B4-BE49-F238E27FC236}">
                <a16:creationId xmlns:a16="http://schemas.microsoft.com/office/drawing/2014/main" id="{FB934FB6-38BA-4FE3-9417-F7632F1E1D75}"/>
              </a:ext>
            </a:extLst>
          </p:cNvPr>
          <p:cNvSpPr>
            <a:spLocks xmlns:a="http://schemas.openxmlformats.org/drawingml/2006/main" noGrp="1"/>
          </p:cNvSpPr>
          <p:nvPr/>
        </p:nvSpPr>
        <p:spPr>
          <a:xfrm xmlns:a="http://schemas.openxmlformats.org/drawingml/2006/main" rot="0">
            <a:off x="3968163" y="3742978"/>
            <a:ext cx="26889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15.2</a:t>
            </a:r>
          </a:p>
        </p:txBody>
      </p:sp>
      <p:sp>
        <p:nvSpPr>
          <p:cNvPr id="62" name="">
            <a:extLst xmlns:a="http://schemas.openxmlformats.org/drawingml/2006/main">
              <a:ext uri="{FF2B5EF4-FFF2-40B4-BE49-F238E27FC236}">
                <a16:creationId xmlns:a16="http://schemas.microsoft.com/office/drawing/2014/main" id="{16258A0D-6F4B-467C-B228-9AF906A28C7C}"/>
              </a:ext>
            </a:extLst>
          </p:cNvPr>
          <p:cNvSpPr>
            <a:spLocks xmlns:a="http://schemas.openxmlformats.org/drawingml/2006/main" noGrp="1"/>
          </p:cNvSpPr>
          <p:nvPr/>
        </p:nvSpPr>
        <p:spPr>
          <a:xfrm xmlns:a="http://schemas.openxmlformats.org/drawingml/2006/main" rot="0">
            <a:off x="4621314" y="3742978"/>
            <a:ext cx="21755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11.7</a:t>
            </a:r>
          </a:p>
        </p:txBody>
      </p:sp>
      <p:sp>
        <p:nvSpPr>
          <p:cNvPr id="63" name="">
            <a:extLst xmlns:a="http://schemas.openxmlformats.org/drawingml/2006/main">
              <a:ext uri="{FF2B5EF4-FFF2-40B4-BE49-F238E27FC236}">
                <a16:creationId xmlns:a16="http://schemas.microsoft.com/office/drawing/2014/main" id="{AE1F89FE-422C-4130-B45D-85236258B24D}"/>
              </a:ext>
            </a:extLst>
          </p:cNvPr>
          <p:cNvSpPr>
            <a:spLocks xmlns:a="http://schemas.openxmlformats.org/drawingml/2006/main" noGrp="1"/>
          </p:cNvSpPr>
          <p:nvPr/>
        </p:nvSpPr>
        <p:spPr>
          <a:xfrm xmlns:a="http://schemas.openxmlformats.org/drawingml/2006/main" rot="0">
            <a:off x="5249510" y="3742978"/>
            <a:ext cx="21612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8.7</a:t>
            </a:r>
          </a:p>
        </p:txBody>
      </p:sp>
      <p:sp>
        <p:nvSpPr>
          <p:cNvPr id="64" name="">
            <a:extLst xmlns:a="http://schemas.openxmlformats.org/drawingml/2006/main">
              <a:ext uri="{FF2B5EF4-FFF2-40B4-BE49-F238E27FC236}">
                <a16:creationId xmlns:a16="http://schemas.microsoft.com/office/drawing/2014/main" id="{5DEC64FB-8117-4C95-ADCD-8AB02652F81D}"/>
              </a:ext>
            </a:extLst>
          </p:cNvPr>
          <p:cNvSpPr>
            <a:spLocks xmlns:a="http://schemas.openxmlformats.org/drawingml/2006/main" noGrp="1"/>
          </p:cNvSpPr>
          <p:nvPr/>
        </p:nvSpPr>
        <p:spPr>
          <a:xfrm xmlns:a="http://schemas.openxmlformats.org/drawingml/2006/main" rot="0">
            <a:off x="2690863" y="3956338"/>
            <a:ext cx="31356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−9.6</a:t>
            </a:r>
          </a:p>
        </p:txBody>
      </p:sp>
      <p:sp>
        <p:nvSpPr>
          <p:cNvPr id="65" name="">
            <a:extLst xmlns:a="http://schemas.openxmlformats.org/drawingml/2006/main">
              <a:ext uri="{FF2B5EF4-FFF2-40B4-BE49-F238E27FC236}">
                <a16:creationId xmlns:a16="http://schemas.microsoft.com/office/drawing/2014/main" id="{8366CAE5-9894-4540-8E54-05A34AA24897}"/>
              </a:ext>
            </a:extLst>
          </p:cNvPr>
          <p:cNvSpPr>
            <a:spLocks xmlns:a="http://schemas.openxmlformats.org/drawingml/2006/main" noGrp="1"/>
          </p:cNvSpPr>
          <p:nvPr/>
        </p:nvSpPr>
        <p:spPr>
          <a:xfrm xmlns:a="http://schemas.openxmlformats.org/drawingml/2006/main" rot="0">
            <a:off x="3360874" y="3956338"/>
            <a:ext cx="22850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9.0</a:t>
            </a:r>
          </a:p>
        </p:txBody>
      </p:sp>
      <p:sp>
        <p:nvSpPr>
          <p:cNvPr id="66" name="">
            <a:extLst xmlns:a="http://schemas.openxmlformats.org/drawingml/2006/main">
              <a:ext uri="{FF2B5EF4-FFF2-40B4-BE49-F238E27FC236}">
                <a16:creationId xmlns:a16="http://schemas.microsoft.com/office/drawing/2014/main" id="{255D7E5D-98A6-436A-8305-A672AEF1CF03}"/>
              </a:ext>
            </a:extLst>
          </p:cNvPr>
          <p:cNvSpPr>
            <a:spLocks xmlns:a="http://schemas.openxmlformats.org/drawingml/2006/main" noGrp="1"/>
          </p:cNvSpPr>
          <p:nvPr/>
        </p:nvSpPr>
        <p:spPr>
          <a:xfrm xmlns:a="http://schemas.openxmlformats.org/drawingml/2006/main" rot="0">
            <a:off x="3970306" y="3956338"/>
            <a:ext cx="26460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14.7</a:t>
            </a:r>
          </a:p>
        </p:txBody>
      </p:sp>
      <p:sp>
        <p:nvSpPr>
          <p:cNvPr id="67" name="">
            <a:extLst xmlns:a="http://schemas.openxmlformats.org/drawingml/2006/main">
              <a:ext uri="{FF2B5EF4-FFF2-40B4-BE49-F238E27FC236}">
                <a16:creationId xmlns:a16="http://schemas.microsoft.com/office/drawing/2014/main" id="{0CC77E7C-CB5D-4556-BE63-04FDE6805900}"/>
              </a:ext>
            </a:extLst>
          </p:cNvPr>
          <p:cNvSpPr>
            <a:spLocks xmlns:a="http://schemas.openxmlformats.org/drawingml/2006/main" noGrp="1"/>
          </p:cNvSpPr>
          <p:nvPr/>
        </p:nvSpPr>
        <p:spPr>
          <a:xfrm xmlns:a="http://schemas.openxmlformats.org/drawingml/2006/main" rot="0">
            <a:off x="4621933" y="3956338"/>
            <a:ext cx="21631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3.3</a:t>
            </a:r>
          </a:p>
        </p:txBody>
      </p:sp>
      <p:sp>
        <p:nvSpPr>
          <p:cNvPr id="68" name="">
            <a:extLst xmlns:a="http://schemas.openxmlformats.org/drawingml/2006/main">
              <a:ext uri="{FF2B5EF4-FFF2-40B4-BE49-F238E27FC236}">
                <a16:creationId xmlns:a16="http://schemas.microsoft.com/office/drawing/2014/main" id="{F2EA42E9-0419-4EF6-8C2F-B6D947E6E737}"/>
              </a:ext>
            </a:extLst>
          </p:cNvPr>
          <p:cNvSpPr>
            <a:spLocks xmlns:a="http://schemas.openxmlformats.org/drawingml/2006/main" noGrp="1"/>
          </p:cNvSpPr>
          <p:nvPr/>
        </p:nvSpPr>
        <p:spPr>
          <a:xfrm xmlns:a="http://schemas.openxmlformats.org/drawingml/2006/main" rot="0">
            <a:off x="5248415" y="3956338"/>
            <a:ext cx="218313"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−1.1</a:t>
            </a:r>
          </a:p>
        </p:txBody>
      </p:sp>
      <p:sp>
        <p:nvSpPr>
          <p:cNvPr id="69" name="">
            <a:extLst xmlns:a="http://schemas.openxmlformats.org/drawingml/2006/main">
              <a:ext uri="{FF2B5EF4-FFF2-40B4-BE49-F238E27FC236}">
                <a16:creationId xmlns:a16="http://schemas.microsoft.com/office/drawing/2014/main" id="{72B43DB4-9615-4B2E-8A12-AE1A89B11FFD}"/>
              </a:ext>
            </a:extLst>
          </p:cNvPr>
          <p:cNvSpPr>
            <a:spLocks xmlns:a="http://schemas.openxmlformats.org/drawingml/2006/main" noGrp="1"/>
          </p:cNvSpPr>
          <p:nvPr/>
        </p:nvSpPr>
        <p:spPr>
          <a:xfrm xmlns:a="http://schemas.openxmlformats.org/drawingml/2006/main" rot="0">
            <a:off x="2736012" y="4169698"/>
            <a:ext cx="22326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6.3</a:t>
            </a:r>
          </a:p>
        </p:txBody>
      </p:sp>
      <p:sp>
        <p:nvSpPr>
          <p:cNvPr id="70" name="">
            <a:extLst xmlns:a="http://schemas.openxmlformats.org/drawingml/2006/main">
              <a:ext uri="{FF2B5EF4-FFF2-40B4-BE49-F238E27FC236}">
                <a16:creationId xmlns:a16="http://schemas.microsoft.com/office/drawing/2014/main" id="{8D58FE15-0883-4F0F-BA2F-0E93FA154593}"/>
              </a:ext>
            </a:extLst>
          </p:cNvPr>
          <p:cNvSpPr>
            <a:spLocks xmlns:a="http://schemas.openxmlformats.org/drawingml/2006/main" noGrp="1"/>
          </p:cNvSpPr>
          <p:nvPr/>
        </p:nvSpPr>
        <p:spPr>
          <a:xfrm xmlns:a="http://schemas.openxmlformats.org/drawingml/2006/main" rot="0">
            <a:off x="3325203" y="4169698"/>
            <a:ext cx="29984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−4.7</a:t>
            </a:r>
          </a:p>
        </p:txBody>
      </p:sp>
      <p:sp>
        <p:nvSpPr>
          <p:cNvPr id="71" name="">
            <a:extLst xmlns:a="http://schemas.openxmlformats.org/drawingml/2006/main">
              <a:ext uri="{FF2B5EF4-FFF2-40B4-BE49-F238E27FC236}">
                <a16:creationId xmlns:a16="http://schemas.microsoft.com/office/drawing/2014/main" id="{55E51DC1-2DE8-4DB9-A276-8DED2B08F8EC}"/>
              </a:ext>
            </a:extLst>
          </p:cNvPr>
          <p:cNvSpPr>
            <a:spLocks xmlns:a="http://schemas.openxmlformats.org/drawingml/2006/main" noGrp="1"/>
          </p:cNvSpPr>
          <p:nvPr/>
        </p:nvSpPr>
        <p:spPr>
          <a:xfrm xmlns:a="http://schemas.openxmlformats.org/drawingml/2006/main" rot="0">
            <a:off x="3950351" y="4169698"/>
            <a:ext cx="30451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−2.8</a:t>
            </a:r>
          </a:p>
        </p:txBody>
      </p:sp>
      <p:sp>
        <p:nvSpPr>
          <p:cNvPr id="72" name="">
            <a:extLst xmlns:a="http://schemas.openxmlformats.org/drawingml/2006/main">
              <a:ext uri="{FF2B5EF4-FFF2-40B4-BE49-F238E27FC236}">
                <a16:creationId xmlns:a16="http://schemas.microsoft.com/office/drawing/2014/main" id="{D9A632FD-105A-4499-93A9-BFBEB08D0EFE}"/>
              </a:ext>
            </a:extLst>
          </p:cNvPr>
          <p:cNvSpPr>
            <a:spLocks xmlns:a="http://schemas.openxmlformats.org/drawingml/2006/main" noGrp="1"/>
          </p:cNvSpPr>
          <p:nvPr/>
        </p:nvSpPr>
        <p:spPr>
          <a:xfrm xmlns:a="http://schemas.openxmlformats.org/drawingml/2006/main" rot="0">
            <a:off x="4615694" y="4169698"/>
            <a:ext cx="22879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4.8</a:t>
            </a:r>
          </a:p>
        </p:txBody>
      </p:sp>
      <p:sp>
        <p:nvSpPr>
          <p:cNvPr id="73" name="">
            <a:extLst xmlns:a="http://schemas.openxmlformats.org/drawingml/2006/main">
              <a:ext uri="{FF2B5EF4-FFF2-40B4-BE49-F238E27FC236}">
                <a16:creationId xmlns:a16="http://schemas.microsoft.com/office/drawing/2014/main" id="{2DA278AC-2F5C-4E62-B743-F61E28950DE4}"/>
              </a:ext>
            </a:extLst>
          </p:cNvPr>
          <p:cNvSpPr>
            <a:spLocks xmlns:a="http://schemas.openxmlformats.org/drawingml/2006/main" noGrp="1"/>
          </p:cNvSpPr>
          <p:nvPr/>
        </p:nvSpPr>
        <p:spPr>
          <a:xfrm xmlns:a="http://schemas.openxmlformats.org/drawingml/2006/main" rot="0">
            <a:off x="5221554" y="4169698"/>
            <a:ext cx="27203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13.6</a:t>
            </a:r>
          </a:p>
        </p:txBody>
      </p:sp>
      <p:sp>
        <p:nvSpPr>
          <p:cNvPr id="74" name="">
            <a:extLst xmlns:a="http://schemas.openxmlformats.org/drawingml/2006/main">
              <a:ext uri="{FF2B5EF4-FFF2-40B4-BE49-F238E27FC236}">
                <a16:creationId xmlns:a16="http://schemas.microsoft.com/office/drawing/2014/main" id="{9A14D9E3-E10D-4F92-A70F-C778961D545A}"/>
              </a:ext>
            </a:extLst>
          </p:cNvPr>
          <p:cNvSpPr>
            <a:spLocks xmlns:a="http://schemas.openxmlformats.org/drawingml/2006/main" noGrp="1"/>
          </p:cNvSpPr>
          <p:nvPr/>
        </p:nvSpPr>
        <p:spPr>
          <a:xfrm xmlns:a="http://schemas.openxmlformats.org/drawingml/2006/main" rot="0">
            <a:off x="2714962" y="4383058"/>
            <a:ext cx="26536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−1.4</a:t>
            </a:r>
          </a:p>
        </p:txBody>
      </p:sp>
      <p:sp>
        <p:nvSpPr>
          <p:cNvPr id="75" name="">
            <a:extLst xmlns:a="http://schemas.openxmlformats.org/drawingml/2006/main">
              <a:ext uri="{FF2B5EF4-FFF2-40B4-BE49-F238E27FC236}">
                <a16:creationId xmlns:a16="http://schemas.microsoft.com/office/drawing/2014/main" id="{3EAE6859-EB00-4D3D-B6B9-75CB7C37F42D}"/>
              </a:ext>
            </a:extLst>
          </p:cNvPr>
          <p:cNvSpPr>
            <a:spLocks xmlns:a="http://schemas.openxmlformats.org/drawingml/2006/main" noGrp="1"/>
          </p:cNvSpPr>
          <p:nvPr/>
        </p:nvSpPr>
        <p:spPr>
          <a:xfrm xmlns:a="http://schemas.openxmlformats.org/drawingml/2006/main" rot="0">
            <a:off x="3366732" y="4383058"/>
            <a:ext cx="21678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7.6</a:t>
            </a:r>
          </a:p>
        </p:txBody>
      </p:sp>
      <p:sp>
        <p:nvSpPr>
          <p:cNvPr id="76" name="">
            <a:extLst xmlns:a="http://schemas.openxmlformats.org/drawingml/2006/main">
              <a:ext uri="{FF2B5EF4-FFF2-40B4-BE49-F238E27FC236}">
                <a16:creationId xmlns:a16="http://schemas.microsoft.com/office/drawing/2014/main" id="{E0643221-D0D4-4F43-82CE-610575D69D0D}"/>
              </a:ext>
            </a:extLst>
          </p:cNvPr>
          <p:cNvSpPr>
            <a:spLocks xmlns:a="http://schemas.openxmlformats.org/drawingml/2006/main" noGrp="1"/>
          </p:cNvSpPr>
          <p:nvPr/>
        </p:nvSpPr>
        <p:spPr>
          <a:xfrm xmlns:a="http://schemas.openxmlformats.org/drawingml/2006/main" rot="0">
            <a:off x="3969449" y="4383058"/>
            <a:ext cx="26631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−6.1</a:t>
            </a:r>
          </a:p>
        </p:txBody>
      </p:sp>
      <p:sp>
        <p:nvSpPr>
          <p:cNvPr id="77" name="">
            <a:extLst xmlns:a="http://schemas.openxmlformats.org/drawingml/2006/main">
              <a:ext uri="{FF2B5EF4-FFF2-40B4-BE49-F238E27FC236}">
                <a16:creationId xmlns:a16="http://schemas.microsoft.com/office/drawing/2014/main" id="{6342990A-A86A-4C6D-9BCD-44490931AD0E}"/>
              </a:ext>
            </a:extLst>
          </p:cNvPr>
          <p:cNvSpPr>
            <a:spLocks xmlns:a="http://schemas.openxmlformats.org/drawingml/2006/main" noGrp="1"/>
          </p:cNvSpPr>
          <p:nvPr/>
        </p:nvSpPr>
        <p:spPr>
          <a:xfrm xmlns:a="http://schemas.openxmlformats.org/drawingml/2006/main" rot="0">
            <a:off x="4615980" y="4383058"/>
            <a:ext cx="22821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5.0</a:t>
            </a:r>
          </a:p>
        </p:txBody>
      </p:sp>
      <p:sp>
        <p:nvSpPr>
          <p:cNvPr id="78" name="">
            <a:extLst xmlns:a="http://schemas.openxmlformats.org/drawingml/2006/main">
              <a:ext uri="{FF2B5EF4-FFF2-40B4-BE49-F238E27FC236}">
                <a16:creationId xmlns:a16="http://schemas.microsoft.com/office/drawing/2014/main" id="{7957F000-93AF-4EEA-B94A-9CF48F3187A9}"/>
              </a:ext>
            </a:extLst>
          </p:cNvPr>
          <p:cNvSpPr>
            <a:spLocks xmlns:a="http://schemas.openxmlformats.org/drawingml/2006/main" noGrp="1"/>
          </p:cNvSpPr>
          <p:nvPr/>
        </p:nvSpPr>
        <p:spPr>
          <a:xfrm xmlns:a="http://schemas.openxmlformats.org/drawingml/2006/main" rot="0">
            <a:off x="5242414" y="4383058"/>
            <a:ext cx="230315"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11.9</a:t>
            </a:r>
          </a:p>
        </p:txBody>
      </p:sp>
      <p:sp>
        <p:nvSpPr>
          <p:cNvPr id="79" name="Editable chart path">
            <a:extLst xmlns:a="http://schemas.openxmlformats.org/drawingml/2006/main">
              <a:ext uri="{FF2B5EF4-FFF2-40B4-BE49-F238E27FC236}">
                <a16:creationId xmlns:a16="http://schemas.microsoft.com/office/drawing/2014/main" id="{C6EF2496-54F7-44EF-BE82-E39FA55422BC}"/>
              </a:ext>
            </a:extLst>
          </p:cNvPr>
          <p:cNvSpPr>
            <a:spLocks xmlns:a="http://schemas.openxmlformats.org/drawingml/2006/main" noGrp="1"/>
          </p:cNvSpPr>
          <p:nvPr/>
        </p:nvSpPr>
        <p:spPr>
          <a:xfrm xmlns:a="http://schemas.openxmlformats.org/drawingml/2006/main">
            <a:off x="2631948" y="5030250"/>
            <a:ext cx="2892298" cy="64008"/>
          </a:xfrm>
          <a:custGeom xmlns:a="http://schemas.openxmlformats.org/drawingml/2006/main">
            <a:pathLst>
              <a:path w="3123682" h="69129">
                <a:moveTo>
                  <a:pt x="0" y="69129"/>
                </a:moveTo>
                <a:lnTo>
                  <a:pt x="3123682" y="69129"/>
                </a:lnTo>
                <a:lnTo>
                  <a:pt x="3123682" y="0"/>
                </a:lnTo>
                <a:lnTo>
                  <a:pt x="0" y="0"/>
                </a:lnTo>
                <a:close/>
              </a:path>
            </a:pathLst>
          </a:custGeom>
          <a:solidFill xmlns:a="http://schemas.openxmlformats.org/drawingml/2006/main">
            <a:srgbClr val="FBFCFE"/>
          </a:solidFill>
          <a:ln xmlns:a="http://schemas.openxmlformats.org/drawingml/2006/main" w="0">
            <a:noFill/>
            <a:prstDash val="solid"/>
          </a:ln>
        </p:spPr>
      </p:sp>
      <p:pic>
        <p:nvPicPr>
          <p:cNvPr id="80" name="">
            <a:extLst xmlns:a="http://schemas.openxmlformats.org/drawingml/2006/main">
              <a:ext uri="{FF2B5EF4-FFF2-40B4-BE49-F238E27FC236}">
                <a16:creationId xmlns:a16="http://schemas.microsoft.com/office/drawing/2014/main" id="{69333EEC-2CF2-4EE9-9114-174FCFB175FC}"/>
              </a:ext>
            </a:extLst>
          </p:cNvPr>
          <p:cNvPicPr>
            <a:picLocks xmlns:a="http://schemas.openxmlformats.org/drawingml/2006/main" noChangeAspect="1"/>
          </p:cNvPicPr>
          <p:nvPr/>
        </p:nvPicPr>
        <p:blipFill>
          <a:blip xmlns:r="http://schemas.openxmlformats.org/officeDocument/2006/relationships" xmlns:a="http://schemas.openxmlformats.org/drawingml/2006/main" r:embed="Rcfe0aa3c70ac4b18"/>
          <a:stretch xmlns:a="http://schemas.openxmlformats.org/drawingml/2006/main"/>
        </p:blipFill>
        <p:spPr>
          <a:xfrm xmlns:a="http://schemas.openxmlformats.org/drawingml/2006/main" flipH="0" flipV="1">
            <a:off x="2632075" y="5028853"/>
            <a:ext cx="2892425" cy="66675"/>
          </a:xfrm>
          <a:prstGeom xmlns:a="http://schemas.openxmlformats.org/drawingml/2006/main" prst="rect">
            <a:avLst/>
          </a:prstGeom>
        </p:spPr>
      </p:pic>
      <p:sp>
        <p:nvSpPr>
          <p:cNvPr id="81" name="">
            <a:extLst xmlns:a="http://schemas.openxmlformats.org/drawingml/2006/main">
              <a:ext uri="{FF2B5EF4-FFF2-40B4-BE49-F238E27FC236}">
                <a16:creationId xmlns:a16="http://schemas.microsoft.com/office/drawing/2014/main" id="{0AFB5EC9-254C-4ED3-9D3C-E1AD6ADF5C06}"/>
              </a:ext>
            </a:extLst>
          </p:cNvPr>
          <p:cNvSpPr>
            <a:spLocks xmlns:a="http://schemas.openxmlformats.org/drawingml/2006/main" noGrp="1"/>
          </p:cNvSpPr>
          <p:nvPr/>
        </p:nvSpPr>
        <p:spPr>
          <a:xfrm xmlns:a="http://schemas.openxmlformats.org/drawingml/2006/main" rot="0">
            <a:off x="2585752" y="5138355"/>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82" name="">
            <a:extLst xmlns:a="http://schemas.openxmlformats.org/drawingml/2006/main">
              <a:ext uri="{FF2B5EF4-FFF2-40B4-BE49-F238E27FC236}">
                <a16:creationId xmlns:a16="http://schemas.microsoft.com/office/drawing/2014/main" id="{EB1FC7DA-8D89-4961-BEA5-D06A3B497810}"/>
              </a:ext>
            </a:extLst>
          </p:cNvPr>
          <p:cNvSpPr>
            <a:spLocks xmlns:a="http://schemas.openxmlformats.org/drawingml/2006/main" noGrp="1"/>
          </p:cNvSpPr>
          <p:nvPr/>
        </p:nvSpPr>
        <p:spPr>
          <a:xfrm xmlns:a="http://schemas.openxmlformats.org/drawingml/2006/main" rot="0">
            <a:off x="3436004" y="5138355"/>
            <a:ext cx="137065"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83" name="">
            <a:extLst xmlns:a="http://schemas.openxmlformats.org/drawingml/2006/main">
              <a:ext uri="{FF2B5EF4-FFF2-40B4-BE49-F238E27FC236}">
                <a16:creationId xmlns:a16="http://schemas.microsoft.com/office/drawing/2014/main" id="{081F741F-4182-4BD3-917A-543178CF0829}"/>
              </a:ext>
            </a:extLst>
          </p:cNvPr>
          <p:cNvSpPr>
            <a:spLocks xmlns:a="http://schemas.openxmlformats.org/drawingml/2006/main" noGrp="1"/>
          </p:cNvSpPr>
          <p:nvPr/>
        </p:nvSpPr>
        <p:spPr>
          <a:xfrm xmlns:a="http://schemas.openxmlformats.org/drawingml/2006/main" rot="0">
            <a:off x="4290780" y="5138355"/>
            <a:ext cx="172688"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84" name="">
            <a:extLst xmlns:a="http://schemas.openxmlformats.org/drawingml/2006/main">
              <a:ext uri="{FF2B5EF4-FFF2-40B4-BE49-F238E27FC236}">
                <a16:creationId xmlns:a16="http://schemas.microsoft.com/office/drawing/2014/main" id="{1395CED4-E958-4C5C-B259-D2D4EE018588}"/>
              </a:ext>
            </a:extLst>
          </p:cNvPr>
          <p:cNvSpPr>
            <a:spLocks xmlns:a="http://schemas.openxmlformats.org/drawingml/2006/main" noGrp="1"/>
          </p:cNvSpPr>
          <p:nvPr/>
        </p:nvSpPr>
        <p:spPr>
          <a:xfrm xmlns:a="http://schemas.openxmlformats.org/drawingml/2006/main" rot="0">
            <a:off x="5162368" y="5138355"/>
            <a:ext cx="174689"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85" name="">
            <a:extLst xmlns:a="http://schemas.openxmlformats.org/drawingml/2006/main">
              <a:ext uri="{FF2B5EF4-FFF2-40B4-BE49-F238E27FC236}">
                <a16:creationId xmlns:a16="http://schemas.microsoft.com/office/drawing/2014/main" id="{95D4AB51-5F1E-44E5-80D6-2C37D4CDA1B4}"/>
              </a:ext>
            </a:extLst>
          </p:cNvPr>
          <p:cNvSpPr>
            <a:spLocks xmlns:a="http://schemas.openxmlformats.org/drawingml/2006/main" noGrp="1"/>
          </p:cNvSpPr>
          <p:nvPr/>
        </p:nvSpPr>
        <p:spPr>
          <a:xfrm xmlns:a="http://schemas.openxmlformats.org/drawingml/2006/main" rot="0">
            <a:off x="3208179" y="5404491"/>
            <a:ext cx="173983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Fewer taxis per half-hour</a:t>
            </a:r>
          </a:p>
        </p:txBody>
      </p:sp>
    </p:spTree>
    <p:extLst>
      <p:ext uri="{BB962C8B-B14F-4D97-AF65-F5344CB8AC3E}">
        <p14:creationId xmlns:p14="http://schemas.microsoft.com/office/powerpoint/2010/main" val="1325374420"/>
      </p:ext>
    </p:extLst>
  </p:cSld>
</p:sld>
</file>

<file path=ppt/slides/slide14.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3DFD7958-6C94-4A6E-9E12-6D2D829909BF}"/>
              </a:ext>
            </a:extLst>
          </p:cNvPr>
          <p:cNvSpPr>
            <a:spLocks xmlns:a="http://schemas.openxmlformats.org/drawingml/2006/main" noGrp="1"/>
          </p:cNvSpPr>
          <p:nvPr/>
        </p:nvSpPr>
        <p:spPr>
          <a:xfrm xmlns:a="http://schemas.openxmlformats.org/drawingml/2006/main">
            <a:off x="812800" y="812800"/>
            <a:ext cx="5841355"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Q2 · WHY THERE · REGRESSION, SPATIAL MODEL, RANDOM FOREST</a:t>
            </a:r>
            <a:endParaRPr sz="1200"/>
          </a:p>
        </p:txBody>
      </p:sp>
      <p:sp>
        <p:nvSpPr>
          <p:cNvPr id="3" name="Text 1">
            <a:extLst xmlns:a="http://schemas.openxmlformats.org/drawingml/2006/main">
              <a:ext uri="{FF2B5EF4-FFF2-40B4-BE49-F238E27FC236}">
                <a16:creationId xmlns:a16="http://schemas.microsoft.com/office/drawing/2014/main" id="{CA676F9F-14FC-49B7-888C-0ED83663ADAC}"/>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ONLY THE CBD HOLDS UP IN EVERY TEST</a:t>
            </a:r>
            <a:endParaRPr sz="4000"/>
          </a:p>
        </p:txBody>
      </p:sp>
      <p:sp>
        <p:nvSpPr>
          <p:cNvPr id="4" name="Shape 2">
            <a:extLst xmlns:a="http://schemas.openxmlformats.org/drawingml/2006/main">
              <a:ext uri="{FF2B5EF4-FFF2-40B4-BE49-F238E27FC236}">
                <a16:creationId xmlns:a16="http://schemas.microsoft.com/office/drawing/2014/main" id="{95722BC4-8D98-4F3D-8811-96130493DC50}"/>
              </a:ext>
            </a:extLst>
          </p:cNvPr>
          <p:cNvSpPr>
            <a:spLocks xmlns:a="http://schemas.openxmlformats.org/drawingml/2006/main" noGrp="1"/>
          </p:cNvSpPr>
          <p:nvPr/>
        </p:nvSpPr>
        <p:spPr>
          <a:xfrm xmlns:a="http://schemas.openxmlformats.org/drawingml/2006/main">
            <a:off x="812800" y="2004020"/>
            <a:ext cx="10566400" cy="2735163"/>
          </a:xfrm>
          <a:prstGeom xmlns:a="http://schemas.openxmlformats.org/drawingml/2006/main" prst="roundRect">
            <a:avLst>
              <a:gd name="adj" fmla="val 6036"/>
            </a:avLst>
          </a:prstGeom>
          <a:solidFill xmlns:a="http://schemas.openxmlformats.org/drawingml/2006/main">
            <a:srgbClr val="FBFCFE"/>
          </a:solidFill>
        </p:spPr>
      </p:sp>
      <p:graphicFrame>
        <p:nvGraphicFramePr>
          <p:cNvPr id="5" name="Table 0">
            <a:extLst xmlns:a="http://schemas.openxmlformats.org/drawingml/2006/main">
              <a:ext uri="{FF2B5EF4-FFF2-40B4-BE49-F238E27FC236}">
                <a16:creationId xmlns:a16="http://schemas.microsoft.com/office/drawing/2014/main" id="{D5A81A0E-9128-4C16-9F66-BC0907D88C70}"/>
              </a:ext>
            </a:extLst>
          </p:cNvPr>
          <p:cNvGraphicFramePr/>
          <p:nvPr/>
        </p:nvGraphicFramePr>
        <p:xfrm>
          <a:off xmlns:a="http://schemas.openxmlformats.org/drawingml/2006/main" x="1079500" y="2219920"/>
          <a:ext xmlns:a="http://schemas.openxmlformats.org/drawingml/2006/main" cx="10045700" cy="2316063"/>
        </p:xfrm>
        <a:graphic xmlns:a="http://schemas.openxmlformats.org/drawingml/2006/main">
          <a:graphicData uri="http://schemas.openxmlformats.org/drawingml/2006/table">
            <a:tbl>
              <a:tblPr/>
              <a:tblGrid>
                <a:gridCol w="3013710"/>
                <a:gridCol w="2611882"/>
                <a:gridCol w="2611882"/>
                <a:gridCol w="1808226"/>
              </a:tblGrid>
              <a:tr h="386011">
                <a:tc>
                  <a:txBody>
                    <a:bodyPr/>
                    <a:lstStyle/>
                    <a:p>
                      <a:pPr marL="0" indent="0">
                        <a:lnSpc>
                          <a:spcPts val="1960"/>
                        </a:lnSpc>
                        <a:buNone/>
                      </a:pPr>
                      <a:r>
                        <a:rPr sz="1400" b="1">
                          <a:solidFill>
                            <a:srgbClr val="5A6683"/>
                          </a:solidFill>
                          <a:latin typeface="Poppins"/>
                          <a:ea typeface="Poppins"/>
                          <a:cs typeface="Poppins"/>
                        </a:rPr>
                        <a:t>Place characteristic</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c>
                  <a:txBody>
                    <a:bodyPr/>
                    <a:lstStyle/>
                    <a:p>
                      <a:pPr marL="0" indent="0">
                        <a:lnSpc>
                          <a:spcPts val="1960"/>
                        </a:lnSpc>
                        <a:buNone/>
                      </a:pPr>
                      <a:r>
                        <a:rPr sz="1400" b="1">
                          <a:solidFill>
                            <a:srgbClr val="5A6683"/>
                          </a:solidFill>
                          <a:latin typeface="Poppins"/>
                          <a:ea typeface="Poppins"/>
                          <a:cs typeface="Poppins"/>
                        </a:rPr>
                        <a:t>Panel model</a:t>
                      </a:r>
                      <a:endParaRPr sz="1400">
                        <a:latin typeface="Poppins"/>
                        <a:ea typeface="Poppins"/>
                        <a:cs typeface="Poppins"/>
                      </a:endParaRPr>
                    </a:p>
                  </a:txBody>
                  <a:tcPr marL="62230" marR="62230" marT="62230" marB="62230" anchor="t">
                    <a:lnL w="12700" cmpd="sng">
                      <a:solidFill>
                        <a:srgbClr val="BABABB"/>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c>
                  <a:txBody>
                    <a:bodyPr/>
                    <a:lstStyle/>
                    <a:p>
                      <a:pPr marL="0" indent="0">
                        <a:lnSpc>
                          <a:spcPts val="1960"/>
                        </a:lnSpc>
                        <a:buNone/>
                      </a:pPr>
                      <a:r>
                        <a:rPr sz="1400" b="1">
                          <a:solidFill>
                            <a:srgbClr val="5A6683"/>
                          </a:solidFill>
                          <a:latin typeface="Poppins"/>
                          <a:ea typeface="Poppins"/>
                          <a:cs typeface="Poppins"/>
                        </a:rPr>
                        <a:t>Square-level and spatial</a:t>
                      </a:r>
                      <a:endParaRPr sz="1400">
                        <a:latin typeface="Poppins"/>
                        <a:ea typeface="Poppins"/>
                        <a:cs typeface="Poppins"/>
                      </a:endParaRPr>
                    </a:p>
                  </a:txBody>
                  <a:tcPr marL="62230" marR="62230" marT="62230" marB="62230" anchor="t">
                    <a:lnL w="12700" cmpd="sng">
                      <a:solidFill>
                        <a:srgbClr val="BABABB"/>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c>
                  <a:txBody>
                    <a:bodyPr/>
                    <a:lstStyle/>
                    <a:p>
                      <a:pPr marL="0" indent="0">
                        <a:lnSpc>
                          <a:spcPts val="1960"/>
                        </a:lnSpc>
                        <a:buNone/>
                      </a:pPr>
                      <a:r>
                        <a:rPr sz="1400" b="1">
                          <a:solidFill>
                            <a:srgbClr val="5A6683"/>
                          </a:solidFill>
                          <a:latin typeface="Poppins"/>
                          <a:ea typeface="Poppins"/>
                          <a:cs typeface="Poppins"/>
                        </a:rPr>
                        <a:t>Verdict</a:t>
                      </a:r>
                      <a:endParaRPr sz="1400">
                        <a:latin typeface="Poppins"/>
                        <a:ea typeface="Poppins"/>
                        <a:cs typeface="Poppins"/>
                      </a:endParaRPr>
                    </a:p>
                  </a:txBody>
                  <a:tcPr marL="62230" marR="62230" marT="62230" marB="62230" anchor="t">
                    <a:lnL w="12700" cmpd="sng">
                      <a:solidFill>
                        <a:srgbClr val="BABABB"/>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r>
              <a:tr h="386011">
                <a:tc>
                  <a:txBody>
                    <a:bodyPr/>
                    <a:lstStyle/>
                    <a:p>
                      <a:pPr marL="0" indent="0">
                        <a:lnSpc>
                          <a:spcPts val="1960"/>
                        </a:lnSpc>
                        <a:buNone/>
                      </a:pPr>
                      <a:r>
                        <a:rPr sz="1400">
                          <a:solidFill>
                            <a:srgbClr val="14203A"/>
                          </a:solidFill>
                          <a:latin typeface="Poppins"/>
                          <a:ea typeface="Poppins"/>
                          <a:cs typeface="Poppins"/>
                        </a:rPr>
                        <a:t>URA Central Area</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B6BBC3"/>
                      </a:solidFill>
                      <a:prstDash val="solid"/>
                    </a:lnR>
                    <a:lnT w="12700" cmpd="sng">
                      <a:solidFill>
                        <a:srgbClr val="BABABB"/>
                      </a:solidFill>
                      <a:prstDash val="solid"/>
                    </a:lnT>
                    <a:lnB w="12700" cmpd="sng">
                      <a:solidFill>
                        <a:srgbClr val="B6BBC3"/>
                      </a:solidFill>
                      <a:prstDash val="solid"/>
                    </a:lnB>
                    <a:solidFill>
                      <a:srgbClr val="E4EAF4"/>
                    </a:solidFill>
                  </a:tcPr>
                </a:tc>
                <a:tc>
                  <a:txBody>
                    <a:bodyPr/>
                    <a:lstStyle/>
                    <a:p>
                      <a:pPr marL="0" indent="0">
                        <a:lnSpc>
                          <a:spcPts val="1960"/>
                        </a:lnSpc>
                        <a:buNone/>
                      </a:pPr>
                      <a:r>
                        <a:rPr sz="1400">
                          <a:solidFill>
                            <a:srgbClr val="14203A"/>
                          </a:solidFill>
                          <a:latin typeface="Poppins"/>
                          <a:ea typeface="Poppins"/>
                          <a:cs typeface="Poppins"/>
                        </a:rPr>
                        <a:t>−24.5% vs −12.0%</a:t>
                      </a:r>
                      <a:endParaRPr sz="1400">
                        <a:latin typeface="Poppins"/>
                        <a:ea typeface="Poppins"/>
                        <a:cs typeface="Poppins"/>
                      </a:endParaRPr>
                    </a:p>
                  </a:txBody>
                  <a:tcPr marL="62230" marR="62230" marT="62230" marB="62230" anchor="t">
                    <a:lnL w="12700" cmpd="sng">
                      <a:solidFill>
                        <a:srgbClr val="B6BBC3"/>
                      </a:solidFill>
                      <a:prstDash val="solid"/>
                    </a:lnL>
                    <a:lnR w="12700" cmpd="sng">
                      <a:solidFill>
                        <a:srgbClr val="B6BBC3"/>
                      </a:solidFill>
                      <a:prstDash val="solid"/>
                    </a:lnR>
                    <a:lnT w="12700" cmpd="sng">
                      <a:solidFill>
                        <a:srgbClr val="BABABB"/>
                      </a:solidFill>
                      <a:prstDash val="solid"/>
                    </a:lnT>
                    <a:lnB w="12700" cmpd="sng">
                      <a:solidFill>
                        <a:srgbClr val="B6BBC3"/>
                      </a:solidFill>
                      <a:prstDash val="solid"/>
                    </a:lnB>
                    <a:solidFill>
                      <a:srgbClr val="E4EAF4"/>
                    </a:solidFill>
                  </a:tcPr>
                </a:tc>
                <a:tc>
                  <a:txBody>
                    <a:bodyPr/>
                    <a:lstStyle/>
                    <a:p>
                      <a:pPr marL="0" indent="0">
                        <a:lnSpc>
                          <a:spcPts val="1960"/>
                        </a:lnSpc>
                        <a:buNone/>
                      </a:pPr>
                      <a:r>
                        <a:rPr sz="1400">
                          <a:solidFill>
                            <a:srgbClr val="14203A"/>
                          </a:solidFill>
                          <a:latin typeface="Poppins"/>
                          <a:ea typeface="Poppins"/>
                          <a:cs typeface="Poppins"/>
                        </a:rPr>
                        <a:t>~11% more loss</a:t>
                      </a:r>
                      <a:endParaRPr sz="1400">
                        <a:latin typeface="Poppins"/>
                        <a:ea typeface="Poppins"/>
                        <a:cs typeface="Poppins"/>
                      </a:endParaRPr>
                    </a:p>
                  </a:txBody>
                  <a:tcPr marL="62230" marR="62230" marT="62230" marB="62230" anchor="t">
                    <a:lnL w="12700" cmpd="sng">
                      <a:solidFill>
                        <a:srgbClr val="B6BBC3"/>
                      </a:solidFill>
                      <a:prstDash val="solid"/>
                    </a:lnL>
                    <a:lnR w="12700" cmpd="sng">
                      <a:solidFill>
                        <a:srgbClr val="B6BBC3"/>
                      </a:solidFill>
                      <a:prstDash val="solid"/>
                    </a:lnR>
                    <a:lnT w="12700" cmpd="sng">
                      <a:solidFill>
                        <a:srgbClr val="BABABB"/>
                      </a:solidFill>
                      <a:prstDash val="solid"/>
                    </a:lnT>
                    <a:lnB w="12700" cmpd="sng">
                      <a:solidFill>
                        <a:srgbClr val="B6BBC3"/>
                      </a:solidFill>
                      <a:prstDash val="solid"/>
                    </a:lnB>
                    <a:solidFill>
                      <a:srgbClr val="E4EAF4"/>
                    </a:solidFill>
                  </a:tcPr>
                </a:tc>
                <a:tc>
                  <a:txBody>
                    <a:bodyPr/>
                    <a:lstStyle/>
                    <a:p>
                      <a:pPr marL="0" indent="0">
                        <a:lnSpc>
                          <a:spcPts val="1960"/>
                        </a:lnSpc>
                        <a:buNone/>
                      </a:pPr>
                      <a:r>
                        <a:rPr sz="1400">
                          <a:solidFill>
                            <a:srgbClr val="0B7A35"/>
                          </a:solidFill>
                          <a:latin typeface="Poppins"/>
                          <a:ea typeface="Poppins"/>
                          <a:cs typeface="Poppins"/>
                        </a:rPr>
                        <a:t>Robust</a:t>
                      </a:r>
                      <a:endParaRPr sz="1400">
                        <a:latin typeface="Poppins"/>
                        <a:ea typeface="Poppins"/>
                        <a:cs typeface="Poppins"/>
                      </a:endParaRPr>
                    </a:p>
                  </a:txBody>
                  <a:tcPr marL="62230" marR="62230" marT="62230" marB="62230" anchor="t">
                    <a:lnL w="12700" cmpd="sng">
                      <a:solidFill>
                        <a:srgbClr val="B6BBC3"/>
                      </a:solidFill>
                      <a:prstDash val="solid"/>
                    </a:lnL>
                    <a:lnR w="12700" cmpd="sng">
                      <a:solidFill>
                        <a:srgbClr val="B6BBC3"/>
                      </a:solidFill>
                      <a:prstDash val="solid"/>
                    </a:lnR>
                    <a:lnT w="12700" cmpd="sng">
                      <a:solidFill>
                        <a:srgbClr val="BABABB"/>
                      </a:solidFill>
                      <a:prstDash val="solid"/>
                    </a:lnT>
                    <a:lnB w="12700" cmpd="sng">
                      <a:solidFill>
                        <a:srgbClr val="B6BBC3"/>
                      </a:solidFill>
                      <a:prstDash val="solid"/>
                    </a:lnB>
                    <a:solidFill>
                      <a:srgbClr val="E4EAF4"/>
                    </a:solidFill>
                  </a:tcPr>
                </a:tc>
              </a:tr>
              <a:tr h="386011">
                <a:tc>
                  <a:txBody>
                    <a:bodyPr/>
                    <a:lstStyle/>
                    <a:p>
                      <a:pPr marL="0" indent="0">
                        <a:lnSpc>
                          <a:spcPts val="1960"/>
                        </a:lnSpc>
                        <a:buNone/>
                      </a:pPr>
                      <a:r>
                        <a:rPr sz="1400">
                          <a:solidFill>
                            <a:srgbClr val="14203A"/>
                          </a:solidFill>
                          <a:latin typeface="Poppins"/>
                          <a:ea typeface="Poppins"/>
                          <a:cs typeface="Poppins"/>
                        </a:rPr>
                        <a:t>Business or industrial land</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B6BBC3"/>
                      </a:solidFill>
                      <a:prstDash val="solid"/>
                    </a:lnT>
                    <a:lnB w="12700" cmpd="sng">
                      <a:solidFill>
                        <a:srgbClr val="C8C9CA"/>
                      </a:solidFill>
                      <a:prstDash val="solid"/>
                    </a:lnB>
                  </a:tcPr>
                </a:tc>
                <a:tc>
                  <a:txBody>
                    <a:bodyPr/>
                    <a:lstStyle/>
                    <a:p>
                      <a:pPr marL="0" indent="0">
                        <a:lnSpc>
                          <a:spcPts val="1960"/>
                        </a:lnSpc>
                        <a:buNone/>
                      </a:pPr>
                      <a:r>
                        <a:rPr sz="1400">
                          <a:solidFill>
                            <a:srgbClr val="14203A"/>
                          </a:solidFill>
                          <a:latin typeface="Poppins"/>
                          <a:ea typeface="Poppins"/>
                          <a:cs typeface="Poppins"/>
                        </a:rPr>
                        <a:t>not tested</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B6BBC3"/>
                      </a:solidFill>
                      <a:prstDash val="solid"/>
                    </a:lnT>
                    <a:lnB w="12700" cmpd="sng">
                      <a:solidFill>
                        <a:srgbClr val="C8C9CA"/>
                      </a:solidFill>
                      <a:prstDash val="solid"/>
                    </a:lnB>
                  </a:tcPr>
                </a:tc>
                <a:tc>
                  <a:txBody>
                    <a:bodyPr/>
                    <a:lstStyle/>
                    <a:p>
                      <a:pPr marL="0" indent="0">
                        <a:lnSpc>
                          <a:spcPts val="1960"/>
                        </a:lnSpc>
                        <a:buNone/>
                      </a:pPr>
                      <a:r>
                        <a:rPr sz="1400">
                          <a:solidFill>
                            <a:srgbClr val="14203A"/>
                          </a:solidFill>
                          <a:latin typeface="Poppins"/>
                          <a:ea typeface="Poppins"/>
                          <a:cs typeface="Poppins"/>
                        </a:rPr>
                        <a:t>smaller loss</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B6BBC3"/>
                      </a:solidFill>
                      <a:prstDash val="solid"/>
                    </a:lnT>
                    <a:lnB w="12700" cmpd="sng">
                      <a:solidFill>
                        <a:srgbClr val="C8C9CA"/>
                      </a:solidFill>
                      <a:prstDash val="solid"/>
                    </a:lnB>
                  </a:tcPr>
                </a:tc>
                <a:tc>
                  <a:txBody>
                    <a:bodyPr/>
                    <a:lstStyle/>
                    <a:p>
                      <a:pPr marL="0" indent="0">
                        <a:lnSpc>
                          <a:spcPts val="1960"/>
                        </a:lnSpc>
                        <a:buNone/>
                      </a:pPr>
                      <a:r>
                        <a:rPr sz="1400">
                          <a:solidFill>
                            <a:srgbClr val="2C5EAA"/>
                          </a:solidFill>
                          <a:latin typeface="Poppins"/>
                          <a:ea typeface="Poppins"/>
                          <a:cs typeface="Poppins"/>
                        </a:rPr>
                        <a:t>Two designs</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B6BBC3"/>
                      </a:solidFill>
                      <a:prstDash val="solid"/>
                    </a:lnT>
                    <a:lnB w="12700" cmpd="sng">
                      <a:solidFill>
                        <a:srgbClr val="C8C9CA"/>
                      </a:solidFill>
                      <a:prstDash val="solid"/>
                    </a:lnB>
                  </a:tcPr>
                </a:tc>
              </a:tr>
              <a:tr h="386011">
                <a:tc>
                  <a:txBody>
                    <a:bodyPr/>
                    <a:lstStyle/>
                    <a:p>
                      <a:pPr marL="0" indent="0">
                        <a:lnSpc>
                          <a:spcPts val="1960"/>
                        </a:lnSpc>
                        <a:buNone/>
                      </a:pPr>
                      <a:r>
                        <a:rPr sz="1400">
                          <a:solidFill>
                            <a:srgbClr val="14203A"/>
                          </a:solidFill>
                          <a:latin typeface="Poppins"/>
                          <a:ea typeface="Poppins"/>
                          <a:cs typeface="Poppins"/>
                        </a:rPr>
                        <a:t>MRT interchange, lines</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960"/>
                        </a:lnSpc>
                        <a:buNone/>
                      </a:pPr>
                      <a:r>
                        <a:rPr sz="1400">
                          <a:solidFill>
                            <a:srgbClr val="14203A"/>
                          </a:solidFill>
                          <a:latin typeface="Poppins"/>
                          <a:ea typeface="Poppins"/>
                          <a:cs typeface="Poppins"/>
                        </a:rPr>
                        <a:t>no difference</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960"/>
                        </a:lnSpc>
                        <a:buNone/>
                      </a:pPr>
                      <a:r>
                        <a:rPr sz="1400">
                          <a:solidFill>
                            <a:srgbClr val="14203A"/>
                          </a:solidFill>
                          <a:latin typeface="Poppins"/>
                          <a:ea typeface="Poppins"/>
                          <a:cs typeface="Poppins"/>
                        </a:rPr>
                        <a:t>opposite signs</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960"/>
                        </a:lnSpc>
                        <a:buNone/>
                      </a:pPr>
                      <a:r>
                        <a:rPr sz="1400">
                          <a:solidFill>
                            <a:srgbClr val="8A5A00"/>
                          </a:solidFill>
                          <a:latin typeface="Poppins"/>
                          <a:ea typeface="Poppins"/>
                          <a:cs typeface="Poppins"/>
                        </a:rPr>
                        <a:t>Unclear</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86011">
                <a:tc>
                  <a:txBody>
                    <a:bodyPr/>
                    <a:lstStyle/>
                    <a:p>
                      <a:pPr marL="0" indent="0">
                        <a:lnSpc>
                          <a:spcPts val="1960"/>
                        </a:lnSpc>
                        <a:buNone/>
                      </a:pPr>
                      <a:r>
                        <a:rPr sz="1400">
                          <a:solidFill>
                            <a:srgbClr val="14203A"/>
                          </a:solidFill>
                          <a:latin typeface="Poppins"/>
                          <a:ea typeface="Poppins"/>
                          <a:cs typeface="Poppins"/>
                        </a:rPr>
                        <a:t>Taxi stand within 300 m</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960"/>
                        </a:lnSpc>
                        <a:buNone/>
                      </a:pPr>
                      <a:r>
                        <a:rPr sz="1400">
                          <a:solidFill>
                            <a:srgbClr val="14203A"/>
                          </a:solidFill>
                          <a:latin typeface="Poppins"/>
                          <a:ea typeface="Poppins"/>
                          <a:cs typeface="Poppins"/>
                        </a:rPr>
                        <a:t>no difference</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960"/>
                        </a:lnSpc>
                        <a:buNone/>
                      </a:pPr>
                      <a:r>
                        <a:rPr sz="1400">
                          <a:solidFill>
                            <a:srgbClr val="14203A"/>
                          </a:solidFill>
                          <a:latin typeface="Poppins"/>
                          <a:ea typeface="Poppins"/>
                          <a:cs typeface="Poppins"/>
                        </a:rPr>
                        <a:t>2–3% smaller loss</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960"/>
                        </a:lnSpc>
                        <a:buNone/>
                      </a:pPr>
                      <a:r>
                        <a:rPr sz="1400">
                          <a:solidFill>
                            <a:srgbClr val="8A5A00"/>
                          </a:solidFill>
                          <a:latin typeface="Poppins"/>
                          <a:ea typeface="Poppins"/>
                          <a:cs typeface="Poppins"/>
                        </a:rPr>
                        <a:t>Not robust</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86011">
                <a:tc>
                  <a:txBody>
                    <a:bodyPr/>
                    <a:lstStyle/>
                    <a:p>
                      <a:pPr marL="0" indent="0">
                        <a:lnSpc>
                          <a:spcPts val="1960"/>
                        </a:lnSpc>
                        <a:buNone/>
                      </a:pPr>
                      <a:r>
                        <a:rPr sz="1400">
                          <a:solidFill>
                            <a:srgbClr val="14203A"/>
                          </a:solidFill>
                          <a:latin typeface="Poppins"/>
                          <a:ea typeface="Poppins"/>
                          <a:cs typeface="Poppins"/>
                        </a:rPr>
                        <a:t>HDB density</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960"/>
                        </a:lnSpc>
                        <a:buNone/>
                      </a:pPr>
                      <a:r>
                        <a:rPr sz="1400">
                          <a:solidFill>
                            <a:srgbClr val="14203A"/>
                          </a:solidFill>
                          <a:latin typeface="Poppins"/>
                          <a:ea typeface="Poppins"/>
                          <a:cs typeface="Poppins"/>
                        </a:rPr>
                        <a:t>no difference</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960"/>
                        </a:lnSpc>
                        <a:buNone/>
                      </a:pPr>
                      <a:r>
                        <a:rPr sz="1400">
                          <a:solidFill>
                            <a:srgbClr val="14203A"/>
                          </a:solidFill>
                          <a:latin typeface="Poppins"/>
                          <a:ea typeface="Poppins"/>
                          <a:cs typeface="Poppins"/>
                        </a:rPr>
                        <a:t>one design only</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960"/>
                        </a:lnSpc>
                        <a:buNone/>
                      </a:pPr>
                      <a:r>
                        <a:rPr sz="1400">
                          <a:solidFill>
                            <a:srgbClr val="C0453C"/>
                          </a:solidFill>
                          <a:latin typeface="Poppins"/>
                          <a:ea typeface="Poppins"/>
                          <a:cs typeface="Poppins"/>
                        </a:rPr>
                        <a:t>Not supported</a:t>
                      </a:r>
                      <a:endParaRPr sz="1400">
                        <a:latin typeface="Poppins"/>
                        <a:ea typeface="Poppins"/>
                        <a:cs typeface="Poppins"/>
                      </a:endParaRPr>
                    </a:p>
                  </a:txBody>
                  <a:tcPr marL="62230" marR="62230" marT="62230" marB="62230"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bl>
          </a:graphicData>
        </a:graphic>
      </p:graphicFrame>
      <p:sp>
        <p:nvSpPr>
          <p:cNvPr id="6" name="Text 3">
            <a:extLst xmlns:a="http://schemas.openxmlformats.org/drawingml/2006/main">
              <a:ext uri="{FF2B5EF4-FFF2-40B4-BE49-F238E27FC236}">
                <a16:creationId xmlns:a16="http://schemas.microsoft.com/office/drawing/2014/main" id="{1FD28A6B-F93E-47B6-B350-4B19CD094F82}"/>
              </a:ext>
            </a:extLst>
          </p:cNvPr>
          <p:cNvSpPr>
            <a:spLocks xmlns:a="http://schemas.openxmlformats.org/drawingml/2006/main" noGrp="1"/>
          </p:cNvSpPr>
          <p:nvPr/>
        </p:nvSpPr>
        <p:spPr>
          <a:xfrm xmlns:a="http://schemas.openxmlformats.org/drawingml/2006/main">
            <a:off x="812800" y="4993184"/>
            <a:ext cx="10883392" cy="282575"/>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025"/>
              </a:lnSpc>
              <a:buNone/>
            </a:pPr>
            <a:r>
              <a:rPr sz="1500">
                <a:solidFill>
                  <a:srgbClr val="14203A"/>
                </a:solidFill>
                <a:latin typeface="Poppins"/>
                <a:ea typeface="Poppins"/>
                <a:cs typeface="Poppins"/>
              </a:rPr>
              <a:t>Three designs, because each has blind spots. </a:t>
            </a:r>
            <a:r>
              <a:rPr sz="1500">
                <a:solidFill>
                  <a:srgbClr val="14203A"/>
                </a:solidFill>
                <a:latin typeface="Poppins"/>
                <a:ea typeface="Poppins"/>
                <a:cs typeface="Poppins"/>
              </a:rPr>
              <a:t>Taxi-stand findings are not robust enough to justify a rain response.</a:t>
            </a:r>
            <a:endParaRPr sz="1500"/>
          </a:p>
        </p:txBody>
      </p:sp>
      <p:sp>
        <p:nvSpPr>
          <p:cNvPr id="7" name="Text 4">
            <a:extLst xmlns:a="http://schemas.openxmlformats.org/drawingml/2006/main">
              <a:ext uri="{FF2B5EF4-FFF2-40B4-BE49-F238E27FC236}">
                <a16:creationId xmlns:a16="http://schemas.microsoft.com/office/drawing/2014/main" id="{D963FC00-F3C6-464C-AD15-602E84EF0C2E}"/>
              </a:ext>
            </a:extLst>
          </p:cNvPr>
          <p:cNvSpPr>
            <a:spLocks xmlns:a="http://schemas.openxmlformats.org/drawingml/2006/main" noGrp="1"/>
          </p:cNvSpPr>
          <p:nvPr/>
        </p:nvSpPr>
        <p:spPr>
          <a:xfrm xmlns:a="http://schemas.openxmlformats.org/drawingml/2006/main">
            <a:off x="812800" y="6248400"/>
            <a:ext cx="938733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Panel: Poisson FE with interactions · square-level: weighted regression and spatial-error model on 374 squares</a:t>
            </a:r>
            <a:endParaRPr sz="1200"/>
          </a:p>
        </p:txBody>
      </p:sp>
      <p:sp>
        <p:nvSpPr>
          <p:cNvPr id="8" name="Text 5">
            <a:extLst xmlns:a="http://schemas.openxmlformats.org/drawingml/2006/main">
              <a:ext uri="{FF2B5EF4-FFF2-40B4-BE49-F238E27FC236}">
                <a16:creationId xmlns:a16="http://schemas.microsoft.com/office/drawing/2014/main" id="{D3930944-B6A3-44F2-88A8-1AF7866D56DC}"/>
              </a:ext>
            </a:extLst>
          </p:cNvPr>
          <p:cNvSpPr>
            <a:spLocks xmlns:a="http://schemas.openxmlformats.org/drawingml/2006/main" noGrp="1"/>
          </p:cNvSpPr>
          <p:nvPr/>
        </p:nvSpPr>
        <p:spPr>
          <a:xfrm xmlns:a="http://schemas.openxmlformats.org/drawingml/2006/main">
            <a:off x="11183739" y="6248400"/>
            <a:ext cx="195461"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14</a:t>
            </a:r>
            <a:endParaRPr sz="1200"/>
          </a:p>
        </p:txBody>
      </p:sp>
    </p:spTree>
    <p:extLst>
      <p:ext uri="{BB962C8B-B14F-4D97-AF65-F5344CB8AC3E}">
        <p14:creationId xmlns:p14="http://schemas.microsoft.com/office/powerpoint/2010/main" val="960058600"/>
      </p:ext>
    </p:extLst>
  </p:cSld>
</p:sld>
</file>

<file path=ppt/slides/slide15.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3839F3B3-2007-45AB-987E-46F37A1EFC83}"/>
              </a:ext>
            </a:extLst>
          </p:cNvPr>
          <p:cNvSpPr>
            <a:spLocks xmlns:a="http://schemas.openxmlformats.org/drawingml/2006/main" noGrp="1"/>
          </p:cNvSpPr>
          <p:nvPr/>
        </p:nvSpPr>
        <p:spPr>
          <a:xfrm xmlns:a="http://schemas.openxmlformats.org/drawingml/2006/main">
            <a:off x="812800" y="812800"/>
            <a:ext cx="4856659"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Q3 · MACHINE LEARNING · LIGHTGBM VS PERSISTENCE</a:t>
            </a:r>
            <a:endParaRPr sz="1200"/>
          </a:p>
        </p:txBody>
      </p:sp>
      <p:sp>
        <p:nvSpPr>
          <p:cNvPr id="3" name="Text 1">
            <a:extLst xmlns:a="http://schemas.openxmlformats.org/drawingml/2006/main">
              <a:ext uri="{FF2B5EF4-FFF2-40B4-BE49-F238E27FC236}">
                <a16:creationId xmlns:a16="http://schemas.microsoft.com/office/drawing/2014/main" id="{68F98CDA-74A4-4F0C-8529-D3B66443CA54}"/>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FORECASTS IMPROVE; WEATHER ADDS LITTLE</a:t>
            </a:r>
            <a:endParaRPr sz="4000"/>
          </a:p>
        </p:txBody>
      </p:sp>
      <p:sp>
        <p:nvSpPr>
          <p:cNvPr id="4" name="Shape 2">
            <a:extLst xmlns:a="http://schemas.openxmlformats.org/drawingml/2006/main">
              <a:ext uri="{FF2B5EF4-FFF2-40B4-BE49-F238E27FC236}">
                <a16:creationId xmlns:a16="http://schemas.microsoft.com/office/drawing/2014/main" id="{537B3B12-C1AC-43D7-9DB5-167FD31B9C5B}"/>
              </a:ext>
            </a:extLst>
          </p:cNvPr>
          <p:cNvSpPr>
            <a:spLocks xmlns:a="http://schemas.openxmlformats.org/drawingml/2006/main" noGrp="1"/>
          </p:cNvSpPr>
          <p:nvPr/>
        </p:nvSpPr>
        <p:spPr>
          <a:xfrm xmlns:a="http://schemas.openxmlformats.org/drawingml/2006/main">
            <a:off x="812800" y="1927820"/>
            <a:ext cx="10566400" cy="3397250"/>
          </a:xfrm>
          <a:prstGeom xmlns:a="http://schemas.openxmlformats.org/drawingml/2006/main" prst="roundRect">
            <a:avLst>
              <a:gd name="adj" fmla="val 4860"/>
            </a:avLst>
          </a:prstGeom>
          <a:solidFill xmlns:a="http://schemas.openxmlformats.org/drawingml/2006/main">
            <a:srgbClr val="FBFCFE"/>
          </a:solidFill>
        </p:spPr>
      </p:sp>
      <p:sp>
        <p:nvSpPr>
          <p:cNvPr id="6" name="Text 3">
            <a:extLst xmlns:a="http://schemas.openxmlformats.org/drawingml/2006/main">
              <a:ext uri="{FF2B5EF4-FFF2-40B4-BE49-F238E27FC236}">
                <a16:creationId xmlns:a16="http://schemas.microsoft.com/office/drawing/2014/main" id="{7BEC213D-0C00-405A-A1E2-7BAC39783A99}"/>
              </a:ext>
            </a:extLst>
          </p:cNvPr>
          <p:cNvSpPr>
            <a:spLocks xmlns:a="http://schemas.openxmlformats.org/drawingml/2006/main" noGrp="1"/>
          </p:cNvSpPr>
          <p:nvPr/>
        </p:nvSpPr>
        <p:spPr>
          <a:xfrm xmlns:a="http://schemas.openxmlformats.org/drawingml/2006/main">
            <a:off x="812800" y="5502870"/>
            <a:ext cx="11379200" cy="282575"/>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025"/>
              </a:lnSpc>
              <a:buNone/>
            </a:pPr>
            <a:r>
              <a:rPr sz="1500">
                <a:solidFill>
                  <a:srgbClr val="14203A"/>
                </a:solidFill>
                <a:latin typeface="Poppins"/>
                <a:ea typeface="Poppins"/>
                <a:cs typeface="Poppins"/>
              </a:rPr>
              <a:t>Alert the 19 riskiest squares: </a:t>
            </a:r>
            <a:r>
              <a:rPr sz="1500" b="1">
                <a:solidFill>
                  <a:srgbClr val="14203A"/>
                </a:solidFill>
                <a:latin typeface="Poppins"/>
                <a:ea typeface="Poppins"/>
                <a:cs typeface="Poppins"/>
              </a:rPr>
              <a:t>54.2% right</a:t>
            </a:r>
            <a:r>
              <a:rPr sz="1500">
                <a:solidFill>
                  <a:srgbClr val="14203A"/>
                </a:solidFill>
                <a:latin typeface="Poppins"/>
                <a:ea typeface="Poppins"/>
                <a:cs typeface="Poppins"/>
              </a:rPr>
              <a:t> with LightGBM vs </a:t>
            </a:r>
            <a:r>
              <a:rPr sz="1500">
                <a:solidFill>
                  <a:srgbClr val="14203A"/>
                </a:solidFill>
                <a:latin typeface="Poppins"/>
                <a:ea typeface="Poppins"/>
                <a:cs typeface="Poppins"/>
              </a:rPr>
              <a:t>47.2% assuming</a:t>
            </a:r>
            <a:r>
              <a:rPr sz="1500">
                <a:solidFill>
                  <a:srgbClr val="14203A"/>
                </a:solidFill>
                <a:latin typeface="Poppins"/>
                <a:ea typeface="Poppins"/>
                <a:cs typeface="Poppins"/>
              </a:rPr>
              <a:t> nothing changes. </a:t>
            </a:r>
            <a:r>
              <a:rPr sz="1500">
                <a:solidFill>
                  <a:srgbClr val="C0453C"/>
                </a:solidFill>
                <a:latin typeface="Poppins"/>
                <a:ea typeface="Poppins"/>
                <a:cs typeface="Poppins"/>
              </a:rPr>
              <a:t>Add weather: </a:t>
            </a:r>
            <a:r>
              <a:rPr sz="1500">
                <a:solidFill>
                  <a:srgbClr val="C0453C"/>
                </a:solidFill>
                <a:latin typeface="Poppins"/>
                <a:ea typeface="Poppins"/>
                <a:cs typeface="Poppins"/>
              </a:rPr>
              <a:t>still 54.2%</a:t>
            </a:r>
            <a:r>
              <a:rPr sz="1500">
                <a:solidFill>
                  <a:srgbClr val="C0453C"/>
                </a:solidFill>
                <a:latin typeface="Poppins"/>
                <a:ea typeface="Poppins"/>
                <a:cs typeface="Poppins"/>
              </a:rPr>
              <a:t>.</a:t>
            </a:r>
            <a:endParaRPr sz="1500"/>
          </a:p>
        </p:txBody>
      </p:sp>
      <p:sp>
        <p:nvSpPr>
          <p:cNvPr id="7" name="Text 4">
            <a:extLst xmlns:a="http://schemas.openxmlformats.org/drawingml/2006/main">
              <a:ext uri="{FF2B5EF4-FFF2-40B4-BE49-F238E27FC236}">
                <a16:creationId xmlns:a16="http://schemas.microsoft.com/office/drawing/2014/main" id="{11B7C92F-A841-4FFE-9A11-1F04C01013DB}"/>
              </a:ext>
            </a:extLst>
          </p:cNvPr>
          <p:cNvSpPr>
            <a:spLocks xmlns:a="http://schemas.openxmlformats.org/drawingml/2006/main" noGrp="1"/>
          </p:cNvSpPr>
          <p:nvPr/>
        </p:nvSpPr>
        <p:spPr>
          <a:xfrm xmlns:a="http://schemas.openxmlformats.org/drawingml/2006/main">
            <a:off x="812800" y="6248400"/>
            <a:ext cx="8830747"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90053"/>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Test year Oct 2025–Sep 2026; issue-time labels; repeated scoring disclosed</a:t>
            </a:r>
            <a:r>
              <a:rPr sz="1200">
                <a:solidFill>
                  <a:srgbClr val="5A6683"/>
                </a:solidFill>
                <a:latin typeface="Poppins"/>
                <a:ea typeface="Poppins"/>
                <a:cs typeface="Poppins"/>
              </a:rPr>
              <a:t> · “low” = at least 50% below the square’s normal level</a:t>
            </a:r>
            <a:endParaRPr sz="1200"/>
          </a:p>
        </p:txBody>
      </p:sp>
      <p:sp>
        <p:nvSpPr>
          <p:cNvPr id="8" name="Text 5">
            <a:extLst xmlns:a="http://schemas.openxmlformats.org/drawingml/2006/main">
              <a:ext uri="{FF2B5EF4-FFF2-40B4-BE49-F238E27FC236}">
                <a16:creationId xmlns:a16="http://schemas.microsoft.com/office/drawing/2014/main" id="{0827B6FE-E391-4B49-A13E-9047CF0D9CD8}"/>
              </a:ext>
            </a:extLst>
          </p:cNvPr>
          <p:cNvSpPr>
            <a:spLocks xmlns:a="http://schemas.openxmlformats.org/drawingml/2006/main" noGrp="1"/>
          </p:cNvSpPr>
          <p:nvPr/>
        </p:nvSpPr>
        <p:spPr>
          <a:xfrm xmlns:a="http://schemas.openxmlformats.org/drawingml/2006/main">
            <a:off x="11183888" y="6248400"/>
            <a:ext cx="195312"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15</a:t>
            </a:r>
            <a:endParaRPr sz="1200"/>
          </a:p>
        </p:txBody>
      </p:sp>
      <p:sp>
        <p:nvSpPr>
          <p:cNvPr id="9" name="Editable chart path">
            <a:extLst xmlns:a="http://schemas.openxmlformats.org/drawingml/2006/main">
              <a:ext uri="{FF2B5EF4-FFF2-40B4-BE49-F238E27FC236}">
                <a16:creationId xmlns:a16="http://schemas.microsoft.com/office/drawing/2014/main" id="{265761E4-2065-4879-ADC4-A2E8B3F4D58D}"/>
              </a:ext>
            </a:extLst>
          </p:cNvPr>
          <p:cNvSpPr>
            <a:spLocks xmlns:a="http://schemas.openxmlformats.org/drawingml/2006/main" noGrp="1"/>
          </p:cNvSpPr>
          <p:nvPr/>
        </p:nvSpPr>
        <p:spPr>
          <a:xfrm xmlns:a="http://schemas.openxmlformats.org/drawingml/2006/main">
            <a:off x="1968500" y="2080220"/>
            <a:ext cx="8255000" cy="3092450"/>
          </a:xfrm>
          <a:custGeom xmlns:a="http://schemas.openxmlformats.org/drawingml/2006/main">
            <a:pathLst>
              <a:path w="8915400" h="3339846">
                <a:moveTo>
                  <a:pt x="0" y="3339846"/>
                </a:moveTo>
                <a:lnTo>
                  <a:pt x="8915400" y="3339846"/>
                </a:lnTo>
                <a:lnTo>
                  <a:pt x="8915400" y="0"/>
                </a:lnTo>
                <a:lnTo>
                  <a:pt x="0" y="0"/>
                </a:lnTo>
                <a:close/>
              </a:path>
            </a:pathLst>
          </a:custGeom>
          <a:solidFill xmlns:a="http://schemas.openxmlformats.org/drawingml/2006/main">
            <a:srgbClr val="FBFCFE"/>
          </a:solidFill>
          <a:ln xmlns:a="http://schemas.openxmlformats.org/drawingml/2006/main" w="0">
            <a:noFill/>
            <a:prstDash val="solid"/>
          </a:ln>
        </p:spPr>
      </p:sp>
      <p:sp>
        <p:nvSpPr>
          <p:cNvPr id="10" name="Editable chart path">
            <a:extLst xmlns:a="http://schemas.openxmlformats.org/drawingml/2006/main">
              <a:ext uri="{FF2B5EF4-FFF2-40B4-BE49-F238E27FC236}">
                <a16:creationId xmlns:a16="http://schemas.microsoft.com/office/drawing/2014/main" id="{43EB4D12-9DC8-4FEC-9FB0-EAA38859DB17}"/>
              </a:ext>
            </a:extLst>
          </p:cNvPr>
          <p:cNvSpPr>
            <a:spLocks xmlns:a="http://schemas.openxmlformats.org/drawingml/2006/main" noGrp="1"/>
          </p:cNvSpPr>
          <p:nvPr/>
        </p:nvSpPr>
        <p:spPr>
          <a:xfrm xmlns:a="http://schemas.openxmlformats.org/drawingml/2006/main">
            <a:off x="2628900" y="2358541"/>
            <a:ext cx="3549650" cy="1979168"/>
          </a:xfrm>
          <a:custGeom xmlns:a="http://schemas.openxmlformats.org/drawingml/2006/main">
            <a:pathLst>
              <a:path w="3833622" h="2137501">
                <a:moveTo>
                  <a:pt x="0" y="2137501"/>
                </a:moveTo>
                <a:lnTo>
                  <a:pt x="3833622" y="2137501"/>
                </a:lnTo>
                <a:lnTo>
                  <a:pt x="3833622" y="0"/>
                </a:lnTo>
                <a:lnTo>
                  <a:pt x="0" y="0"/>
                </a:lnTo>
                <a:close/>
              </a:path>
            </a:pathLst>
          </a:custGeom>
          <a:solidFill xmlns:a="http://schemas.openxmlformats.org/drawingml/2006/main">
            <a:srgbClr val="FBFCFE"/>
          </a:solidFill>
          <a:ln xmlns:a="http://schemas.openxmlformats.org/drawingml/2006/main" w="0">
            <a:noFill/>
            <a:prstDash val="solid"/>
          </a:ln>
        </p:spPr>
      </p:sp>
      <p:sp>
        <p:nvSpPr>
          <p:cNvPr id="11" name="">
            <a:extLst xmlns:a="http://schemas.openxmlformats.org/drawingml/2006/main">
              <a:ext uri="{FF2B5EF4-FFF2-40B4-BE49-F238E27FC236}">
                <a16:creationId xmlns:a16="http://schemas.microsoft.com/office/drawing/2014/main" id="{649472BA-416F-4757-9744-2BC190F43FA1}"/>
              </a:ext>
            </a:extLst>
          </p:cNvPr>
          <p:cNvSpPr>
            <a:spLocks xmlns:a="http://schemas.openxmlformats.org/drawingml/2006/main" noGrp="1"/>
          </p:cNvSpPr>
          <p:nvPr/>
        </p:nvSpPr>
        <p:spPr>
          <a:xfrm xmlns:a="http://schemas.openxmlformats.org/drawingml/2006/main" rot="0">
            <a:off x="2723055" y="4452361"/>
            <a:ext cx="80229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Persistence</a:t>
            </a:r>
          </a:p>
        </p:txBody>
      </p:sp>
      <p:sp>
        <p:nvSpPr>
          <p:cNvPr id="12" name="">
            <a:extLst xmlns:a="http://schemas.openxmlformats.org/drawingml/2006/main">
              <a:ext uri="{FF2B5EF4-FFF2-40B4-BE49-F238E27FC236}">
                <a16:creationId xmlns:a16="http://schemas.microsoft.com/office/drawing/2014/main" id="{5FC37803-D0AF-405B-998D-C0888B224B9F}"/>
              </a:ext>
            </a:extLst>
          </p:cNvPr>
          <p:cNvSpPr>
            <a:spLocks xmlns:a="http://schemas.openxmlformats.org/drawingml/2006/main" noGrp="1"/>
          </p:cNvSpPr>
          <p:nvPr/>
        </p:nvSpPr>
        <p:spPr>
          <a:xfrm xmlns:a="http://schemas.openxmlformats.org/drawingml/2006/main" rot="0">
            <a:off x="3565700" y="4452361"/>
            <a:ext cx="76800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Regression</a:t>
            </a:r>
          </a:p>
        </p:txBody>
      </p:sp>
      <p:sp>
        <p:nvSpPr>
          <p:cNvPr id="13" name="">
            <a:extLst xmlns:a="http://schemas.openxmlformats.org/drawingml/2006/main">
              <a:ext uri="{FF2B5EF4-FFF2-40B4-BE49-F238E27FC236}">
                <a16:creationId xmlns:a16="http://schemas.microsoft.com/office/drawing/2014/main" id="{2EA75F48-E199-43AD-B451-03EBE98476CB}"/>
              </a:ext>
            </a:extLst>
          </p:cNvPr>
          <p:cNvSpPr>
            <a:spLocks xmlns:a="http://schemas.openxmlformats.org/drawingml/2006/main" noGrp="1"/>
          </p:cNvSpPr>
          <p:nvPr/>
        </p:nvSpPr>
        <p:spPr>
          <a:xfrm xmlns:a="http://schemas.openxmlformats.org/drawingml/2006/main" rot="0">
            <a:off x="4451017" y="4452361"/>
            <a:ext cx="64836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14" name="">
            <a:extLst xmlns:a="http://schemas.openxmlformats.org/drawingml/2006/main">
              <a:ext uri="{FF2B5EF4-FFF2-40B4-BE49-F238E27FC236}">
                <a16:creationId xmlns:a16="http://schemas.microsoft.com/office/drawing/2014/main" id="{5D912A99-9723-4648-9497-5F9DA5C0A529}"/>
              </a:ext>
            </a:extLst>
          </p:cNvPr>
          <p:cNvSpPr>
            <a:spLocks xmlns:a="http://schemas.openxmlformats.org/drawingml/2006/main" noGrp="1"/>
          </p:cNvSpPr>
          <p:nvPr/>
        </p:nvSpPr>
        <p:spPr>
          <a:xfrm xmlns:a="http://schemas.openxmlformats.org/drawingml/2006/main" rot="0">
            <a:off x="5278702" y="4459346"/>
            <a:ext cx="64836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15" name="">
            <a:extLst xmlns:a="http://schemas.openxmlformats.org/drawingml/2006/main">
              <a:ext uri="{FF2B5EF4-FFF2-40B4-BE49-F238E27FC236}">
                <a16:creationId xmlns:a16="http://schemas.microsoft.com/office/drawing/2014/main" id="{76885AF9-1660-490D-8DA7-3077F4C7E3E3}"/>
              </a:ext>
            </a:extLst>
          </p:cNvPr>
          <p:cNvSpPr>
            <a:spLocks xmlns:a="http://schemas.openxmlformats.org/drawingml/2006/main" noGrp="1"/>
          </p:cNvSpPr>
          <p:nvPr/>
        </p:nvSpPr>
        <p:spPr>
          <a:xfrm xmlns:a="http://schemas.openxmlformats.org/drawingml/2006/main" rot="0">
            <a:off x="5247052" y="4668896"/>
            <a:ext cx="71151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weather</a:t>
            </a:r>
          </a:p>
        </p:txBody>
      </p:sp>
      <p:sp>
        <p:nvSpPr>
          <p:cNvPr id="16" name="Editable chart path">
            <a:extLst xmlns:a="http://schemas.openxmlformats.org/drawingml/2006/main">
              <a:ext uri="{FF2B5EF4-FFF2-40B4-BE49-F238E27FC236}">
                <a16:creationId xmlns:a16="http://schemas.microsoft.com/office/drawing/2014/main" id="{C0B6157D-A10B-408B-94AE-AF1F942D6559}"/>
              </a:ext>
            </a:extLst>
          </p:cNvPr>
          <p:cNvSpPr>
            <a:spLocks xmlns:a="http://schemas.openxmlformats.org/drawingml/2006/main" noGrp="1"/>
          </p:cNvSpPr>
          <p:nvPr/>
        </p:nvSpPr>
        <p:spPr>
          <a:xfrm xmlns:a="http://schemas.openxmlformats.org/drawingml/2006/main">
            <a:off x="2628900" y="4337709"/>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6174">
            <a:solidFill>
              <a:srgbClr val="E4EAF4"/>
            </a:solidFill>
            <a:prstDash val="solid"/>
          </a:ln>
        </p:spPr>
      </p:sp>
      <p:sp>
        <p:nvSpPr>
          <p:cNvPr id="17" name="">
            <a:extLst xmlns:a="http://schemas.openxmlformats.org/drawingml/2006/main">
              <a:ext uri="{FF2B5EF4-FFF2-40B4-BE49-F238E27FC236}">
                <a16:creationId xmlns:a16="http://schemas.microsoft.com/office/drawing/2014/main" id="{D1C7EFB3-054D-42D5-85B2-C0212D7EDE36}"/>
              </a:ext>
            </a:extLst>
          </p:cNvPr>
          <p:cNvSpPr>
            <a:spLocks xmlns:a="http://schemas.openxmlformats.org/drawingml/2006/main" noGrp="1"/>
          </p:cNvSpPr>
          <p:nvPr/>
        </p:nvSpPr>
        <p:spPr>
          <a:xfrm xmlns:a="http://schemas.openxmlformats.org/drawingml/2006/main" rot="0">
            <a:off x="2448313" y="4264366"/>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8" name="Editable chart path">
            <a:extLst xmlns:a="http://schemas.openxmlformats.org/drawingml/2006/main">
              <a:ext uri="{FF2B5EF4-FFF2-40B4-BE49-F238E27FC236}">
                <a16:creationId xmlns:a16="http://schemas.microsoft.com/office/drawing/2014/main" id="{2508C5EB-3247-41E4-BC19-091C8500A9E0}"/>
              </a:ext>
            </a:extLst>
          </p:cNvPr>
          <p:cNvSpPr>
            <a:spLocks xmlns:a="http://schemas.openxmlformats.org/drawingml/2006/main" noGrp="1"/>
          </p:cNvSpPr>
          <p:nvPr/>
        </p:nvSpPr>
        <p:spPr>
          <a:xfrm xmlns:a="http://schemas.openxmlformats.org/drawingml/2006/main">
            <a:off x="2628900" y="3728734"/>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6174">
            <a:solidFill>
              <a:srgbClr val="E4EAF4"/>
            </a:solidFill>
            <a:prstDash val="solid"/>
          </a:ln>
        </p:spPr>
      </p:sp>
      <p:sp>
        <p:nvSpPr>
          <p:cNvPr id="19" name="">
            <a:extLst xmlns:a="http://schemas.openxmlformats.org/drawingml/2006/main">
              <a:ext uri="{FF2B5EF4-FFF2-40B4-BE49-F238E27FC236}">
                <a16:creationId xmlns:a16="http://schemas.microsoft.com/office/drawing/2014/main" id="{3D8C0962-90B3-4022-AD31-E5E714613E04}"/>
              </a:ext>
            </a:extLst>
          </p:cNvPr>
          <p:cNvSpPr>
            <a:spLocks xmlns:a="http://schemas.openxmlformats.org/drawingml/2006/main" noGrp="1"/>
          </p:cNvSpPr>
          <p:nvPr/>
        </p:nvSpPr>
        <p:spPr>
          <a:xfrm xmlns:a="http://schemas.openxmlformats.org/drawingml/2006/main" rot="0">
            <a:off x="2262004" y="3655391"/>
            <a:ext cx="27870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0" name="Editable chart path">
            <a:extLst xmlns:a="http://schemas.openxmlformats.org/drawingml/2006/main">
              <a:ext uri="{FF2B5EF4-FFF2-40B4-BE49-F238E27FC236}">
                <a16:creationId xmlns:a16="http://schemas.microsoft.com/office/drawing/2014/main" id="{7F585CCC-ABA9-48F0-97D5-D5A5684CD269}"/>
              </a:ext>
            </a:extLst>
          </p:cNvPr>
          <p:cNvSpPr>
            <a:spLocks xmlns:a="http://schemas.openxmlformats.org/drawingml/2006/main" noGrp="1"/>
          </p:cNvSpPr>
          <p:nvPr/>
        </p:nvSpPr>
        <p:spPr>
          <a:xfrm xmlns:a="http://schemas.openxmlformats.org/drawingml/2006/main">
            <a:off x="2628900" y="3119759"/>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6174">
            <a:solidFill>
              <a:srgbClr val="E4EAF4"/>
            </a:solidFill>
            <a:prstDash val="solid"/>
          </a:ln>
        </p:spPr>
      </p:sp>
      <p:sp>
        <p:nvSpPr>
          <p:cNvPr id="21" name="">
            <a:extLst xmlns:a="http://schemas.openxmlformats.org/drawingml/2006/main">
              <a:ext uri="{FF2B5EF4-FFF2-40B4-BE49-F238E27FC236}">
                <a16:creationId xmlns:a16="http://schemas.microsoft.com/office/drawing/2014/main" id="{0DCD5C08-F186-480A-B10C-4C7D8D009E20}"/>
              </a:ext>
            </a:extLst>
          </p:cNvPr>
          <p:cNvSpPr>
            <a:spLocks xmlns:a="http://schemas.openxmlformats.org/drawingml/2006/main" noGrp="1"/>
          </p:cNvSpPr>
          <p:nvPr/>
        </p:nvSpPr>
        <p:spPr>
          <a:xfrm xmlns:a="http://schemas.openxmlformats.org/drawingml/2006/main" rot="0">
            <a:off x="2254479" y="3046416"/>
            <a:ext cx="28622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22" name="Editable chart path">
            <a:extLst xmlns:a="http://schemas.openxmlformats.org/drawingml/2006/main">
              <a:ext uri="{FF2B5EF4-FFF2-40B4-BE49-F238E27FC236}">
                <a16:creationId xmlns:a16="http://schemas.microsoft.com/office/drawing/2014/main" id="{E1754BFD-B8F2-4971-80A6-B4C216F84A3D}"/>
              </a:ext>
            </a:extLst>
          </p:cNvPr>
          <p:cNvSpPr>
            <a:spLocks xmlns:a="http://schemas.openxmlformats.org/drawingml/2006/main" noGrp="1"/>
          </p:cNvSpPr>
          <p:nvPr/>
        </p:nvSpPr>
        <p:spPr>
          <a:xfrm xmlns:a="http://schemas.openxmlformats.org/drawingml/2006/main">
            <a:off x="2628900" y="2510784"/>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6174">
            <a:solidFill>
              <a:srgbClr val="E4EAF4"/>
            </a:solidFill>
            <a:prstDash val="solid"/>
          </a:ln>
        </p:spPr>
      </p:sp>
      <p:sp>
        <p:nvSpPr>
          <p:cNvPr id="23" name="">
            <a:extLst xmlns:a="http://schemas.openxmlformats.org/drawingml/2006/main">
              <a:ext uri="{FF2B5EF4-FFF2-40B4-BE49-F238E27FC236}">
                <a16:creationId xmlns:a16="http://schemas.microsoft.com/office/drawing/2014/main" id="{DEC6FB4C-4F63-4824-B795-BEF322AE7473}"/>
              </a:ext>
            </a:extLst>
          </p:cNvPr>
          <p:cNvSpPr>
            <a:spLocks xmlns:a="http://schemas.openxmlformats.org/drawingml/2006/main" noGrp="1"/>
          </p:cNvSpPr>
          <p:nvPr/>
        </p:nvSpPr>
        <p:spPr>
          <a:xfrm xmlns:a="http://schemas.openxmlformats.org/drawingml/2006/main" rot="0">
            <a:off x="2253622" y="2437442"/>
            <a:ext cx="28708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24" name="">
            <a:extLst xmlns:a="http://schemas.openxmlformats.org/drawingml/2006/main">
              <a:ext uri="{FF2B5EF4-FFF2-40B4-BE49-F238E27FC236}">
                <a16:creationId xmlns:a16="http://schemas.microsoft.com/office/drawing/2014/main" id="{00DF5B32-FE21-47CC-9E02-606912ABD633}"/>
              </a:ext>
            </a:extLst>
          </p:cNvPr>
          <p:cNvSpPr>
            <a:spLocks xmlns:a="http://schemas.openxmlformats.org/drawingml/2006/main" noGrp="1"/>
          </p:cNvSpPr>
          <p:nvPr/>
        </p:nvSpPr>
        <p:spPr>
          <a:xfrm xmlns:a="http://schemas.openxmlformats.org/drawingml/2006/main" rot="-5400000">
            <a:off x="1403435" y="3222395"/>
            <a:ext cx="1499330"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 of 19 alerts truly low</a:t>
            </a:r>
          </a:p>
        </p:txBody>
      </p:sp>
      <p:sp>
        <p:nvSpPr>
          <p:cNvPr id="25" name="Editable chart path">
            <a:extLst xmlns:a="http://schemas.openxmlformats.org/drawingml/2006/main">
              <a:ext uri="{FF2B5EF4-FFF2-40B4-BE49-F238E27FC236}">
                <a16:creationId xmlns:a16="http://schemas.microsoft.com/office/drawing/2014/main" id="{B8C5FC2F-6667-4E98-9A8B-A7A47202A765}"/>
              </a:ext>
            </a:extLst>
          </p:cNvPr>
          <p:cNvSpPr>
            <a:spLocks xmlns:a="http://schemas.openxmlformats.org/drawingml/2006/main" noGrp="1"/>
          </p:cNvSpPr>
          <p:nvPr/>
        </p:nvSpPr>
        <p:spPr>
          <a:xfrm xmlns:a="http://schemas.openxmlformats.org/drawingml/2006/main">
            <a:off x="2628900" y="3533040"/>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9701">
            <a:solidFill>
              <a:srgbClr val="5A6683"/>
            </a:solidFill>
            <a:prstDash val="dash"/>
          </a:ln>
        </p:spPr>
      </p:sp>
      <p:sp>
        <p:nvSpPr>
          <p:cNvPr id="26" name="Editable chart path">
            <a:extLst xmlns:a="http://schemas.openxmlformats.org/drawingml/2006/main">
              <a:ext uri="{FF2B5EF4-FFF2-40B4-BE49-F238E27FC236}">
                <a16:creationId xmlns:a16="http://schemas.microsoft.com/office/drawing/2014/main" id="{620B214E-C373-4018-A9D7-442A226C1E92}"/>
              </a:ext>
            </a:extLst>
          </p:cNvPr>
          <p:cNvSpPr>
            <a:spLocks xmlns:a="http://schemas.openxmlformats.org/drawingml/2006/main" noGrp="1"/>
          </p:cNvSpPr>
          <p:nvPr/>
        </p:nvSpPr>
        <p:spPr>
          <a:xfrm xmlns:a="http://schemas.openxmlformats.org/drawingml/2006/main">
            <a:off x="2628900" y="4337709"/>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7056">
            <a:solidFill>
              <a:srgbClr val="E4EAF4"/>
            </a:solidFill>
            <a:prstDash val="solid"/>
          </a:ln>
        </p:spPr>
      </p:sp>
      <p:sp>
        <p:nvSpPr>
          <p:cNvPr id="27" name="Editable chart path">
            <a:extLst xmlns:a="http://schemas.openxmlformats.org/drawingml/2006/main">
              <a:ext uri="{FF2B5EF4-FFF2-40B4-BE49-F238E27FC236}">
                <a16:creationId xmlns:a16="http://schemas.microsoft.com/office/drawing/2014/main" id="{ADCF9291-5494-4A86-88D5-E5A8433FD492}"/>
              </a:ext>
            </a:extLst>
          </p:cNvPr>
          <p:cNvSpPr>
            <a:spLocks xmlns:a="http://schemas.openxmlformats.org/drawingml/2006/main" noGrp="1"/>
          </p:cNvSpPr>
          <p:nvPr/>
        </p:nvSpPr>
        <p:spPr>
          <a:xfrm xmlns:a="http://schemas.openxmlformats.org/drawingml/2006/main">
            <a:off x="2868295" y="2901137"/>
            <a:ext cx="511810" cy="1436571"/>
          </a:xfrm>
          <a:custGeom xmlns:a="http://schemas.openxmlformats.org/drawingml/2006/main">
            <a:pathLst>
              <a:path w="552755" h="1551497">
                <a:moveTo>
                  <a:pt x="0" y="1551497"/>
                </a:moveTo>
                <a:lnTo>
                  <a:pt x="552755" y="1551497"/>
                </a:lnTo>
                <a:lnTo>
                  <a:pt x="552755" y="0"/>
                </a:lnTo>
                <a:lnTo>
                  <a:pt x="0" y="0"/>
                </a:lnTo>
                <a:close/>
              </a:path>
            </a:pathLst>
          </a:custGeom>
          <a:solidFill xmlns:a="http://schemas.openxmlformats.org/drawingml/2006/main">
            <a:srgbClr val="14295B"/>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89757312-C1A0-4A9A-A34E-E738D754BB3B}"/>
              </a:ext>
            </a:extLst>
          </p:cNvPr>
          <p:cNvSpPr>
            <a:spLocks xmlns:a="http://schemas.openxmlformats.org/drawingml/2006/main" noGrp="1"/>
          </p:cNvSpPr>
          <p:nvPr/>
        </p:nvSpPr>
        <p:spPr>
          <a:xfrm xmlns:a="http://schemas.openxmlformats.org/drawingml/2006/main">
            <a:off x="3693795" y="2748010"/>
            <a:ext cx="511810" cy="1589698"/>
          </a:xfrm>
          <a:custGeom xmlns:a="http://schemas.openxmlformats.org/drawingml/2006/main">
            <a:pathLst>
              <a:path w="552755" h="1716874">
                <a:moveTo>
                  <a:pt x="0" y="1716874"/>
                </a:moveTo>
                <a:lnTo>
                  <a:pt x="552755" y="1716874"/>
                </a:lnTo>
                <a:lnTo>
                  <a:pt x="552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16B721EC-59DD-4DF8-88D7-05F64DBBDC5D}"/>
              </a:ext>
            </a:extLst>
          </p:cNvPr>
          <p:cNvSpPr>
            <a:spLocks xmlns:a="http://schemas.openxmlformats.org/drawingml/2006/main" noGrp="1"/>
          </p:cNvSpPr>
          <p:nvPr/>
        </p:nvSpPr>
        <p:spPr>
          <a:xfrm xmlns:a="http://schemas.openxmlformats.org/drawingml/2006/main">
            <a:off x="4519295" y="2686413"/>
            <a:ext cx="511810" cy="1651296"/>
          </a:xfrm>
          <a:custGeom xmlns:a="http://schemas.openxmlformats.org/drawingml/2006/main">
            <a:pathLst>
              <a:path w="552755" h="1783400">
                <a:moveTo>
                  <a:pt x="0" y="1783400"/>
                </a:moveTo>
                <a:lnTo>
                  <a:pt x="552755" y="1783400"/>
                </a:lnTo>
                <a:lnTo>
                  <a:pt x="552755" y="0"/>
                </a:lnTo>
                <a:lnTo>
                  <a:pt x="0" y="0"/>
                </a:lnTo>
                <a:close/>
              </a:path>
            </a:pathLst>
          </a:custGeom>
          <a:solidFill xmlns:a="http://schemas.openxmlformats.org/drawingml/2006/main">
            <a:srgbClr val="8FB8F2"/>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A2FEACC0-2344-4E2C-A45D-D076B159E19E}"/>
              </a:ext>
            </a:extLst>
          </p:cNvPr>
          <p:cNvSpPr>
            <a:spLocks xmlns:a="http://schemas.openxmlformats.org/drawingml/2006/main" noGrp="1"/>
          </p:cNvSpPr>
          <p:nvPr/>
        </p:nvSpPr>
        <p:spPr>
          <a:xfrm xmlns:a="http://schemas.openxmlformats.org/drawingml/2006/main">
            <a:off x="5344795" y="2687539"/>
            <a:ext cx="511810" cy="1650169"/>
          </a:xfrm>
          <a:custGeom xmlns:a="http://schemas.openxmlformats.org/drawingml/2006/main">
            <a:pathLst>
              <a:path w="552755" h="1782183">
                <a:moveTo>
                  <a:pt x="0" y="1782183"/>
                </a:moveTo>
                <a:lnTo>
                  <a:pt x="552755" y="1782183"/>
                </a:lnTo>
                <a:lnTo>
                  <a:pt x="552755" y="0"/>
                </a:lnTo>
                <a:lnTo>
                  <a:pt x="0" y="0"/>
                </a:lnTo>
                <a:close/>
              </a:path>
            </a:pathLst>
          </a:custGeom>
          <a:solidFill xmlns:a="http://schemas.openxmlformats.org/drawingml/2006/main">
            <a:srgbClr val="C0453C"/>
          </a:solidFill>
          <a:ln xmlns:a="http://schemas.openxmlformats.org/drawingml/2006/main" w="0">
            <a:noFill/>
            <a:prstDash val="solid"/>
          </a:ln>
        </p:spPr>
      </p:sp>
      <p:sp>
        <p:nvSpPr>
          <p:cNvPr id="31" name="">
            <a:extLst xmlns:a="http://schemas.openxmlformats.org/drawingml/2006/main">
              <a:ext uri="{FF2B5EF4-FFF2-40B4-BE49-F238E27FC236}">
                <a16:creationId xmlns:a16="http://schemas.microsoft.com/office/drawing/2014/main" id="{5A46C779-FB0E-4811-8048-4D85598A700F}"/>
              </a:ext>
            </a:extLst>
          </p:cNvPr>
          <p:cNvSpPr>
            <a:spLocks xmlns:a="http://schemas.openxmlformats.org/drawingml/2006/main" noGrp="1"/>
          </p:cNvSpPr>
          <p:nvPr/>
        </p:nvSpPr>
        <p:spPr>
          <a:xfrm xmlns:a="http://schemas.openxmlformats.org/drawingml/2006/main" rot="0">
            <a:off x="2885980" y="2692399"/>
            <a:ext cx="47644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47.18%</a:t>
            </a:r>
          </a:p>
        </p:txBody>
      </p:sp>
      <p:sp>
        <p:nvSpPr>
          <p:cNvPr id="32" name="">
            <a:extLst xmlns:a="http://schemas.openxmlformats.org/drawingml/2006/main">
              <a:ext uri="{FF2B5EF4-FFF2-40B4-BE49-F238E27FC236}">
                <a16:creationId xmlns:a16="http://schemas.microsoft.com/office/drawing/2014/main" id="{1C744D16-D8ED-4F83-B493-2FD7939C6668}"/>
              </a:ext>
            </a:extLst>
          </p:cNvPr>
          <p:cNvSpPr>
            <a:spLocks xmlns:a="http://schemas.openxmlformats.org/drawingml/2006/main" noGrp="1"/>
          </p:cNvSpPr>
          <p:nvPr/>
        </p:nvSpPr>
        <p:spPr>
          <a:xfrm xmlns:a="http://schemas.openxmlformats.org/drawingml/2006/main" rot="0">
            <a:off x="3713623" y="2539272"/>
            <a:ext cx="47215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52.21%</a:t>
            </a:r>
          </a:p>
        </p:txBody>
      </p:sp>
      <p:sp>
        <p:nvSpPr>
          <p:cNvPr id="33" name="">
            <a:extLst xmlns:a="http://schemas.openxmlformats.org/drawingml/2006/main">
              <a:ext uri="{FF2B5EF4-FFF2-40B4-BE49-F238E27FC236}">
                <a16:creationId xmlns:a16="http://schemas.microsoft.com/office/drawing/2014/main" id="{0D3FA52F-727B-4ACB-8E1D-47AC30A8735D}"/>
              </a:ext>
            </a:extLst>
          </p:cNvPr>
          <p:cNvSpPr>
            <a:spLocks xmlns:a="http://schemas.openxmlformats.org/drawingml/2006/main" noGrp="1"/>
          </p:cNvSpPr>
          <p:nvPr/>
        </p:nvSpPr>
        <p:spPr>
          <a:xfrm xmlns:a="http://schemas.openxmlformats.org/drawingml/2006/main" rot="0">
            <a:off x="4514501" y="2477675"/>
            <a:ext cx="521399"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54.23%</a:t>
            </a:r>
          </a:p>
        </p:txBody>
      </p:sp>
      <p:sp>
        <p:nvSpPr>
          <p:cNvPr id="34" name="">
            <a:extLst xmlns:a="http://schemas.openxmlformats.org/drawingml/2006/main">
              <a:ext uri="{FF2B5EF4-FFF2-40B4-BE49-F238E27FC236}">
                <a16:creationId xmlns:a16="http://schemas.microsoft.com/office/drawing/2014/main" id="{42672B6F-0EA3-45FE-A974-741F8C6CADF7}"/>
              </a:ext>
            </a:extLst>
          </p:cNvPr>
          <p:cNvSpPr>
            <a:spLocks xmlns:a="http://schemas.openxmlformats.org/drawingml/2006/main" noGrp="1"/>
          </p:cNvSpPr>
          <p:nvPr/>
        </p:nvSpPr>
        <p:spPr>
          <a:xfrm xmlns:a="http://schemas.openxmlformats.org/drawingml/2006/main" rot="0">
            <a:off x="5337048" y="2478801"/>
            <a:ext cx="52730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54.20%</a:t>
            </a:r>
          </a:p>
        </p:txBody>
      </p:sp>
      <p:sp>
        <p:nvSpPr>
          <p:cNvPr id="35" name="Editable chart path">
            <a:extLst xmlns:a="http://schemas.openxmlformats.org/drawingml/2006/main">
              <a:ext uri="{FF2B5EF4-FFF2-40B4-BE49-F238E27FC236}">
                <a16:creationId xmlns:a16="http://schemas.microsoft.com/office/drawing/2014/main" id="{93A88345-960D-41B9-8734-4700A4078399}"/>
              </a:ext>
            </a:extLst>
          </p:cNvPr>
          <p:cNvSpPr>
            <a:spLocks xmlns:a="http://schemas.openxmlformats.org/drawingml/2006/main" noGrp="1"/>
          </p:cNvSpPr>
          <p:nvPr/>
        </p:nvSpPr>
        <p:spPr>
          <a:xfrm xmlns:a="http://schemas.openxmlformats.org/drawingml/2006/main">
            <a:off x="3122422" y="3306014"/>
            <a:ext cx="1315998" cy="249936"/>
          </a:xfrm>
          <a:custGeom xmlns:a="http://schemas.openxmlformats.org/drawingml/2006/main">
            <a:pathLst>
              <a:path w="1421278" h="269931">
                <a:moveTo>
                  <a:pt x="0" y="269931"/>
                </a:moveTo>
                <a:lnTo>
                  <a:pt x="1421278" y="269931"/>
                </a:lnTo>
                <a:lnTo>
                  <a:pt x="1421278" y="0"/>
                </a:lnTo>
                <a:lnTo>
                  <a:pt x="0" y="0"/>
                </a:lnTo>
                <a:close/>
              </a:path>
            </a:pathLst>
          </a:custGeom>
          <a:solidFill xmlns:a="http://schemas.openxmlformats.org/drawingml/2006/main">
            <a:srgbClr val="FBFCFE"/>
          </a:solidFill>
          <a:ln xmlns:a="http://schemas.openxmlformats.org/drawingml/2006/main" w="0">
            <a:noFill/>
            <a:prstDash val="solid"/>
          </a:ln>
        </p:spPr>
      </p:sp>
      <p:sp>
        <p:nvSpPr>
          <p:cNvPr id="36" name="">
            <a:extLst xmlns:a="http://schemas.openxmlformats.org/drawingml/2006/main">
              <a:ext uri="{FF2B5EF4-FFF2-40B4-BE49-F238E27FC236}">
                <a16:creationId xmlns:a16="http://schemas.microsoft.com/office/drawing/2014/main" id="{FDAE1C08-F065-4A75-90A1-283BB5A6C33D}"/>
              </a:ext>
            </a:extLst>
          </p:cNvPr>
          <p:cNvSpPr>
            <a:spLocks xmlns:a="http://schemas.openxmlformats.org/drawingml/2006/main" noGrp="1"/>
          </p:cNvSpPr>
          <p:nvPr/>
        </p:nvSpPr>
        <p:spPr>
          <a:xfrm xmlns:a="http://schemas.openxmlformats.org/drawingml/2006/main" rot="0">
            <a:off x="3140710" y="3324302"/>
            <a:ext cx="1284161"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Base rate 26.43%</a:t>
            </a:r>
          </a:p>
        </p:txBody>
      </p:sp>
      <p:sp>
        <p:nvSpPr>
          <p:cNvPr id="37" name="Editable chart path">
            <a:extLst xmlns:a="http://schemas.openxmlformats.org/drawingml/2006/main">
              <a:ext uri="{FF2B5EF4-FFF2-40B4-BE49-F238E27FC236}">
                <a16:creationId xmlns:a16="http://schemas.microsoft.com/office/drawing/2014/main" id="{A9F1627A-1945-4AD8-9A95-A7E98D04C66D}"/>
              </a:ext>
            </a:extLst>
          </p:cNvPr>
          <p:cNvSpPr>
            <a:spLocks xmlns:a="http://schemas.openxmlformats.org/drawingml/2006/main" noGrp="1"/>
          </p:cNvSpPr>
          <p:nvPr/>
        </p:nvSpPr>
        <p:spPr>
          <a:xfrm xmlns:a="http://schemas.openxmlformats.org/drawingml/2006/main">
            <a:off x="6673850" y="2358541"/>
            <a:ext cx="3549650" cy="1979168"/>
          </a:xfrm>
          <a:custGeom xmlns:a="http://schemas.openxmlformats.org/drawingml/2006/main">
            <a:pathLst>
              <a:path w="3833622" h="2137501">
                <a:moveTo>
                  <a:pt x="0" y="2137501"/>
                </a:moveTo>
                <a:lnTo>
                  <a:pt x="3833622" y="2137501"/>
                </a:lnTo>
                <a:lnTo>
                  <a:pt x="3833622" y="0"/>
                </a:lnTo>
                <a:lnTo>
                  <a:pt x="0" y="0"/>
                </a:lnTo>
                <a:close/>
              </a:path>
            </a:pathLst>
          </a:custGeom>
          <a:solidFill xmlns:a="http://schemas.openxmlformats.org/drawingml/2006/main">
            <a:srgbClr val="FBFCFE"/>
          </a:solidFill>
          <a:ln xmlns:a="http://schemas.openxmlformats.org/drawingml/2006/main" w="0">
            <a:noFill/>
            <a:prstDash val="solid"/>
          </a:ln>
        </p:spPr>
      </p:sp>
      <p:sp>
        <p:nvSpPr>
          <p:cNvPr id="38" name="">
            <a:extLst xmlns:a="http://schemas.openxmlformats.org/drawingml/2006/main">
              <a:ext uri="{FF2B5EF4-FFF2-40B4-BE49-F238E27FC236}">
                <a16:creationId xmlns:a16="http://schemas.microsoft.com/office/drawing/2014/main" id="{38B685C7-64F0-405D-B3F8-16A99384F3FD}"/>
              </a:ext>
            </a:extLst>
          </p:cNvPr>
          <p:cNvSpPr>
            <a:spLocks xmlns:a="http://schemas.openxmlformats.org/drawingml/2006/main" noGrp="1"/>
          </p:cNvSpPr>
          <p:nvPr/>
        </p:nvSpPr>
        <p:spPr>
          <a:xfrm xmlns:a="http://schemas.openxmlformats.org/drawingml/2006/main" rot="0">
            <a:off x="6768005" y="4452361"/>
            <a:ext cx="80229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Persistence</a:t>
            </a:r>
          </a:p>
        </p:txBody>
      </p:sp>
      <p:sp>
        <p:nvSpPr>
          <p:cNvPr id="39" name="">
            <a:extLst xmlns:a="http://schemas.openxmlformats.org/drawingml/2006/main">
              <a:ext uri="{FF2B5EF4-FFF2-40B4-BE49-F238E27FC236}">
                <a16:creationId xmlns:a16="http://schemas.microsoft.com/office/drawing/2014/main" id="{D1A5AA69-2F41-411E-B8C1-24E7049735F1}"/>
              </a:ext>
            </a:extLst>
          </p:cNvPr>
          <p:cNvSpPr>
            <a:spLocks xmlns:a="http://schemas.openxmlformats.org/drawingml/2006/main" noGrp="1"/>
          </p:cNvSpPr>
          <p:nvPr/>
        </p:nvSpPr>
        <p:spPr>
          <a:xfrm xmlns:a="http://schemas.openxmlformats.org/drawingml/2006/main" rot="0">
            <a:off x="7610650" y="4452361"/>
            <a:ext cx="768001"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Regression</a:t>
            </a:r>
          </a:p>
        </p:txBody>
      </p:sp>
      <p:sp>
        <p:nvSpPr>
          <p:cNvPr id="40" name="">
            <a:extLst xmlns:a="http://schemas.openxmlformats.org/drawingml/2006/main">
              <a:ext uri="{FF2B5EF4-FFF2-40B4-BE49-F238E27FC236}">
                <a16:creationId xmlns:a16="http://schemas.microsoft.com/office/drawing/2014/main" id="{E80C338B-6EDB-4D1C-8C4B-F0F81C344A90}"/>
              </a:ext>
            </a:extLst>
          </p:cNvPr>
          <p:cNvSpPr>
            <a:spLocks xmlns:a="http://schemas.openxmlformats.org/drawingml/2006/main" noGrp="1"/>
          </p:cNvSpPr>
          <p:nvPr/>
        </p:nvSpPr>
        <p:spPr>
          <a:xfrm xmlns:a="http://schemas.openxmlformats.org/drawingml/2006/main" rot="0">
            <a:off x="8495967" y="4452361"/>
            <a:ext cx="64836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41" name="">
            <a:extLst xmlns:a="http://schemas.openxmlformats.org/drawingml/2006/main">
              <a:ext uri="{FF2B5EF4-FFF2-40B4-BE49-F238E27FC236}">
                <a16:creationId xmlns:a16="http://schemas.microsoft.com/office/drawing/2014/main" id="{DBFFA55A-D51A-4EA1-9FF3-DE5C7AA9E11F}"/>
              </a:ext>
            </a:extLst>
          </p:cNvPr>
          <p:cNvSpPr>
            <a:spLocks xmlns:a="http://schemas.openxmlformats.org/drawingml/2006/main" noGrp="1"/>
          </p:cNvSpPr>
          <p:nvPr/>
        </p:nvSpPr>
        <p:spPr>
          <a:xfrm xmlns:a="http://schemas.openxmlformats.org/drawingml/2006/main" rot="0">
            <a:off x="9323652" y="4459346"/>
            <a:ext cx="64836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42" name="">
            <a:extLst xmlns:a="http://schemas.openxmlformats.org/drawingml/2006/main">
              <a:ext uri="{FF2B5EF4-FFF2-40B4-BE49-F238E27FC236}">
                <a16:creationId xmlns:a16="http://schemas.microsoft.com/office/drawing/2014/main" id="{56A87C27-E665-4BE5-9A6B-CE2B4A4E4DC9}"/>
              </a:ext>
            </a:extLst>
          </p:cNvPr>
          <p:cNvSpPr>
            <a:spLocks xmlns:a="http://schemas.openxmlformats.org/drawingml/2006/main" noGrp="1"/>
          </p:cNvSpPr>
          <p:nvPr/>
        </p:nvSpPr>
        <p:spPr>
          <a:xfrm xmlns:a="http://schemas.openxmlformats.org/drawingml/2006/main" rot="0">
            <a:off x="9292002" y="4668896"/>
            <a:ext cx="711517"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weather</a:t>
            </a:r>
          </a:p>
        </p:txBody>
      </p:sp>
      <p:sp>
        <p:nvSpPr>
          <p:cNvPr id="43" name="Editable chart path">
            <a:extLst xmlns:a="http://schemas.openxmlformats.org/drawingml/2006/main">
              <a:ext uri="{FF2B5EF4-FFF2-40B4-BE49-F238E27FC236}">
                <a16:creationId xmlns:a16="http://schemas.microsoft.com/office/drawing/2014/main" id="{E41ECA84-0B52-4D50-A767-A17E32CA03D9}"/>
              </a:ext>
            </a:extLst>
          </p:cNvPr>
          <p:cNvSpPr>
            <a:spLocks xmlns:a="http://schemas.openxmlformats.org/drawingml/2006/main" noGrp="1"/>
          </p:cNvSpPr>
          <p:nvPr/>
        </p:nvSpPr>
        <p:spPr>
          <a:xfrm xmlns:a="http://schemas.openxmlformats.org/drawingml/2006/main">
            <a:off x="6673850" y="4337709"/>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6174">
            <a:solidFill>
              <a:srgbClr val="E4EAF4"/>
            </a:solidFill>
            <a:prstDash val="solid"/>
          </a:ln>
        </p:spPr>
      </p:sp>
      <p:sp>
        <p:nvSpPr>
          <p:cNvPr id="44" name="">
            <a:extLst xmlns:a="http://schemas.openxmlformats.org/drawingml/2006/main">
              <a:ext uri="{FF2B5EF4-FFF2-40B4-BE49-F238E27FC236}">
                <a16:creationId xmlns:a16="http://schemas.microsoft.com/office/drawing/2014/main" id="{13491534-ED99-4AF2-967B-A85325C6B5F4}"/>
              </a:ext>
            </a:extLst>
          </p:cNvPr>
          <p:cNvSpPr>
            <a:spLocks xmlns:a="http://schemas.openxmlformats.org/drawingml/2006/main" noGrp="1"/>
          </p:cNvSpPr>
          <p:nvPr/>
        </p:nvSpPr>
        <p:spPr>
          <a:xfrm xmlns:a="http://schemas.openxmlformats.org/drawingml/2006/main" rot="0">
            <a:off x="6493263" y="4264366"/>
            <a:ext cx="9239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45" name="Editable chart path">
            <a:extLst xmlns:a="http://schemas.openxmlformats.org/drawingml/2006/main">
              <a:ext uri="{FF2B5EF4-FFF2-40B4-BE49-F238E27FC236}">
                <a16:creationId xmlns:a16="http://schemas.microsoft.com/office/drawing/2014/main" id="{16BF2C06-C337-4056-B5DC-3767FB206DFA}"/>
              </a:ext>
            </a:extLst>
          </p:cNvPr>
          <p:cNvSpPr>
            <a:spLocks xmlns:a="http://schemas.openxmlformats.org/drawingml/2006/main" noGrp="1"/>
          </p:cNvSpPr>
          <p:nvPr/>
        </p:nvSpPr>
        <p:spPr>
          <a:xfrm xmlns:a="http://schemas.openxmlformats.org/drawingml/2006/main">
            <a:off x="6673850" y="3728734"/>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6174">
            <a:solidFill>
              <a:srgbClr val="E4EAF4"/>
            </a:solidFill>
            <a:prstDash val="solid"/>
          </a:ln>
        </p:spPr>
      </p:sp>
      <p:sp>
        <p:nvSpPr>
          <p:cNvPr id="46" name="">
            <a:extLst xmlns:a="http://schemas.openxmlformats.org/drawingml/2006/main">
              <a:ext uri="{FF2B5EF4-FFF2-40B4-BE49-F238E27FC236}">
                <a16:creationId xmlns:a16="http://schemas.microsoft.com/office/drawing/2014/main" id="{77360BAD-E34C-491A-B5CF-3E7F0401C75A}"/>
              </a:ext>
            </a:extLst>
          </p:cNvPr>
          <p:cNvSpPr>
            <a:spLocks xmlns:a="http://schemas.openxmlformats.org/drawingml/2006/main" noGrp="1"/>
          </p:cNvSpPr>
          <p:nvPr/>
        </p:nvSpPr>
        <p:spPr>
          <a:xfrm xmlns:a="http://schemas.openxmlformats.org/drawingml/2006/main" rot="0">
            <a:off x="6306954" y="3655391"/>
            <a:ext cx="27870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47" name="Editable chart path">
            <a:extLst xmlns:a="http://schemas.openxmlformats.org/drawingml/2006/main">
              <a:ext uri="{FF2B5EF4-FFF2-40B4-BE49-F238E27FC236}">
                <a16:creationId xmlns:a16="http://schemas.microsoft.com/office/drawing/2014/main" id="{3D34AB89-8619-401A-8DBF-437A96A3D640}"/>
              </a:ext>
            </a:extLst>
          </p:cNvPr>
          <p:cNvSpPr>
            <a:spLocks xmlns:a="http://schemas.openxmlformats.org/drawingml/2006/main" noGrp="1"/>
          </p:cNvSpPr>
          <p:nvPr/>
        </p:nvSpPr>
        <p:spPr>
          <a:xfrm xmlns:a="http://schemas.openxmlformats.org/drawingml/2006/main">
            <a:off x="6673850" y="3119759"/>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6174">
            <a:solidFill>
              <a:srgbClr val="E4EAF4"/>
            </a:solidFill>
            <a:prstDash val="solid"/>
          </a:ln>
        </p:spPr>
      </p:sp>
      <p:sp>
        <p:nvSpPr>
          <p:cNvPr id="48" name="">
            <a:extLst xmlns:a="http://schemas.openxmlformats.org/drawingml/2006/main">
              <a:ext uri="{FF2B5EF4-FFF2-40B4-BE49-F238E27FC236}">
                <a16:creationId xmlns:a16="http://schemas.microsoft.com/office/drawing/2014/main" id="{EDD90A56-3BDC-4514-A99D-1FE76D882189}"/>
              </a:ext>
            </a:extLst>
          </p:cNvPr>
          <p:cNvSpPr>
            <a:spLocks xmlns:a="http://schemas.openxmlformats.org/drawingml/2006/main" noGrp="1"/>
          </p:cNvSpPr>
          <p:nvPr/>
        </p:nvSpPr>
        <p:spPr>
          <a:xfrm xmlns:a="http://schemas.openxmlformats.org/drawingml/2006/main" rot="0">
            <a:off x="6299429" y="3046416"/>
            <a:ext cx="286226"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49" name="Editable chart path">
            <a:extLst xmlns:a="http://schemas.openxmlformats.org/drawingml/2006/main">
              <a:ext uri="{FF2B5EF4-FFF2-40B4-BE49-F238E27FC236}">
                <a16:creationId xmlns:a16="http://schemas.microsoft.com/office/drawing/2014/main" id="{B16DB5AB-6AFF-4DF3-9241-BB62B527889B}"/>
              </a:ext>
            </a:extLst>
          </p:cNvPr>
          <p:cNvSpPr>
            <a:spLocks xmlns:a="http://schemas.openxmlformats.org/drawingml/2006/main" noGrp="1"/>
          </p:cNvSpPr>
          <p:nvPr/>
        </p:nvSpPr>
        <p:spPr>
          <a:xfrm xmlns:a="http://schemas.openxmlformats.org/drawingml/2006/main">
            <a:off x="6673850" y="2510784"/>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6174">
            <a:solidFill>
              <a:srgbClr val="E4EAF4"/>
            </a:solidFill>
            <a:prstDash val="solid"/>
          </a:ln>
        </p:spPr>
      </p:sp>
      <p:sp>
        <p:nvSpPr>
          <p:cNvPr id="50" name="">
            <a:extLst xmlns:a="http://schemas.openxmlformats.org/drawingml/2006/main">
              <a:ext uri="{FF2B5EF4-FFF2-40B4-BE49-F238E27FC236}">
                <a16:creationId xmlns:a16="http://schemas.microsoft.com/office/drawing/2014/main" id="{BF1D9813-7BBD-481D-82EA-C7936604A70D}"/>
              </a:ext>
            </a:extLst>
          </p:cNvPr>
          <p:cNvSpPr>
            <a:spLocks xmlns:a="http://schemas.openxmlformats.org/drawingml/2006/main" noGrp="1"/>
          </p:cNvSpPr>
          <p:nvPr/>
        </p:nvSpPr>
        <p:spPr>
          <a:xfrm xmlns:a="http://schemas.openxmlformats.org/drawingml/2006/main" rot="0">
            <a:off x="6298572" y="2437442"/>
            <a:ext cx="28708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51" name="Editable chart path">
            <a:extLst xmlns:a="http://schemas.openxmlformats.org/drawingml/2006/main">
              <a:ext uri="{FF2B5EF4-FFF2-40B4-BE49-F238E27FC236}">
                <a16:creationId xmlns:a16="http://schemas.microsoft.com/office/drawing/2014/main" id="{D78DF111-41A7-41A1-B653-CDCB4FDCBD1F}"/>
              </a:ext>
            </a:extLst>
          </p:cNvPr>
          <p:cNvSpPr>
            <a:spLocks xmlns:a="http://schemas.openxmlformats.org/drawingml/2006/main" noGrp="1"/>
          </p:cNvSpPr>
          <p:nvPr/>
        </p:nvSpPr>
        <p:spPr>
          <a:xfrm xmlns:a="http://schemas.openxmlformats.org/drawingml/2006/main">
            <a:off x="6673850" y="3532766"/>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9701">
            <a:solidFill>
              <a:srgbClr val="5A6683"/>
            </a:solidFill>
            <a:prstDash val="dash"/>
          </a:ln>
        </p:spPr>
      </p:sp>
      <p:sp>
        <p:nvSpPr>
          <p:cNvPr id="52" name="Editable chart path">
            <a:extLst xmlns:a="http://schemas.openxmlformats.org/drawingml/2006/main">
              <a:ext uri="{FF2B5EF4-FFF2-40B4-BE49-F238E27FC236}">
                <a16:creationId xmlns:a16="http://schemas.microsoft.com/office/drawing/2014/main" id="{AD155D36-5E00-4CF8-A1A3-47FCB548662B}"/>
              </a:ext>
            </a:extLst>
          </p:cNvPr>
          <p:cNvSpPr>
            <a:spLocks xmlns:a="http://schemas.openxmlformats.org/drawingml/2006/main" noGrp="1"/>
          </p:cNvSpPr>
          <p:nvPr/>
        </p:nvSpPr>
        <p:spPr>
          <a:xfrm xmlns:a="http://schemas.openxmlformats.org/drawingml/2006/main">
            <a:off x="6673850" y="4337709"/>
            <a:ext cx="3549650" cy="95"/>
          </a:xfrm>
          <a:custGeom xmlns:a="http://schemas.openxmlformats.org/drawingml/2006/main">
            <a:pathLst>
              <a:path w="3833622" h="95">
                <a:moveTo>
                  <a:pt x="0" y="0"/>
                </a:moveTo>
                <a:lnTo>
                  <a:pt x="3833622" y="0"/>
                </a:lnTo>
              </a:path>
            </a:pathLst>
          </a:custGeom>
          <a:noFill xmlns:a="http://schemas.openxmlformats.org/drawingml/2006/main"/>
          <a:ln xmlns:a="http://schemas.openxmlformats.org/drawingml/2006/main" w="7056">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CF9871F6-DA8D-44AE-9A8A-F739170E6FA5}"/>
              </a:ext>
            </a:extLst>
          </p:cNvPr>
          <p:cNvSpPr>
            <a:spLocks xmlns:a="http://schemas.openxmlformats.org/drawingml/2006/main" noGrp="1"/>
          </p:cNvSpPr>
          <p:nvPr/>
        </p:nvSpPr>
        <p:spPr>
          <a:xfrm xmlns:a="http://schemas.openxmlformats.org/drawingml/2006/main">
            <a:off x="6913245" y="2998390"/>
            <a:ext cx="511810" cy="1339318"/>
          </a:xfrm>
          <a:custGeom xmlns:a="http://schemas.openxmlformats.org/drawingml/2006/main">
            <a:pathLst>
              <a:path w="552755" h="1446464">
                <a:moveTo>
                  <a:pt x="0" y="1446464"/>
                </a:moveTo>
                <a:lnTo>
                  <a:pt x="552755" y="1446464"/>
                </a:lnTo>
                <a:lnTo>
                  <a:pt x="552755" y="0"/>
                </a:lnTo>
                <a:lnTo>
                  <a:pt x="0" y="0"/>
                </a:lnTo>
                <a:close/>
              </a:path>
            </a:pathLst>
          </a:custGeom>
          <a:solidFill xmlns:a="http://schemas.openxmlformats.org/drawingml/2006/main">
            <a:srgbClr val="14295B"/>
          </a:solidFill>
          <a:ln xmlns:a="http://schemas.openxmlformats.org/drawingml/2006/main" w="0">
            <a:noFill/>
            <a:prstDash val="solid"/>
          </a:ln>
        </p:spPr>
      </p:sp>
      <p:sp>
        <p:nvSpPr>
          <p:cNvPr id="54" name="Editable chart path">
            <a:extLst xmlns:a="http://schemas.openxmlformats.org/drawingml/2006/main">
              <a:ext uri="{FF2B5EF4-FFF2-40B4-BE49-F238E27FC236}">
                <a16:creationId xmlns:a16="http://schemas.microsoft.com/office/drawing/2014/main" id="{638652D1-DBD1-4C97-A7F2-90A805EB613D}"/>
              </a:ext>
            </a:extLst>
          </p:cNvPr>
          <p:cNvSpPr>
            <a:spLocks xmlns:a="http://schemas.openxmlformats.org/drawingml/2006/main" noGrp="1"/>
          </p:cNvSpPr>
          <p:nvPr/>
        </p:nvSpPr>
        <p:spPr>
          <a:xfrm xmlns:a="http://schemas.openxmlformats.org/drawingml/2006/main">
            <a:off x="7738745" y="2825381"/>
            <a:ext cx="511810" cy="1512328"/>
          </a:xfrm>
          <a:custGeom xmlns:a="http://schemas.openxmlformats.org/drawingml/2006/main">
            <a:pathLst>
              <a:path w="552755" h="1633314">
                <a:moveTo>
                  <a:pt x="0" y="1633314"/>
                </a:moveTo>
                <a:lnTo>
                  <a:pt x="552755" y="1633314"/>
                </a:lnTo>
                <a:lnTo>
                  <a:pt x="552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55" name="Editable chart path">
            <a:extLst xmlns:a="http://schemas.openxmlformats.org/drawingml/2006/main">
              <a:ext uri="{FF2B5EF4-FFF2-40B4-BE49-F238E27FC236}">
                <a16:creationId xmlns:a16="http://schemas.microsoft.com/office/drawing/2014/main" id="{31944271-55DD-4D56-AEE1-494B241FA6D1}"/>
              </a:ext>
            </a:extLst>
          </p:cNvPr>
          <p:cNvSpPr>
            <a:spLocks xmlns:a="http://schemas.openxmlformats.org/drawingml/2006/main" noGrp="1"/>
          </p:cNvSpPr>
          <p:nvPr/>
        </p:nvSpPr>
        <p:spPr>
          <a:xfrm xmlns:a="http://schemas.openxmlformats.org/drawingml/2006/main">
            <a:off x="8564245" y="2756018"/>
            <a:ext cx="511810" cy="1581690"/>
          </a:xfrm>
          <a:custGeom xmlns:a="http://schemas.openxmlformats.org/drawingml/2006/main">
            <a:pathLst>
              <a:path w="552755" h="1708225">
                <a:moveTo>
                  <a:pt x="0" y="1708225"/>
                </a:moveTo>
                <a:lnTo>
                  <a:pt x="552755" y="1708225"/>
                </a:lnTo>
                <a:lnTo>
                  <a:pt x="552755" y="0"/>
                </a:lnTo>
                <a:lnTo>
                  <a:pt x="0" y="0"/>
                </a:lnTo>
                <a:close/>
              </a:path>
            </a:pathLst>
          </a:custGeom>
          <a:solidFill xmlns:a="http://schemas.openxmlformats.org/drawingml/2006/main">
            <a:srgbClr val="8FB8F2"/>
          </a:solidFill>
          <a:ln xmlns:a="http://schemas.openxmlformats.org/drawingml/2006/main" w="0">
            <a:noFill/>
            <a:prstDash val="solid"/>
          </a:ln>
        </p:spPr>
      </p:sp>
      <p:sp>
        <p:nvSpPr>
          <p:cNvPr id="56" name="Editable chart path">
            <a:extLst xmlns:a="http://schemas.openxmlformats.org/drawingml/2006/main">
              <a:ext uri="{FF2B5EF4-FFF2-40B4-BE49-F238E27FC236}">
                <a16:creationId xmlns:a16="http://schemas.microsoft.com/office/drawing/2014/main" id="{34A729F1-FECE-4F27-BB1A-33A45F2DC38E}"/>
              </a:ext>
            </a:extLst>
          </p:cNvPr>
          <p:cNvSpPr>
            <a:spLocks xmlns:a="http://schemas.openxmlformats.org/drawingml/2006/main" noGrp="1"/>
          </p:cNvSpPr>
          <p:nvPr/>
        </p:nvSpPr>
        <p:spPr>
          <a:xfrm xmlns:a="http://schemas.openxmlformats.org/drawingml/2006/main">
            <a:off x="9389745" y="2758089"/>
            <a:ext cx="511810" cy="1579620"/>
          </a:xfrm>
          <a:custGeom xmlns:a="http://schemas.openxmlformats.org/drawingml/2006/main">
            <a:pathLst>
              <a:path w="552755" h="1705989">
                <a:moveTo>
                  <a:pt x="0" y="1705989"/>
                </a:moveTo>
                <a:lnTo>
                  <a:pt x="552755" y="1705989"/>
                </a:lnTo>
                <a:lnTo>
                  <a:pt x="552755" y="0"/>
                </a:lnTo>
                <a:lnTo>
                  <a:pt x="0" y="0"/>
                </a:lnTo>
                <a:close/>
              </a:path>
            </a:pathLst>
          </a:custGeom>
          <a:solidFill xmlns:a="http://schemas.openxmlformats.org/drawingml/2006/main">
            <a:srgbClr val="C0453C"/>
          </a:solidFill>
          <a:ln xmlns:a="http://schemas.openxmlformats.org/drawingml/2006/main" w="0">
            <a:noFill/>
            <a:prstDash val="solid"/>
          </a:ln>
        </p:spPr>
      </p:sp>
      <p:sp>
        <p:nvSpPr>
          <p:cNvPr id="57" name="">
            <a:extLst xmlns:a="http://schemas.openxmlformats.org/drawingml/2006/main">
              <a:ext uri="{FF2B5EF4-FFF2-40B4-BE49-F238E27FC236}">
                <a16:creationId xmlns:a16="http://schemas.microsoft.com/office/drawing/2014/main" id="{82CE3835-6420-4AC6-BB87-ADB1B97A777C}"/>
              </a:ext>
            </a:extLst>
          </p:cNvPr>
          <p:cNvSpPr>
            <a:spLocks xmlns:a="http://schemas.openxmlformats.org/drawingml/2006/main" noGrp="1"/>
          </p:cNvSpPr>
          <p:nvPr/>
        </p:nvSpPr>
        <p:spPr>
          <a:xfrm xmlns:a="http://schemas.openxmlformats.org/drawingml/2006/main" rot="0">
            <a:off x="6904117" y="2789652"/>
            <a:ext cx="53006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43.99%</a:t>
            </a:r>
          </a:p>
        </p:txBody>
      </p:sp>
      <p:sp>
        <p:nvSpPr>
          <p:cNvPr id="58" name="">
            <a:extLst xmlns:a="http://schemas.openxmlformats.org/drawingml/2006/main">
              <a:ext uri="{FF2B5EF4-FFF2-40B4-BE49-F238E27FC236}">
                <a16:creationId xmlns:a16="http://schemas.microsoft.com/office/drawing/2014/main" id="{6EE1DEAA-23E7-4A3B-9050-33E77EB38FEE}"/>
              </a:ext>
            </a:extLst>
          </p:cNvPr>
          <p:cNvSpPr>
            <a:spLocks xmlns:a="http://schemas.openxmlformats.org/drawingml/2006/main" noGrp="1"/>
          </p:cNvSpPr>
          <p:nvPr/>
        </p:nvSpPr>
        <p:spPr>
          <a:xfrm xmlns:a="http://schemas.openxmlformats.org/drawingml/2006/main" rot="0">
            <a:off x="7732522" y="2616643"/>
            <a:ext cx="524256"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49.67%</a:t>
            </a:r>
          </a:p>
        </p:txBody>
      </p:sp>
      <p:sp>
        <p:nvSpPr>
          <p:cNvPr id="59" name="">
            <a:extLst xmlns:a="http://schemas.openxmlformats.org/drawingml/2006/main">
              <a:ext uri="{FF2B5EF4-FFF2-40B4-BE49-F238E27FC236}">
                <a16:creationId xmlns:a16="http://schemas.microsoft.com/office/drawing/2014/main" id="{82D57661-5181-4834-9881-AD5A02423EF4}"/>
              </a:ext>
            </a:extLst>
          </p:cNvPr>
          <p:cNvSpPr>
            <a:spLocks xmlns:a="http://schemas.openxmlformats.org/drawingml/2006/main" noGrp="1"/>
          </p:cNvSpPr>
          <p:nvPr/>
        </p:nvSpPr>
        <p:spPr>
          <a:xfrm xmlns:a="http://schemas.openxmlformats.org/drawingml/2006/main" rot="0">
            <a:off x="8575834" y="2547280"/>
            <a:ext cx="488632"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51.95%</a:t>
            </a:r>
          </a:p>
        </p:txBody>
      </p:sp>
      <p:sp>
        <p:nvSpPr>
          <p:cNvPr id="60" name="">
            <a:extLst xmlns:a="http://schemas.openxmlformats.org/drawingml/2006/main">
              <a:ext uri="{FF2B5EF4-FFF2-40B4-BE49-F238E27FC236}">
                <a16:creationId xmlns:a16="http://schemas.microsoft.com/office/drawing/2014/main" id="{500A71D2-FC71-4CE4-9FB5-64996B8525C1}"/>
              </a:ext>
            </a:extLst>
          </p:cNvPr>
          <p:cNvSpPr>
            <a:spLocks xmlns:a="http://schemas.openxmlformats.org/drawingml/2006/main" noGrp="1"/>
          </p:cNvSpPr>
          <p:nvPr/>
        </p:nvSpPr>
        <p:spPr>
          <a:xfrm xmlns:a="http://schemas.openxmlformats.org/drawingml/2006/main" rot="0">
            <a:off x="9401048" y="2549351"/>
            <a:ext cx="489204"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14203A"/>
                </a:solidFill>
                <a:latin typeface="Poppins"/>
                <a:ea typeface="Poppins"/>
                <a:cs typeface="Poppins"/>
              </a:defRPr>
            </a:defPPr>
            <a:lvl1pPr>
              <a:defRPr sz="1200" b="0">
                <a:solidFill>
                  <a:srgbClr val="14203A"/>
                </a:solidFill>
                <a:latin typeface="Poppins"/>
                <a:ea typeface="Poppins"/>
                <a:cs typeface="Poppins"/>
              </a:defRPr>
            </a:lvl1pPr>
            <a:lvl2pPr>
              <a:defRPr sz="1200" b="0">
                <a:solidFill>
                  <a:srgbClr val="14203A"/>
                </a:solidFill>
                <a:latin typeface="Poppins"/>
                <a:ea typeface="Poppins"/>
                <a:cs typeface="Poppins"/>
              </a:defRPr>
            </a:lvl2pPr>
            <a:lvl3pPr>
              <a:defRPr sz="1200" b="0">
                <a:solidFill>
                  <a:srgbClr val="14203A"/>
                </a:solidFill>
                <a:latin typeface="Poppins"/>
                <a:ea typeface="Poppins"/>
                <a:cs typeface="Poppins"/>
              </a:defRPr>
            </a:lvl3pPr>
            <a:lvl4pPr>
              <a:defRPr sz="1200" b="0">
                <a:solidFill>
                  <a:srgbClr val="14203A"/>
                </a:solidFill>
                <a:latin typeface="Poppins"/>
                <a:ea typeface="Poppins"/>
                <a:cs typeface="Poppins"/>
              </a:defRPr>
            </a:lvl4pPr>
            <a:lvl5pPr>
              <a:defRPr sz="1200" b="0">
                <a:solidFill>
                  <a:srgbClr val="14203A"/>
                </a:solidFill>
                <a:latin typeface="Poppins"/>
                <a:ea typeface="Poppins"/>
                <a:cs typeface="Poppins"/>
              </a:defRPr>
            </a:lvl5pPr>
            <a:lvl6pPr>
              <a:defRPr sz="1200" b="0">
                <a:solidFill>
                  <a:srgbClr val="14203A"/>
                </a:solidFill>
                <a:latin typeface="Poppins"/>
                <a:ea typeface="Poppins"/>
                <a:cs typeface="Poppins"/>
              </a:defRPr>
            </a:lvl6pPr>
            <a:lvl7pPr>
              <a:defRPr sz="1200" b="0">
                <a:solidFill>
                  <a:srgbClr val="14203A"/>
                </a:solidFill>
                <a:latin typeface="Poppins"/>
                <a:ea typeface="Poppins"/>
                <a:cs typeface="Poppins"/>
              </a:defRPr>
            </a:lvl7pPr>
            <a:lvl8pPr>
              <a:defRPr sz="1200" b="0">
                <a:solidFill>
                  <a:srgbClr val="14203A"/>
                </a:solidFill>
                <a:latin typeface="Poppins"/>
                <a:ea typeface="Poppins"/>
                <a:cs typeface="Poppins"/>
              </a:defRPr>
            </a:lvl8pPr>
            <a:lvl9pPr>
              <a:defRPr sz="1200" b="0">
                <a:solidFill>
                  <a:srgbClr val="14203A"/>
                </a:solidFill>
                <a:latin typeface="Poppins"/>
                <a:ea typeface="Poppins"/>
                <a:cs typeface="Poppins"/>
              </a:defRPr>
            </a:lvl9pPr>
          </a:lstStyle>
          <a:p xmlns:a="http://schemas.openxmlformats.org/drawingml/2006/main">
            <a:pPr>
              <a:defRPr sz="1200" b="0">
                <a:solidFill>
                  <a:srgbClr val="14203A"/>
                </a:solidFill>
                <a:latin typeface="Poppins"/>
                <a:ea typeface="Poppins"/>
                <a:cs typeface="Poppins"/>
              </a:defRPr>
            </a:pPr>
            <a:r>
              <a:rPr sz="1200" b="0">
                <a:solidFill>
                  <a:srgbClr val="14203A"/>
                </a:solidFill>
                <a:latin typeface="Poppins"/>
                <a:ea typeface="Poppins"/>
                <a:cs typeface="Poppins"/>
              </a:rPr>
              <a:t>51.88%</a:t>
            </a:r>
          </a:p>
        </p:txBody>
      </p:sp>
      <p:sp>
        <p:nvSpPr>
          <p:cNvPr id="61" name="Editable chart path">
            <a:extLst xmlns:a="http://schemas.openxmlformats.org/drawingml/2006/main">
              <a:ext uri="{FF2B5EF4-FFF2-40B4-BE49-F238E27FC236}">
                <a16:creationId xmlns:a16="http://schemas.microsoft.com/office/drawing/2014/main" id="{DE8E7EEC-EC7B-4BA6-A3C5-E47E80F70CB0}"/>
              </a:ext>
            </a:extLst>
          </p:cNvPr>
          <p:cNvSpPr>
            <a:spLocks xmlns:a="http://schemas.openxmlformats.org/drawingml/2006/main" noGrp="1"/>
          </p:cNvSpPr>
          <p:nvPr/>
        </p:nvSpPr>
        <p:spPr>
          <a:xfrm xmlns:a="http://schemas.openxmlformats.org/drawingml/2006/main">
            <a:off x="7167372" y="3305740"/>
            <a:ext cx="1322094" cy="249936"/>
          </a:xfrm>
          <a:custGeom xmlns:a="http://schemas.openxmlformats.org/drawingml/2006/main">
            <a:pathLst>
              <a:path w="1427861" h="269931">
                <a:moveTo>
                  <a:pt x="0" y="269931"/>
                </a:moveTo>
                <a:lnTo>
                  <a:pt x="1427861" y="269931"/>
                </a:lnTo>
                <a:lnTo>
                  <a:pt x="1427861" y="0"/>
                </a:lnTo>
                <a:lnTo>
                  <a:pt x="0" y="0"/>
                </a:lnTo>
                <a:close/>
              </a:path>
            </a:pathLst>
          </a:custGeom>
          <a:solidFill xmlns:a="http://schemas.openxmlformats.org/drawingml/2006/main">
            <a:srgbClr val="FBFCFE"/>
          </a:solidFill>
          <a:ln xmlns:a="http://schemas.openxmlformats.org/drawingml/2006/main" w="0">
            <a:noFill/>
            <a:prstDash val="solid"/>
          </a:ln>
        </p:spPr>
      </p:sp>
      <p:sp>
        <p:nvSpPr>
          <p:cNvPr id="62" name="">
            <a:extLst xmlns:a="http://schemas.openxmlformats.org/drawingml/2006/main">
              <a:ext uri="{FF2B5EF4-FFF2-40B4-BE49-F238E27FC236}">
                <a16:creationId xmlns:a16="http://schemas.microsoft.com/office/drawing/2014/main" id="{C50EC4EB-2FBC-4767-B2B3-FE41B44CA56C}"/>
              </a:ext>
            </a:extLst>
          </p:cNvPr>
          <p:cNvSpPr>
            <a:spLocks xmlns:a="http://schemas.openxmlformats.org/drawingml/2006/main" noGrp="1"/>
          </p:cNvSpPr>
          <p:nvPr/>
        </p:nvSpPr>
        <p:spPr>
          <a:xfrm xmlns:a="http://schemas.openxmlformats.org/drawingml/2006/main" rot="0">
            <a:off x="7185660" y="3324028"/>
            <a:ext cx="1290257" cy="27432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00" b="0">
                <a:solidFill>
                  <a:srgbClr val="5A6683"/>
                </a:solidFill>
                <a:latin typeface="Poppins"/>
                <a:ea typeface="Poppins"/>
                <a:cs typeface="Poppins"/>
              </a:defRPr>
            </a:defPPr>
            <a:lvl1pPr>
              <a:defRPr sz="1200" b="0">
                <a:solidFill>
                  <a:srgbClr val="5A6683"/>
                </a:solidFill>
                <a:latin typeface="Poppins"/>
                <a:ea typeface="Poppins"/>
                <a:cs typeface="Poppins"/>
              </a:defRPr>
            </a:lvl1pPr>
            <a:lvl2pPr>
              <a:defRPr sz="1200" b="0">
                <a:solidFill>
                  <a:srgbClr val="5A6683"/>
                </a:solidFill>
                <a:latin typeface="Poppins"/>
                <a:ea typeface="Poppins"/>
                <a:cs typeface="Poppins"/>
              </a:defRPr>
            </a:lvl2pPr>
            <a:lvl3pPr>
              <a:defRPr sz="1200" b="0">
                <a:solidFill>
                  <a:srgbClr val="5A6683"/>
                </a:solidFill>
                <a:latin typeface="Poppins"/>
                <a:ea typeface="Poppins"/>
                <a:cs typeface="Poppins"/>
              </a:defRPr>
            </a:lvl3pPr>
            <a:lvl4pPr>
              <a:defRPr sz="1200" b="0">
                <a:solidFill>
                  <a:srgbClr val="5A6683"/>
                </a:solidFill>
                <a:latin typeface="Poppins"/>
                <a:ea typeface="Poppins"/>
                <a:cs typeface="Poppins"/>
              </a:defRPr>
            </a:lvl4pPr>
            <a:lvl5pPr>
              <a:defRPr sz="1200" b="0">
                <a:solidFill>
                  <a:srgbClr val="5A6683"/>
                </a:solidFill>
                <a:latin typeface="Poppins"/>
                <a:ea typeface="Poppins"/>
                <a:cs typeface="Poppins"/>
              </a:defRPr>
            </a:lvl5pPr>
            <a:lvl6pPr>
              <a:defRPr sz="1200" b="0">
                <a:solidFill>
                  <a:srgbClr val="5A6683"/>
                </a:solidFill>
                <a:latin typeface="Poppins"/>
                <a:ea typeface="Poppins"/>
                <a:cs typeface="Poppins"/>
              </a:defRPr>
            </a:lvl6pPr>
            <a:lvl7pPr>
              <a:defRPr sz="1200" b="0">
                <a:solidFill>
                  <a:srgbClr val="5A6683"/>
                </a:solidFill>
                <a:latin typeface="Poppins"/>
                <a:ea typeface="Poppins"/>
                <a:cs typeface="Poppins"/>
              </a:defRPr>
            </a:lvl7pPr>
            <a:lvl8pPr>
              <a:defRPr sz="1200" b="0">
                <a:solidFill>
                  <a:srgbClr val="5A6683"/>
                </a:solidFill>
                <a:latin typeface="Poppins"/>
                <a:ea typeface="Poppins"/>
                <a:cs typeface="Poppins"/>
              </a:defRPr>
            </a:lvl8pPr>
            <a:lvl9pPr>
              <a:defRPr sz="1200" b="0">
                <a:solidFill>
                  <a:srgbClr val="5A6683"/>
                </a:solidFill>
                <a:latin typeface="Poppins"/>
                <a:ea typeface="Poppins"/>
                <a:cs typeface="Poppins"/>
              </a:defRPr>
            </a:lvl9pPr>
          </a:lstStyle>
          <a:p xmlns:a="http://schemas.openxmlformats.org/drawingml/2006/main">
            <a:pPr>
              <a:defRPr sz="1200" b="0">
                <a:solidFill>
                  <a:srgbClr val="5A6683"/>
                </a:solidFill>
                <a:latin typeface="Poppins"/>
                <a:ea typeface="Poppins"/>
                <a:cs typeface="Poppins"/>
              </a:defRPr>
            </a:pPr>
            <a:r>
              <a:rPr sz="1200" b="0">
                <a:solidFill>
                  <a:srgbClr val="5A6683"/>
                </a:solidFill>
                <a:latin typeface="Poppins"/>
                <a:ea typeface="Poppins"/>
                <a:cs typeface="Poppins"/>
              </a:rPr>
              <a:t>Base rate 26.44%</a:t>
            </a:r>
          </a:p>
        </p:txBody>
      </p:sp>
      <p:sp>
        <p:nvSpPr>
          <p:cNvPr id="63" name="">
            <a:extLst xmlns:a="http://schemas.openxmlformats.org/drawingml/2006/main">
              <a:ext uri="{FF2B5EF4-FFF2-40B4-BE49-F238E27FC236}">
                <a16:creationId xmlns:a16="http://schemas.microsoft.com/office/drawing/2014/main" id="{4AF11518-4730-4551-BD5C-D59CF20B9A61}"/>
              </a:ext>
            </a:extLst>
          </p:cNvPr>
          <p:cNvSpPr>
            <a:spLocks xmlns:a="http://schemas.openxmlformats.org/drawingml/2006/main" noGrp="1"/>
          </p:cNvSpPr>
          <p:nvPr/>
        </p:nvSpPr>
        <p:spPr>
          <a:xfrm xmlns:a="http://schemas.openxmlformats.org/drawingml/2006/main" rot="0">
            <a:off x="2628900" y="2119082"/>
            <a:ext cx="1290352"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30-minute horizon</a:t>
            </a:r>
          </a:p>
        </p:txBody>
      </p:sp>
      <p:sp>
        <p:nvSpPr>
          <p:cNvPr id="64" name="">
            <a:extLst xmlns:a="http://schemas.openxmlformats.org/drawingml/2006/main">
              <a:ext uri="{FF2B5EF4-FFF2-40B4-BE49-F238E27FC236}">
                <a16:creationId xmlns:a16="http://schemas.microsoft.com/office/drawing/2014/main" id="{3FEE5BC9-C228-4330-BFB9-9B3E7EC4C9AD}"/>
              </a:ext>
            </a:extLst>
          </p:cNvPr>
          <p:cNvSpPr>
            <a:spLocks xmlns:a="http://schemas.openxmlformats.org/drawingml/2006/main" noGrp="1"/>
          </p:cNvSpPr>
          <p:nvPr/>
        </p:nvSpPr>
        <p:spPr>
          <a:xfrm xmlns:a="http://schemas.openxmlformats.org/drawingml/2006/main" rot="0">
            <a:off x="6673850" y="2119082"/>
            <a:ext cx="1296733" cy="25146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95B"/>
                </a:solidFill>
                <a:latin typeface="Poppins"/>
                <a:ea typeface="Poppins"/>
                <a:cs typeface="Poppins"/>
              </a:defRPr>
            </a:defPPr>
            <a:lvl1pPr>
              <a:defRPr sz="1100" b="0">
                <a:solidFill>
                  <a:srgbClr val="14295B"/>
                </a:solidFill>
                <a:latin typeface="Poppins"/>
                <a:ea typeface="Poppins"/>
                <a:cs typeface="Poppins"/>
              </a:defRPr>
            </a:lvl1pPr>
            <a:lvl2pPr>
              <a:defRPr sz="1100" b="0">
                <a:solidFill>
                  <a:srgbClr val="14295B"/>
                </a:solidFill>
                <a:latin typeface="Poppins"/>
                <a:ea typeface="Poppins"/>
                <a:cs typeface="Poppins"/>
              </a:defRPr>
            </a:lvl2pPr>
            <a:lvl3pPr>
              <a:defRPr sz="1100" b="0">
                <a:solidFill>
                  <a:srgbClr val="14295B"/>
                </a:solidFill>
                <a:latin typeface="Poppins"/>
                <a:ea typeface="Poppins"/>
                <a:cs typeface="Poppins"/>
              </a:defRPr>
            </a:lvl3pPr>
            <a:lvl4pPr>
              <a:defRPr sz="1100" b="0">
                <a:solidFill>
                  <a:srgbClr val="14295B"/>
                </a:solidFill>
                <a:latin typeface="Poppins"/>
                <a:ea typeface="Poppins"/>
                <a:cs typeface="Poppins"/>
              </a:defRPr>
            </a:lvl4pPr>
            <a:lvl5pPr>
              <a:defRPr sz="1100" b="0">
                <a:solidFill>
                  <a:srgbClr val="14295B"/>
                </a:solidFill>
                <a:latin typeface="Poppins"/>
                <a:ea typeface="Poppins"/>
                <a:cs typeface="Poppins"/>
              </a:defRPr>
            </a:lvl5pPr>
            <a:lvl6pPr>
              <a:defRPr sz="1100" b="0">
                <a:solidFill>
                  <a:srgbClr val="14295B"/>
                </a:solidFill>
                <a:latin typeface="Poppins"/>
                <a:ea typeface="Poppins"/>
                <a:cs typeface="Poppins"/>
              </a:defRPr>
            </a:lvl6pPr>
            <a:lvl7pPr>
              <a:defRPr sz="1100" b="0">
                <a:solidFill>
                  <a:srgbClr val="14295B"/>
                </a:solidFill>
                <a:latin typeface="Poppins"/>
                <a:ea typeface="Poppins"/>
                <a:cs typeface="Poppins"/>
              </a:defRPr>
            </a:lvl7pPr>
            <a:lvl8pPr>
              <a:defRPr sz="1100" b="0">
                <a:solidFill>
                  <a:srgbClr val="14295B"/>
                </a:solidFill>
                <a:latin typeface="Poppins"/>
                <a:ea typeface="Poppins"/>
                <a:cs typeface="Poppins"/>
              </a:defRPr>
            </a:lvl8pPr>
            <a:lvl9pPr>
              <a:defRPr sz="1100" b="0">
                <a:solidFill>
                  <a:srgbClr val="14295B"/>
                </a:solidFill>
                <a:latin typeface="Poppins"/>
                <a:ea typeface="Poppins"/>
                <a:cs typeface="Poppins"/>
              </a:defRPr>
            </a:lvl9pPr>
          </a:lstStyle>
          <a:p xmlns:a="http://schemas.openxmlformats.org/drawingml/2006/main">
            <a:pPr>
              <a:defRPr sz="1100" b="0">
                <a:solidFill>
                  <a:srgbClr val="14295B"/>
                </a:solidFill>
                <a:latin typeface="Poppins"/>
                <a:ea typeface="Poppins"/>
                <a:cs typeface="Poppins"/>
              </a:defRPr>
            </a:pPr>
            <a:r>
              <a:rPr sz="1100" b="0">
                <a:solidFill>
                  <a:srgbClr val="14295B"/>
                </a:solidFill>
                <a:latin typeface="Poppins"/>
                <a:ea typeface="Poppins"/>
                <a:cs typeface="Poppins"/>
              </a:rPr>
              <a:t>60-minute horizon</a:t>
            </a:r>
          </a:p>
        </p:txBody>
      </p:sp>
    </p:spTree>
    <p:extLst>
      <p:ext uri="{BB962C8B-B14F-4D97-AF65-F5344CB8AC3E}">
        <p14:creationId xmlns:p14="http://schemas.microsoft.com/office/powerpoint/2010/main" val="1331036528"/>
      </p:ext>
    </p:extLst>
  </p:cSld>
</p:sld>
</file>

<file path=ppt/slides/slide16.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A5E2A167-6B7D-4805-8D8E-CA0CF58FEC7F}"/>
              </a:ext>
            </a:extLst>
          </p:cNvPr>
          <p:cNvSpPr>
            <a:spLocks xmlns:a="http://schemas.openxmlformats.org/drawingml/2006/main" noGrp="1"/>
          </p:cNvSpPr>
          <p:nvPr/>
        </p:nvSpPr>
        <p:spPr>
          <a:xfrm xmlns:a="http://schemas.openxmlformats.org/drawingml/2006/main">
            <a:off x="812800" y="812800"/>
            <a:ext cx="5080496"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Q3 · OUT-OF-SAMPLE TESTS · 2026 AND 2019 HOLDOUTS</a:t>
            </a:r>
            <a:endParaRPr sz="1200"/>
          </a:p>
        </p:txBody>
      </p:sp>
      <p:sp>
        <p:nvSpPr>
          <p:cNvPr id="3" name="Text 1">
            <a:extLst xmlns:a="http://schemas.openxmlformats.org/drawingml/2006/main">
              <a:ext uri="{FF2B5EF4-FFF2-40B4-BE49-F238E27FC236}">
                <a16:creationId xmlns:a16="http://schemas.microsoft.com/office/drawing/2014/main" id="{A05B978A-68C5-4928-B717-7927729E1297}"/>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WE GAVE WEATHER EVERY CHANCE</a:t>
            </a:r>
            <a:endParaRPr sz="4000"/>
          </a:p>
        </p:txBody>
      </p:sp>
      <p:sp>
        <p:nvSpPr>
          <p:cNvPr id="4" name="Shape 2">
            <a:extLst xmlns:a="http://schemas.openxmlformats.org/drawingml/2006/main">
              <a:ext uri="{FF2B5EF4-FFF2-40B4-BE49-F238E27FC236}">
                <a16:creationId xmlns:a16="http://schemas.microsoft.com/office/drawing/2014/main" id="{4F60E0F2-428B-4FA7-A750-148F3F56C74E}"/>
              </a:ext>
            </a:extLst>
          </p:cNvPr>
          <p:cNvSpPr>
            <a:spLocks xmlns:a="http://schemas.openxmlformats.org/drawingml/2006/main" noGrp="1"/>
          </p:cNvSpPr>
          <p:nvPr/>
        </p:nvSpPr>
        <p:spPr>
          <a:xfrm xmlns:a="http://schemas.openxmlformats.org/drawingml/2006/main">
            <a:off x="812800" y="1927820"/>
            <a:ext cx="10566400" cy="2215704"/>
          </a:xfrm>
          <a:prstGeom xmlns:a="http://schemas.openxmlformats.org/drawingml/2006/main" prst="roundRect">
            <a:avLst>
              <a:gd name="adj" fmla="val 7451"/>
            </a:avLst>
          </a:prstGeom>
          <a:solidFill xmlns:a="http://schemas.openxmlformats.org/drawingml/2006/main">
            <a:srgbClr val="FBFCFE"/>
          </a:solidFill>
        </p:spPr>
      </p:sp>
      <p:graphicFrame>
        <p:nvGraphicFramePr>
          <p:cNvPr id="5" name="Table 0">
            <a:extLst xmlns:a="http://schemas.openxmlformats.org/drawingml/2006/main">
              <a:ext uri="{FF2B5EF4-FFF2-40B4-BE49-F238E27FC236}">
                <a16:creationId xmlns:a16="http://schemas.microsoft.com/office/drawing/2014/main" id="{BBAAF82C-EF32-46C1-830E-686CBAEE3945}"/>
              </a:ext>
            </a:extLst>
          </p:cNvPr>
          <p:cNvGraphicFramePr/>
          <p:nvPr/>
        </p:nvGraphicFramePr>
        <p:xfrm>
          <a:off xmlns:a="http://schemas.openxmlformats.org/drawingml/2006/main" x="1079500" y="2143720"/>
          <a:ext xmlns:a="http://schemas.openxmlformats.org/drawingml/2006/main" cx="10045700" cy="1796604"/>
        </p:xfrm>
        <a:graphic xmlns:a="http://schemas.openxmlformats.org/drawingml/2006/main">
          <a:graphicData uri="http://schemas.openxmlformats.org/drawingml/2006/table">
            <a:tbl>
              <a:tblPr/>
              <a:tblGrid>
                <a:gridCol w="3817366"/>
                <a:gridCol w="3214624"/>
                <a:gridCol w="1205484"/>
                <a:gridCol w="1808226"/>
              </a:tblGrid>
              <a:tr h="359321">
                <a:tc>
                  <a:txBody>
                    <a:bodyPr/>
                    <a:lstStyle/>
                    <a:p>
                      <a:pPr marL="0" indent="0">
                        <a:lnSpc>
                          <a:spcPts val="1820"/>
                        </a:lnSpc>
                        <a:buNone/>
                      </a:pPr>
                      <a:r>
                        <a:rPr sz="1300" b="1">
                          <a:solidFill>
                            <a:srgbClr val="5A6683"/>
                          </a:solidFill>
                          <a:latin typeface="Poppins"/>
                          <a:ea typeface="Poppins"/>
                          <a:cs typeface="Poppins"/>
                        </a:rPr>
                        <a:t>Test (pass mark fixed in advance)</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c>
                  <a:txBody>
                    <a:bodyPr/>
                    <a:lstStyle/>
                    <a:p>
                      <a:pPr marL="0" indent="0">
                        <a:lnSpc>
                          <a:spcPts val="1820"/>
                        </a:lnSpc>
                        <a:buNone/>
                      </a:pPr>
                      <a:r>
                        <a:rPr sz="1300" b="1">
                          <a:solidFill>
                            <a:srgbClr val="5A6683"/>
                          </a:solidFill>
                          <a:latin typeface="Poppins"/>
                          <a:ea typeface="Poppins"/>
                          <a:cs typeface="Poppins"/>
                        </a:rPr>
                        <a:t>Weather gain</a:t>
                      </a:r>
                      <a:endParaRPr sz="1300">
                        <a:latin typeface="Poppins"/>
                        <a:ea typeface="Poppins"/>
                        <a:cs typeface="Poppins"/>
                      </a:endParaRPr>
                    </a:p>
                  </a:txBody>
                  <a:tcPr marL="57785" marR="57785" marT="57785" marB="57785" anchor="t">
                    <a:lnL w="12700" cmpd="sng">
                      <a:solidFill>
                        <a:srgbClr val="BABABB"/>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c>
                  <a:txBody>
                    <a:bodyPr/>
                    <a:lstStyle/>
                    <a:p>
                      <a:pPr marL="0" indent="0">
                        <a:lnSpc>
                          <a:spcPts val="1820"/>
                        </a:lnSpc>
                        <a:buNone/>
                      </a:pPr>
                      <a:r>
                        <a:rPr sz="1300" b="1">
                          <a:solidFill>
                            <a:srgbClr val="5A6683"/>
                          </a:solidFill>
                          <a:latin typeface="Poppins"/>
                          <a:ea typeface="Poppins"/>
                          <a:cs typeface="Poppins"/>
                        </a:rPr>
                        <a:t>Bar</a:t>
                      </a:r>
                      <a:endParaRPr sz="1300">
                        <a:latin typeface="Poppins"/>
                        <a:ea typeface="Poppins"/>
                        <a:cs typeface="Poppins"/>
                      </a:endParaRPr>
                    </a:p>
                  </a:txBody>
                  <a:tcPr marL="57785" marR="57785" marT="57785" marB="57785" anchor="t">
                    <a:lnL w="12700" cmpd="sng">
                      <a:solidFill>
                        <a:srgbClr val="BABABB"/>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c>
                  <a:txBody>
                    <a:bodyPr/>
                    <a:lstStyle/>
                    <a:p>
                      <a:pPr marL="0" indent="0">
                        <a:lnSpc>
                          <a:spcPts val="1820"/>
                        </a:lnSpc>
                        <a:buNone/>
                      </a:pPr>
                      <a:r>
                        <a:rPr sz="1300" b="1">
                          <a:solidFill>
                            <a:srgbClr val="5A6683"/>
                          </a:solidFill>
                          <a:latin typeface="Poppins"/>
                          <a:ea typeface="Poppins"/>
                          <a:cs typeface="Poppins"/>
                        </a:rPr>
                        <a:t>Result</a:t>
                      </a:r>
                      <a:endParaRPr sz="1300">
                        <a:latin typeface="Poppins"/>
                        <a:ea typeface="Poppins"/>
                        <a:cs typeface="Poppins"/>
                      </a:endParaRPr>
                    </a:p>
                  </a:txBody>
                  <a:tcPr marL="57785" marR="57785" marT="57785" marB="57785" anchor="t">
                    <a:lnL w="12700" cmpd="sng">
                      <a:solidFill>
                        <a:srgbClr val="BABABB"/>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r>
              <a:tr h="359321">
                <a:tc>
                  <a:txBody>
                    <a:bodyPr/>
                    <a:lstStyle/>
                    <a:p>
                      <a:pPr marL="0" indent="0">
                        <a:lnSpc>
                          <a:spcPts val="1820"/>
                        </a:lnSpc>
                        <a:buNone/>
                      </a:pPr>
                      <a:r>
                        <a:rPr sz="1300">
                          <a:solidFill>
                            <a:srgbClr val="14203A"/>
                          </a:solidFill>
                          <a:latin typeface="Poppins"/>
                          <a:ea typeface="Poppins"/>
                          <a:cs typeface="Poppins"/>
                        </a:rPr>
                        <a:t>1 km squares, 30–60 min</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max +0.0024 PR-AUC</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+0.01</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c>
                  <a:txBody>
                    <a:bodyPr/>
                    <a:lstStyle/>
                    <a:p>
                      <a:pPr marL="0" indent="0">
                        <a:lnSpc>
                          <a:spcPts val="1820"/>
                        </a:lnSpc>
                        <a:buNone/>
                      </a:pPr>
                      <a:r>
                        <a:rPr sz="1300">
                          <a:solidFill>
                            <a:srgbClr val="C0453C"/>
                          </a:solidFill>
                          <a:latin typeface="Poppins"/>
                          <a:ea typeface="Poppins"/>
                          <a:cs typeface="Poppins"/>
                        </a:rPr>
                        <a:t>No</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2 km squares, planning areas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negligible</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+0.01</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C0453C"/>
                          </a:solidFill>
                          <a:latin typeface="Poppins"/>
                          <a:ea typeface="Poppins"/>
                          <a:cs typeface="Poppins"/>
                        </a:rPr>
                        <a:t>No</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Regions, storms only, Oct 2026</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+0.024, only 2 storms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+0.02</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8A5A00"/>
                          </a:solidFill>
                          <a:latin typeface="Poppins"/>
                          <a:ea typeface="Poppins"/>
                          <a:cs typeface="Poppins"/>
                        </a:rPr>
                        <a:t>Too few storms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Same models on 2019, 49 storms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B6BBC3"/>
                      </a:solidFill>
                      <a:prstDash val="solid"/>
                    </a:lnR>
                    <a:lnT w="12700" cmpd="sng">
                      <a:solidFill>
                        <a:srgbClr val="C8C9CA"/>
                      </a:solidFill>
                      <a:prstDash val="solid"/>
                    </a:lnT>
                    <a:lnB w="12700" cmpd="sng">
                      <a:solidFill>
                        <a:srgbClr val="B6BBC3"/>
                      </a:solidFill>
                      <a:prstDash val="solid"/>
                    </a:lnB>
                    <a:solidFill>
                      <a:srgbClr val="E4EAF4"/>
                    </a:solidFill>
                  </a:tcPr>
                </a:tc>
                <a:tc>
                  <a:txBody>
                    <a:bodyPr/>
                    <a:lstStyle/>
                    <a:p>
                      <a:pPr marL="0" indent="0">
                        <a:lnSpc>
                          <a:spcPts val="1820"/>
                        </a:lnSpc>
                        <a:buNone/>
                      </a:pPr>
                      <a:r>
                        <a:rPr sz="1300">
                          <a:solidFill>
                            <a:srgbClr val="14203A"/>
                          </a:solidFill>
                          <a:latin typeface="Poppins"/>
                          <a:ea typeface="Poppins"/>
                          <a:cs typeface="Poppins"/>
                        </a:rPr>
                        <a:t>+0.0087 [0.0008, 0.0171]</a:t>
                      </a:r>
                      <a:endParaRPr sz="1300">
                        <a:latin typeface="Poppins"/>
                        <a:ea typeface="Poppins"/>
                        <a:cs typeface="Poppins"/>
                      </a:endParaRPr>
                    </a:p>
                  </a:txBody>
                  <a:tcPr marL="57785" marR="57785" marT="57785" marB="57785" anchor="t">
                    <a:lnL w="12700" cmpd="sng">
                      <a:solidFill>
                        <a:srgbClr val="B6BBC3"/>
                      </a:solidFill>
                      <a:prstDash val="solid"/>
                    </a:lnL>
                    <a:lnR w="12700" cmpd="sng">
                      <a:solidFill>
                        <a:srgbClr val="B6BBC3"/>
                      </a:solidFill>
                      <a:prstDash val="solid"/>
                    </a:lnR>
                    <a:lnT w="12700" cmpd="sng">
                      <a:solidFill>
                        <a:srgbClr val="C8C9CA"/>
                      </a:solidFill>
                      <a:prstDash val="solid"/>
                    </a:lnT>
                    <a:lnB w="12700" cmpd="sng">
                      <a:solidFill>
                        <a:srgbClr val="B6BBC3"/>
                      </a:solidFill>
                      <a:prstDash val="solid"/>
                    </a:lnB>
                    <a:solidFill>
                      <a:srgbClr val="E4EAF4"/>
                    </a:solidFill>
                  </a:tcPr>
                </a:tc>
                <a:tc>
                  <a:txBody>
                    <a:bodyPr/>
                    <a:lstStyle/>
                    <a:p>
                      <a:pPr marL="0" indent="0">
                        <a:lnSpc>
                          <a:spcPts val="1820"/>
                        </a:lnSpc>
                        <a:buNone/>
                      </a:pPr>
                      <a:r>
                        <a:rPr sz="1300">
                          <a:solidFill>
                            <a:srgbClr val="14203A"/>
                          </a:solidFill>
                          <a:latin typeface="Poppins"/>
                          <a:ea typeface="Poppins"/>
                          <a:cs typeface="Poppins"/>
                        </a:rPr>
                        <a:t>+0.02</a:t>
                      </a:r>
                      <a:endParaRPr sz="1300">
                        <a:latin typeface="Poppins"/>
                        <a:ea typeface="Poppins"/>
                        <a:cs typeface="Poppins"/>
                      </a:endParaRPr>
                    </a:p>
                  </a:txBody>
                  <a:tcPr marL="57785" marR="57785" marT="57785" marB="57785" anchor="t">
                    <a:lnL w="12700" cmpd="sng">
                      <a:solidFill>
                        <a:srgbClr val="B6BBC3"/>
                      </a:solidFill>
                      <a:prstDash val="solid"/>
                    </a:lnL>
                    <a:lnR w="12700" cmpd="sng">
                      <a:solidFill>
                        <a:srgbClr val="B6BBC3"/>
                      </a:solidFill>
                      <a:prstDash val="solid"/>
                    </a:lnR>
                    <a:lnT w="12700" cmpd="sng">
                      <a:solidFill>
                        <a:srgbClr val="C8C9CA"/>
                      </a:solidFill>
                      <a:prstDash val="solid"/>
                    </a:lnT>
                    <a:lnB w="12700" cmpd="sng">
                      <a:solidFill>
                        <a:srgbClr val="B6BBC3"/>
                      </a:solidFill>
                      <a:prstDash val="solid"/>
                    </a:lnB>
                    <a:solidFill>
                      <a:srgbClr val="E4EAF4"/>
                    </a:solidFill>
                  </a:tcPr>
                </a:tc>
                <a:tc>
                  <a:txBody>
                    <a:bodyPr/>
                    <a:lstStyle/>
                    <a:p>
                      <a:pPr marL="0" indent="0">
                        <a:lnSpc>
                          <a:spcPts val="1820"/>
                        </a:lnSpc>
                        <a:buNone/>
                      </a:pPr>
                      <a:r>
                        <a:rPr sz="1300">
                          <a:solidFill>
                            <a:srgbClr val="2C5EAA"/>
                          </a:solidFill>
                          <a:latin typeface="Poppins"/>
                          <a:ea typeface="Poppins"/>
                          <a:cs typeface="Poppins"/>
                        </a:rPr>
                        <a:t>Real but small</a:t>
                      </a:r>
                      <a:endParaRPr sz="1300">
                        <a:latin typeface="Poppins"/>
                        <a:ea typeface="Poppins"/>
                        <a:cs typeface="Poppins"/>
                      </a:endParaRPr>
                    </a:p>
                  </a:txBody>
                  <a:tcPr marL="57785" marR="57785" marT="57785" marB="57785" anchor="t">
                    <a:lnL w="12700" cmpd="sng">
                      <a:solidFill>
                        <a:srgbClr val="B6BBC3"/>
                      </a:solidFill>
                      <a:prstDash val="solid"/>
                    </a:lnL>
                    <a:lnR w="12700" cmpd="sng">
                      <a:solidFill>
                        <a:srgbClr val="B6BBC3"/>
                      </a:solidFill>
                      <a:prstDash val="solid"/>
                    </a:lnR>
                    <a:lnT w="12700" cmpd="sng">
                      <a:solidFill>
                        <a:srgbClr val="C8C9CA"/>
                      </a:solidFill>
                      <a:prstDash val="solid"/>
                    </a:lnT>
                    <a:lnB w="12700" cmpd="sng">
                      <a:solidFill>
                        <a:srgbClr val="B6BBC3"/>
                      </a:solidFill>
                      <a:prstDash val="solid"/>
                    </a:lnB>
                    <a:solidFill>
                      <a:srgbClr val="E4EAF4"/>
                    </a:solidFill>
                  </a:tcPr>
                </a:tc>
              </a:tr>
            </a:tbl>
          </a:graphicData>
        </a:graphic>
      </p:graphicFrame>
      <p:sp>
        <p:nvSpPr>
          <p:cNvPr id="6" name="Shape 3">
            <a:extLst xmlns:a="http://schemas.openxmlformats.org/drawingml/2006/main">
              <a:ext uri="{FF2B5EF4-FFF2-40B4-BE49-F238E27FC236}">
                <a16:creationId xmlns:a16="http://schemas.microsoft.com/office/drawing/2014/main" id="{D95D7B79-D1D6-4352-AAAB-315962332462}"/>
              </a:ext>
            </a:extLst>
          </p:cNvPr>
          <p:cNvSpPr>
            <a:spLocks xmlns:a="http://schemas.openxmlformats.org/drawingml/2006/main" noGrp="1"/>
          </p:cNvSpPr>
          <p:nvPr/>
        </p:nvSpPr>
        <p:spPr>
          <a:xfrm xmlns:a="http://schemas.openxmlformats.org/drawingml/2006/main">
            <a:off x="812800" y="4321324"/>
            <a:ext cx="10566400" cy="1184870"/>
          </a:xfrm>
          <a:prstGeom xmlns:a="http://schemas.openxmlformats.org/drawingml/2006/main" prst="roundRect">
            <a:avLst>
              <a:gd name="adj" fmla="val 13934"/>
            </a:avLst>
          </a:prstGeom>
          <a:solidFill xmlns:a="http://schemas.openxmlformats.org/drawingml/2006/main">
            <a:srgbClr val="14295B"/>
          </a:solidFill>
        </p:spPr>
      </p:sp>
      <p:sp>
        <p:nvSpPr>
          <p:cNvPr id="7" name="Text 4">
            <a:extLst xmlns:a="http://schemas.openxmlformats.org/drawingml/2006/main">
              <a:ext uri="{FF2B5EF4-FFF2-40B4-BE49-F238E27FC236}">
                <a16:creationId xmlns:a16="http://schemas.microsoft.com/office/drawing/2014/main" id="{1807329E-8136-40B0-814D-39C7736DD52E}"/>
              </a:ext>
            </a:extLst>
          </p:cNvPr>
          <p:cNvSpPr>
            <a:spLocks xmlns:a="http://schemas.openxmlformats.org/drawingml/2006/main" noGrp="1"/>
          </p:cNvSpPr>
          <p:nvPr/>
        </p:nvSpPr>
        <p:spPr>
          <a:xfrm xmlns:a="http://schemas.openxmlformats.org/drawingml/2006/main">
            <a:off x="1066800" y="4524524"/>
            <a:ext cx="10360152" cy="2387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b="1" spc="100">
                <a:solidFill>
                  <a:srgbClr val="9FB6DA"/>
                </a:solidFill>
                <a:latin typeface="Poppins"/>
                <a:ea typeface="Poppins"/>
                <a:cs typeface="Poppins"/>
              </a:rPr>
              <a:t>WHY SO LITTLE</a:t>
            </a:r>
            <a:endParaRPr sz="1200"/>
          </a:p>
        </p:txBody>
      </p:sp>
      <p:sp>
        <p:nvSpPr>
          <p:cNvPr id="8" name="Text 5">
            <a:extLst xmlns:a="http://schemas.openxmlformats.org/drawingml/2006/main">
              <a:ext uri="{FF2B5EF4-FFF2-40B4-BE49-F238E27FC236}">
                <a16:creationId xmlns:a16="http://schemas.microsoft.com/office/drawing/2014/main" id="{AB4FF815-0AEA-4A3C-8FF6-AE22119F0874}"/>
              </a:ext>
            </a:extLst>
          </p:cNvPr>
          <p:cNvSpPr>
            <a:spLocks xmlns:a="http://schemas.openxmlformats.org/drawingml/2006/main" noGrp="1"/>
          </p:cNvSpPr>
          <p:nvPr/>
        </p:nvSpPr>
        <p:spPr>
          <a:xfrm xmlns:a="http://schemas.openxmlformats.org/drawingml/2006/main">
            <a:off x="1066800" y="4788644"/>
            <a:ext cx="10360152" cy="53975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025"/>
              </a:lnSpc>
              <a:buNone/>
            </a:pPr>
            <a:r>
              <a:rPr sz="1500">
                <a:solidFill>
                  <a:srgbClr val="FFFFFF"/>
                </a:solidFill>
                <a:latin typeface="Poppins"/>
                <a:ea typeface="Poppins"/>
                <a:cs typeface="Poppins"/>
              </a:rPr>
              <a:t>Current taxi counts carry most forecasting skill in the tested models. Weather gains remain below the materiality rule at cell scale.</a:t>
            </a:r>
            <a:endParaRPr sz="1500"/>
          </a:p>
        </p:txBody>
      </p:sp>
      <p:sp>
        <p:nvSpPr>
          <p:cNvPr id="9" name="Text 6">
            <a:extLst xmlns:a="http://schemas.openxmlformats.org/drawingml/2006/main">
              <a:ext uri="{FF2B5EF4-FFF2-40B4-BE49-F238E27FC236}">
                <a16:creationId xmlns:a16="http://schemas.microsoft.com/office/drawing/2014/main" id="{C9393C98-EF0B-4D6C-93FB-F016E2C80372}"/>
              </a:ext>
            </a:extLst>
          </p:cNvPr>
          <p:cNvSpPr>
            <a:spLocks xmlns:a="http://schemas.openxmlformats.org/drawingml/2006/main" noGrp="1"/>
          </p:cNvSpPr>
          <p:nvPr/>
        </p:nvSpPr>
        <p:spPr>
          <a:xfrm xmlns:a="http://schemas.openxmlformats.org/drawingml/2006/main">
            <a:off x="812800" y="6248400"/>
            <a:ext cx="8420576"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Frozen models re-scored once on fresh Oct 2026 data and on 2019 · day-block bootstrap CIs</a:t>
            </a:r>
            <a:endParaRPr sz="1200"/>
          </a:p>
        </p:txBody>
      </p:sp>
      <p:sp>
        <p:nvSpPr>
          <p:cNvPr id="10" name="Text 7">
            <a:extLst xmlns:a="http://schemas.openxmlformats.org/drawingml/2006/main">
              <a:ext uri="{FF2B5EF4-FFF2-40B4-BE49-F238E27FC236}">
                <a16:creationId xmlns:a16="http://schemas.microsoft.com/office/drawing/2014/main" id="{FDC9A2E6-BDFB-49C2-A4DB-879592866125}"/>
              </a:ext>
            </a:extLst>
          </p:cNvPr>
          <p:cNvSpPr>
            <a:spLocks xmlns:a="http://schemas.openxmlformats.org/drawingml/2006/main" noGrp="1"/>
          </p:cNvSpPr>
          <p:nvPr/>
        </p:nvSpPr>
        <p:spPr>
          <a:xfrm xmlns:a="http://schemas.openxmlformats.org/drawingml/2006/main">
            <a:off x="11182846" y="6248400"/>
            <a:ext cx="19635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16</a:t>
            </a:r>
            <a:endParaRPr sz="1200"/>
          </a:p>
        </p:txBody>
      </p:sp>
    </p:spTree>
    <p:extLst>
      <p:ext uri="{BB962C8B-B14F-4D97-AF65-F5344CB8AC3E}">
        <p14:creationId xmlns:p14="http://schemas.microsoft.com/office/powerpoint/2010/main" val="1730764577"/>
      </p:ext>
    </p:extLst>
  </p:cSld>
</p:sld>
</file>

<file path=ppt/slides/slide17.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Q3 · WEATHER GAIN ACROSS HOLDOUTS</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WEATHER GAIN STAYS SMALL OR UNCERTAIN</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PR-AUC gain. October has two onsets and remains descriptive under the registered power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17</a:t>
            </a:r>
            <a:endParaRPr sz="1200"/>
          </a:p>
        </p:txBody>
      </p:sp>
      <p:sp>
        <p:nvSpPr>
          <p:cNvPr id="14" name="">
            <a:extLst xmlns:a="http://schemas.openxmlformats.org/drawingml/2006/main">
              <a:ext uri="{FF2B5EF4-FFF2-40B4-BE49-F238E27FC236}">
                <a16:creationId xmlns:a16="http://schemas.microsoft.com/office/drawing/2014/main" id="{5D3F497D-19F1-40A1-A9BB-BD94D4422B20}"/>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Editable chart path">
            <a:extLst xmlns:a="http://schemas.openxmlformats.org/drawingml/2006/main">
              <a:ext uri="{FF2B5EF4-FFF2-40B4-BE49-F238E27FC236}">
                <a16:creationId xmlns:a16="http://schemas.microsoft.com/office/drawing/2014/main" id="{8244DA9B-3F38-438A-9C51-C852D82E5918}"/>
              </a:ext>
            </a:extLst>
          </p:cNvPr>
          <p:cNvSpPr>
            <a:spLocks xmlns:a="http://schemas.openxmlformats.org/drawingml/2006/main" noGrp="1"/>
          </p:cNvSpPr>
          <p:nvPr/>
        </p:nvSpPr>
        <p:spPr>
          <a:xfrm xmlns:a="http://schemas.openxmlformats.org/drawingml/2006/main">
            <a:off x="957036" y="2028825"/>
            <a:ext cx="10277929" cy="3924300"/>
          </a:xfrm>
          <a:custGeom xmlns:a="http://schemas.openxmlformats.org/drawingml/2006/main">
            <a:pathLst>
              <a:path w="7543800" h="2880360">
                <a:moveTo>
                  <a:pt x="0" y="2880360"/>
                </a:moveTo>
                <a:lnTo>
                  <a:pt x="7543800" y="2880360"/>
                </a:lnTo>
                <a:lnTo>
                  <a:pt x="7543800" y="0"/>
                </a:lnTo>
                <a:lnTo>
                  <a:pt x="0" y="0"/>
                </a:lnTo>
                <a:close/>
              </a:path>
            </a:pathLst>
          </a:custGeom>
          <a:solidFill xmlns:a="http://schemas.openxmlformats.org/drawingml/2006/main">
            <a:srgbClr val="FBFCFE"/>
          </a:solidFill>
          <a:ln xmlns:a="http://schemas.openxmlformats.org/drawingml/2006/main" w="0">
            <a:noFill/>
            <a:prstDash val="solid"/>
          </a:ln>
        </p:spPr>
      </p:sp>
      <p:sp>
        <p:nvSpPr>
          <p:cNvPr id="16" name="Editable chart path">
            <a:extLst xmlns:a="http://schemas.openxmlformats.org/drawingml/2006/main">
              <a:ext uri="{FF2B5EF4-FFF2-40B4-BE49-F238E27FC236}">
                <a16:creationId xmlns:a16="http://schemas.microsoft.com/office/drawing/2014/main" id="{3580C003-9587-4366-87E2-E5B6C45E00E3}"/>
              </a:ext>
            </a:extLst>
          </p:cNvPr>
          <p:cNvSpPr>
            <a:spLocks xmlns:a="http://schemas.openxmlformats.org/drawingml/2006/main" noGrp="1"/>
          </p:cNvSpPr>
          <p:nvPr/>
        </p:nvSpPr>
        <p:spPr>
          <a:xfrm xmlns:a="http://schemas.openxmlformats.org/drawingml/2006/main">
            <a:off x="4143194" y="2617470"/>
            <a:ext cx="6680654" cy="2158365"/>
          </a:xfrm>
          <a:custGeom xmlns:a="http://schemas.openxmlformats.org/drawingml/2006/main">
            <a:pathLst>
              <a:path w="4903470" h="1584198">
                <a:moveTo>
                  <a:pt x="0" y="1584198"/>
                </a:moveTo>
                <a:lnTo>
                  <a:pt x="4903470" y="1584198"/>
                </a:lnTo>
                <a:lnTo>
                  <a:pt x="4903470" y="0"/>
                </a:lnTo>
                <a:lnTo>
                  <a:pt x="0" y="0"/>
                </a:lnTo>
                <a:close/>
              </a:path>
            </a:pathLst>
          </a:custGeom>
          <a:solidFill xmlns:a="http://schemas.openxmlformats.org/drawingml/2006/main">
            <a:srgbClr val="FBFCFE"/>
          </a:solidFill>
          <a:ln xmlns:a="http://schemas.openxmlformats.org/drawingml/2006/main" w="0">
            <a:noFill/>
            <a:prstDash val="solid"/>
          </a:ln>
        </p:spPr>
      </p:sp>
      <p:sp>
        <p:nvSpPr>
          <p:cNvPr id="17" name="">
            <a:extLst xmlns:a="http://schemas.openxmlformats.org/drawingml/2006/main">
              <a:ext uri="{FF2B5EF4-FFF2-40B4-BE49-F238E27FC236}">
                <a16:creationId xmlns:a16="http://schemas.microsoft.com/office/drawing/2014/main" id="{93558A24-23A8-4E20-A2A5-D91260DE89FC}"/>
              </a:ext>
            </a:extLst>
          </p:cNvPr>
          <p:cNvSpPr>
            <a:spLocks xmlns:a="http://schemas.openxmlformats.org/drawingml/2006/main" noGrp="1"/>
          </p:cNvSpPr>
          <p:nvPr/>
        </p:nvSpPr>
        <p:spPr>
          <a:xfrm xmlns:a="http://schemas.openxmlformats.org/drawingml/2006/main" rot="0">
            <a:off x="4369936" y="4905607"/>
            <a:ext cx="133826"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5A6683"/>
                </a:solidFill>
                <a:latin typeface="Poppins"/>
                <a:ea typeface="Poppins"/>
                <a:cs typeface="Poppins"/>
              </a:defRPr>
            </a:defPPr>
            <a:lvl1pPr>
              <a:defRPr sz="1619" b="0">
                <a:solidFill>
                  <a:srgbClr val="5A6683"/>
                </a:solidFill>
                <a:latin typeface="Poppins"/>
                <a:ea typeface="Poppins"/>
                <a:cs typeface="Poppins"/>
              </a:defRPr>
            </a:lvl1pPr>
            <a:lvl2pPr>
              <a:defRPr sz="1619" b="0">
                <a:solidFill>
                  <a:srgbClr val="5A6683"/>
                </a:solidFill>
                <a:latin typeface="Poppins"/>
                <a:ea typeface="Poppins"/>
                <a:cs typeface="Poppins"/>
              </a:defRPr>
            </a:lvl2pPr>
            <a:lvl3pPr>
              <a:defRPr sz="1619" b="0">
                <a:solidFill>
                  <a:srgbClr val="5A6683"/>
                </a:solidFill>
                <a:latin typeface="Poppins"/>
                <a:ea typeface="Poppins"/>
                <a:cs typeface="Poppins"/>
              </a:defRPr>
            </a:lvl3pPr>
            <a:lvl4pPr>
              <a:defRPr sz="1619" b="0">
                <a:solidFill>
                  <a:srgbClr val="5A6683"/>
                </a:solidFill>
                <a:latin typeface="Poppins"/>
                <a:ea typeface="Poppins"/>
                <a:cs typeface="Poppins"/>
              </a:defRPr>
            </a:lvl4pPr>
            <a:lvl5pPr>
              <a:defRPr sz="1619" b="0">
                <a:solidFill>
                  <a:srgbClr val="5A6683"/>
                </a:solidFill>
                <a:latin typeface="Poppins"/>
                <a:ea typeface="Poppins"/>
                <a:cs typeface="Poppins"/>
              </a:defRPr>
            </a:lvl5pPr>
            <a:lvl6pPr>
              <a:defRPr sz="1619" b="0">
                <a:solidFill>
                  <a:srgbClr val="5A6683"/>
                </a:solidFill>
                <a:latin typeface="Poppins"/>
                <a:ea typeface="Poppins"/>
                <a:cs typeface="Poppins"/>
              </a:defRPr>
            </a:lvl6pPr>
            <a:lvl7pPr>
              <a:defRPr sz="1619" b="0">
                <a:solidFill>
                  <a:srgbClr val="5A6683"/>
                </a:solidFill>
                <a:latin typeface="Poppins"/>
                <a:ea typeface="Poppins"/>
                <a:cs typeface="Poppins"/>
              </a:defRPr>
            </a:lvl7pPr>
            <a:lvl8pPr>
              <a:defRPr sz="1619" b="0">
                <a:solidFill>
                  <a:srgbClr val="5A6683"/>
                </a:solidFill>
                <a:latin typeface="Poppins"/>
                <a:ea typeface="Poppins"/>
                <a:cs typeface="Poppins"/>
              </a:defRPr>
            </a:lvl8pPr>
            <a:lvl9pPr>
              <a:defRPr sz="1619" b="0">
                <a:solidFill>
                  <a:srgbClr val="5A6683"/>
                </a:solidFill>
                <a:latin typeface="Poppins"/>
                <a:ea typeface="Poppins"/>
                <a:cs typeface="Poppins"/>
              </a:defRPr>
            </a:lvl9pPr>
          </a:lstStyle>
          <a:p xmlns:a="http://schemas.openxmlformats.org/drawingml/2006/main">
            <a:pPr>
              <a:defRPr sz="1619" b="0">
                <a:solidFill>
                  <a:srgbClr val="5A6683"/>
                </a:solidFill>
                <a:latin typeface="Poppins"/>
                <a:ea typeface="Poppins"/>
                <a:cs typeface="Poppins"/>
              </a:defRPr>
            </a:pPr>
            <a:r>
              <a:rPr sz="1619" b="0">
                <a:solidFill>
                  <a:srgbClr val="5A6683"/>
                </a:solidFill>
                <a:latin typeface="Poppins"/>
                <a:ea typeface="Poppins"/>
                <a:cs typeface="Poppins"/>
              </a:rPr>
              <a:t>0</a:t>
            </a:r>
          </a:p>
        </p:txBody>
      </p:sp>
      <p:sp>
        <p:nvSpPr>
          <p:cNvPr id="18" name="">
            <a:extLst xmlns:a="http://schemas.openxmlformats.org/drawingml/2006/main">
              <a:ext uri="{FF2B5EF4-FFF2-40B4-BE49-F238E27FC236}">
                <a16:creationId xmlns:a16="http://schemas.microsoft.com/office/drawing/2014/main" id="{A379B339-80C5-4B57-81A6-E0A53560B1BE}"/>
              </a:ext>
            </a:extLst>
          </p:cNvPr>
          <p:cNvSpPr>
            <a:spLocks xmlns:a="http://schemas.openxmlformats.org/drawingml/2006/main" noGrp="1"/>
          </p:cNvSpPr>
          <p:nvPr/>
        </p:nvSpPr>
        <p:spPr>
          <a:xfrm xmlns:a="http://schemas.openxmlformats.org/drawingml/2006/main" rot="0">
            <a:off x="5757534" y="4905607"/>
            <a:ext cx="295180"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5A6683"/>
                </a:solidFill>
                <a:latin typeface="Poppins"/>
                <a:ea typeface="Poppins"/>
                <a:cs typeface="Poppins"/>
              </a:defRPr>
            </a:defPPr>
            <a:lvl1pPr>
              <a:defRPr sz="1619" b="0">
                <a:solidFill>
                  <a:srgbClr val="5A6683"/>
                </a:solidFill>
                <a:latin typeface="Poppins"/>
                <a:ea typeface="Poppins"/>
                <a:cs typeface="Poppins"/>
              </a:defRPr>
            </a:lvl1pPr>
            <a:lvl2pPr>
              <a:defRPr sz="1619" b="0">
                <a:solidFill>
                  <a:srgbClr val="5A6683"/>
                </a:solidFill>
                <a:latin typeface="Poppins"/>
                <a:ea typeface="Poppins"/>
                <a:cs typeface="Poppins"/>
              </a:defRPr>
            </a:lvl2pPr>
            <a:lvl3pPr>
              <a:defRPr sz="1619" b="0">
                <a:solidFill>
                  <a:srgbClr val="5A6683"/>
                </a:solidFill>
                <a:latin typeface="Poppins"/>
                <a:ea typeface="Poppins"/>
                <a:cs typeface="Poppins"/>
              </a:defRPr>
            </a:lvl3pPr>
            <a:lvl4pPr>
              <a:defRPr sz="1619" b="0">
                <a:solidFill>
                  <a:srgbClr val="5A6683"/>
                </a:solidFill>
                <a:latin typeface="Poppins"/>
                <a:ea typeface="Poppins"/>
                <a:cs typeface="Poppins"/>
              </a:defRPr>
            </a:lvl4pPr>
            <a:lvl5pPr>
              <a:defRPr sz="1619" b="0">
                <a:solidFill>
                  <a:srgbClr val="5A6683"/>
                </a:solidFill>
                <a:latin typeface="Poppins"/>
                <a:ea typeface="Poppins"/>
                <a:cs typeface="Poppins"/>
              </a:defRPr>
            </a:lvl5pPr>
            <a:lvl6pPr>
              <a:defRPr sz="1619" b="0">
                <a:solidFill>
                  <a:srgbClr val="5A6683"/>
                </a:solidFill>
                <a:latin typeface="Poppins"/>
                <a:ea typeface="Poppins"/>
                <a:cs typeface="Poppins"/>
              </a:defRPr>
            </a:lvl6pPr>
            <a:lvl7pPr>
              <a:defRPr sz="1619" b="0">
                <a:solidFill>
                  <a:srgbClr val="5A6683"/>
                </a:solidFill>
                <a:latin typeface="Poppins"/>
                <a:ea typeface="Poppins"/>
                <a:cs typeface="Poppins"/>
              </a:defRPr>
            </a:lvl7pPr>
            <a:lvl8pPr>
              <a:defRPr sz="1619" b="0">
                <a:solidFill>
                  <a:srgbClr val="5A6683"/>
                </a:solidFill>
                <a:latin typeface="Poppins"/>
                <a:ea typeface="Poppins"/>
                <a:cs typeface="Poppins"/>
              </a:defRPr>
            </a:lvl8pPr>
            <a:lvl9pPr>
              <a:defRPr sz="1619" b="0">
                <a:solidFill>
                  <a:srgbClr val="5A6683"/>
                </a:solidFill>
                <a:latin typeface="Poppins"/>
                <a:ea typeface="Poppins"/>
                <a:cs typeface="Poppins"/>
              </a:defRPr>
            </a:lvl9pPr>
          </a:lstStyle>
          <a:p xmlns:a="http://schemas.openxmlformats.org/drawingml/2006/main">
            <a:pPr>
              <a:defRPr sz="1619" b="0">
                <a:solidFill>
                  <a:srgbClr val="5A6683"/>
                </a:solidFill>
                <a:latin typeface="Poppins"/>
                <a:ea typeface="Poppins"/>
                <a:cs typeface="Poppins"/>
              </a:defRPr>
            </a:pPr>
            <a:r>
              <a:rPr sz="1619" b="0">
                <a:solidFill>
                  <a:srgbClr val="5A6683"/>
                </a:solidFill>
                <a:latin typeface="Poppins"/>
                <a:ea typeface="Poppins"/>
                <a:cs typeface="Poppins"/>
              </a:rPr>
              <a:t>.02</a:t>
            </a:r>
          </a:p>
        </p:txBody>
      </p:sp>
      <p:sp>
        <p:nvSpPr>
          <p:cNvPr id="19" name="">
            <a:extLst xmlns:a="http://schemas.openxmlformats.org/drawingml/2006/main">
              <a:ext uri="{FF2B5EF4-FFF2-40B4-BE49-F238E27FC236}">
                <a16:creationId xmlns:a16="http://schemas.microsoft.com/office/drawing/2014/main" id="{4EB2BEE8-83CD-4D4D-869F-57C311F975F4}"/>
              </a:ext>
            </a:extLst>
          </p:cNvPr>
          <p:cNvSpPr>
            <a:spLocks xmlns:a="http://schemas.openxmlformats.org/drawingml/2006/main" noGrp="1"/>
          </p:cNvSpPr>
          <p:nvPr/>
        </p:nvSpPr>
        <p:spPr>
          <a:xfrm xmlns:a="http://schemas.openxmlformats.org/drawingml/2006/main" rot="0">
            <a:off x="7220238" y="4905607"/>
            <a:ext cx="306324"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5A6683"/>
                </a:solidFill>
                <a:latin typeface="Poppins"/>
                <a:ea typeface="Poppins"/>
                <a:cs typeface="Poppins"/>
              </a:defRPr>
            </a:defPPr>
            <a:lvl1pPr>
              <a:defRPr sz="1619" b="0">
                <a:solidFill>
                  <a:srgbClr val="5A6683"/>
                </a:solidFill>
                <a:latin typeface="Poppins"/>
                <a:ea typeface="Poppins"/>
                <a:cs typeface="Poppins"/>
              </a:defRPr>
            </a:lvl1pPr>
            <a:lvl2pPr>
              <a:defRPr sz="1619" b="0">
                <a:solidFill>
                  <a:srgbClr val="5A6683"/>
                </a:solidFill>
                <a:latin typeface="Poppins"/>
                <a:ea typeface="Poppins"/>
                <a:cs typeface="Poppins"/>
              </a:defRPr>
            </a:lvl2pPr>
            <a:lvl3pPr>
              <a:defRPr sz="1619" b="0">
                <a:solidFill>
                  <a:srgbClr val="5A6683"/>
                </a:solidFill>
                <a:latin typeface="Poppins"/>
                <a:ea typeface="Poppins"/>
                <a:cs typeface="Poppins"/>
              </a:defRPr>
            </a:lvl3pPr>
            <a:lvl4pPr>
              <a:defRPr sz="1619" b="0">
                <a:solidFill>
                  <a:srgbClr val="5A6683"/>
                </a:solidFill>
                <a:latin typeface="Poppins"/>
                <a:ea typeface="Poppins"/>
                <a:cs typeface="Poppins"/>
              </a:defRPr>
            </a:lvl4pPr>
            <a:lvl5pPr>
              <a:defRPr sz="1619" b="0">
                <a:solidFill>
                  <a:srgbClr val="5A6683"/>
                </a:solidFill>
                <a:latin typeface="Poppins"/>
                <a:ea typeface="Poppins"/>
                <a:cs typeface="Poppins"/>
              </a:defRPr>
            </a:lvl5pPr>
            <a:lvl6pPr>
              <a:defRPr sz="1619" b="0">
                <a:solidFill>
                  <a:srgbClr val="5A6683"/>
                </a:solidFill>
                <a:latin typeface="Poppins"/>
                <a:ea typeface="Poppins"/>
                <a:cs typeface="Poppins"/>
              </a:defRPr>
            </a:lvl6pPr>
            <a:lvl7pPr>
              <a:defRPr sz="1619" b="0">
                <a:solidFill>
                  <a:srgbClr val="5A6683"/>
                </a:solidFill>
                <a:latin typeface="Poppins"/>
                <a:ea typeface="Poppins"/>
                <a:cs typeface="Poppins"/>
              </a:defRPr>
            </a:lvl7pPr>
            <a:lvl8pPr>
              <a:defRPr sz="1619" b="0">
                <a:solidFill>
                  <a:srgbClr val="5A6683"/>
                </a:solidFill>
                <a:latin typeface="Poppins"/>
                <a:ea typeface="Poppins"/>
                <a:cs typeface="Poppins"/>
              </a:defRPr>
            </a:lvl8pPr>
            <a:lvl9pPr>
              <a:defRPr sz="1619" b="0">
                <a:solidFill>
                  <a:srgbClr val="5A6683"/>
                </a:solidFill>
                <a:latin typeface="Poppins"/>
                <a:ea typeface="Poppins"/>
                <a:cs typeface="Poppins"/>
              </a:defRPr>
            </a:lvl9pPr>
          </a:lstStyle>
          <a:p xmlns:a="http://schemas.openxmlformats.org/drawingml/2006/main">
            <a:pPr>
              <a:defRPr sz="1619" b="0">
                <a:solidFill>
                  <a:srgbClr val="5A6683"/>
                </a:solidFill>
                <a:latin typeface="Poppins"/>
                <a:ea typeface="Poppins"/>
                <a:cs typeface="Poppins"/>
              </a:defRPr>
            </a:pPr>
            <a:r>
              <a:rPr sz="1619" b="0">
                <a:solidFill>
                  <a:srgbClr val="5A6683"/>
                </a:solidFill>
                <a:latin typeface="Poppins"/>
                <a:ea typeface="Poppins"/>
                <a:cs typeface="Poppins"/>
              </a:rPr>
              <a:t>.04</a:t>
            </a:r>
          </a:p>
        </p:txBody>
      </p:sp>
      <p:sp>
        <p:nvSpPr>
          <p:cNvPr id="20" name="">
            <a:extLst xmlns:a="http://schemas.openxmlformats.org/drawingml/2006/main">
              <a:ext uri="{FF2B5EF4-FFF2-40B4-BE49-F238E27FC236}">
                <a16:creationId xmlns:a16="http://schemas.microsoft.com/office/drawing/2014/main" id="{922C70BC-27FE-448B-9B62-D2AB40132833}"/>
              </a:ext>
            </a:extLst>
          </p:cNvPr>
          <p:cNvSpPr>
            <a:spLocks xmlns:a="http://schemas.openxmlformats.org/drawingml/2006/main" noGrp="1"/>
          </p:cNvSpPr>
          <p:nvPr/>
        </p:nvSpPr>
        <p:spPr>
          <a:xfrm xmlns:a="http://schemas.openxmlformats.org/drawingml/2006/main" rot="0">
            <a:off x="8687942" y="4905607"/>
            <a:ext cx="307467"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5A6683"/>
                </a:solidFill>
                <a:latin typeface="Poppins"/>
                <a:ea typeface="Poppins"/>
                <a:cs typeface="Poppins"/>
              </a:defRPr>
            </a:defPPr>
            <a:lvl1pPr>
              <a:defRPr sz="1619" b="0">
                <a:solidFill>
                  <a:srgbClr val="5A6683"/>
                </a:solidFill>
                <a:latin typeface="Poppins"/>
                <a:ea typeface="Poppins"/>
                <a:cs typeface="Poppins"/>
              </a:defRPr>
            </a:lvl1pPr>
            <a:lvl2pPr>
              <a:defRPr sz="1619" b="0">
                <a:solidFill>
                  <a:srgbClr val="5A6683"/>
                </a:solidFill>
                <a:latin typeface="Poppins"/>
                <a:ea typeface="Poppins"/>
                <a:cs typeface="Poppins"/>
              </a:defRPr>
            </a:lvl2pPr>
            <a:lvl3pPr>
              <a:defRPr sz="1619" b="0">
                <a:solidFill>
                  <a:srgbClr val="5A6683"/>
                </a:solidFill>
                <a:latin typeface="Poppins"/>
                <a:ea typeface="Poppins"/>
                <a:cs typeface="Poppins"/>
              </a:defRPr>
            </a:lvl3pPr>
            <a:lvl4pPr>
              <a:defRPr sz="1619" b="0">
                <a:solidFill>
                  <a:srgbClr val="5A6683"/>
                </a:solidFill>
                <a:latin typeface="Poppins"/>
                <a:ea typeface="Poppins"/>
                <a:cs typeface="Poppins"/>
              </a:defRPr>
            </a:lvl4pPr>
            <a:lvl5pPr>
              <a:defRPr sz="1619" b="0">
                <a:solidFill>
                  <a:srgbClr val="5A6683"/>
                </a:solidFill>
                <a:latin typeface="Poppins"/>
                <a:ea typeface="Poppins"/>
                <a:cs typeface="Poppins"/>
              </a:defRPr>
            </a:lvl5pPr>
            <a:lvl6pPr>
              <a:defRPr sz="1619" b="0">
                <a:solidFill>
                  <a:srgbClr val="5A6683"/>
                </a:solidFill>
                <a:latin typeface="Poppins"/>
                <a:ea typeface="Poppins"/>
                <a:cs typeface="Poppins"/>
              </a:defRPr>
            </a:lvl6pPr>
            <a:lvl7pPr>
              <a:defRPr sz="1619" b="0">
                <a:solidFill>
                  <a:srgbClr val="5A6683"/>
                </a:solidFill>
                <a:latin typeface="Poppins"/>
                <a:ea typeface="Poppins"/>
                <a:cs typeface="Poppins"/>
              </a:defRPr>
            </a:lvl7pPr>
            <a:lvl8pPr>
              <a:defRPr sz="1619" b="0">
                <a:solidFill>
                  <a:srgbClr val="5A6683"/>
                </a:solidFill>
                <a:latin typeface="Poppins"/>
                <a:ea typeface="Poppins"/>
                <a:cs typeface="Poppins"/>
              </a:defRPr>
            </a:lvl8pPr>
            <a:lvl9pPr>
              <a:defRPr sz="1619" b="0">
                <a:solidFill>
                  <a:srgbClr val="5A6683"/>
                </a:solidFill>
                <a:latin typeface="Poppins"/>
                <a:ea typeface="Poppins"/>
                <a:cs typeface="Poppins"/>
              </a:defRPr>
            </a:lvl9pPr>
          </a:lstStyle>
          <a:p xmlns:a="http://schemas.openxmlformats.org/drawingml/2006/main">
            <a:pPr>
              <a:defRPr sz="1619" b="0">
                <a:solidFill>
                  <a:srgbClr val="5A6683"/>
                </a:solidFill>
                <a:latin typeface="Poppins"/>
                <a:ea typeface="Poppins"/>
                <a:cs typeface="Poppins"/>
              </a:defRPr>
            </a:pPr>
            <a:r>
              <a:rPr sz="1619" b="0">
                <a:solidFill>
                  <a:srgbClr val="5A6683"/>
                </a:solidFill>
                <a:latin typeface="Poppins"/>
                <a:ea typeface="Poppins"/>
                <a:cs typeface="Poppins"/>
              </a:rPr>
              <a:t>.06</a:t>
            </a:r>
          </a:p>
        </p:txBody>
      </p:sp>
      <p:sp>
        <p:nvSpPr>
          <p:cNvPr id="21" name="">
            <a:extLst xmlns:a="http://schemas.openxmlformats.org/drawingml/2006/main">
              <a:ext uri="{FF2B5EF4-FFF2-40B4-BE49-F238E27FC236}">
                <a16:creationId xmlns:a16="http://schemas.microsoft.com/office/drawing/2014/main" id="{57BD0B2C-378B-4838-81AD-CC3E279B74C5}"/>
              </a:ext>
            </a:extLst>
          </p:cNvPr>
          <p:cNvSpPr>
            <a:spLocks xmlns:a="http://schemas.openxmlformats.org/drawingml/2006/main" noGrp="1"/>
          </p:cNvSpPr>
          <p:nvPr/>
        </p:nvSpPr>
        <p:spPr>
          <a:xfrm xmlns:a="http://schemas.openxmlformats.org/drawingml/2006/main" rot="0">
            <a:off x="10156598" y="4905607"/>
            <a:ext cx="306705"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5A6683"/>
                </a:solidFill>
                <a:latin typeface="Poppins"/>
                <a:ea typeface="Poppins"/>
                <a:cs typeface="Poppins"/>
              </a:defRPr>
            </a:defPPr>
            <a:lvl1pPr>
              <a:defRPr sz="1619" b="0">
                <a:solidFill>
                  <a:srgbClr val="5A6683"/>
                </a:solidFill>
                <a:latin typeface="Poppins"/>
                <a:ea typeface="Poppins"/>
                <a:cs typeface="Poppins"/>
              </a:defRPr>
            </a:lvl1pPr>
            <a:lvl2pPr>
              <a:defRPr sz="1619" b="0">
                <a:solidFill>
                  <a:srgbClr val="5A6683"/>
                </a:solidFill>
                <a:latin typeface="Poppins"/>
                <a:ea typeface="Poppins"/>
                <a:cs typeface="Poppins"/>
              </a:defRPr>
            </a:lvl2pPr>
            <a:lvl3pPr>
              <a:defRPr sz="1619" b="0">
                <a:solidFill>
                  <a:srgbClr val="5A6683"/>
                </a:solidFill>
                <a:latin typeface="Poppins"/>
                <a:ea typeface="Poppins"/>
                <a:cs typeface="Poppins"/>
              </a:defRPr>
            </a:lvl3pPr>
            <a:lvl4pPr>
              <a:defRPr sz="1619" b="0">
                <a:solidFill>
                  <a:srgbClr val="5A6683"/>
                </a:solidFill>
                <a:latin typeface="Poppins"/>
                <a:ea typeface="Poppins"/>
                <a:cs typeface="Poppins"/>
              </a:defRPr>
            </a:lvl4pPr>
            <a:lvl5pPr>
              <a:defRPr sz="1619" b="0">
                <a:solidFill>
                  <a:srgbClr val="5A6683"/>
                </a:solidFill>
                <a:latin typeface="Poppins"/>
                <a:ea typeface="Poppins"/>
                <a:cs typeface="Poppins"/>
              </a:defRPr>
            </a:lvl5pPr>
            <a:lvl6pPr>
              <a:defRPr sz="1619" b="0">
                <a:solidFill>
                  <a:srgbClr val="5A6683"/>
                </a:solidFill>
                <a:latin typeface="Poppins"/>
                <a:ea typeface="Poppins"/>
                <a:cs typeface="Poppins"/>
              </a:defRPr>
            </a:lvl6pPr>
            <a:lvl7pPr>
              <a:defRPr sz="1619" b="0">
                <a:solidFill>
                  <a:srgbClr val="5A6683"/>
                </a:solidFill>
                <a:latin typeface="Poppins"/>
                <a:ea typeface="Poppins"/>
                <a:cs typeface="Poppins"/>
              </a:defRPr>
            </a:lvl7pPr>
            <a:lvl8pPr>
              <a:defRPr sz="1619" b="0">
                <a:solidFill>
                  <a:srgbClr val="5A6683"/>
                </a:solidFill>
                <a:latin typeface="Poppins"/>
                <a:ea typeface="Poppins"/>
                <a:cs typeface="Poppins"/>
              </a:defRPr>
            </a:lvl8pPr>
            <a:lvl9pPr>
              <a:defRPr sz="1619" b="0">
                <a:solidFill>
                  <a:srgbClr val="5A6683"/>
                </a:solidFill>
                <a:latin typeface="Poppins"/>
                <a:ea typeface="Poppins"/>
                <a:cs typeface="Poppins"/>
              </a:defRPr>
            </a:lvl9pPr>
          </a:lstStyle>
          <a:p xmlns:a="http://schemas.openxmlformats.org/drawingml/2006/main">
            <a:pPr>
              <a:defRPr sz="1619" b="0">
                <a:solidFill>
                  <a:srgbClr val="5A6683"/>
                </a:solidFill>
                <a:latin typeface="Poppins"/>
                <a:ea typeface="Poppins"/>
                <a:cs typeface="Poppins"/>
              </a:defRPr>
            </a:pPr>
            <a:r>
              <a:rPr sz="1619" b="0">
                <a:solidFill>
                  <a:srgbClr val="5A6683"/>
                </a:solidFill>
                <a:latin typeface="Poppins"/>
                <a:ea typeface="Poppins"/>
                <a:cs typeface="Poppins"/>
              </a:rPr>
              <a:t>.08</a:t>
            </a:r>
          </a:p>
        </p:txBody>
      </p:sp>
      <p:sp>
        <p:nvSpPr>
          <p:cNvPr id="22" name="">
            <a:extLst xmlns:a="http://schemas.openxmlformats.org/drawingml/2006/main">
              <a:ext uri="{FF2B5EF4-FFF2-40B4-BE49-F238E27FC236}">
                <a16:creationId xmlns:a16="http://schemas.microsoft.com/office/drawing/2014/main" id="{8CC2F75C-DC2A-484F-8EBE-7B697239E285}"/>
              </a:ext>
            </a:extLst>
          </p:cNvPr>
          <p:cNvSpPr>
            <a:spLocks xmlns:a="http://schemas.openxmlformats.org/drawingml/2006/main" noGrp="1"/>
          </p:cNvSpPr>
          <p:nvPr/>
        </p:nvSpPr>
        <p:spPr>
          <a:xfrm xmlns:a="http://schemas.openxmlformats.org/drawingml/2006/main" rot="0">
            <a:off x="6242508" y="5245298"/>
            <a:ext cx="2482024"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14203A"/>
                </a:solidFill>
                <a:latin typeface="Poppins"/>
                <a:ea typeface="Poppins"/>
                <a:cs typeface="Poppins"/>
              </a:defRPr>
            </a:defPPr>
            <a:lvl1pPr>
              <a:defRPr sz="1619" b="0">
                <a:solidFill>
                  <a:srgbClr val="14203A"/>
                </a:solidFill>
                <a:latin typeface="Poppins"/>
                <a:ea typeface="Poppins"/>
                <a:cs typeface="Poppins"/>
              </a:defRPr>
            </a:lvl1pPr>
            <a:lvl2pPr>
              <a:defRPr sz="1619" b="0">
                <a:solidFill>
                  <a:srgbClr val="14203A"/>
                </a:solidFill>
                <a:latin typeface="Poppins"/>
                <a:ea typeface="Poppins"/>
                <a:cs typeface="Poppins"/>
              </a:defRPr>
            </a:lvl2pPr>
            <a:lvl3pPr>
              <a:defRPr sz="1619" b="0">
                <a:solidFill>
                  <a:srgbClr val="14203A"/>
                </a:solidFill>
                <a:latin typeface="Poppins"/>
                <a:ea typeface="Poppins"/>
                <a:cs typeface="Poppins"/>
              </a:defRPr>
            </a:lvl3pPr>
            <a:lvl4pPr>
              <a:defRPr sz="1619" b="0">
                <a:solidFill>
                  <a:srgbClr val="14203A"/>
                </a:solidFill>
                <a:latin typeface="Poppins"/>
                <a:ea typeface="Poppins"/>
                <a:cs typeface="Poppins"/>
              </a:defRPr>
            </a:lvl4pPr>
            <a:lvl5pPr>
              <a:defRPr sz="1619" b="0">
                <a:solidFill>
                  <a:srgbClr val="14203A"/>
                </a:solidFill>
                <a:latin typeface="Poppins"/>
                <a:ea typeface="Poppins"/>
                <a:cs typeface="Poppins"/>
              </a:defRPr>
            </a:lvl5pPr>
            <a:lvl6pPr>
              <a:defRPr sz="1619" b="0">
                <a:solidFill>
                  <a:srgbClr val="14203A"/>
                </a:solidFill>
                <a:latin typeface="Poppins"/>
                <a:ea typeface="Poppins"/>
                <a:cs typeface="Poppins"/>
              </a:defRPr>
            </a:lvl6pPr>
            <a:lvl7pPr>
              <a:defRPr sz="1619" b="0">
                <a:solidFill>
                  <a:srgbClr val="14203A"/>
                </a:solidFill>
                <a:latin typeface="Poppins"/>
                <a:ea typeface="Poppins"/>
                <a:cs typeface="Poppins"/>
              </a:defRPr>
            </a:lvl7pPr>
            <a:lvl8pPr>
              <a:defRPr sz="1619" b="0">
                <a:solidFill>
                  <a:srgbClr val="14203A"/>
                </a:solidFill>
                <a:latin typeface="Poppins"/>
                <a:ea typeface="Poppins"/>
                <a:cs typeface="Poppins"/>
              </a:defRPr>
            </a:lvl8pPr>
            <a:lvl9pPr>
              <a:defRPr sz="1619" b="0">
                <a:solidFill>
                  <a:srgbClr val="14203A"/>
                </a:solidFill>
                <a:latin typeface="Poppins"/>
                <a:ea typeface="Poppins"/>
                <a:cs typeface="Poppins"/>
              </a:defRPr>
            </a:lvl9pPr>
          </a:lstStyle>
          <a:p xmlns:a="http://schemas.openxmlformats.org/drawingml/2006/main">
            <a:pPr>
              <a:defRPr sz="1619" b="0">
                <a:solidFill>
                  <a:srgbClr val="14203A"/>
                </a:solidFill>
                <a:latin typeface="Poppins"/>
                <a:ea typeface="Poppins"/>
                <a:cs typeface="Poppins"/>
              </a:defRPr>
            </a:pPr>
            <a:r>
              <a:rPr sz="1619" b="0">
                <a:solidFill>
                  <a:srgbClr val="14203A"/>
                </a:solidFill>
                <a:latin typeface="Poppins"/>
                <a:ea typeface="Poppins"/>
                <a:cs typeface="Poppins"/>
              </a:rPr>
              <a:t>Weather gain in PR-AUC</a:t>
            </a:r>
          </a:p>
        </p:txBody>
      </p:sp>
      <p:sp>
        <p:nvSpPr>
          <p:cNvPr id="23" name="">
            <a:extLst xmlns:a="http://schemas.openxmlformats.org/drawingml/2006/main">
              <a:ext uri="{FF2B5EF4-FFF2-40B4-BE49-F238E27FC236}">
                <a16:creationId xmlns:a16="http://schemas.microsoft.com/office/drawing/2014/main" id="{4E676A0E-0DD2-401A-91DC-A7A39FE0CCD7}"/>
              </a:ext>
            </a:extLst>
          </p:cNvPr>
          <p:cNvSpPr>
            <a:spLocks xmlns:a="http://schemas.openxmlformats.org/drawingml/2006/main" noGrp="1"/>
          </p:cNvSpPr>
          <p:nvPr/>
        </p:nvSpPr>
        <p:spPr>
          <a:xfrm xmlns:a="http://schemas.openxmlformats.org/drawingml/2006/main" rot="0">
            <a:off x="2113661" y="2934684"/>
            <a:ext cx="1899761"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5A6683"/>
                </a:solidFill>
                <a:latin typeface="Poppins"/>
                <a:ea typeface="Poppins"/>
                <a:cs typeface="Poppins"/>
              </a:defRPr>
            </a:defPPr>
            <a:lvl1pPr>
              <a:defRPr sz="1619" b="0">
                <a:solidFill>
                  <a:srgbClr val="5A6683"/>
                </a:solidFill>
                <a:latin typeface="Poppins"/>
                <a:ea typeface="Poppins"/>
                <a:cs typeface="Poppins"/>
              </a:defRPr>
            </a:lvl1pPr>
            <a:lvl2pPr>
              <a:defRPr sz="1619" b="0">
                <a:solidFill>
                  <a:srgbClr val="5A6683"/>
                </a:solidFill>
                <a:latin typeface="Poppins"/>
                <a:ea typeface="Poppins"/>
                <a:cs typeface="Poppins"/>
              </a:defRPr>
            </a:lvl2pPr>
            <a:lvl3pPr>
              <a:defRPr sz="1619" b="0">
                <a:solidFill>
                  <a:srgbClr val="5A6683"/>
                </a:solidFill>
                <a:latin typeface="Poppins"/>
                <a:ea typeface="Poppins"/>
                <a:cs typeface="Poppins"/>
              </a:defRPr>
            </a:lvl3pPr>
            <a:lvl4pPr>
              <a:defRPr sz="1619" b="0">
                <a:solidFill>
                  <a:srgbClr val="5A6683"/>
                </a:solidFill>
                <a:latin typeface="Poppins"/>
                <a:ea typeface="Poppins"/>
                <a:cs typeface="Poppins"/>
              </a:defRPr>
            </a:lvl4pPr>
            <a:lvl5pPr>
              <a:defRPr sz="1619" b="0">
                <a:solidFill>
                  <a:srgbClr val="5A6683"/>
                </a:solidFill>
                <a:latin typeface="Poppins"/>
                <a:ea typeface="Poppins"/>
                <a:cs typeface="Poppins"/>
              </a:defRPr>
            </a:lvl5pPr>
            <a:lvl6pPr>
              <a:defRPr sz="1619" b="0">
                <a:solidFill>
                  <a:srgbClr val="5A6683"/>
                </a:solidFill>
                <a:latin typeface="Poppins"/>
                <a:ea typeface="Poppins"/>
                <a:cs typeface="Poppins"/>
              </a:defRPr>
            </a:lvl6pPr>
            <a:lvl7pPr>
              <a:defRPr sz="1619" b="0">
                <a:solidFill>
                  <a:srgbClr val="5A6683"/>
                </a:solidFill>
                <a:latin typeface="Poppins"/>
                <a:ea typeface="Poppins"/>
                <a:cs typeface="Poppins"/>
              </a:defRPr>
            </a:lvl7pPr>
            <a:lvl8pPr>
              <a:defRPr sz="1619" b="0">
                <a:solidFill>
                  <a:srgbClr val="5A6683"/>
                </a:solidFill>
                <a:latin typeface="Poppins"/>
                <a:ea typeface="Poppins"/>
                <a:cs typeface="Poppins"/>
              </a:defRPr>
            </a:lvl8pPr>
            <a:lvl9pPr>
              <a:defRPr sz="1619" b="0">
                <a:solidFill>
                  <a:srgbClr val="5A6683"/>
                </a:solidFill>
                <a:latin typeface="Poppins"/>
                <a:ea typeface="Poppins"/>
                <a:cs typeface="Poppins"/>
              </a:defRPr>
            </a:lvl9pPr>
          </a:lstStyle>
          <a:p xmlns:a="http://schemas.openxmlformats.org/drawingml/2006/main">
            <a:pPr>
              <a:defRPr sz="1619" b="0">
                <a:solidFill>
                  <a:srgbClr val="5A6683"/>
                </a:solidFill>
                <a:latin typeface="Poppins"/>
                <a:ea typeface="Poppins"/>
                <a:cs typeface="Poppins"/>
              </a:defRPr>
            </a:pPr>
            <a:r>
              <a:rPr sz="1619" b="0">
                <a:solidFill>
                  <a:srgbClr val="5A6683"/>
                </a:solidFill>
                <a:latin typeface="Poppins"/>
                <a:ea typeface="Poppins"/>
                <a:cs typeface="Poppins"/>
              </a:rPr>
              <a:t>1 km test year max</a:t>
            </a:r>
          </a:p>
        </p:txBody>
      </p:sp>
      <p:sp>
        <p:nvSpPr>
          <p:cNvPr id="24" name="">
            <a:extLst xmlns:a="http://schemas.openxmlformats.org/drawingml/2006/main">
              <a:ext uri="{FF2B5EF4-FFF2-40B4-BE49-F238E27FC236}">
                <a16:creationId xmlns:a16="http://schemas.microsoft.com/office/drawing/2014/main" id="{59908AD2-3E8A-42D5-AEA7-481DA830109D}"/>
              </a:ext>
            </a:extLst>
          </p:cNvPr>
          <p:cNvSpPr>
            <a:spLocks xmlns:a="http://schemas.openxmlformats.org/drawingml/2006/main" noGrp="1"/>
          </p:cNvSpPr>
          <p:nvPr/>
        </p:nvSpPr>
        <p:spPr>
          <a:xfrm xmlns:a="http://schemas.openxmlformats.org/drawingml/2006/main" rot="0">
            <a:off x="1471009" y="3588734"/>
            <a:ext cx="2542413"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5A6683"/>
                </a:solidFill>
                <a:latin typeface="Poppins"/>
                <a:ea typeface="Poppins"/>
                <a:cs typeface="Poppins"/>
              </a:defRPr>
            </a:defPPr>
            <a:lvl1pPr>
              <a:defRPr sz="1619" b="0">
                <a:solidFill>
                  <a:srgbClr val="5A6683"/>
                </a:solidFill>
                <a:latin typeface="Poppins"/>
                <a:ea typeface="Poppins"/>
                <a:cs typeface="Poppins"/>
              </a:defRPr>
            </a:lvl1pPr>
            <a:lvl2pPr>
              <a:defRPr sz="1619" b="0">
                <a:solidFill>
                  <a:srgbClr val="5A6683"/>
                </a:solidFill>
                <a:latin typeface="Poppins"/>
                <a:ea typeface="Poppins"/>
                <a:cs typeface="Poppins"/>
              </a:defRPr>
            </a:lvl2pPr>
            <a:lvl3pPr>
              <a:defRPr sz="1619" b="0">
                <a:solidFill>
                  <a:srgbClr val="5A6683"/>
                </a:solidFill>
                <a:latin typeface="Poppins"/>
                <a:ea typeface="Poppins"/>
                <a:cs typeface="Poppins"/>
              </a:defRPr>
            </a:lvl3pPr>
            <a:lvl4pPr>
              <a:defRPr sz="1619" b="0">
                <a:solidFill>
                  <a:srgbClr val="5A6683"/>
                </a:solidFill>
                <a:latin typeface="Poppins"/>
                <a:ea typeface="Poppins"/>
                <a:cs typeface="Poppins"/>
              </a:defRPr>
            </a:lvl4pPr>
            <a:lvl5pPr>
              <a:defRPr sz="1619" b="0">
                <a:solidFill>
                  <a:srgbClr val="5A6683"/>
                </a:solidFill>
                <a:latin typeface="Poppins"/>
                <a:ea typeface="Poppins"/>
                <a:cs typeface="Poppins"/>
              </a:defRPr>
            </a:lvl5pPr>
            <a:lvl6pPr>
              <a:defRPr sz="1619" b="0">
                <a:solidFill>
                  <a:srgbClr val="5A6683"/>
                </a:solidFill>
                <a:latin typeface="Poppins"/>
                <a:ea typeface="Poppins"/>
                <a:cs typeface="Poppins"/>
              </a:defRPr>
            </a:lvl6pPr>
            <a:lvl7pPr>
              <a:defRPr sz="1619" b="0">
                <a:solidFill>
                  <a:srgbClr val="5A6683"/>
                </a:solidFill>
                <a:latin typeface="Poppins"/>
                <a:ea typeface="Poppins"/>
                <a:cs typeface="Poppins"/>
              </a:defRPr>
            </a:lvl7pPr>
            <a:lvl8pPr>
              <a:defRPr sz="1619" b="0">
                <a:solidFill>
                  <a:srgbClr val="5A6683"/>
                </a:solidFill>
                <a:latin typeface="Poppins"/>
                <a:ea typeface="Poppins"/>
                <a:cs typeface="Poppins"/>
              </a:defRPr>
            </a:lvl8pPr>
            <a:lvl9pPr>
              <a:defRPr sz="1619" b="0">
                <a:solidFill>
                  <a:srgbClr val="5A6683"/>
                </a:solidFill>
                <a:latin typeface="Poppins"/>
                <a:ea typeface="Poppins"/>
                <a:cs typeface="Poppins"/>
              </a:defRPr>
            </a:lvl9pPr>
          </a:lstStyle>
          <a:p xmlns:a="http://schemas.openxmlformats.org/drawingml/2006/main">
            <a:pPr>
              <a:defRPr sz="1619" b="0">
                <a:solidFill>
                  <a:srgbClr val="5A6683"/>
                </a:solidFill>
                <a:latin typeface="Poppins"/>
                <a:ea typeface="Poppins"/>
                <a:cs typeface="Poppins"/>
              </a:defRPr>
            </a:pPr>
            <a:r>
              <a:rPr sz="1619" b="0">
                <a:solidFill>
                  <a:srgbClr val="5A6683"/>
                </a:solidFill>
                <a:latin typeface="Poppins"/>
                <a:ea typeface="Poppins"/>
                <a:cs typeface="Poppins"/>
              </a:rPr>
              <a:t>Oct 2026 storms · 60 min</a:t>
            </a:r>
          </a:p>
        </p:txBody>
      </p:sp>
      <p:sp>
        <p:nvSpPr>
          <p:cNvPr id="25" name="">
            <a:extLst xmlns:a="http://schemas.openxmlformats.org/drawingml/2006/main">
              <a:ext uri="{FF2B5EF4-FFF2-40B4-BE49-F238E27FC236}">
                <a16:creationId xmlns:a16="http://schemas.microsoft.com/office/drawing/2014/main" id="{76E2E3A9-D31B-4D99-B88B-5D114595889B}"/>
              </a:ext>
            </a:extLst>
          </p:cNvPr>
          <p:cNvSpPr>
            <a:spLocks xmlns:a="http://schemas.openxmlformats.org/drawingml/2006/main" noGrp="1"/>
          </p:cNvSpPr>
          <p:nvPr/>
        </p:nvSpPr>
        <p:spPr>
          <a:xfrm xmlns:a="http://schemas.openxmlformats.org/drawingml/2006/main" rot="0">
            <a:off x="1940401" y="4242784"/>
            <a:ext cx="2073021"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5A6683"/>
                </a:solidFill>
                <a:latin typeface="Poppins"/>
                <a:ea typeface="Poppins"/>
                <a:cs typeface="Poppins"/>
              </a:defRPr>
            </a:defPPr>
            <a:lvl1pPr>
              <a:defRPr sz="1619" b="0">
                <a:solidFill>
                  <a:srgbClr val="5A6683"/>
                </a:solidFill>
                <a:latin typeface="Poppins"/>
                <a:ea typeface="Poppins"/>
                <a:cs typeface="Poppins"/>
              </a:defRPr>
            </a:lvl1pPr>
            <a:lvl2pPr>
              <a:defRPr sz="1619" b="0">
                <a:solidFill>
                  <a:srgbClr val="5A6683"/>
                </a:solidFill>
                <a:latin typeface="Poppins"/>
                <a:ea typeface="Poppins"/>
                <a:cs typeface="Poppins"/>
              </a:defRPr>
            </a:lvl2pPr>
            <a:lvl3pPr>
              <a:defRPr sz="1619" b="0">
                <a:solidFill>
                  <a:srgbClr val="5A6683"/>
                </a:solidFill>
                <a:latin typeface="Poppins"/>
                <a:ea typeface="Poppins"/>
                <a:cs typeface="Poppins"/>
              </a:defRPr>
            </a:lvl3pPr>
            <a:lvl4pPr>
              <a:defRPr sz="1619" b="0">
                <a:solidFill>
                  <a:srgbClr val="5A6683"/>
                </a:solidFill>
                <a:latin typeface="Poppins"/>
                <a:ea typeface="Poppins"/>
                <a:cs typeface="Poppins"/>
              </a:defRPr>
            </a:lvl4pPr>
            <a:lvl5pPr>
              <a:defRPr sz="1619" b="0">
                <a:solidFill>
                  <a:srgbClr val="5A6683"/>
                </a:solidFill>
                <a:latin typeface="Poppins"/>
                <a:ea typeface="Poppins"/>
                <a:cs typeface="Poppins"/>
              </a:defRPr>
            </a:lvl5pPr>
            <a:lvl6pPr>
              <a:defRPr sz="1619" b="0">
                <a:solidFill>
                  <a:srgbClr val="5A6683"/>
                </a:solidFill>
                <a:latin typeface="Poppins"/>
                <a:ea typeface="Poppins"/>
                <a:cs typeface="Poppins"/>
              </a:defRPr>
            </a:lvl6pPr>
            <a:lvl7pPr>
              <a:defRPr sz="1619" b="0">
                <a:solidFill>
                  <a:srgbClr val="5A6683"/>
                </a:solidFill>
                <a:latin typeface="Poppins"/>
                <a:ea typeface="Poppins"/>
                <a:cs typeface="Poppins"/>
              </a:defRPr>
            </a:lvl7pPr>
            <a:lvl8pPr>
              <a:defRPr sz="1619" b="0">
                <a:solidFill>
                  <a:srgbClr val="5A6683"/>
                </a:solidFill>
                <a:latin typeface="Poppins"/>
                <a:ea typeface="Poppins"/>
                <a:cs typeface="Poppins"/>
              </a:defRPr>
            </a:lvl8pPr>
            <a:lvl9pPr>
              <a:defRPr sz="1619" b="0">
                <a:solidFill>
                  <a:srgbClr val="5A6683"/>
                </a:solidFill>
                <a:latin typeface="Poppins"/>
                <a:ea typeface="Poppins"/>
                <a:cs typeface="Poppins"/>
              </a:defRPr>
            </a:lvl9pPr>
          </a:lstStyle>
          <a:p xmlns:a="http://schemas.openxmlformats.org/drawingml/2006/main">
            <a:pPr>
              <a:defRPr sz="1619" b="0">
                <a:solidFill>
                  <a:srgbClr val="5A6683"/>
                </a:solidFill>
                <a:latin typeface="Poppins"/>
                <a:ea typeface="Poppins"/>
                <a:cs typeface="Poppins"/>
              </a:defRPr>
            </a:pPr>
            <a:r>
              <a:rPr sz="1619" b="0">
                <a:solidFill>
                  <a:srgbClr val="5A6683"/>
                </a:solidFill>
                <a:latin typeface="Poppins"/>
                <a:ea typeface="Poppins"/>
                <a:cs typeface="Poppins"/>
              </a:rPr>
              <a:t>2019 storms · 60 min</a:t>
            </a:r>
          </a:p>
        </p:txBody>
      </p:sp>
      <p:sp>
        <p:nvSpPr>
          <p:cNvPr id="26" name="Editable chart path">
            <a:extLst xmlns:a="http://schemas.openxmlformats.org/drawingml/2006/main">
              <a:ext uri="{FF2B5EF4-FFF2-40B4-BE49-F238E27FC236}">
                <a16:creationId xmlns:a16="http://schemas.microsoft.com/office/drawing/2014/main" id="{D35D468E-A013-4205-A2D4-4EC0FA703417}"/>
              </a:ext>
            </a:extLst>
          </p:cNvPr>
          <p:cNvSpPr>
            <a:spLocks xmlns:a="http://schemas.openxmlformats.org/drawingml/2006/main" noGrp="1"/>
          </p:cNvSpPr>
          <p:nvPr/>
        </p:nvSpPr>
        <p:spPr>
          <a:xfrm xmlns:a="http://schemas.openxmlformats.org/drawingml/2006/main">
            <a:off x="5170986" y="2617470"/>
            <a:ext cx="95" cy="2158365"/>
          </a:xfrm>
          <a:custGeom xmlns:a="http://schemas.openxmlformats.org/drawingml/2006/main">
            <a:pathLst>
              <a:path w="95" h="1584198">
                <a:moveTo>
                  <a:pt x="0" y="1584198"/>
                </a:moveTo>
                <a:lnTo>
                  <a:pt x="0" y="0"/>
                </a:lnTo>
              </a:path>
            </a:pathLst>
          </a:custGeom>
          <a:noFill xmlns:a="http://schemas.openxmlformats.org/drawingml/2006/main"/>
          <a:ln xmlns:a="http://schemas.openxmlformats.org/drawingml/2006/main" w="14275">
            <a:solidFill>
              <a:srgbClr val="2C5EAA"/>
            </a:solidFill>
            <a:prstDash val="dash"/>
          </a:ln>
        </p:spPr>
      </p:sp>
      <p:sp>
        <p:nvSpPr>
          <p:cNvPr id="27" name="Editable chart path">
            <a:extLst xmlns:a="http://schemas.openxmlformats.org/drawingml/2006/main">
              <a:ext uri="{FF2B5EF4-FFF2-40B4-BE49-F238E27FC236}">
                <a16:creationId xmlns:a16="http://schemas.microsoft.com/office/drawing/2014/main" id="{FC8D1510-F41B-4008-96D8-D384F83E915A}"/>
              </a:ext>
            </a:extLst>
          </p:cNvPr>
          <p:cNvSpPr>
            <a:spLocks xmlns:a="http://schemas.openxmlformats.org/drawingml/2006/main" noGrp="1"/>
          </p:cNvSpPr>
          <p:nvPr/>
        </p:nvSpPr>
        <p:spPr>
          <a:xfrm xmlns:a="http://schemas.openxmlformats.org/drawingml/2006/main">
            <a:off x="5905124" y="2617470"/>
            <a:ext cx="95" cy="2158365"/>
          </a:xfrm>
          <a:custGeom xmlns:a="http://schemas.openxmlformats.org/drawingml/2006/main">
            <a:pathLst>
              <a:path w="95" h="1584198">
                <a:moveTo>
                  <a:pt x="0" y="1584198"/>
                </a:moveTo>
                <a:lnTo>
                  <a:pt x="0" y="0"/>
                </a:lnTo>
              </a:path>
            </a:pathLst>
          </a:custGeom>
          <a:noFill xmlns:a="http://schemas.openxmlformats.org/drawingml/2006/main"/>
          <a:ln xmlns:a="http://schemas.openxmlformats.org/drawingml/2006/main" w="14275">
            <a:solidFill>
              <a:srgbClr val="2C5EAA"/>
            </a:solidFill>
            <a:prstDash val="dash"/>
          </a:ln>
        </p:spPr>
      </p:sp>
      <p:sp>
        <p:nvSpPr>
          <p:cNvPr id="28" name="Editable chart path">
            <a:extLst xmlns:a="http://schemas.openxmlformats.org/drawingml/2006/main">
              <a:ext uri="{FF2B5EF4-FFF2-40B4-BE49-F238E27FC236}">
                <a16:creationId xmlns:a16="http://schemas.microsoft.com/office/drawing/2014/main" id="{8E0DD9ED-080D-4880-AE00-C0FFB6FA2BF6}"/>
              </a:ext>
            </a:extLst>
          </p:cNvPr>
          <p:cNvSpPr>
            <a:spLocks xmlns:a="http://schemas.openxmlformats.org/drawingml/2006/main" noGrp="1"/>
          </p:cNvSpPr>
          <p:nvPr/>
        </p:nvSpPr>
        <p:spPr>
          <a:xfrm xmlns:a="http://schemas.openxmlformats.org/drawingml/2006/main">
            <a:off x="4436849" y="2617470"/>
            <a:ext cx="95" cy="2158365"/>
          </a:xfrm>
          <a:custGeom xmlns:a="http://schemas.openxmlformats.org/drawingml/2006/main">
            <a:pathLst>
              <a:path w="95" h="1584198">
                <a:moveTo>
                  <a:pt x="0" y="1584198"/>
                </a:moveTo>
                <a:lnTo>
                  <a:pt x="0" y="0"/>
                </a:lnTo>
              </a:path>
            </a:pathLst>
          </a:custGeom>
          <a:noFill xmlns:a="http://schemas.openxmlformats.org/drawingml/2006/main"/>
          <a:ln xmlns:a="http://schemas.openxmlformats.org/drawingml/2006/main" w="9084">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48EB08B2-2BEF-48CA-9558-4BFCDE758911}"/>
              </a:ext>
            </a:extLst>
          </p:cNvPr>
          <p:cNvSpPr>
            <a:spLocks xmlns:a="http://schemas.openxmlformats.org/drawingml/2006/main" noGrp="1"/>
          </p:cNvSpPr>
          <p:nvPr/>
        </p:nvSpPr>
        <p:spPr>
          <a:xfrm xmlns:a="http://schemas.openxmlformats.org/drawingml/2006/main">
            <a:off x="4143194" y="4775835"/>
            <a:ext cx="6680654" cy="95"/>
          </a:xfrm>
          <a:custGeom xmlns:a="http://schemas.openxmlformats.org/drawingml/2006/main">
            <a:pathLst>
              <a:path w="4903470" h="95">
                <a:moveTo>
                  <a:pt x="0" y="0"/>
                </a:moveTo>
                <a:lnTo>
                  <a:pt x="4903470" y="0"/>
                </a:lnTo>
              </a:path>
            </a:pathLst>
          </a:custGeom>
          <a:noFill xmlns:a="http://schemas.openxmlformats.org/drawingml/2006/main"/>
          <a:ln xmlns:a="http://schemas.openxmlformats.org/drawingml/2006/main" w="10382">
            <a:solidFill>
              <a:srgbClr val="E4EAF4"/>
            </a:solidFill>
            <a:prstDash val="solid"/>
          </a:ln>
        </p:spPr>
      </p:sp>
      <p:sp>
        <p:nvSpPr>
          <p:cNvPr id="30" name="">
            <a:extLst xmlns:a="http://schemas.openxmlformats.org/drawingml/2006/main">
              <a:ext uri="{FF2B5EF4-FFF2-40B4-BE49-F238E27FC236}">
                <a16:creationId xmlns:a16="http://schemas.microsoft.com/office/drawing/2014/main" id="{CDBF0101-301F-400E-9ECF-BFBEAB0E972E}"/>
              </a:ext>
            </a:extLst>
          </p:cNvPr>
          <p:cNvSpPr>
            <a:spLocks xmlns:a="http://schemas.openxmlformats.org/drawingml/2006/main" noGrp="1"/>
          </p:cNvSpPr>
          <p:nvPr/>
        </p:nvSpPr>
        <p:spPr>
          <a:xfrm xmlns:a="http://schemas.openxmlformats.org/drawingml/2006/main" rot="0">
            <a:off x="4164509" y="2650173"/>
            <a:ext cx="897065" cy="403642"/>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766" b="0">
                <a:solidFill>
                  <a:srgbClr val="14295B"/>
                </a:solidFill>
                <a:latin typeface="Poppins"/>
                <a:ea typeface="Poppins"/>
                <a:cs typeface="Poppins"/>
              </a:defRPr>
            </a:defPPr>
            <a:lvl1pPr>
              <a:defRPr sz="1766" b="0">
                <a:solidFill>
                  <a:srgbClr val="14295B"/>
                </a:solidFill>
                <a:latin typeface="Poppins"/>
                <a:ea typeface="Poppins"/>
                <a:cs typeface="Poppins"/>
              </a:defRPr>
            </a:lvl1pPr>
            <a:lvl2pPr>
              <a:defRPr sz="1766" b="0">
                <a:solidFill>
                  <a:srgbClr val="14295B"/>
                </a:solidFill>
                <a:latin typeface="Poppins"/>
                <a:ea typeface="Poppins"/>
                <a:cs typeface="Poppins"/>
              </a:defRPr>
            </a:lvl2pPr>
            <a:lvl3pPr>
              <a:defRPr sz="1766" b="0">
                <a:solidFill>
                  <a:srgbClr val="14295B"/>
                </a:solidFill>
                <a:latin typeface="Poppins"/>
                <a:ea typeface="Poppins"/>
                <a:cs typeface="Poppins"/>
              </a:defRPr>
            </a:lvl3pPr>
            <a:lvl4pPr>
              <a:defRPr sz="1766" b="0">
                <a:solidFill>
                  <a:srgbClr val="14295B"/>
                </a:solidFill>
                <a:latin typeface="Poppins"/>
                <a:ea typeface="Poppins"/>
                <a:cs typeface="Poppins"/>
              </a:defRPr>
            </a:lvl4pPr>
            <a:lvl5pPr>
              <a:defRPr sz="1766" b="0">
                <a:solidFill>
                  <a:srgbClr val="14295B"/>
                </a:solidFill>
                <a:latin typeface="Poppins"/>
                <a:ea typeface="Poppins"/>
                <a:cs typeface="Poppins"/>
              </a:defRPr>
            </a:lvl5pPr>
            <a:lvl6pPr>
              <a:defRPr sz="1766" b="0">
                <a:solidFill>
                  <a:srgbClr val="14295B"/>
                </a:solidFill>
                <a:latin typeface="Poppins"/>
                <a:ea typeface="Poppins"/>
                <a:cs typeface="Poppins"/>
              </a:defRPr>
            </a:lvl6pPr>
            <a:lvl7pPr>
              <a:defRPr sz="1766" b="0">
                <a:solidFill>
                  <a:srgbClr val="14295B"/>
                </a:solidFill>
                <a:latin typeface="Poppins"/>
                <a:ea typeface="Poppins"/>
                <a:cs typeface="Poppins"/>
              </a:defRPr>
            </a:lvl7pPr>
            <a:lvl8pPr>
              <a:defRPr sz="1766" b="0">
                <a:solidFill>
                  <a:srgbClr val="14295B"/>
                </a:solidFill>
                <a:latin typeface="Poppins"/>
                <a:ea typeface="Poppins"/>
                <a:cs typeface="Poppins"/>
              </a:defRPr>
            </a:lvl8pPr>
            <a:lvl9pPr>
              <a:defRPr sz="1766" b="0">
                <a:solidFill>
                  <a:srgbClr val="14295B"/>
                </a:solidFill>
                <a:latin typeface="Poppins"/>
                <a:ea typeface="Poppins"/>
                <a:cs typeface="Poppins"/>
              </a:defRPr>
            </a:lvl9pPr>
          </a:lstStyle>
          <a:p xmlns:a="http://schemas.openxmlformats.org/drawingml/2006/main">
            <a:pPr>
              <a:defRPr sz="1766" b="0">
                <a:solidFill>
                  <a:srgbClr val="14295B"/>
                </a:solidFill>
                <a:latin typeface="Poppins"/>
                <a:ea typeface="Poppins"/>
                <a:cs typeface="Poppins"/>
              </a:defRPr>
            </a:pPr>
            <a:r>
              <a:rPr sz="1766" b="0">
                <a:solidFill>
                  <a:srgbClr val="14295B"/>
                </a:solidFill>
                <a:latin typeface="Poppins"/>
                <a:ea typeface="Poppins"/>
                <a:cs typeface="Poppins"/>
              </a:rPr>
              <a:t>+0.0024</a:t>
            </a:r>
          </a:p>
        </p:txBody>
      </p:sp>
      <p:sp>
        <p:nvSpPr>
          <p:cNvPr id="31" name="">
            <a:extLst xmlns:a="http://schemas.openxmlformats.org/drawingml/2006/main">
              <a:ext uri="{FF2B5EF4-FFF2-40B4-BE49-F238E27FC236}">
                <a16:creationId xmlns:a16="http://schemas.microsoft.com/office/drawing/2014/main" id="{34060E32-0E27-4A27-BCA8-49A3BAB6BF77}"/>
              </a:ext>
            </a:extLst>
          </p:cNvPr>
          <p:cNvSpPr>
            <a:spLocks xmlns:a="http://schemas.openxmlformats.org/drawingml/2006/main" noGrp="1"/>
          </p:cNvSpPr>
          <p:nvPr/>
        </p:nvSpPr>
        <p:spPr>
          <a:xfrm xmlns:a="http://schemas.openxmlformats.org/drawingml/2006/main" rot="0">
            <a:off x="5737120" y="3304223"/>
            <a:ext cx="888778" cy="403642"/>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766" b="0">
                <a:solidFill>
                  <a:srgbClr val="C0453C"/>
                </a:solidFill>
                <a:latin typeface="Poppins"/>
                <a:ea typeface="Poppins"/>
                <a:cs typeface="Poppins"/>
              </a:defRPr>
            </a:defPPr>
            <a:lvl1pPr>
              <a:defRPr sz="1766" b="0">
                <a:solidFill>
                  <a:srgbClr val="C0453C"/>
                </a:solidFill>
                <a:latin typeface="Poppins"/>
                <a:ea typeface="Poppins"/>
                <a:cs typeface="Poppins"/>
              </a:defRPr>
            </a:lvl1pPr>
            <a:lvl2pPr>
              <a:defRPr sz="1766" b="0">
                <a:solidFill>
                  <a:srgbClr val="C0453C"/>
                </a:solidFill>
                <a:latin typeface="Poppins"/>
                <a:ea typeface="Poppins"/>
                <a:cs typeface="Poppins"/>
              </a:defRPr>
            </a:lvl2pPr>
            <a:lvl3pPr>
              <a:defRPr sz="1766" b="0">
                <a:solidFill>
                  <a:srgbClr val="C0453C"/>
                </a:solidFill>
                <a:latin typeface="Poppins"/>
                <a:ea typeface="Poppins"/>
                <a:cs typeface="Poppins"/>
              </a:defRPr>
            </a:lvl3pPr>
            <a:lvl4pPr>
              <a:defRPr sz="1766" b="0">
                <a:solidFill>
                  <a:srgbClr val="C0453C"/>
                </a:solidFill>
                <a:latin typeface="Poppins"/>
                <a:ea typeface="Poppins"/>
                <a:cs typeface="Poppins"/>
              </a:defRPr>
            </a:lvl4pPr>
            <a:lvl5pPr>
              <a:defRPr sz="1766" b="0">
                <a:solidFill>
                  <a:srgbClr val="C0453C"/>
                </a:solidFill>
                <a:latin typeface="Poppins"/>
                <a:ea typeface="Poppins"/>
                <a:cs typeface="Poppins"/>
              </a:defRPr>
            </a:lvl5pPr>
            <a:lvl6pPr>
              <a:defRPr sz="1766" b="0">
                <a:solidFill>
                  <a:srgbClr val="C0453C"/>
                </a:solidFill>
                <a:latin typeface="Poppins"/>
                <a:ea typeface="Poppins"/>
                <a:cs typeface="Poppins"/>
              </a:defRPr>
            </a:lvl6pPr>
            <a:lvl7pPr>
              <a:defRPr sz="1766" b="0">
                <a:solidFill>
                  <a:srgbClr val="C0453C"/>
                </a:solidFill>
                <a:latin typeface="Poppins"/>
                <a:ea typeface="Poppins"/>
                <a:cs typeface="Poppins"/>
              </a:defRPr>
            </a:lvl7pPr>
            <a:lvl8pPr>
              <a:defRPr sz="1766" b="0">
                <a:solidFill>
                  <a:srgbClr val="C0453C"/>
                </a:solidFill>
                <a:latin typeface="Poppins"/>
                <a:ea typeface="Poppins"/>
                <a:cs typeface="Poppins"/>
              </a:defRPr>
            </a:lvl8pPr>
            <a:lvl9pPr>
              <a:defRPr sz="1766" b="0">
                <a:solidFill>
                  <a:srgbClr val="C0453C"/>
                </a:solidFill>
                <a:latin typeface="Poppins"/>
                <a:ea typeface="Poppins"/>
                <a:cs typeface="Poppins"/>
              </a:defRPr>
            </a:lvl9pPr>
          </a:lstStyle>
          <a:p xmlns:a="http://schemas.openxmlformats.org/drawingml/2006/main">
            <a:pPr>
              <a:defRPr sz="1766" b="0">
                <a:solidFill>
                  <a:srgbClr val="C0453C"/>
                </a:solidFill>
                <a:latin typeface="Poppins"/>
                <a:ea typeface="Poppins"/>
                <a:cs typeface="Poppins"/>
              </a:defRPr>
            </a:pPr>
            <a:r>
              <a:rPr sz="1766" b="0">
                <a:solidFill>
                  <a:srgbClr val="C0453C"/>
                </a:solidFill>
                <a:latin typeface="Poppins"/>
                <a:ea typeface="Poppins"/>
                <a:cs typeface="Poppins"/>
              </a:rPr>
              <a:t>+0.0238</a:t>
            </a:r>
          </a:p>
        </p:txBody>
      </p:sp>
      <p:sp>
        <p:nvSpPr>
          <p:cNvPr id="32" name="">
            <a:extLst xmlns:a="http://schemas.openxmlformats.org/drawingml/2006/main">
              <a:ext uri="{FF2B5EF4-FFF2-40B4-BE49-F238E27FC236}">
                <a16:creationId xmlns:a16="http://schemas.microsoft.com/office/drawing/2014/main" id="{FACF48B8-FE99-443B-AB6C-0FDBF9FE412A}"/>
              </a:ext>
            </a:extLst>
          </p:cNvPr>
          <p:cNvSpPr>
            <a:spLocks xmlns:a="http://schemas.openxmlformats.org/drawingml/2006/main" noGrp="1"/>
          </p:cNvSpPr>
          <p:nvPr/>
        </p:nvSpPr>
        <p:spPr>
          <a:xfrm xmlns:a="http://schemas.openxmlformats.org/drawingml/2006/main" rot="0">
            <a:off x="4633532" y="3958273"/>
            <a:ext cx="890969" cy="403642"/>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766" b="0">
                <a:solidFill>
                  <a:srgbClr val="14295B"/>
                </a:solidFill>
                <a:latin typeface="Poppins"/>
                <a:ea typeface="Poppins"/>
                <a:cs typeface="Poppins"/>
              </a:defRPr>
            </a:defPPr>
            <a:lvl1pPr>
              <a:defRPr sz="1766" b="0">
                <a:solidFill>
                  <a:srgbClr val="14295B"/>
                </a:solidFill>
                <a:latin typeface="Poppins"/>
                <a:ea typeface="Poppins"/>
                <a:cs typeface="Poppins"/>
              </a:defRPr>
            </a:lvl1pPr>
            <a:lvl2pPr>
              <a:defRPr sz="1766" b="0">
                <a:solidFill>
                  <a:srgbClr val="14295B"/>
                </a:solidFill>
                <a:latin typeface="Poppins"/>
                <a:ea typeface="Poppins"/>
                <a:cs typeface="Poppins"/>
              </a:defRPr>
            </a:lvl2pPr>
            <a:lvl3pPr>
              <a:defRPr sz="1766" b="0">
                <a:solidFill>
                  <a:srgbClr val="14295B"/>
                </a:solidFill>
                <a:latin typeface="Poppins"/>
                <a:ea typeface="Poppins"/>
                <a:cs typeface="Poppins"/>
              </a:defRPr>
            </a:lvl3pPr>
            <a:lvl4pPr>
              <a:defRPr sz="1766" b="0">
                <a:solidFill>
                  <a:srgbClr val="14295B"/>
                </a:solidFill>
                <a:latin typeface="Poppins"/>
                <a:ea typeface="Poppins"/>
                <a:cs typeface="Poppins"/>
              </a:defRPr>
            </a:lvl4pPr>
            <a:lvl5pPr>
              <a:defRPr sz="1766" b="0">
                <a:solidFill>
                  <a:srgbClr val="14295B"/>
                </a:solidFill>
                <a:latin typeface="Poppins"/>
                <a:ea typeface="Poppins"/>
                <a:cs typeface="Poppins"/>
              </a:defRPr>
            </a:lvl5pPr>
            <a:lvl6pPr>
              <a:defRPr sz="1766" b="0">
                <a:solidFill>
                  <a:srgbClr val="14295B"/>
                </a:solidFill>
                <a:latin typeface="Poppins"/>
                <a:ea typeface="Poppins"/>
                <a:cs typeface="Poppins"/>
              </a:defRPr>
            </a:lvl6pPr>
            <a:lvl7pPr>
              <a:defRPr sz="1766" b="0">
                <a:solidFill>
                  <a:srgbClr val="14295B"/>
                </a:solidFill>
                <a:latin typeface="Poppins"/>
                <a:ea typeface="Poppins"/>
                <a:cs typeface="Poppins"/>
              </a:defRPr>
            </a:lvl7pPr>
            <a:lvl8pPr>
              <a:defRPr sz="1766" b="0">
                <a:solidFill>
                  <a:srgbClr val="14295B"/>
                </a:solidFill>
                <a:latin typeface="Poppins"/>
                <a:ea typeface="Poppins"/>
                <a:cs typeface="Poppins"/>
              </a:defRPr>
            </a:lvl8pPr>
            <a:lvl9pPr>
              <a:defRPr sz="1766" b="0">
                <a:solidFill>
                  <a:srgbClr val="14295B"/>
                </a:solidFill>
                <a:latin typeface="Poppins"/>
                <a:ea typeface="Poppins"/>
                <a:cs typeface="Poppins"/>
              </a:defRPr>
            </a:lvl9pPr>
          </a:lstStyle>
          <a:p xmlns:a="http://schemas.openxmlformats.org/drawingml/2006/main">
            <a:pPr>
              <a:defRPr sz="1766" b="0">
                <a:solidFill>
                  <a:srgbClr val="14295B"/>
                </a:solidFill>
                <a:latin typeface="Poppins"/>
                <a:ea typeface="Poppins"/>
                <a:cs typeface="Poppins"/>
              </a:defRPr>
            </a:pPr>
            <a:r>
              <a:rPr sz="1766" b="0">
                <a:solidFill>
                  <a:srgbClr val="14295B"/>
                </a:solidFill>
                <a:latin typeface="Poppins"/>
                <a:ea typeface="Poppins"/>
                <a:cs typeface="Poppins"/>
              </a:rPr>
              <a:t>+0.0087</a:t>
            </a:r>
          </a:p>
        </p:txBody>
      </p:sp>
      <p:sp>
        <p:nvSpPr>
          <p:cNvPr id="33" name="">
            <a:extLst xmlns:a="http://schemas.openxmlformats.org/drawingml/2006/main">
              <a:ext uri="{FF2B5EF4-FFF2-40B4-BE49-F238E27FC236}">
                <a16:creationId xmlns:a16="http://schemas.microsoft.com/office/drawing/2014/main" id="{F08A19C4-9D93-4832-A076-AC16299A6B6C}"/>
              </a:ext>
            </a:extLst>
          </p:cNvPr>
          <p:cNvSpPr>
            <a:spLocks xmlns:a="http://schemas.openxmlformats.org/drawingml/2006/main" noGrp="1"/>
          </p:cNvSpPr>
          <p:nvPr/>
        </p:nvSpPr>
        <p:spPr>
          <a:xfrm xmlns:a="http://schemas.openxmlformats.org/drawingml/2006/main" rot="0">
            <a:off x="4109425" y="2133473"/>
            <a:ext cx="1061561"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2C5EAA"/>
                </a:solidFill>
                <a:latin typeface="Poppins"/>
                <a:ea typeface="Poppins"/>
                <a:cs typeface="Poppins"/>
              </a:defRPr>
            </a:defPPr>
            <a:lvl1pPr>
              <a:defRPr sz="1619" b="0">
                <a:solidFill>
                  <a:srgbClr val="2C5EAA"/>
                </a:solidFill>
                <a:latin typeface="Poppins"/>
                <a:ea typeface="Poppins"/>
                <a:cs typeface="Poppins"/>
              </a:defRPr>
            </a:lvl1pPr>
            <a:lvl2pPr>
              <a:defRPr sz="1619" b="0">
                <a:solidFill>
                  <a:srgbClr val="2C5EAA"/>
                </a:solidFill>
                <a:latin typeface="Poppins"/>
                <a:ea typeface="Poppins"/>
                <a:cs typeface="Poppins"/>
              </a:defRPr>
            </a:lvl2pPr>
            <a:lvl3pPr>
              <a:defRPr sz="1619" b="0">
                <a:solidFill>
                  <a:srgbClr val="2C5EAA"/>
                </a:solidFill>
                <a:latin typeface="Poppins"/>
                <a:ea typeface="Poppins"/>
                <a:cs typeface="Poppins"/>
              </a:defRPr>
            </a:lvl3pPr>
            <a:lvl4pPr>
              <a:defRPr sz="1619" b="0">
                <a:solidFill>
                  <a:srgbClr val="2C5EAA"/>
                </a:solidFill>
                <a:latin typeface="Poppins"/>
                <a:ea typeface="Poppins"/>
                <a:cs typeface="Poppins"/>
              </a:defRPr>
            </a:lvl4pPr>
            <a:lvl5pPr>
              <a:defRPr sz="1619" b="0">
                <a:solidFill>
                  <a:srgbClr val="2C5EAA"/>
                </a:solidFill>
                <a:latin typeface="Poppins"/>
                <a:ea typeface="Poppins"/>
                <a:cs typeface="Poppins"/>
              </a:defRPr>
            </a:lvl5pPr>
            <a:lvl6pPr>
              <a:defRPr sz="1619" b="0">
                <a:solidFill>
                  <a:srgbClr val="2C5EAA"/>
                </a:solidFill>
                <a:latin typeface="Poppins"/>
                <a:ea typeface="Poppins"/>
                <a:cs typeface="Poppins"/>
              </a:defRPr>
            </a:lvl6pPr>
            <a:lvl7pPr>
              <a:defRPr sz="1619" b="0">
                <a:solidFill>
                  <a:srgbClr val="2C5EAA"/>
                </a:solidFill>
                <a:latin typeface="Poppins"/>
                <a:ea typeface="Poppins"/>
                <a:cs typeface="Poppins"/>
              </a:defRPr>
            </a:lvl7pPr>
            <a:lvl8pPr>
              <a:defRPr sz="1619" b="0">
                <a:solidFill>
                  <a:srgbClr val="2C5EAA"/>
                </a:solidFill>
                <a:latin typeface="Poppins"/>
                <a:ea typeface="Poppins"/>
                <a:cs typeface="Poppins"/>
              </a:defRPr>
            </a:lvl8pPr>
            <a:lvl9pPr>
              <a:defRPr sz="1619" b="0">
                <a:solidFill>
                  <a:srgbClr val="2C5EAA"/>
                </a:solidFill>
                <a:latin typeface="Poppins"/>
                <a:ea typeface="Poppins"/>
                <a:cs typeface="Poppins"/>
              </a:defRPr>
            </a:lvl9pPr>
          </a:lstStyle>
          <a:p xmlns:a="http://schemas.openxmlformats.org/drawingml/2006/main">
            <a:pPr>
              <a:defRPr sz="1619" b="0">
                <a:solidFill>
                  <a:srgbClr val="2C5EAA"/>
                </a:solidFill>
                <a:latin typeface="Poppins"/>
                <a:ea typeface="Poppins"/>
                <a:cs typeface="Poppins"/>
              </a:defRPr>
            </a:pPr>
            <a:r>
              <a:rPr sz="1619" b="0">
                <a:solidFill>
                  <a:srgbClr val="2C5EAA"/>
                </a:solidFill>
                <a:latin typeface="Poppins"/>
                <a:ea typeface="Poppins"/>
                <a:cs typeface="Poppins"/>
              </a:rPr>
              <a:t>Cells +0.01</a:t>
            </a:r>
          </a:p>
        </p:txBody>
      </p:sp>
      <p:sp>
        <p:nvSpPr>
          <p:cNvPr id="34" name="">
            <a:extLst xmlns:a="http://schemas.openxmlformats.org/drawingml/2006/main">
              <a:ext uri="{FF2B5EF4-FFF2-40B4-BE49-F238E27FC236}">
                <a16:creationId xmlns:a16="http://schemas.microsoft.com/office/drawing/2014/main" id="{1A384DE7-8F54-461B-A419-DE532311280F}"/>
              </a:ext>
            </a:extLst>
          </p:cNvPr>
          <p:cNvSpPr>
            <a:spLocks xmlns:a="http://schemas.openxmlformats.org/drawingml/2006/main" noGrp="1"/>
          </p:cNvSpPr>
          <p:nvPr/>
        </p:nvSpPr>
        <p:spPr>
          <a:xfrm xmlns:a="http://schemas.openxmlformats.org/drawingml/2006/main" rot="0">
            <a:off x="5905124" y="2133473"/>
            <a:ext cx="1431798" cy="37000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619" b="0">
                <a:solidFill>
                  <a:srgbClr val="2C5EAA"/>
                </a:solidFill>
                <a:latin typeface="Poppins"/>
                <a:ea typeface="Poppins"/>
                <a:cs typeface="Poppins"/>
              </a:defRPr>
            </a:defPPr>
            <a:lvl1pPr>
              <a:defRPr sz="1619" b="0">
                <a:solidFill>
                  <a:srgbClr val="2C5EAA"/>
                </a:solidFill>
                <a:latin typeface="Poppins"/>
                <a:ea typeface="Poppins"/>
                <a:cs typeface="Poppins"/>
              </a:defRPr>
            </a:lvl1pPr>
            <a:lvl2pPr>
              <a:defRPr sz="1619" b="0">
                <a:solidFill>
                  <a:srgbClr val="2C5EAA"/>
                </a:solidFill>
                <a:latin typeface="Poppins"/>
                <a:ea typeface="Poppins"/>
                <a:cs typeface="Poppins"/>
              </a:defRPr>
            </a:lvl2pPr>
            <a:lvl3pPr>
              <a:defRPr sz="1619" b="0">
                <a:solidFill>
                  <a:srgbClr val="2C5EAA"/>
                </a:solidFill>
                <a:latin typeface="Poppins"/>
                <a:ea typeface="Poppins"/>
                <a:cs typeface="Poppins"/>
              </a:defRPr>
            </a:lvl3pPr>
            <a:lvl4pPr>
              <a:defRPr sz="1619" b="0">
                <a:solidFill>
                  <a:srgbClr val="2C5EAA"/>
                </a:solidFill>
                <a:latin typeface="Poppins"/>
                <a:ea typeface="Poppins"/>
                <a:cs typeface="Poppins"/>
              </a:defRPr>
            </a:lvl4pPr>
            <a:lvl5pPr>
              <a:defRPr sz="1619" b="0">
                <a:solidFill>
                  <a:srgbClr val="2C5EAA"/>
                </a:solidFill>
                <a:latin typeface="Poppins"/>
                <a:ea typeface="Poppins"/>
                <a:cs typeface="Poppins"/>
              </a:defRPr>
            </a:lvl5pPr>
            <a:lvl6pPr>
              <a:defRPr sz="1619" b="0">
                <a:solidFill>
                  <a:srgbClr val="2C5EAA"/>
                </a:solidFill>
                <a:latin typeface="Poppins"/>
                <a:ea typeface="Poppins"/>
                <a:cs typeface="Poppins"/>
              </a:defRPr>
            </a:lvl6pPr>
            <a:lvl7pPr>
              <a:defRPr sz="1619" b="0">
                <a:solidFill>
                  <a:srgbClr val="2C5EAA"/>
                </a:solidFill>
                <a:latin typeface="Poppins"/>
                <a:ea typeface="Poppins"/>
                <a:cs typeface="Poppins"/>
              </a:defRPr>
            </a:lvl7pPr>
            <a:lvl8pPr>
              <a:defRPr sz="1619" b="0">
                <a:solidFill>
                  <a:srgbClr val="2C5EAA"/>
                </a:solidFill>
                <a:latin typeface="Poppins"/>
                <a:ea typeface="Poppins"/>
                <a:cs typeface="Poppins"/>
              </a:defRPr>
            </a:lvl8pPr>
            <a:lvl9pPr>
              <a:defRPr sz="1619" b="0">
                <a:solidFill>
                  <a:srgbClr val="2C5EAA"/>
                </a:solidFill>
                <a:latin typeface="Poppins"/>
                <a:ea typeface="Poppins"/>
                <a:cs typeface="Poppins"/>
              </a:defRPr>
            </a:lvl9pPr>
          </a:lstStyle>
          <a:p xmlns:a="http://schemas.openxmlformats.org/drawingml/2006/main">
            <a:pPr>
              <a:defRPr sz="1619" b="0">
                <a:solidFill>
                  <a:srgbClr val="2C5EAA"/>
                </a:solidFill>
                <a:latin typeface="Poppins"/>
                <a:ea typeface="Poppins"/>
                <a:cs typeface="Poppins"/>
              </a:defRPr>
            </a:pPr>
            <a:r>
              <a:rPr sz="1619" b="0">
                <a:solidFill>
                  <a:srgbClr val="2C5EAA"/>
                </a:solidFill>
                <a:latin typeface="Poppins"/>
                <a:ea typeface="Poppins"/>
                <a:cs typeface="Poppins"/>
              </a:rPr>
              <a:t>Regions +0.02</a:t>
            </a:r>
          </a:p>
        </p:txBody>
      </p:sp>
      <p:sp>
        <p:nvSpPr>
          <p:cNvPr id="35" name="Editable chart path">
            <a:extLst xmlns:a="http://schemas.openxmlformats.org/drawingml/2006/main">
              <a:ext uri="{FF2B5EF4-FFF2-40B4-BE49-F238E27FC236}">
                <a16:creationId xmlns:a16="http://schemas.microsoft.com/office/drawing/2014/main" id="{8820E084-3B3D-43D8-B0D4-184363CC1760}"/>
              </a:ext>
            </a:extLst>
          </p:cNvPr>
          <p:cNvSpPr>
            <a:spLocks xmlns:a="http://schemas.openxmlformats.org/drawingml/2006/main" noGrp="1"/>
          </p:cNvSpPr>
          <p:nvPr/>
        </p:nvSpPr>
        <p:spPr>
          <a:xfrm xmlns:a="http://schemas.openxmlformats.org/drawingml/2006/main">
            <a:off x="4557247" y="3042603"/>
            <a:ext cx="91033" cy="95"/>
          </a:xfrm>
          <a:custGeom xmlns:a="http://schemas.openxmlformats.org/drawingml/2006/main">
            <a:pathLst>
              <a:path w="66817" h="95">
                <a:moveTo>
                  <a:pt x="0" y="0"/>
                </a:moveTo>
                <a:lnTo>
                  <a:pt x="66817" y="0"/>
                </a:lnTo>
              </a:path>
            </a:pathLst>
          </a:custGeom>
          <a:noFill xmlns:a="http://schemas.openxmlformats.org/drawingml/2006/main"/>
          <a:ln xmlns:a="http://schemas.openxmlformats.org/drawingml/2006/main" w="20763">
            <a:solidFill>
              <a:srgbClr val="14295B"/>
            </a:solidFill>
            <a:prstDash val="solid"/>
          </a:ln>
        </p:spPr>
      </p:sp>
      <p:sp>
        <p:nvSpPr>
          <p:cNvPr id="36" name="Editable chart path">
            <a:extLst xmlns:a="http://schemas.openxmlformats.org/drawingml/2006/main">
              <a:ext uri="{FF2B5EF4-FFF2-40B4-BE49-F238E27FC236}">
                <a16:creationId xmlns:a16="http://schemas.microsoft.com/office/drawing/2014/main" id="{74E1926D-FB83-4EBC-847A-D8D193F3BBBA}"/>
              </a:ext>
            </a:extLst>
          </p:cNvPr>
          <p:cNvSpPr>
            <a:spLocks xmlns:a="http://schemas.openxmlformats.org/drawingml/2006/main" noGrp="1"/>
          </p:cNvSpPr>
          <p:nvPr/>
        </p:nvSpPr>
        <p:spPr>
          <a:xfrm xmlns:a="http://schemas.openxmlformats.org/drawingml/2006/main">
            <a:off x="4557247" y="2990694"/>
            <a:ext cx="95" cy="103817"/>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12977">
            <a:solidFill>
              <a:srgbClr val="14295B"/>
            </a:solidFill>
            <a:prstDash val="solid"/>
          </a:ln>
        </p:spPr>
      </p:sp>
      <p:sp>
        <p:nvSpPr>
          <p:cNvPr id="37" name="Editable chart path">
            <a:extLst xmlns:a="http://schemas.openxmlformats.org/drawingml/2006/main">
              <a:ext uri="{FF2B5EF4-FFF2-40B4-BE49-F238E27FC236}">
                <a16:creationId xmlns:a16="http://schemas.microsoft.com/office/drawing/2014/main" id="{960D90C4-B1AF-40AB-94CD-82F046BEE691}"/>
              </a:ext>
            </a:extLst>
          </p:cNvPr>
          <p:cNvSpPr>
            <a:spLocks xmlns:a="http://schemas.openxmlformats.org/drawingml/2006/main" noGrp="1"/>
          </p:cNvSpPr>
          <p:nvPr/>
        </p:nvSpPr>
        <p:spPr>
          <a:xfrm xmlns:a="http://schemas.openxmlformats.org/drawingml/2006/main">
            <a:off x="4648280" y="2990694"/>
            <a:ext cx="95" cy="103817"/>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12977">
            <a:solidFill>
              <a:srgbClr val="14295B"/>
            </a:solidFill>
            <a:prstDash val="solid"/>
          </a:ln>
        </p:spPr>
      </p:sp>
      <p:sp>
        <p:nvSpPr>
          <p:cNvPr id="38" name="Editable chart path">
            <a:extLst xmlns:a="http://schemas.openxmlformats.org/drawingml/2006/main">
              <a:ext uri="{FF2B5EF4-FFF2-40B4-BE49-F238E27FC236}">
                <a16:creationId xmlns:a16="http://schemas.microsoft.com/office/drawing/2014/main" id="{54983A38-6115-44D8-A9B9-1A02A1C3FEFD}"/>
              </a:ext>
            </a:extLst>
          </p:cNvPr>
          <p:cNvSpPr>
            <a:spLocks xmlns:a="http://schemas.openxmlformats.org/drawingml/2006/main" noGrp="1"/>
          </p:cNvSpPr>
          <p:nvPr/>
        </p:nvSpPr>
        <p:spPr>
          <a:xfrm xmlns:a="http://schemas.openxmlformats.org/drawingml/2006/main">
            <a:off x="5340064" y="3696653"/>
            <a:ext cx="4871132" cy="95"/>
          </a:xfrm>
          <a:custGeom xmlns:a="http://schemas.openxmlformats.org/drawingml/2006/main">
            <a:pathLst>
              <a:path w="3575316" h="95">
                <a:moveTo>
                  <a:pt x="0" y="0"/>
                </a:moveTo>
                <a:lnTo>
                  <a:pt x="3575316" y="0"/>
                </a:lnTo>
              </a:path>
            </a:pathLst>
          </a:custGeom>
          <a:noFill xmlns:a="http://schemas.openxmlformats.org/drawingml/2006/main"/>
          <a:ln xmlns:a="http://schemas.openxmlformats.org/drawingml/2006/main" w="20763">
            <a:solidFill>
              <a:srgbClr val="C0453C"/>
            </a:solidFill>
            <a:prstDash val="solid"/>
          </a:ln>
        </p:spPr>
      </p:sp>
      <p:sp>
        <p:nvSpPr>
          <p:cNvPr id="39" name="Editable chart path">
            <a:extLst xmlns:a="http://schemas.openxmlformats.org/drawingml/2006/main">
              <a:ext uri="{FF2B5EF4-FFF2-40B4-BE49-F238E27FC236}">
                <a16:creationId xmlns:a16="http://schemas.microsoft.com/office/drawing/2014/main" id="{12C14019-B120-4B32-A487-1C1D6BD0BC19}"/>
              </a:ext>
            </a:extLst>
          </p:cNvPr>
          <p:cNvSpPr>
            <a:spLocks xmlns:a="http://schemas.openxmlformats.org/drawingml/2006/main" noGrp="1"/>
          </p:cNvSpPr>
          <p:nvPr/>
        </p:nvSpPr>
        <p:spPr>
          <a:xfrm xmlns:a="http://schemas.openxmlformats.org/drawingml/2006/main">
            <a:off x="5340064" y="3644744"/>
            <a:ext cx="95" cy="103817"/>
          </a:xfrm>
          <a:custGeom xmlns:a="http://schemas.openxmlformats.org/drawingml/2006/main">
            <a:pathLst>
              <a:path w="95" h="76200">
                <a:moveTo>
                  <a:pt x="0" y="76200"/>
                </a:moveTo>
                <a:lnTo>
                  <a:pt x="0" y="0"/>
                </a:lnTo>
              </a:path>
            </a:pathLst>
          </a:custGeom>
          <a:solidFill xmlns:a="http://schemas.openxmlformats.org/drawingml/2006/main">
            <a:srgbClr val="C0453C"/>
          </a:solidFill>
          <a:ln xmlns:a="http://schemas.openxmlformats.org/drawingml/2006/main" w="12977">
            <a:solidFill>
              <a:srgbClr val="C0453C"/>
            </a:solidFill>
            <a:prstDash val="solid"/>
          </a:ln>
        </p:spPr>
      </p:sp>
      <p:sp>
        <p:nvSpPr>
          <p:cNvPr id="40" name="Editable chart path">
            <a:extLst xmlns:a="http://schemas.openxmlformats.org/drawingml/2006/main">
              <a:ext uri="{FF2B5EF4-FFF2-40B4-BE49-F238E27FC236}">
                <a16:creationId xmlns:a16="http://schemas.microsoft.com/office/drawing/2014/main" id="{9FD1DA55-820C-4516-96E6-552EA489966A}"/>
              </a:ext>
            </a:extLst>
          </p:cNvPr>
          <p:cNvSpPr>
            <a:spLocks xmlns:a="http://schemas.openxmlformats.org/drawingml/2006/main" noGrp="1"/>
          </p:cNvSpPr>
          <p:nvPr/>
        </p:nvSpPr>
        <p:spPr>
          <a:xfrm xmlns:a="http://schemas.openxmlformats.org/drawingml/2006/main">
            <a:off x="10211196" y="3644744"/>
            <a:ext cx="95" cy="103817"/>
          </a:xfrm>
          <a:custGeom xmlns:a="http://schemas.openxmlformats.org/drawingml/2006/main">
            <a:pathLst>
              <a:path w="95" h="76200">
                <a:moveTo>
                  <a:pt x="0" y="76200"/>
                </a:moveTo>
                <a:lnTo>
                  <a:pt x="0" y="0"/>
                </a:lnTo>
              </a:path>
            </a:pathLst>
          </a:custGeom>
          <a:solidFill xmlns:a="http://schemas.openxmlformats.org/drawingml/2006/main">
            <a:srgbClr val="C0453C"/>
          </a:solidFill>
          <a:ln xmlns:a="http://schemas.openxmlformats.org/drawingml/2006/main" w="12977">
            <a:solidFill>
              <a:srgbClr val="C0453C"/>
            </a:solidFill>
            <a:prstDash val="solid"/>
          </a:ln>
        </p:spPr>
      </p:sp>
      <p:sp>
        <p:nvSpPr>
          <p:cNvPr id="41" name="Editable chart path">
            <a:extLst xmlns:a="http://schemas.openxmlformats.org/drawingml/2006/main">
              <a:ext uri="{FF2B5EF4-FFF2-40B4-BE49-F238E27FC236}">
                <a16:creationId xmlns:a16="http://schemas.microsoft.com/office/drawing/2014/main" id="{9ED83BE3-E6C3-4916-8BEA-528599B89258}"/>
              </a:ext>
            </a:extLst>
          </p:cNvPr>
          <p:cNvSpPr>
            <a:spLocks xmlns:a="http://schemas.openxmlformats.org/drawingml/2006/main" noGrp="1"/>
          </p:cNvSpPr>
          <p:nvPr/>
        </p:nvSpPr>
        <p:spPr>
          <a:xfrm xmlns:a="http://schemas.openxmlformats.org/drawingml/2006/main">
            <a:off x="4496100" y="4350703"/>
            <a:ext cx="1193907" cy="95"/>
          </a:xfrm>
          <a:custGeom xmlns:a="http://schemas.openxmlformats.org/drawingml/2006/main">
            <a:pathLst>
              <a:path w="876304" h="95">
                <a:moveTo>
                  <a:pt x="0" y="0"/>
                </a:moveTo>
                <a:lnTo>
                  <a:pt x="876304" y="0"/>
                </a:lnTo>
              </a:path>
            </a:pathLst>
          </a:custGeom>
          <a:noFill xmlns:a="http://schemas.openxmlformats.org/drawingml/2006/main"/>
          <a:ln xmlns:a="http://schemas.openxmlformats.org/drawingml/2006/main" w="20763">
            <a:solidFill>
              <a:srgbClr val="14295B"/>
            </a:solidFill>
            <a:prstDash val="solid"/>
          </a:ln>
        </p:spPr>
      </p:sp>
      <p:sp>
        <p:nvSpPr>
          <p:cNvPr id="42" name="Editable chart path">
            <a:extLst xmlns:a="http://schemas.openxmlformats.org/drawingml/2006/main">
              <a:ext uri="{FF2B5EF4-FFF2-40B4-BE49-F238E27FC236}">
                <a16:creationId xmlns:a16="http://schemas.microsoft.com/office/drawing/2014/main" id="{F7935DCE-7972-49EE-950E-260DFA979533}"/>
              </a:ext>
            </a:extLst>
          </p:cNvPr>
          <p:cNvSpPr>
            <a:spLocks xmlns:a="http://schemas.openxmlformats.org/drawingml/2006/main" noGrp="1"/>
          </p:cNvSpPr>
          <p:nvPr/>
        </p:nvSpPr>
        <p:spPr>
          <a:xfrm xmlns:a="http://schemas.openxmlformats.org/drawingml/2006/main">
            <a:off x="4496100" y="4298794"/>
            <a:ext cx="95" cy="103817"/>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12977">
            <a:solidFill>
              <a:srgbClr val="14295B"/>
            </a:solidFill>
            <a:prstDash val="solid"/>
          </a:ln>
        </p:spPr>
      </p:sp>
      <p:sp>
        <p:nvSpPr>
          <p:cNvPr id="43" name="Editable chart path">
            <a:extLst xmlns:a="http://schemas.openxmlformats.org/drawingml/2006/main">
              <a:ext uri="{FF2B5EF4-FFF2-40B4-BE49-F238E27FC236}">
                <a16:creationId xmlns:a16="http://schemas.microsoft.com/office/drawing/2014/main" id="{194D21B1-C7F5-4EA3-9111-F5CC1C155E93}"/>
              </a:ext>
            </a:extLst>
          </p:cNvPr>
          <p:cNvSpPr>
            <a:spLocks xmlns:a="http://schemas.openxmlformats.org/drawingml/2006/main" noGrp="1"/>
          </p:cNvSpPr>
          <p:nvPr/>
        </p:nvSpPr>
        <p:spPr>
          <a:xfrm xmlns:a="http://schemas.openxmlformats.org/drawingml/2006/main">
            <a:off x="5690007" y="4298794"/>
            <a:ext cx="95" cy="103817"/>
          </a:xfrm>
          <a:custGeom xmlns:a="http://schemas.openxmlformats.org/drawingml/2006/main">
            <a:pathLst>
              <a:path w="95" h="76200">
                <a:moveTo>
                  <a:pt x="0" y="76200"/>
                </a:moveTo>
                <a:lnTo>
                  <a:pt x="0" y="0"/>
                </a:lnTo>
              </a:path>
            </a:pathLst>
          </a:custGeom>
          <a:solidFill xmlns:a="http://schemas.openxmlformats.org/drawingml/2006/main">
            <a:srgbClr val="14295B"/>
          </a:solidFill>
          <a:ln xmlns:a="http://schemas.openxmlformats.org/drawingml/2006/main" w="12977">
            <a:solidFill>
              <a:srgbClr val="14295B"/>
            </a:solidFill>
            <a:prstDash val="solid"/>
          </a:ln>
        </p:spPr>
      </p:sp>
      <p:sp>
        <p:nvSpPr>
          <p:cNvPr id="44" name="Editable chart path">
            <a:extLst xmlns:a="http://schemas.openxmlformats.org/drawingml/2006/main">
              <a:ext uri="{FF2B5EF4-FFF2-40B4-BE49-F238E27FC236}">
                <a16:creationId xmlns:a16="http://schemas.microsoft.com/office/drawing/2014/main" id="{F17BDF09-472E-4C7E-8F39-3F9A105546F8}"/>
              </a:ext>
            </a:extLst>
          </p:cNvPr>
          <p:cNvSpPr>
            <a:spLocks xmlns:a="http://schemas.openxmlformats.org/drawingml/2006/main" noGrp="1"/>
          </p:cNvSpPr>
          <p:nvPr/>
        </p:nvSpPr>
        <p:spPr>
          <a:xfrm xmlns:a="http://schemas.openxmlformats.org/drawingml/2006/main">
            <a:off x="4554644" y="2984205"/>
            <a:ext cx="116795" cy="116795"/>
          </a:xfrm>
          <a:custGeom xmlns:a="http://schemas.openxmlformats.org/drawingml/2006/main">
            <a:pathLst>
              <a:path w="85725" h="85725">
                <a:moveTo>
                  <a:pt x="42863" y="85725"/>
                </a:moveTo>
                <a:cubicBezTo>
                  <a:pt x="54230" y="85725"/>
                  <a:pt x="65133" y="81209"/>
                  <a:pt x="73171" y="73171"/>
                </a:cubicBezTo>
                <a:cubicBezTo>
                  <a:pt x="81209" y="65133"/>
                  <a:pt x="85725" y="54230"/>
                  <a:pt x="85725" y="42863"/>
                </a:cubicBezTo>
                <a:cubicBezTo>
                  <a:pt x="85725" y="31495"/>
                  <a:pt x="81209" y="20592"/>
                  <a:pt x="73171" y="12554"/>
                </a:cubicBezTo>
                <a:cubicBezTo>
                  <a:pt x="65133" y="4516"/>
                  <a:pt x="54230" y="0"/>
                  <a:pt x="42863" y="0"/>
                </a:cubicBezTo>
                <a:cubicBezTo>
                  <a:pt x="31495" y="0"/>
                  <a:pt x="20592" y="4516"/>
                  <a:pt x="12554" y="12554"/>
                </a:cubicBezTo>
                <a:cubicBezTo>
                  <a:pt x="4516" y="20592"/>
                  <a:pt x="0" y="31495"/>
                  <a:pt x="0" y="42863"/>
                </a:cubicBezTo>
                <a:cubicBezTo>
                  <a:pt x="0" y="54230"/>
                  <a:pt x="4516" y="65133"/>
                  <a:pt x="12554" y="73171"/>
                </a:cubicBezTo>
                <a:cubicBezTo>
                  <a:pt x="20592" y="81209"/>
                  <a:pt x="31495" y="85725"/>
                  <a:pt x="42863" y="85725"/>
                </a:cubicBezTo>
                <a:close/>
              </a:path>
            </a:pathLst>
          </a:custGeom>
          <a:solidFill xmlns:a="http://schemas.openxmlformats.org/drawingml/2006/main">
            <a:srgbClr val="14295B"/>
          </a:solidFill>
          <a:ln xmlns:a="http://schemas.openxmlformats.org/drawingml/2006/main" w="12977">
            <a:solidFill>
              <a:srgbClr val="14295B"/>
            </a:solidFill>
            <a:prstDash val="solid"/>
          </a:ln>
        </p:spPr>
      </p:sp>
      <p:sp>
        <p:nvSpPr>
          <p:cNvPr id="45" name="Editable chart path">
            <a:extLst xmlns:a="http://schemas.openxmlformats.org/drawingml/2006/main">
              <a:ext uri="{FF2B5EF4-FFF2-40B4-BE49-F238E27FC236}">
                <a16:creationId xmlns:a16="http://schemas.microsoft.com/office/drawing/2014/main" id="{44A756E0-9875-4AB5-90AA-F573C7990059}"/>
              </a:ext>
            </a:extLst>
          </p:cNvPr>
          <p:cNvSpPr>
            <a:spLocks xmlns:a="http://schemas.openxmlformats.org/drawingml/2006/main" noGrp="1"/>
          </p:cNvSpPr>
          <p:nvPr/>
        </p:nvSpPr>
        <p:spPr>
          <a:xfrm xmlns:a="http://schemas.openxmlformats.org/drawingml/2006/main">
            <a:off x="6123112" y="3638255"/>
            <a:ext cx="116795" cy="116795"/>
          </a:xfrm>
          <a:custGeom xmlns:a="http://schemas.openxmlformats.org/drawingml/2006/main">
            <a:pathLst>
              <a:path w="85725" h="85725">
                <a:moveTo>
                  <a:pt x="42863" y="85725"/>
                </a:moveTo>
                <a:cubicBezTo>
                  <a:pt x="54230" y="85725"/>
                  <a:pt x="65133" y="81209"/>
                  <a:pt x="73171" y="73171"/>
                </a:cubicBezTo>
                <a:cubicBezTo>
                  <a:pt x="81209" y="65133"/>
                  <a:pt x="85725" y="54230"/>
                  <a:pt x="85725" y="42863"/>
                </a:cubicBezTo>
                <a:cubicBezTo>
                  <a:pt x="85725" y="31495"/>
                  <a:pt x="81209" y="20592"/>
                  <a:pt x="73171" y="12554"/>
                </a:cubicBezTo>
                <a:cubicBezTo>
                  <a:pt x="65133" y="4516"/>
                  <a:pt x="54230" y="0"/>
                  <a:pt x="42863" y="0"/>
                </a:cubicBezTo>
                <a:cubicBezTo>
                  <a:pt x="31495" y="0"/>
                  <a:pt x="20592" y="4516"/>
                  <a:pt x="12554" y="12554"/>
                </a:cubicBezTo>
                <a:cubicBezTo>
                  <a:pt x="4516" y="20592"/>
                  <a:pt x="0" y="31495"/>
                  <a:pt x="0" y="42863"/>
                </a:cubicBezTo>
                <a:cubicBezTo>
                  <a:pt x="0" y="54230"/>
                  <a:pt x="4516" y="65133"/>
                  <a:pt x="12554" y="73171"/>
                </a:cubicBezTo>
                <a:cubicBezTo>
                  <a:pt x="20592" y="81209"/>
                  <a:pt x="31495" y="85725"/>
                  <a:pt x="42863" y="85725"/>
                </a:cubicBezTo>
                <a:close/>
              </a:path>
            </a:pathLst>
          </a:custGeom>
          <a:solidFill xmlns:a="http://schemas.openxmlformats.org/drawingml/2006/main">
            <a:srgbClr val="C0453C"/>
          </a:solidFill>
          <a:ln xmlns:a="http://schemas.openxmlformats.org/drawingml/2006/main" w="12977">
            <a:solidFill>
              <a:srgbClr val="C0453C"/>
            </a:solidFill>
            <a:prstDash val="solid"/>
          </a:ln>
        </p:spPr>
      </p:sp>
      <p:sp>
        <p:nvSpPr>
          <p:cNvPr id="46" name="Editable chart path">
            <a:extLst xmlns:a="http://schemas.openxmlformats.org/drawingml/2006/main">
              <a:ext uri="{FF2B5EF4-FFF2-40B4-BE49-F238E27FC236}">
                <a16:creationId xmlns:a16="http://schemas.microsoft.com/office/drawing/2014/main" id="{68173B12-C25B-4DDE-940F-727996AB011C}"/>
              </a:ext>
            </a:extLst>
          </p:cNvPr>
          <p:cNvSpPr>
            <a:spLocks xmlns:a="http://schemas.openxmlformats.org/drawingml/2006/main" noGrp="1"/>
          </p:cNvSpPr>
          <p:nvPr/>
        </p:nvSpPr>
        <p:spPr>
          <a:xfrm xmlns:a="http://schemas.openxmlformats.org/drawingml/2006/main">
            <a:off x="5020619" y="4292305"/>
            <a:ext cx="116795" cy="116795"/>
          </a:xfrm>
          <a:custGeom xmlns:a="http://schemas.openxmlformats.org/drawingml/2006/main">
            <a:pathLst>
              <a:path w="85725" h="85725">
                <a:moveTo>
                  <a:pt x="42863" y="85725"/>
                </a:moveTo>
                <a:cubicBezTo>
                  <a:pt x="54230" y="85725"/>
                  <a:pt x="65133" y="81209"/>
                  <a:pt x="73171" y="73171"/>
                </a:cubicBezTo>
                <a:cubicBezTo>
                  <a:pt x="81209" y="65133"/>
                  <a:pt x="85725" y="54230"/>
                  <a:pt x="85725" y="42863"/>
                </a:cubicBezTo>
                <a:cubicBezTo>
                  <a:pt x="85725" y="31495"/>
                  <a:pt x="81209" y="20592"/>
                  <a:pt x="73171" y="12554"/>
                </a:cubicBezTo>
                <a:cubicBezTo>
                  <a:pt x="65133" y="4516"/>
                  <a:pt x="54230" y="0"/>
                  <a:pt x="42863" y="0"/>
                </a:cubicBezTo>
                <a:cubicBezTo>
                  <a:pt x="31495" y="0"/>
                  <a:pt x="20592" y="4516"/>
                  <a:pt x="12554" y="12554"/>
                </a:cubicBezTo>
                <a:cubicBezTo>
                  <a:pt x="4516" y="20592"/>
                  <a:pt x="0" y="31495"/>
                  <a:pt x="0" y="42863"/>
                </a:cubicBezTo>
                <a:cubicBezTo>
                  <a:pt x="0" y="54230"/>
                  <a:pt x="4516" y="65133"/>
                  <a:pt x="12554" y="73171"/>
                </a:cubicBezTo>
                <a:cubicBezTo>
                  <a:pt x="20592" y="81209"/>
                  <a:pt x="31495" y="85725"/>
                  <a:pt x="42863" y="85725"/>
                </a:cubicBezTo>
                <a:close/>
              </a:path>
            </a:pathLst>
          </a:custGeom>
          <a:solidFill xmlns:a="http://schemas.openxmlformats.org/drawingml/2006/main">
            <a:srgbClr val="14295B"/>
          </a:solidFill>
          <a:ln xmlns:a="http://schemas.openxmlformats.org/drawingml/2006/main" w="12977">
            <a:solidFill>
              <a:srgbClr val="14295B"/>
            </a:solidFill>
            <a:prstDash val="solid"/>
          </a:ln>
        </p:spPr>
      </p:sp>
      <p:sp>
        <p:nvSpPr>
          <p:cNvPr id="47" name="">
            <a:extLst xmlns:a="http://schemas.openxmlformats.org/drawingml/2006/main">
              <a:ext uri="{FF2B5EF4-FFF2-40B4-BE49-F238E27FC236}">
                <a16:creationId xmlns:a16="http://schemas.microsoft.com/office/drawing/2014/main" id="{ABE9D5CD-CFB1-42BA-A1E4-F3083C9F61C7}"/>
              </a:ext>
            </a:extLst>
          </p:cNvPr>
          <p:cNvSpPr>
            <a:spLocks xmlns:a="http://schemas.openxmlformats.org/drawingml/2006/main" noGrp="1"/>
          </p:cNvSpPr>
          <p:nvPr/>
        </p:nvSpPr>
        <p:spPr>
          <a:xfrm xmlns:a="http://schemas.openxmlformats.org/drawingml/2006/main" rot="0">
            <a:off x="1213984" y="5678424"/>
            <a:ext cx="5637371" cy="302732"/>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324" b="0">
                <a:solidFill>
                  <a:srgbClr val="5A6683"/>
                </a:solidFill>
                <a:latin typeface="Poppins"/>
                <a:ea typeface="Poppins"/>
                <a:cs typeface="Poppins"/>
              </a:defRPr>
            </a:defPPr>
            <a:lvl1pPr>
              <a:defRPr sz="1324" b="0">
                <a:solidFill>
                  <a:srgbClr val="5A6683"/>
                </a:solidFill>
                <a:latin typeface="Poppins"/>
                <a:ea typeface="Poppins"/>
                <a:cs typeface="Poppins"/>
              </a:defRPr>
            </a:lvl1pPr>
            <a:lvl2pPr>
              <a:defRPr sz="1324" b="0">
                <a:solidFill>
                  <a:srgbClr val="5A6683"/>
                </a:solidFill>
                <a:latin typeface="Poppins"/>
                <a:ea typeface="Poppins"/>
                <a:cs typeface="Poppins"/>
              </a:defRPr>
            </a:lvl2pPr>
            <a:lvl3pPr>
              <a:defRPr sz="1324" b="0">
                <a:solidFill>
                  <a:srgbClr val="5A6683"/>
                </a:solidFill>
                <a:latin typeface="Poppins"/>
                <a:ea typeface="Poppins"/>
                <a:cs typeface="Poppins"/>
              </a:defRPr>
            </a:lvl3pPr>
            <a:lvl4pPr>
              <a:defRPr sz="1324" b="0">
                <a:solidFill>
                  <a:srgbClr val="5A6683"/>
                </a:solidFill>
                <a:latin typeface="Poppins"/>
                <a:ea typeface="Poppins"/>
                <a:cs typeface="Poppins"/>
              </a:defRPr>
            </a:lvl4pPr>
            <a:lvl5pPr>
              <a:defRPr sz="1324" b="0">
                <a:solidFill>
                  <a:srgbClr val="5A6683"/>
                </a:solidFill>
                <a:latin typeface="Poppins"/>
                <a:ea typeface="Poppins"/>
                <a:cs typeface="Poppins"/>
              </a:defRPr>
            </a:lvl5pPr>
            <a:lvl6pPr>
              <a:defRPr sz="1324" b="0">
                <a:solidFill>
                  <a:srgbClr val="5A6683"/>
                </a:solidFill>
                <a:latin typeface="Poppins"/>
                <a:ea typeface="Poppins"/>
                <a:cs typeface="Poppins"/>
              </a:defRPr>
            </a:lvl6pPr>
            <a:lvl7pPr>
              <a:defRPr sz="1324" b="0">
                <a:solidFill>
                  <a:srgbClr val="5A6683"/>
                </a:solidFill>
                <a:latin typeface="Poppins"/>
                <a:ea typeface="Poppins"/>
                <a:cs typeface="Poppins"/>
              </a:defRPr>
            </a:lvl7pPr>
            <a:lvl8pPr>
              <a:defRPr sz="1324" b="0">
                <a:solidFill>
                  <a:srgbClr val="5A6683"/>
                </a:solidFill>
                <a:latin typeface="Poppins"/>
                <a:ea typeface="Poppins"/>
                <a:cs typeface="Poppins"/>
              </a:defRPr>
            </a:lvl8pPr>
            <a:lvl9pPr>
              <a:defRPr sz="1324" b="0">
                <a:solidFill>
                  <a:srgbClr val="5A6683"/>
                </a:solidFill>
                <a:latin typeface="Poppins"/>
                <a:ea typeface="Poppins"/>
                <a:cs typeface="Poppins"/>
              </a:defRPr>
            </a:lvl9pPr>
          </a:lstStyle>
          <a:p xmlns:a="http://schemas.openxmlformats.org/drawingml/2006/main">
            <a:pPr>
              <a:defRPr sz="1324" b="0">
                <a:solidFill>
                  <a:srgbClr val="5A6683"/>
                </a:solidFill>
                <a:latin typeface="Poppins"/>
                <a:ea typeface="Poppins"/>
                <a:cs typeface="Poppins"/>
              </a:defRPr>
            </a:pPr>
            <a:r>
              <a:rPr sz="1324" b="0">
                <a:solidFill>
                  <a:srgbClr val="5A6683"/>
                </a:solidFill>
                <a:latin typeface="Poppins"/>
                <a:ea typeface="Poppins"/>
                <a:cs typeface="Poppins"/>
              </a:rPr>
              <a:t>1 km max: descriptive selection · Oct 2026: 2 onsets, descriptive only</a:t>
            </a:r>
          </a:p>
        </p:txBody>
      </p:sp>
    </p:spTree>
    <p:extLst>
      <p:ext uri="{BB962C8B-B14F-4D97-AF65-F5344CB8AC3E}">
        <p14:creationId xmlns:p14="http://schemas.microsoft.com/office/powerpoint/2010/main" val="597896415"/>
      </p:ext>
    </p:extLst>
  </p:cSld>
</p:sld>
</file>

<file path=ppt/slides/slide18.xml><?xml version="1.0" encoding="utf-8"?>
<p:sld xmlns:p="http://schemas.openxmlformats.org/presentationml/2006/main">
  <p:cSld>
    <p:bg>
      <p:bgPr>
        <a:solidFill xmlns:a="http://schemas.openxmlformats.org/drawingml/2006/main">
          <a:srgbClr val="2C5EAA"/>
        </a:solidFill>
      </p:bgPr>
    </p:bg>
    <p:spTree>
      <p:nvGrpSpPr>
        <p:cNvPr id="1" name=""/>
        <p:cNvGrpSpPr/>
        <p:nvPr/>
      </p:nvGrpSpPr>
      <p:grpSpPr>
        <a:xfrm xmlns:a="http://schemas.openxmlformats.org/drawingml/2006/main"/>
      </p:grpSpPr>
      <p:pic>
        <p:nvPicPr>
          <p:cNvPr id="2" name="Image 0">
            <a:extLst xmlns:a="http://schemas.openxmlformats.org/drawingml/2006/main">
              <a:ext uri="{FF2B5EF4-FFF2-40B4-BE49-F238E27FC236}">
                <a16:creationId xmlns:a16="http://schemas.microsoft.com/office/drawing/2014/main" id="{8D743086-65B4-4C88-A777-F9FBADB015DE}"/>
              </a:ext>
            </a:extLst>
          </p:cNvPr>
          <p:cNvPicPr>
            <a:picLocks xmlns:a="http://schemas.openxmlformats.org/drawingml/2006/main" noChangeAspect="1"/>
          </p:cNvPicPr>
          <p:nvPr/>
        </p:nvPicPr>
        <p:blipFill>
          <a:blip xmlns:r="http://schemas.openxmlformats.org/officeDocument/2006/relationships" xmlns:a="http://schemas.openxmlformats.org/drawingml/2006/main" r:embed="R589187f542304f93">
            <a:alphaModFix amt="50000"/>
          </a:blip>
          <a:srcRect xmlns:a="http://schemas.openxmlformats.org/drawingml/2006/main" l="0" t="0" r="0" b="0"/>
          <a:stretch xmlns:a="http://schemas.openxmlformats.org/drawingml/2006/main"/>
        </p:blipFill>
        <p:spPr>
          <a:xfrm xmlns:a="http://schemas.openxmlformats.org/drawingml/2006/main">
            <a:off x="9093200" y="609600"/>
            <a:ext cx="2286000" cy="1270000"/>
          </a:xfrm>
          <a:prstGeom xmlns:a="http://schemas.openxmlformats.org/drawingml/2006/main" prst="rect">
            <a:avLst/>
          </a:prstGeom>
        </p:spPr>
      </p:pic>
      <p:sp>
        <p:nvSpPr>
          <p:cNvPr id="3" name="Text 0">
            <a:extLst xmlns:a="http://schemas.openxmlformats.org/drawingml/2006/main">
              <a:ext uri="{FF2B5EF4-FFF2-40B4-BE49-F238E27FC236}">
                <a16:creationId xmlns:a16="http://schemas.microsoft.com/office/drawing/2014/main" id="{13F61D43-ABAA-4803-A0A5-3F895C5B2C43}"/>
              </a:ext>
            </a:extLst>
          </p:cNvPr>
          <p:cNvSpPr>
            <a:spLocks xmlns:a="http://schemas.openxmlformats.org/drawingml/2006/main" noGrp="1"/>
          </p:cNvSpPr>
          <p:nvPr/>
        </p:nvSpPr>
        <p:spPr>
          <a:xfrm xmlns:a="http://schemas.openxmlformats.org/drawingml/2006/main">
            <a:off x="812800" y="1451025"/>
            <a:ext cx="5595938" cy="314920"/>
          </a:xfrm>
          <a:prstGeom xmlns:a="http://schemas.openxmlformats.org/drawingml/2006/main" prst="roundRect">
            <a:avLst>
              <a:gd name="adj" fmla="val 50000"/>
            </a:avLst>
          </a:prstGeom>
          <a:solidFill xmlns:a="http://schemas.openxmlformats.org/drawingml/2006/main">
            <a:srgbClr val="14295B"/>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FFFFFF"/>
                </a:solidFill>
                <a:latin typeface="Poppins"/>
                <a:ea typeface="Poppins"/>
                <a:cs typeface="Poppins"/>
              </a:rPr>
              <a:t>Q3 · WHERE WEATHER HELPS · LIGHTGBM, MORNING FORECAST</a:t>
            </a:r>
            <a:endParaRPr sz="1200"/>
          </a:p>
        </p:txBody>
      </p:sp>
      <p:sp>
        <p:nvSpPr>
          <p:cNvPr id="4" name="Text 1">
            <a:extLst xmlns:a="http://schemas.openxmlformats.org/drawingml/2006/main">
              <a:ext uri="{FF2B5EF4-FFF2-40B4-BE49-F238E27FC236}">
                <a16:creationId xmlns:a16="http://schemas.microsoft.com/office/drawing/2014/main" id="{7973E6F0-2151-4464-BE9B-F85D6777D987}"/>
              </a:ext>
            </a:extLst>
          </p:cNvPr>
          <p:cNvSpPr>
            <a:spLocks xmlns:a="http://schemas.openxmlformats.org/drawingml/2006/main" noGrp="1"/>
          </p:cNvSpPr>
          <p:nvPr/>
        </p:nvSpPr>
        <p:spPr>
          <a:xfrm xmlns:a="http://schemas.openxmlformats.org/drawingml/2006/main">
            <a:off x="812800" y="1969145"/>
            <a:ext cx="10883392" cy="159385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2350"/>
              </a:lnSpc>
              <a:buNone/>
            </a:pPr>
            <a:r>
              <a:rPr sz="13000">
                <a:solidFill>
                  <a:srgbClr val="FFFFFF"/>
                </a:solidFill>
                <a:latin typeface="Anton"/>
                <a:ea typeface="Anton"/>
                <a:cs typeface="Anton"/>
              </a:rPr>
              <a:t>6–10%</a:t>
            </a:r>
            <a:endParaRPr sz="13000"/>
          </a:p>
        </p:txBody>
      </p:sp>
      <p:sp>
        <p:nvSpPr>
          <p:cNvPr id="5" name="Text 2">
            <a:extLst xmlns:a="http://schemas.openxmlformats.org/drawingml/2006/main">
              <a:ext uri="{FF2B5EF4-FFF2-40B4-BE49-F238E27FC236}">
                <a16:creationId xmlns:a16="http://schemas.microsoft.com/office/drawing/2014/main" id="{CDCEBAB2-EA18-42AF-9120-0BBECFCE7A89}"/>
              </a:ext>
            </a:extLst>
          </p:cNvPr>
          <p:cNvSpPr>
            <a:spLocks xmlns:a="http://schemas.openxmlformats.org/drawingml/2006/main" noGrp="1"/>
          </p:cNvSpPr>
          <p:nvPr/>
        </p:nvSpPr>
        <p:spPr>
          <a:xfrm xmlns:a="http://schemas.openxmlformats.org/drawingml/2006/main">
            <a:off x="812800" y="3740795"/>
            <a:ext cx="9156700" cy="75178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860"/>
              </a:lnSpc>
              <a:buNone/>
            </a:pPr>
            <a:r>
              <a:rPr sz="2200">
                <a:solidFill>
                  <a:srgbClr val="FFFFFF"/>
                </a:solidFill>
                <a:latin typeface="Poppins"/>
                <a:ea typeface="Poppins"/>
                <a:cs typeface="Poppins"/>
              </a:rPr>
              <a:t>better predictions of later taxi shortfalls when NEA’s morning 24-hour forecast is added</a:t>
            </a:r>
            <a:endParaRPr sz="2200"/>
          </a:p>
        </p:txBody>
      </p:sp>
      <p:sp>
        <p:nvSpPr>
          <p:cNvPr id="6" name="Text 3">
            <a:extLst xmlns:a="http://schemas.openxmlformats.org/drawingml/2006/main">
              <a:ext uri="{FF2B5EF4-FFF2-40B4-BE49-F238E27FC236}">
                <a16:creationId xmlns:a16="http://schemas.microsoft.com/office/drawing/2014/main" id="{998017FF-54C1-4448-8BB6-049538FDAE23}"/>
              </a:ext>
            </a:extLst>
          </p:cNvPr>
          <p:cNvSpPr>
            <a:spLocks xmlns:a="http://schemas.openxmlformats.org/drawingml/2006/main" noGrp="1"/>
          </p:cNvSpPr>
          <p:nvPr/>
        </p:nvSpPr>
        <p:spPr>
          <a:xfrm xmlns:a="http://schemas.openxmlformats.org/drawingml/2006/main">
            <a:off x="812800" y="4670375"/>
            <a:ext cx="9156700" cy="558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100"/>
              </a:lnSpc>
              <a:buNone/>
            </a:pPr>
            <a:r>
              <a:rPr sz="1500">
                <a:solidFill>
                  <a:srgbClr val="DCE6F4"/>
                </a:solidFill>
                <a:latin typeface="Poppins"/>
                <a:ea typeface="Poppins"/>
                <a:cs typeface="Poppins"/>
              </a:rPr>
              <a:t>The flexible model improves planning predictions using information known by 09:00. Regression is flat or worse.</a:t>
            </a:r>
            <a:endParaRPr sz="1500"/>
          </a:p>
        </p:txBody>
      </p:sp>
      <p:sp>
        <p:nvSpPr>
          <p:cNvPr id="7" name="Text 4">
            <a:extLst xmlns:a="http://schemas.openxmlformats.org/drawingml/2006/main">
              <a:ext uri="{FF2B5EF4-FFF2-40B4-BE49-F238E27FC236}">
                <a16:creationId xmlns:a16="http://schemas.microsoft.com/office/drawing/2014/main" id="{E44A0E48-C703-492B-8307-E071A92BD60C}"/>
              </a:ext>
            </a:extLst>
          </p:cNvPr>
          <p:cNvSpPr>
            <a:spLocks xmlns:a="http://schemas.openxmlformats.org/drawingml/2006/main" noGrp="1"/>
          </p:cNvSpPr>
          <p:nvPr/>
        </p:nvSpPr>
        <p:spPr>
          <a:xfrm xmlns:a="http://schemas.openxmlformats.org/drawingml/2006/main">
            <a:off x="812800" y="6248400"/>
            <a:ext cx="10001250"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680"/>
              </a:lnSpc>
              <a:buNone/>
            </a:pPr>
            <a:r>
              <a:rPr sz="1200">
                <a:solidFill>
                  <a:srgbClr val="DCE6F4"/>
                </a:solidFill>
                <a:latin typeface="Poppins"/>
                <a:ea typeface="Poppins"/>
                <a:cs typeface="Poppins"/>
              </a:rPr>
              <a:t>Flexible model: 10.1% [9.4,10.8] and 6.3% [4.9,7.5]. Corrective refit and second test scoring disclosed.</a:t>
            </a:r>
            <a:endParaRPr sz="1200"/>
          </a:p>
        </p:txBody>
      </p:sp>
      <p:sp>
        <p:nvSpPr>
          <p:cNvPr id="8" name="Text 5">
            <a:extLst xmlns:a="http://schemas.openxmlformats.org/drawingml/2006/main">
              <a:ext uri="{FF2B5EF4-FFF2-40B4-BE49-F238E27FC236}">
                <a16:creationId xmlns:a16="http://schemas.microsoft.com/office/drawing/2014/main" id="{0191C5EA-8C6C-41E6-B2FB-0D130D19273A}"/>
              </a:ext>
            </a:extLst>
          </p:cNvPr>
          <p:cNvSpPr>
            <a:spLocks xmlns:a="http://schemas.openxmlformats.org/drawingml/2006/main" noGrp="1"/>
          </p:cNvSpPr>
          <p:nvPr/>
        </p:nvSpPr>
        <p:spPr>
          <a:xfrm xmlns:a="http://schemas.openxmlformats.org/drawingml/2006/main">
            <a:off x="11196389" y="6248400"/>
            <a:ext cx="182811"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DCE6F4"/>
                </a:solidFill>
                <a:latin typeface="Poppins"/>
                <a:ea typeface="Poppins"/>
                <a:cs typeface="Poppins"/>
              </a:rPr>
              <a:t>18</a:t>
            </a:r>
            <a:endParaRPr sz="1200"/>
          </a:p>
        </p:txBody>
      </p:sp>
    </p:spTree>
    <p:extLst>
      <p:ext uri="{BB962C8B-B14F-4D97-AF65-F5344CB8AC3E}">
        <p14:creationId xmlns:p14="http://schemas.microsoft.com/office/powerpoint/2010/main" val="1202419935"/>
      </p:ext>
    </p:extLst>
  </p:cSld>
</p:sld>
</file>

<file path=ppt/slides/slide19.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D368AD1F-DF53-4E3C-B176-AD5A38D22C61}"/>
              </a:ext>
            </a:extLst>
          </p:cNvPr>
          <p:cNvSpPr>
            <a:spLocks xmlns:a="http://schemas.openxmlformats.org/drawingml/2006/main" noGrp="1"/>
          </p:cNvSpPr>
          <p:nvPr/>
        </p:nvSpPr>
        <p:spPr>
          <a:xfrm xmlns:a="http://schemas.openxmlformats.org/drawingml/2006/main">
            <a:off x="812800" y="812800"/>
            <a:ext cx="4988570"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RECOMMENDATION · OPTIMISATION MODEL + FINDINGS</a:t>
            </a:r>
            <a:endParaRPr sz="1200"/>
          </a:p>
        </p:txBody>
      </p:sp>
      <p:sp>
        <p:nvSpPr>
          <p:cNvPr id="3" name="Text 1">
            <a:extLst xmlns:a="http://schemas.openxmlformats.org/drawingml/2006/main">
              <a:ext uri="{FF2B5EF4-FFF2-40B4-BE49-F238E27FC236}">
                <a16:creationId xmlns:a16="http://schemas.microsoft.com/office/drawing/2014/main" id="{33067F7A-C5C2-407F-A6EF-BA69DE1D7C9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A CANDIDATE RAIN-DAY PLAYBOOK</a:t>
            </a:r>
            <a:endParaRPr sz="4000"/>
          </a:p>
        </p:txBody>
      </p:sp>
      <p:sp>
        <p:nvSpPr>
          <p:cNvPr id="4" name="Shape 2">
            <a:extLst xmlns:a="http://schemas.openxmlformats.org/drawingml/2006/main">
              <a:ext uri="{FF2B5EF4-FFF2-40B4-BE49-F238E27FC236}">
                <a16:creationId xmlns:a16="http://schemas.microsoft.com/office/drawing/2014/main" id="{4072138A-F3C1-4B1F-A019-6768EEE8C20D}"/>
              </a:ext>
            </a:extLst>
          </p:cNvPr>
          <p:cNvSpPr>
            <a:spLocks xmlns:a="http://schemas.openxmlformats.org/drawingml/2006/main" noGrp="1"/>
          </p:cNvSpPr>
          <p:nvPr/>
        </p:nvSpPr>
        <p:spPr>
          <a:xfrm xmlns:a="http://schemas.openxmlformats.org/drawingml/2006/main">
            <a:off x="812800" y="1953220"/>
            <a:ext cx="3420517" cy="1628626"/>
          </a:xfrm>
          <a:prstGeom xmlns:a="http://schemas.openxmlformats.org/drawingml/2006/main" prst="roundRect">
            <a:avLst>
              <a:gd name="adj" fmla="val 10137"/>
            </a:avLst>
          </a:prstGeom>
          <a:solidFill xmlns:a="http://schemas.openxmlformats.org/drawingml/2006/main">
            <a:srgbClr val="14295B"/>
          </a:solidFill>
        </p:spPr>
      </p:sp>
      <p:sp>
        <p:nvSpPr>
          <p:cNvPr id="5" name="Text 3">
            <a:extLst xmlns:a="http://schemas.openxmlformats.org/drawingml/2006/main">
              <a:ext uri="{FF2B5EF4-FFF2-40B4-BE49-F238E27FC236}">
                <a16:creationId xmlns:a16="http://schemas.microsoft.com/office/drawing/2014/main" id="{FDF76367-9015-445A-BE55-31646164CE90}"/>
              </a:ext>
            </a:extLst>
          </p:cNvPr>
          <p:cNvSpPr>
            <a:spLocks xmlns:a="http://schemas.openxmlformats.org/drawingml/2006/main" noGrp="1"/>
          </p:cNvSpPr>
          <p:nvPr/>
        </p:nvSpPr>
        <p:spPr>
          <a:xfrm xmlns:a="http://schemas.openxmlformats.org/drawingml/2006/main">
            <a:off x="1016000" y="2131020"/>
            <a:ext cx="3104540"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8FB8F2"/>
                </a:solidFill>
                <a:latin typeface="Anton"/>
                <a:ea typeface="Anton"/>
                <a:cs typeface="Anton"/>
              </a:rPr>
              <a:t>1 · BY 09:00</a:t>
            </a:r>
            <a:endParaRPr sz="2000"/>
          </a:p>
        </p:txBody>
      </p:sp>
      <p:sp>
        <p:nvSpPr>
          <p:cNvPr id="6" name="Text 4">
            <a:extLst xmlns:a="http://schemas.openxmlformats.org/drawingml/2006/main">
              <a:ext uri="{FF2B5EF4-FFF2-40B4-BE49-F238E27FC236}">
                <a16:creationId xmlns:a16="http://schemas.microsoft.com/office/drawing/2014/main" id="{6BF38AF3-4B6D-41EB-8F90-6268C7121F14}"/>
              </a:ext>
            </a:extLst>
          </p:cNvPr>
          <p:cNvSpPr>
            <a:spLocks xmlns:a="http://schemas.openxmlformats.org/drawingml/2006/main" noGrp="1"/>
          </p:cNvSpPr>
          <p:nvPr/>
        </p:nvSpPr>
        <p:spPr>
          <a:xfrm xmlns:a="http://schemas.openxmlformats.org/drawingml/2006/main">
            <a:off x="1016000" y="2473920"/>
            <a:ext cx="3104540" cy="693936"/>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FFFFFF"/>
                </a:solidFill>
                <a:latin typeface="Poppins"/>
                <a:ea typeface="Poppins"/>
                <a:cs typeface="Poppins"/>
              </a:rPr>
              <a:t>Read NEA’s 24-hour forecast. Schedule rain incentives and staging now.</a:t>
            </a:r>
            <a:endParaRPr sz="1300"/>
          </a:p>
        </p:txBody>
      </p:sp>
      <p:sp>
        <p:nvSpPr>
          <p:cNvPr id="7" name="Text 5">
            <a:extLst xmlns:a="http://schemas.openxmlformats.org/drawingml/2006/main">
              <a:ext uri="{FF2B5EF4-FFF2-40B4-BE49-F238E27FC236}">
                <a16:creationId xmlns:a16="http://schemas.microsoft.com/office/drawing/2014/main" id="{B633C191-BD28-4B3F-9887-7EBCCA43E61B}"/>
              </a:ext>
            </a:extLst>
          </p:cNvPr>
          <p:cNvSpPr>
            <a:spLocks xmlns:a="http://schemas.openxmlformats.org/drawingml/2006/main" noGrp="1"/>
          </p:cNvSpPr>
          <p:nvPr/>
        </p:nvSpPr>
        <p:spPr>
          <a:xfrm xmlns:a="http://schemas.openxmlformats.org/drawingml/2006/main">
            <a:off x="1016000" y="3205956"/>
            <a:ext cx="3104540" cy="22349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560"/>
              </a:lnSpc>
              <a:buNone/>
            </a:pPr>
            <a:r>
              <a:rPr sz="1200">
                <a:solidFill>
                  <a:srgbClr val="9FB6DA"/>
                </a:solidFill>
                <a:latin typeface="Poppins"/>
                <a:ea typeface="Poppins"/>
                <a:cs typeface="Poppins"/>
              </a:rPr>
              <a:t>Prediction deviance improves 6–10%</a:t>
            </a:r>
            <a:endParaRPr sz="1200"/>
          </a:p>
        </p:txBody>
      </p:sp>
      <p:sp>
        <p:nvSpPr>
          <p:cNvPr id="8" name="Shape 6">
            <a:extLst xmlns:a="http://schemas.openxmlformats.org/drawingml/2006/main">
              <a:ext uri="{FF2B5EF4-FFF2-40B4-BE49-F238E27FC236}">
                <a16:creationId xmlns:a16="http://schemas.microsoft.com/office/drawing/2014/main" id="{DD31FBCC-2EDB-4156-8BDC-A6E6D2E8A6EA}"/>
              </a:ext>
            </a:extLst>
          </p:cNvPr>
          <p:cNvSpPr>
            <a:spLocks xmlns:a="http://schemas.openxmlformats.org/drawingml/2006/main" noGrp="1"/>
          </p:cNvSpPr>
          <p:nvPr/>
        </p:nvSpPr>
        <p:spPr>
          <a:xfrm xmlns:a="http://schemas.openxmlformats.org/drawingml/2006/main">
            <a:off x="4385717" y="1953220"/>
            <a:ext cx="3420517" cy="1628626"/>
          </a:xfrm>
          <a:prstGeom xmlns:a="http://schemas.openxmlformats.org/drawingml/2006/main" prst="roundRect">
            <a:avLst>
              <a:gd name="adj" fmla="val 10137"/>
            </a:avLst>
          </a:prstGeom>
          <a:solidFill xmlns:a="http://schemas.openxmlformats.org/drawingml/2006/main">
            <a:srgbClr val="FBFCFE"/>
          </a:solidFill>
        </p:spPr>
      </p:sp>
      <p:sp>
        <p:nvSpPr>
          <p:cNvPr id="9" name="Text 7">
            <a:extLst xmlns:a="http://schemas.openxmlformats.org/drawingml/2006/main">
              <a:ext uri="{FF2B5EF4-FFF2-40B4-BE49-F238E27FC236}">
                <a16:creationId xmlns:a16="http://schemas.microsoft.com/office/drawing/2014/main" id="{DF690776-445B-47CD-9829-09B9447E5D19}"/>
              </a:ext>
            </a:extLst>
          </p:cNvPr>
          <p:cNvSpPr>
            <a:spLocks xmlns:a="http://schemas.openxmlformats.org/drawingml/2006/main" noGrp="1"/>
          </p:cNvSpPr>
          <p:nvPr/>
        </p:nvSpPr>
        <p:spPr>
          <a:xfrm xmlns:a="http://schemas.openxmlformats.org/drawingml/2006/main">
            <a:off x="4588917" y="2131020"/>
            <a:ext cx="3104540"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2C5EAA"/>
                </a:solidFill>
                <a:latin typeface="Anton"/>
                <a:ea typeface="Anton"/>
                <a:cs typeface="Anton"/>
              </a:rPr>
              <a:t>2 · 30–60 MIN BEFORE</a:t>
            </a:r>
            <a:endParaRPr sz="2000"/>
          </a:p>
        </p:txBody>
      </p:sp>
      <p:sp>
        <p:nvSpPr>
          <p:cNvPr id="10" name="Text 8">
            <a:extLst xmlns:a="http://schemas.openxmlformats.org/drawingml/2006/main">
              <a:ext uri="{FF2B5EF4-FFF2-40B4-BE49-F238E27FC236}">
                <a16:creationId xmlns:a16="http://schemas.microsoft.com/office/drawing/2014/main" id="{10A0F470-0ECC-46EC-BAE9-11F751407D80}"/>
              </a:ext>
            </a:extLst>
          </p:cNvPr>
          <p:cNvSpPr>
            <a:spLocks xmlns:a="http://schemas.openxmlformats.org/drawingml/2006/main" noGrp="1"/>
          </p:cNvSpPr>
          <p:nvPr/>
        </p:nvSpPr>
        <p:spPr>
          <a:xfrm xmlns:a="http://schemas.openxmlformats.org/drawingml/2006/main">
            <a:off x="4588917" y="2473920"/>
            <a:ext cx="3104540"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Rain forecast or 2–5 km away: move idle drivers toward the CBD.</a:t>
            </a:r>
            <a:endParaRPr sz="1300"/>
          </a:p>
        </p:txBody>
      </p:sp>
      <p:sp>
        <p:nvSpPr>
          <p:cNvPr id="11" name="Text 9">
            <a:extLst xmlns:a="http://schemas.openxmlformats.org/drawingml/2006/main">
              <a:ext uri="{FF2B5EF4-FFF2-40B4-BE49-F238E27FC236}">
                <a16:creationId xmlns:a16="http://schemas.microsoft.com/office/drawing/2014/main" id="{842C4752-AA8C-4C66-92B9-F4A9E4FDCDA4}"/>
              </a:ext>
            </a:extLst>
          </p:cNvPr>
          <p:cNvSpPr>
            <a:spLocks xmlns:a="http://schemas.openxmlformats.org/drawingml/2006/main" noGrp="1"/>
          </p:cNvSpPr>
          <p:nvPr/>
        </p:nvSpPr>
        <p:spPr>
          <a:xfrm xmlns:a="http://schemas.openxmlformats.org/drawingml/2006/main">
            <a:off x="4588917" y="2983111"/>
            <a:ext cx="3104540" cy="22349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560"/>
              </a:lnSpc>
              <a:buNone/>
            </a:pPr>
            <a:r>
              <a:rPr sz="1200">
                <a:solidFill>
                  <a:srgbClr val="5A6683"/>
                </a:solidFill>
                <a:latin typeface="Poppins"/>
                <a:ea typeface="Poppins"/>
                <a:cs typeface="Poppins"/>
              </a:rPr>
              <a:t>Already −7% before it arrives</a:t>
            </a:r>
            <a:endParaRPr sz="1200"/>
          </a:p>
        </p:txBody>
      </p:sp>
      <p:sp>
        <p:nvSpPr>
          <p:cNvPr id="12" name="Shape 10">
            <a:extLst xmlns:a="http://schemas.openxmlformats.org/drawingml/2006/main">
              <a:ext uri="{FF2B5EF4-FFF2-40B4-BE49-F238E27FC236}">
                <a16:creationId xmlns:a16="http://schemas.microsoft.com/office/drawing/2014/main" id="{B087009A-DC23-4D25-96B3-D315C0044C6E}"/>
              </a:ext>
            </a:extLst>
          </p:cNvPr>
          <p:cNvSpPr>
            <a:spLocks xmlns:a="http://schemas.openxmlformats.org/drawingml/2006/main" noGrp="1"/>
          </p:cNvSpPr>
          <p:nvPr/>
        </p:nvSpPr>
        <p:spPr>
          <a:xfrm xmlns:a="http://schemas.openxmlformats.org/drawingml/2006/main">
            <a:off x="7958634" y="1953220"/>
            <a:ext cx="3420566" cy="1628626"/>
          </a:xfrm>
          <a:prstGeom xmlns:a="http://schemas.openxmlformats.org/drawingml/2006/main" prst="roundRect">
            <a:avLst>
              <a:gd name="adj" fmla="val 10137"/>
            </a:avLst>
          </a:prstGeom>
          <a:solidFill xmlns:a="http://schemas.openxmlformats.org/drawingml/2006/main">
            <a:srgbClr val="FBFCFE"/>
          </a:solidFill>
        </p:spPr>
      </p:sp>
      <p:sp>
        <p:nvSpPr>
          <p:cNvPr id="13" name="Text 11">
            <a:extLst xmlns:a="http://schemas.openxmlformats.org/drawingml/2006/main">
              <a:ext uri="{FF2B5EF4-FFF2-40B4-BE49-F238E27FC236}">
                <a16:creationId xmlns:a16="http://schemas.microsoft.com/office/drawing/2014/main" id="{0C40FEB0-4C42-4D7F-8EF5-605DB25E0141}"/>
              </a:ext>
            </a:extLst>
          </p:cNvPr>
          <p:cNvSpPr>
            <a:spLocks xmlns:a="http://schemas.openxmlformats.org/drawingml/2006/main" noGrp="1"/>
          </p:cNvSpPr>
          <p:nvPr/>
        </p:nvSpPr>
        <p:spPr>
          <a:xfrm xmlns:a="http://schemas.openxmlformats.org/drawingml/2006/main">
            <a:off x="8161834" y="2131020"/>
            <a:ext cx="3104591"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2C5EAA"/>
                </a:solidFill>
                <a:latin typeface="Anton"/>
                <a:ea typeface="Anton"/>
                <a:cs typeface="Anton"/>
              </a:rPr>
              <a:t>3 · DURING RAIN</a:t>
            </a:r>
            <a:endParaRPr sz="2000"/>
          </a:p>
        </p:txBody>
      </p:sp>
      <p:sp>
        <p:nvSpPr>
          <p:cNvPr id="14" name="Text 12">
            <a:extLst xmlns:a="http://schemas.openxmlformats.org/drawingml/2006/main">
              <a:ext uri="{FF2B5EF4-FFF2-40B4-BE49-F238E27FC236}">
                <a16:creationId xmlns:a16="http://schemas.microsoft.com/office/drawing/2014/main" id="{EFBE169D-7C85-471C-AF81-58F21F389EDF}"/>
              </a:ext>
            </a:extLst>
          </p:cNvPr>
          <p:cNvSpPr>
            <a:spLocks xmlns:a="http://schemas.openxmlformats.org/drawingml/2006/main" noGrp="1"/>
          </p:cNvSpPr>
          <p:nvPr/>
        </p:nvSpPr>
        <p:spPr>
          <a:xfrm xmlns:a="http://schemas.openxmlformats.org/drawingml/2006/main">
            <a:off x="8161834" y="2473920"/>
            <a:ext cx="3104591"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Changi and Downtown Core early; Geylang and Kallang at rush hour.</a:t>
            </a:r>
            <a:endParaRPr sz="1300"/>
          </a:p>
        </p:txBody>
      </p:sp>
      <p:sp>
        <p:nvSpPr>
          <p:cNvPr id="15" name="Text 13">
            <a:extLst xmlns:a="http://schemas.openxmlformats.org/drawingml/2006/main">
              <a:ext uri="{FF2B5EF4-FFF2-40B4-BE49-F238E27FC236}">
                <a16:creationId xmlns:a16="http://schemas.microsoft.com/office/drawing/2014/main" id="{8AE11EF3-6071-460E-9A28-F9AEFD9D5558}"/>
              </a:ext>
            </a:extLst>
          </p:cNvPr>
          <p:cNvSpPr>
            <a:spLocks xmlns:a="http://schemas.openxmlformats.org/drawingml/2006/main" noGrp="1"/>
          </p:cNvSpPr>
          <p:nvPr/>
        </p:nvSpPr>
        <p:spPr>
          <a:xfrm xmlns:a="http://schemas.openxmlformats.org/drawingml/2006/main">
            <a:off x="8161834" y="2983111"/>
            <a:ext cx="3104591" cy="22349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560"/>
              </a:lnSpc>
              <a:buNone/>
            </a:pPr>
            <a:r>
              <a:rPr sz="1200">
                <a:solidFill>
                  <a:srgbClr val="5A6683"/>
                </a:solidFill>
                <a:latin typeface="Poppins"/>
                <a:ea typeface="Poppins"/>
                <a:cs typeface="Poppins"/>
              </a:rPr>
              <a:t>Selected cells: 44.2% vs 27.7%</a:t>
            </a:r>
            <a:endParaRPr sz="1200"/>
          </a:p>
        </p:txBody>
      </p:sp>
      <p:sp>
        <p:nvSpPr>
          <p:cNvPr id="16" name="Shape 14">
            <a:extLst xmlns:a="http://schemas.openxmlformats.org/drawingml/2006/main">
              <a:ext uri="{FF2B5EF4-FFF2-40B4-BE49-F238E27FC236}">
                <a16:creationId xmlns:a16="http://schemas.microsoft.com/office/drawing/2014/main" id="{332AB880-0E4D-4497-985C-5E18C13C4777}"/>
              </a:ext>
            </a:extLst>
          </p:cNvPr>
          <p:cNvSpPr>
            <a:spLocks xmlns:a="http://schemas.openxmlformats.org/drawingml/2006/main" noGrp="1"/>
          </p:cNvSpPr>
          <p:nvPr/>
        </p:nvSpPr>
        <p:spPr>
          <a:xfrm xmlns:a="http://schemas.openxmlformats.org/drawingml/2006/main">
            <a:off x="812800" y="3734246"/>
            <a:ext cx="3420517" cy="1405781"/>
          </a:xfrm>
          <a:prstGeom xmlns:a="http://schemas.openxmlformats.org/drawingml/2006/main" prst="roundRect">
            <a:avLst>
              <a:gd name="adj" fmla="val 11744"/>
            </a:avLst>
          </a:prstGeom>
          <a:solidFill xmlns:a="http://schemas.openxmlformats.org/drawingml/2006/main">
            <a:srgbClr val="FBFCFE"/>
          </a:solidFill>
        </p:spPr>
      </p:sp>
      <p:sp>
        <p:nvSpPr>
          <p:cNvPr id="17" name="Text 15">
            <a:extLst xmlns:a="http://schemas.openxmlformats.org/drawingml/2006/main">
              <a:ext uri="{FF2B5EF4-FFF2-40B4-BE49-F238E27FC236}">
                <a16:creationId xmlns:a16="http://schemas.microsoft.com/office/drawing/2014/main" id="{B597BFF0-01F0-482C-AEAE-D0FA105FD6CD}"/>
              </a:ext>
            </a:extLst>
          </p:cNvPr>
          <p:cNvSpPr>
            <a:spLocks xmlns:a="http://schemas.openxmlformats.org/drawingml/2006/main" noGrp="1"/>
          </p:cNvSpPr>
          <p:nvPr/>
        </p:nvSpPr>
        <p:spPr>
          <a:xfrm xmlns:a="http://schemas.openxmlformats.org/drawingml/2006/main">
            <a:off x="1016000" y="3912046"/>
            <a:ext cx="3104540"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2C5EAA"/>
                </a:solidFill>
                <a:latin typeface="Anton"/>
                <a:ea typeface="Anton"/>
                <a:cs typeface="Anton"/>
              </a:rPr>
              <a:t>4 · ISLAND-WIDE</a:t>
            </a:r>
            <a:endParaRPr sz="2000"/>
          </a:p>
        </p:txBody>
      </p:sp>
      <p:sp>
        <p:nvSpPr>
          <p:cNvPr id="18" name="Text 16">
            <a:extLst xmlns:a="http://schemas.openxmlformats.org/drawingml/2006/main">
              <a:ext uri="{FF2B5EF4-FFF2-40B4-BE49-F238E27FC236}">
                <a16:creationId xmlns:a16="http://schemas.microsoft.com/office/drawing/2014/main" id="{5D01A72F-8E7A-447B-9638-06447CE265F0}"/>
              </a:ext>
            </a:extLst>
          </p:cNvPr>
          <p:cNvSpPr>
            <a:spLocks xmlns:a="http://schemas.openxmlformats.org/drawingml/2006/main" noGrp="1"/>
          </p:cNvSpPr>
          <p:nvPr/>
        </p:nvSpPr>
        <p:spPr>
          <a:xfrm xmlns:a="http://schemas.openxmlformats.org/drawingml/2006/main">
            <a:off x="1016000" y="4254946"/>
            <a:ext cx="3104540"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91734"/>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Broad losses limit repositioning. Extra supply would require an operational trial.</a:t>
            </a:r>
            <a:endParaRPr sz="1300"/>
          </a:p>
        </p:txBody>
      </p:sp>
      <p:sp>
        <p:nvSpPr>
          <p:cNvPr id="19" name="Text 17">
            <a:extLst xmlns:a="http://schemas.openxmlformats.org/drawingml/2006/main">
              <a:ext uri="{FF2B5EF4-FFF2-40B4-BE49-F238E27FC236}">
                <a16:creationId xmlns:a16="http://schemas.microsoft.com/office/drawing/2014/main" id="{C5338F0D-DC87-46FC-93FC-1357F730C755}"/>
              </a:ext>
            </a:extLst>
          </p:cNvPr>
          <p:cNvSpPr>
            <a:spLocks xmlns:a="http://schemas.openxmlformats.org/drawingml/2006/main" noGrp="1"/>
          </p:cNvSpPr>
          <p:nvPr/>
        </p:nvSpPr>
        <p:spPr>
          <a:xfrm xmlns:a="http://schemas.openxmlformats.org/drawingml/2006/main">
            <a:off x="1016000" y="4764137"/>
            <a:ext cx="3104540" cy="22349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560"/>
              </a:lnSpc>
              <a:buNone/>
            </a:pPr>
            <a:r>
              <a:rPr sz="1200">
                <a:solidFill>
                  <a:srgbClr val="5A6683"/>
                </a:solidFill>
                <a:latin typeface="Poppins"/>
                <a:ea typeface="Poppins"/>
                <a:cs typeface="Poppins"/>
              </a:rPr>
              <a:t>329 of 374 squares lose taxis</a:t>
            </a:r>
            <a:endParaRPr sz="1200"/>
          </a:p>
        </p:txBody>
      </p:sp>
      <p:sp>
        <p:nvSpPr>
          <p:cNvPr id="20" name="Shape 18">
            <a:extLst xmlns:a="http://schemas.openxmlformats.org/drawingml/2006/main">
              <a:ext uri="{FF2B5EF4-FFF2-40B4-BE49-F238E27FC236}">
                <a16:creationId xmlns:a16="http://schemas.microsoft.com/office/drawing/2014/main" id="{F4CA1935-F388-4145-829E-1BC15CDDBD11}"/>
              </a:ext>
            </a:extLst>
          </p:cNvPr>
          <p:cNvSpPr>
            <a:spLocks xmlns:a="http://schemas.openxmlformats.org/drawingml/2006/main" noGrp="1"/>
          </p:cNvSpPr>
          <p:nvPr/>
        </p:nvSpPr>
        <p:spPr>
          <a:xfrm xmlns:a="http://schemas.openxmlformats.org/drawingml/2006/main">
            <a:off x="4385717" y="3734246"/>
            <a:ext cx="3420517" cy="1405781"/>
          </a:xfrm>
          <a:prstGeom xmlns:a="http://schemas.openxmlformats.org/drawingml/2006/main" prst="roundRect">
            <a:avLst>
              <a:gd name="adj" fmla="val 11744"/>
            </a:avLst>
          </a:prstGeom>
          <a:solidFill xmlns:a="http://schemas.openxmlformats.org/drawingml/2006/main">
            <a:srgbClr val="FBFCFE"/>
          </a:solidFill>
        </p:spPr>
      </p:sp>
      <p:sp>
        <p:nvSpPr>
          <p:cNvPr id="21" name="Text 19">
            <a:extLst xmlns:a="http://schemas.openxmlformats.org/drawingml/2006/main">
              <a:ext uri="{FF2B5EF4-FFF2-40B4-BE49-F238E27FC236}">
                <a16:creationId xmlns:a16="http://schemas.microsoft.com/office/drawing/2014/main" id="{4FCF734F-CA5E-4C02-90BF-9027783CFE43}"/>
              </a:ext>
            </a:extLst>
          </p:cNvPr>
          <p:cNvSpPr>
            <a:spLocks xmlns:a="http://schemas.openxmlformats.org/drawingml/2006/main" noGrp="1"/>
          </p:cNvSpPr>
          <p:nvPr/>
        </p:nvSpPr>
        <p:spPr>
          <a:xfrm xmlns:a="http://schemas.openxmlformats.org/drawingml/2006/main">
            <a:off x="4588917" y="3912046"/>
            <a:ext cx="3104540"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2C5EAA"/>
                </a:solidFill>
                <a:latin typeface="Anton"/>
                <a:ea typeface="Anton"/>
                <a:cs typeface="Anton"/>
              </a:rPr>
              <a:t>5 · LONG RAIN</a:t>
            </a:r>
            <a:endParaRPr sz="2000"/>
          </a:p>
        </p:txBody>
      </p:sp>
      <p:sp>
        <p:nvSpPr>
          <p:cNvPr id="22" name="Text 20">
            <a:extLst xmlns:a="http://schemas.openxmlformats.org/drawingml/2006/main">
              <a:ext uri="{FF2B5EF4-FFF2-40B4-BE49-F238E27FC236}">
                <a16:creationId xmlns:a16="http://schemas.microsoft.com/office/drawing/2014/main" id="{9042EAAC-35D9-4CEE-9443-DD38BED57A92}"/>
              </a:ext>
            </a:extLst>
          </p:cNvPr>
          <p:cNvSpPr>
            <a:spLocks xmlns:a="http://schemas.openxmlformats.org/drawingml/2006/main" noGrp="1"/>
          </p:cNvSpPr>
          <p:nvPr/>
        </p:nvSpPr>
        <p:spPr>
          <a:xfrm xmlns:a="http://schemas.openxmlformats.org/drawingml/2006/main">
            <a:off x="4588917" y="4254946"/>
            <a:ext cx="3104540"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Step measures up after two hours. It gets worse, not better.</a:t>
            </a:r>
            <a:endParaRPr sz="1300"/>
          </a:p>
        </p:txBody>
      </p:sp>
      <p:sp>
        <p:nvSpPr>
          <p:cNvPr id="23" name="Text 21">
            <a:extLst xmlns:a="http://schemas.openxmlformats.org/drawingml/2006/main">
              <a:ext uri="{FF2B5EF4-FFF2-40B4-BE49-F238E27FC236}">
                <a16:creationId xmlns:a16="http://schemas.microsoft.com/office/drawing/2014/main" id="{5B043687-306D-4F11-9F14-1EEDAC97ADBC}"/>
              </a:ext>
            </a:extLst>
          </p:cNvPr>
          <p:cNvSpPr>
            <a:spLocks xmlns:a="http://schemas.openxmlformats.org/drawingml/2006/main" noGrp="1"/>
          </p:cNvSpPr>
          <p:nvPr/>
        </p:nvSpPr>
        <p:spPr>
          <a:xfrm xmlns:a="http://schemas.openxmlformats.org/drawingml/2006/main">
            <a:off x="4588917" y="4764137"/>
            <a:ext cx="3104540" cy="22349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560"/>
              </a:lnSpc>
              <a:buNone/>
            </a:pPr>
            <a:r>
              <a:rPr sz="1200">
                <a:solidFill>
                  <a:srgbClr val="5A6683"/>
                </a:solidFill>
                <a:latin typeface="Poppins"/>
                <a:ea typeface="Poppins"/>
                <a:cs typeface="Poppins"/>
              </a:rPr>
              <a:t>−11% at first, −18% after 2 h</a:t>
            </a:r>
            <a:endParaRPr sz="1200"/>
          </a:p>
        </p:txBody>
      </p:sp>
      <p:sp>
        <p:nvSpPr>
          <p:cNvPr id="24" name="Shape 22">
            <a:extLst xmlns:a="http://schemas.openxmlformats.org/drawingml/2006/main">
              <a:ext uri="{FF2B5EF4-FFF2-40B4-BE49-F238E27FC236}">
                <a16:creationId xmlns:a16="http://schemas.microsoft.com/office/drawing/2014/main" id="{75B155E2-90D3-4D23-8F99-07AFB1518CE9}"/>
              </a:ext>
            </a:extLst>
          </p:cNvPr>
          <p:cNvSpPr>
            <a:spLocks xmlns:a="http://schemas.openxmlformats.org/drawingml/2006/main" noGrp="1"/>
          </p:cNvSpPr>
          <p:nvPr/>
        </p:nvSpPr>
        <p:spPr>
          <a:xfrm xmlns:a="http://schemas.openxmlformats.org/drawingml/2006/main">
            <a:off x="7958634" y="3734246"/>
            <a:ext cx="3420566" cy="1405781"/>
          </a:xfrm>
          <a:prstGeom xmlns:a="http://schemas.openxmlformats.org/drawingml/2006/main" prst="roundRect">
            <a:avLst>
              <a:gd name="adj" fmla="val 11744"/>
            </a:avLst>
          </a:prstGeom>
          <a:solidFill xmlns:a="http://schemas.openxmlformats.org/drawingml/2006/main">
            <a:srgbClr val="FBFCFE"/>
          </a:solidFill>
        </p:spPr>
      </p:sp>
      <p:sp>
        <p:nvSpPr>
          <p:cNvPr id="25" name="Text 23">
            <a:extLst xmlns:a="http://schemas.openxmlformats.org/drawingml/2006/main">
              <a:ext uri="{FF2B5EF4-FFF2-40B4-BE49-F238E27FC236}">
                <a16:creationId xmlns:a16="http://schemas.microsoft.com/office/drawing/2014/main" id="{5EC9C2AC-E72D-4BEC-A9AF-199CC0FC5B84}"/>
              </a:ext>
            </a:extLst>
          </p:cNvPr>
          <p:cNvSpPr>
            <a:spLocks xmlns:a="http://schemas.openxmlformats.org/drawingml/2006/main" noGrp="1"/>
          </p:cNvSpPr>
          <p:nvPr/>
        </p:nvSpPr>
        <p:spPr>
          <a:xfrm xmlns:a="http://schemas.openxmlformats.org/drawingml/2006/main">
            <a:off x="8161834" y="3912046"/>
            <a:ext cx="3104591" cy="3048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200"/>
              </a:lnSpc>
              <a:buNone/>
            </a:pPr>
            <a:r>
              <a:rPr sz="2000">
                <a:solidFill>
                  <a:srgbClr val="2C5EAA"/>
                </a:solidFill>
                <a:latin typeface="Anton"/>
                <a:ea typeface="Anton"/>
                <a:cs typeface="Anton"/>
              </a:rPr>
              <a:t>6 · AFTER RAIN</a:t>
            </a:r>
            <a:endParaRPr sz="2000"/>
          </a:p>
        </p:txBody>
      </p:sp>
      <p:sp>
        <p:nvSpPr>
          <p:cNvPr id="26" name="Text 24">
            <a:extLst xmlns:a="http://schemas.openxmlformats.org/drawingml/2006/main">
              <a:ext uri="{FF2B5EF4-FFF2-40B4-BE49-F238E27FC236}">
                <a16:creationId xmlns:a16="http://schemas.microsoft.com/office/drawing/2014/main" id="{91724A28-36C2-4784-B6E6-88CC0D0048FA}"/>
              </a:ext>
            </a:extLst>
          </p:cNvPr>
          <p:cNvSpPr>
            <a:spLocks xmlns:a="http://schemas.openxmlformats.org/drawingml/2006/main" noGrp="1"/>
          </p:cNvSpPr>
          <p:nvPr/>
        </p:nvSpPr>
        <p:spPr>
          <a:xfrm xmlns:a="http://schemas.openxmlformats.org/drawingml/2006/main">
            <a:off x="8161834" y="4254946"/>
            <a:ext cx="3104591"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96862"/>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Monitor supply after rain. Any incentive duration needs an operational trial.</a:t>
            </a:r>
            <a:endParaRPr sz="1300"/>
          </a:p>
        </p:txBody>
      </p:sp>
      <p:sp>
        <p:nvSpPr>
          <p:cNvPr id="27" name="Text 25">
            <a:extLst xmlns:a="http://schemas.openxmlformats.org/drawingml/2006/main">
              <a:ext uri="{FF2B5EF4-FFF2-40B4-BE49-F238E27FC236}">
                <a16:creationId xmlns:a16="http://schemas.microsoft.com/office/drawing/2014/main" id="{8E7A9479-C6BC-4743-92C6-9058D639226D}"/>
              </a:ext>
            </a:extLst>
          </p:cNvPr>
          <p:cNvSpPr>
            <a:spLocks xmlns:a="http://schemas.openxmlformats.org/drawingml/2006/main" noGrp="1"/>
          </p:cNvSpPr>
          <p:nvPr/>
        </p:nvSpPr>
        <p:spPr>
          <a:xfrm xmlns:a="http://schemas.openxmlformats.org/drawingml/2006/main">
            <a:off x="8161834" y="4764137"/>
            <a:ext cx="3104591" cy="22349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560"/>
              </a:lnSpc>
              <a:buNone/>
            </a:pPr>
            <a:r>
              <a:rPr sz="1200">
                <a:solidFill>
                  <a:srgbClr val="5A6683"/>
                </a:solidFill>
                <a:latin typeface="Poppins"/>
                <a:ea typeface="Poppins"/>
                <a:cs typeface="Poppins"/>
              </a:rPr>
              <a:t>Recovery takes about 2.5 h</a:t>
            </a:r>
            <a:endParaRPr sz="1200"/>
          </a:p>
        </p:txBody>
      </p:sp>
      <p:sp>
        <p:nvSpPr>
          <p:cNvPr id="28" name="Text 26">
            <a:extLst xmlns:a="http://schemas.openxmlformats.org/drawingml/2006/main">
              <a:ext uri="{FF2B5EF4-FFF2-40B4-BE49-F238E27FC236}">
                <a16:creationId xmlns:a16="http://schemas.microsoft.com/office/drawing/2014/main" id="{CD5469FD-4DA4-4725-A14A-6BA9CB29EC02}"/>
              </a:ext>
            </a:extLst>
          </p:cNvPr>
          <p:cNvSpPr>
            <a:spLocks xmlns:a="http://schemas.openxmlformats.org/drawingml/2006/main" noGrp="1"/>
          </p:cNvSpPr>
          <p:nvPr/>
        </p:nvSpPr>
        <p:spPr>
          <a:xfrm xmlns:a="http://schemas.openxmlformats.org/drawingml/2006/main">
            <a:off x="812800" y="6248400"/>
            <a:ext cx="6635472"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90141"/>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Candidate actions based on supply associations. Operational benefits have not been evaluated.</a:t>
            </a:r>
            <a:endParaRPr sz="1200"/>
          </a:p>
        </p:txBody>
      </p:sp>
      <p:sp>
        <p:nvSpPr>
          <p:cNvPr id="29" name="Text 27">
            <a:extLst xmlns:a="http://schemas.openxmlformats.org/drawingml/2006/main">
              <a:ext uri="{FF2B5EF4-FFF2-40B4-BE49-F238E27FC236}">
                <a16:creationId xmlns:a16="http://schemas.microsoft.com/office/drawing/2014/main" id="{0840674B-C62A-45A3-9700-2158A3A43669}"/>
              </a:ext>
            </a:extLst>
          </p:cNvPr>
          <p:cNvSpPr>
            <a:spLocks xmlns:a="http://schemas.openxmlformats.org/drawingml/2006/main" noGrp="1"/>
          </p:cNvSpPr>
          <p:nvPr/>
        </p:nvSpPr>
        <p:spPr>
          <a:xfrm xmlns:a="http://schemas.openxmlformats.org/drawingml/2006/main">
            <a:off x="11183441" y="6248400"/>
            <a:ext cx="195759"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19</a:t>
            </a:r>
            <a:endParaRPr sz="1200"/>
          </a:p>
        </p:txBody>
      </p:sp>
    </p:spTree>
    <p:extLst>
      <p:ext uri="{BB962C8B-B14F-4D97-AF65-F5344CB8AC3E}">
        <p14:creationId xmlns:p14="http://schemas.microsoft.com/office/powerpoint/2010/main" val="1531793654"/>
      </p:ext>
    </p:extLst>
  </p:cSld>
</p:sld>
</file>

<file path=ppt/slides/slide20.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BC8E2E22-19F5-4F01-B417-950EE07CA1D4}"/>
              </a:ext>
            </a:extLst>
          </p:cNvPr>
          <p:cNvSpPr>
            <a:spLocks xmlns:a="http://schemas.openxmlformats.org/drawingml/2006/main" noGrp="1"/>
          </p:cNvSpPr>
          <p:nvPr/>
        </p:nvSpPr>
        <p:spPr>
          <a:xfrm xmlns:a="http://schemas.openxmlformats.org/drawingml/2006/main">
            <a:off x="812800" y="812800"/>
            <a:ext cx="1945531"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RECOMMENDATION</a:t>
            </a:r>
            <a:endParaRPr sz="1200"/>
          </a:p>
        </p:txBody>
      </p:sp>
      <p:sp>
        <p:nvSpPr>
          <p:cNvPr id="3" name="Text 1">
            <a:extLst xmlns:a="http://schemas.openxmlformats.org/drawingml/2006/main">
              <a:ext uri="{FF2B5EF4-FFF2-40B4-BE49-F238E27FC236}">
                <a16:creationId xmlns:a16="http://schemas.microsoft.com/office/drawing/2014/main" id="{DBBC7B72-1FF1-4842-9CA9-0DCA2E3D3266}"/>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WHERE TO SPEND, AND WHERE NOT TO</a:t>
            </a:r>
            <a:endParaRPr sz="4000"/>
          </a:p>
        </p:txBody>
      </p:sp>
      <p:sp>
        <p:nvSpPr>
          <p:cNvPr id="4" name="Shape 2">
            <a:extLst xmlns:a="http://schemas.openxmlformats.org/drawingml/2006/main">
              <a:ext uri="{FF2B5EF4-FFF2-40B4-BE49-F238E27FC236}">
                <a16:creationId xmlns:a16="http://schemas.microsoft.com/office/drawing/2014/main" id="{C6BEC088-8FFC-4017-BEDA-19F9104FA090}"/>
              </a:ext>
            </a:extLst>
          </p:cNvPr>
          <p:cNvSpPr>
            <a:spLocks xmlns:a="http://schemas.openxmlformats.org/drawingml/2006/main" noGrp="1"/>
          </p:cNvSpPr>
          <p:nvPr/>
        </p:nvSpPr>
        <p:spPr>
          <a:xfrm xmlns:a="http://schemas.openxmlformats.org/drawingml/2006/main">
            <a:off x="812800" y="2004020"/>
            <a:ext cx="5181600" cy="2880221"/>
          </a:xfrm>
          <a:prstGeom xmlns:a="http://schemas.openxmlformats.org/drawingml/2006/main" prst="roundRect">
            <a:avLst>
              <a:gd name="adj" fmla="val 5732"/>
            </a:avLst>
          </a:prstGeom>
          <a:solidFill xmlns:a="http://schemas.openxmlformats.org/drawingml/2006/main">
            <a:srgbClr val="14295B"/>
          </a:solidFill>
        </p:spPr>
      </p:sp>
      <p:sp>
        <p:nvSpPr>
          <p:cNvPr id="5" name="Text 3">
            <a:extLst xmlns:a="http://schemas.openxmlformats.org/drawingml/2006/main">
              <a:ext uri="{FF2B5EF4-FFF2-40B4-BE49-F238E27FC236}">
                <a16:creationId xmlns:a16="http://schemas.microsoft.com/office/drawing/2014/main" id="{308441C9-2599-4741-9397-1E9F0A649C76}"/>
              </a:ext>
            </a:extLst>
          </p:cNvPr>
          <p:cNvSpPr>
            <a:spLocks xmlns:a="http://schemas.openxmlformats.org/drawingml/2006/main" noGrp="1"/>
          </p:cNvSpPr>
          <p:nvPr/>
        </p:nvSpPr>
        <p:spPr>
          <a:xfrm xmlns:a="http://schemas.openxmlformats.org/drawingml/2006/main">
            <a:off x="1092200" y="2258020"/>
            <a:ext cx="4761484" cy="39876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940"/>
              </a:lnSpc>
              <a:buNone/>
            </a:pPr>
            <a:r>
              <a:rPr sz="2800">
                <a:solidFill>
                  <a:srgbClr val="8FB8F2"/>
                </a:solidFill>
                <a:latin typeface="Anton"/>
                <a:ea typeface="Anton"/>
                <a:cs typeface="Anton"/>
              </a:rPr>
              <a:t>SPEND ON</a:t>
            </a:r>
            <a:endParaRPr sz="2800"/>
          </a:p>
        </p:txBody>
      </p:sp>
      <p:sp>
        <p:nvSpPr>
          <p:cNvPr id="6" name="Text 4">
            <a:extLst xmlns:a="http://schemas.openxmlformats.org/drawingml/2006/main">
              <a:ext uri="{FF2B5EF4-FFF2-40B4-BE49-F238E27FC236}">
                <a16:creationId xmlns:a16="http://schemas.microsoft.com/office/drawing/2014/main" id="{F0CB8577-1E58-43C8-9D55-212ED9619064}"/>
              </a:ext>
            </a:extLst>
          </p:cNvPr>
          <p:cNvSpPr>
            <a:spLocks xmlns:a="http://schemas.openxmlformats.org/drawingml/2006/main" noGrp="1"/>
          </p:cNvSpPr>
          <p:nvPr/>
        </p:nvSpPr>
        <p:spPr>
          <a:xfrm xmlns:a="http://schemas.openxmlformats.org/drawingml/2006/main">
            <a:off x="1092200" y="2771080"/>
            <a:ext cx="4761484" cy="26541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b="1">
                <a:solidFill>
                  <a:srgbClr val="FFFFFF"/>
                </a:solidFill>
                <a:latin typeface="Poppins"/>
                <a:ea typeface="Poppins"/>
                <a:cs typeface="Poppins"/>
              </a:rPr>
              <a:t>Day-ahead planning</a:t>
            </a:r>
            <a:r>
              <a:rPr sz="1400">
                <a:solidFill>
                  <a:srgbClr val="FFFFFF"/>
                </a:solidFill>
                <a:latin typeface="Poppins"/>
                <a:ea typeface="Poppins"/>
                <a:cs typeface="Poppins"/>
              </a:rPr>
              <a:t> from the morning forecast</a:t>
            </a:r>
            <a:endParaRPr sz="1400"/>
          </a:p>
        </p:txBody>
      </p:sp>
      <p:sp>
        <p:nvSpPr>
          <p:cNvPr id="7" name="Text 5">
            <a:extLst xmlns:a="http://schemas.openxmlformats.org/drawingml/2006/main">
              <a:ext uri="{FF2B5EF4-FFF2-40B4-BE49-F238E27FC236}">
                <a16:creationId xmlns:a16="http://schemas.microsoft.com/office/drawing/2014/main" id="{AF7818C7-9C8A-4912-9909-C0A03B853A82}"/>
              </a:ext>
            </a:extLst>
          </p:cNvPr>
          <p:cNvSpPr>
            <a:spLocks xmlns:a="http://schemas.openxmlformats.org/drawingml/2006/main" noGrp="1"/>
          </p:cNvSpPr>
          <p:nvPr/>
        </p:nvSpPr>
        <p:spPr>
          <a:xfrm xmlns:a="http://schemas.openxmlformats.org/drawingml/2006/main">
            <a:off x="1092200" y="3150791"/>
            <a:ext cx="4761484"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b="1">
                <a:solidFill>
                  <a:srgbClr val="FFFFFF"/>
                </a:solidFill>
                <a:latin typeface="Poppins"/>
                <a:ea typeface="Poppins"/>
                <a:cs typeface="Poppins"/>
              </a:rPr>
              <a:t>The CBD and fringe</a:t>
            </a:r>
            <a:r>
              <a:rPr sz="1400">
                <a:solidFill>
                  <a:srgbClr val="FFFFFF"/>
                </a:solidFill>
                <a:latin typeface="Poppins"/>
                <a:ea typeface="Poppins"/>
                <a:cs typeface="Poppins"/>
              </a:rPr>
              <a:t> in weekday rush hours, the largest loss in share</a:t>
            </a:r>
            <a:endParaRPr sz="1400"/>
          </a:p>
        </p:txBody>
      </p:sp>
      <p:sp>
        <p:nvSpPr>
          <p:cNvPr id="8" name="Text 6">
            <a:extLst xmlns:a="http://schemas.openxmlformats.org/drawingml/2006/main">
              <a:ext uri="{FF2B5EF4-FFF2-40B4-BE49-F238E27FC236}">
                <a16:creationId xmlns:a16="http://schemas.microsoft.com/office/drawing/2014/main" id="{7F44617E-D8C6-48A2-9BAE-5C61BA7650EA}"/>
              </a:ext>
            </a:extLst>
          </p:cNvPr>
          <p:cNvSpPr>
            <a:spLocks xmlns:a="http://schemas.openxmlformats.org/drawingml/2006/main" noGrp="1"/>
          </p:cNvSpPr>
          <p:nvPr/>
        </p:nvSpPr>
        <p:spPr>
          <a:xfrm xmlns:a="http://schemas.openxmlformats.org/drawingml/2006/main">
            <a:off x="1092200" y="3770511"/>
            <a:ext cx="4761484" cy="26541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b="1">
                <a:solidFill>
                  <a:srgbClr val="FFFFFF"/>
                </a:solidFill>
                <a:latin typeface="Poppins"/>
                <a:ea typeface="Poppins"/>
                <a:cs typeface="Poppins"/>
              </a:rPr>
              <a:t>Changi</a:t>
            </a:r>
            <a:r>
              <a:rPr sz="1400">
                <a:solidFill>
                  <a:srgbClr val="FFFFFF"/>
                </a:solidFill>
                <a:latin typeface="Poppins"/>
                <a:ea typeface="Poppins"/>
                <a:cs typeface="Poppins"/>
              </a:rPr>
              <a:t>, the largest loss in number of taxis</a:t>
            </a:r>
            <a:endParaRPr sz="1400"/>
          </a:p>
        </p:txBody>
      </p:sp>
      <p:sp>
        <p:nvSpPr>
          <p:cNvPr id="9" name="Text 7">
            <a:extLst xmlns:a="http://schemas.openxmlformats.org/drawingml/2006/main">
              <a:ext uri="{FF2B5EF4-FFF2-40B4-BE49-F238E27FC236}">
                <a16:creationId xmlns:a16="http://schemas.microsoft.com/office/drawing/2014/main" id="{66F9424B-4788-446D-ADA1-9AD853C5D7CB}"/>
              </a:ext>
            </a:extLst>
          </p:cNvPr>
          <p:cNvSpPr>
            <a:spLocks xmlns:a="http://schemas.openxmlformats.org/drawingml/2006/main" noGrp="1"/>
          </p:cNvSpPr>
          <p:nvPr/>
        </p:nvSpPr>
        <p:spPr>
          <a:xfrm xmlns:a="http://schemas.openxmlformats.org/drawingml/2006/main">
            <a:off x="1092200" y="4150221"/>
            <a:ext cx="4761484"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b="1">
                <a:solidFill>
                  <a:srgbClr val="FFFFFF"/>
                </a:solidFill>
                <a:latin typeface="Poppins"/>
                <a:ea typeface="Poppins"/>
                <a:cs typeface="Poppins"/>
              </a:rPr>
              <a:t>Dry-weather coverage</a:t>
            </a:r>
            <a:r>
              <a:rPr sz="1400">
                <a:solidFill>
                  <a:srgbClr val="FFFFFF"/>
                </a:solidFill>
                <a:latin typeface="Poppins"/>
                <a:ea typeface="Poppins"/>
                <a:cs typeface="Poppins"/>
              </a:rPr>
              <a:t> in Punggol, Tengah, Woodlands East</a:t>
            </a:r>
            <a:endParaRPr sz="1400"/>
          </a:p>
        </p:txBody>
      </p:sp>
      <p:sp>
        <p:nvSpPr>
          <p:cNvPr id="10" name="Shape 8">
            <a:extLst xmlns:a="http://schemas.openxmlformats.org/drawingml/2006/main">
              <a:ext uri="{FF2B5EF4-FFF2-40B4-BE49-F238E27FC236}">
                <a16:creationId xmlns:a16="http://schemas.microsoft.com/office/drawing/2014/main" id="{E837DAE6-D51B-47DC-9C34-8E8656DDBE0F}"/>
              </a:ext>
            </a:extLst>
          </p:cNvPr>
          <p:cNvSpPr>
            <a:spLocks xmlns:a="http://schemas.openxmlformats.org/drawingml/2006/main" noGrp="1"/>
          </p:cNvSpPr>
          <p:nvPr/>
        </p:nvSpPr>
        <p:spPr>
          <a:xfrm xmlns:a="http://schemas.openxmlformats.org/drawingml/2006/main">
            <a:off x="6210300" y="2016720"/>
            <a:ext cx="5156200" cy="2854821"/>
          </a:xfrm>
          <a:prstGeom xmlns:a="http://schemas.openxmlformats.org/drawingml/2006/main" prst="roundRect">
            <a:avLst>
              <a:gd name="adj" fmla="val 5338"/>
            </a:avLst>
          </a:prstGeom>
          <a:solidFill xmlns:a="http://schemas.openxmlformats.org/drawingml/2006/main">
            <a:srgbClr val="FBFCFE"/>
          </a:solidFill>
          <a:ln xmlns:a="http://schemas.openxmlformats.org/drawingml/2006/main" w="25400">
            <a:solidFill>
              <a:srgbClr val="C0453C"/>
            </a:solidFill>
            <a:prstDash val="solid"/>
          </a:ln>
        </p:spPr>
      </p:sp>
      <p:sp>
        <p:nvSpPr>
          <p:cNvPr id="11" name="Text 9">
            <a:extLst xmlns:a="http://schemas.openxmlformats.org/drawingml/2006/main">
              <a:ext uri="{FF2B5EF4-FFF2-40B4-BE49-F238E27FC236}">
                <a16:creationId xmlns:a16="http://schemas.microsoft.com/office/drawing/2014/main" id="{4D15CBD7-A21B-4091-B355-4A5B5435A301}"/>
              </a:ext>
            </a:extLst>
          </p:cNvPr>
          <p:cNvSpPr>
            <a:spLocks xmlns:a="http://schemas.openxmlformats.org/drawingml/2006/main" noGrp="1"/>
          </p:cNvSpPr>
          <p:nvPr/>
        </p:nvSpPr>
        <p:spPr>
          <a:xfrm xmlns:a="http://schemas.openxmlformats.org/drawingml/2006/main">
            <a:off x="6502400" y="2283420"/>
            <a:ext cx="4709160" cy="39876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940"/>
              </a:lnSpc>
              <a:buNone/>
            </a:pPr>
            <a:r>
              <a:rPr sz="2800">
                <a:solidFill>
                  <a:srgbClr val="C0453C"/>
                </a:solidFill>
                <a:latin typeface="Anton"/>
                <a:ea typeface="Anton"/>
                <a:cs typeface="Anton"/>
              </a:rPr>
              <a:t>DON’T SPEND ON</a:t>
            </a:r>
            <a:endParaRPr sz="2800"/>
          </a:p>
        </p:txBody>
      </p:sp>
      <p:sp>
        <p:nvSpPr>
          <p:cNvPr id="12" name="Text 10">
            <a:extLst xmlns:a="http://schemas.openxmlformats.org/drawingml/2006/main">
              <a:ext uri="{FF2B5EF4-FFF2-40B4-BE49-F238E27FC236}">
                <a16:creationId xmlns:a16="http://schemas.microsoft.com/office/drawing/2014/main" id="{25A4640C-8C29-4056-A8D8-D6C549C1D56C}"/>
              </a:ext>
            </a:extLst>
          </p:cNvPr>
          <p:cNvSpPr>
            <a:spLocks xmlns:a="http://schemas.openxmlformats.org/drawingml/2006/main" noGrp="1"/>
          </p:cNvSpPr>
          <p:nvPr/>
        </p:nvSpPr>
        <p:spPr>
          <a:xfrm xmlns:a="http://schemas.openxmlformats.org/drawingml/2006/main">
            <a:off x="6502400" y="2796480"/>
            <a:ext cx="4709160"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b="1">
                <a:solidFill>
                  <a:srgbClr val="14203A"/>
                </a:solidFill>
                <a:latin typeface="Poppins"/>
                <a:ea typeface="Poppins"/>
                <a:cs typeface="Poppins"/>
              </a:rPr>
              <a:t>Rain-triggered real-time alerts</a:t>
            </a:r>
            <a:r>
              <a:rPr sz="1400">
                <a:solidFill>
                  <a:srgbClr val="14203A"/>
                </a:solidFill>
                <a:latin typeface="Poppins"/>
                <a:ea typeface="Poppins"/>
                <a:cs typeface="Poppins"/>
              </a:rPr>
              <a:t>: in every test they add little to current taxi numbers</a:t>
            </a:r>
            <a:endParaRPr sz="1400"/>
          </a:p>
        </p:txBody>
      </p:sp>
      <p:sp>
        <p:nvSpPr>
          <p:cNvPr id="13" name="Text 11">
            <a:extLst xmlns:a="http://schemas.openxmlformats.org/drawingml/2006/main">
              <a:ext uri="{FF2B5EF4-FFF2-40B4-BE49-F238E27FC236}">
                <a16:creationId xmlns:a16="http://schemas.microsoft.com/office/drawing/2014/main" id="{EE1A5570-1021-4F32-8C5B-3B60275D6D8C}"/>
              </a:ext>
            </a:extLst>
          </p:cNvPr>
          <p:cNvSpPr>
            <a:spLocks xmlns:a="http://schemas.openxmlformats.org/drawingml/2006/main" noGrp="1"/>
          </p:cNvSpPr>
          <p:nvPr/>
        </p:nvSpPr>
        <p:spPr>
          <a:xfrm xmlns:a="http://schemas.openxmlformats.org/drawingml/2006/main">
            <a:off x="6502400" y="3416201"/>
            <a:ext cx="4709160"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b="1">
                <a:solidFill>
                  <a:srgbClr val="14203A"/>
                </a:solidFill>
                <a:latin typeface="Poppins"/>
                <a:ea typeface="Poppins"/>
                <a:cs typeface="Poppins"/>
              </a:rPr>
              <a:t>New taxi stands as a rain fix</a:t>
            </a:r>
            <a:r>
              <a:rPr sz="1400">
                <a:solidFill>
                  <a:srgbClr val="14203A"/>
                </a:solidFill>
                <a:latin typeface="Poppins"/>
                <a:ea typeface="Poppins"/>
                <a:cs typeface="Poppins"/>
              </a:rPr>
              <a:t>: not robust across designs</a:t>
            </a:r>
            <a:endParaRPr sz="1400"/>
          </a:p>
        </p:txBody>
      </p:sp>
      <p:sp>
        <p:nvSpPr>
          <p:cNvPr id="14" name="Text 12">
            <a:extLst xmlns:a="http://schemas.openxmlformats.org/drawingml/2006/main">
              <a:ext uri="{FF2B5EF4-FFF2-40B4-BE49-F238E27FC236}">
                <a16:creationId xmlns:a16="http://schemas.microsoft.com/office/drawing/2014/main" id="{453CF049-0CE6-4DE3-817E-224567B77E80}"/>
              </a:ext>
            </a:extLst>
          </p:cNvPr>
          <p:cNvSpPr>
            <a:spLocks xmlns:a="http://schemas.openxmlformats.org/drawingml/2006/main" noGrp="1"/>
          </p:cNvSpPr>
          <p:nvPr/>
        </p:nvSpPr>
        <p:spPr>
          <a:xfrm xmlns:a="http://schemas.openxmlformats.org/drawingml/2006/main">
            <a:off x="6502400" y="4035921"/>
            <a:ext cx="4709160"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890"/>
              </a:lnSpc>
              <a:buNone/>
            </a:pPr>
            <a:r>
              <a:rPr sz="1400" b="1">
                <a:solidFill>
                  <a:srgbClr val="14203A"/>
                </a:solidFill>
                <a:latin typeface="Poppins"/>
                <a:ea typeface="Poppins"/>
                <a:cs typeface="Poppins"/>
              </a:rPr>
              <a:t>Pulling taxis from “dry” areas</a:t>
            </a:r>
            <a:r>
              <a:rPr sz="1400">
                <a:solidFill>
                  <a:srgbClr val="14203A"/>
                </a:solidFill>
                <a:latin typeface="Poppins"/>
                <a:ea typeface="Poppins"/>
                <a:cs typeface="Poppins"/>
              </a:rPr>
              <a:t> in island-wide rain: </a:t>
            </a:r>
            <a:r>
              <a:rPr sz="1400">
                <a:solidFill>
                  <a:srgbClr val="14203A"/>
                </a:solidFill>
                <a:latin typeface="Poppins"/>
                <a:ea typeface="Poppins"/>
                <a:cs typeface="Poppins"/>
              </a:rPr>
              <a:t>broad losses limit surplus</a:t>
            </a:r>
            <a:endParaRPr sz="1400"/>
          </a:p>
        </p:txBody>
      </p:sp>
      <p:sp>
        <p:nvSpPr>
          <p:cNvPr id="15" name="Text 13">
            <a:extLst xmlns:a="http://schemas.openxmlformats.org/drawingml/2006/main">
              <a:ext uri="{FF2B5EF4-FFF2-40B4-BE49-F238E27FC236}">
                <a16:creationId xmlns:a16="http://schemas.microsoft.com/office/drawing/2014/main" id="{ABFA06D5-EA0B-488D-BAB0-D60BE95D60AC}"/>
              </a:ext>
            </a:extLst>
          </p:cNvPr>
          <p:cNvSpPr>
            <a:spLocks xmlns:a="http://schemas.openxmlformats.org/drawingml/2006/main" noGrp="1"/>
          </p:cNvSpPr>
          <p:nvPr/>
        </p:nvSpPr>
        <p:spPr>
          <a:xfrm xmlns:a="http://schemas.openxmlformats.org/drawingml/2006/main">
            <a:off x="812800" y="6248400"/>
            <a:ext cx="8402241"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Deserts: fewest dry-weather vacant taxis per resident (Punggol Town Centre 0.73 per 10,000)</a:t>
            </a:r>
            <a:endParaRPr sz="1200"/>
          </a:p>
        </p:txBody>
      </p:sp>
      <p:sp>
        <p:nvSpPr>
          <p:cNvPr id="16" name="Text 14">
            <a:extLst xmlns:a="http://schemas.openxmlformats.org/drawingml/2006/main">
              <a:ext uri="{FF2B5EF4-FFF2-40B4-BE49-F238E27FC236}">
                <a16:creationId xmlns:a16="http://schemas.microsoft.com/office/drawing/2014/main" id="{BE89B0F0-7695-4DE7-B2A8-031858FD7EFF}"/>
              </a:ext>
            </a:extLst>
          </p:cNvPr>
          <p:cNvSpPr>
            <a:spLocks xmlns:a="http://schemas.openxmlformats.org/drawingml/2006/main" noGrp="1"/>
          </p:cNvSpPr>
          <p:nvPr/>
        </p:nvSpPr>
        <p:spPr>
          <a:xfrm xmlns:a="http://schemas.openxmlformats.org/drawingml/2006/main">
            <a:off x="11183590" y="6248400"/>
            <a:ext cx="195610"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20</a:t>
            </a:r>
            <a:endParaRPr sz="1200"/>
          </a:p>
        </p:txBody>
      </p:sp>
    </p:spTree>
    <p:extLst>
      <p:ext uri="{BB962C8B-B14F-4D97-AF65-F5344CB8AC3E}">
        <p14:creationId xmlns:p14="http://schemas.microsoft.com/office/powerpoint/2010/main" val="1940859613"/>
      </p:ext>
    </p:extLst>
  </p:cSld>
</p:sld>
</file>

<file path=ppt/slides/slide21.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31797A17-E41A-460E-BC97-B901F016680C}"/>
              </a:ext>
            </a:extLst>
          </p:cNvPr>
          <p:cNvSpPr>
            <a:spLocks xmlns:a="http://schemas.openxmlformats.org/drawingml/2006/main" noGrp="1"/>
          </p:cNvSpPr>
          <p:nvPr/>
        </p:nvSpPr>
        <p:spPr>
          <a:xfrm xmlns:a="http://schemas.openxmlformats.org/drawingml/2006/main">
            <a:off x="812800" y="812800"/>
            <a:ext cx="3668167" cy="31363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75"/>
              </a:lnSpc>
              <a:buNone/>
            </a:pPr>
            <a:r>
              <a:rPr sz="1196" b="1" spc="100">
                <a:solidFill>
                  <a:srgbClr val="2C5EAA"/>
                </a:solidFill>
                <a:latin typeface="Poppins"/>
                <a:ea typeface="Poppins"/>
                <a:cs typeface="Poppins"/>
              </a:rPr>
              <a:t>LIVE DEMO · AGENT-BASED SIMULATION</a:t>
            </a:r>
            <a:endParaRPr sz="1196"/>
          </a:p>
        </p:txBody>
      </p:sp>
      <p:sp>
        <p:nvSpPr>
          <p:cNvPr id="3" name="Text 1">
            <a:extLst xmlns:a="http://schemas.openxmlformats.org/drawingml/2006/main">
              <a:ext uri="{FF2B5EF4-FFF2-40B4-BE49-F238E27FC236}">
                <a16:creationId xmlns:a16="http://schemas.microsoft.com/office/drawing/2014/main" id="{81DE062D-53DB-433F-82FC-8A2F409BEC89}"/>
              </a:ext>
            </a:extLst>
          </p:cNvPr>
          <p:cNvSpPr>
            <a:spLocks xmlns:a="http://schemas.openxmlformats.org/drawingml/2006/main" noGrp="1"/>
          </p:cNvSpPr>
          <p:nvPr>
            <p:ph type="title" idx="0"/>
          </p:nvPr>
        </p:nvSpPr>
        <p:spPr>
          <a:xfrm xmlns:a="http://schemas.openxmlformats.org/drawingml/2006/main">
            <a:off x="812800" y="1215330"/>
            <a:ext cx="10883392" cy="555625"/>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A STORM SIMULATOR FOR EXPLORING ASSUMPTIONS</a:t>
            </a:r>
            <a:endParaRPr sz="4000"/>
          </a:p>
        </p:txBody>
      </p:sp>
      <p:sp>
        <p:nvSpPr>
          <p:cNvPr id="4" name="Shape 2">
            <a:extLst xmlns:a="http://schemas.openxmlformats.org/drawingml/2006/main">
              <a:ext uri="{FF2B5EF4-FFF2-40B4-BE49-F238E27FC236}">
                <a16:creationId xmlns:a16="http://schemas.microsoft.com/office/drawing/2014/main" id="{30042189-D137-458C-99E4-A272E0B63152}"/>
              </a:ext>
            </a:extLst>
          </p:cNvPr>
          <p:cNvSpPr>
            <a:spLocks xmlns:a="http://schemas.openxmlformats.org/drawingml/2006/main" noGrp="1"/>
          </p:cNvSpPr>
          <p:nvPr/>
        </p:nvSpPr>
        <p:spPr>
          <a:xfrm xmlns:a="http://schemas.openxmlformats.org/drawingml/2006/main">
            <a:off x="812800" y="1990378"/>
            <a:ext cx="5410200" cy="3860800"/>
          </a:xfrm>
          <a:prstGeom xmlns:a="http://schemas.openxmlformats.org/drawingml/2006/main" prst="roundRect">
            <a:avLst>
              <a:gd name="adj" fmla="val 4276"/>
            </a:avLst>
          </a:prstGeom>
          <a:solidFill xmlns:a="http://schemas.openxmlformats.org/drawingml/2006/main">
            <a:srgbClr val="14203A"/>
          </a:solidFill>
        </p:spPr>
      </p:sp>
      <p:pic>
        <p:nvPicPr>
          <p:cNvPr id="5" name="Image 0">
            <a:extLst xmlns:a="http://schemas.openxmlformats.org/drawingml/2006/main">
              <a:ext uri="{FF2B5EF4-FFF2-40B4-BE49-F238E27FC236}">
                <a16:creationId xmlns:a16="http://schemas.microsoft.com/office/drawing/2014/main" id="{93DD5F35-0C76-4D0C-B574-20675F285897}"/>
              </a:ext>
            </a:extLst>
          </p:cNvPr>
          <p:cNvPicPr>
            <a:picLocks xmlns:a="http://schemas.openxmlformats.org/drawingml/2006/main" noChangeAspect="1"/>
          </p:cNvPicPr>
          <p:nvPr/>
        </p:nvPicPr>
        <p:blipFill>
          <a:blip xmlns:r="http://schemas.openxmlformats.org/officeDocument/2006/relationships" xmlns:a="http://schemas.openxmlformats.org/drawingml/2006/main" r:embed="R1f606d5824ce45b8"/>
          <a:srcRect xmlns:a="http://schemas.openxmlformats.org/drawingml/2006/main" l="-14" t="0" r="-14" b="0"/>
          <a:stretch xmlns:a="http://schemas.openxmlformats.org/drawingml/2006/main"/>
        </p:blipFill>
        <p:spPr>
          <a:xfrm xmlns:a="http://schemas.openxmlformats.org/drawingml/2006/main">
            <a:off x="965200" y="2142778"/>
            <a:ext cx="5105400" cy="3556000"/>
          </a:xfrm>
          <a:prstGeom xmlns:a="http://schemas.openxmlformats.org/drawingml/2006/main" prst="rect">
            <a:avLst/>
          </a:prstGeom>
        </p:spPr>
      </p:pic>
      <p:sp>
        <p:nvSpPr>
          <p:cNvPr id="6" name="Text 3">
            <a:extLst xmlns:a="http://schemas.openxmlformats.org/drawingml/2006/main">
              <a:ext uri="{FF2B5EF4-FFF2-40B4-BE49-F238E27FC236}">
                <a16:creationId xmlns:a16="http://schemas.microsoft.com/office/drawing/2014/main" id="{15ADA4B7-F894-4ECC-BBB1-AFE1587CCB1C}"/>
              </a:ext>
            </a:extLst>
          </p:cNvPr>
          <p:cNvSpPr>
            <a:spLocks xmlns:a="http://schemas.openxmlformats.org/drawingml/2006/main" noGrp="1"/>
          </p:cNvSpPr>
          <p:nvPr/>
        </p:nvSpPr>
        <p:spPr>
          <a:xfrm xmlns:a="http://schemas.openxmlformats.org/drawingml/2006/main">
            <a:off x="6477000" y="2388642"/>
            <a:ext cx="5049266" cy="102096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960"/>
              </a:lnSpc>
              <a:buNone/>
            </a:pPr>
            <a:r>
              <a:rPr sz="1400">
                <a:solidFill>
                  <a:srgbClr val="14203A"/>
                </a:solidFill>
                <a:latin typeface="Poppins"/>
                <a:ea typeface="Poppins"/>
                <a:cs typeface="Poppins"/>
              </a:rPr>
              <a:t>A minute-by-minute virtual Singapore: real starting taxis, </a:t>
            </a:r>
            <a:r>
              <a:rPr sz="1400">
                <a:solidFill>
                  <a:srgbClr val="14203A"/>
                </a:solidFill>
                <a:latin typeface="Poppins"/>
                <a:ea typeface="Poppins"/>
                <a:cs typeface="Poppins"/>
              </a:rPr>
              <a:t>scenario-set bookings and off-duty rates</a:t>
            </a:r>
            <a:r>
              <a:rPr sz="1400">
                <a:solidFill>
                  <a:srgbClr val="14203A"/>
                </a:solidFill>
                <a:latin typeface="Poppins"/>
                <a:ea typeface="Poppins"/>
                <a:cs typeface="Poppins"/>
              </a:rPr>
              <a:t>, and a dispatcher matching requests to taxis.</a:t>
            </a:r>
            <a:endParaRPr sz="1400"/>
          </a:p>
        </p:txBody>
      </p:sp>
      <p:sp>
        <p:nvSpPr>
          <p:cNvPr id="7" name="Shape 4">
            <a:extLst xmlns:a="http://schemas.openxmlformats.org/drawingml/2006/main">
              <a:ext uri="{FF2B5EF4-FFF2-40B4-BE49-F238E27FC236}">
                <a16:creationId xmlns:a16="http://schemas.microsoft.com/office/drawing/2014/main" id="{DD108A73-D119-4D5D-8D41-9D8B3FEF65CA}"/>
              </a:ext>
            </a:extLst>
          </p:cNvPr>
          <p:cNvSpPr>
            <a:spLocks xmlns:a="http://schemas.openxmlformats.org/drawingml/2006/main" noGrp="1"/>
          </p:cNvSpPr>
          <p:nvPr/>
        </p:nvSpPr>
        <p:spPr>
          <a:xfrm xmlns:a="http://schemas.openxmlformats.org/drawingml/2006/main">
            <a:off x="6477000" y="3536603"/>
            <a:ext cx="4902200" cy="1266081"/>
          </a:xfrm>
          <a:prstGeom xmlns:a="http://schemas.openxmlformats.org/drawingml/2006/main" prst="roundRect">
            <a:avLst>
              <a:gd name="adj" fmla="val 13040"/>
            </a:avLst>
          </a:prstGeom>
          <a:solidFill xmlns:a="http://schemas.openxmlformats.org/drawingml/2006/main">
            <a:srgbClr val="FBFCFE"/>
          </a:solidFill>
        </p:spPr>
      </p:sp>
      <p:sp>
        <p:nvSpPr>
          <p:cNvPr id="8" name="Text 5">
            <a:extLst xmlns:a="http://schemas.openxmlformats.org/drawingml/2006/main">
              <a:ext uri="{FF2B5EF4-FFF2-40B4-BE49-F238E27FC236}">
                <a16:creationId xmlns:a16="http://schemas.microsoft.com/office/drawing/2014/main" id="{6B04DD14-6AD9-45DF-AD4C-69301238026D}"/>
              </a:ext>
            </a:extLst>
          </p:cNvPr>
          <p:cNvSpPr>
            <a:spLocks xmlns:a="http://schemas.openxmlformats.org/drawingml/2006/main" noGrp="1"/>
          </p:cNvSpPr>
          <p:nvPr/>
        </p:nvSpPr>
        <p:spPr>
          <a:xfrm xmlns:a="http://schemas.openxmlformats.org/drawingml/2006/main">
            <a:off x="6680200" y="3714403"/>
            <a:ext cx="4630674" cy="45209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3360"/>
              </a:lnSpc>
              <a:buNone/>
            </a:pPr>
            <a:r>
              <a:rPr sz="3200">
                <a:solidFill>
                  <a:srgbClr val="C0453C"/>
                </a:solidFill>
                <a:latin typeface="Anton"/>
                <a:ea typeface="Anton"/>
                <a:cs typeface="Anton"/>
              </a:rPr>
              <a:t>3 of 10</a:t>
            </a:r>
            <a:endParaRPr sz="3200"/>
          </a:p>
        </p:txBody>
      </p:sp>
      <p:sp>
        <p:nvSpPr>
          <p:cNvPr id="9" name="Text 6">
            <a:extLst xmlns:a="http://schemas.openxmlformats.org/drawingml/2006/main">
              <a:ext uri="{FF2B5EF4-FFF2-40B4-BE49-F238E27FC236}">
                <a16:creationId xmlns:a16="http://schemas.microsoft.com/office/drawing/2014/main" id="{B5B2B895-1E4E-49F2-B9A7-139392841357}"/>
              </a:ext>
            </a:extLst>
          </p:cNvPr>
          <p:cNvSpPr>
            <a:spLocks xmlns:a="http://schemas.openxmlformats.org/drawingml/2006/main" noGrp="1"/>
          </p:cNvSpPr>
          <p:nvPr/>
        </p:nvSpPr>
        <p:spPr>
          <a:xfrm xmlns:a="http://schemas.openxmlformats.org/drawingml/2006/main">
            <a:off x="6680200" y="4179193"/>
            <a:ext cx="4630674" cy="471091"/>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755"/>
              </a:lnSpc>
              <a:buNone/>
            </a:pPr>
            <a:r>
              <a:rPr sz="1300">
                <a:solidFill>
                  <a:srgbClr val="14203A"/>
                </a:solidFill>
                <a:latin typeface="Poppins"/>
                <a:ea typeface="Poppins"/>
                <a:cs typeface="Poppins"/>
              </a:rPr>
              <a:t>held-out storms pass for the best v2 setting. V1 reaches 4 of 10. Neither passes the overall rule.</a:t>
            </a:r>
            <a:endParaRPr sz="1300"/>
          </a:p>
        </p:txBody>
      </p:sp>
      <p:sp>
        <p:nvSpPr>
          <p:cNvPr id="10" name="Text 7">
            <a:extLst xmlns:a="http://schemas.openxmlformats.org/drawingml/2006/main">
              <a:ext uri="{FF2B5EF4-FFF2-40B4-BE49-F238E27FC236}">
                <a16:creationId xmlns:a16="http://schemas.microsoft.com/office/drawing/2014/main" id="{934EC6AE-9E7E-4C3B-B357-A232B79F35FA}"/>
              </a:ext>
            </a:extLst>
          </p:cNvPr>
          <p:cNvSpPr>
            <a:spLocks xmlns:a="http://schemas.openxmlformats.org/drawingml/2006/main" noGrp="1"/>
          </p:cNvSpPr>
          <p:nvPr/>
        </p:nvSpPr>
        <p:spPr>
          <a:xfrm xmlns:a="http://schemas.openxmlformats.org/drawingml/2006/main">
            <a:off x="6477000" y="4955084"/>
            <a:ext cx="5049266" cy="52318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960"/>
              </a:lnSpc>
              <a:buNone/>
            </a:pPr>
            <a:r>
              <a:rPr sz="1400" b="1">
                <a:solidFill>
                  <a:srgbClr val="14295B"/>
                </a:solidFill>
                <a:latin typeface="Poppins"/>
                <a:ea typeface="Poppins"/>
                <a:cs typeface="Poppins"/>
              </a:rPr>
              <a:t>Use it to show how a storm could play out, not as a forecast.</a:t>
            </a:r>
            <a:endParaRPr sz="1400"/>
          </a:p>
        </p:txBody>
      </p:sp>
      <p:sp>
        <p:nvSpPr>
          <p:cNvPr id="11" name="Text 8">
            <a:extLst xmlns:a="http://schemas.openxmlformats.org/drawingml/2006/main">
              <a:ext uri="{FF2B5EF4-FFF2-40B4-BE49-F238E27FC236}">
                <a16:creationId xmlns:a16="http://schemas.microsoft.com/office/drawing/2014/main" id="{2BB97C41-4D92-4955-8BD8-4A2E84D29F85}"/>
              </a:ext>
            </a:extLst>
          </p:cNvPr>
          <p:cNvSpPr>
            <a:spLocks xmlns:a="http://schemas.openxmlformats.org/drawingml/2006/main" noGrp="1"/>
          </p:cNvSpPr>
          <p:nvPr/>
        </p:nvSpPr>
        <p:spPr>
          <a:xfrm xmlns:a="http://schemas.openxmlformats.org/drawingml/2006/main">
            <a:off x="812800" y="6248400"/>
            <a:ext cx="9237142"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Tuned on 20 past storms, checked on 10 unseen ones · numbers are simulated, conditional on the scenario</a:t>
            </a:r>
            <a:endParaRPr sz="1200"/>
          </a:p>
        </p:txBody>
      </p:sp>
      <p:sp>
        <p:nvSpPr>
          <p:cNvPr id="12" name="Text 9">
            <a:extLst xmlns:a="http://schemas.openxmlformats.org/drawingml/2006/main">
              <a:ext uri="{FF2B5EF4-FFF2-40B4-BE49-F238E27FC236}">
                <a16:creationId xmlns:a16="http://schemas.microsoft.com/office/drawing/2014/main" id="{97FF4436-6CBB-4E87-B207-26E23B778FE8}"/>
              </a:ext>
            </a:extLst>
          </p:cNvPr>
          <p:cNvSpPr>
            <a:spLocks xmlns:a="http://schemas.openxmlformats.org/drawingml/2006/main" noGrp="1"/>
          </p:cNvSpPr>
          <p:nvPr/>
        </p:nvSpPr>
        <p:spPr>
          <a:xfrm xmlns:a="http://schemas.openxmlformats.org/drawingml/2006/main">
            <a:off x="11145044" y="6248400"/>
            <a:ext cx="234156"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21</a:t>
            </a:r>
            <a:endParaRPr sz="1200"/>
          </a:p>
        </p:txBody>
      </p:sp>
    </p:spTree>
    <p:extLst>
      <p:ext uri="{BB962C8B-B14F-4D97-AF65-F5344CB8AC3E}">
        <p14:creationId xmlns:p14="http://schemas.microsoft.com/office/powerpoint/2010/main" val="1509110241"/>
      </p:ext>
    </p:extLst>
  </p:cSld>
</p:sld>
</file>

<file path=ppt/slides/slide2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76F8120F-E89C-4A15-BC6E-4BBB15BA221A}"/>
              </a:ext>
            </a:extLst>
          </p:cNvPr>
          <p:cNvSpPr>
            <a:spLocks xmlns:a="http://schemas.openxmlformats.org/drawingml/2006/main" noGrp="1"/>
          </p:cNvSpPr>
          <p:nvPr/>
        </p:nvSpPr>
        <p:spPr>
          <a:xfrm xmlns:a="http://schemas.openxmlformats.org/drawingml/2006/main">
            <a:off x="812800" y="812800"/>
            <a:ext cx="3649117"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LIMITS · MINUTE-BY-MINUTE TRACKING</a:t>
            </a:r>
            <a:endParaRPr sz="1200"/>
          </a:p>
        </p:txBody>
      </p:sp>
      <p:sp>
        <p:nvSpPr>
          <p:cNvPr id="3" name="Text 1">
            <a:extLst xmlns:a="http://schemas.openxmlformats.org/drawingml/2006/main">
              <a:ext uri="{FF2B5EF4-FFF2-40B4-BE49-F238E27FC236}">
                <a16:creationId xmlns:a16="http://schemas.microsoft.com/office/drawing/2014/main" id="{0C09C915-FF67-4DC8-93E5-2D275483F7B3}"/>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WHY DO TAXIS DISAPPEAR? WE TRIED</a:t>
            </a:r>
            <a:endParaRPr sz="4000"/>
          </a:p>
        </p:txBody>
      </p:sp>
      <p:sp>
        <p:nvSpPr>
          <p:cNvPr id="4" name="Shape 2">
            <a:extLst xmlns:a="http://schemas.openxmlformats.org/drawingml/2006/main">
              <a:ext uri="{FF2B5EF4-FFF2-40B4-BE49-F238E27FC236}">
                <a16:creationId xmlns:a16="http://schemas.microsoft.com/office/drawing/2014/main" id="{44E99BDD-63FA-48E6-806F-1028C64099BE}"/>
              </a:ext>
            </a:extLst>
          </p:cNvPr>
          <p:cNvSpPr>
            <a:spLocks xmlns:a="http://schemas.openxmlformats.org/drawingml/2006/main" noGrp="1"/>
          </p:cNvSpPr>
          <p:nvPr/>
        </p:nvSpPr>
        <p:spPr>
          <a:xfrm xmlns:a="http://schemas.openxmlformats.org/drawingml/2006/main">
            <a:off x="812800" y="1953220"/>
            <a:ext cx="10566400" cy="2164904"/>
          </a:xfrm>
          <a:prstGeom xmlns:a="http://schemas.openxmlformats.org/drawingml/2006/main" prst="roundRect">
            <a:avLst>
              <a:gd name="adj" fmla="val 7626"/>
            </a:avLst>
          </a:prstGeom>
          <a:solidFill xmlns:a="http://schemas.openxmlformats.org/drawingml/2006/main">
            <a:srgbClr val="FBFCFE"/>
          </a:solidFill>
        </p:spPr>
      </p:sp>
      <p:graphicFrame>
        <p:nvGraphicFramePr>
          <p:cNvPr id="5" name="Table 0">
            <a:extLst xmlns:a="http://schemas.openxmlformats.org/drawingml/2006/main">
              <a:ext uri="{FF2B5EF4-FFF2-40B4-BE49-F238E27FC236}">
                <a16:creationId xmlns:a16="http://schemas.microsoft.com/office/drawing/2014/main" id="{651EE184-2025-42FD-A916-00FD1E74DB08}"/>
              </a:ext>
            </a:extLst>
          </p:cNvPr>
          <p:cNvGraphicFramePr/>
          <p:nvPr/>
        </p:nvGraphicFramePr>
        <p:xfrm>
          <a:off xmlns:a="http://schemas.openxmlformats.org/drawingml/2006/main" x="1079500" y="2143720"/>
          <a:ext xmlns:a="http://schemas.openxmlformats.org/drawingml/2006/main" cx="10045700" cy="1796604"/>
        </p:xfrm>
        <a:graphic xmlns:a="http://schemas.openxmlformats.org/drawingml/2006/main">
          <a:graphicData uri="http://schemas.openxmlformats.org/drawingml/2006/table">
            <a:tbl>
              <a:tblPr/>
              <a:tblGrid>
                <a:gridCol w="3415538"/>
                <a:gridCol w="6630162"/>
              </a:tblGrid>
              <a:tr h="359321">
                <a:tc>
                  <a:txBody>
                    <a:bodyPr/>
                    <a:lstStyle/>
                    <a:p>
                      <a:pPr marL="0" indent="0">
                        <a:lnSpc>
                          <a:spcPts val="1820"/>
                        </a:lnSpc>
                        <a:buNone/>
                      </a:pPr>
                      <a:r>
                        <a:rPr sz="1300" b="1">
                          <a:solidFill>
                            <a:srgbClr val="5A6683"/>
                          </a:solidFill>
                          <a:latin typeface="Poppins"/>
                          <a:ea typeface="Poppins"/>
                          <a:cs typeface="Poppins"/>
                        </a:rPr>
                        <a:t>Possible reason</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c>
                  <a:txBody>
                    <a:bodyPr/>
                    <a:lstStyle/>
                    <a:p>
                      <a:pPr marL="0" indent="0">
                        <a:lnSpc>
                          <a:spcPts val="1820"/>
                        </a:lnSpc>
                        <a:buNone/>
                      </a:pPr>
                      <a:r>
                        <a:rPr sz="1300" b="1">
                          <a:solidFill>
                            <a:srgbClr val="5A6683"/>
                          </a:solidFill>
                          <a:latin typeface="Poppins"/>
                          <a:ea typeface="Poppins"/>
                          <a:cs typeface="Poppins"/>
                        </a:rPr>
                        <a:t>What our clues suggest</a:t>
                      </a:r>
                      <a:endParaRPr sz="1300">
                        <a:latin typeface="Poppins"/>
                        <a:ea typeface="Poppins"/>
                        <a:cs typeface="Poppins"/>
                      </a:endParaRPr>
                    </a:p>
                  </a:txBody>
                  <a:tcPr marL="57785" marR="57785" marT="57785" marB="57785" anchor="t">
                    <a:lnL w="12700" cmpd="sng">
                      <a:solidFill>
                        <a:srgbClr val="BABABB"/>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r>
              <a:tr h="359321">
                <a:tc>
                  <a:txBody>
                    <a:bodyPr/>
                    <a:lstStyle/>
                    <a:p>
                      <a:pPr marL="0" indent="0">
                        <a:lnSpc>
                          <a:spcPts val="1820"/>
                        </a:lnSpc>
                        <a:buNone/>
                      </a:pPr>
                      <a:r>
                        <a:rPr sz="1300">
                          <a:solidFill>
                            <a:srgbClr val="14203A"/>
                          </a:solidFill>
                          <a:latin typeface="Poppins"/>
                          <a:ea typeface="Poppins"/>
                          <a:cs typeface="Poppins"/>
                        </a:rPr>
                        <a:t>More people book</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A disappearance can be a hire, booking or driver leaving service.</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Traffic slows down</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Observed traffic speeds are unavailable. Model road times are assumptions.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Drivers stop working</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The feed has no duty-status field. Hires and duty exits remain mixed.</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Drivers move away</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14203A"/>
                          </a:solidFill>
                          <a:latin typeface="Poppins"/>
                          <a:ea typeface="Poppins"/>
                          <a:cs typeface="Poppins"/>
                        </a:rPr>
                        <a:t>Spatial supply associations do not identify individual relocation.</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bl>
          </a:graphicData>
        </a:graphic>
      </p:graphicFrame>
      <p:sp>
        <p:nvSpPr>
          <p:cNvPr id="6" name="Shape 3">
            <a:extLst xmlns:a="http://schemas.openxmlformats.org/drawingml/2006/main">
              <a:ext uri="{FF2B5EF4-FFF2-40B4-BE49-F238E27FC236}">
                <a16:creationId xmlns:a16="http://schemas.microsoft.com/office/drawing/2014/main" id="{BC77A004-EEFA-458E-B473-2CA3A39DC1DC}"/>
              </a:ext>
            </a:extLst>
          </p:cNvPr>
          <p:cNvSpPr>
            <a:spLocks xmlns:a="http://schemas.openxmlformats.org/drawingml/2006/main" noGrp="1"/>
          </p:cNvSpPr>
          <p:nvPr/>
        </p:nvSpPr>
        <p:spPr>
          <a:xfrm xmlns:a="http://schemas.openxmlformats.org/drawingml/2006/main">
            <a:off x="812800" y="4321324"/>
            <a:ext cx="10566400" cy="835620"/>
          </a:xfrm>
          <a:prstGeom xmlns:a="http://schemas.openxmlformats.org/drawingml/2006/main" prst="roundRect">
            <a:avLst>
              <a:gd name="adj" fmla="val 19758"/>
            </a:avLst>
          </a:prstGeom>
          <a:solidFill xmlns:a="http://schemas.openxmlformats.org/drawingml/2006/main">
            <a:srgbClr val="14295B"/>
          </a:solidFill>
        </p:spPr>
      </p:sp>
      <p:sp>
        <p:nvSpPr>
          <p:cNvPr id="7" name="Text 4">
            <a:extLst xmlns:a="http://schemas.openxmlformats.org/drawingml/2006/main">
              <a:ext uri="{FF2B5EF4-FFF2-40B4-BE49-F238E27FC236}">
                <a16:creationId xmlns:a16="http://schemas.microsoft.com/office/drawing/2014/main" id="{421973CB-34B0-44FD-8DE7-E5AEA8CD89A3}"/>
              </a:ext>
            </a:extLst>
          </p:cNvPr>
          <p:cNvSpPr>
            <a:spLocks xmlns:a="http://schemas.openxmlformats.org/drawingml/2006/main" noGrp="1"/>
          </p:cNvSpPr>
          <p:nvPr/>
        </p:nvSpPr>
        <p:spPr>
          <a:xfrm xmlns:a="http://schemas.openxmlformats.org/drawingml/2006/main">
            <a:off x="1066800" y="4510534"/>
            <a:ext cx="1081187" cy="4826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a:bodyPr>
          <a:lstStyle xmlns:a="http://schemas.openxmlformats.org/drawingml/2006/main"/>
          <a:p xmlns:a="http://schemas.openxmlformats.org/drawingml/2006/main">
            <a:pPr marL="0" indent="0" algn="l">
              <a:lnSpc>
                <a:spcPts val="3600"/>
              </a:lnSpc>
              <a:buNone/>
            </a:pPr>
            <a:r>
              <a:rPr sz="3600">
                <a:solidFill>
                  <a:srgbClr val="8FB8F2"/>
                </a:solidFill>
                <a:latin typeface="Anton"/>
                <a:ea typeface="Anton"/>
                <a:cs typeface="Anton"/>
              </a:rPr>
              <a:t>10–23%</a:t>
            </a:r>
            <a:endParaRPr sz="3600"/>
          </a:p>
        </p:txBody>
      </p:sp>
      <p:sp>
        <p:nvSpPr>
          <p:cNvPr id="8" name="Text 5">
            <a:extLst xmlns:a="http://schemas.openxmlformats.org/drawingml/2006/main">
              <a:ext uri="{FF2B5EF4-FFF2-40B4-BE49-F238E27FC236}">
                <a16:creationId xmlns:a16="http://schemas.microsoft.com/office/drawing/2014/main" id="{A482AB27-B778-4D6C-9AA7-5B0564F1C04E}"/>
              </a:ext>
            </a:extLst>
          </p:cNvPr>
          <p:cNvSpPr>
            <a:spLocks xmlns:a="http://schemas.openxmlformats.org/drawingml/2006/main" noGrp="1"/>
          </p:cNvSpPr>
          <p:nvPr/>
        </p:nvSpPr>
        <p:spPr>
          <a:xfrm xmlns:a="http://schemas.openxmlformats.org/drawingml/2006/main">
            <a:off x="2351187" y="4499124"/>
            <a:ext cx="9037234"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890"/>
              </a:lnSpc>
              <a:buNone/>
            </a:pPr>
            <a:r>
              <a:rPr sz="1400">
                <a:solidFill>
                  <a:srgbClr val="FFFFFF"/>
                </a:solidFill>
                <a:latin typeface="Poppins"/>
                <a:ea typeface="Poppins"/>
                <a:cs typeface="Poppins"/>
              </a:rPr>
              <a:t>synthetic link precision at 15–30 km/h. The strict sample also has zero matched dry days.</a:t>
            </a:r>
            <a:r>
              <a:rPr sz="1400">
                <a:solidFill>
                  <a:srgbClr val="FFFFFF"/>
                </a:solidFill>
                <a:latin typeface="Poppins"/>
                <a:ea typeface="Poppins"/>
                <a:cs typeface="Poppins"/>
              </a:rPr>
              <a:t> </a:t>
            </a:r>
            <a:r>
              <a:rPr sz="1400" b="1">
                <a:solidFill>
                  <a:srgbClr val="FFFFFF"/>
                </a:solidFill>
                <a:latin typeface="Poppins"/>
                <a:ea typeface="Poppins"/>
                <a:cs typeface="Poppins"/>
              </a:rPr>
              <a:t>CDG’s booking and driver-status data could answer it.</a:t>
            </a:r>
            <a:endParaRPr sz="1400"/>
          </a:p>
        </p:txBody>
      </p:sp>
      <p:sp>
        <p:nvSpPr>
          <p:cNvPr id="9" name="Text 6">
            <a:extLst xmlns:a="http://schemas.openxmlformats.org/drawingml/2006/main">
              <a:ext uri="{FF2B5EF4-FFF2-40B4-BE49-F238E27FC236}">
                <a16:creationId xmlns:a16="http://schemas.microsoft.com/office/drawing/2014/main" id="{6A4D6C76-CB0D-4D85-A244-0989443BEB5A}"/>
              </a:ext>
            </a:extLst>
          </p:cNvPr>
          <p:cNvSpPr>
            <a:spLocks xmlns:a="http://schemas.openxmlformats.org/drawingml/2006/main" noGrp="1"/>
          </p:cNvSpPr>
          <p:nvPr/>
        </p:nvSpPr>
        <p:spPr>
          <a:xfrm xmlns:a="http://schemas.openxmlformats.org/drawingml/2006/main">
            <a:off x="812800" y="6248400"/>
            <a:ext cx="9126736"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Synthetic matching precision at 15–30 km/h</a:t>
            </a:r>
            <a:r>
              <a:rPr sz="1200">
                <a:solidFill>
                  <a:srgbClr val="5A6683"/>
                </a:solidFill>
                <a:latin typeface="Poppins"/>
                <a:ea typeface="Poppins"/>
                <a:cs typeface="Poppins"/>
              </a:rPr>
              <a:t> · LTA trip data was requested but not received</a:t>
            </a:r>
            <a:endParaRPr sz="1200"/>
          </a:p>
        </p:txBody>
      </p:sp>
      <p:sp>
        <p:nvSpPr>
          <p:cNvPr id="10" name="Text 7">
            <a:extLst xmlns:a="http://schemas.openxmlformats.org/drawingml/2006/main">
              <a:ext uri="{FF2B5EF4-FFF2-40B4-BE49-F238E27FC236}">
                <a16:creationId xmlns:a16="http://schemas.microsoft.com/office/drawing/2014/main" id="{7CF8F8C3-4DAF-4346-945C-43BBFE34791C}"/>
              </a:ext>
            </a:extLst>
          </p:cNvPr>
          <p:cNvSpPr>
            <a:spLocks xmlns:a="http://schemas.openxmlformats.org/drawingml/2006/main" noGrp="1"/>
          </p:cNvSpPr>
          <p:nvPr/>
        </p:nvSpPr>
        <p:spPr>
          <a:xfrm xmlns:a="http://schemas.openxmlformats.org/drawingml/2006/main">
            <a:off x="11191974" y="6248400"/>
            <a:ext cx="187226"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22</a:t>
            </a:r>
            <a:endParaRPr sz="1200"/>
          </a:p>
        </p:txBody>
      </p:sp>
    </p:spTree>
    <p:extLst>
      <p:ext uri="{BB962C8B-B14F-4D97-AF65-F5344CB8AC3E}">
        <p14:creationId xmlns:p14="http://schemas.microsoft.com/office/powerpoint/2010/main" val="901626431"/>
      </p:ext>
    </p:extLst>
  </p:cSld>
</p:sld>
</file>

<file path=ppt/slides/slide23.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ACD42EB3-4A1C-4DEF-8CDD-AEE8C81BB8FF}"/>
              </a:ext>
            </a:extLst>
          </p:cNvPr>
          <p:cNvSpPr>
            <a:spLocks xmlns:a="http://schemas.openxmlformats.org/drawingml/2006/main" noGrp="1"/>
          </p:cNvSpPr>
          <p:nvPr/>
        </p:nvSpPr>
        <p:spPr>
          <a:xfrm xmlns:a="http://schemas.openxmlformats.org/drawingml/2006/main">
            <a:off x="812800" y="812800"/>
            <a:ext cx="1891903"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HOW SURE ARE WE</a:t>
            </a:r>
            <a:endParaRPr sz="1200"/>
          </a:p>
        </p:txBody>
      </p:sp>
      <p:sp>
        <p:nvSpPr>
          <p:cNvPr id="3" name="Text 1">
            <a:extLst xmlns:a="http://schemas.openxmlformats.org/drawingml/2006/main">
              <a:ext uri="{FF2B5EF4-FFF2-40B4-BE49-F238E27FC236}">
                <a16:creationId xmlns:a16="http://schemas.microsoft.com/office/drawing/2014/main" id="{334AC6A5-E73E-40B9-9C29-32277BFC0491}"/>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GRADED, AND HONEST ABOUT WHAT FAILED</a:t>
            </a:r>
            <a:endParaRPr sz="4000"/>
          </a:p>
        </p:txBody>
      </p:sp>
      <p:sp>
        <p:nvSpPr>
          <p:cNvPr id="4" name="Shape 2">
            <a:extLst xmlns:a="http://schemas.openxmlformats.org/drawingml/2006/main">
              <a:ext uri="{FF2B5EF4-FFF2-40B4-BE49-F238E27FC236}">
                <a16:creationId xmlns:a16="http://schemas.microsoft.com/office/drawing/2014/main" id="{93FF8CC0-D5BF-4E89-BF90-BB0DEC4BDC17}"/>
              </a:ext>
            </a:extLst>
          </p:cNvPr>
          <p:cNvSpPr>
            <a:spLocks xmlns:a="http://schemas.openxmlformats.org/drawingml/2006/main" noGrp="1"/>
          </p:cNvSpPr>
          <p:nvPr/>
        </p:nvSpPr>
        <p:spPr>
          <a:xfrm xmlns:a="http://schemas.openxmlformats.org/drawingml/2006/main">
            <a:off x="812800" y="1953220"/>
            <a:ext cx="10566400" cy="3242866"/>
          </a:xfrm>
          <a:prstGeom xmlns:a="http://schemas.openxmlformats.org/drawingml/2006/main" prst="roundRect">
            <a:avLst>
              <a:gd name="adj" fmla="val 5091"/>
            </a:avLst>
          </a:prstGeom>
          <a:solidFill xmlns:a="http://schemas.openxmlformats.org/drawingml/2006/main">
            <a:srgbClr val="FBFCFE"/>
          </a:solidFill>
        </p:spPr>
      </p:sp>
      <p:graphicFrame>
        <p:nvGraphicFramePr>
          <p:cNvPr id="5" name="Table 0">
            <a:extLst xmlns:a="http://schemas.openxmlformats.org/drawingml/2006/main">
              <a:ext uri="{FF2B5EF4-FFF2-40B4-BE49-F238E27FC236}">
                <a16:creationId xmlns:a16="http://schemas.microsoft.com/office/drawing/2014/main" id="{C27CD103-DF08-42FD-9710-34E0FC7C1888}"/>
              </a:ext>
            </a:extLst>
          </p:cNvPr>
          <p:cNvGraphicFramePr/>
          <p:nvPr/>
        </p:nvGraphicFramePr>
        <p:xfrm>
          <a:off xmlns:a="http://schemas.openxmlformats.org/drawingml/2006/main" x="1079500" y="2143720"/>
          <a:ext xmlns:a="http://schemas.openxmlformats.org/drawingml/2006/main" cx="10045700" cy="2874566"/>
        </p:xfrm>
        <a:graphic xmlns:a="http://schemas.openxmlformats.org/drawingml/2006/main">
          <a:graphicData uri="http://schemas.openxmlformats.org/drawingml/2006/table">
            <a:tbl>
              <a:tblPr/>
              <a:tblGrid>
                <a:gridCol w="6228334"/>
                <a:gridCol w="3817366"/>
              </a:tblGrid>
              <a:tr h="359321">
                <a:tc>
                  <a:txBody>
                    <a:bodyPr/>
                    <a:lstStyle/>
                    <a:p>
                      <a:pPr marL="0" indent="0">
                        <a:lnSpc>
                          <a:spcPts val="1820"/>
                        </a:lnSpc>
                        <a:buNone/>
                      </a:pPr>
                      <a:r>
                        <a:rPr sz="1300" b="1">
                          <a:solidFill>
                            <a:srgbClr val="5A6683"/>
                          </a:solidFill>
                          <a:latin typeface="Poppins"/>
                          <a:ea typeface="Poppins"/>
                          <a:cs typeface="Poppins"/>
                        </a:rPr>
                        <a:t>Finding</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c>
                  <a:txBody>
                    <a:bodyPr/>
                    <a:lstStyle/>
                    <a:p>
                      <a:pPr marL="0" indent="0">
                        <a:lnSpc>
                          <a:spcPts val="1820"/>
                        </a:lnSpc>
                        <a:buNone/>
                      </a:pPr>
                      <a:r>
                        <a:rPr sz="1300" b="1">
                          <a:solidFill>
                            <a:srgbClr val="5A6683"/>
                          </a:solidFill>
                          <a:latin typeface="Poppins"/>
                          <a:ea typeface="Poppins"/>
                          <a:cs typeface="Poppins"/>
                        </a:rPr>
                        <a:t>Confidence</a:t>
                      </a:r>
                      <a:endParaRPr sz="1300">
                        <a:latin typeface="Poppins"/>
                        <a:ea typeface="Poppins"/>
                        <a:cs typeface="Poppins"/>
                      </a:endParaRPr>
                    </a:p>
                  </a:txBody>
                  <a:tcPr marL="57785" marR="57785" marT="57785" marB="57785" anchor="t">
                    <a:lnL w="12700" cmpd="sng">
                      <a:solidFill>
                        <a:srgbClr val="BABABB"/>
                      </a:solidFill>
                      <a:prstDash val="solid"/>
                    </a:lnL>
                    <a:lnR w="12700" cmpd="sng">
                      <a:solidFill>
                        <a:srgbClr val="BABABB"/>
                      </a:solidFill>
                      <a:prstDash val="solid"/>
                    </a:lnR>
                    <a:lnT w="12700" cmpd="sng">
                      <a:solidFill>
                        <a:srgbClr val="C8C9CA"/>
                      </a:solidFill>
                      <a:prstDash val="solid"/>
                    </a:lnT>
                    <a:lnB w="12700" cmpd="sng">
                      <a:solidFill>
                        <a:srgbClr val="BABABB"/>
                      </a:solidFill>
                      <a:prstDash val="solid"/>
                    </a:lnB>
                    <a:solidFill>
                      <a:srgbClr val="E9E9EB"/>
                    </a:solidFill>
                  </a:tcPr>
                </a:tc>
              </a:tr>
              <a:tr h="359321">
                <a:tc>
                  <a:txBody>
                    <a:bodyPr/>
                    <a:lstStyle/>
                    <a:p>
                      <a:pPr marL="0" indent="0">
                        <a:lnSpc>
                          <a:spcPts val="1820"/>
                        </a:lnSpc>
                        <a:buNone/>
                      </a:pPr>
                      <a:r>
                        <a:rPr sz="1300">
                          <a:solidFill>
                            <a:srgbClr val="14203A"/>
                          </a:solidFill>
                          <a:latin typeface="Poppins"/>
                          <a:ea typeface="Poppins"/>
                          <a:cs typeface="Poppins"/>
                        </a:rPr>
                        <a:t>Heavy rain is associated with about 13% fewer vacant taxis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c>
                  <a:txBody>
                    <a:bodyPr/>
                    <a:lstStyle/>
                    <a:p>
                      <a:pPr marL="0" indent="0">
                        <a:lnSpc>
                          <a:spcPts val="1820"/>
                        </a:lnSpc>
                        <a:buNone/>
                      </a:pPr>
                      <a:r>
                        <a:rPr sz="1300">
                          <a:solidFill>
                            <a:srgbClr val="0B7A35"/>
                          </a:solidFill>
                          <a:latin typeface="Poppins"/>
                          <a:ea typeface="Poppins"/>
                          <a:cs typeface="Poppins"/>
                        </a:rPr>
                        <a:t>Strong</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BABABB"/>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The CBD loses about twice as much</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0B7A35"/>
                          </a:solidFill>
                          <a:latin typeface="Poppins"/>
                          <a:ea typeface="Poppins"/>
                          <a:cs typeface="Poppins"/>
                        </a:rPr>
                        <a:t>Strong</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Weather adds little to short-term alerts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0B7A35"/>
                          </a:solidFill>
                          <a:latin typeface="Poppins"/>
                          <a:ea typeface="Poppins"/>
                          <a:cs typeface="Poppins"/>
                        </a:rPr>
                        <a:t>Strong, for models tested</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The morning forecast helps planning</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2C5EAA"/>
                          </a:solidFill>
                          <a:latin typeface="Poppins"/>
                          <a:ea typeface="Poppins"/>
                          <a:cs typeface="Poppins"/>
                        </a:rPr>
                        <a:t>Moderate</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Named places and their rankings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2C5EAA"/>
                          </a:solidFill>
                          <a:latin typeface="Poppins"/>
                          <a:ea typeface="Poppins"/>
                          <a:cs typeface="Poppins"/>
                        </a:rPr>
                        <a:t>Moderate</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What explains the rest (stands, MRT, HDB)</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8A5A00"/>
                          </a:solidFill>
                          <a:latin typeface="Poppins"/>
                          <a:ea typeface="Poppins"/>
                          <a:cs typeface="Poppins"/>
                        </a:rPr>
                        <a:t>Weak</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r h="359321">
                <a:tc>
                  <a:txBody>
                    <a:bodyPr/>
                    <a:lstStyle/>
                    <a:p>
                      <a:pPr marL="0" indent="0">
                        <a:lnSpc>
                          <a:spcPts val="1820"/>
                        </a:lnSpc>
                        <a:buNone/>
                      </a:pPr>
                      <a:r>
                        <a:rPr sz="1300">
                          <a:solidFill>
                            <a:srgbClr val="14203A"/>
                          </a:solidFill>
                          <a:latin typeface="Poppins"/>
                          <a:ea typeface="Poppins"/>
                          <a:cs typeface="Poppins"/>
                        </a:rPr>
                        <a:t>Simulator numbers</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c>
                  <a:txBody>
                    <a:bodyPr/>
                    <a:lstStyle/>
                    <a:p>
                      <a:pPr marL="0" indent="0">
                        <a:lnSpc>
                          <a:spcPts val="1820"/>
                        </a:lnSpc>
                        <a:buNone/>
                      </a:pPr>
                      <a:r>
                        <a:rPr sz="1300">
                          <a:solidFill>
                            <a:srgbClr val="C0453C"/>
                          </a:solidFill>
                          <a:latin typeface="Poppins"/>
                          <a:ea typeface="Poppins"/>
                          <a:cs typeface="Poppins"/>
                        </a:rPr>
                        <a:t>Illustration only</a:t>
                      </a:r>
                      <a:endParaRPr sz="1300">
                        <a:latin typeface="Poppins"/>
                        <a:ea typeface="Poppins"/>
                        <a:cs typeface="Poppins"/>
                      </a:endParaRPr>
                    </a:p>
                  </a:txBody>
                  <a:tcPr marL="57785" marR="57785" marT="57785" marB="57785" anchor="t">
                    <a:lnL w="12700" cmpd="sng">
                      <a:solidFill>
                        <a:srgbClr val="C8C9CA"/>
                      </a:solidFill>
                      <a:prstDash val="solid"/>
                    </a:lnL>
                    <a:lnR w="12700" cmpd="sng">
                      <a:solidFill>
                        <a:srgbClr val="C8C9CA"/>
                      </a:solidFill>
                      <a:prstDash val="solid"/>
                    </a:lnR>
                    <a:lnT w="12700" cmpd="sng">
                      <a:solidFill>
                        <a:srgbClr val="C8C9CA"/>
                      </a:solidFill>
                      <a:prstDash val="solid"/>
                    </a:lnT>
                    <a:lnB w="12700" cmpd="sng">
                      <a:solidFill>
                        <a:srgbClr val="C8C9CA"/>
                      </a:solidFill>
                      <a:prstDash val="solid"/>
                    </a:lnB>
                  </a:tcPr>
                </a:tc>
              </a:tr>
            </a:tbl>
          </a:graphicData>
        </a:graphic>
      </p:graphicFrame>
      <p:sp>
        <p:nvSpPr>
          <p:cNvPr id="6" name="Text 3">
            <a:extLst xmlns:a="http://schemas.openxmlformats.org/drawingml/2006/main">
              <a:ext uri="{FF2B5EF4-FFF2-40B4-BE49-F238E27FC236}">
                <a16:creationId xmlns:a16="http://schemas.microsoft.com/office/drawing/2014/main" id="{B305D6EA-50E2-4424-B69D-DE62CBB18C7A}"/>
              </a:ext>
            </a:extLst>
          </p:cNvPr>
          <p:cNvSpPr>
            <a:spLocks xmlns:a="http://schemas.openxmlformats.org/drawingml/2006/main" noGrp="1"/>
          </p:cNvSpPr>
          <p:nvPr/>
        </p:nvSpPr>
        <p:spPr>
          <a:xfrm xmlns:a="http://schemas.openxmlformats.org/drawingml/2006/main">
            <a:off x="812800" y="5399286"/>
            <a:ext cx="10883392" cy="26541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890"/>
              </a:lnSpc>
              <a:buNone/>
            </a:pPr>
            <a:r>
              <a:rPr sz="1400">
                <a:solidFill>
                  <a:srgbClr val="14203A"/>
                </a:solidFill>
                <a:latin typeface="Poppins"/>
                <a:ea typeface="Poppins"/>
                <a:cs typeface="Poppins"/>
              </a:rPr>
              <a:t>Rules fixed before results · </a:t>
            </a:r>
            <a:r>
              <a:rPr sz="1400">
                <a:solidFill>
                  <a:srgbClr val="14203A"/>
                </a:solidFill>
                <a:latin typeface="Poppins"/>
                <a:ea typeface="Poppins"/>
                <a:cs typeface="Poppins"/>
              </a:rPr>
              <a:t>repeated test scoring disclosed</a:t>
            </a:r>
            <a:r>
              <a:rPr sz="1400">
                <a:solidFill>
                  <a:srgbClr val="14203A"/>
                </a:solidFill>
                <a:latin typeface="Poppins"/>
                <a:ea typeface="Poppins"/>
                <a:cs typeface="Poppins"/>
              </a:rPr>
              <a:t> · three independent reviews · two extra unseen holdouts</a:t>
            </a:r>
            <a:endParaRPr sz="1400"/>
          </a:p>
        </p:txBody>
      </p:sp>
      <p:sp>
        <p:nvSpPr>
          <p:cNvPr id="7" name="Text 4">
            <a:extLst xmlns:a="http://schemas.openxmlformats.org/drawingml/2006/main">
              <a:ext uri="{FF2B5EF4-FFF2-40B4-BE49-F238E27FC236}">
                <a16:creationId xmlns:a16="http://schemas.microsoft.com/office/drawing/2014/main" id="{51EE7C6E-EE1D-4C48-A1E7-D4D9BF84A414}"/>
              </a:ext>
            </a:extLst>
          </p:cNvPr>
          <p:cNvSpPr>
            <a:spLocks xmlns:a="http://schemas.openxmlformats.org/drawingml/2006/main" noGrp="1"/>
          </p:cNvSpPr>
          <p:nvPr/>
        </p:nvSpPr>
        <p:spPr>
          <a:xfrm xmlns:a="http://schemas.openxmlformats.org/drawingml/2006/main">
            <a:off x="812800" y="6248400"/>
            <a:ext cx="6640592"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93184"/>
          </a:bodyPr>
          <a:lstStyle xmlns:a="http://schemas.openxmlformats.org/drawingml/2006/main"/>
          <a:p xmlns:a="http://schemas.openxmlformats.org/drawingml/2006/main">
            <a:pPr marL="0" indent="0" algn="l">
              <a:lnSpc>
                <a:spcPts val="1680"/>
              </a:lnSpc>
              <a:buNone/>
            </a:pPr>
            <a:r>
              <a:rPr sz="1200">
                <a:solidFill>
                  <a:srgbClr val="5A6683"/>
                </a:solidFill>
                <a:latin typeface="Poppins"/>
                <a:ea typeface="Poppins"/>
                <a:cs typeface="Poppins"/>
              </a:rPr>
              <a:t>Confirmatory rules were registered. Post-hoc checks and corrective re-scorings are disclosed.</a:t>
            </a:r>
            <a:endParaRPr sz="1200"/>
          </a:p>
        </p:txBody>
      </p:sp>
      <p:sp>
        <p:nvSpPr>
          <p:cNvPr id="8" name="Text 5">
            <a:extLst xmlns:a="http://schemas.openxmlformats.org/drawingml/2006/main">
              <a:ext uri="{FF2B5EF4-FFF2-40B4-BE49-F238E27FC236}">
                <a16:creationId xmlns:a16="http://schemas.microsoft.com/office/drawing/2014/main" id="{1EA83432-EA62-4D3D-840E-010DAB90D966}"/>
              </a:ext>
            </a:extLst>
          </p:cNvPr>
          <p:cNvSpPr>
            <a:spLocks xmlns:a="http://schemas.openxmlformats.org/drawingml/2006/main" noGrp="1"/>
          </p:cNvSpPr>
          <p:nvPr/>
        </p:nvSpPr>
        <p:spPr>
          <a:xfrm xmlns:a="http://schemas.openxmlformats.org/drawingml/2006/main">
            <a:off x="11153130" y="6248400"/>
            <a:ext cx="226070"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23</a:t>
            </a:r>
            <a:endParaRPr sz="1200"/>
          </a:p>
        </p:txBody>
      </p:sp>
    </p:spTree>
    <p:extLst>
      <p:ext uri="{BB962C8B-B14F-4D97-AF65-F5344CB8AC3E}">
        <p14:creationId xmlns:p14="http://schemas.microsoft.com/office/powerpoint/2010/main" val="11517145"/>
      </p:ext>
    </p:extLst>
  </p:cSld>
</p:sld>
</file>

<file path=ppt/slides/slide24.xml><?xml version="1.0" encoding="utf-8"?>
<p:sld xmlns:p="http://schemas.openxmlformats.org/presentationml/2006/main">
  <p:cSld>
    <p:bg>
      <p:bgPr>
        <a:solidFill xmlns:a="http://schemas.openxmlformats.org/drawingml/2006/main">
          <a:srgbClr val="14295B"/>
        </a:solidFill>
      </p:bgPr>
    </p:bg>
    <p:spTree>
      <p:nvGrpSpPr>
        <p:cNvPr id="1" name=""/>
        <p:cNvGrpSpPr/>
        <p:nvPr/>
      </p:nvGrpSpPr>
      <p:grpSpPr>
        <a:xfrm xmlns:a="http://schemas.openxmlformats.org/drawingml/2006/main"/>
      </p:grpSpPr>
      <p:pic>
        <p:nvPicPr>
          <p:cNvPr id="2" name="Image 0">
            <a:extLst xmlns:a="http://schemas.openxmlformats.org/drawingml/2006/main">
              <a:ext uri="{FF2B5EF4-FFF2-40B4-BE49-F238E27FC236}">
                <a16:creationId xmlns:a16="http://schemas.microsoft.com/office/drawing/2014/main" id="{4F06BA67-8C2F-40EB-842A-FCA1FED58A53}"/>
              </a:ext>
            </a:extLst>
          </p:cNvPr>
          <p:cNvPicPr>
            <a:picLocks xmlns:a="http://schemas.openxmlformats.org/drawingml/2006/main" noChangeAspect="1"/>
          </p:cNvPicPr>
          <p:nvPr/>
        </p:nvPicPr>
        <p:blipFill>
          <a:blip xmlns:r="http://schemas.openxmlformats.org/officeDocument/2006/relationships" xmlns:a="http://schemas.openxmlformats.org/drawingml/2006/main" r:embed="R4065b57160424663">
            <a:alphaModFix amt="90000"/>
          </a:blip>
          <a:srcRect xmlns:a="http://schemas.openxmlformats.org/drawingml/2006/main" l="0" t="0" r="0" b="0"/>
          <a:stretch xmlns:a="http://schemas.openxmlformats.org/drawingml/2006/main"/>
        </p:blipFill>
        <p:spPr>
          <a:xfrm xmlns:a="http://schemas.openxmlformats.org/drawingml/2006/main">
            <a:off x="9093200" y="609600"/>
            <a:ext cx="2286000" cy="1270000"/>
          </a:xfrm>
          <a:prstGeom xmlns:a="http://schemas.openxmlformats.org/drawingml/2006/main" prst="rect">
            <a:avLst/>
          </a:prstGeom>
        </p:spPr>
      </p:pic>
      <p:sp>
        <p:nvSpPr>
          <p:cNvPr id="3" name="Text 0">
            <a:extLst xmlns:a="http://schemas.openxmlformats.org/drawingml/2006/main">
              <a:ext uri="{FF2B5EF4-FFF2-40B4-BE49-F238E27FC236}">
                <a16:creationId xmlns:a16="http://schemas.microsoft.com/office/drawing/2014/main" id="{D79DF15A-A915-4DE8-A435-C782B20C20C7}"/>
              </a:ext>
            </a:extLst>
          </p:cNvPr>
          <p:cNvSpPr>
            <a:spLocks xmlns:a="http://schemas.openxmlformats.org/drawingml/2006/main" noGrp="1"/>
          </p:cNvSpPr>
          <p:nvPr/>
        </p:nvSpPr>
        <p:spPr>
          <a:xfrm xmlns:a="http://schemas.openxmlformats.org/drawingml/2006/main">
            <a:off x="812800" y="812800"/>
            <a:ext cx="2755106" cy="314920"/>
          </a:xfrm>
          <a:prstGeom xmlns:a="http://schemas.openxmlformats.org/drawingml/2006/main" prst="roundRect">
            <a:avLst>
              <a:gd name="adj" fmla="val 50000"/>
            </a:avLst>
          </a:prstGeom>
          <a:solidFill xmlns:a="http://schemas.openxmlformats.org/drawingml/2006/main">
            <a:srgbClr val="2C5EAA"/>
          </a:solidFill>
        </p:spPr>
        <p:txBody>
          <a:bodyPr xmlns:a="http://schemas.openxmlformats.org/drawingml/2006/main" wrap="none" lIns="0" tIns="0" rIns="0" bIns="0" anchor="ctr">
            <a:normAutofit/>
          </a:bodyPr>
          <a:lstStyle xmlns:a="http://schemas.openxmlformats.org/drawingml/2006/main"/>
          <a:p xmlns:a="http://schemas.openxmlformats.org/drawingml/2006/main">
            <a:pPr marL="0" indent="0" algn="ctr">
              <a:lnSpc>
                <a:spcPts val="1680"/>
              </a:lnSpc>
              <a:buNone/>
            </a:pPr>
            <a:r>
              <a:rPr sz="1200" b="1" spc="100">
                <a:solidFill>
                  <a:srgbClr val="FFFFFF"/>
                </a:solidFill>
                <a:latin typeface="Poppins"/>
                <a:ea typeface="Poppins"/>
                <a:cs typeface="Poppins"/>
              </a:rPr>
              <a:t>THREE THINGS TO REMEMBER</a:t>
            </a:r>
            <a:endParaRPr sz="1200"/>
          </a:p>
        </p:txBody>
      </p:sp>
      <p:sp>
        <p:nvSpPr>
          <p:cNvPr id="4" name="Text 1">
            <a:extLst xmlns:a="http://schemas.openxmlformats.org/drawingml/2006/main">
              <a:ext uri="{FF2B5EF4-FFF2-40B4-BE49-F238E27FC236}">
                <a16:creationId xmlns:a16="http://schemas.microsoft.com/office/drawing/2014/main" id="{3D202B0F-737B-4E3E-8FAA-F5481B5F4CB3}"/>
              </a:ext>
            </a:extLst>
          </p:cNvPr>
          <p:cNvSpPr>
            <a:spLocks xmlns:a="http://schemas.openxmlformats.org/drawingml/2006/main" noGrp="1"/>
          </p:cNvSpPr>
          <p:nvPr>
            <p:ph type="title" idx="0"/>
          </p:nvPr>
        </p:nvSpPr>
        <p:spPr>
          <a:xfrm xmlns:a="http://schemas.openxmlformats.org/drawingml/2006/main">
            <a:off x="812800" y="1280120"/>
            <a:ext cx="10883392" cy="9906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7600"/>
              </a:lnSpc>
              <a:buNone/>
            </a:pPr>
            <a:r>
              <a:rPr sz="8000" b="0" i="0">
                <a:solidFill>
                  <a:srgbClr val="FFFFFF"/>
                </a:solidFill>
                <a:latin typeface="Anton"/>
                <a:ea typeface="Anton"/>
                <a:cs typeface="Anton"/>
              </a:rPr>
              <a:t>THANK YOU</a:t>
            </a:r>
            <a:endParaRPr sz="8000"/>
          </a:p>
        </p:txBody>
      </p:sp>
      <p:sp>
        <p:nvSpPr>
          <p:cNvPr id="5" name="Shape 2">
            <a:extLst xmlns:a="http://schemas.openxmlformats.org/drawingml/2006/main">
              <a:ext uri="{FF2B5EF4-FFF2-40B4-BE49-F238E27FC236}">
                <a16:creationId xmlns:a16="http://schemas.microsoft.com/office/drawing/2014/main" id="{4E422DFB-A48D-4549-9816-7ABF03386113}"/>
              </a:ext>
            </a:extLst>
          </p:cNvPr>
          <p:cNvSpPr>
            <a:spLocks xmlns:a="http://schemas.openxmlformats.org/drawingml/2006/main" noGrp="1"/>
          </p:cNvSpPr>
          <p:nvPr/>
        </p:nvSpPr>
        <p:spPr>
          <a:xfrm xmlns:a="http://schemas.openxmlformats.org/drawingml/2006/main">
            <a:off x="812800" y="3439170"/>
            <a:ext cx="10566400" cy="0"/>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6" name="Text 3">
            <a:extLst xmlns:a="http://schemas.openxmlformats.org/drawingml/2006/main">
              <a:ext uri="{FF2B5EF4-FFF2-40B4-BE49-F238E27FC236}">
                <a16:creationId xmlns:a16="http://schemas.microsoft.com/office/drawing/2014/main" id="{96C8AE56-A74D-45D0-808E-AE3DB08B98DF}"/>
              </a:ext>
            </a:extLst>
          </p:cNvPr>
          <p:cNvSpPr>
            <a:spLocks xmlns:a="http://schemas.openxmlformats.org/drawingml/2006/main" noGrp="1"/>
          </p:cNvSpPr>
          <p:nvPr/>
        </p:nvSpPr>
        <p:spPr>
          <a:xfrm xmlns:a="http://schemas.openxmlformats.org/drawingml/2006/main">
            <a:off x="812800" y="3674120"/>
            <a:ext cx="3418484" cy="39876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940"/>
              </a:lnSpc>
              <a:buNone/>
            </a:pPr>
            <a:r>
              <a:rPr sz="2800">
                <a:solidFill>
                  <a:srgbClr val="8FB8F2"/>
                </a:solidFill>
                <a:latin typeface="Anton"/>
                <a:ea typeface="Anton"/>
                <a:cs typeface="Anton"/>
              </a:rPr>
              <a:t>−13%, −25% CBD</a:t>
            </a:r>
            <a:endParaRPr sz="2800"/>
          </a:p>
        </p:txBody>
      </p:sp>
      <p:sp>
        <p:nvSpPr>
          <p:cNvPr id="7" name="Text 4">
            <a:extLst xmlns:a="http://schemas.openxmlformats.org/drawingml/2006/main">
              <a:ext uri="{FF2B5EF4-FFF2-40B4-BE49-F238E27FC236}">
                <a16:creationId xmlns:a16="http://schemas.microsoft.com/office/drawing/2014/main" id="{E2025206-373E-455A-932C-08666D84E39F}"/>
              </a:ext>
            </a:extLst>
          </p:cNvPr>
          <p:cNvSpPr>
            <a:spLocks xmlns:a="http://schemas.openxmlformats.org/drawingml/2006/main" noGrp="1"/>
          </p:cNvSpPr>
          <p:nvPr/>
        </p:nvSpPr>
        <p:spPr>
          <a:xfrm xmlns:a="http://schemas.openxmlformats.org/drawingml/2006/main">
            <a:off x="812800" y="4110980"/>
            <a:ext cx="3418484"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96297"/>
          </a:bodyPr>
          <a:lstStyle xmlns:a="http://schemas.openxmlformats.org/drawingml/2006/main"/>
          <a:p xmlns:a="http://schemas.openxmlformats.org/drawingml/2006/main">
            <a:pPr marL="0" indent="0" algn="l">
              <a:lnSpc>
                <a:spcPts val="1890"/>
              </a:lnSpc>
              <a:buNone/>
            </a:pPr>
            <a:r>
              <a:rPr sz="1400">
                <a:solidFill>
                  <a:srgbClr val="D5DEEE"/>
                </a:solidFill>
                <a:latin typeface="Poppins"/>
                <a:ea typeface="Poppins"/>
                <a:cs typeface="Poppins"/>
              </a:rPr>
              <a:t>Heavy rain is associated with lower vacant supply, most in the Central Area.</a:t>
            </a:r>
            <a:endParaRPr sz="1400"/>
          </a:p>
        </p:txBody>
      </p:sp>
      <p:sp>
        <p:nvSpPr>
          <p:cNvPr id="8" name="Shape 5">
            <a:extLst xmlns:a="http://schemas.openxmlformats.org/drawingml/2006/main">
              <a:ext uri="{FF2B5EF4-FFF2-40B4-BE49-F238E27FC236}">
                <a16:creationId xmlns:a16="http://schemas.microsoft.com/office/drawing/2014/main" id="{BF917B91-491B-4435-9896-5059D177543E}"/>
              </a:ext>
            </a:extLst>
          </p:cNvPr>
          <p:cNvSpPr>
            <a:spLocks xmlns:a="http://schemas.openxmlformats.org/drawingml/2006/main" noGrp="1"/>
          </p:cNvSpPr>
          <p:nvPr/>
        </p:nvSpPr>
        <p:spPr>
          <a:xfrm xmlns:a="http://schemas.openxmlformats.org/drawingml/2006/main">
            <a:off x="4341267" y="3674120"/>
            <a:ext cx="0" cy="916880"/>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9" name="Text 6">
            <a:extLst xmlns:a="http://schemas.openxmlformats.org/drawingml/2006/main">
              <a:ext uri="{FF2B5EF4-FFF2-40B4-BE49-F238E27FC236}">
                <a16:creationId xmlns:a16="http://schemas.microsoft.com/office/drawing/2014/main" id="{D5DD5327-ED57-4BB7-ADDE-0ABF0B2DBABF}"/>
              </a:ext>
            </a:extLst>
          </p:cNvPr>
          <p:cNvSpPr>
            <a:spLocks xmlns:a="http://schemas.openxmlformats.org/drawingml/2006/main" noGrp="1"/>
          </p:cNvSpPr>
          <p:nvPr/>
        </p:nvSpPr>
        <p:spPr>
          <a:xfrm xmlns:a="http://schemas.openxmlformats.org/drawingml/2006/main">
            <a:off x="4550817" y="3674120"/>
            <a:ext cx="3196107" cy="39876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940"/>
              </a:lnSpc>
              <a:buNone/>
            </a:pPr>
            <a:r>
              <a:rPr sz="2800">
                <a:solidFill>
                  <a:srgbClr val="8FB8F2"/>
                </a:solidFill>
                <a:latin typeface="Anton"/>
                <a:ea typeface="Anton"/>
                <a:cs typeface="Anton"/>
              </a:rPr>
              <a:t>Act early</a:t>
            </a:r>
            <a:endParaRPr sz="2800"/>
          </a:p>
        </p:txBody>
      </p:sp>
      <p:sp>
        <p:nvSpPr>
          <p:cNvPr id="10" name="Text 7">
            <a:extLst xmlns:a="http://schemas.openxmlformats.org/drawingml/2006/main">
              <a:ext uri="{FF2B5EF4-FFF2-40B4-BE49-F238E27FC236}">
                <a16:creationId xmlns:a16="http://schemas.microsoft.com/office/drawing/2014/main" id="{2CC1C446-5156-4F77-967A-D0321327FF1D}"/>
              </a:ext>
            </a:extLst>
          </p:cNvPr>
          <p:cNvSpPr>
            <a:spLocks xmlns:a="http://schemas.openxmlformats.org/drawingml/2006/main" noGrp="1"/>
          </p:cNvSpPr>
          <p:nvPr/>
        </p:nvSpPr>
        <p:spPr>
          <a:xfrm xmlns:a="http://schemas.openxmlformats.org/drawingml/2006/main">
            <a:off x="4550817" y="4110980"/>
            <a:ext cx="3196107"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a:solidFill>
                  <a:srgbClr val="D5DEEE"/>
                </a:solidFill>
                <a:latin typeface="Poppins"/>
                <a:ea typeface="Poppins"/>
                <a:cs typeface="Poppins"/>
              </a:rPr>
              <a:t>The drop starts before rain arrives. Plan from the morning forecast.</a:t>
            </a:r>
            <a:endParaRPr sz="1400"/>
          </a:p>
        </p:txBody>
      </p:sp>
      <p:sp>
        <p:nvSpPr>
          <p:cNvPr id="11" name="Shape 8">
            <a:extLst xmlns:a="http://schemas.openxmlformats.org/drawingml/2006/main">
              <a:ext uri="{FF2B5EF4-FFF2-40B4-BE49-F238E27FC236}">
                <a16:creationId xmlns:a16="http://schemas.microsoft.com/office/drawing/2014/main" id="{02AE2296-526A-4169-B327-F7B8FA4C497C}"/>
              </a:ext>
            </a:extLst>
          </p:cNvPr>
          <p:cNvSpPr>
            <a:spLocks xmlns:a="http://schemas.openxmlformats.org/drawingml/2006/main" noGrp="1"/>
          </p:cNvSpPr>
          <p:nvPr/>
        </p:nvSpPr>
        <p:spPr>
          <a:xfrm xmlns:a="http://schemas.openxmlformats.org/drawingml/2006/main">
            <a:off x="7863384" y="3674120"/>
            <a:ext cx="0" cy="916880"/>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12" name="Text 9">
            <a:extLst xmlns:a="http://schemas.openxmlformats.org/drawingml/2006/main">
              <a:ext uri="{FF2B5EF4-FFF2-40B4-BE49-F238E27FC236}">
                <a16:creationId xmlns:a16="http://schemas.microsoft.com/office/drawing/2014/main" id="{8BC35497-84B5-4B03-9CFC-03C1E9E13B42}"/>
              </a:ext>
            </a:extLst>
          </p:cNvPr>
          <p:cNvSpPr>
            <a:spLocks xmlns:a="http://schemas.openxmlformats.org/drawingml/2006/main" noGrp="1"/>
          </p:cNvSpPr>
          <p:nvPr/>
        </p:nvSpPr>
        <p:spPr>
          <a:xfrm xmlns:a="http://schemas.openxmlformats.org/drawingml/2006/main">
            <a:off x="8072934" y="3674120"/>
            <a:ext cx="3405454" cy="39876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940"/>
              </a:lnSpc>
              <a:buNone/>
            </a:pPr>
            <a:r>
              <a:rPr sz="2800">
                <a:solidFill>
                  <a:srgbClr val="8FB8F2"/>
                </a:solidFill>
                <a:latin typeface="Anton"/>
                <a:ea typeface="Anton"/>
                <a:cs typeface="Anton"/>
              </a:rPr>
              <a:t>Next: CDG data</a:t>
            </a:r>
            <a:endParaRPr sz="2800"/>
          </a:p>
        </p:txBody>
      </p:sp>
      <p:sp>
        <p:nvSpPr>
          <p:cNvPr id="13" name="Text 10">
            <a:extLst xmlns:a="http://schemas.openxmlformats.org/drawingml/2006/main">
              <a:ext uri="{FF2B5EF4-FFF2-40B4-BE49-F238E27FC236}">
                <a16:creationId xmlns:a16="http://schemas.microsoft.com/office/drawing/2014/main" id="{D0C6F4A5-DB48-43D3-A3D2-5488035D003A}"/>
              </a:ext>
            </a:extLst>
          </p:cNvPr>
          <p:cNvSpPr>
            <a:spLocks xmlns:a="http://schemas.openxmlformats.org/drawingml/2006/main" noGrp="1"/>
          </p:cNvSpPr>
          <p:nvPr/>
        </p:nvSpPr>
        <p:spPr>
          <a:xfrm xmlns:a="http://schemas.openxmlformats.org/drawingml/2006/main">
            <a:off x="8072934" y="4110980"/>
            <a:ext cx="3405454"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1890"/>
              </a:lnSpc>
              <a:buNone/>
            </a:pPr>
            <a:r>
              <a:rPr sz="1400">
                <a:solidFill>
                  <a:srgbClr val="D5DEEE"/>
                </a:solidFill>
                <a:latin typeface="Poppins"/>
                <a:ea typeface="Poppins"/>
                <a:cs typeface="Poppins"/>
              </a:rPr>
              <a:t>Booking and driver data would show why taxis vanish.</a:t>
            </a:r>
            <a:endParaRPr sz="1400"/>
          </a:p>
        </p:txBody>
      </p:sp>
      <p:sp>
        <p:nvSpPr>
          <p:cNvPr id="14" name="Text 11">
            <a:extLst xmlns:a="http://schemas.openxmlformats.org/drawingml/2006/main">
              <a:ext uri="{FF2B5EF4-FFF2-40B4-BE49-F238E27FC236}">
                <a16:creationId xmlns:a16="http://schemas.microsoft.com/office/drawing/2014/main" id="{F8C4CD2B-5720-47E5-AF3A-83E4E8B7290B}"/>
              </a:ext>
            </a:extLst>
          </p:cNvPr>
          <p:cNvSpPr>
            <a:spLocks xmlns:a="http://schemas.openxmlformats.org/drawingml/2006/main" noGrp="1"/>
          </p:cNvSpPr>
          <p:nvPr/>
        </p:nvSpPr>
        <p:spPr>
          <a:xfrm xmlns:a="http://schemas.openxmlformats.org/drawingml/2006/main">
            <a:off x="812800" y="5778500"/>
            <a:ext cx="10883392" cy="2921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a:bodyPr>
          <a:lstStyle xmlns:a="http://schemas.openxmlformats.org/drawingml/2006/main"/>
          <a:p xmlns:a="http://schemas.openxmlformats.org/drawingml/2006/main">
            <a:pPr marL="0" indent="0" algn="l">
              <a:lnSpc>
                <a:spcPts val="2100"/>
              </a:lnSpc>
              <a:buNone/>
            </a:pPr>
            <a:r>
              <a:rPr sz="1500">
                <a:solidFill>
                  <a:srgbClr val="9FB6DA"/>
                </a:solidFill>
                <a:latin typeface="Poppins"/>
                <a:ea typeface="Poppins"/>
                <a:cs typeface="Poppins"/>
              </a:rPr>
              <a:t>Questions?</a:t>
            </a:r>
            <a:endParaRPr sz="1500"/>
          </a:p>
        </p:txBody>
      </p:sp>
    </p:spTree>
    <p:extLst>
      <p:ext uri="{BB962C8B-B14F-4D97-AF65-F5344CB8AC3E}">
        <p14:creationId xmlns:p14="http://schemas.microsoft.com/office/powerpoint/2010/main" val="554108199"/>
      </p:ext>
    </p:extLst>
  </p:cSld>
</p:sld>
</file>

<file path=ppt/slides/slide25.xml><?xml version="1.0" encoding="utf-8"?>
<p:sld xmlns:p="http://schemas.openxmlformats.org/presentationml/2006/main">
  <p:cSld>
    <p:bg>
      <p:bgPr>
        <a:solidFill xmlns:a="http://schemas.openxmlformats.org/drawingml/2006/main">
          <a:srgbClr val="14295B"/>
        </a:solidFill>
      </p:bgPr>
    </p:bg>
    <p:spTree>
      <p:nvGrpSpPr>
        <p:cNvPr id="1" name=""/>
        <p:cNvGrpSpPr/>
        <p:nvPr/>
      </p:nvGrpSpPr>
      <p:grpSpPr>
        <a:xfrm xmlns:a="http://schemas.openxmlformats.org/drawingml/2006/main"/>
      </p:grpSpPr>
      <p:pic>
        <p:nvPicPr>
          <p:cNvPr id="2" name="Image 0">
            <a:extLst xmlns:a="http://schemas.openxmlformats.org/drawingml/2006/main">
              <a:ext uri="{FF2B5EF4-FFF2-40B4-BE49-F238E27FC236}">
                <a16:creationId xmlns:a16="http://schemas.microsoft.com/office/drawing/2014/main" id="{4F06BA67-8C2F-40EB-842A-FCA1FED58A53}"/>
              </a:ext>
            </a:extLst>
          </p:cNvPr>
          <p:cNvPicPr>
            <a:picLocks xmlns:a="http://schemas.openxmlformats.org/drawingml/2006/main" noChangeAspect="1"/>
          </p:cNvPicPr>
          <p:nvPr/>
        </p:nvPicPr>
        <p:blipFill>
          <a:blip xmlns:r="http://schemas.openxmlformats.org/officeDocument/2006/relationships" xmlns:a="http://schemas.openxmlformats.org/drawingml/2006/main" r:embed="R9d50d44f3c8f4d5e">
            <a:alphaModFix amt="90000"/>
          </a:blip>
          <a:srcRect xmlns:a="http://schemas.openxmlformats.org/drawingml/2006/main" l="0" t="0" r="0" b="0"/>
          <a:stretch xmlns:a="http://schemas.openxmlformats.org/drawingml/2006/main"/>
        </p:blipFill>
        <p:spPr>
          <a:xfrm xmlns:a="http://schemas.openxmlformats.org/drawingml/2006/main">
            <a:off x="9093200" y="609600"/>
            <a:ext cx="2286000" cy="1270000"/>
          </a:xfrm>
          <a:prstGeom xmlns:a="http://schemas.openxmlformats.org/drawingml/2006/main" prst="rect">
            <a:avLst/>
          </a:prstGeom>
        </p:spPr>
      </p:pic>
      <p:sp>
        <p:nvSpPr>
          <p:cNvPr id="3" name="Text 0">
            <a:extLst xmlns:a="http://schemas.openxmlformats.org/drawingml/2006/main">
              <a:ext uri="{FF2B5EF4-FFF2-40B4-BE49-F238E27FC236}">
                <a16:creationId xmlns:a16="http://schemas.microsoft.com/office/drawing/2014/main" id="{D79DF15A-A915-4DE8-A435-C782B20C20C7}"/>
              </a:ext>
            </a:extLst>
          </p:cNvPr>
          <p:cNvSpPr>
            <a:spLocks xmlns:a="http://schemas.openxmlformats.org/drawingml/2006/main" noGrp="1"/>
          </p:cNvSpPr>
          <p:nvPr/>
        </p:nvSpPr>
        <p:spPr>
          <a:xfrm xmlns:a="http://schemas.openxmlformats.org/drawingml/2006/main">
            <a:off x="812800" y="812800"/>
            <a:ext cx="2755106" cy="314920"/>
          </a:xfrm>
          <a:prstGeom xmlns:a="http://schemas.openxmlformats.org/drawingml/2006/main" prst="roundRect">
            <a:avLst>
              <a:gd name="adj" fmla="val 50000"/>
            </a:avLst>
          </a:prstGeom>
          <a:solidFill xmlns:a="http://schemas.openxmlformats.org/drawingml/2006/main">
            <a:srgbClr val="2C5EAA"/>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FFFFFF"/>
                </a:solidFill>
                <a:latin typeface="Poppins"/>
                <a:ea typeface="Poppins"/>
                <a:cs typeface="Poppins"/>
              </a:rPr>
              <a:t>ALL SAVED PROJECT GRAPHS</a:t>
            </a:r>
            <a:endParaRPr sz="1200"/>
          </a:p>
        </p:txBody>
      </p:sp>
      <p:sp>
        <p:nvSpPr>
          <p:cNvPr id="4" name="Text 1">
            <a:extLst xmlns:a="http://schemas.openxmlformats.org/drawingml/2006/main">
              <a:ext uri="{FF2B5EF4-FFF2-40B4-BE49-F238E27FC236}">
                <a16:creationId xmlns:a16="http://schemas.microsoft.com/office/drawing/2014/main" id="{3D202B0F-737B-4E3E-8FAA-F5481B5F4CB3}"/>
              </a:ext>
            </a:extLst>
          </p:cNvPr>
          <p:cNvSpPr>
            <a:spLocks xmlns:a="http://schemas.openxmlformats.org/drawingml/2006/main" noGrp="1"/>
          </p:cNvSpPr>
          <p:nvPr>
            <p:ph type="title" idx="0"/>
          </p:nvPr>
        </p:nvSpPr>
        <p:spPr>
          <a:xfrm xmlns:a="http://schemas.openxmlformats.org/drawingml/2006/main">
            <a:off x="812800" y="1280120"/>
            <a:ext cx="10883392" cy="9906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7600"/>
              </a:lnSpc>
              <a:buNone/>
            </a:pPr>
            <a:r>
              <a:rPr sz="8000" b="0" i="0">
                <a:solidFill>
                  <a:srgbClr val="FFFFFF"/>
                </a:solidFill>
                <a:latin typeface="Anton"/>
                <a:ea typeface="Anton"/>
                <a:cs typeface="Anton"/>
              </a:rPr>
              <a:t>FULL GRAPH APPENDIX</a:t>
            </a:r>
            <a:endParaRPr sz="8000"/>
          </a:p>
        </p:txBody>
      </p:sp>
      <p:sp>
        <p:nvSpPr>
          <p:cNvPr id="5" name="Shape 2">
            <a:extLst xmlns:a="http://schemas.openxmlformats.org/drawingml/2006/main">
              <a:ext uri="{FF2B5EF4-FFF2-40B4-BE49-F238E27FC236}">
                <a16:creationId xmlns:a16="http://schemas.microsoft.com/office/drawing/2014/main" id="{4E422DFB-A48D-4549-9816-7ABF03386113}"/>
              </a:ext>
            </a:extLst>
          </p:cNvPr>
          <p:cNvSpPr>
            <a:spLocks xmlns:a="http://schemas.openxmlformats.org/drawingml/2006/main" noGrp="1"/>
          </p:cNvSpPr>
          <p:nvPr/>
        </p:nvSpPr>
        <p:spPr>
          <a:xfrm xmlns:a="http://schemas.openxmlformats.org/drawingml/2006/main">
            <a:off x="812800" y="3439170"/>
            <a:ext cx="10566400" cy="0"/>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6" name="Text 3">
            <a:extLst xmlns:a="http://schemas.openxmlformats.org/drawingml/2006/main">
              <a:ext uri="{FF2B5EF4-FFF2-40B4-BE49-F238E27FC236}">
                <a16:creationId xmlns:a16="http://schemas.microsoft.com/office/drawing/2014/main" id="{96C8AE56-A74D-45D0-808E-AE3DB08B98DF}"/>
              </a:ext>
            </a:extLst>
          </p:cNvPr>
          <p:cNvSpPr>
            <a:spLocks xmlns:a="http://schemas.openxmlformats.org/drawingml/2006/main" noGrp="1"/>
          </p:cNvSpPr>
          <p:nvPr/>
        </p:nvSpPr>
        <p:spPr>
          <a:xfrm xmlns:a="http://schemas.openxmlformats.org/drawingml/2006/main">
            <a:off x="812800" y="3674120"/>
            <a:ext cx="3418484" cy="39876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940"/>
              </a:lnSpc>
              <a:buNone/>
            </a:pPr>
            <a:r>
              <a:rPr sz="2800">
                <a:solidFill>
                  <a:srgbClr val="8FB8F2"/>
                </a:solidFill>
                <a:latin typeface="Anton"/>
                <a:ea typeface="Anton"/>
                <a:cs typeface="Anton"/>
              </a:rPr>
              <a:t>44 source graphs</a:t>
            </a:r>
            <a:endParaRPr sz="2800"/>
          </a:p>
        </p:txBody>
      </p:sp>
      <p:sp>
        <p:nvSpPr>
          <p:cNvPr id="7" name="Text 4">
            <a:extLst xmlns:a="http://schemas.openxmlformats.org/drawingml/2006/main">
              <a:ext uri="{FF2B5EF4-FFF2-40B4-BE49-F238E27FC236}">
                <a16:creationId xmlns:a16="http://schemas.microsoft.com/office/drawing/2014/main" id="{E2025206-373E-455A-932C-08666D84E39F}"/>
              </a:ext>
            </a:extLst>
          </p:cNvPr>
          <p:cNvSpPr>
            <a:spLocks xmlns:a="http://schemas.openxmlformats.org/drawingml/2006/main" noGrp="1"/>
          </p:cNvSpPr>
          <p:nvPr/>
        </p:nvSpPr>
        <p:spPr>
          <a:xfrm xmlns:a="http://schemas.openxmlformats.org/drawingml/2006/main">
            <a:off x="812800" y="4110980"/>
            <a:ext cx="3418484"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890"/>
              </a:lnSpc>
              <a:buNone/>
            </a:pPr>
            <a:r>
              <a:rPr sz="1400">
                <a:solidFill>
                  <a:srgbClr val="D5DEEE"/>
                </a:solidFill>
                <a:latin typeface="Poppins"/>
                <a:ea typeface="Poppins"/>
                <a:cs typeface="Poppins"/>
              </a:rPr>
              <a:t>All unique saved analysis figures appear in the following slides.</a:t>
            </a:r>
            <a:endParaRPr sz="1400"/>
          </a:p>
        </p:txBody>
      </p:sp>
      <p:sp>
        <p:nvSpPr>
          <p:cNvPr id="8" name="Shape 5">
            <a:extLst xmlns:a="http://schemas.openxmlformats.org/drawingml/2006/main">
              <a:ext uri="{FF2B5EF4-FFF2-40B4-BE49-F238E27FC236}">
                <a16:creationId xmlns:a16="http://schemas.microsoft.com/office/drawing/2014/main" id="{BF917B91-491B-4435-9896-5059D177543E}"/>
              </a:ext>
            </a:extLst>
          </p:cNvPr>
          <p:cNvSpPr>
            <a:spLocks xmlns:a="http://schemas.openxmlformats.org/drawingml/2006/main" noGrp="1"/>
          </p:cNvSpPr>
          <p:nvPr/>
        </p:nvSpPr>
        <p:spPr>
          <a:xfrm xmlns:a="http://schemas.openxmlformats.org/drawingml/2006/main">
            <a:off x="4341267" y="3674120"/>
            <a:ext cx="0" cy="916880"/>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9" name="Text 6">
            <a:extLst xmlns:a="http://schemas.openxmlformats.org/drawingml/2006/main">
              <a:ext uri="{FF2B5EF4-FFF2-40B4-BE49-F238E27FC236}">
                <a16:creationId xmlns:a16="http://schemas.microsoft.com/office/drawing/2014/main" id="{D5DD5327-ED57-4BB7-ADDE-0ABF0B2DBABF}"/>
              </a:ext>
            </a:extLst>
          </p:cNvPr>
          <p:cNvSpPr>
            <a:spLocks xmlns:a="http://schemas.openxmlformats.org/drawingml/2006/main" noGrp="1"/>
          </p:cNvSpPr>
          <p:nvPr/>
        </p:nvSpPr>
        <p:spPr>
          <a:xfrm xmlns:a="http://schemas.openxmlformats.org/drawingml/2006/main">
            <a:off x="4550817" y="3674120"/>
            <a:ext cx="3196107" cy="39876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940"/>
              </a:lnSpc>
              <a:buNone/>
            </a:pPr>
            <a:r>
              <a:rPr sz="2800">
                <a:solidFill>
                  <a:srgbClr val="8FB8F2"/>
                </a:solidFill>
                <a:latin typeface="Anton"/>
                <a:ea typeface="Anton"/>
                <a:cs typeface="Anton"/>
              </a:rPr>
              <a:t>Methods and caveats</a:t>
            </a:r>
            <a:endParaRPr sz="2800"/>
          </a:p>
        </p:txBody>
      </p:sp>
      <p:sp>
        <p:nvSpPr>
          <p:cNvPr id="10" name="Text 7">
            <a:extLst xmlns:a="http://schemas.openxmlformats.org/drawingml/2006/main">
              <a:ext uri="{FF2B5EF4-FFF2-40B4-BE49-F238E27FC236}">
                <a16:creationId xmlns:a16="http://schemas.microsoft.com/office/drawing/2014/main" id="{2CC1C446-5156-4F77-967A-D0321327FF1D}"/>
              </a:ext>
            </a:extLst>
          </p:cNvPr>
          <p:cNvSpPr>
            <a:spLocks xmlns:a="http://schemas.openxmlformats.org/drawingml/2006/main" noGrp="1"/>
          </p:cNvSpPr>
          <p:nvPr/>
        </p:nvSpPr>
        <p:spPr>
          <a:xfrm xmlns:a="http://schemas.openxmlformats.org/drawingml/2006/main">
            <a:off x="4550817" y="4110980"/>
            <a:ext cx="3196107"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890"/>
              </a:lnSpc>
              <a:buNone/>
            </a:pPr>
            <a:r>
              <a:rPr sz="1400">
                <a:solidFill>
                  <a:srgbClr val="D5DEEE"/>
                </a:solidFill>
                <a:latin typeface="Poppins"/>
                <a:ea typeface="Poppins"/>
                <a:cs typeface="Poppins"/>
              </a:rPr>
              <a:t>Extra panels retain diagnostics, weak results and failed designs.</a:t>
            </a:r>
            <a:endParaRPr sz="1400"/>
          </a:p>
        </p:txBody>
      </p:sp>
      <p:sp>
        <p:nvSpPr>
          <p:cNvPr id="11" name="Shape 8">
            <a:extLst xmlns:a="http://schemas.openxmlformats.org/drawingml/2006/main">
              <a:ext uri="{FF2B5EF4-FFF2-40B4-BE49-F238E27FC236}">
                <a16:creationId xmlns:a16="http://schemas.microsoft.com/office/drawing/2014/main" id="{02AE2296-526A-4169-B327-F7B8FA4C497C}"/>
              </a:ext>
            </a:extLst>
          </p:cNvPr>
          <p:cNvSpPr>
            <a:spLocks xmlns:a="http://schemas.openxmlformats.org/drawingml/2006/main" noGrp="1"/>
          </p:cNvSpPr>
          <p:nvPr/>
        </p:nvSpPr>
        <p:spPr>
          <a:xfrm xmlns:a="http://schemas.openxmlformats.org/drawingml/2006/main">
            <a:off x="7863384" y="3674120"/>
            <a:ext cx="0" cy="916880"/>
          </a:xfrm>
          <a:prstGeom xmlns:a="http://schemas.openxmlformats.org/drawingml/2006/main" prst="line">
            <a:avLst/>
          </a:prstGeom>
          <a:noFill xmlns:a="http://schemas.openxmlformats.org/drawingml/2006/main"/>
          <a:ln xmlns:a="http://schemas.openxmlformats.org/drawingml/2006/main" w="12700">
            <a:solidFill>
              <a:srgbClr val="3D5A99"/>
            </a:solidFill>
            <a:prstDash val="solid"/>
          </a:ln>
        </p:spPr>
      </p:sp>
      <p:sp>
        <p:nvSpPr>
          <p:cNvPr id="12" name="Text 9">
            <a:extLst xmlns:a="http://schemas.openxmlformats.org/drawingml/2006/main">
              <a:ext uri="{FF2B5EF4-FFF2-40B4-BE49-F238E27FC236}">
                <a16:creationId xmlns:a16="http://schemas.microsoft.com/office/drawing/2014/main" id="{8BC35497-84B5-4B03-9CFC-03C1E9E13B42}"/>
              </a:ext>
            </a:extLst>
          </p:cNvPr>
          <p:cNvSpPr>
            <a:spLocks xmlns:a="http://schemas.openxmlformats.org/drawingml/2006/main" noGrp="1"/>
          </p:cNvSpPr>
          <p:nvPr/>
        </p:nvSpPr>
        <p:spPr>
          <a:xfrm xmlns:a="http://schemas.openxmlformats.org/drawingml/2006/main">
            <a:off x="8072934" y="3674120"/>
            <a:ext cx="3405454" cy="39876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940"/>
              </a:lnSpc>
              <a:buNone/>
            </a:pPr>
            <a:r>
              <a:rPr sz="2800">
                <a:solidFill>
                  <a:srgbClr val="8FB8F2"/>
                </a:solidFill>
                <a:latin typeface="Anton"/>
                <a:ea typeface="Anton"/>
                <a:cs typeface="Anton"/>
              </a:rPr>
              <a:t>Read as evidence</a:t>
            </a:r>
            <a:endParaRPr sz="2800"/>
          </a:p>
        </p:txBody>
      </p:sp>
      <p:sp>
        <p:nvSpPr>
          <p:cNvPr id="13" name="Text 10">
            <a:extLst xmlns:a="http://schemas.openxmlformats.org/drawingml/2006/main">
              <a:ext uri="{FF2B5EF4-FFF2-40B4-BE49-F238E27FC236}">
                <a16:creationId xmlns:a16="http://schemas.microsoft.com/office/drawing/2014/main" id="{D0C6F4A5-DB48-43D3-A3D2-5488035D003A}"/>
              </a:ext>
            </a:extLst>
          </p:cNvPr>
          <p:cNvSpPr>
            <a:spLocks xmlns:a="http://schemas.openxmlformats.org/drawingml/2006/main" noGrp="1"/>
          </p:cNvSpPr>
          <p:nvPr/>
        </p:nvSpPr>
        <p:spPr>
          <a:xfrm xmlns:a="http://schemas.openxmlformats.org/drawingml/2006/main">
            <a:off x="8072934" y="4110980"/>
            <a:ext cx="3405454" cy="50542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1890"/>
              </a:lnSpc>
              <a:buNone/>
            </a:pPr>
            <a:r>
              <a:rPr sz="1400">
                <a:solidFill>
                  <a:srgbClr val="D5DEEE"/>
                </a:solidFill>
                <a:latin typeface="Poppins"/>
                <a:ea typeface="Poppins"/>
                <a:cs typeface="Poppins"/>
              </a:rPr>
              <a:t>Sources and interpretation notes accompany every graph.</a:t>
            </a:r>
            <a:endParaRPr sz="1400"/>
          </a:p>
        </p:txBody>
      </p:sp>
      <p:sp>
        <p:nvSpPr>
          <p:cNvPr id="14" name="Text 11">
            <a:extLst xmlns:a="http://schemas.openxmlformats.org/drawingml/2006/main">
              <a:ext uri="{FF2B5EF4-FFF2-40B4-BE49-F238E27FC236}">
                <a16:creationId xmlns:a16="http://schemas.microsoft.com/office/drawing/2014/main" id="{F8C4CD2B-5720-47E5-AF3A-83E4E8B7290B}"/>
              </a:ext>
            </a:extLst>
          </p:cNvPr>
          <p:cNvSpPr>
            <a:spLocks xmlns:a="http://schemas.openxmlformats.org/drawingml/2006/main" noGrp="1"/>
          </p:cNvSpPr>
          <p:nvPr/>
        </p:nvSpPr>
        <p:spPr>
          <a:xfrm xmlns:a="http://schemas.openxmlformats.org/drawingml/2006/main">
            <a:off x="812800" y="5778500"/>
            <a:ext cx="10883392" cy="2921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l">
              <a:lnSpc>
                <a:spcPts val="2100"/>
              </a:lnSpc>
              <a:buNone/>
            </a:pPr>
            <a:r>
              <a:rPr sz="1500">
                <a:solidFill>
                  <a:srgbClr val="9FB6DA"/>
                </a:solidFill>
                <a:latin typeface="Poppins"/>
                <a:ea typeface="Poppins"/>
                <a:cs typeface="Poppins"/>
              </a:rPr>
              <a:t>The main project presentation ends before this appendix.</a:t>
            </a:r>
            <a:endParaRPr sz="1500"/>
          </a:p>
        </p:txBody>
      </p:sp>
    </p:spTree>
    <p:extLst>
      <p:ext uri="{BB962C8B-B14F-4D97-AF65-F5344CB8AC3E}">
        <p14:creationId xmlns:p14="http://schemas.microsoft.com/office/powerpoint/2010/main" val="554108199"/>
      </p:ext>
    </p:extLst>
  </p:cSld>
</p:sld>
</file>

<file path=ppt/slides/slide26.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FEED OUTAGES AND UNUSUAL DAYS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Excluded days follow the saved audit. No new exclusions or model fitting.</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26</a:t>
            </a:r>
            <a:endParaRPr sz="1200"/>
          </a:p>
        </p:txBody>
      </p:sp>
      <p:sp>
        <p:nvSpPr>
          <p:cNvPr id="14" name="">
            <a:extLst xmlns:a="http://schemas.openxmlformats.org/drawingml/2006/main">
              <a:ext uri="{FF2B5EF4-FFF2-40B4-BE49-F238E27FC236}">
                <a16:creationId xmlns:a16="http://schemas.microsoft.com/office/drawing/2014/main" id="{1446DFE2-2CF1-43D2-959E-A478BBE14B60}"/>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6B59B357-DA94-4E49-AE1D-2A613CEB4A91}"/>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Unusual days: dry days whose spatial pattern looks normal are treated as feed outages</a:t>
            </a:r>
          </a:p>
        </p:txBody>
      </p:sp>
      <p:sp>
        <p:nvSpPr>
          <p:cNvPr id="16" name="">
            <a:extLst xmlns:a="http://schemas.openxmlformats.org/drawingml/2006/main">
              <a:ext uri="{FF2B5EF4-FFF2-40B4-BE49-F238E27FC236}">
                <a16:creationId xmlns:a16="http://schemas.microsoft.com/office/drawing/2014/main" id="{9A58EF77-508F-47E8-BE7D-4858CAD2F608}"/>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Cell-share correlation with regime normal minus feed-outage null (10th percentile)</a:t>
            </a:r>
          </a:p>
        </p:txBody>
      </p:sp>
      <p:sp>
        <p:nvSpPr>
          <p:cNvPr id="17" name="Editable chart path">
            <a:extLst xmlns:a="http://schemas.openxmlformats.org/drawingml/2006/main">
              <a:ext uri="{FF2B5EF4-FFF2-40B4-BE49-F238E27FC236}">
                <a16:creationId xmlns:a16="http://schemas.microsoft.com/office/drawing/2014/main" id="{825F0F24-295D-495E-A0C3-B835497146AB}"/>
              </a:ext>
            </a:extLst>
          </p:cNvPr>
          <p:cNvSpPr>
            <a:spLocks xmlns:a="http://schemas.openxmlformats.org/drawingml/2006/main" noGrp="1"/>
          </p:cNvSpPr>
          <p:nvPr/>
        </p:nvSpPr>
        <p:spPr>
          <a:xfrm xmlns:a="http://schemas.openxmlformats.org/drawingml/2006/main">
            <a:off x="4286398" y="4967794"/>
            <a:ext cx="95" cy="2896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18" name="">
            <a:extLst xmlns:a="http://schemas.openxmlformats.org/drawingml/2006/main">
              <a:ext uri="{FF2B5EF4-FFF2-40B4-BE49-F238E27FC236}">
                <a16:creationId xmlns:a16="http://schemas.microsoft.com/office/drawing/2014/main" id="{9D19151B-A442-4573-A045-98EF6FE2ADC4}"/>
              </a:ext>
            </a:extLst>
          </p:cNvPr>
          <p:cNvSpPr>
            <a:spLocks xmlns:a="http://schemas.openxmlformats.org/drawingml/2006/main" noGrp="1"/>
          </p:cNvSpPr>
          <p:nvPr/>
        </p:nvSpPr>
        <p:spPr>
          <a:xfrm xmlns:a="http://schemas.openxmlformats.org/drawingml/2006/main" rot="0">
            <a:off x="4196893" y="4949915"/>
            <a:ext cx="1664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0.1</a:t>
            </a:r>
          </a:p>
        </p:txBody>
      </p:sp>
      <p:sp>
        <p:nvSpPr>
          <p:cNvPr id="19" name="Editable chart path">
            <a:extLst xmlns:a="http://schemas.openxmlformats.org/drawingml/2006/main">
              <a:ext uri="{FF2B5EF4-FFF2-40B4-BE49-F238E27FC236}">
                <a16:creationId xmlns:a16="http://schemas.microsoft.com/office/drawing/2014/main" id="{FDC9EA31-9DFF-44FC-A220-DBF5410CBBC0}"/>
              </a:ext>
            </a:extLst>
          </p:cNvPr>
          <p:cNvSpPr>
            <a:spLocks xmlns:a="http://schemas.openxmlformats.org/drawingml/2006/main" noGrp="1"/>
          </p:cNvSpPr>
          <p:nvPr/>
        </p:nvSpPr>
        <p:spPr>
          <a:xfrm xmlns:a="http://schemas.openxmlformats.org/drawingml/2006/main">
            <a:off x="5691071" y="4967794"/>
            <a:ext cx="95" cy="2896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20" name="">
            <a:extLst xmlns:a="http://schemas.openxmlformats.org/drawingml/2006/main">
              <a:ext uri="{FF2B5EF4-FFF2-40B4-BE49-F238E27FC236}">
                <a16:creationId xmlns:a16="http://schemas.microsoft.com/office/drawing/2014/main" id="{ACB06974-E78D-4A5E-852D-A9039E51B8A9}"/>
              </a:ext>
            </a:extLst>
          </p:cNvPr>
          <p:cNvSpPr>
            <a:spLocks xmlns:a="http://schemas.openxmlformats.org/drawingml/2006/main" noGrp="1"/>
          </p:cNvSpPr>
          <p:nvPr/>
        </p:nvSpPr>
        <p:spPr>
          <a:xfrm xmlns:a="http://schemas.openxmlformats.org/drawingml/2006/main" rot="0">
            <a:off x="5664172" y="4949915"/>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21" name="Editable chart path">
            <a:extLst xmlns:a="http://schemas.openxmlformats.org/drawingml/2006/main">
              <a:ext uri="{FF2B5EF4-FFF2-40B4-BE49-F238E27FC236}">
                <a16:creationId xmlns:a16="http://schemas.microsoft.com/office/drawing/2014/main" id="{C510D4AD-DCBB-4218-888B-6764A7918511}"/>
              </a:ext>
            </a:extLst>
          </p:cNvPr>
          <p:cNvSpPr>
            <a:spLocks xmlns:a="http://schemas.openxmlformats.org/drawingml/2006/main" noGrp="1"/>
          </p:cNvSpPr>
          <p:nvPr/>
        </p:nvSpPr>
        <p:spPr>
          <a:xfrm xmlns:a="http://schemas.openxmlformats.org/drawingml/2006/main">
            <a:off x="7095744" y="4967794"/>
            <a:ext cx="95" cy="2896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22" name="">
            <a:extLst xmlns:a="http://schemas.openxmlformats.org/drawingml/2006/main">
              <a:ext uri="{FF2B5EF4-FFF2-40B4-BE49-F238E27FC236}">
                <a16:creationId xmlns:a16="http://schemas.microsoft.com/office/drawing/2014/main" id="{3B61F135-1FE4-4FE9-8FD2-418B9CB0421B}"/>
              </a:ext>
            </a:extLst>
          </p:cNvPr>
          <p:cNvSpPr>
            <a:spLocks xmlns:a="http://schemas.openxmlformats.org/drawingml/2006/main" noGrp="1"/>
          </p:cNvSpPr>
          <p:nvPr/>
        </p:nvSpPr>
        <p:spPr>
          <a:xfrm xmlns:a="http://schemas.openxmlformats.org/drawingml/2006/main" rot="0">
            <a:off x="7020908" y="4949915"/>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3" name="Editable chart path">
            <a:extLst xmlns:a="http://schemas.openxmlformats.org/drawingml/2006/main">
              <a:ext uri="{FF2B5EF4-FFF2-40B4-BE49-F238E27FC236}">
                <a16:creationId xmlns:a16="http://schemas.microsoft.com/office/drawing/2014/main" id="{6354A2E3-440C-4835-A7C3-9179F9228869}"/>
              </a:ext>
            </a:extLst>
          </p:cNvPr>
          <p:cNvSpPr>
            <a:spLocks xmlns:a="http://schemas.openxmlformats.org/drawingml/2006/main" noGrp="1"/>
          </p:cNvSpPr>
          <p:nvPr/>
        </p:nvSpPr>
        <p:spPr>
          <a:xfrm xmlns:a="http://schemas.openxmlformats.org/drawingml/2006/main">
            <a:off x="4150271"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24" name="Editable chart path">
            <a:extLst xmlns:a="http://schemas.openxmlformats.org/drawingml/2006/main">
              <a:ext uri="{FF2B5EF4-FFF2-40B4-BE49-F238E27FC236}">
                <a16:creationId xmlns:a16="http://schemas.microsoft.com/office/drawing/2014/main" id="{6F25DD99-28E4-47EA-A1D2-CDE98754971C}"/>
              </a:ext>
            </a:extLst>
          </p:cNvPr>
          <p:cNvSpPr>
            <a:spLocks xmlns:a="http://schemas.openxmlformats.org/drawingml/2006/main" noGrp="1"/>
          </p:cNvSpPr>
          <p:nvPr/>
        </p:nvSpPr>
        <p:spPr>
          <a:xfrm xmlns:a="http://schemas.openxmlformats.org/drawingml/2006/main">
            <a:off x="4222124"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25" name="Editable chart path">
            <a:extLst xmlns:a="http://schemas.openxmlformats.org/drawingml/2006/main">
              <a:ext uri="{FF2B5EF4-FFF2-40B4-BE49-F238E27FC236}">
                <a16:creationId xmlns:a16="http://schemas.microsoft.com/office/drawing/2014/main" id="{8B486B9E-885E-4863-B6EB-D57299D4F251}"/>
              </a:ext>
            </a:extLst>
          </p:cNvPr>
          <p:cNvSpPr>
            <a:spLocks xmlns:a="http://schemas.openxmlformats.org/drawingml/2006/main" noGrp="1"/>
          </p:cNvSpPr>
          <p:nvPr/>
        </p:nvSpPr>
        <p:spPr>
          <a:xfrm xmlns:a="http://schemas.openxmlformats.org/drawingml/2006/main">
            <a:off x="4709247"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26" name="Editable chart path">
            <a:extLst xmlns:a="http://schemas.openxmlformats.org/drawingml/2006/main">
              <a:ext uri="{FF2B5EF4-FFF2-40B4-BE49-F238E27FC236}">
                <a16:creationId xmlns:a16="http://schemas.microsoft.com/office/drawing/2014/main" id="{08B8EABF-72B8-45FB-82F1-A773D479F27D}"/>
              </a:ext>
            </a:extLst>
          </p:cNvPr>
          <p:cNvSpPr>
            <a:spLocks xmlns:a="http://schemas.openxmlformats.org/drawingml/2006/main" noGrp="1"/>
          </p:cNvSpPr>
          <p:nvPr/>
        </p:nvSpPr>
        <p:spPr>
          <a:xfrm xmlns:a="http://schemas.openxmlformats.org/drawingml/2006/main">
            <a:off x="4956597"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27" name="Editable chart path">
            <a:extLst xmlns:a="http://schemas.openxmlformats.org/drawingml/2006/main">
              <a:ext uri="{FF2B5EF4-FFF2-40B4-BE49-F238E27FC236}">
                <a16:creationId xmlns:a16="http://schemas.microsoft.com/office/drawing/2014/main" id="{5D4F26E5-0227-4BBB-973D-9CEEC16160D6}"/>
              </a:ext>
            </a:extLst>
          </p:cNvPr>
          <p:cNvSpPr>
            <a:spLocks xmlns:a="http://schemas.openxmlformats.org/drawingml/2006/main" noGrp="1"/>
          </p:cNvSpPr>
          <p:nvPr/>
        </p:nvSpPr>
        <p:spPr>
          <a:xfrm xmlns:a="http://schemas.openxmlformats.org/drawingml/2006/main">
            <a:off x="5132096"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28" name="Editable chart path">
            <a:extLst xmlns:a="http://schemas.openxmlformats.org/drawingml/2006/main">
              <a:ext uri="{FF2B5EF4-FFF2-40B4-BE49-F238E27FC236}">
                <a16:creationId xmlns:a16="http://schemas.microsoft.com/office/drawing/2014/main" id="{19EB47C5-7DE7-4D54-BBDF-8516E695D9A5}"/>
              </a:ext>
            </a:extLst>
          </p:cNvPr>
          <p:cNvSpPr>
            <a:spLocks xmlns:a="http://schemas.openxmlformats.org/drawingml/2006/main" noGrp="1"/>
          </p:cNvSpPr>
          <p:nvPr/>
        </p:nvSpPr>
        <p:spPr>
          <a:xfrm xmlns:a="http://schemas.openxmlformats.org/drawingml/2006/main">
            <a:off x="5268222"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789C090D-DD91-4D20-8F80-BEE074D84836}"/>
              </a:ext>
            </a:extLst>
          </p:cNvPr>
          <p:cNvSpPr>
            <a:spLocks xmlns:a="http://schemas.openxmlformats.org/drawingml/2006/main" noGrp="1"/>
          </p:cNvSpPr>
          <p:nvPr/>
        </p:nvSpPr>
        <p:spPr>
          <a:xfrm xmlns:a="http://schemas.openxmlformats.org/drawingml/2006/main">
            <a:off x="5379446"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0" name="Editable chart path">
            <a:extLst xmlns:a="http://schemas.openxmlformats.org/drawingml/2006/main">
              <a:ext uri="{FF2B5EF4-FFF2-40B4-BE49-F238E27FC236}">
                <a16:creationId xmlns:a16="http://schemas.microsoft.com/office/drawing/2014/main" id="{C9502442-589E-4596-A4D3-4B2D5D8C01AC}"/>
              </a:ext>
            </a:extLst>
          </p:cNvPr>
          <p:cNvSpPr>
            <a:spLocks xmlns:a="http://schemas.openxmlformats.org/drawingml/2006/main" noGrp="1"/>
          </p:cNvSpPr>
          <p:nvPr/>
        </p:nvSpPr>
        <p:spPr>
          <a:xfrm xmlns:a="http://schemas.openxmlformats.org/drawingml/2006/main">
            <a:off x="5473485"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1" name="Editable chart path">
            <a:extLst xmlns:a="http://schemas.openxmlformats.org/drawingml/2006/main">
              <a:ext uri="{FF2B5EF4-FFF2-40B4-BE49-F238E27FC236}">
                <a16:creationId xmlns:a16="http://schemas.microsoft.com/office/drawing/2014/main" id="{2A499197-4247-4833-82AF-DF6CE3DCBC07}"/>
              </a:ext>
            </a:extLst>
          </p:cNvPr>
          <p:cNvSpPr>
            <a:spLocks xmlns:a="http://schemas.openxmlformats.org/drawingml/2006/main" noGrp="1"/>
          </p:cNvSpPr>
          <p:nvPr/>
        </p:nvSpPr>
        <p:spPr>
          <a:xfrm xmlns:a="http://schemas.openxmlformats.org/drawingml/2006/main">
            <a:off x="5554944"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2" name="Editable chart path">
            <a:extLst xmlns:a="http://schemas.openxmlformats.org/drawingml/2006/main">
              <a:ext uri="{FF2B5EF4-FFF2-40B4-BE49-F238E27FC236}">
                <a16:creationId xmlns:a16="http://schemas.microsoft.com/office/drawing/2014/main" id="{B472B258-E5F7-4BF6-9AFD-CFD49E274E91}"/>
              </a:ext>
            </a:extLst>
          </p:cNvPr>
          <p:cNvSpPr>
            <a:spLocks xmlns:a="http://schemas.openxmlformats.org/drawingml/2006/main" noGrp="1"/>
          </p:cNvSpPr>
          <p:nvPr/>
        </p:nvSpPr>
        <p:spPr>
          <a:xfrm xmlns:a="http://schemas.openxmlformats.org/drawingml/2006/main">
            <a:off x="5626797"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E9A3C5B9-40D0-4FA3-B694-DC0499FF4E98}"/>
              </a:ext>
            </a:extLst>
          </p:cNvPr>
          <p:cNvSpPr>
            <a:spLocks xmlns:a="http://schemas.openxmlformats.org/drawingml/2006/main" noGrp="1"/>
          </p:cNvSpPr>
          <p:nvPr/>
        </p:nvSpPr>
        <p:spPr>
          <a:xfrm xmlns:a="http://schemas.openxmlformats.org/drawingml/2006/main">
            <a:off x="6113920"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4" name="Editable chart path">
            <a:extLst xmlns:a="http://schemas.openxmlformats.org/drawingml/2006/main">
              <a:ext uri="{FF2B5EF4-FFF2-40B4-BE49-F238E27FC236}">
                <a16:creationId xmlns:a16="http://schemas.microsoft.com/office/drawing/2014/main" id="{ABFC516A-3AB2-44AD-8C55-0C0264E415DE}"/>
              </a:ext>
            </a:extLst>
          </p:cNvPr>
          <p:cNvSpPr>
            <a:spLocks xmlns:a="http://schemas.openxmlformats.org/drawingml/2006/main" noGrp="1"/>
          </p:cNvSpPr>
          <p:nvPr/>
        </p:nvSpPr>
        <p:spPr>
          <a:xfrm xmlns:a="http://schemas.openxmlformats.org/drawingml/2006/main">
            <a:off x="6361270"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EA756F4B-8BA7-4BB7-93D6-8FF7EE888883}"/>
              </a:ext>
            </a:extLst>
          </p:cNvPr>
          <p:cNvSpPr>
            <a:spLocks xmlns:a="http://schemas.openxmlformats.org/drawingml/2006/main" noGrp="1"/>
          </p:cNvSpPr>
          <p:nvPr/>
        </p:nvSpPr>
        <p:spPr>
          <a:xfrm xmlns:a="http://schemas.openxmlformats.org/drawingml/2006/main">
            <a:off x="6536768"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6" name="Editable chart path">
            <a:extLst xmlns:a="http://schemas.openxmlformats.org/drawingml/2006/main">
              <a:ext uri="{FF2B5EF4-FFF2-40B4-BE49-F238E27FC236}">
                <a16:creationId xmlns:a16="http://schemas.microsoft.com/office/drawing/2014/main" id="{CB78D0C7-3784-4E99-8458-3B96A0083651}"/>
              </a:ext>
            </a:extLst>
          </p:cNvPr>
          <p:cNvSpPr>
            <a:spLocks xmlns:a="http://schemas.openxmlformats.org/drawingml/2006/main" noGrp="1"/>
          </p:cNvSpPr>
          <p:nvPr/>
        </p:nvSpPr>
        <p:spPr>
          <a:xfrm xmlns:a="http://schemas.openxmlformats.org/drawingml/2006/main">
            <a:off x="6672895"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7" name="Editable chart path">
            <a:extLst xmlns:a="http://schemas.openxmlformats.org/drawingml/2006/main">
              <a:ext uri="{FF2B5EF4-FFF2-40B4-BE49-F238E27FC236}">
                <a16:creationId xmlns:a16="http://schemas.microsoft.com/office/drawing/2014/main" id="{4AD8C50C-C0CF-4CE6-A428-F20E857C43A8}"/>
              </a:ext>
            </a:extLst>
          </p:cNvPr>
          <p:cNvSpPr>
            <a:spLocks xmlns:a="http://schemas.openxmlformats.org/drawingml/2006/main" noGrp="1"/>
          </p:cNvSpPr>
          <p:nvPr/>
        </p:nvSpPr>
        <p:spPr>
          <a:xfrm xmlns:a="http://schemas.openxmlformats.org/drawingml/2006/main">
            <a:off x="6784119"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8" name="Editable chart path">
            <a:extLst xmlns:a="http://schemas.openxmlformats.org/drawingml/2006/main">
              <a:ext uri="{FF2B5EF4-FFF2-40B4-BE49-F238E27FC236}">
                <a16:creationId xmlns:a16="http://schemas.microsoft.com/office/drawing/2014/main" id="{B251D821-09C5-49E5-A501-9285E0D23304}"/>
              </a:ext>
            </a:extLst>
          </p:cNvPr>
          <p:cNvSpPr>
            <a:spLocks xmlns:a="http://schemas.openxmlformats.org/drawingml/2006/main" noGrp="1"/>
          </p:cNvSpPr>
          <p:nvPr/>
        </p:nvSpPr>
        <p:spPr>
          <a:xfrm xmlns:a="http://schemas.openxmlformats.org/drawingml/2006/main">
            <a:off x="6878157"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39" name="Editable chart path">
            <a:extLst xmlns:a="http://schemas.openxmlformats.org/drawingml/2006/main">
              <a:ext uri="{FF2B5EF4-FFF2-40B4-BE49-F238E27FC236}">
                <a16:creationId xmlns:a16="http://schemas.microsoft.com/office/drawing/2014/main" id="{F30CE246-FE87-4BEF-B3A0-490849AEA76F}"/>
              </a:ext>
            </a:extLst>
          </p:cNvPr>
          <p:cNvSpPr>
            <a:spLocks xmlns:a="http://schemas.openxmlformats.org/drawingml/2006/main" noGrp="1"/>
          </p:cNvSpPr>
          <p:nvPr/>
        </p:nvSpPr>
        <p:spPr>
          <a:xfrm xmlns:a="http://schemas.openxmlformats.org/drawingml/2006/main">
            <a:off x="6959617"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40" name="Editable chart path">
            <a:extLst xmlns:a="http://schemas.openxmlformats.org/drawingml/2006/main">
              <a:ext uri="{FF2B5EF4-FFF2-40B4-BE49-F238E27FC236}">
                <a16:creationId xmlns:a16="http://schemas.microsoft.com/office/drawing/2014/main" id="{A727F742-A01C-4955-BE91-7F5CE334AAD0}"/>
              </a:ext>
            </a:extLst>
          </p:cNvPr>
          <p:cNvSpPr>
            <a:spLocks xmlns:a="http://schemas.openxmlformats.org/drawingml/2006/main" noGrp="1"/>
          </p:cNvSpPr>
          <p:nvPr/>
        </p:nvSpPr>
        <p:spPr>
          <a:xfrm xmlns:a="http://schemas.openxmlformats.org/drawingml/2006/main">
            <a:off x="7031470"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41" name="Editable chart path">
            <a:extLst xmlns:a="http://schemas.openxmlformats.org/drawingml/2006/main">
              <a:ext uri="{FF2B5EF4-FFF2-40B4-BE49-F238E27FC236}">
                <a16:creationId xmlns:a16="http://schemas.microsoft.com/office/drawing/2014/main" id="{A3221E24-38E1-4BEC-AF4F-18B525C7F89C}"/>
              </a:ext>
            </a:extLst>
          </p:cNvPr>
          <p:cNvSpPr>
            <a:spLocks xmlns:a="http://schemas.openxmlformats.org/drawingml/2006/main" noGrp="1"/>
          </p:cNvSpPr>
          <p:nvPr/>
        </p:nvSpPr>
        <p:spPr>
          <a:xfrm xmlns:a="http://schemas.openxmlformats.org/drawingml/2006/main">
            <a:off x="7518593"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42" name="Editable chart path">
            <a:extLst xmlns:a="http://schemas.openxmlformats.org/drawingml/2006/main">
              <a:ext uri="{FF2B5EF4-FFF2-40B4-BE49-F238E27FC236}">
                <a16:creationId xmlns:a16="http://schemas.microsoft.com/office/drawing/2014/main" id="{62D76DA0-0D28-4B1F-8036-CD2889626964}"/>
              </a:ext>
            </a:extLst>
          </p:cNvPr>
          <p:cNvSpPr>
            <a:spLocks xmlns:a="http://schemas.openxmlformats.org/drawingml/2006/main" noGrp="1"/>
          </p:cNvSpPr>
          <p:nvPr/>
        </p:nvSpPr>
        <p:spPr>
          <a:xfrm xmlns:a="http://schemas.openxmlformats.org/drawingml/2006/main">
            <a:off x="7765943"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43" name="Editable chart path">
            <a:extLst xmlns:a="http://schemas.openxmlformats.org/drawingml/2006/main">
              <a:ext uri="{FF2B5EF4-FFF2-40B4-BE49-F238E27FC236}">
                <a16:creationId xmlns:a16="http://schemas.microsoft.com/office/drawing/2014/main" id="{A743F3B8-3AB0-4905-9F2C-AE79147EFD74}"/>
              </a:ext>
            </a:extLst>
          </p:cNvPr>
          <p:cNvSpPr>
            <a:spLocks xmlns:a="http://schemas.openxmlformats.org/drawingml/2006/main" noGrp="1"/>
          </p:cNvSpPr>
          <p:nvPr/>
        </p:nvSpPr>
        <p:spPr>
          <a:xfrm xmlns:a="http://schemas.openxmlformats.org/drawingml/2006/main">
            <a:off x="7941441"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44" name="Editable chart path">
            <a:extLst xmlns:a="http://schemas.openxmlformats.org/drawingml/2006/main">
              <a:ext uri="{FF2B5EF4-FFF2-40B4-BE49-F238E27FC236}">
                <a16:creationId xmlns:a16="http://schemas.microsoft.com/office/drawing/2014/main" id="{AE4DAF8D-9EBE-4138-AB3F-80E54A272705}"/>
              </a:ext>
            </a:extLst>
          </p:cNvPr>
          <p:cNvSpPr>
            <a:spLocks xmlns:a="http://schemas.openxmlformats.org/drawingml/2006/main" noGrp="1"/>
          </p:cNvSpPr>
          <p:nvPr/>
        </p:nvSpPr>
        <p:spPr>
          <a:xfrm xmlns:a="http://schemas.openxmlformats.org/drawingml/2006/main">
            <a:off x="8077568"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45" name="Editable chart path">
            <a:extLst xmlns:a="http://schemas.openxmlformats.org/drawingml/2006/main">
              <a:ext uri="{FF2B5EF4-FFF2-40B4-BE49-F238E27FC236}">
                <a16:creationId xmlns:a16="http://schemas.microsoft.com/office/drawing/2014/main" id="{1149798E-09B9-43EB-8CD1-E6BB412C0F25}"/>
              </a:ext>
            </a:extLst>
          </p:cNvPr>
          <p:cNvSpPr>
            <a:spLocks xmlns:a="http://schemas.openxmlformats.org/drawingml/2006/main" noGrp="1"/>
          </p:cNvSpPr>
          <p:nvPr/>
        </p:nvSpPr>
        <p:spPr>
          <a:xfrm xmlns:a="http://schemas.openxmlformats.org/drawingml/2006/main">
            <a:off x="8188792" y="4967794"/>
            <a:ext cx="95" cy="16552"/>
          </a:xfrm>
          <a:custGeom xmlns:a="http://schemas.openxmlformats.org/drawingml/2006/main">
            <a:pathLst>
              <a:path w="95" h="19050">
                <a:moveTo>
                  <a:pt x="0" y="0"/>
                </a:moveTo>
                <a:lnTo>
                  <a:pt x="0" y="19050"/>
                </a:lnTo>
              </a:path>
            </a:pathLst>
          </a:custGeom>
          <a:solidFill xmlns:a="http://schemas.openxmlformats.org/drawingml/2006/main">
            <a:srgbClr val="5A6683"/>
          </a:solidFill>
          <a:ln xmlns:a="http://schemas.openxmlformats.org/drawingml/2006/main" w="4966">
            <a:solidFill>
              <a:srgbClr val="5A6683"/>
            </a:solidFill>
            <a:prstDash val="solid"/>
          </a:ln>
        </p:spPr>
      </p:sp>
      <p:sp>
        <p:nvSpPr>
          <p:cNvPr id="46" name="">
            <a:extLst xmlns:a="http://schemas.openxmlformats.org/drawingml/2006/main">
              <a:ext uri="{FF2B5EF4-FFF2-40B4-BE49-F238E27FC236}">
                <a16:creationId xmlns:a16="http://schemas.microsoft.com/office/drawing/2014/main" id="{762DC565-0771-4E33-AC32-4C6796A5EF1D}"/>
              </a:ext>
            </a:extLst>
          </p:cNvPr>
          <p:cNvSpPr>
            <a:spLocks xmlns:a="http://schemas.openxmlformats.org/drawingml/2006/main" noGrp="1"/>
          </p:cNvSpPr>
          <p:nvPr/>
        </p:nvSpPr>
        <p:spPr>
          <a:xfrm xmlns:a="http://schemas.openxmlformats.org/drawingml/2006/main" rot="0">
            <a:off x="3818067" y="5069793"/>
            <a:ext cx="470277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Island-mean rain that day (mm, working gauges; +0.1 for log scale)</a:t>
            </a:r>
          </a:p>
        </p:txBody>
      </p:sp>
      <p:sp>
        <p:nvSpPr>
          <p:cNvPr id="47" name="Editable chart path">
            <a:extLst xmlns:a="http://schemas.openxmlformats.org/drawingml/2006/main">
              <a:ext uri="{FF2B5EF4-FFF2-40B4-BE49-F238E27FC236}">
                <a16:creationId xmlns:a16="http://schemas.microsoft.com/office/drawing/2014/main" id="{286825F4-5ED7-44EE-9426-4B2D517AD7DA}"/>
              </a:ext>
            </a:extLst>
          </p:cNvPr>
          <p:cNvSpPr>
            <a:spLocks xmlns:a="http://schemas.openxmlformats.org/drawingml/2006/main" noGrp="1"/>
          </p:cNvSpPr>
          <p:nvPr/>
        </p:nvSpPr>
        <p:spPr>
          <a:xfrm xmlns:a="http://schemas.openxmlformats.org/drawingml/2006/main">
            <a:off x="4097917" y="4758967"/>
            <a:ext cx="4146582" cy="95"/>
          </a:xfrm>
          <a:custGeom xmlns:a="http://schemas.openxmlformats.org/drawingml/2006/main">
            <a:pathLst>
              <a:path w="4772406" h="95">
                <a:moveTo>
                  <a:pt x="0" y="0"/>
                </a:moveTo>
                <a:lnTo>
                  <a:pt x="4772406" y="0"/>
                </a:lnTo>
              </a:path>
            </a:pathLst>
          </a:custGeom>
          <a:noFill xmlns:a="http://schemas.openxmlformats.org/drawingml/2006/main"/>
          <a:ln xmlns:a="http://schemas.openxmlformats.org/drawingml/2006/main" w="4966">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552172A3-6A19-4EFE-9640-2D16E626AD10}"/>
              </a:ext>
            </a:extLst>
          </p:cNvPr>
          <p:cNvSpPr>
            <a:spLocks xmlns:a="http://schemas.openxmlformats.org/drawingml/2006/main" noGrp="1"/>
          </p:cNvSpPr>
          <p:nvPr/>
        </p:nvSpPr>
        <p:spPr>
          <a:xfrm xmlns:a="http://schemas.openxmlformats.org/drawingml/2006/main">
            <a:off x="4068951" y="4758967"/>
            <a:ext cx="2896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49" name="">
            <a:extLst xmlns:a="http://schemas.openxmlformats.org/drawingml/2006/main">
              <a:ext uri="{FF2B5EF4-FFF2-40B4-BE49-F238E27FC236}">
                <a16:creationId xmlns:a16="http://schemas.microsoft.com/office/drawing/2014/main" id="{3EC73928-5897-4239-BDBC-09323EB49294}"/>
              </a:ext>
            </a:extLst>
          </p:cNvPr>
          <p:cNvSpPr>
            <a:spLocks xmlns:a="http://schemas.openxmlformats.org/drawingml/2006/main" noGrp="1"/>
          </p:cNvSpPr>
          <p:nvPr/>
        </p:nvSpPr>
        <p:spPr>
          <a:xfrm xmlns:a="http://schemas.openxmlformats.org/drawingml/2006/main" rot="0">
            <a:off x="3668042" y="4647703"/>
            <a:ext cx="3685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−0.03</a:t>
            </a:r>
          </a:p>
        </p:txBody>
      </p:sp>
      <p:sp>
        <p:nvSpPr>
          <p:cNvPr id="50" name="Editable chart path">
            <a:extLst xmlns:a="http://schemas.openxmlformats.org/drawingml/2006/main">
              <a:ext uri="{FF2B5EF4-FFF2-40B4-BE49-F238E27FC236}">
                <a16:creationId xmlns:a16="http://schemas.microsoft.com/office/drawing/2014/main" id="{45207D8C-2EF8-47A7-A1AD-4FFAFE46AABE}"/>
              </a:ext>
            </a:extLst>
          </p:cNvPr>
          <p:cNvSpPr>
            <a:spLocks xmlns:a="http://schemas.openxmlformats.org/drawingml/2006/main" noGrp="1"/>
          </p:cNvSpPr>
          <p:nvPr/>
        </p:nvSpPr>
        <p:spPr>
          <a:xfrm xmlns:a="http://schemas.openxmlformats.org/drawingml/2006/main">
            <a:off x="4097917" y="4428003"/>
            <a:ext cx="4146582" cy="95"/>
          </a:xfrm>
          <a:custGeom xmlns:a="http://schemas.openxmlformats.org/drawingml/2006/main">
            <a:pathLst>
              <a:path w="4772406" h="95">
                <a:moveTo>
                  <a:pt x="0" y="0"/>
                </a:moveTo>
                <a:lnTo>
                  <a:pt x="4772406" y="0"/>
                </a:lnTo>
              </a:path>
            </a:pathLst>
          </a:custGeom>
          <a:noFill xmlns:a="http://schemas.openxmlformats.org/drawingml/2006/main"/>
          <a:ln xmlns:a="http://schemas.openxmlformats.org/drawingml/2006/main" w="4966">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32AEEB85-889B-405E-A6B2-525473D7A34C}"/>
              </a:ext>
            </a:extLst>
          </p:cNvPr>
          <p:cNvSpPr>
            <a:spLocks xmlns:a="http://schemas.openxmlformats.org/drawingml/2006/main" noGrp="1"/>
          </p:cNvSpPr>
          <p:nvPr/>
        </p:nvSpPr>
        <p:spPr>
          <a:xfrm xmlns:a="http://schemas.openxmlformats.org/drawingml/2006/main">
            <a:off x="4068951" y="4428003"/>
            <a:ext cx="2896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52" name="">
            <a:extLst xmlns:a="http://schemas.openxmlformats.org/drawingml/2006/main">
              <a:ext uri="{FF2B5EF4-FFF2-40B4-BE49-F238E27FC236}">
                <a16:creationId xmlns:a16="http://schemas.microsoft.com/office/drawing/2014/main" id="{E59CADEA-1869-4C55-837C-A257A72BDF8F}"/>
              </a:ext>
            </a:extLst>
          </p:cNvPr>
          <p:cNvSpPr>
            <a:spLocks xmlns:a="http://schemas.openxmlformats.org/drawingml/2006/main" noGrp="1"/>
          </p:cNvSpPr>
          <p:nvPr/>
        </p:nvSpPr>
        <p:spPr>
          <a:xfrm xmlns:a="http://schemas.openxmlformats.org/drawingml/2006/main" rot="0">
            <a:off x="3668760" y="4316739"/>
            <a:ext cx="3666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a:t>
            </a:r>
          </a:p>
        </p:txBody>
      </p:sp>
      <p:sp>
        <p:nvSpPr>
          <p:cNvPr id="53" name="Editable chart path">
            <a:extLst xmlns:a="http://schemas.openxmlformats.org/drawingml/2006/main">
              <a:ext uri="{FF2B5EF4-FFF2-40B4-BE49-F238E27FC236}">
                <a16:creationId xmlns:a16="http://schemas.microsoft.com/office/drawing/2014/main" id="{DD996CBA-10B7-439E-9FED-CB2109BA93A3}"/>
              </a:ext>
            </a:extLst>
          </p:cNvPr>
          <p:cNvSpPr>
            <a:spLocks xmlns:a="http://schemas.openxmlformats.org/drawingml/2006/main" noGrp="1"/>
          </p:cNvSpPr>
          <p:nvPr/>
        </p:nvSpPr>
        <p:spPr>
          <a:xfrm xmlns:a="http://schemas.openxmlformats.org/drawingml/2006/main">
            <a:off x="4097917" y="4097039"/>
            <a:ext cx="4146582" cy="95"/>
          </a:xfrm>
          <a:custGeom xmlns:a="http://schemas.openxmlformats.org/drawingml/2006/main">
            <a:pathLst>
              <a:path w="4772406" h="95">
                <a:moveTo>
                  <a:pt x="0" y="0"/>
                </a:moveTo>
                <a:lnTo>
                  <a:pt x="4772406" y="0"/>
                </a:lnTo>
              </a:path>
            </a:pathLst>
          </a:custGeom>
          <a:noFill xmlns:a="http://schemas.openxmlformats.org/drawingml/2006/main"/>
          <a:ln xmlns:a="http://schemas.openxmlformats.org/drawingml/2006/main" w="4966">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4965E62F-F645-485A-A9EC-972E8B5C0F5C}"/>
              </a:ext>
            </a:extLst>
          </p:cNvPr>
          <p:cNvSpPr>
            <a:spLocks xmlns:a="http://schemas.openxmlformats.org/drawingml/2006/main" noGrp="1"/>
          </p:cNvSpPr>
          <p:nvPr/>
        </p:nvSpPr>
        <p:spPr>
          <a:xfrm xmlns:a="http://schemas.openxmlformats.org/drawingml/2006/main">
            <a:off x="4068951" y="4097039"/>
            <a:ext cx="2896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55" name="">
            <a:extLst xmlns:a="http://schemas.openxmlformats.org/drawingml/2006/main">
              <a:ext uri="{FF2B5EF4-FFF2-40B4-BE49-F238E27FC236}">
                <a16:creationId xmlns:a16="http://schemas.microsoft.com/office/drawing/2014/main" id="{781883F7-DA5A-4A17-9485-256EDF33C08C}"/>
              </a:ext>
            </a:extLst>
          </p:cNvPr>
          <p:cNvSpPr>
            <a:spLocks xmlns:a="http://schemas.openxmlformats.org/drawingml/2006/main" noGrp="1"/>
          </p:cNvSpPr>
          <p:nvPr/>
        </p:nvSpPr>
        <p:spPr>
          <a:xfrm xmlns:a="http://schemas.openxmlformats.org/drawingml/2006/main" rot="0">
            <a:off x="3694095" y="3985775"/>
            <a:ext cx="3309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a:t>
            </a:r>
          </a:p>
        </p:txBody>
      </p:sp>
      <p:sp>
        <p:nvSpPr>
          <p:cNvPr id="56" name="Editable chart path">
            <a:extLst xmlns:a="http://schemas.openxmlformats.org/drawingml/2006/main">
              <a:ext uri="{FF2B5EF4-FFF2-40B4-BE49-F238E27FC236}">
                <a16:creationId xmlns:a16="http://schemas.microsoft.com/office/drawing/2014/main" id="{950E39E1-8D31-4DD3-AFEF-E7A7D4CEAE84}"/>
              </a:ext>
            </a:extLst>
          </p:cNvPr>
          <p:cNvSpPr>
            <a:spLocks xmlns:a="http://schemas.openxmlformats.org/drawingml/2006/main" noGrp="1"/>
          </p:cNvSpPr>
          <p:nvPr/>
        </p:nvSpPr>
        <p:spPr>
          <a:xfrm xmlns:a="http://schemas.openxmlformats.org/drawingml/2006/main">
            <a:off x="4097917" y="3766075"/>
            <a:ext cx="4146582" cy="95"/>
          </a:xfrm>
          <a:custGeom xmlns:a="http://schemas.openxmlformats.org/drawingml/2006/main">
            <a:pathLst>
              <a:path w="4772406" h="95">
                <a:moveTo>
                  <a:pt x="0" y="0"/>
                </a:moveTo>
                <a:lnTo>
                  <a:pt x="4772406" y="0"/>
                </a:lnTo>
              </a:path>
            </a:pathLst>
          </a:custGeom>
          <a:noFill xmlns:a="http://schemas.openxmlformats.org/drawingml/2006/main"/>
          <a:ln xmlns:a="http://schemas.openxmlformats.org/drawingml/2006/main" w="4966">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C72351F5-DB60-496F-9192-B2BCCBD2DB4E}"/>
              </a:ext>
            </a:extLst>
          </p:cNvPr>
          <p:cNvSpPr>
            <a:spLocks xmlns:a="http://schemas.openxmlformats.org/drawingml/2006/main" noGrp="1"/>
          </p:cNvSpPr>
          <p:nvPr/>
        </p:nvSpPr>
        <p:spPr>
          <a:xfrm xmlns:a="http://schemas.openxmlformats.org/drawingml/2006/main">
            <a:off x="4068951" y="3766075"/>
            <a:ext cx="2896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58" name="">
            <a:extLst xmlns:a="http://schemas.openxmlformats.org/drawingml/2006/main">
              <a:ext uri="{FF2B5EF4-FFF2-40B4-BE49-F238E27FC236}">
                <a16:creationId xmlns:a16="http://schemas.microsoft.com/office/drawing/2014/main" id="{27981A26-09EC-49D7-8E25-6084F3BDCD8F}"/>
              </a:ext>
            </a:extLst>
          </p:cNvPr>
          <p:cNvSpPr>
            <a:spLocks xmlns:a="http://schemas.openxmlformats.org/drawingml/2006/main" noGrp="1"/>
          </p:cNvSpPr>
          <p:nvPr/>
        </p:nvSpPr>
        <p:spPr>
          <a:xfrm xmlns:a="http://schemas.openxmlformats.org/drawingml/2006/main" rot="0">
            <a:off x="3739782" y="3654811"/>
            <a:ext cx="2970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a:t>
            </a:r>
          </a:p>
        </p:txBody>
      </p:sp>
      <p:sp>
        <p:nvSpPr>
          <p:cNvPr id="59" name="Editable chart path">
            <a:extLst xmlns:a="http://schemas.openxmlformats.org/drawingml/2006/main">
              <a:ext uri="{FF2B5EF4-FFF2-40B4-BE49-F238E27FC236}">
                <a16:creationId xmlns:a16="http://schemas.microsoft.com/office/drawing/2014/main" id="{08EA4238-E769-4B2C-AC28-C514825292D9}"/>
              </a:ext>
            </a:extLst>
          </p:cNvPr>
          <p:cNvSpPr>
            <a:spLocks xmlns:a="http://schemas.openxmlformats.org/drawingml/2006/main" noGrp="1"/>
          </p:cNvSpPr>
          <p:nvPr/>
        </p:nvSpPr>
        <p:spPr>
          <a:xfrm xmlns:a="http://schemas.openxmlformats.org/drawingml/2006/main">
            <a:off x="4097917" y="3435111"/>
            <a:ext cx="4146582" cy="95"/>
          </a:xfrm>
          <a:custGeom xmlns:a="http://schemas.openxmlformats.org/drawingml/2006/main">
            <a:pathLst>
              <a:path w="4772406" h="95">
                <a:moveTo>
                  <a:pt x="0" y="0"/>
                </a:moveTo>
                <a:lnTo>
                  <a:pt x="4772406" y="0"/>
                </a:lnTo>
              </a:path>
            </a:pathLst>
          </a:custGeom>
          <a:noFill xmlns:a="http://schemas.openxmlformats.org/drawingml/2006/main"/>
          <a:ln xmlns:a="http://schemas.openxmlformats.org/drawingml/2006/main" w="4966">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28360B49-5C17-4E25-911B-C4D32B603A22}"/>
              </a:ext>
            </a:extLst>
          </p:cNvPr>
          <p:cNvSpPr>
            <a:spLocks xmlns:a="http://schemas.openxmlformats.org/drawingml/2006/main" noGrp="1"/>
          </p:cNvSpPr>
          <p:nvPr/>
        </p:nvSpPr>
        <p:spPr>
          <a:xfrm xmlns:a="http://schemas.openxmlformats.org/drawingml/2006/main">
            <a:off x="4068951" y="3435111"/>
            <a:ext cx="2896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61" name="">
            <a:extLst xmlns:a="http://schemas.openxmlformats.org/drawingml/2006/main">
              <a:ext uri="{FF2B5EF4-FFF2-40B4-BE49-F238E27FC236}">
                <a16:creationId xmlns:a16="http://schemas.microsoft.com/office/drawing/2014/main" id="{CE00CB51-5FF8-48FD-BFEC-25BC4ECC5C0B}"/>
              </a:ext>
            </a:extLst>
          </p:cNvPr>
          <p:cNvSpPr>
            <a:spLocks xmlns:a="http://schemas.openxmlformats.org/drawingml/2006/main" noGrp="1"/>
          </p:cNvSpPr>
          <p:nvPr/>
        </p:nvSpPr>
        <p:spPr>
          <a:xfrm xmlns:a="http://schemas.openxmlformats.org/drawingml/2006/main" rot="0">
            <a:off x="3770962" y="3323847"/>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a:t>
            </a:r>
          </a:p>
        </p:txBody>
      </p:sp>
      <p:sp>
        <p:nvSpPr>
          <p:cNvPr id="62" name="Editable chart path">
            <a:extLst xmlns:a="http://schemas.openxmlformats.org/drawingml/2006/main">
              <a:ext uri="{FF2B5EF4-FFF2-40B4-BE49-F238E27FC236}">
                <a16:creationId xmlns:a16="http://schemas.microsoft.com/office/drawing/2014/main" id="{3A84FC53-D18D-4AE4-91C0-9188B0F2712C}"/>
              </a:ext>
            </a:extLst>
          </p:cNvPr>
          <p:cNvSpPr>
            <a:spLocks xmlns:a="http://schemas.openxmlformats.org/drawingml/2006/main" noGrp="1"/>
          </p:cNvSpPr>
          <p:nvPr/>
        </p:nvSpPr>
        <p:spPr>
          <a:xfrm xmlns:a="http://schemas.openxmlformats.org/drawingml/2006/main">
            <a:off x="4097917" y="3104147"/>
            <a:ext cx="4146582" cy="95"/>
          </a:xfrm>
          <a:custGeom xmlns:a="http://schemas.openxmlformats.org/drawingml/2006/main">
            <a:pathLst>
              <a:path w="4772406" h="95">
                <a:moveTo>
                  <a:pt x="0" y="0"/>
                </a:moveTo>
                <a:lnTo>
                  <a:pt x="4772406" y="0"/>
                </a:lnTo>
              </a:path>
            </a:pathLst>
          </a:custGeom>
          <a:noFill xmlns:a="http://schemas.openxmlformats.org/drawingml/2006/main"/>
          <a:ln xmlns:a="http://schemas.openxmlformats.org/drawingml/2006/main" w="4966">
            <a:solidFill>
              <a:srgbClr val="E4EAF4"/>
            </a:solidFill>
            <a:prstDash val="solid"/>
          </a:ln>
        </p:spPr>
      </p:sp>
      <p:sp>
        <p:nvSpPr>
          <p:cNvPr id="63" name="Editable chart path">
            <a:extLst xmlns:a="http://schemas.openxmlformats.org/drawingml/2006/main">
              <a:ext uri="{FF2B5EF4-FFF2-40B4-BE49-F238E27FC236}">
                <a16:creationId xmlns:a16="http://schemas.microsoft.com/office/drawing/2014/main" id="{1B9007D2-56DD-4DB5-B1F2-C857BD2B346B}"/>
              </a:ext>
            </a:extLst>
          </p:cNvPr>
          <p:cNvSpPr>
            <a:spLocks xmlns:a="http://schemas.openxmlformats.org/drawingml/2006/main" noGrp="1"/>
          </p:cNvSpPr>
          <p:nvPr/>
        </p:nvSpPr>
        <p:spPr>
          <a:xfrm xmlns:a="http://schemas.openxmlformats.org/drawingml/2006/main">
            <a:off x="4068951" y="3104147"/>
            <a:ext cx="2896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64" name="">
            <a:extLst xmlns:a="http://schemas.openxmlformats.org/drawingml/2006/main">
              <a:ext uri="{FF2B5EF4-FFF2-40B4-BE49-F238E27FC236}">
                <a16:creationId xmlns:a16="http://schemas.microsoft.com/office/drawing/2014/main" id="{61FDB9B0-7270-4176-90E6-462DA9B37BC2}"/>
              </a:ext>
            </a:extLst>
          </p:cNvPr>
          <p:cNvSpPr>
            <a:spLocks xmlns:a="http://schemas.openxmlformats.org/drawingml/2006/main" noGrp="1"/>
          </p:cNvSpPr>
          <p:nvPr/>
        </p:nvSpPr>
        <p:spPr>
          <a:xfrm xmlns:a="http://schemas.openxmlformats.org/drawingml/2006/main" rot="0">
            <a:off x="3745722" y="2992883"/>
            <a:ext cx="2896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a:t>
            </a:r>
          </a:p>
        </p:txBody>
      </p:sp>
      <p:sp>
        <p:nvSpPr>
          <p:cNvPr id="65" name="Editable chart path">
            <a:extLst xmlns:a="http://schemas.openxmlformats.org/drawingml/2006/main">
              <a:ext uri="{FF2B5EF4-FFF2-40B4-BE49-F238E27FC236}">
                <a16:creationId xmlns:a16="http://schemas.microsoft.com/office/drawing/2014/main" id="{D02DF028-27AE-4C52-833F-051F00D4E6C6}"/>
              </a:ext>
            </a:extLst>
          </p:cNvPr>
          <p:cNvSpPr>
            <a:spLocks xmlns:a="http://schemas.openxmlformats.org/drawingml/2006/main" noGrp="1"/>
          </p:cNvSpPr>
          <p:nvPr/>
        </p:nvSpPr>
        <p:spPr>
          <a:xfrm xmlns:a="http://schemas.openxmlformats.org/drawingml/2006/main">
            <a:off x="4097917" y="2773183"/>
            <a:ext cx="4146582" cy="95"/>
          </a:xfrm>
          <a:custGeom xmlns:a="http://schemas.openxmlformats.org/drawingml/2006/main">
            <a:pathLst>
              <a:path w="4772406" h="95">
                <a:moveTo>
                  <a:pt x="0" y="0"/>
                </a:moveTo>
                <a:lnTo>
                  <a:pt x="4772406" y="0"/>
                </a:lnTo>
              </a:path>
            </a:pathLst>
          </a:custGeom>
          <a:noFill xmlns:a="http://schemas.openxmlformats.org/drawingml/2006/main"/>
          <a:ln xmlns:a="http://schemas.openxmlformats.org/drawingml/2006/main" w="4966">
            <a:solidFill>
              <a:srgbClr val="E4EAF4"/>
            </a:solidFill>
            <a:prstDash val="solid"/>
          </a:ln>
        </p:spPr>
      </p:sp>
      <p:sp>
        <p:nvSpPr>
          <p:cNvPr id="66" name="Editable chart path">
            <a:extLst xmlns:a="http://schemas.openxmlformats.org/drawingml/2006/main">
              <a:ext uri="{FF2B5EF4-FFF2-40B4-BE49-F238E27FC236}">
                <a16:creationId xmlns:a16="http://schemas.microsoft.com/office/drawing/2014/main" id="{A19D4F42-6D01-4AF4-8F6F-5165BFF87E00}"/>
              </a:ext>
            </a:extLst>
          </p:cNvPr>
          <p:cNvSpPr>
            <a:spLocks xmlns:a="http://schemas.openxmlformats.org/drawingml/2006/main" noGrp="1"/>
          </p:cNvSpPr>
          <p:nvPr/>
        </p:nvSpPr>
        <p:spPr>
          <a:xfrm xmlns:a="http://schemas.openxmlformats.org/drawingml/2006/main">
            <a:off x="4068951" y="2773183"/>
            <a:ext cx="2896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621">
            <a:solidFill>
              <a:srgbClr val="5A6683"/>
            </a:solidFill>
            <a:prstDash val="solid"/>
          </a:ln>
        </p:spPr>
      </p:sp>
      <p:sp>
        <p:nvSpPr>
          <p:cNvPr id="67" name="">
            <a:extLst xmlns:a="http://schemas.openxmlformats.org/drawingml/2006/main">
              <a:ext uri="{FF2B5EF4-FFF2-40B4-BE49-F238E27FC236}">
                <a16:creationId xmlns:a16="http://schemas.microsoft.com/office/drawing/2014/main" id="{642662ED-2B1A-4168-A0C7-3796C37C7DB2}"/>
              </a:ext>
            </a:extLst>
          </p:cNvPr>
          <p:cNvSpPr>
            <a:spLocks xmlns:a="http://schemas.openxmlformats.org/drawingml/2006/main" noGrp="1"/>
          </p:cNvSpPr>
          <p:nvPr/>
        </p:nvSpPr>
        <p:spPr>
          <a:xfrm xmlns:a="http://schemas.openxmlformats.org/drawingml/2006/main" rot="0">
            <a:off x="3744908" y="2661919"/>
            <a:ext cx="29165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0.03</a:t>
            </a:r>
          </a:p>
        </p:txBody>
      </p:sp>
      <p:sp>
        <p:nvSpPr>
          <p:cNvPr id="68" name="Editable chart path">
            <a:extLst xmlns:a="http://schemas.openxmlformats.org/drawingml/2006/main">
              <a:ext uri="{FF2B5EF4-FFF2-40B4-BE49-F238E27FC236}">
                <a16:creationId xmlns:a16="http://schemas.microsoft.com/office/drawing/2014/main" id="{9ED218A5-3F3D-43E3-90D3-880A29790300}"/>
              </a:ext>
            </a:extLst>
          </p:cNvPr>
          <p:cNvSpPr>
            <a:spLocks xmlns:a="http://schemas.openxmlformats.org/drawingml/2006/main" noGrp="1"/>
          </p:cNvSpPr>
          <p:nvPr/>
        </p:nvSpPr>
        <p:spPr>
          <a:xfrm xmlns:a="http://schemas.openxmlformats.org/drawingml/2006/main">
            <a:off x="4097917" y="3766075"/>
            <a:ext cx="4146582" cy="95"/>
          </a:xfrm>
          <a:custGeom xmlns:a="http://schemas.openxmlformats.org/drawingml/2006/main">
            <a:pathLst>
              <a:path w="4772406" h="95">
                <a:moveTo>
                  <a:pt x="0" y="0"/>
                </a:moveTo>
                <a:lnTo>
                  <a:pt x="4772406" y="0"/>
                </a:lnTo>
              </a:path>
            </a:pathLst>
          </a:custGeom>
          <a:noFill xmlns:a="http://schemas.openxmlformats.org/drawingml/2006/main"/>
          <a:ln xmlns:a="http://schemas.openxmlformats.org/drawingml/2006/main" w="6621">
            <a:solidFill>
              <a:srgbClr val="5A6683"/>
            </a:solidFill>
            <a:prstDash val="dash"/>
          </a:ln>
        </p:spPr>
      </p:sp>
      <p:sp>
        <p:nvSpPr>
          <p:cNvPr id="69" name="Editable chart path">
            <a:extLst xmlns:a="http://schemas.openxmlformats.org/drawingml/2006/main">
              <a:ext uri="{FF2B5EF4-FFF2-40B4-BE49-F238E27FC236}">
                <a16:creationId xmlns:a16="http://schemas.microsoft.com/office/drawing/2014/main" id="{5D2E9C99-4E36-4C82-B9A3-CAB23F70CDA4}"/>
              </a:ext>
            </a:extLst>
          </p:cNvPr>
          <p:cNvSpPr>
            <a:spLocks xmlns:a="http://schemas.openxmlformats.org/drawingml/2006/main" noGrp="1"/>
          </p:cNvSpPr>
          <p:nvPr/>
        </p:nvSpPr>
        <p:spPr>
          <a:xfrm xmlns:a="http://schemas.openxmlformats.org/drawingml/2006/main">
            <a:off x="6143684" y="2747365"/>
            <a:ext cx="95" cy="2220429"/>
          </a:xfrm>
          <a:custGeom xmlns:a="http://schemas.openxmlformats.org/drawingml/2006/main">
            <a:pathLst>
              <a:path w="95" h="2555548">
                <a:moveTo>
                  <a:pt x="0" y="2555548"/>
                </a:moveTo>
                <a:lnTo>
                  <a:pt x="0" y="0"/>
                </a:lnTo>
              </a:path>
            </a:pathLst>
          </a:custGeom>
          <a:noFill xmlns:a="http://schemas.openxmlformats.org/drawingml/2006/main"/>
          <a:ln xmlns:a="http://schemas.openxmlformats.org/drawingml/2006/main" w="6621">
            <a:solidFill>
              <a:srgbClr val="5A6683"/>
            </a:solidFill>
            <a:prstDash val="dash"/>
          </a:ln>
        </p:spPr>
      </p:sp>
      <p:sp>
        <p:nvSpPr>
          <p:cNvPr id="70" name="Editable chart path">
            <a:extLst xmlns:a="http://schemas.openxmlformats.org/drawingml/2006/main">
              <a:ext uri="{FF2B5EF4-FFF2-40B4-BE49-F238E27FC236}">
                <a16:creationId xmlns:a16="http://schemas.microsoft.com/office/drawing/2014/main" id="{F07594DD-AD0A-4026-B4BC-3ACC9FBDB505}"/>
              </a:ext>
            </a:extLst>
          </p:cNvPr>
          <p:cNvSpPr>
            <a:spLocks xmlns:a="http://schemas.openxmlformats.org/drawingml/2006/main" noGrp="1"/>
          </p:cNvSpPr>
          <p:nvPr/>
        </p:nvSpPr>
        <p:spPr>
          <a:xfrm xmlns:a="http://schemas.openxmlformats.org/drawingml/2006/main">
            <a:off x="4097917" y="2747365"/>
            <a:ext cx="95" cy="2220429"/>
          </a:xfrm>
          <a:custGeom xmlns:a="http://schemas.openxmlformats.org/drawingml/2006/main">
            <a:pathLst>
              <a:path w="95" h="2555548">
                <a:moveTo>
                  <a:pt x="0" y="2555548"/>
                </a:moveTo>
                <a:lnTo>
                  <a:pt x="0" y="0"/>
                </a:lnTo>
              </a:path>
            </a:pathLst>
          </a:custGeom>
          <a:noFill xmlns:a="http://schemas.openxmlformats.org/drawingml/2006/main"/>
          <a:ln xmlns:a="http://schemas.openxmlformats.org/drawingml/2006/main" w="6621">
            <a:solidFill>
              <a:srgbClr val="5A6683"/>
            </a:solidFill>
            <a:prstDash val="solid"/>
          </a:ln>
        </p:spPr>
      </p:sp>
      <p:sp>
        <p:nvSpPr>
          <p:cNvPr id="71" name="Editable chart path">
            <a:extLst xmlns:a="http://schemas.openxmlformats.org/drawingml/2006/main">
              <a:ext uri="{FF2B5EF4-FFF2-40B4-BE49-F238E27FC236}">
                <a16:creationId xmlns:a16="http://schemas.microsoft.com/office/drawing/2014/main" id="{5E207BDB-79EA-40AF-905E-778CEFD4AB4C}"/>
              </a:ext>
            </a:extLst>
          </p:cNvPr>
          <p:cNvSpPr>
            <a:spLocks xmlns:a="http://schemas.openxmlformats.org/drawingml/2006/main" noGrp="1"/>
          </p:cNvSpPr>
          <p:nvPr/>
        </p:nvSpPr>
        <p:spPr>
          <a:xfrm xmlns:a="http://schemas.openxmlformats.org/drawingml/2006/main">
            <a:off x="4097917" y="4967794"/>
            <a:ext cx="4146582" cy="95"/>
          </a:xfrm>
          <a:custGeom xmlns:a="http://schemas.openxmlformats.org/drawingml/2006/main">
            <a:pathLst>
              <a:path w="4772406" h="95">
                <a:moveTo>
                  <a:pt x="0" y="0"/>
                </a:moveTo>
                <a:lnTo>
                  <a:pt x="4772406" y="0"/>
                </a:lnTo>
              </a:path>
            </a:pathLst>
          </a:custGeom>
          <a:noFill xmlns:a="http://schemas.openxmlformats.org/drawingml/2006/main"/>
          <a:ln xmlns:a="http://schemas.openxmlformats.org/drawingml/2006/main" w="6621">
            <a:solidFill>
              <a:srgbClr val="5A6683"/>
            </a:solidFill>
            <a:prstDash val="solid"/>
          </a:ln>
        </p:spPr>
      </p:sp>
      <p:sp>
        <p:nvSpPr>
          <p:cNvPr id="72" name="Editable chart path">
            <a:extLst xmlns:a="http://schemas.openxmlformats.org/drawingml/2006/main">
              <a:ext uri="{FF2B5EF4-FFF2-40B4-BE49-F238E27FC236}">
                <a16:creationId xmlns:a16="http://schemas.microsoft.com/office/drawing/2014/main" id="{E396D612-E59A-4B9A-BEF3-439DC053D172}"/>
              </a:ext>
            </a:extLst>
          </p:cNvPr>
          <p:cNvSpPr>
            <a:spLocks xmlns:a="http://schemas.openxmlformats.org/drawingml/2006/main" noGrp="1"/>
          </p:cNvSpPr>
          <p:nvPr/>
        </p:nvSpPr>
        <p:spPr>
          <a:xfrm xmlns:a="http://schemas.openxmlformats.org/drawingml/2006/main">
            <a:off x="6974495" y="367201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35728138-0C13-4BBC-B683-A54C565A394C}"/>
              </a:ext>
            </a:extLst>
          </p:cNvPr>
          <p:cNvSpPr>
            <a:spLocks xmlns:a="http://schemas.openxmlformats.org/drawingml/2006/main" noGrp="1"/>
          </p:cNvSpPr>
          <p:nvPr/>
        </p:nvSpPr>
        <p:spPr>
          <a:xfrm xmlns:a="http://schemas.openxmlformats.org/drawingml/2006/main">
            <a:off x="7864367" y="3346050"/>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70B4F1B0-FE20-49AE-B2DA-FBC18F3900E5}"/>
              </a:ext>
            </a:extLst>
          </p:cNvPr>
          <p:cNvSpPr>
            <a:spLocks xmlns:a="http://schemas.openxmlformats.org/drawingml/2006/main" noGrp="1"/>
          </p:cNvSpPr>
          <p:nvPr/>
        </p:nvSpPr>
        <p:spPr>
          <a:xfrm xmlns:a="http://schemas.openxmlformats.org/drawingml/2006/main">
            <a:off x="4266989" y="4266091"/>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0C1E169E-497D-4CAF-AC88-588CB1028987}"/>
              </a:ext>
            </a:extLst>
          </p:cNvPr>
          <p:cNvSpPr>
            <a:spLocks xmlns:a="http://schemas.openxmlformats.org/drawingml/2006/main" noGrp="1"/>
          </p:cNvSpPr>
          <p:nvPr/>
        </p:nvSpPr>
        <p:spPr>
          <a:xfrm xmlns:a="http://schemas.openxmlformats.org/drawingml/2006/main">
            <a:off x="7980533" y="343927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5BB47165-E4BA-477A-9523-AC2953003A25}"/>
              </a:ext>
            </a:extLst>
          </p:cNvPr>
          <p:cNvSpPr>
            <a:spLocks xmlns:a="http://schemas.openxmlformats.org/drawingml/2006/main" noGrp="1"/>
          </p:cNvSpPr>
          <p:nvPr/>
        </p:nvSpPr>
        <p:spPr>
          <a:xfrm xmlns:a="http://schemas.openxmlformats.org/drawingml/2006/main">
            <a:off x="6836720" y="3543303"/>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FF49890D-B982-4E59-AF9A-1F1D93759809}"/>
              </a:ext>
            </a:extLst>
          </p:cNvPr>
          <p:cNvSpPr>
            <a:spLocks xmlns:a="http://schemas.openxmlformats.org/drawingml/2006/main" noGrp="1"/>
          </p:cNvSpPr>
          <p:nvPr/>
        </p:nvSpPr>
        <p:spPr>
          <a:xfrm xmlns:a="http://schemas.openxmlformats.org/drawingml/2006/main">
            <a:off x="6554345" y="3563318"/>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EC6CDE70-BA72-4840-93FE-AADC42BFD006}"/>
              </a:ext>
            </a:extLst>
          </p:cNvPr>
          <p:cNvSpPr>
            <a:spLocks xmlns:a="http://schemas.openxmlformats.org/drawingml/2006/main" noGrp="1"/>
          </p:cNvSpPr>
          <p:nvPr/>
        </p:nvSpPr>
        <p:spPr>
          <a:xfrm xmlns:a="http://schemas.openxmlformats.org/drawingml/2006/main">
            <a:off x="6982010" y="3821085"/>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9E17AD1C-74E7-45E0-9A97-E52E0D929104}"/>
              </a:ext>
            </a:extLst>
          </p:cNvPr>
          <p:cNvSpPr>
            <a:spLocks xmlns:a="http://schemas.openxmlformats.org/drawingml/2006/main" noGrp="1"/>
          </p:cNvSpPr>
          <p:nvPr/>
        </p:nvSpPr>
        <p:spPr>
          <a:xfrm xmlns:a="http://schemas.openxmlformats.org/drawingml/2006/main">
            <a:off x="7196920" y="3610295"/>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BB90A66A-FAAD-4D6A-B72A-102A5A3ADB5A}"/>
              </a:ext>
            </a:extLst>
          </p:cNvPr>
          <p:cNvSpPr>
            <a:spLocks xmlns:a="http://schemas.openxmlformats.org/drawingml/2006/main" noGrp="1"/>
          </p:cNvSpPr>
          <p:nvPr/>
        </p:nvSpPr>
        <p:spPr>
          <a:xfrm xmlns:a="http://schemas.openxmlformats.org/drawingml/2006/main">
            <a:off x="6562028" y="3516530"/>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7E093980-FD15-417B-A650-D474CCFB37BF}"/>
              </a:ext>
            </a:extLst>
          </p:cNvPr>
          <p:cNvSpPr>
            <a:spLocks xmlns:a="http://schemas.openxmlformats.org/drawingml/2006/main" noGrp="1"/>
          </p:cNvSpPr>
          <p:nvPr/>
        </p:nvSpPr>
        <p:spPr>
          <a:xfrm xmlns:a="http://schemas.openxmlformats.org/drawingml/2006/main">
            <a:off x="7632608" y="3651124"/>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5071A6BA-DCCF-4AA1-8293-72B4DB9404E7}"/>
              </a:ext>
            </a:extLst>
          </p:cNvPr>
          <p:cNvSpPr>
            <a:spLocks xmlns:a="http://schemas.openxmlformats.org/drawingml/2006/main" noGrp="1"/>
          </p:cNvSpPr>
          <p:nvPr/>
        </p:nvSpPr>
        <p:spPr>
          <a:xfrm xmlns:a="http://schemas.openxmlformats.org/drawingml/2006/main">
            <a:off x="5858255" y="3640461"/>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7D1C445F-F50F-4164-8871-D0BB4DC7DA2C}"/>
              </a:ext>
            </a:extLst>
          </p:cNvPr>
          <p:cNvSpPr>
            <a:spLocks xmlns:a="http://schemas.openxmlformats.org/drawingml/2006/main" noGrp="1"/>
          </p:cNvSpPr>
          <p:nvPr/>
        </p:nvSpPr>
        <p:spPr>
          <a:xfrm xmlns:a="http://schemas.openxmlformats.org/drawingml/2006/main">
            <a:off x="5941990" y="404683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47DE1DE2-0EF3-45E9-8AD9-6D78935B741B}"/>
              </a:ext>
            </a:extLst>
          </p:cNvPr>
          <p:cNvSpPr>
            <a:spLocks xmlns:a="http://schemas.openxmlformats.org/drawingml/2006/main" noGrp="1"/>
          </p:cNvSpPr>
          <p:nvPr/>
        </p:nvSpPr>
        <p:spPr>
          <a:xfrm xmlns:a="http://schemas.openxmlformats.org/drawingml/2006/main">
            <a:off x="7471043" y="3274812"/>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DDFB6C7D-FD09-4E06-8C95-EC7A1610D84E}"/>
              </a:ext>
            </a:extLst>
          </p:cNvPr>
          <p:cNvSpPr>
            <a:spLocks xmlns:a="http://schemas.openxmlformats.org/drawingml/2006/main" noGrp="1"/>
          </p:cNvSpPr>
          <p:nvPr/>
        </p:nvSpPr>
        <p:spPr>
          <a:xfrm xmlns:a="http://schemas.openxmlformats.org/drawingml/2006/main">
            <a:off x="6466402" y="3244103"/>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A1256F92-4BAC-4523-AC52-910AF0D8A437}"/>
              </a:ext>
            </a:extLst>
          </p:cNvPr>
          <p:cNvSpPr>
            <a:spLocks xmlns:a="http://schemas.openxmlformats.org/drawingml/2006/main" noGrp="1"/>
          </p:cNvSpPr>
          <p:nvPr/>
        </p:nvSpPr>
        <p:spPr>
          <a:xfrm xmlns:a="http://schemas.openxmlformats.org/drawingml/2006/main">
            <a:off x="7281305" y="296234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FADBDD26-91AD-43D3-8C75-C3C53DC08D21}"/>
              </a:ext>
            </a:extLst>
          </p:cNvPr>
          <p:cNvSpPr>
            <a:spLocks xmlns:a="http://schemas.openxmlformats.org/drawingml/2006/main" noGrp="1"/>
          </p:cNvSpPr>
          <p:nvPr/>
        </p:nvSpPr>
        <p:spPr>
          <a:xfrm xmlns:a="http://schemas.openxmlformats.org/drawingml/2006/main">
            <a:off x="5511177" y="375139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90798A50-286D-4344-B06F-56E065CD579C}"/>
              </a:ext>
            </a:extLst>
          </p:cNvPr>
          <p:cNvSpPr>
            <a:spLocks xmlns:a="http://schemas.openxmlformats.org/drawingml/2006/main" noGrp="1"/>
          </p:cNvSpPr>
          <p:nvPr/>
        </p:nvSpPr>
        <p:spPr>
          <a:xfrm xmlns:a="http://schemas.openxmlformats.org/drawingml/2006/main">
            <a:off x="7676210" y="3682638"/>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252A8B5D-D9F8-4F4D-855A-D93D73746A15}"/>
              </a:ext>
            </a:extLst>
          </p:cNvPr>
          <p:cNvSpPr>
            <a:spLocks xmlns:a="http://schemas.openxmlformats.org/drawingml/2006/main" noGrp="1"/>
          </p:cNvSpPr>
          <p:nvPr/>
        </p:nvSpPr>
        <p:spPr>
          <a:xfrm xmlns:a="http://schemas.openxmlformats.org/drawingml/2006/main">
            <a:off x="7525192" y="3608461"/>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506F390E-F87D-4786-A357-E0DD8BCC3666}"/>
              </a:ext>
            </a:extLst>
          </p:cNvPr>
          <p:cNvSpPr>
            <a:spLocks xmlns:a="http://schemas.openxmlformats.org/drawingml/2006/main" noGrp="1"/>
          </p:cNvSpPr>
          <p:nvPr/>
        </p:nvSpPr>
        <p:spPr>
          <a:xfrm xmlns:a="http://schemas.openxmlformats.org/drawingml/2006/main">
            <a:off x="6900284" y="3248735"/>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F3181694-333A-48FB-B3BD-ED5F3A1151A6}"/>
              </a:ext>
            </a:extLst>
          </p:cNvPr>
          <p:cNvSpPr>
            <a:spLocks xmlns:a="http://schemas.openxmlformats.org/drawingml/2006/main" noGrp="1"/>
          </p:cNvSpPr>
          <p:nvPr/>
        </p:nvSpPr>
        <p:spPr>
          <a:xfrm xmlns:a="http://schemas.openxmlformats.org/drawingml/2006/main">
            <a:off x="6525741" y="337988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65A2BC8E-4CE3-4D7C-950A-102BCBD3669D}"/>
              </a:ext>
            </a:extLst>
          </p:cNvPr>
          <p:cNvSpPr>
            <a:spLocks xmlns:a="http://schemas.openxmlformats.org/drawingml/2006/main" noGrp="1"/>
          </p:cNvSpPr>
          <p:nvPr/>
        </p:nvSpPr>
        <p:spPr>
          <a:xfrm xmlns:a="http://schemas.openxmlformats.org/drawingml/2006/main">
            <a:off x="7144433" y="3316321"/>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0EC2FD3F-B0F4-4590-83AF-096543E9AF8D}"/>
              </a:ext>
            </a:extLst>
          </p:cNvPr>
          <p:cNvSpPr>
            <a:spLocks xmlns:a="http://schemas.openxmlformats.org/drawingml/2006/main" noGrp="1"/>
          </p:cNvSpPr>
          <p:nvPr/>
        </p:nvSpPr>
        <p:spPr>
          <a:xfrm xmlns:a="http://schemas.openxmlformats.org/drawingml/2006/main">
            <a:off x="7257634" y="412095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988E2835-79AC-44FE-9BD0-E967D4A94A18}"/>
              </a:ext>
            </a:extLst>
          </p:cNvPr>
          <p:cNvSpPr>
            <a:spLocks xmlns:a="http://schemas.openxmlformats.org/drawingml/2006/main" noGrp="1"/>
          </p:cNvSpPr>
          <p:nvPr/>
        </p:nvSpPr>
        <p:spPr>
          <a:xfrm xmlns:a="http://schemas.openxmlformats.org/drawingml/2006/main">
            <a:off x="6963264" y="4379850"/>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C23748C2-881F-4930-81D2-528AAE779A7B}"/>
              </a:ext>
            </a:extLst>
          </p:cNvPr>
          <p:cNvSpPr>
            <a:spLocks xmlns:a="http://schemas.openxmlformats.org/drawingml/2006/main" noGrp="1"/>
          </p:cNvSpPr>
          <p:nvPr/>
        </p:nvSpPr>
        <p:spPr>
          <a:xfrm xmlns:a="http://schemas.openxmlformats.org/drawingml/2006/main">
            <a:off x="5098058" y="4547765"/>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D21F4CF8-ECBF-4C6F-86F4-3D671349982B}"/>
              </a:ext>
            </a:extLst>
          </p:cNvPr>
          <p:cNvSpPr>
            <a:spLocks xmlns:a="http://schemas.openxmlformats.org/drawingml/2006/main" noGrp="1"/>
          </p:cNvSpPr>
          <p:nvPr/>
        </p:nvSpPr>
        <p:spPr>
          <a:xfrm xmlns:a="http://schemas.openxmlformats.org/drawingml/2006/main">
            <a:off x="4266989" y="484270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3742CAC3-A9D1-4F17-8875-C5A6B5BB124A}"/>
              </a:ext>
            </a:extLst>
          </p:cNvPr>
          <p:cNvSpPr>
            <a:spLocks xmlns:a="http://schemas.openxmlformats.org/drawingml/2006/main" noGrp="1"/>
          </p:cNvSpPr>
          <p:nvPr/>
        </p:nvSpPr>
        <p:spPr>
          <a:xfrm xmlns:a="http://schemas.openxmlformats.org/drawingml/2006/main">
            <a:off x="4266989" y="4715428"/>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2C2EFBC7-DA1A-48D3-8671-872ACFF5B8F2}"/>
              </a:ext>
            </a:extLst>
          </p:cNvPr>
          <p:cNvSpPr>
            <a:spLocks xmlns:a="http://schemas.openxmlformats.org/drawingml/2006/main" noGrp="1"/>
          </p:cNvSpPr>
          <p:nvPr/>
        </p:nvSpPr>
        <p:spPr>
          <a:xfrm xmlns:a="http://schemas.openxmlformats.org/drawingml/2006/main">
            <a:off x="6895797" y="4276163"/>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992856ED-66BE-48F0-AB7D-85A3A951953B}"/>
              </a:ext>
            </a:extLst>
          </p:cNvPr>
          <p:cNvSpPr>
            <a:spLocks xmlns:a="http://schemas.openxmlformats.org/drawingml/2006/main" noGrp="1"/>
          </p:cNvSpPr>
          <p:nvPr/>
        </p:nvSpPr>
        <p:spPr>
          <a:xfrm xmlns:a="http://schemas.openxmlformats.org/drawingml/2006/main">
            <a:off x="7566953" y="3713135"/>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1E4044EB-F1E3-4373-A41C-4AA9DC94EBC9}"/>
              </a:ext>
            </a:extLst>
          </p:cNvPr>
          <p:cNvSpPr>
            <a:spLocks xmlns:a="http://schemas.openxmlformats.org/drawingml/2006/main" noGrp="1"/>
          </p:cNvSpPr>
          <p:nvPr/>
        </p:nvSpPr>
        <p:spPr>
          <a:xfrm xmlns:a="http://schemas.openxmlformats.org/drawingml/2006/main">
            <a:off x="6895278" y="3671892"/>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5E7D74FB-FBF1-4D9C-AC47-0829EC76205F}"/>
              </a:ext>
            </a:extLst>
          </p:cNvPr>
          <p:cNvSpPr>
            <a:spLocks xmlns:a="http://schemas.openxmlformats.org/drawingml/2006/main" noGrp="1"/>
          </p:cNvSpPr>
          <p:nvPr/>
        </p:nvSpPr>
        <p:spPr>
          <a:xfrm xmlns:a="http://schemas.openxmlformats.org/drawingml/2006/main">
            <a:off x="7282111" y="369750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4C4D2AE7-4E4B-482F-8761-CF86C35627A7}"/>
              </a:ext>
            </a:extLst>
          </p:cNvPr>
          <p:cNvSpPr>
            <a:spLocks xmlns:a="http://schemas.openxmlformats.org/drawingml/2006/main" noGrp="1"/>
          </p:cNvSpPr>
          <p:nvPr/>
        </p:nvSpPr>
        <p:spPr>
          <a:xfrm xmlns:a="http://schemas.openxmlformats.org/drawingml/2006/main">
            <a:off x="6171149" y="329274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0C6809FF-799E-49C7-937D-0338CCC1AB7B}"/>
              </a:ext>
            </a:extLst>
          </p:cNvPr>
          <p:cNvSpPr>
            <a:spLocks xmlns:a="http://schemas.openxmlformats.org/drawingml/2006/main" noGrp="1"/>
          </p:cNvSpPr>
          <p:nvPr/>
        </p:nvSpPr>
        <p:spPr>
          <a:xfrm xmlns:a="http://schemas.openxmlformats.org/drawingml/2006/main">
            <a:off x="5633633" y="4162883"/>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E29DE9EC-80EC-4C0E-97B8-9812422D5DD7}"/>
              </a:ext>
            </a:extLst>
          </p:cNvPr>
          <p:cNvSpPr>
            <a:spLocks xmlns:a="http://schemas.openxmlformats.org/drawingml/2006/main" noGrp="1"/>
          </p:cNvSpPr>
          <p:nvPr/>
        </p:nvSpPr>
        <p:spPr>
          <a:xfrm xmlns:a="http://schemas.openxmlformats.org/drawingml/2006/main">
            <a:off x="6957133" y="3789510"/>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478C7905-0BD6-4D9A-8D44-1022FB2618DD}"/>
              </a:ext>
            </a:extLst>
          </p:cNvPr>
          <p:cNvSpPr>
            <a:spLocks xmlns:a="http://schemas.openxmlformats.org/drawingml/2006/main" noGrp="1"/>
          </p:cNvSpPr>
          <p:nvPr/>
        </p:nvSpPr>
        <p:spPr>
          <a:xfrm xmlns:a="http://schemas.openxmlformats.org/drawingml/2006/main">
            <a:off x="7771032" y="407881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AD781B8C-7F3A-4DAC-B9C5-C20ED54DF744}"/>
              </a:ext>
            </a:extLst>
          </p:cNvPr>
          <p:cNvSpPr>
            <a:spLocks xmlns:a="http://schemas.openxmlformats.org/drawingml/2006/main" noGrp="1"/>
          </p:cNvSpPr>
          <p:nvPr/>
        </p:nvSpPr>
        <p:spPr>
          <a:xfrm xmlns:a="http://schemas.openxmlformats.org/drawingml/2006/main">
            <a:off x="4838795" y="3792552"/>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B73E2BAC-5C8A-4040-A179-BADAE81832B2}"/>
              </a:ext>
            </a:extLst>
          </p:cNvPr>
          <p:cNvSpPr>
            <a:spLocks xmlns:a="http://schemas.openxmlformats.org/drawingml/2006/main" noGrp="1"/>
          </p:cNvSpPr>
          <p:nvPr/>
        </p:nvSpPr>
        <p:spPr>
          <a:xfrm xmlns:a="http://schemas.openxmlformats.org/drawingml/2006/main">
            <a:off x="4703879" y="423501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797899AA-F3C3-4AEF-B0F1-3AAE1A4E17FC}"/>
              </a:ext>
            </a:extLst>
          </p:cNvPr>
          <p:cNvSpPr>
            <a:spLocks xmlns:a="http://schemas.openxmlformats.org/drawingml/2006/main" noGrp="1"/>
          </p:cNvSpPr>
          <p:nvPr/>
        </p:nvSpPr>
        <p:spPr>
          <a:xfrm xmlns:a="http://schemas.openxmlformats.org/drawingml/2006/main">
            <a:off x="7267139" y="451607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410C3716-63B9-4A39-91ED-515653ECAF7D}"/>
              </a:ext>
            </a:extLst>
          </p:cNvPr>
          <p:cNvSpPr>
            <a:spLocks xmlns:a="http://schemas.openxmlformats.org/drawingml/2006/main" noGrp="1"/>
          </p:cNvSpPr>
          <p:nvPr/>
        </p:nvSpPr>
        <p:spPr>
          <a:xfrm xmlns:a="http://schemas.openxmlformats.org/drawingml/2006/main">
            <a:off x="7573082" y="4366483"/>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B9CB9DFF-C859-49D0-A246-AA9B6EAA096C}"/>
              </a:ext>
            </a:extLst>
          </p:cNvPr>
          <p:cNvSpPr>
            <a:spLocks xmlns:a="http://schemas.openxmlformats.org/drawingml/2006/main" noGrp="1"/>
          </p:cNvSpPr>
          <p:nvPr/>
        </p:nvSpPr>
        <p:spPr>
          <a:xfrm xmlns:a="http://schemas.openxmlformats.org/drawingml/2006/main">
            <a:off x="7050773" y="364441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4C0E074C-B721-4A0D-BC3E-AF0A9C228525}"/>
              </a:ext>
            </a:extLst>
          </p:cNvPr>
          <p:cNvSpPr>
            <a:spLocks xmlns:a="http://schemas.openxmlformats.org/drawingml/2006/main" noGrp="1"/>
          </p:cNvSpPr>
          <p:nvPr/>
        </p:nvSpPr>
        <p:spPr>
          <a:xfrm xmlns:a="http://schemas.openxmlformats.org/drawingml/2006/main">
            <a:off x="6757871" y="4429452"/>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047EA2E8-67CE-47B6-957E-CABE516EC27F}"/>
              </a:ext>
            </a:extLst>
          </p:cNvPr>
          <p:cNvSpPr>
            <a:spLocks xmlns:a="http://schemas.openxmlformats.org/drawingml/2006/main" noGrp="1"/>
          </p:cNvSpPr>
          <p:nvPr/>
        </p:nvSpPr>
        <p:spPr>
          <a:xfrm xmlns:a="http://schemas.openxmlformats.org/drawingml/2006/main">
            <a:off x="7269880" y="413655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A1E4F2F5-44FD-4A55-9629-5019BF570F63}"/>
              </a:ext>
            </a:extLst>
          </p:cNvPr>
          <p:cNvSpPr>
            <a:spLocks xmlns:a="http://schemas.openxmlformats.org/drawingml/2006/main" noGrp="1"/>
          </p:cNvSpPr>
          <p:nvPr/>
        </p:nvSpPr>
        <p:spPr>
          <a:xfrm xmlns:a="http://schemas.openxmlformats.org/drawingml/2006/main">
            <a:off x="7169056" y="4038364"/>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872CEFA0-5A75-4805-BC60-742EB39B572E}"/>
              </a:ext>
            </a:extLst>
          </p:cNvPr>
          <p:cNvSpPr>
            <a:spLocks xmlns:a="http://schemas.openxmlformats.org/drawingml/2006/main" noGrp="1"/>
          </p:cNvSpPr>
          <p:nvPr/>
        </p:nvSpPr>
        <p:spPr>
          <a:xfrm xmlns:a="http://schemas.openxmlformats.org/drawingml/2006/main">
            <a:off x="6997161" y="4604555"/>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1AD3147F-EE1D-40DC-8D39-E1C4BD64A42E}"/>
              </a:ext>
            </a:extLst>
          </p:cNvPr>
          <p:cNvSpPr>
            <a:spLocks xmlns:a="http://schemas.openxmlformats.org/drawingml/2006/main" noGrp="1"/>
          </p:cNvSpPr>
          <p:nvPr/>
        </p:nvSpPr>
        <p:spPr>
          <a:xfrm xmlns:a="http://schemas.openxmlformats.org/drawingml/2006/main">
            <a:off x="6631769" y="3690145"/>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3577F2DA-A234-487A-BEE7-F63B3EF2C4DF}"/>
              </a:ext>
            </a:extLst>
          </p:cNvPr>
          <p:cNvSpPr>
            <a:spLocks xmlns:a="http://schemas.openxmlformats.org/drawingml/2006/main" noGrp="1"/>
          </p:cNvSpPr>
          <p:nvPr/>
        </p:nvSpPr>
        <p:spPr>
          <a:xfrm xmlns:a="http://schemas.openxmlformats.org/drawingml/2006/main">
            <a:off x="7248915" y="415815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4B380E89-BDA9-472C-95DC-A79498996EAA}"/>
              </a:ext>
            </a:extLst>
          </p:cNvPr>
          <p:cNvSpPr>
            <a:spLocks xmlns:a="http://schemas.openxmlformats.org/drawingml/2006/main" noGrp="1"/>
          </p:cNvSpPr>
          <p:nvPr/>
        </p:nvSpPr>
        <p:spPr>
          <a:xfrm xmlns:a="http://schemas.openxmlformats.org/drawingml/2006/main">
            <a:off x="7093599" y="3952913"/>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CF7E681B-BF7C-4AFE-BC6D-0BC8F4C51900}"/>
              </a:ext>
            </a:extLst>
          </p:cNvPr>
          <p:cNvSpPr>
            <a:spLocks xmlns:a="http://schemas.openxmlformats.org/drawingml/2006/main" noGrp="1"/>
          </p:cNvSpPr>
          <p:nvPr/>
        </p:nvSpPr>
        <p:spPr>
          <a:xfrm xmlns:a="http://schemas.openxmlformats.org/drawingml/2006/main">
            <a:off x="6739291" y="338913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120BCE2C-C018-4609-9078-CEEE2AB5A2D3}"/>
              </a:ext>
            </a:extLst>
          </p:cNvPr>
          <p:cNvSpPr>
            <a:spLocks xmlns:a="http://schemas.openxmlformats.org/drawingml/2006/main" noGrp="1"/>
          </p:cNvSpPr>
          <p:nvPr/>
        </p:nvSpPr>
        <p:spPr>
          <a:xfrm xmlns:a="http://schemas.openxmlformats.org/drawingml/2006/main">
            <a:off x="4266989" y="415705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8CAE39D4-477F-4A1D-9BB3-7B091F06218F}"/>
              </a:ext>
            </a:extLst>
          </p:cNvPr>
          <p:cNvSpPr>
            <a:spLocks xmlns:a="http://schemas.openxmlformats.org/drawingml/2006/main" noGrp="1"/>
          </p:cNvSpPr>
          <p:nvPr/>
        </p:nvSpPr>
        <p:spPr>
          <a:xfrm xmlns:a="http://schemas.openxmlformats.org/drawingml/2006/main">
            <a:off x="6549054" y="456832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614EA996-F5BA-4647-87DD-25E779571E9D}"/>
              </a:ext>
            </a:extLst>
          </p:cNvPr>
          <p:cNvSpPr>
            <a:spLocks xmlns:a="http://schemas.openxmlformats.org/drawingml/2006/main" noGrp="1"/>
          </p:cNvSpPr>
          <p:nvPr/>
        </p:nvSpPr>
        <p:spPr>
          <a:xfrm xmlns:a="http://schemas.openxmlformats.org/drawingml/2006/main">
            <a:off x="5641757" y="466644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8D73DBED-94AE-4DFF-875C-0BF0C31C3759}"/>
              </a:ext>
            </a:extLst>
          </p:cNvPr>
          <p:cNvSpPr>
            <a:spLocks xmlns:a="http://schemas.openxmlformats.org/drawingml/2006/main" noGrp="1"/>
          </p:cNvSpPr>
          <p:nvPr/>
        </p:nvSpPr>
        <p:spPr>
          <a:xfrm xmlns:a="http://schemas.openxmlformats.org/drawingml/2006/main">
            <a:off x="7451107" y="455952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73993BC8-4BC1-4753-BE1B-17BF718DFAF8}"/>
              </a:ext>
            </a:extLst>
          </p:cNvPr>
          <p:cNvSpPr>
            <a:spLocks xmlns:a="http://schemas.openxmlformats.org/drawingml/2006/main" noGrp="1"/>
          </p:cNvSpPr>
          <p:nvPr/>
        </p:nvSpPr>
        <p:spPr>
          <a:xfrm xmlns:a="http://schemas.openxmlformats.org/drawingml/2006/main">
            <a:off x="7386600" y="4237561"/>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7283265B-AF69-47D6-8F88-3924B596C242}"/>
              </a:ext>
            </a:extLst>
          </p:cNvPr>
          <p:cNvSpPr>
            <a:spLocks xmlns:a="http://schemas.openxmlformats.org/drawingml/2006/main" noGrp="1"/>
          </p:cNvSpPr>
          <p:nvPr/>
        </p:nvSpPr>
        <p:spPr>
          <a:xfrm xmlns:a="http://schemas.openxmlformats.org/drawingml/2006/main">
            <a:off x="7207785" y="3354733"/>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BF0E1A8A-3D33-4726-969F-1C6807E02D56}"/>
              </a:ext>
            </a:extLst>
          </p:cNvPr>
          <p:cNvSpPr>
            <a:spLocks xmlns:a="http://schemas.openxmlformats.org/drawingml/2006/main" noGrp="1"/>
          </p:cNvSpPr>
          <p:nvPr/>
        </p:nvSpPr>
        <p:spPr>
          <a:xfrm xmlns:a="http://schemas.openxmlformats.org/drawingml/2006/main">
            <a:off x="7198844" y="4191798"/>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82AEAAA3-997F-4BC6-9391-5EDF59455DCA}"/>
              </a:ext>
            </a:extLst>
          </p:cNvPr>
          <p:cNvSpPr>
            <a:spLocks xmlns:a="http://schemas.openxmlformats.org/drawingml/2006/main" noGrp="1"/>
          </p:cNvSpPr>
          <p:nvPr/>
        </p:nvSpPr>
        <p:spPr>
          <a:xfrm xmlns:a="http://schemas.openxmlformats.org/drawingml/2006/main">
            <a:off x="4266989" y="435153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18B7BD41-1300-4FB3-AAFF-C36E55AD1872}"/>
              </a:ext>
            </a:extLst>
          </p:cNvPr>
          <p:cNvSpPr>
            <a:spLocks xmlns:a="http://schemas.openxmlformats.org/drawingml/2006/main" noGrp="1"/>
          </p:cNvSpPr>
          <p:nvPr/>
        </p:nvSpPr>
        <p:spPr>
          <a:xfrm xmlns:a="http://schemas.openxmlformats.org/drawingml/2006/main">
            <a:off x="4266989" y="4371942"/>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90C6C018-D8DC-48A2-9D92-91B5A379F7AA}"/>
              </a:ext>
            </a:extLst>
          </p:cNvPr>
          <p:cNvSpPr>
            <a:spLocks xmlns:a="http://schemas.openxmlformats.org/drawingml/2006/main" noGrp="1"/>
          </p:cNvSpPr>
          <p:nvPr/>
        </p:nvSpPr>
        <p:spPr>
          <a:xfrm xmlns:a="http://schemas.openxmlformats.org/drawingml/2006/main">
            <a:off x="6081313" y="4246264"/>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D792FBF5-88E1-49BE-9FAD-9CB85A838CAC}"/>
              </a:ext>
            </a:extLst>
          </p:cNvPr>
          <p:cNvSpPr>
            <a:spLocks xmlns:a="http://schemas.openxmlformats.org/drawingml/2006/main" noGrp="1"/>
          </p:cNvSpPr>
          <p:nvPr/>
        </p:nvSpPr>
        <p:spPr>
          <a:xfrm xmlns:a="http://schemas.openxmlformats.org/drawingml/2006/main">
            <a:off x="7228747" y="484745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3F0AF972-1636-42D4-AD45-EBEA2F63555B}"/>
              </a:ext>
            </a:extLst>
          </p:cNvPr>
          <p:cNvSpPr>
            <a:spLocks xmlns:a="http://schemas.openxmlformats.org/drawingml/2006/main" noGrp="1"/>
          </p:cNvSpPr>
          <p:nvPr/>
        </p:nvSpPr>
        <p:spPr>
          <a:xfrm xmlns:a="http://schemas.openxmlformats.org/drawingml/2006/main">
            <a:off x="5747221" y="425508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85108DDC-BF6D-4185-8981-37341BA292F6}"/>
              </a:ext>
            </a:extLst>
          </p:cNvPr>
          <p:cNvSpPr>
            <a:spLocks xmlns:a="http://schemas.openxmlformats.org/drawingml/2006/main" noGrp="1"/>
          </p:cNvSpPr>
          <p:nvPr/>
        </p:nvSpPr>
        <p:spPr>
          <a:xfrm xmlns:a="http://schemas.openxmlformats.org/drawingml/2006/main">
            <a:off x="7440582" y="4658553"/>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55CA55DE-0E7D-4E1B-86BB-5C4B3498C093}"/>
              </a:ext>
            </a:extLst>
          </p:cNvPr>
          <p:cNvSpPr>
            <a:spLocks xmlns:a="http://schemas.openxmlformats.org/drawingml/2006/main" noGrp="1"/>
          </p:cNvSpPr>
          <p:nvPr/>
        </p:nvSpPr>
        <p:spPr>
          <a:xfrm xmlns:a="http://schemas.openxmlformats.org/drawingml/2006/main">
            <a:off x="4308067" y="466511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80CAAB41-D13A-4BBE-BC30-E4DB8001554F}"/>
              </a:ext>
            </a:extLst>
          </p:cNvPr>
          <p:cNvSpPr>
            <a:spLocks xmlns:a="http://schemas.openxmlformats.org/drawingml/2006/main" noGrp="1"/>
          </p:cNvSpPr>
          <p:nvPr/>
        </p:nvSpPr>
        <p:spPr>
          <a:xfrm xmlns:a="http://schemas.openxmlformats.org/drawingml/2006/main">
            <a:off x="4266989" y="4314211"/>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DE60F2B0-0357-45A6-914F-87A4E04AF3BE}"/>
              </a:ext>
            </a:extLst>
          </p:cNvPr>
          <p:cNvSpPr>
            <a:spLocks xmlns:a="http://schemas.openxmlformats.org/drawingml/2006/main" noGrp="1"/>
          </p:cNvSpPr>
          <p:nvPr/>
        </p:nvSpPr>
        <p:spPr>
          <a:xfrm xmlns:a="http://schemas.openxmlformats.org/drawingml/2006/main">
            <a:off x="6241066" y="3519961"/>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3A416E82-1AC0-4763-B07C-4DA97D2DFD80}"/>
              </a:ext>
            </a:extLst>
          </p:cNvPr>
          <p:cNvSpPr>
            <a:spLocks xmlns:a="http://schemas.openxmlformats.org/drawingml/2006/main" noGrp="1"/>
          </p:cNvSpPr>
          <p:nvPr/>
        </p:nvSpPr>
        <p:spPr>
          <a:xfrm xmlns:a="http://schemas.openxmlformats.org/drawingml/2006/main">
            <a:off x="6403357" y="3930594"/>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F2A4E7B1-ECBF-4F5E-8DED-18D0D5262FB3}"/>
              </a:ext>
            </a:extLst>
          </p:cNvPr>
          <p:cNvSpPr>
            <a:spLocks xmlns:a="http://schemas.openxmlformats.org/drawingml/2006/main" noGrp="1"/>
          </p:cNvSpPr>
          <p:nvPr/>
        </p:nvSpPr>
        <p:spPr>
          <a:xfrm xmlns:a="http://schemas.openxmlformats.org/drawingml/2006/main">
            <a:off x="7902366" y="3773518"/>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D66F175C-F0C1-437E-AAA0-86554BED7969}"/>
              </a:ext>
            </a:extLst>
          </p:cNvPr>
          <p:cNvSpPr>
            <a:spLocks xmlns:a="http://schemas.openxmlformats.org/drawingml/2006/main" noGrp="1"/>
          </p:cNvSpPr>
          <p:nvPr/>
        </p:nvSpPr>
        <p:spPr>
          <a:xfrm xmlns:a="http://schemas.openxmlformats.org/drawingml/2006/main">
            <a:off x="7066716" y="374571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61A78002-0685-4ACA-8666-228F2419C6FE}"/>
              </a:ext>
            </a:extLst>
          </p:cNvPr>
          <p:cNvSpPr>
            <a:spLocks xmlns:a="http://schemas.openxmlformats.org/drawingml/2006/main" noGrp="1"/>
          </p:cNvSpPr>
          <p:nvPr/>
        </p:nvSpPr>
        <p:spPr>
          <a:xfrm xmlns:a="http://schemas.openxmlformats.org/drawingml/2006/main">
            <a:off x="8036609" y="473152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FF11A85E-CCC3-4B63-9F32-DE138CB22AC2}"/>
              </a:ext>
            </a:extLst>
          </p:cNvPr>
          <p:cNvSpPr>
            <a:spLocks xmlns:a="http://schemas.openxmlformats.org/drawingml/2006/main" noGrp="1"/>
          </p:cNvSpPr>
          <p:nvPr/>
        </p:nvSpPr>
        <p:spPr>
          <a:xfrm xmlns:a="http://schemas.openxmlformats.org/drawingml/2006/main">
            <a:off x="7669928" y="4690061"/>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C434E6B8-10CE-4ECB-BBE6-2D4DDECF09C4}"/>
              </a:ext>
            </a:extLst>
          </p:cNvPr>
          <p:cNvSpPr>
            <a:spLocks xmlns:a="http://schemas.openxmlformats.org/drawingml/2006/main" noGrp="1"/>
          </p:cNvSpPr>
          <p:nvPr/>
        </p:nvSpPr>
        <p:spPr>
          <a:xfrm xmlns:a="http://schemas.openxmlformats.org/drawingml/2006/main">
            <a:off x="4315176" y="4377762"/>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F5EA7823-CD8E-41C7-95CB-1AB6A962C351}"/>
              </a:ext>
            </a:extLst>
          </p:cNvPr>
          <p:cNvSpPr>
            <a:spLocks xmlns:a="http://schemas.openxmlformats.org/drawingml/2006/main" noGrp="1"/>
          </p:cNvSpPr>
          <p:nvPr/>
        </p:nvSpPr>
        <p:spPr>
          <a:xfrm xmlns:a="http://schemas.openxmlformats.org/drawingml/2006/main">
            <a:off x="4484576" y="401407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2C5EAA"/>
          </a:solidFill>
          <a:ln xmlns:a="http://schemas.openxmlformats.org/drawingml/2006/main" w="6621">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12AEAF0E-0F1E-46B8-9DF1-F1A667261ACC}"/>
              </a:ext>
            </a:extLst>
          </p:cNvPr>
          <p:cNvSpPr>
            <a:spLocks xmlns:a="http://schemas.openxmlformats.org/drawingml/2006/main" noGrp="1"/>
          </p:cNvSpPr>
          <p:nvPr/>
        </p:nvSpPr>
        <p:spPr>
          <a:xfrm xmlns:a="http://schemas.openxmlformats.org/drawingml/2006/main">
            <a:off x="5549211" y="3708258"/>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DACED11C-A9CA-440C-8ACD-9AA9DDBBBF1C}"/>
              </a:ext>
            </a:extLst>
          </p:cNvPr>
          <p:cNvSpPr>
            <a:spLocks xmlns:a="http://schemas.openxmlformats.org/drawingml/2006/main" noGrp="1"/>
          </p:cNvSpPr>
          <p:nvPr/>
        </p:nvSpPr>
        <p:spPr>
          <a:xfrm xmlns:a="http://schemas.openxmlformats.org/drawingml/2006/main">
            <a:off x="4266989" y="3607504"/>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A1F450A7-DE4B-4F63-B7F4-07F24D10E7D0}"/>
              </a:ext>
            </a:extLst>
          </p:cNvPr>
          <p:cNvSpPr>
            <a:spLocks xmlns:a="http://schemas.openxmlformats.org/drawingml/2006/main" noGrp="1"/>
          </p:cNvSpPr>
          <p:nvPr/>
        </p:nvSpPr>
        <p:spPr>
          <a:xfrm xmlns:a="http://schemas.openxmlformats.org/drawingml/2006/main">
            <a:off x="4568042" y="3423832"/>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2EDC9582-0843-4D2A-85CE-AFD8E6258BE3}"/>
              </a:ext>
            </a:extLst>
          </p:cNvPr>
          <p:cNvSpPr>
            <a:spLocks xmlns:a="http://schemas.openxmlformats.org/drawingml/2006/main" noGrp="1"/>
          </p:cNvSpPr>
          <p:nvPr/>
        </p:nvSpPr>
        <p:spPr>
          <a:xfrm xmlns:a="http://schemas.openxmlformats.org/drawingml/2006/main">
            <a:off x="4266989" y="374266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08E04DD6-E45D-4BB5-B9F0-EC89DCB98F07}"/>
              </a:ext>
            </a:extLst>
          </p:cNvPr>
          <p:cNvSpPr>
            <a:spLocks xmlns:a="http://schemas.openxmlformats.org/drawingml/2006/main" noGrp="1"/>
          </p:cNvSpPr>
          <p:nvPr/>
        </p:nvSpPr>
        <p:spPr>
          <a:xfrm xmlns:a="http://schemas.openxmlformats.org/drawingml/2006/main">
            <a:off x="4773341" y="3283478"/>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F82B9ADC-C2C3-45AB-9E05-2DC24B4DB08E}"/>
              </a:ext>
            </a:extLst>
          </p:cNvPr>
          <p:cNvSpPr>
            <a:spLocks xmlns:a="http://schemas.openxmlformats.org/drawingml/2006/main" noGrp="1"/>
          </p:cNvSpPr>
          <p:nvPr/>
        </p:nvSpPr>
        <p:spPr>
          <a:xfrm xmlns:a="http://schemas.openxmlformats.org/drawingml/2006/main">
            <a:off x="4285761" y="3210033"/>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40D15FF9-3476-4FA5-BADF-EB6E6E8F016E}"/>
              </a:ext>
            </a:extLst>
          </p:cNvPr>
          <p:cNvSpPr>
            <a:spLocks xmlns:a="http://schemas.openxmlformats.org/drawingml/2006/main" noGrp="1"/>
          </p:cNvSpPr>
          <p:nvPr/>
        </p:nvSpPr>
        <p:spPr>
          <a:xfrm xmlns:a="http://schemas.openxmlformats.org/drawingml/2006/main">
            <a:off x="4266989" y="289728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F746B48C-F383-4C9E-910C-F3CA64A19DEC}"/>
              </a:ext>
            </a:extLst>
          </p:cNvPr>
          <p:cNvSpPr>
            <a:spLocks xmlns:a="http://schemas.openxmlformats.org/drawingml/2006/main" noGrp="1"/>
          </p:cNvSpPr>
          <p:nvPr/>
        </p:nvSpPr>
        <p:spPr>
          <a:xfrm xmlns:a="http://schemas.openxmlformats.org/drawingml/2006/main">
            <a:off x="4401688" y="3413581"/>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F81043A1-9626-4D0B-B78E-26F023AC102A}"/>
              </a:ext>
            </a:extLst>
          </p:cNvPr>
          <p:cNvSpPr>
            <a:spLocks xmlns:a="http://schemas.openxmlformats.org/drawingml/2006/main" noGrp="1"/>
          </p:cNvSpPr>
          <p:nvPr/>
        </p:nvSpPr>
        <p:spPr>
          <a:xfrm xmlns:a="http://schemas.openxmlformats.org/drawingml/2006/main">
            <a:off x="4414399" y="3472265"/>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95104B9E-29D0-4284-8009-7442B98E4F5E}"/>
              </a:ext>
            </a:extLst>
          </p:cNvPr>
          <p:cNvSpPr>
            <a:spLocks xmlns:a="http://schemas.openxmlformats.org/drawingml/2006/main" noGrp="1"/>
          </p:cNvSpPr>
          <p:nvPr/>
        </p:nvSpPr>
        <p:spPr>
          <a:xfrm xmlns:a="http://schemas.openxmlformats.org/drawingml/2006/main">
            <a:off x="4266989" y="374205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AFA9D106-6533-4FF6-8DA3-905AB1B5431B}"/>
              </a:ext>
            </a:extLst>
          </p:cNvPr>
          <p:cNvSpPr>
            <a:spLocks xmlns:a="http://schemas.openxmlformats.org/drawingml/2006/main" noGrp="1"/>
          </p:cNvSpPr>
          <p:nvPr/>
        </p:nvSpPr>
        <p:spPr>
          <a:xfrm xmlns:a="http://schemas.openxmlformats.org/drawingml/2006/main">
            <a:off x="4266989" y="3652497"/>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9D392729-7931-43DF-AA8D-23E6CC858CE0}"/>
              </a:ext>
            </a:extLst>
          </p:cNvPr>
          <p:cNvSpPr>
            <a:spLocks xmlns:a="http://schemas.openxmlformats.org/drawingml/2006/main" noGrp="1"/>
          </p:cNvSpPr>
          <p:nvPr/>
        </p:nvSpPr>
        <p:spPr>
          <a:xfrm xmlns:a="http://schemas.openxmlformats.org/drawingml/2006/main">
            <a:off x="4302364" y="2828885"/>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88506CF5-FBC3-46F5-8F65-9D7616736B6B}"/>
              </a:ext>
            </a:extLst>
          </p:cNvPr>
          <p:cNvSpPr>
            <a:spLocks xmlns:a="http://schemas.openxmlformats.org/drawingml/2006/main" noGrp="1"/>
          </p:cNvSpPr>
          <p:nvPr/>
        </p:nvSpPr>
        <p:spPr>
          <a:xfrm xmlns:a="http://schemas.openxmlformats.org/drawingml/2006/main">
            <a:off x="6093322" y="3303872"/>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C11CF0A9-06E3-4500-9F13-3FF6021C999F}"/>
              </a:ext>
            </a:extLst>
          </p:cNvPr>
          <p:cNvSpPr>
            <a:spLocks xmlns:a="http://schemas.openxmlformats.org/drawingml/2006/main" noGrp="1"/>
          </p:cNvSpPr>
          <p:nvPr/>
        </p:nvSpPr>
        <p:spPr>
          <a:xfrm xmlns:a="http://schemas.openxmlformats.org/drawingml/2006/main">
            <a:off x="4333239" y="3506428"/>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36D6BC04-4477-4694-939A-90F3777EC456}"/>
              </a:ext>
            </a:extLst>
          </p:cNvPr>
          <p:cNvSpPr>
            <a:spLocks xmlns:a="http://schemas.openxmlformats.org/drawingml/2006/main" noGrp="1"/>
          </p:cNvSpPr>
          <p:nvPr/>
        </p:nvSpPr>
        <p:spPr>
          <a:xfrm xmlns:a="http://schemas.openxmlformats.org/drawingml/2006/main">
            <a:off x="4917508" y="3731866"/>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CDCCABB7-F656-4949-A537-9C948F42B68C}"/>
              </a:ext>
            </a:extLst>
          </p:cNvPr>
          <p:cNvSpPr>
            <a:spLocks xmlns:a="http://schemas.openxmlformats.org/drawingml/2006/main" noGrp="1"/>
          </p:cNvSpPr>
          <p:nvPr/>
        </p:nvSpPr>
        <p:spPr>
          <a:xfrm xmlns:a="http://schemas.openxmlformats.org/drawingml/2006/main">
            <a:off x="4500076" y="3516689"/>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CA41123C-7C69-430C-8D17-AF785D9A5DCB}"/>
              </a:ext>
            </a:extLst>
          </p:cNvPr>
          <p:cNvSpPr>
            <a:spLocks xmlns:a="http://schemas.openxmlformats.org/drawingml/2006/main" noGrp="1"/>
          </p:cNvSpPr>
          <p:nvPr/>
        </p:nvSpPr>
        <p:spPr>
          <a:xfrm xmlns:a="http://schemas.openxmlformats.org/drawingml/2006/main">
            <a:off x="4602775" y="3573588"/>
            <a:ext cx="38818" cy="38818"/>
          </a:xfrm>
          <a:custGeom xmlns:a="http://schemas.openxmlformats.org/drawingml/2006/main">
            <a:pathLst>
              <a:path w="44676" h="44676">
                <a:moveTo>
                  <a:pt x="22338" y="44676"/>
                </a:moveTo>
                <a:cubicBezTo>
                  <a:pt x="28262" y="44676"/>
                  <a:pt x="33945" y="42323"/>
                  <a:pt x="38134" y="38134"/>
                </a:cubicBezTo>
                <a:cubicBezTo>
                  <a:pt x="42323" y="33945"/>
                  <a:pt x="44676" y="28262"/>
                  <a:pt x="44676" y="22338"/>
                </a:cubicBezTo>
                <a:cubicBezTo>
                  <a:pt x="44676" y="16414"/>
                  <a:pt x="42323" y="10732"/>
                  <a:pt x="38134" y="6543"/>
                </a:cubicBezTo>
                <a:cubicBezTo>
                  <a:pt x="33945" y="2354"/>
                  <a:pt x="28262" y="0"/>
                  <a:pt x="22338" y="0"/>
                </a:cubicBezTo>
                <a:cubicBezTo>
                  <a:pt x="16414" y="0"/>
                  <a:pt x="10732" y="2354"/>
                  <a:pt x="6543" y="6543"/>
                </a:cubicBezTo>
                <a:cubicBezTo>
                  <a:pt x="2354" y="10732"/>
                  <a:pt x="0" y="16414"/>
                  <a:pt x="0" y="22338"/>
                </a:cubicBezTo>
                <a:cubicBezTo>
                  <a:pt x="0" y="28262"/>
                  <a:pt x="2354" y="33945"/>
                  <a:pt x="6543" y="38134"/>
                </a:cubicBezTo>
                <a:cubicBezTo>
                  <a:pt x="10732" y="42323"/>
                  <a:pt x="16414" y="44676"/>
                  <a:pt x="22338" y="44676"/>
                </a:cubicBezTo>
                <a:close/>
              </a:path>
            </a:pathLst>
          </a:custGeom>
          <a:solidFill xmlns:a="http://schemas.openxmlformats.org/drawingml/2006/main">
            <a:srgbClr val="C0453C"/>
          </a:solidFill>
          <a:ln xmlns:a="http://schemas.openxmlformats.org/drawingml/2006/main" w="6621">
            <a:solidFill>
              <a:srgbClr val="FBFCFE"/>
            </a:solidFill>
            <a:prstDash val="solid"/>
          </a:ln>
        </p:spPr>
      </p:sp>
      <p:sp>
        <p:nvSpPr>
          <p:cNvPr id="159" name="">
            <a:extLst xmlns:a="http://schemas.openxmlformats.org/drawingml/2006/main">
              <a:ext uri="{FF2B5EF4-FFF2-40B4-BE49-F238E27FC236}">
                <a16:creationId xmlns:a16="http://schemas.microsoft.com/office/drawing/2014/main" id="{FC3DBADE-7C16-4BCA-ADE6-453D7532448E}"/>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60" name="">
            <a:extLst xmlns:a="http://schemas.openxmlformats.org/drawingml/2006/main">
              <a:ext uri="{FF2B5EF4-FFF2-40B4-BE49-F238E27FC236}">
                <a16:creationId xmlns:a16="http://schemas.microsoft.com/office/drawing/2014/main" id="{C046EB84-A7CE-4246-90FC-4B6CAEB233E0}"/>
              </a:ext>
            </a:extLst>
          </p:cNvPr>
          <p:cNvSpPr>
            <a:spLocks xmlns:a="http://schemas.openxmlformats.org/drawingml/2006/main" noGrp="1"/>
          </p:cNvSpPr>
          <p:nvPr/>
        </p:nvSpPr>
        <p:spPr>
          <a:xfrm xmlns:a="http://schemas.openxmlformats.org/drawingml/2006/main">
            <a:off x="1466850" y="5334000"/>
            <a:ext cx="293389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Unusual day, kept (rain-like or mixed): 70</a:t>
            </a:r>
          </a:p>
        </p:txBody>
      </p:sp>
      <p:sp>
        <p:nvSpPr>
          <p:cNvPr id="161" name="">
            <a:extLst xmlns:a="http://schemas.openxmlformats.org/drawingml/2006/main">
              <a:ext uri="{FF2B5EF4-FFF2-40B4-BE49-F238E27FC236}">
                <a16:creationId xmlns:a16="http://schemas.microsoft.com/office/drawing/2014/main" id="{B0BC79A1-EEC2-481B-AE5C-26EAEAD7035B}"/>
              </a:ext>
            </a:extLst>
          </p:cNvPr>
          <p:cNvSpPr>
            <a:spLocks xmlns:a="http://schemas.openxmlformats.org/drawingml/2006/main" noGrp="1"/>
          </p:cNvSpPr>
          <p:nvPr/>
        </p:nvSpPr>
        <p:spPr>
          <a:xfrm xmlns:a="http://schemas.openxmlformats.org/drawingml/2006/main">
            <a:off x="4610290"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62" name="">
            <a:extLst xmlns:a="http://schemas.openxmlformats.org/drawingml/2006/main">
              <a:ext uri="{FF2B5EF4-FFF2-40B4-BE49-F238E27FC236}">
                <a16:creationId xmlns:a16="http://schemas.microsoft.com/office/drawing/2014/main" id="{FC00D7C7-40D6-4167-B702-861E0352651B}"/>
              </a:ext>
            </a:extLst>
          </p:cNvPr>
          <p:cNvSpPr>
            <a:spLocks xmlns:a="http://schemas.openxmlformats.org/drawingml/2006/main" noGrp="1"/>
          </p:cNvSpPr>
          <p:nvPr/>
        </p:nvSpPr>
        <p:spPr>
          <a:xfrm xmlns:a="http://schemas.openxmlformats.org/drawingml/2006/main">
            <a:off x="4838890" y="5334000"/>
            <a:ext cx="364769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Unusual day, feed outage (excluded from main): 17</a:t>
            </a:r>
          </a:p>
        </p:txBody>
      </p:sp>
    </p:spTree>
    <p:extLst>
      <p:ext uri="{BB962C8B-B14F-4D97-AF65-F5344CB8AC3E}">
        <p14:creationId xmlns:p14="http://schemas.microsoft.com/office/powerpoint/2010/main" val="597896415"/>
      </p:ext>
    </p:extLst>
  </p:cSld>
</p:sld>
</file>

<file path=ppt/slides/slide27.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DRY AND HEAVY-RAIN SUPPLY GEOGRAPHY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Count maps retain taxi units. Percentage changes use the common ±40% scale.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27</a:t>
            </a:r>
            <a:endParaRPr sz="1200"/>
          </a:p>
        </p:txBody>
      </p:sp>
      <p:sp>
        <p:nvSpPr>
          <p:cNvPr id="14" name="">
            <a:extLst xmlns:a="http://schemas.openxmlformats.org/drawingml/2006/main">
              <a:ext uri="{FF2B5EF4-FFF2-40B4-BE49-F238E27FC236}">
                <a16:creationId xmlns:a16="http://schemas.microsoft.com/office/drawing/2014/main" id="{B359A0FB-24F7-4856-B4AE-1C25E459A9D4}"/>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6AA85BD6-FE2E-4F5D-99F3-C33BE3212FCD}"/>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Dry: mean vacant taxis per 1 km cell</a:t>
            </a:r>
          </a:p>
        </p:txBody>
      </p:sp>
      <p:sp>
        <p:nvSpPr>
          <p:cNvPr id="16" name="Editable chart path">
            <a:extLst xmlns:a="http://schemas.openxmlformats.org/drawingml/2006/main">
              <a:ext uri="{FF2B5EF4-FFF2-40B4-BE49-F238E27FC236}">
                <a16:creationId xmlns:a16="http://schemas.microsoft.com/office/drawing/2014/main" id="{9715346F-2800-4C73-944A-81EFA7F0AD8C}"/>
              </a:ext>
            </a:extLst>
          </p:cNvPr>
          <p:cNvSpPr>
            <a:spLocks xmlns:a="http://schemas.openxmlformats.org/drawingml/2006/main" noGrp="1"/>
          </p:cNvSpPr>
          <p:nvPr/>
        </p:nvSpPr>
        <p:spPr>
          <a:xfrm xmlns:a="http://schemas.openxmlformats.org/drawingml/2006/main">
            <a:off x="1864776" y="2413795"/>
            <a:ext cx="2967394" cy="1763144"/>
          </a:xfrm>
          <a:custGeom xmlns:a="http://schemas.openxmlformats.org/drawingml/2006/main">
            <a:pathLst>
              <a:path w="3158725" h="1876828">
                <a:moveTo>
                  <a:pt x="660686" y="1177789"/>
                </a:moveTo>
                <a:lnTo>
                  <a:pt x="645970" y="1174830"/>
                </a:lnTo>
                <a:lnTo>
                  <a:pt x="649865" y="1183777"/>
                </a:lnTo>
                <a:lnTo>
                  <a:pt x="658017" y="1185798"/>
                </a:lnTo>
                <a:lnTo>
                  <a:pt x="675762" y="1207949"/>
                </a:lnTo>
                <a:lnTo>
                  <a:pt x="675978" y="1235585"/>
                </a:lnTo>
                <a:lnTo>
                  <a:pt x="652679" y="1234935"/>
                </a:lnTo>
                <a:lnTo>
                  <a:pt x="652823" y="1231544"/>
                </a:lnTo>
                <a:lnTo>
                  <a:pt x="648567" y="1228658"/>
                </a:lnTo>
                <a:lnTo>
                  <a:pt x="646259" y="1209393"/>
                </a:lnTo>
                <a:lnTo>
                  <a:pt x="639622" y="1196765"/>
                </a:lnTo>
                <a:lnTo>
                  <a:pt x="641786" y="1189622"/>
                </a:lnTo>
                <a:lnTo>
                  <a:pt x="648278" y="1184355"/>
                </a:lnTo>
                <a:lnTo>
                  <a:pt x="644599" y="1175480"/>
                </a:lnTo>
                <a:lnTo>
                  <a:pt x="637170" y="1184499"/>
                </a:lnTo>
                <a:lnTo>
                  <a:pt x="633707" y="1195467"/>
                </a:lnTo>
                <a:lnTo>
                  <a:pt x="635150" y="1225411"/>
                </a:lnTo>
                <a:lnTo>
                  <a:pt x="615096" y="1232987"/>
                </a:lnTo>
                <a:lnTo>
                  <a:pt x="599876" y="1231977"/>
                </a:lnTo>
                <a:lnTo>
                  <a:pt x="563952" y="1238688"/>
                </a:lnTo>
                <a:lnTo>
                  <a:pt x="554070" y="1167615"/>
                </a:lnTo>
                <a:lnTo>
                  <a:pt x="549958" y="1165739"/>
                </a:lnTo>
                <a:lnTo>
                  <a:pt x="541446" y="1168048"/>
                </a:lnTo>
                <a:lnTo>
                  <a:pt x="549670" y="1246625"/>
                </a:lnTo>
                <a:lnTo>
                  <a:pt x="536830" y="1252541"/>
                </a:lnTo>
                <a:lnTo>
                  <a:pt x="534377" y="1249655"/>
                </a:lnTo>
                <a:lnTo>
                  <a:pt x="524711" y="1256654"/>
                </a:lnTo>
                <a:lnTo>
                  <a:pt x="485614" y="1213217"/>
                </a:lnTo>
                <a:lnTo>
                  <a:pt x="483450" y="1183056"/>
                </a:lnTo>
                <a:lnTo>
                  <a:pt x="455100" y="1186591"/>
                </a:lnTo>
                <a:lnTo>
                  <a:pt x="460222" y="1229091"/>
                </a:lnTo>
                <a:lnTo>
                  <a:pt x="495135" y="1265096"/>
                </a:lnTo>
                <a:lnTo>
                  <a:pt x="492611" y="1264014"/>
                </a:lnTo>
                <a:lnTo>
                  <a:pt x="494631" y="1267405"/>
                </a:lnTo>
                <a:lnTo>
                  <a:pt x="484243" y="1278445"/>
                </a:lnTo>
                <a:lnTo>
                  <a:pt x="439231" y="1313873"/>
                </a:lnTo>
                <a:lnTo>
                  <a:pt x="429204" y="1301751"/>
                </a:lnTo>
                <a:lnTo>
                  <a:pt x="430935" y="1299081"/>
                </a:lnTo>
                <a:lnTo>
                  <a:pt x="425886" y="1290784"/>
                </a:lnTo>
                <a:lnTo>
                  <a:pt x="381883" y="1268848"/>
                </a:lnTo>
                <a:lnTo>
                  <a:pt x="384624" y="1262932"/>
                </a:lnTo>
                <a:lnTo>
                  <a:pt x="375103" y="1255355"/>
                </a:lnTo>
                <a:lnTo>
                  <a:pt x="367168" y="1261994"/>
                </a:lnTo>
                <a:lnTo>
                  <a:pt x="361902" y="1256149"/>
                </a:lnTo>
                <a:lnTo>
                  <a:pt x="368755" y="1250232"/>
                </a:lnTo>
                <a:lnTo>
                  <a:pt x="346609" y="1224762"/>
                </a:lnTo>
                <a:lnTo>
                  <a:pt x="332399" y="1236811"/>
                </a:lnTo>
                <a:lnTo>
                  <a:pt x="318188" y="1219999"/>
                </a:lnTo>
                <a:lnTo>
                  <a:pt x="373588" y="1159605"/>
                </a:lnTo>
                <a:lnTo>
                  <a:pt x="371207" y="1152029"/>
                </a:lnTo>
                <a:lnTo>
                  <a:pt x="363417" y="1149215"/>
                </a:lnTo>
                <a:lnTo>
                  <a:pt x="325906" y="1189694"/>
                </a:lnTo>
                <a:lnTo>
                  <a:pt x="314726" y="1193518"/>
                </a:lnTo>
                <a:lnTo>
                  <a:pt x="296331" y="1175768"/>
                </a:lnTo>
                <a:lnTo>
                  <a:pt x="293157" y="1166749"/>
                </a:lnTo>
                <a:lnTo>
                  <a:pt x="333048" y="1125404"/>
                </a:lnTo>
                <a:lnTo>
                  <a:pt x="334563" y="1121652"/>
                </a:lnTo>
                <a:lnTo>
                  <a:pt x="330523" y="1116890"/>
                </a:lnTo>
                <a:lnTo>
                  <a:pt x="316962" y="1106211"/>
                </a:lnTo>
                <a:lnTo>
                  <a:pt x="293518" y="1132042"/>
                </a:lnTo>
                <a:lnTo>
                  <a:pt x="270651" y="1150009"/>
                </a:lnTo>
                <a:lnTo>
                  <a:pt x="253339" y="1138320"/>
                </a:lnTo>
                <a:lnTo>
                  <a:pt x="230400" y="1115302"/>
                </a:lnTo>
                <a:lnTo>
                  <a:pt x="208038" y="1147339"/>
                </a:lnTo>
                <a:lnTo>
                  <a:pt x="233069" y="1168481"/>
                </a:lnTo>
                <a:lnTo>
                  <a:pt x="283707" y="1227720"/>
                </a:lnTo>
                <a:lnTo>
                  <a:pt x="294239" y="1291505"/>
                </a:lnTo>
                <a:lnTo>
                  <a:pt x="317322" y="1334077"/>
                </a:lnTo>
                <a:lnTo>
                  <a:pt x="320785" y="1345766"/>
                </a:lnTo>
                <a:lnTo>
                  <a:pt x="317395" y="1364815"/>
                </a:lnTo>
                <a:lnTo>
                  <a:pt x="302823" y="1379534"/>
                </a:lnTo>
                <a:lnTo>
                  <a:pt x="289262" y="1383070"/>
                </a:lnTo>
                <a:lnTo>
                  <a:pt x="252617" y="1380545"/>
                </a:lnTo>
                <a:lnTo>
                  <a:pt x="250597" y="1383142"/>
                </a:lnTo>
                <a:lnTo>
                  <a:pt x="245548" y="1450030"/>
                </a:lnTo>
                <a:lnTo>
                  <a:pt x="271589" y="1450030"/>
                </a:lnTo>
                <a:lnTo>
                  <a:pt x="271661" y="1514681"/>
                </a:lnTo>
                <a:lnTo>
                  <a:pt x="83965" y="1514681"/>
                </a:lnTo>
                <a:lnTo>
                  <a:pt x="83965" y="1564252"/>
                </a:lnTo>
                <a:lnTo>
                  <a:pt x="278802" y="1564252"/>
                </a:lnTo>
                <a:lnTo>
                  <a:pt x="278802" y="1607689"/>
                </a:lnTo>
                <a:lnTo>
                  <a:pt x="231482" y="1628830"/>
                </a:lnTo>
                <a:lnTo>
                  <a:pt x="83965" y="1628830"/>
                </a:lnTo>
                <a:lnTo>
                  <a:pt x="83965" y="1678473"/>
                </a:lnTo>
                <a:lnTo>
                  <a:pt x="318404" y="1678473"/>
                </a:lnTo>
                <a:lnTo>
                  <a:pt x="318404" y="1743052"/>
                </a:lnTo>
                <a:lnTo>
                  <a:pt x="84037" y="1743052"/>
                </a:lnTo>
                <a:lnTo>
                  <a:pt x="84037" y="1797890"/>
                </a:lnTo>
                <a:lnTo>
                  <a:pt x="369476" y="1797818"/>
                </a:lnTo>
                <a:lnTo>
                  <a:pt x="381451" y="1829855"/>
                </a:lnTo>
                <a:lnTo>
                  <a:pt x="305564" y="1857923"/>
                </a:lnTo>
                <a:lnTo>
                  <a:pt x="281183" y="1872571"/>
                </a:lnTo>
                <a:lnTo>
                  <a:pt x="265313" y="1876828"/>
                </a:lnTo>
                <a:lnTo>
                  <a:pt x="26041" y="1816722"/>
                </a:lnTo>
                <a:lnTo>
                  <a:pt x="8945" y="1807414"/>
                </a:lnTo>
                <a:lnTo>
                  <a:pt x="938" y="1792983"/>
                </a:lnTo>
                <a:lnTo>
                  <a:pt x="0" y="1638571"/>
                </a:lnTo>
                <a:lnTo>
                  <a:pt x="48547" y="1638571"/>
                </a:lnTo>
                <a:lnTo>
                  <a:pt x="48619" y="1619017"/>
                </a:lnTo>
                <a:lnTo>
                  <a:pt x="22723" y="1619017"/>
                </a:lnTo>
                <a:lnTo>
                  <a:pt x="22723" y="1571684"/>
                </a:lnTo>
                <a:lnTo>
                  <a:pt x="45373" y="1571684"/>
                </a:lnTo>
                <a:lnTo>
                  <a:pt x="45373" y="1552129"/>
                </a:lnTo>
                <a:lnTo>
                  <a:pt x="29215" y="1552129"/>
                </a:lnTo>
                <a:lnTo>
                  <a:pt x="29215" y="1519155"/>
                </a:lnTo>
                <a:lnTo>
                  <a:pt x="72" y="1519155"/>
                </a:lnTo>
                <a:lnTo>
                  <a:pt x="866" y="1506239"/>
                </a:lnTo>
                <a:lnTo>
                  <a:pt x="41189" y="1398223"/>
                </a:lnTo>
                <a:lnTo>
                  <a:pt x="51360" y="1388265"/>
                </a:lnTo>
                <a:lnTo>
                  <a:pt x="72424" y="1380472"/>
                </a:lnTo>
                <a:lnTo>
                  <a:pt x="86201" y="1371525"/>
                </a:lnTo>
                <a:lnTo>
                  <a:pt x="96589" y="1359331"/>
                </a:lnTo>
                <a:lnTo>
                  <a:pt x="102865" y="1345766"/>
                </a:lnTo>
                <a:lnTo>
                  <a:pt x="105462" y="1329892"/>
                </a:lnTo>
                <a:lnTo>
                  <a:pt x="103370" y="1313512"/>
                </a:lnTo>
                <a:lnTo>
                  <a:pt x="90313" y="1280177"/>
                </a:lnTo>
                <a:lnTo>
                  <a:pt x="85192" y="1279599"/>
                </a:lnTo>
                <a:lnTo>
                  <a:pt x="86418" y="1272023"/>
                </a:lnTo>
                <a:lnTo>
                  <a:pt x="84110" y="1274837"/>
                </a:lnTo>
                <a:lnTo>
                  <a:pt x="87428" y="1255788"/>
                </a:lnTo>
                <a:lnTo>
                  <a:pt x="88654" y="1259107"/>
                </a:lnTo>
                <a:lnTo>
                  <a:pt x="89808" y="1252686"/>
                </a:lnTo>
                <a:lnTo>
                  <a:pt x="93776" y="1253335"/>
                </a:lnTo>
                <a:lnTo>
                  <a:pt x="185964" y="1006709"/>
                </a:lnTo>
                <a:lnTo>
                  <a:pt x="194909" y="972363"/>
                </a:lnTo>
                <a:lnTo>
                  <a:pt x="209697" y="937945"/>
                </a:lnTo>
                <a:lnTo>
                  <a:pt x="206451" y="932966"/>
                </a:lnTo>
                <a:lnTo>
                  <a:pt x="210057" y="929142"/>
                </a:lnTo>
                <a:lnTo>
                  <a:pt x="207966" y="927194"/>
                </a:lnTo>
                <a:lnTo>
                  <a:pt x="216261" y="918607"/>
                </a:lnTo>
                <a:lnTo>
                  <a:pt x="222248" y="904393"/>
                </a:lnTo>
                <a:lnTo>
                  <a:pt x="221383" y="901146"/>
                </a:lnTo>
                <a:lnTo>
                  <a:pt x="214386" y="904176"/>
                </a:lnTo>
                <a:lnTo>
                  <a:pt x="208759" y="897971"/>
                </a:lnTo>
                <a:lnTo>
                  <a:pt x="205008" y="885560"/>
                </a:lnTo>
                <a:lnTo>
                  <a:pt x="207461" y="873438"/>
                </a:lnTo>
                <a:lnTo>
                  <a:pt x="198155" y="867449"/>
                </a:lnTo>
                <a:lnTo>
                  <a:pt x="199093" y="865645"/>
                </a:lnTo>
                <a:lnTo>
                  <a:pt x="208326" y="871779"/>
                </a:lnTo>
                <a:lnTo>
                  <a:pt x="216045" y="863336"/>
                </a:lnTo>
                <a:lnTo>
                  <a:pt x="226216" y="859296"/>
                </a:lnTo>
                <a:lnTo>
                  <a:pt x="231337" y="861533"/>
                </a:lnTo>
                <a:lnTo>
                  <a:pt x="234511" y="868099"/>
                </a:lnTo>
                <a:lnTo>
                  <a:pt x="238695" y="849122"/>
                </a:lnTo>
                <a:lnTo>
                  <a:pt x="248506" y="825960"/>
                </a:lnTo>
                <a:lnTo>
                  <a:pt x="250237" y="812972"/>
                </a:lnTo>
                <a:lnTo>
                  <a:pt x="252257" y="816075"/>
                </a:lnTo>
                <a:lnTo>
                  <a:pt x="265818" y="805252"/>
                </a:lnTo>
                <a:lnTo>
                  <a:pt x="274546" y="793923"/>
                </a:lnTo>
                <a:lnTo>
                  <a:pt x="296475" y="744353"/>
                </a:lnTo>
                <a:lnTo>
                  <a:pt x="312922" y="720181"/>
                </a:lnTo>
                <a:lnTo>
                  <a:pt x="314870" y="708059"/>
                </a:lnTo>
                <a:lnTo>
                  <a:pt x="327205" y="704234"/>
                </a:lnTo>
                <a:lnTo>
                  <a:pt x="326123" y="695936"/>
                </a:lnTo>
                <a:lnTo>
                  <a:pt x="329658" y="693122"/>
                </a:lnTo>
                <a:lnTo>
                  <a:pt x="339107" y="705389"/>
                </a:lnTo>
                <a:lnTo>
                  <a:pt x="339179" y="693555"/>
                </a:lnTo>
                <a:lnTo>
                  <a:pt x="345383" y="692329"/>
                </a:lnTo>
                <a:lnTo>
                  <a:pt x="355626" y="666281"/>
                </a:lnTo>
                <a:lnTo>
                  <a:pt x="371640" y="638645"/>
                </a:lnTo>
                <a:lnTo>
                  <a:pt x="369693" y="629698"/>
                </a:lnTo>
                <a:lnTo>
                  <a:pt x="377195" y="630780"/>
                </a:lnTo>
                <a:lnTo>
                  <a:pt x="373371" y="624431"/>
                </a:lnTo>
                <a:lnTo>
                  <a:pt x="385490" y="613391"/>
                </a:lnTo>
                <a:lnTo>
                  <a:pt x="390323" y="612092"/>
                </a:lnTo>
                <a:lnTo>
                  <a:pt x="390900" y="618298"/>
                </a:lnTo>
                <a:lnTo>
                  <a:pt x="392848" y="618009"/>
                </a:lnTo>
                <a:lnTo>
                  <a:pt x="394868" y="611731"/>
                </a:lnTo>
                <a:lnTo>
                  <a:pt x="390467" y="604516"/>
                </a:lnTo>
                <a:lnTo>
                  <a:pt x="394723" y="596940"/>
                </a:lnTo>
                <a:lnTo>
                  <a:pt x="403235" y="591023"/>
                </a:lnTo>
                <a:lnTo>
                  <a:pt x="403307" y="578901"/>
                </a:lnTo>
                <a:lnTo>
                  <a:pt x="411459" y="564614"/>
                </a:lnTo>
                <a:lnTo>
                  <a:pt x="408790" y="547730"/>
                </a:lnTo>
                <a:lnTo>
                  <a:pt x="412252" y="530052"/>
                </a:lnTo>
                <a:lnTo>
                  <a:pt x="406481" y="519806"/>
                </a:lnTo>
                <a:lnTo>
                  <a:pt x="411098" y="508766"/>
                </a:lnTo>
                <a:lnTo>
                  <a:pt x="413839" y="510714"/>
                </a:lnTo>
                <a:lnTo>
                  <a:pt x="415138" y="508333"/>
                </a:lnTo>
                <a:lnTo>
                  <a:pt x="411387" y="505663"/>
                </a:lnTo>
                <a:lnTo>
                  <a:pt x="413118" y="500107"/>
                </a:lnTo>
                <a:lnTo>
                  <a:pt x="419682" y="496500"/>
                </a:lnTo>
                <a:lnTo>
                  <a:pt x="413551" y="487119"/>
                </a:lnTo>
                <a:lnTo>
                  <a:pt x="409655" y="470740"/>
                </a:lnTo>
                <a:lnTo>
                  <a:pt x="422784" y="465112"/>
                </a:lnTo>
                <a:lnTo>
                  <a:pt x="428338" y="454722"/>
                </a:lnTo>
                <a:lnTo>
                  <a:pt x="428771" y="446280"/>
                </a:lnTo>
                <a:lnTo>
                  <a:pt x="441251" y="443177"/>
                </a:lnTo>
                <a:lnTo>
                  <a:pt x="449762" y="447578"/>
                </a:lnTo>
                <a:lnTo>
                  <a:pt x="451638" y="441662"/>
                </a:lnTo>
                <a:lnTo>
                  <a:pt x="460871" y="436899"/>
                </a:lnTo>
                <a:lnTo>
                  <a:pt x="462603" y="431127"/>
                </a:lnTo>
                <a:lnTo>
                  <a:pt x="468157" y="426220"/>
                </a:lnTo>
                <a:lnTo>
                  <a:pt x="466065" y="417634"/>
                </a:lnTo>
                <a:lnTo>
                  <a:pt x="468013" y="414820"/>
                </a:lnTo>
                <a:lnTo>
                  <a:pt x="472413" y="411789"/>
                </a:lnTo>
                <a:lnTo>
                  <a:pt x="479122" y="413305"/>
                </a:lnTo>
                <a:lnTo>
                  <a:pt x="483377" y="411140"/>
                </a:lnTo>
                <a:lnTo>
                  <a:pt x="476813" y="405151"/>
                </a:lnTo>
                <a:lnTo>
                  <a:pt x="474866" y="395699"/>
                </a:lnTo>
                <a:lnTo>
                  <a:pt x="479410" y="380691"/>
                </a:lnTo>
                <a:lnTo>
                  <a:pt x="485614" y="382422"/>
                </a:lnTo>
                <a:lnTo>
                  <a:pt x="486119" y="376939"/>
                </a:lnTo>
                <a:lnTo>
                  <a:pt x="480204" y="371815"/>
                </a:lnTo>
                <a:lnTo>
                  <a:pt x="492178" y="365322"/>
                </a:lnTo>
                <a:lnTo>
                  <a:pt x="498670" y="371743"/>
                </a:lnTo>
                <a:lnTo>
                  <a:pt x="495352" y="366404"/>
                </a:lnTo>
                <a:lnTo>
                  <a:pt x="499391" y="361209"/>
                </a:lnTo>
                <a:lnTo>
                  <a:pt x="493693" y="362580"/>
                </a:lnTo>
                <a:lnTo>
                  <a:pt x="489148" y="351829"/>
                </a:lnTo>
                <a:lnTo>
                  <a:pt x="494847" y="328955"/>
                </a:lnTo>
                <a:lnTo>
                  <a:pt x="506605" y="321379"/>
                </a:lnTo>
                <a:lnTo>
                  <a:pt x="513674" y="322389"/>
                </a:lnTo>
                <a:lnTo>
                  <a:pt x="509995" y="320802"/>
                </a:lnTo>
                <a:lnTo>
                  <a:pt x="511149" y="316545"/>
                </a:lnTo>
                <a:lnTo>
                  <a:pt x="521970" y="300526"/>
                </a:lnTo>
                <a:lnTo>
                  <a:pt x="528750" y="304783"/>
                </a:lnTo>
                <a:lnTo>
                  <a:pt x="546063" y="300382"/>
                </a:lnTo>
                <a:lnTo>
                  <a:pt x="559841" y="285734"/>
                </a:lnTo>
                <a:lnTo>
                  <a:pt x="567415" y="290497"/>
                </a:lnTo>
                <a:lnTo>
                  <a:pt x="575783" y="291218"/>
                </a:lnTo>
                <a:lnTo>
                  <a:pt x="578019" y="294393"/>
                </a:lnTo>
                <a:lnTo>
                  <a:pt x="578379" y="283137"/>
                </a:lnTo>
                <a:lnTo>
                  <a:pt x="582996" y="280034"/>
                </a:lnTo>
                <a:lnTo>
                  <a:pt x="592085" y="281838"/>
                </a:lnTo>
                <a:lnTo>
                  <a:pt x="598000" y="272241"/>
                </a:lnTo>
                <a:lnTo>
                  <a:pt x="631687" y="268561"/>
                </a:lnTo>
                <a:lnTo>
                  <a:pt x="638973" y="262717"/>
                </a:lnTo>
                <a:lnTo>
                  <a:pt x="652102" y="258027"/>
                </a:lnTo>
                <a:lnTo>
                  <a:pt x="652029" y="254996"/>
                </a:lnTo>
                <a:lnTo>
                  <a:pt x="680956" y="225196"/>
                </a:lnTo>
                <a:lnTo>
                  <a:pt x="698629" y="215095"/>
                </a:lnTo>
                <a:lnTo>
                  <a:pt x="727050" y="187243"/>
                </a:lnTo>
                <a:lnTo>
                  <a:pt x="727916" y="179738"/>
                </a:lnTo>
                <a:lnTo>
                  <a:pt x="733254" y="183202"/>
                </a:lnTo>
                <a:lnTo>
                  <a:pt x="751504" y="165885"/>
                </a:lnTo>
                <a:lnTo>
                  <a:pt x="770908" y="154989"/>
                </a:lnTo>
                <a:lnTo>
                  <a:pt x="801710" y="145970"/>
                </a:lnTo>
                <a:lnTo>
                  <a:pt x="806326" y="147557"/>
                </a:lnTo>
                <a:lnTo>
                  <a:pt x="808418" y="145032"/>
                </a:lnTo>
                <a:lnTo>
                  <a:pt x="835108" y="140414"/>
                </a:lnTo>
                <a:lnTo>
                  <a:pt x="877740" y="141352"/>
                </a:lnTo>
                <a:lnTo>
                  <a:pt x="889931" y="144455"/>
                </a:lnTo>
                <a:lnTo>
                  <a:pt x="906811" y="157875"/>
                </a:lnTo>
                <a:lnTo>
                  <a:pt x="907965" y="163215"/>
                </a:lnTo>
                <a:lnTo>
                  <a:pt x="904574" y="157226"/>
                </a:lnTo>
                <a:lnTo>
                  <a:pt x="904647" y="161844"/>
                </a:lnTo>
                <a:lnTo>
                  <a:pt x="901040" y="165163"/>
                </a:lnTo>
                <a:lnTo>
                  <a:pt x="905873" y="163937"/>
                </a:lnTo>
                <a:lnTo>
                  <a:pt x="915611" y="170791"/>
                </a:lnTo>
                <a:lnTo>
                  <a:pt x="905656" y="177790"/>
                </a:lnTo>
                <a:lnTo>
                  <a:pt x="911355" y="173028"/>
                </a:lnTo>
                <a:lnTo>
                  <a:pt x="916549" y="172739"/>
                </a:lnTo>
                <a:lnTo>
                  <a:pt x="911572" y="177141"/>
                </a:lnTo>
                <a:lnTo>
                  <a:pt x="913591" y="175914"/>
                </a:lnTo>
                <a:lnTo>
                  <a:pt x="915828" y="178728"/>
                </a:lnTo>
                <a:lnTo>
                  <a:pt x="915900" y="174327"/>
                </a:lnTo>
                <a:lnTo>
                  <a:pt x="921815" y="177141"/>
                </a:lnTo>
                <a:lnTo>
                  <a:pt x="923835" y="184501"/>
                </a:lnTo>
                <a:lnTo>
                  <a:pt x="929750" y="183851"/>
                </a:lnTo>
                <a:lnTo>
                  <a:pt x="953626" y="202179"/>
                </a:lnTo>
                <a:lnTo>
                  <a:pt x="954636" y="206941"/>
                </a:lnTo>
                <a:lnTo>
                  <a:pt x="943888" y="218991"/>
                </a:lnTo>
                <a:lnTo>
                  <a:pt x="945691" y="231185"/>
                </a:lnTo>
                <a:lnTo>
                  <a:pt x="948360" y="231257"/>
                </a:lnTo>
                <a:lnTo>
                  <a:pt x="949226" y="223609"/>
                </a:lnTo>
                <a:lnTo>
                  <a:pt x="955790" y="214373"/>
                </a:lnTo>
                <a:lnTo>
                  <a:pt x="959469" y="229958"/>
                </a:lnTo>
                <a:lnTo>
                  <a:pt x="985077" y="229886"/>
                </a:lnTo>
                <a:lnTo>
                  <a:pt x="988179" y="227217"/>
                </a:lnTo>
                <a:lnTo>
                  <a:pt x="990199" y="231329"/>
                </a:lnTo>
                <a:lnTo>
                  <a:pt x="990055" y="182625"/>
                </a:lnTo>
                <a:lnTo>
                  <a:pt x="996330" y="176636"/>
                </a:lnTo>
                <a:lnTo>
                  <a:pt x="1098113" y="197489"/>
                </a:lnTo>
                <a:lnTo>
                  <a:pt x="1126534" y="190634"/>
                </a:lnTo>
                <a:lnTo>
                  <a:pt x="1143847" y="197994"/>
                </a:lnTo>
                <a:lnTo>
                  <a:pt x="1163972" y="191861"/>
                </a:lnTo>
                <a:lnTo>
                  <a:pt x="1162385" y="185944"/>
                </a:lnTo>
                <a:lnTo>
                  <a:pt x="1166209" y="175770"/>
                </a:lnTo>
                <a:lnTo>
                  <a:pt x="1177750" y="166101"/>
                </a:lnTo>
                <a:lnTo>
                  <a:pt x="1183737" y="155350"/>
                </a:lnTo>
                <a:lnTo>
                  <a:pt x="1178327" y="131900"/>
                </a:lnTo>
                <a:lnTo>
                  <a:pt x="1180924" y="130457"/>
                </a:lnTo>
                <a:lnTo>
                  <a:pt x="1191384" y="160762"/>
                </a:lnTo>
                <a:lnTo>
                  <a:pt x="1205594" y="150227"/>
                </a:lnTo>
                <a:lnTo>
                  <a:pt x="1230842" y="140775"/>
                </a:lnTo>
                <a:lnTo>
                  <a:pt x="1276792" y="110614"/>
                </a:lnTo>
                <a:lnTo>
                  <a:pt x="1282346" y="109604"/>
                </a:lnTo>
                <a:lnTo>
                  <a:pt x="1298288" y="93008"/>
                </a:lnTo>
                <a:lnTo>
                  <a:pt x="1325339" y="73670"/>
                </a:lnTo>
                <a:lnTo>
                  <a:pt x="1336447" y="68980"/>
                </a:lnTo>
                <a:lnTo>
                  <a:pt x="1392064" y="28357"/>
                </a:lnTo>
                <a:lnTo>
                  <a:pt x="1400720" y="28646"/>
                </a:lnTo>
                <a:lnTo>
                  <a:pt x="1412983" y="16524"/>
                </a:lnTo>
                <a:lnTo>
                  <a:pt x="1423515" y="12555"/>
                </a:lnTo>
                <a:lnTo>
                  <a:pt x="1463910" y="1443"/>
                </a:lnTo>
                <a:lnTo>
                  <a:pt x="1471557" y="7143"/>
                </a:lnTo>
                <a:lnTo>
                  <a:pt x="1487787" y="2958"/>
                </a:lnTo>
                <a:lnTo>
                  <a:pt x="1526524" y="0"/>
                </a:lnTo>
                <a:lnTo>
                  <a:pt x="1556171" y="11040"/>
                </a:lnTo>
                <a:lnTo>
                  <a:pt x="1561509" y="15369"/>
                </a:lnTo>
                <a:lnTo>
                  <a:pt x="1547803" y="24966"/>
                </a:lnTo>
                <a:lnTo>
                  <a:pt x="1535685" y="41922"/>
                </a:lnTo>
                <a:lnTo>
                  <a:pt x="1541528" y="45530"/>
                </a:lnTo>
                <a:lnTo>
                  <a:pt x="1549679" y="33336"/>
                </a:lnTo>
                <a:lnTo>
                  <a:pt x="1566414" y="26048"/>
                </a:lnTo>
                <a:lnTo>
                  <a:pt x="1564034" y="34707"/>
                </a:lnTo>
                <a:lnTo>
                  <a:pt x="1570310" y="36005"/>
                </a:lnTo>
                <a:lnTo>
                  <a:pt x="1557974" y="58085"/>
                </a:lnTo>
                <a:lnTo>
                  <a:pt x="1561653" y="60033"/>
                </a:lnTo>
                <a:lnTo>
                  <a:pt x="1576802" y="36366"/>
                </a:lnTo>
                <a:lnTo>
                  <a:pt x="1569949" y="48705"/>
                </a:lnTo>
                <a:lnTo>
                  <a:pt x="1572690" y="50581"/>
                </a:lnTo>
                <a:lnTo>
                  <a:pt x="1562303" y="68908"/>
                </a:lnTo>
                <a:lnTo>
                  <a:pt x="1564899" y="70351"/>
                </a:lnTo>
                <a:lnTo>
                  <a:pt x="1574998" y="51952"/>
                </a:lnTo>
                <a:lnTo>
                  <a:pt x="1578677" y="53756"/>
                </a:lnTo>
                <a:lnTo>
                  <a:pt x="1600246" y="15730"/>
                </a:lnTo>
                <a:lnTo>
                  <a:pt x="1649009" y="43726"/>
                </a:lnTo>
                <a:lnTo>
                  <a:pt x="1632057" y="74031"/>
                </a:lnTo>
                <a:lnTo>
                  <a:pt x="1638910" y="78000"/>
                </a:lnTo>
                <a:lnTo>
                  <a:pt x="1656006" y="47839"/>
                </a:lnTo>
                <a:lnTo>
                  <a:pt x="1663797" y="47622"/>
                </a:lnTo>
                <a:lnTo>
                  <a:pt x="1670722" y="43004"/>
                </a:lnTo>
                <a:lnTo>
                  <a:pt x="1762478" y="81102"/>
                </a:lnTo>
                <a:lnTo>
                  <a:pt x="1792269" y="95966"/>
                </a:lnTo>
                <a:lnTo>
                  <a:pt x="1821340" y="114799"/>
                </a:lnTo>
                <a:lnTo>
                  <a:pt x="1820330" y="122303"/>
                </a:lnTo>
                <a:lnTo>
                  <a:pt x="1798617" y="131900"/>
                </a:lnTo>
                <a:lnTo>
                  <a:pt x="1817589" y="178079"/>
                </a:lnTo>
                <a:lnTo>
                  <a:pt x="1825379" y="204704"/>
                </a:lnTo>
                <a:lnTo>
                  <a:pt x="1858706" y="247709"/>
                </a:lnTo>
                <a:lnTo>
                  <a:pt x="1854522" y="251100"/>
                </a:lnTo>
                <a:lnTo>
                  <a:pt x="1860437" y="264521"/>
                </a:lnTo>
                <a:lnTo>
                  <a:pt x="1870031" y="260913"/>
                </a:lnTo>
                <a:lnTo>
                  <a:pt x="1873061" y="267335"/>
                </a:lnTo>
                <a:lnTo>
                  <a:pt x="1866208" y="281477"/>
                </a:lnTo>
                <a:lnTo>
                  <a:pt x="1829491" y="311855"/>
                </a:lnTo>
                <a:lnTo>
                  <a:pt x="1821051" y="314452"/>
                </a:lnTo>
                <a:lnTo>
                  <a:pt x="1818382" y="319214"/>
                </a:lnTo>
                <a:lnTo>
                  <a:pt x="1861735" y="338768"/>
                </a:lnTo>
                <a:lnTo>
                  <a:pt x="1871690" y="333573"/>
                </a:lnTo>
                <a:lnTo>
                  <a:pt x="1884314" y="331769"/>
                </a:lnTo>
                <a:lnTo>
                  <a:pt x="1900761" y="317338"/>
                </a:lnTo>
                <a:lnTo>
                  <a:pt x="1901049" y="309546"/>
                </a:lnTo>
                <a:lnTo>
                  <a:pt x="1905882" y="303340"/>
                </a:lnTo>
                <a:lnTo>
                  <a:pt x="1932861" y="285734"/>
                </a:lnTo>
                <a:lnTo>
                  <a:pt x="1950029" y="280178"/>
                </a:lnTo>
                <a:lnTo>
                  <a:pt x="1968279" y="281477"/>
                </a:lnTo>
                <a:lnTo>
                  <a:pt x="1980109" y="286600"/>
                </a:lnTo>
                <a:lnTo>
                  <a:pt x="2037240" y="324698"/>
                </a:lnTo>
                <a:lnTo>
                  <a:pt x="2025915" y="340428"/>
                </a:lnTo>
                <a:lnTo>
                  <a:pt x="2031109" y="343459"/>
                </a:lnTo>
                <a:lnTo>
                  <a:pt x="2041280" y="327079"/>
                </a:lnTo>
                <a:lnTo>
                  <a:pt x="2100358" y="361858"/>
                </a:lnTo>
                <a:lnTo>
                  <a:pt x="2105264" y="368280"/>
                </a:lnTo>
                <a:lnTo>
                  <a:pt x="2107283" y="377949"/>
                </a:lnTo>
                <a:lnTo>
                  <a:pt x="2097545" y="400245"/>
                </a:lnTo>
                <a:lnTo>
                  <a:pt x="2109447" y="404357"/>
                </a:lnTo>
                <a:lnTo>
                  <a:pt x="2121205" y="384515"/>
                </a:lnTo>
                <a:lnTo>
                  <a:pt x="2150709" y="365249"/>
                </a:lnTo>
                <a:lnTo>
                  <a:pt x="2161673" y="363662"/>
                </a:lnTo>
                <a:lnTo>
                  <a:pt x="2173143" y="366187"/>
                </a:lnTo>
                <a:lnTo>
                  <a:pt x="2180140" y="358900"/>
                </a:lnTo>
                <a:lnTo>
                  <a:pt x="2200049" y="355436"/>
                </a:lnTo>
                <a:lnTo>
                  <a:pt x="2213683" y="358322"/>
                </a:lnTo>
                <a:lnTo>
                  <a:pt x="2223349" y="377083"/>
                </a:lnTo>
                <a:lnTo>
                  <a:pt x="2224719" y="393390"/>
                </a:lnTo>
                <a:lnTo>
                  <a:pt x="2231356" y="392452"/>
                </a:lnTo>
                <a:lnTo>
                  <a:pt x="2235107" y="385886"/>
                </a:lnTo>
                <a:lnTo>
                  <a:pt x="2240517" y="386319"/>
                </a:lnTo>
                <a:lnTo>
                  <a:pt x="2257685" y="402265"/>
                </a:lnTo>
                <a:lnTo>
                  <a:pt x="2257180" y="408615"/>
                </a:lnTo>
                <a:lnTo>
                  <a:pt x="2260787" y="412295"/>
                </a:lnTo>
                <a:lnTo>
                  <a:pt x="2276873" y="418933"/>
                </a:lnTo>
                <a:lnTo>
                  <a:pt x="2292454" y="429828"/>
                </a:lnTo>
                <a:lnTo>
                  <a:pt x="2345618" y="482718"/>
                </a:lnTo>
                <a:lnTo>
                  <a:pt x="2346628" y="493613"/>
                </a:lnTo>
                <a:lnTo>
                  <a:pt x="2337972" y="499097"/>
                </a:lnTo>
                <a:lnTo>
                  <a:pt x="2340208" y="501334"/>
                </a:lnTo>
                <a:lnTo>
                  <a:pt x="2340352" y="512807"/>
                </a:lnTo>
                <a:lnTo>
                  <a:pt x="2371370" y="502200"/>
                </a:lnTo>
                <a:lnTo>
                  <a:pt x="2400513" y="529258"/>
                </a:lnTo>
                <a:lnTo>
                  <a:pt x="2401306" y="535247"/>
                </a:lnTo>
                <a:lnTo>
                  <a:pt x="2385364" y="551626"/>
                </a:lnTo>
                <a:lnTo>
                  <a:pt x="2383705" y="558264"/>
                </a:lnTo>
                <a:lnTo>
                  <a:pt x="2385797" y="561151"/>
                </a:lnTo>
                <a:lnTo>
                  <a:pt x="2393948" y="559347"/>
                </a:lnTo>
                <a:lnTo>
                  <a:pt x="2413353" y="543761"/>
                </a:lnTo>
                <a:lnTo>
                  <a:pt x="2432469" y="560429"/>
                </a:lnTo>
                <a:lnTo>
                  <a:pt x="2434777" y="566562"/>
                </a:lnTo>
                <a:lnTo>
                  <a:pt x="2430593" y="590806"/>
                </a:lnTo>
                <a:lnTo>
                  <a:pt x="2432180" y="599537"/>
                </a:lnTo>
                <a:lnTo>
                  <a:pt x="2438600" y="606608"/>
                </a:lnTo>
                <a:lnTo>
                  <a:pt x="2478130" y="633378"/>
                </a:lnTo>
                <a:lnTo>
                  <a:pt x="2514053" y="642109"/>
                </a:lnTo>
                <a:lnTo>
                  <a:pt x="2542114" y="645284"/>
                </a:lnTo>
                <a:lnTo>
                  <a:pt x="2590084" y="639872"/>
                </a:lnTo>
                <a:lnTo>
                  <a:pt x="2600616" y="650551"/>
                </a:lnTo>
                <a:lnTo>
                  <a:pt x="2609921" y="647087"/>
                </a:lnTo>
                <a:lnTo>
                  <a:pt x="2612085" y="640521"/>
                </a:lnTo>
                <a:lnTo>
                  <a:pt x="2608911" y="631718"/>
                </a:lnTo>
                <a:lnTo>
                  <a:pt x="2622472" y="623276"/>
                </a:lnTo>
                <a:lnTo>
                  <a:pt x="2632932" y="610577"/>
                </a:lnTo>
                <a:lnTo>
                  <a:pt x="2647864" y="602207"/>
                </a:lnTo>
                <a:lnTo>
                  <a:pt x="2655871" y="579117"/>
                </a:lnTo>
                <a:lnTo>
                  <a:pt x="2661570" y="577963"/>
                </a:lnTo>
                <a:lnTo>
                  <a:pt x="2665970" y="570314"/>
                </a:lnTo>
                <a:lnTo>
                  <a:pt x="2675492" y="565263"/>
                </a:lnTo>
                <a:lnTo>
                  <a:pt x="2704202" y="563243"/>
                </a:lnTo>
                <a:lnTo>
                  <a:pt x="2710117" y="558914"/>
                </a:lnTo>
                <a:lnTo>
                  <a:pt x="2707592" y="557759"/>
                </a:lnTo>
                <a:lnTo>
                  <a:pt x="2719422" y="555523"/>
                </a:lnTo>
                <a:lnTo>
                  <a:pt x="2717042" y="557110"/>
                </a:lnTo>
                <a:lnTo>
                  <a:pt x="2722812" y="559491"/>
                </a:lnTo>
                <a:lnTo>
                  <a:pt x="2729954" y="559996"/>
                </a:lnTo>
                <a:lnTo>
                  <a:pt x="2730459" y="557471"/>
                </a:lnTo>
                <a:lnTo>
                  <a:pt x="2757942" y="560213"/>
                </a:lnTo>
                <a:lnTo>
                  <a:pt x="2794587" y="571397"/>
                </a:lnTo>
                <a:lnTo>
                  <a:pt x="2808725" y="572695"/>
                </a:lnTo>
                <a:lnTo>
                  <a:pt x="2838012" y="590518"/>
                </a:lnTo>
                <a:lnTo>
                  <a:pt x="2888723" y="694566"/>
                </a:lnTo>
                <a:lnTo>
                  <a:pt x="2899183" y="701997"/>
                </a:lnTo>
                <a:lnTo>
                  <a:pt x="2908200" y="700843"/>
                </a:lnTo>
                <a:lnTo>
                  <a:pt x="2907046" y="708419"/>
                </a:lnTo>
                <a:lnTo>
                  <a:pt x="2893484" y="708997"/>
                </a:lnTo>
                <a:lnTo>
                  <a:pt x="2885189" y="730499"/>
                </a:lnTo>
                <a:lnTo>
                  <a:pt x="2889589" y="732880"/>
                </a:lnTo>
                <a:lnTo>
                  <a:pt x="2891392" y="728623"/>
                </a:lnTo>
                <a:lnTo>
                  <a:pt x="2917217" y="736848"/>
                </a:lnTo>
                <a:lnTo>
                  <a:pt x="2942464" y="726386"/>
                </a:lnTo>
                <a:lnTo>
                  <a:pt x="3046266" y="772565"/>
                </a:lnTo>
                <a:lnTo>
                  <a:pt x="3096112" y="802437"/>
                </a:lnTo>
                <a:lnTo>
                  <a:pt x="3142567" y="836567"/>
                </a:lnTo>
                <a:lnTo>
                  <a:pt x="3153315" y="851070"/>
                </a:lnTo>
                <a:lnTo>
                  <a:pt x="3158725" y="870263"/>
                </a:lnTo>
                <a:lnTo>
                  <a:pt x="3155912" y="880437"/>
                </a:lnTo>
                <a:lnTo>
                  <a:pt x="3147111" y="879932"/>
                </a:lnTo>
                <a:lnTo>
                  <a:pt x="3145957" y="874520"/>
                </a:lnTo>
                <a:lnTo>
                  <a:pt x="3152233" y="863409"/>
                </a:lnTo>
                <a:lnTo>
                  <a:pt x="3149059" y="850276"/>
                </a:lnTo>
                <a:lnTo>
                  <a:pt x="3141485" y="840247"/>
                </a:lnTo>
                <a:lnTo>
                  <a:pt x="3117392" y="821414"/>
                </a:lnTo>
                <a:lnTo>
                  <a:pt x="3108880" y="820548"/>
                </a:lnTo>
                <a:lnTo>
                  <a:pt x="3094813" y="811168"/>
                </a:lnTo>
                <a:lnTo>
                  <a:pt x="3085508" y="808354"/>
                </a:lnTo>
                <a:lnTo>
                  <a:pt x="3074183" y="810880"/>
                </a:lnTo>
                <a:lnTo>
                  <a:pt x="3069927" y="816724"/>
                </a:lnTo>
                <a:lnTo>
                  <a:pt x="3077140" y="821775"/>
                </a:lnTo>
                <a:lnTo>
                  <a:pt x="3079232" y="829063"/>
                </a:lnTo>
                <a:lnTo>
                  <a:pt x="2996926" y="1023232"/>
                </a:lnTo>
                <a:lnTo>
                  <a:pt x="2993536" y="1035210"/>
                </a:lnTo>
                <a:lnTo>
                  <a:pt x="2994040" y="1047043"/>
                </a:lnTo>
                <a:lnTo>
                  <a:pt x="2998585" y="1056712"/>
                </a:lnTo>
                <a:lnTo>
                  <a:pt x="3079088" y="1054692"/>
                </a:lnTo>
                <a:lnTo>
                  <a:pt x="3080458" y="1102386"/>
                </a:lnTo>
                <a:lnTo>
                  <a:pt x="3086301" y="1106427"/>
                </a:lnTo>
                <a:lnTo>
                  <a:pt x="3080098" y="1115447"/>
                </a:lnTo>
                <a:lnTo>
                  <a:pt x="3053913" y="1116168"/>
                </a:lnTo>
                <a:lnTo>
                  <a:pt x="3053119" y="1085141"/>
                </a:lnTo>
                <a:lnTo>
                  <a:pt x="3007746" y="1086368"/>
                </a:lnTo>
                <a:lnTo>
                  <a:pt x="3008612" y="1117323"/>
                </a:lnTo>
                <a:lnTo>
                  <a:pt x="2921761" y="1122373"/>
                </a:lnTo>
                <a:lnTo>
                  <a:pt x="2881293" y="1149576"/>
                </a:lnTo>
                <a:lnTo>
                  <a:pt x="2859941" y="1157080"/>
                </a:lnTo>
                <a:lnTo>
                  <a:pt x="2838734" y="1154266"/>
                </a:lnTo>
                <a:lnTo>
                  <a:pt x="2781314" y="1129589"/>
                </a:lnTo>
                <a:lnTo>
                  <a:pt x="2728223" y="1145463"/>
                </a:lnTo>
                <a:lnTo>
                  <a:pt x="2735364" y="1141134"/>
                </a:lnTo>
                <a:lnTo>
                  <a:pt x="2737600" y="1135506"/>
                </a:lnTo>
                <a:lnTo>
                  <a:pt x="2730242" y="1111983"/>
                </a:lnTo>
                <a:lnTo>
                  <a:pt x="2720360" y="1114508"/>
                </a:lnTo>
                <a:lnTo>
                  <a:pt x="2694968" y="1112488"/>
                </a:lnTo>
                <a:lnTo>
                  <a:pt x="2676213" y="1120858"/>
                </a:lnTo>
                <a:lnTo>
                  <a:pt x="2675780" y="1115014"/>
                </a:lnTo>
                <a:lnTo>
                  <a:pt x="2645628" y="1116240"/>
                </a:lnTo>
                <a:lnTo>
                  <a:pt x="2635962" y="1120137"/>
                </a:lnTo>
                <a:lnTo>
                  <a:pt x="2631417" y="1117539"/>
                </a:lnTo>
                <a:lnTo>
                  <a:pt x="2619371" y="1123311"/>
                </a:lnTo>
                <a:lnTo>
                  <a:pt x="2615187" y="1121724"/>
                </a:lnTo>
                <a:lnTo>
                  <a:pt x="2589507" y="1130383"/>
                </a:lnTo>
                <a:lnTo>
                  <a:pt x="2575512" y="1126847"/>
                </a:lnTo>
                <a:lnTo>
                  <a:pt x="2564187" y="1134423"/>
                </a:lnTo>
                <a:lnTo>
                  <a:pt x="2563177" y="1132114"/>
                </a:lnTo>
                <a:lnTo>
                  <a:pt x="2558849" y="1133413"/>
                </a:lnTo>
                <a:lnTo>
                  <a:pt x="2544062" y="1143443"/>
                </a:lnTo>
                <a:lnTo>
                  <a:pt x="2539878" y="1141927"/>
                </a:lnTo>
                <a:lnTo>
                  <a:pt x="2525090" y="1151380"/>
                </a:lnTo>
                <a:lnTo>
                  <a:pt x="2524369" y="1148710"/>
                </a:lnTo>
                <a:lnTo>
                  <a:pt x="2519968" y="1148349"/>
                </a:lnTo>
                <a:lnTo>
                  <a:pt x="2507994" y="1153761"/>
                </a:lnTo>
                <a:lnTo>
                  <a:pt x="2505902" y="1152101"/>
                </a:lnTo>
                <a:lnTo>
                  <a:pt x="2492341" y="1156358"/>
                </a:lnTo>
                <a:lnTo>
                  <a:pt x="2487868" y="1154194"/>
                </a:lnTo>
                <a:lnTo>
                  <a:pt x="2473297" y="1157369"/>
                </a:lnTo>
                <a:lnTo>
                  <a:pt x="2440908" y="1165811"/>
                </a:lnTo>
                <a:lnTo>
                  <a:pt x="2433623" y="1170790"/>
                </a:lnTo>
                <a:lnTo>
                  <a:pt x="2430160" y="1169346"/>
                </a:lnTo>
                <a:lnTo>
                  <a:pt x="2421143" y="1173387"/>
                </a:lnTo>
                <a:lnTo>
                  <a:pt x="2420278" y="1171222"/>
                </a:lnTo>
                <a:lnTo>
                  <a:pt x="2420638" y="1173676"/>
                </a:lnTo>
                <a:lnTo>
                  <a:pt x="2410107" y="1179520"/>
                </a:lnTo>
                <a:lnTo>
                  <a:pt x="2388250" y="1187385"/>
                </a:lnTo>
                <a:lnTo>
                  <a:pt x="2385220" y="1185798"/>
                </a:lnTo>
                <a:lnTo>
                  <a:pt x="2365022" y="1196982"/>
                </a:lnTo>
                <a:lnTo>
                  <a:pt x="2364878" y="1194817"/>
                </a:lnTo>
                <a:lnTo>
                  <a:pt x="2355140" y="1191787"/>
                </a:lnTo>
                <a:lnTo>
                  <a:pt x="2325492" y="1205857"/>
                </a:lnTo>
                <a:lnTo>
                  <a:pt x="2315249" y="1205785"/>
                </a:lnTo>
                <a:lnTo>
                  <a:pt x="2310560" y="1209320"/>
                </a:lnTo>
                <a:lnTo>
                  <a:pt x="2309190" y="1206434"/>
                </a:lnTo>
                <a:lnTo>
                  <a:pt x="2304717" y="1206290"/>
                </a:lnTo>
                <a:lnTo>
                  <a:pt x="2295123" y="1211918"/>
                </a:lnTo>
                <a:lnTo>
                  <a:pt x="2290795" y="1209104"/>
                </a:lnTo>
                <a:lnTo>
                  <a:pt x="2265548" y="1219061"/>
                </a:lnTo>
                <a:lnTo>
                  <a:pt x="2249101" y="1219206"/>
                </a:lnTo>
                <a:lnTo>
                  <a:pt x="2208705" y="1238182"/>
                </a:lnTo>
                <a:lnTo>
                  <a:pt x="2162178" y="1248645"/>
                </a:lnTo>
                <a:lnTo>
                  <a:pt x="2114208" y="1265096"/>
                </a:lnTo>
                <a:lnTo>
                  <a:pt x="2091846" y="1274982"/>
                </a:lnTo>
                <a:lnTo>
                  <a:pt x="2085787" y="1281115"/>
                </a:lnTo>
                <a:lnTo>
                  <a:pt x="2080593" y="1278084"/>
                </a:lnTo>
                <a:lnTo>
                  <a:pt x="2074823" y="1278806"/>
                </a:lnTo>
                <a:lnTo>
                  <a:pt x="2051451" y="1301535"/>
                </a:lnTo>
                <a:lnTo>
                  <a:pt x="2041352" y="1298504"/>
                </a:lnTo>
                <a:lnTo>
                  <a:pt x="2017619" y="1320511"/>
                </a:lnTo>
                <a:lnTo>
                  <a:pt x="2012498" y="1318058"/>
                </a:lnTo>
                <a:lnTo>
                  <a:pt x="2006511" y="1319862"/>
                </a:lnTo>
                <a:lnTo>
                  <a:pt x="1980614" y="1348508"/>
                </a:lnTo>
                <a:lnTo>
                  <a:pt x="1949380" y="1370804"/>
                </a:lnTo>
                <a:lnTo>
                  <a:pt x="1959983" y="1369144"/>
                </a:lnTo>
                <a:lnTo>
                  <a:pt x="1960561" y="1372319"/>
                </a:lnTo>
                <a:lnTo>
                  <a:pt x="1950678" y="1372463"/>
                </a:lnTo>
                <a:lnTo>
                  <a:pt x="1933582" y="1360702"/>
                </a:lnTo>
                <a:lnTo>
                  <a:pt x="1916919" y="1372968"/>
                </a:lnTo>
                <a:lnTo>
                  <a:pt x="1917784" y="1376504"/>
                </a:lnTo>
                <a:lnTo>
                  <a:pt x="1919804" y="1375205"/>
                </a:lnTo>
                <a:lnTo>
                  <a:pt x="1917857" y="1376648"/>
                </a:lnTo>
                <a:lnTo>
                  <a:pt x="1921752" y="1387327"/>
                </a:lnTo>
                <a:lnTo>
                  <a:pt x="1918001" y="1399810"/>
                </a:lnTo>
                <a:lnTo>
                  <a:pt x="1834180" y="1464605"/>
                </a:lnTo>
                <a:lnTo>
                  <a:pt x="1846876" y="1482283"/>
                </a:lnTo>
                <a:lnTo>
                  <a:pt x="1840528" y="1486901"/>
                </a:lnTo>
                <a:lnTo>
                  <a:pt x="1827904" y="1469223"/>
                </a:lnTo>
                <a:lnTo>
                  <a:pt x="1814126" y="1478676"/>
                </a:lnTo>
                <a:lnTo>
                  <a:pt x="1804532" y="1480119"/>
                </a:lnTo>
                <a:lnTo>
                  <a:pt x="1796020" y="1476727"/>
                </a:lnTo>
                <a:lnTo>
                  <a:pt x="1781088" y="1462296"/>
                </a:lnTo>
                <a:lnTo>
                  <a:pt x="1773586" y="1462296"/>
                </a:lnTo>
                <a:lnTo>
                  <a:pt x="1775245" y="1495055"/>
                </a:lnTo>
                <a:lnTo>
                  <a:pt x="1767094" y="1498879"/>
                </a:lnTo>
                <a:lnTo>
                  <a:pt x="1777193" y="1510280"/>
                </a:lnTo>
                <a:lnTo>
                  <a:pt x="1771350" y="1515547"/>
                </a:lnTo>
                <a:lnTo>
                  <a:pt x="1731243" y="1471460"/>
                </a:lnTo>
                <a:lnTo>
                  <a:pt x="1721000" y="1480840"/>
                </a:lnTo>
                <a:lnTo>
                  <a:pt x="1738673" y="1503280"/>
                </a:lnTo>
                <a:lnTo>
                  <a:pt x="1732974" y="1509702"/>
                </a:lnTo>
                <a:lnTo>
                  <a:pt x="1686159" y="1465832"/>
                </a:lnTo>
                <a:lnTo>
                  <a:pt x="1632995" y="1467347"/>
                </a:lnTo>
                <a:lnTo>
                  <a:pt x="1575575" y="1498590"/>
                </a:lnTo>
                <a:lnTo>
                  <a:pt x="1577667" y="1519443"/>
                </a:lnTo>
                <a:lnTo>
                  <a:pt x="1621021" y="1494622"/>
                </a:lnTo>
                <a:lnTo>
                  <a:pt x="1661921" y="1493034"/>
                </a:lnTo>
                <a:lnTo>
                  <a:pt x="1708015" y="1536255"/>
                </a:lnTo>
                <a:lnTo>
                  <a:pt x="1663869" y="1558263"/>
                </a:lnTo>
                <a:lnTo>
                  <a:pt x="1627080" y="1546646"/>
                </a:lnTo>
                <a:lnTo>
                  <a:pt x="1631697" y="1541306"/>
                </a:lnTo>
                <a:lnTo>
                  <a:pt x="1627657" y="1540080"/>
                </a:lnTo>
                <a:lnTo>
                  <a:pt x="1627008" y="1542100"/>
                </a:lnTo>
                <a:lnTo>
                  <a:pt x="1626863" y="1539791"/>
                </a:lnTo>
                <a:lnTo>
                  <a:pt x="1626142" y="1541811"/>
                </a:lnTo>
                <a:lnTo>
                  <a:pt x="1625637" y="1539286"/>
                </a:lnTo>
                <a:lnTo>
                  <a:pt x="1621598" y="1544265"/>
                </a:lnTo>
                <a:lnTo>
                  <a:pt x="1608613" y="1541523"/>
                </a:lnTo>
                <a:lnTo>
                  <a:pt x="1606738" y="1544842"/>
                </a:lnTo>
                <a:lnTo>
                  <a:pt x="1602338" y="1543038"/>
                </a:lnTo>
                <a:lnTo>
                  <a:pt x="1607531" y="1543832"/>
                </a:lnTo>
                <a:lnTo>
                  <a:pt x="1608469" y="1541378"/>
                </a:lnTo>
                <a:lnTo>
                  <a:pt x="1590435" y="1535678"/>
                </a:lnTo>
                <a:lnTo>
                  <a:pt x="1574854" y="1519660"/>
                </a:lnTo>
                <a:lnTo>
                  <a:pt x="1574782" y="1547151"/>
                </a:lnTo>
                <a:lnTo>
                  <a:pt x="1577739" y="1549965"/>
                </a:lnTo>
                <a:lnTo>
                  <a:pt x="1583510" y="1554944"/>
                </a:lnTo>
                <a:lnTo>
                  <a:pt x="1598082" y="1559561"/>
                </a:lnTo>
                <a:lnTo>
                  <a:pt x="1637900" y="1559994"/>
                </a:lnTo>
                <a:lnTo>
                  <a:pt x="1653770" y="1569447"/>
                </a:lnTo>
                <a:lnTo>
                  <a:pt x="1669567" y="1569952"/>
                </a:lnTo>
                <a:lnTo>
                  <a:pt x="1678224" y="1563530"/>
                </a:lnTo>
                <a:lnTo>
                  <a:pt x="1692867" y="1567571"/>
                </a:lnTo>
                <a:lnTo>
                  <a:pt x="1701595" y="1566416"/>
                </a:lnTo>
                <a:lnTo>
                  <a:pt x="1703327" y="1575869"/>
                </a:lnTo>
                <a:lnTo>
                  <a:pt x="1706501" y="1577095"/>
                </a:lnTo>
                <a:lnTo>
                  <a:pt x="1734056" y="1569591"/>
                </a:lnTo>
                <a:lnTo>
                  <a:pt x="1750864" y="1577745"/>
                </a:lnTo>
                <a:lnTo>
                  <a:pt x="1748267" y="1587269"/>
                </a:lnTo>
                <a:lnTo>
                  <a:pt x="1720423" y="1628758"/>
                </a:lnTo>
                <a:lnTo>
                  <a:pt x="1688178" y="1662022"/>
                </a:lnTo>
                <a:lnTo>
                  <a:pt x="1670794" y="1674000"/>
                </a:lnTo>
                <a:lnTo>
                  <a:pt x="1664229" y="1675298"/>
                </a:lnTo>
                <a:lnTo>
                  <a:pt x="1669207" y="1670969"/>
                </a:lnTo>
                <a:lnTo>
                  <a:pt x="1666466" y="1669309"/>
                </a:lnTo>
                <a:lnTo>
                  <a:pt x="1653265" y="1672484"/>
                </a:lnTo>
                <a:lnTo>
                  <a:pt x="1640425" y="1680926"/>
                </a:lnTo>
                <a:lnTo>
                  <a:pt x="1629316" y="1676236"/>
                </a:lnTo>
                <a:lnTo>
                  <a:pt x="1620083" y="1667289"/>
                </a:lnTo>
                <a:lnTo>
                  <a:pt x="1616548" y="1667866"/>
                </a:lnTo>
                <a:lnTo>
                  <a:pt x="1616476" y="1664475"/>
                </a:lnTo>
                <a:lnTo>
                  <a:pt x="1620588" y="1665341"/>
                </a:lnTo>
                <a:lnTo>
                  <a:pt x="1620299" y="1660218"/>
                </a:lnTo>
                <a:lnTo>
                  <a:pt x="1617486" y="1656249"/>
                </a:lnTo>
                <a:lnTo>
                  <a:pt x="1611643" y="1654806"/>
                </a:lnTo>
                <a:lnTo>
                  <a:pt x="1607243" y="1646220"/>
                </a:lnTo>
                <a:lnTo>
                  <a:pt x="1598947" y="1645065"/>
                </a:lnTo>
                <a:lnTo>
                  <a:pt x="1597000" y="1647374"/>
                </a:lnTo>
                <a:lnTo>
                  <a:pt x="1600029" y="1649395"/>
                </a:lnTo>
                <a:lnTo>
                  <a:pt x="1597432" y="1651343"/>
                </a:lnTo>
                <a:lnTo>
                  <a:pt x="1571103" y="1622986"/>
                </a:lnTo>
                <a:lnTo>
                  <a:pt x="1569660" y="1618007"/>
                </a:lnTo>
                <a:lnTo>
                  <a:pt x="1573339" y="1620316"/>
                </a:lnTo>
                <a:lnTo>
                  <a:pt x="1575287" y="1615987"/>
                </a:lnTo>
                <a:lnTo>
                  <a:pt x="1572906" y="1610142"/>
                </a:lnTo>
                <a:lnTo>
                  <a:pt x="1563962" y="1606751"/>
                </a:lnTo>
                <a:lnTo>
                  <a:pt x="1553214" y="1594918"/>
                </a:lnTo>
                <a:lnTo>
                  <a:pt x="1546072" y="1595856"/>
                </a:lnTo>
                <a:lnTo>
                  <a:pt x="1549318" y="1598814"/>
                </a:lnTo>
                <a:lnTo>
                  <a:pt x="1544918" y="1601628"/>
                </a:lnTo>
                <a:lnTo>
                  <a:pt x="1529193" y="1592897"/>
                </a:lnTo>
                <a:lnTo>
                  <a:pt x="1524720" y="1586115"/>
                </a:lnTo>
                <a:lnTo>
                  <a:pt x="1517290" y="1583228"/>
                </a:lnTo>
                <a:lnTo>
                  <a:pt x="1519094" y="1581352"/>
                </a:lnTo>
                <a:lnTo>
                  <a:pt x="1515848" y="1576229"/>
                </a:lnTo>
                <a:lnTo>
                  <a:pt x="1508706" y="1574281"/>
                </a:lnTo>
                <a:lnTo>
                  <a:pt x="1505316" y="1567426"/>
                </a:lnTo>
                <a:lnTo>
                  <a:pt x="1498607" y="1565334"/>
                </a:lnTo>
                <a:lnTo>
                  <a:pt x="1495794" y="1559129"/>
                </a:lnTo>
                <a:lnTo>
                  <a:pt x="1488003" y="1556026"/>
                </a:lnTo>
                <a:lnTo>
                  <a:pt x="1481295" y="1548666"/>
                </a:lnTo>
                <a:lnTo>
                  <a:pt x="1473576" y="1548305"/>
                </a:lnTo>
                <a:lnTo>
                  <a:pt x="1476462" y="1553861"/>
                </a:lnTo>
                <a:lnTo>
                  <a:pt x="1480429" y="1555088"/>
                </a:lnTo>
                <a:lnTo>
                  <a:pt x="1477183" y="1558335"/>
                </a:lnTo>
                <a:lnTo>
                  <a:pt x="1464920" y="1539574"/>
                </a:lnTo>
                <a:lnTo>
                  <a:pt x="1449988" y="1525071"/>
                </a:lnTo>
                <a:lnTo>
                  <a:pt x="1450132" y="1522041"/>
                </a:lnTo>
                <a:lnTo>
                  <a:pt x="1464776" y="1520453"/>
                </a:lnTo>
                <a:lnTo>
                  <a:pt x="1491682" y="1527813"/>
                </a:lnTo>
                <a:lnTo>
                  <a:pt x="1507913" y="1529256"/>
                </a:lnTo>
                <a:lnTo>
                  <a:pt x="1518733" y="1522402"/>
                </a:lnTo>
                <a:lnTo>
                  <a:pt x="1530635" y="1520670"/>
                </a:lnTo>
                <a:lnTo>
                  <a:pt x="1542682" y="1525576"/>
                </a:lnTo>
                <a:lnTo>
                  <a:pt x="1543980" y="1528823"/>
                </a:lnTo>
                <a:lnTo>
                  <a:pt x="1544269" y="1526081"/>
                </a:lnTo>
                <a:lnTo>
                  <a:pt x="1545495" y="1528174"/>
                </a:lnTo>
                <a:lnTo>
                  <a:pt x="1546721" y="1526514"/>
                </a:lnTo>
                <a:lnTo>
                  <a:pt x="1554440" y="1537049"/>
                </a:lnTo>
                <a:lnTo>
                  <a:pt x="1555161" y="1532431"/>
                </a:lnTo>
                <a:lnTo>
                  <a:pt x="1567641" y="1537987"/>
                </a:lnTo>
                <a:lnTo>
                  <a:pt x="1569949" y="1526009"/>
                </a:lnTo>
                <a:lnTo>
                  <a:pt x="1569300" y="1498663"/>
                </a:lnTo>
                <a:lnTo>
                  <a:pt x="1545207" y="1498518"/>
                </a:lnTo>
                <a:lnTo>
                  <a:pt x="1544846" y="1506744"/>
                </a:lnTo>
                <a:lnTo>
                  <a:pt x="1531862" y="1506672"/>
                </a:lnTo>
                <a:lnTo>
                  <a:pt x="1543187" y="1505156"/>
                </a:lnTo>
                <a:lnTo>
                  <a:pt x="1542754" y="1497436"/>
                </a:lnTo>
                <a:lnTo>
                  <a:pt x="1515270" y="1493107"/>
                </a:lnTo>
                <a:lnTo>
                  <a:pt x="1510149" y="1488994"/>
                </a:lnTo>
                <a:lnTo>
                  <a:pt x="1496155" y="1495343"/>
                </a:lnTo>
                <a:lnTo>
                  <a:pt x="1498319" y="1499312"/>
                </a:lnTo>
                <a:lnTo>
                  <a:pt x="1483170" y="1502198"/>
                </a:lnTo>
                <a:lnTo>
                  <a:pt x="1482377" y="1499528"/>
                </a:lnTo>
                <a:lnTo>
                  <a:pt x="1476678" y="1498446"/>
                </a:lnTo>
                <a:lnTo>
                  <a:pt x="1475740" y="1494261"/>
                </a:lnTo>
                <a:lnTo>
                  <a:pt x="1481511" y="1491519"/>
                </a:lnTo>
                <a:lnTo>
                  <a:pt x="1485046" y="1485747"/>
                </a:lnTo>
                <a:lnTo>
                  <a:pt x="1489230" y="1485747"/>
                </a:lnTo>
                <a:lnTo>
                  <a:pt x="1491538" y="1490148"/>
                </a:lnTo>
                <a:lnTo>
                  <a:pt x="1494928" y="1488922"/>
                </a:lnTo>
                <a:lnTo>
                  <a:pt x="1495505" y="1494333"/>
                </a:lnTo>
                <a:lnTo>
                  <a:pt x="1509355" y="1488272"/>
                </a:lnTo>
                <a:lnTo>
                  <a:pt x="1494207" y="1474635"/>
                </a:lnTo>
                <a:lnTo>
                  <a:pt x="1484829" y="1474346"/>
                </a:lnTo>
                <a:lnTo>
                  <a:pt x="1475091" y="1484809"/>
                </a:lnTo>
                <a:lnTo>
                  <a:pt x="1463550" y="1484737"/>
                </a:lnTo>
                <a:lnTo>
                  <a:pt x="1453667" y="1478387"/>
                </a:lnTo>
                <a:lnTo>
                  <a:pt x="1446886" y="1484664"/>
                </a:lnTo>
                <a:lnTo>
                  <a:pt x="1448690" y="1486973"/>
                </a:lnTo>
                <a:lnTo>
                  <a:pt x="1442270" y="1494983"/>
                </a:lnTo>
                <a:lnTo>
                  <a:pt x="1440394" y="1493828"/>
                </a:lnTo>
                <a:lnTo>
                  <a:pt x="1438663" y="1504218"/>
                </a:lnTo>
                <a:lnTo>
                  <a:pt x="1408799" y="1478315"/>
                </a:lnTo>
                <a:lnTo>
                  <a:pt x="1410963" y="1474274"/>
                </a:lnTo>
                <a:lnTo>
                  <a:pt x="1395887" y="1461647"/>
                </a:lnTo>
                <a:lnTo>
                  <a:pt x="1389395" y="1472975"/>
                </a:lnTo>
                <a:lnTo>
                  <a:pt x="1358232" y="1454359"/>
                </a:lnTo>
                <a:lnTo>
                  <a:pt x="1297062" y="1556820"/>
                </a:lnTo>
                <a:lnTo>
                  <a:pt x="1247000" y="1526731"/>
                </a:lnTo>
                <a:lnTo>
                  <a:pt x="1305141" y="1428528"/>
                </a:lnTo>
                <a:lnTo>
                  <a:pt x="1234737" y="1386100"/>
                </a:lnTo>
                <a:lnTo>
                  <a:pt x="1190013" y="1461358"/>
                </a:lnTo>
                <a:lnTo>
                  <a:pt x="1042641" y="1372968"/>
                </a:lnTo>
                <a:lnTo>
                  <a:pt x="1062623" y="1338478"/>
                </a:lnTo>
                <a:lnTo>
                  <a:pt x="1087726" y="1334293"/>
                </a:lnTo>
                <a:lnTo>
                  <a:pt x="1178904" y="1388698"/>
                </a:lnTo>
                <a:lnTo>
                  <a:pt x="1201699" y="1350167"/>
                </a:lnTo>
                <a:lnTo>
                  <a:pt x="1118311" y="1300019"/>
                </a:lnTo>
                <a:lnTo>
                  <a:pt x="1135118" y="1272167"/>
                </a:lnTo>
                <a:lnTo>
                  <a:pt x="1102730" y="1237317"/>
                </a:lnTo>
                <a:lnTo>
                  <a:pt x="1079574" y="1252974"/>
                </a:lnTo>
                <a:lnTo>
                  <a:pt x="1034273" y="1257448"/>
                </a:lnTo>
                <a:lnTo>
                  <a:pt x="998711" y="1246264"/>
                </a:lnTo>
                <a:lnTo>
                  <a:pt x="996835" y="1238760"/>
                </a:lnTo>
                <a:lnTo>
                  <a:pt x="1003616" y="1225844"/>
                </a:lnTo>
                <a:lnTo>
                  <a:pt x="993517" y="1222669"/>
                </a:lnTo>
                <a:lnTo>
                  <a:pt x="974978" y="1240780"/>
                </a:lnTo>
                <a:lnTo>
                  <a:pt x="894115" y="1220432"/>
                </a:lnTo>
                <a:lnTo>
                  <a:pt x="879399" y="1230245"/>
                </a:lnTo>
                <a:lnTo>
                  <a:pt x="842610" y="1212279"/>
                </a:lnTo>
                <a:lnTo>
                  <a:pt x="794568" y="1171439"/>
                </a:lnTo>
                <a:lnTo>
                  <a:pt x="768239" y="1171295"/>
                </a:lnTo>
                <a:lnTo>
                  <a:pt x="771341" y="1185509"/>
                </a:lnTo>
                <a:lnTo>
                  <a:pt x="791034" y="1189622"/>
                </a:lnTo>
                <a:lnTo>
                  <a:pt x="831141" y="1223679"/>
                </a:lnTo>
                <a:lnTo>
                  <a:pt x="827390" y="1233564"/>
                </a:lnTo>
                <a:lnTo>
                  <a:pt x="844197" y="1234575"/>
                </a:lnTo>
                <a:lnTo>
                  <a:pt x="765931" y="1235008"/>
                </a:lnTo>
                <a:lnTo>
                  <a:pt x="765426" y="1282197"/>
                </a:lnTo>
                <a:lnTo>
                  <a:pt x="769033" y="1291072"/>
                </a:lnTo>
                <a:lnTo>
                  <a:pt x="805894" y="1299514"/>
                </a:lnTo>
                <a:lnTo>
                  <a:pt x="811232" y="1289990"/>
                </a:lnTo>
                <a:lnTo>
                  <a:pt x="822990" y="1293742"/>
                </a:lnTo>
                <a:lnTo>
                  <a:pt x="816353" y="1304421"/>
                </a:lnTo>
                <a:lnTo>
                  <a:pt x="825947" y="1296123"/>
                </a:lnTo>
                <a:lnTo>
                  <a:pt x="831718" y="1294680"/>
                </a:lnTo>
                <a:lnTo>
                  <a:pt x="857110" y="1307235"/>
                </a:lnTo>
                <a:lnTo>
                  <a:pt x="867064" y="1324336"/>
                </a:lnTo>
                <a:lnTo>
                  <a:pt x="871104" y="1346415"/>
                </a:lnTo>
                <a:lnTo>
                  <a:pt x="890797" y="1369649"/>
                </a:lnTo>
                <a:lnTo>
                  <a:pt x="893538" y="1371742"/>
                </a:lnTo>
                <a:lnTo>
                  <a:pt x="899236" y="1369721"/>
                </a:lnTo>
                <a:lnTo>
                  <a:pt x="898948" y="1372535"/>
                </a:lnTo>
                <a:lnTo>
                  <a:pt x="903060" y="1373690"/>
                </a:lnTo>
                <a:lnTo>
                  <a:pt x="902987" y="1381266"/>
                </a:lnTo>
                <a:lnTo>
                  <a:pt x="908109" y="1378452"/>
                </a:lnTo>
                <a:lnTo>
                  <a:pt x="910706" y="1386173"/>
                </a:lnTo>
                <a:lnTo>
                  <a:pt x="938911" y="1390646"/>
                </a:lnTo>
                <a:lnTo>
                  <a:pt x="969063" y="1421240"/>
                </a:lnTo>
                <a:lnTo>
                  <a:pt x="969712" y="1426291"/>
                </a:lnTo>
                <a:lnTo>
                  <a:pt x="958315" y="1438124"/>
                </a:lnTo>
                <a:lnTo>
                  <a:pt x="948216" y="1444185"/>
                </a:lnTo>
                <a:lnTo>
                  <a:pt x="930976" y="1447865"/>
                </a:lnTo>
                <a:lnTo>
                  <a:pt x="917198" y="1454215"/>
                </a:lnTo>
                <a:lnTo>
                  <a:pt x="908253" y="1445773"/>
                </a:lnTo>
                <a:lnTo>
                  <a:pt x="894476" y="1444907"/>
                </a:lnTo>
                <a:lnTo>
                  <a:pt x="869012" y="1436609"/>
                </a:lnTo>
                <a:lnTo>
                  <a:pt x="850185" y="1453998"/>
                </a:lnTo>
                <a:lnTo>
                  <a:pt x="854729" y="1455442"/>
                </a:lnTo>
                <a:lnTo>
                  <a:pt x="869589" y="1441732"/>
                </a:lnTo>
                <a:lnTo>
                  <a:pt x="874638" y="1441949"/>
                </a:lnTo>
                <a:lnTo>
                  <a:pt x="905729" y="1449020"/>
                </a:lnTo>
                <a:lnTo>
                  <a:pt x="917703" y="1460637"/>
                </a:lnTo>
                <a:lnTo>
                  <a:pt x="919146" y="1466553"/>
                </a:lnTo>
                <a:lnTo>
                  <a:pt x="904863" y="1496931"/>
                </a:lnTo>
                <a:lnTo>
                  <a:pt x="891662" y="1507033"/>
                </a:lnTo>
                <a:lnTo>
                  <a:pt x="842538" y="1528318"/>
                </a:lnTo>
                <a:lnTo>
                  <a:pt x="808274" y="1499384"/>
                </a:lnTo>
                <a:lnTo>
                  <a:pt x="758140" y="1472182"/>
                </a:lnTo>
                <a:lnTo>
                  <a:pt x="757419" y="1461503"/>
                </a:lnTo>
                <a:lnTo>
                  <a:pt x="753740" y="1453854"/>
                </a:lnTo>
                <a:lnTo>
                  <a:pt x="743280" y="1470666"/>
                </a:lnTo>
                <a:lnTo>
                  <a:pt x="724381" y="1460565"/>
                </a:lnTo>
                <a:lnTo>
                  <a:pt x="714931" y="1480479"/>
                </a:lnTo>
                <a:lnTo>
                  <a:pt x="779997" y="1519227"/>
                </a:lnTo>
                <a:lnTo>
                  <a:pt x="781800" y="1527885"/>
                </a:lnTo>
                <a:lnTo>
                  <a:pt x="724453" y="1560283"/>
                </a:lnTo>
                <a:lnTo>
                  <a:pt x="637819" y="1591093"/>
                </a:lnTo>
                <a:lnTo>
                  <a:pt x="611057" y="1496354"/>
                </a:lnTo>
                <a:lnTo>
                  <a:pt x="571815" y="1460204"/>
                </a:lnTo>
                <a:lnTo>
                  <a:pt x="536902" y="1498735"/>
                </a:lnTo>
                <a:lnTo>
                  <a:pt x="578596" y="1537193"/>
                </a:lnTo>
                <a:lnTo>
                  <a:pt x="610840" y="1650693"/>
                </a:lnTo>
                <a:lnTo>
                  <a:pt x="610912" y="1664908"/>
                </a:lnTo>
                <a:lnTo>
                  <a:pt x="606440" y="1674288"/>
                </a:lnTo>
                <a:lnTo>
                  <a:pt x="592518" y="1689008"/>
                </a:lnTo>
                <a:lnTo>
                  <a:pt x="586242" y="1682586"/>
                </a:lnTo>
                <a:lnTo>
                  <a:pt x="554647" y="1716427"/>
                </a:lnTo>
                <a:lnTo>
                  <a:pt x="557821" y="1723787"/>
                </a:lnTo>
                <a:lnTo>
                  <a:pt x="495640" y="1786706"/>
                </a:lnTo>
                <a:lnTo>
                  <a:pt x="488355" y="1790530"/>
                </a:lnTo>
                <a:lnTo>
                  <a:pt x="480204" y="1789448"/>
                </a:lnTo>
                <a:lnTo>
                  <a:pt x="474144" y="1783892"/>
                </a:lnTo>
                <a:lnTo>
                  <a:pt x="462386" y="1759215"/>
                </a:lnTo>
                <a:lnTo>
                  <a:pt x="461376" y="1748969"/>
                </a:lnTo>
                <a:lnTo>
                  <a:pt x="463612" y="1749330"/>
                </a:lnTo>
                <a:lnTo>
                  <a:pt x="464911" y="1758205"/>
                </a:lnTo>
                <a:lnTo>
                  <a:pt x="476525" y="1782521"/>
                </a:lnTo>
                <a:lnTo>
                  <a:pt x="479410" y="1783603"/>
                </a:lnTo>
                <a:lnTo>
                  <a:pt x="507254" y="1756329"/>
                </a:lnTo>
                <a:lnTo>
                  <a:pt x="508697" y="1746588"/>
                </a:lnTo>
                <a:lnTo>
                  <a:pt x="496578" y="1720973"/>
                </a:lnTo>
                <a:lnTo>
                  <a:pt x="491601" y="1717509"/>
                </a:lnTo>
                <a:lnTo>
                  <a:pt x="484820" y="1704882"/>
                </a:lnTo>
                <a:lnTo>
                  <a:pt x="455173" y="1702212"/>
                </a:lnTo>
                <a:lnTo>
                  <a:pt x="428122" y="1646076"/>
                </a:lnTo>
                <a:lnTo>
                  <a:pt x="413479" y="1629191"/>
                </a:lnTo>
                <a:lnTo>
                  <a:pt x="346465" y="1463018"/>
                </a:lnTo>
                <a:lnTo>
                  <a:pt x="346465" y="1427662"/>
                </a:lnTo>
                <a:lnTo>
                  <a:pt x="382749" y="1399233"/>
                </a:lnTo>
                <a:lnTo>
                  <a:pt x="397465" y="1419797"/>
                </a:lnTo>
                <a:lnTo>
                  <a:pt x="512881" y="1338911"/>
                </a:lnTo>
                <a:lnTo>
                  <a:pt x="561644" y="1309688"/>
                </a:lnTo>
                <a:lnTo>
                  <a:pt x="598361" y="1298432"/>
                </a:lnTo>
                <a:lnTo>
                  <a:pt x="627936" y="1299370"/>
                </a:lnTo>
                <a:lnTo>
                  <a:pt x="653905" y="1295546"/>
                </a:lnTo>
                <a:lnTo>
                  <a:pt x="657944" y="1300092"/>
                </a:lnTo>
                <a:lnTo>
                  <a:pt x="619929" y="1341869"/>
                </a:lnTo>
                <a:lnTo>
                  <a:pt x="615457" y="1358032"/>
                </a:lnTo>
                <a:lnTo>
                  <a:pt x="588118" y="1384730"/>
                </a:lnTo>
                <a:lnTo>
                  <a:pt x="566477" y="1401542"/>
                </a:lnTo>
                <a:lnTo>
                  <a:pt x="594105" y="1428816"/>
                </a:lnTo>
                <a:lnTo>
                  <a:pt x="623175" y="1397645"/>
                </a:lnTo>
                <a:lnTo>
                  <a:pt x="632409" y="1405366"/>
                </a:lnTo>
                <a:lnTo>
                  <a:pt x="642868" y="1398800"/>
                </a:lnTo>
                <a:lnTo>
                  <a:pt x="649360" y="1398583"/>
                </a:lnTo>
                <a:lnTo>
                  <a:pt x="646908" y="1393605"/>
                </a:lnTo>
                <a:lnTo>
                  <a:pt x="650659" y="1393388"/>
                </a:lnTo>
                <a:lnTo>
                  <a:pt x="651380" y="1396419"/>
                </a:lnTo>
                <a:lnTo>
                  <a:pt x="655708" y="1394615"/>
                </a:lnTo>
                <a:lnTo>
                  <a:pt x="648351" y="1382637"/>
                </a:lnTo>
                <a:lnTo>
                  <a:pt x="653761" y="1369938"/>
                </a:lnTo>
                <a:lnTo>
                  <a:pt x="649360" y="1366402"/>
                </a:lnTo>
                <a:lnTo>
                  <a:pt x="665591" y="1350889"/>
                </a:lnTo>
                <a:lnTo>
                  <a:pt x="709305" y="1297927"/>
                </a:lnTo>
                <a:lnTo>
                  <a:pt x="718466" y="1296917"/>
                </a:lnTo>
                <a:lnTo>
                  <a:pt x="719764" y="1290639"/>
                </a:lnTo>
                <a:lnTo>
                  <a:pt x="726473" y="1286599"/>
                </a:lnTo>
                <a:lnTo>
                  <a:pt x="741549" y="1284722"/>
                </a:lnTo>
                <a:lnTo>
                  <a:pt x="765714" y="1292804"/>
                </a:lnTo>
                <a:lnTo>
                  <a:pt x="761675" y="1281548"/>
                </a:lnTo>
                <a:lnTo>
                  <a:pt x="762685" y="1181901"/>
                </a:lnTo>
                <a:lnTo>
                  <a:pt x="758212" y="1171511"/>
                </a:lnTo>
                <a:lnTo>
                  <a:pt x="751143" y="1176273"/>
                </a:lnTo>
                <a:lnTo>
                  <a:pt x="740756" y="1177211"/>
                </a:lnTo>
                <a:lnTo>
                  <a:pt x="741333" y="1193302"/>
                </a:lnTo>
                <a:lnTo>
                  <a:pt x="736644" y="1197126"/>
                </a:lnTo>
                <a:lnTo>
                  <a:pt x="733181" y="1211269"/>
                </a:lnTo>
                <a:lnTo>
                  <a:pt x="736139" y="1211124"/>
                </a:lnTo>
                <a:lnTo>
                  <a:pt x="736355" y="1217330"/>
                </a:lnTo>
                <a:lnTo>
                  <a:pt x="697619" y="1218917"/>
                </a:lnTo>
                <a:lnTo>
                  <a:pt x="696897" y="1203259"/>
                </a:lnTo>
                <a:lnTo>
                  <a:pt x="675329" y="1195972"/>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FA094AD3-9D6B-4717-8E23-14F2086E152B}"/>
              </a:ext>
            </a:extLst>
          </p:cNvPr>
          <p:cNvSpPr>
            <a:spLocks xmlns:a="http://schemas.openxmlformats.org/drawingml/2006/main" noGrp="1"/>
          </p:cNvSpPr>
          <p:nvPr/>
        </p:nvSpPr>
        <p:spPr>
          <a:xfrm xmlns:a="http://schemas.openxmlformats.org/drawingml/2006/main">
            <a:off x="4037955" y="2703031"/>
            <a:ext cx="520102" cy="194135"/>
          </a:xfrm>
          <a:custGeom xmlns:a="http://schemas.openxmlformats.org/drawingml/2006/main">
            <a:pathLst>
              <a:path w="553637" h="206652">
                <a:moveTo>
                  <a:pt x="11974" y="60827"/>
                </a:moveTo>
                <a:lnTo>
                  <a:pt x="13489" y="57147"/>
                </a:lnTo>
                <a:lnTo>
                  <a:pt x="8728" y="53756"/>
                </a:lnTo>
                <a:lnTo>
                  <a:pt x="7863" y="45241"/>
                </a:lnTo>
                <a:lnTo>
                  <a:pt x="0" y="41273"/>
                </a:lnTo>
                <a:lnTo>
                  <a:pt x="1948" y="33264"/>
                </a:lnTo>
                <a:lnTo>
                  <a:pt x="72" y="32109"/>
                </a:lnTo>
                <a:lnTo>
                  <a:pt x="20126" y="27202"/>
                </a:lnTo>
                <a:lnTo>
                  <a:pt x="29503" y="14647"/>
                </a:lnTo>
                <a:lnTo>
                  <a:pt x="43353" y="10462"/>
                </a:lnTo>
                <a:lnTo>
                  <a:pt x="52803" y="0"/>
                </a:lnTo>
                <a:lnTo>
                  <a:pt x="85985" y="11473"/>
                </a:lnTo>
                <a:lnTo>
                  <a:pt x="119384" y="27130"/>
                </a:lnTo>
                <a:lnTo>
                  <a:pt x="139726" y="30522"/>
                </a:lnTo>
                <a:lnTo>
                  <a:pt x="156533" y="39469"/>
                </a:lnTo>
                <a:lnTo>
                  <a:pt x="163602" y="46901"/>
                </a:lnTo>
                <a:lnTo>
                  <a:pt x="166416" y="55848"/>
                </a:lnTo>
                <a:lnTo>
                  <a:pt x="194116" y="67970"/>
                </a:lnTo>
                <a:lnTo>
                  <a:pt x="195919" y="64218"/>
                </a:lnTo>
                <a:lnTo>
                  <a:pt x="208903" y="65084"/>
                </a:lnTo>
                <a:lnTo>
                  <a:pt x="213953" y="75041"/>
                </a:lnTo>
                <a:lnTo>
                  <a:pt x="236675" y="73382"/>
                </a:lnTo>
                <a:lnTo>
                  <a:pt x="252545" y="75330"/>
                </a:lnTo>
                <a:lnTo>
                  <a:pt x="271517" y="68259"/>
                </a:lnTo>
                <a:lnTo>
                  <a:pt x="309171" y="65084"/>
                </a:lnTo>
                <a:lnTo>
                  <a:pt x="317683" y="60682"/>
                </a:lnTo>
                <a:lnTo>
                  <a:pt x="335140" y="64290"/>
                </a:lnTo>
                <a:lnTo>
                  <a:pt x="344589" y="71361"/>
                </a:lnTo>
                <a:lnTo>
                  <a:pt x="355410" y="69702"/>
                </a:lnTo>
                <a:lnTo>
                  <a:pt x="378132" y="75546"/>
                </a:lnTo>
                <a:lnTo>
                  <a:pt x="412757" y="73670"/>
                </a:lnTo>
                <a:lnTo>
                  <a:pt x="422568" y="70207"/>
                </a:lnTo>
                <a:lnTo>
                  <a:pt x="427906" y="64867"/>
                </a:lnTo>
                <a:lnTo>
                  <a:pt x="487273" y="63208"/>
                </a:lnTo>
                <a:lnTo>
                  <a:pt x="509202" y="72805"/>
                </a:lnTo>
                <a:lnTo>
                  <a:pt x="525144" y="90122"/>
                </a:lnTo>
                <a:lnTo>
                  <a:pt x="540581" y="126488"/>
                </a:lnTo>
                <a:lnTo>
                  <a:pt x="553637" y="175048"/>
                </a:lnTo>
                <a:lnTo>
                  <a:pt x="550535" y="180099"/>
                </a:lnTo>
                <a:lnTo>
                  <a:pt x="542023" y="182553"/>
                </a:lnTo>
                <a:lnTo>
                  <a:pt x="505307" y="173461"/>
                </a:lnTo>
                <a:lnTo>
                  <a:pt x="449835" y="173172"/>
                </a:lnTo>
                <a:lnTo>
                  <a:pt x="445074" y="183058"/>
                </a:lnTo>
                <a:lnTo>
                  <a:pt x="439808" y="179017"/>
                </a:lnTo>
                <a:lnTo>
                  <a:pt x="441467" y="174255"/>
                </a:lnTo>
                <a:lnTo>
                  <a:pt x="437427" y="173100"/>
                </a:lnTo>
                <a:lnTo>
                  <a:pt x="373732" y="172667"/>
                </a:lnTo>
                <a:lnTo>
                  <a:pt x="348341" y="184934"/>
                </a:lnTo>
                <a:lnTo>
                  <a:pt x="335356" y="177718"/>
                </a:lnTo>
                <a:lnTo>
                  <a:pt x="331028" y="183274"/>
                </a:lnTo>
                <a:lnTo>
                  <a:pt x="319775" y="187603"/>
                </a:lnTo>
                <a:lnTo>
                  <a:pt x="317322" y="184212"/>
                </a:lnTo>
                <a:lnTo>
                  <a:pt x="312345" y="185727"/>
                </a:lnTo>
                <a:lnTo>
                  <a:pt x="301236" y="194675"/>
                </a:lnTo>
                <a:lnTo>
                  <a:pt x="293806" y="196551"/>
                </a:lnTo>
                <a:lnTo>
                  <a:pt x="287314" y="194602"/>
                </a:lnTo>
                <a:lnTo>
                  <a:pt x="258893" y="204632"/>
                </a:lnTo>
                <a:lnTo>
                  <a:pt x="231193" y="206652"/>
                </a:lnTo>
                <a:lnTo>
                  <a:pt x="210779" y="182625"/>
                </a:lnTo>
                <a:lnTo>
                  <a:pt x="205874" y="167400"/>
                </a:lnTo>
                <a:lnTo>
                  <a:pt x="195414" y="161050"/>
                </a:lnTo>
                <a:lnTo>
                  <a:pt x="173846" y="162638"/>
                </a:lnTo>
                <a:lnTo>
                  <a:pt x="160717" y="137889"/>
                </a:lnTo>
                <a:lnTo>
                  <a:pt x="162088" y="130962"/>
                </a:lnTo>
                <a:lnTo>
                  <a:pt x="158914" y="132260"/>
                </a:lnTo>
                <a:lnTo>
                  <a:pt x="146362" y="123457"/>
                </a:lnTo>
                <a:lnTo>
                  <a:pt x="131863" y="122231"/>
                </a:lnTo>
                <a:lnTo>
                  <a:pt x="126669" y="116891"/>
                </a:lnTo>
                <a:lnTo>
                  <a:pt x="106183" y="110975"/>
                </a:lnTo>
                <a:lnTo>
                  <a:pt x="90602" y="99718"/>
                </a:lnTo>
                <a:lnTo>
                  <a:pt x="85985" y="97987"/>
                </a:lnTo>
                <a:lnTo>
                  <a:pt x="86995" y="100801"/>
                </a:lnTo>
                <a:lnTo>
                  <a:pt x="81801" y="100151"/>
                </a:lnTo>
                <a:lnTo>
                  <a:pt x="76030" y="93152"/>
                </a:lnTo>
                <a:lnTo>
                  <a:pt x="57925" y="89761"/>
                </a:lnTo>
                <a:lnTo>
                  <a:pt x="52514" y="78433"/>
                </a:lnTo>
                <a:lnTo>
                  <a:pt x="41550" y="76484"/>
                </a:lnTo>
                <a:lnTo>
                  <a:pt x="37438" y="80092"/>
                </a:lnTo>
                <a:lnTo>
                  <a:pt x="30802" y="78793"/>
                </a:lnTo>
                <a:lnTo>
                  <a:pt x="17168" y="64507"/>
                </a:lnTo>
                <a:lnTo>
                  <a:pt x="14355" y="65733"/>
                </a:lnTo>
                <a:lnTo>
                  <a:pt x="15653" y="60971"/>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30CA829A-907D-4374-B1B3-07C085D2FD47}"/>
              </a:ext>
            </a:extLst>
          </p:cNvPr>
          <p:cNvSpPr>
            <a:spLocks xmlns:a="http://schemas.openxmlformats.org/drawingml/2006/main" noGrp="1"/>
          </p:cNvSpPr>
          <p:nvPr/>
        </p:nvSpPr>
        <p:spPr>
          <a:xfrm xmlns:a="http://schemas.openxmlformats.org/drawingml/2006/main">
            <a:off x="3474009" y="4028830"/>
            <a:ext cx="110052" cy="129807"/>
          </a:xfrm>
          <a:custGeom xmlns:a="http://schemas.openxmlformats.org/drawingml/2006/main">
            <a:pathLst>
              <a:path w="117147" h="138177">
                <a:moveTo>
                  <a:pt x="39963" y="11761"/>
                </a:moveTo>
                <a:lnTo>
                  <a:pt x="45950" y="20420"/>
                </a:lnTo>
                <a:lnTo>
                  <a:pt x="50062" y="16091"/>
                </a:lnTo>
                <a:lnTo>
                  <a:pt x="57780" y="16379"/>
                </a:lnTo>
                <a:lnTo>
                  <a:pt x="61676" y="13565"/>
                </a:lnTo>
                <a:lnTo>
                  <a:pt x="57420" y="9813"/>
                </a:lnTo>
                <a:lnTo>
                  <a:pt x="56410" y="11833"/>
                </a:lnTo>
                <a:lnTo>
                  <a:pt x="58934" y="7216"/>
                </a:lnTo>
                <a:lnTo>
                  <a:pt x="105534" y="1299"/>
                </a:lnTo>
                <a:lnTo>
                  <a:pt x="109573" y="4185"/>
                </a:lnTo>
                <a:lnTo>
                  <a:pt x="109573" y="10462"/>
                </a:lnTo>
                <a:lnTo>
                  <a:pt x="102360" y="22296"/>
                </a:lnTo>
                <a:lnTo>
                  <a:pt x="84398" y="29079"/>
                </a:lnTo>
                <a:lnTo>
                  <a:pt x="85336" y="25182"/>
                </a:lnTo>
                <a:lnTo>
                  <a:pt x="78772" y="24388"/>
                </a:lnTo>
                <a:lnTo>
                  <a:pt x="74011" y="29151"/>
                </a:lnTo>
                <a:lnTo>
                  <a:pt x="72496" y="36294"/>
                </a:lnTo>
                <a:lnTo>
                  <a:pt x="79132" y="50076"/>
                </a:lnTo>
                <a:lnTo>
                  <a:pt x="86923" y="50148"/>
                </a:lnTo>
                <a:lnTo>
                  <a:pt x="88510" y="47406"/>
                </a:lnTo>
                <a:lnTo>
                  <a:pt x="85985" y="45674"/>
                </a:lnTo>
                <a:lnTo>
                  <a:pt x="91539" y="47622"/>
                </a:lnTo>
                <a:lnTo>
                  <a:pt x="94858" y="64074"/>
                </a:lnTo>
                <a:lnTo>
                  <a:pt x="109213" y="76340"/>
                </a:lnTo>
                <a:lnTo>
                  <a:pt x="112098" y="84061"/>
                </a:lnTo>
                <a:lnTo>
                  <a:pt x="116859" y="87380"/>
                </a:lnTo>
                <a:lnTo>
                  <a:pt x="117147" y="92070"/>
                </a:lnTo>
                <a:lnTo>
                  <a:pt x="113901" y="89039"/>
                </a:lnTo>
                <a:lnTo>
                  <a:pt x="108996" y="91204"/>
                </a:lnTo>
                <a:lnTo>
                  <a:pt x="105966" y="99935"/>
                </a:lnTo>
                <a:lnTo>
                  <a:pt x="110078" y="103254"/>
                </a:lnTo>
                <a:lnTo>
                  <a:pt x="99691" y="107655"/>
                </a:lnTo>
                <a:lnTo>
                  <a:pt x="102071" y="105635"/>
                </a:lnTo>
                <a:lnTo>
                  <a:pt x="94136" y="101739"/>
                </a:lnTo>
                <a:lnTo>
                  <a:pt x="89015" y="94018"/>
                </a:lnTo>
                <a:lnTo>
                  <a:pt x="76463" y="84277"/>
                </a:lnTo>
                <a:lnTo>
                  <a:pt x="67302" y="71145"/>
                </a:lnTo>
                <a:lnTo>
                  <a:pt x="58574" y="84133"/>
                </a:lnTo>
                <a:lnTo>
                  <a:pt x="60666" y="97121"/>
                </a:lnTo>
                <a:lnTo>
                  <a:pt x="60594" y="92792"/>
                </a:lnTo>
                <a:lnTo>
                  <a:pt x="54751" y="93802"/>
                </a:lnTo>
                <a:lnTo>
                  <a:pt x="57420" y="108088"/>
                </a:lnTo>
                <a:lnTo>
                  <a:pt x="60016" y="108954"/>
                </a:lnTo>
                <a:lnTo>
                  <a:pt x="60954" y="106357"/>
                </a:lnTo>
                <a:lnTo>
                  <a:pt x="61748" y="118479"/>
                </a:lnTo>
                <a:lnTo>
                  <a:pt x="58502" y="117757"/>
                </a:lnTo>
                <a:lnTo>
                  <a:pt x="57708" y="125189"/>
                </a:lnTo>
                <a:lnTo>
                  <a:pt x="60594" y="128364"/>
                </a:lnTo>
                <a:lnTo>
                  <a:pt x="64272" y="126993"/>
                </a:lnTo>
                <a:lnTo>
                  <a:pt x="65210" y="132621"/>
                </a:lnTo>
                <a:lnTo>
                  <a:pt x="60666" y="138177"/>
                </a:lnTo>
                <a:lnTo>
                  <a:pt x="51432" y="128653"/>
                </a:lnTo>
                <a:lnTo>
                  <a:pt x="44363" y="126849"/>
                </a:lnTo>
                <a:lnTo>
                  <a:pt x="36140" y="112706"/>
                </a:lnTo>
                <a:lnTo>
                  <a:pt x="0" y="74608"/>
                </a:lnTo>
                <a:lnTo>
                  <a:pt x="8440" y="67104"/>
                </a:lnTo>
                <a:lnTo>
                  <a:pt x="17096" y="65228"/>
                </a:lnTo>
                <a:lnTo>
                  <a:pt x="21929" y="67032"/>
                </a:lnTo>
                <a:lnTo>
                  <a:pt x="19549" y="67537"/>
                </a:lnTo>
                <a:lnTo>
                  <a:pt x="23155" y="70784"/>
                </a:lnTo>
                <a:lnTo>
                  <a:pt x="26401" y="70856"/>
                </a:lnTo>
                <a:lnTo>
                  <a:pt x="25824" y="68620"/>
                </a:lnTo>
                <a:lnTo>
                  <a:pt x="30657" y="73526"/>
                </a:lnTo>
                <a:lnTo>
                  <a:pt x="39169" y="74969"/>
                </a:lnTo>
                <a:lnTo>
                  <a:pt x="37294" y="79443"/>
                </a:lnTo>
                <a:lnTo>
                  <a:pt x="50855" y="86875"/>
                </a:lnTo>
                <a:lnTo>
                  <a:pt x="53380" y="82834"/>
                </a:lnTo>
                <a:lnTo>
                  <a:pt x="47970" y="78505"/>
                </a:lnTo>
                <a:lnTo>
                  <a:pt x="57925" y="83339"/>
                </a:lnTo>
                <a:lnTo>
                  <a:pt x="65715" y="70640"/>
                </a:lnTo>
                <a:lnTo>
                  <a:pt x="64272" y="64218"/>
                </a:lnTo>
                <a:lnTo>
                  <a:pt x="66725" y="60322"/>
                </a:lnTo>
                <a:lnTo>
                  <a:pt x="63840" y="55848"/>
                </a:lnTo>
                <a:lnTo>
                  <a:pt x="61459" y="57652"/>
                </a:lnTo>
                <a:lnTo>
                  <a:pt x="50927" y="48633"/>
                </a:lnTo>
                <a:lnTo>
                  <a:pt x="57059" y="43149"/>
                </a:lnTo>
                <a:lnTo>
                  <a:pt x="61243" y="46612"/>
                </a:lnTo>
                <a:lnTo>
                  <a:pt x="65282" y="45097"/>
                </a:lnTo>
                <a:lnTo>
                  <a:pt x="64705" y="33264"/>
                </a:lnTo>
                <a:lnTo>
                  <a:pt x="51000" y="33841"/>
                </a:lnTo>
                <a:lnTo>
                  <a:pt x="49196" y="24244"/>
                </a:lnTo>
                <a:lnTo>
                  <a:pt x="35707" y="42066"/>
                </a:lnTo>
                <a:lnTo>
                  <a:pt x="26113" y="43293"/>
                </a:lnTo>
                <a:lnTo>
                  <a:pt x="27339" y="37593"/>
                </a:lnTo>
                <a:lnTo>
                  <a:pt x="41838" y="32037"/>
                </a:lnTo>
                <a:lnTo>
                  <a:pt x="45084" y="21502"/>
                </a:lnTo>
                <a:lnTo>
                  <a:pt x="36428" y="11906"/>
                </a:lnTo>
                <a:lnTo>
                  <a:pt x="33687" y="15586"/>
                </a:lnTo>
                <a:lnTo>
                  <a:pt x="35418" y="16884"/>
                </a:lnTo>
                <a:lnTo>
                  <a:pt x="30585" y="16307"/>
                </a:lnTo>
                <a:lnTo>
                  <a:pt x="16880" y="2742"/>
                </a:lnTo>
                <a:lnTo>
                  <a:pt x="19476" y="0"/>
                </a:lnTo>
                <a:lnTo>
                  <a:pt x="38232" y="5772"/>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EFDA7FC6-A881-42C5-BC43-62A059C43E65}"/>
              </a:ext>
            </a:extLst>
          </p:cNvPr>
          <p:cNvSpPr>
            <a:spLocks xmlns:a="http://schemas.openxmlformats.org/drawingml/2006/main" noGrp="1"/>
          </p:cNvSpPr>
          <p:nvPr/>
        </p:nvSpPr>
        <p:spPr>
          <a:xfrm xmlns:a="http://schemas.openxmlformats.org/drawingml/2006/main">
            <a:off x="3484580" y="3940574"/>
            <a:ext cx="72238" cy="52804"/>
          </a:xfrm>
          <a:custGeom xmlns:a="http://schemas.openxmlformats.org/drawingml/2006/main">
            <a:pathLst>
              <a:path w="76896" h="56209">
                <a:moveTo>
                  <a:pt x="76896" y="33480"/>
                </a:moveTo>
                <a:lnTo>
                  <a:pt x="75237" y="43293"/>
                </a:lnTo>
                <a:lnTo>
                  <a:pt x="67374" y="48127"/>
                </a:lnTo>
                <a:lnTo>
                  <a:pt x="39746" y="36150"/>
                </a:lnTo>
                <a:lnTo>
                  <a:pt x="31090" y="39108"/>
                </a:lnTo>
                <a:lnTo>
                  <a:pt x="9378" y="56209"/>
                </a:lnTo>
                <a:lnTo>
                  <a:pt x="3318" y="55992"/>
                </a:lnTo>
                <a:lnTo>
                  <a:pt x="0" y="51086"/>
                </a:lnTo>
                <a:lnTo>
                  <a:pt x="3390" y="41417"/>
                </a:lnTo>
                <a:lnTo>
                  <a:pt x="32821" y="21574"/>
                </a:lnTo>
                <a:lnTo>
                  <a:pt x="53091" y="0"/>
                </a:lnTo>
                <a:lnTo>
                  <a:pt x="60161" y="2381"/>
                </a:lnTo>
                <a:lnTo>
                  <a:pt x="68312" y="10679"/>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87114B01-E09E-43D5-A6FA-39EEAD502D01}"/>
              </a:ext>
            </a:extLst>
          </p:cNvPr>
          <p:cNvSpPr>
            <a:spLocks xmlns:a="http://schemas.openxmlformats.org/drawingml/2006/main" noGrp="1"/>
          </p:cNvSpPr>
          <p:nvPr/>
        </p:nvSpPr>
        <p:spPr>
          <a:xfrm xmlns:a="http://schemas.openxmlformats.org/drawingml/2006/main">
            <a:off x="3420813" y="4013375"/>
            <a:ext cx="35848" cy="49212"/>
          </a:xfrm>
          <a:custGeom xmlns:a="http://schemas.openxmlformats.org/drawingml/2006/main">
            <a:pathLst>
              <a:path w="38159" h="52385">
                <a:moveTo>
                  <a:pt x="38159" y="43726"/>
                </a:moveTo>
                <a:lnTo>
                  <a:pt x="36500" y="50942"/>
                </a:lnTo>
                <a:lnTo>
                  <a:pt x="32461" y="52385"/>
                </a:lnTo>
                <a:lnTo>
                  <a:pt x="13201" y="41489"/>
                </a:lnTo>
                <a:lnTo>
                  <a:pt x="0" y="13565"/>
                </a:lnTo>
                <a:lnTo>
                  <a:pt x="4617" y="0"/>
                </a:lnTo>
                <a:lnTo>
                  <a:pt x="17385" y="3896"/>
                </a:lnTo>
                <a:lnTo>
                  <a:pt x="28782" y="18472"/>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FD23AA4E-B047-4DC7-BA95-A23B2A629629}"/>
              </a:ext>
            </a:extLst>
          </p:cNvPr>
          <p:cNvSpPr>
            <a:spLocks xmlns:a="http://schemas.openxmlformats.org/drawingml/2006/main" noGrp="1"/>
          </p:cNvSpPr>
          <p:nvPr/>
        </p:nvSpPr>
        <p:spPr>
          <a:xfrm xmlns:a="http://schemas.openxmlformats.org/drawingml/2006/main">
            <a:off x="3574505" y="4076753"/>
            <a:ext cx="32256" cy="31384"/>
          </a:xfrm>
          <a:custGeom xmlns:a="http://schemas.openxmlformats.org/drawingml/2006/main">
            <a:pathLst>
              <a:path w="34336" h="33408">
                <a:moveTo>
                  <a:pt x="18755" y="8298"/>
                </a:moveTo>
                <a:lnTo>
                  <a:pt x="24526" y="6277"/>
                </a:lnTo>
                <a:lnTo>
                  <a:pt x="20631" y="3319"/>
                </a:lnTo>
                <a:lnTo>
                  <a:pt x="23877" y="5267"/>
                </a:lnTo>
                <a:lnTo>
                  <a:pt x="32389" y="18688"/>
                </a:lnTo>
                <a:lnTo>
                  <a:pt x="34336" y="25543"/>
                </a:lnTo>
                <a:lnTo>
                  <a:pt x="28710" y="33408"/>
                </a:lnTo>
                <a:lnTo>
                  <a:pt x="24670" y="31820"/>
                </a:lnTo>
                <a:lnTo>
                  <a:pt x="28566" y="33119"/>
                </a:lnTo>
                <a:lnTo>
                  <a:pt x="32966" y="27347"/>
                </a:lnTo>
                <a:lnTo>
                  <a:pt x="31884" y="28934"/>
                </a:lnTo>
                <a:lnTo>
                  <a:pt x="17457" y="22512"/>
                </a:lnTo>
                <a:lnTo>
                  <a:pt x="17457" y="20492"/>
                </a:lnTo>
                <a:lnTo>
                  <a:pt x="18683" y="24605"/>
                </a:lnTo>
                <a:lnTo>
                  <a:pt x="11686" y="14720"/>
                </a:lnTo>
                <a:lnTo>
                  <a:pt x="15509" y="15658"/>
                </a:lnTo>
                <a:lnTo>
                  <a:pt x="17240" y="12411"/>
                </a:lnTo>
                <a:lnTo>
                  <a:pt x="11325" y="10679"/>
                </a:lnTo>
                <a:lnTo>
                  <a:pt x="8584" y="14503"/>
                </a:lnTo>
                <a:lnTo>
                  <a:pt x="0" y="4401"/>
                </a:lnTo>
                <a:lnTo>
                  <a:pt x="866" y="649"/>
                </a:lnTo>
                <a:lnTo>
                  <a:pt x="7863" y="0"/>
                </a:lnTo>
                <a:lnTo>
                  <a:pt x="8223" y="2598"/>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C1304FDD-4AE5-4004-BAC4-9F9C8926A5D7}"/>
              </a:ext>
            </a:extLst>
          </p:cNvPr>
          <p:cNvSpPr>
            <a:spLocks xmlns:a="http://schemas.openxmlformats.org/drawingml/2006/main" noGrp="1"/>
          </p:cNvSpPr>
          <p:nvPr/>
        </p:nvSpPr>
        <p:spPr>
          <a:xfrm xmlns:a="http://schemas.openxmlformats.org/drawingml/2006/main">
            <a:off x="3408005" y="4143589"/>
            <a:ext cx="21753" cy="22030"/>
          </a:xfrm>
          <a:custGeom xmlns:a="http://schemas.openxmlformats.org/drawingml/2006/main">
            <a:pathLst>
              <a:path w="23155" h="23450">
                <a:moveTo>
                  <a:pt x="11181" y="0"/>
                </a:moveTo>
                <a:lnTo>
                  <a:pt x="20486" y="5700"/>
                </a:lnTo>
                <a:lnTo>
                  <a:pt x="23155" y="11112"/>
                </a:lnTo>
                <a:lnTo>
                  <a:pt x="21713" y="8370"/>
                </a:lnTo>
                <a:lnTo>
                  <a:pt x="18539" y="9452"/>
                </a:lnTo>
                <a:lnTo>
                  <a:pt x="12335" y="20203"/>
                </a:lnTo>
                <a:lnTo>
                  <a:pt x="14932" y="21863"/>
                </a:lnTo>
                <a:lnTo>
                  <a:pt x="6492" y="23450"/>
                </a:lnTo>
                <a:lnTo>
                  <a:pt x="0" y="15153"/>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31896798-DAFF-45A2-BAF0-AFDDD4C76C83}"/>
              </a:ext>
            </a:extLst>
          </p:cNvPr>
          <p:cNvSpPr>
            <a:spLocks xmlns:a="http://schemas.openxmlformats.org/drawingml/2006/main" noGrp="1"/>
          </p:cNvSpPr>
          <p:nvPr/>
        </p:nvSpPr>
        <p:spPr>
          <a:xfrm xmlns:a="http://schemas.openxmlformats.org/drawingml/2006/main">
            <a:off x="3396146" y="4133625"/>
            <a:ext cx="13621" cy="15523"/>
          </a:xfrm>
          <a:custGeom xmlns:a="http://schemas.openxmlformats.org/drawingml/2006/main">
            <a:pathLst>
              <a:path w="14499" h="16524">
                <a:moveTo>
                  <a:pt x="3102" y="0"/>
                </a:moveTo>
                <a:lnTo>
                  <a:pt x="10676" y="1732"/>
                </a:lnTo>
                <a:lnTo>
                  <a:pt x="14499" y="5700"/>
                </a:lnTo>
                <a:lnTo>
                  <a:pt x="6131" y="16524"/>
                </a:lnTo>
                <a:lnTo>
                  <a:pt x="649" y="10751"/>
                </a:lnTo>
                <a:lnTo>
                  <a:pt x="0" y="3608"/>
                </a:lnTo>
                <a:lnTo>
                  <a:pt x="505" y="5989"/>
                </a:lnTo>
                <a:lnTo>
                  <a:pt x="3102" y="3824"/>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4E49E1B9-8792-47EF-97B5-2EF7BA5341D3}"/>
              </a:ext>
            </a:extLst>
          </p:cNvPr>
          <p:cNvSpPr>
            <a:spLocks xmlns:a="http://schemas.openxmlformats.org/drawingml/2006/main" noGrp="1"/>
          </p:cNvSpPr>
          <p:nvPr/>
        </p:nvSpPr>
        <p:spPr>
          <a:xfrm xmlns:a="http://schemas.openxmlformats.org/drawingml/2006/main">
            <a:off x="3571998" y="2536214"/>
            <a:ext cx="101784" cy="117742"/>
          </a:xfrm>
          <a:custGeom xmlns:a="http://schemas.openxmlformats.org/drawingml/2006/main">
            <a:pathLst>
              <a:path w="108347" h="125334">
                <a:moveTo>
                  <a:pt x="106255" y="91348"/>
                </a:moveTo>
                <a:lnTo>
                  <a:pt x="108347" y="100079"/>
                </a:lnTo>
                <a:lnTo>
                  <a:pt x="105462" y="106573"/>
                </a:lnTo>
                <a:lnTo>
                  <a:pt x="85697" y="122159"/>
                </a:lnTo>
                <a:lnTo>
                  <a:pt x="70909" y="125334"/>
                </a:lnTo>
                <a:lnTo>
                  <a:pt x="57708" y="120643"/>
                </a:lnTo>
                <a:lnTo>
                  <a:pt x="43425" y="104914"/>
                </a:lnTo>
                <a:lnTo>
                  <a:pt x="29503" y="80020"/>
                </a:lnTo>
                <a:lnTo>
                  <a:pt x="16447" y="70207"/>
                </a:lnTo>
                <a:lnTo>
                  <a:pt x="15221" y="49210"/>
                </a:lnTo>
                <a:lnTo>
                  <a:pt x="1515" y="21791"/>
                </a:lnTo>
                <a:lnTo>
                  <a:pt x="0" y="9524"/>
                </a:lnTo>
                <a:lnTo>
                  <a:pt x="19765" y="0"/>
                </a:lnTo>
                <a:lnTo>
                  <a:pt x="28061" y="1515"/>
                </a:lnTo>
                <a:lnTo>
                  <a:pt x="62974" y="38603"/>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55695F34-301D-4717-BD97-5B1E38A9791F}"/>
              </a:ext>
            </a:extLst>
          </p:cNvPr>
          <p:cNvSpPr>
            <a:spLocks xmlns:a="http://schemas.openxmlformats.org/drawingml/2006/main" noGrp="1"/>
          </p:cNvSpPr>
          <p:nvPr/>
        </p:nvSpPr>
        <p:spPr>
          <a:xfrm xmlns:a="http://schemas.openxmlformats.org/drawingml/2006/main">
            <a:off x="4598446" y="2618572"/>
            <a:ext cx="537653" cy="698113"/>
          </a:xfrm>
          <a:custGeom xmlns:a="http://schemas.openxmlformats.org/drawingml/2006/main">
            <a:pathLst>
              <a:path w="572320" h="743126">
                <a:moveTo>
                  <a:pt x="324464" y="59528"/>
                </a:moveTo>
                <a:lnTo>
                  <a:pt x="329874" y="66599"/>
                </a:lnTo>
                <a:lnTo>
                  <a:pt x="336727" y="62919"/>
                </a:lnTo>
                <a:lnTo>
                  <a:pt x="354616" y="64723"/>
                </a:lnTo>
                <a:lnTo>
                  <a:pt x="393425" y="78000"/>
                </a:lnTo>
                <a:lnTo>
                  <a:pt x="408429" y="85432"/>
                </a:lnTo>
                <a:lnTo>
                  <a:pt x="408862" y="88029"/>
                </a:lnTo>
                <a:lnTo>
                  <a:pt x="411098" y="86586"/>
                </a:lnTo>
                <a:lnTo>
                  <a:pt x="438077" y="97193"/>
                </a:lnTo>
                <a:lnTo>
                  <a:pt x="458779" y="110037"/>
                </a:lnTo>
                <a:lnTo>
                  <a:pt x="495857" y="143950"/>
                </a:lnTo>
                <a:lnTo>
                  <a:pt x="515117" y="155639"/>
                </a:lnTo>
                <a:lnTo>
                  <a:pt x="548155" y="219496"/>
                </a:lnTo>
                <a:lnTo>
                  <a:pt x="548083" y="227938"/>
                </a:lnTo>
                <a:lnTo>
                  <a:pt x="537335" y="238617"/>
                </a:lnTo>
                <a:lnTo>
                  <a:pt x="538272" y="240854"/>
                </a:lnTo>
                <a:lnTo>
                  <a:pt x="558831" y="247492"/>
                </a:lnTo>
                <a:lnTo>
                  <a:pt x="570805" y="264304"/>
                </a:lnTo>
                <a:lnTo>
                  <a:pt x="572320" y="293960"/>
                </a:lnTo>
                <a:lnTo>
                  <a:pt x="566838" y="319936"/>
                </a:lnTo>
                <a:lnTo>
                  <a:pt x="553998" y="347499"/>
                </a:lnTo>
                <a:lnTo>
                  <a:pt x="521898" y="399884"/>
                </a:lnTo>
                <a:lnTo>
                  <a:pt x="508048" y="428674"/>
                </a:lnTo>
                <a:lnTo>
                  <a:pt x="483882" y="497365"/>
                </a:lnTo>
                <a:lnTo>
                  <a:pt x="472485" y="559058"/>
                </a:lnTo>
                <a:lnTo>
                  <a:pt x="472918" y="593837"/>
                </a:lnTo>
                <a:lnTo>
                  <a:pt x="479049" y="618658"/>
                </a:lnTo>
                <a:lnTo>
                  <a:pt x="505234" y="667724"/>
                </a:lnTo>
                <a:lnTo>
                  <a:pt x="540869" y="721840"/>
                </a:lnTo>
                <a:lnTo>
                  <a:pt x="540292" y="734034"/>
                </a:lnTo>
                <a:lnTo>
                  <a:pt x="530337" y="742837"/>
                </a:lnTo>
                <a:lnTo>
                  <a:pt x="521753" y="743126"/>
                </a:lnTo>
                <a:lnTo>
                  <a:pt x="515117" y="739735"/>
                </a:lnTo>
                <a:lnTo>
                  <a:pt x="168796" y="445558"/>
                </a:lnTo>
                <a:lnTo>
                  <a:pt x="90025" y="373980"/>
                </a:lnTo>
                <a:lnTo>
                  <a:pt x="62902" y="333429"/>
                </a:lnTo>
                <a:lnTo>
                  <a:pt x="52226" y="307092"/>
                </a:lnTo>
                <a:lnTo>
                  <a:pt x="46455" y="283786"/>
                </a:lnTo>
                <a:lnTo>
                  <a:pt x="53524" y="278158"/>
                </a:lnTo>
                <a:lnTo>
                  <a:pt x="114118" y="279890"/>
                </a:lnTo>
                <a:lnTo>
                  <a:pt x="129050" y="276354"/>
                </a:lnTo>
                <a:lnTo>
                  <a:pt x="140086" y="270005"/>
                </a:lnTo>
                <a:lnTo>
                  <a:pt x="148166" y="258676"/>
                </a:lnTo>
                <a:lnTo>
                  <a:pt x="147372" y="250883"/>
                </a:lnTo>
                <a:lnTo>
                  <a:pt x="140014" y="243812"/>
                </a:lnTo>
                <a:lnTo>
                  <a:pt x="138788" y="234071"/>
                </a:lnTo>
                <a:lnTo>
                  <a:pt x="152061" y="210404"/>
                </a:lnTo>
                <a:lnTo>
                  <a:pt x="141024" y="205281"/>
                </a:lnTo>
                <a:lnTo>
                  <a:pt x="128905" y="206436"/>
                </a:lnTo>
                <a:lnTo>
                  <a:pt x="111809" y="224042"/>
                </a:lnTo>
                <a:lnTo>
                  <a:pt x="96084" y="230391"/>
                </a:lnTo>
                <a:lnTo>
                  <a:pt x="38015" y="227722"/>
                </a:lnTo>
                <a:lnTo>
                  <a:pt x="28782" y="222382"/>
                </a:lnTo>
                <a:lnTo>
                  <a:pt x="22650" y="214662"/>
                </a:lnTo>
                <a:lnTo>
                  <a:pt x="1298" y="157875"/>
                </a:lnTo>
                <a:lnTo>
                  <a:pt x="0" y="130529"/>
                </a:lnTo>
                <a:lnTo>
                  <a:pt x="12047" y="105563"/>
                </a:lnTo>
                <a:lnTo>
                  <a:pt x="87788" y="37232"/>
                </a:lnTo>
                <a:lnTo>
                  <a:pt x="111016" y="24749"/>
                </a:lnTo>
                <a:lnTo>
                  <a:pt x="197145" y="794"/>
                </a:lnTo>
                <a:lnTo>
                  <a:pt x="225639" y="0"/>
                </a:lnTo>
                <a:lnTo>
                  <a:pt x="249876" y="6999"/>
                </a:lnTo>
                <a:lnTo>
                  <a:pt x="271877" y="39830"/>
                </a:lnTo>
                <a:lnTo>
                  <a:pt x="320929" y="49066"/>
                </a:lnTo>
                <a:lnTo>
                  <a:pt x="326339" y="53395"/>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45DC1D36-0C9F-4B0D-BB1C-A9989DCBCEC4}"/>
              </a:ext>
            </a:extLst>
          </p:cNvPr>
          <p:cNvSpPr>
            <a:spLocks xmlns:a="http://schemas.openxmlformats.org/drawingml/2006/main" noGrp="1"/>
          </p:cNvSpPr>
          <p:nvPr/>
        </p:nvSpPr>
        <p:spPr>
          <a:xfrm xmlns:a="http://schemas.openxmlformats.org/drawingml/2006/main">
            <a:off x="4157697" y="2837923"/>
            <a:ext cx="70883" cy="65480"/>
          </a:xfrm>
          <a:custGeom xmlns:a="http://schemas.openxmlformats.org/drawingml/2006/main">
            <a:pathLst>
              <a:path w="75453" h="69702">
                <a:moveTo>
                  <a:pt x="21352" y="4401"/>
                </a:moveTo>
                <a:lnTo>
                  <a:pt x="39674" y="28573"/>
                </a:lnTo>
                <a:lnTo>
                  <a:pt x="68600" y="37881"/>
                </a:lnTo>
                <a:lnTo>
                  <a:pt x="75453" y="63064"/>
                </a:lnTo>
                <a:lnTo>
                  <a:pt x="72496" y="69269"/>
                </a:lnTo>
                <a:lnTo>
                  <a:pt x="68600" y="69702"/>
                </a:lnTo>
                <a:lnTo>
                  <a:pt x="59223" y="61693"/>
                </a:lnTo>
                <a:lnTo>
                  <a:pt x="5482" y="9236"/>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EE8439F2-E0EF-4BBE-9153-DBAE707AA3ED}"/>
              </a:ext>
            </a:extLst>
          </p:cNvPr>
          <p:cNvSpPr>
            <a:spLocks xmlns:a="http://schemas.openxmlformats.org/drawingml/2006/main" noGrp="1"/>
          </p:cNvSpPr>
          <p:nvPr/>
        </p:nvSpPr>
        <p:spPr>
          <a:xfrm xmlns:a="http://schemas.openxmlformats.org/drawingml/2006/main">
            <a:off x="2894476" y="4132404"/>
            <a:ext cx="163315" cy="196101"/>
          </a:xfrm>
          <a:custGeom xmlns:a="http://schemas.openxmlformats.org/drawingml/2006/main">
            <a:pathLst>
              <a:path w="173846" h="208745">
                <a:moveTo>
                  <a:pt x="16952" y="30161"/>
                </a:moveTo>
                <a:lnTo>
                  <a:pt x="27916" y="31460"/>
                </a:lnTo>
                <a:lnTo>
                  <a:pt x="24310" y="39036"/>
                </a:lnTo>
                <a:lnTo>
                  <a:pt x="27844" y="51735"/>
                </a:lnTo>
                <a:lnTo>
                  <a:pt x="23011" y="53178"/>
                </a:lnTo>
                <a:lnTo>
                  <a:pt x="30802" y="50797"/>
                </a:lnTo>
                <a:lnTo>
                  <a:pt x="32100" y="53034"/>
                </a:lnTo>
                <a:lnTo>
                  <a:pt x="35130" y="49138"/>
                </a:lnTo>
                <a:lnTo>
                  <a:pt x="37943" y="52673"/>
                </a:lnTo>
                <a:lnTo>
                  <a:pt x="34264" y="62342"/>
                </a:lnTo>
                <a:lnTo>
                  <a:pt x="38664" y="65228"/>
                </a:lnTo>
                <a:lnTo>
                  <a:pt x="28782" y="71073"/>
                </a:lnTo>
                <a:lnTo>
                  <a:pt x="23083" y="67032"/>
                </a:lnTo>
                <a:lnTo>
                  <a:pt x="21424" y="68403"/>
                </a:lnTo>
                <a:lnTo>
                  <a:pt x="28349" y="71722"/>
                </a:lnTo>
                <a:lnTo>
                  <a:pt x="40251" y="67032"/>
                </a:lnTo>
                <a:lnTo>
                  <a:pt x="35058" y="71794"/>
                </a:lnTo>
                <a:lnTo>
                  <a:pt x="41766" y="70856"/>
                </a:lnTo>
                <a:lnTo>
                  <a:pt x="40179" y="80164"/>
                </a:lnTo>
                <a:lnTo>
                  <a:pt x="42776" y="73021"/>
                </a:lnTo>
                <a:lnTo>
                  <a:pt x="59944" y="65517"/>
                </a:lnTo>
                <a:lnTo>
                  <a:pt x="69394" y="64579"/>
                </a:lnTo>
                <a:lnTo>
                  <a:pt x="89231" y="69630"/>
                </a:lnTo>
                <a:lnTo>
                  <a:pt x="112675" y="57363"/>
                </a:lnTo>
                <a:lnTo>
                  <a:pt x="127246" y="53034"/>
                </a:lnTo>
                <a:lnTo>
                  <a:pt x="127246" y="50076"/>
                </a:lnTo>
                <a:lnTo>
                  <a:pt x="164252" y="49498"/>
                </a:lnTo>
                <a:lnTo>
                  <a:pt x="172259" y="82545"/>
                </a:lnTo>
                <a:lnTo>
                  <a:pt x="173846" y="111408"/>
                </a:lnTo>
                <a:lnTo>
                  <a:pt x="170960" y="122880"/>
                </a:lnTo>
                <a:lnTo>
                  <a:pt x="161294" y="134714"/>
                </a:lnTo>
                <a:lnTo>
                  <a:pt x="133811" y="149722"/>
                </a:lnTo>
                <a:lnTo>
                  <a:pt x="127463" y="179955"/>
                </a:lnTo>
                <a:lnTo>
                  <a:pt x="111160" y="195829"/>
                </a:lnTo>
                <a:lnTo>
                  <a:pt x="96300" y="205642"/>
                </a:lnTo>
                <a:lnTo>
                  <a:pt x="79998" y="208745"/>
                </a:lnTo>
                <a:lnTo>
                  <a:pt x="63912" y="203478"/>
                </a:lnTo>
                <a:lnTo>
                  <a:pt x="21280" y="160473"/>
                </a:lnTo>
                <a:lnTo>
                  <a:pt x="20703" y="151309"/>
                </a:lnTo>
                <a:lnTo>
                  <a:pt x="39530" y="128003"/>
                </a:lnTo>
                <a:lnTo>
                  <a:pt x="44075" y="113211"/>
                </a:lnTo>
                <a:lnTo>
                  <a:pt x="40684" y="96544"/>
                </a:lnTo>
                <a:lnTo>
                  <a:pt x="37222" y="102100"/>
                </a:lnTo>
                <a:lnTo>
                  <a:pt x="35635" y="96471"/>
                </a:lnTo>
                <a:lnTo>
                  <a:pt x="28277" y="94379"/>
                </a:lnTo>
                <a:lnTo>
                  <a:pt x="35707" y="97626"/>
                </a:lnTo>
                <a:lnTo>
                  <a:pt x="36068" y="103687"/>
                </a:lnTo>
                <a:lnTo>
                  <a:pt x="28782" y="110397"/>
                </a:lnTo>
                <a:lnTo>
                  <a:pt x="23516" y="103038"/>
                </a:lnTo>
                <a:lnTo>
                  <a:pt x="22001" y="109243"/>
                </a:lnTo>
                <a:lnTo>
                  <a:pt x="14427" y="116964"/>
                </a:lnTo>
                <a:lnTo>
                  <a:pt x="5482" y="101955"/>
                </a:lnTo>
                <a:lnTo>
                  <a:pt x="0" y="80309"/>
                </a:lnTo>
                <a:lnTo>
                  <a:pt x="2813" y="60466"/>
                </a:lnTo>
                <a:lnTo>
                  <a:pt x="8223" y="53467"/>
                </a:lnTo>
                <a:lnTo>
                  <a:pt x="11253" y="37088"/>
                </a:lnTo>
                <a:lnTo>
                  <a:pt x="8223" y="361"/>
                </a:lnTo>
                <a:lnTo>
                  <a:pt x="10315"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16169564-41E2-45E6-8FBC-C97ED3410A71}"/>
              </a:ext>
            </a:extLst>
          </p:cNvPr>
          <p:cNvSpPr>
            <a:spLocks xmlns:a="http://schemas.openxmlformats.org/drawingml/2006/main" noGrp="1"/>
          </p:cNvSpPr>
          <p:nvPr/>
        </p:nvSpPr>
        <p:spPr>
          <a:xfrm xmlns:a="http://schemas.openxmlformats.org/drawingml/2006/main">
            <a:off x="2551988" y="4158840"/>
            <a:ext cx="179850" cy="73411"/>
          </a:xfrm>
          <a:custGeom xmlns:a="http://schemas.openxmlformats.org/drawingml/2006/main">
            <a:pathLst>
              <a:path w="191447" h="78144">
                <a:moveTo>
                  <a:pt x="112891" y="144"/>
                </a:moveTo>
                <a:lnTo>
                  <a:pt x="128328" y="4907"/>
                </a:lnTo>
                <a:lnTo>
                  <a:pt x="118662" y="2020"/>
                </a:lnTo>
                <a:lnTo>
                  <a:pt x="116498" y="8803"/>
                </a:lnTo>
                <a:lnTo>
                  <a:pt x="123423" y="19626"/>
                </a:lnTo>
                <a:lnTo>
                  <a:pt x="131286" y="24244"/>
                </a:lnTo>
                <a:lnTo>
                  <a:pt x="143765" y="22945"/>
                </a:lnTo>
                <a:lnTo>
                  <a:pt x="154081" y="15874"/>
                </a:lnTo>
                <a:lnTo>
                  <a:pt x="155163" y="14070"/>
                </a:lnTo>
                <a:lnTo>
                  <a:pt x="151412" y="11833"/>
                </a:lnTo>
                <a:lnTo>
                  <a:pt x="159996" y="16307"/>
                </a:lnTo>
                <a:lnTo>
                  <a:pt x="169662" y="39180"/>
                </a:lnTo>
                <a:lnTo>
                  <a:pt x="165117" y="28357"/>
                </a:lnTo>
                <a:lnTo>
                  <a:pt x="159346" y="26625"/>
                </a:lnTo>
                <a:lnTo>
                  <a:pt x="151123" y="30161"/>
                </a:lnTo>
                <a:lnTo>
                  <a:pt x="146218" y="39036"/>
                </a:lnTo>
                <a:lnTo>
                  <a:pt x="153720" y="46901"/>
                </a:lnTo>
                <a:lnTo>
                  <a:pt x="162593" y="47839"/>
                </a:lnTo>
                <a:lnTo>
                  <a:pt x="176947" y="58446"/>
                </a:lnTo>
                <a:lnTo>
                  <a:pt x="182430" y="57291"/>
                </a:lnTo>
                <a:lnTo>
                  <a:pt x="179400" y="53178"/>
                </a:lnTo>
                <a:lnTo>
                  <a:pt x="191447" y="70640"/>
                </a:lnTo>
                <a:lnTo>
                  <a:pt x="177813" y="72299"/>
                </a:lnTo>
                <a:lnTo>
                  <a:pt x="180338" y="68331"/>
                </a:lnTo>
                <a:lnTo>
                  <a:pt x="177669" y="64146"/>
                </a:lnTo>
                <a:lnTo>
                  <a:pt x="163819" y="60827"/>
                </a:lnTo>
                <a:lnTo>
                  <a:pt x="162809" y="73670"/>
                </a:lnTo>
                <a:lnTo>
                  <a:pt x="171321" y="72660"/>
                </a:lnTo>
                <a:lnTo>
                  <a:pt x="142755" y="78144"/>
                </a:lnTo>
                <a:lnTo>
                  <a:pt x="115993" y="72660"/>
                </a:lnTo>
                <a:lnTo>
                  <a:pt x="70404" y="77783"/>
                </a:lnTo>
                <a:lnTo>
                  <a:pt x="4833" y="66816"/>
                </a:lnTo>
                <a:lnTo>
                  <a:pt x="0" y="62126"/>
                </a:lnTo>
                <a:lnTo>
                  <a:pt x="2525" y="55054"/>
                </a:lnTo>
                <a:lnTo>
                  <a:pt x="25680" y="40551"/>
                </a:lnTo>
                <a:lnTo>
                  <a:pt x="48691" y="15297"/>
                </a:lnTo>
                <a:lnTo>
                  <a:pt x="101061"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41EB0565-EE72-43FA-B265-0F867CA0DF8A}"/>
              </a:ext>
            </a:extLst>
          </p:cNvPr>
          <p:cNvSpPr>
            <a:spLocks xmlns:a="http://schemas.openxmlformats.org/drawingml/2006/main" noGrp="1"/>
          </p:cNvSpPr>
          <p:nvPr/>
        </p:nvSpPr>
        <p:spPr>
          <a:xfrm xmlns:a="http://schemas.openxmlformats.org/drawingml/2006/main">
            <a:off x="2772633" y="3996361"/>
            <a:ext cx="210819" cy="83375"/>
          </a:xfrm>
          <a:custGeom xmlns:a="http://schemas.openxmlformats.org/drawingml/2006/main">
            <a:pathLst>
              <a:path w="224412" h="88751">
                <a:moveTo>
                  <a:pt x="78411" y="8947"/>
                </a:moveTo>
                <a:lnTo>
                  <a:pt x="106832" y="21791"/>
                </a:lnTo>
                <a:lnTo>
                  <a:pt x="110295" y="13998"/>
                </a:lnTo>
                <a:lnTo>
                  <a:pt x="121187" y="5556"/>
                </a:lnTo>
                <a:lnTo>
                  <a:pt x="127896" y="4618"/>
                </a:lnTo>
                <a:lnTo>
                  <a:pt x="131070" y="7648"/>
                </a:lnTo>
                <a:lnTo>
                  <a:pt x="142034" y="41056"/>
                </a:lnTo>
                <a:lnTo>
                  <a:pt x="145569" y="44015"/>
                </a:lnTo>
                <a:lnTo>
                  <a:pt x="172691" y="54333"/>
                </a:lnTo>
                <a:lnTo>
                  <a:pt x="182069" y="51591"/>
                </a:lnTo>
                <a:lnTo>
                  <a:pt x="199165" y="52457"/>
                </a:lnTo>
                <a:lnTo>
                  <a:pt x="217199" y="62919"/>
                </a:lnTo>
                <a:lnTo>
                  <a:pt x="224412" y="71217"/>
                </a:lnTo>
                <a:lnTo>
                  <a:pt x="210851" y="88751"/>
                </a:lnTo>
                <a:lnTo>
                  <a:pt x="174278" y="87236"/>
                </a:lnTo>
                <a:lnTo>
                  <a:pt x="139942" y="79731"/>
                </a:lnTo>
                <a:lnTo>
                  <a:pt x="89880" y="53756"/>
                </a:lnTo>
                <a:lnTo>
                  <a:pt x="40324" y="42932"/>
                </a:lnTo>
                <a:lnTo>
                  <a:pt x="21641" y="43077"/>
                </a:lnTo>
                <a:lnTo>
                  <a:pt x="3535" y="31965"/>
                </a:lnTo>
                <a:lnTo>
                  <a:pt x="0" y="23017"/>
                </a:lnTo>
                <a:lnTo>
                  <a:pt x="2453" y="17317"/>
                </a:lnTo>
                <a:lnTo>
                  <a:pt x="26474" y="4113"/>
                </a:lnTo>
                <a:lnTo>
                  <a:pt x="47753" y="0"/>
                </a:lnTo>
                <a:lnTo>
                  <a:pt x="69610" y="2381"/>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7EBD9AFF-9D4B-47B4-8C9C-C94C58DD0DB5}"/>
              </a:ext>
            </a:extLst>
          </p:cNvPr>
          <p:cNvSpPr>
            <a:spLocks xmlns:a="http://schemas.openxmlformats.org/drawingml/2006/main" noGrp="1"/>
          </p:cNvSpPr>
          <p:nvPr/>
        </p:nvSpPr>
        <p:spPr>
          <a:xfrm xmlns:a="http://schemas.openxmlformats.org/drawingml/2006/main">
            <a:off x="2907826" y="3975619"/>
            <a:ext cx="131804" cy="110557"/>
          </a:xfrm>
          <a:custGeom xmlns:a="http://schemas.openxmlformats.org/drawingml/2006/main">
            <a:pathLst>
              <a:path w="140303" h="117685">
                <a:moveTo>
                  <a:pt x="11542" y="0"/>
                </a:moveTo>
                <a:lnTo>
                  <a:pt x="39025" y="4907"/>
                </a:lnTo>
                <a:lnTo>
                  <a:pt x="70692" y="31604"/>
                </a:lnTo>
                <a:lnTo>
                  <a:pt x="78411" y="44664"/>
                </a:lnTo>
                <a:lnTo>
                  <a:pt x="84182" y="47911"/>
                </a:lnTo>
                <a:lnTo>
                  <a:pt x="87139" y="43654"/>
                </a:lnTo>
                <a:lnTo>
                  <a:pt x="90097" y="46324"/>
                </a:lnTo>
                <a:lnTo>
                  <a:pt x="88510" y="48127"/>
                </a:lnTo>
                <a:lnTo>
                  <a:pt x="94353" y="53467"/>
                </a:lnTo>
                <a:lnTo>
                  <a:pt x="96084" y="51952"/>
                </a:lnTo>
                <a:lnTo>
                  <a:pt x="100484" y="56209"/>
                </a:lnTo>
                <a:lnTo>
                  <a:pt x="98825" y="57868"/>
                </a:lnTo>
                <a:lnTo>
                  <a:pt x="104235" y="63208"/>
                </a:lnTo>
                <a:lnTo>
                  <a:pt x="106327" y="61260"/>
                </a:lnTo>
                <a:lnTo>
                  <a:pt x="122341" y="78360"/>
                </a:lnTo>
                <a:lnTo>
                  <a:pt x="126164" y="84133"/>
                </a:lnTo>
                <a:lnTo>
                  <a:pt x="123928" y="92359"/>
                </a:lnTo>
                <a:lnTo>
                  <a:pt x="130132" y="95028"/>
                </a:lnTo>
                <a:lnTo>
                  <a:pt x="140303" y="114222"/>
                </a:lnTo>
                <a:lnTo>
                  <a:pt x="139726" y="117685"/>
                </a:lnTo>
                <a:lnTo>
                  <a:pt x="120394" y="112562"/>
                </a:lnTo>
                <a:lnTo>
                  <a:pt x="98464" y="111480"/>
                </a:lnTo>
                <a:lnTo>
                  <a:pt x="93199" y="91348"/>
                </a:lnTo>
                <a:lnTo>
                  <a:pt x="80503" y="79587"/>
                </a:lnTo>
                <a:lnTo>
                  <a:pt x="54101" y="69485"/>
                </a:lnTo>
                <a:lnTo>
                  <a:pt x="24237" y="66527"/>
                </a:lnTo>
                <a:lnTo>
                  <a:pt x="7863" y="57075"/>
                </a:lnTo>
                <a:lnTo>
                  <a:pt x="0" y="11112"/>
                </a:lnTo>
                <a:lnTo>
                  <a:pt x="3679" y="9019"/>
                </a:lnTo>
                <a:lnTo>
                  <a:pt x="3246" y="3680"/>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7617A73B-C8AD-4809-B1B1-CDD95942FAFF}"/>
              </a:ext>
            </a:extLst>
          </p:cNvPr>
          <p:cNvSpPr>
            <a:spLocks xmlns:a="http://schemas.openxmlformats.org/drawingml/2006/main" noGrp="1"/>
          </p:cNvSpPr>
          <p:nvPr/>
        </p:nvSpPr>
        <p:spPr>
          <a:xfrm xmlns:a="http://schemas.openxmlformats.org/drawingml/2006/main">
            <a:off x="2620296" y="4301798"/>
            <a:ext cx="98531" cy="82426"/>
          </a:xfrm>
          <a:custGeom xmlns:a="http://schemas.openxmlformats.org/drawingml/2006/main">
            <a:pathLst>
              <a:path w="104884" h="87741">
                <a:moveTo>
                  <a:pt x="69755" y="0"/>
                </a:moveTo>
                <a:lnTo>
                  <a:pt x="86923" y="1660"/>
                </a:lnTo>
                <a:lnTo>
                  <a:pt x="89375" y="5989"/>
                </a:lnTo>
                <a:lnTo>
                  <a:pt x="77762" y="9524"/>
                </a:lnTo>
                <a:lnTo>
                  <a:pt x="76535" y="13204"/>
                </a:lnTo>
                <a:lnTo>
                  <a:pt x="85264" y="7432"/>
                </a:lnTo>
                <a:lnTo>
                  <a:pt x="93631" y="8370"/>
                </a:lnTo>
                <a:lnTo>
                  <a:pt x="104452" y="26409"/>
                </a:lnTo>
                <a:lnTo>
                  <a:pt x="98969" y="31171"/>
                </a:lnTo>
                <a:lnTo>
                  <a:pt x="99546" y="33480"/>
                </a:lnTo>
                <a:lnTo>
                  <a:pt x="100773" y="31027"/>
                </a:lnTo>
                <a:lnTo>
                  <a:pt x="104884" y="31387"/>
                </a:lnTo>
                <a:lnTo>
                  <a:pt x="103514" y="40263"/>
                </a:lnTo>
                <a:lnTo>
                  <a:pt x="95868" y="38531"/>
                </a:lnTo>
                <a:lnTo>
                  <a:pt x="87428" y="45169"/>
                </a:lnTo>
                <a:lnTo>
                  <a:pt x="80359" y="28501"/>
                </a:lnTo>
                <a:lnTo>
                  <a:pt x="80214" y="32903"/>
                </a:lnTo>
                <a:lnTo>
                  <a:pt x="86634" y="41417"/>
                </a:lnTo>
                <a:lnTo>
                  <a:pt x="84398" y="46035"/>
                </a:lnTo>
                <a:lnTo>
                  <a:pt x="80214" y="37665"/>
                </a:lnTo>
                <a:lnTo>
                  <a:pt x="74011" y="35789"/>
                </a:lnTo>
                <a:lnTo>
                  <a:pt x="68384" y="38387"/>
                </a:lnTo>
                <a:lnTo>
                  <a:pt x="74516" y="36222"/>
                </a:lnTo>
                <a:lnTo>
                  <a:pt x="80070" y="38170"/>
                </a:lnTo>
                <a:lnTo>
                  <a:pt x="83028" y="43942"/>
                </a:lnTo>
                <a:lnTo>
                  <a:pt x="80791" y="64146"/>
                </a:lnTo>
                <a:lnTo>
                  <a:pt x="70620" y="63424"/>
                </a:lnTo>
                <a:lnTo>
                  <a:pt x="59511" y="69702"/>
                </a:lnTo>
                <a:lnTo>
                  <a:pt x="55400" y="65012"/>
                </a:lnTo>
                <a:lnTo>
                  <a:pt x="51793" y="65012"/>
                </a:lnTo>
                <a:lnTo>
                  <a:pt x="34625" y="75546"/>
                </a:lnTo>
                <a:lnTo>
                  <a:pt x="35130" y="77783"/>
                </a:lnTo>
                <a:lnTo>
                  <a:pt x="28854" y="79515"/>
                </a:lnTo>
                <a:lnTo>
                  <a:pt x="25680" y="75907"/>
                </a:lnTo>
                <a:lnTo>
                  <a:pt x="13706" y="87741"/>
                </a:lnTo>
                <a:lnTo>
                  <a:pt x="16158" y="82329"/>
                </a:lnTo>
                <a:lnTo>
                  <a:pt x="12696" y="66888"/>
                </a:lnTo>
                <a:lnTo>
                  <a:pt x="5049" y="44375"/>
                </a:lnTo>
                <a:lnTo>
                  <a:pt x="0" y="41489"/>
                </a:lnTo>
                <a:lnTo>
                  <a:pt x="577" y="37809"/>
                </a:lnTo>
                <a:lnTo>
                  <a:pt x="29575" y="33552"/>
                </a:lnTo>
                <a:lnTo>
                  <a:pt x="37150" y="39469"/>
                </a:lnTo>
                <a:lnTo>
                  <a:pt x="39097" y="38026"/>
                </a:lnTo>
                <a:lnTo>
                  <a:pt x="35274" y="28934"/>
                </a:lnTo>
                <a:lnTo>
                  <a:pt x="47465" y="8081"/>
                </a:lnTo>
                <a:lnTo>
                  <a:pt x="57708" y="2237"/>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F263E502-5E0E-45DF-875C-1E652FA39AB0}"/>
              </a:ext>
            </a:extLst>
          </p:cNvPr>
          <p:cNvSpPr>
            <a:spLocks xmlns:a="http://schemas.openxmlformats.org/drawingml/2006/main" noGrp="1"/>
          </p:cNvSpPr>
          <p:nvPr/>
        </p:nvSpPr>
        <p:spPr>
          <a:xfrm xmlns:a="http://schemas.openxmlformats.org/drawingml/2006/main">
            <a:off x="2694974" y="4409169"/>
            <a:ext cx="89790" cy="67581"/>
          </a:xfrm>
          <a:custGeom xmlns:a="http://schemas.openxmlformats.org/drawingml/2006/main">
            <a:pathLst>
              <a:path w="95579" h="71939">
                <a:moveTo>
                  <a:pt x="33399" y="0"/>
                </a:moveTo>
                <a:lnTo>
                  <a:pt x="45589" y="5339"/>
                </a:lnTo>
                <a:lnTo>
                  <a:pt x="48403" y="11617"/>
                </a:lnTo>
                <a:lnTo>
                  <a:pt x="61531" y="5917"/>
                </a:lnTo>
                <a:lnTo>
                  <a:pt x="60521" y="17389"/>
                </a:lnTo>
                <a:lnTo>
                  <a:pt x="62325" y="5772"/>
                </a:lnTo>
                <a:lnTo>
                  <a:pt x="68168" y="4329"/>
                </a:lnTo>
                <a:lnTo>
                  <a:pt x="81513" y="8803"/>
                </a:lnTo>
                <a:lnTo>
                  <a:pt x="84759" y="15080"/>
                </a:lnTo>
                <a:lnTo>
                  <a:pt x="86706" y="12771"/>
                </a:lnTo>
                <a:lnTo>
                  <a:pt x="95579" y="14575"/>
                </a:lnTo>
                <a:lnTo>
                  <a:pt x="95146" y="22079"/>
                </a:lnTo>
                <a:lnTo>
                  <a:pt x="88293" y="31387"/>
                </a:lnTo>
                <a:lnTo>
                  <a:pt x="78988" y="26625"/>
                </a:lnTo>
                <a:lnTo>
                  <a:pt x="74732" y="30161"/>
                </a:lnTo>
                <a:lnTo>
                  <a:pt x="80359" y="28790"/>
                </a:lnTo>
                <a:lnTo>
                  <a:pt x="83532" y="32686"/>
                </a:lnTo>
                <a:lnTo>
                  <a:pt x="82090" y="44808"/>
                </a:lnTo>
                <a:lnTo>
                  <a:pt x="79276" y="47045"/>
                </a:lnTo>
                <a:lnTo>
                  <a:pt x="82378" y="66022"/>
                </a:lnTo>
                <a:lnTo>
                  <a:pt x="70981" y="71939"/>
                </a:lnTo>
                <a:lnTo>
                  <a:pt x="61387" y="70423"/>
                </a:lnTo>
                <a:lnTo>
                  <a:pt x="50711" y="63424"/>
                </a:lnTo>
                <a:lnTo>
                  <a:pt x="47393" y="67176"/>
                </a:lnTo>
                <a:lnTo>
                  <a:pt x="41550" y="67032"/>
                </a:lnTo>
                <a:lnTo>
                  <a:pt x="27700" y="50653"/>
                </a:lnTo>
                <a:lnTo>
                  <a:pt x="20919" y="30377"/>
                </a:lnTo>
                <a:lnTo>
                  <a:pt x="15221" y="26481"/>
                </a:lnTo>
                <a:lnTo>
                  <a:pt x="10748" y="27852"/>
                </a:lnTo>
                <a:lnTo>
                  <a:pt x="649" y="24461"/>
                </a:lnTo>
                <a:lnTo>
                  <a:pt x="0" y="18977"/>
                </a:lnTo>
                <a:lnTo>
                  <a:pt x="9522" y="7793"/>
                </a:lnTo>
                <a:lnTo>
                  <a:pt x="13778" y="9741"/>
                </a:lnTo>
                <a:lnTo>
                  <a:pt x="22939" y="722"/>
                </a:lnTo>
                <a:lnTo>
                  <a:pt x="25175" y="4329"/>
                </a:lnTo>
                <a:lnTo>
                  <a:pt x="25897" y="1515"/>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771291C7-0920-4A62-8526-F2F84F7F6434}"/>
              </a:ext>
            </a:extLst>
          </p:cNvPr>
          <p:cNvSpPr>
            <a:spLocks xmlns:a="http://schemas.openxmlformats.org/drawingml/2006/main" noGrp="1"/>
          </p:cNvSpPr>
          <p:nvPr/>
        </p:nvSpPr>
        <p:spPr>
          <a:xfrm xmlns:a="http://schemas.openxmlformats.org/drawingml/2006/main">
            <a:off x="3126100" y="4175787"/>
            <a:ext cx="64716" cy="68869"/>
          </a:xfrm>
          <a:custGeom xmlns:a="http://schemas.openxmlformats.org/drawingml/2006/main">
            <a:pathLst>
              <a:path w="68889" h="73310">
                <a:moveTo>
                  <a:pt x="8656" y="2020"/>
                </a:moveTo>
                <a:lnTo>
                  <a:pt x="25247" y="17606"/>
                </a:lnTo>
                <a:lnTo>
                  <a:pt x="34481" y="21069"/>
                </a:lnTo>
                <a:lnTo>
                  <a:pt x="47393" y="43726"/>
                </a:lnTo>
                <a:lnTo>
                  <a:pt x="68528" y="65156"/>
                </a:lnTo>
                <a:lnTo>
                  <a:pt x="68889" y="73310"/>
                </a:lnTo>
                <a:lnTo>
                  <a:pt x="47609" y="67826"/>
                </a:lnTo>
                <a:lnTo>
                  <a:pt x="12263" y="45530"/>
                </a:lnTo>
                <a:lnTo>
                  <a:pt x="505" y="21069"/>
                </a:lnTo>
                <a:lnTo>
                  <a:pt x="0" y="1948"/>
                </a:lnTo>
                <a:lnTo>
                  <a:pt x="4184"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99FD0337-AEB3-4D6C-9A4E-F81D53852197}"/>
              </a:ext>
            </a:extLst>
          </p:cNvPr>
          <p:cNvSpPr>
            <a:spLocks xmlns:a="http://schemas.openxmlformats.org/drawingml/2006/main" noGrp="1"/>
          </p:cNvSpPr>
          <p:nvPr/>
        </p:nvSpPr>
        <p:spPr>
          <a:xfrm xmlns:a="http://schemas.openxmlformats.org/drawingml/2006/main">
            <a:off x="2820476" y="4057231"/>
            <a:ext cx="24870" cy="36197"/>
          </a:xfrm>
          <a:custGeom xmlns:a="http://schemas.openxmlformats.org/drawingml/2006/main">
            <a:pathLst>
              <a:path w="26474" h="38531">
                <a:moveTo>
                  <a:pt x="4689" y="0"/>
                </a:moveTo>
                <a:lnTo>
                  <a:pt x="12191" y="2453"/>
                </a:lnTo>
                <a:lnTo>
                  <a:pt x="2453" y="794"/>
                </a:lnTo>
                <a:lnTo>
                  <a:pt x="5843" y="14792"/>
                </a:lnTo>
                <a:lnTo>
                  <a:pt x="24959" y="18255"/>
                </a:lnTo>
                <a:lnTo>
                  <a:pt x="18972" y="29872"/>
                </a:lnTo>
                <a:lnTo>
                  <a:pt x="26474" y="34923"/>
                </a:lnTo>
                <a:lnTo>
                  <a:pt x="13850" y="38531"/>
                </a:lnTo>
                <a:lnTo>
                  <a:pt x="1371" y="29295"/>
                </a:lnTo>
                <a:lnTo>
                  <a:pt x="7286" y="31532"/>
                </a:lnTo>
                <a:lnTo>
                  <a:pt x="9450" y="27708"/>
                </a:lnTo>
                <a:lnTo>
                  <a:pt x="4472" y="19987"/>
                </a:lnTo>
                <a:lnTo>
                  <a:pt x="1731" y="19843"/>
                </a:lnTo>
                <a:lnTo>
                  <a:pt x="0" y="23956"/>
                </a:lnTo>
                <a:lnTo>
                  <a:pt x="3535" y="12627"/>
                </a:lnTo>
                <a:lnTo>
                  <a:pt x="649" y="2092"/>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127341FE-818B-4F97-89DB-C08509A68773}"/>
              </a:ext>
            </a:extLst>
          </p:cNvPr>
          <p:cNvSpPr>
            <a:spLocks xmlns:a="http://schemas.openxmlformats.org/drawingml/2006/main" noGrp="1"/>
          </p:cNvSpPr>
          <p:nvPr/>
        </p:nvSpPr>
        <p:spPr>
          <a:xfrm xmlns:a="http://schemas.openxmlformats.org/drawingml/2006/main">
            <a:off x="2878890" y="4267906"/>
            <a:ext cx="23854" cy="6304"/>
          </a:xfrm>
          <a:custGeom xmlns:a="http://schemas.openxmlformats.org/drawingml/2006/main">
            <a:pathLst>
              <a:path w="25392" h="6710">
                <a:moveTo>
                  <a:pt x="13634" y="0"/>
                </a:moveTo>
                <a:lnTo>
                  <a:pt x="25392" y="0"/>
                </a:lnTo>
                <a:lnTo>
                  <a:pt x="25392" y="6710"/>
                </a:lnTo>
                <a:lnTo>
                  <a:pt x="0" y="6710"/>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A4BA0638-9587-4E3E-BBBA-47A204D487E5}"/>
              </a:ext>
            </a:extLst>
          </p:cNvPr>
          <p:cNvSpPr>
            <a:spLocks xmlns:a="http://schemas.openxmlformats.org/drawingml/2006/main" noGrp="1"/>
          </p:cNvSpPr>
          <p:nvPr/>
        </p:nvSpPr>
        <p:spPr>
          <a:xfrm xmlns:a="http://schemas.openxmlformats.org/drawingml/2006/main">
            <a:off x="2837485" y="4061366"/>
            <a:ext cx="31985" cy="29283"/>
          </a:xfrm>
          <a:custGeom xmlns:a="http://schemas.openxmlformats.org/drawingml/2006/main">
            <a:pathLst>
              <a:path w="34048" h="31171">
                <a:moveTo>
                  <a:pt x="21857" y="10895"/>
                </a:moveTo>
                <a:lnTo>
                  <a:pt x="34048" y="22224"/>
                </a:lnTo>
                <a:lnTo>
                  <a:pt x="29143" y="17462"/>
                </a:lnTo>
                <a:lnTo>
                  <a:pt x="25897" y="23306"/>
                </a:lnTo>
                <a:lnTo>
                  <a:pt x="26546" y="28357"/>
                </a:lnTo>
                <a:lnTo>
                  <a:pt x="33615" y="26553"/>
                </a:lnTo>
                <a:lnTo>
                  <a:pt x="14643" y="31171"/>
                </a:lnTo>
                <a:lnTo>
                  <a:pt x="21713" y="27563"/>
                </a:lnTo>
                <a:lnTo>
                  <a:pt x="16663" y="11689"/>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DD75FA55-BDBC-4656-8C87-4BD6DDD7DAEA}"/>
              </a:ext>
            </a:extLst>
          </p:cNvPr>
          <p:cNvSpPr>
            <a:spLocks xmlns:a="http://schemas.openxmlformats.org/drawingml/2006/main" noGrp="1"/>
          </p:cNvSpPr>
          <p:nvPr/>
        </p:nvSpPr>
        <p:spPr>
          <a:xfrm xmlns:a="http://schemas.openxmlformats.org/drawingml/2006/main">
            <a:off x="2744578" y="4309525"/>
            <a:ext cx="15789" cy="16472"/>
          </a:xfrm>
          <a:custGeom xmlns:a="http://schemas.openxmlformats.org/drawingml/2006/main">
            <a:pathLst>
              <a:path w="16807" h="17534">
                <a:moveTo>
                  <a:pt x="9233" y="16524"/>
                </a:moveTo>
                <a:lnTo>
                  <a:pt x="3679" y="17534"/>
                </a:lnTo>
                <a:lnTo>
                  <a:pt x="0" y="15008"/>
                </a:lnTo>
                <a:lnTo>
                  <a:pt x="4617" y="11617"/>
                </a:lnTo>
                <a:lnTo>
                  <a:pt x="5771" y="6350"/>
                </a:lnTo>
                <a:lnTo>
                  <a:pt x="16807"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2093C7F8-3AFE-44F7-A70D-62B0E4FBDE4A}"/>
              </a:ext>
            </a:extLst>
          </p:cNvPr>
          <p:cNvSpPr>
            <a:spLocks xmlns:a="http://schemas.openxmlformats.org/drawingml/2006/main" noGrp="1"/>
          </p:cNvSpPr>
          <p:nvPr/>
        </p:nvSpPr>
        <p:spPr>
          <a:xfrm xmlns:a="http://schemas.openxmlformats.org/drawingml/2006/main">
            <a:off x="2234709" y="2898658"/>
            <a:ext cx="10978" cy="16472"/>
          </a:xfrm>
          <a:custGeom xmlns:a="http://schemas.openxmlformats.org/drawingml/2006/main">
            <a:pathLst>
              <a:path w="11686" h="17534">
                <a:moveTo>
                  <a:pt x="6059" y="17534"/>
                </a:moveTo>
                <a:lnTo>
                  <a:pt x="0" y="15586"/>
                </a:lnTo>
                <a:lnTo>
                  <a:pt x="6925" y="0"/>
                </a:lnTo>
                <a:lnTo>
                  <a:pt x="11686" y="9452"/>
                </a:lnTo>
                <a:lnTo>
                  <a:pt x="11469" y="13204"/>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92A95EC4-7C80-4D9C-9275-8F061A9E8151}"/>
              </a:ext>
            </a:extLst>
          </p:cNvPr>
          <p:cNvSpPr>
            <a:spLocks xmlns:a="http://schemas.openxmlformats.org/drawingml/2006/main" noGrp="1"/>
          </p:cNvSpPr>
          <p:nvPr/>
        </p:nvSpPr>
        <p:spPr>
          <a:xfrm xmlns:a="http://schemas.openxmlformats.org/drawingml/2006/main">
            <a:off x="1864776" y="2413795"/>
            <a:ext cx="2967394" cy="1763144"/>
          </a:xfrm>
          <a:custGeom xmlns:a="http://schemas.openxmlformats.org/drawingml/2006/main">
            <a:pathLst>
              <a:path w="3158725" h="1876828">
                <a:moveTo>
                  <a:pt x="660686" y="1177789"/>
                </a:moveTo>
                <a:lnTo>
                  <a:pt x="645970" y="1174830"/>
                </a:lnTo>
                <a:lnTo>
                  <a:pt x="649865" y="1183777"/>
                </a:lnTo>
                <a:lnTo>
                  <a:pt x="658017" y="1185798"/>
                </a:lnTo>
                <a:lnTo>
                  <a:pt x="675762" y="1207949"/>
                </a:lnTo>
                <a:lnTo>
                  <a:pt x="675978" y="1235585"/>
                </a:lnTo>
                <a:lnTo>
                  <a:pt x="652679" y="1234935"/>
                </a:lnTo>
                <a:lnTo>
                  <a:pt x="652823" y="1231544"/>
                </a:lnTo>
                <a:lnTo>
                  <a:pt x="648567" y="1228658"/>
                </a:lnTo>
                <a:lnTo>
                  <a:pt x="646259" y="1209393"/>
                </a:lnTo>
                <a:lnTo>
                  <a:pt x="639622" y="1196765"/>
                </a:lnTo>
                <a:lnTo>
                  <a:pt x="641786" y="1189622"/>
                </a:lnTo>
                <a:lnTo>
                  <a:pt x="648278" y="1184355"/>
                </a:lnTo>
                <a:lnTo>
                  <a:pt x="644599" y="1175480"/>
                </a:lnTo>
                <a:lnTo>
                  <a:pt x="637170" y="1184499"/>
                </a:lnTo>
                <a:lnTo>
                  <a:pt x="633707" y="1195467"/>
                </a:lnTo>
                <a:lnTo>
                  <a:pt x="635150" y="1225411"/>
                </a:lnTo>
                <a:lnTo>
                  <a:pt x="615096" y="1232987"/>
                </a:lnTo>
                <a:lnTo>
                  <a:pt x="599876" y="1231977"/>
                </a:lnTo>
                <a:lnTo>
                  <a:pt x="563952" y="1238688"/>
                </a:lnTo>
                <a:lnTo>
                  <a:pt x="554070" y="1167615"/>
                </a:lnTo>
                <a:lnTo>
                  <a:pt x="549958" y="1165739"/>
                </a:lnTo>
                <a:lnTo>
                  <a:pt x="541446" y="1168048"/>
                </a:lnTo>
                <a:lnTo>
                  <a:pt x="549670" y="1246625"/>
                </a:lnTo>
                <a:lnTo>
                  <a:pt x="536830" y="1252541"/>
                </a:lnTo>
                <a:lnTo>
                  <a:pt x="534377" y="1249655"/>
                </a:lnTo>
                <a:lnTo>
                  <a:pt x="524711" y="1256654"/>
                </a:lnTo>
                <a:lnTo>
                  <a:pt x="485614" y="1213217"/>
                </a:lnTo>
                <a:lnTo>
                  <a:pt x="483450" y="1183056"/>
                </a:lnTo>
                <a:lnTo>
                  <a:pt x="455100" y="1186591"/>
                </a:lnTo>
                <a:lnTo>
                  <a:pt x="460222" y="1229091"/>
                </a:lnTo>
                <a:lnTo>
                  <a:pt x="495135" y="1265096"/>
                </a:lnTo>
                <a:lnTo>
                  <a:pt x="492611" y="1264014"/>
                </a:lnTo>
                <a:lnTo>
                  <a:pt x="494631" y="1267405"/>
                </a:lnTo>
                <a:lnTo>
                  <a:pt x="484243" y="1278445"/>
                </a:lnTo>
                <a:lnTo>
                  <a:pt x="439231" y="1313873"/>
                </a:lnTo>
                <a:lnTo>
                  <a:pt x="429204" y="1301751"/>
                </a:lnTo>
                <a:lnTo>
                  <a:pt x="430935" y="1299081"/>
                </a:lnTo>
                <a:lnTo>
                  <a:pt x="425886" y="1290784"/>
                </a:lnTo>
                <a:lnTo>
                  <a:pt x="381883" y="1268848"/>
                </a:lnTo>
                <a:lnTo>
                  <a:pt x="384624" y="1262932"/>
                </a:lnTo>
                <a:lnTo>
                  <a:pt x="375103" y="1255355"/>
                </a:lnTo>
                <a:lnTo>
                  <a:pt x="367168" y="1261994"/>
                </a:lnTo>
                <a:lnTo>
                  <a:pt x="361902" y="1256149"/>
                </a:lnTo>
                <a:lnTo>
                  <a:pt x="368755" y="1250232"/>
                </a:lnTo>
                <a:lnTo>
                  <a:pt x="346609" y="1224762"/>
                </a:lnTo>
                <a:lnTo>
                  <a:pt x="332399" y="1236811"/>
                </a:lnTo>
                <a:lnTo>
                  <a:pt x="318188" y="1219999"/>
                </a:lnTo>
                <a:lnTo>
                  <a:pt x="373588" y="1159605"/>
                </a:lnTo>
                <a:lnTo>
                  <a:pt x="371207" y="1152029"/>
                </a:lnTo>
                <a:lnTo>
                  <a:pt x="363417" y="1149215"/>
                </a:lnTo>
                <a:lnTo>
                  <a:pt x="325906" y="1189694"/>
                </a:lnTo>
                <a:lnTo>
                  <a:pt x="314726" y="1193518"/>
                </a:lnTo>
                <a:lnTo>
                  <a:pt x="296331" y="1175768"/>
                </a:lnTo>
                <a:lnTo>
                  <a:pt x="293157" y="1166749"/>
                </a:lnTo>
                <a:lnTo>
                  <a:pt x="333048" y="1125404"/>
                </a:lnTo>
                <a:lnTo>
                  <a:pt x="334563" y="1121652"/>
                </a:lnTo>
                <a:lnTo>
                  <a:pt x="330523" y="1116890"/>
                </a:lnTo>
                <a:lnTo>
                  <a:pt x="316962" y="1106211"/>
                </a:lnTo>
                <a:lnTo>
                  <a:pt x="293518" y="1132042"/>
                </a:lnTo>
                <a:lnTo>
                  <a:pt x="270651" y="1150009"/>
                </a:lnTo>
                <a:lnTo>
                  <a:pt x="253339" y="1138320"/>
                </a:lnTo>
                <a:lnTo>
                  <a:pt x="230400" y="1115302"/>
                </a:lnTo>
                <a:lnTo>
                  <a:pt x="208038" y="1147339"/>
                </a:lnTo>
                <a:lnTo>
                  <a:pt x="233069" y="1168481"/>
                </a:lnTo>
                <a:lnTo>
                  <a:pt x="283707" y="1227720"/>
                </a:lnTo>
                <a:lnTo>
                  <a:pt x="294239" y="1291505"/>
                </a:lnTo>
                <a:lnTo>
                  <a:pt x="317322" y="1334077"/>
                </a:lnTo>
                <a:lnTo>
                  <a:pt x="320785" y="1345766"/>
                </a:lnTo>
                <a:lnTo>
                  <a:pt x="317395" y="1364815"/>
                </a:lnTo>
                <a:lnTo>
                  <a:pt x="302823" y="1379534"/>
                </a:lnTo>
                <a:lnTo>
                  <a:pt x="289262" y="1383070"/>
                </a:lnTo>
                <a:lnTo>
                  <a:pt x="252617" y="1380545"/>
                </a:lnTo>
                <a:lnTo>
                  <a:pt x="250597" y="1383142"/>
                </a:lnTo>
                <a:lnTo>
                  <a:pt x="245548" y="1450030"/>
                </a:lnTo>
                <a:lnTo>
                  <a:pt x="271589" y="1450030"/>
                </a:lnTo>
                <a:lnTo>
                  <a:pt x="271661" y="1514681"/>
                </a:lnTo>
                <a:lnTo>
                  <a:pt x="83965" y="1514681"/>
                </a:lnTo>
                <a:lnTo>
                  <a:pt x="83965" y="1564252"/>
                </a:lnTo>
                <a:lnTo>
                  <a:pt x="278802" y="1564252"/>
                </a:lnTo>
                <a:lnTo>
                  <a:pt x="278802" y="1607689"/>
                </a:lnTo>
                <a:lnTo>
                  <a:pt x="231482" y="1628830"/>
                </a:lnTo>
                <a:lnTo>
                  <a:pt x="83965" y="1628830"/>
                </a:lnTo>
                <a:lnTo>
                  <a:pt x="83965" y="1678473"/>
                </a:lnTo>
                <a:lnTo>
                  <a:pt x="318404" y="1678473"/>
                </a:lnTo>
                <a:lnTo>
                  <a:pt x="318404" y="1743052"/>
                </a:lnTo>
                <a:lnTo>
                  <a:pt x="84037" y="1743052"/>
                </a:lnTo>
                <a:lnTo>
                  <a:pt x="84037" y="1797890"/>
                </a:lnTo>
                <a:lnTo>
                  <a:pt x="369476" y="1797818"/>
                </a:lnTo>
                <a:lnTo>
                  <a:pt x="381451" y="1829855"/>
                </a:lnTo>
                <a:lnTo>
                  <a:pt x="305564" y="1857923"/>
                </a:lnTo>
                <a:lnTo>
                  <a:pt x="281183" y="1872571"/>
                </a:lnTo>
                <a:lnTo>
                  <a:pt x="265313" y="1876828"/>
                </a:lnTo>
                <a:lnTo>
                  <a:pt x="26041" y="1816722"/>
                </a:lnTo>
                <a:lnTo>
                  <a:pt x="8945" y="1807414"/>
                </a:lnTo>
                <a:lnTo>
                  <a:pt x="938" y="1792983"/>
                </a:lnTo>
                <a:lnTo>
                  <a:pt x="0" y="1638571"/>
                </a:lnTo>
                <a:lnTo>
                  <a:pt x="48547" y="1638571"/>
                </a:lnTo>
                <a:lnTo>
                  <a:pt x="48619" y="1619017"/>
                </a:lnTo>
                <a:lnTo>
                  <a:pt x="22723" y="1619017"/>
                </a:lnTo>
                <a:lnTo>
                  <a:pt x="22723" y="1571684"/>
                </a:lnTo>
                <a:lnTo>
                  <a:pt x="45373" y="1571684"/>
                </a:lnTo>
                <a:lnTo>
                  <a:pt x="45373" y="1552129"/>
                </a:lnTo>
                <a:lnTo>
                  <a:pt x="29215" y="1552129"/>
                </a:lnTo>
                <a:lnTo>
                  <a:pt x="29215" y="1519155"/>
                </a:lnTo>
                <a:lnTo>
                  <a:pt x="72" y="1519155"/>
                </a:lnTo>
                <a:lnTo>
                  <a:pt x="866" y="1506239"/>
                </a:lnTo>
                <a:lnTo>
                  <a:pt x="41189" y="1398223"/>
                </a:lnTo>
                <a:lnTo>
                  <a:pt x="51360" y="1388265"/>
                </a:lnTo>
                <a:lnTo>
                  <a:pt x="72424" y="1380472"/>
                </a:lnTo>
                <a:lnTo>
                  <a:pt x="86201" y="1371525"/>
                </a:lnTo>
                <a:lnTo>
                  <a:pt x="96589" y="1359331"/>
                </a:lnTo>
                <a:lnTo>
                  <a:pt x="102865" y="1345766"/>
                </a:lnTo>
                <a:lnTo>
                  <a:pt x="105462" y="1329892"/>
                </a:lnTo>
                <a:lnTo>
                  <a:pt x="103370" y="1313512"/>
                </a:lnTo>
                <a:lnTo>
                  <a:pt x="90313" y="1280177"/>
                </a:lnTo>
                <a:lnTo>
                  <a:pt x="85192" y="1279599"/>
                </a:lnTo>
                <a:lnTo>
                  <a:pt x="86418" y="1272023"/>
                </a:lnTo>
                <a:lnTo>
                  <a:pt x="84110" y="1274837"/>
                </a:lnTo>
                <a:lnTo>
                  <a:pt x="87428" y="1255788"/>
                </a:lnTo>
                <a:lnTo>
                  <a:pt x="88654" y="1259107"/>
                </a:lnTo>
                <a:lnTo>
                  <a:pt x="89808" y="1252686"/>
                </a:lnTo>
                <a:lnTo>
                  <a:pt x="93776" y="1253335"/>
                </a:lnTo>
                <a:lnTo>
                  <a:pt x="185964" y="1006709"/>
                </a:lnTo>
                <a:lnTo>
                  <a:pt x="194909" y="972363"/>
                </a:lnTo>
                <a:lnTo>
                  <a:pt x="209697" y="937945"/>
                </a:lnTo>
                <a:lnTo>
                  <a:pt x="206451" y="932966"/>
                </a:lnTo>
                <a:lnTo>
                  <a:pt x="210057" y="929142"/>
                </a:lnTo>
                <a:lnTo>
                  <a:pt x="207966" y="927194"/>
                </a:lnTo>
                <a:lnTo>
                  <a:pt x="216261" y="918607"/>
                </a:lnTo>
                <a:lnTo>
                  <a:pt x="222248" y="904393"/>
                </a:lnTo>
                <a:lnTo>
                  <a:pt x="221383" y="901146"/>
                </a:lnTo>
                <a:lnTo>
                  <a:pt x="214386" y="904176"/>
                </a:lnTo>
                <a:lnTo>
                  <a:pt x="208759" y="897971"/>
                </a:lnTo>
                <a:lnTo>
                  <a:pt x="205008" y="885560"/>
                </a:lnTo>
                <a:lnTo>
                  <a:pt x="207461" y="873438"/>
                </a:lnTo>
                <a:lnTo>
                  <a:pt x="198155" y="867449"/>
                </a:lnTo>
                <a:lnTo>
                  <a:pt x="199093" y="865645"/>
                </a:lnTo>
                <a:lnTo>
                  <a:pt x="208326" y="871779"/>
                </a:lnTo>
                <a:lnTo>
                  <a:pt x="216045" y="863336"/>
                </a:lnTo>
                <a:lnTo>
                  <a:pt x="226216" y="859296"/>
                </a:lnTo>
                <a:lnTo>
                  <a:pt x="231337" y="861533"/>
                </a:lnTo>
                <a:lnTo>
                  <a:pt x="234511" y="868099"/>
                </a:lnTo>
                <a:lnTo>
                  <a:pt x="238695" y="849122"/>
                </a:lnTo>
                <a:lnTo>
                  <a:pt x="248506" y="825960"/>
                </a:lnTo>
                <a:lnTo>
                  <a:pt x="250237" y="812972"/>
                </a:lnTo>
                <a:lnTo>
                  <a:pt x="252257" y="816075"/>
                </a:lnTo>
                <a:lnTo>
                  <a:pt x="265818" y="805252"/>
                </a:lnTo>
                <a:lnTo>
                  <a:pt x="274546" y="793923"/>
                </a:lnTo>
                <a:lnTo>
                  <a:pt x="296475" y="744353"/>
                </a:lnTo>
                <a:lnTo>
                  <a:pt x="312922" y="720181"/>
                </a:lnTo>
                <a:lnTo>
                  <a:pt x="314870" y="708059"/>
                </a:lnTo>
                <a:lnTo>
                  <a:pt x="327205" y="704234"/>
                </a:lnTo>
                <a:lnTo>
                  <a:pt x="326123" y="695936"/>
                </a:lnTo>
                <a:lnTo>
                  <a:pt x="329658" y="693122"/>
                </a:lnTo>
                <a:lnTo>
                  <a:pt x="339107" y="705389"/>
                </a:lnTo>
                <a:lnTo>
                  <a:pt x="339179" y="693555"/>
                </a:lnTo>
                <a:lnTo>
                  <a:pt x="345383" y="692329"/>
                </a:lnTo>
                <a:lnTo>
                  <a:pt x="355626" y="666281"/>
                </a:lnTo>
                <a:lnTo>
                  <a:pt x="371640" y="638645"/>
                </a:lnTo>
                <a:lnTo>
                  <a:pt x="369693" y="629698"/>
                </a:lnTo>
                <a:lnTo>
                  <a:pt x="377195" y="630780"/>
                </a:lnTo>
                <a:lnTo>
                  <a:pt x="373371" y="624431"/>
                </a:lnTo>
                <a:lnTo>
                  <a:pt x="385490" y="613391"/>
                </a:lnTo>
                <a:lnTo>
                  <a:pt x="390323" y="612092"/>
                </a:lnTo>
                <a:lnTo>
                  <a:pt x="390900" y="618298"/>
                </a:lnTo>
                <a:lnTo>
                  <a:pt x="392848" y="618009"/>
                </a:lnTo>
                <a:lnTo>
                  <a:pt x="394868" y="611731"/>
                </a:lnTo>
                <a:lnTo>
                  <a:pt x="390467" y="604516"/>
                </a:lnTo>
                <a:lnTo>
                  <a:pt x="394723" y="596940"/>
                </a:lnTo>
                <a:lnTo>
                  <a:pt x="403235" y="591023"/>
                </a:lnTo>
                <a:lnTo>
                  <a:pt x="403307" y="578901"/>
                </a:lnTo>
                <a:lnTo>
                  <a:pt x="411459" y="564614"/>
                </a:lnTo>
                <a:lnTo>
                  <a:pt x="408790" y="547730"/>
                </a:lnTo>
                <a:lnTo>
                  <a:pt x="412252" y="530052"/>
                </a:lnTo>
                <a:lnTo>
                  <a:pt x="406481" y="519806"/>
                </a:lnTo>
                <a:lnTo>
                  <a:pt x="411098" y="508766"/>
                </a:lnTo>
                <a:lnTo>
                  <a:pt x="413839" y="510714"/>
                </a:lnTo>
                <a:lnTo>
                  <a:pt x="415138" y="508333"/>
                </a:lnTo>
                <a:lnTo>
                  <a:pt x="411387" y="505663"/>
                </a:lnTo>
                <a:lnTo>
                  <a:pt x="413118" y="500107"/>
                </a:lnTo>
                <a:lnTo>
                  <a:pt x="419682" y="496500"/>
                </a:lnTo>
                <a:lnTo>
                  <a:pt x="413551" y="487119"/>
                </a:lnTo>
                <a:lnTo>
                  <a:pt x="409655" y="470740"/>
                </a:lnTo>
                <a:lnTo>
                  <a:pt x="422784" y="465112"/>
                </a:lnTo>
                <a:lnTo>
                  <a:pt x="428338" y="454722"/>
                </a:lnTo>
                <a:lnTo>
                  <a:pt x="428771" y="446280"/>
                </a:lnTo>
                <a:lnTo>
                  <a:pt x="441251" y="443177"/>
                </a:lnTo>
                <a:lnTo>
                  <a:pt x="449762" y="447578"/>
                </a:lnTo>
                <a:lnTo>
                  <a:pt x="451638" y="441662"/>
                </a:lnTo>
                <a:lnTo>
                  <a:pt x="460871" y="436899"/>
                </a:lnTo>
                <a:lnTo>
                  <a:pt x="462603" y="431127"/>
                </a:lnTo>
                <a:lnTo>
                  <a:pt x="468157" y="426220"/>
                </a:lnTo>
                <a:lnTo>
                  <a:pt x="466065" y="417634"/>
                </a:lnTo>
                <a:lnTo>
                  <a:pt x="468013" y="414820"/>
                </a:lnTo>
                <a:lnTo>
                  <a:pt x="472413" y="411789"/>
                </a:lnTo>
                <a:lnTo>
                  <a:pt x="479122" y="413305"/>
                </a:lnTo>
                <a:lnTo>
                  <a:pt x="483377" y="411140"/>
                </a:lnTo>
                <a:lnTo>
                  <a:pt x="476813" y="405151"/>
                </a:lnTo>
                <a:lnTo>
                  <a:pt x="474866" y="395699"/>
                </a:lnTo>
                <a:lnTo>
                  <a:pt x="479410" y="380691"/>
                </a:lnTo>
                <a:lnTo>
                  <a:pt x="485614" y="382422"/>
                </a:lnTo>
                <a:lnTo>
                  <a:pt x="486119" y="376939"/>
                </a:lnTo>
                <a:lnTo>
                  <a:pt x="480204" y="371815"/>
                </a:lnTo>
                <a:lnTo>
                  <a:pt x="492178" y="365322"/>
                </a:lnTo>
                <a:lnTo>
                  <a:pt x="498670" y="371743"/>
                </a:lnTo>
                <a:lnTo>
                  <a:pt x="495352" y="366404"/>
                </a:lnTo>
                <a:lnTo>
                  <a:pt x="499391" y="361209"/>
                </a:lnTo>
                <a:lnTo>
                  <a:pt x="493693" y="362580"/>
                </a:lnTo>
                <a:lnTo>
                  <a:pt x="489148" y="351829"/>
                </a:lnTo>
                <a:lnTo>
                  <a:pt x="494847" y="328955"/>
                </a:lnTo>
                <a:lnTo>
                  <a:pt x="506605" y="321379"/>
                </a:lnTo>
                <a:lnTo>
                  <a:pt x="513674" y="322389"/>
                </a:lnTo>
                <a:lnTo>
                  <a:pt x="509995" y="320802"/>
                </a:lnTo>
                <a:lnTo>
                  <a:pt x="511149" y="316545"/>
                </a:lnTo>
                <a:lnTo>
                  <a:pt x="521970" y="300526"/>
                </a:lnTo>
                <a:lnTo>
                  <a:pt x="528750" y="304783"/>
                </a:lnTo>
                <a:lnTo>
                  <a:pt x="546063" y="300382"/>
                </a:lnTo>
                <a:lnTo>
                  <a:pt x="559841" y="285734"/>
                </a:lnTo>
                <a:lnTo>
                  <a:pt x="567415" y="290497"/>
                </a:lnTo>
                <a:lnTo>
                  <a:pt x="575783" y="291218"/>
                </a:lnTo>
                <a:lnTo>
                  <a:pt x="578019" y="294393"/>
                </a:lnTo>
                <a:lnTo>
                  <a:pt x="578379" y="283137"/>
                </a:lnTo>
                <a:lnTo>
                  <a:pt x="582996" y="280034"/>
                </a:lnTo>
                <a:lnTo>
                  <a:pt x="592085" y="281838"/>
                </a:lnTo>
                <a:lnTo>
                  <a:pt x="598000" y="272241"/>
                </a:lnTo>
                <a:lnTo>
                  <a:pt x="631687" y="268561"/>
                </a:lnTo>
                <a:lnTo>
                  <a:pt x="638973" y="262717"/>
                </a:lnTo>
                <a:lnTo>
                  <a:pt x="652102" y="258027"/>
                </a:lnTo>
                <a:lnTo>
                  <a:pt x="652029" y="254996"/>
                </a:lnTo>
                <a:lnTo>
                  <a:pt x="680956" y="225196"/>
                </a:lnTo>
                <a:lnTo>
                  <a:pt x="698629" y="215095"/>
                </a:lnTo>
                <a:lnTo>
                  <a:pt x="727050" y="187243"/>
                </a:lnTo>
                <a:lnTo>
                  <a:pt x="727916" y="179738"/>
                </a:lnTo>
                <a:lnTo>
                  <a:pt x="733254" y="183202"/>
                </a:lnTo>
                <a:lnTo>
                  <a:pt x="751504" y="165885"/>
                </a:lnTo>
                <a:lnTo>
                  <a:pt x="770908" y="154989"/>
                </a:lnTo>
                <a:lnTo>
                  <a:pt x="801710" y="145970"/>
                </a:lnTo>
                <a:lnTo>
                  <a:pt x="806326" y="147557"/>
                </a:lnTo>
                <a:lnTo>
                  <a:pt x="808418" y="145032"/>
                </a:lnTo>
                <a:lnTo>
                  <a:pt x="835108" y="140414"/>
                </a:lnTo>
                <a:lnTo>
                  <a:pt x="877740" y="141352"/>
                </a:lnTo>
                <a:lnTo>
                  <a:pt x="889931" y="144455"/>
                </a:lnTo>
                <a:lnTo>
                  <a:pt x="906811" y="157875"/>
                </a:lnTo>
                <a:lnTo>
                  <a:pt x="907965" y="163215"/>
                </a:lnTo>
                <a:lnTo>
                  <a:pt x="904574" y="157226"/>
                </a:lnTo>
                <a:lnTo>
                  <a:pt x="904647" y="161844"/>
                </a:lnTo>
                <a:lnTo>
                  <a:pt x="901040" y="165163"/>
                </a:lnTo>
                <a:lnTo>
                  <a:pt x="905873" y="163937"/>
                </a:lnTo>
                <a:lnTo>
                  <a:pt x="915611" y="170791"/>
                </a:lnTo>
                <a:lnTo>
                  <a:pt x="905656" y="177790"/>
                </a:lnTo>
                <a:lnTo>
                  <a:pt x="911355" y="173028"/>
                </a:lnTo>
                <a:lnTo>
                  <a:pt x="916549" y="172739"/>
                </a:lnTo>
                <a:lnTo>
                  <a:pt x="911572" y="177141"/>
                </a:lnTo>
                <a:lnTo>
                  <a:pt x="913591" y="175914"/>
                </a:lnTo>
                <a:lnTo>
                  <a:pt x="915828" y="178728"/>
                </a:lnTo>
                <a:lnTo>
                  <a:pt x="915900" y="174327"/>
                </a:lnTo>
                <a:lnTo>
                  <a:pt x="921815" y="177141"/>
                </a:lnTo>
                <a:lnTo>
                  <a:pt x="923835" y="184501"/>
                </a:lnTo>
                <a:lnTo>
                  <a:pt x="929750" y="183851"/>
                </a:lnTo>
                <a:lnTo>
                  <a:pt x="953626" y="202179"/>
                </a:lnTo>
                <a:lnTo>
                  <a:pt x="954636" y="206941"/>
                </a:lnTo>
                <a:lnTo>
                  <a:pt x="943888" y="218991"/>
                </a:lnTo>
                <a:lnTo>
                  <a:pt x="945691" y="231185"/>
                </a:lnTo>
                <a:lnTo>
                  <a:pt x="948360" y="231257"/>
                </a:lnTo>
                <a:lnTo>
                  <a:pt x="949226" y="223609"/>
                </a:lnTo>
                <a:lnTo>
                  <a:pt x="955790" y="214373"/>
                </a:lnTo>
                <a:lnTo>
                  <a:pt x="959469" y="229958"/>
                </a:lnTo>
                <a:lnTo>
                  <a:pt x="985077" y="229886"/>
                </a:lnTo>
                <a:lnTo>
                  <a:pt x="988179" y="227217"/>
                </a:lnTo>
                <a:lnTo>
                  <a:pt x="990199" y="231329"/>
                </a:lnTo>
                <a:lnTo>
                  <a:pt x="990055" y="182625"/>
                </a:lnTo>
                <a:lnTo>
                  <a:pt x="996330" y="176636"/>
                </a:lnTo>
                <a:lnTo>
                  <a:pt x="1098113" y="197489"/>
                </a:lnTo>
                <a:lnTo>
                  <a:pt x="1126534" y="190634"/>
                </a:lnTo>
                <a:lnTo>
                  <a:pt x="1143847" y="197994"/>
                </a:lnTo>
                <a:lnTo>
                  <a:pt x="1163972" y="191861"/>
                </a:lnTo>
                <a:lnTo>
                  <a:pt x="1162385" y="185944"/>
                </a:lnTo>
                <a:lnTo>
                  <a:pt x="1166209" y="175770"/>
                </a:lnTo>
                <a:lnTo>
                  <a:pt x="1177750" y="166101"/>
                </a:lnTo>
                <a:lnTo>
                  <a:pt x="1183737" y="155350"/>
                </a:lnTo>
                <a:lnTo>
                  <a:pt x="1178327" y="131900"/>
                </a:lnTo>
                <a:lnTo>
                  <a:pt x="1180924" y="130457"/>
                </a:lnTo>
                <a:lnTo>
                  <a:pt x="1191384" y="160762"/>
                </a:lnTo>
                <a:lnTo>
                  <a:pt x="1205594" y="150227"/>
                </a:lnTo>
                <a:lnTo>
                  <a:pt x="1230842" y="140775"/>
                </a:lnTo>
                <a:lnTo>
                  <a:pt x="1276792" y="110614"/>
                </a:lnTo>
                <a:lnTo>
                  <a:pt x="1282346" y="109604"/>
                </a:lnTo>
                <a:lnTo>
                  <a:pt x="1298288" y="93008"/>
                </a:lnTo>
                <a:lnTo>
                  <a:pt x="1325339" y="73670"/>
                </a:lnTo>
                <a:lnTo>
                  <a:pt x="1336447" y="68980"/>
                </a:lnTo>
                <a:lnTo>
                  <a:pt x="1392064" y="28357"/>
                </a:lnTo>
                <a:lnTo>
                  <a:pt x="1400720" y="28646"/>
                </a:lnTo>
                <a:lnTo>
                  <a:pt x="1412983" y="16524"/>
                </a:lnTo>
                <a:lnTo>
                  <a:pt x="1423515" y="12555"/>
                </a:lnTo>
                <a:lnTo>
                  <a:pt x="1463910" y="1443"/>
                </a:lnTo>
                <a:lnTo>
                  <a:pt x="1471557" y="7143"/>
                </a:lnTo>
                <a:lnTo>
                  <a:pt x="1487787" y="2958"/>
                </a:lnTo>
                <a:lnTo>
                  <a:pt x="1526524" y="0"/>
                </a:lnTo>
                <a:lnTo>
                  <a:pt x="1556171" y="11040"/>
                </a:lnTo>
                <a:lnTo>
                  <a:pt x="1561509" y="15369"/>
                </a:lnTo>
                <a:lnTo>
                  <a:pt x="1547803" y="24966"/>
                </a:lnTo>
                <a:lnTo>
                  <a:pt x="1535685" y="41922"/>
                </a:lnTo>
                <a:lnTo>
                  <a:pt x="1541528" y="45530"/>
                </a:lnTo>
                <a:lnTo>
                  <a:pt x="1549679" y="33336"/>
                </a:lnTo>
                <a:lnTo>
                  <a:pt x="1566414" y="26048"/>
                </a:lnTo>
                <a:lnTo>
                  <a:pt x="1564034" y="34707"/>
                </a:lnTo>
                <a:lnTo>
                  <a:pt x="1570310" y="36005"/>
                </a:lnTo>
                <a:lnTo>
                  <a:pt x="1557974" y="58085"/>
                </a:lnTo>
                <a:lnTo>
                  <a:pt x="1561653" y="60033"/>
                </a:lnTo>
                <a:lnTo>
                  <a:pt x="1576802" y="36366"/>
                </a:lnTo>
                <a:lnTo>
                  <a:pt x="1569949" y="48705"/>
                </a:lnTo>
                <a:lnTo>
                  <a:pt x="1572690" y="50581"/>
                </a:lnTo>
                <a:lnTo>
                  <a:pt x="1562303" y="68908"/>
                </a:lnTo>
                <a:lnTo>
                  <a:pt x="1564899" y="70351"/>
                </a:lnTo>
                <a:lnTo>
                  <a:pt x="1574998" y="51952"/>
                </a:lnTo>
                <a:lnTo>
                  <a:pt x="1578677" y="53756"/>
                </a:lnTo>
                <a:lnTo>
                  <a:pt x="1600246" y="15730"/>
                </a:lnTo>
                <a:lnTo>
                  <a:pt x="1649009" y="43726"/>
                </a:lnTo>
                <a:lnTo>
                  <a:pt x="1632057" y="74031"/>
                </a:lnTo>
                <a:lnTo>
                  <a:pt x="1638910" y="78000"/>
                </a:lnTo>
                <a:lnTo>
                  <a:pt x="1656006" y="47839"/>
                </a:lnTo>
                <a:lnTo>
                  <a:pt x="1663797" y="47622"/>
                </a:lnTo>
                <a:lnTo>
                  <a:pt x="1670722" y="43004"/>
                </a:lnTo>
                <a:lnTo>
                  <a:pt x="1762478" y="81102"/>
                </a:lnTo>
                <a:lnTo>
                  <a:pt x="1792269" y="95966"/>
                </a:lnTo>
                <a:lnTo>
                  <a:pt x="1821340" y="114799"/>
                </a:lnTo>
                <a:lnTo>
                  <a:pt x="1820330" y="122303"/>
                </a:lnTo>
                <a:lnTo>
                  <a:pt x="1798617" y="131900"/>
                </a:lnTo>
                <a:lnTo>
                  <a:pt x="1817589" y="178079"/>
                </a:lnTo>
                <a:lnTo>
                  <a:pt x="1825379" y="204704"/>
                </a:lnTo>
                <a:lnTo>
                  <a:pt x="1858706" y="247709"/>
                </a:lnTo>
                <a:lnTo>
                  <a:pt x="1854522" y="251100"/>
                </a:lnTo>
                <a:lnTo>
                  <a:pt x="1860437" y="264521"/>
                </a:lnTo>
                <a:lnTo>
                  <a:pt x="1870031" y="260913"/>
                </a:lnTo>
                <a:lnTo>
                  <a:pt x="1873061" y="267335"/>
                </a:lnTo>
                <a:lnTo>
                  <a:pt x="1866208" y="281477"/>
                </a:lnTo>
                <a:lnTo>
                  <a:pt x="1829491" y="311855"/>
                </a:lnTo>
                <a:lnTo>
                  <a:pt x="1821051" y="314452"/>
                </a:lnTo>
                <a:lnTo>
                  <a:pt x="1818382" y="319214"/>
                </a:lnTo>
                <a:lnTo>
                  <a:pt x="1861735" y="338768"/>
                </a:lnTo>
                <a:lnTo>
                  <a:pt x="1871690" y="333573"/>
                </a:lnTo>
                <a:lnTo>
                  <a:pt x="1884314" y="331769"/>
                </a:lnTo>
                <a:lnTo>
                  <a:pt x="1900761" y="317338"/>
                </a:lnTo>
                <a:lnTo>
                  <a:pt x="1901049" y="309546"/>
                </a:lnTo>
                <a:lnTo>
                  <a:pt x="1905882" y="303340"/>
                </a:lnTo>
                <a:lnTo>
                  <a:pt x="1932861" y="285734"/>
                </a:lnTo>
                <a:lnTo>
                  <a:pt x="1950029" y="280178"/>
                </a:lnTo>
                <a:lnTo>
                  <a:pt x="1968279" y="281477"/>
                </a:lnTo>
                <a:lnTo>
                  <a:pt x="1980109" y="286600"/>
                </a:lnTo>
                <a:lnTo>
                  <a:pt x="2037240" y="324698"/>
                </a:lnTo>
                <a:lnTo>
                  <a:pt x="2025915" y="340428"/>
                </a:lnTo>
                <a:lnTo>
                  <a:pt x="2031109" y="343459"/>
                </a:lnTo>
                <a:lnTo>
                  <a:pt x="2041280" y="327079"/>
                </a:lnTo>
                <a:lnTo>
                  <a:pt x="2100358" y="361858"/>
                </a:lnTo>
                <a:lnTo>
                  <a:pt x="2105264" y="368280"/>
                </a:lnTo>
                <a:lnTo>
                  <a:pt x="2107283" y="377949"/>
                </a:lnTo>
                <a:lnTo>
                  <a:pt x="2097545" y="400245"/>
                </a:lnTo>
                <a:lnTo>
                  <a:pt x="2109447" y="404357"/>
                </a:lnTo>
                <a:lnTo>
                  <a:pt x="2121205" y="384515"/>
                </a:lnTo>
                <a:lnTo>
                  <a:pt x="2150709" y="365249"/>
                </a:lnTo>
                <a:lnTo>
                  <a:pt x="2161673" y="363662"/>
                </a:lnTo>
                <a:lnTo>
                  <a:pt x="2173143" y="366187"/>
                </a:lnTo>
                <a:lnTo>
                  <a:pt x="2180140" y="358900"/>
                </a:lnTo>
                <a:lnTo>
                  <a:pt x="2200049" y="355436"/>
                </a:lnTo>
                <a:lnTo>
                  <a:pt x="2213683" y="358322"/>
                </a:lnTo>
                <a:lnTo>
                  <a:pt x="2223349" y="377083"/>
                </a:lnTo>
                <a:lnTo>
                  <a:pt x="2224719" y="393390"/>
                </a:lnTo>
                <a:lnTo>
                  <a:pt x="2231356" y="392452"/>
                </a:lnTo>
                <a:lnTo>
                  <a:pt x="2235107" y="385886"/>
                </a:lnTo>
                <a:lnTo>
                  <a:pt x="2240517" y="386319"/>
                </a:lnTo>
                <a:lnTo>
                  <a:pt x="2257685" y="402265"/>
                </a:lnTo>
                <a:lnTo>
                  <a:pt x="2257180" y="408615"/>
                </a:lnTo>
                <a:lnTo>
                  <a:pt x="2260787" y="412295"/>
                </a:lnTo>
                <a:lnTo>
                  <a:pt x="2276873" y="418933"/>
                </a:lnTo>
                <a:lnTo>
                  <a:pt x="2292454" y="429828"/>
                </a:lnTo>
                <a:lnTo>
                  <a:pt x="2345618" y="482718"/>
                </a:lnTo>
                <a:lnTo>
                  <a:pt x="2346628" y="493613"/>
                </a:lnTo>
                <a:lnTo>
                  <a:pt x="2337972" y="499097"/>
                </a:lnTo>
                <a:lnTo>
                  <a:pt x="2340208" y="501334"/>
                </a:lnTo>
                <a:lnTo>
                  <a:pt x="2340352" y="512807"/>
                </a:lnTo>
                <a:lnTo>
                  <a:pt x="2371370" y="502200"/>
                </a:lnTo>
                <a:lnTo>
                  <a:pt x="2400513" y="529258"/>
                </a:lnTo>
                <a:lnTo>
                  <a:pt x="2401306" y="535247"/>
                </a:lnTo>
                <a:lnTo>
                  <a:pt x="2385364" y="551626"/>
                </a:lnTo>
                <a:lnTo>
                  <a:pt x="2383705" y="558264"/>
                </a:lnTo>
                <a:lnTo>
                  <a:pt x="2385797" y="561151"/>
                </a:lnTo>
                <a:lnTo>
                  <a:pt x="2393948" y="559347"/>
                </a:lnTo>
                <a:lnTo>
                  <a:pt x="2413353" y="543761"/>
                </a:lnTo>
                <a:lnTo>
                  <a:pt x="2432469" y="560429"/>
                </a:lnTo>
                <a:lnTo>
                  <a:pt x="2434777" y="566562"/>
                </a:lnTo>
                <a:lnTo>
                  <a:pt x="2430593" y="590806"/>
                </a:lnTo>
                <a:lnTo>
                  <a:pt x="2432180" y="599537"/>
                </a:lnTo>
                <a:lnTo>
                  <a:pt x="2438600" y="606608"/>
                </a:lnTo>
                <a:lnTo>
                  <a:pt x="2478130" y="633378"/>
                </a:lnTo>
                <a:lnTo>
                  <a:pt x="2514053" y="642109"/>
                </a:lnTo>
                <a:lnTo>
                  <a:pt x="2542114" y="645284"/>
                </a:lnTo>
                <a:lnTo>
                  <a:pt x="2590084" y="639872"/>
                </a:lnTo>
                <a:lnTo>
                  <a:pt x="2600616" y="650551"/>
                </a:lnTo>
                <a:lnTo>
                  <a:pt x="2609921" y="647087"/>
                </a:lnTo>
                <a:lnTo>
                  <a:pt x="2612085" y="640521"/>
                </a:lnTo>
                <a:lnTo>
                  <a:pt x="2608911" y="631718"/>
                </a:lnTo>
                <a:lnTo>
                  <a:pt x="2622472" y="623276"/>
                </a:lnTo>
                <a:lnTo>
                  <a:pt x="2632932" y="610577"/>
                </a:lnTo>
                <a:lnTo>
                  <a:pt x="2647864" y="602207"/>
                </a:lnTo>
                <a:lnTo>
                  <a:pt x="2655871" y="579117"/>
                </a:lnTo>
                <a:lnTo>
                  <a:pt x="2661570" y="577963"/>
                </a:lnTo>
                <a:lnTo>
                  <a:pt x="2665970" y="570314"/>
                </a:lnTo>
                <a:lnTo>
                  <a:pt x="2675492" y="565263"/>
                </a:lnTo>
                <a:lnTo>
                  <a:pt x="2704202" y="563243"/>
                </a:lnTo>
                <a:lnTo>
                  <a:pt x="2710117" y="558914"/>
                </a:lnTo>
                <a:lnTo>
                  <a:pt x="2707592" y="557759"/>
                </a:lnTo>
                <a:lnTo>
                  <a:pt x="2719422" y="555523"/>
                </a:lnTo>
                <a:lnTo>
                  <a:pt x="2717042" y="557110"/>
                </a:lnTo>
                <a:lnTo>
                  <a:pt x="2722812" y="559491"/>
                </a:lnTo>
                <a:lnTo>
                  <a:pt x="2729954" y="559996"/>
                </a:lnTo>
                <a:lnTo>
                  <a:pt x="2730459" y="557471"/>
                </a:lnTo>
                <a:lnTo>
                  <a:pt x="2757942" y="560213"/>
                </a:lnTo>
                <a:lnTo>
                  <a:pt x="2794587" y="571397"/>
                </a:lnTo>
                <a:lnTo>
                  <a:pt x="2808725" y="572695"/>
                </a:lnTo>
                <a:lnTo>
                  <a:pt x="2838012" y="590518"/>
                </a:lnTo>
                <a:lnTo>
                  <a:pt x="2888723" y="694566"/>
                </a:lnTo>
                <a:lnTo>
                  <a:pt x="2899183" y="701997"/>
                </a:lnTo>
                <a:lnTo>
                  <a:pt x="2908200" y="700843"/>
                </a:lnTo>
                <a:lnTo>
                  <a:pt x="2907046" y="708419"/>
                </a:lnTo>
                <a:lnTo>
                  <a:pt x="2893484" y="708997"/>
                </a:lnTo>
                <a:lnTo>
                  <a:pt x="2885189" y="730499"/>
                </a:lnTo>
                <a:lnTo>
                  <a:pt x="2889589" y="732880"/>
                </a:lnTo>
                <a:lnTo>
                  <a:pt x="2891392" y="728623"/>
                </a:lnTo>
                <a:lnTo>
                  <a:pt x="2917217" y="736848"/>
                </a:lnTo>
                <a:lnTo>
                  <a:pt x="2942464" y="726386"/>
                </a:lnTo>
                <a:lnTo>
                  <a:pt x="3046266" y="772565"/>
                </a:lnTo>
                <a:lnTo>
                  <a:pt x="3096112" y="802437"/>
                </a:lnTo>
                <a:lnTo>
                  <a:pt x="3142567" y="836567"/>
                </a:lnTo>
                <a:lnTo>
                  <a:pt x="3153315" y="851070"/>
                </a:lnTo>
                <a:lnTo>
                  <a:pt x="3158725" y="870263"/>
                </a:lnTo>
                <a:lnTo>
                  <a:pt x="3155912" y="880437"/>
                </a:lnTo>
                <a:lnTo>
                  <a:pt x="3147111" y="879932"/>
                </a:lnTo>
                <a:lnTo>
                  <a:pt x="3145957" y="874520"/>
                </a:lnTo>
                <a:lnTo>
                  <a:pt x="3152233" y="863409"/>
                </a:lnTo>
                <a:lnTo>
                  <a:pt x="3149059" y="850276"/>
                </a:lnTo>
                <a:lnTo>
                  <a:pt x="3141485" y="840247"/>
                </a:lnTo>
                <a:lnTo>
                  <a:pt x="3117392" y="821414"/>
                </a:lnTo>
                <a:lnTo>
                  <a:pt x="3108880" y="820548"/>
                </a:lnTo>
                <a:lnTo>
                  <a:pt x="3094813" y="811168"/>
                </a:lnTo>
                <a:lnTo>
                  <a:pt x="3085508" y="808354"/>
                </a:lnTo>
                <a:lnTo>
                  <a:pt x="3074183" y="810880"/>
                </a:lnTo>
                <a:lnTo>
                  <a:pt x="3069927" y="816724"/>
                </a:lnTo>
                <a:lnTo>
                  <a:pt x="3077140" y="821775"/>
                </a:lnTo>
                <a:lnTo>
                  <a:pt x="3079232" y="829063"/>
                </a:lnTo>
                <a:lnTo>
                  <a:pt x="2996926" y="1023232"/>
                </a:lnTo>
                <a:lnTo>
                  <a:pt x="2993536" y="1035210"/>
                </a:lnTo>
                <a:lnTo>
                  <a:pt x="2994040" y="1047043"/>
                </a:lnTo>
                <a:lnTo>
                  <a:pt x="2998585" y="1056712"/>
                </a:lnTo>
                <a:lnTo>
                  <a:pt x="3079088" y="1054692"/>
                </a:lnTo>
                <a:lnTo>
                  <a:pt x="3080458" y="1102386"/>
                </a:lnTo>
                <a:lnTo>
                  <a:pt x="3086301" y="1106427"/>
                </a:lnTo>
                <a:lnTo>
                  <a:pt x="3080098" y="1115447"/>
                </a:lnTo>
                <a:lnTo>
                  <a:pt x="3053913" y="1116168"/>
                </a:lnTo>
                <a:lnTo>
                  <a:pt x="3053119" y="1085141"/>
                </a:lnTo>
                <a:lnTo>
                  <a:pt x="3007746" y="1086368"/>
                </a:lnTo>
                <a:lnTo>
                  <a:pt x="3008612" y="1117323"/>
                </a:lnTo>
                <a:lnTo>
                  <a:pt x="2921761" y="1122373"/>
                </a:lnTo>
                <a:lnTo>
                  <a:pt x="2881293" y="1149576"/>
                </a:lnTo>
                <a:lnTo>
                  <a:pt x="2859941" y="1157080"/>
                </a:lnTo>
                <a:lnTo>
                  <a:pt x="2838734" y="1154266"/>
                </a:lnTo>
                <a:lnTo>
                  <a:pt x="2781314" y="1129589"/>
                </a:lnTo>
                <a:lnTo>
                  <a:pt x="2728223" y="1145463"/>
                </a:lnTo>
                <a:lnTo>
                  <a:pt x="2735364" y="1141134"/>
                </a:lnTo>
                <a:lnTo>
                  <a:pt x="2737600" y="1135506"/>
                </a:lnTo>
                <a:lnTo>
                  <a:pt x="2730242" y="1111983"/>
                </a:lnTo>
                <a:lnTo>
                  <a:pt x="2720360" y="1114508"/>
                </a:lnTo>
                <a:lnTo>
                  <a:pt x="2694968" y="1112488"/>
                </a:lnTo>
                <a:lnTo>
                  <a:pt x="2676213" y="1120858"/>
                </a:lnTo>
                <a:lnTo>
                  <a:pt x="2675780" y="1115014"/>
                </a:lnTo>
                <a:lnTo>
                  <a:pt x="2645628" y="1116240"/>
                </a:lnTo>
                <a:lnTo>
                  <a:pt x="2635962" y="1120137"/>
                </a:lnTo>
                <a:lnTo>
                  <a:pt x="2631417" y="1117539"/>
                </a:lnTo>
                <a:lnTo>
                  <a:pt x="2619371" y="1123311"/>
                </a:lnTo>
                <a:lnTo>
                  <a:pt x="2615187" y="1121724"/>
                </a:lnTo>
                <a:lnTo>
                  <a:pt x="2589507" y="1130383"/>
                </a:lnTo>
                <a:lnTo>
                  <a:pt x="2575512" y="1126847"/>
                </a:lnTo>
                <a:lnTo>
                  <a:pt x="2564187" y="1134423"/>
                </a:lnTo>
                <a:lnTo>
                  <a:pt x="2563177" y="1132114"/>
                </a:lnTo>
                <a:lnTo>
                  <a:pt x="2558849" y="1133413"/>
                </a:lnTo>
                <a:lnTo>
                  <a:pt x="2544062" y="1143443"/>
                </a:lnTo>
                <a:lnTo>
                  <a:pt x="2539878" y="1141927"/>
                </a:lnTo>
                <a:lnTo>
                  <a:pt x="2525090" y="1151380"/>
                </a:lnTo>
                <a:lnTo>
                  <a:pt x="2524369" y="1148710"/>
                </a:lnTo>
                <a:lnTo>
                  <a:pt x="2519968" y="1148349"/>
                </a:lnTo>
                <a:lnTo>
                  <a:pt x="2507994" y="1153761"/>
                </a:lnTo>
                <a:lnTo>
                  <a:pt x="2505902" y="1152101"/>
                </a:lnTo>
                <a:lnTo>
                  <a:pt x="2492341" y="1156358"/>
                </a:lnTo>
                <a:lnTo>
                  <a:pt x="2487868" y="1154194"/>
                </a:lnTo>
                <a:lnTo>
                  <a:pt x="2473297" y="1157369"/>
                </a:lnTo>
                <a:lnTo>
                  <a:pt x="2440908" y="1165811"/>
                </a:lnTo>
                <a:lnTo>
                  <a:pt x="2433623" y="1170790"/>
                </a:lnTo>
                <a:lnTo>
                  <a:pt x="2430160" y="1169346"/>
                </a:lnTo>
                <a:lnTo>
                  <a:pt x="2421143" y="1173387"/>
                </a:lnTo>
                <a:lnTo>
                  <a:pt x="2420278" y="1171222"/>
                </a:lnTo>
                <a:lnTo>
                  <a:pt x="2420638" y="1173676"/>
                </a:lnTo>
                <a:lnTo>
                  <a:pt x="2410107" y="1179520"/>
                </a:lnTo>
                <a:lnTo>
                  <a:pt x="2388250" y="1187385"/>
                </a:lnTo>
                <a:lnTo>
                  <a:pt x="2385220" y="1185798"/>
                </a:lnTo>
                <a:lnTo>
                  <a:pt x="2365022" y="1196982"/>
                </a:lnTo>
                <a:lnTo>
                  <a:pt x="2364878" y="1194817"/>
                </a:lnTo>
                <a:lnTo>
                  <a:pt x="2355140" y="1191787"/>
                </a:lnTo>
                <a:lnTo>
                  <a:pt x="2325492" y="1205857"/>
                </a:lnTo>
                <a:lnTo>
                  <a:pt x="2315249" y="1205785"/>
                </a:lnTo>
                <a:lnTo>
                  <a:pt x="2310560" y="1209320"/>
                </a:lnTo>
                <a:lnTo>
                  <a:pt x="2309190" y="1206434"/>
                </a:lnTo>
                <a:lnTo>
                  <a:pt x="2304717" y="1206290"/>
                </a:lnTo>
                <a:lnTo>
                  <a:pt x="2295123" y="1211918"/>
                </a:lnTo>
                <a:lnTo>
                  <a:pt x="2290795" y="1209104"/>
                </a:lnTo>
                <a:lnTo>
                  <a:pt x="2265548" y="1219061"/>
                </a:lnTo>
                <a:lnTo>
                  <a:pt x="2249101" y="1219206"/>
                </a:lnTo>
                <a:lnTo>
                  <a:pt x="2208705" y="1238182"/>
                </a:lnTo>
                <a:lnTo>
                  <a:pt x="2162178" y="1248645"/>
                </a:lnTo>
                <a:lnTo>
                  <a:pt x="2114208" y="1265096"/>
                </a:lnTo>
                <a:lnTo>
                  <a:pt x="2091846" y="1274982"/>
                </a:lnTo>
                <a:lnTo>
                  <a:pt x="2085787" y="1281115"/>
                </a:lnTo>
                <a:lnTo>
                  <a:pt x="2080593" y="1278084"/>
                </a:lnTo>
                <a:lnTo>
                  <a:pt x="2074823" y="1278806"/>
                </a:lnTo>
                <a:lnTo>
                  <a:pt x="2051451" y="1301535"/>
                </a:lnTo>
                <a:lnTo>
                  <a:pt x="2041352" y="1298504"/>
                </a:lnTo>
                <a:lnTo>
                  <a:pt x="2017619" y="1320511"/>
                </a:lnTo>
                <a:lnTo>
                  <a:pt x="2012498" y="1318058"/>
                </a:lnTo>
                <a:lnTo>
                  <a:pt x="2006511" y="1319862"/>
                </a:lnTo>
                <a:lnTo>
                  <a:pt x="1980614" y="1348508"/>
                </a:lnTo>
                <a:lnTo>
                  <a:pt x="1949380" y="1370804"/>
                </a:lnTo>
                <a:lnTo>
                  <a:pt x="1959983" y="1369144"/>
                </a:lnTo>
                <a:lnTo>
                  <a:pt x="1960561" y="1372319"/>
                </a:lnTo>
                <a:lnTo>
                  <a:pt x="1950678" y="1372463"/>
                </a:lnTo>
                <a:lnTo>
                  <a:pt x="1933582" y="1360702"/>
                </a:lnTo>
                <a:lnTo>
                  <a:pt x="1916919" y="1372968"/>
                </a:lnTo>
                <a:lnTo>
                  <a:pt x="1917784" y="1376504"/>
                </a:lnTo>
                <a:lnTo>
                  <a:pt x="1919804" y="1375205"/>
                </a:lnTo>
                <a:lnTo>
                  <a:pt x="1917857" y="1376648"/>
                </a:lnTo>
                <a:lnTo>
                  <a:pt x="1921752" y="1387327"/>
                </a:lnTo>
                <a:lnTo>
                  <a:pt x="1918001" y="1399810"/>
                </a:lnTo>
                <a:lnTo>
                  <a:pt x="1834180" y="1464605"/>
                </a:lnTo>
                <a:lnTo>
                  <a:pt x="1846876" y="1482283"/>
                </a:lnTo>
                <a:lnTo>
                  <a:pt x="1840528" y="1486901"/>
                </a:lnTo>
                <a:lnTo>
                  <a:pt x="1827904" y="1469223"/>
                </a:lnTo>
                <a:lnTo>
                  <a:pt x="1814126" y="1478676"/>
                </a:lnTo>
                <a:lnTo>
                  <a:pt x="1804532" y="1480119"/>
                </a:lnTo>
                <a:lnTo>
                  <a:pt x="1796020" y="1476727"/>
                </a:lnTo>
                <a:lnTo>
                  <a:pt x="1781088" y="1462296"/>
                </a:lnTo>
                <a:lnTo>
                  <a:pt x="1773586" y="1462296"/>
                </a:lnTo>
                <a:lnTo>
                  <a:pt x="1775245" y="1495055"/>
                </a:lnTo>
                <a:lnTo>
                  <a:pt x="1767094" y="1498879"/>
                </a:lnTo>
                <a:lnTo>
                  <a:pt x="1777193" y="1510280"/>
                </a:lnTo>
                <a:lnTo>
                  <a:pt x="1771350" y="1515547"/>
                </a:lnTo>
                <a:lnTo>
                  <a:pt x="1731243" y="1471460"/>
                </a:lnTo>
                <a:lnTo>
                  <a:pt x="1721000" y="1480840"/>
                </a:lnTo>
                <a:lnTo>
                  <a:pt x="1738673" y="1503280"/>
                </a:lnTo>
                <a:lnTo>
                  <a:pt x="1732974" y="1509702"/>
                </a:lnTo>
                <a:lnTo>
                  <a:pt x="1686159" y="1465832"/>
                </a:lnTo>
                <a:lnTo>
                  <a:pt x="1632995" y="1467347"/>
                </a:lnTo>
                <a:lnTo>
                  <a:pt x="1575575" y="1498590"/>
                </a:lnTo>
                <a:lnTo>
                  <a:pt x="1577667" y="1519443"/>
                </a:lnTo>
                <a:lnTo>
                  <a:pt x="1621021" y="1494622"/>
                </a:lnTo>
                <a:lnTo>
                  <a:pt x="1661921" y="1493034"/>
                </a:lnTo>
                <a:lnTo>
                  <a:pt x="1708015" y="1536255"/>
                </a:lnTo>
                <a:lnTo>
                  <a:pt x="1663869" y="1558263"/>
                </a:lnTo>
                <a:lnTo>
                  <a:pt x="1627080" y="1546646"/>
                </a:lnTo>
                <a:lnTo>
                  <a:pt x="1631697" y="1541306"/>
                </a:lnTo>
                <a:lnTo>
                  <a:pt x="1627657" y="1540080"/>
                </a:lnTo>
                <a:lnTo>
                  <a:pt x="1627008" y="1542100"/>
                </a:lnTo>
                <a:lnTo>
                  <a:pt x="1626863" y="1539791"/>
                </a:lnTo>
                <a:lnTo>
                  <a:pt x="1626142" y="1541811"/>
                </a:lnTo>
                <a:lnTo>
                  <a:pt x="1625637" y="1539286"/>
                </a:lnTo>
                <a:lnTo>
                  <a:pt x="1621598" y="1544265"/>
                </a:lnTo>
                <a:lnTo>
                  <a:pt x="1608613" y="1541523"/>
                </a:lnTo>
                <a:lnTo>
                  <a:pt x="1606738" y="1544842"/>
                </a:lnTo>
                <a:lnTo>
                  <a:pt x="1602338" y="1543038"/>
                </a:lnTo>
                <a:lnTo>
                  <a:pt x="1607531" y="1543832"/>
                </a:lnTo>
                <a:lnTo>
                  <a:pt x="1608469" y="1541378"/>
                </a:lnTo>
                <a:lnTo>
                  <a:pt x="1590435" y="1535678"/>
                </a:lnTo>
                <a:lnTo>
                  <a:pt x="1574854" y="1519660"/>
                </a:lnTo>
                <a:lnTo>
                  <a:pt x="1574782" y="1547151"/>
                </a:lnTo>
                <a:lnTo>
                  <a:pt x="1583510" y="1554944"/>
                </a:lnTo>
                <a:lnTo>
                  <a:pt x="1598082" y="1559561"/>
                </a:lnTo>
                <a:lnTo>
                  <a:pt x="1637900" y="1559994"/>
                </a:lnTo>
                <a:lnTo>
                  <a:pt x="1653770" y="1569447"/>
                </a:lnTo>
                <a:lnTo>
                  <a:pt x="1669567" y="1569952"/>
                </a:lnTo>
                <a:lnTo>
                  <a:pt x="1678224" y="1563530"/>
                </a:lnTo>
                <a:lnTo>
                  <a:pt x="1692867" y="1567571"/>
                </a:lnTo>
                <a:lnTo>
                  <a:pt x="1701595" y="1566416"/>
                </a:lnTo>
                <a:lnTo>
                  <a:pt x="1703327" y="1575869"/>
                </a:lnTo>
                <a:lnTo>
                  <a:pt x="1706501" y="1577095"/>
                </a:lnTo>
                <a:lnTo>
                  <a:pt x="1734056" y="1569591"/>
                </a:lnTo>
                <a:lnTo>
                  <a:pt x="1750864" y="1577745"/>
                </a:lnTo>
                <a:lnTo>
                  <a:pt x="1748267" y="1587269"/>
                </a:lnTo>
                <a:lnTo>
                  <a:pt x="1720423" y="1628758"/>
                </a:lnTo>
                <a:lnTo>
                  <a:pt x="1688178" y="1662022"/>
                </a:lnTo>
                <a:lnTo>
                  <a:pt x="1670794" y="1674000"/>
                </a:lnTo>
                <a:lnTo>
                  <a:pt x="1664229" y="1675298"/>
                </a:lnTo>
                <a:lnTo>
                  <a:pt x="1669207" y="1670969"/>
                </a:lnTo>
                <a:lnTo>
                  <a:pt x="1666466" y="1669309"/>
                </a:lnTo>
                <a:lnTo>
                  <a:pt x="1653265" y="1672484"/>
                </a:lnTo>
                <a:lnTo>
                  <a:pt x="1640425" y="1680926"/>
                </a:lnTo>
                <a:lnTo>
                  <a:pt x="1629316" y="1676236"/>
                </a:lnTo>
                <a:lnTo>
                  <a:pt x="1620083" y="1667289"/>
                </a:lnTo>
                <a:lnTo>
                  <a:pt x="1616548" y="1667866"/>
                </a:lnTo>
                <a:lnTo>
                  <a:pt x="1616476" y="1664475"/>
                </a:lnTo>
                <a:lnTo>
                  <a:pt x="1620588" y="1665341"/>
                </a:lnTo>
                <a:lnTo>
                  <a:pt x="1620299" y="1660218"/>
                </a:lnTo>
                <a:lnTo>
                  <a:pt x="1617486" y="1656249"/>
                </a:lnTo>
                <a:lnTo>
                  <a:pt x="1611643" y="1654806"/>
                </a:lnTo>
                <a:lnTo>
                  <a:pt x="1607243" y="1646220"/>
                </a:lnTo>
                <a:lnTo>
                  <a:pt x="1598947" y="1645065"/>
                </a:lnTo>
                <a:lnTo>
                  <a:pt x="1597000" y="1647374"/>
                </a:lnTo>
                <a:lnTo>
                  <a:pt x="1600029" y="1649395"/>
                </a:lnTo>
                <a:lnTo>
                  <a:pt x="1597432" y="1651343"/>
                </a:lnTo>
                <a:lnTo>
                  <a:pt x="1571103" y="1622986"/>
                </a:lnTo>
                <a:lnTo>
                  <a:pt x="1569660" y="1618007"/>
                </a:lnTo>
                <a:lnTo>
                  <a:pt x="1573339" y="1620316"/>
                </a:lnTo>
                <a:lnTo>
                  <a:pt x="1575287" y="1615987"/>
                </a:lnTo>
                <a:lnTo>
                  <a:pt x="1572906" y="1610142"/>
                </a:lnTo>
                <a:lnTo>
                  <a:pt x="1563962" y="1606751"/>
                </a:lnTo>
                <a:lnTo>
                  <a:pt x="1553214" y="1594918"/>
                </a:lnTo>
                <a:lnTo>
                  <a:pt x="1546072" y="1595856"/>
                </a:lnTo>
                <a:lnTo>
                  <a:pt x="1549318" y="1598814"/>
                </a:lnTo>
                <a:lnTo>
                  <a:pt x="1544918" y="1601628"/>
                </a:lnTo>
                <a:lnTo>
                  <a:pt x="1529193" y="1592897"/>
                </a:lnTo>
                <a:lnTo>
                  <a:pt x="1524720" y="1586115"/>
                </a:lnTo>
                <a:lnTo>
                  <a:pt x="1517290" y="1583228"/>
                </a:lnTo>
                <a:lnTo>
                  <a:pt x="1519094" y="1581352"/>
                </a:lnTo>
                <a:lnTo>
                  <a:pt x="1515848" y="1576229"/>
                </a:lnTo>
                <a:lnTo>
                  <a:pt x="1508706" y="1574281"/>
                </a:lnTo>
                <a:lnTo>
                  <a:pt x="1505316" y="1567426"/>
                </a:lnTo>
                <a:lnTo>
                  <a:pt x="1498607" y="1565334"/>
                </a:lnTo>
                <a:lnTo>
                  <a:pt x="1495794" y="1559129"/>
                </a:lnTo>
                <a:lnTo>
                  <a:pt x="1488003" y="1556026"/>
                </a:lnTo>
                <a:lnTo>
                  <a:pt x="1481295" y="1548666"/>
                </a:lnTo>
                <a:lnTo>
                  <a:pt x="1473576" y="1548305"/>
                </a:lnTo>
                <a:lnTo>
                  <a:pt x="1476462" y="1553861"/>
                </a:lnTo>
                <a:lnTo>
                  <a:pt x="1480429" y="1555088"/>
                </a:lnTo>
                <a:lnTo>
                  <a:pt x="1477183" y="1558335"/>
                </a:lnTo>
                <a:lnTo>
                  <a:pt x="1464920" y="1539574"/>
                </a:lnTo>
                <a:lnTo>
                  <a:pt x="1449988" y="1525071"/>
                </a:lnTo>
                <a:lnTo>
                  <a:pt x="1450132" y="1522041"/>
                </a:lnTo>
                <a:lnTo>
                  <a:pt x="1464776" y="1520453"/>
                </a:lnTo>
                <a:lnTo>
                  <a:pt x="1491682" y="1527813"/>
                </a:lnTo>
                <a:lnTo>
                  <a:pt x="1507913" y="1529256"/>
                </a:lnTo>
                <a:lnTo>
                  <a:pt x="1518733" y="1522402"/>
                </a:lnTo>
                <a:lnTo>
                  <a:pt x="1530635" y="1520670"/>
                </a:lnTo>
                <a:lnTo>
                  <a:pt x="1542682" y="1525576"/>
                </a:lnTo>
                <a:lnTo>
                  <a:pt x="1543980" y="1528823"/>
                </a:lnTo>
                <a:lnTo>
                  <a:pt x="1544269" y="1526081"/>
                </a:lnTo>
                <a:lnTo>
                  <a:pt x="1545495" y="1528174"/>
                </a:lnTo>
                <a:lnTo>
                  <a:pt x="1546721" y="1526514"/>
                </a:lnTo>
                <a:lnTo>
                  <a:pt x="1554440" y="1537049"/>
                </a:lnTo>
                <a:lnTo>
                  <a:pt x="1555161" y="1532431"/>
                </a:lnTo>
                <a:lnTo>
                  <a:pt x="1567641" y="1537987"/>
                </a:lnTo>
                <a:lnTo>
                  <a:pt x="1569949" y="1526009"/>
                </a:lnTo>
                <a:lnTo>
                  <a:pt x="1569300" y="1498663"/>
                </a:lnTo>
                <a:lnTo>
                  <a:pt x="1545207" y="1498518"/>
                </a:lnTo>
                <a:lnTo>
                  <a:pt x="1544846" y="1506744"/>
                </a:lnTo>
                <a:lnTo>
                  <a:pt x="1531862" y="1506672"/>
                </a:lnTo>
                <a:lnTo>
                  <a:pt x="1543187" y="1505156"/>
                </a:lnTo>
                <a:lnTo>
                  <a:pt x="1542754" y="1497436"/>
                </a:lnTo>
                <a:lnTo>
                  <a:pt x="1515270" y="1493107"/>
                </a:lnTo>
                <a:lnTo>
                  <a:pt x="1510149" y="1488994"/>
                </a:lnTo>
                <a:lnTo>
                  <a:pt x="1496155" y="1495343"/>
                </a:lnTo>
                <a:lnTo>
                  <a:pt x="1498319" y="1499312"/>
                </a:lnTo>
                <a:lnTo>
                  <a:pt x="1483170" y="1502198"/>
                </a:lnTo>
                <a:lnTo>
                  <a:pt x="1482377" y="1499528"/>
                </a:lnTo>
                <a:lnTo>
                  <a:pt x="1476678" y="1498446"/>
                </a:lnTo>
                <a:lnTo>
                  <a:pt x="1475740" y="1494261"/>
                </a:lnTo>
                <a:lnTo>
                  <a:pt x="1481511" y="1491519"/>
                </a:lnTo>
                <a:lnTo>
                  <a:pt x="1485046" y="1485747"/>
                </a:lnTo>
                <a:lnTo>
                  <a:pt x="1489230" y="1485747"/>
                </a:lnTo>
                <a:lnTo>
                  <a:pt x="1491538" y="1490148"/>
                </a:lnTo>
                <a:lnTo>
                  <a:pt x="1494928" y="1488922"/>
                </a:lnTo>
                <a:lnTo>
                  <a:pt x="1495505" y="1494333"/>
                </a:lnTo>
                <a:lnTo>
                  <a:pt x="1509355" y="1488272"/>
                </a:lnTo>
                <a:lnTo>
                  <a:pt x="1494207" y="1474635"/>
                </a:lnTo>
                <a:lnTo>
                  <a:pt x="1484829" y="1474346"/>
                </a:lnTo>
                <a:lnTo>
                  <a:pt x="1475091" y="1484809"/>
                </a:lnTo>
                <a:lnTo>
                  <a:pt x="1463550" y="1484737"/>
                </a:lnTo>
                <a:lnTo>
                  <a:pt x="1453667" y="1478387"/>
                </a:lnTo>
                <a:lnTo>
                  <a:pt x="1446886" y="1484664"/>
                </a:lnTo>
                <a:lnTo>
                  <a:pt x="1448690" y="1486973"/>
                </a:lnTo>
                <a:lnTo>
                  <a:pt x="1442270" y="1494983"/>
                </a:lnTo>
                <a:lnTo>
                  <a:pt x="1440394" y="1493828"/>
                </a:lnTo>
                <a:lnTo>
                  <a:pt x="1438663" y="1504218"/>
                </a:lnTo>
                <a:lnTo>
                  <a:pt x="1408799" y="1478315"/>
                </a:lnTo>
                <a:lnTo>
                  <a:pt x="1410963" y="1474274"/>
                </a:lnTo>
                <a:lnTo>
                  <a:pt x="1395887" y="1461647"/>
                </a:lnTo>
                <a:lnTo>
                  <a:pt x="1389395" y="1472975"/>
                </a:lnTo>
                <a:lnTo>
                  <a:pt x="1358232" y="1454359"/>
                </a:lnTo>
                <a:lnTo>
                  <a:pt x="1297062" y="1556820"/>
                </a:lnTo>
                <a:lnTo>
                  <a:pt x="1247000" y="1526731"/>
                </a:lnTo>
                <a:lnTo>
                  <a:pt x="1305141" y="1428528"/>
                </a:lnTo>
                <a:lnTo>
                  <a:pt x="1234737" y="1386100"/>
                </a:lnTo>
                <a:lnTo>
                  <a:pt x="1190013" y="1461358"/>
                </a:lnTo>
                <a:lnTo>
                  <a:pt x="1042641" y="1372968"/>
                </a:lnTo>
                <a:lnTo>
                  <a:pt x="1062623" y="1338478"/>
                </a:lnTo>
                <a:lnTo>
                  <a:pt x="1087726" y="1334293"/>
                </a:lnTo>
                <a:lnTo>
                  <a:pt x="1178904" y="1388698"/>
                </a:lnTo>
                <a:lnTo>
                  <a:pt x="1201699" y="1350167"/>
                </a:lnTo>
                <a:lnTo>
                  <a:pt x="1118311" y="1300019"/>
                </a:lnTo>
                <a:lnTo>
                  <a:pt x="1135118" y="1272167"/>
                </a:lnTo>
                <a:lnTo>
                  <a:pt x="1102730" y="1237317"/>
                </a:lnTo>
                <a:lnTo>
                  <a:pt x="1079574" y="1252974"/>
                </a:lnTo>
                <a:lnTo>
                  <a:pt x="1034273" y="1257448"/>
                </a:lnTo>
                <a:lnTo>
                  <a:pt x="998711" y="1246264"/>
                </a:lnTo>
                <a:lnTo>
                  <a:pt x="996835" y="1238760"/>
                </a:lnTo>
                <a:lnTo>
                  <a:pt x="1003616" y="1225844"/>
                </a:lnTo>
                <a:lnTo>
                  <a:pt x="993517" y="1222669"/>
                </a:lnTo>
                <a:lnTo>
                  <a:pt x="974978" y="1240780"/>
                </a:lnTo>
                <a:lnTo>
                  <a:pt x="894115" y="1220432"/>
                </a:lnTo>
                <a:lnTo>
                  <a:pt x="879399" y="1230245"/>
                </a:lnTo>
                <a:lnTo>
                  <a:pt x="842610" y="1212279"/>
                </a:lnTo>
                <a:lnTo>
                  <a:pt x="794568" y="1171439"/>
                </a:lnTo>
                <a:lnTo>
                  <a:pt x="768239" y="1171295"/>
                </a:lnTo>
                <a:lnTo>
                  <a:pt x="771341" y="1185509"/>
                </a:lnTo>
                <a:lnTo>
                  <a:pt x="791034" y="1189622"/>
                </a:lnTo>
                <a:lnTo>
                  <a:pt x="831141" y="1223679"/>
                </a:lnTo>
                <a:lnTo>
                  <a:pt x="827390" y="1233564"/>
                </a:lnTo>
                <a:lnTo>
                  <a:pt x="844197" y="1234575"/>
                </a:lnTo>
                <a:lnTo>
                  <a:pt x="765931" y="1235008"/>
                </a:lnTo>
                <a:lnTo>
                  <a:pt x="765426" y="1282197"/>
                </a:lnTo>
                <a:lnTo>
                  <a:pt x="769033" y="1291072"/>
                </a:lnTo>
                <a:lnTo>
                  <a:pt x="805894" y="1299514"/>
                </a:lnTo>
                <a:lnTo>
                  <a:pt x="811232" y="1289990"/>
                </a:lnTo>
                <a:lnTo>
                  <a:pt x="822990" y="1293742"/>
                </a:lnTo>
                <a:lnTo>
                  <a:pt x="816353" y="1304421"/>
                </a:lnTo>
                <a:lnTo>
                  <a:pt x="825947" y="1296123"/>
                </a:lnTo>
                <a:lnTo>
                  <a:pt x="831718" y="1294680"/>
                </a:lnTo>
                <a:lnTo>
                  <a:pt x="857110" y="1307235"/>
                </a:lnTo>
                <a:lnTo>
                  <a:pt x="867064" y="1324336"/>
                </a:lnTo>
                <a:lnTo>
                  <a:pt x="871104" y="1346415"/>
                </a:lnTo>
                <a:lnTo>
                  <a:pt x="893538" y="1371742"/>
                </a:lnTo>
                <a:lnTo>
                  <a:pt x="899236" y="1369721"/>
                </a:lnTo>
                <a:lnTo>
                  <a:pt x="898948" y="1372535"/>
                </a:lnTo>
                <a:lnTo>
                  <a:pt x="903060" y="1373690"/>
                </a:lnTo>
                <a:lnTo>
                  <a:pt x="902987" y="1381266"/>
                </a:lnTo>
                <a:lnTo>
                  <a:pt x="908109" y="1378452"/>
                </a:lnTo>
                <a:lnTo>
                  <a:pt x="910706" y="1386173"/>
                </a:lnTo>
                <a:lnTo>
                  <a:pt x="938911" y="1390646"/>
                </a:lnTo>
                <a:lnTo>
                  <a:pt x="969063" y="1421240"/>
                </a:lnTo>
                <a:lnTo>
                  <a:pt x="969712" y="1426291"/>
                </a:lnTo>
                <a:lnTo>
                  <a:pt x="958315" y="1438124"/>
                </a:lnTo>
                <a:lnTo>
                  <a:pt x="948216" y="1444185"/>
                </a:lnTo>
                <a:lnTo>
                  <a:pt x="930976" y="1447865"/>
                </a:lnTo>
                <a:lnTo>
                  <a:pt x="917198" y="1454215"/>
                </a:lnTo>
                <a:lnTo>
                  <a:pt x="908253" y="1445773"/>
                </a:lnTo>
                <a:lnTo>
                  <a:pt x="894476" y="1444907"/>
                </a:lnTo>
                <a:lnTo>
                  <a:pt x="869012" y="1436609"/>
                </a:lnTo>
                <a:lnTo>
                  <a:pt x="850185" y="1453998"/>
                </a:lnTo>
                <a:lnTo>
                  <a:pt x="854729" y="1455442"/>
                </a:lnTo>
                <a:lnTo>
                  <a:pt x="869589" y="1441732"/>
                </a:lnTo>
                <a:lnTo>
                  <a:pt x="874638" y="1441949"/>
                </a:lnTo>
                <a:lnTo>
                  <a:pt x="905729" y="1449020"/>
                </a:lnTo>
                <a:lnTo>
                  <a:pt x="917703" y="1460637"/>
                </a:lnTo>
                <a:lnTo>
                  <a:pt x="919146" y="1466553"/>
                </a:lnTo>
                <a:lnTo>
                  <a:pt x="904863" y="1496931"/>
                </a:lnTo>
                <a:lnTo>
                  <a:pt x="891662" y="1507033"/>
                </a:lnTo>
                <a:lnTo>
                  <a:pt x="842538" y="1528318"/>
                </a:lnTo>
                <a:lnTo>
                  <a:pt x="808274" y="1499384"/>
                </a:lnTo>
                <a:lnTo>
                  <a:pt x="758140" y="1472182"/>
                </a:lnTo>
                <a:lnTo>
                  <a:pt x="757419" y="1461503"/>
                </a:lnTo>
                <a:lnTo>
                  <a:pt x="753740" y="1453854"/>
                </a:lnTo>
                <a:lnTo>
                  <a:pt x="743280" y="1470666"/>
                </a:lnTo>
                <a:lnTo>
                  <a:pt x="724381" y="1460565"/>
                </a:lnTo>
                <a:lnTo>
                  <a:pt x="714931" y="1480479"/>
                </a:lnTo>
                <a:lnTo>
                  <a:pt x="779997" y="1519227"/>
                </a:lnTo>
                <a:lnTo>
                  <a:pt x="781800" y="1527885"/>
                </a:lnTo>
                <a:lnTo>
                  <a:pt x="724453" y="1560283"/>
                </a:lnTo>
                <a:lnTo>
                  <a:pt x="637819" y="1591093"/>
                </a:lnTo>
                <a:lnTo>
                  <a:pt x="611057" y="1496354"/>
                </a:lnTo>
                <a:lnTo>
                  <a:pt x="571815" y="1460204"/>
                </a:lnTo>
                <a:lnTo>
                  <a:pt x="536902" y="1498735"/>
                </a:lnTo>
                <a:lnTo>
                  <a:pt x="578596" y="1537193"/>
                </a:lnTo>
                <a:lnTo>
                  <a:pt x="610840" y="1650693"/>
                </a:lnTo>
                <a:lnTo>
                  <a:pt x="610912" y="1664908"/>
                </a:lnTo>
                <a:lnTo>
                  <a:pt x="606440" y="1674288"/>
                </a:lnTo>
                <a:lnTo>
                  <a:pt x="592518" y="1689008"/>
                </a:lnTo>
                <a:lnTo>
                  <a:pt x="586242" y="1682586"/>
                </a:lnTo>
                <a:lnTo>
                  <a:pt x="554647" y="1716427"/>
                </a:lnTo>
                <a:lnTo>
                  <a:pt x="557821" y="1723787"/>
                </a:lnTo>
                <a:lnTo>
                  <a:pt x="495640" y="1786706"/>
                </a:lnTo>
                <a:lnTo>
                  <a:pt x="488355" y="1790530"/>
                </a:lnTo>
                <a:lnTo>
                  <a:pt x="480204" y="1789448"/>
                </a:lnTo>
                <a:lnTo>
                  <a:pt x="474144" y="1783892"/>
                </a:lnTo>
                <a:lnTo>
                  <a:pt x="462386" y="1759215"/>
                </a:lnTo>
                <a:lnTo>
                  <a:pt x="461376" y="1748969"/>
                </a:lnTo>
                <a:lnTo>
                  <a:pt x="463612" y="1749330"/>
                </a:lnTo>
                <a:lnTo>
                  <a:pt x="464911" y="1758205"/>
                </a:lnTo>
                <a:lnTo>
                  <a:pt x="476525" y="1782521"/>
                </a:lnTo>
                <a:lnTo>
                  <a:pt x="479410" y="1783603"/>
                </a:lnTo>
                <a:lnTo>
                  <a:pt x="507254" y="1756329"/>
                </a:lnTo>
                <a:lnTo>
                  <a:pt x="508697" y="1746588"/>
                </a:lnTo>
                <a:lnTo>
                  <a:pt x="496578" y="1720973"/>
                </a:lnTo>
                <a:lnTo>
                  <a:pt x="491601" y="1717509"/>
                </a:lnTo>
                <a:lnTo>
                  <a:pt x="484820" y="1704882"/>
                </a:lnTo>
                <a:lnTo>
                  <a:pt x="455173" y="1702212"/>
                </a:lnTo>
                <a:lnTo>
                  <a:pt x="428122" y="1646076"/>
                </a:lnTo>
                <a:lnTo>
                  <a:pt x="413479" y="1629191"/>
                </a:lnTo>
                <a:lnTo>
                  <a:pt x="346465" y="1463018"/>
                </a:lnTo>
                <a:lnTo>
                  <a:pt x="346465" y="1427662"/>
                </a:lnTo>
                <a:lnTo>
                  <a:pt x="382749" y="1399233"/>
                </a:lnTo>
                <a:lnTo>
                  <a:pt x="397465" y="1419797"/>
                </a:lnTo>
                <a:lnTo>
                  <a:pt x="512881" y="1338911"/>
                </a:lnTo>
                <a:lnTo>
                  <a:pt x="561644" y="1309688"/>
                </a:lnTo>
                <a:lnTo>
                  <a:pt x="598361" y="1298432"/>
                </a:lnTo>
                <a:lnTo>
                  <a:pt x="627936" y="1299370"/>
                </a:lnTo>
                <a:lnTo>
                  <a:pt x="653905" y="1295546"/>
                </a:lnTo>
                <a:lnTo>
                  <a:pt x="657944" y="1300092"/>
                </a:lnTo>
                <a:lnTo>
                  <a:pt x="619929" y="1341869"/>
                </a:lnTo>
                <a:lnTo>
                  <a:pt x="615457" y="1358032"/>
                </a:lnTo>
                <a:lnTo>
                  <a:pt x="588118" y="1384730"/>
                </a:lnTo>
                <a:lnTo>
                  <a:pt x="566477" y="1401542"/>
                </a:lnTo>
                <a:lnTo>
                  <a:pt x="594105" y="1428816"/>
                </a:lnTo>
                <a:lnTo>
                  <a:pt x="623175" y="1397645"/>
                </a:lnTo>
                <a:lnTo>
                  <a:pt x="632409" y="1405366"/>
                </a:lnTo>
                <a:lnTo>
                  <a:pt x="642868" y="1398800"/>
                </a:lnTo>
                <a:lnTo>
                  <a:pt x="649360" y="1398583"/>
                </a:lnTo>
                <a:lnTo>
                  <a:pt x="646908" y="1393605"/>
                </a:lnTo>
                <a:lnTo>
                  <a:pt x="650659" y="1393388"/>
                </a:lnTo>
                <a:lnTo>
                  <a:pt x="651380" y="1396419"/>
                </a:lnTo>
                <a:lnTo>
                  <a:pt x="655708" y="1394615"/>
                </a:lnTo>
                <a:lnTo>
                  <a:pt x="648351" y="1382637"/>
                </a:lnTo>
                <a:lnTo>
                  <a:pt x="653761" y="1369938"/>
                </a:lnTo>
                <a:lnTo>
                  <a:pt x="649360" y="1366402"/>
                </a:lnTo>
                <a:lnTo>
                  <a:pt x="665591" y="1350889"/>
                </a:lnTo>
                <a:lnTo>
                  <a:pt x="709305" y="1297927"/>
                </a:lnTo>
                <a:lnTo>
                  <a:pt x="718466" y="1296917"/>
                </a:lnTo>
                <a:lnTo>
                  <a:pt x="719764" y="1290639"/>
                </a:lnTo>
                <a:lnTo>
                  <a:pt x="726473" y="1286599"/>
                </a:lnTo>
                <a:lnTo>
                  <a:pt x="741549" y="1284722"/>
                </a:lnTo>
                <a:lnTo>
                  <a:pt x="765714" y="1292804"/>
                </a:lnTo>
                <a:lnTo>
                  <a:pt x="761675" y="1281548"/>
                </a:lnTo>
                <a:lnTo>
                  <a:pt x="762685" y="1181901"/>
                </a:lnTo>
                <a:lnTo>
                  <a:pt x="758212" y="1171511"/>
                </a:lnTo>
                <a:lnTo>
                  <a:pt x="751143" y="1176273"/>
                </a:lnTo>
                <a:lnTo>
                  <a:pt x="740756" y="1177211"/>
                </a:lnTo>
                <a:lnTo>
                  <a:pt x="741333" y="1193302"/>
                </a:lnTo>
                <a:lnTo>
                  <a:pt x="736644" y="1197126"/>
                </a:lnTo>
                <a:lnTo>
                  <a:pt x="733181" y="1211269"/>
                </a:lnTo>
                <a:lnTo>
                  <a:pt x="736139" y="1211124"/>
                </a:lnTo>
                <a:lnTo>
                  <a:pt x="736355" y="1217330"/>
                </a:lnTo>
                <a:lnTo>
                  <a:pt x="697619" y="1218917"/>
                </a:lnTo>
                <a:lnTo>
                  <a:pt x="696897" y="1203259"/>
                </a:lnTo>
                <a:lnTo>
                  <a:pt x="675329" y="1195972"/>
                </a:lnTo>
                <a:lnTo>
                  <a:pt x="660686" y="1177789"/>
                </a:lnTo>
                <a:lnTo>
                  <a:pt x="660686" y="1177789"/>
                </a:lnTo>
              </a:path>
            </a:pathLst>
          </a:custGeom>
          <a:noFill xmlns:a="http://schemas.openxmlformats.org/drawingml/2006/main"/>
          <a:ln xmlns:a="http://schemas.openxmlformats.org/drawingml/2006/main" w="3579">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93C8CE00-0BAB-4389-8733-F3C5068B38D6}"/>
              </a:ext>
            </a:extLst>
          </p:cNvPr>
          <p:cNvSpPr>
            <a:spLocks xmlns:a="http://schemas.openxmlformats.org/drawingml/2006/main" noGrp="1"/>
          </p:cNvSpPr>
          <p:nvPr/>
        </p:nvSpPr>
        <p:spPr>
          <a:xfrm xmlns:a="http://schemas.openxmlformats.org/drawingml/2006/main">
            <a:off x="4037955" y="2703031"/>
            <a:ext cx="520102" cy="194135"/>
          </a:xfrm>
          <a:custGeom xmlns:a="http://schemas.openxmlformats.org/drawingml/2006/main">
            <a:pathLst>
              <a:path w="553637" h="206652">
                <a:moveTo>
                  <a:pt x="11974" y="60827"/>
                </a:moveTo>
                <a:lnTo>
                  <a:pt x="13489" y="57147"/>
                </a:lnTo>
                <a:lnTo>
                  <a:pt x="8728" y="53756"/>
                </a:lnTo>
                <a:lnTo>
                  <a:pt x="7863" y="45241"/>
                </a:lnTo>
                <a:lnTo>
                  <a:pt x="0" y="41273"/>
                </a:lnTo>
                <a:lnTo>
                  <a:pt x="1948" y="33264"/>
                </a:lnTo>
                <a:lnTo>
                  <a:pt x="72" y="32109"/>
                </a:lnTo>
                <a:lnTo>
                  <a:pt x="20126" y="27202"/>
                </a:lnTo>
                <a:lnTo>
                  <a:pt x="29503" y="14647"/>
                </a:lnTo>
                <a:lnTo>
                  <a:pt x="43353" y="10462"/>
                </a:lnTo>
                <a:lnTo>
                  <a:pt x="52803" y="0"/>
                </a:lnTo>
                <a:lnTo>
                  <a:pt x="85985" y="11473"/>
                </a:lnTo>
                <a:lnTo>
                  <a:pt x="119384" y="27130"/>
                </a:lnTo>
                <a:lnTo>
                  <a:pt x="139726" y="30522"/>
                </a:lnTo>
                <a:lnTo>
                  <a:pt x="156533" y="39469"/>
                </a:lnTo>
                <a:lnTo>
                  <a:pt x="163602" y="46901"/>
                </a:lnTo>
                <a:lnTo>
                  <a:pt x="166416" y="55848"/>
                </a:lnTo>
                <a:lnTo>
                  <a:pt x="194116" y="67970"/>
                </a:lnTo>
                <a:lnTo>
                  <a:pt x="195919" y="64218"/>
                </a:lnTo>
                <a:lnTo>
                  <a:pt x="208903" y="65084"/>
                </a:lnTo>
                <a:lnTo>
                  <a:pt x="213953" y="75041"/>
                </a:lnTo>
                <a:lnTo>
                  <a:pt x="236675" y="73382"/>
                </a:lnTo>
                <a:lnTo>
                  <a:pt x="252545" y="75330"/>
                </a:lnTo>
                <a:lnTo>
                  <a:pt x="271517" y="68259"/>
                </a:lnTo>
                <a:lnTo>
                  <a:pt x="309171" y="65084"/>
                </a:lnTo>
                <a:lnTo>
                  <a:pt x="317683" y="60682"/>
                </a:lnTo>
                <a:lnTo>
                  <a:pt x="335140" y="64290"/>
                </a:lnTo>
                <a:lnTo>
                  <a:pt x="344589" y="71361"/>
                </a:lnTo>
                <a:lnTo>
                  <a:pt x="355410" y="69702"/>
                </a:lnTo>
                <a:lnTo>
                  <a:pt x="378132" y="75546"/>
                </a:lnTo>
                <a:lnTo>
                  <a:pt x="412757" y="73670"/>
                </a:lnTo>
                <a:lnTo>
                  <a:pt x="422568" y="70207"/>
                </a:lnTo>
                <a:lnTo>
                  <a:pt x="427906" y="64867"/>
                </a:lnTo>
                <a:lnTo>
                  <a:pt x="487273" y="63208"/>
                </a:lnTo>
                <a:lnTo>
                  <a:pt x="509202" y="72805"/>
                </a:lnTo>
                <a:lnTo>
                  <a:pt x="525144" y="90122"/>
                </a:lnTo>
                <a:lnTo>
                  <a:pt x="540581" y="126488"/>
                </a:lnTo>
                <a:lnTo>
                  <a:pt x="553637" y="175048"/>
                </a:lnTo>
                <a:lnTo>
                  <a:pt x="550535" y="180099"/>
                </a:lnTo>
                <a:lnTo>
                  <a:pt x="542023" y="182553"/>
                </a:lnTo>
                <a:lnTo>
                  <a:pt x="505307" y="173461"/>
                </a:lnTo>
                <a:lnTo>
                  <a:pt x="449835" y="173172"/>
                </a:lnTo>
                <a:lnTo>
                  <a:pt x="445074" y="183058"/>
                </a:lnTo>
                <a:lnTo>
                  <a:pt x="439808" y="179017"/>
                </a:lnTo>
                <a:lnTo>
                  <a:pt x="441467" y="174255"/>
                </a:lnTo>
                <a:lnTo>
                  <a:pt x="437427" y="173100"/>
                </a:lnTo>
                <a:lnTo>
                  <a:pt x="373732" y="172667"/>
                </a:lnTo>
                <a:lnTo>
                  <a:pt x="348341" y="184934"/>
                </a:lnTo>
                <a:lnTo>
                  <a:pt x="335356" y="177718"/>
                </a:lnTo>
                <a:lnTo>
                  <a:pt x="331028" y="183274"/>
                </a:lnTo>
                <a:lnTo>
                  <a:pt x="319775" y="187603"/>
                </a:lnTo>
                <a:lnTo>
                  <a:pt x="317322" y="184212"/>
                </a:lnTo>
                <a:lnTo>
                  <a:pt x="312345" y="185727"/>
                </a:lnTo>
                <a:lnTo>
                  <a:pt x="301236" y="194675"/>
                </a:lnTo>
                <a:lnTo>
                  <a:pt x="293806" y="196551"/>
                </a:lnTo>
                <a:lnTo>
                  <a:pt x="287314" y="194602"/>
                </a:lnTo>
                <a:lnTo>
                  <a:pt x="258893" y="204632"/>
                </a:lnTo>
                <a:lnTo>
                  <a:pt x="231193" y="206652"/>
                </a:lnTo>
                <a:lnTo>
                  <a:pt x="210779" y="182625"/>
                </a:lnTo>
                <a:lnTo>
                  <a:pt x="205874" y="167400"/>
                </a:lnTo>
                <a:lnTo>
                  <a:pt x="195414" y="161050"/>
                </a:lnTo>
                <a:lnTo>
                  <a:pt x="173846" y="162638"/>
                </a:lnTo>
                <a:lnTo>
                  <a:pt x="160717" y="137889"/>
                </a:lnTo>
                <a:lnTo>
                  <a:pt x="162088" y="130962"/>
                </a:lnTo>
                <a:lnTo>
                  <a:pt x="158914" y="132260"/>
                </a:lnTo>
                <a:lnTo>
                  <a:pt x="146362" y="123457"/>
                </a:lnTo>
                <a:lnTo>
                  <a:pt x="131863" y="122231"/>
                </a:lnTo>
                <a:lnTo>
                  <a:pt x="126669" y="116891"/>
                </a:lnTo>
                <a:lnTo>
                  <a:pt x="106183" y="110975"/>
                </a:lnTo>
                <a:lnTo>
                  <a:pt x="90602" y="99718"/>
                </a:lnTo>
                <a:lnTo>
                  <a:pt x="85985" y="97987"/>
                </a:lnTo>
                <a:lnTo>
                  <a:pt x="86995" y="100801"/>
                </a:lnTo>
                <a:lnTo>
                  <a:pt x="81801" y="100151"/>
                </a:lnTo>
                <a:lnTo>
                  <a:pt x="76030" y="93152"/>
                </a:lnTo>
                <a:lnTo>
                  <a:pt x="57925" y="89761"/>
                </a:lnTo>
                <a:lnTo>
                  <a:pt x="52514" y="78433"/>
                </a:lnTo>
                <a:lnTo>
                  <a:pt x="41550" y="76484"/>
                </a:lnTo>
                <a:lnTo>
                  <a:pt x="37438" y="80092"/>
                </a:lnTo>
                <a:lnTo>
                  <a:pt x="30802" y="78793"/>
                </a:lnTo>
                <a:lnTo>
                  <a:pt x="17168" y="64507"/>
                </a:lnTo>
                <a:lnTo>
                  <a:pt x="14355" y="65733"/>
                </a:lnTo>
                <a:lnTo>
                  <a:pt x="15653" y="60971"/>
                </a:lnTo>
                <a:lnTo>
                  <a:pt x="11974" y="60827"/>
                </a:lnTo>
              </a:path>
            </a:pathLst>
          </a:custGeom>
          <a:noFill xmlns:a="http://schemas.openxmlformats.org/drawingml/2006/main"/>
          <a:ln xmlns:a="http://schemas.openxmlformats.org/drawingml/2006/main" w="3579">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3C542634-128A-422E-9C3D-1E4707AAFB8D}"/>
              </a:ext>
            </a:extLst>
          </p:cNvPr>
          <p:cNvSpPr>
            <a:spLocks xmlns:a="http://schemas.openxmlformats.org/drawingml/2006/main" noGrp="1"/>
          </p:cNvSpPr>
          <p:nvPr/>
        </p:nvSpPr>
        <p:spPr>
          <a:xfrm xmlns:a="http://schemas.openxmlformats.org/drawingml/2006/main">
            <a:off x="3474009" y="4028830"/>
            <a:ext cx="110052" cy="129807"/>
          </a:xfrm>
          <a:custGeom xmlns:a="http://schemas.openxmlformats.org/drawingml/2006/main">
            <a:pathLst>
              <a:path w="117147" h="138177">
                <a:moveTo>
                  <a:pt x="39963" y="11761"/>
                </a:moveTo>
                <a:lnTo>
                  <a:pt x="45950" y="20420"/>
                </a:lnTo>
                <a:lnTo>
                  <a:pt x="50062" y="16091"/>
                </a:lnTo>
                <a:lnTo>
                  <a:pt x="57780" y="16379"/>
                </a:lnTo>
                <a:lnTo>
                  <a:pt x="61676" y="13565"/>
                </a:lnTo>
                <a:lnTo>
                  <a:pt x="57420" y="9813"/>
                </a:lnTo>
                <a:lnTo>
                  <a:pt x="56410" y="11833"/>
                </a:lnTo>
                <a:lnTo>
                  <a:pt x="58934" y="7216"/>
                </a:lnTo>
                <a:lnTo>
                  <a:pt x="105534" y="1299"/>
                </a:lnTo>
                <a:lnTo>
                  <a:pt x="109573" y="4185"/>
                </a:lnTo>
                <a:lnTo>
                  <a:pt x="109573" y="10462"/>
                </a:lnTo>
                <a:lnTo>
                  <a:pt x="102360" y="22296"/>
                </a:lnTo>
                <a:lnTo>
                  <a:pt x="84398" y="29079"/>
                </a:lnTo>
                <a:lnTo>
                  <a:pt x="85336" y="25182"/>
                </a:lnTo>
                <a:lnTo>
                  <a:pt x="78772" y="24388"/>
                </a:lnTo>
                <a:lnTo>
                  <a:pt x="74011" y="29151"/>
                </a:lnTo>
                <a:lnTo>
                  <a:pt x="72496" y="36294"/>
                </a:lnTo>
                <a:lnTo>
                  <a:pt x="79132" y="50076"/>
                </a:lnTo>
                <a:lnTo>
                  <a:pt x="86923" y="50148"/>
                </a:lnTo>
                <a:lnTo>
                  <a:pt x="88510" y="47406"/>
                </a:lnTo>
                <a:lnTo>
                  <a:pt x="85985" y="45674"/>
                </a:lnTo>
                <a:lnTo>
                  <a:pt x="91539" y="47622"/>
                </a:lnTo>
                <a:lnTo>
                  <a:pt x="94858" y="64074"/>
                </a:lnTo>
                <a:lnTo>
                  <a:pt x="109213" y="76340"/>
                </a:lnTo>
                <a:lnTo>
                  <a:pt x="112098" y="84061"/>
                </a:lnTo>
                <a:lnTo>
                  <a:pt x="116859" y="87380"/>
                </a:lnTo>
                <a:lnTo>
                  <a:pt x="117147" y="92070"/>
                </a:lnTo>
                <a:lnTo>
                  <a:pt x="113901" y="89039"/>
                </a:lnTo>
                <a:lnTo>
                  <a:pt x="108996" y="91204"/>
                </a:lnTo>
                <a:lnTo>
                  <a:pt x="105966" y="99935"/>
                </a:lnTo>
                <a:lnTo>
                  <a:pt x="110078" y="103254"/>
                </a:lnTo>
                <a:lnTo>
                  <a:pt x="99691" y="107655"/>
                </a:lnTo>
                <a:lnTo>
                  <a:pt x="102071" y="105635"/>
                </a:lnTo>
                <a:lnTo>
                  <a:pt x="94136" y="101739"/>
                </a:lnTo>
                <a:lnTo>
                  <a:pt x="89015" y="94018"/>
                </a:lnTo>
                <a:lnTo>
                  <a:pt x="76463" y="84277"/>
                </a:lnTo>
                <a:lnTo>
                  <a:pt x="67302" y="71145"/>
                </a:lnTo>
                <a:lnTo>
                  <a:pt x="58574" y="84133"/>
                </a:lnTo>
                <a:lnTo>
                  <a:pt x="60666" y="97121"/>
                </a:lnTo>
                <a:lnTo>
                  <a:pt x="60594" y="92792"/>
                </a:lnTo>
                <a:lnTo>
                  <a:pt x="54751" y="93802"/>
                </a:lnTo>
                <a:lnTo>
                  <a:pt x="57420" y="108088"/>
                </a:lnTo>
                <a:lnTo>
                  <a:pt x="60016" y="108954"/>
                </a:lnTo>
                <a:lnTo>
                  <a:pt x="60954" y="106357"/>
                </a:lnTo>
                <a:lnTo>
                  <a:pt x="61748" y="118479"/>
                </a:lnTo>
                <a:lnTo>
                  <a:pt x="58502" y="117757"/>
                </a:lnTo>
                <a:lnTo>
                  <a:pt x="57708" y="125189"/>
                </a:lnTo>
                <a:lnTo>
                  <a:pt x="60594" y="128364"/>
                </a:lnTo>
                <a:lnTo>
                  <a:pt x="64272" y="126993"/>
                </a:lnTo>
                <a:lnTo>
                  <a:pt x="65210" y="132621"/>
                </a:lnTo>
                <a:lnTo>
                  <a:pt x="60666" y="138177"/>
                </a:lnTo>
                <a:lnTo>
                  <a:pt x="51432" y="128653"/>
                </a:lnTo>
                <a:lnTo>
                  <a:pt x="44363" y="126849"/>
                </a:lnTo>
                <a:lnTo>
                  <a:pt x="36140" y="112706"/>
                </a:lnTo>
                <a:lnTo>
                  <a:pt x="0" y="74608"/>
                </a:lnTo>
                <a:lnTo>
                  <a:pt x="8440" y="67104"/>
                </a:lnTo>
                <a:lnTo>
                  <a:pt x="17096" y="65228"/>
                </a:lnTo>
                <a:lnTo>
                  <a:pt x="21929" y="67032"/>
                </a:lnTo>
                <a:lnTo>
                  <a:pt x="19549" y="67537"/>
                </a:lnTo>
                <a:lnTo>
                  <a:pt x="23155" y="70784"/>
                </a:lnTo>
                <a:lnTo>
                  <a:pt x="26401" y="70856"/>
                </a:lnTo>
                <a:lnTo>
                  <a:pt x="25824" y="68620"/>
                </a:lnTo>
                <a:lnTo>
                  <a:pt x="30657" y="73526"/>
                </a:lnTo>
                <a:lnTo>
                  <a:pt x="39169" y="74969"/>
                </a:lnTo>
                <a:lnTo>
                  <a:pt x="37294" y="79443"/>
                </a:lnTo>
                <a:lnTo>
                  <a:pt x="50855" y="86875"/>
                </a:lnTo>
                <a:lnTo>
                  <a:pt x="53380" y="82834"/>
                </a:lnTo>
                <a:lnTo>
                  <a:pt x="47970" y="78505"/>
                </a:lnTo>
                <a:lnTo>
                  <a:pt x="57925" y="83339"/>
                </a:lnTo>
                <a:lnTo>
                  <a:pt x="65715" y="70640"/>
                </a:lnTo>
                <a:lnTo>
                  <a:pt x="64272" y="64218"/>
                </a:lnTo>
                <a:lnTo>
                  <a:pt x="66725" y="60322"/>
                </a:lnTo>
                <a:lnTo>
                  <a:pt x="63840" y="55848"/>
                </a:lnTo>
                <a:lnTo>
                  <a:pt x="61459" y="57652"/>
                </a:lnTo>
                <a:lnTo>
                  <a:pt x="50927" y="48633"/>
                </a:lnTo>
                <a:lnTo>
                  <a:pt x="57059" y="43149"/>
                </a:lnTo>
                <a:lnTo>
                  <a:pt x="61243" y="46612"/>
                </a:lnTo>
                <a:lnTo>
                  <a:pt x="65282" y="45097"/>
                </a:lnTo>
                <a:lnTo>
                  <a:pt x="64705" y="33264"/>
                </a:lnTo>
                <a:lnTo>
                  <a:pt x="51000" y="33841"/>
                </a:lnTo>
                <a:lnTo>
                  <a:pt x="49196" y="24244"/>
                </a:lnTo>
                <a:lnTo>
                  <a:pt x="35707" y="42066"/>
                </a:lnTo>
                <a:lnTo>
                  <a:pt x="26113" y="43293"/>
                </a:lnTo>
                <a:lnTo>
                  <a:pt x="27339" y="37593"/>
                </a:lnTo>
                <a:lnTo>
                  <a:pt x="41838" y="32037"/>
                </a:lnTo>
                <a:lnTo>
                  <a:pt x="45084" y="21502"/>
                </a:lnTo>
                <a:lnTo>
                  <a:pt x="36428" y="11906"/>
                </a:lnTo>
                <a:lnTo>
                  <a:pt x="33687" y="15586"/>
                </a:lnTo>
                <a:lnTo>
                  <a:pt x="35418" y="16884"/>
                </a:lnTo>
                <a:lnTo>
                  <a:pt x="30585" y="16307"/>
                </a:lnTo>
                <a:lnTo>
                  <a:pt x="16880" y="2742"/>
                </a:lnTo>
                <a:lnTo>
                  <a:pt x="19476" y="0"/>
                </a:lnTo>
                <a:lnTo>
                  <a:pt x="38232" y="5772"/>
                </a:lnTo>
                <a:lnTo>
                  <a:pt x="39963" y="11761"/>
                </a:lnTo>
              </a:path>
            </a:pathLst>
          </a:custGeom>
          <a:noFill xmlns:a="http://schemas.openxmlformats.org/drawingml/2006/main"/>
          <a:ln xmlns:a="http://schemas.openxmlformats.org/drawingml/2006/main" w="3579">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F0559F08-1D60-4414-A977-440B1446ADCE}"/>
              </a:ext>
            </a:extLst>
          </p:cNvPr>
          <p:cNvSpPr>
            <a:spLocks xmlns:a="http://schemas.openxmlformats.org/drawingml/2006/main" noGrp="1"/>
          </p:cNvSpPr>
          <p:nvPr/>
        </p:nvSpPr>
        <p:spPr>
          <a:xfrm xmlns:a="http://schemas.openxmlformats.org/drawingml/2006/main">
            <a:off x="3484580" y="3940574"/>
            <a:ext cx="72238" cy="52804"/>
          </a:xfrm>
          <a:custGeom xmlns:a="http://schemas.openxmlformats.org/drawingml/2006/main">
            <a:pathLst>
              <a:path w="76896" h="56209">
                <a:moveTo>
                  <a:pt x="76896" y="33480"/>
                </a:moveTo>
                <a:lnTo>
                  <a:pt x="75237" y="43293"/>
                </a:lnTo>
                <a:lnTo>
                  <a:pt x="67374" y="48127"/>
                </a:lnTo>
                <a:lnTo>
                  <a:pt x="39746" y="36150"/>
                </a:lnTo>
                <a:lnTo>
                  <a:pt x="31090" y="39108"/>
                </a:lnTo>
                <a:lnTo>
                  <a:pt x="9378" y="56209"/>
                </a:lnTo>
                <a:lnTo>
                  <a:pt x="3318" y="55992"/>
                </a:lnTo>
                <a:lnTo>
                  <a:pt x="0" y="51086"/>
                </a:lnTo>
                <a:lnTo>
                  <a:pt x="3390" y="41417"/>
                </a:lnTo>
                <a:lnTo>
                  <a:pt x="32821" y="21574"/>
                </a:lnTo>
                <a:lnTo>
                  <a:pt x="53091" y="0"/>
                </a:lnTo>
                <a:lnTo>
                  <a:pt x="60161" y="2381"/>
                </a:lnTo>
                <a:lnTo>
                  <a:pt x="68312" y="10679"/>
                </a:lnTo>
                <a:lnTo>
                  <a:pt x="76896" y="33480"/>
                </a:lnTo>
              </a:path>
            </a:pathLst>
          </a:custGeom>
          <a:noFill xmlns:a="http://schemas.openxmlformats.org/drawingml/2006/main"/>
          <a:ln xmlns:a="http://schemas.openxmlformats.org/drawingml/2006/main" w="3579">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0CB900EF-6AE6-4304-8108-6624E8733A0F}"/>
              </a:ext>
            </a:extLst>
          </p:cNvPr>
          <p:cNvSpPr>
            <a:spLocks xmlns:a="http://schemas.openxmlformats.org/drawingml/2006/main" noGrp="1"/>
          </p:cNvSpPr>
          <p:nvPr/>
        </p:nvSpPr>
        <p:spPr>
          <a:xfrm xmlns:a="http://schemas.openxmlformats.org/drawingml/2006/main">
            <a:off x="3420813" y="4013375"/>
            <a:ext cx="35848" cy="49212"/>
          </a:xfrm>
          <a:custGeom xmlns:a="http://schemas.openxmlformats.org/drawingml/2006/main">
            <a:pathLst>
              <a:path w="38159" h="52385">
                <a:moveTo>
                  <a:pt x="38159" y="43726"/>
                </a:moveTo>
                <a:lnTo>
                  <a:pt x="36500" y="50942"/>
                </a:lnTo>
                <a:lnTo>
                  <a:pt x="32461" y="52385"/>
                </a:lnTo>
                <a:lnTo>
                  <a:pt x="13201" y="41489"/>
                </a:lnTo>
                <a:lnTo>
                  <a:pt x="0" y="13565"/>
                </a:lnTo>
                <a:lnTo>
                  <a:pt x="4617" y="0"/>
                </a:lnTo>
                <a:lnTo>
                  <a:pt x="17385" y="3896"/>
                </a:lnTo>
                <a:lnTo>
                  <a:pt x="28782" y="18472"/>
                </a:lnTo>
                <a:lnTo>
                  <a:pt x="38159" y="43726"/>
                </a:lnTo>
              </a:path>
            </a:pathLst>
          </a:custGeom>
          <a:noFill xmlns:a="http://schemas.openxmlformats.org/drawingml/2006/main"/>
          <a:ln xmlns:a="http://schemas.openxmlformats.org/drawingml/2006/main" w="3579">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E69525F4-00D7-4354-AFF2-F4D446EC3207}"/>
              </a:ext>
            </a:extLst>
          </p:cNvPr>
          <p:cNvSpPr>
            <a:spLocks xmlns:a="http://schemas.openxmlformats.org/drawingml/2006/main" noGrp="1"/>
          </p:cNvSpPr>
          <p:nvPr/>
        </p:nvSpPr>
        <p:spPr>
          <a:xfrm xmlns:a="http://schemas.openxmlformats.org/drawingml/2006/main">
            <a:off x="3574505" y="4076753"/>
            <a:ext cx="32256" cy="31384"/>
          </a:xfrm>
          <a:custGeom xmlns:a="http://schemas.openxmlformats.org/drawingml/2006/main">
            <a:pathLst>
              <a:path w="34336" h="33408">
                <a:moveTo>
                  <a:pt x="18755" y="8298"/>
                </a:moveTo>
                <a:lnTo>
                  <a:pt x="24526" y="6277"/>
                </a:lnTo>
                <a:lnTo>
                  <a:pt x="20631" y="3319"/>
                </a:lnTo>
                <a:lnTo>
                  <a:pt x="23877" y="5267"/>
                </a:lnTo>
                <a:lnTo>
                  <a:pt x="32389" y="18688"/>
                </a:lnTo>
                <a:lnTo>
                  <a:pt x="34336" y="25543"/>
                </a:lnTo>
                <a:lnTo>
                  <a:pt x="28710" y="33408"/>
                </a:lnTo>
                <a:lnTo>
                  <a:pt x="24670" y="31820"/>
                </a:lnTo>
                <a:lnTo>
                  <a:pt x="28566" y="33119"/>
                </a:lnTo>
                <a:lnTo>
                  <a:pt x="32966" y="27347"/>
                </a:lnTo>
                <a:lnTo>
                  <a:pt x="31884" y="28934"/>
                </a:lnTo>
                <a:lnTo>
                  <a:pt x="17457" y="22512"/>
                </a:lnTo>
                <a:lnTo>
                  <a:pt x="17457" y="20492"/>
                </a:lnTo>
                <a:lnTo>
                  <a:pt x="18683" y="24605"/>
                </a:lnTo>
                <a:lnTo>
                  <a:pt x="11686" y="14720"/>
                </a:lnTo>
                <a:lnTo>
                  <a:pt x="15509" y="15658"/>
                </a:lnTo>
                <a:lnTo>
                  <a:pt x="17240" y="12411"/>
                </a:lnTo>
                <a:lnTo>
                  <a:pt x="11325" y="10679"/>
                </a:lnTo>
                <a:lnTo>
                  <a:pt x="8584" y="14503"/>
                </a:lnTo>
                <a:lnTo>
                  <a:pt x="0" y="4401"/>
                </a:lnTo>
                <a:lnTo>
                  <a:pt x="866" y="649"/>
                </a:lnTo>
                <a:lnTo>
                  <a:pt x="7863" y="0"/>
                </a:lnTo>
                <a:lnTo>
                  <a:pt x="8223" y="2598"/>
                </a:lnTo>
                <a:lnTo>
                  <a:pt x="18755" y="8298"/>
                </a:lnTo>
              </a:path>
            </a:pathLst>
          </a:custGeom>
          <a:noFill xmlns:a="http://schemas.openxmlformats.org/drawingml/2006/main"/>
          <a:ln xmlns:a="http://schemas.openxmlformats.org/drawingml/2006/main" w="3579">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6DBAB3F2-A5C3-4CA1-A5CC-394D2F928FE5}"/>
              </a:ext>
            </a:extLst>
          </p:cNvPr>
          <p:cNvSpPr>
            <a:spLocks xmlns:a="http://schemas.openxmlformats.org/drawingml/2006/main" noGrp="1"/>
          </p:cNvSpPr>
          <p:nvPr/>
        </p:nvSpPr>
        <p:spPr>
          <a:xfrm xmlns:a="http://schemas.openxmlformats.org/drawingml/2006/main">
            <a:off x="3408005" y="4143589"/>
            <a:ext cx="21753" cy="22030"/>
          </a:xfrm>
          <a:custGeom xmlns:a="http://schemas.openxmlformats.org/drawingml/2006/main">
            <a:pathLst>
              <a:path w="23155" h="23450">
                <a:moveTo>
                  <a:pt x="11181" y="0"/>
                </a:moveTo>
                <a:lnTo>
                  <a:pt x="20486" y="5700"/>
                </a:lnTo>
                <a:lnTo>
                  <a:pt x="23155" y="11112"/>
                </a:lnTo>
                <a:lnTo>
                  <a:pt x="21713" y="8370"/>
                </a:lnTo>
                <a:lnTo>
                  <a:pt x="18539" y="9452"/>
                </a:lnTo>
                <a:lnTo>
                  <a:pt x="12335" y="20203"/>
                </a:lnTo>
                <a:lnTo>
                  <a:pt x="14932" y="21863"/>
                </a:lnTo>
                <a:lnTo>
                  <a:pt x="6492" y="23450"/>
                </a:lnTo>
                <a:lnTo>
                  <a:pt x="0" y="15153"/>
                </a:lnTo>
                <a:lnTo>
                  <a:pt x="11181" y="0"/>
                </a:lnTo>
              </a:path>
            </a:pathLst>
          </a:custGeom>
          <a:noFill xmlns:a="http://schemas.openxmlformats.org/drawingml/2006/main"/>
          <a:ln xmlns:a="http://schemas.openxmlformats.org/drawingml/2006/main" w="3579">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DBC17F10-5A87-4D62-B333-A9DB8560C84C}"/>
              </a:ext>
            </a:extLst>
          </p:cNvPr>
          <p:cNvSpPr>
            <a:spLocks xmlns:a="http://schemas.openxmlformats.org/drawingml/2006/main" noGrp="1"/>
          </p:cNvSpPr>
          <p:nvPr/>
        </p:nvSpPr>
        <p:spPr>
          <a:xfrm xmlns:a="http://schemas.openxmlformats.org/drawingml/2006/main">
            <a:off x="3396146" y="4133625"/>
            <a:ext cx="13621" cy="15523"/>
          </a:xfrm>
          <a:custGeom xmlns:a="http://schemas.openxmlformats.org/drawingml/2006/main">
            <a:pathLst>
              <a:path w="14499" h="16524">
                <a:moveTo>
                  <a:pt x="3102" y="0"/>
                </a:moveTo>
                <a:lnTo>
                  <a:pt x="10676" y="1732"/>
                </a:lnTo>
                <a:lnTo>
                  <a:pt x="14499" y="5700"/>
                </a:lnTo>
                <a:lnTo>
                  <a:pt x="6131" y="16524"/>
                </a:lnTo>
                <a:lnTo>
                  <a:pt x="649" y="10751"/>
                </a:lnTo>
                <a:lnTo>
                  <a:pt x="0" y="3608"/>
                </a:lnTo>
                <a:lnTo>
                  <a:pt x="505" y="5989"/>
                </a:lnTo>
                <a:lnTo>
                  <a:pt x="3102" y="3824"/>
                </a:lnTo>
                <a:lnTo>
                  <a:pt x="3102" y="0"/>
                </a:lnTo>
              </a:path>
            </a:pathLst>
          </a:custGeom>
          <a:noFill xmlns:a="http://schemas.openxmlformats.org/drawingml/2006/main"/>
          <a:ln xmlns:a="http://schemas.openxmlformats.org/drawingml/2006/main" w="3579">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A5349D34-0E6D-4863-8538-0115AEFA3C4A}"/>
              </a:ext>
            </a:extLst>
          </p:cNvPr>
          <p:cNvSpPr>
            <a:spLocks xmlns:a="http://schemas.openxmlformats.org/drawingml/2006/main" noGrp="1"/>
          </p:cNvSpPr>
          <p:nvPr/>
        </p:nvSpPr>
        <p:spPr>
          <a:xfrm xmlns:a="http://schemas.openxmlformats.org/drawingml/2006/main">
            <a:off x="3571998" y="2536214"/>
            <a:ext cx="101784" cy="117742"/>
          </a:xfrm>
          <a:custGeom xmlns:a="http://schemas.openxmlformats.org/drawingml/2006/main">
            <a:pathLst>
              <a:path w="108347" h="125334">
                <a:moveTo>
                  <a:pt x="106255" y="91348"/>
                </a:moveTo>
                <a:lnTo>
                  <a:pt x="108347" y="100079"/>
                </a:lnTo>
                <a:lnTo>
                  <a:pt x="105462" y="106573"/>
                </a:lnTo>
                <a:lnTo>
                  <a:pt x="85697" y="122159"/>
                </a:lnTo>
                <a:lnTo>
                  <a:pt x="70909" y="125334"/>
                </a:lnTo>
                <a:lnTo>
                  <a:pt x="57708" y="120643"/>
                </a:lnTo>
                <a:lnTo>
                  <a:pt x="43425" y="104914"/>
                </a:lnTo>
                <a:lnTo>
                  <a:pt x="29503" y="80020"/>
                </a:lnTo>
                <a:lnTo>
                  <a:pt x="16447" y="70207"/>
                </a:lnTo>
                <a:lnTo>
                  <a:pt x="15221" y="49210"/>
                </a:lnTo>
                <a:lnTo>
                  <a:pt x="1515" y="21791"/>
                </a:lnTo>
                <a:lnTo>
                  <a:pt x="0" y="9524"/>
                </a:lnTo>
                <a:lnTo>
                  <a:pt x="19765" y="0"/>
                </a:lnTo>
                <a:lnTo>
                  <a:pt x="28061" y="1515"/>
                </a:lnTo>
                <a:lnTo>
                  <a:pt x="62974" y="38603"/>
                </a:lnTo>
                <a:lnTo>
                  <a:pt x="106255" y="91348"/>
                </a:lnTo>
              </a:path>
            </a:pathLst>
          </a:custGeom>
          <a:noFill xmlns:a="http://schemas.openxmlformats.org/drawingml/2006/main"/>
          <a:ln xmlns:a="http://schemas.openxmlformats.org/drawingml/2006/main" w="3579">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333B2557-F094-4E63-BC4C-DA9678918840}"/>
              </a:ext>
            </a:extLst>
          </p:cNvPr>
          <p:cNvSpPr>
            <a:spLocks xmlns:a="http://schemas.openxmlformats.org/drawingml/2006/main" noGrp="1"/>
          </p:cNvSpPr>
          <p:nvPr/>
        </p:nvSpPr>
        <p:spPr>
          <a:xfrm xmlns:a="http://schemas.openxmlformats.org/drawingml/2006/main">
            <a:off x="4598446" y="2618572"/>
            <a:ext cx="537653" cy="698113"/>
          </a:xfrm>
          <a:custGeom xmlns:a="http://schemas.openxmlformats.org/drawingml/2006/main">
            <a:pathLst>
              <a:path w="572320" h="743126">
                <a:moveTo>
                  <a:pt x="324464" y="59528"/>
                </a:moveTo>
                <a:lnTo>
                  <a:pt x="329874" y="66599"/>
                </a:lnTo>
                <a:lnTo>
                  <a:pt x="336727" y="62919"/>
                </a:lnTo>
                <a:lnTo>
                  <a:pt x="354616" y="64723"/>
                </a:lnTo>
                <a:lnTo>
                  <a:pt x="393425" y="78000"/>
                </a:lnTo>
                <a:lnTo>
                  <a:pt x="408429" y="85432"/>
                </a:lnTo>
                <a:lnTo>
                  <a:pt x="408862" y="88029"/>
                </a:lnTo>
                <a:lnTo>
                  <a:pt x="411098" y="86586"/>
                </a:lnTo>
                <a:lnTo>
                  <a:pt x="438077" y="97193"/>
                </a:lnTo>
                <a:lnTo>
                  <a:pt x="458779" y="110037"/>
                </a:lnTo>
                <a:lnTo>
                  <a:pt x="495857" y="143950"/>
                </a:lnTo>
                <a:lnTo>
                  <a:pt x="515117" y="155639"/>
                </a:lnTo>
                <a:lnTo>
                  <a:pt x="548155" y="219496"/>
                </a:lnTo>
                <a:lnTo>
                  <a:pt x="548083" y="227938"/>
                </a:lnTo>
                <a:lnTo>
                  <a:pt x="537335" y="238617"/>
                </a:lnTo>
                <a:lnTo>
                  <a:pt x="538272" y="240854"/>
                </a:lnTo>
                <a:lnTo>
                  <a:pt x="558831" y="247492"/>
                </a:lnTo>
                <a:lnTo>
                  <a:pt x="570805" y="264304"/>
                </a:lnTo>
                <a:lnTo>
                  <a:pt x="572320" y="293960"/>
                </a:lnTo>
                <a:lnTo>
                  <a:pt x="566838" y="319936"/>
                </a:lnTo>
                <a:lnTo>
                  <a:pt x="553998" y="347499"/>
                </a:lnTo>
                <a:lnTo>
                  <a:pt x="521898" y="399884"/>
                </a:lnTo>
                <a:lnTo>
                  <a:pt x="508048" y="428674"/>
                </a:lnTo>
                <a:lnTo>
                  <a:pt x="483882" y="497365"/>
                </a:lnTo>
                <a:lnTo>
                  <a:pt x="472485" y="559058"/>
                </a:lnTo>
                <a:lnTo>
                  <a:pt x="472918" y="593837"/>
                </a:lnTo>
                <a:lnTo>
                  <a:pt x="479049" y="618658"/>
                </a:lnTo>
                <a:lnTo>
                  <a:pt x="505234" y="667724"/>
                </a:lnTo>
                <a:lnTo>
                  <a:pt x="540869" y="721840"/>
                </a:lnTo>
                <a:lnTo>
                  <a:pt x="540292" y="734034"/>
                </a:lnTo>
                <a:lnTo>
                  <a:pt x="530337" y="742837"/>
                </a:lnTo>
                <a:lnTo>
                  <a:pt x="521753" y="743126"/>
                </a:lnTo>
                <a:lnTo>
                  <a:pt x="515117" y="739735"/>
                </a:lnTo>
                <a:lnTo>
                  <a:pt x="168796" y="445558"/>
                </a:lnTo>
                <a:lnTo>
                  <a:pt x="90025" y="373980"/>
                </a:lnTo>
                <a:lnTo>
                  <a:pt x="62902" y="333429"/>
                </a:lnTo>
                <a:lnTo>
                  <a:pt x="52226" y="307092"/>
                </a:lnTo>
                <a:lnTo>
                  <a:pt x="46455" y="283786"/>
                </a:lnTo>
                <a:lnTo>
                  <a:pt x="53524" y="278158"/>
                </a:lnTo>
                <a:lnTo>
                  <a:pt x="114118" y="279890"/>
                </a:lnTo>
                <a:lnTo>
                  <a:pt x="129050" y="276354"/>
                </a:lnTo>
                <a:lnTo>
                  <a:pt x="140086" y="270005"/>
                </a:lnTo>
                <a:lnTo>
                  <a:pt x="148166" y="258676"/>
                </a:lnTo>
                <a:lnTo>
                  <a:pt x="147372" y="250883"/>
                </a:lnTo>
                <a:lnTo>
                  <a:pt x="140014" y="243812"/>
                </a:lnTo>
                <a:lnTo>
                  <a:pt x="138788" y="234071"/>
                </a:lnTo>
                <a:lnTo>
                  <a:pt x="152061" y="210404"/>
                </a:lnTo>
                <a:lnTo>
                  <a:pt x="141024" y="205281"/>
                </a:lnTo>
                <a:lnTo>
                  <a:pt x="128905" y="206436"/>
                </a:lnTo>
                <a:lnTo>
                  <a:pt x="111809" y="224042"/>
                </a:lnTo>
                <a:lnTo>
                  <a:pt x="96084" y="230391"/>
                </a:lnTo>
                <a:lnTo>
                  <a:pt x="38015" y="227722"/>
                </a:lnTo>
                <a:lnTo>
                  <a:pt x="28782" y="222382"/>
                </a:lnTo>
                <a:lnTo>
                  <a:pt x="22650" y="214662"/>
                </a:lnTo>
                <a:lnTo>
                  <a:pt x="1298" y="157875"/>
                </a:lnTo>
                <a:lnTo>
                  <a:pt x="0" y="130529"/>
                </a:lnTo>
                <a:lnTo>
                  <a:pt x="12047" y="105563"/>
                </a:lnTo>
                <a:lnTo>
                  <a:pt x="87788" y="37232"/>
                </a:lnTo>
                <a:lnTo>
                  <a:pt x="111016" y="24749"/>
                </a:lnTo>
                <a:lnTo>
                  <a:pt x="197145" y="794"/>
                </a:lnTo>
                <a:lnTo>
                  <a:pt x="225639" y="0"/>
                </a:lnTo>
                <a:lnTo>
                  <a:pt x="249876" y="6999"/>
                </a:lnTo>
                <a:lnTo>
                  <a:pt x="271877" y="39830"/>
                </a:lnTo>
                <a:lnTo>
                  <a:pt x="320929" y="49066"/>
                </a:lnTo>
                <a:lnTo>
                  <a:pt x="326339" y="53395"/>
                </a:lnTo>
                <a:lnTo>
                  <a:pt x="324464" y="59528"/>
                </a:lnTo>
              </a:path>
            </a:pathLst>
          </a:custGeom>
          <a:noFill xmlns:a="http://schemas.openxmlformats.org/drawingml/2006/main"/>
          <a:ln xmlns:a="http://schemas.openxmlformats.org/drawingml/2006/main" w="3579">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05FA990B-8DC9-45BD-ABF7-E65FD0220AA7}"/>
              </a:ext>
            </a:extLst>
          </p:cNvPr>
          <p:cNvSpPr>
            <a:spLocks xmlns:a="http://schemas.openxmlformats.org/drawingml/2006/main" noGrp="1"/>
          </p:cNvSpPr>
          <p:nvPr/>
        </p:nvSpPr>
        <p:spPr>
          <a:xfrm xmlns:a="http://schemas.openxmlformats.org/drawingml/2006/main">
            <a:off x="4157697" y="2837923"/>
            <a:ext cx="70883" cy="65480"/>
          </a:xfrm>
          <a:custGeom xmlns:a="http://schemas.openxmlformats.org/drawingml/2006/main">
            <a:pathLst>
              <a:path w="75453" h="69702">
                <a:moveTo>
                  <a:pt x="21352" y="4401"/>
                </a:moveTo>
                <a:lnTo>
                  <a:pt x="39674" y="28573"/>
                </a:lnTo>
                <a:lnTo>
                  <a:pt x="68600" y="37881"/>
                </a:lnTo>
                <a:lnTo>
                  <a:pt x="75453" y="63064"/>
                </a:lnTo>
                <a:lnTo>
                  <a:pt x="72496" y="69269"/>
                </a:lnTo>
                <a:lnTo>
                  <a:pt x="68600" y="69702"/>
                </a:lnTo>
                <a:lnTo>
                  <a:pt x="59223" y="61693"/>
                </a:lnTo>
                <a:lnTo>
                  <a:pt x="5482" y="9236"/>
                </a:lnTo>
                <a:lnTo>
                  <a:pt x="0" y="0"/>
                </a:lnTo>
                <a:lnTo>
                  <a:pt x="21352" y="4401"/>
                </a:lnTo>
              </a:path>
            </a:pathLst>
          </a:custGeom>
          <a:noFill xmlns:a="http://schemas.openxmlformats.org/drawingml/2006/main"/>
          <a:ln xmlns:a="http://schemas.openxmlformats.org/drawingml/2006/main" w="3579">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E03469D5-35E8-4D10-AFED-90766366CF17}"/>
              </a:ext>
            </a:extLst>
          </p:cNvPr>
          <p:cNvSpPr>
            <a:spLocks xmlns:a="http://schemas.openxmlformats.org/drawingml/2006/main" noGrp="1"/>
          </p:cNvSpPr>
          <p:nvPr/>
        </p:nvSpPr>
        <p:spPr>
          <a:xfrm xmlns:a="http://schemas.openxmlformats.org/drawingml/2006/main">
            <a:off x="2894476" y="4132404"/>
            <a:ext cx="163315" cy="196101"/>
          </a:xfrm>
          <a:custGeom xmlns:a="http://schemas.openxmlformats.org/drawingml/2006/main">
            <a:pathLst>
              <a:path w="173846" h="208745">
                <a:moveTo>
                  <a:pt x="16952" y="30161"/>
                </a:moveTo>
                <a:lnTo>
                  <a:pt x="27916" y="31460"/>
                </a:lnTo>
                <a:lnTo>
                  <a:pt x="24310" y="39036"/>
                </a:lnTo>
                <a:lnTo>
                  <a:pt x="27844" y="51735"/>
                </a:lnTo>
                <a:lnTo>
                  <a:pt x="23011" y="53178"/>
                </a:lnTo>
                <a:lnTo>
                  <a:pt x="30802" y="50797"/>
                </a:lnTo>
                <a:lnTo>
                  <a:pt x="32100" y="53034"/>
                </a:lnTo>
                <a:lnTo>
                  <a:pt x="35130" y="49138"/>
                </a:lnTo>
                <a:lnTo>
                  <a:pt x="37943" y="52673"/>
                </a:lnTo>
                <a:lnTo>
                  <a:pt x="34264" y="62342"/>
                </a:lnTo>
                <a:lnTo>
                  <a:pt x="38664" y="65228"/>
                </a:lnTo>
                <a:lnTo>
                  <a:pt x="28782" y="71073"/>
                </a:lnTo>
                <a:lnTo>
                  <a:pt x="23083" y="67032"/>
                </a:lnTo>
                <a:lnTo>
                  <a:pt x="21424" y="68403"/>
                </a:lnTo>
                <a:lnTo>
                  <a:pt x="28349" y="71722"/>
                </a:lnTo>
                <a:lnTo>
                  <a:pt x="40251" y="67032"/>
                </a:lnTo>
                <a:lnTo>
                  <a:pt x="35058" y="71794"/>
                </a:lnTo>
                <a:lnTo>
                  <a:pt x="41766" y="70856"/>
                </a:lnTo>
                <a:lnTo>
                  <a:pt x="40179" y="80164"/>
                </a:lnTo>
                <a:lnTo>
                  <a:pt x="42776" y="73021"/>
                </a:lnTo>
                <a:lnTo>
                  <a:pt x="59944" y="65517"/>
                </a:lnTo>
                <a:lnTo>
                  <a:pt x="69394" y="64579"/>
                </a:lnTo>
                <a:lnTo>
                  <a:pt x="89231" y="69630"/>
                </a:lnTo>
                <a:lnTo>
                  <a:pt x="112675" y="57363"/>
                </a:lnTo>
                <a:lnTo>
                  <a:pt x="127246" y="53034"/>
                </a:lnTo>
                <a:lnTo>
                  <a:pt x="127246" y="50076"/>
                </a:lnTo>
                <a:lnTo>
                  <a:pt x="164252" y="49498"/>
                </a:lnTo>
                <a:lnTo>
                  <a:pt x="172259" y="82545"/>
                </a:lnTo>
                <a:lnTo>
                  <a:pt x="173846" y="111408"/>
                </a:lnTo>
                <a:lnTo>
                  <a:pt x="170960" y="122880"/>
                </a:lnTo>
                <a:lnTo>
                  <a:pt x="161294" y="134714"/>
                </a:lnTo>
                <a:lnTo>
                  <a:pt x="133811" y="149722"/>
                </a:lnTo>
                <a:lnTo>
                  <a:pt x="127463" y="179955"/>
                </a:lnTo>
                <a:lnTo>
                  <a:pt x="111160" y="195829"/>
                </a:lnTo>
                <a:lnTo>
                  <a:pt x="96300" y="205642"/>
                </a:lnTo>
                <a:lnTo>
                  <a:pt x="79998" y="208745"/>
                </a:lnTo>
                <a:lnTo>
                  <a:pt x="63912" y="203478"/>
                </a:lnTo>
                <a:lnTo>
                  <a:pt x="21280" y="160473"/>
                </a:lnTo>
                <a:lnTo>
                  <a:pt x="20703" y="151309"/>
                </a:lnTo>
                <a:lnTo>
                  <a:pt x="39530" y="128003"/>
                </a:lnTo>
                <a:lnTo>
                  <a:pt x="44075" y="113211"/>
                </a:lnTo>
                <a:lnTo>
                  <a:pt x="40684" y="96544"/>
                </a:lnTo>
                <a:lnTo>
                  <a:pt x="37222" y="102100"/>
                </a:lnTo>
                <a:lnTo>
                  <a:pt x="35635" y="96471"/>
                </a:lnTo>
                <a:lnTo>
                  <a:pt x="28277" y="94379"/>
                </a:lnTo>
                <a:lnTo>
                  <a:pt x="35707" y="97626"/>
                </a:lnTo>
                <a:lnTo>
                  <a:pt x="36068" y="103687"/>
                </a:lnTo>
                <a:lnTo>
                  <a:pt x="28782" y="110397"/>
                </a:lnTo>
                <a:lnTo>
                  <a:pt x="23516" y="103038"/>
                </a:lnTo>
                <a:lnTo>
                  <a:pt x="22001" y="109243"/>
                </a:lnTo>
                <a:lnTo>
                  <a:pt x="14427" y="116964"/>
                </a:lnTo>
                <a:lnTo>
                  <a:pt x="5482" y="101955"/>
                </a:lnTo>
                <a:lnTo>
                  <a:pt x="0" y="80309"/>
                </a:lnTo>
                <a:lnTo>
                  <a:pt x="2813" y="60466"/>
                </a:lnTo>
                <a:lnTo>
                  <a:pt x="8223" y="53467"/>
                </a:lnTo>
                <a:lnTo>
                  <a:pt x="11253" y="37088"/>
                </a:lnTo>
                <a:lnTo>
                  <a:pt x="8223" y="361"/>
                </a:lnTo>
                <a:lnTo>
                  <a:pt x="10315" y="0"/>
                </a:lnTo>
                <a:lnTo>
                  <a:pt x="16952" y="30161"/>
                </a:lnTo>
              </a:path>
            </a:pathLst>
          </a:custGeom>
          <a:noFill xmlns:a="http://schemas.openxmlformats.org/drawingml/2006/main"/>
          <a:ln xmlns:a="http://schemas.openxmlformats.org/drawingml/2006/main" w="3579">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7AB2D601-4FD8-47AE-A879-0BC89CF48F3D}"/>
              </a:ext>
            </a:extLst>
          </p:cNvPr>
          <p:cNvSpPr>
            <a:spLocks xmlns:a="http://schemas.openxmlformats.org/drawingml/2006/main" noGrp="1"/>
          </p:cNvSpPr>
          <p:nvPr/>
        </p:nvSpPr>
        <p:spPr>
          <a:xfrm xmlns:a="http://schemas.openxmlformats.org/drawingml/2006/main">
            <a:off x="2551988" y="4158840"/>
            <a:ext cx="179850" cy="73411"/>
          </a:xfrm>
          <a:custGeom xmlns:a="http://schemas.openxmlformats.org/drawingml/2006/main">
            <a:pathLst>
              <a:path w="191447" h="78144">
                <a:moveTo>
                  <a:pt x="112891" y="144"/>
                </a:moveTo>
                <a:lnTo>
                  <a:pt x="128328" y="4907"/>
                </a:lnTo>
                <a:lnTo>
                  <a:pt x="118662" y="2020"/>
                </a:lnTo>
                <a:lnTo>
                  <a:pt x="116498" y="8803"/>
                </a:lnTo>
                <a:lnTo>
                  <a:pt x="123423" y="19626"/>
                </a:lnTo>
                <a:lnTo>
                  <a:pt x="131286" y="24244"/>
                </a:lnTo>
                <a:lnTo>
                  <a:pt x="143765" y="22945"/>
                </a:lnTo>
                <a:lnTo>
                  <a:pt x="154081" y="15874"/>
                </a:lnTo>
                <a:lnTo>
                  <a:pt x="155163" y="14070"/>
                </a:lnTo>
                <a:lnTo>
                  <a:pt x="151412" y="11833"/>
                </a:lnTo>
                <a:lnTo>
                  <a:pt x="159996" y="16307"/>
                </a:lnTo>
                <a:lnTo>
                  <a:pt x="169662" y="39180"/>
                </a:lnTo>
                <a:lnTo>
                  <a:pt x="165117" y="28357"/>
                </a:lnTo>
                <a:lnTo>
                  <a:pt x="159346" y="26625"/>
                </a:lnTo>
                <a:lnTo>
                  <a:pt x="151123" y="30161"/>
                </a:lnTo>
                <a:lnTo>
                  <a:pt x="146218" y="39036"/>
                </a:lnTo>
                <a:lnTo>
                  <a:pt x="153720" y="46901"/>
                </a:lnTo>
                <a:lnTo>
                  <a:pt x="162593" y="47839"/>
                </a:lnTo>
                <a:lnTo>
                  <a:pt x="176947" y="58446"/>
                </a:lnTo>
                <a:lnTo>
                  <a:pt x="182430" y="57291"/>
                </a:lnTo>
                <a:lnTo>
                  <a:pt x="179400" y="53178"/>
                </a:lnTo>
                <a:lnTo>
                  <a:pt x="191447" y="70640"/>
                </a:lnTo>
                <a:lnTo>
                  <a:pt x="177813" y="72299"/>
                </a:lnTo>
                <a:lnTo>
                  <a:pt x="180338" y="68331"/>
                </a:lnTo>
                <a:lnTo>
                  <a:pt x="177669" y="64146"/>
                </a:lnTo>
                <a:lnTo>
                  <a:pt x="163819" y="60827"/>
                </a:lnTo>
                <a:lnTo>
                  <a:pt x="162809" y="73670"/>
                </a:lnTo>
                <a:lnTo>
                  <a:pt x="171321" y="72660"/>
                </a:lnTo>
                <a:lnTo>
                  <a:pt x="142755" y="78144"/>
                </a:lnTo>
                <a:lnTo>
                  <a:pt x="115993" y="72660"/>
                </a:lnTo>
                <a:lnTo>
                  <a:pt x="70404" y="77783"/>
                </a:lnTo>
                <a:lnTo>
                  <a:pt x="4833" y="66816"/>
                </a:lnTo>
                <a:lnTo>
                  <a:pt x="0" y="62126"/>
                </a:lnTo>
                <a:lnTo>
                  <a:pt x="2525" y="55054"/>
                </a:lnTo>
                <a:lnTo>
                  <a:pt x="25680" y="40551"/>
                </a:lnTo>
                <a:lnTo>
                  <a:pt x="48691" y="15297"/>
                </a:lnTo>
                <a:lnTo>
                  <a:pt x="101061" y="0"/>
                </a:lnTo>
                <a:lnTo>
                  <a:pt x="112891" y="144"/>
                </a:lnTo>
              </a:path>
            </a:pathLst>
          </a:custGeom>
          <a:noFill xmlns:a="http://schemas.openxmlformats.org/drawingml/2006/main"/>
          <a:ln xmlns:a="http://schemas.openxmlformats.org/drawingml/2006/main" w="3579">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87211A04-C2E9-406A-A703-9DC6DFF9B34E}"/>
              </a:ext>
            </a:extLst>
          </p:cNvPr>
          <p:cNvSpPr>
            <a:spLocks xmlns:a="http://schemas.openxmlformats.org/drawingml/2006/main" noGrp="1"/>
          </p:cNvSpPr>
          <p:nvPr/>
        </p:nvSpPr>
        <p:spPr>
          <a:xfrm xmlns:a="http://schemas.openxmlformats.org/drawingml/2006/main">
            <a:off x="2772633" y="3996361"/>
            <a:ext cx="210819" cy="83375"/>
          </a:xfrm>
          <a:custGeom xmlns:a="http://schemas.openxmlformats.org/drawingml/2006/main">
            <a:pathLst>
              <a:path w="224412" h="88751">
                <a:moveTo>
                  <a:pt x="78411" y="8947"/>
                </a:moveTo>
                <a:lnTo>
                  <a:pt x="106832" y="21791"/>
                </a:lnTo>
                <a:lnTo>
                  <a:pt x="110295" y="13998"/>
                </a:lnTo>
                <a:lnTo>
                  <a:pt x="121187" y="5556"/>
                </a:lnTo>
                <a:lnTo>
                  <a:pt x="127896" y="4618"/>
                </a:lnTo>
                <a:lnTo>
                  <a:pt x="131070" y="7648"/>
                </a:lnTo>
                <a:lnTo>
                  <a:pt x="142034" y="41056"/>
                </a:lnTo>
                <a:lnTo>
                  <a:pt x="145569" y="44015"/>
                </a:lnTo>
                <a:lnTo>
                  <a:pt x="172691" y="54333"/>
                </a:lnTo>
                <a:lnTo>
                  <a:pt x="182069" y="51591"/>
                </a:lnTo>
                <a:lnTo>
                  <a:pt x="199165" y="52457"/>
                </a:lnTo>
                <a:lnTo>
                  <a:pt x="217199" y="62919"/>
                </a:lnTo>
                <a:lnTo>
                  <a:pt x="224412" y="71217"/>
                </a:lnTo>
                <a:lnTo>
                  <a:pt x="210851" y="88751"/>
                </a:lnTo>
                <a:lnTo>
                  <a:pt x="174278" y="87236"/>
                </a:lnTo>
                <a:lnTo>
                  <a:pt x="139942" y="79731"/>
                </a:lnTo>
                <a:lnTo>
                  <a:pt x="89880" y="53756"/>
                </a:lnTo>
                <a:lnTo>
                  <a:pt x="40324" y="42932"/>
                </a:lnTo>
                <a:lnTo>
                  <a:pt x="21641" y="43077"/>
                </a:lnTo>
                <a:lnTo>
                  <a:pt x="3535" y="31965"/>
                </a:lnTo>
                <a:lnTo>
                  <a:pt x="0" y="23017"/>
                </a:lnTo>
                <a:lnTo>
                  <a:pt x="2453" y="17317"/>
                </a:lnTo>
                <a:lnTo>
                  <a:pt x="26474" y="4113"/>
                </a:lnTo>
                <a:lnTo>
                  <a:pt x="47753" y="0"/>
                </a:lnTo>
                <a:lnTo>
                  <a:pt x="69610" y="2381"/>
                </a:lnTo>
                <a:lnTo>
                  <a:pt x="78411" y="8947"/>
                </a:lnTo>
              </a:path>
            </a:pathLst>
          </a:custGeom>
          <a:noFill xmlns:a="http://schemas.openxmlformats.org/drawingml/2006/main"/>
          <a:ln xmlns:a="http://schemas.openxmlformats.org/drawingml/2006/main" w="3579">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FE66DFF8-0A6C-49E5-9EB1-E37C21773527}"/>
              </a:ext>
            </a:extLst>
          </p:cNvPr>
          <p:cNvSpPr>
            <a:spLocks xmlns:a="http://schemas.openxmlformats.org/drawingml/2006/main" noGrp="1"/>
          </p:cNvSpPr>
          <p:nvPr/>
        </p:nvSpPr>
        <p:spPr>
          <a:xfrm xmlns:a="http://schemas.openxmlformats.org/drawingml/2006/main">
            <a:off x="2907826" y="3975619"/>
            <a:ext cx="131804" cy="110557"/>
          </a:xfrm>
          <a:custGeom xmlns:a="http://schemas.openxmlformats.org/drawingml/2006/main">
            <a:pathLst>
              <a:path w="140303" h="117685">
                <a:moveTo>
                  <a:pt x="11542" y="0"/>
                </a:moveTo>
                <a:lnTo>
                  <a:pt x="39025" y="4907"/>
                </a:lnTo>
                <a:lnTo>
                  <a:pt x="70692" y="31604"/>
                </a:lnTo>
                <a:lnTo>
                  <a:pt x="78411" y="44664"/>
                </a:lnTo>
                <a:lnTo>
                  <a:pt x="84182" y="47911"/>
                </a:lnTo>
                <a:lnTo>
                  <a:pt x="87139" y="43654"/>
                </a:lnTo>
                <a:lnTo>
                  <a:pt x="90097" y="46324"/>
                </a:lnTo>
                <a:lnTo>
                  <a:pt x="88510" y="48127"/>
                </a:lnTo>
                <a:lnTo>
                  <a:pt x="94353" y="53467"/>
                </a:lnTo>
                <a:lnTo>
                  <a:pt x="96084" y="51952"/>
                </a:lnTo>
                <a:lnTo>
                  <a:pt x="100484" y="56209"/>
                </a:lnTo>
                <a:lnTo>
                  <a:pt x="98825" y="57868"/>
                </a:lnTo>
                <a:lnTo>
                  <a:pt x="104235" y="63208"/>
                </a:lnTo>
                <a:lnTo>
                  <a:pt x="106327" y="61260"/>
                </a:lnTo>
                <a:lnTo>
                  <a:pt x="122341" y="78360"/>
                </a:lnTo>
                <a:lnTo>
                  <a:pt x="126164" y="84133"/>
                </a:lnTo>
                <a:lnTo>
                  <a:pt x="123928" y="92359"/>
                </a:lnTo>
                <a:lnTo>
                  <a:pt x="130132" y="95028"/>
                </a:lnTo>
                <a:lnTo>
                  <a:pt x="140303" y="114222"/>
                </a:lnTo>
                <a:lnTo>
                  <a:pt x="139726" y="117685"/>
                </a:lnTo>
                <a:lnTo>
                  <a:pt x="120394" y="112562"/>
                </a:lnTo>
                <a:lnTo>
                  <a:pt x="98464" y="111480"/>
                </a:lnTo>
                <a:lnTo>
                  <a:pt x="93199" y="91348"/>
                </a:lnTo>
                <a:lnTo>
                  <a:pt x="80503" y="79587"/>
                </a:lnTo>
                <a:lnTo>
                  <a:pt x="54101" y="69485"/>
                </a:lnTo>
                <a:lnTo>
                  <a:pt x="24237" y="66527"/>
                </a:lnTo>
                <a:lnTo>
                  <a:pt x="7863" y="57075"/>
                </a:lnTo>
                <a:lnTo>
                  <a:pt x="0" y="11112"/>
                </a:lnTo>
                <a:lnTo>
                  <a:pt x="3679" y="9019"/>
                </a:lnTo>
                <a:lnTo>
                  <a:pt x="3246" y="3680"/>
                </a:lnTo>
                <a:lnTo>
                  <a:pt x="11542" y="0"/>
                </a:lnTo>
              </a:path>
            </a:pathLst>
          </a:custGeom>
          <a:noFill xmlns:a="http://schemas.openxmlformats.org/drawingml/2006/main"/>
          <a:ln xmlns:a="http://schemas.openxmlformats.org/drawingml/2006/main" w="3579">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866C3E99-1794-4697-B99B-492DA6A2A9C1}"/>
              </a:ext>
            </a:extLst>
          </p:cNvPr>
          <p:cNvSpPr>
            <a:spLocks xmlns:a="http://schemas.openxmlformats.org/drawingml/2006/main" noGrp="1"/>
          </p:cNvSpPr>
          <p:nvPr/>
        </p:nvSpPr>
        <p:spPr>
          <a:xfrm xmlns:a="http://schemas.openxmlformats.org/drawingml/2006/main">
            <a:off x="2620296" y="4301798"/>
            <a:ext cx="98531" cy="82426"/>
          </a:xfrm>
          <a:custGeom xmlns:a="http://schemas.openxmlformats.org/drawingml/2006/main">
            <a:pathLst>
              <a:path w="104884" h="87741">
                <a:moveTo>
                  <a:pt x="69755" y="0"/>
                </a:moveTo>
                <a:lnTo>
                  <a:pt x="86923" y="1660"/>
                </a:lnTo>
                <a:lnTo>
                  <a:pt x="89375" y="5989"/>
                </a:lnTo>
                <a:lnTo>
                  <a:pt x="77762" y="9524"/>
                </a:lnTo>
                <a:lnTo>
                  <a:pt x="76535" y="13204"/>
                </a:lnTo>
                <a:lnTo>
                  <a:pt x="85264" y="7432"/>
                </a:lnTo>
                <a:lnTo>
                  <a:pt x="93631" y="8370"/>
                </a:lnTo>
                <a:lnTo>
                  <a:pt x="104452" y="26409"/>
                </a:lnTo>
                <a:lnTo>
                  <a:pt x="98969" y="31171"/>
                </a:lnTo>
                <a:lnTo>
                  <a:pt x="99546" y="33480"/>
                </a:lnTo>
                <a:lnTo>
                  <a:pt x="100773" y="31027"/>
                </a:lnTo>
                <a:lnTo>
                  <a:pt x="104884" y="31387"/>
                </a:lnTo>
                <a:lnTo>
                  <a:pt x="103514" y="40263"/>
                </a:lnTo>
                <a:lnTo>
                  <a:pt x="95868" y="38531"/>
                </a:lnTo>
                <a:lnTo>
                  <a:pt x="87428" y="45169"/>
                </a:lnTo>
                <a:lnTo>
                  <a:pt x="80359" y="28501"/>
                </a:lnTo>
                <a:lnTo>
                  <a:pt x="80214" y="32903"/>
                </a:lnTo>
                <a:lnTo>
                  <a:pt x="86634" y="41417"/>
                </a:lnTo>
                <a:lnTo>
                  <a:pt x="84398" y="46035"/>
                </a:lnTo>
                <a:lnTo>
                  <a:pt x="80214" y="37665"/>
                </a:lnTo>
                <a:lnTo>
                  <a:pt x="74011" y="35789"/>
                </a:lnTo>
                <a:lnTo>
                  <a:pt x="68384" y="38387"/>
                </a:lnTo>
                <a:lnTo>
                  <a:pt x="74516" y="36222"/>
                </a:lnTo>
                <a:lnTo>
                  <a:pt x="80070" y="38170"/>
                </a:lnTo>
                <a:lnTo>
                  <a:pt x="83028" y="43942"/>
                </a:lnTo>
                <a:lnTo>
                  <a:pt x="80791" y="64146"/>
                </a:lnTo>
                <a:lnTo>
                  <a:pt x="70620" y="63424"/>
                </a:lnTo>
                <a:lnTo>
                  <a:pt x="59511" y="69702"/>
                </a:lnTo>
                <a:lnTo>
                  <a:pt x="55400" y="65012"/>
                </a:lnTo>
                <a:lnTo>
                  <a:pt x="51793" y="65012"/>
                </a:lnTo>
                <a:lnTo>
                  <a:pt x="34625" y="75546"/>
                </a:lnTo>
                <a:lnTo>
                  <a:pt x="35130" y="77783"/>
                </a:lnTo>
                <a:lnTo>
                  <a:pt x="28854" y="79515"/>
                </a:lnTo>
                <a:lnTo>
                  <a:pt x="25680" y="75907"/>
                </a:lnTo>
                <a:lnTo>
                  <a:pt x="13706" y="87741"/>
                </a:lnTo>
                <a:lnTo>
                  <a:pt x="16158" y="82329"/>
                </a:lnTo>
                <a:lnTo>
                  <a:pt x="12696" y="66888"/>
                </a:lnTo>
                <a:lnTo>
                  <a:pt x="5049" y="44375"/>
                </a:lnTo>
                <a:lnTo>
                  <a:pt x="0" y="41489"/>
                </a:lnTo>
                <a:lnTo>
                  <a:pt x="577" y="37809"/>
                </a:lnTo>
                <a:lnTo>
                  <a:pt x="29575" y="33552"/>
                </a:lnTo>
                <a:lnTo>
                  <a:pt x="37150" y="39469"/>
                </a:lnTo>
                <a:lnTo>
                  <a:pt x="39097" y="38026"/>
                </a:lnTo>
                <a:lnTo>
                  <a:pt x="35274" y="28934"/>
                </a:lnTo>
                <a:lnTo>
                  <a:pt x="47465" y="8081"/>
                </a:lnTo>
                <a:lnTo>
                  <a:pt x="57708" y="2237"/>
                </a:lnTo>
                <a:lnTo>
                  <a:pt x="69755" y="0"/>
                </a:lnTo>
              </a:path>
            </a:pathLst>
          </a:custGeom>
          <a:noFill xmlns:a="http://schemas.openxmlformats.org/drawingml/2006/main"/>
          <a:ln xmlns:a="http://schemas.openxmlformats.org/drawingml/2006/main" w="3579">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DE463C9A-5C0F-4AB1-AEAE-E7EC20815D34}"/>
              </a:ext>
            </a:extLst>
          </p:cNvPr>
          <p:cNvSpPr>
            <a:spLocks xmlns:a="http://schemas.openxmlformats.org/drawingml/2006/main" noGrp="1"/>
          </p:cNvSpPr>
          <p:nvPr/>
        </p:nvSpPr>
        <p:spPr>
          <a:xfrm xmlns:a="http://schemas.openxmlformats.org/drawingml/2006/main">
            <a:off x="2694974" y="4409169"/>
            <a:ext cx="89790" cy="67581"/>
          </a:xfrm>
          <a:custGeom xmlns:a="http://schemas.openxmlformats.org/drawingml/2006/main">
            <a:pathLst>
              <a:path w="95579" h="71939">
                <a:moveTo>
                  <a:pt x="33399" y="0"/>
                </a:moveTo>
                <a:lnTo>
                  <a:pt x="45589" y="5339"/>
                </a:lnTo>
                <a:lnTo>
                  <a:pt x="48403" y="11617"/>
                </a:lnTo>
                <a:lnTo>
                  <a:pt x="61531" y="5917"/>
                </a:lnTo>
                <a:lnTo>
                  <a:pt x="60521" y="17389"/>
                </a:lnTo>
                <a:lnTo>
                  <a:pt x="62325" y="5772"/>
                </a:lnTo>
                <a:lnTo>
                  <a:pt x="68168" y="4329"/>
                </a:lnTo>
                <a:lnTo>
                  <a:pt x="81513" y="8803"/>
                </a:lnTo>
                <a:lnTo>
                  <a:pt x="84759" y="15080"/>
                </a:lnTo>
                <a:lnTo>
                  <a:pt x="86706" y="12771"/>
                </a:lnTo>
                <a:lnTo>
                  <a:pt x="95579" y="14575"/>
                </a:lnTo>
                <a:lnTo>
                  <a:pt x="95146" y="22079"/>
                </a:lnTo>
                <a:lnTo>
                  <a:pt x="88293" y="31387"/>
                </a:lnTo>
                <a:lnTo>
                  <a:pt x="78988" y="26625"/>
                </a:lnTo>
                <a:lnTo>
                  <a:pt x="74732" y="30161"/>
                </a:lnTo>
                <a:lnTo>
                  <a:pt x="80359" y="28790"/>
                </a:lnTo>
                <a:lnTo>
                  <a:pt x="83532" y="32686"/>
                </a:lnTo>
                <a:lnTo>
                  <a:pt x="82090" y="44808"/>
                </a:lnTo>
                <a:lnTo>
                  <a:pt x="79276" y="47045"/>
                </a:lnTo>
                <a:lnTo>
                  <a:pt x="82378" y="66022"/>
                </a:lnTo>
                <a:lnTo>
                  <a:pt x="70981" y="71939"/>
                </a:lnTo>
                <a:lnTo>
                  <a:pt x="61387" y="70423"/>
                </a:lnTo>
                <a:lnTo>
                  <a:pt x="50711" y="63424"/>
                </a:lnTo>
                <a:lnTo>
                  <a:pt x="47393" y="67176"/>
                </a:lnTo>
                <a:lnTo>
                  <a:pt x="41550" y="67032"/>
                </a:lnTo>
                <a:lnTo>
                  <a:pt x="27700" y="50653"/>
                </a:lnTo>
                <a:lnTo>
                  <a:pt x="20919" y="30377"/>
                </a:lnTo>
                <a:lnTo>
                  <a:pt x="15221" y="26481"/>
                </a:lnTo>
                <a:lnTo>
                  <a:pt x="10748" y="27852"/>
                </a:lnTo>
                <a:lnTo>
                  <a:pt x="649" y="24461"/>
                </a:lnTo>
                <a:lnTo>
                  <a:pt x="0" y="18977"/>
                </a:lnTo>
                <a:lnTo>
                  <a:pt x="9522" y="7793"/>
                </a:lnTo>
                <a:lnTo>
                  <a:pt x="13778" y="9741"/>
                </a:lnTo>
                <a:lnTo>
                  <a:pt x="22939" y="722"/>
                </a:lnTo>
                <a:lnTo>
                  <a:pt x="25175" y="4329"/>
                </a:lnTo>
                <a:lnTo>
                  <a:pt x="25897" y="1515"/>
                </a:lnTo>
                <a:lnTo>
                  <a:pt x="33399" y="0"/>
                </a:lnTo>
              </a:path>
            </a:pathLst>
          </a:custGeom>
          <a:noFill xmlns:a="http://schemas.openxmlformats.org/drawingml/2006/main"/>
          <a:ln xmlns:a="http://schemas.openxmlformats.org/drawingml/2006/main" w="3579">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AB50A47D-3B30-4F35-8A84-81995D815E03}"/>
              </a:ext>
            </a:extLst>
          </p:cNvPr>
          <p:cNvSpPr>
            <a:spLocks xmlns:a="http://schemas.openxmlformats.org/drawingml/2006/main" noGrp="1"/>
          </p:cNvSpPr>
          <p:nvPr/>
        </p:nvSpPr>
        <p:spPr>
          <a:xfrm xmlns:a="http://schemas.openxmlformats.org/drawingml/2006/main">
            <a:off x="3126100" y="4175787"/>
            <a:ext cx="64716" cy="68869"/>
          </a:xfrm>
          <a:custGeom xmlns:a="http://schemas.openxmlformats.org/drawingml/2006/main">
            <a:pathLst>
              <a:path w="68889" h="73310">
                <a:moveTo>
                  <a:pt x="8656" y="2020"/>
                </a:moveTo>
                <a:lnTo>
                  <a:pt x="25247" y="17606"/>
                </a:lnTo>
                <a:lnTo>
                  <a:pt x="34481" y="21069"/>
                </a:lnTo>
                <a:lnTo>
                  <a:pt x="47393" y="43726"/>
                </a:lnTo>
                <a:lnTo>
                  <a:pt x="68528" y="65156"/>
                </a:lnTo>
                <a:lnTo>
                  <a:pt x="68889" y="73310"/>
                </a:lnTo>
                <a:lnTo>
                  <a:pt x="47609" y="67826"/>
                </a:lnTo>
                <a:lnTo>
                  <a:pt x="12263" y="45530"/>
                </a:lnTo>
                <a:lnTo>
                  <a:pt x="505" y="21069"/>
                </a:lnTo>
                <a:lnTo>
                  <a:pt x="0" y="1948"/>
                </a:lnTo>
                <a:lnTo>
                  <a:pt x="4184" y="0"/>
                </a:lnTo>
                <a:lnTo>
                  <a:pt x="8656" y="2020"/>
                </a:lnTo>
              </a:path>
            </a:pathLst>
          </a:custGeom>
          <a:noFill xmlns:a="http://schemas.openxmlformats.org/drawingml/2006/main"/>
          <a:ln xmlns:a="http://schemas.openxmlformats.org/drawingml/2006/main" w="3579">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81CDE1E7-64F6-4268-BD2F-F884DCF1137F}"/>
              </a:ext>
            </a:extLst>
          </p:cNvPr>
          <p:cNvSpPr>
            <a:spLocks xmlns:a="http://schemas.openxmlformats.org/drawingml/2006/main" noGrp="1"/>
          </p:cNvSpPr>
          <p:nvPr/>
        </p:nvSpPr>
        <p:spPr>
          <a:xfrm xmlns:a="http://schemas.openxmlformats.org/drawingml/2006/main">
            <a:off x="2820476" y="4057231"/>
            <a:ext cx="24870" cy="36197"/>
          </a:xfrm>
          <a:custGeom xmlns:a="http://schemas.openxmlformats.org/drawingml/2006/main">
            <a:pathLst>
              <a:path w="26474" h="38531">
                <a:moveTo>
                  <a:pt x="4689" y="0"/>
                </a:moveTo>
                <a:lnTo>
                  <a:pt x="12191" y="2453"/>
                </a:lnTo>
                <a:lnTo>
                  <a:pt x="2453" y="794"/>
                </a:lnTo>
                <a:lnTo>
                  <a:pt x="5843" y="14792"/>
                </a:lnTo>
                <a:lnTo>
                  <a:pt x="24959" y="18255"/>
                </a:lnTo>
                <a:lnTo>
                  <a:pt x="18972" y="29872"/>
                </a:lnTo>
                <a:lnTo>
                  <a:pt x="26474" y="34923"/>
                </a:lnTo>
                <a:lnTo>
                  <a:pt x="13850" y="38531"/>
                </a:lnTo>
                <a:lnTo>
                  <a:pt x="1371" y="29295"/>
                </a:lnTo>
                <a:lnTo>
                  <a:pt x="7286" y="31532"/>
                </a:lnTo>
                <a:lnTo>
                  <a:pt x="9450" y="27708"/>
                </a:lnTo>
                <a:lnTo>
                  <a:pt x="4472" y="19987"/>
                </a:lnTo>
                <a:lnTo>
                  <a:pt x="1731" y="19843"/>
                </a:lnTo>
                <a:lnTo>
                  <a:pt x="0" y="23956"/>
                </a:lnTo>
                <a:lnTo>
                  <a:pt x="3535" y="12627"/>
                </a:lnTo>
                <a:lnTo>
                  <a:pt x="649" y="2092"/>
                </a:lnTo>
                <a:lnTo>
                  <a:pt x="4689" y="0"/>
                </a:lnTo>
              </a:path>
            </a:pathLst>
          </a:custGeom>
          <a:noFill xmlns:a="http://schemas.openxmlformats.org/drawingml/2006/main"/>
          <a:ln xmlns:a="http://schemas.openxmlformats.org/drawingml/2006/main" w="3579">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A3E5530B-9C58-456F-98D7-9EA0EAB874F8}"/>
              </a:ext>
            </a:extLst>
          </p:cNvPr>
          <p:cNvSpPr>
            <a:spLocks xmlns:a="http://schemas.openxmlformats.org/drawingml/2006/main" noGrp="1"/>
          </p:cNvSpPr>
          <p:nvPr/>
        </p:nvSpPr>
        <p:spPr>
          <a:xfrm xmlns:a="http://schemas.openxmlformats.org/drawingml/2006/main">
            <a:off x="2878890" y="4267906"/>
            <a:ext cx="23854" cy="6304"/>
          </a:xfrm>
          <a:custGeom xmlns:a="http://schemas.openxmlformats.org/drawingml/2006/main">
            <a:pathLst>
              <a:path w="25392" h="6710">
                <a:moveTo>
                  <a:pt x="13634" y="0"/>
                </a:moveTo>
                <a:lnTo>
                  <a:pt x="25392" y="0"/>
                </a:lnTo>
                <a:lnTo>
                  <a:pt x="25392" y="6710"/>
                </a:lnTo>
                <a:lnTo>
                  <a:pt x="0" y="6710"/>
                </a:lnTo>
                <a:lnTo>
                  <a:pt x="0" y="0"/>
                </a:lnTo>
                <a:lnTo>
                  <a:pt x="13634" y="0"/>
                </a:lnTo>
              </a:path>
            </a:pathLst>
          </a:custGeom>
          <a:noFill xmlns:a="http://schemas.openxmlformats.org/drawingml/2006/main"/>
          <a:ln xmlns:a="http://schemas.openxmlformats.org/drawingml/2006/main" w="3579">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ED84C241-6246-464C-ABDF-71F237DE3905}"/>
              </a:ext>
            </a:extLst>
          </p:cNvPr>
          <p:cNvSpPr>
            <a:spLocks xmlns:a="http://schemas.openxmlformats.org/drawingml/2006/main" noGrp="1"/>
          </p:cNvSpPr>
          <p:nvPr/>
        </p:nvSpPr>
        <p:spPr>
          <a:xfrm xmlns:a="http://schemas.openxmlformats.org/drawingml/2006/main">
            <a:off x="2837485" y="4061366"/>
            <a:ext cx="31985" cy="29283"/>
          </a:xfrm>
          <a:custGeom xmlns:a="http://schemas.openxmlformats.org/drawingml/2006/main">
            <a:pathLst>
              <a:path w="34048" h="31171">
                <a:moveTo>
                  <a:pt x="21857" y="10895"/>
                </a:moveTo>
                <a:lnTo>
                  <a:pt x="34048" y="22224"/>
                </a:lnTo>
                <a:lnTo>
                  <a:pt x="29143" y="17462"/>
                </a:lnTo>
                <a:lnTo>
                  <a:pt x="25897" y="23306"/>
                </a:lnTo>
                <a:lnTo>
                  <a:pt x="26546" y="28357"/>
                </a:lnTo>
                <a:lnTo>
                  <a:pt x="33615" y="26553"/>
                </a:lnTo>
                <a:lnTo>
                  <a:pt x="14643" y="31171"/>
                </a:lnTo>
                <a:lnTo>
                  <a:pt x="21713" y="27563"/>
                </a:lnTo>
                <a:lnTo>
                  <a:pt x="16663" y="11689"/>
                </a:lnTo>
                <a:lnTo>
                  <a:pt x="0" y="0"/>
                </a:lnTo>
                <a:lnTo>
                  <a:pt x="21857" y="10895"/>
                </a:lnTo>
              </a:path>
            </a:pathLst>
          </a:custGeom>
          <a:noFill xmlns:a="http://schemas.openxmlformats.org/drawingml/2006/main"/>
          <a:ln xmlns:a="http://schemas.openxmlformats.org/drawingml/2006/main" w="3579">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E6E3A1EE-7A7B-458D-A33F-0007C44F3058}"/>
              </a:ext>
            </a:extLst>
          </p:cNvPr>
          <p:cNvSpPr>
            <a:spLocks xmlns:a="http://schemas.openxmlformats.org/drawingml/2006/main" noGrp="1"/>
          </p:cNvSpPr>
          <p:nvPr/>
        </p:nvSpPr>
        <p:spPr>
          <a:xfrm xmlns:a="http://schemas.openxmlformats.org/drawingml/2006/main">
            <a:off x="2744578" y="4309525"/>
            <a:ext cx="15789" cy="16472"/>
          </a:xfrm>
          <a:custGeom xmlns:a="http://schemas.openxmlformats.org/drawingml/2006/main">
            <a:pathLst>
              <a:path w="16807" h="17534">
                <a:moveTo>
                  <a:pt x="9233" y="16524"/>
                </a:moveTo>
                <a:lnTo>
                  <a:pt x="3679" y="17534"/>
                </a:lnTo>
                <a:lnTo>
                  <a:pt x="0" y="15008"/>
                </a:lnTo>
                <a:lnTo>
                  <a:pt x="4617" y="11617"/>
                </a:lnTo>
                <a:lnTo>
                  <a:pt x="5771" y="6350"/>
                </a:lnTo>
                <a:lnTo>
                  <a:pt x="16807" y="0"/>
                </a:lnTo>
                <a:lnTo>
                  <a:pt x="9233" y="16524"/>
                </a:lnTo>
              </a:path>
            </a:pathLst>
          </a:custGeom>
          <a:noFill xmlns:a="http://schemas.openxmlformats.org/drawingml/2006/main"/>
          <a:ln xmlns:a="http://schemas.openxmlformats.org/drawingml/2006/main" w="3579">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DA614FE6-9885-463B-89B6-49959DEBE15C}"/>
              </a:ext>
            </a:extLst>
          </p:cNvPr>
          <p:cNvSpPr>
            <a:spLocks xmlns:a="http://schemas.openxmlformats.org/drawingml/2006/main" noGrp="1"/>
          </p:cNvSpPr>
          <p:nvPr/>
        </p:nvSpPr>
        <p:spPr>
          <a:xfrm xmlns:a="http://schemas.openxmlformats.org/drawingml/2006/main">
            <a:off x="2234709" y="2898658"/>
            <a:ext cx="10978" cy="16472"/>
          </a:xfrm>
          <a:custGeom xmlns:a="http://schemas.openxmlformats.org/drawingml/2006/main">
            <a:pathLst>
              <a:path w="11686" h="17534">
                <a:moveTo>
                  <a:pt x="6059" y="17534"/>
                </a:moveTo>
                <a:lnTo>
                  <a:pt x="0" y="15586"/>
                </a:lnTo>
                <a:lnTo>
                  <a:pt x="6925" y="0"/>
                </a:lnTo>
                <a:lnTo>
                  <a:pt x="11686" y="9452"/>
                </a:lnTo>
                <a:lnTo>
                  <a:pt x="11469" y="13204"/>
                </a:lnTo>
                <a:lnTo>
                  <a:pt x="6059" y="17534"/>
                </a:lnTo>
              </a:path>
            </a:pathLst>
          </a:custGeom>
          <a:noFill xmlns:a="http://schemas.openxmlformats.org/drawingml/2006/main"/>
          <a:ln xmlns:a="http://schemas.openxmlformats.org/drawingml/2006/main" w="3579">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25620569-3E70-45DA-9639-E251D4FF18D4}"/>
              </a:ext>
            </a:extLst>
          </p:cNvPr>
          <p:cNvSpPr>
            <a:spLocks xmlns:a="http://schemas.openxmlformats.org/drawingml/2006/main" noGrp="1"/>
          </p:cNvSpPr>
          <p:nvPr/>
        </p:nvSpPr>
        <p:spPr>
          <a:xfrm xmlns:a="http://schemas.openxmlformats.org/drawingml/2006/main">
            <a:off x="197445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13EF84D9-6202-44D3-9493-C6C255710731}"/>
              </a:ext>
            </a:extLst>
          </p:cNvPr>
          <p:cNvSpPr>
            <a:spLocks xmlns:a="http://schemas.openxmlformats.org/drawingml/2006/main" noGrp="1"/>
          </p:cNvSpPr>
          <p:nvPr/>
        </p:nvSpPr>
        <p:spPr>
          <a:xfrm xmlns:a="http://schemas.openxmlformats.org/drawingml/2006/main">
            <a:off x="203534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393B6F27-7F77-4FB7-9057-15CD040386BC}"/>
              </a:ext>
            </a:extLst>
          </p:cNvPr>
          <p:cNvSpPr>
            <a:spLocks xmlns:a="http://schemas.openxmlformats.org/drawingml/2006/main" noGrp="1"/>
          </p:cNvSpPr>
          <p:nvPr/>
        </p:nvSpPr>
        <p:spPr>
          <a:xfrm xmlns:a="http://schemas.openxmlformats.org/drawingml/2006/main">
            <a:off x="209623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49303F2F-31EB-478A-899D-83FA7744B3A5}"/>
              </a:ext>
            </a:extLst>
          </p:cNvPr>
          <p:cNvSpPr>
            <a:spLocks xmlns:a="http://schemas.openxmlformats.org/drawingml/2006/main" noGrp="1"/>
          </p:cNvSpPr>
          <p:nvPr/>
        </p:nvSpPr>
        <p:spPr>
          <a:xfrm xmlns:a="http://schemas.openxmlformats.org/drawingml/2006/main">
            <a:off x="215713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D89AF80A-3762-40E2-8CE8-5E121BC49B89}"/>
              </a:ext>
            </a:extLst>
          </p:cNvPr>
          <p:cNvSpPr>
            <a:spLocks xmlns:a="http://schemas.openxmlformats.org/drawingml/2006/main" noGrp="1"/>
          </p:cNvSpPr>
          <p:nvPr/>
        </p:nvSpPr>
        <p:spPr>
          <a:xfrm xmlns:a="http://schemas.openxmlformats.org/drawingml/2006/main">
            <a:off x="2218023"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0A2706FE-12E0-44F4-809B-D50882B1B069}"/>
              </a:ext>
            </a:extLst>
          </p:cNvPr>
          <p:cNvSpPr>
            <a:spLocks xmlns:a="http://schemas.openxmlformats.org/drawingml/2006/main" noGrp="1"/>
          </p:cNvSpPr>
          <p:nvPr/>
        </p:nvSpPr>
        <p:spPr>
          <a:xfrm xmlns:a="http://schemas.openxmlformats.org/drawingml/2006/main">
            <a:off x="2218023"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7D989B89-D3CF-4434-96EF-AEEFAE43DAF2}"/>
              </a:ext>
            </a:extLst>
          </p:cNvPr>
          <p:cNvSpPr>
            <a:spLocks xmlns:a="http://schemas.openxmlformats.org/drawingml/2006/main" noGrp="1"/>
          </p:cNvSpPr>
          <p:nvPr/>
        </p:nvSpPr>
        <p:spPr>
          <a:xfrm xmlns:a="http://schemas.openxmlformats.org/drawingml/2006/main">
            <a:off x="2278915"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FBEE5A56-F2C9-4C2E-9DEA-A3AA8F716289}"/>
              </a:ext>
            </a:extLst>
          </p:cNvPr>
          <p:cNvSpPr>
            <a:spLocks xmlns:a="http://schemas.openxmlformats.org/drawingml/2006/main" noGrp="1"/>
          </p:cNvSpPr>
          <p:nvPr/>
        </p:nvSpPr>
        <p:spPr>
          <a:xfrm xmlns:a="http://schemas.openxmlformats.org/drawingml/2006/main">
            <a:off x="233980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661BD876-740A-418F-BEB9-E93A6554F97D}"/>
              </a:ext>
            </a:extLst>
          </p:cNvPr>
          <p:cNvSpPr>
            <a:spLocks xmlns:a="http://schemas.openxmlformats.org/drawingml/2006/main" noGrp="1"/>
          </p:cNvSpPr>
          <p:nvPr/>
        </p:nvSpPr>
        <p:spPr>
          <a:xfrm xmlns:a="http://schemas.openxmlformats.org/drawingml/2006/main">
            <a:off x="233980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09913EDD-AD8D-4728-916F-9A5B99485FD6}"/>
              </a:ext>
            </a:extLst>
          </p:cNvPr>
          <p:cNvSpPr>
            <a:spLocks xmlns:a="http://schemas.openxmlformats.org/drawingml/2006/main" noGrp="1"/>
          </p:cNvSpPr>
          <p:nvPr/>
        </p:nvSpPr>
        <p:spPr>
          <a:xfrm xmlns:a="http://schemas.openxmlformats.org/drawingml/2006/main">
            <a:off x="240069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04514B6E-5E1F-4A18-ACBE-1C14F74D006C}"/>
              </a:ext>
            </a:extLst>
          </p:cNvPr>
          <p:cNvSpPr>
            <a:spLocks xmlns:a="http://schemas.openxmlformats.org/drawingml/2006/main" noGrp="1"/>
          </p:cNvSpPr>
          <p:nvPr/>
        </p:nvSpPr>
        <p:spPr>
          <a:xfrm xmlns:a="http://schemas.openxmlformats.org/drawingml/2006/main">
            <a:off x="240069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68E0E092-C7FC-40A7-B498-55F412AD7072}"/>
              </a:ext>
            </a:extLst>
          </p:cNvPr>
          <p:cNvSpPr>
            <a:spLocks xmlns:a="http://schemas.openxmlformats.org/drawingml/2006/main" noGrp="1"/>
          </p:cNvSpPr>
          <p:nvPr/>
        </p:nvSpPr>
        <p:spPr>
          <a:xfrm xmlns:a="http://schemas.openxmlformats.org/drawingml/2006/main">
            <a:off x="240069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7BD5E06C-797C-4722-B293-23989DDF9B34}"/>
              </a:ext>
            </a:extLst>
          </p:cNvPr>
          <p:cNvSpPr>
            <a:spLocks xmlns:a="http://schemas.openxmlformats.org/drawingml/2006/main" noGrp="1"/>
          </p:cNvSpPr>
          <p:nvPr/>
        </p:nvSpPr>
        <p:spPr>
          <a:xfrm xmlns:a="http://schemas.openxmlformats.org/drawingml/2006/main">
            <a:off x="246159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F6DA9DD8-1212-43D5-A9E7-835481A82F1A}"/>
              </a:ext>
            </a:extLst>
          </p:cNvPr>
          <p:cNvSpPr>
            <a:spLocks xmlns:a="http://schemas.openxmlformats.org/drawingml/2006/main" noGrp="1"/>
          </p:cNvSpPr>
          <p:nvPr/>
        </p:nvSpPr>
        <p:spPr>
          <a:xfrm xmlns:a="http://schemas.openxmlformats.org/drawingml/2006/main">
            <a:off x="246159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62B9E7D1-3C27-4312-956B-766C9790A21A}"/>
              </a:ext>
            </a:extLst>
          </p:cNvPr>
          <p:cNvSpPr>
            <a:spLocks xmlns:a="http://schemas.openxmlformats.org/drawingml/2006/main" noGrp="1"/>
          </p:cNvSpPr>
          <p:nvPr/>
        </p:nvSpPr>
        <p:spPr>
          <a:xfrm xmlns:a="http://schemas.openxmlformats.org/drawingml/2006/main">
            <a:off x="246159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500CAD85-3FFD-4014-9E20-B7BA5DA09F12}"/>
              </a:ext>
            </a:extLst>
          </p:cNvPr>
          <p:cNvSpPr>
            <a:spLocks xmlns:a="http://schemas.openxmlformats.org/drawingml/2006/main" noGrp="1"/>
          </p:cNvSpPr>
          <p:nvPr/>
        </p:nvSpPr>
        <p:spPr>
          <a:xfrm xmlns:a="http://schemas.openxmlformats.org/drawingml/2006/main">
            <a:off x="246159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091D2AD0-638F-47AB-A196-231F16FC5FAC}"/>
              </a:ext>
            </a:extLst>
          </p:cNvPr>
          <p:cNvSpPr>
            <a:spLocks xmlns:a="http://schemas.openxmlformats.org/drawingml/2006/main" noGrp="1"/>
          </p:cNvSpPr>
          <p:nvPr/>
        </p:nvSpPr>
        <p:spPr>
          <a:xfrm xmlns:a="http://schemas.openxmlformats.org/drawingml/2006/main">
            <a:off x="246159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D7D8096A-EF6F-41AA-A55E-659AEE15A16A}"/>
              </a:ext>
            </a:extLst>
          </p:cNvPr>
          <p:cNvSpPr>
            <a:spLocks xmlns:a="http://schemas.openxmlformats.org/drawingml/2006/main" noGrp="1"/>
          </p:cNvSpPr>
          <p:nvPr/>
        </p:nvSpPr>
        <p:spPr>
          <a:xfrm xmlns:a="http://schemas.openxmlformats.org/drawingml/2006/main">
            <a:off x="252248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442FB3B2-FA6E-48D2-8A74-03481752A0E3}"/>
              </a:ext>
            </a:extLst>
          </p:cNvPr>
          <p:cNvSpPr>
            <a:spLocks xmlns:a="http://schemas.openxmlformats.org/drawingml/2006/main" noGrp="1"/>
          </p:cNvSpPr>
          <p:nvPr/>
        </p:nvSpPr>
        <p:spPr>
          <a:xfrm xmlns:a="http://schemas.openxmlformats.org/drawingml/2006/main">
            <a:off x="252248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7F1025B8-E233-4F88-955E-479A1664BB28}"/>
              </a:ext>
            </a:extLst>
          </p:cNvPr>
          <p:cNvSpPr>
            <a:spLocks xmlns:a="http://schemas.openxmlformats.org/drawingml/2006/main" noGrp="1"/>
          </p:cNvSpPr>
          <p:nvPr/>
        </p:nvSpPr>
        <p:spPr>
          <a:xfrm xmlns:a="http://schemas.openxmlformats.org/drawingml/2006/main">
            <a:off x="252248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3AE5AE70-62C4-414E-8603-F3C6BC75B52E}"/>
              </a:ext>
            </a:extLst>
          </p:cNvPr>
          <p:cNvSpPr>
            <a:spLocks xmlns:a="http://schemas.openxmlformats.org/drawingml/2006/main" noGrp="1"/>
          </p:cNvSpPr>
          <p:nvPr/>
        </p:nvSpPr>
        <p:spPr>
          <a:xfrm xmlns:a="http://schemas.openxmlformats.org/drawingml/2006/main">
            <a:off x="252248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EBD19FDC-14F7-4B13-8F72-C8AAC5ADDB22}"/>
              </a:ext>
            </a:extLst>
          </p:cNvPr>
          <p:cNvSpPr>
            <a:spLocks xmlns:a="http://schemas.openxmlformats.org/drawingml/2006/main" noGrp="1"/>
          </p:cNvSpPr>
          <p:nvPr/>
        </p:nvSpPr>
        <p:spPr>
          <a:xfrm xmlns:a="http://schemas.openxmlformats.org/drawingml/2006/main">
            <a:off x="252248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B6790F5E-D7C4-4F1B-AD4E-193B95C58711}"/>
              </a:ext>
            </a:extLst>
          </p:cNvPr>
          <p:cNvSpPr>
            <a:spLocks xmlns:a="http://schemas.openxmlformats.org/drawingml/2006/main" noGrp="1"/>
          </p:cNvSpPr>
          <p:nvPr/>
        </p:nvSpPr>
        <p:spPr>
          <a:xfrm xmlns:a="http://schemas.openxmlformats.org/drawingml/2006/main">
            <a:off x="258337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A7B00F45-5FF8-4FAF-BD58-F40C9D191576}"/>
              </a:ext>
            </a:extLst>
          </p:cNvPr>
          <p:cNvSpPr>
            <a:spLocks xmlns:a="http://schemas.openxmlformats.org/drawingml/2006/main" noGrp="1"/>
          </p:cNvSpPr>
          <p:nvPr/>
        </p:nvSpPr>
        <p:spPr>
          <a:xfrm xmlns:a="http://schemas.openxmlformats.org/drawingml/2006/main">
            <a:off x="258337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7BA39CB6-8715-43FD-A39C-7C1518F1E603}"/>
              </a:ext>
            </a:extLst>
          </p:cNvPr>
          <p:cNvSpPr>
            <a:spLocks xmlns:a="http://schemas.openxmlformats.org/drawingml/2006/main" noGrp="1"/>
          </p:cNvSpPr>
          <p:nvPr/>
        </p:nvSpPr>
        <p:spPr>
          <a:xfrm xmlns:a="http://schemas.openxmlformats.org/drawingml/2006/main">
            <a:off x="258337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3FB09CBD-CAB5-4782-94B1-65C62BCDBD4C}"/>
              </a:ext>
            </a:extLst>
          </p:cNvPr>
          <p:cNvSpPr>
            <a:spLocks xmlns:a="http://schemas.openxmlformats.org/drawingml/2006/main" noGrp="1"/>
          </p:cNvSpPr>
          <p:nvPr/>
        </p:nvSpPr>
        <p:spPr>
          <a:xfrm xmlns:a="http://schemas.openxmlformats.org/drawingml/2006/main">
            <a:off x="258337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A016B650-3116-4634-ACC3-6B88FC0DDD6C}"/>
              </a:ext>
            </a:extLst>
          </p:cNvPr>
          <p:cNvSpPr>
            <a:spLocks xmlns:a="http://schemas.openxmlformats.org/drawingml/2006/main" noGrp="1"/>
          </p:cNvSpPr>
          <p:nvPr/>
        </p:nvSpPr>
        <p:spPr>
          <a:xfrm xmlns:a="http://schemas.openxmlformats.org/drawingml/2006/main">
            <a:off x="258337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05E72B4D-42FC-4A21-8DF6-096720F340A0}"/>
              </a:ext>
            </a:extLst>
          </p:cNvPr>
          <p:cNvSpPr>
            <a:spLocks xmlns:a="http://schemas.openxmlformats.org/drawingml/2006/main" noGrp="1"/>
          </p:cNvSpPr>
          <p:nvPr/>
        </p:nvSpPr>
        <p:spPr>
          <a:xfrm xmlns:a="http://schemas.openxmlformats.org/drawingml/2006/main">
            <a:off x="258337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FFAFC0C7-D012-4266-8F8A-03206C0CAD80}"/>
              </a:ext>
            </a:extLst>
          </p:cNvPr>
          <p:cNvSpPr>
            <a:spLocks xmlns:a="http://schemas.openxmlformats.org/drawingml/2006/main" noGrp="1"/>
          </p:cNvSpPr>
          <p:nvPr/>
        </p:nvSpPr>
        <p:spPr>
          <a:xfrm xmlns:a="http://schemas.openxmlformats.org/drawingml/2006/main">
            <a:off x="264426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26CD4140-8C8E-4225-ABE8-E9027399FDA2}"/>
              </a:ext>
            </a:extLst>
          </p:cNvPr>
          <p:cNvSpPr>
            <a:spLocks xmlns:a="http://schemas.openxmlformats.org/drawingml/2006/main" noGrp="1"/>
          </p:cNvSpPr>
          <p:nvPr/>
        </p:nvSpPr>
        <p:spPr>
          <a:xfrm xmlns:a="http://schemas.openxmlformats.org/drawingml/2006/main">
            <a:off x="264426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BECBA702-675E-4766-AFF8-826CB5A95484}"/>
              </a:ext>
            </a:extLst>
          </p:cNvPr>
          <p:cNvSpPr>
            <a:spLocks xmlns:a="http://schemas.openxmlformats.org/drawingml/2006/main" noGrp="1"/>
          </p:cNvSpPr>
          <p:nvPr/>
        </p:nvSpPr>
        <p:spPr>
          <a:xfrm xmlns:a="http://schemas.openxmlformats.org/drawingml/2006/main">
            <a:off x="264426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39E09024-FBF5-4DF9-9332-82CCFB959435}"/>
              </a:ext>
            </a:extLst>
          </p:cNvPr>
          <p:cNvSpPr>
            <a:spLocks xmlns:a="http://schemas.openxmlformats.org/drawingml/2006/main" noGrp="1"/>
          </p:cNvSpPr>
          <p:nvPr/>
        </p:nvSpPr>
        <p:spPr>
          <a:xfrm xmlns:a="http://schemas.openxmlformats.org/drawingml/2006/main">
            <a:off x="264426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BEE69706-BA40-4EDD-B616-11B7CD0EAAB5}"/>
              </a:ext>
            </a:extLst>
          </p:cNvPr>
          <p:cNvSpPr>
            <a:spLocks xmlns:a="http://schemas.openxmlformats.org/drawingml/2006/main" noGrp="1"/>
          </p:cNvSpPr>
          <p:nvPr/>
        </p:nvSpPr>
        <p:spPr>
          <a:xfrm xmlns:a="http://schemas.openxmlformats.org/drawingml/2006/main">
            <a:off x="2705158"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6B494814-2DB0-4EF2-858B-E1DA18CE4A79}"/>
              </a:ext>
            </a:extLst>
          </p:cNvPr>
          <p:cNvSpPr>
            <a:spLocks xmlns:a="http://schemas.openxmlformats.org/drawingml/2006/main" noGrp="1"/>
          </p:cNvSpPr>
          <p:nvPr/>
        </p:nvSpPr>
        <p:spPr>
          <a:xfrm xmlns:a="http://schemas.openxmlformats.org/drawingml/2006/main">
            <a:off x="2705158"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2B422D9F-35BC-4C3F-884D-05E9BAAF8AFB}"/>
              </a:ext>
            </a:extLst>
          </p:cNvPr>
          <p:cNvSpPr>
            <a:spLocks xmlns:a="http://schemas.openxmlformats.org/drawingml/2006/main" noGrp="1"/>
          </p:cNvSpPr>
          <p:nvPr/>
        </p:nvSpPr>
        <p:spPr>
          <a:xfrm xmlns:a="http://schemas.openxmlformats.org/drawingml/2006/main">
            <a:off x="2705158"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EA58C506-0840-4EE4-8E13-EAF7B26FF10A}"/>
              </a:ext>
            </a:extLst>
          </p:cNvPr>
          <p:cNvSpPr>
            <a:spLocks xmlns:a="http://schemas.openxmlformats.org/drawingml/2006/main" noGrp="1"/>
          </p:cNvSpPr>
          <p:nvPr/>
        </p:nvSpPr>
        <p:spPr>
          <a:xfrm xmlns:a="http://schemas.openxmlformats.org/drawingml/2006/main">
            <a:off x="2705158"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6D0F6101-A3C9-4BAC-82D0-E80BD72FA89A}"/>
              </a:ext>
            </a:extLst>
          </p:cNvPr>
          <p:cNvSpPr>
            <a:spLocks xmlns:a="http://schemas.openxmlformats.org/drawingml/2006/main" noGrp="1"/>
          </p:cNvSpPr>
          <p:nvPr/>
        </p:nvSpPr>
        <p:spPr>
          <a:xfrm xmlns:a="http://schemas.openxmlformats.org/drawingml/2006/main">
            <a:off x="2705158"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871CBB38-8E06-4FE3-8ED4-8429A4EC7EA4}"/>
              </a:ext>
            </a:extLst>
          </p:cNvPr>
          <p:cNvSpPr>
            <a:spLocks xmlns:a="http://schemas.openxmlformats.org/drawingml/2006/main" noGrp="1"/>
          </p:cNvSpPr>
          <p:nvPr/>
        </p:nvSpPr>
        <p:spPr>
          <a:xfrm xmlns:a="http://schemas.openxmlformats.org/drawingml/2006/main">
            <a:off x="2705158"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3ADFCD08-CD64-4115-93BA-5423EB2D919F}"/>
              </a:ext>
            </a:extLst>
          </p:cNvPr>
          <p:cNvSpPr>
            <a:spLocks xmlns:a="http://schemas.openxmlformats.org/drawingml/2006/main" noGrp="1"/>
          </p:cNvSpPr>
          <p:nvPr/>
        </p:nvSpPr>
        <p:spPr>
          <a:xfrm xmlns:a="http://schemas.openxmlformats.org/drawingml/2006/main">
            <a:off x="2766050"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0703C9E1-ABE4-4821-ACCD-3DD0600119A7}"/>
              </a:ext>
            </a:extLst>
          </p:cNvPr>
          <p:cNvSpPr>
            <a:spLocks xmlns:a="http://schemas.openxmlformats.org/drawingml/2006/main" noGrp="1"/>
          </p:cNvSpPr>
          <p:nvPr/>
        </p:nvSpPr>
        <p:spPr>
          <a:xfrm xmlns:a="http://schemas.openxmlformats.org/drawingml/2006/main">
            <a:off x="2766050"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BB89BE7D-B76F-42AB-8C4C-873450331D92}"/>
              </a:ext>
            </a:extLst>
          </p:cNvPr>
          <p:cNvSpPr>
            <a:spLocks xmlns:a="http://schemas.openxmlformats.org/drawingml/2006/main" noGrp="1"/>
          </p:cNvSpPr>
          <p:nvPr/>
        </p:nvSpPr>
        <p:spPr>
          <a:xfrm xmlns:a="http://schemas.openxmlformats.org/drawingml/2006/main">
            <a:off x="2766050"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ADBEAF34-B7FC-45F7-BF56-744E6AD36258}"/>
              </a:ext>
            </a:extLst>
          </p:cNvPr>
          <p:cNvSpPr>
            <a:spLocks xmlns:a="http://schemas.openxmlformats.org/drawingml/2006/main" noGrp="1"/>
          </p:cNvSpPr>
          <p:nvPr/>
        </p:nvSpPr>
        <p:spPr>
          <a:xfrm xmlns:a="http://schemas.openxmlformats.org/drawingml/2006/main">
            <a:off x="2766050"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C0C7502C-1C84-41AC-9D5E-CE9E187D3880}"/>
              </a:ext>
            </a:extLst>
          </p:cNvPr>
          <p:cNvSpPr>
            <a:spLocks xmlns:a="http://schemas.openxmlformats.org/drawingml/2006/main" noGrp="1"/>
          </p:cNvSpPr>
          <p:nvPr/>
        </p:nvSpPr>
        <p:spPr>
          <a:xfrm xmlns:a="http://schemas.openxmlformats.org/drawingml/2006/main">
            <a:off x="2766050"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B1408CB1-E75E-4044-8BAF-7342B3EBF2D6}"/>
              </a:ext>
            </a:extLst>
          </p:cNvPr>
          <p:cNvSpPr>
            <a:spLocks xmlns:a="http://schemas.openxmlformats.org/drawingml/2006/main" noGrp="1"/>
          </p:cNvSpPr>
          <p:nvPr/>
        </p:nvSpPr>
        <p:spPr>
          <a:xfrm xmlns:a="http://schemas.openxmlformats.org/drawingml/2006/main">
            <a:off x="2766050"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CD239024-F93D-40CC-9A9D-3411A514CB82}"/>
              </a:ext>
            </a:extLst>
          </p:cNvPr>
          <p:cNvSpPr>
            <a:spLocks xmlns:a="http://schemas.openxmlformats.org/drawingml/2006/main" noGrp="1"/>
          </p:cNvSpPr>
          <p:nvPr/>
        </p:nvSpPr>
        <p:spPr>
          <a:xfrm xmlns:a="http://schemas.openxmlformats.org/drawingml/2006/main">
            <a:off x="2766050"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B34A3A03-AEAE-4A97-9D3A-F1942C457D53}"/>
              </a:ext>
            </a:extLst>
          </p:cNvPr>
          <p:cNvSpPr>
            <a:spLocks xmlns:a="http://schemas.openxmlformats.org/drawingml/2006/main" noGrp="1"/>
          </p:cNvSpPr>
          <p:nvPr/>
        </p:nvSpPr>
        <p:spPr>
          <a:xfrm xmlns:a="http://schemas.openxmlformats.org/drawingml/2006/main">
            <a:off x="2766050"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DBAF7EEC-7FDD-413C-B9AF-5C8B6F2DF838}"/>
              </a:ext>
            </a:extLst>
          </p:cNvPr>
          <p:cNvSpPr>
            <a:spLocks xmlns:a="http://schemas.openxmlformats.org/drawingml/2006/main" noGrp="1"/>
          </p:cNvSpPr>
          <p:nvPr/>
        </p:nvSpPr>
        <p:spPr>
          <a:xfrm xmlns:a="http://schemas.openxmlformats.org/drawingml/2006/main">
            <a:off x="2766050"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C0183318-5FEE-4656-9042-947EEA7124E2}"/>
              </a:ext>
            </a:extLst>
          </p:cNvPr>
          <p:cNvSpPr>
            <a:spLocks xmlns:a="http://schemas.openxmlformats.org/drawingml/2006/main" noGrp="1"/>
          </p:cNvSpPr>
          <p:nvPr/>
        </p:nvSpPr>
        <p:spPr>
          <a:xfrm xmlns:a="http://schemas.openxmlformats.org/drawingml/2006/main">
            <a:off x="2766050"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DD52DA6F-1565-48A5-88E0-2FD4E123ED82}"/>
              </a:ext>
            </a:extLst>
          </p:cNvPr>
          <p:cNvSpPr>
            <a:spLocks xmlns:a="http://schemas.openxmlformats.org/drawingml/2006/main" noGrp="1"/>
          </p:cNvSpPr>
          <p:nvPr/>
        </p:nvSpPr>
        <p:spPr>
          <a:xfrm xmlns:a="http://schemas.openxmlformats.org/drawingml/2006/main">
            <a:off x="2766050"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502B4178-114A-48EE-AA7A-7F6D7C9CCBFF}"/>
              </a:ext>
            </a:extLst>
          </p:cNvPr>
          <p:cNvSpPr>
            <a:spLocks xmlns:a="http://schemas.openxmlformats.org/drawingml/2006/main" noGrp="1"/>
          </p:cNvSpPr>
          <p:nvPr/>
        </p:nvSpPr>
        <p:spPr>
          <a:xfrm xmlns:a="http://schemas.openxmlformats.org/drawingml/2006/main">
            <a:off x="282694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70774055-DC3D-4861-9B22-32D0558A7C4C}"/>
              </a:ext>
            </a:extLst>
          </p:cNvPr>
          <p:cNvSpPr>
            <a:spLocks xmlns:a="http://schemas.openxmlformats.org/drawingml/2006/main" noGrp="1"/>
          </p:cNvSpPr>
          <p:nvPr/>
        </p:nvSpPr>
        <p:spPr>
          <a:xfrm xmlns:a="http://schemas.openxmlformats.org/drawingml/2006/main">
            <a:off x="282694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8CF8F540-D003-4DFA-A55A-C3D77F6B1F1A}"/>
              </a:ext>
            </a:extLst>
          </p:cNvPr>
          <p:cNvSpPr>
            <a:spLocks xmlns:a="http://schemas.openxmlformats.org/drawingml/2006/main" noGrp="1"/>
          </p:cNvSpPr>
          <p:nvPr/>
        </p:nvSpPr>
        <p:spPr>
          <a:xfrm xmlns:a="http://schemas.openxmlformats.org/drawingml/2006/main">
            <a:off x="282694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9C5B525D-F7C2-4C17-9ED7-114DC3AD086E}"/>
              </a:ext>
            </a:extLst>
          </p:cNvPr>
          <p:cNvSpPr>
            <a:spLocks xmlns:a="http://schemas.openxmlformats.org/drawingml/2006/main" noGrp="1"/>
          </p:cNvSpPr>
          <p:nvPr/>
        </p:nvSpPr>
        <p:spPr>
          <a:xfrm xmlns:a="http://schemas.openxmlformats.org/drawingml/2006/main">
            <a:off x="282694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CACE1C50-B76B-4060-ABAD-017AA66289DB}"/>
              </a:ext>
            </a:extLst>
          </p:cNvPr>
          <p:cNvSpPr>
            <a:spLocks xmlns:a="http://schemas.openxmlformats.org/drawingml/2006/main" noGrp="1"/>
          </p:cNvSpPr>
          <p:nvPr/>
        </p:nvSpPr>
        <p:spPr>
          <a:xfrm xmlns:a="http://schemas.openxmlformats.org/drawingml/2006/main">
            <a:off x="282694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C2FB4C53-3657-4710-9B92-D8B838510C45}"/>
              </a:ext>
            </a:extLst>
          </p:cNvPr>
          <p:cNvSpPr>
            <a:spLocks xmlns:a="http://schemas.openxmlformats.org/drawingml/2006/main" noGrp="1"/>
          </p:cNvSpPr>
          <p:nvPr/>
        </p:nvSpPr>
        <p:spPr>
          <a:xfrm xmlns:a="http://schemas.openxmlformats.org/drawingml/2006/main">
            <a:off x="282694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3EC107C7-7D7C-42BC-B614-D571E950CB82}"/>
              </a:ext>
            </a:extLst>
          </p:cNvPr>
          <p:cNvSpPr>
            <a:spLocks xmlns:a="http://schemas.openxmlformats.org/drawingml/2006/main" noGrp="1"/>
          </p:cNvSpPr>
          <p:nvPr/>
        </p:nvSpPr>
        <p:spPr>
          <a:xfrm xmlns:a="http://schemas.openxmlformats.org/drawingml/2006/main">
            <a:off x="282694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F8FDFEC2-D488-4BE2-ABB4-A58898D86F7C}"/>
              </a:ext>
            </a:extLst>
          </p:cNvPr>
          <p:cNvSpPr>
            <a:spLocks xmlns:a="http://schemas.openxmlformats.org/drawingml/2006/main" noGrp="1"/>
          </p:cNvSpPr>
          <p:nvPr/>
        </p:nvSpPr>
        <p:spPr>
          <a:xfrm xmlns:a="http://schemas.openxmlformats.org/drawingml/2006/main">
            <a:off x="282694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E863BFD4-34B3-4192-BA5C-CAB451C62EDF}"/>
              </a:ext>
            </a:extLst>
          </p:cNvPr>
          <p:cNvSpPr>
            <a:spLocks xmlns:a="http://schemas.openxmlformats.org/drawingml/2006/main" noGrp="1"/>
          </p:cNvSpPr>
          <p:nvPr/>
        </p:nvSpPr>
        <p:spPr>
          <a:xfrm xmlns:a="http://schemas.openxmlformats.org/drawingml/2006/main">
            <a:off x="282694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C79A41B1-4B86-4DEA-804D-26921EAF1BC3}"/>
              </a:ext>
            </a:extLst>
          </p:cNvPr>
          <p:cNvSpPr>
            <a:spLocks xmlns:a="http://schemas.openxmlformats.org/drawingml/2006/main" noGrp="1"/>
          </p:cNvSpPr>
          <p:nvPr/>
        </p:nvSpPr>
        <p:spPr>
          <a:xfrm xmlns:a="http://schemas.openxmlformats.org/drawingml/2006/main">
            <a:off x="282694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AC242531-A611-421D-8B3C-9CF4E38517B4}"/>
              </a:ext>
            </a:extLst>
          </p:cNvPr>
          <p:cNvSpPr>
            <a:spLocks xmlns:a="http://schemas.openxmlformats.org/drawingml/2006/main" noGrp="1"/>
          </p:cNvSpPr>
          <p:nvPr/>
        </p:nvSpPr>
        <p:spPr>
          <a:xfrm xmlns:a="http://schemas.openxmlformats.org/drawingml/2006/main">
            <a:off x="2826942"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5B9598D9-F2B8-4CDE-A43D-A1E42F8C57EA}"/>
              </a:ext>
            </a:extLst>
          </p:cNvPr>
          <p:cNvSpPr>
            <a:spLocks xmlns:a="http://schemas.openxmlformats.org/drawingml/2006/main" noGrp="1"/>
          </p:cNvSpPr>
          <p:nvPr/>
        </p:nvSpPr>
        <p:spPr>
          <a:xfrm xmlns:a="http://schemas.openxmlformats.org/drawingml/2006/main">
            <a:off x="2826942"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6165C70C-5307-4884-8017-DBB09BF55971}"/>
              </a:ext>
            </a:extLst>
          </p:cNvPr>
          <p:cNvSpPr>
            <a:spLocks xmlns:a="http://schemas.openxmlformats.org/drawingml/2006/main" noGrp="1"/>
          </p:cNvSpPr>
          <p:nvPr/>
        </p:nvSpPr>
        <p:spPr>
          <a:xfrm xmlns:a="http://schemas.openxmlformats.org/drawingml/2006/main">
            <a:off x="288783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30C66EC1-DA0A-456C-8F09-546394303750}"/>
              </a:ext>
            </a:extLst>
          </p:cNvPr>
          <p:cNvSpPr>
            <a:spLocks xmlns:a="http://schemas.openxmlformats.org/drawingml/2006/main" noGrp="1"/>
          </p:cNvSpPr>
          <p:nvPr/>
        </p:nvSpPr>
        <p:spPr>
          <a:xfrm xmlns:a="http://schemas.openxmlformats.org/drawingml/2006/main">
            <a:off x="288783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3CF506E0-CD4B-4A5A-9761-ECB8FA1BC00F}"/>
              </a:ext>
            </a:extLst>
          </p:cNvPr>
          <p:cNvSpPr>
            <a:spLocks xmlns:a="http://schemas.openxmlformats.org/drawingml/2006/main" noGrp="1"/>
          </p:cNvSpPr>
          <p:nvPr/>
        </p:nvSpPr>
        <p:spPr>
          <a:xfrm xmlns:a="http://schemas.openxmlformats.org/drawingml/2006/main">
            <a:off x="288783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52A036CC-8D0B-4881-BF40-DD02C218228B}"/>
              </a:ext>
            </a:extLst>
          </p:cNvPr>
          <p:cNvSpPr>
            <a:spLocks xmlns:a="http://schemas.openxmlformats.org/drawingml/2006/main" noGrp="1"/>
          </p:cNvSpPr>
          <p:nvPr/>
        </p:nvSpPr>
        <p:spPr>
          <a:xfrm xmlns:a="http://schemas.openxmlformats.org/drawingml/2006/main">
            <a:off x="288783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844AB735-60F9-4215-8F21-0817BBE0815F}"/>
              </a:ext>
            </a:extLst>
          </p:cNvPr>
          <p:cNvSpPr>
            <a:spLocks xmlns:a="http://schemas.openxmlformats.org/drawingml/2006/main" noGrp="1"/>
          </p:cNvSpPr>
          <p:nvPr/>
        </p:nvSpPr>
        <p:spPr>
          <a:xfrm xmlns:a="http://schemas.openxmlformats.org/drawingml/2006/main">
            <a:off x="288783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575717C8-0E40-4298-AB3F-52B071A25DE1}"/>
              </a:ext>
            </a:extLst>
          </p:cNvPr>
          <p:cNvSpPr>
            <a:spLocks xmlns:a="http://schemas.openxmlformats.org/drawingml/2006/main" noGrp="1"/>
          </p:cNvSpPr>
          <p:nvPr/>
        </p:nvSpPr>
        <p:spPr>
          <a:xfrm xmlns:a="http://schemas.openxmlformats.org/drawingml/2006/main">
            <a:off x="288783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525E2D05-4F69-4A98-8444-6289C52B7964}"/>
              </a:ext>
            </a:extLst>
          </p:cNvPr>
          <p:cNvSpPr>
            <a:spLocks xmlns:a="http://schemas.openxmlformats.org/drawingml/2006/main" noGrp="1"/>
          </p:cNvSpPr>
          <p:nvPr/>
        </p:nvSpPr>
        <p:spPr>
          <a:xfrm xmlns:a="http://schemas.openxmlformats.org/drawingml/2006/main">
            <a:off x="288783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6CE50818-D0CE-4F22-AE6F-E76437FFD3A6}"/>
              </a:ext>
            </a:extLst>
          </p:cNvPr>
          <p:cNvSpPr>
            <a:spLocks xmlns:a="http://schemas.openxmlformats.org/drawingml/2006/main" noGrp="1"/>
          </p:cNvSpPr>
          <p:nvPr/>
        </p:nvSpPr>
        <p:spPr>
          <a:xfrm xmlns:a="http://schemas.openxmlformats.org/drawingml/2006/main">
            <a:off x="288783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FDAC41BD-AF4D-4D1D-9DD3-7BAB43BA30D8}"/>
              </a:ext>
            </a:extLst>
          </p:cNvPr>
          <p:cNvSpPr>
            <a:spLocks xmlns:a="http://schemas.openxmlformats.org/drawingml/2006/main" noGrp="1"/>
          </p:cNvSpPr>
          <p:nvPr/>
        </p:nvSpPr>
        <p:spPr>
          <a:xfrm xmlns:a="http://schemas.openxmlformats.org/drawingml/2006/main">
            <a:off x="288783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18440744-3E4B-4596-8013-11FDA4EBA45B}"/>
              </a:ext>
            </a:extLst>
          </p:cNvPr>
          <p:cNvSpPr>
            <a:spLocks xmlns:a="http://schemas.openxmlformats.org/drawingml/2006/main" noGrp="1"/>
          </p:cNvSpPr>
          <p:nvPr/>
        </p:nvSpPr>
        <p:spPr>
          <a:xfrm xmlns:a="http://schemas.openxmlformats.org/drawingml/2006/main">
            <a:off x="288783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24F302E8-A4E8-43BD-935D-547FC884DCE2}"/>
              </a:ext>
            </a:extLst>
          </p:cNvPr>
          <p:cNvSpPr>
            <a:spLocks xmlns:a="http://schemas.openxmlformats.org/drawingml/2006/main" noGrp="1"/>
          </p:cNvSpPr>
          <p:nvPr/>
        </p:nvSpPr>
        <p:spPr>
          <a:xfrm xmlns:a="http://schemas.openxmlformats.org/drawingml/2006/main">
            <a:off x="288783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18D6DA17-65D6-4E44-B880-C644A81B7086}"/>
              </a:ext>
            </a:extLst>
          </p:cNvPr>
          <p:cNvSpPr>
            <a:spLocks xmlns:a="http://schemas.openxmlformats.org/drawingml/2006/main" noGrp="1"/>
          </p:cNvSpPr>
          <p:nvPr/>
        </p:nvSpPr>
        <p:spPr>
          <a:xfrm xmlns:a="http://schemas.openxmlformats.org/drawingml/2006/main">
            <a:off x="2887834"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EE0C1C61-F0D9-4373-AC2F-C2AD661EF4EB}"/>
              </a:ext>
            </a:extLst>
          </p:cNvPr>
          <p:cNvSpPr>
            <a:spLocks xmlns:a="http://schemas.openxmlformats.org/drawingml/2006/main" noGrp="1"/>
          </p:cNvSpPr>
          <p:nvPr/>
        </p:nvSpPr>
        <p:spPr>
          <a:xfrm xmlns:a="http://schemas.openxmlformats.org/drawingml/2006/main">
            <a:off x="294872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65E47620-7B75-4A01-BEAD-2C72C267F816}"/>
              </a:ext>
            </a:extLst>
          </p:cNvPr>
          <p:cNvSpPr>
            <a:spLocks xmlns:a="http://schemas.openxmlformats.org/drawingml/2006/main" noGrp="1"/>
          </p:cNvSpPr>
          <p:nvPr/>
        </p:nvSpPr>
        <p:spPr>
          <a:xfrm xmlns:a="http://schemas.openxmlformats.org/drawingml/2006/main">
            <a:off x="294872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E7E0BC2D-B4BF-46AF-B5B6-4D0CF0D62684}"/>
              </a:ext>
            </a:extLst>
          </p:cNvPr>
          <p:cNvSpPr>
            <a:spLocks xmlns:a="http://schemas.openxmlformats.org/drawingml/2006/main" noGrp="1"/>
          </p:cNvSpPr>
          <p:nvPr/>
        </p:nvSpPr>
        <p:spPr>
          <a:xfrm xmlns:a="http://schemas.openxmlformats.org/drawingml/2006/main">
            <a:off x="294872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76605F55-EF93-43B9-9C1E-2DEE196676B4}"/>
              </a:ext>
            </a:extLst>
          </p:cNvPr>
          <p:cNvSpPr>
            <a:spLocks xmlns:a="http://schemas.openxmlformats.org/drawingml/2006/main" noGrp="1"/>
          </p:cNvSpPr>
          <p:nvPr/>
        </p:nvSpPr>
        <p:spPr>
          <a:xfrm xmlns:a="http://schemas.openxmlformats.org/drawingml/2006/main">
            <a:off x="294872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F0330CA9-B390-4C5E-8B30-E06C6C9EFB26}"/>
              </a:ext>
            </a:extLst>
          </p:cNvPr>
          <p:cNvSpPr>
            <a:spLocks xmlns:a="http://schemas.openxmlformats.org/drawingml/2006/main" noGrp="1"/>
          </p:cNvSpPr>
          <p:nvPr/>
        </p:nvSpPr>
        <p:spPr>
          <a:xfrm xmlns:a="http://schemas.openxmlformats.org/drawingml/2006/main">
            <a:off x="294872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23F2D930-C325-47B2-9498-D6FC9C4C8F46}"/>
              </a:ext>
            </a:extLst>
          </p:cNvPr>
          <p:cNvSpPr>
            <a:spLocks xmlns:a="http://schemas.openxmlformats.org/drawingml/2006/main" noGrp="1"/>
          </p:cNvSpPr>
          <p:nvPr/>
        </p:nvSpPr>
        <p:spPr>
          <a:xfrm xmlns:a="http://schemas.openxmlformats.org/drawingml/2006/main">
            <a:off x="294872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2E049B76-4E19-4ABB-BC57-6FB07A3E799D}"/>
              </a:ext>
            </a:extLst>
          </p:cNvPr>
          <p:cNvSpPr>
            <a:spLocks xmlns:a="http://schemas.openxmlformats.org/drawingml/2006/main" noGrp="1"/>
          </p:cNvSpPr>
          <p:nvPr/>
        </p:nvSpPr>
        <p:spPr>
          <a:xfrm xmlns:a="http://schemas.openxmlformats.org/drawingml/2006/main">
            <a:off x="294872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9D4656B4-CE88-4AC0-A6BC-2984005D93C6}"/>
              </a:ext>
            </a:extLst>
          </p:cNvPr>
          <p:cNvSpPr>
            <a:spLocks xmlns:a="http://schemas.openxmlformats.org/drawingml/2006/main" noGrp="1"/>
          </p:cNvSpPr>
          <p:nvPr/>
        </p:nvSpPr>
        <p:spPr>
          <a:xfrm xmlns:a="http://schemas.openxmlformats.org/drawingml/2006/main">
            <a:off x="294872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F0242504-EB09-4133-8596-CFCEF55C413B}"/>
              </a:ext>
            </a:extLst>
          </p:cNvPr>
          <p:cNvSpPr>
            <a:spLocks xmlns:a="http://schemas.openxmlformats.org/drawingml/2006/main" noGrp="1"/>
          </p:cNvSpPr>
          <p:nvPr/>
        </p:nvSpPr>
        <p:spPr>
          <a:xfrm xmlns:a="http://schemas.openxmlformats.org/drawingml/2006/main">
            <a:off x="294872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738F4540-1103-4601-8508-6EDFF2D76D5A}"/>
              </a:ext>
            </a:extLst>
          </p:cNvPr>
          <p:cNvSpPr>
            <a:spLocks xmlns:a="http://schemas.openxmlformats.org/drawingml/2006/main" noGrp="1"/>
          </p:cNvSpPr>
          <p:nvPr/>
        </p:nvSpPr>
        <p:spPr>
          <a:xfrm xmlns:a="http://schemas.openxmlformats.org/drawingml/2006/main">
            <a:off x="294872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A34B47AF-7E00-450F-9C39-6E951D999F57}"/>
              </a:ext>
            </a:extLst>
          </p:cNvPr>
          <p:cNvSpPr>
            <a:spLocks xmlns:a="http://schemas.openxmlformats.org/drawingml/2006/main" noGrp="1"/>
          </p:cNvSpPr>
          <p:nvPr/>
        </p:nvSpPr>
        <p:spPr>
          <a:xfrm xmlns:a="http://schemas.openxmlformats.org/drawingml/2006/main">
            <a:off x="294872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5AC1260D-4BA5-44F4-AB44-7A42AA511D06}"/>
              </a:ext>
            </a:extLst>
          </p:cNvPr>
          <p:cNvSpPr>
            <a:spLocks xmlns:a="http://schemas.openxmlformats.org/drawingml/2006/main" noGrp="1"/>
          </p:cNvSpPr>
          <p:nvPr/>
        </p:nvSpPr>
        <p:spPr>
          <a:xfrm xmlns:a="http://schemas.openxmlformats.org/drawingml/2006/main">
            <a:off x="294872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C487F47B-E3CC-4B04-9991-FA718E88BD22}"/>
              </a:ext>
            </a:extLst>
          </p:cNvPr>
          <p:cNvSpPr>
            <a:spLocks xmlns:a="http://schemas.openxmlformats.org/drawingml/2006/main" noGrp="1"/>
          </p:cNvSpPr>
          <p:nvPr/>
        </p:nvSpPr>
        <p:spPr>
          <a:xfrm xmlns:a="http://schemas.openxmlformats.org/drawingml/2006/main">
            <a:off x="2948726"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84A808AC-7C2E-4C6D-A6FD-CCFF25A44EA8}"/>
              </a:ext>
            </a:extLst>
          </p:cNvPr>
          <p:cNvSpPr>
            <a:spLocks xmlns:a="http://schemas.openxmlformats.org/drawingml/2006/main" noGrp="1"/>
          </p:cNvSpPr>
          <p:nvPr/>
        </p:nvSpPr>
        <p:spPr>
          <a:xfrm xmlns:a="http://schemas.openxmlformats.org/drawingml/2006/main">
            <a:off x="2948726"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606F9C4F-D62D-456F-94F8-186664D14355}"/>
              </a:ext>
            </a:extLst>
          </p:cNvPr>
          <p:cNvSpPr>
            <a:spLocks xmlns:a="http://schemas.openxmlformats.org/drawingml/2006/main" noGrp="1"/>
          </p:cNvSpPr>
          <p:nvPr/>
        </p:nvSpPr>
        <p:spPr>
          <a:xfrm xmlns:a="http://schemas.openxmlformats.org/drawingml/2006/main">
            <a:off x="2948726"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F79A4A77-192C-44E1-99D6-E7FACF2E11FF}"/>
              </a:ext>
            </a:extLst>
          </p:cNvPr>
          <p:cNvSpPr>
            <a:spLocks xmlns:a="http://schemas.openxmlformats.org/drawingml/2006/main" noGrp="1"/>
          </p:cNvSpPr>
          <p:nvPr/>
        </p:nvSpPr>
        <p:spPr>
          <a:xfrm xmlns:a="http://schemas.openxmlformats.org/drawingml/2006/main">
            <a:off x="2948726"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5BF4A087-C9D1-4322-9B39-6CC05C4ABF5E}"/>
              </a:ext>
            </a:extLst>
          </p:cNvPr>
          <p:cNvSpPr>
            <a:spLocks xmlns:a="http://schemas.openxmlformats.org/drawingml/2006/main" noGrp="1"/>
          </p:cNvSpPr>
          <p:nvPr/>
        </p:nvSpPr>
        <p:spPr>
          <a:xfrm xmlns:a="http://schemas.openxmlformats.org/drawingml/2006/main">
            <a:off x="3009617"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B29256DC-DAE5-46BC-8225-432F790B30F4}"/>
              </a:ext>
            </a:extLst>
          </p:cNvPr>
          <p:cNvSpPr>
            <a:spLocks xmlns:a="http://schemas.openxmlformats.org/drawingml/2006/main" noGrp="1"/>
          </p:cNvSpPr>
          <p:nvPr/>
        </p:nvSpPr>
        <p:spPr>
          <a:xfrm xmlns:a="http://schemas.openxmlformats.org/drawingml/2006/main">
            <a:off x="300961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33C60A2B-8ADA-4876-A583-9B7B1B07AA5C}"/>
              </a:ext>
            </a:extLst>
          </p:cNvPr>
          <p:cNvSpPr>
            <a:spLocks xmlns:a="http://schemas.openxmlformats.org/drawingml/2006/main" noGrp="1"/>
          </p:cNvSpPr>
          <p:nvPr/>
        </p:nvSpPr>
        <p:spPr>
          <a:xfrm xmlns:a="http://schemas.openxmlformats.org/drawingml/2006/main">
            <a:off x="300961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A6ADDAB3-C0E6-4B9A-97D4-0F622C56E9B3}"/>
              </a:ext>
            </a:extLst>
          </p:cNvPr>
          <p:cNvSpPr>
            <a:spLocks xmlns:a="http://schemas.openxmlformats.org/drawingml/2006/main" noGrp="1"/>
          </p:cNvSpPr>
          <p:nvPr/>
        </p:nvSpPr>
        <p:spPr>
          <a:xfrm xmlns:a="http://schemas.openxmlformats.org/drawingml/2006/main">
            <a:off x="300961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99E104F5-35AC-4442-BB3D-E40C19A1B110}"/>
              </a:ext>
            </a:extLst>
          </p:cNvPr>
          <p:cNvSpPr>
            <a:spLocks xmlns:a="http://schemas.openxmlformats.org/drawingml/2006/main" noGrp="1"/>
          </p:cNvSpPr>
          <p:nvPr/>
        </p:nvSpPr>
        <p:spPr>
          <a:xfrm xmlns:a="http://schemas.openxmlformats.org/drawingml/2006/main">
            <a:off x="300961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50BC6CAB-50CD-4E8B-9A58-EC9391AF83E8}"/>
              </a:ext>
            </a:extLst>
          </p:cNvPr>
          <p:cNvSpPr>
            <a:spLocks xmlns:a="http://schemas.openxmlformats.org/drawingml/2006/main" noGrp="1"/>
          </p:cNvSpPr>
          <p:nvPr/>
        </p:nvSpPr>
        <p:spPr>
          <a:xfrm xmlns:a="http://schemas.openxmlformats.org/drawingml/2006/main">
            <a:off x="300961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DCC625CC-C6E6-40D6-A581-66D5311FD959}"/>
              </a:ext>
            </a:extLst>
          </p:cNvPr>
          <p:cNvSpPr>
            <a:spLocks xmlns:a="http://schemas.openxmlformats.org/drawingml/2006/main" noGrp="1"/>
          </p:cNvSpPr>
          <p:nvPr/>
        </p:nvSpPr>
        <p:spPr>
          <a:xfrm xmlns:a="http://schemas.openxmlformats.org/drawingml/2006/main">
            <a:off x="300961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DAA2035D-0315-445A-8CF3-623A031B88AE}"/>
              </a:ext>
            </a:extLst>
          </p:cNvPr>
          <p:cNvSpPr>
            <a:spLocks xmlns:a="http://schemas.openxmlformats.org/drawingml/2006/main" noGrp="1"/>
          </p:cNvSpPr>
          <p:nvPr/>
        </p:nvSpPr>
        <p:spPr>
          <a:xfrm xmlns:a="http://schemas.openxmlformats.org/drawingml/2006/main">
            <a:off x="300961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316E159F-5475-480A-BD13-A818253EF54F}"/>
              </a:ext>
            </a:extLst>
          </p:cNvPr>
          <p:cNvSpPr>
            <a:spLocks xmlns:a="http://schemas.openxmlformats.org/drawingml/2006/main" noGrp="1"/>
          </p:cNvSpPr>
          <p:nvPr/>
        </p:nvSpPr>
        <p:spPr>
          <a:xfrm xmlns:a="http://schemas.openxmlformats.org/drawingml/2006/main">
            <a:off x="300961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F493C16C-A4A4-4E67-9E65-8E2CD225A4CB}"/>
              </a:ext>
            </a:extLst>
          </p:cNvPr>
          <p:cNvSpPr>
            <a:spLocks xmlns:a="http://schemas.openxmlformats.org/drawingml/2006/main" noGrp="1"/>
          </p:cNvSpPr>
          <p:nvPr/>
        </p:nvSpPr>
        <p:spPr>
          <a:xfrm xmlns:a="http://schemas.openxmlformats.org/drawingml/2006/main">
            <a:off x="3009617"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D9DFC057-00EE-470F-9591-5FE6CF2FC08D}"/>
              </a:ext>
            </a:extLst>
          </p:cNvPr>
          <p:cNvSpPr>
            <a:spLocks xmlns:a="http://schemas.openxmlformats.org/drawingml/2006/main" noGrp="1"/>
          </p:cNvSpPr>
          <p:nvPr/>
        </p:nvSpPr>
        <p:spPr>
          <a:xfrm xmlns:a="http://schemas.openxmlformats.org/drawingml/2006/main">
            <a:off x="3009617"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14753400-5B17-4334-82B3-6F3513E6D8AA}"/>
              </a:ext>
            </a:extLst>
          </p:cNvPr>
          <p:cNvSpPr>
            <a:spLocks xmlns:a="http://schemas.openxmlformats.org/drawingml/2006/main" noGrp="1"/>
          </p:cNvSpPr>
          <p:nvPr/>
        </p:nvSpPr>
        <p:spPr>
          <a:xfrm xmlns:a="http://schemas.openxmlformats.org/drawingml/2006/main">
            <a:off x="3009617"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E02FA250-39E8-4792-8031-9CDACBBE9521}"/>
              </a:ext>
            </a:extLst>
          </p:cNvPr>
          <p:cNvSpPr>
            <a:spLocks xmlns:a="http://schemas.openxmlformats.org/drawingml/2006/main" noGrp="1"/>
          </p:cNvSpPr>
          <p:nvPr/>
        </p:nvSpPr>
        <p:spPr>
          <a:xfrm xmlns:a="http://schemas.openxmlformats.org/drawingml/2006/main">
            <a:off x="3009617"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48F2F1E6-F1F4-45B2-9B64-6B30ADECDE0E}"/>
              </a:ext>
            </a:extLst>
          </p:cNvPr>
          <p:cNvSpPr>
            <a:spLocks xmlns:a="http://schemas.openxmlformats.org/drawingml/2006/main" noGrp="1"/>
          </p:cNvSpPr>
          <p:nvPr/>
        </p:nvSpPr>
        <p:spPr>
          <a:xfrm xmlns:a="http://schemas.openxmlformats.org/drawingml/2006/main">
            <a:off x="3070509"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AD601F30-CC89-4A78-B7FD-1781DD9A5224}"/>
              </a:ext>
            </a:extLst>
          </p:cNvPr>
          <p:cNvSpPr>
            <a:spLocks xmlns:a="http://schemas.openxmlformats.org/drawingml/2006/main" noGrp="1"/>
          </p:cNvSpPr>
          <p:nvPr/>
        </p:nvSpPr>
        <p:spPr>
          <a:xfrm xmlns:a="http://schemas.openxmlformats.org/drawingml/2006/main">
            <a:off x="307050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896902DD-6F0F-4AC1-80F2-22508527D796}"/>
              </a:ext>
            </a:extLst>
          </p:cNvPr>
          <p:cNvSpPr>
            <a:spLocks xmlns:a="http://schemas.openxmlformats.org/drawingml/2006/main" noGrp="1"/>
          </p:cNvSpPr>
          <p:nvPr/>
        </p:nvSpPr>
        <p:spPr>
          <a:xfrm xmlns:a="http://schemas.openxmlformats.org/drawingml/2006/main">
            <a:off x="307050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74CD67B4-2267-4B0A-847D-CD688B94A6B5}"/>
              </a:ext>
            </a:extLst>
          </p:cNvPr>
          <p:cNvSpPr>
            <a:spLocks xmlns:a="http://schemas.openxmlformats.org/drawingml/2006/main" noGrp="1"/>
          </p:cNvSpPr>
          <p:nvPr/>
        </p:nvSpPr>
        <p:spPr>
          <a:xfrm xmlns:a="http://schemas.openxmlformats.org/drawingml/2006/main">
            <a:off x="307050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CFF2482D-2FB3-4D30-B24C-51FB9C2917BE}"/>
              </a:ext>
            </a:extLst>
          </p:cNvPr>
          <p:cNvSpPr>
            <a:spLocks xmlns:a="http://schemas.openxmlformats.org/drawingml/2006/main" noGrp="1"/>
          </p:cNvSpPr>
          <p:nvPr/>
        </p:nvSpPr>
        <p:spPr>
          <a:xfrm xmlns:a="http://schemas.openxmlformats.org/drawingml/2006/main">
            <a:off x="307050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D5EA4A11-8FC1-4480-BDD0-8DDD1F746746}"/>
              </a:ext>
            </a:extLst>
          </p:cNvPr>
          <p:cNvSpPr>
            <a:spLocks xmlns:a="http://schemas.openxmlformats.org/drawingml/2006/main" noGrp="1"/>
          </p:cNvSpPr>
          <p:nvPr/>
        </p:nvSpPr>
        <p:spPr>
          <a:xfrm xmlns:a="http://schemas.openxmlformats.org/drawingml/2006/main">
            <a:off x="307050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77916AF6-C0E5-4C10-AE06-CE243E209FCB}"/>
              </a:ext>
            </a:extLst>
          </p:cNvPr>
          <p:cNvSpPr>
            <a:spLocks xmlns:a="http://schemas.openxmlformats.org/drawingml/2006/main" noGrp="1"/>
          </p:cNvSpPr>
          <p:nvPr/>
        </p:nvSpPr>
        <p:spPr>
          <a:xfrm xmlns:a="http://schemas.openxmlformats.org/drawingml/2006/main">
            <a:off x="307050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9CD75C37-65DE-45AF-A2D7-FF2332A7AAA5}"/>
              </a:ext>
            </a:extLst>
          </p:cNvPr>
          <p:cNvSpPr>
            <a:spLocks xmlns:a="http://schemas.openxmlformats.org/drawingml/2006/main" noGrp="1"/>
          </p:cNvSpPr>
          <p:nvPr/>
        </p:nvSpPr>
        <p:spPr>
          <a:xfrm xmlns:a="http://schemas.openxmlformats.org/drawingml/2006/main">
            <a:off x="307050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4C6AEE62-555A-40FE-9A70-6977CA60D42E}"/>
              </a:ext>
            </a:extLst>
          </p:cNvPr>
          <p:cNvSpPr>
            <a:spLocks xmlns:a="http://schemas.openxmlformats.org/drawingml/2006/main" noGrp="1"/>
          </p:cNvSpPr>
          <p:nvPr/>
        </p:nvSpPr>
        <p:spPr>
          <a:xfrm xmlns:a="http://schemas.openxmlformats.org/drawingml/2006/main">
            <a:off x="3070509"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9930EA38-1CAF-4F8F-A325-9ADC7ED004CA}"/>
              </a:ext>
            </a:extLst>
          </p:cNvPr>
          <p:cNvSpPr>
            <a:spLocks xmlns:a="http://schemas.openxmlformats.org/drawingml/2006/main" noGrp="1"/>
          </p:cNvSpPr>
          <p:nvPr/>
        </p:nvSpPr>
        <p:spPr>
          <a:xfrm xmlns:a="http://schemas.openxmlformats.org/drawingml/2006/main">
            <a:off x="3070509"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5E4B6F0A-7B39-4C66-A37F-39DFC398ACEB}"/>
              </a:ext>
            </a:extLst>
          </p:cNvPr>
          <p:cNvSpPr>
            <a:spLocks xmlns:a="http://schemas.openxmlformats.org/drawingml/2006/main" noGrp="1"/>
          </p:cNvSpPr>
          <p:nvPr/>
        </p:nvSpPr>
        <p:spPr>
          <a:xfrm xmlns:a="http://schemas.openxmlformats.org/drawingml/2006/main">
            <a:off x="3070509"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9405721A-CE07-45BF-B9EE-F25EF9B26051}"/>
              </a:ext>
            </a:extLst>
          </p:cNvPr>
          <p:cNvSpPr>
            <a:spLocks xmlns:a="http://schemas.openxmlformats.org/drawingml/2006/main" noGrp="1"/>
          </p:cNvSpPr>
          <p:nvPr/>
        </p:nvSpPr>
        <p:spPr>
          <a:xfrm xmlns:a="http://schemas.openxmlformats.org/drawingml/2006/main">
            <a:off x="3070509"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8AE3D659-CAE0-413A-9875-9E43B78FA879}"/>
              </a:ext>
            </a:extLst>
          </p:cNvPr>
          <p:cNvSpPr>
            <a:spLocks xmlns:a="http://schemas.openxmlformats.org/drawingml/2006/main" noGrp="1"/>
          </p:cNvSpPr>
          <p:nvPr/>
        </p:nvSpPr>
        <p:spPr>
          <a:xfrm xmlns:a="http://schemas.openxmlformats.org/drawingml/2006/main">
            <a:off x="3131401"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74BB8E37-B3F1-409F-8D5A-507002C42C9A}"/>
              </a:ext>
            </a:extLst>
          </p:cNvPr>
          <p:cNvSpPr>
            <a:spLocks xmlns:a="http://schemas.openxmlformats.org/drawingml/2006/main" noGrp="1"/>
          </p:cNvSpPr>
          <p:nvPr/>
        </p:nvSpPr>
        <p:spPr>
          <a:xfrm xmlns:a="http://schemas.openxmlformats.org/drawingml/2006/main">
            <a:off x="3131401"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E7005F43-6AD7-4FE7-A409-64176ECEF82D}"/>
              </a:ext>
            </a:extLst>
          </p:cNvPr>
          <p:cNvSpPr>
            <a:spLocks xmlns:a="http://schemas.openxmlformats.org/drawingml/2006/main" noGrp="1"/>
          </p:cNvSpPr>
          <p:nvPr/>
        </p:nvSpPr>
        <p:spPr>
          <a:xfrm xmlns:a="http://schemas.openxmlformats.org/drawingml/2006/main">
            <a:off x="3131401"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0E3BEF10-85F6-4D0C-BCBD-A9163FF2899E}"/>
              </a:ext>
            </a:extLst>
          </p:cNvPr>
          <p:cNvSpPr>
            <a:spLocks xmlns:a="http://schemas.openxmlformats.org/drawingml/2006/main" noGrp="1"/>
          </p:cNvSpPr>
          <p:nvPr/>
        </p:nvSpPr>
        <p:spPr>
          <a:xfrm xmlns:a="http://schemas.openxmlformats.org/drawingml/2006/main">
            <a:off x="313140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525980B2-9B1C-4E9B-A140-A85845CEB139}"/>
              </a:ext>
            </a:extLst>
          </p:cNvPr>
          <p:cNvSpPr>
            <a:spLocks xmlns:a="http://schemas.openxmlformats.org/drawingml/2006/main" noGrp="1"/>
          </p:cNvSpPr>
          <p:nvPr/>
        </p:nvSpPr>
        <p:spPr>
          <a:xfrm xmlns:a="http://schemas.openxmlformats.org/drawingml/2006/main">
            <a:off x="313140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9A2A209F-8B8D-45B5-AAE6-8347DEC3AB05}"/>
              </a:ext>
            </a:extLst>
          </p:cNvPr>
          <p:cNvSpPr>
            <a:spLocks xmlns:a="http://schemas.openxmlformats.org/drawingml/2006/main" noGrp="1"/>
          </p:cNvSpPr>
          <p:nvPr/>
        </p:nvSpPr>
        <p:spPr>
          <a:xfrm xmlns:a="http://schemas.openxmlformats.org/drawingml/2006/main">
            <a:off x="313140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3F23EFB5-714A-4B51-877B-F3170835DABA}"/>
              </a:ext>
            </a:extLst>
          </p:cNvPr>
          <p:cNvSpPr>
            <a:spLocks xmlns:a="http://schemas.openxmlformats.org/drawingml/2006/main" noGrp="1"/>
          </p:cNvSpPr>
          <p:nvPr/>
        </p:nvSpPr>
        <p:spPr>
          <a:xfrm xmlns:a="http://schemas.openxmlformats.org/drawingml/2006/main">
            <a:off x="313140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737CD5A3-99ED-4B79-8898-2DBDFA6CF309}"/>
              </a:ext>
            </a:extLst>
          </p:cNvPr>
          <p:cNvSpPr>
            <a:spLocks xmlns:a="http://schemas.openxmlformats.org/drawingml/2006/main" noGrp="1"/>
          </p:cNvSpPr>
          <p:nvPr/>
        </p:nvSpPr>
        <p:spPr>
          <a:xfrm xmlns:a="http://schemas.openxmlformats.org/drawingml/2006/main">
            <a:off x="313140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8D8E8B50-9A66-473B-96D6-686053595FC8}"/>
              </a:ext>
            </a:extLst>
          </p:cNvPr>
          <p:cNvSpPr>
            <a:spLocks xmlns:a="http://schemas.openxmlformats.org/drawingml/2006/main" noGrp="1"/>
          </p:cNvSpPr>
          <p:nvPr/>
        </p:nvSpPr>
        <p:spPr>
          <a:xfrm xmlns:a="http://schemas.openxmlformats.org/drawingml/2006/main">
            <a:off x="3131401"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D5DE1EE7-34AA-4259-824B-A9C64239CC83}"/>
              </a:ext>
            </a:extLst>
          </p:cNvPr>
          <p:cNvSpPr>
            <a:spLocks xmlns:a="http://schemas.openxmlformats.org/drawingml/2006/main" noGrp="1"/>
          </p:cNvSpPr>
          <p:nvPr/>
        </p:nvSpPr>
        <p:spPr>
          <a:xfrm xmlns:a="http://schemas.openxmlformats.org/drawingml/2006/main">
            <a:off x="3131401"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1C406F8E-432E-4342-A820-FB9D56FD5FBF}"/>
              </a:ext>
            </a:extLst>
          </p:cNvPr>
          <p:cNvSpPr>
            <a:spLocks xmlns:a="http://schemas.openxmlformats.org/drawingml/2006/main" noGrp="1"/>
          </p:cNvSpPr>
          <p:nvPr/>
        </p:nvSpPr>
        <p:spPr>
          <a:xfrm xmlns:a="http://schemas.openxmlformats.org/drawingml/2006/main">
            <a:off x="3131401"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474A5BE0-1090-425E-8022-0B4C45863B9E}"/>
              </a:ext>
            </a:extLst>
          </p:cNvPr>
          <p:cNvSpPr>
            <a:spLocks xmlns:a="http://schemas.openxmlformats.org/drawingml/2006/main" noGrp="1"/>
          </p:cNvSpPr>
          <p:nvPr/>
        </p:nvSpPr>
        <p:spPr>
          <a:xfrm xmlns:a="http://schemas.openxmlformats.org/drawingml/2006/main">
            <a:off x="3131401"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2F14CE98-1005-4A17-B2F2-0BED28F40B72}"/>
              </a:ext>
            </a:extLst>
          </p:cNvPr>
          <p:cNvSpPr>
            <a:spLocks xmlns:a="http://schemas.openxmlformats.org/drawingml/2006/main" noGrp="1"/>
          </p:cNvSpPr>
          <p:nvPr/>
        </p:nvSpPr>
        <p:spPr>
          <a:xfrm xmlns:a="http://schemas.openxmlformats.org/drawingml/2006/main">
            <a:off x="3131401"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7940E24B-D92A-4299-A7FA-58D1F6FDC4C4}"/>
              </a:ext>
            </a:extLst>
          </p:cNvPr>
          <p:cNvSpPr>
            <a:spLocks xmlns:a="http://schemas.openxmlformats.org/drawingml/2006/main" noGrp="1"/>
          </p:cNvSpPr>
          <p:nvPr/>
        </p:nvSpPr>
        <p:spPr>
          <a:xfrm xmlns:a="http://schemas.openxmlformats.org/drawingml/2006/main">
            <a:off x="3192293"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9A739D74-9F4D-44BD-BDA3-6B753D253146}"/>
              </a:ext>
            </a:extLst>
          </p:cNvPr>
          <p:cNvSpPr>
            <a:spLocks xmlns:a="http://schemas.openxmlformats.org/drawingml/2006/main" noGrp="1"/>
          </p:cNvSpPr>
          <p:nvPr/>
        </p:nvSpPr>
        <p:spPr>
          <a:xfrm xmlns:a="http://schemas.openxmlformats.org/drawingml/2006/main">
            <a:off x="3192293"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A9522D48-8626-492B-BA4A-B5A9CF45C4E5}"/>
              </a:ext>
            </a:extLst>
          </p:cNvPr>
          <p:cNvSpPr>
            <a:spLocks xmlns:a="http://schemas.openxmlformats.org/drawingml/2006/main" noGrp="1"/>
          </p:cNvSpPr>
          <p:nvPr/>
        </p:nvSpPr>
        <p:spPr>
          <a:xfrm xmlns:a="http://schemas.openxmlformats.org/drawingml/2006/main">
            <a:off x="3192293"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1A7F523C-D71B-403B-A2C3-8A0113557894}"/>
              </a:ext>
            </a:extLst>
          </p:cNvPr>
          <p:cNvSpPr>
            <a:spLocks xmlns:a="http://schemas.openxmlformats.org/drawingml/2006/main" noGrp="1"/>
          </p:cNvSpPr>
          <p:nvPr/>
        </p:nvSpPr>
        <p:spPr>
          <a:xfrm xmlns:a="http://schemas.openxmlformats.org/drawingml/2006/main">
            <a:off x="3192293"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72B82E25-1704-43D3-AD26-F6D30E19A819}"/>
              </a:ext>
            </a:extLst>
          </p:cNvPr>
          <p:cNvSpPr>
            <a:spLocks xmlns:a="http://schemas.openxmlformats.org/drawingml/2006/main" noGrp="1"/>
          </p:cNvSpPr>
          <p:nvPr/>
        </p:nvSpPr>
        <p:spPr>
          <a:xfrm xmlns:a="http://schemas.openxmlformats.org/drawingml/2006/main">
            <a:off x="3192293"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D6E4829D-655B-4259-9EF0-23D317D51ABC}"/>
              </a:ext>
            </a:extLst>
          </p:cNvPr>
          <p:cNvSpPr>
            <a:spLocks xmlns:a="http://schemas.openxmlformats.org/drawingml/2006/main" noGrp="1"/>
          </p:cNvSpPr>
          <p:nvPr/>
        </p:nvSpPr>
        <p:spPr>
          <a:xfrm xmlns:a="http://schemas.openxmlformats.org/drawingml/2006/main">
            <a:off x="3192293"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634FDA83-344C-4A97-8136-FF4AABAE97CA}"/>
              </a:ext>
            </a:extLst>
          </p:cNvPr>
          <p:cNvSpPr>
            <a:spLocks xmlns:a="http://schemas.openxmlformats.org/drawingml/2006/main" noGrp="1"/>
          </p:cNvSpPr>
          <p:nvPr/>
        </p:nvSpPr>
        <p:spPr>
          <a:xfrm xmlns:a="http://schemas.openxmlformats.org/drawingml/2006/main">
            <a:off x="3192293"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BB00C9A3-358E-413A-B7EB-2068178A6540}"/>
              </a:ext>
            </a:extLst>
          </p:cNvPr>
          <p:cNvSpPr>
            <a:spLocks xmlns:a="http://schemas.openxmlformats.org/drawingml/2006/main" noGrp="1"/>
          </p:cNvSpPr>
          <p:nvPr/>
        </p:nvSpPr>
        <p:spPr>
          <a:xfrm xmlns:a="http://schemas.openxmlformats.org/drawingml/2006/main">
            <a:off x="3192293"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39D259C9-AC0E-4711-ADEF-47259699EA7B}"/>
              </a:ext>
            </a:extLst>
          </p:cNvPr>
          <p:cNvSpPr>
            <a:spLocks xmlns:a="http://schemas.openxmlformats.org/drawingml/2006/main" noGrp="1"/>
          </p:cNvSpPr>
          <p:nvPr/>
        </p:nvSpPr>
        <p:spPr>
          <a:xfrm xmlns:a="http://schemas.openxmlformats.org/drawingml/2006/main">
            <a:off x="3192293"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E6AC05DB-396E-477A-9437-77DFD3CC05F8}"/>
              </a:ext>
            </a:extLst>
          </p:cNvPr>
          <p:cNvSpPr>
            <a:spLocks xmlns:a="http://schemas.openxmlformats.org/drawingml/2006/main" noGrp="1"/>
          </p:cNvSpPr>
          <p:nvPr/>
        </p:nvSpPr>
        <p:spPr>
          <a:xfrm xmlns:a="http://schemas.openxmlformats.org/drawingml/2006/main">
            <a:off x="3192293"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499F0E0E-9852-49D8-B57A-F5B8DF8F250F}"/>
              </a:ext>
            </a:extLst>
          </p:cNvPr>
          <p:cNvSpPr>
            <a:spLocks xmlns:a="http://schemas.openxmlformats.org/drawingml/2006/main" noGrp="1"/>
          </p:cNvSpPr>
          <p:nvPr/>
        </p:nvSpPr>
        <p:spPr>
          <a:xfrm xmlns:a="http://schemas.openxmlformats.org/drawingml/2006/main">
            <a:off x="3192293"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7EEC78F7-149F-4EAA-A05A-FE1948391DD6}"/>
              </a:ext>
            </a:extLst>
          </p:cNvPr>
          <p:cNvSpPr>
            <a:spLocks xmlns:a="http://schemas.openxmlformats.org/drawingml/2006/main" noGrp="1"/>
          </p:cNvSpPr>
          <p:nvPr/>
        </p:nvSpPr>
        <p:spPr>
          <a:xfrm xmlns:a="http://schemas.openxmlformats.org/drawingml/2006/main">
            <a:off x="3192293"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D7DCFB79-AFC8-454B-BF80-A361AB16E148}"/>
              </a:ext>
            </a:extLst>
          </p:cNvPr>
          <p:cNvSpPr>
            <a:spLocks xmlns:a="http://schemas.openxmlformats.org/drawingml/2006/main" noGrp="1"/>
          </p:cNvSpPr>
          <p:nvPr/>
        </p:nvSpPr>
        <p:spPr>
          <a:xfrm xmlns:a="http://schemas.openxmlformats.org/drawingml/2006/main">
            <a:off x="3192293"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A2EA178B-D292-4165-939F-97ABD6525449}"/>
              </a:ext>
            </a:extLst>
          </p:cNvPr>
          <p:cNvSpPr>
            <a:spLocks xmlns:a="http://schemas.openxmlformats.org/drawingml/2006/main" noGrp="1"/>
          </p:cNvSpPr>
          <p:nvPr/>
        </p:nvSpPr>
        <p:spPr>
          <a:xfrm xmlns:a="http://schemas.openxmlformats.org/drawingml/2006/main">
            <a:off x="3253185"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ED053DE6-5C5C-4ECC-A33F-024C03D04267}"/>
              </a:ext>
            </a:extLst>
          </p:cNvPr>
          <p:cNvSpPr>
            <a:spLocks xmlns:a="http://schemas.openxmlformats.org/drawingml/2006/main" noGrp="1"/>
          </p:cNvSpPr>
          <p:nvPr/>
        </p:nvSpPr>
        <p:spPr>
          <a:xfrm xmlns:a="http://schemas.openxmlformats.org/drawingml/2006/main">
            <a:off x="3253185"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8B630C53-DFFF-4D3C-A07A-613BE0644C33}"/>
              </a:ext>
            </a:extLst>
          </p:cNvPr>
          <p:cNvSpPr>
            <a:spLocks xmlns:a="http://schemas.openxmlformats.org/drawingml/2006/main" noGrp="1"/>
          </p:cNvSpPr>
          <p:nvPr/>
        </p:nvSpPr>
        <p:spPr>
          <a:xfrm xmlns:a="http://schemas.openxmlformats.org/drawingml/2006/main">
            <a:off x="3253185"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AA22E76A-D3B2-4E88-A7D2-B0D532DD1276}"/>
              </a:ext>
            </a:extLst>
          </p:cNvPr>
          <p:cNvSpPr>
            <a:spLocks xmlns:a="http://schemas.openxmlformats.org/drawingml/2006/main" noGrp="1"/>
          </p:cNvSpPr>
          <p:nvPr/>
        </p:nvSpPr>
        <p:spPr>
          <a:xfrm xmlns:a="http://schemas.openxmlformats.org/drawingml/2006/main">
            <a:off x="3253185"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6E7D8D05-FE8C-4965-B0DC-761DB9D230EE}"/>
              </a:ext>
            </a:extLst>
          </p:cNvPr>
          <p:cNvSpPr>
            <a:spLocks xmlns:a="http://schemas.openxmlformats.org/drawingml/2006/main" noGrp="1"/>
          </p:cNvSpPr>
          <p:nvPr/>
        </p:nvSpPr>
        <p:spPr>
          <a:xfrm xmlns:a="http://schemas.openxmlformats.org/drawingml/2006/main">
            <a:off x="3253185"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8D41FFC6-03A2-485C-9C30-068E14D281A0}"/>
              </a:ext>
            </a:extLst>
          </p:cNvPr>
          <p:cNvSpPr>
            <a:spLocks xmlns:a="http://schemas.openxmlformats.org/drawingml/2006/main" noGrp="1"/>
          </p:cNvSpPr>
          <p:nvPr/>
        </p:nvSpPr>
        <p:spPr>
          <a:xfrm xmlns:a="http://schemas.openxmlformats.org/drawingml/2006/main">
            <a:off x="3253185"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A77E09D8-A6F2-4FB2-98A5-8E81C77ABD19}"/>
              </a:ext>
            </a:extLst>
          </p:cNvPr>
          <p:cNvSpPr>
            <a:spLocks xmlns:a="http://schemas.openxmlformats.org/drawingml/2006/main" noGrp="1"/>
          </p:cNvSpPr>
          <p:nvPr/>
        </p:nvSpPr>
        <p:spPr>
          <a:xfrm xmlns:a="http://schemas.openxmlformats.org/drawingml/2006/main">
            <a:off x="3253185"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E14EF744-253D-49F6-A47E-7105A62E4D65}"/>
              </a:ext>
            </a:extLst>
          </p:cNvPr>
          <p:cNvSpPr>
            <a:spLocks xmlns:a="http://schemas.openxmlformats.org/drawingml/2006/main" noGrp="1"/>
          </p:cNvSpPr>
          <p:nvPr/>
        </p:nvSpPr>
        <p:spPr>
          <a:xfrm xmlns:a="http://schemas.openxmlformats.org/drawingml/2006/main">
            <a:off x="3253185"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2D3E01F6-99D8-409F-A82D-0561E698BE97}"/>
              </a:ext>
            </a:extLst>
          </p:cNvPr>
          <p:cNvSpPr>
            <a:spLocks xmlns:a="http://schemas.openxmlformats.org/drawingml/2006/main" noGrp="1"/>
          </p:cNvSpPr>
          <p:nvPr/>
        </p:nvSpPr>
        <p:spPr>
          <a:xfrm xmlns:a="http://schemas.openxmlformats.org/drawingml/2006/main">
            <a:off x="3253185"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7E835255-05BF-463E-AA6C-5C3DB5A2AE52}"/>
              </a:ext>
            </a:extLst>
          </p:cNvPr>
          <p:cNvSpPr>
            <a:spLocks xmlns:a="http://schemas.openxmlformats.org/drawingml/2006/main" noGrp="1"/>
          </p:cNvSpPr>
          <p:nvPr/>
        </p:nvSpPr>
        <p:spPr>
          <a:xfrm xmlns:a="http://schemas.openxmlformats.org/drawingml/2006/main">
            <a:off x="3253185"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9DE42DBD-D19C-4E1B-8B26-762B668DC8E7}"/>
              </a:ext>
            </a:extLst>
          </p:cNvPr>
          <p:cNvSpPr>
            <a:spLocks xmlns:a="http://schemas.openxmlformats.org/drawingml/2006/main" noGrp="1"/>
          </p:cNvSpPr>
          <p:nvPr/>
        </p:nvSpPr>
        <p:spPr>
          <a:xfrm xmlns:a="http://schemas.openxmlformats.org/drawingml/2006/main">
            <a:off x="3253185"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8601E93C-DEA3-4CE8-85F5-54225C2283F0}"/>
              </a:ext>
            </a:extLst>
          </p:cNvPr>
          <p:cNvSpPr>
            <a:spLocks xmlns:a="http://schemas.openxmlformats.org/drawingml/2006/main" noGrp="1"/>
          </p:cNvSpPr>
          <p:nvPr/>
        </p:nvSpPr>
        <p:spPr>
          <a:xfrm xmlns:a="http://schemas.openxmlformats.org/drawingml/2006/main">
            <a:off x="3253185"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77F776EE-EC06-432D-AEF8-2AB592053A6B}"/>
              </a:ext>
            </a:extLst>
          </p:cNvPr>
          <p:cNvSpPr>
            <a:spLocks xmlns:a="http://schemas.openxmlformats.org/drawingml/2006/main" noGrp="1"/>
          </p:cNvSpPr>
          <p:nvPr/>
        </p:nvSpPr>
        <p:spPr>
          <a:xfrm xmlns:a="http://schemas.openxmlformats.org/drawingml/2006/main">
            <a:off x="3253185"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A9ADD07B-A24D-4581-A933-4C431FE848AB}"/>
              </a:ext>
            </a:extLst>
          </p:cNvPr>
          <p:cNvSpPr>
            <a:spLocks xmlns:a="http://schemas.openxmlformats.org/drawingml/2006/main" noGrp="1"/>
          </p:cNvSpPr>
          <p:nvPr/>
        </p:nvSpPr>
        <p:spPr>
          <a:xfrm xmlns:a="http://schemas.openxmlformats.org/drawingml/2006/main">
            <a:off x="3314077"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DA1B76C2-40B2-467A-9967-5B17879DB760}"/>
              </a:ext>
            </a:extLst>
          </p:cNvPr>
          <p:cNvSpPr>
            <a:spLocks xmlns:a="http://schemas.openxmlformats.org/drawingml/2006/main" noGrp="1"/>
          </p:cNvSpPr>
          <p:nvPr/>
        </p:nvSpPr>
        <p:spPr>
          <a:xfrm xmlns:a="http://schemas.openxmlformats.org/drawingml/2006/main">
            <a:off x="3314077"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B1CDA62B-9190-4870-8C29-A73AE2A84D6D}"/>
              </a:ext>
            </a:extLst>
          </p:cNvPr>
          <p:cNvSpPr>
            <a:spLocks xmlns:a="http://schemas.openxmlformats.org/drawingml/2006/main" noGrp="1"/>
          </p:cNvSpPr>
          <p:nvPr/>
        </p:nvSpPr>
        <p:spPr>
          <a:xfrm xmlns:a="http://schemas.openxmlformats.org/drawingml/2006/main">
            <a:off x="3314077"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1CB3046A-11CE-489C-9A14-0538081DBD26}"/>
              </a:ext>
            </a:extLst>
          </p:cNvPr>
          <p:cNvSpPr>
            <a:spLocks xmlns:a="http://schemas.openxmlformats.org/drawingml/2006/main" noGrp="1"/>
          </p:cNvSpPr>
          <p:nvPr/>
        </p:nvSpPr>
        <p:spPr>
          <a:xfrm xmlns:a="http://schemas.openxmlformats.org/drawingml/2006/main">
            <a:off x="331407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5CBD0FBF-BB47-46F6-8CC0-A19AA840FFBC}"/>
              </a:ext>
            </a:extLst>
          </p:cNvPr>
          <p:cNvSpPr>
            <a:spLocks xmlns:a="http://schemas.openxmlformats.org/drawingml/2006/main" noGrp="1"/>
          </p:cNvSpPr>
          <p:nvPr/>
        </p:nvSpPr>
        <p:spPr>
          <a:xfrm xmlns:a="http://schemas.openxmlformats.org/drawingml/2006/main">
            <a:off x="3314077"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AAFBD1D2-DC6A-4798-B81F-E0BA6E94E8C9}"/>
              </a:ext>
            </a:extLst>
          </p:cNvPr>
          <p:cNvSpPr>
            <a:spLocks xmlns:a="http://schemas.openxmlformats.org/drawingml/2006/main" noGrp="1"/>
          </p:cNvSpPr>
          <p:nvPr/>
        </p:nvSpPr>
        <p:spPr>
          <a:xfrm xmlns:a="http://schemas.openxmlformats.org/drawingml/2006/main">
            <a:off x="331407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65F0DDB7-11AF-496B-AE80-80DBE4D6895C}"/>
              </a:ext>
            </a:extLst>
          </p:cNvPr>
          <p:cNvSpPr>
            <a:spLocks xmlns:a="http://schemas.openxmlformats.org/drawingml/2006/main" noGrp="1"/>
          </p:cNvSpPr>
          <p:nvPr/>
        </p:nvSpPr>
        <p:spPr>
          <a:xfrm xmlns:a="http://schemas.openxmlformats.org/drawingml/2006/main">
            <a:off x="331407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0C97E4D7-3EE2-44A2-AD5B-839E99D25D0F}"/>
              </a:ext>
            </a:extLst>
          </p:cNvPr>
          <p:cNvSpPr>
            <a:spLocks xmlns:a="http://schemas.openxmlformats.org/drawingml/2006/main" noGrp="1"/>
          </p:cNvSpPr>
          <p:nvPr/>
        </p:nvSpPr>
        <p:spPr>
          <a:xfrm xmlns:a="http://schemas.openxmlformats.org/drawingml/2006/main">
            <a:off x="331407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94521A04-65DD-4A8F-A1EA-4E9AFE781C87}"/>
              </a:ext>
            </a:extLst>
          </p:cNvPr>
          <p:cNvSpPr>
            <a:spLocks xmlns:a="http://schemas.openxmlformats.org/drawingml/2006/main" noGrp="1"/>
          </p:cNvSpPr>
          <p:nvPr/>
        </p:nvSpPr>
        <p:spPr>
          <a:xfrm xmlns:a="http://schemas.openxmlformats.org/drawingml/2006/main">
            <a:off x="331407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55529F7B-4EBF-4E20-92A0-52201AC053FE}"/>
              </a:ext>
            </a:extLst>
          </p:cNvPr>
          <p:cNvSpPr>
            <a:spLocks xmlns:a="http://schemas.openxmlformats.org/drawingml/2006/main" noGrp="1"/>
          </p:cNvSpPr>
          <p:nvPr/>
        </p:nvSpPr>
        <p:spPr>
          <a:xfrm xmlns:a="http://schemas.openxmlformats.org/drawingml/2006/main">
            <a:off x="331407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2D7604EE-9124-42FB-A402-096F69D59F3D}"/>
              </a:ext>
            </a:extLst>
          </p:cNvPr>
          <p:cNvSpPr>
            <a:spLocks xmlns:a="http://schemas.openxmlformats.org/drawingml/2006/main" noGrp="1"/>
          </p:cNvSpPr>
          <p:nvPr/>
        </p:nvSpPr>
        <p:spPr>
          <a:xfrm xmlns:a="http://schemas.openxmlformats.org/drawingml/2006/main">
            <a:off x="3314077"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DC90F03A-0A41-4D6C-8557-5CAA9BB89719}"/>
              </a:ext>
            </a:extLst>
          </p:cNvPr>
          <p:cNvSpPr>
            <a:spLocks xmlns:a="http://schemas.openxmlformats.org/drawingml/2006/main" noGrp="1"/>
          </p:cNvSpPr>
          <p:nvPr/>
        </p:nvSpPr>
        <p:spPr>
          <a:xfrm xmlns:a="http://schemas.openxmlformats.org/drawingml/2006/main">
            <a:off x="3314077"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79503295-CD7C-48DC-B74C-A4F4776F7867}"/>
              </a:ext>
            </a:extLst>
          </p:cNvPr>
          <p:cNvSpPr>
            <a:spLocks xmlns:a="http://schemas.openxmlformats.org/drawingml/2006/main" noGrp="1"/>
          </p:cNvSpPr>
          <p:nvPr/>
        </p:nvSpPr>
        <p:spPr>
          <a:xfrm xmlns:a="http://schemas.openxmlformats.org/drawingml/2006/main">
            <a:off x="3314077"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0A6C2326-E32E-4E68-B1B2-35166A0FD310}"/>
              </a:ext>
            </a:extLst>
          </p:cNvPr>
          <p:cNvSpPr>
            <a:spLocks xmlns:a="http://schemas.openxmlformats.org/drawingml/2006/main" noGrp="1"/>
          </p:cNvSpPr>
          <p:nvPr/>
        </p:nvSpPr>
        <p:spPr>
          <a:xfrm xmlns:a="http://schemas.openxmlformats.org/drawingml/2006/main">
            <a:off x="3314077"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A046A174-7EB2-4F2C-9D7E-3744A8126510}"/>
              </a:ext>
            </a:extLst>
          </p:cNvPr>
          <p:cNvSpPr>
            <a:spLocks xmlns:a="http://schemas.openxmlformats.org/drawingml/2006/main" noGrp="1"/>
          </p:cNvSpPr>
          <p:nvPr/>
        </p:nvSpPr>
        <p:spPr>
          <a:xfrm xmlns:a="http://schemas.openxmlformats.org/drawingml/2006/main">
            <a:off x="3314077"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7E3905A3-A6A7-4464-9724-5F11A498D740}"/>
              </a:ext>
            </a:extLst>
          </p:cNvPr>
          <p:cNvSpPr>
            <a:spLocks xmlns:a="http://schemas.openxmlformats.org/drawingml/2006/main" noGrp="1"/>
          </p:cNvSpPr>
          <p:nvPr/>
        </p:nvSpPr>
        <p:spPr>
          <a:xfrm xmlns:a="http://schemas.openxmlformats.org/drawingml/2006/main">
            <a:off x="3314077"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4B615A0F-341E-4A35-B571-697BD4FF3835}"/>
              </a:ext>
            </a:extLst>
          </p:cNvPr>
          <p:cNvSpPr>
            <a:spLocks xmlns:a="http://schemas.openxmlformats.org/drawingml/2006/main" noGrp="1"/>
          </p:cNvSpPr>
          <p:nvPr/>
        </p:nvSpPr>
        <p:spPr>
          <a:xfrm xmlns:a="http://schemas.openxmlformats.org/drawingml/2006/main">
            <a:off x="337496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1192CAA9-312E-4560-89F0-E40C0E9F5ECC}"/>
              </a:ext>
            </a:extLst>
          </p:cNvPr>
          <p:cNvSpPr>
            <a:spLocks xmlns:a="http://schemas.openxmlformats.org/drawingml/2006/main" noGrp="1"/>
          </p:cNvSpPr>
          <p:nvPr/>
        </p:nvSpPr>
        <p:spPr>
          <a:xfrm xmlns:a="http://schemas.openxmlformats.org/drawingml/2006/main">
            <a:off x="3374969"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A459D846-1601-4408-940B-9C661D131BF4}"/>
              </a:ext>
            </a:extLst>
          </p:cNvPr>
          <p:cNvSpPr>
            <a:spLocks xmlns:a="http://schemas.openxmlformats.org/drawingml/2006/main" noGrp="1"/>
          </p:cNvSpPr>
          <p:nvPr/>
        </p:nvSpPr>
        <p:spPr>
          <a:xfrm xmlns:a="http://schemas.openxmlformats.org/drawingml/2006/main">
            <a:off x="337496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5F25BFD0-3DC8-4FBA-A1C8-348040D61E47}"/>
              </a:ext>
            </a:extLst>
          </p:cNvPr>
          <p:cNvSpPr>
            <a:spLocks xmlns:a="http://schemas.openxmlformats.org/drawingml/2006/main" noGrp="1"/>
          </p:cNvSpPr>
          <p:nvPr/>
        </p:nvSpPr>
        <p:spPr>
          <a:xfrm xmlns:a="http://schemas.openxmlformats.org/drawingml/2006/main">
            <a:off x="337496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1EA1C8A4-8173-4D7D-BAA8-EEC605D04E54}"/>
              </a:ext>
            </a:extLst>
          </p:cNvPr>
          <p:cNvSpPr>
            <a:spLocks xmlns:a="http://schemas.openxmlformats.org/drawingml/2006/main" noGrp="1"/>
          </p:cNvSpPr>
          <p:nvPr/>
        </p:nvSpPr>
        <p:spPr>
          <a:xfrm xmlns:a="http://schemas.openxmlformats.org/drawingml/2006/main">
            <a:off x="337496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97D1389A-7B69-4352-B133-1BB602ECA6A3}"/>
              </a:ext>
            </a:extLst>
          </p:cNvPr>
          <p:cNvSpPr>
            <a:spLocks xmlns:a="http://schemas.openxmlformats.org/drawingml/2006/main" noGrp="1"/>
          </p:cNvSpPr>
          <p:nvPr/>
        </p:nvSpPr>
        <p:spPr>
          <a:xfrm xmlns:a="http://schemas.openxmlformats.org/drawingml/2006/main">
            <a:off x="337496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FDA66A80-EAE6-49A7-925E-C087A60197B7}"/>
              </a:ext>
            </a:extLst>
          </p:cNvPr>
          <p:cNvSpPr>
            <a:spLocks xmlns:a="http://schemas.openxmlformats.org/drawingml/2006/main" noGrp="1"/>
          </p:cNvSpPr>
          <p:nvPr/>
        </p:nvSpPr>
        <p:spPr>
          <a:xfrm xmlns:a="http://schemas.openxmlformats.org/drawingml/2006/main">
            <a:off x="337496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69BC4624-D2E2-4BD8-B3C0-2381C053A9FC}"/>
              </a:ext>
            </a:extLst>
          </p:cNvPr>
          <p:cNvSpPr>
            <a:spLocks xmlns:a="http://schemas.openxmlformats.org/drawingml/2006/main" noGrp="1"/>
          </p:cNvSpPr>
          <p:nvPr/>
        </p:nvSpPr>
        <p:spPr>
          <a:xfrm xmlns:a="http://schemas.openxmlformats.org/drawingml/2006/main">
            <a:off x="337496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5CFA5B5D-ED38-45D3-BF63-2B0CBBE23EFB}"/>
              </a:ext>
            </a:extLst>
          </p:cNvPr>
          <p:cNvSpPr>
            <a:spLocks xmlns:a="http://schemas.openxmlformats.org/drawingml/2006/main" noGrp="1"/>
          </p:cNvSpPr>
          <p:nvPr/>
        </p:nvSpPr>
        <p:spPr>
          <a:xfrm xmlns:a="http://schemas.openxmlformats.org/drawingml/2006/main">
            <a:off x="337496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33D5E73E-170F-4484-812C-EA86F9B76EFC}"/>
              </a:ext>
            </a:extLst>
          </p:cNvPr>
          <p:cNvSpPr>
            <a:spLocks xmlns:a="http://schemas.openxmlformats.org/drawingml/2006/main" noGrp="1"/>
          </p:cNvSpPr>
          <p:nvPr/>
        </p:nvSpPr>
        <p:spPr>
          <a:xfrm xmlns:a="http://schemas.openxmlformats.org/drawingml/2006/main">
            <a:off x="337496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21541675-9A2F-41F0-B7AB-8E1D54106371}"/>
              </a:ext>
            </a:extLst>
          </p:cNvPr>
          <p:cNvSpPr>
            <a:spLocks xmlns:a="http://schemas.openxmlformats.org/drawingml/2006/main" noGrp="1"/>
          </p:cNvSpPr>
          <p:nvPr/>
        </p:nvSpPr>
        <p:spPr>
          <a:xfrm xmlns:a="http://schemas.openxmlformats.org/drawingml/2006/main">
            <a:off x="337496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1D6C81EC-8F4F-41C4-80EC-96FF303D0A41}"/>
              </a:ext>
            </a:extLst>
          </p:cNvPr>
          <p:cNvSpPr>
            <a:spLocks xmlns:a="http://schemas.openxmlformats.org/drawingml/2006/main" noGrp="1"/>
          </p:cNvSpPr>
          <p:nvPr/>
        </p:nvSpPr>
        <p:spPr>
          <a:xfrm xmlns:a="http://schemas.openxmlformats.org/drawingml/2006/main">
            <a:off x="337496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795A5967-FE38-4A7F-9A4B-3FD548E5DBF9}"/>
              </a:ext>
            </a:extLst>
          </p:cNvPr>
          <p:cNvSpPr>
            <a:spLocks xmlns:a="http://schemas.openxmlformats.org/drawingml/2006/main" noGrp="1"/>
          </p:cNvSpPr>
          <p:nvPr/>
        </p:nvSpPr>
        <p:spPr>
          <a:xfrm xmlns:a="http://schemas.openxmlformats.org/drawingml/2006/main">
            <a:off x="337496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F20850AB-F23A-488E-BDF1-86DBD48554F3}"/>
              </a:ext>
            </a:extLst>
          </p:cNvPr>
          <p:cNvSpPr>
            <a:spLocks xmlns:a="http://schemas.openxmlformats.org/drawingml/2006/main" noGrp="1"/>
          </p:cNvSpPr>
          <p:nvPr/>
        </p:nvSpPr>
        <p:spPr>
          <a:xfrm xmlns:a="http://schemas.openxmlformats.org/drawingml/2006/main">
            <a:off x="3374969"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6E4865F6-4F2B-4B19-AB72-507DF7782A52}"/>
              </a:ext>
            </a:extLst>
          </p:cNvPr>
          <p:cNvSpPr>
            <a:spLocks xmlns:a="http://schemas.openxmlformats.org/drawingml/2006/main" noGrp="1"/>
          </p:cNvSpPr>
          <p:nvPr/>
        </p:nvSpPr>
        <p:spPr>
          <a:xfrm xmlns:a="http://schemas.openxmlformats.org/drawingml/2006/main">
            <a:off x="3374969"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173CA503-EDBF-40D6-98FA-5D8DC243B269}"/>
              </a:ext>
            </a:extLst>
          </p:cNvPr>
          <p:cNvSpPr>
            <a:spLocks xmlns:a="http://schemas.openxmlformats.org/drawingml/2006/main" noGrp="1"/>
          </p:cNvSpPr>
          <p:nvPr/>
        </p:nvSpPr>
        <p:spPr>
          <a:xfrm xmlns:a="http://schemas.openxmlformats.org/drawingml/2006/main">
            <a:off x="3374969"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1B80DCC0-7312-4D53-8ECB-CC31312F0B2B}"/>
              </a:ext>
            </a:extLst>
          </p:cNvPr>
          <p:cNvSpPr>
            <a:spLocks xmlns:a="http://schemas.openxmlformats.org/drawingml/2006/main" noGrp="1"/>
          </p:cNvSpPr>
          <p:nvPr/>
        </p:nvSpPr>
        <p:spPr>
          <a:xfrm xmlns:a="http://schemas.openxmlformats.org/drawingml/2006/main">
            <a:off x="3374969"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3869B2"/>
          </a:solidFill>
          <a:ln xmlns:a="http://schemas.openxmlformats.org/drawingml/2006/main" w="2684">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75E3539F-EFC8-4FA0-B73F-89C15904A659}"/>
              </a:ext>
            </a:extLst>
          </p:cNvPr>
          <p:cNvSpPr>
            <a:spLocks xmlns:a="http://schemas.openxmlformats.org/drawingml/2006/main" noGrp="1"/>
          </p:cNvSpPr>
          <p:nvPr/>
        </p:nvSpPr>
        <p:spPr>
          <a:xfrm xmlns:a="http://schemas.openxmlformats.org/drawingml/2006/main">
            <a:off x="3374969"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F39B7CA1-0EA7-41B6-8853-E6E420D3A150}"/>
              </a:ext>
            </a:extLst>
          </p:cNvPr>
          <p:cNvSpPr>
            <a:spLocks xmlns:a="http://schemas.openxmlformats.org/drawingml/2006/main" noGrp="1"/>
          </p:cNvSpPr>
          <p:nvPr/>
        </p:nvSpPr>
        <p:spPr>
          <a:xfrm xmlns:a="http://schemas.openxmlformats.org/drawingml/2006/main">
            <a:off x="3374969"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4CA9062F-FFEC-4E2E-BBE9-22CDABC43CCB}"/>
              </a:ext>
            </a:extLst>
          </p:cNvPr>
          <p:cNvSpPr>
            <a:spLocks xmlns:a="http://schemas.openxmlformats.org/drawingml/2006/main" noGrp="1"/>
          </p:cNvSpPr>
          <p:nvPr/>
        </p:nvSpPr>
        <p:spPr>
          <a:xfrm xmlns:a="http://schemas.openxmlformats.org/drawingml/2006/main">
            <a:off x="3435861"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BA3BF735-FB22-423A-89C1-89A43905306B}"/>
              </a:ext>
            </a:extLst>
          </p:cNvPr>
          <p:cNvSpPr>
            <a:spLocks xmlns:a="http://schemas.openxmlformats.org/drawingml/2006/main" noGrp="1"/>
          </p:cNvSpPr>
          <p:nvPr/>
        </p:nvSpPr>
        <p:spPr>
          <a:xfrm xmlns:a="http://schemas.openxmlformats.org/drawingml/2006/main">
            <a:off x="3435861"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69D4E73E-1B36-4E2C-BB40-D5F51A45E7CA}"/>
              </a:ext>
            </a:extLst>
          </p:cNvPr>
          <p:cNvSpPr>
            <a:spLocks xmlns:a="http://schemas.openxmlformats.org/drawingml/2006/main" noGrp="1"/>
          </p:cNvSpPr>
          <p:nvPr/>
        </p:nvSpPr>
        <p:spPr>
          <a:xfrm xmlns:a="http://schemas.openxmlformats.org/drawingml/2006/main">
            <a:off x="3435861"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3A70C87B-4110-40E3-8B92-82FCEF136C99}"/>
              </a:ext>
            </a:extLst>
          </p:cNvPr>
          <p:cNvSpPr>
            <a:spLocks xmlns:a="http://schemas.openxmlformats.org/drawingml/2006/main" noGrp="1"/>
          </p:cNvSpPr>
          <p:nvPr/>
        </p:nvSpPr>
        <p:spPr>
          <a:xfrm xmlns:a="http://schemas.openxmlformats.org/drawingml/2006/main">
            <a:off x="3435861"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82D0ECA0-C11B-45C5-8398-C17480062267}"/>
              </a:ext>
            </a:extLst>
          </p:cNvPr>
          <p:cNvSpPr>
            <a:spLocks xmlns:a="http://schemas.openxmlformats.org/drawingml/2006/main" noGrp="1"/>
          </p:cNvSpPr>
          <p:nvPr/>
        </p:nvSpPr>
        <p:spPr>
          <a:xfrm xmlns:a="http://schemas.openxmlformats.org/drawingml/2006/main">
            <a:off x="343586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D8CE2FB5-BE74-4DF6-BED8-47A863AD18BB}"/>
              </a:ext>
            </a:extLst>
          </p:cNvPr>
          <p:cNvSpPr>
            <a:spLocks xmlns:a="http://schemas.openxmlformats.org/drawingml/2006/main" noGrp="1"/>
          </p:cNvSpPr>
          <p:nvPr/>
        </p:nvSpPr>
        <p:spPr>
          <a:xfrm xmlns:a="http://schemas.openxmlformats.org/drawingml/2006/main">
            <a:off x="343586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068B776A-3788-4353-8A1E-D11ECF9E7383}"/>
              </a:ext>
            </a:extLst>
          </p:cNvPr>
          <p:cNvSpPr>
            <a:spLocks xmlns:a="http://schemas.openxmlformats.org/drawingml/2006/main" noGrp="1"/>
          </p:cNvSpPr>
          <p:nvPr/>
        </p:nvSpPr>
        <p:spPr>
          <a:xfrm xmlns:a="http://schemas.openxmlformats.org/drawingml/2006/main">
            <a:off x="343586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AD6AB07C-9016-4B4F-8BEB-AA36D9795AAA}"/>
              </a:ext>
            </a:extLst>
          </p:cNvPr>
          <p:cNvSpPr>
            <a:spLocks xmlns:a="http://schemas.openxmlformats.org/drawingml/2006/main" noGrp="1"/>
          </p:cNvSpPr>
          <p:nvPr/>
        </p:nvSpPr>
        <p:spPr>
          <a:xfrm xmlns:a="http://schemas.openxmlformats.org/drawingml/2006/main">
            <a:off x="343586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5CBA939E-97E5-43F8-BD4D-01A36EAA0997}"/>
              </a:ext>
            </a:extLst>
          </p:cNvPr>
          <p:cNvSpPr>
            <a:spLocks xmlns:a="http://schemas.openxmlformats.org/drawingml/2006/main" noGrp="1"/>
          </p:cNvSpPr>
          <p:nvPr/>
        </p:nvSpPr>
        <p:spPr>
          <a:xfrm xmlns:a="http://schemas.openxmlformats.org/drawingml/2006/main">
            <a:off x="343586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4C0B645D-E46B-4800-8B9F-7F25BDD45950}"/>
              </a:ext>
            </a:extLst>
          </p:cNvPr>
          <p:cNvSpPr>
            <a:spLocks xmlns:a="http://schemas.openxmlformats.org/drawingml/2006/main" noGrp="1"/>
          </p:cNvSpPr>
          <p:nvPr/>
        </p:nvSpPr>
        <p:spPr>
          <a:xfrm xmlns:a="http://schemas.openxmlformats.org/drawingml/2006/main">
            <a:off x="343586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E8C682AC-4AF7-4D65-96C9-F8D6204B43A3}"/>
              </a:ext>
            </a:extLst>
          </p:cNvPr>
          <p:cNvSpPr>
            <a:spLocks xmlns:a="http://schemas.openxmlformats.org/drawingml/2006/main" noGrp="1"/>
          </p:cNvSpPr>
          <p:nvPr/>
        </p:nvSpPr>
        <p:spPr>
          <a:xfrm xmlns:a="http://schemas.openxmlformats.org/drawingml/2006/main">
            <a:off x="343586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1E884811-FB79-4E50-9884-8F4F5B4B40C9}"/>
              </a:ext>
            </a:extLst>
          </p:cNvPr>
          <p:cNvSpPr>
            <a:spLocks xmlns:a="http://schemas.openxmlformats.org/drawingml/2006/main" noGrp="1"/>
          </p:cNvSpPr>
          <p:nvPr/>
        </p:nvSpPr>
        <p:spPr>
          <a:xfrm xmlns:a="http://schemas.openxmlformats.org/drawingml/2006/main">
            <a:off x="343586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60F6D1D4-3835-459E-A409-B1AC4D7C529F}"/>
              </a:ext>
            </a:extLst>
          </p:cNvPr>
          <p:cNvSpPr>
            <a:spLocks xmlns:a="http://schemas.openxmlformats.org/drawingml/2006/main" noGrp="1"/>
          </p:cNvSpPr>
          <p:nvPr/>
        </p:nvSpPr>
        <p:spPr>
          <a:xfrm xmlns:a="http://schemas.openxmlformats.org/drawingml/2006/main">
            <a:off x="343586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3529E19C-3902-42A1-BD06-624B6BBD5F1E}"/>
              </a:ext>
            </a:extLst>
          </p:cNvPr>
          <p:cNvSpPr>
            <a:spLocks xmlns:a="http://schemas.openxmlformats.org/drawingml/2006/main" noGrp="1"/>
          </p:cNvSpPr>
          <p:nvPr/>
        </p:nvSpPr>
        <p:spPr>
          <a:xfrm xmlns:a="http://schemas.openxmlformats.org/drawingml/2006/main">
            <a:off x="343586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231B1CCB-73DE-44B0-B84B-83306ABED610}"/>
              </a:ext>
            </a:extLst>
          </p:cNvPr>
          <p:cNvSpPr>
            <a:spLocks xmlns:a="http://schemas.openxmlformats.org/drawingml/2006/main" noGrp="1"/>
          </p:cNvSpPr>
          <p:nvPr/>
        </p:nvSpPr>
        <p:spPr>
          <a:xfrm xmlns:a="http://schemas.openxmlformats.org/drawingml/2006/main">
            <a:off x="343586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961C4045-493E-4B7D-8A12-1CB29F15B9CE}"/>
              </a:ext>
            </a:extLst>
          </p:cNvPr>
          <p:cNvSpPr>
            <a:spLocks xmlns:a="http://schemas.openxmlformats.org/drawingml/2006/main" noGrp="1"/>
          </p:cNvSpPr>
          <p:nvPr/>
        </p:nvSpPr>
        <p:spPr>
          <a:xfrm xmlns:a="http://schemas.openxmlformats.org/drawingml/2006/main">
            <a:off x="3435861"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555C0697-AAC5-4A0C-A86D-CF55E5B37CF7}"/>
              </a:ext>
            </a:extLst>
          </p:cNvPr>
          <p:cNvSpPr>
            <a:spLocks xmlns:a="http://schemas.openxmlformats.org/drawingml/2006/main" noGrp="1"/>
          </p:cNvSpPr>
          <p:nvPr/>
        </p:nvSpPr>
        <p:spPr>
          <a:xfrm xmlns:a="http://schemas.openxmlformats.org/drawingml/2006/main">
            <a:off x="3435861"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5981A29C-FC44-4988-81D7-2E2CDEAEC176}"/>
              </a:ext>
            </a:extLst>
          </p:cNvPr>
          <p:cNvSpPr>
            <a:spLocks xmlns:a="http://schemas.openxmlformats.org/drawingml/2006/main" noGrp="1"/>
          </p:cNvSpPr>
          <p:nvPr/>
        </p:nvSpPr>
        <p:spPr>
          <a:xfrm xmlns:a="http://schemas.openxmlformats.org/drawingml/2006/main">
            <a:off x="3435861"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C65823E9-C8A5-445F-9050-DF87E0219992}"/>
              </a:ext>
            </a:extLst>
          </p:cNvPr>
          <p:cNvSpPr>
            <a:spLocks xmlns:a="http://schemas.openxmlformats.org/drawingml/2006/main" noGrp="1"/>
          </p:cNvSpPr>
          <p:nvPr/>
        </p:nvSpPr>
        <p:spPr>
          <a:xfrm xmlns:a="http://schemas.openxmlformats.org/drawingml/2006/main">
            <a:off x="3435861"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900030AE-C29A-4856-ABFD-A331FF2E6489}"/>
              </a:ext>
            </a:extLst>
          </p:cNvPr>
          <p:cNvSpPr>
            <a:spLocks xmlns:a="http://schemas.openxmlformats.org/drawingml/2006/main" noGrp="1"/>
          </p:cNvSpPr>
          <p:nvPr/>
        </p:nvSpPr>
        <p:spPr>
          <a:xfrm xmlns:a="http://schemas.openxmlformats.org/drawingml/2006/main">
            <a:off x="3496752"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E2B3BDEE-C761-4F81-A91C-9506A3EAE8CD}"/>
              </a:ext>
            </a:extLst>
          </p:cNvPr>
          <p:cNvSpPr>
            <a:spLocks xmlns:a="http://schemas.openxmlformats.org/drawingml/2006/main" noGrp="1"/>
          </p:cNvSpPr>
          <p:nvPr/>
        </p:nvSpPr>
        <p:spPr>
          <a:xfrm xmlns:a="http://schemas.openxmlformats.org/drawingml/2006/main">
            <a:off x="3496752"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3869B2"/>
          </a:solidFill>
          <a:ln xmlns:a="http://schemas.openxmlformats.org/drawingml/2006/main" w="2684">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62781634-43D1-42E3-9E4E-6D8A4C99D25B}"/>
              </a:ext>
            </a:extLst>
          </p:cNvPr>
          <p:cNvSpPr>
            <a:spLocks xmlns:a="http://schemas.openxmlformats.org/drawingml/2006/main" noGrp="1"/>
          </p:cNvSpPr>
          <p:nvPr/>
        </p:nvSpPr>
        <p:spPr>
          <a:xfrm xmlns:a="http://schemas.openxmlformats.org/drawingml/2006/main">
            <a:off x="3496752"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9A3A6682-08F7-4014-B0AD-50D4899C8CB5}"/>
              </a:ext>
            </a:extLst>
          </p:cNvPr>
          <p:cNvSpPr>
            <a:spLocks xmlns:a="http://schemas.openxmlformats.org/drawingml/2006/main" noGrp="1"/>
          </p:cNvSpPr>
          <p:nvPr/>
        </p:nvSpPr>
        <p:spPr>
          <a:xfrm xmlns:a="http://schemas.openxmlformats.org/drawingml/2006/main">
            <a:off x="349675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3869B2"/>
          </a:solidFill>
          <a:ln xmlns:a="http://schemas.openxmlformats.org/drawingml/2006/main" w="2684">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4F4756B3-E11C-4527-ADB3-09A584452548}"/>
              </a:ext>
            </a:extLst>
          </p:cNvPr>
          <p:cNvSpPr>
            <a:spLocks xmlns:a="http://schemas.openxmlformats.org/drawingml/2006/main" noGrp="1"/>
          </p:cNvSpPr>
          <p:nvPr/>
        </p:nvSpPr>
        <p:spPr>
          <a:xfrm xmlns:a="http://schemas.openxmlformats.org/drawingml/2006/main">
            <a:off x="349675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850BC624-8EAE-49D2-8E9E-625DBB98184D}"/>
              </a:ext>
            </a:extLst>
          </p:cNvPr>
          <p:cNvSpPr>
            <a:spLocks xmlns:a="http://schemas.openxmlformats.org/drawingml/2006/main" noGrp="1"/>
          </p:cNvSpPr>
          <p:nvPr/>
        </p:nvSpPr>
        <p:spPr>
          <a:xfrm xmlns:a="http://schemas.openxmlformats.org/drawingml/2006/main">
            <a:off x="349675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EE161C3F-5E1E-499D-B988-7D1B4D1202BF}"/>
              </a:ext>
            </a:extLst>
          </p:cNvPr>
          <p:cNvSpPr>
            <a:spLocks xmlns:a="http://schemas.openxmlformats.org/drawingml/2006/main" noGrp="1"/>
          </p:cNvSpPr>
          <p:nvPr/>
        </p:nvSpPr>
        <p:spPr>
          <a:xfrm xmlns:a="http://schemas.openxmlformats.org/drawingml/2006/main">
            <a:off x="349675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E36A8B36-E5A5-4CF2-B635-9D151AEDF4B8}"/>
              </a:ext>
            </a:extLst>
          </p:cNvPr>
          <p:cNvSpPr>
            <a:spLocks xmlns:a="http://schemas.openxmlformats.org/drawingml/2006/main" noGrp="1"/>
          </p:cNvSpPr>
          <p:nvPr/>
        </p:nvSpPr>
        <p:spPr>
          <a:xfrm xmlns:a="http://schemas.openxmlformats.org/drawingml/2006/main">
            <a:off x="349675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88C47386-7180-46A9-A601-39060BA9D4F7}"/>
              </a:ext>
            </a:extLst>
          </p:cNvPr>
          <p:cNvSpPr>
            <a:spLocks xmlns:a="http://schemas.openxmlformats.org/drawingml/2006/main" noGrp="1"/>
          </p:cNvSpPr>
          <p:nvPr/>
        </p:nvSpPr>
        <p:spPr>
          <a:xfrm xmlns:a="http://schemas.openxmlformats.org/drawingml/2006/main">
            <a:off x="349675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EC963A9E-B550-4E01-9944-4836554E5C25}"/>
              </a:ext>
            </a:extLst>
          </p:cNvPr>
          <p:cNvSpPr>
            <a:spLocks xmlns:a="http://schemas.openxmlformats.org/drawingml/2006/main" noGrp="1"/>
          </p:cNvSpPr>
          <p:nvPr/>
        </p:nvSpPr>
        <p:spPr>
          <a:xfrm xmlns:a="http://schemas.openxmlformats.org/drawingml/2006/main">
            <a:off x="349675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DD46CA57-5030-481A-ADEA-2F85BF392436}"/>
              </a:ext>
            </a:extLst>
          </p:cNvPr>
          <p:cNvSpPr>
            <a:spLocks xmlns:a="http://schemas.openxmlformats.org/drawingml/2006/main" noGrp="1"/>
          </p:cNvSpPr>
          <p:nvPr/>
        </p:nvSpPr>
        <p:spPr>
          <a:xfrm xmlns:a="http://schemas.openxmlformats.org/drawingml/2006/main">
            <a:off x="349675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CDC50301-609A-4F56-A032-747B249B2E21}"/>
              </a:ext>
            </a:extLst>
          </p:cNvPr>
          <p:cNvSpPr>
            <a:spLocks xmlns:a="http://schemas.openxmlformats.org/drawingml/2006/main" noGrp="1"/>
          </p:cNvSpPr>
          <p:nvPr/>
        </p:nvSpPr>
        <p:spPr>
          <a:xfrm xmlns:a="http://schemas.openxmlformats.org/drawingml/2006/main">
            <a:off x="349675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D877AAAE-A2E3-485F-BC53-0C14B5E71B02}"/>
              </a:ext>
            </a:extLst>
          </p:cNvPr>
          <p:cNvSpPr>
            <a:spLocks xmlns:a="http://schemas.openxmlformats.org/drawingml/2006/main" noGrp="1"/>
          </p:cNvSpPr>
          <p:nvPr/>
        </p:nvSpPr>
        <p:spPr>
          <a:xfrm xmlns:a="http://schemas.openxmlformats.org/drawingml/2006/main">
            <a:off x="349675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3869B2"/>
          </a:solidFill>
          <a:ln xmlns:a="http://schemas.openxmlformats.org/drawingml/2006/main" w="2684">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771FABA8-CA7F-4E1B-BA4D-BC5018D5E766}"/>
              </a:ext>
            </a:extLst>
          </p:cNvPr>
          <p:cNvSpPr>
            <a:spLocks xmlns:a="http://schemas.openxmlformats.org/drawingml/2006/main" noGrp="1"/>
          </p:cNvSpPr>
          <p:nvPr/>
        </p:nvSpPr>
        <p:spPr>
          <a:xfrm xmlns:a="http://schemas.openxmlformats.org/drawingml/2006/main">
            <a:off x="349675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D6D480E2-A053-44D9-8A41-9F575AFCEAC2}"/>
              </a:ext>
            </a:extLst>
          </p:cNvPr>
          <p:cNvSpPr>
            <a:spLocks xmlns:a="http://schemas.openxmlformats.org/drawingml/2006/main" noGrp="1"/>
          </p:cNvSpPr>
          <p:nvPr/>
        </p:nvSpPr>
        <p:spPr>
          <a:xfrm xmlns:a="http://schemas.openxmlformats.org/drawingml/2006/main">
            <a:off x="3496752"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B3D3E962-A6B6-4242-A74A-675ADE1AFBC7}"/>
              </a:ext>
            </a:extLst>
          </p:cNvPr>
          <p:cNvSpPr>
            <a:spLocks xmlns:a="http://schemas.openxmlformats.org/drawingml/2006/main" noGrp="1"/>
          </p:cNvSpPr>
          <p:nvPr/>
        </p:nvSpPr>
        <p:spPr>
          <a:xfrm xmlns:a="http://schemas.openxmlformats.org/drawingml/2006/main">
            <a:off x="3496752"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B885036F-AAE8-43C5-9A1C-2A7A6930C9DE}"/>
              </a:ext>
            </a:extLst>
          </p:cNvPr>
          <p:cNvSpPr>
            <a:spLocks xmlns:a="http://schemas.openxmlformats.org/drawingml/2006/main" noGrp="1"/>
          </p:cNvSpPr>
          <p:nvPr/>
        </p:nvSpPr>
        <p:spPr>
          <a:xfrm xmlns:a="http://schemas.openxmlformats.org/drawingml/2006/main">
            <a:off x="3496752"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0B03EABA-08C3-45A1-A4F9-E8A2DFC84554}"/>
              </a:ext>
            </a:extLst>
          </p:cNvPr>
          <p:cNvSpPr>
            <a:spLocks xmlns:a="http://schemas.openxmlformats.org/drawingml/2006/main" noGrp="1"/>
          </p:cNvSpPr>
          <p:nvPr/>
        </p:nvSpPr>
        <p:spPr>
          <a:xfrm xmlns:a="http://schemas.openxmlformats.org/drawingml/2006/main">
            <a:off x="3557644"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CE675E8E-35AF-4AC1-92C1-3245558BC918}"/>
              </a:ext>
            </a:extLst>
          </p:cNvPr>
          <p:cNvSpPr>
            <a:spLocks xmlns:a="http://schemas.openxmlformats.org/drawingml/2006/main" noGrp="1"/>
          </p:cNvSpPr>
          <p:nvPr/>
        </p:nvSpPr>
        <p:spPr>
          <a:xfrm xmlns:a="http://schemas.openxmlformats.org/drawingml/2006/main">
            <a:off x="3557644"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9A5804C5-A26D-47C7-B2EF-D2CAF7F73ABF}"/>
              </a:ext>
            </a:extLst>
          </p:cNvPr>
          <p:cNvSpPr>
            <a:spLocks xmlns:a="http://schemas.openxmlformats.org/drawingml/2006/main" noGrp="1"/>
          </p:cNvSpPr>
          <p:nvPr/>
        </p:nvSpPr>
        <p:spPr>
          <a:xfrm xmlns:a="http://schemas.openxmlformats.org/drawingml/2006/main">
            <a:off x="3557644"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43BA6497-0856-449D-A0D5-B3E1EAC93020}"/>
              </a:ext>
            </a:extLst>
          </p:cNvPr>
          <p:cNvSpPr>
            <a:spLocks xmlns:a="http://schemas.openxmlformats.org/drawingml/2006/main" noGrp="1"/>
          </p:cNvSpPr>
          <p:nvPr/>
        </p:nvSpPr>
        <p:spPr>
          <a:xfrm xmlns:a="http://schemas.openxmlformats.org/drawingml/2006/main">
            <a:off x="3557644"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624C4068-244C-4A26-9DC2-763CD7B30CE3}"/>
              </a:ext>
            </a:extLst>
          </p:cNvPr>
          <p:cNvSpPr>
            <a:spLocks xmlns:a="http://schemas.openxmlformats.org/drawingml/2006/main" noGrp="1"/>
          </p:cNvSpPr>
          <p:nvPr/>
        </p:nvSpPr>
        <p:spPr>
          <a:xfrm xmlns:a="http://schemas.openxmlformats.org/drawingml/2006/main">
            <a:off x="355764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7FA078B5-87D7-418B-ACDE-6C641DD1DDA1}"/>
              </a:ext>
            </a:extLst>
          </p:cNvPr>
          <p:cNvSpPr>
            <a:spLocks xmlns:a="http://schemas.openxmlformats.org/drawingml/2006/main" noGrp="1"/>
          </p:cNvSpPr>
          <p:nvPr/>
        </p:nvSpPr>
        <p:spPr>
          <a:xfrm xmlns:a="http://schemas.openxmlformats.org/drawingml/2006/main">
            <a:off x="355764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3869B2"/>
          </a:solidFill>
          <a:ln xmlns:a="http://schemas.openxmlformats.org/drawingml/2006/main" w="2684">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3222D3C7-7EAC-4739-A70D-FE30112BF777}"/>
              </a:ext>
            </a:extLst>
          </p:cNvPr>
          <p:cNvSpPr>
            <a:spLocks xmlns:a="http://schemas.openxmlformats.org/drawingml/2006/main" noGrp="1"/>
          </p:cNvSpPr>
          <p:nvPr/>
        </p:nvSpPr>
        <p:spPr>
          <a:xfrm xmlns:a="http://schemas.openxmlformats.org/drawingml/2006/main">
            <a:off x="355764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DED7CA39-4857-4605-AF4E-58F9DBA722B5}"/>
              </a:ext>
            </a:extLst>
          </p:cNvPr>
          <p:cNvSpPr>
            <a:spLocks xmlns:a="http://schemas.openxmlformats.org/drawingml/2006/main" noGrp="1"/>
          </p:cNvSpPr>
          <p:nvPr/>
        </p:nvSpPr>
        <p:spPr>
          <a:xfrm xmlns:a="http://schemas.openxmlformats.org/drawingml/2006/main">
            <a:off x="355764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6B0A7477-69FF-4D46-9F01-20D8F1EFE429}"/>
              </a:ext>
            </a:extLst>
          </p:cNvPr>
          <p:cNvSpPr>
            <a:spLocks xmlns:a="http://schemas.openxmlformats.org/drawingml/2006/main" noGrp="1"/>
          </p:cNvSpPr>
          <p:nvPr/>
        </p:nvSpPr>
        <p:spPr>
          <a:xfrm xmlns:a="http://schemas.openxmlformats.org/drawingml/2006/main">
            <a:off x="355764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2358CD7D-4CB7-41D4-92C3-3FA32CBFE608}"/>
              </a:ext>
            </a:extLst>
          </p:cNvPr>
          <p:cNvSpPr>
            <a:spLocks xmlns:a="http://schemas.openxmlformats.org/drawingml/2006/main" noGrp="1"/>
          </p:cNvSpPr>
          <p:nvPr/>
        </p:nvSpPr>
        <p:spPr>
          <a:xfrm xmlns:a="http://schemas.openxmlformats.org/drawingml/2006/main">
            <a:off x="355764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30F3EF39-3116-48BF-9EC7-FCC69C17F60C}"/>
              </a:ext>
            </a:extLst>
          </p:cNvPr>
          <p:cNvSpPr>
            <a:spLocks xmlns:a="http://schemas.openxmlformats.org/drawingml/2006/main" noGrp="1"/>
          </p:cNvSpPr>
          <p:nvPr/>
        </p:nvSpPr>
        <p:spPr>
          <a:xfrm xmlns:a="http://schemas.openxmlformats.org/drawingml/2006/main">
            <a:off x="355764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5DBC7BF2-7F9A-400C-A011-A58E6BC98046}"/>
              </a:ext>
            </a:extLst>
          </p:cNvPr>
          <p:cNvSpPr>
            <a:spLocks xmlns:a="http://schemas.openxmlformats.org/drawingml/2006/main" noGrp="1"/>
          </p:cNvSpPr>
          <p:nvPr/>
        </p:nvSpPr>
        <p:spPr>
          <a:xfrm xmlns:a="http://schemas.openxmlformats.org/drawingml/2006/main">
            <a:off x="355764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0C8C3F4D-A2D1-4090-9DFF-437B04BD8843}"/>
              </a:ext>
            </a:extLst>
          </p:cNvPr>
          <p:cNvSpPr>
            <a:spLocks xmlns:a="http://schemas.openxmlformats.org/drawingml/2006/main" noGrp="1"/>
          </p:cNvSpPr>
          <p:nvPr/>
        </p:nvSpPr>
        <p:spPr>
          <a:xfrm xmlns:a="http://schemas.openxmlformats.org/drawingml/2006/main">
            <a:off x="355764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C32C62F3-70BE-42C6-8D55-0EEF8F278083}"/>
              </a:ext>
            </a:extLst>
          </p:cNvPr>
          <p:cNvSpPr>
            <a:spLocks xmlns:a="http://schemas.openxmlformats.org/drawingml/2006/main" noGrp="1"/>
          </p:cNvSpPr>
          <p:nvPr/>
        </p:nvSpPr>
        <p:spPr>
          <a:xfrm xmlns:a="http://schemas.openxmlformats.org/drawingml/2006/main">
            <a:off x="355764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C04F090C-F7E4-4518-AAB5-7F55CF61F3F7}"/>
              </a:ext>
            </a:extLst>
          </p:cNvPr>
          <p:cNvSpPr>
            <a:spLocks xmlns:a="http://schemas.openxmlformats.org/drawingml/2006/main" noGrp="1"/>
          </p:cNvSpPr>
          <p:nvPr/>
        </p:nvSpPr>
        <p:spPr>
          <a:xfrm xmlns:a="http://schemas.openxmlformats.org/drawingml/2006/main">
            <a:off x="355764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84D9EF47-C9C7-423F-9672-B8B2D0CBAD4D}"/>
              </a:ext>
            </a:extLst>
          </p:cNvPr>
          <p:cNvSpPr>
            <a:spLocks xmlns:a="http://schemas.openxmlformats.org/drawingml/2006/main" noGrp="1"/>
          </p:cNvSpPr>
          <p:nvPr/>
        </p:nvSpPr>
        <p:spPr>
          <a:xfrm xmlns:a="http://schemas.openxmlformats.org/drawingml/2006/main">
            <a:off x="3557644"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56D3B699-4112-428D-AB3F-D63202873A40}"/>
              </a:ext>
            </a:extLst>
          </p:cNvPr>
          <p:cNvSpPr>
            <a:spLocks xmlns:a="http://schemas.openxmlformats.org/drawingml/2006/main" noGrp="1"/>
          </p:cNvSpPr>
          <p:nvPr/>
        </p:nvSpPr>
        <p:spPr>
          <a:xfrm xmlns:a="http://schemas.openxmlformats.org/drawingml/2006/main">
            <a:off x="3557644"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B968F0FA-7774-4549-810A-836EBF89D173}"/>
              </a:ext>
            </a:extLst>
          </p:cNvPr>
          <p:cNvSpPr>
            <a:spLocks xmlns:a="http://schemas.openxmlformats.org/drawingml/2006/main" noGrp="1"/>
          </p:cNvSpPr>
          <p:nvPr/>
        </p:nvSpPr>
        <p:spPr>
          <a:xfrm xmlns:a="http://schemas.openxmlformats.org/drawingml/2006/main">
            <a:off x="3557644"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51B73DD3-5BCB-4934-AC15-9AF745E4E035}"/>
              </a:ext>
            </a:extLst>
          </p:cNvPr>
          <p:cNvSpPr>
            <a:spLocks xmlns:a="http://schemas.openxmlformats.org/drawingml/2006/main" noGrp="1"/>
          </p:cNvSpPr>
          <p:nvPr/>
        </p:nvSpPr>
        <p:spPr>
          <a:xfrm xmlns:a="http://schemas.openxmlformats.org/drawingml/2006/main">
            <a:off x="3618536"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C17D852C-0F02-40D3-BE00-43E5F5C2C148}"/>
              </a:ext>
            </a:extLst>
          </p:cNvPr>
          <p:cNvSpPr>
            <a:spLocks xmlns:a="http://schemas.openxmlformats.org/drawingml/2006/main" noGrp="1"/>
          </p:cNvSpPr>
          <p:nvPr/>
        </p:nvSpPr>
        <p:spPr>
          <a:xfrm xmlns:a="http://schemas.openxmlformats.org/drawingml/2006/main">
            <a:off x="361853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EE185D12-68F5-4F24-9A00-F6510609AAED}"/>
              </a:ext>
            </a:extLst>
          </p:cNvPr>
          <p:cNvSpPr>
            <a:spLocks xmlns:a="http://schemas.openxmlformats.org/drawingml/2006/main" noGrp="1"/>
          </p:cNvSpPr>
          <p:nvPr/>
        </p:nvSpPr>
        <p:spPr>
          <a:xfrm xmlns:a="http://schemas.openxmlformats.org/drawingml/2006/main">
            <a:off x="361853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411B5794-BD4A-4016-BDE6-996915413CDF}"/>
              </a:ext>
            </a:extLst>
          </p:cNvPr>
          <p:cNvSpPr>
            <a:spLocks xmlns:a="http://schemas.openxmlformats.org/drawingml/2006/main" noGrp="1"/>
          </p:cNvSpPr>
          <p:nvPr/>
        </p:nvSpPr>
        <p:spPr>
          <a:xfrm xmlns:a="http://schemas.openxmlformats.org/drawingml/2006/main">
            <a:off x="361853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39700842-7570-4B9B-B42A-4105E853EC63}"/>
              </a:ext>
            </a:extLst>
          </p:cNvPr>
          <p:cNvSpPr>
            <a:spLocks xmlns:a="http://schemas.openxmlformats.org/drawingml/2006/main" noGrp="1"/>
          </p:cNvSpPr>
          <p:nvPr/>
        </p:nvSpPr>
        <p:spPr>
          <a:xfrm xmlns:a="http://schemas.openxmlformats.org/drawingml/2006/main">
            <a:off x="361853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CAFF19D2-7272-471D-AF4F-8A318B5D00B4}"/>
              </a:ext>
            </a:extLst>
          </p:cNvPr>
          <p:cNvSpPr>
            <a:spLocks xmlns:a="http://schemas.openxmlformats.org/drawingml/2006/main" noGrp="1"/>
          </p:cNvSpPr>
          <p:nvPr/>
        </p:nvSpPr>
        <p:spPr>
          <a:xfrm xmlns:a="http://schemas.openxmlformats.org/drawingml/2006/main">
            <a:off x="361853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69C35FA3-453F-4589-A84D-1AB94377E213}"/>
              </a:ext>
            </a:extLst>
          </p:cNvPr>
          <p:cNvSpPr>
            <a:spLocks xmlns:a="http://schemas.openxmlformats.org/drawingml/2006/main" noGrp="1"/>
          </p:cNvSpPr>
          <p:nvPr/>
        </p:nvSpPr>
        <p:spPr>
          <a:xfrm xmlns:a="http://schemas.openxmlformats.org/drawingml/2006/main">
            <a:off x="361853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67137272-AA8D-4FF5-87C2-903D3511FE84}"/>
              </a:ext>
            </a:extLst>
          </p:cNvPr>
          <p:cNvSpPr>
            <a:spLocks xmlns:a="http://schemas.openxmlformats.org/drawingml/2006/main" noGrp="1"/>
          </p:cNvSpPr>
          <p:nvPr/>
        </p:nvSpPr>
        <p:spPr>
          <a:xfrm xmlns:a="http://schemas.openxmlformats.org/drawingml/2006/main">
            <a:off x="361853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05A93F5D-9D3F-43CD-81C0-41679BF6ED34}"/>
              </a:ext>
            </a:extLst>
          </p:cNvPr>
          <p:cNvSpPr>
            <a:spLocks xmlns:a="http://schemas.openxmlformats.org/drawingml/2006/main" noGrp="1"/>
          </p:cNvSpPr>
          <p:nvPr/>
        </p:nvSpPr>
        <p:spPr>
          <a:xfrm xmlns:a="http://schemas.openxmlformats.org/drawingml/2006/main">
            <a:off x="361853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28A47B3B-4CA5-4312-94F4-7481342BD92F}"/>
              </a:ext>
            </a:extLst>
          </p:cNvPr>
          <p:cNvSpPr>
            <a:spLocks xmlns:a="http://schemas.openxmlformats.org/drawingml/2006/main" noGrp="1"/>
          </p:cNvSpPr>
          <p:nvPr/>
        </p:nvSpPr>
        <p:spPr>
          <a:xfrm xmlns:a="http://schemas.openxmlformats.org/drawingml/2006/main">
            <a:off x="361853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60C1D62E-5D87-4B0D-AD30-CCCBD28977A2}"/>
              </a:ext>
            </a:extLst>
          </p:cNvPr>
          <p:cNvSpPr>
            <a:spLocks xmlns:a="http://schemas.openxmlformats.org/drawingml/2006/main" noGrp="1"/>
          </p:cNvSpPr>
          <p:nvPr/>
        </p:nvSpPr>
        <p:spPr>
          <a:xfrm xmlns:a="http://schemas.openxmlformats.org/drawingml/2006/main">
            <a:off x="361853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EED0847A-E6D5-41B9-858A-EE165FC32712}"/>
              </a:ext>
            </a:extLst>
          </p:cNvPr>
          <p:cNvSpPr>
            <a:spLocks xmlns:a="http://schemas.openxmlformats.org/drawingml/2006/main" noGrp="1"/>
          </p:cNvSpPr>
          <p:nvPr/>
        </p:nvSpPr>
        <p:spPr>
          <a:xfrm xmlns:a="http://schemas.openxmlformats.org/drawingml/2006/main">
            <a:off x="361853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12D25F1C-BB39-465D-A2BE-E4C0B88E79D7}"/>
              </a:ext>
            </a:extLst>
          </p:cNvPr>
          <p:cNvSpPr>
            <a:spLocks xmlns:a="http://schemas.openxmlformats.org/drawingml/2006/main" noGrp="1"/>
          </p:cNvSpPr>
          <p:nvPr/>
        </p:nvSpPr>
        <p:spPr>
          <a:xfrm xmlns:a="http://schemas.openxmlformats.org/drawingml/2006/main">
            <a:off x="3618536"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F90FCB46-2D1E-4485-8EB9-D5933ABC66C5}"/>
              </a:ext>
            </a:extLst>
          </p:cNvPr>
          <p:cNvSpPr>
            <a:spLocks xmlns:a="http://schemas.openxmlformats.org/drawingml/2006/main" noGrp="1"/>
          </p:cNvSpPr>
          <p:nvPr/>
        </p:nvSpPr>
        <p:spPr>
          <a:xfrm xmlns:a="http://schemas.openxmlformats.org/drawingml/2006/main">
            <a:off x="3618536"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84F890A0-9689-4577-96D3-89E38D61FC1F}"/>
              </a:ext>
            </a:extLst>
          </p:cNvPr>
          <p:cNvSpPr>
            <a:spLocks xmlns:a="http://schemas.openxmlformats.org/drawingml/2006/main" noGrp="1"/>
          </p:cNvSpPr>
          <p:nvPr/>
        </p:nvSpPr>
        <p:spPr>
          <a:xfrm xmlns:a="http://schemas.openxmlformats.org/drawingml/2006/main">
            <a:off x="3679428"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C6AD2AC4-1DB4-45AC-BD53-18AAD2EDBBA6}"/>
              </a:ext>
            </a:extLst>
          </p:cNvPr>
          <p:cNvSpPr>
            <a:spLocks xmlns:a="http://schemas.openxmlformats.org/drawingml/2006/main" noGrp="1"/>
          </p:cNvSpPr>
          <p:nvPr/>
        </p:nvSpPr>
        <p:spPr>
          <a:xfrm xmlns:a="http://schemas.openxmlformats.org/drawingml/2006/main">
            <a:off x="3679428"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AAF0FF20-9D7D-49F3-856F-F83E657AB338}"/>
              </a:ext>
            </a:extLst>
          </p:cNvPr>
          <p:cNvSpPr>
            <a:spLocks xmlns:a="http://schemas.openxmlformats.org/drawingml/2006/main" noGrp="1"/>
          </p:cNvSpPr>
          <p:nvPr/>
        </p:nvSpPr>
        <p:spPr>
          <a:xfrm xmlns:a="http://schemas.openxmlformats.org/drawingml/2006/main">
            <a:off x="3679428"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A4989298-B1AA-4B0A-BD2D-89FE5B1649DF}"/>
              </a:ext>
            </a:extLst>
          </p:cNvPr>
          <p:cNvSpPr>
            <a:spLocks xmlns:a="http://schemas.openxmlformats.org/drawingml/2006/main" noGrp="1"/>
          </p:cNvSpPr>
          <p:nvPr/>
        </p:nvSpPr>
        <p:spPr>
          <a:xfrm xmlns:a="http://schemas.openxmlformats.org/drawingml/2006/main">
            <a:off x="3679428"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7EF33B12-1CF4-4026-AAB9-A65599F036F2}"/>
              </a:ext>
            </a:extLst>
          </p:cNvPr>
          <p:cNvSpPr>
            <a:spLocks xmlns:a="http://schemas.openxmlformats.org/drawingml/2006/main" noGrp="1"/>
          </p:cNvSpPr>
          <p:nvPr/>
        </p:nvSpPr>
        <p:spPr>
          <a:xfrm xmlns:a="http://schemas.openxmlformats.org/drawingml/2006/main">
            <a:off x="3679428"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103B7592-EEEC-478B-83C9-1EE1B21588E8}"/>
              </a:ext>
            </a:extLst>
          </p:cNvPr>
          <p:cNvSpPr>
            <a:spLocks xmlns:a="http://schemas.openxmlformats.org/drawingml/2006/main" noGrp="1"/>
          </p:cNvSpPr>
          <p:nvPr/>
        </p:nvSpPr>
        <p:spPr>
          <a:xfrm xmlns:a="http://schemas.openxmlformats.org/drawingml/2006/main">
            <a:off x="3679428"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50D2A7BC-280A-4626-8E69-11E0EACA4A87}"/>
              </a:ext>
            </a:extLst>
          </p:cNvPr>
          <p:cNvSpPr>
            <a:spLocks xmlns:a="http://schemas.openxmlformats.org/drawingml/2006/main" noGrp="1"/>
          </p:cNvSpPr>
          <p:nvPr/>
        </p:nvSpPr>
        <p:spPr>
          <a:xfrm xmlns:a="http://schemas.openxmlformats.org/drawingml/2006/main">
            <a:off x="3679428"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4AD9B713-0D28-4C85-8FD4-63EF9ED6DEED}"/>
              </a:ext>
            </a:extLst>
          </p:cNvPr>
          <p:cNvSpPr>
            <a:spLocks xmlns:a="http://schemas.openxmlformats.org/drawingml/2006/main" noGrp="1"/>
          </p:cNvSpPr>
          <p:nvPr/>
        </p:nvSpPr>
        <p:spPr>
          <a:xfrm xmlns:a="http://schemas.openxmlformats.org/drawingml/2006/main">
            <a:off x="3679428"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EA26C29B-77A8-49B8-90F0-9FF02082B402}"/>
              </a:ext>
            </a:extLst>
          </p:cNvPr>
          <p:cNvSpPr>
            <a:spLocks xmlns:a="http://schemas.openxmlformats.org/drawingml/2006/main" noGrp="1"/>
          </p:cNvSpPr>
          <p:nvPr/>
        </p:nvSpPr>
        <p:spPr>
          <a:xfrm xmlns:a="http://schemas.openxmlformats.org/drawingml/2006/main">
            <a:off x="3679428"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78D3DEAE-87C4-4F16-8EEF-D0864ECE0CAB}"/>
              </a:ext>
            </a:extLst>
          </p:cNvPr>
          <p:cNvSpPr>
            <a:spLocks xmlns:a="http://schemas.openxmlformats.org/drawingml/2006/main" noGrp="1"/>
          </p:cNvSpPr>
          <p:nvPr/>
        </p:nvSpPr>
        <p:spPr>
          <a:xfrm xmlns:a="http://schemas.openxmlformats.org/drawingml/2006/main">
            <a:off x="3679428"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D3784060-6296-4CC9-BBEC-72BBEAECC41A}"/>
              </a:ext>
            </a:extLst>
          </p:cNvPr>
          <p:cNvSpPr>
            <a:spLocks xmlns:a="http://schemas.openxmlformats.org/drawingml/2006/main" noGrp="1"/>
          </p:cNvSpPr>
          <p:nvPr/>
        </p:nvSpPr>
        <p:spPr>
          <a:xfrm xmlns:a="http://schemas.openxmlformats.org/drawingml/2006/main">
            <a:off x="3679428"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79351750-6FD1-4926-9D3D-8B1B8F118B5E}"/>
              </a:ext>
            </a:extLst>
          </p:cNvPr>
          <p:cNvSpPr>
            <a:spLocks xmlns:a="http://schemas.openxmlformats.org/drawingml/2006/main" noGrp="1"/>
          </p:cNvSpPr>
          <p:nvPr/>
        </p:nvSpPr>
        <p:spPr>
          <a:xfrm xmlns:a="http://schemas.openxmlformats.org/drawingml/2006/main">
            <a:off x="3679428"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177FAFBF-9F37-401F-AA21-D0A9883E1270}"/>
              </a:ext>
            </a:extLst>
          </p:cNvPr>
          <p:cNvSpPr>
            <a:spLocks xmlns:a="http://schemas.openxmlformats.org/drawingml/2006/main" noGrp="1"/>
          </p:cNvSpPr>
          <p:nvPr/>
        </p:nvSpPr>
        <p:spPr>
          <a:xfrm xmlns:a="http://schemas.openxmlformats.org/drawingml/2006/main">
            <a:off x="3740320"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6B104D4C-7617-4B23-BCBF-EA5ED0E8248D}"/>
              </a:ext>
            </a:extLst>
          </p:cNvPr>
          <p:cNvSpPr>
            <a:spLocks xmlns:a="http://schemas.openxmlformats.org/drawingml/2006/main" noGrp="1"/>
          </p:cNvSpPr>
          <p:nvPr/>
        </p:nvSpPr>
        <p:spPr>
          <a:xfrm xmlns:a="http://schemas.openxmlformats.org/drawingml/2006/main">
            <a:off x="3740320"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71BE7513-28D6-4276-8086-3308C23E7C75}"/>
              </a:ext>
            </a:extLst>
          </p:cNvPr>
          <p:cNvSpPr>
            <a:spLocks xmlns:a="http://schemas.openxmlformats.org/drawingml/2006/main" noGrp="1"/>
          </p:cNvSpPr>
          <p:nvPr/>
        </p:nvSpPr>
        <p:spPr>
          <a:xfrm xmlns:a="http://schemas.openxmlformats.org/drawingml/2006/main">
            <a:off x="3740320"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2C0DDC11-4BB2-48D9-91B7-2BA1305F50EB}"/>
              </a:ext>
            </a:extLst>
          </p:cNvPr>
          <p:cNvSpPr>
            <a:spLocks xmlns:a="http://schemas.openxmlformats.org/drawingml/2006/main" noGrp="1"/>
          </p:cNvSpPr>
          <p:nvPr/>
        </p:nvSpPr>
        <p:spPr>
          <a:xfrm xmlns:a="http://schemas.openxmlformats.org/drawingml/2006/main">
            <a:off x="3740320"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865F1339-F60C-44D9-B6EE-7048F109CE95}"/>
              </a:ext>
            </a:extLst>
          </p:cNvPr>
          <p:cNvSpPr>
            <a:spLocks xmlns:a="http://schemas.openxmlformats.org/drawingml/2006/main" noGrp="1"/>
          </p:cNvSpPr>
          <p:nvPr/>
        </p:nvSpPr>
        <p:spPr>
          <a:xfrm xmlns:a="http://schemas.openxmlformats.org/drawingml/2006/main">
            <a:off x="3740320"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1AD9BC1F-F440-42D8-864E-16B2A98E3A42}"/>
              </a:ext>
            </a:extLst>
          </p:cNvPr>
          <p:cNvSpPr>
            <a:spLocks xmlns:a="http://schemas.openxmlformats.org/drawingml/2006/main" noGrp="1"/>
          </p:cNvSpPr>
          <p:nvPr/>
        </p:nvSpPr>
        <p:spPr>
          <a:xfrm xmlns:a="http://schemas.openxmlformats.org/drawingml/2006/main">
            <a:off x="3740320"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98897FBF-1CD3-4CD0-9701-9D451228C6F7}"/>
              </a:ext>
            </a:extLst>
          </p:cNvPr>
          <p:cNvSpPr>
            <a:spLocks xmlns:a="http://schemas.openxmlformats.org/drawingml/2006/main" noGrp="1"/>
          </p:cNvSpPr>
          <p:nvPr/>
        </p:nvSpPr>
        <p:spPr>
          <a:xfrm xmlns:a="http://schemas.openxmlformats.org/drawingml/2006/main">
            <a:off x="3740320"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172B77EB-C27A-49A3-9CE1-1C6A18A27E54}"/>
              </a:ext>
            </a:extLst>
          </p:cNvPr>
          <p:cNvSpPr>
            <a:spLocks xmlns:a="http://schemas.openxmlformats.org/drawingml/2006/main" noGrp="1"/>
          </p:cNvSpPr>
          <p:nvPr/>
        </p:nvSpPr>
        <p:spPr>
          <a:xfrm xmlns:a="http://schemas.openxmlformats.org/drawingml/2006/main">
            <a:off x="3740320"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E95D4FF2-CCD1-4478-81D4-CFBEF86E046E}"/>
              </a:ext>
            </a:extLst>
          </p:cNvPr>
          <p:cNvSpPr>
            <a:spLocks xmlns:a="http://schemas.openxmlformats.org/drawingml/2006/main" noGrp="1"/>
          </p:cNvSpPr>
          <p:nvPr/>
        </p:nvSpPr>
        <p:spPr>
          <a:xfrm xmlns:a="http://schemas.openxmlformats.org/drawingml/2006/main">
            <a:off x="3740320"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DC0B6C94-3296-4CB9-A7FC-D7B4714F9E5E}"/>
              </a:ext>
            </a:extLst>
          </p:cNvPr>
          <p:cNvSpPr>
            <a:spLocks xmlns:a="http://schemas.openxmlformats.org/drawingml/2006/main" noGrp="1"/>
          </p:cNvSpPr>
          <p:nvPr/>
        </p:nvSpPr>
        <p:spPr>
          <a:xfrm xmlns:a="http://schemas.openxmlformats.org/drawingml/2006/main">
            <a:off x="3740320"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FD0A0926-B4E6-4944-83B5-FF919EC1AFBC}"/>
              </a:ext>
            </a:extLst>
          </p:cNvPr>
          <p:cNvSpPr>
            <a:spLocks xmlns:a="http://schemas.openxmlformats.org/drawingml/2006/main" noGrp="1"/>
          </p:cNvSpPr>
          <p:nvPr/>
        </p:nvSpPr>
        <p:spPr>
          <a:xfrm xmlns:a="http://schemas.openxmlformats.org/drawingml/2006/main">
            <a:off x="3740320"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AC7F0D79-7C3A-441D-B32F-2B3940ACC02E}"/>
              </a:ext>
            </a:extLst>
          </p:cNvPr>
          <p:cNvSpPr>
            <a:spLocks xmlns:a="http://schemas.openxmlformats.org/drawingml/2006/main" noGrp="1"/>
          </p:cNvSpPr>
          <p:nvPr/>
        </p:nvSpPr>
        <p:spPr>
          <a:xfrm xmlns:a="http://schemas.openxmlformats.org/drawingml/2006/main">
            <a:off x="3740320"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CF6801DF-C20C-4FBB-B673-65575E34822E}"/>
              </a:ext>
            </a:extLst>
          </p:cNvPr>
          <p:cNvSpPr>
            <a:spLocks xmlns:a="http://schemas.openxmlformats.org/drawingml/2006/main" noGrp="1"/>
          </p:cNvSpPr>
          <p:nvPr/>
        </p:nvSpPr>
        <p:spPr>
          <a:xfrm xmlns:a="http://schemas.openxmlformats.org/drawingml/2006/main">
            <a:off x="380121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213C1581-4791-42A1-AE10-FACFD4AD0974}"/>
              </a:ext>
            </a:extLst>
          </p:cNvPr>
          <p:cNvSpPr>
            <a:spLocks xmlns:a="http://schemas.openxmlformats.org/drawingml/2006/main" noGrp="1"/>
          </p:cNvSpPr>
          <p:nvPr/>
        </p:nvSpPr>
        <p:spPr>
          <a:xfrm xmlns:a="http://schemas.openxmlformats.org/drawingml/2006/main">
            <a:off x="380121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98E31887-505A-40B1-A327-4DC8B048F361}"/>
              </a:ext>
            </a:extLst>
          </p:cNvPr>
          <p:cNvSpPr>
            <a:spLocks xmlns:a="http://schemas.openxmlformats.org/drawingml/2006/main" noGrp="1"/>
          </p:cNvSpPr>
          <p:nvPr/>
        </p:nvSpPr>
        <p:spPr>
          <a:xfrm xmlns:a="http://schemas.openxmlformats.org/drawingml/2006/main">
            <a:off x="380121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CD88D8CF-24E7-4E10-A19E-A8AF08DB9E29}"/>
              </a:ext>
            </a:extLst>
          </p:cNvPr>
          <p:cNvSpPr>
            <a:spLocks xmlns:a="http://schemas.openxmlformats.org/drawingml/2006/main" noGrp="1"/>
          </p:cNvSpPr>
          <p:nvPr/>
        </p:nvSpPr>
        <p:spPr>
          <a:xfrm xmlns:a="http://schemas.openxmlformats.org/drawingml/2006/main">
            <a:off x="380121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F1ADA9D7-6F37-4276-8567-15802DB07579}"/>
              </a:ext>
            </a:extLst>
          </p:cNvPr>
          <p:cNvSpPr>
            <a:spLocks xmlns:a="http://schemas.openxmlformats.org/drawingml/2006/main" noGrp="1"/>
          </p:cNvSpPr>
          <p:nvPr/>
        </p:nvSpPr>
        <p:spPr>
          <a:xfrm xmlns:a="http://schemas.openxmlformats.org/drawingml/2006/main">
            <a:off x="380121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F2E21152-4E15-4023-B247-A13B0619C698}"/>
              </a:ext>
            </a:extLst>
          </p:cNvPr>
          <p:cNvSpPr>
            <a:spLocks xmlns:a="http://schemas.openxmlformats.org/drawingml/2006/main" noGrp="1"/>
          </p:cNvSpPr>
          <p:nvPr/>
        </p:nvSpPr>
        <p:spPr>
          <a:xfrm xmlns:a="http://schemas.openxmlformats.org/drawingml/2006/main">
            <a:off x="380121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98E5429F-FE16-497F-B0E3-16C2401900F9}"/>
              </a:ext>
            </a:extLst>
          </p:cNvPr>
          <p:cNvSpPr>
            <a:spLocks xmlns:a="http://schemas.openxmlformats.org/drawingml/2006/main" noGrp="1"/>
          </p:cNvSpPr>
          <p:nvPr/>
        </p:nvSpPr>
        <p:spPr>
          <a:xfrm xmlns:a="http://schemas.openxmlformats.org/drawingml/2006/main">
            <a:off x="380121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E660E222-1B71-4785-87C2-1173442A5A50}"/>
              </a:ext>
            </a:extLst>
          </p:cNvPr>
          <p:cNvSpPr>
            <a:spLocks xmlns:a="http://schemas.openxmlformats.org/drawingml/2006/main" noGrp="1"/>
          </p:cNvSpPr>
          <p:nvPr/>
        </p:nvSpPr>
        <p:spPr>
          <a:xfrm xmlns:a="http://schemas.openxmlformats.org/drawingml/2006/main">
            <a:off x="380121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23BEA3F4-BEA1-454A-B5BA-E3594BEDCABC}"/>
              </a:ext>
            </a:extLst>
          </p:cNvPr>
          <p:cNvSpPr>
            <a:spLocks xmlns:a="http://schemas.openxmlformats.org/drawingml/2006/main" noGrp="1"/>
          </p:cNvSpPr>
          <p:nvPr/>
        </p:nvSpPr>
        <p:spPr>
          <a:xfrm xmlns:a="http://schemas.openxmlformats.org/drawingml/2006/main">
            <a:off x="380121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D9C27425-7233-48CC-8A89-80EB041772FA}"/>
              </a:ext>
            </a:extLst>
          </p:cNvPr>
          <p:cNvSpPr>
            <a:spLocks xmlns:a="http://schemas.openxmlformats.org/drawingml/2006/main" noGrp="1"/>
          </p:cNvSpPr>
          <p:nvPr/>
        </p:nvSpPr>
        <p:spPr>
          <a:xfrm xmlns:a="http://schemas.openxmlformats.org/drawingml/2006/main">
            <a:off x="380121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DB106184-9D44-47FF-905A-ECECD5370BC5}"/>
              </a:ext>
            </a:extLst>
          </p:cNvPr>
          <p:cNvSpPr>
            <a:spLocks xmlns:a="http://schemas.openxmlformats.org/drawingml/2006/main" noGrp="1"/>
          </p:cNvSpPr>
          <p:nvPr/>
        </p:nvSpPr>
        <p:spPr>
          <a:xfrm xmlns:a="http://schemas.openxmlformats.org/drawingml/2006/main">
            <a:off x="380121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1590195C-488B-404E-9814-844E4C93BD7D}"/>
              </a:ext>
            </a:extLst>
          </p:cNvPr>
          <p:cNvSpPr>
            <a:spLocks xmlns:a="http://schemas.openxmlformats.org/drawingml/2006/main" noGrp="1"/>
          </p:cNvSpPr>
          <p:nvPr/>
        </p:nvSpPr>
        <p:spPr>
          <a:xfrm xmlns:a="http://schemas.openxmlformats.org/drawingml/2006/main">
            <a:off x="3801212"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EB7BFF88-AE24-4FB5-9DC2-7A2289443477}"/>
              </a:ext>
            </a:extLst>
          </p:cNvPr>
          <p:cNvSpPr>
            <a:spLocks xmlns:a="http://schemas.openxmlformats.org/drawingml/2006/main" noGrp="1"/>
          </p:cNvSpPr>
          <p:nvPr/>
        </p:nvSpPr>
        <p:spPr>
          <a:xfrm xmlns:a="http://schemas.openxmlformats.org/drawingml/2006/main">
            <a:off x="3801212"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DCC66BD5-1F1D-4210-8E43-F75C84CECA54}"/>
              </a:ext>
            </a:extLst>
          </p:cNvPr>
          <p:cNvSpPr>
            <a:spLocks xmlns:a="http://schemas.openxmlformats.org/drawingml/2006/main" noGrp="1"/>
          </p:cNvSpPr>
          <p:nvPr/>
        </p:nvSpPr>
        <p:spPr>
          <a:xfrm xmlns:a="http://schemas.openxmlformats.org/drawingml/2006/main">
            <a:off x="386210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DBC0BFF4-0DDE-411C-B20C-4DF34166F53F}"/>
              </a:ext>
            </a:extLst>
          </p:cNvPr>
          <p:cNvSpPr>
            <a:spLocks xmlns:a="http://schemas.openxmlformats.org/drawingml/2006/main" noGrp="1"/>
          </p:cNvSpPr>
          <p:nvPr/>
        </p:nvSpPr>
        <p:spPr>
          <a:xfrm xmlns:a="http://schemas.openxmlformats.org/drawingml/2006/main">
            <a:off x="386210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01EE625C-3BE4-4FAC-8FF9-D220553F62EF}"/>
              </a:ext>
            </a:extLst>
          </p:cNvPr>
          <p:cNvSpPr>
            <a:spLocks xmlns:a="http://schemas.openxmlformats.org/drawingml/2006/main" noGrp="1"/>
          </p:cNvSpPr>
          <p:nvPr/>
        </p:nvSpPr>
        <p:spPr>
          <a:xfrm xmlns:a="http://schemas.openxmlformats.org/drawingml/2006/main">
            <a:off x="386210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8EB1149D-76CC-4256-8151-000EBBBA43C9}"/>
              </a:ext>
            </a:extLst>
          </p:cNvPr>
          <p:cNvSpPr>
            <a:spLocks xmlns:a="http://schemas.openxmlformats.org/drawingml/2006/main" noGrp="1"/>
          </p:cNvSpPr>
          <p:nvPr/>
        </p:nvSpPr>
        <p:spPr>
          <a:xfrm xmlns:a="http://schemas.openxmlformats.org/drawingml/2006/main">
            <a:off x="386210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0443B6A2-E66B-4ED4-891C-6EAA1C096016}"/>
              </a:ext>
            </a:extLst>
          </p:cNvPr>
          <p:cNvSpPr>
            <a:spLocks xmlns:a="http://schemas.openxmlformats.org/drawingml/2006/main" noGrp="1"/>
          </p:cNvSpPr>
          <p:nvPr/>
        </p:nvSpPr>
        <p:spPr>
          <a:xfrm xmlns:a="http://schemas.openxmlformats.org/drawingml/2006/main">
            <a:off x="386210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CB3D29F6-1FE2-4C57-A94B-DC6D5D497DDA}"/>
              </a:ext>
            </a:extLst>
          </p:cNvPr>
          <p:cNvSpPr>
            <a:spLocks xmlns:a="http://schemas.openxmlformats.org/drawingml/2006/main" noGrp="1"/>
          </p:cNvSpPr>
          <p:nvPr/>
        </p:nvSpPr>
        <p:spPr>
          <a:xfrm xmlns:a="http://schemas.openxmlformats.org/drawingml/2006/main">
            <a:off x="386210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CE8C2042-6F00-4144-9AAB-E20CC7B3E073}"/>
              </a:ext>
            </a:extLst>
          </p:cNvPr>
          <p:cNvSpPr>
            <a:spLocks xmlns:a="http://schemas.openxmlformats.org/drawingml/2006/main" noGrp="1"/>
          </p:cNvSpPr>
          <p:nvPr/>
        </p:nvSpPr>
        <p:spPr>
          <a:xfrm xmlns:a="http://schemas.openxmlformats.org/drawingml/2006/main">
            <a:off x="386210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B9602B1B-4E2C-4A3F-A8DB-32527A83F9D6}"/>
              </a:ext>
            </a:extLst>
          </p:cNvPr>
          <p:cNvSpPr>
            <a:spLocks xmlns:a="http://schemas.openxmlformats.org/drawingml/2006/main" noGrp="1"/>
          </p:cNvSpPr>
          <p:nvPr/>
        </p:nvSpPr>
        <p:spPr>
          <a:xfrm xmlns:a="http://schemas.openxmlformats.org/drawingml/2006/main">
            <a:off x="386210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A5172C7D-D989-4791-93C3-79310DBD0F1C}"/>
              </a:ext>
            </a:extLst>
          </p:cNvPr>
          <p:cNvSpPr>
            <a:spLocks xmlns:a="http://schemas.openxmlformats.org/drawingml/2006/main" noGrp="1"/>
          </p:cNvSpPr>
          <p:nvPr/>
        </p:nvSpPr>
        <p:spPr>
          <a:xfrm xmlns:a="http://schemas.openxmlformats.org/drawingml/2006/main">
            <a:off x="386210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A73505DA-2DC9-4941-B046-59CAFD65EFA0}"/>
              </a:ext>
            </a:extLst>
          </p:cNvPr>
          <p:cNvSpPr>
            <a:spLocks xmlns:a="http://schemas.openxmlformats.org/drawingml/2006/main" noGrp="1"/>
          </p:cNvSpPr>
          <p:nvPr/>
        </p:nvSpPr>
        <p:spPr>
          <a:xfrm xmlns:a="http://schemas.openxmlformats.org/drawingml/2006/main">
            <a:off x="386210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43DDD74E-B0C8-4537-9111-DB1C2DD1340C}"/>
              </a:ext>
            </a:extLst>
          </p:cNvPr>
          <p:cNvSpPr>
            <a:spLocks xmlns:a="http://schemas.openxmlformats.org/drawingml/2006/main" noGrp="1"/>
          </p:cNvSpPr>
          <p:nvPr/>
        </p:nvSpPr>
        <p:spPr>
          <a:xfrm xmlns:a="http://schemas.openxmlformats.org/drawingml/2006/main">
            <a:off x="3862104"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F705444E-B65F-45FA-A709-230AF81ECF3F}"/>
              </a:ext>
            </a:extLst>
          </p:cNvPr>
          <p:cNvSpPr>
            <a:spLocks xmlns:a="http://schemas.openxmlformats.org/drawingml/2006/main" noGrp="1"/>
          </p:cNvSpPr>
          <p:nvPr/>
        </p:nvSpPr>
        <p:spPr>
          <a:xfrm xmlns:a="http://schemas.openxmlformats.org/drawingml/2006/main">
            <a:off x="3862104"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B09E33F9-F1FB-467C-B9ED-A343ACCF3CC8}"/>
              </a:ext>
            </a:extLst>
          </p:cNvPr>
          <p:cNvSpPr>
            <a:spLocks xmlns:a="http://schemas.openxmlformats.org/drawingml/2006/main" noGrp="1"/>
          </p:cNvSpPr>
          <p:nvPr/>
        </p:nvSpPr>
        <p:spPr>
          <a:xfrm xmlns:a="http://schemas.openxmlformats.org/drawingml/2006/main">
            <a:off x="3862104"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1C112D00-9897-45C1-A1A9-4908C0A1037B}"/>
              </a:ext>
            </a:extLst>
          </p:cNvPr>
          <p:cNvSpPr>
            <a:spLocks xmlns:a="http://schemas.openxmlformats.org/drawingml/2006/main" noGrp="1"/>
          </p:cNvSpPr>
          <p:nvPr/>
        </p:nvSpPr>
        <p:spPr>
          <a:xfrm xmlns:a="http://schemas.openxmlformats.org/drawingml/2006/main">
            <a:off x="392299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B7F9AB4C-CC4B-4A97-999C-3BBBE4145153}"/>
              </a:ext>
            </a:extLst>
          </p:cNvPr>
          <p:cNvSpPr>
            <a:spLocks xmlns:a="http://schemas.openxmlformats.org/drawingml/2006/main" noGrp="1"/>
          </p:cNvSpPr>
          <p:nvPr/>
        </p:nvSpPr>
        <p:spPr>
          <a:xfrm xmlns:a="http://schemas.openxmlformats.org/drawingml/2006/main">
            <a:off x="392299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DC63B61B-B849-41A8-A5D0-57E51009514E}"/>
              </a:ext>
            </a:extLst>
          </p:cNvPr>
          <p:cNvSpPr>
            <a:spLocks xmlns:a="http://schemas.openxmlformats.org/drawingml/2006/main" noGrp="1"/>
          </p:cNvSpPr>
          <p:nvPr/>
        </p:nvSpPr>
        <p:spPr>
          <a:xfrm xmlns:a="http://schemas.openxmlformats.org/drawingml/2006/main">
            <a:off x="392299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1ECC261A-88D5-4668-A683-8D90B0BD7A9C}"/>
              </a:ext>
            </a:extLst>
          </p:cNvPr>
          <p:cNvSpPr>
            <a:spLocks xmlns:a="http://schemas.openxmlformats.org/drawingml/2006/main" noGrp="1"/>
          </p:cNvSpPr>
          <p:nvPr/>
        </p:nvSpPr>
        <p:spPr>
          <a:xfrm xmlns:a="http://schemas.openxmlformats.org/drawingml/2006/main">
            <a:off x="392299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4E9BAB28-BDD0-46CE-B848-9A555D3F0444}"/>
              </a:ext>
            </a:extLst>
          </p:cNvPr>
          <p:cNvSpPr>
            <a:spLocks xmlns:a="http://schemas.openxmlformats.org/drawingml/2006/main" noGrp="1"/>
          </p:cNvSpPr>
          <p:nvPr/>
        </p:nvSpPr>
        <p:spPr>
          <a:xfrm xmlns:a="http://schemas.openxmlformats.org/drawingml/2006/main">
            <a:off x="392299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CF525AD6-C5B5-4130-8FDB-ED27590C49C3}"/>
              </a:ext>
            </a:extLst>
          </p:cNvPr>
          <p:cNvSpPr>
            <a:spLocks xmlns:a="http://schemas.openxmlformats.org/drawingml/2006/main" noGrp="1"/>
          </p:cNvSpPr>
          <p:nvPr/>
        </p:nvSpPr>
        <p:spPr>
          <a:xfrm xmlns:a="http://schemas.openxmlformats.org/drawingml/2006/main">
            <a:off x="392299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3840775C-C240-467A-8F80-323C97BD3139}"/>
              </a:ext>
            </a:extLst>
          </p:cNvPr>
          <p:cNvSpPr>
            <a:spLocks xmlns:a="http://schemas.openxmlformats.org/drawingml/2006/main" noGrp="1"/>
          </p:cNvSpPr>
          <p:nvPr/>
        </p:nvSpPr>
        <p:spPr>
          <a:xfrm xmlns:a="http://schemas.openxmlformats.org/drawingml/2006/main">
            <a:off x="392299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FEB954EC-E211-4C41-92BD-CA7C6DE5F07B}"/>
              </a:ext>
            </a:extLst>
          </p:cNvPr>
          <p:cNvSpPr>
            <a:spLocks xmlns:a="http://schemas.openxmlformats.org/drawingml/2006/main" noGrp="1"/>
          </p:cNvSpPr>
          <p:nvPr/>
        </p:nvSpPr>
        <p:spPr>
          <a:xfrm xmlns:a="http://schemas.openxmlformats.org/drawingml/2006/main">
            <a:off x="392299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D2FB33ED-339C-4933-A71E-470C245D8457}"/>
              </a:ext>
            </a:extLst>
          </p:cNvPr>
          <p:cNvSpPr>
            <a:spLocks xmlns:a="http://schemas.openxmlformats.org/drawingml/2006/main" noGrp="1"/>
          </p:cNvSpPr>
          <p:nvPr/>
        </p:nvSpPr>
        <p:spPr>
          <a:xfrm xmlns:a="http://schemas.openxmlformats.org/drawingml/2006/main">
            <a:off x="3922996"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768824AC-52D5-4994-98CC-3CA63F0756B3}"/>
              </a:ext>
            </a:extLst>
          </p:cNvPr>
          <p:cNvSpPr>
            <a:spLocks xmlns:a="http://schemas.openxmlformats.org/drawingml/2006/main" noGrp="1"/>
          </p:cNvSpPr>
          <p:nvPr/>
        </p:nvSpPr>
        <p:spPr>
          <a:xfrm xmlns:a="http://schemas.openxmlformats.org/drawingml/2006/main">
            <a:off x="3922996"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2E12B9BC-4B1D-45E4-88E3-25267031FA36}"/>
              </a:ext>
            </a:extLst>
          </p:cNvPr>
          <p:cNvSpPr>
            <a:spLocks xmlns:a="http://schemas.openxmlformats.org/drawingml/2006/main" noGrp="1"/>
          </p:cNvSpPr>
          <p:nvPr/>
        </p:nvSpPr>
        <p:spPr>
          <a:xfrm xmlns:a="http://schemas.openxmlformats.org/drawingml/2006/main">
            <a:off x="398388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59DBD828-A0A9-4EDC-9A45-CDF6BB1A638D}"/>
              </a:ext>
            </a:extLst>
          </p:cNvPr>
          <p:cNvSpPr>
            <a:spLocks xmlns:a="http://schemas.openxmlformats.org/drawingml/2006/main" noGrp="1"/>
          </p:cNvSpPr>
          <p:nvPr/>
        </p:nvSpPr>
        <p:spPr>
          <a:xfrm xmlns:a="http://schemas.openxmlformats.org/drawingml/2006/main">
            <a:off x="398388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031A2D3A-2F9B-4EFB-8CB8-43F5F2CDBF54}"/>
              </a:ext>
            </a:extLst>
          </p:cNvPr>
          <p:cNvSpPr>
            <a:spLocks xmlns:a="http://schemas.openxmlformats.org/drawingml/2006/main" noGrp="1"/>
          </p:cNvSpPr>
          <p:nvPr/>
        </p:nvSpPr>
        <p:spPr>
          <a:xfrm xmlns:a="http://schemas.openxmlformats.org/drawingml/2006/main">
            <a:off x="398388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380C685C-C14F-4E4D-B60D-3E447797552E}"/>
              </a:ext>
            </a:extLst>
          </p:cNvPr>
          <p:cNvSpPr>
            <a:spLocks xmlns:a="http://schemas.openxmlformats.org/drawingml/2006/main" noGrp="1"/>
          </p:cNvSpPr>
          <p:nvPr/>
        </p:nvSpPr>
        <p:spPr>
          <a:xfrm xmlns:a="http://schemas.openxmlformats.org/drawingml/2006/main">
            <a:off x="398388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61BC2A54-74DD-431D-86AC-F8C1C22B97BA}"/>
              </a:ext>
            </a:extLst>
          </p:cNvPr>
          <p:cNvSpPr>
            <a:spLocks xmlns:a="http://schemas.openxmlformats.org/drawingml/2006/main" noGrp="1"/>
          </p:cNvSpPr>
          <p:nvPr/>
        </p:nvSpPr>
        <p:spPr>
          <a:xfrm xmlns:a="http://schemas.openxmlformats.org/drawingml/2006/main">
            <a:off x="398388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103F8CCC-F636-4731-B2D5-E822AEA42D12}"/>
              </a:ext>
            </a:extLst>
          </p:cNvPr>
          <p:cNvSpPr>
            <a:spLocks xmlns:a="http://schemas.openxmlformats.org/drawingml/2006/main" noGrp="1"/>
          </p:cNvSpPr>
          <p:nvPr/>
        </p:nvSpPr>
        <p:spPr>
          <a:xfrm xmlns:a="http://schemas.openxmlformats.org/drawingml/2006/main">
            <a:off x="404477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DAD8D99B-EB64-4C13-931F-0F3760976BE7}"/>
              </a:ext>
            </a:extLst>
          </p:cNvPr>
          <p:cNvSpPr>
            <a:spLocks xmlns:a="http://schemas.openxmlformats.org/drawingml/2006/main" noGrp="1"/>
          </p:cNvSpPr>
          <p:nvPr/>
        </p:nvSpPr>
        <p:spPr>
          <a:xfrm xmlns:a="http://schemas.openxmlformats.org/drawingml/2006/main">
            <a:off x="404477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1925115C-917B-4237-B74E-58AF3D9FE79C}"/>
              </a:ext>
            </a:extLst>
          </p:cNvPr>
          <p:cNvSpPr>
            <a:spLocks xmlns:a="http://schemas.openxmlformats.org/drawingml/2006/main" noGrp="1"/>
          </p:cNvSpPr>
          <p:nvPr/>
        </p:nvSpPr>
        <p:spPr>
          <a:xfrm xmlns:a="http://schemas.openxmlformats.org/drawingml/2006/main">
            <a:off x="404477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48C6C4AF-441D-4A35-8B16-96679534ADB7}"/>
              </a:ext>
            </a:extLst>
          </p:cNvPr>
          <p:cNvSpPr>
            <a:spLocks xmlns:a="http://schemas.openxmlformats.org/drawingml/2006/main" noGrp="1"/>
          </p:cNvSpPr>
          <p:nvPr/>
        </p:nvSpPr>
        <p:spPr>
          <a:xfrm xmlns:a="http://schemas.openxmlformats.org/drawingml/2006/main">
            <a:off x="404477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5E7BB553-DAB4-4549-8FF6-4E9B30CF9627}"/>
              </a:ext>
            </a:extLst>
          </p:cNvPr>
          <p:cNvSpPr>
            <a:spLocks xmlns:a="http://schemas.openxmlformats.org/drawingml/2006/main" noGrp="1"/>
          </p:cNvSpPr>
          <p:nvPr/>
        </p:nvSpPr>
        <p:spPr>
          <a:xfrm xmlns:a="http://schemas.openxmlformats.org/drawingml/2006/main">
            <a:off x="404477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407DB4E6-BA59-4D20-9F4D-DDEC173BF19C}"/>
              </a:ext>
            </a:extLst>
          </p:cNvPr>
          <p:cNvSpPr>
            <a:spLocks xmlns:a="http://schemas.openxmlformats.org/drawingml/2006/main" noGrp="1"/>
          </p:cNvSpPr>
          <p:nvPr/>
        </p:nvSpPr>
        <p:spPr>
          <a:xfrm xmlns:a="http://schemas.openxmlformats.org/drawingml/2006/main">
            <a:off x="404477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15C117A5-CF07-471E-993F-26E429E2F1FD}"/>
              </a:ext>
            </a:extLst>
          </p:cNvPr>
          <p:cNvSpPr>
            <a:spLocks xmlns:a="http://schemas.openxmlformats.org/drawingml/2006/main" noGrp="1"/>
          </p:cNvSpPr>
          <p:nvPr/>
        </p:nvSpPr>
        <p:spPr>
          <a:xfrm xmlns:a="http://schemas.openxmlformats.org/drawingml/2006/main">
            <a:off x="404477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C579B92A-1F59-4D7B-8039-E505A5D832DB}"/>
              </a:ext>
            </a:extLst>
          </p:cNvPr>
          <p:cNvSpPr>
            <a:spLocks xmlns:a="http://schemas.openxmlformats.org/drawingml/2006/main" noGrp="1"/>
          </p:cNvSpPr>
          <p:nvPr/>
        </p:nvSpPr>
        <p:spPr>
          <a:xfrm xmlns:a="http://schemas.openxmlformats.org/drawingml/2006/main">
            <a:off x="404477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E6DF3C4C-A23A-4941-8C31-1C18B54A8547}"/>
              </a:ext>
            </a:extLst>
          </p:cNvPr>
          <p:cNvSpPr>
            <a:spLocks xmlns:a="http://schemas.openxmlformats.org/drawingml/2006/main" noGrp="1"/>
          </p:cNvSpPr>
          <p:nvPr/>
        </p:nvSpPr>
        <p:spPr>
          <a:xfrm xmlns:a="http://schemas.openxmlformats.org/drawingml/2006/main">
            <a:off x="404477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E4C2FE60-0A5B-4897-9F5F-FC76C7F52135}"/>
              </a:ext>
            </a:extLst>
          </p:cNvPr>
          <p:cNvSpPr>
            <a:spLocks xmlns:a="http://schemas.openxmlformats.org/drawingml/2006/main" noGrp="1"/>
          </p:cNvSpPr>
          <p:nvPr/>
        </p:nvSpPr>
        <p:spPr>
          <a:xfrm xmlns:a="http://schemas.openxmlformats.org/drawingml/2006/main">
            <a:off x="410567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04C72BE3-D9F5-41F8-B6A9-8C0221C6BDC2}"/>
              </a:ext>
            </a:extLst>
          </p:cNvPr>
          <p:cNvSpPr>
            <a:spLocks xmlns:a="http://schemas.openxmlformats.org/drawingml/2006/main" noGrp="1"/>
          </p:cNvSpPr>
          <p:nvPr/>
        </p:nvSpPr>
        <p:spPr>
          <a:xfrm xmlns:a="http://schemas.openxmlformats.org/drawingml/2006/main">
            <a:off x="410567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7FA81A30-E2A3-4832-9722-4AE6541F07D8}"/>
              </a:ext>
            </a:extLst>
          </p:cNvPr>
          <p:cNvSpPr>
            <a:spLocks xmlns:a="http://schemas.openxmlformats.org/drawingml/2006/main" noGrp="1"/>
          </p:cNvSpPr>
          <p:nvPr/>
        </p:nvSpPr>
        <p:spPr>
          <a:xfrm xmlns:a="http://schemas.openxmlformats.org/drawingml/2006/main">
            <a:off x="410567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964C20E0-AE62-46C4-9F27-EACCFFF2D6F6}"/>
              </a:ext>
            </a:extLst>
          </p:cNvPr>
          <p:cNvSpPr>
            <a:spLocks xmlns:a="http://schemas.openxmlformats.org/drawingml/2006/main" noGrp="1"/>
          </p:cNvSpPr>
          <p:nvPr/>
        </p:nvSpPr>
        <p:spPr>
          <a:xfrm xmlns:a="http://schemas.openxmlformats.org/drawingml/2006/main">
            <a:off x="410567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A9D82852-EEC4-4A1A-9AF3-2F75F4791643}"/>
              </a:ext>
            </a:extLst>
          </p:cNvPr>
          <p:cNvSpPr>
            <a:spLocks xmlns:a="http://schemas.openxmlformats.org/drawingml/2006/main" noGrp="1"/>
          </p:cNvSpPr>
          <p:nvPr/>
        </p:nvSpPr>
        <p:spPr>
          <a:xfrm xmlns:a="http://schemas.openxmlformats.org/drawingml/2006/main">
            <a:off x="410567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98595A62-3EFF-4F66-8052-2D21CF7ECBF4}"/>
              </a:ext>
            </a:extLst>
          </p:cNvPr>
          <p:cNvSpPr>
            <a:spLocks xmlns:a="http://schemas.openxmlformats.org/drawingml/2006/main" noGrp="1"/>
          </p:cNvSpPr>
          <p:nvPr/>
        </p:nvSpPr>
        <p:spPr>
          <a:xfrm xmlns:a="http://schemas.openxmlformats.org/drawingml/2006/main">
            <a:off x="410567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D7C4595F-51B3-4427-A88D-E3E461F9F92E}"/>
              </a:ext>
            </a:extLst>
          </p:cNvPr>
          <p:cNvSpPr>
            <a:spLocks xmlns:a="http://schemas.openxmlformats.org/drawingml/2006/main" noGrp="1"/>
          </p:cNvSpPr>
          <p:nvPr/>
        </p:nvSpPr>
        <p:spPr>
          <a:xfrm xmlns:a="http://schemas.openxmlformats.org/drawingml/2006/main">
            <a:off x="410567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4810F70D-D66C-4DB3-92CC-28A7F5794B44}"/>
              </a:ext>
            </a:extLst>
          </p:cNvPr>
          <p:cNvSpPr>
            <a:spLocks xmlns:a="http://schemas.openxmlformats.org/drawingml/2006/main" noGrp="1"/>
          </p:cNvSpPr>
          <p:nvPr/>
        </p:nvSpPr>
        <p:spPr>
          <a:xfrm xmlns:a="http://schemas.openxmlformats.org/drawingml/2006/main">
            <a:off x="410567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4419685E-989C-4B9B-92D4-FAEE96E45509}"/>
              </a:ext>
            </a:extLst>
          </p:cNvPr>
          <p:cNvSpPr>
            <a:spLocks xmlns:a="http://schemas.openxmlformats.org/drawingml/2006/main" noGrp="1"/>
          </p:cNvSpPr>
          <p:nvPr/>
        </p:nvSpPr>
        <p:spPr>
          <a:xfrm xmlns:a="http://schemas.openxmlformats.org/drawingml/2006/main">
            <a:off x="410567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6FAEB76D-1FF6-4111-961A-A10707002A84}"/>
              </a:ext>
            </a:extLst>
          </p:cNvPr>
          <p:cNvSpPr>
            <a:spLocks xmlns:a="http://schemas.openxmlformats.org/drawingml/2006/main" noGrp="1"/>
          </p:cNvSpPr>
          <p:nvPr/>
        </p:nvSpPr>
        <p:spPr>
          <a:xfrm xmlns:a="http://schemas.openxmlformats.org/drawingml/2006/main">
            <a:off x="4166563"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00495281-2278-40EA-A871-ECB28848A9E0}"/>
              </a:ext>
            </a:extLst>
          </p:cNvPr>
          <p:cNvSpPr>
            <a:spLocks xmlns:a="http://schemas.openxmlformats.org/drawingml/2006/main" noGrp="1"/>
          </p:cNvSpPr>
          <p:nvPr/>
        </p:nvSpPr>
        <p:spPr>
          <a:xfrm xmlns:a="http://schemas.openxmlformats.org/drawingml/2006/main">
            <a:off x="4166563"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0BFA9147-8C0C-47F8-AFCF-A49AB8518D89}"/>
              </a:ext>
            </a:extLst>
          </p:cNvPr>
          <p:cNvSpPr>
            <a:spLocks xmlns:a="http://schemas.openxmlformats.org/drawingml/2006/main" noGrp="1"/>
          </p:cNvSpPr>
          <p:nvPr/>
        </p:nvSpPr>
        <p:spPr>
          <a:xfrm xmlns:a="http://schemas.openxmlformats.org/drawingml/2006/main">
            <a:off x="4166563"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712DB313-9DD7-49B6-804C-E634502AA2F8}"/>
              </a:ext>
            </a:extLst>
          </p:cNvPr>
          <p:cNvSpPr>
            <a:spLocks xmlns:a="http://schemas.openxmlformats.org/drawingml/2006/main" noGrp="1"/>
          </p:cNvSpPr>
          <p:nvPr/>
        </p:nvSpPr>
        <p:spPr>
          <a:xfrm xmlns:a="http://schemas.openxmlformats.org/drawingml/2006/main">
            <a:off x="4166563"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C8DF63E0-DFEB-4C38-A134-805230FA8286}"/>
              </a:ext>
            </a:extLst>
          </p:cNvPr>
          <p:cNvSpPr>
            <a:spLocks xmlns:a="http://schemas.openxmlformats.org/drawingml/2006/main" noGrp="1"/>
          </p:cNvSpPr>
          <p:nvPr/>
        </p:nvSpPr>
        <p:spPr>
          <a:xfrm xmlns:a="http://schemas.openxmlformats.org/drawingml/2006/main">
            <a:off x="4166563"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C0AC6643-7E88-466F-8BD2-1BFBC4738B31}"/>
              </a:ext>
            </a:extLst>
          </p:cNvPr>
          <p:cNvSpPr>
            <a:spLocks xmlns:a="http://schemas.openxmlformats.org/drawingml/2006/main" noGrp="1"/>
          </p:cNvSpPr>
          <p:nvPr/>
        </p:nvSpPr>
        <p:spPr>
          <a:xfrm xmlns:a="http://schemas.openxmlformats.org/drawingml/2006/main">
            <a:off x="4166563"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81161678-91B1-41F1-AB7C-E8456780E1C9}"/>
              </a:ext>
            </a:extLst>
          </p:cNvPr>
          <p:cNvSpPr>
            <a:spLocks xmlns:a="http://schemas.openxmlformats.org/drawingml/2006/main" noGrp="1"/>
          </p:cNvSpPr>
          <p:nvPr/>
        </p:nvSpPr>
        <p:spPr>
          <a:xfrm xmlns:a="http://schemas.openxmlformats.org/drawingml/2006/main">
            <a:off x="4166563"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66E5ADA8-C444-4FEA-954B-30A4A363FD23}"/>
              </a:ext>
            </a:extLst>
          </p:cNvPr>
          <p:cNvSpPr>
            <a:spLocks xmlns:a="http://schemas.openxmlformats.org/drawingml/2006/main" noGrp="1"/>
          </p:cNvSpPr>
          <p:nvPr/>
        </p:nvSpPr>
        <p:spPr>
          <a:xfrm xmlns:a="http://schemas.openxmlformats.org/drawingml/2006/main">
            <a:off x="4166563"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BBD812F5-FDB5-44A0-820D-2F6D8752C0C0}"/>
              </a:ext>
            </a:extLst>
          </p:cNvPr>
          <p:cNvSpPr>
            <a:spLocks xmlns:a="http://schemas.openxmlformats.org/drawingml/2006/main" noGrp="1"/>
          </p:cNvSpPr>
          <p:nvPr/>
        </p:nvSpPr>
        <p:spPr>
          <a:xfrm xmlns:a="http://schemas.openxmlformats.org/drawingml/2006/main">
            <a:off x="4227455"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59A76D94-345E-42BC-85A4-DCB0C8CDF9C7}"/>
              </a:ext>
            </a:extLst>
          </p:cNvPr>
          <p:cNvSpPr>
            <a:spLocks xmlns:a="http://schemas.openxmlformats.org/drawingml/2006/main" noGrp="1"/>
          </p:cNvSpPr>
          <p:nvPr/>
        </p:nvSpPr>
        <p:spPr>
          <a:xfrm xmlns:a="http://schemas.openxmlformats.org/drawingml/2006/main">
            <a:off x="4227455"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E53BB093-38B5-4972-8199-A3A15F518F6A}"/>
              </a:ext>
            </a:extLst>
          </p:cNvPr>
          <p:cNvSpPr>
            <a:spLocks xmlns:a="http://schemas.openxmlformats.org/drawingml/2006/main" noGrp="1"/>
          </p:cNvSpPr>
          <p:nvPr/>
        </p:nvSpPr>
        <p:spPr>
          <a:xfrm xmlns:a="http://schemas.openxmlformats.org/drawingml/2006/main">
            <a:off x="4227455"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5B3DDC49-3CB2-49C5-9AD1-F1FD283F1359}"/>
              </a:ext>
            </a:extLst>
          </p:cNvPr>
          <p:cNvSpPr>
            <a:spLocks xmlns:a="http://schemas.openxmlformats.org/drawingml/2006/main" noGrp="1"/>
          </p:cNvSpPr>
          <p:nvPr/>
        </p:nvSpPr>
        <p:spPr>
          <a:xfrm xmlns:a="http://schemas.openxmlformats.org/drawingml/2006/main">
            <a:off x="4227455"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61C9E082-CD50-471A-80F1-8A30152D5394}"/>
              </a:ext>
            </a:extLst>
          </p:cNvPr>
          <p:cNvSpPr>
            <a:spLocks xmlns:a="http://schemas.openxmlformats.org/drawingml/2006/main" noGrp="1"/>
          </p:cNvSpPr>
          <p:nvPr/>
        </p:nvSpPr>
        <p:spPr>
          <a:xfrm xmlns:a="http://schemas.openxmlformats.org/drawingml/2006/main">
            <a:off x="4227455"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51EF278E-987C-412A-93BA-373E477DFB14}"/>
              </a:ext>
            </a:extLst>
          </p:cNvPr>
          <p:cNvSpPr>
            <a:spLocks xmlns:a="http://schemas.openxmlformats.org/drawingml/2006/main" noGrp="1"/>
          </p:cNvSpPr>
          <p:nvPr/>
        </p:nvSpPr>
        <p:spPr>
          <a:xfrm xmlns:a="http://schemas.openxmlformats.org/drawingml/2006/main">
            <a:off x="4227455"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47D4C5E7-5657-43AF-8946-5B4A8B0C318A}"/>
              </a:ext>
            </a:extLst>
          </p:cNvPr>
          <p:cNvSpPr>
            <a:spLocks xmlns:a="http://schemas.openxmlformats.org/drawingml/2006/main" noGrp="1"/>
          </p:cNvSpPr>
          <p:nvPr/>
        </p:nvSpPr>
        <p:spPr>
          <a:xfrm xmlns:a="http://schemas.openxmlformats.org/drawingml/2006/main">
            <a:off x="428834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10271ADF-1494-4975-9BA4-BD7EE49A857D}"/>
              </a:ext>
            </a:extLst>
          </p:cNvPr>
          <p:cNvSpPr>
            <a:spLocks xmlns:a="http://schemas.openxmlformats.org/drawingml/2006/main" noGrp="1"/>
          </p:cNvSpPr>
          <p:nvPr/>
        </p:nvSpPr>
        <p:spPr>
          <a:xfrm xmlns:a="http://schemas.openxmlformats.org/drawingml/2006/main">
            <a:off x="428834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84F7136F-7F0C-4AAD-A1AF-EF1DCF1AA3CA}"/>
              </a:ext>
            </a:extLst>
          </p:cNvPr>
          <p:cNvSpPr>
            <a:spLocks xmlns:a="http://schemas.openxmlformats.org/drawingml/2006/main" noGrp="1"/>
          </p:cNvSpPr>
          <p:nvPr/>
        </p:nvSpPr>
        <p:spPr>
          <a:xfrm xmlns:a="http://schemas.openxmlformats.org/drawingml/2006/main">
            <a:off x="428834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A98E585E-15B5-4C34-97E2-E8A16AC02E75}"/>
              </a:ext>
            </a:extLst>
          </p:cNvPr>
          <p:cNvSpPr>
            <a:spLocks xmlns:a="http://schemas.openxmlformats.org/drawingml/2006/main" noGrp="1"/>
          </p:cNvSpPr>
          <p:nvPr/>
        </p:nvSpPr>
        <p:spPr>
          <a:xfrm xmlns:a="http://schemas.openxmlformats.org/drawingml/2006/main">
            <a:off x="428834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F68BF89F-EA33-405C-B3C9-0017C853E300}"/>
              </a:ext>
            </a:extLst>
          </p:cNvPr>
          <p:cNvSpPr>
            <a:spLocks xmlns:a="http://schemas.openxmlformats.org/drawingml/2006/main" noGrp="1"/>
          </p:cNvSpPr>
          <p:nvPr/>
        </p:nvSpPr>
        <p:spPr>
          <a:xfrm xmlns:a="http://schemas.openxmlformats.org/drawingml/2006/main">
            <a:off x="428834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15EBEFAC-6A8E-475C-93BE-B7660F8623E5}"/>
              </a:ext>
            </a:extLst>
          </p:cNvPr>
          <p:cNvSpPr>
            <a:spLocks xmlns:a="http://schemas.openxmlformats.org/drawingml/2006/main" noGrp="1"/>
          </p:cNvSpPr>
          <p:nvPr/>
        </p:nvSpPr>
        <p:spPr>
          <a:xfrm xmlns:a="http://schemas.openxmlformats.org/drawingml/2006/main">
            <a:off x="428834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341FD33B-BB79-4BDB-A0A6-06BFB68FD408}"/>
              </a:ext>
            </a:extLst>
          </p:cNvPr>
          <p:cNvSpPr>
            <a:spLocks xmlns:a="http://schemas.openxmlformats.org/drawingml/2006/main" noGrp="1"/>
          </p:cNvSpPr>
          <p:nvPr/>
        </p:nvSpPr>
        <p:spPr>
          <a:xfrm xmlns:a="http://schemas.openxmlformats.org/drawingml/2006/main">
            <a:off x="428834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0C1822DF-B134-4240-9E8E-8B1D71C779AA}"/>
              </a:ext>
            </a:extLst>
          </p:cNvPr>
          <p:cNvSpPr>
            <a:spLocks xmlns:a="http://schemas.openxmlformats.org/drawingml/2006/main" noGrp="1"/>
          </p:cNvSpPr>
          <p:nvPr/>
        </p:nvSpPr>
        <p:spPr>
          <a:xfrm xmlns:a="http://schemas.openxmlformats.org/drawingml/2006/main">
            <a:off x="434923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686FF98E-B827-4353-AEC6-1DFFF8628674}"/>
              </a:ext>
            </a:extLst>
          </p:cNvPr>
          <p:cNvSpPr>
            <a:spLocks xmlns:a="http://schemas.openxmlformats.org/drawingml/2006/main" noGrp="1"/>
          </p:cNvSpPr>
          <p:nvPr/>
        </p:nvSpPr>
        <p:spPr>
          <a:xfrm xmlns:a="http://schemas.openxmlformats.org/drawingml/2006/main">
            <a:off x="434923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A45BDD0B-54C8-48CE-9E13-F871E35068A3}"/>
              </a:ext>
            </a:extLst>
          </p:cNvPr>
          <p:cNvSpPr>
            <a:spLocks xmlns:a="http://schemas.openxmlformats.org/drawingml/2006/main" noGrp="1"/>
          </p:cNvSpPr>
          <p:nvPr/>
        </p:nvSpPr>
        <p:spPr>
          <a:xfrm xmlns:a="http://schemas.openxmlformats.org/drawingml/2006/main">
            <a:off x="434923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598A9C48-1A91-4967-8CA9-9933781769F3}"/>
              </a:ext>
            </a:extLst>
          </p:cNvPr>
          <p:cNvSpPr>
            <a:spLocks xmlns:a="http://schemas.openxmlformats.org/drawingml/2006/main" noGrp="1"/>
          </p:cNvSpPr>
          <p:nvPr/>
        </p:nvSpPr>
        <p:spPr>
          <a:xfrm xmlns:a="http://schemas.openxmlformats.org/drawingml/2006/main">
            <a:off x="434923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3E979366-9E65-424D-9F0B-A894E475F82F}"/>
              </a:ext>
            </a:extLst>
          </p:cNvPr>
          <p:cNvSpPr>
            <a:spLocks xmlns:a="http://schemas.openxmlformats.org/drawingml/2006/main" noGrp="1"/>
          </p:cNvSpPr>
          <p:nvPr/>
        </p:nvSpPr>
        <p:spPr>
          <a:xfrm xmlns:a="http://schemas.openxmlformats.org/drawingml/2006/main">
            <a:off x="434923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AC6CEC7A-DB2D-48A3-8B49-E931B1291133}"/>
              </a:ext>
            </a:extLst>
          </p:cNvPr>
          <p:cNvSpPr>
            <a:spLocks xmlns:a="http://schemas.openxmlformats.org/drawingml/2006/main" noGrp="1"/>
          </p:cNvSpPr>
          <p:nvPr/>
        </p:nvSpPr>
        <p:spPr>
          <a:xfrm xmlns:a="http://schemas.openxmlformats.org/drawingml/2006/main">
            <a:off x="441013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F3D414E6-069C-4ECD-B436-D9066B5688DF}"/>
              </a:ext>
            </a:extLst>
          </p:cNvPr>
          <p:cNvSpPr>
            <a:spLocks xmlns:a="http://schemas.openxmlformats.org/drawingml/2006/main" noGrp="1"/>
          </p:cNvSpPr>
          <p:nvPr/>
        </p:nvSpPr>
        <p:spPr>
          <a:xfrm xmlns:a="http://schemas.openxmlformats.org/drawingml/2006/main">
            <a:off x="441013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FC2DEC64-292B-4BD6-BE8F-00D1C0F23E0E}"/>
              </a:ext>
            </a:extLst>
          </p:cNvPr>
          <p:cNvSpPr>
            <a:spLocks xmlns:a="http://schemas.openxmlformats.org/drawingml/2006/main" noGrp="1"/>
          </p:cNvSpPr>
          <p:nvPr/>
        </p:nvSpPr>
        <p:spPr>
          <a:xfrm xmlns:a="http://schemas.openxmlformats.org/drawingml/2006/main">
            <a:off x="441013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3869B2"/>
          </a:solidFill>
          <a:ln xmlns:a="http://schemas.openxmlformats.org/drawingml/2006/main" w="2684">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4F7E1A8B-7DA6-40B0-B732-CAD05C08030A}"/>
              </a:ext>
            </a:extLst>
          </p:cNvPr>
          <p:cNvSpPr>
            <a:spLocks xmlns:a="http://schemas.openxmlformats.org/drawingml/2006/main" noGrp="1"/>
          </p:cNvSpPr>
          <p:nvPr/>
        </p:nvSpPr>
        <p:spPr>
          <a:xfrm xmlns:a="http://schemas.openxmlformats.org/drawingml/2006/main">
            <a:off x="441013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14295B"/>
          </a:solidFill>
          <a:ln xmlns:a="http://schemas.openxmlformats.org/drawingml/2006/main" w="2684">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E8C62EC8-8338-4DA7-B6EB-B3ADB6805F99}"/>
              </a:ext>
            </a:extLst>
          </p:cNvPr>
          <p:cNvSpPr>
            <a:spLocks xmlns:a="http://schemas.openxmlformats.org/drawingml/2006/main" noGrp="1"/>
          </p:cNvSpPr>
          <p:nvPr/>
        </p:nvSpPr>
        <p:spPr>
          <a:xfrm xmlns:a="http://schemas.openxmlformats.org/drawingml/2006/main">
            <a:off x="441013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224889"/>
          </a:solidFill>
          <a:ln xmlns:a="http://schemas.openxmlformats.org/drawingml/2006/main" w="2684">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136C7114-BE79-4373-BAE8-E31D98672733}"/>
              </a:ext>
            </a:extLst>
          </p:cNvPr>
          <p:cNvSpPr>
            <a:spLocks xmlns:a="http://schemas.openxmlformats.org/drawingml/2006/main" noGrp="1"/>
          </p:cNvSpPr>
          <p:nvPr/>
        </p:nvSpPr>
        <p:spPr>
          <a:xfrm xmlns:a="http://schemas.openxmlformats.org/drawingml/2006/main">
            <a:off x="441013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69FABA32-AB67-4F0D-94E0-232A0DD4A586}"/>
              </a:ext>
            </a:extLst>
          </p:cNvPr>
          <p:cNvSpPr>
            <a:spLocks xmlns:a="http://schemas.openxmlformats.org/drawingml/2006/main" noGrp="1"/>
          </p:cNvSpPr>
          <p:nvPr/>
        </p:nvSpPr>
        <p:spPr>
          <a:xfrm xmlns:a="http://schemas.openxmlformats.org/drawingml/2006/main">
            <a:off x="447102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6C942C07-191C-4E7B-B61C-88A011D66CBF}"/>
              </a:ext>
            </a:extLst>
          </p:cNvPr>
          <p:cNvSpPr>
            <a:spLocks xmlns:a="http://schemas.openxmlformats.org/drawingml/2006/main" noGrp="1"/>
          </p:cNvSpPr>
          <p:nvPr/>
        </p:nvSpPr>
        <p:spPr>
          <a:xfrm xmlns:a="http://schemas.openxmlformats.org/drawingml/2006/main">
            <a:off x="447102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0B4C3E40-E851-4706-BA3F-5A6DDEE30D01}"/>
              </a:ext>
            </a:extLst>
          </p:cNvPr>
          <p:cNvSpPr>
            <a:spLocks xmlns:a="http://schemas.openxmlformats.org/drawingml/2006/main" noGrp="1"/>
          </p:cNvSpPr>
          <p:nvPr/>
        </p:nvSpPr>
        <p:spPr>
          <a:xfrm xmlns:a="http://schemas.openxmlformats.org/drawingml/2006/main">
            <a:off x="453191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F6AC8715-D8BA-4692-9889-EDAA0662647E}"/>
              </a:ext>
            </a:extLst>
          </p:cNvPr>
          <p:cNvSpPr>
            <a:spLocks xmlns:a="http://schemas.openxmlformats.org/drawingml/2006/main" noGrp="1"/>
          </p:cNvSpPr>
          <p:nvPr/>
        </p:nvSpPr>
        <p:spPr>
          <a:xfrm xmlns:a="http://schemas.openxmlformats.org/drawingml/2006/main">
            <a:off x="1913564"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85A27D18-CB11-4FAC-9BA8-FEF67DB147C9}"/>
              </a:ext>
            </a:extLst>
          </p:cNvPr>
          <p:cNvSpPr>
            <a:spLocks xmlns:a="http://schemas.openxmlformats.org/drawingml/2006/main" noGrp="1"/>
          </p:cNvSpPr>
          <p:nvPr/>
        </p:nvSpPr>
        <p:spPr>
          <a:xfrm xmlns:a="http://schemas.openxmlformats.org/drawingml/2006/main">
            <a:off x="1913564"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A2C7A62C-4877-4BDC-A027-8E3D5A8A373B}"/>
              </a:ext>
            </a:extLst>
          </p:cNvPr>
          <p:cNvSpPr>
            <a:spLocks xmlns:a="http://schemas.openxmlformats.org/drawingml/2006/main" noGrp="1"/>
          </p:cNvSpPr>
          <p:nvPr/>
        </p:nvSpPr>
        <p:spPr>
          <a:xfrm xmlns:a="http://schemas.openxmlformats.org/drawingml/2006/main">
            <a:off x="1913564"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6FB37C3A-BBD8-4F29-8609-6580055B09AD}"/>
              </a:ext>
            </a:extLst>
          </p:cNvPr>
          <p:cNvSpPr>
            <a:spLocks xmlns:a="http://schemas.openxmlformats.org/drawingml/2006/main" noGrp="1"/>
          </p:cNvSpPr>
          <p:nvPr/>
        </p:nvSpPr>
        <p:spPr>
          <a:xfrm xmlns:a="http://schemas.openxmlformats.org/drawingml/2006/main">
            <a:off x="1913564"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BE462320-0AB0-45D8-B5E4-8C379F33B389}"/>
              </a:ext>
            </a:extLst>
          </p:cNvPr>
          <p:cNvSpPr>
            <a:spLocks xmlns:a="http://schemas.openxmlformats.org/drawingml/2006/main" noGrp="1"/>
          </p:cNvSpPr>
          <p:nvPr/>
        </p:nvSpPr>
        <p:spPr>
          <a:xfrm xmlns:a="http://schemas.openxmlformats.org/drawingml/2006/main">
            <a:off x="1913564"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12528085-3EA0-4CF4-83CA-E7EA55A86F27}"/>
              </a:ext>
            </a:extLst>
          </p:cNvPr>
          <p:cNvSpPr>
            <a:spLocks xmlns:a="http://schemas.openxmlformats.org/drawingml/2006/main" noGrp="1"/>
          </p:cNvSpPr>
          <p:nvPr/>
        </p:nvSpPr>
        <p:spPr>
          <a:xfrm xmlns:a="http://schemas.openxmlformats.org/drawingml/2006/main">
            <a:off x="1913564"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AA17F290-6D94-4D4B-BE7A-1E4C32D90E49}"/>
              </a:ext>
            </a:extLst>
          </p:cNvPr>
          <p:cNvSpPr>
            <a:spLocks xmlns:a="http://schemas.openxmlformats.org/drawingml/2006/main" noGrp="1"/>
          </p:cNvSpPr>
          <p:nvPr/>
        </p:nvSpPr>
        <p:spPr>
          <a:xfrm xmlns:a="http://schemas.openxmlformats.org/drawingml/2006/main">
            <a:off x="191356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7836BF57-5EDC-4350-B6F4-3BB9A85DD05A}"/>
              </a:ext>
            </a:extLst>
          </p:cNvPr>
          <p:cNvSpPr>
            <a:spLocks xmlns:a="http://schemas.openxmlformats.org/drawingml/2006/main" noGrp="1"/>
          </p:cNvSpPr>
          <p:nvPr/>
        </p:nvSpPr>
        <p:spPr>
          <a:xfrm xmlns:a="http://schemas.openxmlformats.org/drawingml/2006/main">
            <a:off x="1974456"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602280BB-14F2-4804-89D1-49F7EE7435A8}"/>
              </a:ext>
            </a:extLst>
          </p:cNvPr>
          <p:cNvSpPr>
            <a:spLocks xmlns:a="http://schemas.openxmlformats.org/drawingml/2006/main" noGrp="1"/>
          </p:cNvSpPr>
          <p:nvPr/>
        </p:nvSpPr>
        <p:spPr>
          <a:xfrm xmlns:a="http://schemas.openxmlformats.org/drawingml/2006/main">
            <a:off x="1974456"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DC258C7C-B42B-410C-BFE7-9E10958D9475}"/>
              </a:ext>
            </a:extLst>
          </p:cNvPr>
          <p:cNvSpPr>
            <a:spLocks xmlns:a="http://schemas.openxmlformats.org/drawingml/2006/main" noGrp="1"/>
          </p:cNvSpPr>
          <p:nvPr/>
        </p:nvSpPr>
        <p:spPr>
          <a:xfrm xmlns:a="http://schemas.openxmlformats.org/drawingml/2006/main">
            <a:off x="1974456"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D8A99EC2-FF67-4493-9F9B-FEF6E9558A2D}"/>
              </a:ext>
            </a:extLst>
          </p:cNvPr>
          <p:cNvSpPr>
            <a:spLocks xmlns:a="http://schemas.openxmlformats.org/drawingml/2006/main" noGrp="1"/>
          </p:cNvSpPr>
          <p:nvPr/>
        </p:nvSpPr>
        <p:spPr>
          <a:xfrm xmlns:a="http://schemas.openxmlformats.org/drawingml/2006/main">
            <a:off x="197445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40E85374-84DF-429E-B9DB-E297C434C11D}"/>
              </a:ext>
            </a:extLst>
          </p:cNvPr>
          <p:cNvSpPr>
            <a:spLocks xmlns:a="http://schemas.openxmlformats.org/drawingml/2006/main" noGrp="1"/>
          </p:cNvSpPr>
          <p:nvPr/>
        </p:nvSpPr>
        <p:spPr>
          <a:xfrm xmlns:a="http://schemas.openxmlformats.org/drawingml/2006/main">
            <a:off x="197445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E9B3B771-1BB0-43BE-87D2-0632614AFBE7}"/>
              </a:ext>
            </a:extLst>
          </p:cNvPr>
          <p:cNvSpPr>
            <a:spLocks xmlns:a="http://schemas.openxmlformats.org/drawingml/2006/main" noGrp="1"/>
          </p:cNvSpPr>
          <p:nvPr/>
        </p:nvSpPr>
        <p:spPr>
          <a:xfrm xmlns:a="http://schemas.openxmlformats.org/drawingml/2006/main">
            <a:off x="197445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4B72B236-2A63-48DF-9D4C-1D11DFC6405A}"/>
              </a:ext>
            </a:extLst>
          </p:cNvPr>
          <p:cNvSpPr>
            <a:spLocks xmlns:a="http://schemas.openxmlformats.org/drawingml/2006/main" noGrp="1"/>
          </p:cNvSpPr>
          <p:nvPr/>
        </p:nvSpPr>
        <p:spPr>
          <a:xfrm xmlns:a="http://schemas.openxmlformats.org/drawingml/2006/main">
            <a:off x="197445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54947FF3-0FC9-41E5-B903-4E35E496E723}"/>
              </a:ext>
            </a:extLst>
          </p:cNvPr>
          <p:cNvSpPr>
            <a:spLocks xmlns:a="http://schemas.openxmlformats.org/drawingml/2006/main" noGrp="1"/>
          </p:cNvSpPr>
          <p:nvPr/>
        </p:nvSpPr>
        <p:spPr>
          <a:xfrm xmlns:a="http://schemas.openxmlformats.org/drawingml/2006/main">
            <a:off x="2035347"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1F82756B-2EE8-4934-B30B-2400EB91AF43}"/>
              </a:ext>
            </a:extLst>
          </p:cNvPr>
          <p:cNvSpPr>
            <a:spLocks xmlns:a="http://schemas.openxmlformats.org/drawingml/2006/main" noGrp="1"/>
          </p:cNvSpPr>
          <p:nvPr/>
        </p:nvSpPr>
        <p:spPr>
          <a:xfrm xmlns:a="http://schemas.openxmlformats.org/drawingml/2006/main">
            <a:off x="203534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E896B06F-3713-41C1-A610-5D958D19ACD4}"/>
              </a:ext>
            </a:extLst>
          </p:cNvPr>
          <p:cNvSpPr>
            <a:spLocks xmlns:a="http://schemas.openxmlformats.org/drawingml/2006/main" noGrp="1"/>
          </p:cNvSpPr>
          <p:nvPr/>
        </p:nvSpPr>
        <p:spPr>
          <a:xfrm xmlns:a="http://schemas.openxmlformats.org/drawingml/2006/main">
            <a:off x="2035347"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DCFA72FC-123E-4A07-868A-F47C2139C3D6}"/>
              </a:ext>
            </a:extLst>
          </p:cNvPr>
          <p:cNvSpPr>
            <a:spLocks xmlns:a="http://schemas.openxmlformats.org/drawingml/2006/main" noGrp="1"/>
          </p:cNvSpPr>
          <p:nvPr/>
        </p:nvSpPr>
        <p:spPr>
          <a:xfrm xmlns:a="http://schemas.openxmlformats.org/drawingml/2006/main">
            <a:off x="203534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452C920F-EB8E-450A-A51C-1C43EDA66D59}"/>
              </a:ext>
            </a:extLst>
          </p:cNvPr>
          <p:cNvSpPr>
            <a:spLocks xmlns:a="http://schemas.openxmlformats.org/drawingml/2006/main" noGrp="1"/>
          </p:cNvSpPr>
          <p:nvPr/>
        </p:nvSpPr>
        <p:spPr>
          <a:xfrm xmlns:a="http://schemas.openxmlformats.org/drawingml/2006/main">
            <a:off x="203534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88F85E1D-D76D-489B-9326-E5FC50472210}"/>
              </a:ext>
            </a:extLst>
          </p:cNvPr>
          <p:cNvSpPr>
            <a:spLocks xmlns:a="http://schemas.openxmlformats.org/drawingml/2006/main" noGrp="1"/>
          </p:cNvSpPr>
          <p:nvPr/>
        </p:nvSpPr>
        <p:spPr>
          <a:xfrm xmlns:a="http://schemas.openxmlformats.org/drawingml/2006/main">
            <a:off x="203534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A5A5282B-D8DF-435C-9590-F586E0E5C90D}"/>
              </a:ext>
            </a:extLst>
          </p:cNvPr>
          <p:cNvSpPr>
            <a:spLocks xmlns:a="http://schemas.openxmlformats.org/drawingml/2006/main" noGrp="1"/>
          </p:cNvSpPr>
          <p:nvPr/>
        </p:nvSpPr>
        <p:spPr>
          <a:xfrm xmlns:a="http://schemas.openxmlformats.org/drawingml/2006/main">
            <a:off x="203534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D6547859-EF3D-4003-9FCE-2BCD8FD3DE77}"/>
              </a:ext>
            </a:extLst>
          </p:cNvPr>
          <p:cNvSpPr>
            <a:spLocks xmlns:a="http://schemas.openxmlformats.org/drawingml/2006/main" noGrp="1"/>
          </p:cNvSpPr>
          <p:nvPr/>
        </p:nvSpPr>
        <p:spPr>
          <a:xfrm xmlns:a="http://schemas.openxmlformats.org/drawingml/2006/main">
            <a:off x="203534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202928EC-3605-4134-BEDC-A88799405A7F}"/>
              </a:ext>
            </a:extLst>
          </p:cNvPr>
          <p:cNvSpPr>
            <a:spLocks xmlns:a="http://schemas.openxmlformats.org/drawingml/2006/main" noGrp="1"/>
          </p:cNvSpPr>
          <p:nvPr/>
        </p:nvSpPr>
        <p:spPr>
          <a:xfrm xmlns:a="http://schemas.openxmlformats.org/drawingml/2006/main">
            <a:off x="203534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7A73AC45-B008-4377-9F78-9A2CC09C0784}"/>
              </a:ext>
            </a:extLst>
          </p:cNvPr>
          <p:cNvSpPr>
            <a:spLocks xmlns:a="http://schemas.openxmlformats.org/drawingml/2006/main" noGrp="1"/>
          </p:cNvSpPr>
          <p:nvPr/>
        </p:nvSpPr>
        <p:spPr>
          <a:xfrm xmlns:a="http://schemas.openxmlformats.org/drawingml/2006/main">
            <a:off x="209623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85882CFC-1EED-4997-8BE6-95185E5F250F}"/>
              </a:ext>
            </a:extLst>
          </p:cNvPr>
          <p:cNvSpPr>
            <a:spLocks xmlns:a="http://schemas.openxmlformats.org/drawingml/2006/main" noGrp="1"/>
          </p:cNvSpPr>
          <p:nvPr/>
        </p:nvSpPr>
        <p:spPr>
          <a:xfrm xmlns:a="http://schemas.openxmlformats.org/drawingml/2006/main">
            <a:off x="209623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BF9AD802-1654-4426-A45E-299E1EF0A2FF}"/>
              </a:ext>
            </a:extLst>
          </p:cNvPr>
          <p:cNvSpPr>
            <a:spLocks xmlns:a="http://schemas.openxmlformats.org/drawingml/2006/main" noGrp="1"/>
          </p:cNvSpPr>
          <p:nvPr/>
        </p:nvSpPr>
        <p:spPr>
          <a:xfrm xmlns:a="http://schemas.openxmlformats.org/drawingml/2006/main">
            <a:off x="209623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876FD117-E6ED-4E76-BF5C-8E7CD6E9B04B}"/>
              </a:ext>
            </a:extLst>
          </p:cNvPr>
          <p:cNvSpPr>
            <a:spLocks xmlns:a="http://schemas.openxmlformats.org/drawingml/2006/main" noGrp="1"/>
          </p:cNvSpPr>
          <p:nvPr/>
        </p:nvSpPr>
        <p:spPr>
          <a:xfrm xmlns:a="http://schemas.openxmlformats.org/drawingml/2006/main">
            <a:off x="209623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70636546-AA67-45C6-93DE-3D52DCAD5BA4}"/>
              </a:ext>
            </a:extLst>
          </p:cNvPr>
          <p:cNvSpPr>
            <a:spLocks xmlns:a="http://schemas.openxmlformats.org/drawingml/2006/main" noGrp="1"/>
          </p:cNvSpPr>
          <p:nvPr/>
        </p:nvSpPr>
        <p:spPr>
          <a:xfrm xmlns:a="http://schemas.openxmlformats.org/drawingml/2006/main">
            <a:off x="209623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F3C57192-6386-456B-BC38-A2A47650EC6B}"/>
              </a:ext>
            </a:extLst>
          </p:cNvPr>
          <p:cNvSpPr>
            <a:spLocks xmlns:a="http://schemas.openxmlformats.org/drawingml/2006/main" noGrp="1"/>
          </p:cNvSpPr>
          <p:nvPr/>
        </p:nvSpPr>
        <p:spPr>
          <a:xfrm xmlns:a="http://schemas.openxmlformats.org/drawingml/2006/main">
            <a:off x="209623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A78E6A7D-B419-4BBE-992A-F7CAA756CA7A}"/>
              </a:ext>
            </a:extLst>
          </p:cNvPr>
          <p:cNvSpPr>
            <a:spLocks xmlns:a="http://schemas.openxmlformats.org/drawingml/2006/main" noGrp="1"/>
          </p:cNvSpPr>
          <p:nvPr/>
        </p:nvSpPr>
        <p:spPr>
          <a:xfrm xmlns:a="http://schemas.openxmlformats.org/drawingml/2006/main">
            <a:off x="215713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9B1948BE-CA02-4CA6-94E2-1D6C561DD20E}"/>
              </a:ext>
            </a:extLst>
          </p:cNvPr>
          <p:cNvSpPr>
            <a:spLocks xmlns:a="http://schemas.openxmlformats.org/drawingml/2006/main" noGrp="1"/>
          </p:cNvSpPr>
          <p:nvPr/>
        </p:nvSpPr>
        <p:spPr>
          <a:xfrm xmlns:a="http://schemas.openxmlformats.org/drawingml/2006/main">
            <a:off x="215713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CD9C27C8-69A9-467A-87AC-F1FFE062716B}"/>
              </a:ext>
            </a:extLst>
          </p:cNvPr>
          <p:cNvSpPr>
            <a:spLocks xmlns:a="http://schemas.openxmlformats.org/drawingml/2006/main" noGrp="1"/>
          </p:cNvSpPr>
          <p:nvPr/>
        </p:nvSpPr>
        <p:spPr>
          <a:xfrm xmlns:a="http://schemas.openxmlformats.org/drawingml/2006/main">
            <a:off x="215713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E3B5B087-0EF0-4ADF-8C80-7E0AF2D5B7A6}"/>
              </a:ext>
            </a:extLst>
          </p:cNvPr>
          <p:cNvSpPr>
            <a:spLocks xmlns:a="http://schemas.openxmlformats.org/drawingml/2006/main" noGrp="1"/>
          </p:cNvSpPr>
          <p:nvPr/>
        </p:nvSpPr>
        <p:spPr>
          <a:xfrm xmlns:a="http://schemas.openxmlformats.org/drawingml/2006/main">
            <a:off x="215713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8C7C1D05-A6FA-44FE-9336-A191A85ED298}"/>
              </a:ext>
            </a:extLst>
          </p:cNvPr>
          <p:cNvSpPr>
            <a:spLocks xmlns:a="http://schemas.openxmlformats.org/drawingml/2006/main" noGrp="1"/>
          </p:cNvSpPr>
          <p:nvPr/>
        </p:nvSpPr>
        <p:spPr>
          <a:xfrm xmlns:a="http://schemas.openxmlformats.org/drawingml/2006/main">
            <a:off x="2218023"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B5A7F282-1E89-4735-9D2D-16471B1CC584}"/>
              </a:ext>
            </a:extLst>
          </p:cNvPr>
          <p:cNvSpPr>
            <a:spLocks xmlns:a="http://schemas.openxmlformats.org/drawingml/2006/main" noGrp="1"/>
          </p:cNvSpPr>
          <p:nvPr/>
        </p:nvSpPr>
        <p:spPr>
          <a:xfrm xmlns:a="http://schemas.openxmlformats.org/drawingml/2006/main">
            <a:off x="2218023"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CF85DF32-6E48-470F-895E-5DB1A71992C3}"/>
              </a:ext>
            </a:extLst>
          </p:cNvPr>
          <p:cNvSpPr>
            <a:spLocks xmlns:a="http://schemas.openxmlformats.org/drawingml/2006/main" noGrp="1"/>
          </p:cNvSpPr>
          <p:nvPr/>
        </p:nvSpPr>
        <p:spPr>
          <a:xfrm xmlns:a="http://schemas.openxmlformats.org/drawingml/2006/main">
            <a:off x="2218023"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71F85A81-BFDA-4097-BF84-4AF363C3350E}"/>
              </a:ext>
            </a:extLst>
          </p:cNvPr>
          <p:cNvSpPr>
            <a:spLocks xmlns:a="http://schemas.openxmlformats.org/drawingml/2006/main" noGrp="1"/>
          </p:cNvSpPr>
          <p:nvPr/>
        </p:nvSpPr>
        <p:spPr>
          <a:xfrm xmlns:a="http://schemas.openxmlformats.org/drawingml/2006/main">
            <a:off x="2218023"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7F898F3F-20C1-4BE4-BB5E-D17845627D5E}"/>
              </a:ext>
            </a:extLst>
          </p:cNvPr>
          <p:cNvSpPr>
            <a:spLocks xmlns:a="http://schemas.openxmlformats.org/drawingml/2006/main" noGrp="1"/>
          </p:cNvSpPr>
          <p:nvPr/>
        </p:nvSpPr>
        <p:spPr>
          <a:xfrm xmlns:a="http://schemas.openxmlformats.org/drawingml/2006/main">
            <a:off x="2218023"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34E7B9D8-DB64-488B-8AB5-A407460BBD3D}"/>
              </a:ext>
            </a:extLst>
          </p:cNvPr>
          <p:cNvSpPr>
            <a:spLocks xmlns:a="http://schemas.openxmlformats.org/drawingml/2006/main" noGrp="1"/>
          </p:cNvSpPr>
          <p:nvPr/>
        </p:nvSpPr>
        <p:spPr>
          <a:xfrm xmlns:a="http://schemas.openxmlformats.org/drawingml/2006/main">
            <a:off x="2218023"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A060C8FC-A39E-4248-B0F2-959B4F7159BA}"/>
              </a:ext>
            </a:extLst>
          </p:cNvPr>
          <p:cNvSpPr>
            <a:spLocks xmlns:a="http://schemas.openxmlformats.org/drawingml/2006/main" noGrp="1"/>
          </p:cNvSpPr>
          <p:nvPr/>
        </p:nvSpPr>
        <p:spPr>
          <a:xfrm xmlns:a="http://schemas.openxmlformats.org/drawingml/2006/main">
            <a:off x="2278915"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2A14CB1D-EC89-4FC5-A2C9-8434E0DA8636}"/>
              </a:ext>
            </a:extLst>
          </p:cNvPr>
          <p:cNvSpPr>
            <a:spLocks xmlns:a="http://schemas.openxmlformats.org/drawingml/2006/main" noGrp="1"/>
          </p:cNvSpPr>
          <p:nvPr/>
        </p:nvSpPr>
        <p:spPr>
          <a:xfrm xmlns:a="http://schemas.openxmlformats.org/drawingml/2006/main">
            <a:off x="2278915"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9C6DB4F7-B6F2-403E-B606-C9B995384614}"/>
              </a:ext>
            </a:extLst>
          </p:cNvPr>
          <p:cNvSpPr>
            <a:spLocks xmlns:a="http://schemas.openxmlformats.org/drawingml/2006/main" noGrp="1"/>
          </p:cNvSpPr>
          <p:nvPr/>
        </p:nvSpPr>
        <p:spPr>
          <a:xfrm xmlns:a="http://schemas.openxmlformats.org/drawingml/2006/main">
            <a:off x="2278915"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8B3C2C83-8B3B-4BEA-9D66-0B1B009B5184}"/>
              </a:ext>
            </a:extLst>
          </p:cNvPr>
          <p:cNvSpPr>
            <a:spLocks xmlns:a="http://schemas.openxmlformats.org/drawingml/2006/main" noGrp="1"/>
          </p:cNvSpPr>
          <p:nvPr/>
        </p:nvSpPr>
        <p:spPr>
          <a:xfrm xmlns:a="http://schemas.openxmlformats.org/drawingml/2006/main">
            <a:off x="2278915"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FAA467AD-5FB7-4D1A-A21F-EC83E1D5DFBD}"/>
              </a:ext>
            </a:extLst>
          </p:cNvPr>
          <p:cNvSpPr>
            <a:spLocks xmlns:a="http://schemas.openxmlformats.org/drawingml/2006/main" noGrp="1"/>
          </p:cNvSpPr>
          <p:nvPr/>
        </p:nvSpPr>
        <p:spPr>
          <a:xfrm xmlns:a="http://schemas.openxmlformats.org/drawingml/2006/main">
            <a:off x="2278915"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084C89D4-7A25-468C-B33F-3C6342B363BB}"/>
              </a:ext>
            </a:extLst>
          </p:cNvPr>
          <p:cNvSpPr>
            <a:spLocks xmlns:a="http://schemas.openxmlformats.org/drawingml/2006/main" noGrp="1"/>
          </p:cNvSpPr>
          <p:nvPr/>
        </p:nvSpPr>
        <p:spPr>
          <a:xfrm xmlns:a="http://schemas.openxmlformats.org/drawingml/2006/main">
            <a:off x="2278915"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4DF021F4-2045-475E-B1CA-AD24963B9686}"/>
              </a:ext>
            </a:extLst>
          </p:cNvPr>
          <p:cNvSpPr>
            <a:spLocks xmlns:a="http://schemas.openxmlformats.org/drawingml/2006/main" noGrp="1"/>
          </p:cNvSpPr>
          <p:nvPr/>
        </p:nvSpPr>
        <p:spPr>
          <a:xfrm xmlns:a="http://schemas.openxmlformats.org/drawingml/2006/main">
            <a:off x="2278915"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47480974-7CF7-4F01-A7C6-3E631BA5C064}"/>
              </a:ext>
            </a:extLst>
          </p:cNvPr>
          <p:cNvSpPr>
            <a:spLocks xmlns:a="http://schemas.openxmlformats.org/drawingml/2006/main" noGrp="1"/>
          </p:cNvSpPr>
          <p:nvPr/>
        </p:nvSpPr>
        <p:spPr>
          <a:xfrm xmlns:a="http://schemas.openxmlformats.org/drawingml/2006/main">
            <a:off x="2278915"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745A030D-2DAC-42AE-A51F-61CFFBE9A0AE}"/>
              </a:ext>
            </a:extLst>
          </p:cNvPr>
          <p:cNvSpPr>
            <a:spLocks xmlns:a="http://schemas.openxmlformats.org/drawingml/2006/main" noGrp="1"/>
          </p:cNvSpPr>
          <p:nvPr/>
        </p:nvSpPr>
        <p:spPr>
          <a:xfrm xmlns:a="http://schemas.openxmlformats.org/drawingml/2006/main">
            <a:off x="2278915"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558B13FF-CCCD-4047-8BDD-5710D7F5ED6B}"/>
              </a:ext>
            </a:extLst>
          </p:cNvPr>
          <p:cNvSpPr>
            <a:spLocks xmlns:a="http://schemas.openxmlformats.org/drawingml/2006/main" noGrp="1"/>
          </p:cNvSpPr>
          <p:nvPr/>
        </p:nvSpPr>
        <p:spPr>
          <a:xfrm xmlns:a="http://schemas.openxmlformats.org/drawingml/2006/main">
            <a:off x="2278915"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EF1394CC-01C3-47DA-9B7C-68D48C18E1C9}"/>
              </a:ext>
            </a:extLst>
          </p:cNvPr>
          <p:cNvSpPr>
            <a:spLocks xmlns:a="http://schemas.openxmlformats.org/drawingml/2006/main" noGrp="1"/>
          </p:cNvSpPr>
          <p:nvPr/>
        </p:nvSpPr>
        <p:spPr>
          <a:xfrm xmlns:a="http://schemas.openxmlformats.org/drawingml/2006/main">
            <a:off x="2339807"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50E603AF-F37B-4144-8903-8DE869D06F9A}"/>
              </a:ext>
            </a:extLst>
          </p:cNvPr>
          <p:cNvSpPr>
            <a:spLocks xmlns:a="http://schemas.openxmlformats.org/drawingml/2006/main" noGrp="1"/>
          </p:cNvSpPr>
          <p:nvPr/>
        </p:nvSpPr>
        <p:spPr>
          <a:xfrm xmlns:a="http://schemas.openxmlformats.org/drawingml/2006/main">
            <a:off x="2339807"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651597DD-1561-4C39-A689-943EEC9D5E05}"/>
              </a:ext>
            </a:extLst>
          </p:cNvPr>
          <p:cNvSpPr>
            <a:spLocks xmlns:a="http://schemas.openxmlformats.org/drawingml/2006/main" noGrp="1"/>
          </p:cNvSpPr>
          <p:nvPr/>
        </p:nvSpPr>
        <p:spPr>
          <a:xfrm xmlns:a="http://schemas.openxmlformats.org/drawingml/2006/main">
            <a:off x="2339807"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941718C1-BE1D-4E37-A827-C4DB76351879}"/>
              </a:ext>
            </a:extLst>
          </p:cNvPr>
          <p:cNvSpPr>
            <a:spLocks xmlns:a="http://schemas.openxmlformats.org/drawingml/2006/main" noGrp="1"/>
          </p:cNvSpPr>
          <p:nvPr/>
        </p:nvSpPr>
        <p:spPr>
          <a:xfrm xmlns:a="http://schemas.openxmlformats.org/drawingml/2006/main">
            <a:off x="2339807"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1D986B75-837A-4109-A00B-B1C9214D741D}"/>
              </a:ext>
            </a:extLst>
          </p:cNvPr>
          <p:cNvSpPr>
            <a:spLocks xmlns:a="http://schemas.openxmlformats.org/drawingml/2006/main" noGrp="1"/>
          </p:cNvSpPr>
          <p:nvPr/>
        </p:nvSpPr>
        <p:spPr>
          <a:xfrm xmlns:a="http://schemas.openxmlformats.org/drawingml/2006/main">
            <a:off x="2339807"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592DFEC0-7851-484F-B35F-36D5D80B8A6B}"/>
              </a:ext>
            </a:extLst>
          </p:cNvPr>
          <p:cNvSpPr>
            <a:spLocks xmlns:a="http://schemas.openxmlformats.org/drawingml/2006/main" noGrp="1"/>
          </p:cNvSpPr>
          <p:nvPr/>
        </p:nvSpPr>
        <p:spPr>
          <a:xfrm xmlns:a="http://schemas.openxmlformats.org/drawingml/2006/main">
            <a:off x="233980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3ECFEF60-6184-40F5-A46A-B2F6EC0DAB1F}"/>
              </a:ext>
            </a:extLst>
          </p:cNvPr>
          <p:cNvSpPr>
            <a:spLocks xmlns:a="http://schemas.openxmlformats.org/drawingml/2006/main" noGrp="1"/>
          </p:cNvSpPr>
          <p:nvPr/>
        </p:nvSpPr>
        <p:spPr>
          <a:xfrm xmlns:a="http://schemas.openxmlformats.org/drawingml/2006/main">
            <a:off x="233980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375CCC0E-0B1E-4F9A-B18F-174C5E3F71DF}"/>
              </a:ext>
            </a:extLst>
          </p:cNvPr>
          <p:cNvSpPr>
            <a:spLocks xmlns:a="http://schemas.openxmlformats.org/drawingml/2006/main" noGrp="1"/>
          </p:cNvSpPr>
          <p:nvPr/>
        </p:nvSpPr>
        <p:spPr>
          <a:xfrm xmlns:a="http://schemas.openxmlformats.org/drawingml/2006/main">
            <a:off x="233980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C49201F9-173C-422C-B669-A8B050D51BEB}"/>
              </a:ext>
            </a:extLst>
          </p:cNvPr>
          <p:cNvSpPr>
            <a:spLocks xmlns:a="http://schemas.openxmlformats.org/drawingml/2006/main" noGrp="1"/>
          </p:cNvSpPr>
          <p:nvPr/>
        </p:nvSpPr>
        <p:spPr>
          <a:xfrm xmlns:a="http://schemas.openxmlformats.org/drawingml/2006/main">
            <a:off x="233980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8983D214-1AB9-4BD0-9682-FC7833F16301}"/>
              </a:ext>
            </a:extLst>
          </p:cNvPr>
          <p:cNvSpPr>
            <a:spLocks xmlns:a="http://schemas.openxmlformats.org/drawingml/2006/main" noGrp="1"/>
          </p:cNvSpPr>
          <p:nvPr/>
        </p:nvSpPr>
        <p:spPr>
          <a:xfrm xmlns:a="http://schemas.openxmlformats.org/drawingml/2006/main">
            <a:off x="233980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C6D44761-443C-4966-B402-1CA9C728571F}"/>
              </a:ext>
            </a:extLst>
          </p:cNvPr>
          <p:cNvSpPr>
            <a:spLocks xmlns:a="http://schemas.openxmlformats.org/drawingml/2006/main" noGrp="1"/>
          </p:cNvSpPr>
          <p:nvPr/>
        </p:nvSpPr>
        <p:spPr>
          <a:xfrm xmlns:a="http://schemas.openxmlformats.org/drawingml/2006/main">
            <a:off x="233980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71A14664-C534-405E-8427-9DA14BB1C263}"/>
              </a:ext>
            </a:extLst>
          </p:cNvPr>
          <p:cNvSpPr>
            <a:spLocks xmlns:a="http://schemas.openxmlformats.org/drawingml/2006/main" noGrp="1"/>
          </p:cNvSpPr>
          <p:nvPr/>
        </p:nvSpPr>
        <p:spPr>
          <a:xfrm xmlns:a="http://schemas.openxmlformats.org/drawingml/2006/main">
            <a:off x="233980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DD035955-1E13-4394-BF5C-A231AB11B0A4}"/>
              </a:ext>
            </a:extLst>
          </p:cNvPr>
          <p:cNvSpPr>
            <a:spLocks xmlns:a="http://schemas.openxmlformats.org/drawingml/2006/main" noGrp="1"/>
          </p:cNvSpPr>
          <p:nvPr/>
        </p:nvSpPr>
        <p:spPr>
          <a:xfrm xmlns:a="http://schemas.openxmlformats.org/drawingml/2006/main">
            <a:off x="233980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AF2FCE96-0647-44BE-82F3-8105C5D592E6}"/>
              </a:ext>
            </a:extLst>
          </p:cNvPr>
          <p:cNvSpPr>
            <a:spLocks xmlns:a="http://schemas.openxmlformats.org/drawingml/2006/main" noGrp="1"/>
          </p:cNvSpPr>
          <p:nvPr/>
        </p:nvSpPr>
        <p:spPr>
          <a:xfrm xmlns:a="http://schemas.openxmlformats.org/drawingml/2006/main">
            <a:off x="2400699"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53B48804-C43C-4484-B351-88F1A6D36B66}"/>
              </a:ext>
            </a:extLst>
          </p:cNvPr>
          <p:cNvSpPr>
            <a:spLocks xmlns:a="http://schemas.openxmlformats.org/drawingml/2006/main" noGrp="1"/>
          </p:cNvSpPr>
          <p:nvPr/>
        </p:nvSpPr>
        <p:spPr>
          <a:xfrm xmlns:a="http://schemas.openxmlformats.org/drawingml/2006/main">
            <a:off x="2400699"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1902CF82-5CEA-4672-B74D-FB0048ED8415}"/>
              </a:ext>
            </a:extLst>
          </p:cNvPr>
          <p:cNvSpPr>
            <a:spLocks xmlns:a="http://schemas.openxmlformats.org/drawingml/2006/main" noGrp="1"/>
          </p:cNvSpPr>
          <p:nvPr/>
        </p:nvSpPr>
        <p:spPr>
          <a:xfrm xmlns:a="http://schemas.openxmlformats.org/drawingml/2006/main">
            <a:off x="2400699"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CADDB8D2-6012-42E4-8D9B-3102574E6F2C}"/>
              </a:ext>
            </a:extLst>
          </p:cNvPr>
          <p:cNvSpPr>
            <a:spLocks xmlns:a="http://schemas.openxmlformats.org/drawingml/2006/main" noGrp="1"/>
          </p:cNvSpPr>
          <p:nvPr/>
        </p:nvSpPr>
        <p:spPr>
          <a:xfrm xmlns:a="http://schemas.openxmlformats.org/drawingml/2006/main">
            <a:off x="240069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F085138E-CA82-4893-BE4A-BFA3B67F4BF1}"/>
              </a:ext>
            </a:extLst>
          </p:cNvPr>
          <p:cNvSpPr>
            <a:spLocks xmlns:a="http://schemas.openxmlformats.org/drawingml/2006/main" noGrp="1"/>
          </p:cNvSpPr>
          <p:nvPr/>
        </p:nvSpPr>
        <p:spPr>
          <a:xfrm xmlns:a="http://schemas.openxmlformats.org/drawingml/2006/main">
            <a:off x="240069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917D4A69-012D-4232-8713-1C90040C40DB}"/>
              </a:ext>
            </a:extLst>
          </p:cNvPr>
          <p:cNvSpPr>
            <a:spLocks xmlns:a="http://schemas.openxmlformats.org/drawingml/2006/main" noGrp="1"/>
          </p:cNvSpPr>
          <p:nvPr/>
        </p:nvSpPr>
        <p:spPr>
          <a:xfrm xmlns:a="http://schemas.openxmlformats.org/drawingml/2006/main">
            <a:off x="240069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BEBA396C-6D40-4767-8258-13D7E79D17B5}"/>
              </a:ext>
            </a:extLst>
          </p:cNvPr>
          <p:cNvSpPr>
            <a:spLocks xmlns:a="http://schemas.openxmlformats.org/drawingml/2006/main" noGrp="1"/>
          </p:cNvSpPr>
          <p:nvPr/>
        </p:nvSpPr>
        <p:spPr>
          <a:xfrm xmlns:a="http://schemas.openxmlformats.org/drawingml/2006/main">
            <a:off x="240069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CCA72A16-F21E-48E9-98C0-5772D2BA4B82}"/>
              </a:ext>
            </a:extLst>
          </p:cNvPr>
          <p:cNvSpPr>
            <a:spLocks xmlns:a="http://schemas.openxmlformats.org/drawingml/2006/main" noGrp="1"/>
          </p:cNvSpPr>
          <p:nvPr/>
        </p:nvSpPr>
        <p:spPr>
          <a:xfrm xmlns:a="http://schemas.openxmlformats.org/drawingml/2006/main">
            <a:off x="240069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67700538-850B-413B-A325-FBB2B5972336}"/>
              </a:ext>
            </a:extLst>
          </p:cNvPr>
          <p:cNvSpPr>
            <a:spLocks xmlns:a="http://schemas.openxmlformats.org/drawingml/2006/main" noGrp="1"/>
          </p:cNvSpPr>
          <p:nvPr/>
        </p:nvSpPr>
        <p:spPr>
          <a:xfrm xmlns:a="http://schemas.openxmlformats.org/drawingml/2006/main">
            <a:off x="240069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AA03D812-4A82-4897-BD40-1309A23E93E0}"/>
              </a:ext>
            </a:extLst>
          </p:cNvPr>
          <p:cNvSpPr>
            <a:spLocks xmlns:a="http://schemas.openxmlformats.org/drawingml/2006/main" noGrp="1"/>
          </p:cNvSpPr>
          <p:nvPr/>
        </p:nvSpPr>
        <p:spPr>
          <a:xfrm xmlns:a="http://schemas.openxmlformats.org/drawingml/2006/main">
            <a:off x="240069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52F0DA4B-5E99-48EE-9DAE-943CB2EFCF20}"/>
              </a:ext>
            </a:extLst>
          </p:cNvPr>
          <p:cNvSpPr>
            <a:spLocks xmlns:a="http://schemas.openxmlformats.org/drawingml/2006/main" noGrp="1"/>
          </p:cNvSpPr>
          <p:nvPr/>
        </p:nvSpPr>
        <p:spPr>
          <a:xfrm xmlns:a="http://schemas.openxmlformats.org/drawingml/2006/main">
            <a:off x="240069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C76F221D-5D35-49E5-BB62-D01BF7650E2B}"/>
              </a:ext>
            </a:extLst>
          </p:cNvPr>
          <p:cNvSpPr>
            <a:spLocks xmlns:a="http://schemas.openxmlformats.org/drawingml/2006/main" noGrp="1"/>
          </p:cNvSpPr>
          <p:nvPr/>
        </p:nvSpPr>
        <p:spPr>
          <a:xfrm xmlns:a="http://schemas.openxmlformats.org/drawingml/2006/main">
            <a:off x="240069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7004FA01-5E7A-483C-959D-8AC48F754169}"/>
              </a:ext>
            </a:extLst>
          </p:cNvPr>
          <p:cNvSpPr>
            <a:spLocks xmlns:a="http://schemas.openxmlformats.org/drawingml/2006/main" noGrp="1"/>
          </p:cNvSpPr>
          <p:nvPr/>
        </p:nvSpPr>
        <p:spPr>
          <a:xfrm xmlns:a="http://schemas.openxmlformats.org/drawingml/2006/main">
            <a:off x="2461591"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46E77955-C90B-48E3-9C40-E09CE3D44C3D}"/>
              </a:ext>
            </a:extLst>
          </p:cNvPr>
          <p:cNvSpPr>
            <a:spLocks xmlns:a="http://schemas.openxmlformats.org/drawingml/2006/main" noGrp="1"/>
          </p:cNvSpPr>
          <p:nvPr/>
        </p:nvSpPr>
        <p:spPr>
          <a:xfrm xmlns:a="http://schemas.openxmlformats.org/drawingml/2006/main">
            <a:off x="2461591"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382C5E0B-6AA8-449C-AD05-BACAC088A70C}"/>
              </a:ext>
            </a:extLst>
          </p:cNvPr>
          <p:cNvSpPr>
            <a:spLocks xmlns:a="http://schemas.openxmlformats.org/drawingml/2006/main" noGrp="1"/>
          </p:cNvSpPr>
          <p:nvPr/>
        </p:nvSpPr>
        <p:spPr>
          <a:xfrm xmlns:a="http://schemas.openxmlformats.org/drawingml/2006/main">
            <a:off x="246159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10ED57FA-2DFA-4A1B-9064-F923AB0D77C3}"/>
              </a:ext>
            </a:extLst>
          </p:cNvPr>
          <p:cNvSpPr>
            <a:spLocks xmlns:a="http://schemas.openxmlformats.org/drawingml/2006/main" noGrp="1"/>
          </p:cNvSpPr>
          <p:nvPr/>
        </p:nvSpPr>
        <p:spPr>
          <a:xfrm xmlns:a="http://schemas.openxmlformats.org/drawingml/2006/main">
            <a:off x="246159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B0F715DA-2CEB-4976-ADE1-8F64B4F8E975}"/>
              </a:ext>
            </a:extLst>
          </p:cNvPr>
          <p:cNvSpPr>
            <a:spLocks xmlns:a="http://schemas.openxmlformats.org/drawingml/2006/main" noGrp="1"/>
          </p:cNvSpPr>
          <p:nvPr/>
        </p:nvSpPr>
        <p:spPr>
          <a:xfrm xmlns:a="http://schemas.openxmlformats.org/drawingml/2006/main">
            <a:off x="246159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64A8C372-9FFD-4ED4-816B-3E40CF633B00}"/>
              </a:ext>
            </a:extLst>
          </p:cNvPr>
          <p:cNvSpPr>
            <a:spLocks xmlns:a="http://schemas.openxmlformats.org/drawingml/2006/main" noGrp="1"/>
          </p:cNvSpPr>
          <p:nvPr/>
        </p:nvSpPr>
        <p:spPr>
          <a:xfrm xmlns:a="http://schemas.openxmlformats.org/drawingml/2006/main">
            <a:off x="246159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EBDC89B2-0024-4221-95FF-145631849F66}"/>
              </a:ext>
            </a:extLst>
          </p:cNvPr>
          <p:cNvSpPr>
            <a:spLocks xmlns:a="http://schemas.openxmlformats.org/drawingml/2006/main" noGrp="1"/>
          </p:cNvSpPr>
          <p:nvPr/>
        </p:nvSpPr>
        <p:spPr>
          <a:xfrm xmlns:a="http://schemas.openxmlformats.org/drawingml/2006/main">
            <a:off x="246159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0C009BD1-B4A6-453F-A7D5-63FF9EDFF2BC}"/>
              </a:ext>
            </a:extLst>
          </p:cNvPr>
          <p:cNvSpPr>
            <a:spLocks xmlns:a="http://schemas.openxmlformats.org/drawingml/2006/main" noGrp="1"/>
          </p:cNvSpPr>
          <p:nvPr/>
        </p:nvSpPr>
        <p:spPr>
          <a:xfrm xmlns:a="http://schemas.openxmlformats.org/drawingml/2006/main">
            <a:off x="246159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72E2C613-89EC-4682-B020-DACD7044D1F6}"/>
              </a:ext>
            </a:extLst>
          </p:cNvPr>
          <p:cNvSpPr>
            <a:spLocks xmlns:a="http://schemas.openxmlformats.org/drawingml/2006/main" noGrp="1"/>
          </p:cNvSpPr>
          <p:nvPr/>
        </p:nvSpPr>
        <p:spPr>
          <a:xfrm xmlns:a="http://schemas.openxmlformats.org/drawingml/2006/main">
            <a:off x="2461591"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D743FFF1-8E37-415B-99A6-823F7FA79A9A}"/>
              </a:ext>
            </a:extLst>
          </p:cNvPr>
          <p:cNvSpPr>
            <a:spLocks xmlns:a="http://schemas.openxmlformats.org/drawingml/2006/main" noGrp="1"/>
          </p:cNvSpPr>
          <p:nvPr/>
        </p:nvSpPr>
        <p:spPr>
          <a:xfrm xmlns:a="http://schemas.openxmlformats.org/drawingml/2006/main">
            <a:off x="2461591"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2D25DFDF-9441-4D88-BA1A-F068D3DF2C19}"/>
              </a:ext>
            </a:extLst>
          </p:cNvPr>
          <p:cNvSpPr>
            <a:spLocks xmlns:a="http://schemas.openxmlformats.org/drawingml/2006/main" noGrp="1"/>
          </p:cNvSpPr>
          <p:nvPr/>
        </p:nvSpPr>
        <p:spPr>
          <a:xfrm xmlns:a="http://schemas.openxmlformats.org/drawingml/2006/main">
            <a:off x="2461591"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A6E0BB87-85F3-4EDD-9695-65B623E0D275}"/>
              </a:ext>
            </a:extLst>
          </p:cNvPr>
          <p:cNvSpPr>
            <a:spLocks xmlns:a="http://schemas.openxmlformats.org/drawingml/2006/main" noGrp="1"/>
          </p:cNvSpPr>
          <p:nvPr/>
        </p:nvSpPr>
        <p:spPr>
          <a:xfrm xmlns:a="http://schemas.openxmlformats.org/drawingml/2006/main">
            <a:off x="2461591"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80664D28-BC63-4264-B053-ED94E642E9D4}"/>
              </a:ext>
            </a:extLst>
          </p:cNvPr>
          <p:cNvSpPr>
            <a:spLocks xmlns:a="http://schemas.openxmlformats.org/drawingml/2006/main" noGrp="1"/>
          </p:cNvSpPr>
          <p:nvPr/>
        </p:nvSpPr>
        <p:spPr>
          <a:xfrm xmlns:a="http://schemas.openxmlformats.org/drawingml/2006/main">
            <a:off x="2461591"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2D07C83F-A28C-476E-A668-65ABC82FACF9}"/>
              </a:ext>
            </a:extLst>
          </p:cNvPr>
          <p:cNvSpPr>
            <a:spLocks xmlns:a="http://schemas.openxmlformats.org/drawingml/2006/main" noGrp="1"/>
          </p:cNvSpPr>
          <p:nvPr/>
        </p:nvSpPr>
        <p:spPr>
          <a:xfrm xmlns:a="http://schemas.openxmlformats.org/drawingml/2006/main">
            <a:off x="2522482"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C06A31CD-4AEE-4957-B848-71039489737D}"/>
              </a:ext>
            </a:extLst>
          </p:cNvPr>
          <p:cNvSpPr>
            <a:spLocks xmlns:a="http://schemas.openxmlformats.org/drawingml/2006/main" noGrp="1"/>
          </p:cNvSpPr>
          <p:nvPr/>
        </p:nvSpPr>
        <p:spPr>
          <a:xfrm xmlns:a="http://schemas.openxmlformats.org/drawingml/2006/main">
            <a:off x="2522482"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8F11CBD9-1E69-4BD6-BFAE-371C57E5E766}"/>
              </a:ext>
            </a:extLst>
          </p:cNvPr>
          <p:cNvSpPr>
            <a:spLocks xmlns:a="http://schemas.openxmlformats.org/drawingml/2006/main" noGrp="1"/>
          </p:cNvSpPr>
          <p:nvPr/>
        </p:nvSpPr>
        <p:spPr>
          <a:xfrm xmlns:a="http://schemas.openxmlformats.org/drawingml/2006/main">
            <a:off x="2522482"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BDCD351B-1112-4F30-B1DA-1BFA9BDB193E}"/>
              </a:ext>
            </a:extLst>
          </p:cNvPr>
          <p:cNvSpPr>
            <a:spLocks xmlns:a="http://schemas.openxmlformats.org/drawingml/2006/main" noGrp="1"/>
          </p:cNvSpPr>
          <p:nvPr/>
        </p:nvSpPr>
        <p:spPr>
          <a:xfrm xmlns:a="http://schemas.openxmlformats.org/drawingml/2006/main">
            <a:off x="2522482"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AA5AE84B-4CDC-429F-B821-0C26F0E1A28A}"/>
              </a:ext>
            </a:extLst>
          </p:cNvPr>
          <p:cNvSpPr>
            <a:spLocks xmlns:a="http://schemas.openxmlformats.org/drawingml/2006/main" noGrp="1"/>
          </p:cNvSpPr>
          <p:nvPr/>
        </p:nvSpPr>
        <p:spPr>
          <a:xfrm xmlns:a="http://schemas.openxmlformats.org/drawingml/2006/main">
            <a:off x="2522482"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D2D44821-47A3-4768-A43F-AE7D9BE63882}"/>
              </a:ext>
            </a:extLst>
          </p:cNvPr>
          <p:cNvSpPr>
            <a:spLocks xmlns:a="http://schemas.openxmlformats.org/drawingml/2006/main" noGrp="1"/>
          </p:cNvSpPr>
          <p:nvPr/>
        </p:nvSpPr>
        <p:spPr>
          <a:xfrm xmlns:a="http://schemas.openxmlformats.org/drawingml/2006/main">
            <a:off x="252248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433EE166-99A1-4C61-A3E7-AF720E2DA5AE}"/>
              </a:ext>
            </a:extLst>
          </p:cNvPr>
          <p:cNvSpPr>
            <a:spLocks xmlns:a="http://schemas.openxmlformats.org/drawingml/2006/main" noGrp="1"/>
          </p:cNvSpPr>
          <p:nvPr/>
        </p:nvSpPr>
        <p:spPr>
          <a:xfrm xmlns:a="http://schemas.openxmlformats.org/drawingml/2006/main">
            <a:off x="252248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C926AEFB-3E86-422F-9BDF-675380F9486F}"/>
              </a:ext>
            </a:extLst>
          </p:cNvPr>
          <p:cNvSpPr>
            <a:spLocks xmlns:a="http://schemas.openxmlformats.org/drawingml/2006/main" noGrp="1"/>
          </p:cNvSpPr>
          <p:nvPr/>
        </p:nvSpPr>
        <p:spPr>
          <a:xfrm xmlns:a="http://schemas.openxmlformats.org/drawingml/2006/main">
            <a:off x="252248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4D2B5165-099B-4B75-A5A8-196575F45FBF}"/>
              </a:ext>
            </a:extLst>
          </p:cNvPr>
          <p:cNvSpPr>
            <a:spLocks xmlns:a="http://schemas.openxmlformats.org/drawingml/2006/main" noGrp="1"/>
          </p:cNvSpPr>
          <p:nvPr/>
        </p:nvSpPr>
        <p:spPr>
          <a:xfrm xmlns:a="http://schemas.openxmlformats.org/drawingml/2006/main">
            <a:off x="252248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AE702546-BECA-4749-A2AC-24D32977F7E3}"/>
              </a:ext>
            </a:extLst>
          </p:cNvPr>
          <p:cNvSpPr>
            <a:spLocks xmlns:a="http://schemas.openxmlformats.org/drawingml/2006/main" noGrp="1"/>
          </p:cNvSpPr>
          <p:nvPr/>
        </p:nvSpPr>
        <p:spPr>
          <a:xfrm xmlns:a="http://schemas.openxmlformats.org/drawingml/2006/main">
            <a:off x="2522482"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CFABEDB2-76F6-489E-ABE4-5981A965F72C}"/>
              </a:ext>
            </a:extLst>
          </p:cNvPr>
          <p:cNvSpPr>
            <a:spLocks xmlns:a="http://schemas.openxmlformats.org/drawingml/2006/main" noGrp="1"/>
          </p:cNvSpPr>
          <p:nvPr/>
        </p:nvSpPr>
        <p:spPr>
          <a:xfrm xmlns:a="http://schemas.openxmlformats.org/drawingml/2006/main">
            <a:off x="2522482"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9398A8E8-4EF2-45C1-ACD0-F7A31DD7D2DB}"/>
              </a:ext>
            </a:extLst>
          </p:cNvPr>
          <p:cNvSpPr>
            <a:spLocks xmlns:a="http://schemas.openxmlformats.org/drawingml/2006/main" noGrp="1"/>
          </p:cNvSpPr>
          <p:nvPr/>
        </p:nvSpPr>
        <p:spPr>
          <a:xfrm xmlns:a="http://schemas.openxmlformats.org/drawingml/2006/main">
            <a:off x="2522482"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F36F274E-5D5A-4154-9D96-A0EE2626F0AA}"/>
              </a:ext>
            </a:extLst>
          </p:cNvPr>
          <p:cNvSpPr>
            <a:spLocks xmlns:a="http://schemas.openxmlformats.org/drawingml/2006/main" noGrp="1"/>
          </p:cNvSpPr>
          <p:nvPr/>
        </p:nvSpPr>
        <p:spPr>
          <a:xfrm xmlns:a="http://schemas.openxmlformats.org/drawingml/2006/main">
            <a:off x="2522482"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A922E4FB-F1CA-488F-896A-D5F5878E8CDC}"/>
              </a:ext>
            </a:extLst>
          </p:cNvPr>
          <p:cNvSpPr>
            <a:spLocks xmlns:a="http://schemas.openxmlformats.org/drawingml/2006/main" noGrp="1"/>
          </p:cNvSpPr>
          <p:nvPr/>
        </p:nvSpPr>
        <p:spPr>
          <a:xfrm xmlns:a="http://schemas.openxmlformats.org/drawingml/2006/main">
            <a:off x="2522482"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A40CA0D7-05C5-431D-9D61-6725674F3B97}"/>
              </a:ext>
            </a:extLst>
          </p:cNvPr>
          <p:cNvSpPr>
            <a:spLocks xmlns:a="http://schemas.openxmlformats.org/drawingml/2006/main" noGrp="1"/>
          </p:cNvSpPr>
          <p:nvPr/>
        </p:nvSpPr>
        <p:spPr>
          <a:xfrm xmlns:a="http://schemas.openxmlformats.org/drawingml/2006/main">
            <a:off x="2583374"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3BAA3645-64A7-45FF-9CC1-3E677D391A96}"/>
              </a:ext>
            </a:extLst>
          </p:cNvPr>
          <p:cNvSpPr>
            <a:spLocks xmlns:a="http://schemas.openxmlformats.org/drawingml/2006/main" noGrp="1"/>
          </p:cNvSpPr>
          <p:nvPr/>
        </p:nvSpPr>
        <p:spPr>
          <a:xfrm xmlns:a="http://schemas.openxmlformats.org/drawingml/2006/main">
            <a:off x="2583374"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7AB852FB-0EB3-4364-BEB4-CC304DBDB41B}"/>
              </a:ext>
            </a:extLst>
          </p:cNvPr>
          <p:cNvSpPr>
            <a:spLocks xmlns:a="http://schemas.openxmlformats.org/drawingml/2006/main" noGrp="1"/>
          </p:cNvSpPr>
          <p:nvPr/>
        </p:nvSpPr>
        <p:spPr>
          <a:xfrm xmlns:a="http://schemas.openxmlformats.org/drawingml/2006/main">
            <a:off x="2583374"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48FCB5D8-CA10-4F55-AF94-E3BFC52B5DC6}"/>
              </a:ext>
            </a:extLst>
          </p:cNvPr>
          <p:cNvSpPr>
            <a:spLocks xmlns:a="http://schemas.openxmlformats.org/drawingml/2006/main" noGrp="1"/>
          </p:cNvSpPr>
          <p:nvPr/>
        </p:nvSpPr>
        <p:spPr>
          <a:xfrm xmlns:a="http://schemas.openxmlformats.org/drawingml/2006/main">
            <a:off x="258337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A7AED351-F137-439D-A442-5379E7480326}"/>
              </a:ext>
            </a:extLst>
          </p:cNvPr>
          <p:cNvSpPr>
            <a:spLocks xmlns:a="http://schemas.openxmlformats.org/drawingml/2006/main" noGrp="1"/>
          </p:cNvSpPr>
          <p:nvPr/>
        </p:nvSpPr>
        <p:spPr>
          <a:xfrm xmlns:a="http://schemas.openxmlformats.org/drawingml/2006/main">
            <a:off x="258337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F704317E-DBC1-4251-9E08-3BA0FD7AA094}"/>
              </a:ext>
            </a:extLst>
          </p:cNvPr>
          <p:cNvSpPr>
            <a:spLocks xmlns:a="http://schemas.openxmlformats.org/drawingml/2006/main" noGrp="1"/>
          </p:cNvSpPr>
          <p:nvPr/>
        </p:nvSpPr>
        <p:spPr>
          <a:xfrm xmlns:a="http://schemas.openxmlformats.org/drawingml/2006/main">
            <a:off x="258337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8F5517B5-5168-48EB-A979-60ACD6BBA31A}"/>
              </a:ext>
            </a:extLst>
          </p:cNvPr>
          <p:cNvSpPr>
            <a:spLocks xmlns:a="http://schemas.openxmlformats.org/drawingml/2006/main" noGrp="1"/>
          </p:cNvSpPr>
          <p:nvPr/>
        </p:nvSpPr>
        <p:spPr>
          <a:xfrm xmlns:a="http://schemas.openxmlformats.org/drawingml/2006/main">
            <a:off x="2583374"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F5C9C8E3-90D9-472B-8E0D-76C62BBE2B30}"/>
              </a:ext>
            </a:extLst>
          </p:cNvPr>
          <p:cNvSpPr>
            <a:spLocks xmlns:a="http://schemas.openxmlformats.org/drawingml/2006/main" noGrp="1"/>
          </p:cNvSpPr>
          <p:nvPr/>
        </p:nvSpPr>
        <p:spPr>
          <a:xfrm xmlns:a="http://schemas.openxmlformats.org/drawingml/2006/main">
            <a:off x="2583374"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CF904386-12C7-4236-BBE0-977101691C4B}"/>
              </a:ext>
            </a:extLst>
          </p:cNvPr>
          <p:cNvSpPr>
            <a:spLocks xmlns:a="http://schemas.openxmlformats.org/drawingml/2006/main" noGrp="1"/>
          </p:cNvSpPr>
          <p:nvPr/>
        </p:nvSpPr>
        <p:spPr>
          <a:xfrm xmlns:a="http://schemas.openxmlformats.org/drawingml/2006/main">
            <a:off x="2583374"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60F3AC49-D576-4CC8-9D8B-92D4557C4EDE}"/>
              </a:ext>
            </a:extLst>
          </p:cNvPr>
          <p:cNvSpPr>
            <a:spLocks xmlns:a="http://schemas.openxmlformats.org/drawingml/2006/main" noGrp="1"/>
          </p:cNvSpPr>
          <p:nvPr/>
        </p:nvSpPr>
        <p:spPr>
          <a:xfrm xmlns:a="http://schemas.openxmlformats.org/drawingml/2006/main">
            <a:off x="2583374"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2F32C29D-403E-4C0B-ABB1-BA2415462271}"/>
              </a:ext>
            </a:extLst>
          </p:cNvPr>
          <p:cNvSpPr>
            <a:spLocks xmlns:a="http://schemas.openxmlformats.org/drawingml/2006/main" noGrp="1"/>
          </p:cNvSpPr>
          <p:nvPr/>
        </p:nvSpPr>
        <p:spPr>
          <a:xfrm xmlns:a="http://schemas.openxmlformats.org/drawingml/2006/main">
            <a:off x="2644266"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F3BD7E9E-D754-497F-BA27-8D51837BE89D}"/>
              </a:ext>
            </a:extLst>
          </p:cNvPr>
          <p:cNvSpPr>
            <a:spLocks xmlns:a="http://schemas.openxmlformats.org/drawingml/2006/main" noGrp="1"/>
          </p:cNvSpPr>
          <p:nvPr/>
        </p:nvSpPr>
        <p:spPr>
          <a:xfrm xmlns:a="http://schemas.openxmlformats.org/drawingml/2006/main">
            <a:off x="2644266"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137D3626-8658-48B3-8477-4C2749E114B6}"/>
              </a:ext>
            </a:extLst>
          </p:cNvPr>
          <p:cNvSpPr>
            <a:spLocks xmlns:a="http://schemas.openxmlformats.org/drawingml/2006/main" noGrp="1"/>
          </p:cNvSpPr>
          <p:nvPr/>
        </p:nvSpPr>
        <p:spPr>
          <a:xfrm xmlns:a="http://schemas.openxmlformats.org/drawingml/2006/main">
            <a:off x="264426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224517B7-D7CA-45F0-95E4-429AFDB84107}"/>
              </a:ext>
            </a:extLst>
          </p:cNvPr>
          <p:cNvSpPr>
            <a:spLocks xmlns:a="http://schemas.openxmlformats.org/drawingml/2006/main" noGrp="1"/>
          </p:cNvSpPr>
          <p:nvPr/>
        </p:nvSpPr>
        <p:spPr>
          <a:xfrm xmlns:a="http://schemas.openxmlformats.org/drawingml/2006/main">
            <a:off x="264426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AC519876-CC40-47C9-AD65-3A91A18107EF}"/>
              </a:ext>
            </a:extLst>
          </p:cNvPr>
          <p:cNvSpPr>
            <a:spLocks xmlns:a="http://schemas.openxmlformats.org/drawingml/2006/main" noGrp="1"/>
          </p:cNvSpPr>
          <p:nvPr/>
        </p:nvSpPr>
        <p:spPr>
          <a:xfrm xmlns:a="http://schemas.openxmlformats.org/drawingml/2006/main">
            <a:off x="264426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E2200FE8-D4F6-4E9E-BAE7-CD34D83F692D}"/>
              </a:ext>
            </a:extLst>
          </p:cNvPr>
          <p:cNvSpPr>
            <a:spLocks xmlns:a="http://schemas.openxmlformats.org/drawingml/2006/main" noGrp="1"/>
          </p:cNvSpPr>
          <p:nvPr/>
        </p:nvSpPr>
        <p:spPr>
          <a:xfrm xmlns:a="http://schemas.openxmlformats.org/drawingml/2006/main">
            <a:off x="264426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CB8F462D-763E-4309-96AA-760184EDCF6C}"/>
              </a:ext>
            </a:extLst>
          </p:cNvPr>
          <p:cNvSpPr>
            <a:spLocks xmlns:a="http://schemas.openxmlformats.org/drawingml/2006/main" noGrp="1"/>
          </p:cNvSpPr>
          <p:nvPr/>
        </p:nvSpPr>
        <p:spPr>
          <a:xfrm xmlns:a="http://schemas.openxmlformats.org/drawingml/2006/main">
            <a:off x="264426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61B0D793-340E-424B-94B3-3E8F2DE0F86D}"/>
              </a:ext>
            </a:extLst>
          </p:cNvPr>
          <p:cNvSpPr>
            <a:spLocks xmlns:a="http://schemas.openxmlformats.org/drawingml/2006/main" noGrp="1"/>
          </p:cNvSpPr>
          <p:nvPr/>
        </p:nvSpPr>
        <p:spPr>
          <a:xfrm xmlns:a="http://schemas.openxmlformats.org/drawingml/2006/main">
            <a:off x="264426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AA6A2A2F-AE11-4987-B653-0C65B0BA7964}"/>
              </a:ext>
            </a:extLst>
          </p:cNvPr>
          <p:cNvSpPr>
            <a:spLocks xmlns:a="http://schemas.openxmlformats.org/drawingml/2006/main" noGrp="1"/>
          </p:cNvSpPr>
          <p:nvPr/>
        </p:nvSpPr>
        <p:spPr>
          <a:xfrm xmlns:a="http://schemas.openxmlformats.org/drawingml/2006/main">
            <a:off x="2644266"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FC8546A0-62F9-4D89-BEA5-5F2E5F977109}"/>
              </a:ext>
            </a:extLst>
          </p:cNvPr>
          <p:cNvSpPr>
            <a:spLocks xmlns:a="http://schemas.openxmlformats.org/drawingml/2006/main" noGrp="1"/>
          </p:cNvSpPr>
          <p:nvPr/>
        </p:nvSpPr>
        <p:spPr>
          <a:xfrm xmlns:a="http://schemas.openxmlformats.org/drawingml/2006/main">
            <a:off x="2644266"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5A0AADAA-79B0-4D97-90F0-CE06692445BC}"/>
              </a:ext>
            </a:extLst>
          </p:cNvPr>
          <p:cNvSpPr>
            <a:spLocks xmlns:a="http://schemas.openxmlformats.org/drawingml/2006/main" noGrp="1"/>
          </p:cNvSpPr>
          <p:nvPr/>
        </p:nvSpPr>
        <p:spPr>
          <a:xfrm xmlns:a="http://schemas.openxmlformats.org/drawingml/2006/main">
            <a:off x="2644266"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36D8872C-FCC9-4BE7-9630-DCA3206EC1A2}"/>
              </a:ext>
            </a:extLst>
          </p:cNvPr>
          <p:cNvSpPr>
            <a:spLocks xmlns:a="http://schemas.openxmlformats.org/drawingml/2006/main" noGrp="1"/>
          </p:cNvSpPr>
          <p:nvPr/>
        </p:nvSpPr>
        <p:spPr>
          <a:xfrm xmlns:a="http://schemas.openxmlformats.org/drawingml/2006/main">
            <a:off x="2644266"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D9090398-1CD3-4C93-AF1D-ED621E1AD04A}"/>
              </a:ext>
            </a:extLst>
          </p:cNvPr>
          <p:cNvSpPr>
            <a:spLocks xmlns:a="http://schemas.openxmlformats.org/drawingml/2006/main" noGrp="1"/>
          </p:cNvSpPr>
          <p:nvPr/>
        </p:nvSpPr>
        <p:spPr>
          <a:xfrm xmlns:a="http://schemas.openxmlformats.org/drawingml/2006/main">
            <a:off x="2705158"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B0C3D4A7-8202-441A-B014-09793E7ECA75}"/>
              </a:ext>
            </a:extLst>
          </p:cNvPr>
          <p:cNvSpPr>
            <a:spLocks xmlns:a="http://schemas.openxmlformats.org/drawingml/2006/main" noGrp="1"/>
          </p:cNvSpPr>
          <p:nvPr/>
        </p:nvSpPr>
        <p:spPr>
          <a:xfrm xmlns:a="http://schemas.openxmlformats.org/drawingml/2006/main">
            <a:off x="2705158"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938810F3-213D-4919-B19F-FBBD3952CE2A}"/>
              </a:ext>
            </a:extLst>
          </p:cNvPr>
          <p:cNvSpPr>
            <a:spLocks xmlns:a="http://schemas.openxmlformats.org/drawingml/2006/main" noGrp="1"/>
          </p:cNvSpPr>
          <p:nvPr/>
        </p:nvSpPr>
        <p:spPr>
          <a:xfrm xmlns:a="http://schemas.openxmlformats.org/drawingml/2006/main">
            <a:off x="2705158"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8EAE1D1F-8A92-441A-B4F4-1659D87BAE44}"/>
              </a:ext>
            </a:extLst>
          </p:cNvPr>
          <p:cNvSpPr>
            <a:spLocks xmlns:a="http://schemas.openxmlformats.org/drawingml/2006/main" noGrp="1"/>
          </p:cNvSpPr>
          <p:nvPr/>
        </p:nvSpPr>
        <p:spPr>
          <a:xfrm xmlns:a="http://schemas.openxmlformats.org/drawingml/2006/main">
            <a:off x="2705158"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D0F4807F-1273-4138-935D-C185547A0E70}"/>
              </a:ext>
            </a:extLst>
          </p:cNvPr>
          <p:cNvSpPr>
            <a:spLocks xmlns:a="http://schemas.openxmlformats.org/drawingml/2006/main" noGrp="1"/>
          </p:cNvSpPr>
          <p:nvPr/>
        </p:nvSpPr>
        <p:spPr>
          <a:xfrm xmlns:a="http://schemas.openxmlformats.org/drawingml/2006/main">
            <a:off x="2705158"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D818D329-4C8E-40EB-A915-74F7088FC9A8}"/>
              </a:ext>
            </a:extLst>
          </p:cNvPr>
          <p:cNvSpPr>
            <a:spLocks xmlns:a="http://schemas.openxmlformats.org/drawingml/2006/main" noGrp="1"/>
          </p:cNvSpPr>
          <p:nvPr/>
        </p:nvSpPr>
        <p:spPr>
          <a:xfrm xmlns:a="http://schemas.openxmlformats.org/drawingml/2006/main">
            <a:off x="2705158"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808E6343-E5F3-4795-9145-194E6E19DFEE}"/>
              </a:ext>
            </a:extLst>
          </p:cNvPr>
          <p:cNvSpPr>
            <a:spLocks xmlns:a="http://schemas.openxmlformats.org/drawingml/2006/main" noGrp="1"/>
          </p:cNvSpPr>
          <p:nvPr/>
        </p:nvSpPr>
        <p:spPr>
          <a:xfrm xmlns:a="http://schemas.openxmlformats.org/drawingml/2006/main">
            <a:off x="2705158"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7937828D-6ADF-4638-B5D3-24362ADF6E65}"/>
              </a:ext>
            </a:extLst>
          </p:cNvPr>
          <p:cNvSpPr>
            <a:spLocks xmlns:a="http://schemas.openxmlformats.org/drawingml/2006/main" noGrp="1"/>
          </p:cNvSpPr>
          <p:nvPr/>
        </p:nvSpPr>
        <p:spPr>
          <a:xfrm xmlns:a="http://schemas.openxmlformats.org/drawingml/2006/main">
            <a:off x="2705158"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144CD47F-B6EB-4E91-9B8B-6FD0D19BA878}"/>
              </a:ext>
            </a:extLst>
          </p:cNvPr>
          <p:cNvSpPr>
            <a:spLocks xmlns:a="http://schemas.openxmlformats.org/drawingml/2006/main" noGrp="1"/>
          </p:cNvSpPr>
          <p:nvPr/>
        </p:nvSpPr>
        <p:spPr>
          <a:xfrm xmlns:a="http://schemas.openxmlformats.org/drawingml/2006/main">
            <a:off x="2705158"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46B9E321-9972-4C6A-BB7E-010D6DD28C8B}"/>
              </a:ext>
            </a:extLst>
          </p:cNvPr>
          <p:cNvSpPr>
            <a:spLocks xmlns:a="http://schemas.openxmlformats.org/drawingml/2006/main" noGrp="1"/>
          </p:cNvSpPr>
          <p:nvPr/>
        </p:nvSpPr>
        <p:spPr>
          <a:xfrm xmlns:a="http://schemas.openxmlformats.org/drawingml/2006/main">
            <a:off x="2705158"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C62C3BA7-880C-44E5-ACB4-A5F50FAD846C}"/>
              </a:ext>
            </a:extLst>
          </p:cNvPr>
          <p:cNvSpPr>
            <a:spLocks xmlns:a="http://schemas.openxmlformats.org/drawingml/2006/main" noGrp="1"/>
          </p:cNvSpPr>
          <p:nvPr/>
        </p:nvSpPr>
        <p:spPr>
          <a:xfrm xmlns:a="http://schemas.openxmlformats.org/drawingml/2006/main">
            <a:off x="2766050"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DE329E70-2B70-4FDF-9704-290CA067BEAE}"/>
              </a:ext>
            </a:extLst>
          </p:cNvPr>
          <p:cNvSpPr>
            <a:spLocks xmlns:a="http://schemas.openxmlformats.org/drawingml/2006/main" noGrp="1"/>
          </p:cNvSpPr>
          <p:nvPr/>
        </p:nvSpPr>
        <p:spPr>
          <a:xfrm xmlns:a="http://schemas.openxmlformats.org/drawingml/2006/main">
            <a:off x="2766050"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A2809C92-4981-452A-B786-E6B93060F08C}"/>
              </a:ext>
            </a:extLst>
          </p:cNvPr>
          <p:cNvSpPr>
            <a:spLocks xmlns:a="http://schemas.openxmlformats.org/drawingml/2006/main" noGrp="1"/>
          </p:cNvSpPr>
          <p:nvPr/>
        </p:nvSpPr>
        <p:spPr>
          <a:xfrm xmlns:a="http://schemas.openxmlformats.org/drawingml/2006/main">
            <a:off x="2766050"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BFFB19C5-4257-4540-A2E6-52339106EA3E}"/>
              </a:ext>
            </a:extLst>
          </p:cNvPr>
          <p:cNvSpPr>
            <a:spLocks xmlns:a="http://schemas.openxmlformats.org/drawingml/2006/main" noGrp="1"/>
          </p:cNvSpPr>
          <p:nvPr/>
        </p:nvSpPr>
        <p:spPr>
          <a:xfrm xmlns:a="http://schemas.openxmlformats.org/drawingml/2006/main">
            <a:off x="2766050"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CCC022DA-D4BD-4993-AFFA-66F041F38CAC}"/>
              </a:ext>
            </a:extLst>
          </p:cNvPr>
          <p:cNvSpPr>
            <a:spLocks xmlns:a="http://schemas.openxmlformats.org/drawingml/2006/main" noGrp="1"/>
          </p:cNvSpPr>
          <p:nvPr/>
        </p:nvSpPr>
        <p:spPr>
          <a:xfrm xmlns:a="http://schemas.openxmlformats.org/drawingml/2006/main">
            <a:off x="2766050"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D05FA8F4-B135-467A-AE21-3BCDDB627147}"/>
              </a:ext>
            </a:extLst>
          </p:cNvPr>
          <p:cNvSpPr>
            <a:spLocks xmlns:a="http://schemas.openxmlformats.org/drawingml/2006/main" noGrp="1"/>
          </p:cNvSpPr>
          <p:nvPr/>
        </p:nvSpPr>
        <p:spPr>
          <a:xfrm xmlns:a="http://schemas.openxmlformats.org/drawingml/2006/main">
            <a:off x="282694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8FE2B335-A55A-4C6C-9E09-A9F623C25B89}"/>
              </a:ext>
            </a:extLst>
          </p:cNvPr>
          <p:cNvSpPr>
            <a:spLocks xmlns:a="http://schemas.openxmlformats.org/drawingml/2006/main" noGrp="1"/>
          </p:cNvSpPr>
          <p:nvPr/>
        </p:nvSpPr>
        <p:spPr>
          <a:xfrm xmlns:a="http://schemas.openxmlformats.org/drawingml/2006/main">
            <a:off x="2826942"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107F36F2-D137-41E7-8DB0-CDCFAADEBA4E}"/>
              </a:ext>
            </a:extLst>
          </p:cNvPr>
          <p:cNvSpPr>
            <a:spLocks xmlns:a="http://schemas.openxmlformats.org/drawingml/2006/main" noGrp="1"/>
          </p:cNvSpPr>
          <p:nvPr/>
        </p:nvSpPr>
        <p:spPr>
          <a:xfrm xmlns:a="http://schemas.openxmlformats.org/drawingml/2006/main">
            <a:off x="2826942"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31950067-CC4D-4A8A-9D4F-567C2CAF2C44}"/>
              </a:ext>
            </a:extLst>
          </p:cNvPr>
          <p:cNvSpPr>
            <a:spLocks xmlns:a="http://schemas.openxmlformats.org/drawingml/2006/main" noGrp="1"/>
          </p:cNvSpPr>
          <p:nvPr/>
        </p:nvSpPr>
        <p:spPr>
          <a:xfrm xmlns:a="http://schemas.openxmlformats.org/drawingml/2006/main">
            <a:off x="2826942"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C6C4C5E4-50C5-43A0-BD2D-05BDEC9874C1}"/>
              </a:ext>
            </a:extLst>
          </p:cNvPr>
          <p:cNvSpPr>
            <a:spLocks xmlns:a="http://schemas.openxmlformats.org/drawingml/2006/main" noGrp="1"/>
          </p:cNvSpPr>
          <p:nvPr/>
        </p:nvSpPr>
        <p:spPr>
          <a:xfrm xmlns:a="http://schemas.openxmlformats.org/drawingml/2006/main">
            <a:off x="2887834"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55BF3151-5445-4642-8FB3-DE4BFA0DCEB9}"/>
              </a:ext>
            </a:extLst>
          </p:cNvPr>
          <p:cNvSpPr>
            <a:spLocks xmlns:a="http://schemas.openxmlformats.org/drawingml/2006/main" noGrp="1"/>
          </p:cNvSpPr>
          <p:nvPr/>
        </p:nvSpPr>
        <p:spPr>
          <a:xfrm xmlns:a="http://schemas.openxmlformats.org/drawingml/2006/main">
            <a:off x="2887834"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E46C34D9-92CF-41A4-BBBA-3CEC58D11006}"/>
              </a:ext>
            </a:extLst>
          </p:cNvPr>
          <p:cNvSpPr>
            <a:spLocks xmlns:a="http://schemas.openxmlformats.org/drawingml/2006/main" noGrp="1"/>
          </p:cNvSpPr>
          <p:nvPr/>
        </p:nvSpPr>
        <p:spPr>
          <a:xfrm xmlns:a="http://schemas.openxmlformats.org/drawingml/2006/main">
            <a:off x="2887834"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A136E38B-0DAD-4E24-A4B5-72109E9724AD}"/>
              </a:ext>
            </a:extLst>
          </p:cNvPr>
          <p:cNvSpPr>
            <a:spLocks xmlns:a="http://schemas.openxmlformats.org/drawingml/2006/main" noGrp="1"/>
          </p:cNvSpPr>
          <p:nvPr/>
        </p:nvSpPr>
        <p:spPr>
          <a:xfrm xmlns:a="http://schemas.openxmlformats.org/drawingml/2006/main">
            <a:off x="2887834"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6A365E4A-47CF-405D-9980-1A18A07F1BD7}"/>
              </a:ext>
            </a:extLst>
          </p:cNvPr>
          <p:cNvSpPr>
            <a:spLocks xmlns:a="http://schemas.openxmlformats.org/drawingml/2006/main" noGrp="1"/>
          </p:cNvSpPr>
          <p:nvPr/>
        </p:nvSpPr>
        <p:spPr>
          <a:xfrm xmlns:a="http://schemas.openxmlformats.org/drawingml/2006/main">
            <a:off x="2887834"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A7276699-96EE-428B-AF9A-440378C290FB}"/>
              </a:ext>
            </a:extLst>
          </p:cNvPr>
          <p:cNvSpPr>
            <a:spLocks xmlns:a="http://schemas.openxmlformats.org/drawingml/2006/main" noGrp="1"/>
          </p:cNvSpPr>
          <p:nvPr/>
        </p:nvSpPr>
        <p:spPr>
          <a:xfrm xmlns:a="http://schemas.openxmlformats.org/drawingml/2006/main">
            <a:off x="2948726"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ACE5B4B1-AD60-4705-87D8-F232FA147D58}"/>
              </a:ext>
            </a:extLst>
          </p:cNvPr>
          <p:cNvSpPr>
            <a:spLocks xmlns:a="http://schemas.openxmlformats.org/drawingml/2006/main" noGrp="1"/>
          </p:cNvSpPr>
          <p:nvPr/>
        </p:nvSpPr>
        <p:spPr>
          <a:xfrm xmlns:a="http://schemas.openxmlformats.org/drawingml/2006/main">
            <a:off x="2948726"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726CF773-09C9-4A95-B014-9DBF1E1ABF60}"/>
              </a:ext>
            </a:extLst>
          </p:cNvPr>
          <p:cNvSpPr>
            <a:spLocks xmlns:a="http://schemas.openxmlformats.org/drawingml/2006/main" noGrp="1"/>
          </p:cNvSpPr>
          <p:nvPr/>
        </p:nvSpPr>
        <p:spPr>
          <a:xfrm xmlns:a="http://schemas.openxmlformats.org/drawingml/2006/main">
            <a:off x="2948726"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586E3DB1-0DF8-4C50-BCDE-401BE4ED97D9}"/>
              </a:ext>
            </a:extLst>
          </p:cNvPr>
          <p:cNvSpPr>
            <a:spLocks xmlns:a="http://schemas.openxmlformats.org/drawingml/2006/main" noGrp="1"/>
          </p:cNvSpPr>
          <p:nvPr/>
        </p:nvSpPr>
        <p:spPr>
          <a:xfrm xmlns:a="http://schemas.openxmlformats.org/drawingml/2006/main">
            <a:off x="2948726"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39D8A8EF-5F98-446F-9417-596B16B97EF0}"/>
              </a:ext>
            </a:extLst>
          </p:cNvPr>
          <p:cNvSpPr>
            <a:spLocks xmlns:a="http://schemas.openxmlformats.org/drawingml/2006/main" noGrp="1"/>
          </p:cNvSpPr>
          <p:nvPr/>
        </p:nvSpPr>
        <p:spPr>
          <a:xfrm xmlns:a="http://schemas.openxmlformats.org/drawingml/2006/main">
            <a:off x="300961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324C5101-B772-48BB-81B5-86F99A4F7DC5}"/>
              </a:ext>
            </a:extLst>
          </p:cNvPr>
          <p:cNvSpPr>
            <a:spLocks xmlns:a="http://schemas.openxmlformats.org/drawingml/2006/main" noGrp="1"/>
          </p:cNvSpPr>
          <p:nvPr/>
        </p:nvSpPr>
        <p:spPr>
          <a:xfrm xmlns:a="http://schemas.openxmlformats.org/drawingml/2006/main">
            <a:off x="300961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1880139C-69A2-40BD-9048-AD490EF7401F}"/>
              </a:ext>
            </a:extLst>
          </p:cNvPr>
          <p:cNvSpPr>
            <a:spLocks xmlns:a="http://schemas.openxmlformats.org/drawingml/2006/main" noGrp="1"/>
          </p:cNvSpPr>
          <p:nvPr/>
        </p:nvSpPr>
        <p:spPr>
          <a:xfrm xmlns:a="http://schemas.openxmlformats.org/drawingml/2006/main">
            <a:off x="300961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865D6400-F188-4AF5-AF2C-9F14D6CB7019}"/>
              </a:ext>
            </a:extLst>
          </p:cNvPr>
          <p:cNvSpPr>
            <a:spLocks xmlns:a="http://schemas.openxmlformats.org/drawingml/2006/main" noGrp="1"/>
          </p:cNvSpPr>
          <p:nvPr/>
        </p:nvSpPr>
        <p:spPr>
          <a:xfrm xmlns:a="http://schemas.openxmlformats.org/drawingml/2006/main">
            <a:off x="300961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09ECAB34-06E3-4A7C-8784-FFA41C401500}"/>
              </a:ext>
            </a:extLst>
          </p:cNvPr>
          <p:cNvSpPr>
            <a:spLocks xmlns:a="http://schemas.openxmlformats.org/drawingml/2006/main" noGrp="1"/>
          </p:cNvSpPr>
          <p:nvPr/>
        </p:nvSpPr>
        <p:spPr>
          <a:xfrm xmlns:a="http://schemas.openxmlformats.org/drawingml/2006/main">
            <a:off x="3009617"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A2669E92-6712-4FDB-93B2-20CA93CA0C0C}"/>
              </a:ext>
            </a:extLst>
          </p:cNvPr>
          <p:cNvSpPr>
            <a:spLocks xmlns:a="http://schemas.openxmlformats.org/drawingml/2006/main" noGrp="1"/>
          </p:cNvSpPr>
          <p:nvPr/>
        </p:nvSpPr>
        <p:spPr>
          <a:xfrm xmlns:a="http://schemas.openxmlformats.org/drawingml/2006/main">
            <a:off x="3009617"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BDB99658-BEE5-477D-9CD6-947E4D41AF18}"/>
              </a:ext>
            </a:extLst>
          </p:cNvPr>
          <p:cNvSpPr>
            <a:spLocks xmlns:a="http://schemas.openxmlformats.org/drawingml/2006/main" noGrp="1"/>
          </p:cNvSpPr>
          <p:nvPr/>
        </p:nvSpPr>
        <p:spPr>
          <a:xfrm xmlns:a="http://schemas.openxmlformats.org/drawingml/2006/main">
            <a:off x="307050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BC6016C2-B966-4E2B-9C48-707FB163DC18}"/>
              </a:ext>
            </a:extLst>
          </p:cNvPr>
          <p:cNvSpPr>
            <a:spLocks xmlns:a="http://schemas.openxmlformats.org/drawingml/2006/main" noGrp="1"/>
          </p:cNvSpPr>
          <p:nvPr/>
        </p:nvSpPr>
        <p:spPr>
          <a:xfrm xmlns:a="http://schemas.openxmlformats.org/drawingml/2006/main">
            <a:off x="307050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B522C061-91B4-4514-AE9A-554146E5A385}"/>
              </a:ext>
            </a:extLst>
          </p:cNvPr>
          <p:cNvSpPr>
            <a:spLocks xmlns:a="http://schemas.openxmlformats.org/drawingml/2006/main" noGrp="1"/>
          </p:cNvSpPr>
          <p:nvPr/>
        </p:nvSpPr>
        <p:spPr>
          <a:xfrm xmlns:a="http://schemas.openxmlformats.org/drawingml/2006/main">
            <a:off x="3070509"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290E4083-416F-4993-AE18-C3FB29CE4C65}"/>
              </a:ext>
            </a:extLst>
          </p:cNvPr>
          <p:cNvSpPr>
            <a:spLocks xmlns:a="http://schemas.openxmlformats.org/drawingml/2006/main" noGrp="1"/>
          </p:cNvSpPr>
          <p:nvPr/>
        </p:nvSpPr>
        <p:spPr>
          <a:xfrm xmlns:a="http://schemas.openxmlformats.org/drawingml/2006/main">
            <a:off x="3070509"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40834478-8BFC-412D-908A-D8B4F6B3FF74}"/>
              </a:ext>
            </a:extLst>
          </p:cNvPr>
          <p:cNvSpPr>
            <a:spLocks xmlns:a="http://schemas.openxmlformats.org/drawingml/2006/main" noGrp="1"/>
          </p:cNvSpPr>
          <p:nvPr/>
        </p:nvSpPr>
        <p:spPr>
          <a:xfrm xmlns:a="http://schemas.openxmlformats.org/drawingml/2006/main">
            <a:off x="3070509"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F80346CF-923C-4905-B088-150B24CE5746}"/>
              </a:ext>
            </a:extLst>
          </p:cNvPr>
          <p:cNvSpPr>
            <a:spLocks xmlns:a="http://schemas.openxmlformats.org/drawingml/2006/main" noGrp="1"/>
          </p:cNvSpPr>
          <p:nvPr/>
        </p:nvSpPr>
        <p:spPr>
          <a:xfrm xmlns:a="http://schemas.openxmlformats.org/drawingml/2006/main">
            <a:off x="313140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2A33E646-287A-47D4-93B1-BEEF8FACE9FA}"/>
              </a:ext>
            </a:extLst>
          </p:cNvPr>
          <p:cNvSpPr>
            <a:spLocks xmlns:a="http://schemas.openxmlformats.org/drawingml/2006/main" noGrp="1"/>
          </p:cNvSpPr>
          <p:nvPr/>
        </p:nvSpPr>
        <p:spPr>
          <a:xfrm xmlns:a="http://schemas.openxmlformats.org/drawingml/2006/main">
            <a:off x="313140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4C1130EE-3B7C-4257-846B-EBBABA643171}"/>
              </a:ext>
            </a:extLst>
          </p:cNvPr>
          <p:cNvSpPr>
            <a:spLocks xmlns:a="http://schemas.openxmlformats.org/drawingml/2006/main" noGrp="1"/>
          </p:cNvSpPr>
          <p:nvPr/>
        </p:nvSpPr>
        <p:spPr>
          <a:xfrm xmlns:a="http://schemas.openxmlformats.org/drawingml/2006/main">
            <a:off x="3131401"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BFDA28D3-F65E-452D-BBC4-A48A2110AC2C}"/>
              </a:ext>
            </a:extLst>
          </p:cNvPr>
          <p:cNvSpPr>
            <a:spLocks xmlns:a="http://schemas.openxmlformats.org/drawingml/2006/main" noGrp="1"/>
          </p:cNvSpPr>
          <p:nvPr/>
        </p:nvSpPr>
        <p:spPr>
          <a:xfrm xmlns:a="http://schemas.openxmlformats.org/drawingml/2006/main">
            <a:off x="3192293"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11CFC4F7-7B06-4D6A-B126-860842AB7FDB}"/>
              </a:ext>
            </a:extLst>
          </p:cNvPr>
          <p:cNvSpPr>
            <a:spLocks xmlns:a="http://schemas.openxmlformats.org/drawingml/2006/main" noGrp="1"/>
          </p:cNvSpPr>
          <p:nvPr/>
        </p:nvSpPr>
        <p:spPr>
          <a:xfrm xmlns:a="http://schemas.openxmlformats.org/drawingml/2006/main">
            <a:off x="3192293"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680AAD8B-4324-43E4-8598-D81AC4C9AB76}"/>
              </a:ext>
            </a:extLst>
          </p:cNvPr>
          <p:cNvSpPr>
            <a:spLocks xmlns:a="http://schemas.openxmlformats.org/drawingml/2006/main" noGrp="1"/>
          </p:cNvSpPr>
          <p:nvPr/>
        </p:nvSpPr>
        <p:spPr>
          <a:xfrm xmlns:a="http://schemas.openxmlformats.org/drawingml/2006/main">
            <a:off x="3192293"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139E20FE-0914-4D8C-AE64-7EDE1FFA6737}"/>
              </a:ext>
            </a:extLst>
          </p:cNvPr>
          <p:cNvSpPr>
            <a:spLocks xmlns:a="http://schemas.openxmlformats.org/drawingml/2006/main" noGrp="1"/>
          </p:cNvSpPr>
          <p:nvPr/>
        </p:nvSpPr>
        <p:spPr>
          <a:xfrm xmlns:a="http://schemas.openxmlformats.org/drawingml/2006/main">
            <a:off x="3192293"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17C9005D-F11E-4CF1-97B7-014155F094F0}"/>
              </a:ext>
            </a:extLst>
          </p:cNvPr>
          <p:cNvSpPr>
            <a:spLocks xmlns:a="http://schemas.openxmlformats.org/drawingml/2006/main" noGrp="1"/>
          </p:cNvSpPr>
          <p:nvPr/>
        </p:nvSpPr>
        <p:spPr>
          <a:xfrm xmlns:a="http://schemas.openxmlformats.org/drawingml/2006/main">
            <a:off x="3192293"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FDBEBCBC-A974-4F72-9262-E985A2021994}"/>
              </a:ext>
            </a:extLst>
          </p:cNvPr>
          <p:cNvSpPr>
            <a:spLocks xmlns:a="http://schemas.openxmlformats.org/drawingml/2006/main" noGrp="1"/>
          </p:cNvSpPr>
          <p:nvPr/>
        </p:nvSpPr>
        <p:spPr>
          <a:xfrm xmlns:a="http://schemas.openxmlformats.org/drawingml/2006/main">
            <a:off x="3192293"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BEB8169F-3251-463E-B001-B0800ED816DE}"/>
              </a:ext>
            </a:extLst>
          </p:cNvPr>
          <p:cNvSpPr>
            <a:spLocks xmlns:a="http://schemas.openxmlformats.org/drawingml/2006/main" noGrp="1"/>
          </p:cNvSpPr>
          <p:nvPr/>
        </p:nvSpPr>
        <p:spPr>
          <a:xfrm xmlns:a="http://schemas.openxmlformats.org/drawingml/2006/main">
            <a:off x="3192293"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C7160584-2491-4553-8F19-BAFC679DC59B}"/>
              </a:ext>
            </a:extLst>
          </p:cNvPr>
          <p:cNvSpPr>
            <a:spLocks xmlns:a="http://schemas.openxmlformats.org/drawingml/2006/main" noGrp="1"/>
          </p:cNvSpPr>
          <p:nvPr/>
        </p:nvSpPr>
        <p:spPr>
          <a:xfrm xmlns:a="http://schemas.openxmlformats.org/drawingml/2006/main">
            <a:off x="3253185"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0841BBD5-0B3C-4B0D-938E-46DD8B40651A}"/>
              </a:ext>
            </a:extLst>
          </p:cNvPr>
          <p:cNvSpPr>
            <a:spLocks xmlns:a="http://schemas.openxmlformats.org/drawingml/2006/main" noGrp="1"/>
          </p:cNvSpPr>
          <p:nvPr/>
        </p:nvSpPr>
        <p:spPr>
          <a:xfrm xmlns:a="http://schemas.openxmlformats.org/drawingml/2006/main">
            <a:off x="3253185"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6CD7786D-08C9-453F-A7AF-308755F6B324}"/>
              </a:ext>
            </a:extLst>
          </p:cNvPr>
          <p:cNvSpPr>
            <a:spLocks xmlns:a="http://schemas.openxmlformats.org/drawingml/2006/main" noGrp="1"/>
          </p:cNvSpPr>
          <p:nvPr/>
        </p:nvSpPr>
        <p:spPr>
          <a:xfrm xmlns:a="http://schemas.openxmlformats.org/drawingml/2006/main">
            <a:off x="3253185"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E5211A7F-40EC-4138-AAB8-087A2B38A784}"/>
              </a:ext>
            </a:extLst>
          </p:cNvPr>
          <p:cNvSpPr>
            <a:spLocks xmlns:a="http://schemas.openxmlformats.org/drawingml/2006/main" noGrp="1"/>
          </p:cNvSpPr>
          <p:nvPr/>
        </p:nvSpPr>
        <p:spPr>
          <a:xfrm xmlns:a="http://schemas.openxmlformats.org/drawingml/2006/main">
            <a:off x="3253185"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878BE77E-21F4-49BE-8A60-32DF1F074D43}"/>
              </a:ext>
            </a:extLst>
          </p:cNvPr>
          <p:cNvSpPr>
            <a:spLocks xmlns:a="http://schemas.openxmlformats.org/drawingml/2006/main" noGrp="1"/>
          </p:cNvSpPr>
          <p:nvPr/>
        </p:nvSpPr>
        <p:spPr>
          <a:xfrm xmlns:a="http://schemas.openxmlformats.org/drawingml/2006/main">
            <a:off x="3253185"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7DE246A2-07CC-46DE-9534-1B7A54B8F178}"/>
              </a:ext>
            </a:extLst>
          </p:cNvPr>
          <p:cNvSpPr>
            <a:spLocks xmlns:a="http://schemas.openxmlformats.org/drawingml/2006/main" noGrp="1"/>
          </p:cNvSpPr>
          <p:nvPr/>
        </p:nvSpPr>
        <p:spPr>
          <a:xfrm xmlns:a="http://schemas.openxmlformats.org/drawingml/2006/main">
            <a:off x="3253185"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823D5739-9F62-48DA-BC08-3AFA4630DDFC}"/>
              </a:ext>
            </a:extLst>
          </p:cNvPr>
          <p:cNvSpPr>
            <a:spLocks xmlns:a="http://schemas.openxmlformats.org/drawingml/2006/main" noGrp="1"/>
          </p:cNvSpPr>
          <p:nvPr/>
        </p:nvSpPr>
        <p:spPr>
          <a:xfrm xmlns:a="http://schemas.openxmlformats.org/drawingml/2006/main">
            <a:off x="3253185"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6EE692FB-FA74-41F4-924E-84F6001655D5}"/>
              </a:ext>
            </a:extLst>
          </p:cNvPr>
          <p:cNvSpPr>
            <a:spLocks xmlns:a="http://schemas.openxmlformats.org/drawingml/2006/main" noGrp="1"/>
          </p:cNvSpPr>
          <p:nvPr/>
        </p:nvSpPr>
        <p:spPr>
          <a:xfrm xmlns:a="http://schemas.openxmlformats.org/drawingml/2006/main">
            <a:off x="3253185"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61183AD9-3CB6-4741-94AA-16F941A93F2B}"/>
              </a:ext>
            </a:extLst>
          </p:cNvPr>
          <p:cNvSpPr>
            <a:spLocks xmlns:a="http://schemas.openxmlformats.org/drawingml/2006/main" noGrp="1"/>
          </p:cNvSpPr>
          <p:nvPr/>
        </p:nvSpPr>
        <p:spPr>
          <a:xfrm xmlns:a="http://schemas.openxmlformats.org/drawingml/2006/main">
            <a:off x="3314077"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CC271BA6-F2D4-4EC3-9E06-699035BC5265}"/>
              </a:ext>
            </a:extLst>
          </p:cNvPr>
          <p:cNvSpPr>
            <a:spLocks xmlns:a="http://schemas.openxmlformats.org/drawingml/2006/main" noGrp="1"/>
          </p:cNvSpPr>
          <p:nvPr/>
        </p:nvSpPr>
        <p:spPr>
          <a:xfrm xmlns:a="http://schemas.openxmlformats.org/drawingml/2006/main">
            <a:off x="331407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0666E369-5294-4B7F-B12E-22F48AB84B02}"/>
              </a:ext>
            </a:extLst>
          </p:cNvPr>
          <p:cNvSpPr>
            <a:spLocks xmlns:a="http://schemas.openxmlformats.org/drawingml/2006/main" noGrp="1"/>
          </p:cNvSpPr>
          <p:nvPr/>
        </p:nvSpPr>
        <p:spPr>
          <a:xfrm xmlns:a="http://schemas.openxmlformats.org/drawingml/2006/main">
            <a:off x="331407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10809D3F-B44E-4C9B-8F2F-6D403A1B7F4B}"/>
              </a:ext>
            </a:extLst>
          </p:cNvPr>
          <p:cNvSpPr>
            <a:spLocks xmlns:a="http://schemas.openxmlformats.org/drawingml/2006/main" noGrp="1"/>
          </p:cNvSpPr>
          <p:nvPr/>
        </p:nvSpPr>
        <p:spPr>
          <a:xfrm xmlns:a="http://schemas.openxmlformats.org/drawingml/2006/main">
            <a:off x="331407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32EF90CB-532D-4D7F-A37E-2596798F73DC}"/>
              </a:ext>
            </a:extLst>
          </p:cNvPr>
          <p:cNvSpPr>
            <a:spLocks xmlns:a="http://schemas.openxmlformats.org/drawingml/2006/main" noGrp="1"/>
          </p:cNvSpPr>
          <p:nvPr/>
        </p:nvSpPr>
        <p:spPr>
          <a:xfrm xmlns:a="http://schemas.openxmlformats.org/drawingml/2006/main">
            <a:off x="331407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E89E5703-8F83-4400-8B9C-A8C6F8A30458}"/>
              </a:ext>
            </a:extLst>
          </p:cNvPr>
          <p:cNvSpPr>
            <a:spLocks xmlns:a="http://schemas.openxmlformats.org/drawingml/2006/main" noGrp="1"/>
          </p:cNvSpPr>
          <p:nvPr/>
        </p:nvSpPr>
        <p:spPr>
          <a:xfrm xmlns:a="http://schemas.openxmlformats.org/drawingml/2006/main">
            <a:off x="331407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284E816E-3431-415A-BE20-73423BBF961B}"/>
              </a:ext>
            </a:extLst>
          </p:cNvPr>
          <p:cNvSpPr>
            <a:spLocks xmlns:a="http://schemas.openxmlformats.org/drawingml/2006/main" noGrp="1"/>
          </p:cNvSpPr>
          <p:nvPr/>
        </p:nvSpPr>
        <p:spPr>
          <a:xfrm xmlns:a="http://schemas.openxmlformats.org/drawingml/2006/main">
            <a:off x="331407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304C19B7-5E95-431A-905A-DE9C8B06D76E}"/>
              </a:ext>
            </a:extLst>
          </p:cNvPr>
          <p:cNvSpPr>
            <a:spLocks xmlns:a="http://schemas.openxmlformats.org/drawingml/2006/main" noGrp="1"/>
          </p:cNvSpPr>
          <p:nvPr/>
        </p:nvSpPr>
        <p:spPr>
          <a:xfrm xmlns:a="http://schemas.openxmlformats.org/drawingml/2006/main">
            <a:off x="3314077"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1B3800C0-FE9F-4FD8-B368-75F24922771F}"/>
              </a:ext>
            </a:extLst>
          </p:cNvPr>
          <p:cNvSpPr>
            <a:spLocks xmlns:a="http://schemas.openxmlformats.org/drawingml/2006/main" noGrp="1"/>
          </p:cNvSpPr>
          <p:nvPr/>
        </p:nvSpPr>
        <p:spPr>
          <a:xfrm xmlns:a="http://schemas.openxmlformats.org/drawingml/2006/main">
            <a:off x="3314077"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3038DBA5-CB45-45F3-83A2-900320B83F63}"/>
              </a:ext>
            </a:extLst>
          </p:cNvPr>
          <p:cNvSpPr>
            <a:spLocks xmlns:a="http://schemas.openxmlformats.org/drawingml/2006/main" noGrp="1"/>
          </p:cNvSpPr>
          <p:nvPr/>
        </p:nvSpPr>
        <p:spPr>
          <a:xfrm xmlns:a="http://schemas.openxmlformats.org/drawingml/2006/main">
            <a:off x="3314077"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CCD09603-07B5-4713-86E6-B8A7F0138558}"/>
              </a:ext>
            </a:extLst>
          </p:cNvPr>
          <p:cNvSpPr>
            <a:spLocks xmlns:a="http://schemas.openxmlformats.org/drawingml/2006/main" noGrp="1"/>
          </p:cNvSpPr>
          <p:nvPr/>
        </p:nvSpPr>
        <p:spPr>
          <a:xfrm xmlns:a="http://schemas.openxmlformats.org/drawingml/2006/main">
            <a:off x="3374969"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EE36881E-C63E-472D-88EE-5D67632D433E}"/>
              </a:ext>
            </a:extLst>
          </p:cNvPr>
          <p:cNvSpPr>
            <a:spLocks xmlns:a="http://schemas.openxmlformats.org/drawingml/2006/main" noGrp="1"/>
          </p:cNvSpPr>
          <p:nvPr/>
        </p:nvSpPr>
        <p:spPr>
          <a:xfrm xmlns:a="http://schemas.openxmlformats.org/drawingml/2006/main">
            <a:off x="3374969"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B598CA14-F7C5-41A8-A70E-364A4BD674CE}"/>
              </a:ext>
            </a:extLst>
          </p:cNvPr>
          <p:cNvSpPr>
            <a:spLocks xmlns:a="http://schemas.openxmlformats.org/drawingml/2006/main" noGrp="1"/>
          </p:cNvSpPr>
          <p:nvPr/>
        </p:nvSpPr>
        <p:spPr>
          <a:xfrm xmlns:a="http://schemas.openxmlformats.org/drawingml/2006/main">
            <a:off x="3374969"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CF4625FB-9772-43C6-B388-530700FAB0B7}"/>
              </a:ext>
            </a:extLst>
          </p:cNvPr>
          <p:cNvSpPr>
            <a:spLocks xmlns:a="http://schemas.openxmlformats.org/drawingml/2006/main" noGrp="1"/>
          </p:cNvSpPr>
          <p:nvPr/>
        </p:nvSpPr>
        <p:spPr>
          <a:xfrm xmlns:a="http://schemas.openxmlformats.org/drawingml/2006/main">
            <a:off x="337496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D27AB27A-8D2E-4443-B680-C182F5AC8FA0}"/>
              </a:ext>
            </a:extLst>
          </p:cNvPr>
          <p:cNvSpPr>
            <a:spLocks xmlns:a="http://schemas.openxmlformats.org/drawingml/2006/main" noGrp="1"/>
          </p:cNvSpPr>
          <p:nvPr/>
        </p:nvSpPr>
        <p:spPr>
          <a:xfrm xmlns:a="http://schemas.openxmlformats.org/drawingml/2006/main">
            <a:off x="3374969"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25B93509-8785-465D-8909-FA13422257B8}"/>
              </a:ext>
            </a:extLst>
          </p:cNvPr>
          <p:cNvSpPr>
            <a:spLocks xmlns:a="http://schemas.openxmlformats.org/drawingml/2006/main" noGrp="1"/>
          </p:cNvSpPr>
          <p:nvPr/>
        </p:nvSpPr>
        <p:spPr>
          <a:xfrm xmlns:a="http://schemas.openxmlformats.org/drawingml/2006/main">
            <a:off x="3374969"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8DB1847D-EB4C-4FEF-BDD3-195F52953550}"/>
              </a:ext>
            </a:extLst>
          </p:cNvPr>
          <p:cNvSpPr>
            <a:spLocks xmlns:a="http://schemas.openxmlformats.org/drawingml/2006/main" noGrp="1"/>
          </p:cNvSpPr>
          <p:nvPr/>
        </p:nvSpPr>
        <p:spPr>
          <a:xfrm xmlns:a="http://schemas.openxmlformats.org/drawingml/2006/main">
            <a:off x="3374969"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C18687E3-2C2E-4FFD-B9CE-4715657E383A}"/>
              </a:ext>
            </a:extLst>
          </p:cNvPr>
          <p:cNvSpPr>
            <a:spLocks xmlns:a="http://schemas.openxmlformats.org/drawingml/2006/main" noGrp="1"/>
          </p:cNvSpPr>
          <p:nvPr/>
        </p:nvSpPr>
        <p:spPr>
          <a:xfrm xmlns:a="http://schemas.openxmlformats.org/drawingml/2006/main">
            <a:off x="3435861"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D89514B1-2A60-47D9-B30E-E8BCF99CF95E}"/>
              </a:ext>
            </a:extLst>
          </p:cNvPr>
          <p:cNvSpPr>
            <a:spLocks xmlns:a="http://schemas.openxmlformats.org/drawingml/2006/main" noGrp="1"/>
          </p:cNvSpPr>
          <p:nvPr/>
        </p:nvSpPr>
        <p:spPr>
          <a:xfrm xmlns:a="http://schemas.openxmlformats.org/drawingml/2006/main">
            <a:off x="3435861"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0A1312A4-54D3-4024-BB94-4E6FF458FEF4}"/>
              </a:ext>
            </a:extLst>
          </p:cNvPr>
          <p:cNvSpPr>
            <a:spLocks xmlns:a="http://schemas.openxmlformats.org/drawingml/2006/main" noGrp="1"/>
          </p:cNvSpPr>
          <p:nvPr/>
        </p:nvSpPr>
        <p:spPr>
          <a:xfrm xmlns:a="http://schemas.openxmlformats.org/drawingml/2006/main">
            <a:off x="3435861"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97C6F7CA-0E8B-4F32-B64F-B14A542986F8}"/>
              </a:ext>
            </a:extLst>
          </p:cNvPr>
          <p:cNvSpPr>
            <a:spLocks xmlns:a="http://schemas.openxmlformats.org/drawingml/2006/main" noGrp="1"/>
          </p:cNvSpPr>
          <p:nvPr/>
        </p:nvSpPr>
        <p:spPr>
          <a:xfrm xmlns:a="http://schemas.openxmlformats.org/drawingml/2006/main">
            <a:off x="3435861"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D4824577-1F96-4293-B56B-84C138D10DF6}"/>
              </a:ext>
            </a:extLst>
          </p:cNvPr>
          <p:cNvSpPr>
            <a:spLocks xmlns:a="http://schemas.openxmlformats.org/drawingml/2006/main" noGrp="1"/>
          </p:cNvSpPr>
          <p:nvPr/>
        </p:nvSpPr>
        <p:spPr>
          <a:xfrm xmlns:a="http://schemas.openxmlformats.org/drawingml/2006/main">
            <a:off x="3435861"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9E8C55A2-047B-4DA6-935A-C017E0AA16A2}"/>
              </a:ext>
            </a:extLst>
          </p:cNvPr>
          <p:cNvSpPr>
            <a:spLocks xmlns:a="http://schemas.openxmlformats.org/drawingml/2006/main" noGrp="1"/>
          </p:cNvSpPr>
          <p:nvPr/>
        </p:nvSpPr>
        <p:spPr>
          <a:xfrm xmlns:a="http://schemas.openxmlformats.org/drawingml/2006/main">
            <a:off x="3435861"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A9FA9155-58F1-4F71-AAB6-D493AEBFC801}"/>
              </a:ext>
            </a:extLst>
          </p:cNvPr>
          <p:cNvSpPr>
            <a:spLocks xmlns:a="http://schemas.openxmlformats.org/drawingml/2006/main" noGrp="1"/>
          </p:cNvSpPr>
          <p:nvPr/>
        </p:nvSpPr>
        <p:spPr>
          <a:xfrm xmlns:a="http://schemas.openxmlformats.org/drawingml/2006/main">
            <a:off x="3496752"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F3650CE1-D43D-4F01-A080-641480BC6855}"/>
              </a:ext>
            </a:extLst>
          </p:cNvPr>
          <p:cNvSpPr>
            <a:spLocks xmlns:a="http://schemas.openxmlformats.org/drawingml/2006/main" noGrp="1"/>
          </p:cNvSpPr>
          <p:nvPr/>
        </p:nvSpPr>
        <p:spPr>
          <a:xfrm xmlns:a="http://schemas.openxmlformats.org/drawingml/2006/main">
            <a:off x="3496752"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2D1EC521-0E7B-44E9-9AB6-C8FADA689423}"/>
              </a:ext>
            </a:extLst>
          </p:cNvPr>
          <p:cNvSpPr>
            <a:spLocks xmlns:a="http://schemas.openxmlformats.org/drawingml/2006/main" noGrp="1"/>
          </p:cNvSpPr>
          <p:nvPr/>
        </p:nvSpPr>
        <p:spPr>
          <a:xfrm xmlns:a="http://schemas.openxmlformats.org/drawingml/2006/main">
            <a:off x="3496752"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805407E5-F190-4B09-A4BF-66A44D151F28}"/>
              </a:ext>
            </a:extLst>
          </p:cNvPr>
          <p:cNvSpPr>
            <a:spLocks xmlns:a="http://schemas.openxmlformats.org/drawingml/2006/main" noGrp="1"/>
          </p:cNvSpPr>
          <p:nvPr/>
        </p:nvSpPr>
        <p:spPr>
          <a:xfrm xmlns:a="http://schemas.openxmlformats.org/drawingml/2006/main">
            <a:off x="3496752"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355EA19B-1071-4201-9971-7E41A1249256}"/>
              </a:ext>
            </a:extLst>
          </p:cNvPr>
          <p:cNvSpPr>
            <a:spLocks xmlns:a="http://schemas.openxmlformats.org/drawingml/2006/main" noGrp="1"/>
          </p:cNvSpPr>
          <p:nvPr/>
        </p:nvSpPr>
        <p:spPr>
          <a:xfrm xmlns:a="http://schemas.openxmlformats.org/drawingml/2006/main">
            <a:off x="3557644"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9245E9DC-3984-4B4A-864F-481F36C41FB6}"/>
              </a:ext>
            </a:extLst>
          </p:cNvPr>
          <p:cNvSpPr>
            <a:spLocks xmlns:a="http://schemas.openxmlformats.org/drawingml/2006/main" noGrp="1"/>
          </p:cNvSpPr>
          <p:nvPr/>
        </p:nvSpPr>
        <p:spPr>
          <a:xfrm xmlns:a="http://schemas.openxmlformats.org/drawingml/2006/main">
            <a:off x="3618536"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E10ED11F-EDB2-4559-B0CA-D0C9AA9BEF42}"/>
              </a:ext>
            </a:extLst>
          </p:cNvPr>
          <p:cNvSpPr>
            <a:spLocks xmlns:a="http://schemas.openxmlformats.org/drawingml/2006/main" noGrp="1"/>
          </p:cNvSpPr>
          <p:nvPr/>
        </p:nvSpPr>
        <p:spPr>
          <a:xfrm xmlns:a="http://schemas.openxmlformats.org/drawingml/2006/main">
            <a:off x="361853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4EE8D86D-5A0B-41D2-B071-4219BD428803}"/>
              </a:ext>
            </a:extLst>
          </p:cNvPr>
          <p:cNvSpPr>
            <a:spLocks xmlns:a="http://schemas.openxmlformats.org/drawingml/2006/main" noGrp="1"/>
          </p:cNvSpPr>
          <p:nvPr/>
        </p:nvSpPr>
        <p:spPr>
          <a:xfrm xmlns:a="http://schemas.openxmlformats.org/drawingml/2006/main">
            <a:off x="3618536"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505B8C78-2EFE-4073-8D46-47FC7DCA8563}"/>
              </a:ext>
            </a:extLst>
          </p:cNvPr>
          <p:cNvSpPr>
            <a:spLocks xmlns:a="http://schemas.openxmlformats.org/drawingml/2006/main" noGrp="1"/>
          </p:cNvSpPr>
          <p:nvPr/>
        </p:nvSpPr>
        <p:spPr>
          <a:xfrm xmlns:a="http://schemas.openxmlformats.org/drawingml/2006/main">
            <a:off x="3618536"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CD5D0FB5-3F43-436F-928A-D140C023A501}"/>
              </a:ext>
            </a:extLst>
          </p:cNvPr>
          <p:cNvSpPr>
            <a:spLocks xmlns:a="http://schemas.openxmlformats.org/drawingml/2006/main" noGrp="1"/>
          </p:cNvSpPr>
          <p:nvPr/>
        </p:nvSpPr>
        <p:spPr>
          <a:xfrm xmlns:a="http://schemas.openxmlformats.org/drawingml/2006/main">
            <a:off x="3679428"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41FCA7F9-127B-4720-8E8D-D216D66AD8C9}"/>
              </a:ext>
            </a:extLst>
          </p:cNvPr>
          <p:cNvSpPr>
            <a:spLocks xmlns:a="http://schemas.openxmlformats.org/drawingml/2006/main" noGrp="1"/>
          </p:cNvSpPr>
          <p:nvPr/>
        </p:nvSpPr>
        <p:spPr>
          <a:xfrm xmlns:a="http://schemas.openxmlformats.org/drawingml/2006/main">
            <a:off x="3679428"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C5BA8EC0-2487-431C-B249-3DAC415C0886}"/>
              </a:ext>
            </a:extLst>
          </p:cNvPr>
          <p:cNvSpPr>
            <a:spLocks xmlns:a="http://schemas.openxmlformats.org/drawingml/2006/main" noGrp="1"/>
          </p:cNvSpPr>
          <p:nvPr/>
        </p:nvSpPr>
        <p:spPr>
          <a:xfrm xmlns:a="http://schemas.openxmlformats.org/drawingml/2006/main">
            <a:off x="3679428"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4DB83EC5-3D01-4D9E-AA05-4490BD3954A4}"/>
              </a:ext>
            </a:extLst>
          </p:cNvPr>
          <p:cNvSpPr>
            <a:spLocks xmlns:a="http://schemas.openxmlformats.org/drawingml/2006/main" noGrp="1"/>
          </p:cNvSpPr>
          <p:nvPr/>
        </p:nvSpPr>
        <p:spPr>
          <a:xfrm xmlns:a="http://schemas.openxmlformats.org/drawingml/2006/main">
            <a:off x="3679428"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2D2C9ACD-2538-48AA-9BAF-4E2B7C88B5FA}"/>
              </a:ext>
            </a:extLst>
          </p:cNvPr>
          <p:cNvSpPr>
            <a:spLocks xmlns:a="http://schemas.openxmlformats.org/drawingml/2006/main" noGrp="1"/>
          </p:cNvSpPr>
          <p:nvPr/>
        </p:nvSpPr>
        <p:spPr>
          <a:xfrm xmlns:a="http://schemas.openxmlformats.org/drawingml/2006/main">
            <a:off x="3679428"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F1B52854-37AF-43AC-844C-AB4586557668}"/>
              </a:ext>
            </a:extLst>
          </p:cNvPr>
          <p:cNvSpPr>
            <a:spLocks xmlns:a="http://schemas.openxmlformats.org/drawingml/2006/main" noGrp="1"/>
          </p:cNvSpPr>
          <p:nvPr/>
        </p:nvSpPr>
        <p:spPr>
          <a:xfrm xmlns:a="http://schemas.openxmlformats.org/drawingml/2006/main">
            <a:off x="3740320"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DD9ED934-072B-482F-BFA4-2E4B004A194F}"/>
              </a:ext>
            </a:extLst>
          </p:cNvPr>
          <p:cNvSpPr>
            <a:spLocks xmlns:a="http://schemas.openxmlformats.org/drawingml/2006/main" noGrp="1"/>
          </p:cNvSpPr>
          <p:nvPr/>
        </p:nvSpPr>
        <p:spPr>
          <a:xfrm xmlns:a="http://schemas.openxmlformats.org/drawingml/2006/main">
            <a:off x="3740320"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7E757BD3-5CF7-4FFB-917A-FB6EC16DA22A}"/>
              </a:ext>
            </a:extLst>
          </p:cNvPr>
          <p:cNvSpPr>
            <a:spLocks xmlns:a="http://schemas.openxmlformats.org/drawingml/2006/main" noGrp="1"/>
          </p:cNvSpPr>
          <p:nvPr/>
        </p:nvSpPr>
        <p:spPr>
          <a:xfrm xmlns:a="http://schemas.openxmlformats.org/drawingml/2006/main">
            <a:off x="3740320"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98BD8018-48AC-4745-8CE7-F456C808B3B4}"/>
              </a:ext>
            </a:extLst>
          </p:cNvPr>
          <p:cNvSpPr>
            <a:spLocks xmlns:a="http://schemas.openxmlformats.org/drawingml/2006/main" noGrp="1"/>
          </p:cNvSpPr>
          <p:nvPr/>
        </p:nvSpPr>
        <p:spPr>
          <a:xfrm xmlns:a="http://schemas.openxmlformats.org/drawingml/2006/main">
            <a:off x="3801212"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CB754756-108C-44FD-901C-7BE839298902}"/>
              </a:ext>
            </a:extLst>
          </p:cNvPr>
          <p:cNvSpPr>
            <a:spLocks xmlns:a="http://schemas.openxmlformats.org/drawingml/2006/main" noGrp="1"/>
          </p:cNvSpPr>
          <p:nvPr/>
        </p:nvSpPr>
        <p:spPr>
          <a:xfrm xmlns:a="http://schemas.openxmlformats.org/drawingml/2006/main">
            <a:off x="392299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60D9F298-2931-4A15-A7ED-E91EC75D1D52}"/>
              </a:ext>
            </a:extLst>
          </p:cNvPr>
          <p:cNvSpPr>
            <a:spLocks xmlns:a="http://schemas.openxmlformats.org/drawingml/2006/main" noGrp="1"/>
          </p:cNvSpPr>
          <p:nvPr/>
        </p:nvSpPr>
        <p:spPr>
          <a:xfrm xmlns:a="http://schemas.openxmlformats.org/drawingml/2006/main">
            <a:off x="392299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3CA26600-5D8E-47F5-8AAC-25EC10F509C3}"/>
              </a:ext>
            </a:extLst>
          </p:cNvPr>
          <p:cNvSpPr>
            <a:spLocks xmlns:a="http://schemas.openxmlformats.org/drawingml/2006/main" noGrp="1"/>
          </p:cNvSpPr>
          <p:nvPr/>
        </p:nvSpPr>
        <p:spPr>
          <a:xfrm xmlns:a="http://schemas.openxmlformats.org/drawingml/2006/main">
            <a:off x="392299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3EA97A9A-BB42-47BA-99BD-FF2B4A7A6C4C}"/>
              </a:ext>
            </a:extLst>
          </p:cNvPr>
          <p:cNvSpPr>
            <a:spLocks xmlns:a="http://schemas.openxmlformats.org/drawingml/2006/main" noGrp="1"/>
          </p:cNvSpPr>
          <p:nvPr/>
        </p:nvSpPr>
        <p:spPr>
          <a:xfrm xmlns:a="http://schemas.openxmlformats.org/drawingml/2006/main">
            <a:off x="3922996"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BDF40B11-8392-4C3F-A831-DCCE0A15B58C}"/>
              </a:ext>
            </a:extLst>
          </p:cNvPr>
          <p:cNvSpPr>
            <a:spLocks xmlns:a="http://schemas.openxmlformats.org/drawingml/2006/main" noGrp="1"/>
          </p:cNvSpPr>
          <p:nvPr/>
        </p:nvSpPr>
        <p:spPr>
          <a:xfrm xmlns:a="http://schemas.openxmlformats.org/drawingml/2006/main">
            <a:off x="398388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6DAAD156-EFC6-4F38-A8B9-EDA2007A13D5}"/>
              </a:ext>
            </a:extLst>
          </p:cNvPr>
          <p:cNvSpPr>
            <a:spLocks xmlns:a="http://schemas.openxmlformats.org/drawingml/2006/main" noGrp="1"/>
          </p:cNvSpPr>
          <p:nvPr/>
        </p:nvSpPr>
        <p:spPr>
          <a:xfrm xmlns:a="http://schemas.openxmlformats.org/drawingml/2006/main">
            <a:off x="398388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281497BA-FC7D-4556-9D61-BA52326430DB}"/>
              </a:ext>
            </a:extLst>
          </p:cNvPr>
          <p:cNvSpPr>
            <a:spLocks xmlns:a="http://schemas.openxmlformats.org/drawingml/2006/main" noGrp="1"/>
          </p:cNvSpPr>
          <p:nvPr/>
        </p:nvSpPr>
        <p:spPr>
          <a:xfrm xmlns:a="http://schemas.openxmlformats.org/drawingml/2006/main">
            <a:off x="398388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15679558-F26C-4B51-A853-A1117E2B6862}"/>
              </a:ext>
            </a:extLst>
          </p:cNvPr>
          <p:cNvSpPr>
            <a:spLocks xmlns:a="http://schemas.openxmlformats.org/drawingml/2006/main" noGrp="1"/>
          </p:cNvSpPr>
          <p:nvPr/>
        </p:nvSpPr>
        <p:spPr>
          <a:xfrm xmlns:a="http://schemas.openxmlformats.org/drawingml/2006/main">
            <a:off x="398388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EAD6668D-8AC7-476B-8068-B70ED2FA2E2C}"/>
              </a:ext>
            </a:extLst>
          </p:cNvPr>
          <p:cNvSpPr>
            <a:spLocks xmlns:a="http://schemas.openxmlformats.org/drawingml/2006/main" noGrp="1"/>
          </p:cNvSpPr>
          <p:nvPr/>
        </p:nvSpPr>
        <p:spPr>
          <a:xfrm xmlns:a="http://schemas.openxmlformats.org/drawingml/2006/main">
            <a:off x="398388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570124E8-2931-459E-A3E2-78883BB03E67}"/>
              </a:ext>
            </a:extLst>
          </p:cNvPr>
          <p:cNvSpPr>
            <a:spLocks xmlns:a="http://schemas.openxmlformats.org/drawingml/2006/main" noGrp="1"/>
          </p:cNvSpPr>
          <p:nvPr/>
        </p:nvSpPr>
        <p:spPr>
          <a:xfrm xmlns:a="http://schemas.openxmlformats.org/drawingml/2006/main">
            <a:off x="398388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C56EE5CA-BF3E-4624-B881-E1946BE26DE2}"/>
              </a:ext>
            </a:extLst>
          </p:cNvPr>
          <p:cNvSpPr>
            <a:spLocks xmlns:a="http://schemas.openxmlformats.org/drawingml/2006/main" noGrp="1"/>
          </p:cNvSpPr>
          <p:nvPr/>
        </p:nvSpPr>
        <p:spPr>
          <a:xfrm xmlns:a="http://schemas.openxmlformats.org/drawingml/2006/main">
            <a:off x="3983887"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BA25CDE1-7B4C-4336-9B21-B3F347E2F203}"/>
              </a:ext>
            </a:extLst>
          </p:cNvPr>
          <p:cNvSpPr>
            <a:spLocks xmlns:a="http://schemas.openxmlformats.org/drawingml/2006/main" noGrp="1"/>
          </p:cNvSpPr>
          <p:nvPr/>
        </p:nvSpPr>
        <p:spPr>
          <a:xfrm xmlns:a="http://schemas.openxmlformats.org/drawingml/2006/main">
            <a:off x="404477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F1780392-F646-4F26-91A5-D62D9388F18F}"/>
              </a:ext>
            </a:extLst>
          </p:cNvPr>
          <p:cNvSpPr>
            <a:spLocks xmlns:a="http://schemas.openxmlformats.org/drawingml/2006/main" noGrp="1"/>
          </p:cNvSpPr>
          <p:nvPr/>
        </p:nvSpPr>
        <p:spPr>
          <a:xfrm xmlns:a="http://schemas.openxmlformats.org/drawingml/2006/main">
            <a:off x="4044779"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A175C950-52DB-4A57-8EC1-F953578C7E4B}"/>
              </a:ext>
            </a:extLst>
          </p:cNvPr>
          <p:cNvSpPr>
            <a:spLocks xmlns:a="http://schemas.openxmlformats.org/drawingml/2006/main" noGrp="1"/>
          </p:cNvSpPr>
          <p:nvPr/>
        </p:nvSpPr>
        <p:spPr>
          <a:xfrm xmlns:a="http://schemas.openxmlformats.org/drawingml/2006/main">
            <a:off x="410567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814F7252-EDFB-4924-BA6F-1723ED798AD2}"/>
              </a:ext>
            </a:extLst>
          </p:cNvPr>
          <p:cNvSpPr>
            <a:spLocks xmlns:a="http://schemas.openxmlformats.org/drawingml/2006/main" noGrp="1"/>
          </p:cNvSpPr>
          <p:nvPr/>
        </p:nvSpPr>
        <p:spPr>
          <a:xfrm xmlns:a="http://schemas.openxmlformats.org/drawingml/2006/main">
            <a:off x="4166563"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2022FF45-0A16-4200-82B9-DD0D046E76EB}"/>
              </a:ext>
            </a:extLst>
          </p:cNvPr>
          <p:cNvSpPr>
            <a:spLocks xmlns:a="http://schemas.openxmlformats.org/drawingml/2006/main" noGrp="1"/>
          </p:cNvSpPr>
          <p:nvPr/>
        </p:nvSpPr>
        <p:spPr>
          <a:xfrm xmlns:a="http://schemas.openxmlformats.org/drawingml/2006/main">
            <a:off x="4227455"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44E8E8AE-FCF1-4F71-A692-E32C40C6B6EA}"/>
              </a:ext>
            </a:extLst>
          </p:cNvPr>
          <p:cNvSpPr>
            <a:spLocks xmlns:a="http://schemas.openxmlformats.org/drawingml/2006/main" noGrp="1"/>
          </p:cNvSpPr>
          <p:nvPr/>
        </p:nvSpPr>
        <p:spPr>
          <a:xfrm xmlns:a="http://schemas.openxmlformats.org/drawingml/2006/main">
            <a:off x="4227455"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5E039E88-578B-49B0-90F1-6A9504F97558}"/>
              </a:ext>
            </a:extLst>
          </p:cNvPr>
          <p:cNvSpPr>
            <a:spLocks xmlns:a="http://schemas.openxmlformats.org/drawingml/2006/main" noGrp="1"/>
          </p:cNvSpPr>
          <p:nvPr/>
        </p:nvSpPr>
        <p:spPr>
          <a:xfrm xmlns:a="http://schemas.openxmlformats.org/drawingml/2006/main">
            <a:off x="428834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C6282F43-799F-43B1-BE66-5D689961D358}"/>
              </a:ext>
            </a:extLst>
          </p:cNvPr>
          <p:cNvSpPr>
            <a:spLocks xmlns:a="http://schemas.openxmlformats.org/drawingml/2006/main" noGrp="1"/>
          </p:cNvSpPr>
          <p:nvPr/>
        </p:nvSpPr>
        <p:spPr>
          <a:xfrm xmlns:a="http://schemas.openxmlformats.org/drawingml/2006/main">
            <a:off x="428834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96565EE1-DF46-439A-8EDB-53C926086CB3}"/>
              </a:ext>
            </a:extLst>
          </p:cNvPr>
          <p:cNvSpPr>
            <a:spLocks xmlns:a="http://schemas.openxmlformats.org/drawingml/2006/main" noGrp="1"/>
          </p:cNvSpPr>
          <p:nvPr/>
        </p:nvSpPr>
        <p:spPr>
          <a:xfrm xmlns:a="http://schemas.openxmlformats.org/drawingml/2006/main">
            <a:off x="434923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7D8045DC-BBBA-48A1-A764-E10658C64E9F}"/>
              </a:ext>
            </a:extLst>
          </p:cNvPr>
          <p:cNvSpPr>
            <a:spLocks xmlns:a="http://schemas.openxmlformats.org/drawingml/2006/main" noGrp="1"/>
          </p:cNvSpPr>
          <p:nvPr/>
        </p:nvSpPr>
        <p:spPr>
          <a:xfrm xmlns:a="http://schemas.openxmlformats.org/drawingml/2006/main">
            <a:off x="434923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9ED2FAF2-6F74-4AF2-B1A6-A2E9D3167A83}"/>
              </a:ext>
            </a:extLst>
          </p:cNvPr>
          <p:cNvSpPr>
            <a:spLocks xmlns:a="http://schemas.openxmlformats.org/drawingml/2006/main" noGrp="1"/>
          </p:cNvSpPr>
          <p:nvPr/>
        </p:nvSpPr>
        <p:spPr>
          <a:xfrm xmlns:a="http://schemas.openxmlformats.org/drawingml/2006/main">
            <a:off x="434923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72BD2B53-867E-43E6-9533-BA8D42EB552C}"/>
              </a:ext>
            </a:extLst>
          </p:cNvPr>
          <p:cNvSpPr>
            <a:spLocks xmlns:a="http://schemas.openxmlformats.org/drawingml/2006/main" noGrp="1"/>
          </p:cNvSpPr>
          <p:nvPr/>
        </p:nvSpPr>
        <p:spPr>
          <a:xfrm xmlns:a="http://schemas.openxmlformats.org/drawingml/2006/main">
            <a:off x="434923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C45649E7-89B4-43C2-B1B3-E91A49013677}"/>
              </a:ext>
            </a:extLst>
          </p:cNvPr>
          <p:cNvSpPr>
            <a:spLocks xmlns:a="http://schemas.openxmlformats.org/drawingml/2006/main" noGrp="1"/>
          </p:cNvSpPr>
          <p:nvPr/>
        </p:nvSpPr>
        <p:spPr>
          <a:xfrm xmlns:a="http://schemas.openxmlformats.org/drawingml/2006/main">
            <a:off x="441013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6590A74C-7E82-458E-A43F-E5BAF753A398}"/>
              </a:ext>
            </a:extLst>
          </p:cNvPr>
          <p:cNvSpPr>
            <a:spLocks xmlns:a="http://schemas.openxmlformats.org/drawingml/2006/main" noGrp="1"/>
          </p:cNvSpPr>
          <p:nvPr/>
        </p:nvSpPr>
        <p:spPr>
          <a:xfrm xmlns:a="http://schemas.openxmlformats.org/drawingml/2006/main">
            <a:off x="441013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4F310BDA-ADD5-49FA-A20F-DA2291766D86}"/>
              </a:ext>
            </a:extLst>
          </p:cNvPr>
          <p:cNvSpPr>
            <a:spLocks xmlns:a="http://schemas.openxmlformats.org/drawingml/2006/main" noGrp="1"/>
          </p:cNvSpPr>
          <p:nvPr/>
        </p:nvSpPr>
        <p:spPr>
          <a:xfrm xmlns:a="http://schemas.openxmlformats.org/drawingml/2006/main">
            <a:off x="441013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E00B13F3-39AC-4790-A562-E762BA437F8D}"/>
              </a:ext>
            </a:extLst>
          </p:cNvPr>
          <p:cNvSpPr>
            <a:spLocks xmlns:a="http://schemas.openxmlformats.org/drawingml/2006/main" noGrp="1"/>
          </p:cNvSpPr>
          <p:nvPr/>
        </p:nvSpPr>
        <p:spPr>
          <a:xfrm xmlns:a="http://schemas.openxmlformats.org/drawingml/2006/main">
            <a:off x="447102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F2B53CDF-3032-49F8-9F60-D193B59793AB}"/>
              </a:ext>
            </a:extLst>
          </p:cNvPr>
          <p:cNvSpPr>
            <a:spLocks xmlns:a="http://schemas.openxmlformats.org/drawingml/2006/main" noGrp="1"/>
          </p:cNvSpPr>
          <p:nvPr/>
        </p:nvSpPr>
        <p:spPr>
          <a:xfrm xmlns:a="http://schemas.openxmlformats.org/drawingml/2006/main">
            <a:off x="447102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08639F4F-6256-4DEE-BBF9-E2C476DD923A}"/>
              </a:ext>
            </a:extLst>
          </p:cNvPr>
          <p:cNvSpPr>
            <a:spLocks xmlns:a="http://schemas.openxmlformats.org/drawingml/2006/main" noGrp="1"/>
          </p:cNvSpPr>
          <p:nvPr/>
        </p:nvSpPr>
        <p:spPr>
          <a:xfrm xmlns:a="http://schemas.openxmlformats.org/drawingml/2006/main">
            <a:off x="447102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C4891170-DC3D-4415-A816-AA1F2227A18F}"/>
              </a:ext>
            </a:extLst>
          </p:cNvPr>
          <p:cNvSpPr>
            <a:spLocks xmlns:a="http://schemas.openxmlformats.org/drawingml/2006/main" noGrp="1"/>
          </p:cNvSpPr>
          <p:nvPr/>
        </p:nvSpPr>
        <p:spPr>
          <a:xfrm xmlns:a="http://schemas.openxmlformats.org/drawingml/2006/main">
            <a:off x="447102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5B1F58A8-BA40-4409-A2AE-9E8090D6890D}"/>
              </a:ext>
            </a:extLst>
          </p:cNvPr>
          <p:cNvSpPr>
            <a:spLocks xmlns:a="http://schemas.openxmlformats.org/drawingml/2006/main" noGrp="1"/>
          </p:cNvSpPr>
          <p:nvPr/>
        </p:nvSpPr>
        <p:spPr>
          <a:xfrm xmlns:a="http://schemas.openxmlformats.org/drawingml/2006/main">
            <a:off x="447102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D6C4CCF2-94EA-42EB-B848-0369861DDEB7}"/>
              </a:ext>
            </a:extLst>
          </p:cNvPr>
          <p:cNvSpPr>
            <a:spLocks xmlns:a="http://schemas.openxmlformats.org/drawingml/2006/main" noGrp="1"/>
          </p:cNvSpPr>
          <p:nvPr/>
        </p:nvSpPr>
        <p:spPr>
          <a:xfrm xmlns:a="http://schemas.openxmlformats.org/drawingml/2006/main">
            <a:off x="447102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53CA7C82-3E06-4834-B892-B39B1796CAE9}"/>
              </a:ext>
            </a:extLst>
          </p:cNvPr>
          <p:cNvSpPr>
            <a:spLocks xmlns:a="http://schemas.openxmlformats.org/drawingml/2006/main" noGrp="1"/>
          </p:cNvSpPr>
          <p:nvPr/>
        </p:nvSpPr>
        <p:spPr>
          <a:xfrm xmlns:a="http://schemas.openxmlformats.org/drawingml/2006/main">
            <a:off x="447102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E5DFC2A3-F155-4304-A1DF-82B0F976F181}"/>
              </a:ext>
            </a:extLst>
          </p:cNvPr>
          <p:cNvSpPr>
            <a:spLocks xmlns:a="http://schemas.openxmlformats.org/drawingml/2006/main" noGrp="1"/>
          </p:cNvSpPr>
          <p:nvPr/>
        </p:nvSpPr>
        <p:spPr>
          <a:xfrm xmlns:a="http://schemas.openxmlformats.org/drawingml/2006/main">
            <a:off x="453191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A4EB2CB1-5438-4E6E-BDAA-78E9F4591194}"/>
              </a:ext>
            </a:extLst>
          </p:cNvPr>
          <p:cNvSpPr>
            <a:spLocks xmlns:a="http://schemas.openxmlformats.org/drawingml/2006/main" noGrp="1"/>
          </p:cNvSpPr>
          <p:nvPr/>
        </p:nvSpPr>
        <p:spPr>
          <a:xfrm xmlns:a="http://schemas.openxmlformats.org/drawingml/2006/main">
            <a:off x="453191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5842DB9E-3766-48A0-B172-59EABB39CC8F}"/>
              </a:ext>
            </a:extLst>
          </p:cNvPr>
          <p:cNvSpPr>
            <a:spLocks xmlns:a="http://schemas.openxmlformats.org/drawingml/2006/main" noGrp="1"/>
          </p:cNvSpPr>
          <p:nvPr/>
        </p:nvSpPr>
        <p:spPr>
          <a:xfrm xmlns:a="http://schemas.openxmlformats.org/drawingml/2006/main">
            <a:off x="453191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17703703-A79D-4700-9873-95FBC31FDB97}"/>
              </a:ext>
            </a:extLst>
          </p:cNvPr>
          <p:cNvSpPr>
            <a:spLocks xmlns:a="http://schemas.openxmlformats.org/drawingml/2006/main" noGrp="1"/>
          </p:cNvSpPr>
          <p:nvPr/>
        </p:nvSpPr>
        <p:spPr>
          <a:xfrm xmlns:a="http://schemas.openxmlformats.org/drawingml/2006/main">
            <a:off x="453191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5F6BABB5-1B9B-40D7-9932-78512BF9D082}"/>
              </a:ext>
            </a:extLst>
          </p:cNvPr>
          <p:cNvSpPr>
            <a:spLocks xmlns:a="http://schemas.openxmlformats.org/drawingml/2006/main" noGrp="1"/>
          </p:cNvSpPr>
          <p:nvPr/>
        </p:nvSpPr>
        <p:spPr>
          <a:xfrm xmlns:a="http://schemas.openxmlformats.org/drawingml/2006/main">
            <a:off x="453191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2C4EDF12-948F-4FF0-951D-8F2115ACF8C1}"/>
              </a:ext>
            </a:extLst>
          </p:cNvPr>
          <p:cNvSpPr>
            <a:spLocks xmlns:a="http://schemas.openxmlformats.org/drawingml/2006/main" noGrp="1"/>
          </p:cNvSpPr>
          <p:nvPr/>
        </p:nvSpPr>
        <p:spPr>
          <a:xfrm xmlns:a="http://schemas.openxmlformats.org/drawingml/2006/main">
            <a:off x="453191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E5B45E2C-6407-4339-AD51-D4273D414F25}"/>
              </a:ext>
            </a:extLst>
          </p:cNvPr>
          <p:cNvSpPr>
            <a:spLocks xmlns:a="http://schemas.openxmlformats.org/drawingml/2006/main" noGrp="1"/>
          </p:cNvSpPr>
          <p:nvPr/>
        </p:nvSpPr>
        <p:spPr>
          <a:xfrm xmlns:a="http://schemas.openxmlformats.org/drawingml/2006/main">
            <a:off x="459280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4BF46C5E-3A6C-4009-AE50-2757351FAC2D}"/>
              </a:ext>
            </a:extLst>
          </p:cNvPr>
          <p:cNvSpPr>
            <a:spLocks xmlns:a="http://schemas.openxmlformats.org/drawingml/2006/main" noGrp="1"/>
          </p:cNvSpPr>
          <p:nvPr/>
        </p:nvSpPr>
        <p:spPr>
          <a:xfrm xmlns:a="http://schemas.openxmlformats.org/drawingml/2006/main">
            <a:off x="459280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8E2FD4EE-0542-4D8B-8104-059D414E04BB}"/>
              </a:ext>
            </a:extLst>
          </p:cNvPr>
          <p:cNvSpPr>
            <a:spLocks xmlns:a="http://schemas.openxmlformats.org/drawingml/2006/main" noGrp="1"/>
          </p:cNvSpPr>
          <p:nvPr/>
        </p:nvSpPr>
        <p:spPr>
          <a:xfrm xmlns:a="http://schemas.openxmlformats.org/drawingml/2006/main">
            <a:off x="459280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1F9F8D81-B643-45F9-B5F7-C200B16470E4}"/>
              </a:ext>
            </a:extLst>
          </p:cNvPr>
          <p:cNvSpPr>
            <a:spLocks xmlns:a="http://schemas.openxmlformats.org/drawingml/2006/main" noGrp="1"/>
          </p:cNvSpPr>
          <p:nvPr/>
        </p:nvSpPr>
        <p:spPr>
          <a:xfrm xmlns:a="http://schemas.openxmlformats.org/drawingml/2006/main">
            <a:off x="4653698"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2A2F60B2-F7C9-4754-9541-8DF543B46789}"/>
              </a:ext>
            </a:extLst>
          </p:cNvPr>
          <p:cNvSpPr>
            <a:spLocks xmlns:a="http://schemas.openxmlformats.org/drawingml/2006/main" noGrp="1"/>
          </p:cNvSpPr>
          <p:nvPr/>
        </p:nvSpPr>
        <p:spPr>
          <a:xfrm xmlns:a="http://schemas.openxmlformats.org/drawingml/2006/main">
            <a:off x="4653698"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701" name="">
            <a:extLst xmlns:a="http://schemas.openxmlformats.org/drawingml/2006/main">
              <a:ext uri="{FF2B5EF4-FFF2-40B4-BE49-F238E27FC236}">
                <a16:creationId xmlns:a16="http://schemas.microsoft.com/office/drawing/2014/main" id="{5C0435D8-7A14-4D85-A43E-9B837818E690}"/>
              </a:ext>
            </a:extLst>
          </p:cNvPr>
          <p:cNvSpPr>
            <a:spLocks xmlns:a="http://schemas.openxmlformats.org/drawingml/2006/main" noGrp="1"/>
          </p:cNvSpPr>
          <p:nvPr/>
        </p:nvSpPr>
        <p:spPr>
          <a:xfrm xmlns:a="http://schemas.openxmlformats.org/drawingml/2006/main">
            <a:off x="1143000" y="4638675"/>
            <a:ext cx="161925" cy="47625"/>
          </a:xfrm>
          <a:prstGeom xmlns:a="http://schemas.openxmlformats.org/drawingml/2006/main" prst="rect">
            <a:avLst/>
          </a:prstGeom>
          <a:solidFill xmlns:a="http://schemas.openxmlformats.org/drawingml/2006/main">
            <a:srgbClr val="E4EAF4"/>
          </a:solidFill>
          <a:ln xmlns:a="http://schemas.openxmlformats.org/drawingml/2006/main" w="0">
            <a:noFill/>
          </a:ln>
        </p:spPr>
      </p:sp>
      <p:sp>
        <p:nvSpPr>
          <p:cNvPr id="702" name="">
            <a:extLst xmlns:a="http://schemas.openxmlformats.org/drawingml/2006/main">
              <a:ext uri="{FF2B5EF4-FFF2-40B4-BE49-F238E27FC236}">
                <a16:creationId xmlns:a16="http://schemas.microsoft.com/office/drawing/2014/main" id="{F47A11DD-D673-42CA-9108-CFF2A6F36E57}"/>
              </a:ext>
            </a:extLst>
          </p:cNvPr>
          <p:cNvSpPr>
            <a:spLocks xmlns:a="http://schemas.openxmlformats.org/drawingml/2006/main" noGrp="1"/>
          </p:cNvSpPr>
          <p:nvPr/>
        </p:nvSpPr>
        <p:spPr>
          <a:xfrm xmlns:a="http://schemas.openxmlformats.org/drawingml/2006/main">
            <a:off x="1371600" y="4572000"/>
            <a:ext cx="96107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Not analysed</a:t>
            </a:r>
          </a:p>
        </p:txBody>
      </p:sp>
      <p:sp>
        <p:nvSpPr>
          <p:cNvPr id="703" name="Editable chart path">
            <a:extLst xmlns:a="http://schemas.openxmlformats.org/drawingml/2006/main">
              <a:ext uri="{FF2B5EF4-FFF2-40B4-BE49-F238E27FC236}">
                <a16:creationId xmlns:a16="http://schemas.microsoft.com/office/drawing/2014/main" id="{970BCB73-E0E7-490E-A64A-5B8431F7B1D2}"/>
              </a:ext>
            </a:extLst>
          </p:cNvPr>
          <p:cNvSpPr>
            <a:spLocks xmlns:a="http://schemas.openxmlformats.org/drawingml/2006/main" noGrp="1"/>
          </p:cNvSpPr>
          <p:nvPr/>
        </p:nvSpPr>
        <p:spPr>
          <a:xfrm xmlns:a="http://schemas.openxmlformats.org/drawingml/2006/main">
            <a:off x="4758679" y="5143500"/>
            <a:ext cx="130027" cy="136528"/>
          </a:xfrm>
          <a:custGeom xmlns:a="http://schemas.openxmlformats.org/drawingml/2006/main">
            <a:pathLst>
              <a:path w="110415" h="115936">
                <a:moveTo>
                  <a:pt x="0" y="115936"/>
                </a:moveTo>
                <a:lnTo>
                  <a:pt x="110415" y="57968"/>
                </a:lnTo>
                <a:lnTo>
                  <a:pt x="0" y="0"/>
                </a:lnTo>
              </a:path>
            </a:pathLst>
          </a:custGeom>
          <a:solidFill xmlns:a="http://schemas.openxmlformats.org/drawingml/2006/main">
            <a:srgbClr val="14295B"/>
          </a:solidFill>
          <a:ln xmlns:a="http://schemas.openxmlformats.org/drawingml/2006/main" w="0">
            <a:noFill/>
            <a:prstDash val="solid"/>
          </a:ln>
        </p:spPr>
      </p:sp>
      <p:sp>
        <p:nvSpPr>
          <p:cNvPr id="704" name="Editable chart path">
            <a:extLst xmlns:a="http://schemas.openxmlformats.org/drawingml/2006/main">
              <a:ext uri="{FF2B5EF4-FFF2-40B4-BE49-F238E27FC236}">
                <a16:creationId xmlns:a16="http://schemas.microsoft.com/office/drawing/2014/main" id="{6C5DCE10-51C5-4FA9-91DF-9C9292EB8B74}"/>
              </a:ext>
            </a:extLst>
          </p:cNvPr>
          <p:cNvSpPr>
            <a:spLocks xmlns:a="http://schemas.openxmlformats.org/drawingml/2006/main" noGrp="1"/>
          </p:cNvSpPr>
          <p:nvPr/>
        </p:nvSpPr>
        <p:spPr>
          <a:xfrm xmlns:a="http://schemas.openxmlformats.org/drawingml/2006/main">
            <a:off x="2158140"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DCE6F4"/>
          </a:solidFill>
          <a:ln xmlns:a="http://schemas.openxmlformats.org/drawingml/2006/main" w="0">
            <a:noFill/>
            <a:prstDash val="solid"/>
          </a:ln>
        </p:spPr>
      </p:sp>
      <p:sp>
        <p:nvSpPr>
          <p:cNvPr id="705" name="Editable chart path">
            <a:extLst xmlns:a="http://schemas.openxmlformats.org/drawingml/2006/main">
              <a:ext uri="{FF2B5EF4-FFF2-40B4-BE49-F238E27FC236}">
                <a16:creationId xmlns:a16="http://schemas.microsoft.com/office/drawing/2014/main" id="{8B75B89E-F76A-429E-9E60-BD0492C9EF98}"/>
              </a:ext>
            </a:extLst>
          </p:cNvPr>
          <p:cNvSpPr>
            <a:spLocks xmlns:a="http://schemas.openxmlformats.org/drawingml/2006/main" noGrp="1"/>
          </p:cNvSpPr>
          <p:nvPr/>
        </p:nvSpPr>
        <p:spPr>
          <a:xfrm xmlns:a="http://schemas.openxmlformats.org/drawingml/2006/main">
            <a:off x="2529646"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D5E2F4"/>
          </a:solidFill>
          <a:ln xmlns:a="http://schemas.openxmlformats.org/drawingml/2006/main" w="0">
            <a:noFill/>
            <a:prstDash val="solid"/>
          </a:ln>
        </p:spPr>
      </p:sp>
      <p:sp>
        <p:nvSpPr>
          <p:cNvPr id="706" name="Editable chart path">
            <a:extLst xmlns:a="http://schemas.openxmlformats.org/drawingml/2006/main">
              <a:ext uri="{FF2B5EF4-FFF2-40B4-BE49-F238E27FC236}">
                <a16:creationId xmlns:a16="http://schemas.microsoft.com/office/drawing/2014/main" id="{03642CFA-93E1-4969-B511-086E8A4040F9}"/>
              </a:ext>
            </a:extLst>
          </p:cNvPr>
          <p:cNvSpPr>
            <a:spLocks xmlns:a="http://schemas.openxmlformats.org/drawingml/2006/main" noGrp="1"/>
          </p:cNvSpPr>
          <p:nvPr/>
        </p:nvSpPr>
        <p:spPr>
          <a:xfrm xmlns:a="http://schemas.openxmlformats.org/drawingml/2006/main">
            <a:off x="2901152"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C2D7F3"/>
          </a:solidFill>
          <a:ln xmlns:a="http://schemas.openxmlformats.org/drawingml/2006/main" w="0">
            <a:noFill/>
            <a:prstDash val="solid"/>
          </a:ln>
        </p:spPr>
      </p:sp>
      <p:sp>
        <p:nvSpPr>
          <p:cNvPr id="707" name="Editable chart path">
            <a:extLst xmlns:a="http://schemas.openxmlformats.org/drawingml/2006/main">
              <a:ext uri="{FF2B5EF4-FFF2-40B4-BE49-F238E27FC236}">
                <a16:creationId xmlns:a16="http://schemas.microsoft.com/office/drawing/2014/main" id="{2DA154A2-E47D-4941-9981-B452D429A46D}"/>
              </a:ext>
            </a:extLst>
          </p:cNvPr>
          <p:cNvSpPr>
            <a:spLocks xmlns:a="http://schemas.openxmlformats.org/drawingml/2006/main" noGrp="1"/>
          </p:cNvSpPr>
          <p:nvPr/>
        </p:nvSpPr>
        <p:spPr>
          <a:xfrm xmlns:a="http://schemas.openxmlformats.org/drawingml/2006/main">
            <a:off x="3272657"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9FC2F2"/>
          </a:solidFill>
          <a:ln xmlns:a="http://schemas.openxmlformats.org/drawingml/2006/main" w="0">
            <a:noFill/>
            <a:prstDash val="solid"/>
          </a:ln>
        </p:spPr>
      </p:sp>
      <p:sp>
        <p:nvSpPr>
          <p:cNvPr id="708" name="Editable chart path">
            <a:extLst xmlns:a="http://schemas.openxmlformats.org/drawingml/2006/main">
              <a:ext uri="{FF2B5EF4-FFF2-40B4-BE49-F238E27FC236}">
                <a16:creationId xmlns:a16="http://schemas.microsoft.com/office/drawing/2014/main" id="{C8FF5122-39B4-4992-8F6A-C780F6F4CF90}"/>
              </a:ext>
            </a:extLst>
          </p:cNvPr>
          <p:cNvSpPr>
            <a:spLocks xmlns:a="http://schemas.openxmlformats.org/drawingml/2006/main" noGrp="1"/>
          </p:cNvSpPr>
          <p:nvPr/>
        </p:nvSpPr>
        <p:spPr>
          <a:xfrm xmlns:a="http://schemas.openxmlformats.org/drawingml/2006/main">
            <a:off x="3644163"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6E9ADA"/>
          </a:solidFill>
          <a:ln xmlns:a="http://schemas.openxmlformats.org/drawingml/2006/main" w="0">
            <a:noFill/>
            <a:prstDash val="solid"/>
          </a:ln>
        </p:spPr>
      </p:sp>
      <p:sp>
        <p:nvSpPr>
          <p:cNvPr id="709" name="Editable chart path">
            <a:extLst xmlns:a="http://schemas.openxmlformats.org/drawingml/2006/main">
              <a:ext uri="{FF2B5EF4-FFF2-40B4-BE49-F238E27FC236}">
                <a16:creationId xmlns:a16="http://schemas.microsoft.com/office/drawing/2014/main" id="{65ED5824-3CF1-4B3C-A961-4B5D7DA72920}"/>
              </a:ext>
            </a:extLst>
          </p:cNvPr>
          <p:cNvSpPr>
            <a:spLocks xmlns:a="http://schemas.openxmlformats.org/drawingml/2006/main" noGrp="1"/>
          </p:cNvSpPr>
          <p:nvPr/>
        </p:nvSpPr>
        <p:spPr>
          <a:xfrm xmlns:a="http://schemas.openxmlformats.org/drawingml/2006/main">
            <a:off x="4015668"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3869B2"/>
          </a:solidFill>
          <a:ln xmlns:a="http://schemas.openxmlformats.org/drawingml/2006/main" w="0">
            <a:noFill/>
            <a:prstDash val="solid"/>
          </a:ln>
        </p:spPr>
      </p:sp>
      <p:sp>
        <p:nvSpPr>
          <p:cNvPr id="710" name="Editable chart path">
            <a:extLst xmlns:a="http://schemas.openxmlformats.org/drawingml/2006/main">
              <a:ext uri="{FF2B5EF4-FFF2-40B4-BE49-F238E27FC236}">
                <a16:creationId xmlns:a16="http://schemas.microsoft.com/office/drawing/2014/main" id="{A07D9E04-1BDC-499E-A7CA-6A6F85A394A3}"/>
              </a:ext>
            </a:extLst>
          </p:cNvPr>
          <p:cNvSpPr>
            <a:spLocks xmlns:a="http://schemas.openxmlformats.org/drawingml/2006/main" noGrp="1"/>
          </p:cNvSpPr>
          <p:nvPr/>
        </p:nvSpPr>
        <p:spPr>
          <a:xfrm xmlns:a="http://schemas.openxmlformats.org/drawingml/2006/main">
            <a:off x="4387174"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224889"/>
          </a:solidFill>
          <a:ln xmlns:a="http://schemas.openxmlformats.org/drawingml/2006/main" w="0">
            <a:noFill/>
            <a:prstDash val="solid"/>
          </a:ln>
        </p:spPr>
      </p:sp>
      <p:sp>
        <p:nvSpPr>
          <p:cNvPr id="711" name="Editable chart path">
            <a:extLst xmlns:a="http://schemas.openxmlformats.org/drawingml/2006/main">
              <a:ext uri="{FF2B5EF4-FFF2-40B4-BE49-F238E27FC236}">
                <a16:creationId xmlns:a16="http://schemas.microsoft.com/office/drawing/2014/main" id="{06CB69AD-AF23-4BA0-90D6-7C28AFF227DA}"/>
              </a:ext>
            </a:extLst>
          </p:cNvPr>
          <p:cNvSpPr>
            <a:spLocks xmlns:a="http://schemas.openxmlformats.org/drawingml/2006/main" noGrp="1"/>
          </p:cNvSpPr>
          <p:nvPr/>
        </p:nvSpPr>
        <p:spPr>
          <a:xfrm xmlns:a="http://schemas.openxmlformats.org/drawingml/2006/main">
            <a:off x="2158140"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712" name="">
            <a:extLst xmlns:a="http://schemas.openxmlformats.org/drawingml/2006/main">
              <a:ext uri="{FF2B5EF4-FFF2-40B4-BE49-F238E27FC236}">
                <a16:creationId xmlns:a16="http://schemas.microsoft.com/office/drawing/2014/main" id="{A4F6DD53-EC02-44C7-81BC-B7C8D5BB8841}"/>
              </a:ext>
            </a:extLst>
          </p:cNvPr>
          <p:cNvSpPr>
            <a:spLocks xmlns:a="http://schemas.openxmlformats.org/drawingml/2006/main" noGrp="1"/>
          </p:cNvSpPr>
          <p:nvPr/>
        </p:nvSpPr>
        <p:spPr>
          <a:xfrm xmlns:a="http://schemas.openxmlformats.org/drawingml/2006/main" rot="0">
            <a:off x="2109831" y="5307934"/>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713" name="Editable chart path">
            <a:extLst xmlns:a="http://schemas.openxmlformats.org/drawingml/2006/main">
              <a:ext uri="{FF2B5EF4-FFF2-40B4-BE49-F238E27FC236}">
                <a16:creationId xmlns:a16="http://schemas.microsoft.com/office/drawing/2014/main" id="{5C9C7EFD-1F22-4AF4-A679-64F353CF4816}"/>
              </a:ext>
            </a:extLst>
          </p:cNvPr>
          <p:cNvSpPr>
            <a:spLocks xmlns:a="http://schemas.openxmlformats.org/drawingml/2006/main" noGrp="1"/>
          </p:cNvSpPr>
          <p:nvPr/>
        </p:nvSpPr>
        <p:spPr>
          <a:xfrm xmlns:a="http://schemas.openxmlformats.org/drawingml/2006/main">
            <a:off x="2529646"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714" name="">
            <a:extLst xmlns:a="http://schemas.openxmlformats.org/drawingml/2006/main">
              <a:ext uri="{FF2B5EF4-FFF2-40B4-BE49-F238E27FC236}">
                <a16:creationId xmlns:a16="http://schemas.microsoft.com/office/drawing/2014/main" id="{AA1DB58A-171E-4D39-9FD8-7E563A6E2F3A}"/>
              </a:ext>
            </a:extLst>
          </p:cNvPr>
          <p:cNvSpPr>
            <a:spLocks xmlns:a="http://schemas.openxmlformats.org/drawingml/2006/main" noGrp="1"/>
          </p:cNvSpPr>
          <p:nvPr/>
        </p:nvSpPr>
        <p:spPr>
          <a:xfrm xmlns:a="http://schemas.openxmlformats.org/drawingml/2006/main" rot="0">
            <a:off x="2494833" y="5307934"/>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715" name="Editable chart path">
            <a:extLst xmlns:a="http://schemas.openxmlformats.org/drawingml/2006/main">
              <a:ext uri="{FF2B5EF4-FFF2-40B4-BE49-F238E27FC236}">
                <a16:creationId xmlns:a16="http://schemas.microsoft.com/office/drawing/2014/main" id="{4A1540E7-5A2C-4C06-BD77-F3AEF46DDAB4}"/>
              </a:ext>
            </a:extLst>
          </p:cNvPr>
          <p:cNvSpPr>
            <a:spLocks xmlns:a="http://schemas.openxmlformats.org/drawingml/2006/main" noGrp="1"/>
          </p:cNvSpPr>
          <p:nvPr/>
        </p:nvSpPr>
        <p:spPr>
          <a:xfrm xmlns:a="http://schemas.openxmlformats.org/drawingml/2006/main">
            <a:off x="2901152"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716" name="">
            <a:extLst xmlns:a="http://schemas.openxmlformats.org/drawingml/2006/main">
              <a:ext uri="{FF2B5EF4-FFF2-40B4-BE49-F238E27FC236}">
                <a16:creationId xmlns:a16="http://schemas.microsoft.com/office/drawing/2014/main" id="{6DB39DA7-DAEB-42C1-B327-BE3E63D9F509}"/>
              </a:ext>
            </a:extLst>
          </p:cNvPr>
          <p:cNvSpPr>
            <a:spLocks xmlns:a="http://schemas.openxmlformats.org/drawingml/2006/main" noGrp="1"/>
          </p:cNvSpPr>
          <p:nvPr/>
        </p:nvSpPr>
        <p:spPr>
          <a:xfrm xmlns:a="http://schemas.openxmlformats.org/drawingml/2006/main" rot="0">
            <a:off x="2855499" y="5307934"/>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717" name="Editable chart path">
            <a:extLst xmlns:a="http://schemas.openxmlformats.org/drawingml/2006/main">
              <a:ext uri="{FF2B5EF4-FFF2-40B4-BE49-F238E27FC236}">
                <a16:creationId xmlns:a16="http://schemas.microsoft.com/office/drawing/2014/main" id="{A4E0DE4D-78D0-42AE-88D8-8F9DD03CFB40}"/>
              </a:ext>
            </a:extLst>
          </p:cNvPr>
          <p:cNvSpPr>
            <a:spLocks xmlns:a="http://schemas.openxmlformats.org/drawingml/2006/main" noGrp="1"/>
          </p:cNvSpPr>
          <p:nvPr/>
        </p:nvSpPr>
        <p:spPr>
          <a:xfrm xmlns:a="http://schemas.openxmlformats.org/drawingml/2006/main">
            <a:off x="3272657"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718" name="">
            <a:extLst xmlns:a="http://schemas.openxmlformats.org/drawingml/2006/main">
              <a:ext uri="{FF2B5EF4-FFF2-40B4-BE49-F238E27FC236}">
                <a16:creationId xmlns:a16="http://schemas.microsoft.com/office/drawing/2014/main" id="{C3F98B97-6043-4B98-97E4-B90F19817A7D}"/>
              </a:ext>
            </a:extLst>
          </p:cNvPr>
          <p:cNvSpPr>
            <a:spLocks xmlns:a="http://schemas.openxmlformats.org/drawingml/2006/main" noGrp="1"/>
          </p:cNvSpPr>
          <p:nvPr/>
        </p:nvSpPr>
        <p:spPr>
          <a:xfrm xmlns:a="http://schemas.openxmlformats.org/drawingml/2006/main" rot="0">
            <a:off x="3224299" y="5307934"/>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719" name="Editable chart path">
            <a:extLst xmlns:a="http://schemas.openxmlformats.org/drawingml/2006/main">
              <a:ext uri="{FF2B5EF4-FFF2-40B4-BE49-F238E27FC236}">
                <a16:creationId xmlns:a16="http://schemas.microsoft.com/office/drawing/2014/main" id="{30A83AF2-EB89-4984-BA6D-32BD04A74BA7}"/>
              </a:ext>
            </a:extLst>
          </p:cNvPr>
          <p:cNvSpPr>
            <a:spLocks xmlns:a="http://schemas.openxmlformats.org/drawingml/2006/main" noGrp="1"/>
          </p:cNvSpPr>
          <p:nvPr/>
        </p:nvSpPr>
        <p:spPr>
          <a:xfrm xmlns:a="http://schemas.openxmlformats.org/drawingml/2006/main">
            <a:off x="3644163"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720" name="">
            <a:extLst xmlns:a="http://schemas.openxmlformats.org/drawingml/2006/main">
              <a:ext uri="{FF2B5EF4-FFF2-40B4-BE49-F238E27FC236}">
                <a16:creationId xmlns:a16="http://schemas.microsoft.com/office/drawing/2014/main" id="{E95839EA-A607-4318-AABA-98022AC2CEE5}"/>
              </a:ext>
            </a:extLst>
          </p:cNvPr>
          <p:cNvSpPr>
            <a:spLocks xmlns:a="http://schemas.openxmlformats.org/drawingml/2006/main" noGrp="1"/>
          </p:cNvSpPr>
          <p:nvPr/>
        </p:nvSpPr>
        <p:spPr>
          <a:xfrm xmlns:a="http://schemas.openxmlformats.org/drawingml/2006/main" rot="0">
            <a:off x="3595709" y="5307934"/>
            <a:ext cx="928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721" name="Editable chart path">
            <a:extLst xmlns:a="http://schemas.openxmlformats.org/drawingml/2006/main">
              <a:ext uri="{FF2B5EF4-FFF2-40B4-BE49-F238E27FC236}">
                <a16:creationId xmlns:a16="http://schemas.microsoft.com/office/drawing/2014/main" id="{D030277B-ED10-4BE2-9144-DA0C5FEF3A96}"/>
              </a:ext>
            </a:extLst>
          </p:cNvPr>
          <p:cNvSpPr>
            <a:spLocks xmlns:a="http://schemas.openxmlformats.org/drawingml/2006/main" noGrp="1"/>
          </p:cNvSpPr>
          <p:nvPr/>
        </p:nvSpPr>
        <p:spPr>
          <a:xfrm xmlns:a="http://schemas.openxmlformats.org/drawingml/2006/main">
            <a:off x="4015668"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722" name="">
            <a:extLst xmlns:a="http://schemas.openxmlformats.org/drawingml/2006/main">
              <a:ext uri="{FF2B5EF4-FFF2-40B4-BE49-F238E27FC236}">
                <a16:creationId xmlns:a16="http://schemas.microsoft.com/office/drawing/2014/main" id="{EC2F5F0F-24F4-43AB-B7E9-118D9EBBB047}"/>
              </a:ext>
            </a:extLst>
          </p:cNvPr>
          <p:cNvSpPr>
            <a:spLocks xmlns:a="http://schemas.openxmlformats.org/drawingml/2006/main" noGrp="1"/>
          </p:cNvSpPr>
          <p:nvPr/>
        </p:nvSpPr>
        <p:spPr>
          <a:xfrm xmlns:a="http://schemas.openxmlformats.org/drawingml/2006/main" rot="0">
            <a:off x="3944751" y="5307934"/>
            <a:ext cx="1381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723" name="Editable chart path">
            <a:extLst xmlns:a="http://schemas.openxmlformats.org/drawingml/2006/main">
              <a:ext uri="{FF2B5EF4-FFF2-40B4-BE49-F238E27FC236}">
                <a16:creationId xmlns:a16="http://schemas.microsoft.com/office/drawing/2014/main" id="{AE42089B-60A1-4327-8792-F127746C8087}"/>
              </a:ext>
            </a:extLst>
          </p:cNvPr>
          <p:cNvSpPr>
            <a:spLocks xmlns:a="http://schemas.openxmlformats.org/drawingml/2006/main" noGrp="1"/>
          </p:cNvSpPr>
          <p:nvPr/>
        </p:nvSpPr>
        <p:spPr>
          <a:xfrm xmlns:a="http://schemas.openxmlformats.org/drawingml/2006/main">
            <a:off x="4387174"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724" name="">
            <a:extLst xmlns:a="http://schemas.openxmlformats.org/drawingml/2006/main">
              <a:ext uri="{FF2B5EF4-FFF2-40B4-BE49-F238E27FC236}">
                <a16:creationId xmlns:a16="http://schemas.microsoft.com/office/drawing/2014/main" id="{56D2D4DF-BCEF-4087-8D88-81D2D12326C5}"/>
              </a:ext>
            </a:extLst>
          </p:cNvPr>
          <p:cNvSpPr>
            <a:spLocks xmlns:a="http://schemas.openxmlformats.org/drawingml/2006/main" noGrp="1"/>
          </p:cNvSpPr>
          <p:nvPr/>
        </p:nvSpPr>
        <p:spPr>
          <a:xfrm xmlns:a="http://schemas.openxmlformats.org/drawingml/2006/main" rot="0">
            <a:off x="4300421" y="5307934"/>
            <a:ext cx="16725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32</a:t>
            </a:r>
          </a:p>
        </p:txBody>
      </p:sp>
      <p:sp>
        <p:nvSpPr>
          <p:cNvPr id="725" name="Editable chart path">
            <a:extLst xmlns:a="http://schemas.openxmlformats.org/drawingml/2006/main">
              <a:ext uri="{FF2B5EF4-FFF2-40B4-BE49-F238E27FC236}">
                <a16:creationId xmlns:a16="http://schemas.microsoft.com/office/drawing/2014/main" id="{9B1C9BC1-B164-4684-9845-071839AD6CB2}"/>
              </a:ext>
            </a:extLst>
          </p:cNvPr>
          <p:cNvSpPr>
            <a:spLocks xmlns:a="http://schemas.openxmlformats.org/drawingml/2006/main" noGrp="1"/>
          </p:cNvSpPr>
          <p:nvPr/>
        </p:nvSpPr>
        <p:spPr>
          <a:xfrm xmlns:a="http://schemas.openxmlformats.org/drawingml/2006/main">
            <a:off x="4758679"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726" name="">
            <a:extLst xmlns:a="http://schemas.openxmlformats.org/drawingml/2006/main">
              <a:ext uri="{FF2B5EF4-FFF2-40B4-BE49-F238E27FC236}">
                <a16:creationId xmlns:a16="http://schemas.microsoft.com/office/drawing/2014/main" id="{33C49A88-113A-4EBD-A950-6A4CEE3D5F99}"/>
              </a:ext>
            </a:extLst>
          </p:cNvPr>
          <p:cNvSpPr>
            <a:spLocks xmlns:a="http://schemas.openxmlformats.org/drawingml/2006/main" noGrp="1"/>
          </p:cNvSpPr>
          <p:nvPr/>
        </p:nvSpPr>
        <p:spPr>
          <a:xfrm xmlns:a="http://schemas.openxmlformats.org/drawingml/2006/main" rot="0">
            <a:off x="4665982" y="5307934"/>
            <a:ext cx="18126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64</a:t>
            </a:r>
          </a:p>
        </p:txBody>
      </p:sp>
      <p:sp>
        <p:nvSpPr>
          <p:cNvPr id="727" name="Editable chart path">
            <a:extLst xmlns:a="http://schemas.openxmlformats.org/drawingml/2006/main">
              <a:ext uri="{FF2B5EF4-FFF2-40B4-BE49-F238E27FC236}">
                <a16:creationId xmlns:a16="http://schemas.microsoft.com/office/drawing/2014/main" id="{8DB57627-3D1C-45F7-A151-D070BB075254}"/>
              </a:ext>
            </a:extLst>
          </p:cNvPr>
          <p:cNvSpPr>
            <a:spLocks xmlns:a="http://schemas.openxmlformats.org/drawingml/2006/main" noGrp="1"/>
          </p:cNvSpPr>
          <p:nvPr/>
        </p:nvSpPr>
        <p:spPr>
          <a:xfrm xmlns:a="http://schemas.openxmlformats.org/drawingml/2006/main">
            <a:off x="2158140" y="5143500"/>
            <a:ext cx="2730566" cy="136528"/>
          </a:xfrm>
          <a:custGeom xmlns:a="http://schemas.openxmlformats.org/drawingml/2006/main">
            <a:pathLst>
              <a:path w="2318714" h="115936">
                <a:moveTo>
                  <a:pt x="0" y="115936"/>
                </a:moveTo>
                <a:lnTo>
                  <a:pt x="0" y="57968"/>
                </a:lnTo>
                <a:lnTo>
                  <a:pt x="0" y="0"/>
                </a:lnTo>
                <a:lnTo>
                  <a:pt x="2208299" y="0"/>
                </a:lnTo>
                <a:lnTo>
                  <a:pt x="2318714" y="57968"/>
                </a:lnTo>
                <a:lnTo>
                  <a:pt x="2208299" y="115936"/>
                </a:lnTo>
                <a:lnTo>
                  <a:pt x="0" y="115936"/>
                </a:lnTo>
                <a:close/>
              </a:path>
            </a:pathLst>
          </a:custGeom>
          <a:noFill xmlns:a="http://schemas.openxmlformats.org/drawingml/2006/main"/>
          <a:ln xmlns:a="http://schemas.openxmlformats.org/drawingml/2006/main" w="8973">
            <a:solidFill>
              <a:srgbClr val="5A6683"/>
            </a:solidFill>
            <a:prstDash val="solid"/>
          </a:ln>
        </p:spPr>
      </p:sp>
      <p:sp>
        <p:nvSpPr>
          <p:cNvPr id="728" name="">
            <a:extLst xmlns:a="http://schemas.openxmlformats.org/drawingml/2006/main">
              <a:ext uri="{FF2B5EF4-FFF2-40B4-BE49-F238E27FC236}">
                <a16:creationId xmlns:a16="http://schemas.microsoft.com/office/drawing/2014/main" id="{3E02076A-0CDA-459D-984E-9780502156C8}"/>
              </a:ext>
            </a:extLst>
          </p:cNvPr>
          <p:cNvSpPr>
            <a:spLocks xmlns:a="http://schemas.openxmlformats.org/drawingml/2006/main" noGrp="1"/>
          </p:cNvSpPr>
          <p:nvPr/>
        </p:nvSpPr>
        <p:spPr>
          <a:xfrm xmlns:a="http://schemas.openxmlformats.org/drawingml/2006/main">
            <a:off x="1000125" y="5572125"/>
            <a:ext cx="5000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Vacant taxis (normal-coverage regimes)</a:t>
            </a:r>
          </a:p>
        </p:txBody>
      </p:sp>
      <p:sp>
        <p:nvSpPr>
          <p:cNvPr id="729" name="">
            <a:extLst xmlns:a="http://schemas.openxmlformats.org/drawingml/2006/main">
              <a:ext uri="{FF2B5EF4-FFF2-40B4-BE49-F238E27FC236}">
                <a16:creationId xmlns:a16="http://schemas.microsoft.com/office/drawing/2014/main" id="{788388EA-AC16-40F3-97A0-9338C34A98D3}"/>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Heavy rain (&gt; 10 mm/h): mean vacant taxis</a:t>
            </a:r>
          </a:p>
        </p:txBody>
      </p:sp>
      <p:sp>
        <p:nvSpPr>
          <p:cNvPr id="730" name="Editable chart path">
            <a:extLst xmlns:a="http://schemas.openxmlformats.org/drawingml/2006/main">
              <a:ext uri="{FF2B5EF4-FFF2-40B4-BE49-F238E27FC236}">
                <a16:creationId xmlns:a16="http://schemas.microsoft.com/office/drawing/2014/main" id="{CDCD2103-6A8B-449D-B78E-1BFD46D440C2}"/>
              </a:ext>
            </a:extLst>
          </p:cNvPr>
          <p:cNvSpPr>
            <a:spLocks xmlns:a="http://schemas.openxmlformats.org/drawingml/2006/main" noGrp="1"/>
          </p:cNvSpPr>
          <p:nvPr/>
        </p:nvSpPr>
        <p:spPr>
          <a:xfrm xmlns:a="http://schemas.openxmlformats.org/drawingml/2006/main">
            <a:off x="7055901" y="2413795"/>
            <a:ext cx="2967394" cy="1763144"/>
          </a:xfrm>
          <a:custGeom xmlns:a="http://schemas.openxmlformats.org/drawingml/2006/main">
            <a:pathLst>
              <a:path w="3158725" h="1876828">
                <a:moveTo>
                  <a:pt x="660686" y="1177789"/>
                </a:moveTo>
                <a:lnTo>
                  <a:pt x="645970" y="1174830"/>
                </a:lnTo>
                <a:lnTo>
                  <a:pt x="649865" y="1183777"/>
                </a:lnTo>
                <a:lnTo>
                  <a:pt x="658017" y="1185798"/>
                </a:lnTo>
                <a:lnTo>
                  <a:pt x="675762" y="1207949"/>
                </a:lnTo>
                <a:lnTo>
                  <a:pt x="675978" y="1235585"/>
                </a:lnTo>
                <a:lnTo>
                  <a:pt x="652679" y="1234935"/>
                </a:lnTo>
                <a:lnTo>
                  <a:pt x="652823" y="1231544"/>
                </a:lnTo>
                <a:lnTo>
                  <a:pt x="648567" y="1228658"/>
                </a:lnTo>
                <a:lnTo>
                  <a:pt x="646259" y="1209393"/>
                </a:lnTo>
                <a:lnTo>
                  <a:pt x="639622" y="1196765"/>
                </a:lnTo>
                <a:lnTo>
                  <a:pt x="641786" y="1189622"/>
                </a:lnTo>
                <a:lnTo>
                  <a:pt x="648278" y="1184355"/>
                </a:lnTo>
                <a:lnTo>
                  <a:pt x="644599" y="1175480"/>
                </a:lnTo>
                <a:lnTo>
                  <a:pt x="637170" y="1184499"/>
                </a:lnTo>
                <a:lnTo>
                  <a:pt x="633707" y="1195467"/>
                </a:lnTo>
                <a:lnTo>
                  <a:pt x="635150" y="1225411"/>
                </a:lnTo>
                <a:lnTo>
                  <a:pt x="615096" y="1232987"/>
                </a:lnTo>
                <a:lnTo>
                  <a:pt x="599876" y="1231977"/>
                </a:lnTo>
                <a:lnTo>
                  <a:pt x="563952" y="1238688"/>
                </a:lnTo>
                <a:lnTo>
                  <a:pt x="554070" y="1167615"/>
                </a:lnTo>
                <a:lnTo>
                  <a:pt x="549958" y="1165739"/>
                </a:lnTo>
                <a:lnTo>
                  <a:pt x="541446" y="1168048"/>
                </a:lnTo>
                <a:lnTo>
                  <a:pt x="549670" y="1246625"/>
                </a:lnTo>
                <a:lnTo>
                  <a:pt x="536830" y="1252541"/>
                </a:lnTo>
                <a:lnTo>
                  <a:pt x="534377" y="1249655"/>
                </a:lnTo>
                <a:lnTo>
                  <a:pt x="524711" y="1256654"/>
                </a:lnTo>
                <a:lnTo>
                  <a:pt x="485614" y="1213217"/>
                </a:lnTo>
                <a:lnTo>
                  <a:pt x="483450" y="1183056"/>
                </a:lnTo>
                <a:lnTo>
                  <a:pt x="455100" y="1186591"/>
                </a:lnTo>
                <a:lnTo>
                  <a:pt x="460222" y="1229091"/>
                </a:lnTo>
                <a:lnTo>
                  <a:pt x="495135" y="1265096"/>
                </a:lnTo>
                <a:lnTo>
                  <a:pt x="492611" y="1264014"/>
                </a:lnTo>
                <a:lnTo>
                  <a:pt x="494631" y="1267405"/>
                </a:lnTo>
                <a:lnTo>
                  <a:pt x="484243" y="1278445"/>
                </a:lnTo>
                <a:lnTo>
                  <a:pt x="439231" y="1313873"/>
                </a:lnTo>
                <a:lnTo>
                  <a:pt x="429204" y="1301751"/>
                </a:lnTo>
                <a:lnTo>
                  <a:pt x="430935" y="1299081"/>
                </a:lnTo>
                <a:lnTo>
                  <a:pt x="425886" y="1290784"/>
                </a:lnTo>
                <a:lnTo>
                  <a:pt x="381883" y="1268848"/>
                </a:lnTo>
                <a:lnTo>
                  <a:pt x="384624" y="1262932"/>
                </a:lnTo>
                <a:lnTo>
                  <a:pt x="375103" y="1255355"/>
                </a:lnTo>
                <a:lnTo>
                  <a:pt x="367168" y="1261994"/>
                </a:lnTo>
                <a:lnTo>
                  <a:pt x="361902" y="1256149"/>
                </a:lnTo>
                <a:lnTo>
                  <a:pt x="368755" y="1250232"/>
                </a:lnTo>
                <a:lnTo>
                  <a:pt x="346609" y="1224762"/>
                </a:lnTo>
                <a:lnTo>
                  <a:pt x="332399" y="1236811"/>
                </a:lnTo>
                <a:lnTo>
                  <a:pt x="318188" y="1219999"/>
                </a:lnTo>
                <a:lnTo>
                  <a:pt x="373588" y="1159605"/>
                </a:lnTo>
                <a:lnTo>
                  <a:pt x="371207" y="1152029"/>
                </a:lnTo>
                <a:lnTo>
                  <a:pt x="363417" y="1149215"/>
                </a:lnTo>
                <a:lnTo>
                  <a:pt x="325906" y="1189694"/>
                </a:lnTo>
                <a:lnTo>
                  <a:pt x="314726" y="1193518"/>
                </a:lnTo>
                <a:lnTo>
                  <a:pt x="296331" y="1175768"/>
                </a:lnTo>
                <a:lnTo>
                  <a:pt x="293157" y="1166749"/>
                </a:lnTo>
                <a:lnTo>
                  <a:pt x="333048" y="1125404"/>
                </a:lnTo>
                <a:lnTo>
                  <a:pt x="334563" y="1121652"/>
                </a:lnTo>
                <a:lnTo>
                  <a:pt x="330523" y="1116890"/>
                </a:lnTo>
                <a:lnTo>
                  <a:pt x="316962" y="1106211"/>
                </a:lnTo>
                <a:lnTo>
                  <a:pt x="293518" y="1132042"/>
                </a:lnTo>
                <a:lnTo>
                  <a:pt x="270651" y="1150009"/>
                </a:lnTo>
                <a:lnTo>
                  <a:pt x="253339" y="1138320"/>
                </a:lnTo>
                <a:lnTo>
                  <a:pt x="230400" y="1115302"/>
                </a:lnTo>
                <a:lnTo>
                  <a:pt x="208038" y="1147339"/>
                </a:lnTo>
                <a:lnTo>
                  <a:pt x="233069" y="1168481"/>
                </a:lnTo>
                <a:lnTo>
                  <a:pt x="283707" y="1227720"/>
                </a:lnTo>
                <a:lnTo>
                  <a:pt x="294239" y="1291505"/>
                </a:lnTo>
                <a:lnTo>
                  <a:pt x="317322" y="1334077"/>
                </a:lnTo>
                <a:lnTo>
                  <a:pt x="320785" y="1345766"/>
                </a:lnTo>
                <a:lnTo>
                  <a:pt x="317395" y="1364815"/>
                </a:lnTo>
                <a:lnTo>
                  <a:pt x="302823" y="1379534"/>
                </a:lnTo>
                <a:lnTo>
                  <a:pt x="289262" y="1383070"/>
                </a:lnTo>
                <a:lnTo>
                  <a:pt x="252617" y="1380545"/>
                </a:lnTo>
                <a:lnTo>
                  <a:pt x="250597" y="1383142"/>
                </a:lnTo>
                <a:lnTo>
                  <a:pt x="245548" y="1450030"/>
                </a:lnTo>
                <a:lnTo>
                  <a:pt x="271589" y="1450030"/>
                </a:lnTo>
                <a:lnTo>
                  <a:pt x="271661" y="1514681"/>
                </a:lnTo>
                <a:lnTo>
                  <a:pt x="83965" y="1514681"/>
                </a:lnTo>
                <a:lnTo>
                  <a:pt x="83965" y="1564252"/>
                </a:lnTo>
                <a:lnTo>
                  <a:pt x="278802" y="1564252"/>
                </a:lnTo>
                <a:lnTo>
                  <a:pt x="278802" y="1607689"/>
                </a:lnTo>
                <a:lnTo>
                  <a:pt x="231482" y="1628830"/>
                </a:lnTo>
                <a:lnTo>
                  <a:pt x="83965" y="1628830"/>
                </a:lnTo>
                <a:lnTo>
                  <a:pt x="83965" y="1678473"/>
                </a:lnTo>
                <a:lnTo>
                  <a:pt x="318404" y="1678473"/>
                </a:lnTo>
                <a:lnTo>
                  <a:pt x="318404" y="1743052"/>
                </a:lnTo>
                <a:lnTo>
                  <a:pt x="84037" y="1743052"/>
                </a:lnTo>
                <a:lnTo>
                  <a:pt x="84037" y="1797890"/>
                </a:lnTo>
                <a:lnTo>
                  <a:pt x="369476" y="1797818"/>
                </a:lnTo>
                <a:lnTo>
                  <a:pt x="381451" y="1829855"/>
                </a:lnTo>
                <a:lnTo>
                  <a:pt x="305564" y="1857923"/>
                </a:lnTo>
                <a:lnTo>
                  <a:pt x="281183" y="1872571"/>
                </a:lnTo>
                <a:lnTo>
                  <a:pt x="265313" y="1876828"/>
                </a:lnTo>
                <a:lnTo>
                  <a:pt x="26041" y="1816722"/>
                </a:lnTo>
                <a:lnTo>
                  <a:pt x="8945" y="1807414"/>
                </a:lnTo>
                <a:lnTo>
                  <a:pt x="938" y="1792983"/>
                </a:lnTo>
                <a:lnTo>
                  <a:pt x="0" y="1638571"/>
                </a:lnTo>
                <a:lnTo>
                  <a:pt x="48547" y="1638571"/>
                </a:lnTo>
                <a:lnTo>
                  <a:pt x="48619" y="1619017"/>
                </a:lnTo>
                <a:lnTo>
                  <a:pt x="22723" y="1619017"/>
                </a:lnTo>
                <a:lnTo>
                  <a:pt x="22723" y="1571684"/>
                </a:lnTo>
                <a:lnTo>
                  <a:pt x="45373" y="1571684"/>
                </a:lnTo>
                <a:lnTo>
                  <a:pt x="45373" y="1552129"/>
                </a:lnTo>
                <a:lnTo>
                  <a:pt x="29215" y="1552129"/>
                </a:lnTo>
                <a:lnTo>
                  <a:pt x="29215" y="1519155"/>
                </a:lnTo>
                <a:lnTo>
                  <a:pt x="72" y="1519155"/>
                </a:lnTo>
                <a:lnTo>
                  <a:pt x="866" y="1506239"/>
                </a:lnTo>
                <a:lnTo>
                  <a:pt x="41189" y="1398223"/>
                </a:lnTo>
                <a:lnTo>
                  <a:pt x="51360" y="1388265"/>
                </a:lnTo>
                <a:lnTo>
                  <a:pt x="72424" y="1380472"/>
                </a:lnTo>
                <a:lnTo>
                  <a:pt x="86201" y="1371525"/>
                </a:lnTo>
                <a:lnTo>
                  <a:pt x="96589" y="1359331"/>
                </a:lnTo>
                <a:lnTo>
                  <a:pt x="102865" y="1345766"/>
                </a:lnTo>
                <a:lnTo>
                  <a:pt x="105462" y="1329892"/>
                </a:lnTo>
                <a:lnTo>
                  <a:pt x="103370" y="1313512"/>
                </a:lnTo>
                <a:lnTo>
                  <a:pt x="90313" y="1280177"/>
                </a:lnTo>
                <a:lnTo>
                  <a:pt x="85192" y="1279599"/>
                </a:lnTo>
                <a:lnTo>
                  <a:pt x="86418" y="1272023"/>
                </a:lnTo>
                <a:lnTo>
                  <a:pt x="84110" y="1274837"/>
                </a:lnTo>
                <a:lnTo>
                  <a:pt x="87428" y="1255788"/>
                </a:lnTo>
                <a:lnTo>
                  <a:pt x="88654" y="1259107"/>
                </a:lnTo>
                <a:lnTo>
                  <a:pt x="89808" y="1252686"/>
                </a:lnTo>
                <a:lnTo>
                  <a:pt x="93776" y="1253335"/>
                </a:lnTo>
                <a:lnTo>
                  <a:pt x="185964" y="1006709"/>
                </a:lnTo>
                <a:lnTo>
                  <a:pt x="194909" y="972363"/>
                </a:lnTo>
                <a:lnTo>
                  <a:pt x="209697" y="937945"/>
                </a:lnTo>
                <a:lnTo>
                  <a:pt x="206451" y="932966"/>
                </a:lnTo>
                <a:lnTo>
                  <a:pt x="210057" y="929142"/>
                </a:lnTo>
                <a:lnTo>
                  <a:pt x="207966" y="927194"/>
                </a:lnTo>
                <a:lnTo>
                  <a:pt x="216261" y="918607"/>
                </a:lnTo>
                <a:lnTo>
                  <a:pt x="222248" y="904393"/>
                </a:lnTo>
                <a:lnTo>
                  <a:pt x="221383" y="901146"/>
                </a:lnTo>
                <a:lnTo>
                  <a:pt x="214386" y="904176"/>
                </a:lnTo>
                <a:lnTo>
                  <a:pt x="208759" y="897971"/>
                </a:lnTo>
                <a:lnTo>
                  <a:pt x="205008" y="885560"/>
                </a:lnTo>
                <a:lnTo>
                  <a:pt x="207461" y="873438"/>
                </a:lnTo>
                <a:lnTo>
                  <a:pt x="198155" y="867449"/>
                </a:lnTo>
                <a:lnTo>
                  <a:pt x="199093" y="865645"/>
                </a:lnTo>
                <a:lnTo>
                  <a:pt x="208326" y="871779"/>
                </a:lnTo>
                <a:lnTo>
                  <a:pt x="216045" y="863336"/>
                </a:lnTo>
                <a:lnTo>
                  <a:pt x="226216" y="859296"/>
                </a:lnTo>
                <a:lnTo>
                  <a:pt x="231337" y="861533"/>
                </a:lnTo>
                <a:lnTo>
                  <a:pt x="234511" y="868099"/>
                </a:lnTo>
                <a:lnTo>
                  <a:pt x="238695" y="849122"/>
                </a:lnTo>
                <a:lnTo>
                  <a:pt x="248506" y="825960"/>
                </a:lnTo>
                <a:lnTo>
                  <a:pt x="250237" y="812972"/>
                </a:lnTo>
                <a:lnTo>
                  <a:pt x="252257" y="816075"/>
                </a:lnTo>
                <a:lnTo>
                  <a:pt x="265818" y="805252"/>
                </a:lnTo>
                <a:lnTo>
                  <a:pt x="274546" y="793923"/>
                </a:lnTo>
                <a:lnTo>
                  <a:pt x="296475" y="744353"/>
                </a:lnTo>
                <a:lnTo>
                  <a:pt x="312922" y="720181"/>
                </a:lnTo>
                <a:lnTo>
                  <a:pt x="314870" y="708059"/>
                </a:lnTo>
                <a:lnTo>
                  <a:pt x="327205" y="704234"/>
                </a:lnTo>
                <a:lnTo>
                  <a:pt x="326123" y="695936"/>
                </a:lnTo>
                <a:lnTo>
                  <a:pt x="329658" y="693122"/>
                </a:lnTo>
                <a:lnTo>
                  <a:pt x="339107" y="705389"/>
                </a:lnTo>
                <a:lnTo>
                  <a:pt x="339179" y="693555"/>
                </a:lnTo>
                <a:lnTo>
                  <a:pt x="345383" y="692329"/>
                </a:lnTo>
                <a:lnTo>
                  <a:pt x="355626" y="666281"/>
                </a:lnTo>
                <a:lnTo>
                  <a:pt x="371640" y="638645"/>
                </a:lnTo>
                <a:lnTo>
                  <a:pt x="369693" y="629698"/>
                </a:lnTo>
                <a:lnTo>
                  <a:pt x="377195" y="630780"/>
                </a:lnTo>
                <a:lnTo>
                  <a:pt x="373371" y="624431"/>
                </a:lnTo>
                <a:lnTo>
                  <a:pt x="385490" y="613391"/>
                </a:lnTo>
                <a:lnTo>
                  <a:pt x="390323" y="612092"/>
                </a:lnTo>
                <a:lnTo>
                  <a:pt x="390900" y="618298"/>
                </a:lnTo>
                <a:lnTo>
                  <a:pt x="392848" y="618009"/>
                </a:lnTo>
                <a:lnTo>
                  <a:pt x="394868" y="611731"/>
                </a:lnTo>
                <a:lnTo>
                  <a:pt x="390467" y="604516"/>
                </a:lnTo>
                <a:lnTo>
                  <a:pt x="394723" y="596940"/>
                </a:lnTo>
                <a:lnTo>
                  <a:pt x="403235" y="591023"/>
                </a:lnTo>
                <a:lnTo>
                  <a:pt x="403307" y="578901"/>
                </a:lnTo>
                <a:lnTo>
                  <a:pt x="411459" y="564614"/>
                </a:lnTo>
                <a:lnTo>
                  <a:pt x="408790" y="547730"/>
                </a:lnTo>
                <a:lnTo>
                  <a:pt x="412252" y="530052"/>
                </a:lnTo>
                <a:lnTo>
                  <a:pt x="406481" y="519806"/>
                </a:lnTo>
                <a:lnTo>
                  <a:pt x="411098" y="508766"/>
                </a:lnTo>
                <a:lnTo>
                  <a:pt x="413839" y="510714"/>
                </a:lnTo>
                <a:lnTo>
                  <a:pt x="415138" y="508333"/>
                </a:lnTo>
                <a:lnTo>
                  <a:pt x="411387" y="505663"/>
                </a:lnTo>
                <a:lnTo>
                  <a:pt x="413118" y="500107"/>
                </a:lnTo>
                <a:lnTo>
                  <a:pt x="419682" y="496500"/>
                </a:lnTo>
                <a:lnTo>
                  <a:pt x="413551" y="487119"/>
                </a:lnTo>
                <a:lnTo>
                  <a:pt x="409655" y="470740"/>
                </a:lnTo>
                <a:lnTo>
                  <a:pt x="422784" y="465112"/>
                </a:lnTo>
                <a:lnTo>
                  <a:pt x="428338" y="454722"/>
                </a:lnTo>
                <a:lnTo>
                  <a:pt x="428771" y="446280"/>
                </a:lnTo>
                <a:lnTo>
                  <a:pt x="441251" y="443177"/>
                </a:lnTo>
                <a:lnTo>
                  <a:pt x="449763" y="447578"/>
                </a:lnTo>
                <a:lnTo>
                  <a:pt x="451638" y="441662"/>
                </a:lnTo>
                <a:lnTo>
                  <a:pt x="460871" y="436899"/>
                </a:lnTo>
                <a:lnTo>
                  <a:pt x="462603" y="431127"/>
                </a:lnTo>
                <a:lnTo>
                  <a:pt x="468157" y="426220"/>
                </a:lnTo>
                <a:lnTo>
                  <a:pt x="466065" y="417634"/>
                </a:lnTo>
                <a:lnTo>
                  <a:pt x="468013" y="414820"/>
                </a:lnTo>
                <a:lnTo>
                  <a:pt x="472413" y="411789"/>
                </a:lnTo>
                <a:lnTo>
                  <a:pt x="479122" y="413305"/>
                </a:lnTo>
                <a:lnTo>
                  <a:pt x="483377" y="411140"/>
                </a:lnTo>
                <a:lnTo>
                  <a:pt x="476813" y="405151"/>
                </a:lnTo>
                <a:lnTo>
                  <a:pt x="474866" y="395699"/>
                </a:lnTo>
                <a:lnTo>
                  <a:pt x="479410" y="380691"/>
                </a:lnTo>
                <a:lnTo>
                  <a:pt x="485614" y="382422"/>
                </a:lnTo>
                <a:lnTo>
                  <a:pt x="486119" y="376939"/>
                </a:lnTo>
                <a:lnTo>
                  <a:pt x="480204" y="371815"/>
                </a:lnTo>
                <a:lnTo>
                  <a:pt x="492178" y="365322"/>
                </a:lnTo>
                <a:lnTo>
                  <a:pt x="498670" y="371743"/>
                </a:lnTo>
                <a:lnTo>
                  <a:pt x="495352" y="366404"/>
                </a:lnTo>
                <a:lnTo>
                  <a:pt x="499391" y="361209"/>
                </a:lnTo>
                <a:lnTo>
                  <a:pt x="493693" y="362580"/>
                </a:lnTo>
                <a:lnTo>
                  <a:pt x="489148" y="351829"/>
                </a:lnTo>
                <a:lnTo>
                  <a:pt x="494847" y="328955"/>
                </a:lnTo>
                <a:lnTo>
                  <a:pt x="506605" y="321379"/>
                </a:lnTo>
                <a:lnTo>
                  <a:pt x="513674" y="322389"/>
                </a:lnTo>
                <a:lnTo>
                  <a:pt x="509995" y="320802"/>
                </a:lnTo>
                <a:lnTo>
                  <a:pt x="511149" y="316545"/>
                </a:lnTo>
                <a:lnTo>
                  <a:pt x="521970" y="300526"/>
                </a:lnTo>
                <a:lnTo>
                  <a:pt x="528750" y="304783"/>
                </a:lnTo>
                <a:lnTo>
                  <a:pt x="546063" y="300382"/>
                </a:lnTo>
                <a:lnTo>
                  <a:pt x="559841" y="285734"/>
                </a:lnTo>
                <a:lnTo>
                  <a:pt x="567415" y="290497"/>
                </a:lnTo>
                <a:lnTo>
                  <a:pt x="575783" y="291218"/>
                </a:lnTo>
                <a:lnTo>
                  <a:pt x="578019" y="294393"/>
                </a:lnTo>
                <a:lnTo>
                  <a:pt x="578379" y="283137"/>
                </a:lnTo>
                <a:lnTo>
                  <a:pt x="582996" y="280034"/>
                </a:lnTo>
                <a:lnTo>
                  <a:pt x="592085" y="281838"/>
                </a:lnTo>
                <a:lnTo>
                  <a:pt x="598000" y="272241"/>
                </a:lnTo>
                <a:lnTo>
                  <a:pt x="631687" y="268561"/>
                </a:lnTo>
                <a:lnTo>
                  <a:pt x="638973" y="262717"/>
                </a:lnTo>
                <a:lnTo>
                  <a:pt x="652102" y="258027"/>
                </a:lnTo>
                <a:lnTo>
                  <a:pt x="652029" y="254996"/>
                </a:lnTo>
                <a:lnTo>
                  <a:pt x="680956" y="225196"/>
                </a:lnTo>
                <a:lnTo>
                  <a:pt x="698629" y="215095"/>
                </a:lnTo>
                <a:lnTo>
                  <a:pt x="727050" y="187243"/>
                </a:lnTo>
                <a:lnTo>
                  <a:pt x="727916" y="179738"/>
                </a:lnTo>
                <a:lnTo>
                  <a:pt x="733254" y="183202"/>
                </a:lnTo>
                <a:lnTo>
                  <a:pt x="751504" y="165885"/>
                </a:lnTo>
                <a:lnTo>
                  <a:pt x="770908" y="154989"/>
                </a:lnTo>
                <a:lnTo>
                  <a:pt x="801710" y="145970"/>
                </a:lnTo>
                <a:lnTo>
                  <a:pt x="806326" y="147557"/>
                </a:lnTo>
                <a:lnTo>
                  <a:pt x="808418" y="145032"/>
                </a:lnTo>
                <a:lnTo>
                  <a:pt x="835108" y="140414"/>
                </a:lnTo>
                <a:lnTo>
                  <a:pt x="877740" y="141352"/>
                </a:lnTo>
                <a:lnTo>
                  <a:pt x="889931" y="144455"/>
                </a:lnTo>
                <a:lnTo>
                  <a:pt x="906811" y="157875"/>
                </a:lnTo>
                <a:lnTo>
                  <a:pt x="907965" y="163215"/>
                </a:lnTo>
                <a:lnTo>
                  <a:pt x="904574" y="157226"/>
                </a:lnTo>
                <a:lnTo>
                  <a:pt x="904647" y="161844"/>
                </a:lnTo>
                <a:lnTo>
                  <a:pt x="901040" y="165163"/>
                </a:lnTo>
                <a:lnTo>
                  <a:pt x="905873" y="163937"/>
                </a:lnTo>
                <a:lnTo>
                  <a:pt x="915611" y="170791"/>
                </a:lnTo>
                <a:lnTo>
                  <a:pt x="905656" y="177790"/>
                </a:lnTo>
                <a:lnTo>
                  <a:pt x="911355" y="173028"/>
                </a:lnTo>
                <a:lnTo>
                  <a:pt x="916549" y="172739"/>
                </a:lnTo>
                <a:lnTo>
                  <a:pt x="911572" y="177141"/>
                </a:lnTo>
                <a:lnTo>
                  <a:pt x="913591" y="175914"/>
                </a:lnTo>
                <a:lnTo>
                  <a:pt x="915828" y="178728"/>
                </a:lnTo>
                <a:lnTo>
                  <a:pt x="915900" y="174327"/>
                </a:lnTo>
                <a:lnTo>
                  <a:pt x="921815" y="177141"/>
                </a:lnTo>
                <a:lnTo>
                  <a:pt x="923835" y="184501"/>
                </a:lnTo>
                <a:lnTo>
                  <a:pt x="929750" y="183851"/>
                </a:lnTo>
                <a:lnTo>
                  <a:pt x="953626" y="202179"/>
                </a:lnTo>
                <a:lnTo>
                  <a:pt x="954636" y="206941"/>
                </a:lnTo>
                <a:lnTo>
                  <a:pt x="943888" y="218991"/>
                </a:lnTo>
                <a:lnTo>
                  <a:pt x="945691" y="231185"/>
                </a:lnTo>
                <a:lnTo>
                  <a:pt x="948360" y="231257"/>
                </a:lnTo>
                <a:lnTo>
                  <a:pt x="949226" y="223609"/>
                </a:lnTo>
                <a:lnTo>
                  <a:pt x="955790" y="214373"/>
                </a:lnTo>
                <a:lnTo>
                  <a:pt x="959469" y="229958"/>
                </a:lnTo>
                <a:lnTo>
                  <a:pt x="985077" y="229886"/>
                </a:lnTo>
                <a:lnTo>
                  <a:pt x="988179" y="227217"/>
                </a:lnTo>
                <a:lnTo>
                  <a:pt x="990199" y="231329"/>
                </a:lnTo>
                <a:lnTo>
                  <a:pt x="990055" y="182625"/>
                </a:lnTo>
                <a:lnTo>
                  <a:pt x="996330" y="176636"/>
                </a:lnTo>
                <a:lnTo>
                  <a:pt x="1098113" y="197489"/>
                </a:lnTo>
                <a:lnTo>
                  <a:pt x="1126534" y="190634"/>
                </a:lnTo>
                <a:lnTo>
                  <a:pt x="1143847" y="197994"/>
                </a:lnTo>
                <a:lnTo>
                  <a:pt x="1163972" y="191861"/>
                </a:lnTo>
                <a:lnTo>
                  <a:pt x="1162385" y="185944"/>
                </a:lnTo>
                <a:lnTo>
                  <a:pt x="1166209" y="175770"/>
                </a:lnTo>
                <a:lnTo>
                  <a:pt x="1177750" y="166101"/>
                </a:lnTo>
                <a:lnTo>
                  <a:pt x="1183737" y="155350"/>
                </a:lnTo>
                <a:lnTo>
                  <a:pt x="1178327" y="131900"/>
                </a:lnTo>
                <a:lnTo>
                  <a:pt x="1180924" y="130457"/>
                </a:lnTo>
                <a:lnTo>
                  <a:pt x="1191384" y="160762"/>
                </a:lnTo>
                <a:lnTo>
                  <a:pt x="1205594" y="150227"/>
                </a:lnTo>
                <a:lnTo>
                  <a:pt x="1230842" y="140775"/>
                </a:lnTo>
                <a:lnTo>
                  <a:pt x="1276792" y="110614"/>
                </a:lnTo>
                <a:lnTo>
                  <a:pt x="1282346" y="109604"/>
                </a:lnTo>
                <a:lnTo>
                  <a:pt x="1298288" y="93008"/>
                </a:lnTo>
                <a:lnTo>
                  <a:pt x="1325339" y="73670"/>
                </a:lnTo>
                <a:lnTo>
                  <a:pt x="1336447" y="68980"/>
                </a:lnTo>
                <a:lnTo>
                  <a:pt x="1392064" y="28357"/>
                </a:lnTo>
                <a:lnTo>
                  <a:pt x="1400720" y="28646"/>
                </a:lnTo>
                <a:lnTo>
                  <a:pt x="1412983" y="16524"/>
                </a:lnTo>
                <a:lnTo>
                  <a:pt x="1423515" y="12555"/>
                </a:lnTo>
                <a:lnTo>
                  <a:pt x="1463910" y="1443"/>
                </a:lnTo>
                <a:lnTo>
                  <a:pt x="1471557" y="7143"/>
                </a:lnTo>
                <a:lnTo>
                  <a:pt x="1487787" y="2958"/>
                </a:lnTo>
                <a:lnTo>
                  <a:pt x="1526524" y="0"/>
                </a:lnTo>
                <a:lnTo>
                  <a:pt x="1556171" y="11040"/>
                </a:lnTo>
                <a:lnTo>
                  <a:pt x="1561509" y="15369"/>
                </a:lnTo>
                <a:lnTo>
                  <a:pt x="1547803" y="24966"/>
                </a:lnTo>
                <a:lnTo>
                  <a:pt x="1535685" y="41922"/>
                </a:lnTo>
                <a:lnTo>
                  <a:pt x="1541528" y="45530"/>
                </a:lnTo>
                <a:lnTo>
                  <a:pt x="1549679" y="33336"/>
                </a:lnTo>
                <a:lnTo>
                  <a:pt x="1566414" y="26048"/>
                </a:lnTo>
                <a:lnTo>
                  <a:pt x="1564034" y="34707"/>
                </a:lnTo>
                <a:lnTo>
                  <a:pt x="1570310" y="36005"/>
                </a:lnTo>
                <a:lnTo>
                  <a:pt x="1557974" y="58085"/>
                </a:lnTo>
                <a:lnTo>
                  <a:pt x="1561653" y="60033"/>
                </a:lnTo>
                <a:lnTo>
                  <a:pt x="1576802" y="36366"/>
                </a:lnTo>
                <a:lnTo>
                  <a:pt x="1569949" y="48705"/>
                </a:lnTo>
                <a:lnTo>
                  <a:pt x="1572690" y="50581"/>
                </a:lnTo>
                <a:lnTo>
                  <a:pt x="1562303" y="68908"/>
                </a:lnTo>
                <a:lnTo>
                  <a:pt x="1564899" y="70351"/>
                </a:lnTo>
                <a:lnTo>
                  <a:pt x="1574998" y="51952"/>
                </a:lnTo>
                <a:lnTo>
                  <a:pt x="1578677" y="53756"/>
                </a:lnTo>
                <a:lnTo>
                  <a:pt x="1600246" y="15730"/>
                </a:lnTo>
                <a:lnTo>
                  <a:pt x="1649009" y="43726"/>
                </a:lnTo>
                <a:lnTo>
                  <a:pt x="1632057" y="74031"/>
                </a:lnTo>
                <a:lnTo>
                  <a:pt x="1638910" y="78000"/>
                </a:lnTo>
                <a:lnTo>
                  <a:pt x="1656006" y="47839"/>
                </a:lnTo>
                <a:lnTo>
                  <a:pt x="1663797" y="47622"/>
                </a:lnTo>
                <a:lnTo>
                  <a:pt x="1670722" y="43004"/>
                </a:lnTo>
                <a:lnTo>
                  <a:pt x="1762478" y="81102"/>
                </a:lnTo>
                <a:lnTo>
                  <a:pt x="1792269" y="95966"/>
                </a:lnTo>
                <a:lnTo>
                  <a:pt x="1821340" y="114799"/>
                </a:lnTo>
                <a:lnTo>
                  <a:pt x="1820330" y="122303"/>
                </a:lnTo>
                <a:lnTo>
                  <a:pt x="1798617" y="131900"/>
                </a:lnTo>
                <a:lnTo>
                  <a:pt x="1817589" y="178079"/>
                </a:lnTo>
                <a:lnTo>
                  <a:pt x="1825379" y="204704"/>
                </a:lnTo>
                <a:lnTo>
                  <a:pt x="1858706" y="247709"/>
                </a:lnTo>
                <a:lnTo>
                  <a:pt x="1854522" y="251100"/>
                </a:lnTo>
                <a:lnTo>
                  <a:pt x="1860437" y="264521"/>
                </a:lnTo>
                <a:lnTo>
                  <a:pt x="1870031" y="260913"/>
                </a:lnTo>
                <a:lnTo>
                  <a:pt x="1873061" y="267335"/>
                </a:lnTo>
                <a:lnTo>
                  <a:pt x="1866208" y="281477"/>
                </a:lnTo>
                <a:lnTo>
                  <a:pt x="1829491" y="311855"/>
                </a:lnTo>
                <a:lnTo>
                  <a:pt x="1821051" y="314452"/>
                </a:lnTo>
                <a:lnTo>
                  <a:pt x="1818382" y="319214"/>
                </a:lnTo>
                <a:lnTo>
                  <a:pt x="1861735" y="338768"/>
                </a:lnTo>
                <a:lnTo>
                  <a:pt x="1871690" y="333573"/>
                </a:lnTo>
                <a:lnTo>
                  <a:pt x="1884314" y="331769"/>
                </a:lnTo>
                <a:lnTo>
                  <a:pt x="1900761" y="317338"/>
                </a:lnTo>
                <a:lnTo>
                  <a:pt x="1901049" y="309546"/>
                </a:lnTo>
                <a:lnTo>
                  <a:pt x="1905882" y="303340"/>
                </a:lnTo>
                <a:lnTo>
                  <a:pt x="1932861" y="285734"/>
                </a:lnTo>
                <a:lnTo>
                  <a:pt x="1950029" y="280178"/>
                </a:lnTo>
                <a:lnTo>
                  <a:pt x="1968279" y="281477"/>
                </a:lnTo>
                <a:lnTo>
                  <a:pt x="1980109" y="286600"/>
                </a:lnTo>
                <a:lnTo>
                  <a:pt x="2037240" y="324698"/>
                </a:lnTo>
                <a:lnTo>
                  <a:pt x="2025915" y="340428"/>
                </a:lnTo>
                <a:lnTo>
                  <a:pt x="2031109" y="343459"/>
                </a:lnTo>
                <a:lnTo>
                  <a:pt x="2041280" y="327079"/>
                </a:lnTo>
                <a:lnTo>
                  <a:pt x="2100358" y="361858"/>
                </a:lnTo>
                <a:lnTo>
                  <a:pt x="2105264" y="368280"/>
                </a:lnTo>
                <a:lnTo>
                  <a:pt x="2107283" y="377949"/>
                </a:lnTo>
                <a:lnTo>
                  <a:pt x="2097545" y="400245"/>
                </a:lnTo>
                <a:lnTo>
                  <a:pt x="2109447" y="404357"/>
                </a:lnTo>
                <a:lnTo>
                  <a:pt x="2121205" y="384515"/>
                </a:lnTo>
                <a:lnTo>
                  <a:pt x="2150709" y="365249"/>
                </a:lnTo>
                <a:lnTo>
                  <a:pt x="2161673" y="363662"/>
                </a:lnTo>
                <a:lnTo>
                  <a:pt x="2173143" y="366187"/>
                </a:lnTo>
                <a:lnTo>
                  <a:pt x="2180140" y="358900"/>
                </a:lnTo>
                <a:lnTo>
                  <a:pt x="2200049" y="355436"/>
                </a:lnTo>
                <a:lnTo>
                  <a:pt x="2213683" y="358322"/>
                </a:lnTo>
                <a:lnTo>
                  <a:pt x="2223349" y="377083"/>
                </a:lnTo>
                <a:lnTo>
                  <a:pt x="2224719" y="393390"/>
                </a:lnTo>
                <a:lnTo>
                  <a:pt x="2231356" y="392452"/>
                </a:lnTo>
                <a:lnTo>
                  <a:pt x="2235107" y="385886"/>
                </a:lnTo>
                <a:lnTo>
                  <a:pt x="2240517" y="386319"/>
                </a:lnTo>
                <a:lnTo>
                  <a:pt x="2257685" y="402265"/>
                </a:lnTo>
                <a:lnTo>
                  <a:pt x="2257180" y="408615"/>
                </a:lnTo>
                <a:lnTo>
                  <a:pt x="2260787" y="412295"/>
                </a:lnTo>
                <a:lnTo>
                  <a:pt x="2276873" y="418933"/>
                </a:lnTo>
                <a:lnTo>
                  <a:pt x="2292454" y="429828"/>
                </a:lnTo>
                <a:lnTo>
                  <a:pt x="2345618" y="482718"/>
                </a:lnTo>
                <a:lnTo>
                  <a:pt x="2346628" y="493613"/>
                </a:lnTo>
                <a:lnTo>
                  <a:pt x="2337972" y="499097"/>
                </a:lnTo>
                <a:lnTo>
                  <a:pt x="2340208" y="501334"/>
                </a:lnTo>
                <a:lnTo>
                  <a:pt x="2340352" y="512807"/>
                </a:lnTo>
                <a:lnTo>
                  <a:pt x="2371370" y="502200"/>
                </a:lnTo>
                <a:lnTo>
                  <a:pt x="2400513" y="529258"/>
                </a:lnTo>
                <a:lnTo>
                  <a:pt x="2401306" y="535247"/>
                </a:lnTo>
                <a:lnTo>
                  <a:pt x="2385364" y="551626"/>
                </a:lnTo>
                <a:lnTo>
                  <a:pt x="2383705" y="558264"/>
                </a:lnTo>
                <a:lnTo>
                  <a:pt x="2385797" y="561151"/>
                </a:lnTo>
                <a:lnTo>
                  <a:pt x="2393948" y="559347"/>
                </a:lnTo>
                <a:lnTo>
                  <a:pt x="2413353" y="543761"/>
                </a:lnTo>
                <a:lnTo>
                  <a:pt x="2432469" y="560429"/>
                </a:lnTo>
                <a:lnTo>
                  <a:pt x="2434777" y="566562"/>
                </a:lnTo>
                <a:lnTo>
                  <a:pt x="2430593" y="590806"/>
                </a:lnTo>
                <a:lnTo>
                  <a:pt x="2432180" y="599537"/>
                </a:lnTo>
                <a:lnTo>
                  <a:pt x="2438600" y="606608"/>
                </a:lnTo>
                <a:lnTo>
                  <a:pt x="2478130" y="633378"/>
                </a:lnTo>
                <a:lnTo>
                  <a:pt x="2514053" y="642109"/>
                </a:lnTo>
                <a:lnTo>
                  <a:pt x="2542114" y="645284"/>
                </a:lnTo>
                <a:lnTo>
                  <a:pt x="2590084" y="639872"/>
                </a:lnTo>
                <a:lnTo>
                  <a:pt x="2600616" y="650551"/>
                </a:lnTo>
                <a:lnTo>
                  <a:pt x="2609921" y="647087"/>
                </a:lnTo>
                <a:lnTo>
                  <a:pt x="2612085" y="640521"/>
                </a:lnTo>
                <a:lnTo>
                  <a:pt x="2608911" y="631718"/>
                </a:lnTo>
                <a:lnTo>
                  <a:pt x="2622472" y="623276"/>
                </a:lnTo>
                <a:lnTo>
                  <a:pt x="2632932" y="610577"/>
                </a:lnTo>
                <a:lnTo>
                  <a:pt x="2647864" y="602207"/>
                </a:lnTo>
                <a:lnTo>
                  <a:pt x="2655871" y="579117"/>
                </a:lnTo>
                <a:lnTo>
                  <a:pt x="2661570" y="577963"/>
                </a:lnTo>
                <a:lnTo>
                  <a:pt x="2665970" y="570314"/>
                </a:lnTo>
                <a:lnTo>
                  <a:pt x="2675492" y="565263"/>
                </a:lnTo>
                <a:lnTo>
                  <a:pt x="2704202" y="563243"/>
                </a:lnTo>
                <a:lnTo>
                  <a:pt x="2710117" y="558914"/>
                </a:lnTo>
                <a:lnTo>
                  <a:pt x="2707592" y="557759"/>
                </a:lnTo>
                <a:lnTo>
                  <a:pt x="2719422" y="555523"/>
                </a:lnTo>
                <a:lnTo>
                  <a:pt x="2717042" y="557110"/>
                </a:lnTo>
                <a:lnTo>
                  <a:pt x="2722812" y="559491"/>
                </a:lnTo>
                <a:lnTo>
                  <a:pt x="2729954" y="559996"/>
                </a:lnTo>
                <a:lnTo>
                  <a:pt x="2730459" y="557471"/>
                </a:lnTo>
                <a:lnTo>
                  <a:pt x="2757942" y="560213"/>
                </a:lnTo>
                <a:lnTo>
                  <a:pt x="2794587" y="571397"/>
                </a:lnTo>
                <a:lnTo>
                  <a:pt x="2808725" y="572695"/>
                </a:lnTo>
                <a:lnTo>
                  <a:pt x="2838012" y="590518"/>
                </a:lnTo>
                <a:lnTo>
                  <a:pt x="2888723" y="694566"/>
                </a:lnTo>
                <a:lnTo>
                  <a:pt x="2899183" y="701997"/>
                </a:lnTo>
                <a:lnTo>
                  <a:pt x="2908200" y="700843"/>
                </a:lnTo>
                <a:lnTo>
                  <a:pt x="2907046" y="708419"/>
                </a:lnTo>
                <a:lnTo>
                  <a:pt x="2893484" y="708997"/>
                </a:lnTo>
                <a:lnTo>
                  <a:pt x="2885189" y="730499"/>
                </a:lnTo>
                <a:lnTo>
                  <a:pt x="2889589" y="732880"/>
                </a:lnTo>
                <a:lnTo>
                  <a:pt x="2891392" y="728623"/>
                </a:lnTo>
                <a:lnTo>
                  <a:pt x="2917217" y="736848"/>
                </a:lnTo>
                <a:lnTo>
                  <a:pt x="2942464" y="726386"/>
                </a:lnTo>
                <a:lnTo>
                  <a:pt x="3046266" y="772565"/>
                </a:lnTo>
                <a:lnTo>
                  <a:pt x="3096112" y="802437"/>
                </a:lnTo>
                <a:lnTo>
                  <a:pt x="3142567" y="836567"/>
                </a:lnTo>
                <a:lnTo>
                  <a:pt x="3153315" y="851070"/>
                </a:lnTo>
                <a:lnTo>
                  <a:pt x="3158725" y="870263"/>
                </a:lnTo>
                <a:lnTo>
                  <a:pt x="3155912" y="880437"/>
                </a:lnTo>
                <a:lnTo>
                  <a:pt x="3147111" y="879932"/>
                </a:lnTo>
                <a:lnTo>
                  <a:pt x="3145957" y="874520"/>
                </a:lnTo>
                <a:lnTo>
                  <a:pt x="3152233" y="863409"/>
                </a:lnTo>
                <a:lnTo>
                  <a:pt x="3149059" y="850276"/>
                </a:lnTo>
                <a:lnTo>
                  <a:pt x="3141485" y="840247"/>
                </a:lnTo>
                <a:lnTo>
                  <a:pt x="3117392" y="821414"/>
                </a:lnTo>
                <a:lnTo>
                  <a:pt x="3108880" y="820548"/>
                </a:lnTo>
                <a:lnTo>
                  <a:pt x="3094813" y="811168"/>
                </a:lnTo>
                <a:lnTo>
                  <a:pt x="3085508" y="808354"/>
                </a:lnTo>
                <a:lnTo>
                  <a:pt x="3074183" y="810880"/>
                </a:lnTo>
                <a:lnTo>
                  <a:pt x="3069927" y="816724"/>
                </a:lnTo>
                <a:lnTo>
                  <a:pt x="3077140" y="821775"/>
                </a:lnTo>
                <a:lnTo>
                  <a:pt x="3079232" y="829063"/>
                </a:lnTo>
                <a:lnTo>
                  <a:pt x="2996926" y="1023232"/>
                </a:lnTo>
                <a:lnTo>
                  <a:pt x="2993536" y="1035210"/>
                </a:lnTo>
                <a:lnTo>
                  <a:pt x="2994040" y="1047043"/>
                </a:lnTo>
                <a:lnTo>
                  <a:pt x="2998585" y="1056712"/>
                </a:lnTo>
                <a:lnTo>
                  <a:pt x="3079088" y="1054692"/>
                </a:lnTo>
                <a:lnTo>
                  <a:pt x="3080458" y="1102386"/>
                </a:lnTo>
                <a:lnTo>
                  <a:pt x="3086301" y="1106427"/>
                </a:lnTo>
                <a:lnTo>
                  <a:pt x="3080098" y="1115447"/>
                </a:lnTo>
                <a:lnTo>
                  <a:pt x="3053913" y="1116168"/>
                </a:lnTo>
                <a:lnTo>
                  <a:pt x="3053119" y="1085141"/>
                </a:lnTo>
                <a:lnTo>
                  <a:pt x="3007746" y="1086368"/>
                </a:lnTo>
                <a:lnTo>
                  <a:pt x="3008612" y="1117323"/>
                </a:lnTo>
                <a:lnTo>
                  <a:pt x="2921761" y="1122373"/>
                </a:lnTo>
                <a:lnTo>
                  <a:pt x="2881293" y="1149576"/>
                </a:lnTo>
                <a:lnTo>
                  <a:pt x="2859941" y="1157080"/>
                </a:lnTo>
                <a:lnTo>
                  <a:pt x="2838734" y="1154266"/>
                </a:lnTo>
                <a:lnTo>
                  <a:pt x="2781314" y="1129589"/>
                </a:lnTo>
                <a:lnTo>
                  <a:pt x="2728223" y="1145463"/>
                </a:lnTo>
                <a:lnTo>
                  <a:pt x="2735364" y="1141134"/>
                </a:lnTo>
                <a:lnTo>
                  <a:pt x="2737600" y="1135506"/>
                </a:lnTo>
                <a:lnTo>
                  <a:pt x="2730242" y="1111983"/>
                </a:lnTo>
                <a:lnTo>
                  <a:pt x="2720360" y="1114508"/>
                </a:lnTo>
                <a:lnTo>
                  <a:pt x="2694968" y="1112488"/>
                </a:lnTo>
                <a:lnTo>
                  <a:pt x="2676213" y="1120858"/>
                </a:lnTo>
                <a:lnTo>
                  <a:pt x="2675780" y="1115014"/>
                </a:lnTo>
                <a:lnTo>
                  <a:pt x="2645628" y="1116240"/>
                </a:lnTo>
                <a:lnTo>
                  <a:pt x="2635962" y="1120137"/>
                </a:lnTo>
                <a:lnTo>
                  <a:pt x="2631417" y="1117539"/>
                </a:lnTo>
                <a:lnTo>
                  <a:pt x="2619371" y="1123311"/>
                </a:lnTo>
                <a:lnTo>
                  <a:pt x="2615187" y="1121724"/>
                </a:lnTo>
                <a:lnTo>
                  <a:pt x="2589507" y="1130383"/>
                </a:lnTo>
                <a:lnTo>
                  <a:pt x="2575512" y="1126847"/>
                </a:lnTo>
                <a:lnTo>
                  <a:pt x="2564187" y="1134423"/>
                </a:lnTo>
                <a:lnTo>
                  <a:pt x="2563177" y="1132114"/>
                </a:lnTo>
                <a:lnTo>
                  <a:pt x="2558849" y="1133413"/>
                </a:lnTo>
                <a:lnTo>
                  <a:pt x="2544062" y="1143443"/>
                </a:lnTo>
                <a:lnTo>
                  <a:pt x="2539878" y="1141927"/>
                </a:lnTo>
                <a:lnTo>
                  <a:pt x="2525090" y="1151380"/>
                </a:lnTo>
                <a:lnTo>
                  <a:pt x="2524369" y="1148710"/>
                </a:lnTo>
                <a:lnTo>
                  <a:pt x="2519968" y="1148349"/>
                </a:lnTo>
                <a:lnTo>
                  <a:pt x="2507994" y="1153761"/>
                </a:lnTo>
                <a:lnTo>
                  <a:pt x="2505902" y="1152101"/>
                </a:lnTo>
                <a:lnTo>
                  <a:pt x="2492341" y="1156358"/>
                </a:lnTo>
                <a:lnTo>
                  <a:pt x="2487868" y="1154194"/>
                </a:lnTo>
                <a:lnTo>
                  <a:pt x="2473297" y="1157369"/>
                </a:lnTo>
                <a:lnTo>
                  <a:pt x="2440908" y="1165811"/>
                </a:lnTo>
                <a:lnTo>
                  <a:pt x="2433623" y="1170790"/>
                </a:lnTo>
                <a:lnTo>
                  <a:pt x="2430160" y="1169346"/>
                </a:lnTo>
                <a:lnTo>
                  <a:pt x="2421143" y="1173387"/>
                </a:lnTo>
                <a:lnTo>
                  <a:pt x="2420278" y="1171222"/>
                </a:lnTo>
                <a:lnTo>
                  <a:pt x="2420638" y="1173676"/>
                </a:lnTo>
                <a:lnTo>
                  <a:pt x="2410107" y="1179520"/>
                </a:lnTo>
                <a:lnTo>
                  <a:pt x="2388250" y="1187385"/>
                </a:lnTo>
                <a:lnTo>
                  <a:pt x="2385220" y="1185798"/>
                </a:lnTo>
                <a:lnTo>
                  <a:pt x="2365022" y="1196982"/>
                </a:lnTo>
                <a:lnTo>
                  <a:pt x="2364878" y="1194817"/>
                </a:lnTo>
                <a:lnTo>
                  <a:pt x="2355140" y="1191787"/>
                </a:lnTo>
                <a:lnTo>
                  <a:pt x="2325492" y="1205857"/>
                </a:lnTo>
                <a:lnTo>
                  <a:pt x="2315249" y="1205785"/>
                </a:lnTo>
                <a:lnTo>
                  <a:pt x="2310560" y="1209320"/>
                </a:lnTo>
                <a:lnTo>
                  <a:pt x="2309190" y="1206434"/>
                </a:lnTo>
                <a:lnTo>
                  <a:pt x="2304717" y="1206290"/>
                </a:lnTo>
                <a:lnTo>
                  <a:pt x="2295123" y="1211918"/>
                </a:lnTo>
                <a:lnTo>
                  <a:pt x="2290795" y="1209104"/>
                </a:lnTo>
                <a:lnTo>
                  <a:pt x="2265548" y="1219061"/>
                </a:lnTo>
                <a:lnTo>
                  <a:pt x="2249101" y="1219206"/>
                </a:lnTo>
                <a:lnTo>
                  <a:pt x="2208705" y="1238182"/>
                </a:lnTo>
                <a:lnTo>
                  <a:pt x="2162178" y="1248645"/>
                </a:lnTo>
                <a:lnTo>
                  <a:pt x="2114208" y="1265096"/>
                </a:lnTo>
                <a:lnTo>
                  <a:pt x="2091846" y="1274982"/>
                </a:lnTo>
                <a:lnTo>
                  <a:pt x="2085787" y="1281115"/>
                </a:lnTo>
                <a:lnTo>
                  <a:pt x="2080593" y="1278084"/>
                </a:lnTo>
                <a:lnTo>
                  <a:pt x="2074823" y="1278806"/>
                </a:lnTo>
                <a:lnTo>
                  <a:pt x="2051451" y="1301535"/>
                </a:lnTo>
                <a:lnTo>
                  <a:pt x="2041352" y="1298504"/>
                </a:lnTo>
                <a:lnTo>
                  <a:pt x="2017619" y="1320511"/>
                </a:lnTo>
                <a:lnTo>
                  <a:pt x="2012498" y="1318058"/>
                </a:lnTo>
                <a:lnTo>
                  <a:pt x="2006511" y="1319862"/>
                </a:lnTo>
                <a:lnTo>
                  <a:pt x="1980614" y="1348508"/>
                </a:lnTo>
                <a:lnTo>
                  <a:pt x="1949380" y="1370804"/>
                </a:lnTo>
                <a:lnTo>
                  <a:pt x="1959983" y="1369144"/>
                </a:lnTo>
                <a:lnTo>
                  <a:pt x="1960561" y="1372319"/>
                </a:lnTo>
                <a:lnTo>
                  <a:pt x="1950678" y="1372463"/>
                </a:lnTo>
                <a:lnTo>
                  <a:pt x="1933582" y="1360702"/>
                </a:lnTo>
                <a:lnTo>
                  <a:pt x="1916919" y="1372968"/>
                </a:lnTo>
                <a:lnTo>
                  <a:pt x="1917784" y="1376504"/>
                </a:lnTo>
                <a:lnTo>
                  <a:pt x="1919804" y="1375205"/>
                </a:lnTo>
                <a:lnTo>
                  <a:pt x="1917857" y="1376648"/>
                </a:lnTo>
                <a:lnTo>
                  <a:pt x="1921752" y="1387327"/>
                </a:lnTo>
                <a:lnTo>
                  <a:pt x="1918001" y="1399810"/>
                </a:lnTo>
                <a:lnTo>
                  <a:pt x="1834180" y="1464605"/>
                </a:lnTo>
                <a:lnTo>
                  <a:pt x="1846876" y="1482283"/>
                </a:lnTo>
                <a:lnTo>
                  <a:pt x="1840528" y="1486901"/>
                </a:lnTo>
                <a:lnTo>
                  <a:pt x="1827904" y="1469223"/>
                </a:lnTo>
                <a:lnTo>
                  <a:pt x="1814126" y="1478676"/>
                </a:lnTo>
                <a:lnTo>
                  <a:pt x="1804532" y="1480119"/>
                </a:lnTo>
                <a:lnTo>
                  <a:pt x="1796020" y="1476727"/>
                </a:lnTo>
                <a:lnTo>
                  <a:pt x="1781088" y="1462296"/>
                </a:lnTo>
                <a:lnTo>
                  <a:pt x="1773586" y="1462296"/>
                </a:lnTo>
                <a:lnTo>
                  <a:pt x="1775245" y="1495055"/>
                </a:lnTo>
                <a:lnTo>
                  <a:pt x="1767094" y="1498879"/>
                </a:lnTo>
                <a:lnTo>
                  <a:pt x="1777193" y="1510280"/>
                </a:lnTo>
                <a:lnTo>
                  <a:pt x="1771350" y="1515547"/>
                </a:lnTo>
                <a:lnTo>
                  <a:pt x="1731243" y="1471460"/>
                </a:lnTo>
                <a:lnTo>
                  <a:pt x="1721000" y="1480840"/>
                </a:lnTo>
                <a:lnTo>
                  <a:pt x="1738673" y="1503280"/>
                </a:lnTo>
                <a:lnTo>
                  <a:pt x="1732974" y="1509702"/>
                </a:lnTo>
                <a:lnTo>
                  <a:pt x="1686159" y="1465832"/>
                </a:lnTo>
                <a:lnTo>
                  <a:pt x="1632995" y="1467347"/>
                </a:lnTo>
                <a:lnTo>
                  <a:pt x="1575575" y="1498590"/>
                </a:lnTo>
                <a:lnTo>
                  <a:pt x="1577667" y="1519443"/>
                </a:lnTo>
                <a:lnTo>
                  <a:pt x="1621021" y="1494622"/>
                </a:lnTo>
                <a:lnTo>
                  <a:pt x="1661921" y="1493034"/>
                </a:lnTo>
                <a:lnTo>
                  <a:pt x="1708015" y="1536255"/>
                </a:lnTo>
                <a:lnTo>
                  <a:pt x="1663869" y="1558263"/>
                </a:lnTo>
                <a:lnTo>
                  <a:pt x="1627080" y="1546646"/>
                </a:lnTo>
                <a:lnTo>
                  <a:pt x="1631697" y="1541306"/>
                </a:lnTo>
                <a:lnTo>
                  <a:pt x="1627657" y="1540080"/>
                </a:lnTo>
                <a:lnTo>
                  <a:pt x="1627008" y="1542100"/>
                </a:lnTo>
                <a:lnTo>
                  <a:pt x="1626863" y="1539791"/>
                </a:lnTo>
                <a:lnTo>
                  <a:pt x="1626142" y="1541811"/>
                </a:lnTo>
                <a:lnTo>
                  <a:pt x="1625637" y="1539286"/>
                </a:lnTo>
                <a:lnTo>
                  <a:pt x="1621598" y="1544265"/>
                </a:lnTo>
                <a:lnTo>
                  <a:pt x="1608613" y="1541523"/>
                </a:lnTo>
                <a:lnTo>
                  <a:pt x="1606738" y="1544842"/>
                </a:lnTo>
                <a:lnTo>
                  <a:pt x="1602338" y="1543038"/>
                </a:lnTo>
                <a:lnTo>
                  <a:pt x="1607531" y="1543832"/>
                </a:lnTo>
                <a:lnTo>
                  <a:pt x="1608469" y="1541378"/>
                </a:lnTo>
                <a:lnTo>
                  <a:pt x="1590435" y="1535678"/>
                </a:lnTo>
                <a:lnTo>
                  <a:pt x="1574854" y="1519660"/>
                </a:lnTo>
                <a:lnTo>
                  <a:pt x="1574782" y="1547151"/>
                </a:lnTo>
                <a:lnTo>
                  <a:pt x="1577739" y="1549965"/>
                </a:lnTo>
                <a:lnTo>
                  <a:pt x="1583510" y="1554944"/>
                </a:lnTo>
                <a:lnTo>
                  <a:pt x="1598082" y="1559561"/>
                </a:lnTo>
                <a:lnTo>
                  <a:pt x="1637900" y="1559994"/>
                </a:lnTo>
                <a:lnTo>
                  <a:pt x="1653770" y="1569447"/>
                </a:lnTo>
                <a:lnTo>
                  <a:pt x="1669567" y="1569952"/>
                </a:lnTo>
                <a:lnTo>
                  <a:pt x="1678224" y="1563530"/>
                </a:lnTo>
                <a:lnTo>
                  <a:pt x="1692867" y="1567571"/>
                </a:lnTo>
                <a:lnTo>
                  <a:pt x="1701595" y="1566416"/>
                </a:lnTo>
                <a:lnTo>
                  <a:pt x="1703327" y="1575869"/>
                </a:lnTo>
                <a:lnTo>
                  <a:pt x="1706501" y="1577095"/>
                </a:lnTo>
                <a:lnTo>
                  <a:pt x="1734056" y="1569591"/>
                </a:lnTo>
                <a:lnTo>
                  <a:pt x="1750864" y="1577745"/>
                </a:lnTo>
                <a:lnTo>
                  <a:pt x="1748267" y="1587269"/>
                </a:lnTo>
                <a:lnTo>
                  <a:pt x="1720423" y="1628758"/>
                </a:lnTo>
                <a:lnTo>
                  <a:pt x="1688178" y="1662022"/>
                </a:lnTo>
                <a:lnTo>
                  <a:pt x="1670794" y="1674000"/>
                </a:lnTo>
                <a:lnTo>
                  <a:pt x="1664229" y="1675298"/>
                </a:lnTo>
                <a:lnTo>
                  <a:pt x="1669207" y="1670969"/>
                </a:lnTo>
                <a:lnTo>
                  <a:pt x="1666466" y="1669309"/>
                </a:lnTo>
                <a:lnTo>
                  <a:pt x="1653265" y="1672484"/>
                </a:lnTo>
                <a:lnTo>
                  <a:pt x="1640425" y="1680926"/>
                </a:lnTo>
                <a:lnTo>
                  <a:pt x="1629316" y="1676236"/>
                </a:lnTo>
                <a:lnTo>
                  <a:pt x="1620083" y="1667289"/>
                </a:lnTo>
                <a:lnTo>
                  <a:pt x="1616548" y="1667866"/>
                </a:lnTo>
                <a:lnTo>
                  <a:pt x="1616476" y="1664475"/>
                </a:lnTo>
                <a:lnTo>
                  <a:pt x="1620588" y="1665341"/>
                </a:lnTo>
                <a:lnTo>
                  <a:pt x="1620299" y="1660218"/>
                </a:lnTo>
                <a:lnTo>
                  <a:pt x="1617486" y="1656249"/>
                </a:lnTo>
                <a:lnTo>
                  <a:pt x="1611643" y="1654806"/>
                </a:lnTo>
                <a:lnTo>
                  <a:pt x="1607243" y="1646220"/>
                </a:lnTo>
                <a:lnTo>
                  <a:pt x="1598947" y="1645065"/>
                </a:lnTo>
                <a:lnTo>
                  <a:pt x="1597000" y="1647374"/>
                </a:lnTo>
                <a:lnTo>
                  <a:pt x="1600029" y="1649395"/>
                </a:lnTo>
                <a:lnTo>
                  <a:pt x="1597432" y="1651343"/>
                </a:lnTo>
                <a:lnTo>
                  <a:pt x="1571103" y="1622986"/>
                </a:lnTo>
                <a:lnTo>
                  <a:pt x="1569660" y="1618007"/>
                </a:lnTo>
                <a:lnTo>
                  <a:pt x="1573339" y="1620316"/>
                </a:lnTo>
                <a:lnTo>
                  <a:pt x="1575287" y="1615987"/>
                </a:lnTo>
                <a:lnTo>
                  <a:pt x="1572906" y="1610142"/>
                </a:lnTo>
                <a:lnTo>
                  <a:pt x="1563962" y="1606751"/>
                </a:lnTo>
                <a:lnTo>
                  <a:pt x="1553214" y="1594918"/>
                </a:lnTo>
                <a:lnTo>
                  <a:pt x="1546072" y="1595856"/>
                </a:lnTo>
                <a:lnTo>
                  <a:pt x="1549318" y="1598814"/>
                </a:lnTo>
                <a:lnTo>
                  <a:pt x="1544918" y="1601628"/>
                </a:lnTo>
                <a:lnTo>
                  <a:pt x="1529193" y="1592897"/>
                </a:lnTo>
                <a:lnTo>
                  <a:pt x="1524720" y="1586115"/>
                </a:lnTo>
                <a:lnTo>
                  <a:pt x="1517290" y="1583228"/>
                </a:lnTo>
                <a:lnTo>
                  <a:pt x="1519094" y="1581352"/>
                </a:lnTo>
                <a:lnTo>
                  <a:pt x="1515848" y="1576229"/>
                </a:lnTo>
                <a:lnTo>
                  <a:pt x="1508706" y="1574281"/>
                </a:lnTo>
                <a:lnTo>
                  <a:pt x="1505316" y="1567426"/>
                </a:lnTo>
                <a:lnTo>
                  <a:pt x="1498607" y="1565334"/>
                </a:lnTo>
                <a:lnTo>
                  <a:pt x="1495794" y="1559129"/>
                </a:lnTo>
                <a:lnTo>
                  <a:pt x="1488003" y="1556026"/>
                </a:lnTo>
                <a:lnTo>
                  <a:pt x="1481295" y="1548666"/>
                </a:lnTo>
                <a:lnTo>
                  <a:pt x="1473576" y="1548305"/>
                </a:lnTo>
                <a:lnTo>
                  <a:pt x="1476462" y="1553861"/>
                </a:lnTo>
                <a:lnTo>
                  <a:pt x="1480429" y="1555088"/>
                </a:lnTo>
                <a:lnTo>
                  <a:pt x="1477183" y="1558335"/>
                </a:lnTo>
                <a:lnTo>
                  <a:pt x="1464920" y="1539574"/>
                </a:lnTo>
                <a:lnTo>
                  <a:pt x="1449988" y="1525071"/>
                </a:lnTo>
                <a:lnTo>
                  <a:pt x="1450132" y="1522041"/>
                </a:lnTo>
                <a:lnTo>
                  <a:pt x="1464776" y="1520453"/>
                </a:lnTo>
                <a:lnTo>
                  <a:pt x="1491682" y="1527813"/>
                </a:lnTo>
                <a:lnTo>
                  <a:pt x="1507913" y="1529256"/>
                </a:lnTo>
                <a:lnTo>
                  <a:pt x="1518733" y="1522402"/>
                </a:lnTo>
                <a:lnTo>
                  <a:pt x="1530635" y="1520670"/>
                </a:lnTo>
                <a:lnTo>
                  <a:pt x="1542682" y="1525576"/>
                </a:lnTo>
                <a:lnTo>
                  <a:pt x="1543980" y="1528823"/>
                </a:lnTo>
                <a:lnTo>
                  <a:pt x="1544269" y="1526081"/>
                </a:lnTo>
                <a:lnTo>
                  <a:pt x="1545495" y="1528174"/>
                </a:lnTo>
                <a:lnTo>
                  <a:pt x="1546721" y="1526514"/>
                </a:lnTo>
                <a:lnTo>
                  <a:pt x="1554440" y="1537049"/>
                </a:lnTo>
                <a:lnTo>
                  <a:pt x="1555161" y="1532431"/>
                </a:lnTo>
                <a:lnTo>
                  <a:pt x="1567641" y="1537987"/>
                </a:lnTo>
                <a:lnTo>
                  <a:pt x="1569949" y="1526009"/>
                </a:lnTo>
                <a:lnTo>
                  <a:pt x="1569300" y="1498663"/>
                </a:lnTo>
                <a:lnTo>
                  <a:pt x="1545207" y="1498518"/>
                </a:lnTo>
                <a:lnTo>
                  <a:pt x="1544846" y="1506744"/>
                </a:lnTo>
                <a:lnTo>
                  <a:pt x="1531862" y="1506672"/>
                </a:lnTo>
                <a:lnTo>
                  <a:pt x="1543187" y="1505156"/>
                </a:lnTo>
                <a:lnTo>
                  <a:pt x="1542754" y="1497436"/>
                </a:lnTo>
                <a:lnTo>
                  <a:pt x="1515270" y="1493107"/>
                </a:lnTo>
                <a:lnTo>
                  <a:pt x="1510149" y="1488994"/>
                </a:lnTo>
                <a:lnTo>
                  <a:pt x="1496155" y="1495343"/>
                </a:lnTo>
                <a:lnTo>
                  <a:pt x="1498319" y="1499312"/>
                </a:lnTo>
                <a:lnTo>
                  <a:pt x="1483170" y="1502198"/>
                </a:lnTo>
                <a:lnTo>
                  <a:pt x="1482377" y="1499528"/>
                </a:lnTo>
                <a:lnTo>
                  <a:pt x="1476678" y="1498446"/>
                </a:lnTo>
                <a:lnTo>
                  <a:pt x="1475740" y="1494261"/>
                </a:lnTo>
                <a:lnTo>
                  <a:pt x="1481511" y="1491519"/>
                </a:lnTo>
                <a:lnTo>
                  <a:pt x="1485046" y="1485747"/>
                </a:lnTo>
                <a:lnTo>
                  <a:pt x="1489230" y="1485747"/>
                </a:lnTo>
                <a:lnTo>
                  <a:pt x="1491538" y="1490148"/>
                </a:lnTo>
                <a:lnTo>
                  <a:pt x="1494928" y="1488922"/>
                </a:lnTo>
                <a:lnTo>
                  <a:pt x="1495505" y="1494333"/>
                </a:lnTo>
                <a:lnTo>
                  <a:pt x="1509355" y="1488272"/>
                </a:lnTo>
                <a:lnTo>
                  <a:pt x="1494207" y="1474635"/>
                </a:lnTo>
                <a:lnTo>
                  <a:pt x="1484829" y="1474346"/>
                </a:lnTo>
                <a:lnTo>
                  <a:pt x="1475091" y="1484809"/>
                </a:lnTo>
                <a:lnTo>
                  <a:pt x="1463550" y="1484737"/>
                </a:lnTo>
                <a:lnTo>
                  <a:pt x="1453667" y="1478387"/>
                </a:lnTo>
                <a:lnTo>
                  <a:pt x="1446886" y="1484664"/>
                </a:lnTo>
                <a:lnTo>
                  <a:pt x="1448690" y="1486973"/>
                </a:lnTo>
                <a:lnTo>
                  <a:pt x="1442270" y="1494983"/>
                </a:lnTo>
                <a:lnTo>
                  <a:pt x="1440394" y="1493828"/>
                </a:lnTo>
                <a:lnTo>
                  <a:pt x="1438663" y="1504218"/>
                </a:lnTo>
                <a:lnTo>
                  <a:pt x="1408799" y="1478315"/>
                </a:lnTo>
                <a:lnTo>
                  <a:pt x="1410963" y="1474274"/>
                </a:lnTo>
                <a:lnTo>
                  <a:pt x="1395887" y="1461647"/>
                </a:lnTo>
                <a:lnTo>
                  <a:pt x="1389395" y="1472975"/>
                </a:lnTo>
                <a:lnTo>
                  <a:pt x="1358232" y="1454359"/>
                </a:lnTo>
                <a:lnTo>
                  <a:pt x="1297062" y="1556820"/>
                </a:lnTo>
                <a:lnTo>
                  <a:pt x="1247000" y="1526731"/>
                </a:lnTo>
                <a:lnTo>
                  <a:pt x="1305141" y="1428528"/>
                </a:lnTo>
                <a:lnTo>
                  <a:pt x="1234737" y="1386100"/>
                </a:lnTo>
                <a:lnTo>
                  <a:pt x="1190013" y="1461358"/>
                </a:lnTo>
                <a:lnTo>
                  <a:pt x="1042641" y="1372968"/>
                </a:lnTo>
                <a:lnTo>
                  <a:pt x="1062623" y="1338478"/>
                </a:lnTo>
                <a:lnTo>
                  <a:pt x="1087726" y="1334293"/>
                </a:lnTo>
                <a:lnTo>
                  <a:pt x="1178904" y="1388698"/>
                </a:lnTo>
                <a:lnTo>
                  <a:pt x="1201699" y="1350167"/>
                </a:lnTo>
                <a:lnTo>
                  <a:pt x="1118311" y="1300019"/>
                </a:lnTo>
                <a:lnTo>
                  <a:pt x="1135118" y="1272167"/>
                </a:lnTo>
                <a:lnTo>
                  <a:pt x="1102730" y="1237317"/>
                </a:lnTo>
                <a:lnTo>
                  <a:pt x="1079574" y="1252974"/>
                </a:lnTo>
                <a:lnTo>
                  <a:pt x="1034273" y="1257448"/>
                </a:lnTo>
                <a:lnTo>
                  <a:pt x="998711" y="1246264"/>
                </a:lnTo>
                <a:lnTo>
                  <a:pt x="996835" y="1238760"/>
                </a:lnTo>
                <a:lnTo>
                  <a:pt x="1003616" y="1225844"/>
                </a:lnTo>
                <a:lnTo>
                  <a:pt x="993517" y="1222669"/>
                </a:lnTo>
                <a:lnTo>
                  <a:pt x="974978" y="1240780"/>
                </a:lnTo>
                <a:lnTo>
                  <a:pt x="894115" y="1220432"/>
                </a:lnTo>
                <a:lnTo>
                  <a:pt x="879399" y="1230245"/>
                </a:lnTo>
                <a:lnTo>
                  <a:pt x="842610" y="1212279"/>
                </a:lnTo>
                <a:lnTo>
                  <a:pt x="794568" y="1171439"/>
                </a:lnTo>
                <a:lnTo>
                  <a:pt x="768239" y="1171295"/>
                </a:lnTo>
                <a:lnTo>
                  <a:pt x="771341" y="1185509"/>
                </a:lnTo>
                <a:lnTo>
                  <a:pt x="791034" y="1189622"/>
                </a:lnTo>
                <a:lnTo>
                  <a:pt x="831141" y="1223679"/>
                </a:lnTo>
                <a:lnTo>
                  <a:pt x="827390" y="1233564"/>
                </a:lnTo>
                <a:lnTo>
                  <a:pt x="844197" y="1234575"/>
                </a:lnTo>
                <a:lnTo>
                  <a:pt x="765931" y="1235008"/>
                </a:lnTo>
                <a:lnTo>
                  <a:pt x="765426" y="1282197"/>
                </a:lnTo>
                <a:lnTo>
                  <a:pt x="769033" y="1291072"/>
                </a:lnTo>
                <a:lnTo>
                  <a:pt x="805894" y="1299514"/>
                </a:lnTo>
                <a:lnTo>
                  <a:pt x="811232" y="1289990"/>
                </a:lnTo>
                <a:lnTo>
                  <a:pt x="822990" y="1293742"/>
                </a:lnTo>
                <a:lnTo>
                  <a:pt x="816353" y="1304421"/>
                </a:lnTo>
                <a:lnTo>
                  <a:pt x="825947" y="1296123"/>
                </a:lnTo>
                <a:lnTo>
                  <a:pt x="831718" y="1294680"/>
                </a:lnTo>
                <a:lnTo>
                  <a:pt x="857110" y="1307235"/>
                </a:lnTo>
                <a:lnTo>
                  <a:pt x="867064" y="1324336"/>
                </a:lnTo>
                <a:lnTo>
                  <a:pt x="871104" y="1346415"/>
                </a:lnTo>
                <a:lnTo>
                  <a:pt x="890797" y="1369649"/>
                </a:lnTo>
                <a:lnTo>
                  <a:pt x="893538" y="1371742"/>
                </a:lnTo>
                <a:lnTo>
                  <a:pt x="899236" y="1369721"/>
                </a:lnTo>
                <a:lnTo>
                  <a:pt x="898948" y="1372535"/>
                </a:lnTo>
                <a:lnTo>
                  <a:pt x="903060" y="1373690"/>
                </a:lnTo>
                <a:lnTo>
                  <a:pt x="902987" y="1381266"/>
                </a:lnTo>
                <a:lnTo>
                  <a:pt x="908109" y="1378452"/>
                </a:lnTo>
                <a:lnTo>
                  <a:pt x="910706" y="1386173"/>
                </a:lnTo>
                <a:lnTo>
                  <a:pt x="938911" y="1390646"/>
                </a:lnTo>
                <a:lnTo>
                  <a:pt x="969063" y="1421240"/>
                </a:lnTo>
                <a:lnTo>
                  <a:pt x="969712" y="1426291"/>
                </a:lnTo>
                <a:lnTo>
                  <a:pt x="958315" y="1438124"/>
                </a:lnTo>
                <a:lnTo>
                  <a:pt x="948216" y="1444185"/>
                </a:lnTo>
                <a:lnTo>
                  <a:pt x="930976" y="1447865"/>
                </a:lnTo>
                <a:lnTo>
                  <a:pt x="917198" y="1454215"/>
                </a:lnTo>
                <a:lnTo>
                  <a:pt x="908253" y="1445773"/>
                </a:lnTo>
                <a:lnTo>
                  <a:pt x="894476" y="1444907"/>
                </a:lnTo>
                <a:lnTo>
                  <a:pt x="869012" y="1436609"/>
                </a:lnTo>
                <a:lnTo>
                  <a:pt x="850185" y="1453998"/>
                </a:lnTo>
                <a:lnTo>
                  <a:pt x="854729" y="1455442"/>
                </a:lnTo>
                <a:lnTo>
                  <a:pt x="869589" y="1441732"/>
                </a:lnTo>
                <a:lnTo>
                  <a:pt x="874638" y="1441949"/>
                </a:lnTo>
                <a:lnTo>
                  <a:pt x="905729" y="1449020"/>
                </a:lnTo>
                <a:lnTo>
                  <a:pt x="917703" y="1460637"/>
                </a:lnTo>
                <a:lnTo>
                  <a:pt x="919146" y="1466553"/>
                </a:lnTo>
                <a:lnTo>
                  <a:pt x="904863" y="1496931"/>
                </a:lnTo>
                <a:lnTo>
                  <a:pt x="891662" y="1507033"/>
                </a:lnTo>
                <a:lnTo>
                  <a:pt x="842538" y="1528318"/>
                </a:lnTo>
                <a:lnTo>
                  <a:pt x="808274" y="1499384"/>
                </a:lnTo>
                <a:lnTo>
                  <a:pt x="758140" y="1472182"/>
                </a:lnTo>
                <a:lnTo>
                  <a:pt x="757419" y="1461503"/>
                </a:lnTo>
                <a:lnTo>
                  <a:pt x="753740" y="1453854"/>
                </a:lnTo>
                <a:lnTo>
                  <a:pt x="743280" y="1470666"/>
                </a:lnTo>
                <a:lnTo>
                  <a:pt x="724381" y="1460565"/>
                </a:lnTo>
                <a:lnTo>
                  <a:pt x="714931" y="1480479"/>
                </a:lnTo>
                <a:lnTo>
                  <a:pt x="779997" y="1519227"/>
                </a:lnTo>
                <a:lnTo>
                  <a:pt x="781800" y="1527885"/>
                </a:lnTo>
                <a:lnTo>
                  <a:pt x="724453" y="1560283"/>
                </a:lnTo>
                <a:lnTo>
                  <a:pt x="637819" y="1591093"/>
                </a:lnTo>
                <a:lnTo>
                  <a:pt x="611057" y="1496354"/>
                </a:lnTo>
                <a:lnTo>
                  <a:pt x="571815" y="1460204"/>
                </a:lnTo>
                <a:lnTo>
                  <a:pt x="536902" y="1498735"/>
                </a:lnTo>
                <a:lnTo>
                  <a:pt x="578596" y="1537193"/>
                </a:lnTo>
                <a:lnTo>
                  <a:pt x="610840" y="1650693"/>
                </a:lnTo>
                <a:lnTo>
                  <a:pt x="610912" y="1664908"/>
                </a:lnTo>
                <a:lnTo>
                  <a:pt x="606440" y="1674288"/>
                </a:lnTo>
                <a:lnTo>
                  <a:pt x="592518" y="1689008"/>
                </a:lnTo>
                <a:lnTo>
                  <a:pt x="586242" y="1682586"/>
                </a:lnTo>
                <a:lnTo>
                  <a:pt x="554647" y="1716427"/>
                </a:lnTo>
                <a:lnTo>
                  <a:pt x="557821" y="1723787"/>
                </a:lnTo>
                <a:lnTo>
                  <a:pt x="495640" y="1786706"/>
                </a:lnTo>
                <a:lnTo>
                  <a:pt x="488355" y="1790530"/>
                </a:lnTo>
                <a:lnTo>
                  <a:pt x="480204" y="1789448"/>
                </a:lnTo>
                <a:lnTo>
                  <a:pt x="474144" y="1783892"/>
                </a:lnTo>
                <a:lnTo>
                  <a:pt x="462386" y="1759215"/>
                </a:lnTo>
                <a:lnTo>
                  <a:pt x="461376" y="1748969"/>
                </a:lnTo>
                <a:lnTo>
                  <a:pt x="463612" y="1749330"/>
                </a:lnTo>
                <a:lnTo>
                  <a:pt x="464911" y="1758205"/>
                </a:lnTo>
                <a:lnTo>
                  <a:pt x="476525" y="1782521"/>
                </a:lnTo>
                <a:lnTo>
                  <a:pt x="479410" y="1783603"/>
                </a:lnTo>
                <a:lnTo>
                  <a:pt x="507254" y="1756329"/>
                </a:lnTo>
                <a:lnTo>
                  <a:pt x="508697" y="1746588"/>
                </a:lnTo>
                <a:lnTo>
                  <a:pt x="496578" y="1720973"/>
                </a:lnTo>
                <a:lnTo>
                  <a:pt x="491601" y="1717509"/>
                </a:lnTo>
                <a:lnTo>
                  <a:pt x="484820" y="1704882"/>
                </a:lnTo>
                <a:lnTo>
                  <a:pt x="455173" y="1702212"/>
                </a:lnTo>
                <a:lnTo>
                  <a:pt x="428122" y="1646076"/>
                </a:lnTo>
                <a:lnTo>
                  <a:pt x="413479" y="1629191"/>
                </a:lnTo>
                <a:lnTo>
                  <a:pt x="346465" y="1463018"/>
                </a:lnTo>
                <a:lnTo>
                  <a:pt x="346465" y="1427662"/>
                </a:lnTo>
                <a:lnTo>
                  <a:pt x="382749" y="1399233"/>
                </a:lnTo>
                <a:lnTo>
                  <a:pt x="397465" y="1419797"/>
                </a:lnTo>
                <a:lnTo>
                  <a:pt x="512881" y="1338911"/>
                </a:lnTo>
                <a:lnTo>
                  <a:pt x="561644" y="1309688"/>
                </a:lnTo>
                <a:lnTo>
                  <a:pt x="598361" y="1298432"/>
                </a:lnTo>
                <a:lnTo>
                  <a:pt x="627936" y="1299370"/>
                </a:lnTo>
                <a:lnTo>
                  <a:pt x="653905" y="1295546"/>
                </a:lnTo>
                <a:lnTo>
                  <a:pt x="657944" y="1300092"/>
                </a:lnTo>
                <a:lnTo>
                  <a:pt x="619929" y="1341869"/>
                </a:lnTo>
                <a:lnTo>
                  <a:pt x="615457" y="1358032"/>
                </a:lnTo>
                <a:lnTo>
                  <a:pt x="588118" y="1384730"/>
                </a:lnTo>
                <a:lnTo>
                  <a:pt x="566477" y="1401542"/>
                </a:lnTo>
                <a:lnTo>
                  <a:pt x="594105" y="1428816"/>
                </a:lnTo>
                <a:lnTo>
                  <a:pt x="623175" y="1397645"/>
                </a:lnTo>
                <a:lnTo>
                  <a:pt x="632409" y="1405366"/>
                </a:lnTo>
                <a:lnTo>
                  <a:pt x="642868" y="1398800"/>
                </a:lnTo>
                <a:lnTo>
                  <a:pt x="649360" y="1398583"/>
                </a:lnTo>
                <a:lnTo>
                  <a:pt x="646908" y="1393605"/>
                </a:lnTo>
                <a:lnTo>
                  <a:pt x="650659" y="1393388"/>
                </a:lnTo>
                <a:lnTo>
                  <a:pt x="651380" y="1396419"/>
                </a:lnTo>
                <a:lnTo>
                  <a:pt x="655708" y="1394615"/>
                </a:lnTo>
                <a:lnTo>
                  <a:pt x="648351" y="1382637"/>
                </a:lnTo>
                <a:lnTo>
                  <a:pt x="653761" y="1369938"/>
                </a:lnTo>
                <a:lnTo>
                  <a:pt x="649360" y="1366402"/>
                </a:lnTo>
                <a:lnTo>
                  <a:pt x="665591" y="1350889"/>
                </a:lnTo>
                <a:lnTo>
                  <a:pt x="709305" y="1297927"/>
                </a:lnTo>
                <a:lnTo>
                  <a:pt x="718466" y="1296917"/>
                </a:lnTo>
                <a:lnTo>
                  <a:pt x="719764" y="1290639"/>
                </a:lnTo>
                <a:lnTo>
                  <a:pt x="726473" y="1286599"/>
                </a:lnTo>
                <a:lnTo>
                  <a:pt x="741549" y="1284722"/>
                </a:lnTo>
                <a:lnTo>
                  <a:pt x="765714" y="1292804"/>
                </a:lnTo>
                <a:lnTo>
                  <a:pt x="761675" y="1281548"/>
                </a:lnTo>
                <a:lnTo>
                  <a:pt x="762685" y="1181901"/>
                </a:lnTo>
                <a:lnTo>
                  <a:pt x="758212" y="1171511"/>
                </a:lnTo>
                <a:lnTo>
                  <a:pt x="751143" y="1176273"/>
                </a:lnTo>
                <a:lnTo>
                  <a:pt x="740756" y="1177211"/>
                </a:lnTo>
                <a:lnTo>
                  <a:pt x="741333" y="1193302"/>
                </a:lnTo>
                <a:lnTo>
                  <a:pt x="736644" y="1197126"/>
                </a:lnTo>
                <a:lnTo>
                  <a:pt x="733181" y="1211269"/>
                </a:lnTo>
                <a:lnTo>
                  <a:pt x="736139" y="1211124"/>
                </a:lnTo>
                <a:lnTo>
                  <a:pt x="736355" y="1217330"/>
                </a:lnTo>
                <a:lnTo>
                  <a:pt x="697619" y="1218917"/>
                </a:lnTo>
                <a:lnTo>
                  <a:pt x="696897" y="1203259"/>
                </a:lnTo>
                <a:lnTo>
                  <a:pt x="675329" y="1195972"/>
                </a:lnTo>
                <a:close/>
              </a:path>
            </a:pathLst>
          </a:custGeom>
          <a:solidFill xmlns:a="http://schemas.openxmlformats.org/drawingml/2006/main">
            <a:srgbClr val="E4EAF4"/>
          </a:solidFill>
          <a:ln xmlns:a="http://schemas.openxmlformats.org/drawingml/2006/main" w="0">
            <a:noFill/>
            <a:prstDash val="solid"/>
          </a:ln>
        </p:spPr>
      </p:sp>
      <p:sp>
        <p:nvSpPr>
          <p:cNvPr id="731" name="Editable chart path">
            <a:extLst xmlns:a="http://schemas.openxmlformats.org/drawingml/2006/main">
              <a:ext uri="{FF2B5EF4-FFF2-40B4-BE49-F238E27FC236}">
                <a16:creationId xmlns:a16="http://schemas.microsoft.com/office/drawing/2014/main" id="{D32F55D4-8C9B-4185-8C63-6509E873E994}"/>
              </a:ext>
            </a:extLst>
          </p:cNvPr>
          <p:cNvSpPr>
            <a:spLocks xmlns:a="http://schemas.openxmlformats.org/drawingml/2006/main" noGrp="1"/>
          </p:cNvSpPr>
          <p:nvPr/>
        </p:nvSpPr>
        <p:spPr>
          <a:xfrm xmlns:a="http://schemas.openxmlformats.org/drawingml/2006/main">
            <a:off x="9229080" y="2703031"/>
            <a:ext cx="520102" cy="194135"/>
          </a:xfrm>
          <a:custGeom xmlns:a="http://schemas.openxmlformats.org/drawingml/2006/main">
            <a:pathLst>
              <a:path w="553637" h="206652">
                <a:moveTo>
                  <a:pt x="11974" y="60827"/>
                </a:moveTo>
                <a:lnTo>
                  <a:pt x="13489" y="57147"/>
                </a:lnTo>
                <a:lnTo>
                  <a:pt x="8728" y="53756"/>
                </a:lnTo>
                <a:lnTo>
                  <a:pt x="7863" y="45241"/>
                </a:lnTo>
                <a:lnTo>
                  <a:pt x="0" y="41273"/>
                </a:lnTo>
                <a:lnTo>
                  <a:pt x="1948" y="33264"/>
                </a:lnTo>
                <a:lnTo>
                  <a:pt x="72" y="32109"/>
                </a:lnTo>
                <a:lnTo>
                  <a:pt x="20126" y="27202"/>
                </a:lnTo>
                <a:lnTo>
                  <a:pt x="29503" y="14647"/>
                </a:lnTo>
                <a:lnTo>
                  <a:pt x="43353" y="10462"/>
                </a:lnTo>
                <a:lnTo>
                  <a:pt x="52803" y="0"/>
                </a:lnTo>
                <a:lnTo>
                  <a:pt x="85985" y="11473"/>
                </a:lnTo>
                <a:lnTo>
                  <a:pt x="119384" y="27130"/>
                </a:lnTo>
                <a:lnTo>
                  <a:pt x="139726" y="30522"/>
                </a:lnTo>
                <a:lnTo>
                  <a:pt x="156533" y="39469"/>
                </a:lnTo>
                <a:lnTo>
                  <a:pt x="163602" y="46901"/>
                </a:lnTo>
                <a:lnTo>
                  <a:pt x="166416" y="55848"/>
                </a:lnTo>
                <a:lnTo>
                  <a:pt x="194116" y="67970"/>
                </a:lnTo>
                <a:lnTo>
                  <a:pt x="195919" y="64218"/>
                </a:lnTo>
                <a:lnTo>
                  <a:pt x="208903" y="65084"/>
                </a:lnTo>
                <a:lnTo>
                  <a:pt x="213953" y="75041"/>
                </a:lnTo>
                <a:lnTo>
                  <a:pt x="236675" y="73382"/>
                </a:lnTo>
                <a:lnTo>
                  <a:pt x="252545" y="75330"/>
                </a:lnTo>
                <a:lnTo>
                  <a:pt x="271517" y="68259"/>
                </a:lnTo>
                <a:lnTo>
                  <a:pt x="309171" y="65084"/>
                </a:lnTo>
                <a:lnTo>
                  <a:pt x="317683" y="60682"/>
                </a:lnTo>
                <a:lnTo>
                  <a:pt x="335140" y="64290"/>
                </a:lnTo>
                <a:lnTo>
                  <a:pt x="344589" y="71361"/>
                </a:lnTo>
                <a:lnTo>
                  <a:pt x="355410" y="69702"/>
                </a:lnTo>
                <a:lnTo>
                  <a:pt x="378132" y="75546"/>
                </a:lnTo>
                <a:lnTo>
                  <a:pt x="412757" y="73670"/>
                </a:lnTo>
                <a:lnTo>
                  <a:pt x="422568" y="70207"/>
                </a:lnTo>
                <a:lnTo>
                  <a:pt x="427906" y="64867"/>
                </a:lnTo>
                <a:lnTo>
                  <a:pt x="487273" y="63208"/>
                </a:lnTo>
                <a:lnTo>
                  <a:pt x="509202" y="72805"/>
                </a:lnTo>
                <a:lnTo>
                  <a:pt x="525144" y="90122"/>
                </a:lnTo>
                <a:lnTo>
                  <a:pt x="540581" y="126488"/>
                </a:lnTo>
                <a:lnTo>
                  <a:pt x="553637" y="175048"/>
                </a:lnTo>
                <a:lnTo>
                  <a:pt x="550535" y="180099"/>
                </a:lnTo>
                <a:lnTo>
                  <a:pt x="542023" y="182553"/>
                </a:lnTo>
                <a:lnTo>
                  <a:pt x="505307" y="173461"/>
                </a:lnTo>
                <a:lnTo>
                  <a:pt x="449835" y="173172"/>
                </a:lnTo>
                <a:lnTo>
                  <a:pt x="445074" y="183058"/>
                </a:lnTo>
                <a:lnTo>
                  <a:pt x="439808" y="179017"/>
                </a:lnTo>
                <a:lnTo>
                  <a:pt x="441467" y="174255"/>
                </a:lnTo>
                <a:lnTo>
                  <a:pt x="437427" y="173100"/>
                </a:lnTo>
                <a:lnTo>
                  <a:pt x="373732" y="172667"/>
                </a:lnTo>
                <a:lnTo>
                  <a:pt x="348341" y="184934"/>
                </a:lnTo>
                <a:lnTo>
                  <a:pt x="335356" y="177718"/>
                </a:lnTo>
                <a:lnTo>
                  <a:pt x="331028" y="183274"/>
                </a:lnTo>
                <a:lnTo>
                  <a:pt x="319775" y="187603"/>
                </a:lnTo>
                <a:lnTo>
                  <a:pt x="317322" y="184212"/>
                </a:lnTo>
                <a:lnTo>
                  <a:pt x="312345" y="185727"/>
                </a:lnTo>
                <a:lnTo>
                  <a:pt x="301236" y="194675"/>
                </a:lnTo>
                <a:lnTo>
                  <a:pt x="293806" y="196551"/>
                </a:lnTo>
                <a:lnTo>
                  <a:pt x="287314" y="194602"/>
                </a:lnTo>
                <a:lnTo>
                  <a:pt x="258893" y="204632"/>
                </a:lnTo>
                <a:lnTo>
                  <a:pt x="231193" y="206652"/>
                </a:lnTo>
                <a:lnTo>
                  <a:pt x="210779" y="182625"/>
                </a:lnTo>
                <a:lnTo>
                  <a:pt x="205874" y="167400"/>
                </a:lnTo>
                <a:lnTo>
                  <a:pt x="195414" y="161050"/>
                </a:lnTo>
                <a:lnTo>
                  <a:pt x="173846" y="162638"/>
                </a:lnTo>
                <a:lnTo>
                  <a:pt x="160717" y="137889"/>
                </a:lnTo>
                <a:lnTo>
                  <a:pt x="162088" y="130962"/>
                </a:lnTo>
                <a:lnTo>
                  <a:pt x="158914" y="132260"/>
                </a:lnTo>
                <a:lnTo>
                  <a:pt x="146362" y="123457"/>
                </a:lnTo>
                <a:lnTo>
                  <a:pt x="131863" y="122231"/>
                </a:lnTo>
                <a:lnTo>
                  <a:pt x="126669" y="116891"/>
                </a:lnTo>
                <a:lnTo>
                  <a:pt x="106183" y="110975"/>
                </a:lnTo>
                <a:lnTo>
                  <a:pt x="90602" y="99718"/>
                </a:lnTo>
                <a:lnTo>
                  <a:pt x="85985" y="97987"/>
                </a:lnTo>
                <a:lnTo>
                  <a:pt x="86995" y="100801"/>
                </a:lnTo>
                <a:lnTo>
                  <a:pt x="81801" y="100151"/>
                </a:lnTo>
                <a:lnTo>
                  <a:pt x="76030" y="93152"/>
                </a:lnTo>
                <a:lnTo>
                  <a:pt x="57925" y="89761"/>
                </a:lnTo>
                <a:lnTo>
                  <a:pt x="52514" y="78433"/>
                </a:lnTo>
                <a:lnTo>
                  <a:pt x="41550" y="76484"/>
                </a:lnTo>
                <a:lnTo>
                  <a:pt x="37438" y="80092"/>
                </a:lnTo>
                <a:lnTo>
                  <a:pt x="30802" y="78793"/>
                </a:lnTo>
                <a:lnTo>
                  <a:pt x="17168" y="64507"/>
                </a:lnTo>
                <a:lnTo>
                  <a:pt x="14355" y="65733"/>
                </a:lnTo>
                <a:lnTo>
                  <a:pt x="15653" y="60971"/>
                </a:lnTo>
                <a:close/>
              </a:path>
            </a:pathLst>
          </a:custGeom>
          <a:solidFill xmlns:a="http://schemas.openxmlformats.org/drawingml/2006/main">
            <a:srgbClr val="E4EAF4"/>
          </a:solidFill>
          <a:ln xmlns:a="http://schemas.openxmlformats.org/drawingml/2006/main" w="0">
            <a:noFill/>
            <a:prstDash val="solid"/>
          </a:ln>
        </p:spPr>
      </p:sp>
      <p:sp>
        <p:nvSpPr>
          <p:cNvPr id="732" name="Editable chart path">
            <a:extLst xmlns:a="http://schemas.openxmlformats.org/drawingml/2006/main">
              <a:ext uri="{FF2B5EF4-FFF2-40B4-BE49-F238E27FC236}">
                <a16:creationId xmlns:a16="http://schemas.microsoft.com/office/drawing/2014/main" id="{3B6D8D35-1B68-48A3-8904-1E3392EE3011}"/>
              </a:ext>
            </a:extLst>
          </p:cNvPr>
          <p:cNvSpPr>
            <a:spLocks xmlns:a="http://schemas.openxmlformats.org/drawingml/2006/main" noGrp="1"/>
          </p:cNvSpPr>
          <p:nvPr/>
        </p:nvSpPr>
        <p:spPr>
          <a:xfrm xmlns:a="http://schemas.openxmlformats.org/drawingml/2006/main">
            <a:off x="8665134" y="4028830"/>
            <a:ext cx="110052" cy="129807"/>
          </a:xfrm>
          <a:custGeom xmlns:a="http://schemas.openxmlformats.org/drawingml/2006/main">
            <a:pathLst>
              <a:path w="117147" h="138177">
                <a:moveTo>
                  <a:pt x="39963" y="11761"/>
                </a:moveTo>
                <a:lnTo>
                  <a:pt x="45950" y="20420"/>
                </a:lnTo>
                <a:lnTo>
                  <a:pt x="50062" y="16091"/>
                </a:lnTo>
                <a:lnTo>
                  <a:pt x="57780" y="16379"/>
                </a:lnTo>
                <a:lnTo>
                  <a:pt x="61676" y="13565"/>
                </a:lnTo>
                <a:lnTo>
                  <a:pt x="57420" y="9813"/>
                </a:lnTo>
                <a:lnTo>
                  <a:pt x="56410" y="11833"/>
                </a:lnTo>
                <a:lnTo>
                  <a:pt x="58934" y="7216"/>
                </a:lnTo>
                <a:lnTo>
                  <a:pt x="105534" y="1299"/>
                </a:lnTo>
                <a:lnTo>
                  <a:pt x="109573" y="4185"/>
                </a:lnTo>
                <a:lnTo>
                  <a:pt x="109573" y="10462"/>
                </a:lnTo>
                <a:lnTo>
                  <a:pt x="102360" y="22296"/>
                </a:lnTo>
                <a:lnTo>
                  <a:pt x="84398" y="29079"/>
                </a:lnTo>
                <a:lnTo>
                  <a:pt x="85336" y="25182"/>
                </a:lnTo>
                <a:lnTo>
                  <a:pt x="78772" y="24388"/>
                </a:lnTo>
                <a:lnTo>
                  <a:pt x="74011" y="29151"/>
                </a:lnTo>
                <a:lnTo>
                  <a:pt x="72496" y="36294"/>
                </a:lnTo>
                <a:lnTo>
                  <a:pt x="79132" y="50076"/>
                </a:lnTo>
                <a:lnTo>
                  <a:pt x="86923" y="50148"/>
                </a:lnTo>
                <a:lnTo>
                  <a:pt x="88510" y="47406"/>
                </a:lnTo>
                <a:lnTo>
                  <a:pt x="85985" y="45674"/>
                </a:lnTo>
                <a:lnTo>
                  <a:pt x="91539" y="47622"/>
                </a:lnTo>
                <a:lnTo>
                  <a:pt x="94858" y="64074"/>
                </a:lnTo>
                <a:lnTo>
                  <a:pt x="109213" y="76340"/>
                </a:lnTo>
                <a:lnTo>
                  <a:pt x="112098" y="84061"/>
                </a:lnTo>
                <a:lnTo>
                  <a:pt x="116859" y="87380"/>
                </a:lnTo>
                <a:lnTo>
                  <a:pt x="117147" y="92070"/>
                </a:lnTo>
                <a:lnTo>
                  <a:pt x="113901" y="89039"/>
                </a:lnTo>
                <a:lnTo>
                  <a:pt x="108996" y="91204"/>
                </a:lnTo>
                <a:lnTo>
                  <a:pt x="105967" y="99935"/>
                </a:lnTo>
                <a:lnTo>
                  <a:pt x="110078" y="103254"/>
                </a:lnTo>
                <a:lnTo>
                  <a:pt x="99691" y="107655"/>
                </a:lnTo>
                <a:lnTo>
                  <a:pt x="102071" y="105635"/>
                </a:lnTo>
                <a:lnTo>
                  <a:pt x="94136" y="101739"/>
                </a:lnTo>
                <a:lnTo>
                  <a:pt x="89015" y="94018"/>
                </a:lnTo>
                <a:lnTo>
                  <a:pt x="76463" y="84277"/>
                </a:lnTo>
                <a:lnTo>
                  <a:pt x="67302" y="71145"/>
                </a:lnTo>
                <a:lnTo>
                  <a:pt x="58574" y="84133"/>
                </a:lnTo>
                <a:lnTo>
                  <a:pt x="60666" y="97121"/>
                </a:lnTo>
                <a:lnTo>
                  <a:pt x="60594" y="92792"/>
                </a:lnTo>
                <a:lnTo>
                  <a:pt x="54751" y="93802"/>
                </a:lnTo>
                <a:lnTo>
                  <a:pt x="57420" y="108088"/>
                </a:lnTo>
                <a:lnTo>
                  <a:pt x="60016" y="108954"/>
                </a:lnTo>
                <a:lnTo>
                  <a:pt x="60954" y="106357"/>
                </a:lnTo>
                <a:lnTo>
                  <a:pt x="61748" y="118479"/>
                </a:lnTo>
                <a:lnTo>
                  <a:pt x="58502" y="117757"/>
                </a:lnTo>
                <a:lnTo>
                  <a:pt x="57708" y="125189"/>
                </a:lnTo>
                <a:lnTo>
                  <a:pt x="60594" y="128364"/>
                </a:lnTo>
                <a:lnTo>
                  <a:pt x="64272" y="126993"/>
                </a:lnTo>
                <a:lnTo>
                  <a:pt x="65210" y="132621"/>
                </a:lnTo>
                <a:lnTo>
                  <a:pt x="60666" y="138177"/>
                </a:lnTo>
                <a:lnTo>
                  <a:pt x="51432" y="128653"/>
                </a:lnTo>
                <a:lnTo>
                  <a:pt x="44363" y="126849"/>
                </a:lnTo>
                <a:lnTo>
                  <a:pt x="36140" y="112706"/>
                </a:lnTo>
                <a:lnTo>
                  <a:pt x="0" y="74608"/>
                </a:lnTo>
                <a:lnTo>
                  <a:pt x="8440" y="67104"/>
                </a:lnTo>
                <a:lnTo>
                  <a:pt x="17096" y="65228"/>
                </a:lnTo>
                <a:lnTo>
                  <a:pt x="21929" y="67032"/>
                </a:lnTo>
                <a:lnTo>
                  <a:pt x="19549" y="67537"/>
                </a:lnTo>
                <a:lnTo>
                  <a:pt x="23155" y="70784"/>
                </a:lnTo>
                <a:lnTo>
                  <a:pt x="26401" y="70856"/>
                </a:lnTo>
                <a:lnTo>
                  <a:pt x="25824" y="68620"/>
                </a:lnTo>
                <a:lnTo>
                  <a:pt x="30657" y="73526"/>
                </a:lnTo>
                <a:lnTo>
                  <a:pt x="39169" y="74969"/>
                </a:lnTo>
                <a:lnTo>
                  <a:pt x="37294" y="79443"/>
                </a:lnTo>
                <a:lnTo>
                  <a:pt x="50855" y="86875"/>
                </a:lnTo>
                <a:lnTo>
                  <a:pt x="53380" y="82834"/>
                </a:lnTo>
                <a:lnTo>
                  <a:pt x="47970" y="78505"/>
                </a:lnTo>
                <a:lnTo>
                  <a:pt x="57925" y="83339"/>
                </a:lnTo>
                <a:lnTo>
                  <a:pt x="65715" y="70640"/>
                </a:lnTo>
                <a:lnTo>
                  <a:pt x="64272" y="64218"/>
                </a:lnTo>
                <a:lnTo>
                  <a:pt x="66725" y="60322"/>
                </a:lnTo>
                <a:lnTo>
                  <a:pt x="63840" y="55848"/>
                </a:lnTo>
                <a:lnTo>
                  <a:pt x="61459" y="57652"/>
                </a:lnTo>
                <a:lnTo>
                  <a:pt x="50927" y="48633"/>
                </a:lnTo>
                <a:lnTo>
                  <a:pt x="57059" y="43149"/>
                </a:lnTo>
                <a:lnTo>
                  <a:pt x="61243" y="46612"/>
                </a:lnTo>
                <a:lnTo>
                  <a:pt x="65282" y="45097"/>
                </a:lnTo>
                <a:lnTo>
                  <a:pt x="64705" y="33264"/>
                </a:lnTo>
                <a:lnTo>
                  <a:pt x="51000" y="33841"/>
                </a:lnTo>
                <a:lnTo>
                  <a:pt x="49196" y="24244"/>
                </a:lnTo>
                <a:lnTo>
                  <a:pt x="35707" y="42066"/>
                </a:lnTo>
                <a:lnTo>
                  <a:pt x="26113" y="43293"/>
                </a:lnTo>
                <a:lnTo>
                  <a:pt x="27339" y="37593"/>
                </a:lnTo>
                <a:lnTo>
                  <a:pt x="41838" y="32037"/>
                </a:lnTo>
                <a:lnTo>
                  <a:pt x="45084" y="21502"/>
                </a:lnTo>
                <a:lnTo>
                  <a:pt x="36428" y="11906"/>
                </a:lnTo>
                <a:lnTo>
                  <a:pt x="33687" y="15586"/>
                </a:lnTo>
                <a:lnTo>
                  <a:pt x="35418" y="16884"/>
                </a:lnTo>
                <a:lnTo>
                  <a:pt x="30585" y="16307"/>
                </a:lnTo>
                <a:lnTo>
                  <a:pt x="16880" y="2742"/>
                </a:lnTo>
                <a:lnTo>
                  <a:pt x="19476" y="0"/>
                </a:lnTo>
                <a:lnTo>
                  <a:pt x="38232" y="5772"/>
                </a:lnTo>
                <a:close/>
              </a:path>
            </a:pathLst>
          </a:custGeom>
          <a:solidFill xmlns:a="http://schemas.openxmlformats.org/drawingml/2006/main">
            <a:srgbClr val="E4EAF4"/>
          </a:solidFill>
          <a:ln xmlns:a="http://schemas.openxmlformats.org/drawingml/2006/main" w="0">
            <a:noFill/>
            <a:prstDash val="solid"/>
          </a:ln>
        </p:spPr>
      </p:sp>
      <p:sp>
        <p:nvSpPr>
          <p:cNvPr id="733" name="Editable chart path">
            <a:extLst xmlns:a="http://schemas.openxmlformats.org/drawingml/2006/main">
              <a:ext uri="{FF2B5EF4-FFF2-40B4-BE49-F238E27FC236}">
                <a16:creationId xmlns:a16="http://schemas.microsoft.com/office/drawing/2014/main" id="{E760E8A5-453B-4E7C-A427-CB650D98F12A}"/>
              </a:ext>
            </a:extLst>
          </p:cNvPr>
          <p:cNvSpPr>
            <a:spLocks xmlns:a="http://schemas.openxmlformats.org/drawingml/2006/main" noGrp="1"/>
          </p:cNvSpPr>
          <p:nvPr/>
        </p:nvSpPr>
        <p:spPr>
          <a:xfrm xmlns:a="http://schemas.openxmlformats.org/drawingml/2006/main">
            <a:off x="8675705" y="3940574"/>
            <a:ext cx="72238" cy="52804"/>
          </a:xfrm>
          <a:custGeom xmlns:a="http://schemas.openxmlformats.org/drawingml/2006/main">
            <a:pathLst>
              <a:path w="76896" h="56209">
                <a:moveTo>
                  <a:pt x="76896" y="33480"/>
                </a:moveTo>
                <a:lnTo>
                  <a:pt x="75237" y="43293"/>
                </a:lnTo>
                <a:lnTo>
                  <a:pt x="67374" y="48127"/>
                </a:lnTo>
                <a:lnTo>
                  <a:pt x="39746" y="36150"/>
                </a:lnTo>
                <a:lnTo>
                  <a:pt x="31090" y="39108"/>
                </a:lnTo>
                <a:lnTo>
                  <a:pt x="9378" y="56209"/>
                </a:lnTo>
                <a:lnTo>
                  <a:pt x="3318" y="55992"/>
                </a:lnTo>
                <a:lnTo>
                  <a:pt x="0" y="51086"/>
                </a:lnTo>
                <a:lnTo>
                  <a:pt x="3390" y="41417"/>
                </a:lnTo>
                <a:lnTo>
                  <a:pt x="32821" y="21574"/>
                </a:lnTo>
                <a:lnTo>
                  <a:pt x="53091" y="0"/>
                </a:lnTo>
                <a:lnTo>
                  <a:pt x="60161" y="2381"/>
                </a:lnTo>
                <a:lnTo>
                  <a:pt x="68312" y="10679"/>
                </a:lnTo>
                <a:close/>
              </a:path>
            </a:pathLst>
          </a:custGeom>
          <a:solidFill xmlns:a="http://schemas.openxmlformats.org/drawingml/2006/main">
            <a:srgbClr val="E4EAF4"/>
          </a:solidFill>
          <a:ln xmlns:a="http://schemas.openxmlformats.org/drawingml/2006/main" w="0">
            <a:noFill/>
            <a:prstDash val="solid"/>
          </a:ln>
        </p:spPr>
      </p:sp>
      <p:sp>
        <p:nvSpPr>
          <p:cNvPr id="734" name="Editable chart path">
            <a:extLst xmlns:a="http://schemas.openxmlformats.org/drawingml/2006/main">
              <a:ext uri="{FF2B5EF4-FFF2-40B4-BE49-F238E27FC236}">
                <a16:creationId xmlns:a16="http://schemas.microsoft.com/office/drawing/2014/main" id="{544BD78F-3CD9-45B2-8592-F3AE5953FD08}"/>
              </a:ext>
            </a:extLst>
          </p:cNvPr>
          <p:cNvSpPr>
            <a:spLocks xmlns:a="http://schemas.openxmlformats.org/drawingml/2006/main" noGrp="1"/>
          </p:cNvSpPr>
          <p:nvPr/>
        </p:nvSpPr>
        <p:spPr>
          <a:xfrm xmlns:a="http://schemas.openxmlformats.org/drawingml/2006/main">
            <a:off x="8611938" y="4013375"/>
            <a:ext cx="35848" cy="49212"/>
          </a:xfrm>
          <a:custGeom xmlns:a="http://schemas.openxmlformats.org/drawingml/2006/main">
            <a:pathLst>
              <a:path w="38159" h="52385">
                <a:moveTo>
                  <a:pt x="38159" y="43726"/>
                </a:moveTo>
                <a:lnTo>
                  <a:pt x="36500" y="50942"/>
                </a:lnTo>
                <a:lnTo>
                  <a:pt x="32461" y="52385"/>
                </a:lnTo>
                <a:lnTo>
                  <a:pt x="13201" y="41489"/>
                </a:lnTo>
                <a:lnTo>
                  <a:pt x="0" y="13565"/>
                </a:lnTo>
                <a:lnTo>
                  <a:pt x="4617" y="0"/>
                </a:lnTo>
                <a:lnTo>
                  <a:pt x="17385" y="3896"/>
                </a:lnTo>
                <a:lnTo>
                  <a:pt x="28782" y="18472"/>
                </a:lnTo>
                <a:close/>
              </a:path>
            </a:pathLst>
          </a:custGeom>
          <a:solidFill xmlns:a="http://schemas.openxmlformats.org/drawingml/2006/main">
            <a:srgbClr val="E4EAF4"/>
          </a:solidFill>
          <a:ln xmlns:a="http://schemas.openxmlformats.org/drawingml/2006/main" w="0">
            <a:noFill/>
            <a:prstDash val="solid"/>
          </a:ln>
        </p:spPr>
      </p:sp>
      <p:sp>
        <p:nvSpPr>
          <p:cNvPr id="735" name="Editable chart path">
            <a:extLst xmlns:a="http://schemas.openxmlformats.org/drawingml/2006/main">
              <a:ext uri="{FF2B5EF4-FFF2-40B4-BE49-F238E27FC236}">
                <a16:creationId xmlns:a16="http://schemas.microsoft.com/office/drawing/2014/main" id="{E9BC77D8-FAA5-465C-866C-89FE3467D43F}"/>
              </a:ext>
            </a:extLst>
          </p:cNvPr>
          <p:cNvSpPr>
            <a:spLocks xmlns:a="http://schemas.openxmlformats.org/drawingml/2006/main" noGrp="1"/>
          </p:cNvSpPr>
          <p:nvPr/>
        </p:nvSpPr>
        <p:spPr>
          <a:xfrm xmlns:a="http://schemas.openxmlformats.org/drawingml/2006/main">
            <a:off x="8765630" y="4076753"/>
            <a:ext cx="32256" cy="31384"/>
          </a:xfrm>
          <a:custGeom xmlns:a="http://schemas.openxmlformats.org/drawingml/2006/main">
            <a:pathLst>
              <a:path w="34336" h="33408">
                <a:moveTo>
                  <a:pt x="18755" y="8298"/>
                </a:moveTo>
                <a:lnTo>
                  <a:pt x="24526" y="6277"/>
                </a:lnTo>
                <a:lnTo>
                  <a:pt x="20631" y="3319"/>
                </a:lnTo>
                <a:lnTo>
                  <a:pt x="23877" y="5267"/>
                </a:lnTo>
                <a:lnTo>
                  <a:pt x="32389" y="18688"/>
                </a:lnTo>
                <a:lnTo>
                  <a:pt x="34336" y="25543"/>
                </a:lnTo>
                <a:lnTo>
                  <a:pt x="28710" y="33408"/>
                </a:lnTo>
                <a:lnTo>
                  <a:pt x="24670" y="31820"/>
                </a:lnTo>
                <a:lnTo>
                  <a:pt x="28566" y="33119"/>
                </a:lnTo>
                <a:lnTo>
                  <a:pt x="32966" y="27347"/>
                </a:lnTo>
                <a:lnTo>
                  <a:pt x="31884" y="28934"/>
                </a:lnTo>
                <a:lnTo>
                  <a:pt x="17457" y="22512"/>
                </a:lnTo>
                <a:lnTo>
                  <a:pt x="17457" y="20492"/>
                </a:lnTo>
                <a:lnTo>
                  <a:pt x="18683" y="24605"/>
                </a:lnTo>
                <a:lnTo>
                  <a:pt x="11686" y="14720"/>
                </a:lnTo>
                <a:lnTo>
                  <a:pt x="15509" y="15658"/>
                </a:lnTo>
                <a:lnTo>
                  <a:pt x="17240" y="12411"/>
                </a:lnTo>
                <a:lnTo>
                  <a:pt x="11325" y="10679"/>
                </a:lnTo>
                <a:lnTo>
                  <a:pt x="8584" y="14503"/>
                </a:lnTo>
                <a:lnTo>
                  <a:pt x="0" y="4401"/>
                </a:lnTo>
                <a:lnTo>
                  <a:pt x="866" y="649"/>
                </a:lnTo>
                <a:lnTo>
                  <a:pt x="7863" y="0"/>
                </a:lnTo>
                <a:lnTo>
                  <a:pt x="8223" y="2598"/>
                </a:lnTo>
                <a:close/>
              </a:path>
            </a:pathLst>
          </a:custGeom>
          <a:solidFill xmlns:a="http://schemas.openxmlformats.org/drawingml/2006/main">
            <a:srgbClr val="E4EAF4"/>
          </a:solidFill>
          <a:ln xmlns:a="http://schemas.openxmlformats.org/drawingml/2006/main" w="0">
            <a:noFill/>
            <a:prstDash val="solid"/>
          </a:ln>
        </p:spPr>
      </p:sp>
      <p:sp>
        <p:nvSpPr>
          <p:cNvPr id="736" name="Editable chart path">
            <a:extLst xmlns:a="http://schemas.openxmlformats.org/drawingml/2006/main">
              <a:ext uri="{FF2B5EF4-FFF2-40B4-BE49-F238E27FC236}">
                <a16:creationId xmlns:a16="http://schemas.microsoft.com/office/drawing/2014/main" id="{DA01B7F4-6FCD-4090-BA1D-9DF092ED60A3}"/>
              </a:ext>
            </a:extLst>
          </p:cNvPr>
          <p:cNvSpPr>
            <a:spLocks xmlns:a="http://schemas.openxmlformats.org/drawingml/2006/main" noGrp="1"/>
          </p:cNvSpPr>
          <p:nvPr/>
        </p:nvSpPr>
        <p:spPr>
          <a:xfrm xmlns:a="http://schemas.openxmlformats.org/drawingml/2006/main">
            <a:off x="8599130" y="4143589"/>
            <a:ext cx="21753" cy="22030"/>
          </a:xfrm>
          <a:custGeom xmlns:a="http://schemas.openxmlformats.org/drawingml/2006/main">
            <a:pathLst>
              <a:path w="23155" h="23450">
                <a:moveTo>
                  <a:pt x="11181" y="0"/>
                </a:moveTo>
                <a:lnTo>
                  <a:pt x="20486" y="5700"/>
                </a:lnTo>
                <a:lnTo>
                  <a:pt x="23155" y="11112"/>
                </a:lnTo>
                <a:lnTo>
                  <a:pt x="21713" y="8370"/>
                </a:lnTo>
                <a:lnTo>
                  <a:pt x="18539" y="9452"/>
                </a:lnTo>
                <a:lnTo>
                  <a:pt x="12335" y="20203"/>
                </a:lnTo>
                <a:lnTo>
                  <a:pt x="14932" y="21863"/>
                </a:lnTo>
                <a:lnTo>
                  <a:pt x="6492" y="23450"/>
                </a:lnTo>
                <a:lnTo>
                  <a:pt x="0" y="15153"/>
                </a:lnTo>
                <a:close/>
              </a:path>
            </a:pathLst>
          </a:custGeom>
          <a:solidFill xmlns:a="http://schemas.openxmlformats.org/drawingml/2006/main">
            <a:srgbClr val="E4EAF4"/>
          </a:solidFill>
          <a:ln xmlns:a="http://schemas.openxmlformats.org/drawingml/2006/main" w="0">
            <a:noFill/>
            <a:prstDash val="solid"/>
          </a:ln>
        </p:spPr>
      </p:sp>
      <p:sp>
        <p:nvSpPr>
          <p:cNvPr id="737" name="Editable chart path">
            <a:extLst xmlns:a="http://schemas.openxmlformats.org/drawingml/2006/main">
              <a:ext uri="{FF2B5EF4-FFF2-40B4-BE49-F238E27FC236}">
                <a16:creationId xmlns:a16="http://schemas.microsoft.com/office/drawing/2014/main" id="{89C93384-0DF2-4EC0-9641-F36C3DAD396E}"/>
              </a:ext>
            </a:extLst>
          </p:cNvPr>
          <p:cNvSpPr>
            <a:spLocks xmlns:a="http://schemas.openxmlformats.org/drawingml/2006/main" noGrp="1"/>
          </p:cNvSpPr>
          <p:nvPr/>
        </p:nvSpPr>
        <p:spPr>
          <a:xfrm xmlns:a="http://schemas.openxmlformats.org/drawingml/2006/main">
            <a:off x="8587271" y="4133625"/>
            <a:ext cx="13621" cy="15523"/>
          </a:xfrm>
          <a:custGeom xmlns:a="http://schemas.openxmlformats.org/drawingml/2006/main">
            <a:pathLst>
              <a:path w="14499" h="16524">
                <a:moveTo>
                  <a:pt x="3102" y="0"/>
                </a:moveTo>
                <a:lnTo>
                  <a:pt x="10676" y="1732"/>
                </a:lnTo>
                <a:lnTo>
                  <a:pt x="14499" y="5700"/>
                </a:lnTo>
                <a:lnTo>
                  <a:pt x="6131" y="16524"/>
                </a:lnTo>
                <a:lnTo>
                  <a:pt x="649" y="10751"/>
                </a:lnTo>
                <a:lnTo>
                  <a:pt x="0" y="3608"/>
                </a:lnTo>
                <a:lnTo>
                  <a:pt x="505" y="5989"/>
                </a:lnTo>
                <a:lnTo>
                  <a:pt x="3102" y="3824"/>
                </a:lnTo>
                <a:close/>
              </a:path>
            </a:pathLst>
          </a:custGeom>
          <a:solidFill xmlns:a="http://schemas.openxmlformats.org/drawingml/2006/main">
            <a:srgbClr val="E4EAF4"/>
          </a:solidFill>
          <a:ln xmlns:a="http://schemas.openxmlformats.org/drawingml/2006/main" w="0">
            <a:noFill/>
            <a:prstDash val="solid"/>
          </a:ln>
        </p:spPr>
      </p:sp>
      <p:sp>
        <p:nvSpPr>
          <p:cNvPr id="738" name="Editable chart path">
            <a:extLst xmlns:a="http://schemas.openxmlformats.org/drawingml/2006/main">
              <a:ext uri="{FF2B5EF4-FFF2-40B4-BE49-F238E27FC236}">
                <a16:creationId xmlns:a16="http://schemas.microsoft.com/office/drawing/2014/main" id="{5BABF2DD-CA0F-4444-953D-89FDED6A8445}"/>
              </a:ext>
            </a:extLst>
          </p:cNvPr>
          <p:cNvSpPr>
            <a:spLocks xmlns:a="http://schemas.openxmlformats.org/drawingml/2006/main" noGrp="1"/>
          </p:cNvSpPr>
          <p:nvPr/>
        </p:nvSpPr>
        <p:spPr>
          <a:xfrm xmlns:a="http://schemas.openxmlformats.org/drawingml/2006/main">
            <a:off x="8763123" y="2536214"/>
            <a:ext cx="101784" cy="117742"/>
          </a:xfrm>
          <a:custGeom xmlns:a="http://schemas.openxmlformats.org/drawingml/2006/main">
            <a:pathLst>
              <a:path w="108347" h="125334">
                <a:moveTo>
                  <a:pt x="106255" y="91348"/>
                </a:moveTo>
                <a:lnTo>
                  <a:pt x="108347" y="100079"/>
                </a:lnTo>
                <a:lnTo>
                  <a:pt x="105462" y="106573"/>
                </a:lnTo>
                <a:lnTo>
                  <a:pt x="85697" y="122159"/>
                </a:lnTo>
                <a:lnTo>
                  <a:pt x="70909" y="125334"/>
                </a:lnTo>
                <a:lnTo>
                  <a:pt x="57708" y="120643"/>
                </a:lnTo>
                <a:lnTo>
                  <a:pt x="43425" y="104914"/>
                </a:lnTo>
                <a:lnTo>
                  <a:pt x="29503" y="80020"/>
                </a:lnTo>
                <a:lnTo>
                  <a:pt x="16447" y="70207"/>
                </a:lnTo>
                <a:lnTo>
                  <a:pt x="15221" y="49210"/>
                </a:lnTo>
                <a:lnTo>
                  <a:pt x="1515" y="21791"/>
                </a:lnTo>
                <a:lnTo>
                  <a:pt x="0" y="9524"/>
                </a:lnTo>
                <a:lnTo>
                  <a:pt x="19765" y="0"/>
                </a:lnTo>
                <a:lnTo>
                  <a:pt x="28061" y="1515"/>
                </a:lnTo>
                <a:lnTo>
                  <a:pt x="62974" y="38603"/>
                </a:lnTo>
                <a:close/>
              </a:path>
            </a:pathLst>
          </a:custGeom>
          <a:solidFill xmlns:a="http://schemas.openxmlformats.org/drawingml/2006/main">
            <a:srgbClr val="E4EAF4"/>
          </a:solidFill>
          <a:ln xmlns:a="http://schemas.openxmlformats.org/drawingml/2006/main" w="0">
            <a:noFill/>
            <a:prstDash val="solid"/>
          </a:ln>
        </p:spPr>
      </p:sp>
      <p:sp>
        <p:nvSpPr>
          <p:cNvPr id="739" name="Editable chart path">
            <a:extLst xmlns:a="http://schemas.openxmlformats.org/drawingml/2006/main">
              <a:ext uri="{FF2B5EF4-FFF2-40B4-BE49-F238E27FC236}">
                <a16:creationId xmlns:a16="http://schemas.microsoft.com/office/drawing/2014/main" id="{FF72F8CF-A1C3-4877-AE66-07C4B4180115}"/>
              </a:ext>
            </a:extLst>
          </p:cNvPr>
          <p:cNvSpPr>
            <a:spLocks xmlns:a="http://schemas.openxmlformats.org/drawingml/2006/main" noGrp="1"/>
          </p:cNvSpPr>
          <p:nvPr/>
        </p:nvSpPr>
        <p:spPr>
          <a:xfrm xmlns:a="http://schemas.openxmlformats.org/drawingml/2006/main">
            <a:off x="9789571" y="2618572"/>
            <a:ext cx="537653" cy="698113"/>
          </a:xfrm>
          <a:custGeom xmlns:a="http://schemas.openxmlformats.org/drawingml/2006/main">
            <a:pathLst>
              <a:path w="572320" h="743126">
                <a:moveTo>
                  <a:pt x="324464" y="59528"/>
                </a:moveTo>
                <a:lnTo>
                  <a:pt x="329874" y="66599"/>
                </a:lnTo>
                <a:lnTo>
                  <a:pt x="336727" y="62919"/>
                </a:lnTo>
                <a:lnTo>
                  <a:pt x="354616" y="64723"/>
                </a:lnTo>
                <a:lnTo>
                  <a:pt x="393425" y="78000"/>
                </a:lnTo>
                <a:lnTo>
                  <a:pt x="408429" y="85432"/>
                </a:lnTo>
                <a:lnTo>
                  <a:pt x="408862" y="88029"/>
                </a:lnTo>
                <a:lnTo>
                  <a:pt x="411098" y="86586"/>
                </a:lnTo>
                <a:lnTo>
                  <a:pt x="438077" y="97193"/>
                </a:lnTo>
                <a:lnTo>
                  <a:pt x="458779" y="110037"/>
                </a:lnTo>
                <a:lnTo>
                  <a:pt x="495857" y="143950"/>
                </a:lnTo>
                <a:lnTo>
                  <a:pt x="515117" y="155639"/>
                </a:lnTo>
                <a:lnTo>
                  <a:pt x="548155" y="219496"/>
                </a:lnTo>
                <a:lnTo>
                  <a:pt x="548083" y="227938"/>
                </a:lnTo>
                <a:lnTo>
                  <a:pt x="537335" y="238617"/>
                </a:lnTo>
                <a:lnTo>
                  <a:pt x="538272" y="240854"/>
                </a:lnTo>
                <a:lnTo>
                  <a:pt x="558831" y="247492"/>
                </a:lnTo>
                <a:lnTo>
                  <a:pt x="570805" y="264304"/>
                </a:lnTo>
                <a:lnTo>
                  <a:pt x="572320" y="293960"/>
                </a:lnTo>
                <a:lnTo>
                  <a:pt x="566838" y="319936"/>
                </a:lnTo>
                <a:lnTo>
                  <a:pt x="553998" y="347499"/>
                </a:lnTo>
                <a:lnTo>
                  <a:pt x="521898" y="399884"/>
                </a:lnTo>
                <a:lnTo>
                  <a:pt x="508048" y="428674"/>
                </a:lnTo>
                <a:lnTo>
                  <a:pt x="483882" y="497365"/>
                </a:lnTo>
                <a:lnTo>
                  <a:pt x="472485" y="559058"/>
                </a:lnTo>
                <a:lnTo>
                  <a:pt x="472918" y="593837"/>
                </a:lnTo>
                <a:lnTo>
                  <a:pt x="479049" y="618658"/>
                </a:lnTo>
                <a:lnTo>
                  <a:pt x="505234" y="667724"/>
                </a:lnTo>
                <a:lnTo>
                  <a:pt x="540869" y="721840"/>
                </a:lnTo>
                <a:lnTo>
                  <a:pt x="540292" y="734034"/>
                </a:lnTo>
                <a:lnTo>
                  <a:pt x="530337" y="742837"/>
                </a:lnTo>
                <a:lnTo>
                  <a:pt x="521753" y="743126"/>
                </a:lnTo>
                <a:lnTo>
                  <a:pt x="515117" y="739735"/>
                </a:lnTo>
                <a:lnTo>
                  <a:pt x="168796" y="445558"/>
                </a:lnTo>
                <a:lnTo>
                  <a:pt x="90025" y="373980"/>
                </a:lnTo>
                <a:lnTo>
                  <a:pt x="62902" y="333429"/>
                </a:lnTo>
                <a:lnTo>
                  <a:pt x="52226" y="307092"/>
                </a:lnTo>
                <a:lnTo>
                  <a:pt x="46455" y="283786"/>
                </a:lnTo>
                <a:lnTo>
                  <a:pt x="53524" y="278158"/>
                </a:lnTo>
                <a:lnTo>
                  <a:pt x="114118" y="279890"/>
                </a:lnTo>
                <a:lnTo>
                  <a:pt x="129050" y="276354"/>
                </a:lnTo>
                <a:lnTo>
                  <a:pt x="140086" y="270005"/>
                </a:lnTo>
                <a:lnTo>
                  <a:pt x="148166" y="258676"/>
                </a:lnTo>
                <a:lnTo>
                  <a:pt x="147372" y="250883"/>
                </a:lnTo>
                <a:lnTo>
                  <a:pt x="140014" y="243812"/>
                </a:lnTo>
                <a:lnTo>
                  <a:pt x="138788" y="234071"/>
                </a:lnTo>
                <a:lnTo>
                  <a:pt x="152061" y="210404"/>
                </a:lnTo>
                <a:lnTo>
                  <a:pt x="141024" y="205281"/>
                </a:lnTo>
                <a:lnTo>
                  <a:pt x="128905" y="206436"/>
                </a:lnTo>
                <a:lnTo>
                  <a:pt x="111809" y="224042"/>
                </a:lnTo>
                <a:lnTo>
                  <a:pt x="96084" y="230391"/>
                </a:lnTo>
                <a:lnTo>
                  <a:pt x="38015" y="227722"/>
                </a:lnTo>
                <a:lnTo>
                  <a:pt x="28782" y="222382"/>
                </a:lnTo>
                <a:lnTo>
                  <a:pt x="22650" y="214662"/>
                </a:lnTo>
                <a:lnTo>
                  <a:pt x="1298" y="157875"/>
                </a:lnTo>
                <a:lnTo>
                  <a:pt x="0" y="130529"/>
                </a:lnTo>
                <a:lnTo>
                  <a:pt x="12047" y="105563"/>
                </a:lnTo>
                <a:lnTo>
                  <a:pt x="87788" y="37232"/>
                </a:lnTo>
                <a:lnTo>
                  <a:pt x="111016" y="24749"/>
                </a:lnTo>
                <a:lnTo>
                  <a:pt x="197145" y="794"/>
                </a:lnTo>
                <a:lnTo>
                  <a:pt x="225639" y="0"/>
                </a:lnTo>
                <a:lnTo>
                  <a:pt x="249876" y="6999"/>
                </a:lnTo>
                <a:lnTo>
                  <a:pt x="271877" y="39830"/>
                </a:lnTo>
                <a:lnTo>
                  <a:pt x="320929" y="49066"/>
                </a:lnTo>
                <a:lnTo>
                  <a:pt x="326339" y="53395"/>
                </a:lnTo>
                <a:close/>
              </a:path>
            </a:pathLst>
          </a:custGeom>
          <a:solidFill xmlns:a="http://schemas.openxmlformats.org/drawingml/2006/main">
            <a:srgbClr val="E4EAF4"/>
          </a:solidFill>
          <a:ln xmlns:a="http://schemas.openxmlformats.org/drawingml/2006/main" w="0">
            <a:noFill/>
            <a:prstDash val="solid"/>
          </a:ln>
        </p:spPr>
      </p:sp>
      <p:sp>
        <p:nvSpPr>
          <p:cNvPr id="740" name="Editable chart path">
            <a:extLst xmlns:a="http://schemas.openxmlformats.org/drawingml/2006/main">
              <a:ext uri="{FF2B5EF4-FFF2-40B4-BE49-F238E27FC236}">
                <a16:creationId xmlns:a16="http://schemas.microsoft.com/office/drawing/2014/main" id="{C2BA8C19-4956-43E7-A8C4-7C22F096D8DF}"/>
              </a:ext>
            </a:extLst>
          </p:cNvPr>
          <p:cNvSpPr>
            <a:spLocks xmlns:a="http://schemas.openxmlformats.org/drawingml/2006/main" noGrp="1"/>
          </p:cNvSpPr>
          <p:nvPr/>
        </p:nvSpPr>
        <p:spPr>
          <a:xfrm xmlns:a="http://schemas.openxmlformats.org/drawingml/2006/main">
            <a:off x="9348822" y="2837923"/>
            <a:ext cx="70883" cy="65480"/>
          </a:xfrm>
          <a:custGeom xmlns:a="http://schemas.openxmlformats.org/drawingml/2006/main">
            <a:pathLst>
              <a:path w="75453" h="69702">
                <a:moveTo>
                  <a:pt x="21352" y="4401"/>
                </a:moveTo>
                <a:lnTo>
                  <a:pt x="39674" y="28573"/>
                </a:lnTo>
                <a:lnTo>
                  <a:pt x="68601" y="37881"/>
                </a:lnTo>
                <a:lnTo>
                  <a:pt x="75453" y="63064"/>
                </a:lnTo>
                <a:lnTo>
                  <a:pt x="72496" y="69269"/>
                </a:lnTo>
                <a:lnTo>
                  <a:pt x="68601" y="69702"/>
                </a:lnTo>
                <a:lnTo>
                  <a:pt x="59223" y="61693"/>
                </a:lnTo>
                <a:lnTo>
                  <a:pt x="5482" y="9236"/>
                </a:lnTo>
                <a:lnTo>
                  <a:pt x="0" y="0"/>
                </a:lnTo>
                <a:close/>
              </a:path>
            </a:pathLst>
          </a:custGeom>
          <a:solidFill xmlns:a="http://schemas.openxmlformats.org/drawingml/2006/main">
            <a:srgbClr val="E4EAF4"/>
          </a:solidFill>
          <a:ln xmlns:a="http://schemas.openxmlformats.org/drawingml/2006/main" w="0">
            <a:noFill/>
            <a:prstDash val="solid"/>
          </a:ln>
        </p:spPr>
      </p:sp>
      <p:sp>
        <p:nvSpPr>
          <p:cNvPr id="741" name="Editable chart path">
            <a:extLst xmlns:a="http://schemas.openxmlformats.org/drawingml/2006/main">
              <a:ext uri="{FF2B5EF4-FFF2-40B4-BE49-F238E27FC236}">
                <a16:creationId xmlns:a16="http://schemas.microsoft.com/office/drawing/2014/main" id="{7AA25715-A1F8-4FC9-9F04-8FA1C7FD9DC6}"/>
              </a:ext>
            </a:extLst>
          </p:cNvPr>
          <p:cNvSpPr>
            <a:spLocks xmlns:a="http://schemas.openxmlformats.org/drawingml/2006/main" noGrp="1"/>
          </p:cNvSpPr>
          <p:nvPr/>
        </p:nvSpPr>
        <p:spPr>
          <a:xfrm xmlns:a="http://schemas.openxmlformats.org/drawingml/2006/main">
            <a:off x="8085601" y="4132404"/>
            <a:ext cx="163315" cy="196101"/>
          </a:xfrm>
          <a:custGeom xmlns:a="http://schemas.openxmlformats.org/drawingml/2006/main">
            <a:pathLst>
              <a:path w="173846" h="208745">
                <a:moveTo>
                  <a:pt x="16952" y="30161"/>
                </a:moveTo>
                <a:lnTo>
                  <a:pt x="27916" y="31460"/>
                </a:lnTo>
                <a:lnTo>
                  <a:pt x="24310" y="39036"/>
                </a:lnTo>
                <a:lnTo>
                  <a:pt x="27844" y="51735"/>
                </a:lnTo>
                <a:lnTo>
                  <a:pt x="23011" y="53178"/>
                </a:lnTo>
                <a:lnTo>
                  <a:pt x="30802" y="50797"/>
                </a:lnTo>
                <a:lnTo>
                  <a:pt x="32100" y="53034"/>
                </a:lnTo>
                <a:lnTo>
                  <a:pt x="35130" y="49138"/>
                </a:lnTo>
                <a:lnTo>
                  <a:pt x="37943" y="52673"/>
                </a:lnTo>
                <a:lnTo>
                  <a:pt x="34264" y="62342"/>
                </a:lnTo>
                <a:lnTo>
                  <a:pt x="38664" y="65228"/>
                </a:lnTo>
                <a:lnTo>
                  <a:pt x="28782" y="71073"/>
                </a:lnTo>
                <a:lnTo>
                  <a:pt x="23083" y="67032"/>
                </a:lnTo>
                <a:lnTo>
                  <a:pt x="21424" y="68403"/>
                </a:lnTo>
                <a:lnTo>
                  <a:pt x="28349" y="71722"/>
                </a:lnTo>
                <a:lnTo>
                  <a:pt x="40251" y="67032"/>
                </a:lnTo>
                <a:lnTo>
                  <a:pt x="35058" y="71794"/>
                </a:lnTo>
                <a:lnTo>
                  <a:pt x="41766" y="70856"/>
                </a:lnTo>
                <a:lnTo>
                  <a:pt x="40179" y="80164"/>
                </a:lnTo>
                <a:lnTo>
                  <a:pt x="42776" y="73021"/>
                </a:lnTo>
                <a:lnTo>
                  <a:pt x="59944" y="65517"/>
                </a:lnTo>
                <a:lnTo>
                  <a:pt x="69394" y="64579"/>
                </a:lnTo>
                <a:lnTo>
                  <a:pt x="89231" y="69630"/>
                </a:lnTo>
                <a:lnTo>
                  <a:pt x="112675" y="57363"/>
                </a:lnTo>
                <a:lnTo>
                  <a:pt x="127246" y="53034"/>
                </a:lnTo>
                <a:lnTo>
                  <a:pt x="127246" y="50076"/>
                </a:lnTo>
                <a:lnTo>
                  <a:pt x="164252" y="49498"/>
                </a:lnTo>
                <a:lnTo>
                  <a:pt x="172259" y="82545"/>
                </a:lnTo>
                <a:lnTo>
                  <a:pt x="173846" y="111408"/>
                </a:lnTo>
                <a:lnTo>
                  <a:pt x="170960" y="122880"/>
                </a:lnTo>
                <a:lnTo>
                  <a:pt x="161294" y="134714"/>
                </a:lnTo>
                <a:lnTo>
                  <a:pt x="133811" y="149722"/>
                </a:lnTo>
                <a:lnTo>
                  <a:pt x="127463" y="179955"/>
                </a:lnTo>
                <a:lnTo>
                  <a:pt x="111160" y="195829"/>
                </a:lnTo>
                <a:lnTo>
                  <a:pt x="96300" y="205642"/>
                </a:lnTo>
                <a:lnTo>
                  <a:pt x="79998" y="208745"/>
                </a:lnTo>
                <a:lnTo>
                  <a:pt x="63912" y="203478"/>
                </a:lnTo>
                <a:lnTo>
                  <a:pt x="21280" y="160473"/>
                </a:lnTo>
                <a:lnTo>
                  <a:pt x="20703" y="151309"/>
                </a:lnTo>
                <a:lnTo>
                  <a:pt x="39530" y="128003"/>
                </a:lnTo>
                <a:lnTo>
                  <a:pt x="44075" y="113211"/>
                </a:lnTo>
                <a:lnTo>
                  <a:pt x="40684" y="96544"/>
                </a:lnTo>
                <a:lnTo>
                  <a:pt x="37222" y="102100"/>
                </a:lnTo>
                <a:lnTo>
                  <a:pt x="35635" y="96471"/>
                </a:lnTo>
                <a:lnTo>
                  <a:pt x="28277" y="94379"/>
                </a:lnTo>
                <a:lnTo>
                  <a:pt x="35707" y="97626"/>
                </a:lnTo>
                <a:lnTo>
                  <a:pt x="36068" y="103687"/>
                </a:lnTo>
                <a:lnTo>
                  <a:pt x="28782" y="110397"/>
                </a:lnTo>
                <a:lnTo>
                  <a:pt x="23516" y="103038"/>
                </a:lnTo>
                <a:lnTo>
                  <a:pt x="22001" y="109243"/>
                </a:lnTo>
                <a:lnTo>
                  <a:pt x="14427" y="116964"/>
                </a:lnTo>
                <a:lnTo>
                  <a:pt x="5482" y="101955"/>
                </a:lnTo>
                <a:lnTo>
                  <a:pt x="0" y="80309"/>
                </a:lnTo>
                <a:lnTo>
                  <a:pt x="2813" y="60466"/>
                </a:lnTo>
                <a:lnTo>
                  <a:pt x="8223" y="53467"/>
                </a:lnTo>
                <a:lnTo>
                  <a:pt x="11253" y="37088"/>
                </a:lnTo>
                <a:lnTo>
                  <a:pt x="8223" y="361"/>
                </a:lnTo>
                <a:lnTo>
                  <a:pt x="10315" y="0"/>
                </a:lnTo>
                <a:close/>
              </a:path>
            </a:pathLst>
          </a:custGeom>
          <a:solidFill xmlns:a="http://schemas.openxmlformats.org/drawingml/2006/main">
            <a:srgbClr val="E4EAF4"/>
          </a:solidFill>
          <a:ln xmlns:a="http://schemas.openxmlformats.org/drawingml/2006/main" w="0">
            <a:noFill/>
            <a:prstDash val="solid"/>
          </a:ln>
        </p:spPr>
      </p:sp>
      <p:sp>
        <p:nvSpPr>
          <p:cNvPr id="742" name="Editable chart path">
            <a:extLst xmlns:a="http://schemas.openxmlformats.org/drawingml/2006/main">
              <a:ext uri="{FF2B5EF4-FFF2-40B4-BE49-F238E27FC236}">
                <a16:creationId xmlns:a16="http://schemas.microsoft.com/office/drawing/2014/main" id="{65CBA238-EAC2-4C2F-913B-99D2A2DBA080}"/>
              </a:ext>
            </a:extLst>
          </p:cNvPr>
          <p:cNvSpPr>
            <a:spLocks xmlns:a="http://schemas.openxmlformats.org/drawingml/2006/main" noGrp="1"/>
          </p:cNvSpPr>
          <p:nvPr/>
        </p:nvSpPr>
        <p:spPr>
          <a:xfrm xmlns:a="http://schemas.openxmlformats.org/drawingml/2006/main">
            <a:off x="7743113" y="4158840"/>
            <a:ext cx="179850" cy="73411"/>
          </a:xfrm>
          <a:custGeom xmlns:a="http://schemas.openxmlformats.org/drawingml/2006/main">
            <a:pathLst>
              <a:path w="191447" h="78144">
                <a:moveTo>
                  <a:pt x="112891" y="144"/>
                </a:moveTo>
                <a:lnTo>
                  <a:pt x="128328" y="4907"/>
                </a:lnTo>
                <a:lnTo>
                  <a:pt x="118662" y="2020"/>
                </a:lnTo>
                <a:lnTo>
                  <a:pt x="116498" y="8803"/>
                </a:lnTo>
                <a:lnTo>
                  <a:pt x="123423" y="19626"/>
                </a:lnTo>
                <a:lnTo>
                  <a:pt x="131286" y="24244"/>
                </a:lnTo>
                <a:lnTo>
                  <a:pt x="143765" y="22945"/>
                </a:lnTo>
                <a:lnTo>
                  <a:pt x="154081" y="15874"/>
                </a:lnTo>
                <a:lnTo>
                  <a:pt x="155163" y="14070"/>
                </a:lnTo>
                <a:lnTo>
                  <a:pt x="151412" y="11833"/>
                </a:lnTo>
                <a:lnTo>
                  <a:pt x="159996" y="16307"/>
                </a:lnTo>
                <a:lnTo>
                  <a:pt x="169662" y="39180"/>
                </a:lnTo>
                <a:lnTo>
                  <a:pt x="165117" y="28357"/>
                </a:lnTo>
                <a:lnTo>
                  <a:pt x="159346" y="26625"/>
                </a:lnTo>
                <a:lnTo>
                  <a:pt x="151123" y="30161"/>
                </a:lnTo>
                <a:lnTo>
                  <a:pt x="146218" y="39036"/>
                </a:lnTo>
                <a:lnTo>
                  <a:pt x="153720" y="46901"/>
                </a:lnTo>
                <a:lnTo>
                  <a:pt x="162593" y="47839"/>
                </a:lnTo>
                <a:lnTo>
                  <a:pt x="176947" y="58446"/>
                </a:lnTo>
                <a:lnTo>
                  <a:pt x="182430" y="57291"/>
                </a:lnTo>
                <a:lnTo>
                  <a:pt x="179400" y="53178"/>
                </a:lnTo>
                <a:lnTo>
                  <a:pt x="191447" y="70640"/>
                </a:lnTo>
                <a:lnTo>
                  <a:pt x="177813" y="72299"/>
                </a:lnTo>
                <a:lnTo>
                  <a:pt x="180338" y="68331"/>
                </a:lnTo>
                <a:lnTo>
                  <a:pt x="177669" y="64146"/>
                </a:lnTo>
                <a:lnTo>
                  <a:pt x="163819" y="60827"/>
                </a:lnTo>
                <a:lnTo>
                  <a:pt x="162809" y="73670"/>
                </a:lnTo>
                <a:lnTo>
                  <a:pt x="171321" y="72660"/>
                </a:lnTo>
                <a:lnTo>
                  <a:pt x="142755" y="78144"/>
                </a:lnTo>
                <a:lnTo>
                  <a:pt x="115993" y="72660"/>
                </a:lnTo>
                <a:lnTo>
                  <a:pt x="70404" y="77783"/>
                </a:lnTo>
                <a:lnTo>
                  <a:pt x="4833" y="66816"/>
                </a:lnTo>
                <a:lnTo>
                  <a:pt x="0" y="62126"/>
                </a:lnTo>
                <a:lnTo>
                  <a:pt x="2525" y="55054"/>
                </a:lnTo>
                <a:lnTo>
                  <a:pt x="25680" y="40551"/>
                </a:lnTo>
                <a:lnTo>
                  <a:pt x="48691" y="15297"/>
                </a:lnTo>
                <a:lnTo>
                  <a:pt x="101061" y="0"/>
                </a:lnTo>
                <a:close/>
              </a:path>
            </a:pathLst>
          </a:custGeom>
          <a:solidFill xmlns:a="http://schemas.openxmlformats.org/drawingml/2006/main">
            <a:srgbClr val="E4EAF4"/>
          </a:solidFill>
          <a:ln xmlns:a="http://schemas.openxmlformats.org/drawingml/2006/main" w="0">
            <a:noFill/>
            <a:prstDash val="solid"/>
          </a:ln>
        </p:spPr>
      </p:sp>
      <p:sp>
        <p:nvSpPr>
          <p:cNvPr id="743" name="Editable chart path">
            <a:extLst xmlns:a="http://schemas.openxmlformats.org/drawingml/2006/main">
              <a:ext uri="{FF2B5EF4-FFF2-40B4-BE49-F238E27FC236}">
                <a16:creationId xmlns:a16="http://schemas.microsoft.com/office/drawing/2014/main" id="{608EBDC6-EB82-4DF0-A06C-DF2FB2F1341E}"/>
              </a:ext>
            </a:extLst>
          </p:cNvPr>
          <p:cNvSpPr>
            <a:spLocks xmlns:a="http://schemas.openxmlformats.org/drawingml/2006/main" noGrp="1"/>
          </p:cNvSpPr>
          <p:nvPr/>
        </p:nvSpPr>
        <p:spPr>
          <a:xfrm xmlns:a="http://schemas.openxmlformats.org/drawingml/2006/main">
            <a:off x="7963758" y="3996361"/>
            <a:ext cx="210819" cy="83375"/>
          </a:xfrm>
          <a:custGeom xmlns:a="http://schemas.openxmlformats.org/drawingml/2006/main">
            <a:pathLst>
              <a:path w="224412" h="88751">
                <a:moveTo>
                  <a:pt x="78411" y="8947"/>
                </a:moveTo>
                <a:lnTo>
                  <a:pt x="106832" y="21791"/>
                </a:lnTo>
                <a:lnTo>
                  <a:pt x="110295" y="13998"/>
                </a:lnTo>
                <a:lnTo>
                  <a:pt x="121187" y="5556"/>
                </a:lnTo>
                <a:lnTo>
                  <a:pt x="127896" y="4618"/>
                </a:lnTo>
                <a:lnTo>
                  <a:pt x="131070" y="7648"/>
                </a:lnTo>
                <a:lnTo>
                  <a:pt x="142034" y="41056"/>
                </a:lnTo>
                <a:lnTo>
                  <a:pt x="145569" y="44015"/>
                </a:lnTo>
                <a:lnTo>
                  <a:pt x="172691" y="54333"/>
                </a:lnTo>
                <a:lnTo>
                  <a:pt x="182069" y="51591"/>
                </a:lnTo>
                <a:lnTo>
                  <a:pt x="199165" y="52457"/>
                </a:lnTo>
                <a:lnTo>
                  <a:pt x="217199" y="62919"/>
                </a:lnTo>
                <a:lnTo>
                  <a:pt x="224412" y="71217"/>
                </a:lnTo>
                <a:lnTo>
                  <a:pt x="210851" y="88751"/>
                </a:lnTo>
                <a:lnTo>
                  <a:pt x="174278" y="87236"/>
                </a:lnTo>
                <a:lnTo>
                  <a:pt x="139942" y="79731"/>
                </a:lnTo>
                <a:lnTo>
                  <a:pt x="89880" y="53756"/>
                </a:lnTo>
                <a:lnTo>
                  <a:pt x="40324" y="42932"/>
                </a:lnTo>
                <a:lnTo>
                  <a:pt x="21641" y="43077"/>
                </a:lnTo>
                <a:lnTo>
                  <a:pt x="3535" y="31965"/>
                </a:lnTo>
                <a:lnTo>
                  <a:pt x="0" y="23017"/>
                </a:lnTo>
                <a:lnTo>
                  <a:pt x="2453" y="17317"/>
                </a:lnTo>
                <a:lnTo>
                  <a:pt x="26474" y="4113"/>
                </a:lnTo>
                <a:lnTo>
                  <a:pt x="47753" y="0"/>
                </a:lnTo>
                <a:lnTo>
                  <a:pt x="69610" y="2381"/>
                </a:lnTo>
                <a:close/>
              </a:path>
            </a:pathLst>
          </a:custGeom>
          <a:solidFill xmlns:a="http://schemas.openxmlformats.org/drawingml/2006/main">
            <a:srgbClr val="E4EAF4"/>
          </a:solidFill>
          <a:ln xmlns:a="http://schemas.openxmlformats.org/drawingml/2006/main" w="0">
            <a:noFill/>
            <a:prstDash val="solid"/>
          </a:ln>
        </p:spPr>
      </p:sp>
      <p:sp>
        <p:nvSpPr>
          <p:cNvPr id="744" name="Editable chart path">
            <a:extLst xmlns:a="http://schemas.openxmlformats.org/drawingml/2006/main">
              <a:ext uri="{FF2B5EF4-FFF2-40B4-BE49-F238E27FC236}">
                <a16:creationId xmlns:a16="http://schemas.microsoft.com/office/drawing/2014/main" id="{F980221A-729F-4359-8528-34E037AC3D7F}"/>
              </a:ext>
            </a:extLst>
          </p:cNvPr>
          <p:cNvSpPr>
            <a:spLocks xmlns:a="http://schemas.openxmlformats.org/drawingml/2006/main" noGrp="1"/>
          </p:cNvSpPr>
          <p:nvPr/>
        </p:nvSpPr>
        <p:spPr>
          <a:xfrm xmlns:a="http://schemas.openxmlformats.org/drawingml/2006/main">
            <a:off x="8098951" y="3975619"/>
            <a:ext cx="131804" cy="110557"/>
          </a:xfrm>
          <a:custGeom xmlns:a="http://schemas.openxmlformats.org/drawingml/2006/main">
            <a:pathLst>
              <a:path w="140303" h="117685">
                <a:moveTo>
                  <a:pt x="11542" y="0"/>
                </a:moveTo>
                <a:lnTo>
                  <a:pt x="39025" y="4907"/>
                </a:lnTo>
                <a:lnTo>
                  <a:pt x="70692" y="31604"/>
                </a:lnTo>
                <a:lnTo>
                  <a:pt x="78411" y="44664"/>
                </a:lnTo>
                <a:lnTo>
                  <a:pt x="84182" y="47911"/>
                </a:lnTo>
                <a:lnTo>
                  <a:pt x="87139" y="43654"/>
                </a:lnTo>
                <a:lnTo>
                  <a:pt x="90097" y="46324"/>
                </a:lnTo>
                <a:lnTo>
                  <a:pt x="88510" y="48127"/>
                </a:lnTo>
                <a:lnTo>
                  <a:pt x="94353" y="53467"/>
                </a:lnTo>
                <a:lnTo>
                  <a:pt x="96084" y="51952"/>
                </a:lnTo>
                <a:lnTo>
                  <a:pt x="100484" y="56209"/>
                </a:lnTo>
                <a:lnTo>
                  <a:pt x="98825" y="57868"/>
                </a:lnTo>
                <a:lnTo>
                  <a:pt x="104235" y="63208"/>
                </a:lnTo>
                <a:lnTo>
                  <a:pt x="106327" y="61260"/>
                </a:lnTo>
                <a:lnTo>
                  <a:pt x="122341" y="78360"/>
                </a:lnTo>
                <a:lnTo>
                  <a:pt x="126164" y="84133"/>
                </a:lnTo>
                <a:lnTo>
                  <a:pt x="123928" y="92359"/>
                </a:lnTo>
                <a:lnTo>
                  <a:pt x="130132" y="95028"/>
                </a:lnTo>
                <a:lnTo>
                  <a:pt x="140303" y="114222"/>
                </a:lnTo>
                <a:lnTo>
                  <a:pt x="139726" y="117685"/>
                </a:lnTo>
                <a:lnTo>
                  <a:pt x="120394" y="112562"/>
                </a:lnTo>
                <a:lnTo>
                  <a:pt x="98464" y="111480"/>
                </a:lnTo>
                <a:lnTo>
                  <a:pt x="93199" y="91348"/>
                </a:lnTo>
                <a:lnTo>
                  <a:pt x="80503" y="79587"/>
                </a:lnTo>
                <a:lnTo>
                  <a:pt x="54101" y="69485"/>
                </a:lnTo>
                <a:lnTo>
                  <a:pt x="24237" y="66527"/>
                </a:lnTo>
                <a:lnTo>
                  <a:pt x="7863" y="57075"/>
                </a:lnTo>
                <a:lnTo>
                  <a:pt x="0" y="11112"/>
                </a:lnTo>
                <a:lnTo>
                  <a:pt x="3679" y="9019"/>
                </a:lnTo>
                <a:lnTo>
                  <a:pt x="3246" y="3680"/>
                </a:lnTo>
                <a:close/>
              </a:path>
            </a:pathLst>
          </a:custGeom>
          <a:solidFill xmlns:a="http://schemas.openxmlformats.org/drawingml/2006/main">
            <a:srgbClr val="E4EAF4"/>
          </a:solidFill>
          <a:ln xmlns:a="http://schemas.openxmlformats.org/drawingml/2006/main" w="0">
            <a:noFill/>
            <a:prstDash val="solid"/>
          </a:ln>
        </p:spPr>
      </p:sp>
      <p:sp>
        <p:nvSpPr>
          <p:cNvPr id="745" name="Editable chart path">
            <a:extLst xmlns:a="http://schemas.openxmlformats.org/drawingml/2006/main">
              <a:ext uri="{FF2B5EF4-FFF2-40B4-BE49-F238E27FC236}">
                <a16:creationId xmlns:a16="http://schemas.microsoft.com/office/drawing/2014/main" id="{32E17852-C896-445F-9549-7217FB55A742}"/>
              </a:ext>
            </a:extLst>
          </p:cNvPr>
          <p:cNvSpPr>
            <a:spLocks xmlns:a="http://schemas.openxmlformats.org/drawingml/2006/main" noGrp="1"/>
          </p:cNvSpPr>
          <p:nvPr/>
        </p:nvSpPr>
        <p:spPr>
          <a:xfrm xmlns:a="http://schemas.openxmlformats.org/drawingml/2006/main">
            <a:off x="7811421" y="4301798"/>
            <a:ext cx="98531" cy="82426"/>
          </a:xfrm>
          <a:custGeom xmlns:a="http://schemas.openxmlformats.org/drawingml/2006/main">
            <a:pathLst>
              <a:path w="104884" h="87741">
                <a:moveTo>
                  <a:pt x="69755" y="0"/>
                </a:moveTo>
                <a:lnTo>
                  <a:pt x="86923" y="1660"/>
                </a:lnTo>
                <a:lnTo>
                  <a:pt x="89375" y="5989"/>
                </a:lnTo>
                <a:lnTo>
                  <a:pt x="77762" y="9524"/>
                </a:lnTo>
                <a:lnTo>
                  <a:pt x="76535" y="13204"/>
                </a:lnTo>
                <a:lnTo>
                  <a:pt x="85264" y="7432"/>
                </a:lnTo>
                <a:lnTo>
                  <a:pt x="93631" y="8370"/>
                </a:lnTo>
                <a:lnTo>
                  <a:pt x="104452" y="26409"/>
                </a:lnTo>
                <a:lnTo>
                  <a:pt x="98969" y="31171"/>
                </a:lnTo>
                <a:lnTo>
                  <a:pt x="99546" y="33480"/>
                </a:lnTo>
                <a:lnTo>
                  <a:pt x="100773" y="31027"/>
                </a:lnTo>
                <a:lnTo>
                  <a:pt x="104884" y="31387"/>
                </a:lnTo>
                <a:lnTo>
                  <a:pt x="103514" y="40263"/>
                </a:lnTo>
                <a:lnTo>
                  <a:pt x="95868" y="38531"/>
                </a:lnTo>
                <a:lnTo>
                  <a:pt x="87428" y="45169"/>
                </a:lnTo>
                <a:lnTo>
                  <a:pt x="80359" y="28501"/>
                </a:lnTo>
                <a:lnTo>
                  <a:pt x="80214" y="32903"/>
                </a:lnTo>
                <a:lnTo>
                  <a:pt x="86634" y="41417"/>
                </a:lnTo>
                <a:lnTo>
                  <a:pt x="84398" y="46035"/>
                </a:lnTo>
                <a:lnTo>
                  <a:pt x="80214" y="37665"/>
                </a:lnTo>
                <a:lnTo>
                  <a:pt x="74011" y="35789"/>
                </a:lnTo>
                <a:lnTo>
                  <a:pt x="68384" y="38387"/>
                </a:lnTo>
                <a:lnTo>
                  <a:pt x="74516" y="36222"/>
                </a:lnTo>
                <a:lnTo>
                  <a:pt x="80070" y="38170"/>
                </a:lnTo>
                <a:lnTo>
                  <a:pt x="83028" y="43942"/>
                </a:lnTo>
                <a:lnTo>
                  <a:pt x="80791" y="64146"/>
                </a:lnTo>
                <a:lnTo>
                  <a:pt x="70620" y="63424"/>
                </a:lnTo>
                <a:lnTo>
                  <a:pt x="59511" y="69702"/>
                </a:lnTo>
                <a:lnTo>
                  <a:pt x="55400" y="65012"/>
                </a:lnTo>
                <a:lnTo>
                  <a:pt x="51793" y="65012"/>
                </a:lnTo>
                <a:lnTo>
                  <a:pt x="34625" y="75546"/>
                </a:lnTo>
                <a:lnTo>
                  <a:pt x="35130" y="77783"/>
                </a:lnTo>
                <a:lnTo>
                  <a:pt x="28854" y="79515"/>
                </a:lnTo>
                <a:lnTo>
                  <a:pt x="25680" y="75907"/>
                </a:lnTo>
                <a:lnTo>
                  <a:pt x="13706" y="87741"/>
                </a:lnTo>
                <a:lnTo>
                  <a:pt x="16158" y="82329"/>
                </a:lnTo>
                <a:lnTo>
                  <a:pt x="12696" y="66888"/>
                </a:lnTo>
                <a:lnTo>
                  <a:pt x="5049" y="44375"/>
                </a:lnTo>
                <a:lnTo>
                  <a:pt x="0" y="41489"/>
                </a:lnTo>
                <a:lnTo>
                  <a:pt x="577" y="37809"/>
                </a:lnTo>
                <a:lnTo>
                  <a:pt x="29575" y="33552"/>
                </a:lnTo>
                <a:lnTo>
                  <a:pt x="37150" y="39469"/>
                </a:lnTo>
                <a:lnTo>
                  <a:pt x="39097" y="38026"/>
                </a:lnTo>
                <a:lnTo>
                  <a:pt x="35274" y="28934"/>
                </a:lnTo>
                <a:lnTo>
                  <a:pt x="47465" y="8081"/>
                </a:lnTo>
                <a:lnTo>
                  <a:pt x="57708" y="2237"/>
                </a:lnTo>
                <a:close/>
              </a:path>
            </a:pathLst>
          </a:custGeom>
          <a:solidFill xmlns:a="http://schemas.openxmlformats.org/drawingml/2006/main">
            <a:srgbClr val="E4EAF4"/>
          </a:solidFill>
          <a:ln xmlns:a="http://schemas.openxmlformats.org/drawingml/2006/main" w="0">
            <a:noFill/>
            <a:prstDash val="solid"/>
          </a:ln>
        </p:spPr>
      </p:sp>
      <p:sp>
        <p:nvSpPr>
          <p:cNvPr id="746" name="Editable chart path">
            <a:extLst xmlns:a="http://schemas.openxmlformats.org/drawingml/2006/main">
              <a:ext uri="{FF2B5EF4-FFF2-40B4-BE49-F238E27FC236}">
                <a16:creationId xmlns:a16="http://schemas.microsoft.com/office/drawing/2014/main" id="{B4C09EE3-FF38-49F7-9E23-BE075079C59E}"/>
              </a:ext>
            </a:extLst>
          </p:cNvPr>
          <p:cNvSpPr>
            <a:spLocks xmlns:a="http://schemas.openxmlformats.org/drawingml/2006/main" noGrp="1"/>
          </p:cNvSpPr>
          <p:nvPr/>
        </p:nvSpPr>
        <p:spPr>
          <a:xfrm xmlns:a="http://schemas.openxmlformats.org/drawingml/2006/main">
            <a:off x="7886099" y="4409169"/>
            <a:ext cx="89790" cy="67581"/>
          </a:xfrm>
          <a:custGeom xmlns:a="http://schemas.openxmlformats.org/drawingml/2006/main">
            <a:pathLst>
              <a:path w="95579" h="71939">
                <a:moveTo>
                  <a:pt x="33399" y="0"/>
                </a:moveTo>
                <a:lnTo>
                  <a:pt x="45589" y="5339"/>
                </a:lnTo>
                <a:lnTo>
                  <a:pt x="48403" y="11617"/>
                </a:lnTo>
                <a:lnTo>
                  <a:pt x="61531" y="5917"/>
                </a:lnTo>
                <a:lnTo>
                  <a:pt x="60521" y="17389"/>
                </a:lnTo>
                <a:lnTo>
                  <a:pt x="62325" y="5772"/>
                </a:lnTo>
                <a:lnTo>
                  <a:pt x="68168" y="4329"/>
                </a:lnTo>
                <a:lnTo>
                  <a:pt x="81513" y="8803"/>
                </a:lnTo>
                <a:lnTo>
                  <a:pt x="84759" y="15080"/>
                </a:lnTo>
                <a:lnTo>
                  <a:pt x="86706" y="12771"/>
                </a:lnTo>
                <a:lnTo>
                  <a:pt x="95579" y="14575"/>
                </a:lnTo>
                <a:lnTo>
                  <a:pt x="95146" y="22079"/>
                </a:lnTo>
                <a:lnTo>
                  <a:pt x="88293" y="31387"/>
                </a:lnTo>
                <a:lnTo>
                  <a:pt x="78988" y="26625"/>
                </a:lnTo>
                <a:lnTo>
                  <a:pt x="74732" y="30161"/>
                </a:lnTo>
                <a:lnTo>
                  <a:pt x="80359" y="28790"/>
                </a:lnTo>
                <a:lnTo>
                  <a:pt x="83532" y="32686"/>
                </a:lnTo>
                <a:lnTo>
                  <a:pt x="82090" y="44808"/>
                </a:lnTo>
                <a:lnTo>
                  <a:pt x="79277" y="47045"/>
                </a:lnTo>
                <a:lnTo>
                  <a:pt x="82378" y="66022"/>
                </a:lnTo>
                <a:lnTo>
                  <a:pt x="70981" y="71939"/>
                </a:lnTo>
                <a:lnTo>
                  <a:pt x="61387" y="70423"/>
                </a:lnTo>
                <a:lnTo>
                  <a:pt x="50711" y="63424"/>
                </a:lnTo>
                <a:lnTo>
                  <a:pt x="47393" y="67176"/>
                </a:lnTo>
                <a:lnTo>
                  <a:pt x="41550" y="67032"/>
                </a:lnTo>
                <a:lnTo>
                  <a:pt x="27700" y="50653"/>
                </a:lnTo>
                <a:lnTo>
                  <a:pt x="20919" y="30377"/>
                </a:lnTo>
                <a:lnTo>
                  <a:pt x="15221" y="26481"/>
                </a:lnTo>
                <a:lnTo>
                  <a:pt x="10748" y="27852"/>
                </a:lnTo>
                <a:lnTo>
                  <a:pt x="649" y="24461"/>
                </a:lnTo>
                <a:lnTo>
                  <a:pt x="0" y="18977"/>
                </a:lnTo>
                <a:lnTo>
                  <a:pt x="9522" y="7793"/>
                </a:lnTo>
                <a:lnTo>
                  <a:pt x="13778" y="9741"/>
                </a:lnTo>
                <a:lnTo>
                  <a:pt x="22939" y="722"/>
                </a:lnTo>
                <a:lnTo>
                  <a:pt x="25175" y="4329"/>
                </a:lnTo>
                <a:lnTo>
                  <a:pt x="25897" y="1515"/>
                </a:lnTo>
                <a:close/>
              </a:path>
            </a:pathLst>
          </a:custGeom>
          <a:solidFill xmlns:a="http://schemas.openxmlformats.org/drawingml/2006/main">
            <a:srgbClr val="E4EAF4"/>
          </a:solidFill>
          <a:ln xmlns:a="http://schemas.openxmlformats.org/drawingml/2006/main" w="0">
            <a:noFill/>
            <a:prstDash val="solid"/>
          </a:ln>
        </p:spPr>
      </p:sp>
      <p:sp>
        <p:nvSpPr>
          <p:cNvPr id="747" name="Editable chart path">
            <a:extLst xmlns:a="http://schemas.openxmlformats.org/drawingml/2006/main">
              <a:ext uri="{FF2B5EF4-FFF2-40B4-BE49-F238E27FC236}">
                <a16:creationId xmlns:a16="http://schemas.microsoft.com/office/drawing/2014/main" id="{C7C5825F-90F6-49BE-8A54-10C8D0C05A04}"/>
              </a:ext>
            </a:extLst>
          </p:cNvPr>
          <p:cNvSpPr>
            <a:spLocks xmlns:a="http://schemas.openxmlformats.org/drawingml/2006/main" noGrp="1"/>
          </p:cNvSpPr>
          <p:nvPr/>
        </p:nvSpPr>
        <p:spPr>
          <a:xfrm xmlns:a="http://schemas.openxmlformats.org/drawingml/2006/main">
            <a:off x="8317225" y="4175787"/>
            <a:ext cx="64716" cy="68869"/>
          </a:xfrm>
          <a:custGeom xmlns:a="http://schemas.openxmlformats.org/drawingml/2006/main">
            <a:pathLst>
              <a:path w="68889" h="73310">
                <a:moveTo>
                  <a:pt x="8656" y="2020"/>
                </a:moveTo>
                <a:lnTo>
                  <a:pt x="25247" y="17606"/>
                </a:lnTo>
                <a:lnTo>
                  <a:pt x="34481" y="21069"/>
                </a:lnTo>
                <a:lnTo>
                  <a:pt x="47393" y="43726"/>
                </a:lnTo>
                <a:lnTo>
                  <a:pt x="68528" y="65156"/>
                </a:lnTo>
                <a:lnTo>
                  <a:pt x="68889" y="73310"/>
                </a:lnTo>
                <a:lnTo>
                  <a:pt x="47609" y="67826"/>
                </a:lnTo>
                <a:lnTo>
                  <a:pt x="12263" y="45530"/>
                </a:lnTo>
                <a:lnTo>
                  <a:pt x="505" y="21069"/>
                </a:lnTo>
                <a:lnTo>
                  <a:pt x="0" y="1948"/>
                </a:lnTo>
                <a:lnTo>
                  <a:pt x="4184" y="0"/>
                </a:lnTo>
                <a:close/>
              </a:path>
            </a:pathLst>
          </a:custGeom>
          <a:solidFill xmlns:a="http://schemas.openxmlformats.org/drawingml/2006/main">
            <a:srgbClr val="E4EAF4"/>
          </a:solidFill>
          <a:ln xmlns:a="http://schemas.openxmlformats.org/drawingml/2006/main" w="0">
            <a:noFill/>
            <a:prstDash val="solid"/>
          </a:ln>
        </p:spPr>
      </p:sp>
      <p:sp>
        <p:nvSpPr>
          <p:cNvPr id="748" name="Editable chart path">
            <a:extLst xmlns:a="http://schemas.openxmlformats.org/drawingml/2006/main">
              <a:ext uri="{FF2B5EF4-FFF2-40B4-BE49-F238E27FC236}">
                <a16:creationId xmlns:a16="http://schemas.microsoft.com/office/drawing/2014/main" id="{34EAF2CE-67D7-411E-8A45-3137F5C3D1FF}"/>
              </a:ext>
            </a:extLst>
          </p:cNvPr>
          <p:cNvSpPr>
            <a:spLocks xmlns:a="http://schemas.openxmlformats.org/drawingml/2006/main" noGrp="1"/>
          </p:cNvSpPr>
          <p:nvPr/>
        </p:nvSpPr>
        <p:spPr>
          <a:xfrm xmlns:a="http://schemas.openxmlformats.org/drawingml/2006/main">
            <a:off x="8011601" y="4057231"/>
            <a:ext cx="24870" cy="36197"/>
          </a:xfrm>
          <a:custGeom xmlns:a="http://schemas.openxmlformats.org/drawingml/2006/main">
            <a:pathLst>
              <a:path w="26474" h="38531">
                <a:moveTo>
                  <a:pt x="4689" y="0"/>
                </a:moveTo>
                <a:lnTo>
                  <a:pt x="12191" y="2453"/>
                </a:lnTo>
                <a:lnTo>
                  <a:pt x="2453" y="794"/>
                </a:lnTo>
                <a:lnTo>
                  <a:pt x="5843" y="14792"/>
                </a:lnTo>
                <a:lnTo>
                  <a:pt x="24959" y="18255"/>
                </a:lnTo>
                <a:lnTo>
                  <a:pt x="18972" y="29872"/>
                </a:lnTo>
                <a:lnTo>
                  <a:pt x="26474" y="34923"/>
                </a:lnTo>
                <a:lnTo>
                  <a:pt x="13850" y="38531"/>
                </a:lnTo>
                <a:lnTo>
                  <a:pt x="1371" y="29295"/>
                </a:lnTo>
                <a:lnTo>
                  <a:pt x="7286" y="31532"/>
                </a:lnTo>
                <a:lnTo>
                  <a:pt x="9450" y="27708"/>
                </a:lnTo>
                <a:lnTo>
                  <a:pt x="4472" y="19987"/>
                </a:lnTo>
                <a:lnTo>
                  <a:pt x="1731" y="19843"/>
                </a:lnTo>
                <a:lnTo>
                  <a:pt x="0" y="23956"/>
                </a:lnTo>
                <a:lnTo>
                  <a:pt x="3535" y="12627"/>
                </a:lnTo>
                <a:lnTo>
                  <a:pt x="649" y="2092"/>
                </a:lnTo>
                <a:close/>
              </a:path>
            </a:pathLst>
          </a:custGeom>
          <a:solidFill xmlns:a="http://schemas.openxmlformats.org/drawingml/2006/main">
            <a:srgbClr val="E4EAF4"/>
          </a:solidFill>
          <a:ln xmlns:a="http://schemas.openxmlformats.org/drawingml/2006/main" w="0">
            <a:noFill/>
            <a:prstDash val="solid"/>
          </a:ln>
        </p:spPr>
      </p:sp>
      <p:sp>
        <p:nvSpPr>
          <p:cNvPr id="749" name="Editable chart path">
            <a:extLst xmlns:a="http://schemas.openxmlformats.org/drawingml/2006/main">
              <a:ext uri="{FF2B5EF4-FFF2-40B4-BE49-F238E27FC236}">
                <a16:creationId xmlns:a16="http://schemas.microsoft.com/office/drawing/2014/main" id="{CB92DADC-18B3-466A-87C2-09A2B19B0828}"/>
              </a:ext>
            </a:extLst>
          </p:cNvPr>
          <p:cNvSpPr>
            <a:spLocks xmlns:a="http://schemas.openxmlformats.org/drawingml/2006/main" noGrp="1"/>
          </p:cNvSpPr>
          <p:nvPr/>
        </p:nvSpPr>
        <p:spPr>
          <a:xfrm xmlns:a="http://schemas.openxmlformats.org/drawingml/2006/main">
            <a:off x="8070015" y="4267906"/>
            <a:ext cx="23854" cy="6304"/>
          </a:xfrm>
          <a:custGeom xmlns:a="http://schemas.openxmlformats.org/drawingml/2006/main">
            <a:pathLst>
              <a:path w="25392" h="6710">
                <a:moveTo>
                  <a:pt x="13634" y="0"/>
                </a:moveTo>
                <a:lnTo>
                  <a:pt x="25392" y="0"/>
                </a:lnTo>
                <a:lnTo>
                  <a:pt x="25392" y="6710"/>
                </a:lnTo>
                <a:lnTo>
                  <a:pt x="0" y="6710"/>
                </a:lnTo>
                <a:lnTo>
                  <a:pt x="0" y="0"/>
                </a:lnTo>
                <a:close/>
              </a:path>
            </a:pathLst>
          </a:custGeom>
          <a:solidFill xmlns:a="http://schemas.openxmlformats.org/drawingml/2006/main">
            <a:srgbClr val="E4EAF4"/>
          </a:solidFill>
          <a:ln xmlns:a="http://schemas.openxmlformats.org/drawingml/2006/main" w="0">
            <a:noFill/>
            <a:prstDash val="solid"/>
          </a:ln>
        </p:spPr>
      </p:sp>
      <p:sp>
        <p:nvSpPr>
          <p:cNvPr id="750" name="Editable chart path">
            <a:extLst xmlns:a="http://schemas.openxmlformats.org/drawingml/2006/main">
              <a:ext uri="{FF2B5EF4-FFF2-40B4-BE49-F238E27FC236}">
                <a16:creationId xmlns:a16="http://schemas.microsoft.com/office/drawing/2014/main" id="{FD715997-664C-4765-AA3E-EA44E70CEBA0}"/>
              </a:ext>
            </a:extLst>
          </p:cNvPr>
          <p:cNvSpPr>
            <a:spLocks xmlns:a="http://schemas.openxmlformats.org/drawingml/2006/main" noGrp="1"/>
          </p:cNvSpPr>
          <p:nvPr/>
        </p:nvSpPr>
        <p:spPr>
          <a:xfrm xmlns:a="http://schemas.openxmlformats.org/drawingml/2006/main">
            <a:off x="8028610" y="4061366"/>
            <a:ext cx="31985" cy="29283"/>
          </a:xfrm>
          <a:custGeom xmlns:a="http://schemas.openxmlformats.org/drawingml/2006/main">
            <a:pathLst>
              <a:path w="34048" h="31171">
                <a:moveTo>
                  <a:pt x="21857" y="10895"/>
                </a:moveTo>
                <a:lnTo>
                  <a:pt x="34048" y="22224"/>
                </a:lnTo>
                <a:lnTo>
                  <a:pt x="29143" y="17462"/>
                </a:lnTo>
                <a:lnTo>
                  <a:pt x="25897" y="23306"/>
                </a:lnTo>
                <a:lnTo>
                  <a:pt x="26546" y="28357"/>
                </a:lnTo>
                <a:lnTo>
                  <a:pt x="33615" y="26553"/>
                </a:lnTo>
                <a:lnTo>
                  <a:pt x="14643" y="31171"/>
                </a:lnTo>
                <a:lnTo>
                  <a:pt x="21713" y="27563"/>
                </a:lnTo>
                <a:lnTo>
                  <a:pt x="16663" y="11689"/>
                </a:lnTo>
                <a:lnTo>
                  <a:pt x="0" y="0"/>
                </a:lnTo>
                <a:close/>
              </a:path>
            </a:pathLst>
          </a:custGeom>
          <a:solidFill xmlns:a="http://schemas.openxmlformats.org/drawingml/2006/main">
            <a:srgbClr val="E4EAF4"/>
          </a:solidFill>
          <a:ln xmlns:a="http://schemas.openxmlformats.org/drawingml/2006/main" w="0">
            <a:noFill/>
            <a:prstDash val="solid"/>
          </a:ln>
        </p:spPr>
      </p:sp>
      <p:sp>
        <p:nvSpPr>
          <p:cNvPr id="751" name="Editable chart path">
            <a:extLst xmlns:a="http://schemas.openxmlformats.org/drawingml/2006/main">
              <a:ext uri="{FF2B5EF4-FFF2-40B4-BE49-F238E27FC236}">
                <a16:creationId xmlns:a16="http://schemas.microsoft.com/office/drawing/2014/main" id="{D0120A47-C39B-43DD-9AA3-2911B96BC148}"/>
              </a:ext>
            </a:extLst>
          </p:cNvPr>
          <p:cNvSpPr>
            <a:spLocks xmlns:a="http://schemas.openxmlformats.org/drawingml/2006/main" noGrp="1"/>
          </p:cNvSpPr>
          <p:nvPr/>
        </p:nvSpPr>
        <p:spPr>
          <a:xfrm xmlns:a="http://schemas.openxmlformats.org/drawingml/2006/main">
            <a:off x="7935703" y="4309525"/>
            <a:ext cx="15789" cy="16472"/>
          </a:xfrm>
          <a:custGeom xmlns:a="http://schemas.openxmlformats.org/drawingml/2006/main">
            <a:pathLst>
              <a:path w="16807" h="17534">
                <a:moveTo>
                  <a:pt x="9233" y="16524"/>
                </a:moveTo>
                <a:lnTo>
                  <a:pt x="3679" y="17534"/>
                </a:lnTo>
                <a:lnTo>
                  <a:pt x="0" y="15008"/>
                </a:lnTo>
                <a:lnTo>
                  <a:pt x="4617" y="11617"/>
                </a:lnTo>
                <a:lnTo>
                  <a:pt x="5771" y="6350"/>
                </a:lnTo>
                <a:lnTo>
                  <a:pt x="16807" y="0"/>
                </a:lnTo>
                <a:close/>
              </a:path>
            </a:pathLst>
          </a:custGeom>
          <a:solidFill xmlns:a="http://schemas.openxmlformats.org/drawingml/2006/main">
            <a:srgbClr val="E4EAF4"/>
          </a:solidFill>
          <a:ln xmlns:a="http://schemas.openxmlformats.org/drawingml/2006/main" w="0">
            <a:noFill/>
            <a:prstDash val="solid"/>
          </a:ln>
        </p:spPr>
      </p:sp>
      <p:sp>
        <p:nvSpPr>
          <p:cNvPr id="752" name="Editable chart path">
            <a:extLst xmlns:a="http://schemas.openxmlformats.org/drawingml/2006/main">
              <a:ext uri="{FF2B5EF4-FFF2-40B4-BE49-F238E27FC236}">
                <a16:creationId xmlns:a16="http://schemas.microsoft.com/office/drawing/2014/main" id="{13C8CAB1-904D-415E-A612-19E873867136}"/>
              </a:ext>
            </a:extLst>
          </p:cNvPr>
          <p:cNvSpPr>
            <a:spLocks xmlns:a="http://schemas.openxmlformats.org/drawingml/2006/main" noGrp="1"/>
          </p:cNvSpPr>
          <p:nvPr/>
        </p:nvSpPr>
        <p:spPr>
          <a:xfrm xmlns:a="http://schemas.openxmlformats.org/drawingml/2006/main">
            <a:off x="7425834" y="2898658"/>
            <a:ext cx="10978" cy="16472"/>
          </a:xfrm>
          <a:custGeom xmlns:a="http://schemas.openxmlformats.org/drawingml/2006/main">
            <a:pathLst>
              <a:path w="11686" h="17534">
                <a:moveTo>
                  <a:pt x="6059" y="17534"/>
                </a:moveTo>
                <a:lnTo>
                  <a:pt x="0" y="15586"/>
                </a:lnTo>
                <a:lnTo>
                  <a:pt x="6925" y="0"/>
                </a:lnTo>
                <a:lnTo>
                  <a:pt x="11686" y="9452"/>
                </a:lnTo>
                <a:lnTo>
                  <a:pt x="11469" y="13204"/>
                </a:lnTo>
                <a:close/>
              </a:path>
            </a:pathLst>
          </a:custGeom>
          <a:solidFill xmlns:a="http://schemas.openxmlformats.org/drawingml/2006/main">
            <a:srgbClr val="E4EAF4"/>
          </a:solidFill>
          <a:ln xmlns:a="http://schemas.openxmlformats.org/drawingml/2006/main" w="0">
            <a:noFill/>
            <a:prstDash val="solid"/>
          </a:ln>
        </p:spPr>
      </p:sp>
      <p:sp>
        <p:nvSpPr>
          <p:cNvPr id="753" name="Editable chart path">
            <a:extLst xmlns:a="http://schemas.openxmlformats.org/drawingml/2006/main">
              <a:ext uri="{FF2B5EF4-FFF2-40B4-BE49-F238E27FC236}">
                <a16:creationId xmlns:a16="http://schemas.microsoft.com/office/drawing/2014/main" id="{2586BE2C-D475-429B-A5B0-49A18D837BAC}"/>
              </a:ext>
            </a:extLst>
          </p:cNvPr>
          <p:cNvSpPr>
            <a:spLocks xmlns:a="http://schemas.openxmlformats.org/drawingml/2006/main" noGrp="1"/>
          </p:cNvSpPr>
          <p:nvPr/>
        </p:nvSpPr>
        <p:spPr>
          <a:xfrm xmlns:a="http://schemas.openxmlformats.org/drawingml/2006/main">
            <a:off x="7055901" y="2413795"/>
            <a:ext cx="2967394" cy="1763144"/>
          </a:xfrm>
          <a:custGeom xmlns:a="http://schemas.openxmlformats.org/drawingml/2006/main">
            <a:pathLst>
              <a:path w="3158725" h="1876828">
                <a:moveTo>
                  <a:pt x="660686" y="1177789"/>
                </a:moveTo>
                <a:lnTo>
                  <a:pt x="645970" y="1174830"/>
                </a:lnTo>
                <a:lnTo>
                  <a:pt x="649865" y="1183777"/>
                </a:lnTo>
                <a:lnTo>
                  <a:pt x="658017" y="1185798"/>
                </a:lnTo>
                <a:lnTo>
                  <a:pt x="675762" y="1207949"/>
                </a:lnTo>
                <a:lnTo>
                  <a:pt x="675978" y="1235585"/>
                </a:lnTo>
                <a:lnTo>
                  <a:pt x="652679" y="1234935"/>
                </a:lnTo>
                <a:lnTo>
                  <a:pt x="652823" y="1231544"/>
                </a:lnTo>
                <a:lnTo>
                  <a:pt x="648567" y="1228658"/>
                </a:lnTo>
                <a:lnTo>
                  <a:pt x="646259" y="1209393"/>
                </a:lnTo>
                <a:lnTo>
                  <a:pt x="639622" y="1196765"/>
                </a:lnTo>
                <a:lnTo>
                  <a:pt x="641786" y="1189622"/>
                </a:lnTo>
                <a:lnTo>
                  <a:pt x="648278" y="1184355"/>
                </a:lnTo>
                <a:lnTo>
                  <a:pt x="644599" y="1175480"/>
                </a:lnTo>
                <a:lnTo>
                  <a:pt x="637170" y="1184499"/>
                </a:lnTo>
                <a:lnTo>
                  <a:pt x="633707" y="1195467"/>
                </a:lnTo>
                <a:lnTo>
                  <a:pt x="635150" y="1225411"/>
                </a:lnTo>
                <a:lnTo>
                  <a:pt x="615096" y="1232987"/>
                </a:lnTo>
                <a:lnTo>
                  <a:pt x="599876" y="1231977"/>
                </a:lnTo>
                <a:lnTo>
                  <a:pt x="563952" y="1238688"/>
                </a:lnTo>
                <a:lnTo>
                  <a:pt x="554070" y="1167615"/>
                </a:lnTo>
                <a:lnTo>
                  <a:pt x="549958" y="1165739"/>
                </a:lnTo>
                <a:lnTo>
                  <a:pt x="541446" y="1168048"/>
                </a:lnTo>
                <a:lnTo>
                  <a:pt x="549670" y="1246625"/>
                </a:lnTo>
                <a:lnTo>
                  <a:pt x="536830" y="1252541"/>
                </a:lnTo>
                <a:lnTo>
                  <a:pt x="534377" y="1249655"/>
                </a:lnTo>
                <a:lnTo>
                  <a:pt x="524711" y="1256654"/>
                </a:lnTo>
                <a:lnTo>
                  <a:pt x="485614" y="1213217"/>
                </a:lnTo>
                <a:lnTo>
                  <a:pt x="483450" y="1183056"/>
                </a:lnTo>
                <a:lnTo>
                  <a:pt x="455100" y="1186591"/>
                </a:lnTo>
                <a:lnTo>
                  <a:pt x="460222" y="1229091"/>
                </a:lnTo>
                <a:lnTo>
                  <a:pt x="495135" y="1265096"/>
                </a:lnTo>
                <a:lnTo>
                  <a:pt x="492611" y="1264014"/>
                </a:lnTo>
                <a:lnTo>
                  <a:pt x="494631" y="1267405"/>
                </a:lnTo>
                <a:lnTo>
                  <a:pt x="484243" y="1278445"/>
                </a:lnTo>
                <a:lnTo>
                  <a:pt x="439231" y="1313873"/>
                </a:lnTo>
                <a:lnTo>
                  <a:pt x="429204" y="1301751"/>
                </a:lnTo>
                <a:lnTo>
                  <a:pt x="430935" y="1299081"/>
                </a:lnTo>
                <a:lnTo>
                  <a:pt x="425886" y="1290784"/>
                </a:lnTo>
                <a:lnTo>
                  <a:pt x="381883" y="1268848"/>
                </a:lnTo>
                <a:lnTo>
                  <a:pt x="384624" y="1262932"/>
                </a:lnTo>
                <a:lnTo>
                  <a:pt x="375103" y="1255355"/>
                </a:lnTo>
                <a:lnTo>
                  <a:pt x="367168" y="1261994"/>
                </a:lnTo>
                <a:lnTo>
                  <a:pt x="361902" y="1256149"/>
                </a:lnTo>
                <a:lnTo>
                  <a:pt x="368755" y="1250232"/>
                </a:lnTo>
                <a:lnTo>
                  <a:pt x="346609" y="1224762"/>
                </a:lnTo>
                <a:lnTo>
                  <a:pt x="332399" y="1236811"/>
                </a:lnTo>
                <a:lnTo>
                  <a:pt x="318188" y="1219999"/>
                </a:lnTo>
                <a:lnTo>
                  <a:pt x="373588" y="1159605"/>
                </a:lnTo>
                <a:lnTo>
                  <a:pt x="371207" y="1152029"/>
                </a:lnTo>
                <a:lnTo>
                  <a:pt x="363417" y="1149215"/>
                </a:lnTo>
                <a:lnTo>
                  <a:pt x="325906" y="1189694"/>
                </a:lnTo>
                <a:lnTo>
                  <a:pt x="314726" y="1193518"/>
                </a:lnTo>
                <a:lnTo>
                  <a:pt x="296331" y="1175768"/>
                </a:lnTo>
                <a:lnTo>
                  <a:pt x="293157" y="1166749"/>
                </a:lnTo>
                <a:lnTo>
                  <a:pt x="333048" y="1125404"/>
                </a:lnTo>
                <a:lnTo>
                  <a:pt x="334563" y="1121652"/>
                </a:lnTo>
                <a:lnTo>
                  <a:pt x="330523" y="1116890"/>
                </a:lnTo>
                <a:lnTo>
                  <a:pt x="316962" y="1106211"/>
                </a:lnTo>
                <a:lnTo>
                  <a:pt x="293518" y="1132042"/>
                </a:lnTo>
                <a:lnTo>
                  <a:pt x="270651" y="1150009"/>
                </a:lnTo>
                <a:lnTo>
                  <a:pt x="253339" y="1138320"/>
                </a:lnTo>
                <a:lnTo>
                  <a:pt x="230400" y="1115302"/>
                </a:lnTo>
                <a:lnTo>
                  <a:pt x="208038" y="1147339"/>
                </a:lnTo>
                <a:lnTo>
                  <a:pt x="233069" y="1168481"/>
                </a:lnTo>
                <a:lnTo>
                  <a:pt x="283707" y="1227720"/>
                </a:lnTo>
                <a:lnTo>
                  <a:pt x="294239" y="1291505"/>
                </a:lnTo>
                <a:lnTo>
                  <a:pt x="317322" y="1334077"/>
                </a:lnTo>
                <a:lnTo>
                  <a:pt x="320785" y="1345766"/>
                </a:lnTo>
                <a:lnTo>
                  <a:pt x="317395" y="1364815"/>
                </a:lnTo>
                <a:lnTo>
                  <a:pt x="302823" y="1379534"/>
                </a:lnTo>
                <a:lnTo>
                  <a:pt x="289262" y="1383070"/>
                </a:lnTo>
                <a:lnTo>
                  <a:pt x="252617" y="1380545"/>
                </a:lnTo>
                <a:lnTo>
                  <a:pt x="250597" y="1383142"/>
                </a:lnTo>
                <a:lnTo>
                  <a:pt x="245548" y="1450030"/>
                </a:lnTo>
                <a:lnTo>
                  <a:pt x="271589" y="1450030"/>
                </a:lnTo>
                <a:lnTo>
                  <a:pt x="271661" y="1514681"/>
                </a:lnTo>
                <a:lnTo>
                  <a:pt x="83965" y="1514681"/>
                </a:lnTo>
                <a:lnTo>
                  <a:pt x="83965" y="1564252"/>
                </a:lnTo>
                <a:lnTo>
                  <a:pt x="278802" y="1564252"/>
                </a:lnTo>
                <a:lnTo>
                  <a:pt x="278802" y="1607689"/>
                </a:lnTo>
                <a:lnTo>
                  <a:pt x="231482" y="1628830"/>
                </a:lnTo>
                <a:lnTo>
                  <a:pt x="83965" y="1628830"/>
                </a:lnTo>
                <a:lnTo>
                  <a:pt x="83965" y="1678473"/>
                </a:lnTo>
                <a:lnTo>
                  <a:pt x="318404" y="1678473"/>
                </a:lnTo>
                <a:lnTo>
                  <a:pt x="318404" y="1743052"/>
                </a:lnTo>
                <a:lnTo>
                  <a:pt x="84037" y="1743052"/>
                </a:lnTo>
                <a:lnTo>
                  <a:pt x="84037" y="1797890"/>
                </a:lnTo>
                <a:lnTo>
                  <a:pt x="369476" y="1797818"/>
                </a:lnTo>
                <a:lnTo>
                  <a:pt x="381451" y="1829855"/>
                </a:lnTo>
                <a:lnTo>
                  <a:pt x="305564" y="1857923"/>
                </a:lnTo>
                <a:lnTo>
                  <a:pt x="281183" y="1872571"/>
                </a:lnTo>
                <a:lnTo>
                  <a:pt x="265313" y="1876828"/>
                </a:lnTo>
                <a:lnTo>
                  <a:pt x="26041" y="1816722"/>
                </a:lnTo>
                <a:lnTo>
                  <a:pt x="8945" y="1807414"/>
                </a:lnTo>
                <a:lnTo>
                  <a:pt x="938" y="1792983"/>
                </a:lnTo>
                <a:lnTo>
                  <a:pt x="0" y="1638571"/>
                </a:lnTo>
                <a:lnTo>
                  <a:pt x="48547" y="1638571"/>
                </a:lnTo>
                <a:lnTo>
                  <a:pt x="48619" y="1619017"/>
                </a:lnTo>
                <a:lnTo>
                  <a:pt x="22723" y="1619017"/>
                </a:lnTo>
                <a:lnTo>
                  <a:pt x="22723" y="1571684"/>
                </a:lnTo>
                <a:lnTo>
                  <a:pt x="45373" y="1571684"/>
                </a:lnTo>
                <a:lnTo>
                  <a:pt x="45373" y="1552129"/>
                </a:lnTo>
                <a:lnTo>
                  <a:pt x="29215" y="1552129"/>
                </a:lnTo>
                <a:lnTo>
                  <a:pt x="29215" y="1519155"/>
                </a:lnTo>
                <a:lnTo>
                  <a:pt x="72" y="1519155"/>
                </a:lnTo>
                <a:lnTo>
                  <a:pt x="866" y="1506239"/>
                </a:lnTo>
                <a:lnTo>
                  <a:pt x="41189" y="1398223"/>
                </a:lnTo>
                <a:lnTo>
                  <a:pt x="51360" y="1388265"/>
                </a:lnTo>
                <a:lnTo>
                  <a:pt x="72424" y="1380472"/>
                </a:lnTo>
                <a:lnTo>
                  <a:pt x="86201" y="1371525"/>
                </a:lnTo>
                <a:lnTo>
                  <a:pt x="96589" y="1359331"/>
                </a:lnTo>
                <a:lnTo>
                  <a:pt x="102865" y="1345766"/>
                </a:lnTo>
                <a:lnTo>
                  <a:pt x="105462" y="1329892"/>
                </a:lnTo>
                <a:lnTo>
                  <a:pt x="103370" y="1313512"/>
                </a:lnTo>
                <a:lnTo>
                  <a:pt x="90313" y="1280177"/>
                </a:lnTo>
                <a:lnTo>
                  <a:pt x="85192" y="1279599"/>
                </a:lnTo>
                <a:lnTo>
                  <a:pt x="86418" y="1272023"/>
                </a:lnTo>
                <a:lnTo>
                  <a:pt x="84110" y="1274837"/>
                </a:lnTo>
                <a:lnTo>
                  <a:pt x="87428" y="1255788"/>
                </a:lnTo>
                <a:lnTo>
                  <a:pt x="88654" y="1259107"/>
                </a:lnTo>
                <a:lnTo>
                  <a:pt x="89808" y="1252686"/>
                </a:lnTo>
                <a:lnTo>
                  <a:pt x="93776" y="1253335"/>
                </a:lnTo>
                <a:lnTo>
                  <a:pt x="185964" y="1006709"/>
                </a:lnTo>
                <a:lnTo>
                  <a:pt x="194909" y="972363"/>
                </a:lnTo>
                <a:lnTo>
                  <a:pt x="209697" y="937945"/>
                </a:lnTo>
                <a:lnTo>
                  <a:pt x="206451" y="932966"/>
                </a:lnTo>
                <a:lnTo>
                  <a:pt x="210057" y="929142"/>
                </a:lnTo>
                <a:lnTo>
                  <a:pt x="207966" y="927194"/>
                </a:lnTo>
                <a:lnTo>
                  <a:pt x="216261" y="918607"/>
                </a:lnTo>
                <a:lnTo>
                  <a:pt x="222248" y="904393"/>
                </a:lnTo>
                <a:lnTo>
                  <a:pt x="221383" y="901146"/>
                </a:lnTo>
                <a:lnTo>
                  <a:pt x="214386" y="904176"/>
                </a:lnTo>
                <a:lnTo>
                  <a:pt x="208759" y="897971"/>
                </a:lnTo>
                <a:lnTo>
                  <a:pt x="205008" y="885560"/>
                </a:lnTo>
                <a:lnTo>
                  <a:pt x="207461" y="873438"/>
                </a:lnTo>
                <a:lnTo>
                  <a:pt x="198155" y="867449"/>
                </a:lnTo>
                <a:lnTo>
                  <a:pt x="199093" y="865645"/>
                </a:lnTo>
                <a:lnTo>
                  <a:pt x="208326" y="871779"/>
                </a:lnTo>
                <a:lnTo>
                  <a:pt x="216045" y="863336"/>
                </a:lnTo>
                <a:lnTo>
                  <a:pt x="226216" y="859296"/>
                </a:lnTo>
                <a:lnTo>
                  <a:pt x="231337" y="861533"/>
                </a:lnTo>
                <a:lnTo>
                  <a:pt x="234511" y="868099"/>
                </a:lnTo>
                <a:lnTo>
                  <a:pt x="238695" y="849122"/>
                </a:lnTo>
                <a:lnTo>
                  <a:pt x="248506" y="825960"/>
                </a:lnTo>
                <a:lnTo>
                  <a:pt x="250237" y="812972"/>
                </a:lnTo>
                <a:lnTo>
                  <a:pt x="252257" y="816075"/>
                </a:lnTo>
                <a:lnTo>
                  <a:pt x="265818" y="805252"/>
                </a:lnTo>
                <a:lnTo>
                  <a:pt x="274546" y="793923"/>
                </a:lnTo>
                <a:lnTo>
                  <a:pt x="296475" y="744353"/>
                </a:lnTo>
                <a:lnTo>
                  <a:pt x="312922" y="720181"/>
                </a:lnTo>
                <a:lnTo>
                  <a:pt x="314870" y="708059"/>
                </a:lnTo>
                <a:lnTo>
                  <a:pt x="327205" y="704234"/>
                </a:lnTo>
                <a:lnTo>
                  <a:pt x="326123" y="695936"/>
                </a:lnTo>
                <a:lnTo>
                  <a:pt x="329658" y="693122"/>
                </a:lnTo>
                <a:lnTo>
                  <a:pt x="339107" y="705389"/>
                </a:lnTo>
                <a:lnTo>
                  <a:pt x="339179" y="693555"/>
                </a:lnTo>
                <a:lnTo>
                  <a:pt x="345383" y="692329"/>
                </a:lnTo>
                <a:lnTo>
                  <a:pt x="355626" y="666281"/>
                </a:lnTo>
                <a:lnTo>
                  <a:pt x="371640" y="638645"/>
                </a:lnTo>
                <a:lnTo>
                  <a:pt x="369693" y="629698"/>
                </a:lnTo>
                <a:lnTo>
                  <a:pt x="377195" y="630780"/>
                </a:lnTo>
                <a:lnTo>
                  <a:pt x="373371" y="624431"/>
                </a:lnTo>
                <a:lnTo>
                  <a:pt x="385490" y="613391"/>
                </a:lnTo>
                <a:lnTo>
                  <a:pt x="390323" y="612092"/>
                </a:lnTo>
                <a:lnTo>
                  <a:pt x="390900" y="618298"/>
                </a:lnTo>
                <a:lnTo>
                  <a:pt x="392848" y="618009"/>
                </a:lnTo>
                <a:lnTo>
                  <a:pt x="394868" y="611731"/>
                </a:lnTo>
                <a:lnTo>
                  <a:pt x="390467" y="604516"/>
                </a:lnTo>
                <a:lnTo>
                  <a:pt x="394723" y="596940"/>
                </a:lnTo>
                <a:lnTo>
                  <a:pt x="403235" y="591023"/>
                </a:lnTo>
                <a:lnTo>
                  <a:pt x="403307" y="578901"/>
                </a:lnTo>
                <a:lnTo>
                  <a:pt x="411459" y="564614"/>
                </a:lnTo>
                <a:lnTo>
                  <a:pt x="408790" y="547730"/>
                </a:lnTo>
                <a:lnTo>
                  <a:pt x="412252" y="530052"/>
                </a:lnTo>
                <a:lnTo>
                  <a:pt x="406481" y="519806"/>
                </a:lnTo>
                <a:lnTo>
                  <a:pt x="411098" y="508766"/>
                </a:lnTo>
                <a:lnTo>
                  <a:pt x="413839" y="510714"/>
                </a:lnTo>
                <a:lnTo>
                  <a:pt x="415138" y="508333"/>
                </a:lnTo>
                <a:lnTo>
                  <a:pt x="411387" y="505663"/>
                </a:lnTo>
                <a:lnTo>
                  <a:pt x="413118" y="500107"/>
                </a:lnTo>
                <a:lnTo>
                  <a:pt x="419682" y="496500"/>
                </a:lnTo>
                <a:lnTo>
                  <a:pt x="413551" y="487119"/>
                </a:lnTo>
                <a:lnTo>
                  <a:pt x="409655" y="470740"/>
                </a:lnTo>
                <a:lnTo>
                  <a:pt x="422784" y="465112"/>
                </a:lnTo>
                <a:lnTo>
                  <a:pt x="428338" y="454722"/>
                </a:lnTo>
                <a:lnTo>
                  <a:pt x="428771" y="446280"/>
                </a:lnTo>
                <a:lnTo>
                  <a:pt x="441251" y="443177"/>
                </a:lnTo>
                <a:lnTo>
                  <a:pt x="449763" y="447578"/>
                </a:lnTo>
                <a:lnTo>
                  <a:pt x="451638" y="441662"/>
                </a:lnTo>
                <a:lnTo>
                  <a:pt x="460871" y="436899"/>
                </a:lnTo>
                <a:lnTo>
                  <a:pt x="462603" y="431127"/>
                </a:lnTo>
                <a:lnTo>
                  <a:pt x="468157" y="426220"/>
                </a:lnTo>
                <a:lnTo>
                  <a:pt x="466065" y="417634"/>
                </a:lnTo>
                <a:lnTo>
                  <a:pt x="468013" y="414820"/>
                </a:lnTo>
                <a:lnTo>
                  <a:pt x="472413" y="411789"/>
                </a:lnTo>
                <a:lnTo>
                  <a:pt x="479122" y="413305"/>
                </a:lnTo>
                <a:lnTo>
                  <a:pt x="483377" y="411140"/>
                </a:lnTo>
                <a:lnTo>
                  <a:pt x="476813" y="405151"/>
                </a:lnTo>
                <a:lnTo>
                  <a:pt x="474866" y="395699"/>
                </a:lnTo>
                <a:lnTo>
                  <a:pt x="479410" y="380691"/>
                </a:lnTo>
                <a:lnTo>
                  <a:pt x="485614" y="382422"/>
                </a:lnTo>
                <a:lnTo>
                  <a:pt x="486119" y="376939"/>
                </a:lnTo>
                <a:lnTo>
                  <a:pt x="480204" y="371815"/>
                </a:lnTo>
                <a:lnTo>
                  <a:pt x="492178" y="365322"/>
                </a:lnTo>
                <a:lnTo>
                  <a:pt x="498670" y="371743"/>
                </a:lnTo>
                <a:lnTo>
                  <a:pt x="495352" y="366404"/>
                </a:lnTo>
                <a:lnTo>
                  <a:pt x="499391" y="361209"/>
                </a:lnTo>
                <a:lnTo>
                  <a:pt x="493693" y="362580"/>
                </a:lnTo>
                <a:lnTo>
                  <a:pt x="489148" y="351829"/>
                </a:lnTo>
                <a:lnTo>
                  <a:pt x="494847" y="328955"/>
                </a:lnTo>
                <a:lnTo>
                  <a:pt x="506605" y="321379"/>
                </a:lnTo>
                <a:lnTo>
                  <a:pt x="513674" y="322389"/>
                </a:lnTo>
                <a:lnTo>
                  <a:pt x="509995" y="320802"/>
                </a:lnTo>
                <a:lnTo>
                  <a:pt x="511149" y="316545"/>
                </a:lnTo>
                <a:lnTo>
                  <a:pt x="521970" y="300526"/>
                </a:lnTo>
                <a:lnTo>
                  <a:pt x="528750" y="304783"/>
                </a:lnTo>
                <a:lnTo>
                  <a:pt x="546063" y="300382"/>
                </a:lnTo>
                <a:lnTo>
                  <a:pt x="559841" y="285734"/>
                </a:lnTo>
                <a:lnTo>
                  <a:pt x="567415" y="290497"/>
                </a:lnTo>
                <a:lnTo>
                  <a:pt x="575783" y="291218"/>
                </a:lnTo>
                <a:lnTo>
                  <a:pt x="578019" y="294393"/>
                </a:lnTo>
                <a:lnTo>
                  <a:pt x="578379" y="283137"/>
                </a:lnTo>
                <a:lnTo>
                  <a:pt x="582996" y="280034"/>
                </a:lnTo>
                <a:lnTo>
                  <a:pt x="592085" y="281838"/>
                </a:lnTo>
                <a:lnTo>
                  <a:pt x="598000" y="272241"/>
                </a:lnTo>
                <a:lnTo>
                  <a:pt x="631687" y="268561"/>
                </a:lnTo>
                <a:lnTo>
                  <a:pt x="638973" y="262717"/>
                </a:lnTo>
                <a:lnTo>
                  <a:pt x="652102" y="258027"/>
                </a:lnTo>
                <a:lnTo>
                  <a:pt x="652029" y="254996"/>
                </a:lnTo>
                <a:lnTo>
                  <a:pt x="680956" y="225196"/>
                </a:lnTo>
                <a:lnTo>
                  <a:pt x="698629" y="215095"/>
                </a:lnTo>
                <a:lnTo>
                  <a:pt x="727050" y="187243"/>
                </a:lnTo>
                <a:lnTo>
                  <a:pt x="727916" y="179738"/>
                </a:lnTo>
                <a:lnTo>
                  <a:pt x="733254" y="183202"/>
                </a:lnTo>
                <a:lnTo>
                  <a:pt x="751504" y="165885"/>
                </a:lnTo>
                <a:lnTo>
                  <a:pt x="770908" y="154989"/>
                </a:lnTo>
                <a:lnTo>
                  <a:pt x="801710" y="145970"/>
                </a:lnTo>
                <a:lnTo>
                  <a:pt x="806326" y="147557"/>
                </a:lnTo>
                <a:lnTo>
                  <a:pt x="808418" y="145032"/>
                </a:lnTo>
                <a:lnTo>
                  <a:pt x="835108" y="140414"/>
                </a:lnTo>
                <a:lnTo>
                  <a:pt x="877740" y="141352"/>
                </a:lnTo>
                <a:lnTo>
                  <a:pt x="889931" y="144455"/>
                </a:lnTo>
                <a:lnTo>
                  <a:pt x="906811" y="157875"/>
                </a:lnTo>
                <a:lnTo>
                  <a:pt x="907965" y="163215"/>
                </a:lnTo>
                <a:lnTo>
                  <a:pt x="904574" y="157226"/>
                </a:lnTo>
                <a:lnTo>
                  <a:pt x="904647" y="161844"/>
                </a:lnTo>
                <a:lnTo>
                  <a:pt x="901040" y="165163"/>
                </a:lnTo>
                <a:lnTo>
                  <a:pt x="905873" y="163937"/>
                </a:lnTo>
                <a:lnTo>
                  <a:pt x="915611" y="170791"/>
                </a:lnTo>
                <a:lnTo>
                  <a:pt x="905656" y="177790"/>
                </a:lnTo>
                <a:lnTo>
                  <a:pt x="911355" y="173028"/>
                </a:lnTo>
                <a:lnTo>
                  <a:pt x="916549" y="172739"/>
                </a:lnTo>
                <a:lnTo>
                  <a:pt x="911572" y="177141"/>
                </a:lnTo>
                <a:lnTo>
                  <a:pt x="913591" y="175914"/>
                </a:lnTo>
                <a:lnTo>
                  <a:pt x="915828" y="178728"/>
                </a:lnTo>
                <a:lnTo>
                  <a:pt x="915900" y="174327"/>
                </a:lnTo>
                <a:lnTo>
                  <a:pt x="921815" y="177141"/>
                </a:lnTo>
                <a:lnTo>
                  <a:pt x="923835" y="184501"/>
                </a:lnTo>
                <a:lnTo>
                  <a:pt x="929750" y="183851"/>
                </a:lnTo>
                <a:lnTo>
                  <a:pt x="953626" y="202179"/>
                </a:lnTo>
                <a:lnTo>
                  <a:pt x="954636" y="206941"/>
                </a:lnTo>
                <a:lnTo>
                  <a:pt x="943888" y="218991"/>
                </a:lnTo>
                <a:lnTo>
                  <a:pt x="945691" y="231185"/>
                </a:lnTo>
                <a:lnTo>
                  <a:pt x="948360" y="231257"/>
                </a:lnTo>
                <a:lnTo>
                  <a:pt x="949226" y="223609"/>
                </a:lnTo>
                <a:lnTo>
                  <a:pt x="955790" y="214373"/>
                </a:lnTo>
                <a:lnTo>
                  <a:pt x="959469" y="229958"/>
                </a:lnTo>
                <a:lnTo>
                  <a:pt x="985077" y="229886"/>
                </a:lnTo>
                <a:lnTo>
                  <a:pt x="988179" y="227217"/>
                </a:lnTo>
                <a:lnTo>
                  <a:pt x="990199" y="231329"/>
                </a:lnTo>
                <a:lnTo>
                  <a:pt x="990055" y="182625"/>
                </a:lnTo>
                <a:lnTo>
                  <a:pt x="996330" y="176636"/>
                </a:lnTo>
                <a:lnTo>
                  <a:pt x="1098113" y="197489"/>
                </a:lnTo>
                <a:lnTo>
                  <a:pt x="1126534" y="190634"/>
                </a:lnTo>
                <a:lnTo>
                  <a:pt x="1143847" y="197994"/>
                </a:lnTo>
                <a:lnTo>
                  <a:pt x="1163972" y="191861"/>
                </a:lnTo>
                <a:lnTo>
                  <a:pt x="1162385" y="185944"/>
                </a:lnTo>
                <a:lnTo>
                  <a:pt x="1166209" y="175770"/>
                </a:lnTo>
                <a:lnTo>
                  <a:pt x="1177750" y="166101"/>
                </a:lnTo>
                <a:lnTo>
                  <a:pt x="1183737" y="155350"/>
                </a:lnTo>
                <a:lnTo>
                  <a:pt x="1178327" y="131900"/>
                </a:lnTo>
                <a:lnTo>
                  <a:pt x="1180924" y="130457"/>
                </a:lnTo>
                <a:lnTo>
                  <a:pt x="1191384" y="160762"/>
                </a:lnTo>
                <a:lnTo>
                  <a:pt x="1205594" y="150227"/>
                </a:lnTo>
                <a:lnTo>
                  <a:pt x="1230842" y="140775"/>
                </a:lnTo>
                <a:lnTo>
                  <a:pt x="1276792" y="110614"/>
                </a:lnTo>
                <a:lnTo>
                  <a:pt x="1282346" y="109604"/>
                </a:lnTo>
                <a:lnTo>
                  <a:pt x="1298288" y="93008"/>
                </a:lnTo>
                <a:lnTo>
                  <a:pt x="1325339" y="73670"/>
                </a:lnTo>
                <a:lnTo>
                  <a:pt x="1336447" y="68980"/>
                </a:lnTo>
                <a:lnTo>
                  <a:pt x="1392064" y="28357"/>
                </a:lnTo>
                <a:lnTo>
                  <a:pt x="1400720" y="28646"/>
                </a:lnTo>
                <a:lnTo>
                  <a:pt x="1412983" y="16524"/>
                </a:lnTo>
                <a:lnTo>
                  <a:pt x="1423515" y="12555"/>
                </a:lnTo>
                <a:lnTo>
                  <a:pt x="1463910" y="1443"/>
                </a:lnTo>
                <a:lnTo>
                  <a:pt x="1471557" y="7143"/>
                </a:lnTo>
                <a:lnTo>
                  <a:pt x="1487787" y="2958"/>
                </a:lnTo>
                <a:lnTo>
                  <a:pt x="1526524" y="0"/>
                </a:lnTo>
                <a:lnTo>
                  <a:pt x="1556171" y="11040"/>
                </a:lnTo>
                <a:lnTo>
                  <a:pt x="1561509" y="15369"/>
                </a:lnTo>
                <a:lnTo>
                  <a:pt x="1547803" y="24966"/>
                </a:lnTo>
                <a:lnTo>
                  <a:pt x="1535685" y="41922"/>
                </a:lnTo>
                <a:lnTo>
                  <a:pt x="1541528" y="45530"/>
                </a:lnTo>
                <a:lnTo>
                  <a:pt x="1549679" y="33336"/>
                </a:lnTo>
                <a:lnTo>
                  <a:pt x="1566414" y="26048"/>
                </a:lnTo>
                <a:lnTo>
                  <a:pt x="1564034" y="34707"/>
                </a:lnTo>
                <a:lnTo>
                  <a:pt x="1570310" y="36005"/>
                </a:lnTo>
                <a:lnTo>
                  <a:pt x="1557974" y="58085"/>
                </a:lnTo>
                <a:lnTo>
                  <a:pt x="1561653" y="60033"/>
                </a:lnTo>
                <a:lnTo>
                  <a:pt x="1576802" y="36366"/>
                </a:lnTo>
                <a:lnTo>
                  <a:pt x="1569949" y="48705"/>
                </a:lnTo>
                <a:lnTo>
                  <a:pt x="1572690" y="50581"/>
                </a:lnTo>
                <a:lnTo>
                  <a:pt x="1562303" y="68908"/>
                </a:lnTo>
                <a:lnTo>
                  <a:pt x="1564899" y="70351"/>
                </a:lnTo>
                <a:lnTo>
                  <a:pt x="1574998" y="51952"/>
                </a:lnTo>
                <a:lnTo>
                  <a:pt x="1578677" y="53756"/>
                </a:lnTo>
                <a:lnTo>
                  <a:pt x="1600246" y="15730"/>
                </a:lnTo>
                <a:lnTo>
                  <a:pt x="1649009" y="43726"/>
                </a:lnTo>
                <a:lnTo>
                  <a:pt x="1632057" y="74031"/>
                </a:lnTo>
                <a:lnTo>
                  <a:pt x="1638910" y="78000"/>
                </a:lnTo>
                <a:lnTo>
                  <a:pt x="1656006" y="47839"/>
                </a:lnTo>
                <a:lnTo>
                  <a:pt x="1663797" y="47622"/>
                </a:lnTo>
                <a:lnTo>
                  <a:pt x="1670722" y="43004"/>
                </a:lnTo>
                <a:lnTo>
                  <a:pt x="1762478" y="81102"/>
                </a:lnTo>
                <a:lnTo>
                  <a:pt x="1792269" y="95966"/>
                </a:lnTo>
                <a:lnTo>
                  <a:pt x="1821340" y="114799"/>
                </a:lnTo>
                <a:lnTo>
                  <a:pt x="1820330" y="122303"/>
                </a:lnTo>
                <a:lnTo>
                  <a:pt x="1798617" y="131900"/>
                </a:lnTo>
                <a:lnTo>
                  <a:pt x="1817589" y="178079"/>
                </a:lnTo>
                <a:lnTo>
                  <a:pt x="1825379" y="204704"/>
                </a:lnTo>
                <a:lnTo>
                  <a:pt x="1858706" y="247709"/>
                </a:lnTo>
                <a:lnTo>
                  <a:pt x="1854522" y="251100"/>
                </a:lnTo>
                <a:lnTo>
                  <a:pt x="1860437" y="264521"/>
                </a:lnTo>
                <a:lnTo>
                  <a:pt x="1870031" y="260913"/>
                </a:lnTo>
                <a:lnTo>
                  <a:pt x="1873061" y="267335"/>
                </a:lnTo>
                <a:lnTo>
                  <a:pt x="1866208" y="281477"/>
                </a:lnTo>
                <a:lnTo>
                  <a:pt x="1829491" y="311855"/>
                </a:lnTo>
                <a:lnTo>
                  <a:pt x="1821051" y="314452"/>
                </a:lnTo>
                <a:lnTo>
                  <a:pt x="1818382" y="319214"/>
                </a:lnTo>
                <a:lnTo>
                  <a:pt x="1861735" y="338768"/>
                </a:lnTo>
                <a:lnTo>
                  <a:pt x="1871690" y="333573"/>
                </a:lnTo>
                <a:lnTo>
                  <a:pt x="1884314" y="331769"/>
                </a:lnTo>
                <a:lnTo>
                  <a:pt x="1900761" y="317338"/>
                </a:lnTo>
                <a:lnTo>
                  <a:pt x="1901049" y="309546"/>
                </a:lnTo>
                <a:lnTo>
                  <a:pt x="1905882" y="303340"/>
                </a:lnTo>
                <a:lnTo>
                  <a:pt x="1932861" y="285734"/>
                </a:lnTo>
                <a:lnTo>
                  <a:pt x="1950029" y="280178"/>
                </a:lnTo>
                <a:lnTo>
                  <a:pt x="1968279" y="281477"/>
                </a:lnTo>
                <a:lnTo>
                  <a:pt x="1980109" y="286600"/>
                </a:lnTo>
                <a:lnTo>
                  <a:pt x="2037240" y="324698"/>
                </a:lnTo>
                <a:lnTo>
                  <a:pt x="2025915" y="340428"/>
                </a:lnTo>
                <a:lnTo>
                  <a:pt x="2031109" y="343459"/>
                </a:lnTo>
                <a:lnTo>
                  <a:pt x="2041280" y="327079"/>
                </a:lnTo>
                <a:lnTo>
                  <a:pt x="2100358" y="361858"/>
                </a:lnTo>
                <a:lnTo>
                  <a:pt x="2105264" y="368280"/>
                </a:lnTo>
                <a:lnTo>
                  <a:pt x="2107283" y="377949"/>
                </a:lnTo>
                <a:lnTo>
                  <a:pt x="2097545" y="400245"/>
                </a:lnTo>
                <a:lnTo>
                  <a:pt x="2109447" y="404357"/>
                </a:lnTo>
                <a:lnTo>
                  <a:pt x="2121205" y="384515"/>
                </a:lnTo>
                <a:lnTo>
                  <a:pt x="2150709" y="365249"/>
                </a:lnTo>
                <a:lnTo>
                  <a:pt x="2161673" y="363662"/>
                </a:lnTo>
                <a:lnTo>
                  <a:pt x="2173143" y="366187"/>
                </a:lnTo>
                <a:lnTo>
                  <a:pt x="2180140" y="358900"/>
                </a:lnTo>
                <a:lnTo>
                  <a:pt x="2200049" y="355436"/>
                </a:lnTo>
                <a:lnTo>
                  <a:pt x="2213683" y="358322"/>
                </a:lnTo>
                <a:lnTo>
                  <a:pt x="2223349" y="377083"/>
                </a:lnTo>
                <a:lnTo>
                  <a:pt x="2224719" y="393390"/>
                </a:lnTo>
                <a:lnTo>
                  <a:pt x="2231356" y="392452"/>
                </a:lnTo>
                <a:lnTo>
                  <a:pt x="2235107" y="385886"/>
                </a:lnTo>
                <a:lnTo>
                  <a:pt x="2240517" y="386319"/>
                </a:lnTo>
                <a:lnTo>
                  <a:pt x="2257685" y="402265"/>
                </a:lnTo>
                <a:lnTo>
                  <a:pt x="2257180" y="408615"/>
                </a:lnTo>
                <a:lnTo>
                  <a:pt x="2260787" y="412295"/>
                </a:lnTo>
                <a:lnTo>
                  <a:pt x="2276873" y="418933"/>
                </a:lnTo>
                <a:lnTo>
                  <a:pt x="2292454" y="429828"/>
                </a:lnTo>
                <a:lnTo>
                  <a:pt x="2345618" y="482718"/>
                </a:lnTo>
                <a:lnTo>
                  <a:pt x="2346628" y="493613"/>
                </a:lnTo>
                <a:lnTo>
                  <a:pt x="2337972" y="499097"/>
                </a:lnTo>
                <a:lnTo>
                  <a:pt x="2340208" y="501334"/>
                </a:lnTo>
                <a:lnTo>
                  <a:pt x="2340352" y="512807"/>
                </a:lnTo>
                <a:lnTo>
                  <a:pt x="2371370" y="502200"/>
                </a:lnTo>
                <a:lnTo>
                  <a:pt x="2400513" y="529258"/>
                </a:lnTo>
                <a:lnTo>
                  <a:pt x="2401306" y="535247"/>
                </a:lnTo>
                <a:lnTo>
                  <a:pt x="2385364" y="551626"/>
                </a:lnTo>
                <a:lnTo>
                  <a:pt x="2383705" y="558264"/>
                </a:lnTo>
                <a:lnTo>
                  <a:pt x="2385797" y="561151"/>
                </a:lnTo>
                <a:lnTo>
                  <a:pt x="2393948" y="559347"/>
                </a:lnTo>
                <a:lnTo>
                  <a:pt x="2413353" y="543761"/>
                </a:lnTo>
                <a:lnTo>
                  <a:pt x="2432469" y="560429"/>
                </a:lnTo>
                <a:lnTo>
                  <a:pt x="2434777" y="566562"/>
                </a:lnTo>
                <a:lnTo>
                  <a:pt x="2430593" y="590806"/>
                </a:lnTo>
                <a:lnTo>
                  <a:pt x="2432180" y="599537"/>
                </a:lnTo>
                <a:lnTo>
                  <a:pt x="2438600" y="606608"/>
                </a:lnTo>
                <a:lnTo>
                  <a:pt x="2478130" y="633378"/>
                </a:lnTo>
                <a:lnTo>
                  <a:pt x="2514053" y="642109"/>
                </a:lnTo>
                <a:lnTo>
                  <a:pt x="2542114" y="645284"/>
                </a:lnTo>
                <a:lnTo>
                  <a:pt x="2590084" y="639872"/>
                </a:lnTo>
                <a:lnTo>
                  <a:pt x="2600616" y="650551"/>
                </a:lnTo>
                <a:lnTo>
                  <a:pt x="2609921" y="647087"/>
                </a:lnTo>
                <a:lnTo>
                  <a:pt x="2612085" y="640521"/>
                </a:lnTo>
                <a:lnTo>
                  <a:pt x="2608911" y="631718"/>
                </a:lnTo>
                <a:lnTo>
                  <a:pt x="2622472" y="623276"/>
                </a:lnTo>
                <a:lnTo>
                  <a:pt x="2632932" y="610577"/>
                </a:lnTo>
                <a:lnTo>
                  <a:pt x="2647864" y="602207"/>
                </a:lnTo>
                <a:lnTo>
                  <a:pt x="2655871" y="579117"/>
                </a:lnTo>
                <a:lnTo>
                  <a:pt x="2661570" y="577963"/>
                </a:lnTo>
                <a:lnTo>
                  <a:pt x="2665970" y="570314"/>
                </a:lnTo>
                <a:lnTo>
                  <a:pt x="2675492" y="565263"/>
                </a:lnTo>
                <a:lnTo>
                  <a:pt x="2704202" y="563243"/>
                </a:lnTo>
                <a:lnTo>
                  <a:pt x="2710117" y="558914"/>
                </a:lnTo>
                <a:lnTo>
                  <a:pt x="2707592" y="557759"/>
                </a:lnTo>
                <a:lnTo>
                  <a:pt x="2719422" y="555523"/>
                </a:lnTo>
                <a:lnTo>
                  <a:pt x="2717042" y="557110"/>
                </a:lnTo>
                <a:lnTo>
                  <a:pt x="2722812" y="559491"/>
                </a:lnTo>
                <a:lnTo>
                  <a:pt x="2729954" y="559996"/>
                </a:lnTo>
                <a:lnTo>
                  <a:pt x="2730459" y="557471"/>
                </a:lnTo>
                <a:lnTo>
                  <a:pt x="2757942" y="560213"/>
                </a:lnTo>
                <a:lnTo>
                  <a:pt x="2794587" y="571397"/>
                </a:lnTo>
                <a:lnTo>
                  <a:pt x="2808725" y="572695"/>
                </a:lnTo>
                <a:lnTo>
                  <a:pt x="2838012" y="590518"/>
                </a:lnTo>
                <a:lnTo>
                  <a:pt x="2888723" y="694566"/>
                </a:lnTo>
                <a:lnTo>
                  <a:pt x="2899183" y="701997"/>
                </a:lnTo>
                <a:lnTo>
                  <a:pt x="2908200" y="700843"/>
                </a:lnTo>
                <a:lnTo>
                  <a:pt x="2907046" y="708419"/>
                </a:lnTo>
                <a:lnTo>
                  <a:pt x="2893484" y="708997"/>
                </a:lnTo>
                <a:lnTo>
                  <a:pt x="2885189" y="730499"/>
                </a:lnTo>
                <a:lnTo>
                  <a:pt x="2889589" y="732880"/>
                </a:lnTo>
                <a:lnTo>
                  <a:pt x="2891392" y="728623"/>
                </a:lnTo>
                <a:lnTo>
                  <a:pt x="2917217" y="736848"/>
                </a:lnTo>
                <a:lnTo>
                  <a:pt x="2942464" y="726386"/>
                </a:lnTo>
                <a:lnTo>
                  <a:pt x="3046266" y="772565"/>
                </a:lnTo>
                <a:lnTo>
                  <a:pt x="3096112" y="802437"/>
                </a:lnTo>
                <a:lnTo>
                  <a:pt x="3142567" y="836567"/>
                </a:lnTo>
                <a:lnTo>
                  <a:pt x="3153315" y="851070"/>
                </a:lnTo>
                <a:lnTo>
                  <a:pt x="3158725" y="870263"/>
                </a:lnTo>
                <a:lnTo>
                  <a:pt x="3155912" y="880437"/>
                </a:lnTo>
                <a:lnTo>
                  <a:pt x="3147111" y="879932"/>
                </a:lnTo>
                <a:lnTo>
                  <a:pt x="3145957" y="874520"/>
                </a:lnTo>
                <a:lnTo>
                  <a:pt x="3152233" y="863409"/>
                </a:lnTo>
                <a:lnTo>
                  <a:pt x="3149059" y="850276"/>
                </a:lnTo>
                <a:lnTo>
                  <a:pt x="3141485" y="840247"/>
                </a:lnTo>
                <a:lnTo>
                  <a:pt x="3117392" y="821414"/>
                </a:lnTo>
                <a:lnTo>
                  <a:pt x="3108880" y="820548"/>
                </a:lnTo>
                <a:lnTo>
                  <a:pt x="3094813" y="811168"/>
                </a:lnTo>
                <a:lnTo>
                  <a:pt x="3085508" y="808354"/>
                </a:lnTo>
                <a:lnTo>
                  <a:pt x="3074183" y="810880"/>
                </a:lnTo>
                <a:lnTo>
                  <a:pt x="3069927" y="816724"/>
                </a:lnTo>
                <a:lnTo>
                  <a:pt x="3077140" y="821775"/>
                </a:lnTo>
                <a:lnTo>
                  <a:pt x="3079232" y="829063"/>
                </a:lnTo>
                <a:lnTo>
                  <a:pt x="2996926" y="1023232"/>
                </a:lnTo>
                <a:lnTo>
                  <a:pt x="2993536" y="1035210"/>
                </a:lnTo>
                <a:lnTo>
                  <a:pt x="2994040" y="1047043"/>
                </a:lnTo>
                <a:lnTo>
                  <a:pt x="2998585" y="1056712"/>
                </a:lnTo>
                <a:lnTo>
                  <a:pt x="3079088" y="1054692"/>
                </a:lnTo>
                <a:lnTo>
                  <a:pt x="3080458" y="1102386"/>
                </a:lnTo>
                <a:lnTo>
                  <a:pt x="3086301" y="1106427"/>
                </a:lnTo>
                <a:lnTo>
                  <a:pt x="3080098" y="1115447"/>
                </a:lnTo>
                <a:lnTo>
                  <a:pt x="3053913" y="1116168"/>
                </a:lnTo>
                <a:lnTo>
                  <a:pt x="3053119" y="1085141"/>
                </a:lnTo>
                <a:lnTo>
                  <a:pt x="3007746" y="1086368"/>
                </a:lnTo>
                <a:lnTo>
                  <a:pt x="3008612" y="1117323"/>
                </a:lnTo>
                <a:lnTo>
                  <a:pt x="2921761" y="1122373"/>
                </a:lnTo>
                <a:lnTo>
                  <a:pt x="2881293" y="1149576"/>
                </a:lnTo>
                <a:lnTo>
                  <a:pt x="2859941" y="1157080"/>
                </a:lnTo>
                <a:lnTo>
                  <a:pt x="2838734" y="1154266"/>
                </a:lnTo>
                <a:lnTo>
                  <a:pt x="2781314" y="1129589"/>
                </a:lnTo>
                <a:lnTo>
                  <a:pt x="2728223" y="1145463"/>
                </a:lnTo>
                <a:lnTo>
                  <a:pt x="2735364" y="1141134"/>
                </a:lnTo>
                <a:lnTo>
                  <a:pt x="2737600" y="1135506"/>
                </a:lnTo>
                <a:lnTo>
                  <a:pt x="2730242" y="1111983"/>
                </a:lnTo>
                <a:lnTo>
                  <a:pt x="2720360" y="1114508"/>
                </a:lnTo>
                <a:lnTo>
                  <a:pt x="2694968" y="1112488"/>
                </a:lnTo>
                <a:lnTo>
                  <a:pt x="2676213" y="1120858"/>
                </a:lnTo>
                <a:lnTo>
                  <a:pt x="2675780" y="1115014"/>
                </a:lnTo>
                <a:lnTo>
                  <a:pt x="2645628" y="1116240"/>
                </a:lnTo>
                <a:lnTo>
                  <a:pt x="2635962" y="1120137"/>
                </a:lnTo>
                <a:lnTo>
                  <a:pt x="2631417" y="1117539"/>
                </a:lnTo>
                <a:lnTo>
                  <a:pt x="2619371" y="1123311"/>
                </a:lnTo>
                <a:lnTo>
                  <a:pt x="2615187" y="1121724"/>
                </a:lnTo>
                <a:lnTo>
                  <a:pt x="2589507" y="1130383"/>
                </a:lnTo>
                <a:lnTo>
                  <a:pt x="2575512" y="1126847"/>
                </a:lnTo>
                <a:lnTo>
                  <a:pt x="2564187" y="1134423"/>
                </a:lnTo>
                <a:lnTo>
                  <a:pt x="2563177" y="1132114"/>
                </a:lnTo>
                <a:lnTo>
                  <a:pt x="2558849" y="1133413"/>
                </a:lnTo>
                <a:lnTo>
                  <a:pt x="2544062" y="1143443"/>
                </a:lnTo>
                <a:lnTo>
                  <a:pt x="2539878" y="1141927"/>
                </a:lnTo>
                <a:lnTo>
                  <a:pt x="2525090" y="1151380"/>
                </a:lnTo>
                <a:lnTo>
                  <a:pt x="2524369" y="1148710"/>
                </a:lnTo>
                <a:lnTo>
                  <a:pt x="2519968" y="1148349"/>
                </a:lnTo>
                <a:lnTo>
                  <a:pt x="2507994" y="1153761"/>
                </a:lnTo>
                <a:lnTo>
                  <a:pt x="2505902" y="1152101"/>
                </a:lnTo>
                <a:lnTo>
                  <a:pt x="2492341" y="1156358"/>
                </a:lnTo>
                <a:lnTo>
                  <a:pt x="2487868" y="1154194"/>
                </a:lnTo>
                <a:lnTo>
                  <a:pt x="2473297" y="1157369"/>
                </a:lnTo>
                <a:lnTo>
                  <a:pt x="2440908" y="1165811"/>
                </a:lnTo>
                <a:lnTo>
                  <a:pt x="2433623" y="1170790"/>
                </a:lnTo>
                <a:lnTo>
                  <a:pt x="2430160" y="1169346"/>
                </a:lnTo>
                <a:lnTo>
                  <a:pt x="2421143" y="1173387"/>
                </a:lnTo>
                <a:lnTo>
                  <a:pt x="2420278" y="1171222"/>
                </a:lnTo>
                <a:lnTo>
                  <a:pt x="2420638" y="1173676"/>
                </a:lnTo>
                <a:lnTo>
                  <a:pt x="2410107" y="1179520"/>
                </a:lnTo>
                <a:lnTo>
                  <a:pt x="2388250" y="1187385"/>
                </a:lnTo>
                <a:lnTo>
                  <a:pt x="2385220" y="1185798"/>
                </a:lnTo>
                <a:lnTo>
                  <a:pt x="2365022" y="1196982"/>
                </a:lnTo>
                <a:lnTo>
                  <a:pt x="2364878" y="1194817"/>
                </a:lnTo>
                <a:lnTo>
                  <a:pt x="2355140" y="1191787"/>
                </a:lnTo>
                <a:lnTo>
                  <a:pt x="2325492" y="1205857"/>
                </a:lnTo>
                <a:lnTo>
                  <a:pt x="2315249" y="1205785"/>
                </a:lnTo>
                <a:lnTo>
                  <a:pt x="2310560" y="1209320"/>
                </a:lnTo>
                <a:lnTo>
                  <a:pt x="2309190" y="1206434"/>
                </a:lnTo>
                <a:lnTo>
                  <a:pt x="2304717" y="1206290"/>
                </a:lnTo>
                <a:lnTo>
                  <a:pt x="2295123" y="1211918"/>
                </a:lnTo>
                <a:lnTo>
                  <a:pt x="2290795" y="1209104"/>
                </a:lnTo>
                <a:lnTo>
                  <a:pt x="2265548" y="1219061"/>
                </a:lnTo>
                <a:lnTo>
                  <a:pt x="2249101" y="1219206"/>
                </a:lnTo>
                <a:lnTo>
                  <a:pt x="2208705" y="1238182"/>
                </a:lnTo>
                <a:lnTo>
                  <a:pt x="2162178" y="1248645"/>
                </a:lnTo>
                <a:lnTo>
                  <a:pt x="2114208" y="1265096"/>
                </a:lnTo>
                <a:lnTo>
                  <a:pt x="2091846" y="1274982"/>
                </a:lnTo>
                <a:lnTo>
                  <a:pt x="2085787" y="1281115"/>
                </a:lnTo>
                <a:lnTo>
                  <a:pt x="2080593" y="1278084"/>
                </a:lnTo>
                <a:lnTo>
                  <a:pt x="2074823" y="1278806"/>
                </a:lnTo>
                <a:lnTo>
                  <a:pt x="2051451" y="1301535"/>
                </a:lnTo>
                <a:lnTo>
                  <a:pt x="2041352" y="1298504"/>
                </a:lnTo>
                <a:lnTo>
                  <a:pt x="2017619" y="1320511"/>
                </a:lnTo>
                <a:lnTo>
                  <a:pt x="2012498" y="1318058"/>
                </a:lnTo>
                <a:lnTo>
                  <a:pt x="2006511" y="1319862"/>
                </a:lnTo>
                <a:lnTo>
                  <a:pt x="1980614" y="1348508"/>
                </a:lnTo>
                <a:lnTo>
                  <a:pt x="1949380" y="1370804"/>
                </a:lnTo>
                <a:lnTo>
                  <a:pt x="1959983" y="1369144"/>
                </a:lnTo>
                <a:lnTo>
                  <a:pt x="1960561" y="1372319"/>
                </a:lnTo>
                <a:lnTo>
                  <a:pt x="1950678" y="1372463"/>
                </a:lnTo>
                <a:lnTo>
                  <a:pt x="1933582" y="1360702"/>
                </a:lnTo>
                <a:lnTo>
                  <a:pt x="1916919" y="1372968"/>
                </a:lnTo>
                <a:lnTo>
                  <a:pt x="1917784" y="1376504"/>
                </a:lnTo>
                <a:lnTo>
                  <a:pt x="1919804" y="1375205"/>
                </a:lnTo>
                <a:lnTo>
                  <a:pt x="1917857" y="1376648"/>
                </a:lnTo>
                <a:lnTo>
                  <a:pt x="1921752" y="1387327"/>
                </a:lnTo>
                <a:lnTo>
                  <a:pt x="1918001" y="1399810"/>
                </a:lnTo>
                <a:lnTo>
                  <a:pt x="1834180" y="1464605"/>
                </a:lnTo>
                <a:lnTo>
                  <a:pt x="1846876" y="1482283"/>
                </a:lnTo>
                <a:lnTo>
                  <a:pt x="1840528" y="1486901"/>
                </a:lnTo>
                <a:lnTo>
                  <a:pt x="1827904" y="1469223"/>
                </a:lnTo>
                <a:lnTo>
                  <a:pt x="1814126" y="1478676"/>
                </a:lnTo>
                <a:lnTo>
                  <a:pt x="1804532" y="1480119"/>
                </a:lnTo>
                <a:lnTo>
                  <a:pt x="1796020" y="1476727"/>
                </a:lnTo>
                <a:lnTo>
                  <a:pt x="1781088" y="1462296"/>
                </a:lnTo>
                <a:lnTo>
                  <a:pt x="1773586" y="1462296"/>
                </a:lnTo>
                <a:lnTo>
                  <a:pt x="1775245" y="1495055"/>
                </a:lnTo>
                <a:lnTo>
                  <a:pt x="1767094" y="1498879"/>
                </a:lnTo>
                <a:lnTo>
                  <a:pt x="1777193" y="1510280"/>
                </a:lnTo>
                <a:lnTo>
                  <a:pt x="1771350" y="1515547"/>
                </a:lnTo>
                <a:lnTo>
                  <a:pt x="1731243" y="1471460"/>
                </a:lnTo>
                <a:lnTo>
                  <a:pt x="1721000" y="1480840"/>
                </a:lnTo>
                <a:lnTo>
                  <a:pt x="1738673" y="1503280"/>
                </a:lnTo>
                <a:lnTo>
                  <a:pt x="1732974" y="1509702"/>
                </a:lnTo>
                <a:lnTo>
                  <a:pt x="1686159" y="1465832"/>
                </a:lnTo>
                <a:lnTo>
                  <a:pt x="1632995" y="1467347"/>
                </a:lnTo>
                <a:lnTo>
                  <a:pt x="1575575" y="1498590"/>
                </a:lnTo>
                <a:lnTo>
                  <a:pt x="1577667" y="1519443"/>
                </a:lnTo>
                <a:lnTo>
                  <a:pt x="1621021" y="1494622"/>
                </a:lnTo>
                <a:lnTo>
                  <a:pt x="1661921" y="1493034"/>
                </a:lnTo>
                <a:lnTo>
                  <a:pt x="1708015" y="1536255"/>
                </a:lnTo>
                <a:lnTo>
                  <a:pt x="1663869" y="1558263"/>
                </a:lnTo>
                <a:lnTo>
                  <a:pt x="1627080" y="1546646"/>
                </a:lnTo>
                <a:lnTo>
                  <a:pt x="1631697" y="1541306"/>
                </a:lnTo>
                <a:lnTo>
                  <a:pt x="1627657" y="1540080"/>
                </a:lnTo>
                <a:lnTo>
                  <a:pt x="1627008" y="1542100"/>
                </a:lnTo>
                <a:lnTo>
                  <a:pt x="1626863" y="1539791"/>
                </a:lnTo>
                <a:lnTo>
                  <a:pt x="1626142" y="1541811"/>
                </a:lnTo>
                <a:lnTo>
                  <a:pt x="1625637" y="1539286"/>
                </a:lnTo>
                <a:lnTo>
                  <a:pt x="1621598" y="1544265"/>
                </a:lnTo>
                <a:lnTo>
                  <a:pt x="1608613" y="1541523"/>
                </a:lnTo>
                <a:lnTo>
                  <a:pt x="1606738" y="1544842"/>
                </a:lnTo>
                <a:lnTo>
                  <a:pt x="1602338" y="1543038"/>
                </a:lnTo>
                <a:lnTo>
                  <a:pt x="1607531" y="1543832"/>
                </a:lnTo>
                <a:lnTo>
                  <a:pt x="1608469" y="1541378"/>
                </a:lnTo>
                <a:lnTo>
                  <a:pt x="1590435" y="1535678"/>
                </a:lnTo>
                <a:lnTo>
                  <a:pt x="1574854" y="1519660"/>
                </a:lnTo>
                <a:lnTo>
                  <a:pt x="1574782" y="1547151"/>
                </a:lnTo>
                <a:lnTo>
                  <a:pt x="1583510" y="1554944"/>
                </a:lnTo>
                <a:lnTo>
                  <a:pt x="1598082" y="1559561"/>
                </a:lnTo>
                <a:lnTo>
                  <a:pt x="1637900" y="1559994"/>
                </a:lnTo>
                <a:lnTo>
                  <a:pt x="1653770" y="1569447"/>
                </a:lnTo>
                <a:lnTo>
                  <a:pt x="1669567" y="1569952"/>
                </a:lnTo>
                <a:lnTo>
                  <a:pt x="1678224" y="1563530"/>
                </a:lnTo>
                <a:lnTo>
                  <a:pt x="1692867" y="1567571"/>
                </a:lnTo>
                <a:lnTo>
                  <a:pt x="1701595" y="1566416"/>
                </a:lnTo>
                <a:lnTo>
                  <a:pt x="1703327" y="1575869"/>
                </a:lnTo>
                <a:lnTo>
                  <a:pt x="1706501" y="1577095"/>
                </a:lnTo>
                <a:lnTo>
                  <a:pt x="1734056" y="1569591"/>
                </a:lnTo>
                <a:lnTo>
                  <a:pt x="1750864" y="1577745"/>
                </a:lnTo>
                <a:lnTo>
                  <a:pt x="1748267" y="1587269"/>
                </a:lnTo>
                <a:lnTo>
                  <a:pt x="1720423" y="1628758"/>
                </a:lnTo>
                <a:lnTo>
                  <a:pt x="1688178" y="1662022"/>
                </a:lnTo>
                <a:lnTo>
                  <a:pt x="1670794" y="1674000"/>
                </a:lnTo>
                <a:lnTo>
                  <a:pt x="1664229" y="1675298"/>
                </a:lnTo>
                <a:lnTo>
                  <a:pt x="1669207" y="1670969"/>
                </a:lnTo>
                <a:lnTo>
                  <a:pt x="1666466" y="1669309"/>
                </a:lnTo>
                <a:lnTo>
                  <a:pt x="1653265" y="1672484"/>
                </a:lnTo>
                <a:lnTo>
                  <a:pt x="1640425" y="1680926"/>
                </a:lnTo>
                <a:lnTo>
                  <a:pt x="1629316" y="1676236"/>
                </a:lnTo>
                <a:lnTo>
                  <a:pt x="1620083" y="1667289"/>
                </a:lnTo>
                <a:lnTo>
                  <a:pt x="1616548" y="1667866"/>
                </a:lnTo>
                <a:lnTo>
                  <a:pt x="1616476" y="1664475"/>
                </a:lnTo>
                <a:lnTo>
                  <a:pt x="1620588" y="1665341"/>
                </a:lnTo>
                <a:lnTo>
                  <a:pt x="1620299" y="1660218"/>
                </a:lnTo>
                <a:lnTo>
                  <a:pt x="1617486" y="1656249"/>
                </a:lnTo>
                <a:lnTo>
                  <a:pt x="1611643" y="1654806"/>
                </a:lnTo>
                <a:lnTo>
                  <a:pt x="1607243" y="1646220"/>
                </a:lnTo>
                <a:lnTo>
                  <a:pt x="1598947" y="1645065"/>
                </a:lnTo>
                <a:lnTo>
                  <a:pt x="1597000" y="1647374"/>
                </a:lnTo>
                <a:lnTo>
                  <a:pt x="1600029" y="1649395"/>
                </a:lnTo>
                <a:lnTo>
                  <a:pt x="1597432" y="1651343"/>
                </a:lnTo>
                <a:lnTo>
                  <a:pt x="1571103" y="1622986"/>
                </a:lnTo>
                <a:lnTo>
                  <a:pt x="1569660" y="1618007"/>
                </a:lnTo>
                <a:lnTo>
                  <a:pt x="1573339" y="1620316"/>
                </a:lnTo>
                <a:lnTo>
                  <a:pt x="1575287" y="1615987"/>
                </a:lnTo>
                <a:lnTo>
                  <a:pt x="1572906" y="1610142"/>
                </a:lnTo>
                <a:lnTo>
                  <a:pt x="1563962" y="1606751"/>
                </a:lnTo>
                <a:lnTo>
                  <a:pt x="1553214" y="1594918"/>
                </a:lnTo>
                <a:lnTo>
                  <a:pt x="1546072" y="1595856"/>
                </a:lnTo>
                <a:lnTo>
                  <a:pt x="1549318" y="1598814"/>
                </a:lnTo>
                <a:lnTo>
                  <a:pt x="1544918" y="1601628"/>
                </a:lnTo>
                <a:lnTo>
                  <a:pt x="1529193" y="1592897"/>
                </a:lnTo>
                <a:lnTo>
                  <a:pt x="1524720" y="1586115"/>
                </a:lnTo>
                <a:lnTo>
                  <a:pt x="1517290" y="1583228"/>
                </a:lnTo>
                <a:lnTo>
                  <a:pt x="1519094" y="1581352"/>
                </a:lnTo>
                <a:lnTo>
                  <a:pt x="1515848" y="1576229"/>
                </a:lnTo>
                <a:lnTo>
                  <a:pt x="1508706" y="1574281"/>
                </a:lnTo>
                <a:lnTo>
                  <a:pt x="1505316" y="1567426"/>
                </a:lnTo>
                <a:lnTo>
                  <a:pt x="1498607" y="1565334"/>
                </a:lnTo>
                <a:lnTo>
                  <a:pt x="1495794" y="1559129"/>
                </a:lnTo>
                <a:lnTo>
                  <a:pt x="1488003" y="1556026"/>
                </a:lnTo>
                <a:lnTo>
                  <a:pt x="1481295" y="1548666"/>
                </a:lnTo>
                <a:lnTo>
                  <a:pt x="1473576" y="1548305"/>
                </a:lnTo>
                <a:lnTo>
                  <a:pt x="1476462" y="1553861"/>
                </a:lnTo>
                <a:lnTo>
                  <a:pt x="1480429" y="1555088"/>
                </a:lnTo>
                <a:lnTo>
                  <a:pt x="1477183" y="1558335"/>
                </a:lnTo>
                <a:lnTo>
                  <a:pt x="1464920" y="1539574"/>
                </a:lnTo>
                <a:lnTo>
                  <a:pt x="1449988" y="1525071"/>
                </a:lnTo>
                <a:lnTo>
                  <a:pt x="1450132" y="1522041"/>
                </a:lnTo>
                <a:lnTo>
                  <a:pt x="1464776" y="1520453"/>
                </a:lnTo>
                <a:lnTo>
                  <a:pt x="1491682" y="1527813"/>
                </a:lnTo>
                <a:lnTo>
                  <a:pt x="1507913" y="1529256"/>
                </a:lnTo>
                <a:lnTo>
                  <a:pt x="1518733" y="1522402"/>
                </a:lnTo>
                <a:lnTo>
                  <a:pt x="1530635" y="1520670"/>
                </a:lnTo>
                <a:lnTo>
                  <a:pt x="1542682" y="1525576"/>
                </a:lnTo>
                <a:lnTo>
                  <a:pt x="1543980" y="1528823"/>
                </a:lnTo>
                <a:lnTo>
                  <a:pt x="1544269" y="1526081"/>
                </a:lnTo>
                <a:lnTo>
                  <a:pt x="1545495" y="1528174"/>
                </a:lnTo>
                <a:lnTo>
                  <a:pt x="1546721" y="1526514"/>
                </a:lnTo>
                <a:lnTo>
                  <a:pt x="1554440" y="1537049"/>
                </a:lnTo>
                <a:lnTo>
                  <a:pt x="1555161" y="1532431"/>
                </a:lnTo>
                <a:lnTo>
                  <a:pt x="1567641" y="1537987"/>
                </a:lnTo>
                <a:lnTo>
                  <a:pt x="1569949" y="1526009"/>
                </a:lnTo>
                <a:lnTo>
                  <a:pt x="1569300" y="1498663"/>
                </a:lnTo>
                <a:lnTo>
                  <a:pt x="1545207" y="1498518"/>
                </a:lnTo>
                <a:lnTo>
                  <a:pt x="1544846" y="1506744"/>
                </a:lnTo>
                <a:lnTo>
                  <a:pt x="1531862" y="1506672"/>
                </a:lnTo>
                <a:lnTo>
                  <a:pt x="1543187" y="1505156"/>
                </a:lnTo>
                <a:lnTo>
                  <a:pt x="1542754" y="1497436"/>
                </a:lnTo>
                <a:lnTo>
                  <a:pt x="1515270" y="1493107"/>
                </a:lnTo>
                <a:lnTo>
                  <a:pt x="1510149" y="1488994"/>
                </a:lnTo>
                <a:lnTo>
                  <a:pt x="1496155" y="1495343"/>
                </a:lnTo>
                <a:lnTo>
                  <a:pt x="1498319" y="1499312"/>
                </a:lnTo>
                <a:lnTo>
                  <a:pt x="1483170" y="1502198"/>
                </a:lnTo>
                <a:lnTo>
                  <a:pt x="1482377" y="1499528"/>
                </a:lnTo>
                <a:lnTo>
                  <a:pt x="1476678" y="1498446"/>
                </a:lnTo>
                <a:lnTo>
                  <a:pt x="1475740" y="1494261"/>
                </a:lnTo>
                <a:lnTo>
                  <a:pt x="1481511" y="1491519"/>
                </a:lnTo>
                <a:lnTo>
                  <a:pt x="1485046" y="1485747"/>
                </a:lnTo>
                <a:lnTo>
                  <a:pt x="1489230" y="1485747"/>
                </a:lnTo>
                <a:lnTo>
                  <a:pt x="1491538" y="1490148"/>
                </a:lnTo>
                <a:lnTo>
                  <a:pt x="1494928" y="1488922"/>
                </a:lnTo>
                <a:lnTo>
                  <a:pt x="1495505" y="1494333"/>
                </a:lnTo>
                <a:lnTo>
                  <a:pt x="1509355" y="1488272"/>
                </a:lnTo>
                <a:lnTo>
                  <a:pt x="1494207" y="1474635"/>
                </a:lnTo>
                <a:lnTo>
                  <a:pt x="1484829" y="1474346"/>
                </a:lnTo>
                <a:lnTo>
                  <a:pt x="1475091" y="1484809"/>
                </a:lnTo>
                <a:lnTo>
                  <a:pt x="1463550" y="1484737"/>
                </a:lnTo>
                <a:lnTo>
                  <a:pt x="1453667" y="1478387"/>
                </a:lnTo>
                <a:lnTo>
                  <a:pt x="1446886" y="1484664"/>
                </a:lnTo>
                <a:lnTo>
                  <a:pt x="1448690" y="1486973"/>
                </a:lnTo>
                <a:lnTo>
                  <a:pt x="1442270" y="1494983"/>
                </a:lnTo>
                <a:lnTo>
                  <a:pt x="1440394" y="1493828"/>
                </a:lnTo>
                <a:lnTo>
                  <a:pt x="1438663" y="1504218"/>
                </a:lnTo>
                <a:lnTo>
                  <a:pt x="1408799" y="1478315"/>
                </a:lnTo>
                <a:lnTo>
                  <a:pt x="1410963" y="1474274"/>
                </a:lnTo>
                <a:lnTo>
                  <a:pt x="1395887" y="1461647"/>
                </a:lnTo>
                <a:lnTo>
                  <a:pt x="1389395" y="1472975"/>
                </a:lnTo>
                <a:lnTo>
                  <a:pt x="1358232" y="1454359"/>
                </a:lnTo>
                <a:lnTo>
                  <a:pt x="1297062" y="1556820"/>
                </a:lnTo>
                <a:lnTo>
                  <a:pt x="1247000" y="1526731"/>
                </a:lnTo>
                <a:lnTo>
                  <a:pt x="1305141" y="1428528"/>
                </a:lnTo>
                <a:lnTo>
                  <a:pt x="1234737" y="1386100"/>
                </a:lnTo>
                <a:lnTo>
                  <a:pt x="1190013" y="1461358"/>
                </a:lnTo>
                <a:lnTo>
                  <a:pt x="1042641" y="1372968"/>
                </a:lnTo>
                <a:lnTo>
                  <a:pt x="1062623" y="1338478"/>
                </a:lnTo>
                <a:lnTo>
                  <a:pt x="1087726" y="1334293"/>
                </a:lnTo>
                <a:lnTo>
                  <a:pt x="1178904" y="1388698"/>
                </a:lnTo>
                <a:lnTo>
                  <a:pt x="1201699" y="1350167"/>
                </a:lnTo>
                <a:lnTo>
                  <a:pt x="1118311" y="1300019"/>
                </a:lnTo>
                <a:lnTo>
                  <a:pt x="1135118" y="1272167"/>
                </a:lnTo>
                <a:lnTo>
                  <a:pt x="1102730" y="1237317"/>
                </a:lnTo>
                <a:lnTo>
                  <a:pt x="1079574" y="1252974"/>
                </a:lnTo>
                <a:lnTo>
                  <a:pt x="1034273" y="1257448"/>
                </a:lnTo>
                <a:lnTo>
                  <a:pt x="998711" y="1246264"/>
                </a:lnTo>
                <a:lnTo>
                  <a:pt x="996835" y="1238760"/>
                </a:lnTo>
                <a:lnTo>
                  <a:pt x="1003616" y="1225844"/>
                </a:lnTo>
                <a:lnTo>
                  <a:pt x="993517" y="1222669"/>
                </a:lnTo>
                <a:lnTo>
                  <a:pt x="974978" y="1240780"/>
                </a:lnTo>
                <a:lnTo>
                  <a:pt x="894115" y="1220432"/>
                </a:lnTo>
                <a:lnTo>
                  <a:pt x="879399" y="1230245"/>
                </a:lnTo>
                <a:lnTo>
                  <a:pt x="842610" y="1212279"/>
                </a:lnTo>
                <a:lnTo>
                  <a:pt x="794568" y="1171439"/>
                </a:lnTo>
                <a:lnTo>
                  <a:pt x="768239" y="1171295"/>
                </a:lnTo>
                <a:lnTo>
                  <a:pt x="771341" y="1185509"/>
                </a:lnTo>
                <a:lnTo>
                  <a:pt x="791034" y="1189622"/>
                </a:lnTo>
                <a:lnTo>
                  <a:pt x="831141" y="1223679"/>
                </a:lnTo>
                <a:lnTo>
                  <a:pt x="827390" y="1233564"/>
                </a:lnTo>
                <a:lnTo>
                  <a:pt x="844197" y="1234575"/>
                </a:lnTo>
                <a:lnTo>
                  <a:pt x="765931" y="1235008"/>
                </a:lnTo>
                <a:lnTo>
                  <a:pt x="765426" y="1282197"/>
                </a:lnTo>
                <a:lnTo>
                  <a:pt x="769033" y="1291072"/>
                </a:lnTo>
                <a:lnTo>
                  <a:pt x="805894" y="1299514"/>
                </a:lnTo>
                <a:lnTo>
                  <a:pt x="811232" y="1289990"/>
                </a:lnTo>
                <a:lnTo>
                  <a:pt x="822990" y="1293742"/>
                </a:lnTo>
                <a:lnTo>
                  <a:pt x="816353" y="1304421"/>
                </a:lnTo>
                <a:lnTo>
                  <a:pt x="825947" y="1296123"/>
                </a:lnTo>
                <a:lnTo>
                  <a:pt x="831718" y="1294680"/>
                </a:lnTo>
                <a:lnTo>
                  <a:pt x="857110" y="1307235"/>
                </a:lnTo>
                <a:lnTo>
                  <a:pt x="867064" y="1324336"/>
                </a:lnTo>
                <a:lnTo>
                  <a:pt x="871104" y="1346415"/>
                </a:lnTo>
                <a:lnTo>
                  <a:pt x="893538" y="1371742"/>
                </a:lnTo>
                <a:lnTo>
                  <a:pt x="899236" y="1369721"/>
                </a:lnTo>
                <a:lnTo>
                  <a:pt x="898948" y="1372535"/>
                </a:lnTo>
                <a:lnTo>
                  <a:pt x="903060" y="1373690"/>
                </a:lnTo>
                <a:lnTo>
                  <a:pt x="902987" y="1381266"/>
                </a:lnTo>
                <a:lnTo>
                  <a:pt x="908109" y="1378452"/>
                </a:lnTo>
                <a:lnTo>
                  <a:pt x="910706" y="1386173"/>
                </a:lnTo>
                <a:lnTo>
                  <a:pt x="938911" y="1390646"/>
                </a:lnTo>
                <a:lnTo>
                  <a:pt x="969063" y="1421240"/>
                </a:lnTo>
                <a:lnTo>
                  <a:pt x="969712" y="1426291"/>
                </a:lnTo>
                <a:lnTo>
                  <a:pt x="958315" y="1438124"/>
                </a:lnTo>
                <a:lnTo>
                  <a:pt x="948216" y="1444185"/>
                </a:lnTo>
                <a:lnTo>
                  <a:pt x="930976" y="1447865"/>
                </a:lnTo>
                <a:lnTo>
                  <a:pt x="917198" y="1454215"/>
                </a:lnTo>
                <a:lnTo>
                  <a:pt x="908253" y="1445773"/>
                </a:lnTo>
                <a:lnTo>
                  <a:pt x="894476" y="1444907"/>
                </a:lnTo>
                <a:lnTo>
                  <a:pt x="869012" y="1436609"/>
                </a:lnTo>
                <a:lnTo>
                  <a:pt x="850185" y="1453998"/>
                </a:lnTo>
                <a:lnTo>
                  <a:pt x="854729" y="1455442"/>
                </a:lnTo>
                <a:lnTo>
                  <a:pt x="869589" y="1441732"/>
                </a:lnTo>
                <a:lnTo>
                  <a:pt x="874638" y="1441949"/>
                </a:lnTo>
                <a:lnTo>
                  <a:pt x="905729" y="1449020"/>
                </a:lnTo>
                <a:lnTo>
                  <a:pt x="917703" y="1460637"/>
                </a:lnTo>
                <a:lnTo>
                  <a:pt x="919146" y="1466553"/>
                </a:lnTo>
                <a:lnTo>
                  <a:pt x="904863" y="1496931"/>
                </a:lnTo>
                <a:lnTo>
                  <a:pt x="891662" y="1507033"/>
                </a:lnTo>
                <a:lnTo>
                  <a:pt x="842538" y="1528318"/>
                </a:lnTo>
                <a:lnTo>
                  <a:pt x="808274" y="1499384"/>
                </a:lnTo>
                <a:lnTo>
                  <a:pt x="758140" y="1472182"/>
                </a:lnTo>
                <a:lnTo>
                  <a:pt x="757419" y="1461503"/>
                </a:lnTo>
                <a:lnTo>
                  <a:pt x="753740" y="1453854"/>
                </a:lnTo>
                <a:lnTo>
                  <a:pt x="743280" y="1470666"/>
                </a:lnTo>
                <a:lnTo>
                  <a:pt x="724381" y="1460565"/>
                </a:lnTo>
                <a:lnTo>
                  <a:pt x="714931" y="1480479"/>
                </a:lnTo>
                <a:lnTo>
                  <a:pt x="779997" y="1519227"/>
                </a:lnTo>
                <a:lnTo>
                  <a:pt x="781800" y="1527885"/>
                </a:lnTo>
                <a:lnTo>
                  <a:pt x="724453" y="1560283"/>
                </a:lnTo>
                <a:lnTo>
                  <a:pt x="637819" y="1591093"/>
                </a:lnTo>
                <a:lnTo>
                  <a:pt x="611057" y="1496354"/>
                </a:lnTo>
                <a:lnTo>
                  <a:pt x="571815" y="1460204"/>
                </a:lnTo>
                <a:lnTo>
                  <a:pt x="536902" y="1498735"/>
                </a:lnTo>
                <a:lnTo>
                  <a:pt x="578596" y="1537193"/>
                </a:lnTo>
                <a:lnTo>
                  <a:pt x="610840" y="1650693"/>
                </a:lnTo>
                <a:lnTo>
                  <a:pt x="610912" y="1664908"/>
                </a:lnTo>
                <a:lnTo>
                  <a:pt x="606440" y="1674288"/>
                </a:lnTo>
                <a:lnTo>
                  <a:pt x="592518" y="1689008"/>
                </a:lnTo>
                <a:lnTo>
                  <a:pt x="586242" y="1682586"/>
                </a:lnTo>
                <a:lnTo>
                  <a:pt x="554647" y="1716427"/>
                </a:lnTo>
                <a:lnTo>
                  <a:pt x="557821" y="1723787"/>
                </a:lnTo>
                <a:lnTo>
                  <a:pt x="495640" y="1786706"/>
                </a:lnTo>
                <a:lnTo>
                  <a:pt x="488355" y="1790530"/>
                </a:lnTo>
                <a:lnTo>
                  <a:pt x="480204" y="1789448"/>
                </a:lnTo>
                <a:lnTo>
                  <a:pt x="474144" y="1783892"/>
                </a:lnTo>
                <a:lnTo>
                  <a:pt x="462386" y="1759215"/>
                </a:lnTo>
                <a:lnTo>
                  <a:pt x="461376" y="1748969"/>
                </a:lnTo>
                <a:lnTo>
                  <a:pt x="463612" y="1749330"/>
                </a:lnTo>
                <a:lnTo>
                  <a:pt x="464911" y="1758205"/>
                </a:lnTo>
                <a:lnTo>
                  <a:pt x="476525" y="1782521"/>
                </a:lnTo>
                <a:lnTo>
                  <a:pt x="479410" y="1783603"/>
                </a:lnTo>
                <a:lnTo>
                  <a:pt x="507254" y="1756329"/>
                </a:lnTo>
                <a:lnTo>
                  <a:pt x="508697" y="1746588"/>
                </a:lnTo>
                <a:lnTo>
                  <a:pt x="496578" y="1720973"/>
                </a:lnTo>
                <a:lnTo>
                  <a:pt x="491601" y="1717509"/>
                </a:lnTo>
                <a:lnTo>
                  <a:pt x="484820" y="1704882"/>
                </a:lnTo>
                <a:lnTo>
                  <a:pt x="455173" y="1702212"/>
                </a:lnTo>
                <a:lnTo>
                  <a:pt x="428122" y="1646076"/>
                </a:lnTo>
                <a:lnTo>
                  <a:pt x="413479" y="1629191"/>
                </a:lnTo>
                <a:lnTo>
                  <a:pt x="346465" y="1463018"/>
                </a:lnTo>
                <a:lnTo>
                  <a:pt x="346465" y="1427662"/>
                </a:lnTo>
                <a:lnTo>
                  <a:pt x="382749" y="1399233"/>
                </a:lnTo>
                <a:lnTo>
                  <a:pt x="397465" y="1419797"/>
                </a:lnTo>
                <a:lnTo>
                  <a:pt x="512881" y="1338911"/>
                </a:lnTo>
                <a:lnTo>
                  <a:pt x="561644" y="1309688"/>
                </a:lnTo>
                <a:lnTo>
                  <a:pt x="598361" y="1298432"/>
                </a:lnTo>
                <a:lnTo>
                  <a:pt x="627936" y="1299370"/>
                </a:lnTo>
                <a:lnTo>
                  <a:pt x="653905" y="1295546"/>
                </a:lnTo>
                <a:lnTo>
                  <a:pt x="657944" y="1300092"/>
                </a:lnTo>
                <a:lnTo>
                  <a:pt x="619929" y="1341869"/>
                </a:lnTo>
                <a:lnTo>
                  <a:pt x="615457" y="1358032"/>
                </a:lnTo>
                <a:lnTo>
                  <a:pt x="588118" y="1384730"/>
                </a:lnTo>
                <a:lnTo>
                  <a:pt x="566477" y="1401542"/>
                </a:lnTo>
                <a:lnTo>
                  <a:pt x="594105" y="1428816"/>
                </a:lnTo>
                <a:lnTo>
                  <a:pt x="623175" y="1397645"/>
                </a:lnTo>
                <a:lnTo>
                  <a:pt x="632409" y="1405366"/>
                </a:lnTo>
                <a:lnTo>
                  <a:pt x="642868" y="1398800"/>
                </a:lnTo>
                <a:lnTo>
                  <a:pt x="649360" y="1398583"/>
                </a:lnTo>
                <a:lnTo>
                  <a:pt x="646908" y="1393605"/>
                </a:lnTo>
                <a:lnTo>
                  <a:pt x="650659" y="1393388"/>
                </a:lnTo>
                <a:lnTo>
                  <a:pt x="651380" y="1396419"/>
                </a:lnTo>
                <a:lnTo>
                  <a:pt x="655708" y="1394615"/>
                </a:lnTo>
                <a:lnTo>
                  <a:pt x="648351" y="1382637"/>
                </a:lnTo>
                <a:lnTo>
                  <a:pt x="653761" y="1369938"/>
                </a:lnTo>
                <a:lnTo>
                  <a:pt x="649360" y="1366402"/>
                </a:lnTo>
                <a:lnTo>
                  <a:pt x="665591" y="1350889"/>
                </a:lnTo>
                <a:lnTo>
                  <a:pt x="709305" y="1297927"/>
                </a:lnTo>
                <a:lnTo>
                  <a:pt x="718466" y="1296917"/>
                </a:lnTo>
                <a:lnTo>
                  <a:pt x="719764" y="1290639"/>
                </a:lnTo>
                <a:lnTo>
                  <a:pt x="726473" y="1286599"/>
                </a:lnTo>
                <a:lnTo>
                  <a:pt x="741549" y="1284722"/>
                </a:lnTo>
                <a:lnTo>
                  <a:pt x="765714" y="1292804"/>
                </a:lnTo>
                <a:lnTo>
                  <a:pt x="761675" y="1281548"/>
                </a:lnTo>
                <a:lnTo>
                  <a:pt x="762685" y="1181901"/>
                </a:lnTo>
                <a:lnTo>
                  <a:pt x="758212" y="1171511"/>
                </a:lnTo>
                <a:lnTo>
                  <a:pt x="751143" y="1176273"/>
                </a:lnTo>
                <a:lnTo>
                  <a:pt x="740756" y="1177211"/>
                </a:lnTo>
                <a:lnTo>
                  <a:pt x="741333" y="1193302"/>
                </a:lnTo>
                <a:lnTo>
                  <a:pt x="736644" y="1197126"/>
                </a:lnTo>
                <a:lnTo>
                  <a:pt x="733181" y="1211269"/>
                </a:lnTo>
                <a:lnTo>
                  <a:pt x="736139" y="1211124"/>
                </a:lnTo>
                <a:lnTo>
                  <a:pt x="736355" y="1217330"/>
                </a:lnTo>
                <a:lnTo>
                  <a:pt x="697619" y="1218917"/>
                </a:lnTo>
                <a:lnTo>
                  <a:pt x="696897" y="1203259"/>
                </a:lnTo>
                <a:lnTo>
                  <a:pt x="675329" y="1195972"/>
                </a:lnTo>
                <a:lnTo>
                  <a:pt x="660686" y="1177789"/>
                </a:lnTo>
                <a:lnTo>
                  <a:pt x="660686" y="1177789"/>
                </a:lnTo>
              </a:path>
            </a:pathLst>
          </a:custGeom>
          <a:noFill xmlns:a="http://schemas.openxmlformats.org/drawingml/2006/main"/>
          <a:ln xmlns:a="http://schemas.openxmlformats.org/drawingml/2006/main" w="3579">
            <a:solidFill>
              <a:srgbClr val="E4EAF4"/>
            </a:solidFill>
            <a:prstDash val="solid"/>
          </a:ln>
        </p:spPr>
      </p:sp>
      <p:sp>
        <p:nvSpPr>
          <p:cNvPr id="754" name="Editable chart path">
            <a:extLst xmlns:a="http://schemas.openxmlformats.org/drawingml/2006/main">
              <a:ext uri="{FF2B5EF4-FFF2-40B4-BE49-F238E27FC236}">
                <a16:creationId xmlns:a16="http://schemas.microsoft.com/office/drawing/2014/main" id="{57088488-5C63-4A77-AA5B-B0D574076428}"/>
              </a:ext>
            </a:extLst>
          </p:cNvPr>
          <p:cNvSpPr>
            <a:spLocks xmlns:a="http://schemas.openxmlformats.org/drawingml/2006/main" noGrp="1"/>
          </p:cNvSpPr>
          <p:nvPr/>
        </p:nvSpPr>
        <p:spPr>
          <a:xfrm xmlns:a="http://schemas.openxmlformats.org/drawingml/2006/main">
            <a:off x="9229080" y="2703031"/>
            <a:ext cx="520102" cy="194135"/>
          </a:xfrm>
          <a:custGeom xmlns:a="http://schemas.openxmlformats.org/drawingml/2006/main">
            <a:pathLst>
              <a:path w="553637" h="206652">
                <a:moveTo>
                  <a:pt x="11974" y="60827"/>
                </a:moveTo>
                <a:lnTo>
                  <a:pt x="13489" y="57147"/>
                </a:lnTo>
                <a:lnTo>
                  <a:pt x="8728" y="53756"/>
                </a:lnTo>
                <a:lnTo>
                  <a:pt x="7863" y="45241"/>
                </a:lnTo>
                <a:lnTo>
                  <a:pt x="0" y="41273"/>
                </a:lnTo>
                <a:lnTo>
                  <a:pt x="1948" y="33264"/>
                </a:lnTo>
                <a:lnTo>
                  <a:pt x="72" y="32109"/>
                </a:lnTo>
                <a:lnTo>
                  <a:pt x="20126" y="27202"/>
                </a:lnTo>
                <a:lnTo>
                  <a:pt x="29503" y="14647"/>
                </a:lnTo>
                <a:lnTo>
                  <a:pt x="43353" y="10462"/>
                </a:lnTo>
                <a:lnTo>
                  <a:pt x="52803" y="0"/>
                </a:lnTo>
                <a:lnTo>
                  <a:pt x="85985" y="11473"/>
                </a:lnTo>
                <a:lnTo>
                  <a:pt x="119384" y="27130"/>
                </a:lnTo>
                <a:lnTo>
                  <a:pt x="139726" y="30522"/>
                </a:lnTo>
                <a:lnTo>
                  <a:pt x="156533" y="39469"/>
                </a:lnTo>
                <a:lnTo>
                  <a:pt x="163602" y="46901"/>
                </a:lnTo>
                <a:lnTo>
                  <a:pt x="166416" y="55848"/>
                </a:lnTo>
                <a:lnTo>
                  <a:pt x="194116" y="67970"/>
                </a:lnTo>
                <a:lnTo>
                  <a:pt x="195919" y="64218"/>
                </a:lnTo>
                <a:lnTo>
                  <a:pt x="208903" y="65084"/>
                </a:lnTo>
                <a:lnTo>
                  <a:pt x="213953" y="75041"/>
                </a:lnTo>
                <a:lnTo>
                  <a:pt x="236675" y="73382"/>
                </a:lnTo>
                <a:lnTo>
                  <a:pt x="252545" y="75330"/>
                </a:lnTo>
                <a:lnTo>
                  <a:pt x="271517" y="68259"/>
                </a:lnTo>
                <a:lnTo>
                  <a:pt x="309171" y="65084"/>
                </a:lnTo>
                <a:lnTo>
                  <a:pt x="317683" y="60682"/>
                </a:lnTo>
                <a:lnTo>
                  <a:pt x="335140" y="64290"/>
                </a:lnTo>
                <a:lnTo>
                  <a:pt x="344589" y="71361"/>
                </a:lnTo>
                <a:lnTo>
                  <a:pt x="355410" y="69702"/>
                </a:lnTo>
                <a:lnTo>
                  <a:pt x="378132" y="75546"/>
                </a:lnTo>
                <a:lnTo>
                  <a:pt x="412757" y="73670"/>
                </a:lnTo>
                <a:lnTo>
                  <a:pt x="422568" y="70207"/>
                </a:lnTo>
                <a:lnTo>
                  <a:pt x="427906" y="64867"/>
                </a:lnTo>
                <a:lnTo>
                  <a:pt x="487273" y="63208"/>
                </a:lnTo>
                <a:lnTo>
                  <a:pt x="509202" y="72805"/>
                </a:lnTo>
                <a:lnTo>
                  <a:pt x="525144" y="90122"/>
                </a:lnTo>
                <a:lnTo>
                  <a:pt x="540581" y="126488"/>
                </a:lnTo>
                <a:lnTo>
                  <a:pt x="553637" y="175048"/>
                </a:lnTo>
                <a:lnTo>
                  <a:pt x="550535" y="180099"/>
                </a:lnTo>
                <a:lnTo>
                  <a:pt x="542023" y="182553"/>
                </a:lnTo>
                <a:lnTo>
                  <a:pt x="505307" y="173461"/>
                </a:lnTo>
                <a:lnTo>
                  <a:pt x="449835" y="173172"/>
                </a:lnTo>
                <a:lnTo>
                  <a:pt x="445074" y="183058"/>
                </a:lnTo>
                <a:lnTo>
                  <a:pt x="439808" y="179017"/>
                </a:lnTo>
                <a:lnTo>
                  <a:pt x="441467" y="174255"/>
                </a:lnTo>
                <a:lnTo>
                  <a:pt x="437427" y="173100"/>
                </a:lnTo>
                <a:lnTo>
                  <a:pt x="373732" y="172667"/>
                </a:lnTo>
                <a:lnTo>
                  <a:pt x="348341" y="184934"/>
                </a:lnTo>
                <a:lnTo>
                  <a:pt x="335356" y="177718"/>
                </a:lnTo>
                <a:lnTo>
                  <a:pt x="331028" y="183274"/>
                </a:lnTo>
                <a:lnTo>
                  <a:pt x="319775" y="187603"/>
                </a:lnTo>
                <a:lnTo>
                  <a:pt x="317322" y="184212"/>
                </a:lnTo>
                <a:lnTo>
                  <a:pt x="312345" y="185727"/>
                </a:lnTo>
                <a:lnTo>
                  <a:pt x="301236" y="194675"/>
                </a:lnTo>
                <a:lnTo>
                  <a:pt x="293806" y="196551"/>
                </a:lnTo>
                <a:lnTo>
                  <a:pt x="287314" y="194602"/>
                </a:lnTo>
                <a:lnTo>
                  <a:pt x="258893" y="204632"/>
                </a:lnTo>
                <a:lnTo>
                  <a:pt x="231193" y="206652"/>
                </a:lnTo>
                <a:lnTo>
                  <a:pt x="210779" y="182625"/>
                </a:lnTo>
                <a:lnTo>
                  <a:pt x="205874" y="167400"/>
                </a:lnTo>
                <a:lnTo>
                  <a:pt x="195414" y="161050"/>
                </a:lnTo>
                <a:lnTo>
                  <a:pt x="173846" y="162638"/>
                </a:lnTo>
                <a:lnTo>
                  <a:pt x="160717" y="137889"/>
                </a:lnTo>
                <a:lnTo>
                  <a:pt x="162088" y="130962"/>
                </a:lnTo>
                <a:lnTo>
                  <a:pt x="158914" y="132260"/>
                </a:lnTo>
                <a:lnTo>
                  <a:pt x="146362" y="123457"/>
                </a:lnTo>
                <a:lnTo>
                  <a:pt x="131863" y="122231"/>
                </a:lnTo>
                <a:lnTo>
                  <a:pt x="126669" y="116891"/>
                </a:lnTo>
                <a:lnTo>
                  <a:pt x="106183" y="110975"/>
                </a:lnTo>
                <a:lnTo>
                  <a:pt x="90602" y="99718"/>
                </a:lnTo>
                <a:lnTo>
                  <a:pt x="85985" y="97987"/>
                </a:lnTo>
                <a:lnTo>
                  <a:pt x="86995" y="100801"/>
                </a:lnTo>
                <a:lnTo>
                  <a:pt x="81801" y="100151"/>
                </a:lnTo>
                <a:lnTo>
                  <a:pt x="76030" y="93152"/>
                </a:lnTo>
                <a:lnTo>
                  <a:pt x="57925" y="89761"/>
                </a:lnTo>
                <a:lnTo>
                  <a:pt x="52514" y="78433"/>
                </a:lnTo>
                <a:lnTo>
                  <a:pt x="41550" y="76484"/>
                </a:lnTo>
                <a:lnTo>
                  <a:pt x="37438" y="80092"/>
                </a:lnTo>
                <a:lnTo>
                  <a:pt x="30802" y="78793"/>
                </a:lnTo>
                <a:lnTo>
                  <a:pt x="17168" y="64507"/>
                </a:lnTo>
                <a:lnTo>
                  <a:pt x="14355" y="65733"/>
                </a:lnTo>
                <a:lnTo>
                  <a:pt x="15653" y="60971"/>
                </a:lnTo>
                <a:lnTo>
                  <a:pt x="11974" y="60827"/>
                </a:lnTo>
              </a:path>
            </a:pathLst>
          </a:custGeom>
          <a:noFill xmlns:a="http://schemas.openxmlformats.org/drawingml/2006/main"/>
          <a:ln xmlns:a="http://schemas.openxmlformats.org/drawingml/2006/main" w="3579">
            <a:solidFill>
              <a:srgbClr val="E4EAF4"/>
            </a:solidFill>
            <a:prstDash val="solid"/>
          </a:ln>
        </p:spPr>
      </p:sp>
      <p:sp>
        <p:nvSpPr>
          <p:cNvPr id="755" name="Editable chart path">
            <a:extLst xmlns:a="http://schemas.openxmlformats.org/drawingml/2006/main">
              <a:ext uri="{FF2B5EF4-FFF2-40B4-BE49-F238E27FC236}">
                <a16:creationId xmlns:a16="http://schemas.microsoft.com/office/drawing/2014/main" id="{19122285-5423-44AF-AAC8-C99D3942AEA8}"/>
              </a:ext>
            </a:extLst>
          </p:cNvPr>
          <p:cNvSpPr>
            <a:spLocks xmlns:a="http://schemas.openxmlformats.org/drawingml/2006/main" noGrp="1"/>
          </p:cNvSpPr>
          <p:nvPr/>
        </p:nvSpPr>
        <p:spPr>
          <a:xfrm xmlns:a="http://schemas.openxmlformats.org/drawingml/2006/main">
            <a:off x="8665134" y="4028830"/>
            <a:ext cx="110052" cy="129807"/>
          </a:xfrm>
          <a:custGeom xmlns:a="http://schemas.openxmlformats.org/drawingml/2006/main">
            <a:pathLst>
              <a:path w="117147" h="138177">
                <a:moveTo>
                  <a:pt x="39963" y="11761"/>
                </a:moveTo>
                <a:lnTo>
                  <a:pt x="45950" y="20420"/>
                </a:lnTo>
                <a:lnTo>
                  <a:pt x="50062" y="16091"/>
                </a:lnTo>
                <a:lnTo>
                  <a:pt x="57780" y="16379"/>
                </a:lnTo>
                <a:lnTo>
                  <a:pt x="61676" y="13565"/>
                </a:lnTo>
                <a:lnTo>
                  <a:pt x="57420" y="9813"/>
                </a:lnTo>
                <a:lnTo>
                  <a:pt x="56410" y="11833"/>
                </a:lnTo>
                <a:lnTo>
                  <a:pt x="58934" y="7216"/>
                </a:lnTo>
                <a:lnTo>
                  <a:pt x="105534" y="1299"/>
                </a:lnTo>
                <a:lnTo>
                  <a:pt x="109573" y="4185"/>
                </a:lnTo>
                <a:lnTo>
                  <a:pt x="109573" y="10462"/>
                </a:lnTo>
                <a:lnTo>
                  <a:pt x="102360" y="22296"/>
                </a:lnTo>
                <a:lnTo>
                  <a:pt x="84398" y="29079"/>
                </a:lnTo>
                <a:lnTo>
                  <a:pt x="85336" y="25182"/>
                </a:lnTo>
                <a:lnTo>
                  <a:pt x="78772" y="24388"/>
                </a:lnTo>
                <a:lnTo>
                  <a:pt x="74011" y="29151"/>
                </a:lnTo>
                <a:lnTo>
                  <a:pt x="72496" y="36294"/>
                </a:lnTo>
                <a:lnTo>
                  <a:pt x="79132" y="50076"/>
                </a:lnTo>
                <a:lnTo>
                  <a:pt x="86923" y="50148"/>
                </a:lnTo>
                <a:lnTo>
                  <a:pt x="88510" y="47406"/>
                </a:lnTo>
                <a:lnTo>
                  <a:pt x="85985" y="45674"/>
                </a:lnTo>
                <a:lnTo>
                  <a:pt x="91539" y="47622"/>
                </a:lnTo>
                <a:lnTo>
                  <a:pt x="94858" y="64074"/>
                </a:lnTo>
                <a:lnTo>
                  <a:pt x="109213" y="76340"/>
                </a:lnTo>
                <a:lnTo>
                  <a:pt x="112098" y="84061"/>
                </a:lnTo>
                <a:lnTo>
                  <a:pt x="116859" y="87380"/>
                </a:lnTo>
                <a:lnTo>
                  <a:pt x="117147" y="92070"/>
                </a:lnTo>
                <a:lnTo>
                  <a:pt x="113901" y="89039"/>
                </a:lnTo>
                <a:lnTo>
                  <a:pt x="108996" y="91204"/>
                </a:lnTo>
                <a:lnTo>
                  <a:pt x="105967" y="99935"/>
                </a:lnTo>
                <a:lnTo>
                  <a:pt x="110078" y="103254"/>
                </a:lnTo>
                <a:lnTo>
                  <a:pt x="99691" y="107655"/>
                </a:lnTo>
                <a:lnTo>
                  <a:pt x="102071" y="105635"/>
                </a:lnTo>
                <a:lnTo>
                  <a:pt x="94136" y="101739"/>
                </a:lnTo>
                <a:lnTo>
                  <a:pt x="89015" y="94018"/>
                </a:lnTo>
                <a:lnTo>
                  <a:pt x="76463" y="84277"/>
                </a:lnTo>
                <a:lnTo>
                  <a:pt x="67302" y="71145"/>
                </a:lnTo>
                <a:lnTo>
                  <a:pt x="58574" y="84133"/>
                </a:lnTo>
                <a:lnTo>
                  <a:pt x="60666" y="97121"/>
                </a:lnTo>
                <a:lnTo>
                  <a:pt x="60594" y="92792"/>
                </a:lnTo>
                <a:lnTo>
                  <a:pt x="54751" y="93802"/>
                </a:lnTo>
                <a:lnTo>
                  <a:pt x="57420" y="108088"/>
                </a:lnTo>
                <a:lnTo>
                  <a:pt x="60016" y="108954"/>
                </a:lnTo>
                <a:lnTo>
                  <a:pt x="60954" y="106357"/>
                </a:lnTo>
                <a:lnTo>
                  <a:pt x="61748" y="118479"/>
                </a:lnTo>
                <a:lnTo>
                  <a:pt x="58502" y="117757"/>
                </a:lnTo>
                <a:lnTo>
                  <a:pt x="57708" y="125189"/>
                </a:lnTo>
                <a:lnTo>
                  <a:pt x="60594" y="128364"/>
                </a:lnTo>
                <a:lnTo>
                  <a:pt x="64272" y="126993"/>
                </a:lnTo>
                <a:lnTo>
                  <a:pt x="65210" y="132621"/>
                </a:lnTo>
                <a:lnTo>
                  <a:pt x="60666" y="138177"/>
                </a:lnTo>
                <a:lnTo>
                  <a:pt x="51432" y="128653"/>
                </a:lnTo>
                <a:lnTo>
                  <a:pt x="44363" y="126849"/>
                </a:lnTo>
                <a:lnTo>
                  <a:pt x="36140" y="112706"/>
                </a:lnTo>
                <a:lnTo>
                  <a:pt x="0" y="74608"/>
                </a:lnTo>
                <a:lnTo>
                  <a:pt x="8440" y="67104"/>
                </a:lnTo>
                <a:lnTo>
                  <a:pt x="17096" y="65228"/>
                </a:lnTo>
                <a:lnTo>
                  <a:pt x="21929" y="67032"/>
                </a:lnTo>
                <a:lnTo>
                  <a:pt x="19549" y="67537"/>
                </a:lnTo>
                <a:lnTo>
                  <a:pt x="23155" y="70784"/>
                </a:lnTo>
                <a:lnTo>
                  <a:pt x="26401" y="70856"/>
                </a:lnTo>
                <a:lnTo>
                  <a:pt x="25824" y="68620"/>
                </a:lnTo>
                <a:lnTo>
                  <a:pt x="30657" y="73526"/>
                </a:lnTo>
                <a:lnTo>
                  <a:pt x="39169" y="74969"/>
                </a:lnTo>
                <a:lnTo>
                  <a:pt x="37294" y="79443"/>
                </a:lnTo>
                <a:lnTo>
                  <a:pt x="50855" y="86875"/>
                </a:lnTo>
                <a:lnTo>
                  <a:pt x="53380" y="82834"/>
                </a:lnTo>
                <a:lnTo>
                  <a:pt x="47970" y="78505"/>
                </a:lnTo>
                <a:lnTo>
                  <a:pt x="57925" y="83339"/>
                </a:lnTo>
                <a:lnTo>
                  <a:pt x="65715" y="70640"/>
                </a:lnTo>
                <a:lnTo>
                  <a:pt x="64272" y="64218"/>
                </a:lnTo>
                <a:lnTo>
                  <a:pt x="66725" y="60322"/>
                </a:lnTo>
                <a:lnTo>
                  <a:pt x="63840" y="55848"/>
                </a:lnTo>
                <a:lnTo>
                  <a:pt x="61459" y="57652"/>
                </a:lnTo>
                <a:lnTo>
                  <a:pt x="50927" y="48633"/>
                </a:lnTo>
                <a:lnTo>
                  <a:pt x="57059" y="43149"/>
                </a:lnTo>
                <a:lnTo>
                  <a:pt x="61243" y="46612"/>
                </a:lnTo>
                <a:lnTo>
                  <a:pt x="65282" y="45097"/>
                </a:lnTo>
                <a:lnTo>
                  <a:pt x="64705" y="33264"/>
                </a:lnTo>
                <a:lnTo>
                  <a:pt x="51000" y="33841"/>
                </a:lnTo>
                <a:lnTo>
                  <a:pt x="49196" y="24244"/>
                </a:lnTo>
                <a:lnTo>
                  <a:pt x="35707" y="42066"/>
                </a:lnTo>
                <a:lnTo>
                  <a:pt x="26113" y="43293"/>
                </a:lnTo>
                <a:lnTo>
                  <a:pt x="27339" y="37593"/>
                </a:lnTo>
                <a:lnTo>
                  <a:pt x="41838" y="32037"/>
                </a:lnTo>
                <a:lnTo>
                  <a:pt x="45084" y="21502"/>
                </a:lnTo>
                <a:lnTo>
                  <a:pt x="36428" y="11906"/>
                </a:lnTo>
                <a:lnTo>
                  <a:pt x="33687" y="15586"/>
                </a:lnTo>
                <a:lnTo>
                  <a:pt x="35418" y="16884"/>
                </a:lnTo>
                <a:lnTo>
                  <a:pt x="30585" y="16307"/>
                </a:lnTo>
                <a:lnTo>
                  <a:pt x="16880" y="2742"/>
                </a:lnTo>
                <a:lnTo>
                  <a:pt x="19476" y="0"/>
                </a:lnTo>
                <a:lnTo>
                  <a:pt x="38232" y="5772"/>
                </a:lnTo>
                <a:lnTo>
                  <a:pt x="39963" y="11761"/>
                </a:lnTo>
              </a:path>
            </a:pathLst>
          </a:custGeom>
          <a:noFill xmlns:a="http://schemas.openxmlformats.org/drawingml/2006/main"/>
          <a:ln xmlns:a="http://schemas.openxmlformats.org/drawingml/2006/main" w="3579">
            <a:solidFill>
              <a:srgbClr val="E4EAF4"/>
            </a:solidFill>
            <a:prstDash val="solid"/>
          </a:ln>
        </p:spPr>
      </p:sp>
      <p:sp>
        <p:nvSpPr>
          <p:cNvPr id="756" name="Editable chart path">
            <a:extLst xmlns:a="http://schemas.openxmlformats.org/drawingml/2006/main">
              <a:ext uri="{FF2B5EF4-FFF2-40B4-BE49-F238E27FC236}">
                <a16:creationId xmlns:a16="http://schemas.microsoft.com/office/drawing/2014/main" id="{4E2D251B-D72B-43DA-BFD7-2CE4FDEF9128}"/>
              </a:ext>
            </a:extLst>
          </p:cNvPr>
          <p:cNvSpPr>
            <a:spLocks xmlns:a="http://schemas.openxmlformats.org/drawingml/2006/main" noGrp="1"/>
          </p:cNvSpPr>
          <p:nvPr/>
        </p:nvSpPr>
        <p:spPr>
          <a:xfrm xmlns:a="http://schemas.openxmlformats.org/drawingml/2006/main">
            <a:off x="8675705" y="3940574"/>
            <a:ext cx="72238" cy="52804"/>
          </a:xfrm>
          <a:custGeom xmlns:a="http://schemas.openxmlformats.org/drawingml/2006/main">
            <a:pathLst>
              <a:path w="76896" h="56209">
                <a:moveTo>
                  <a:pt x="76896" y="33480"/>
                </a:moveTo>
                <a:lnTo>
                  <a:pt x="75237" y="43293"/>
                </a:lnTo>
                <a:lnTo>
                  <a:pt x="67374" y="48127"/>
                </a:lnTo>
                <a:lnTo>
                  <a:pt x="39746" y="36150"/>
                </a:lnTo>
                <a:lnTo>
                  <a:pt x="31090" y="39108"/>
                </a:lnTo>
                <a:lnTo>
                  <a:pt x="9378" y="56209"/>
                </a:lnTo>
                <a:lnTo>
                  <a:pt x="3318" y="55992"/>
                </a:lnTo>
                <a:lnTo>
                  <a:pt x="0" y="51086"/>
                </a:lnTo>
                <a:lnTo>
                  <a:pt x="3390" y="41417"/>
                </a:lnTo>
                <a:lnTo>
                  <a:pt x="32821" y="21574"/>
                </a:lnTo>
                <a:lnTo>
                  <a:pt x="53091" y="0"/>
                </a:lnTo>
                <a:lnTo>
                  <a:pt x="60161" y="2381"/>
                </a:lnTo>
                <a:lnTo>
                  <a:pt x="68312" y="10679"/>
                </a:lnTo>
                <a:lnTo>
                  <a:pt x="76896" y="33480"/>
                </a:lnTo>
              </a:path>
            </a:pathLst>
          </a:custGeom>
          <a:noFill xmlns:a="http://schemas.openxmlformats.org/drawingml/2006/main"/>
          <a:ln xmlns:a="http://schemas.openxmlformats.org/drawingml/2006/main" w="3579">
            <a:solidFill>
              <a:srgbClr val="E4EAF4"/>
            </a:solidFill>
            <a:prstDash val="solid"/>
          </a:ln>
        </p:spPr>
      </p:sp>
      <p:sp>
        <p:nvSpPr>
          <p:cNvPr id="757" name="Editable chart path">
            <a:extLst xmlns:a="http://schemas.openxmlformats.org/drawingml/2006/main">
              <a:ext uri="{FF2B5EF4-FFF2-40B4-BE49-F238E27FC236}">
                <a16:creationId xmlns:a16="http://schemas.microsoft.com/office/drawing/2014/main" id="{17A5F93F-D7BF-418E-A415-602D506467AE}"/>
              </a:ext>
            </a:extLst>
          </p:cNvPr>
          <p:cNvSpPr>
            <a:spLocks xmlns:a="http://schemas.openxmlformats.org/drawingml/2006/main" noGrp="1"/>
          </p:cNvSpPr>
          <p:nvPr/>
        </p:nvSpPr>
        <p:spPr>
          <a:xfrm xmlns:a="http://schemas.openxmlformats.org/drawingml/2006/main">
            <a:off x="8611938" y="4013375"/>
            <a:ext cx="35848" cy="49212"/>
          </a:xfrm>
          <a:custGeom xmlns:a="http://schemas.openxmlformats.org/drawingml/2006/main">
            <a:pathLst>
              <a:path w="38159" h="52385">
                <a:moveTo>
                  <a:pt x="38159" y="43726"/>
                </a:moveTo>
                <a:lnTo>
                  <a:pt x="36500" y="50942"/>
                </a:lnTo>
                <a:lnTo>
                  <a:pt x="32461" y="52385"/>
                </a:lnTo>
                <a:lnTo>
                  <a:pt x="13201" y="41489"/>
                </a:lnTo>
                <a:lnTo>
                  <a:pt x="0" y="13565"/>
                </a:lnTo>
                <a:lnTo>
                  <a:pt x="4617" y="0"/>
                </a:lnTo>
                <a:lnTo>
                  <a:pt x="17385" y="3896"/>
                </a:lnTo>
                <a:lnTo>
                  <a:pt x="28782" y="18472"/>
                </a:lnTo>
                <a:lnTo>
                  <a:pt x="38159" y="43726"/>
                </a:lnTo>
              </a:path>
            </a:pathLst>
          </a:custGeom>
          <a:noFill xmlns:a="http://schemas.openxmlformats.org/drawingml/2006/main"/>
          <a:ln xmlns:a="http://schemas.openxmlformats.org/drawingml/2006/main" w="3579">
            <a:solidFill>
              <a:srgbClr val="E4EAF4"/>
            </a:solidFill>
            <a:prstDash val="solid"/>
          </a:ln>
        </p:spPr>
      </p:sp>
      <p:sp>
        <p:nvSpPr>
          <p:cNvPr id="758" name="Editable chart path">
            <a:extLst xmlns:a="http://schemas.openxmlformats.org/drawingml/2006/main">
              <a:ext uri="{FF2B5EF4-FFF2-40B4-BE49-F238E27FC236}">
                <a16:creationId xmlns:a16="http://schemas.microsoft.com/office/drawing/2014/main" id="{014CCD2F-F4D1-42E6-85F7-5D649D1D79D7}"/>
              </a:ext>
            </a:extLst>
          </p:cNvPr>
          <p:cNvSpPr>
            <a:spLocks xmlns:a="http://schemas.openxmlformats.org/drawingml/2006/main" noGrp="1"/>
          </p:cNvSpPr>
          <p:nvPr/>
        </p:nvSpPr>
        <p:spPr>
          <a:xfrm xmlns:a="http://schemas.openxmlformats.org/drawingml/2006/main">
            <a:off x="8765630" y="4076753"/>
            <a:ext cx="32256" cy="31384"/>
          </a:xfrm>
          <a:custGeom xmlns:a="http://schemas.openxmlformats.org/drawingml/2006/main">
            <a:pathLst>
              <a:path w="34336" h="33408">
                <a:moveTo>
                  <a:pt x="18755" y="8298"/>
                </a:moveTo>
                <a:lnTo>
                  <a:pt x="24526" y="6277"/>
                </a:lnTo>
                <a:lnTo>
                  <a:pt x="20631" y="3319"/>
                </a:lnTo>
                <a:lnTo>
                  <a:pt x="23877" y="5267"/>
                </a:lnTo>
                <a:lnTo>
                  <a:pt x="32389" y="18688"/>
                </a:lnTo>
                <a:lnTo>
                  <a:pt x="34336" y="25543"/>
                </a:lnTo>
                <a:lnTo>
                  <a:pt x="28710" y="33408"/>
                </a:lnTo>
                <a:lnTo>
                  <a:pt x="24670" y="31820"/>
                </a:lnTo>
                <a:lnTo>
                  <a:pt x="28566" y="33119"/>
                </a:lnTo>
                <a:lnTo>
                  <a:pt x="32966" y="27347"/>
                </a:lnTo>
                <a:lnTo>
                  <a:pt x="31884" y="28934"/>
                </a:lnTo>
                <a:lnTo>
                  <a:pt x="17457" y="22512"/>
                </a:lnTo>
                <a:lnTo>
                  <a:pt x="17457" y="20492"/>
                </a:lnTo>
                <a:lnTo>
                  <a:pt x="18683" y="24605"/>
                </a:lnTo>
                <a:lnTo>
                  <a:pt x="11686" y="14720"/>
                </a:lnTo>
                <a:lnTo>
                  <a:pt x="15509" y="15658"/>
                </a:lnTo>
                <a:lnTo>
                  <a:pt x="17240" y="12411"/>
                </a:lnTo>
                <a:lnTo>
                  <a:pt x="11325" y="10679"/>
                </a:lnTo>
                <a:lnTo>
                  <a:pt x="8584" y="14503"/>
                </a:lnTo>
                <a:lnTo>
                  <a:pt x="0" y="4401"/>
                </a:lnTo>
                <a:lnTo>
                  <a:pt x="866" y="649"/>
                </a:lnTo>
                <a:lnTo>
                  <a:pt x="7863" y="0"/>
                </a:lnTo>
                <a:lnTo>
                  <a:pt x="8223" y="2598"/>
                </a:lnTo>
                <a:lnTo>
                  <a:pt x="18755" y="8298"/>
                </a:lnTo>
              </a:path>
            </a:pathLst>
          </a:custGeom>
          <a:noFill xmlns:a="http://schemas.openxmlformats.org/drawingml/2006/main"/>
          <a:ln xmlns:a="http://schemas.openxmlformats.org/drawingml/2006/main" w="3579">
            <a:solidFill>
              <a:srgbClr val="E4EAF4"/>
            </a:solidFill>
            <a:prstDash val="solid"/>
          </a:ln>
        </p:spPr>
      </p:sp>
      <p:sp>
        <p:nvSpPr>
          <p:cNvPr id="759" name="Editable chart path">
            <a:extLst xmlns:a="http://schemas.openxmlformats.org/drawingml/2006/main">
              <a:ext uri="{FF2B5EF4-FFF2-40B4-BE49-F238E27FC236}">
                <a16:creationId xmlns:a16="http://schemas.microsoft.com/office/drawing/2014/main" id="{F61E21B2-9247-4203-B31F-D0F1B570DC0A}"/>
              </a:ext>
            </a:extLst>
          </p:cNvPr>
          <p:cNvSpPr>
            <a:spLocks xmlns:a="http://schemas.openxmlformats.org/drawingml/2006/main" noGrp="1"/>
          </p:cNvSpPr>
          <p:nvPr/>
        </p:nvSpPr>
        <p:spPr>
          <a:xfrm xmlns:a="http://schemas.openxmlformats.org/drawingml/2006/main">
            <a:off x="8599130" y="4143589"/>
            <a:ext cx="21753" cy="22030"/>
          </a:xfrm>
          <a:custGeom xmlns:a="http://schemas.openxmlformats.org/drawingml/2006/main">
            <a:pathLst>
              <a:path w="23155" h="23450">
                <a:moveTo>
                  <a:pt x="11181" y="0"/>
                </a:moveTo>
                <a:lnTo>
                  <a:pt x="20486" y="5700"/>
                </a:lnTo>
                <a:lnTo>
                  <a:pt x="23155" y="11112"/>
                </a:lnTo>
                <a:lnTo>
                  <a:pt x="21713" y="8370"/>
                </a:lnTo>
                <a:lnTo>
                  <a:pt x="18539" y="9452"/>
                </a:lnTo>
                <a:lnTo>
                  <a:pt x="12335" y="20203"/>
                </a:lnTo>
                <a:lnTo>
                  <a:pt x="14932" y="21863"/>
                </a:lnTo>
                <a:lnTo>
                  <a:pt x="6492" y="23450"/>
                </a:lnTo>
                <a:lnTo>
                  <a:pt x="0" y="15153"/>
                </a:lnTo>
                <a:lnTo>
                  <a:pt x="11181" y="0"/>
                </a:lnTo>
              </a:path>
            </a:pathLst>
          </a:custGeom>
          <a:noFill xmlns:a="http://schemas.openxmlformats.org/drawingml/2006/main"/>
          <a:ln xmlns:a="http://schemas.openxmlformats.org/drawingml/2006/main" w="3579">
            <a:solidFill>
              <a:srgbClr val="E4EAF4"/>
            </a:solidFill>
            <a:prstDash val="solid"/>
          </a:ln>
        </p:spPr>
      </p:sp>
      <p:sp>
        <p:nvSpPr>
          <p:cNvPr id="760" name="Editable chart path">
            <a:extLst xmlns:a="http://schemas.openxmlformats.org/drawingml/2006/main">
              <a:ext uri="{FF2B5EF4-FFF2-40B4-BE49-F238E27FC236}">
                <a16:creationId xmlns:a16="http://schemas.microsoft.com/office/drawing/2014/main" id="{A85CC70A-880D-459B-9EA8-2A6A5896383E}"/>
              </a:ext>
            </a:extLst>
          </p:cNvPr>
          <p:cNvSpPr>
            <a:spLocks xmlns:a="http://schemas.openxmlformats.org/drawingml/2006/main" noGrp="1"/>
          </p:cNvSpPr>
          <p:nvPr/>
        </p:nvSpPr>
        <p:spPr>
          <a:xfrm xmlns:a="http://schemas.openxmlformats.org/drawingml/2006/main">
            <a:off x="8587271" y="4133625"/>
            <a:ext cx="13621" cy="15523"/>
          </a:xfrm>
          <a:custGeom xmlns:a="http://schemas.openxmlformats.org/drawingml/2006/main">
            <a:pathLst>
              <a:path w="14499" h="16524">
                <a:moveTo>
                  <a:pt x="3102" y="0"/>
                </a:moveTo>
                <a:lnTo>
                  <a:pt x="10676" y="1732"/>
                </a:lnTo>
                <a:lnTo>
                  <a:pt x="14499" y="5700"/>
                </a:lnTo>
                <a:lnTo>
                  <a:pt x="6131" y="16524"/>
                </a:lnTo>
                <a:lnTo>
                  <a:pt x="649" y="10751"/>
                </a:lnTo>
                <a:lnTo>
                  <a:pt x="0" y="3608"/>
                </a:lnTo>
                <a:lnTo>
                  <a:pt x="505" y="5989"/>
                </a:lnTo>
                <a:lnTo>
                  <a:pt x="3102" y="3824"/>
                </a:lnTo>
                <a:lnTo>
                  <a:pt x="3102" y="0"/>
                </a:lnTo>
              </a:path>
            </a:pathLst>
          </a:custGeom>
          <a:noFill xmlns:a="http://schemas.openxmlformats.org/drawingml/2006/main"/>
          <a:ln xmlns:a="http://schemas.openxmlformats.org/drawingml/2006/main" w="3579">
            <a:solidFill>
              <a:srgbClr val="E4EAF4"/>
            </a:solidFill>
            <a:prstDash val="solid"/>
          </a:ln>
        </p:spPr>
      </p:sp>
      <p:sp>
        <p:nvSpPr>
          <p:cNvPr id="761" name="Editable chart path">
            <a:extLst xmlns:a="http://schemas.openxmlformats.org/drawingml/2006/main">
              <a:ext uri="{FF2B5EF4-FFF2-40B4-BE49-F238E27FC236}">
                <a16:creationId xmlns:a16="http://schemas.microsoft.com/office/drawing/2014/main" id="{DEBC33E6-620F-43D9-9401-62598A124541}"/>
              </a:ext>
            </a:extLst>
          </p:cNvPr>
          <p:cNvSpPr>
            <a:spLocks xmlns:a="http://schemas.openxmlformats.org/drawingml/2006/main" noGrp="1"/>
          </p:cNvSpPr>
          <p:nvPr/>
        </p:nvSpPr>
        <p:spPr>
          <a:xfrm xmlns:a="http://schemas.openxmlformats.org/drawingml/2006/main">
            <a:off x="8763123" y="2536214"/>
            <a:ext cx="101784" cy="117742"/>
          </a:xfrm>
          <a:custGeom xmlns:a="http://schemas.openxmlformats.org/drawingml/2006/main">
            <a:pathLst>
              <a:path w="108347" h="125334">
                <a:moveTo>
                  <a:pt x="106255" y="91348"/>
                </a:moveTo>
                <a:lnTo>
                  <a:pt x="108347" y="100079"/>
                </a:lnTo>
                <a:lnTo>
                  <a:pt x="105462" y="106573"/>
                </a:lnTo>
                <a:lnTo>
                  <a:pt x="85697" y="122159"/>
                </a:lnTo>
                <a:lnTo>
                  <a:pt x="70909" y="125334"/>
                </a:lnTo>
                <a:lnTo>
                  <a:pt x="57708" y="120643"/>
                </a:lnTo>
                <a:lnTo>
                  <a:pt x="43425" y="104914"/>
                </a:lnTo>
                <a:lnTo>
                  <a:pt x="29503" y="80020"/>
                </a:lnTo>
                <a:lnTo>
                  <a:pt x="16447" y="70207"/>
                </a:lnTo>
                <a:lnTo>
                  <a:pt x="15221" y="49210"/>
                </a:lnTo>
                <a:lnTo>
                  <a:pt x="1515" y="21791"/>
                </a:lnTo>
                <a:lnTo>
                  <a:pt x="0" y="9524"/>
                </a:lnTo>
                <a:lnTo>
                  <a:pt x="19765" y="0"/>
                </a:lnTo>
                <a:lnTo>
                  <a:pt x="28061" y="1515"/>
                </a:lnTo>
                <a:lnTo>
                  <a:pt x="62974" y="38603"/>
                </a:lnTo>
                <a:lnTo>
                  <a:pt x="106255" y="91348"/>
                </a:lnTo>
              </a:path>
            </a:pathLst>
          </a:custGeom>
          <a:noFill xmlns:a="http://schemas.openxmlformats.org/drawingml/2006/main"/>
          <a:ln xmlns:a="http://schemas.openxmlformats.org/drawingml/2006/main" w="3579">
            <a:solidFill>
              <a:srgbClr val="E4EAF4"/>
            </a:solidFill>
            <a:prstDash val="solid"/>
          </a:ln>
        </p:spPr>
      </p:sp>
      <p:sp>
        <p:nvSpPr>
          <p:cNvPr id="762" name="Editable chart path">
            <a:extLst xmlns:a="http://schemas.openxmlformats.org/drawingml/2006/main">
              <a:ext uri="{FF2B5EF4-FFF2-40B4-BE49-F238E27FC236}">
                <a16:creationId xmlns:a16="http://schemas.microsoft.com/office/drawing/2014/main" id="{5AA77302-A5EE-421E-ABA2-55DF3C2F21E7}"/>
              </a:ext>
            </a:extLst>
          </p:cNvPr>
          <p:cNvSpPr>
            <a:spLocks xmlns:a="http://schemas.openxmlformats.org/drawingml/2006/main" noGrp="1"/>
          </p:cNvSpPr>
          <p:nvPr/>
        </p:nvSpPr>
        <p:spPr>
          <a:xfrm xmlns:a="http://schemas.openxmlformats.org/drawingml/2006/main">
            <a:off x="9789571" y="2618572"/>
            <a:ext cx="537653" cy="698113"/>
          </a:xfrm>
          <a:custGeom xmlns:a="http://schemas.openxmlformats.org/drawingml/2006/main">
            <a:pathLst>
              <a:path w="572320" h="743126">
                <a:moveTo>
                  <a:pt x="324464" y="59528"/>
                </a:moveTo>
                <a:lnTo>
                  <a:pt x="329874" y="66599"/>
                </a:lnTo>
                <a:lnTo>
                  <a:pt x="336727" y="62919"/>
                </a:lnTo>
                <a:lnTo>
                  <a:pt x="354616" y="64723"/>
                </a:lnTo>
                <a:lnTo>
                  <a:pt x="393425" y="78000"/>
                </a:lnTo>
                <a:lnTo>
                  <a:pt x="408429" y="85432"/>
                </a:lnTo>
                <a:lnTo>
                  <a:pt x="408862" y="88029"/>
                </a:lnTo>
                <a:lnTo>
                  <a:pt x="411098" y="86586"/>
                </a:lnTo>
                <a:lnTo>
                  <a:pt x="438077" y="97193"/>
                </a:lnTo>
                <a:lnTo>
                  <a:pt x="458779" y="110037"/>
                </a:lnTo>
                <a:lnTo>
                  <a:pt x="495857" y="143950"/>
                </a:lnTo>
                <a:lnTo>
                  <a:pt x="515117" y="155639"/>
                </a:lnTo>
                <a:lnTo>
                  <a:pt x="548155" y="219496"/>
                </a:lnTo>
                <a:lnTo>
                  <a:pt x="548083" y="227938"/>
                </a:lnTo>
                <a:lnTo>
                  <a:pt x="537335" y="238617"/>
                </a:lnTo>
                <a:lnTo>
                  <a:pt x="538272" y="240854"/>
                </a:lnTo>
                <a:lnTo>
                  <a:pt x="558831" y="247492"/>
                </a:lnTo>
                <a:lnTo>
                  <a:pt x="570805" y="264304"/>
                </a:lnTo>
                <a:lnTo>
                  <a:pt x="572320" y="293960"/>
                </a:lnTo>
                <a:lnTo>
                  <a:pt x="566838" y="319936"/>
                </a:lnTo>
                <a:lnTo>
                  <a:pt x="553998" y="347499"/>
                </a:lnTo>
                <a:lnTo>
                  <a:pt x="521898" y="399884"/>
                </a:lnTo>
                <a:lnTo>
                  <a:pt x="508048" y="428674"/>
                </a:lnTo>
                <a:lnTo>
                  <a:pt x="483882" y="497365"/>
                </a:lnTo>
                <a:lnTo>
                  <a:pt x="472485" y="559058"/>
                </a:lnTo>
                <a:lnTo>
                  <a:pt x="472918" y="593837"/>
                </a:lnTo>
                <a:lnTo>
                  <a:pt x="479049" y="618658"/>
                </a:lnTo>
                <a:lnTo>
                  <a:pt x="505234" y="667724"/>
                </a:lnTo>
                <a:lnTo>
                  <a:pt x="540869" y="721840"/>
                </a:lnTo>
                <a:lnTo>
                  <a:pt x="540292" y="734034"/>
                </a:lnTo>
                <a:lnTo>
                  <a:pt x="530337" y="742837"/>
                </a:lnTo>
                <a:lnTo>
                  <a:pt x="521753" y="743126"/>
                </a:lnTo>
                <a:lnTo>
                  <a:pt x="515117" y="739735"/>
                </a:lnTo>
                <a:lnTo>
                  <a:pt x="168796" y="445558"/>
                </a:lnTo>
                <a:lnTo>
                  <a:pt x="90025" y="373980"/>
                </a:lnTo>
                <a:lnTo>
                  <a:pt x="62902" y="333429"/>
                </a:lnTo>
                <a:lnTo>
                  <a:pt x="52226" y="307092"/>
                </a:lnTo>
                <a:lnTo>
                  <a:pt x="46455" y="283786"/>
                </a:lnTo>
                <a:lnTo>
                  <a:pt x="53524" y="278158"/>
                </a:lnTo>
                <a:lnTo>
                  <a:pt x="114118" y="279890"/>
                </a:lnTo>
                <a:lnTo>
                  <a:pt x="129050" y="276354"/>
                </a:lnTo>
                <a:lnTo>
                  <a:pt x="140086" y="270005"/>
                </a:lnTo>
                <a:lnTo>
                  <a:pt x="148166" y="258676"/>
                </a:lnTo>
                <a:lnTo>
                  <a:pt x="147372" y="250883"/>
                </a:lnTo>
                <a:lnTo>
                  <a:pt x="140014" y="243812"/>
                </a:lnTo>
                <a:lnTo>
                  <a:pt x="138788" y="234071"/>
                </a:lnTo>
                <a:lnTo>
                  <a:pt x="152061" y="210404"/>
                </a:lnTo>
                <a:lnTo>
                  <a:pt x="141024" y="205281"/>
                </a:lnTo>
                <a:lnTo>
                  <a:pt x="128905" y="206436"/>
                </a:lnTo>
                <a:lnTo>
                  <a:pt x="111809" y="224042"/>
                </a:lnTo>
                <a:lnTo>
                  <a:pt x="96084" y="230391"/>
                </a:lnTo>
                <a:lnTo>
                  <a:pt x="38015" y="227722"/>
                </a:lnTo>
                <a:lnTo>
                  <a:pt x="28782" y="222382"/>
                </a:lnTo>
                <a:lnTo>
                  <a:pt x="22650" y="214662"/>
                </a:lnTo>
                <a:lnTo>
                  <a:pt x="1298" y="157875"/>
                </a:lnTo>
                <a:lnTo>
                  <a:pt x="0" y="130529"/>
                </a:lnTo>
                <a:lnTo>
                  <a:pt x="12047" y="105563"/>
                </a:lnTo>
                <a:lnTo>
                  <a:pt x="87788" y="37232"/>
                </a:lnTo>
                <a:lnTo>
                  <a:pt x="111016" y="24749"/>
                </a:lnTo>
                <a:lnTo>
                  <a:pt x="197145" y="794"/>
                </a:lnTo>
                <a:lnTo>
                  <a:pt x="225639" y="0"/>
                </a:lnTo>
                <a:lnTo>
                  <a:pt x="249876" y="6999"/>
                </a:lnTo>
                <a:lnTo>
                  <a:pt x="271877" y="39830"/>
                </a:lnTo>
                <a:lnTo>
                  <a:pt x="320929" y="49066"/>
                </a:lnTo>
                <a:lnTo>
                  <a:pt x="326339" y="53395"/>
                </a:lnTo>
                <a:lnTo>
                  <a:pt x="324464" y="59528"/>
                </a:lnTo>
              </a:path>
            </a:pathLst>
          </a:custGeom>
          <a:noFill xmlns:a="http://schemas.openxmlformats.org/drawingml/2006/main"/>
          <a:ln xmlns:a="http://schemas.openxmlformats.org/drawingml/2006/main" w="3579">
            <a:solidFill>
              <a:srgbClr val="E4EAF4"/>
            </a:solidFill>
            <a:prstDash val="solid"/>
          </a:ln>
        </p:spPr>
      </p:sp>
      <p:sp>
        <p:nvSpPr>
          <p:cNvPr id="763" name="Editable chart path">
            <a:extLst xmlns:a="http://schemas.openxmlformats.org/drawingml/2006/main">
              <a:ext uri="{FF2B5EF4-FFF2-40B4-BE49-F238E27FC236}">
                <a16:creationId xmlns:a16="http://schemas.microsoft.com/office/drawing/2014/main" id="{338702EF-E630-4892-8913-837674EA5355}"/>
              </a:ext>
            </a:extLst>
          </p:cNvPr>
          <p:cNvSpPr>
            <a:spLocks xmlns:a="http://schemas.openxmlformats.org/drawingml/2006/main" noGrp="1"/>
          </p:cNvSpPr>
          <p:nvPr/>
        </p:nvSpPr>
        <p:spPr>
          <a:xfrm xmlns:a="http://schemas.openxmlformats.org/drawingml/2006/main">
            <a:off x="9348822" y="2837923"/>
            <a:ext cx="70883" cy="65480"/>
          </a:xfrm>
          <a:custGeom xmlns:a="http://schemas.openxmlformats.org/drawingml/2006/main">
            <a:pathLst>
              <a:path w="75453" h="69702">
                <a:moveTo>
                  <a:pt x="21352" y="4401"/>
                </a:moveTo>
                <a:lnTo>
                  <a:pt x="39674" y="28573"/>
                </a:lnTo>
                <a:lnTo>
                  <a:pt x="68601" y="37881"/>
                </a:lnTo>
                <a:lnTo>
                  <a:pt x="75453" y="63064"/>
                </a:lnTo>
                <a:lnTo>
                  <a:pt x="72496" y="69269"/>
                </a:lnTo>
                <a:lnTo>
                  <a:pt x="68601" y="69702"/>
                </a:lnTo>
                <a:lnTo>
                  <a:pt x="59223" y="61693"/>
                </a:lnTo>
                <a:lnTo>
                  <a:pt x="5482" y="9236"/>
                </a:lnTo>
                <a:lnTo>
                  <a:pt x="0" y="0"/>
                </a:lnTo>
                <a:lnTo>
                  <a:pt x="21352" y="4401"/>
                </a:lnTo>
              </a:path>
            </a:pathLst>
          </a:custGeom>
          <a:noFill xmlns:a="http://schemas.openxmlformats.org/drawingml/2006/main"/>
          <a:ln xmlns:a="http://schemas.openxmlformats.org/drawingml/2006/main" w="3579">
            <a:solidFill>
              <a:srgbClr val="E4EAF4"/>
            </a:solidFill>
            <a:prstDash val="solid"/>
          </a:ln>
        </p:spPr>
      </p:sp>
      <p:sp>
        <p:nvSpPr>
          <p:cNvPr id="764" name="Editable chart path">
            <a:extLst xmlns:a="http://schemas.openxmlformats.org/drawingml/2006/main">
              <a:ext uri="{FF2B5EF4-FFF2-40B4-BE49-F238E27FC236}">
                <a16:creationId xmlns:a16="http://schemas.microsoft.com/office/drawing/2014/main" id="{62F8E8C7-1AA4-4CE2-91F2-18675D554674}"/>
              </a:ext>
            </a:extLst>
          </p:cNvPr>
          <p:cNvSpPr>
            <a:spLocks xmlns:a="http://schemas.openxmlformats.org/drawingml/2006/main" noGrp="1"/>
          </p:cNvSpPr>
          <p:nvPr/>
        </p:nvSpPr>
        <p:spPr>
          <a:xfrm xmlns:a="http://schemas.openxmlformats.org/drawingml/2006/main">
            <a:off x="8085601" y="4132404"/>
            <a:ext cx="163315" cy="196101"/>
          </a:xfrm>
          <a:custGeom xmlns:a="http://schemas.openxmlformats.org/drawingml/2006/main">
            <a:pathLst>
              <a:path w="173846" h="208745">
                <a:moveTo>
                  <a:pt x="16952" y="30161"/>
                </a:moveTo>
                <a:lnTo>
                  <a:pt x="27916" y="31460"/>
                </a:lnTo>
                <a:lnTo>
                  <a:pt x="24310" y="39036"/>
                </a:lnTo>
                <a:lnTo>
                  <a:pt x="27844" y="51735"/>
                </a:lnTo>
                <a:lnTo>
                  <a:pt x="23011" y="53178"/>
                </a:lnTo>
                <a:lnTo>
                  <a:pt x="30802" y="50797"/>
                </a:lnTo>
                <a:lnTo>
                  <a:pt x="32100" y="53034"/>
                </a:lnTo>
                <a:lnTo>
                  <a:pt x="35130" y="49138"/>
                </a:lnTo>
                <a:lnTo>
                  <a:pt x="37943" y="52673"/>
                </a:lnTo>
                <a:lnTo>
                  <a:pt x="34264" y="62342"/>
                </a:lnTo>
                <a:lnTo>
                  <a:pt x="38664" y="65228"/>
                </a:lnTo>
                <a:lnTo>
                  <a:pt x="28782" y="71073"/>
                </a:lnTo>
                <a:lnTo>
                  <a:pt x="23083" y="67032"/>
                </a:lnTo>
                <a:lnTo>
                  <a:pt x="21424" y="68403"/>
                </a:lnTo>
                <a:lnTo>
                  <a:pt x="28349" y="71722"/>
                </a:lnTo>
                <a:lnTo>
                  <a:pt x="40251" y="67032"/>
                </a:lnTo>
                <a:lnTo>
                  <a:pt x="35058" y="71794"/>
                </a:lnTo>
                <a:lnTo>
                  <a:pt x="41766" y="70856"/>
                </a:lnTo>
                <a:lnTo>
                  <a:pt x="40179" y="80164"/>
                </a:lnTo>
                <a:lnTo>
                  <a:pt x="42776" y="73021"/>
                </a:lnTo>
                <a:lnTo>
                  <a:pt x="59944" y="65517"/>
                </a:lnTo>
                <a:lnTo>
                  <a:pt x="69394" y="64579"/>
                </a:lnTo>
                <a:lnTo>
                  <a:pt x="89231" y="69630"/>
                </a:lnTo>
                <a:lnTo>
                  <a:pt x="112675" y="57363"/>
                </a:lnTo>
                <a:lnTo>
                  <a:pt x="127246" y="53034"/>
                </a:lnTo>
                <a:lnTo>
                  <a:pt x="127246" y="50076"/>
                </a:lnTo>
                <a:lnTo>
                  <a:pt x="164252" y="49498"/>
                </a:lnTo>
                <a:lnTo>
                  <a:pt x="172259" y="82545"/>
                </a:lnTo>
                <a:lnTo>
                  <a:pt x="173846" y="111408"/>
                </a:lnTo>
                <a:lnTo>
                  <a:pt x="170960" y="122880"/>
                </a:lnTo>
                <a:lnTo>
                  <a:pt x="161294" y="134714"/>
                </a:lnTo>
                <a:lnTo>
                  <a:pt x="133811" y="149722"/>
                </a:lnTo>
                <a:lnTo>
                  <a:pt x="127463" y="179955"/>
                </a:lnTo>
                <a:lnTo>
                  <a:pt x="111160" y="195829"/>
                </a:lnTo>
                <a:lnTo>
                  <a:pt x="96300" y="205642"/>
                </a:lnTo>
                <a:lnTo>
                  <a:pt x="79998" y="208745"/>
                </a:lnTo>
                <a:lnTo>
                  <a:pt x="63912" y="203478"/>
                </a:lnTo>
                <a:lnTo>
                  <a:pt x="21280" y="160473"/>
                </a:lnTo>
                <a:lnTo>
                  <a:pt x="20703" y="151309"/>
                </a:lnTo>
                <a:lnTo>
                  <a:pt x="39530" y="128003"/>
                </a:lnTo>
                <a:lnTo>
                  <a:pt x="44075" y="113211"/>
                </a:lnTo>
                <a:lnTo>
                  <a:pt x="40684" y="96544"/>
                </a:lnTo>
                <a:lnTo>
                  <a:pt x="37222" y="102100"/>
                </a:lnTo>
                <a:lnTo>
                  <a:pt x="35635" y="96471"/>
                </a:lnTo>
                <a:lnTo>
                  <a:pt x="28277" y="94379"/>
                </a:lnTo>
                <a:lnTo>
                  <a:pt x="35707" y="97626"/>
                </a:lnTo>
                <a:lnTo>
                  <a:pt x="36068" y="103687"/>
                </a:lnTo>
                <a:lnTo>
                  <a:pt x="28782" y="110397"/>
                </a:lnTo>
                <a:lnTo>
                  <a:pt x="23516" y="103038"/>
                </a:lnTo>
                <a:lnTo>
                  <a:pt x="22001" y="109243"/>
                </a:lnTo>
                <a:lnTo>
                  <a:pt x="14427" y="116964"/>
                </a:lnTo>
                <a:lnTo>
                  <a:pt x="5482" y="101955"/>
                </a:lnTo>
                <a:lnTo>
                  <a:pt x="0" y="80309"/>
                </a:lnTo>
                <a:lnTo>
                  <a:pt x="2813" y="60466"/>
                </a:lnTo>
                <a:lnTo>
                  <a:pt x="8223" y="53467"/>
                </a:lnTo>
                <a:lnTo>
                  <a:pt x="11253" y="37088"/>
                </a:lnTo>
                <a:lnTo>
                  <a:pt x="8223" y="361"/>
                </a:lnTo>
                <a:lnTo>
                  <a:pt x="10315" y="0"/>
                </a:lnTo>
                <a:lnTo>
                  <a:pt x="16952" y="30161"/>
                </a:lnTo>
              </a:path>
            </a:pathLst>
          </a:custGeom>
          <a:noFill xmlns:a="http://schemas.openxmlformats.org/drawingml/2006/main"/>
          <a:ln xmlns:a="http://schemas.openxmlformats.org/drawingml/2006/main" w="3579">
            <a:solidFill>
              <a:srgbClr val="E4EAF4"/>
            </a:solidFill>
            <a:prstDash val="solid"/>
          </a:ln>
        </p:spPr>
      </p:sp>
      <p:sp>
        <p:nvSpPr>
          <p:cNvPr id="765" name="Editable chart path">
            <a:extLst xmlns:a="http://schemas.openxmlformats.org/drawingml/2006/main">
              <a:ext uri="{FF2B5EF4-FFF2-40B4-BE49-F238E27FC236}">
                <a16:creationId xmlns:a16="http://schemas.microsoft.com/office/drawing/2014/main" id="{963925EA-4D6F-4985-B117-B2D961763A21}"/>
              </a:ext>
            </a:extLst>
          </p:cNvPr>
          <p:cNvSpPr>
            <a:spLocks xmlns:a="http://schemas.openxmlformats.org/drawingml/2006/main" noGrp="1"/>
          </p:cNvSpPr>
          <p:nvPr/>
        </p:nvSpPr>
        <p:spPr>
          <a:xfrm xmlns:a="http://schemas.openxmlformats.org/drawingml/2006/main">
            <a:off x="7743113" y="4158840"/>
            <a:ext cx="179850" cy="73411"/>
          </a:xfrm>
          <a:custGeom xmlns:a="http://schemas.openxmlformats.org/drawingml/2006/main">
            <a:pathLst>
              <a:path w="191447" h="78144">
                <a:moveTo>
                  <a:pt x="112891" y="144"/>
                </a:moveTo>
                <a:lnTo>
                  <a:pt x="128328" y="4907"/>
                </a:lnTo>
                <a:lnTo>
                  <a:pt x="118662" y="2020"/>
                </a:lnTo>
                <a:lnTo>
                  <a:pt x="116498" y="8803"/>
                </a:lnTo>
                <a:lnTo>
                  <a:pt x="123423" y="19626"/>
                </a:lnTo>
                <a:lnTo>
                  <a:pt x="131286" y="24244"/>
                </a:lnTo>
                <a:lnTo>
                  <a:pt x="143765" y="22945"/>
                </a:lnTo>
                <a:lnTo>
                  <a:pt x="154081" y="15874"/>
                </a:lnTo>
                <a:lnTo>
                  <a:pt x="155163" y="14070"/>
                </a:lnTo>
                <a:lnTo>
                  <a:pt x="151412" y="11833"/>
                </a:lnTo>
                <a:lnTo>
                  <a:pt x="159996" y="16307"/>
                </a:lnTo>
                <a:lnTo>
                  <a:pt x="169662" y="39180"/>
                </a:lnTo>
                <a:lnTo>
                  <a:pt x="165117" y="28357"/>
                </a:lnTo>
                <a:lnTo>
                  <a:pt x="159346" y="26625"/>
                </a:lnTo>
                <a:lnTo>
                  <a:pt x="151123" y="30161"/>
                </a:lnTo>
                <a:lnTo>
                  <a:pt x="146218" y="39036"/>
                </a:lnTo>
                <a:lnTo>
                  <a:pt x="153720" y="46901"/>
                </a:lnTo>
                <a:lnTo>
                  <a:pt x="162593" y="47839"/>
                </a:lnTo>
                <a:lnTo>
                  <a:pt x="176947" y="58446"/>
                </a:lnTo>
                <a:lnTo>
                  <a:pt x="182430" y="57291"/>
                </a:lnTo>
                <a:lnTo>
                  <a:pt x="179400" y="53178"/>
                </a:lnTo>
                <a:lnTo>
                  <a:pt x="191447" y="70640"/>
                </a:lnTo>
                <a:lnTo>
                  <a:pt x="177813" y="72299"/>
                </a:lnTo>
                <a:lnTo>
                  <a:pt x="180338" y="68331"/>
                </a:lnTo>
                <a:lnTo>
                  <a:pt x="177669" y="64146"/>
                </a:lnTo>
                <a:lnTo>
                  <a:pt x="163819" y="60827"/>
                </a:lnTo>
                <a:lnTo>
                  <a:pt x="162809" y="73670"/>
                </a:lnTo>
                <a:lnTo>
                  <a:pt x="171321" y="72660"/>
                </a:lnTo>
                <a:lnTo>
                  <a:pt x="142755" y="78144"/>
                </a:lnTo>
                <a:lnTo>
                  <a:pt x="115993" y="72660"/>
                </a:lnTo>
                <a:lnTo>
                  <a:pt x="70404" y="77783"/>
                </a:lnTo>
                <a:lnTo>
                  <a:pt x="4833" y="66816"/>
                </a:lnTo>
                <a:lnTo>
                  <a:pt x="0" y="62126"/>
                </a:lnTo>
                <a:lnTo>
                  <a:pt x="2525" y="55054"/>
                </a:lnTo>
                <a:lnTo>
                  <a:pt x="25680" y="40551"/>
                </a:lnTo>
                <a:lnTo>
                  <a:pt x="48691" y="15297"/>
                </a:lnTo>
                <a:lnTo>
                  <a:pt x="101061" y="0"/>
                </a:lnTo>
                <a:lnTo>
                  <a:pt x="112891" y="144"/>
                </a:lnTo>
              </a:path>
            </a:pathLst>
          </a:custGeom>
          <a:noFill xmlns:a="http://schemas.openxmlformats.org/drawingml/2006/main"/>
          <a:ln xmlns:a="http://schemas.openxmlformats.org/drawingml/2006/main" w="3579">
            <a:solidFill>
              <a:srgbClr val="E4EAF4"/>
            </a:solidFill>
            <a:prstDash val="solid"/>
          </a:ln>
        </p:spPr>
      </p:sp>
      <p:sp>
        <p:nvSpPr>
          <p:cNvPr id="766" name="Editable chart path">
            <a:extLst xmlns:a="http://schemas.openxmlformats.org/drawingml/2006/main">
              <a:ext uri="{FF2B5EF4-FFF2-40B4-BE49-F238E27FC236}">
                <a16:creationId xmlns:a16="http://schemas.microsoft.com/office/drawing/2014/main" id="{EB345657-3948-47AA-898F-52D42FBD7CBC}"/>
              </a:ext>
            </a:extLst>
          </p:cNvPr>
          <p:cNvSpPr>
            <a:spLocks xmlns:a="http://schemas.openxmlformats.org/drawingml/2006/main" noGrp="1"/>
          </p:cNvSpPr>
          <p:nvPr/>
        </p:nvSpPr>
        <p:spPr>
          <a:xfrm xmlns:a="http://schemas.openxmlformats.org/drawingml/2006/main">
            <a:off x="7963758" y="3996361"/>
            <a:ext cx="210819" cy="83375"/>
          </a:xfrm>
          <a:custGeom xmlns:a="http://schemas.openxmlformats.org/drawingml/2006/main">
            <a:pathLst>
              <a:path w="224412" h="88751">
                <a:moveTo>
                  <a:pt x="78411" y="8947"/>
                </a:moveTo>
                <a:lnTo>
                  <a:pt x="106832" y="21791"/>
                </a:lnTo>
                <a:lnTo>
                  <a:pt x="110295" y="13998"/>
                </a:lnTo>
                <a:lnTo>
                  <a:pt x="121187" y="5556"/>
                </a:lnTo>
                <a:lnTo>
                  <a:pt x="127896" y="4618"/>
                </a:lnTo>
                <a:lnTo>
                  <a:pt x="131070" y="7648"/>
                </a:lnTo>
                <a:lnTo>
                  <a:pt x="142034" y="41056"/>
                </a:lnTo>
                <a:lnTo>
                  <a:pt x="145569" y="44015"/>
                </a:lnTo>
                <a:lnTo>
                  <a:pt x="172691" y="54333"/>
                </a:lnTo>
                <a:lnTo>
                  <a:pt x="182069" y="51591"/>
                </a:lnTo>
                <a:lnTo>
                  <a:pt x="199165" y="52457"/>
                </a:lnTo>
                <a:lnTo>
                  <a:pt x="217199" y="62919"/>
                </a:lnTo>
                <a:lnTo>
                  <a:pt x="224412" y="71217"/>
                </a:lnTo>
                <a:lnTo>
                  <a:pt x="210851" y="88751"/>
                </a:lnTo>
                <a:lnTo>
                  <a:pt x="174278" y="87236"/>
                </a:lnTo>
                <a:lnTo>
                  <a:pt x="139942" y="79731"/>
                </a:lnTo>
                <a:lnTo>
                  <a:pt x="89880" y="53756"/>
                </a:lnTo>
                <a:lnTo>
                  <a:pt x="40324" y="42932"/>
                </a:lnTo>
                <a:lnTo>
                  <a:pt x="21641" y="43077"/>
                </a:lnTo>
                <a:lnTo>
                  <a:pt x="3535" y="31965"/>
                </a:lnTo>
                <a:lnTo>
                  <a:pt x="0" y="23017"/>
                </a:lnTo>
                <a:lnTo>
                  <a:pt x="2453" y="17317"/>
                </a:lnTo>
                <a:lnTo>
                  <a:pt x="26474" y="4113"/>
                </a:lnTo>
                <a:lnTo>
                  <a:pt x="47753" y="0"/>
                </a:lnTo>
                <a:lnTo>
                  <a:pt x="69610" y="2381"/>
                </a:lnTo>
                <a:lnTo>
                  <a:pt x="78411" y="8947"/>
                </a:lnTo>
              </a:path>
            </a:pathLst>
          </a:custGeom>
          <a:noFill xmlns:a="http://schemas.openxmlformats.org/drawingml/2006/main"/>
          <a:ln xmlns:a="http://schemas.openxmlformats.org/drawingml/2006/main" w="3579">
            <a:solidFill>
              <a:srgbClr val="E4EAF4"/>
            </a:solidFill>
            <a:prstDash val="solid"/>
          </a:ln>
        </p:spPr>
      </p:sp>
      <p:sp>
        <p:nvSpPr>
          <p:cNvPr id="767" name="Editable chart path">
            <a:extLst xmlns:a="http://schemas.openxmlformats.org/drawingml/2006/main">
              <a:ext uri="{FF2B5EF4-FFF2-40B4-BE49-F238E27FC236}">
                <a16:creationId xmlns:a16="http://schemas.microsoft.com/office/drawing/2014/main" id="{331B6345-697D-46FF-A450-C59A74D9600D}"/>
              </a:ext>
            </a:extLst>
          </p:cNvPr>
          <p:cNvSpPr>
            <a:spLocks xmlns:a="http://schemas.openxmlformats.org/drawingml/2006/main" noGrp="1"/>
          </p:cNvSpPr>
          <p:nvPr/>
        </p:nvSpPr>
        <p:spPr>
          <a:xfrm xmlns:a="http://schemas.openxmlformats.org/drawingml/2006/main">
            <a:off x="8098951" y="3975619"/>
            <a:ext cx="131804" cy="110557"/>
          </a:xfrm>
          <a:custGeom xmlns:a="http://schemas.openxmlformats.org/drawingml/2006/main">
            <a:pathLst>
              <a:path w="140303" h="117685">
                <a:moveTo>
                  <a:pt x="11542" y="0"/>
                </a:moveTo>
                <a:lnTo>
                  <a:pt x="39025" y="4907"/>
                </a:lnTo>
                <a:lnTo>
                  <a:pt x="70692" y="31604"/>
                </a:lnTo>
                <a:lnTo>
                  <a:pt x="78411" y="44664"/>
                </a:lnTo>
                <a:lnTo>
                  <a:pt x="84182" y="47911"/>
                </a:lnTo>
                <a:lnTo>
                  <a:pt x="87139" y="43654"/>
                </a:lnTo>
                <a:lnTo>
                  <a:pt x="90097" y="46324"/>
                </a:lnTo>
                <a:lnTo>
                  <a:pt x="88510" y="48127"/>
                </a:lnTo>
                <a:lnTo>
                  <a:pt x="94353" y="53467"/>
                </a:lnTo>
                <a:lnTo>
                  <a:pt x="96084" y="51952"/>
                </a:lnTo>
                <a:lnTo>
                  <a:pt x="100484" y="56209"/>
                </a:lnTo>
                <a:lnTo>
                  <a:pt x="98825" y="57868"/>
                </a:lnTo>
                <a:lnTo>
                  <a:pt x="104235" y="63208"/>
                </a:lnTo>
                <a:lnTo>
                  <a:pt x="106327" y="61260"/>
                </a:lnTo>
                <a:lnTo>
                  <a:pt x="122341" y="78360"/>
                </a:lnTo>
                <a:lnTo>
                  <a:pt x="126164" y="84133"/>
                </a:lnTo>
                <a:lnTo>
                  <a:pt x="123928" y="92359"/>
                </a:lnTo>
                <a:lnTo>
                  <a:pt x="130132" y="95028"/>
                </a:lnTo>
                <a:lnTo>
                  <a:pt x="140303" y="114222"/>
                </a:lnTo>
                <a:lnTo>
                  <a:pt x="139726" y="117685"/>
                </a:lnTo>
                <a:lnTo>
                  <a:pt x="120394" y="112562"/>
                </a:lnTo>
                <a:lnTo>
                  <a:pt x="98464" y="111480"/>
                </a:lnTo>
                <a:lnTo>
                  <a:pt x="93199" y="91348"/>
                </a:lnTo>
                <a:lnTo>
                  <a:pt x="80503" y="79587"/>
                </a:lnTo>
                <a:lnTo>
                  <a:pt x="54101" y="69485"/>
                </a:lnTo>
                <a:lnTo>
                  <a:pt x="24237" y="66527"/>
                </a:lnTo>
                <a:lnTo>
                  <a:pt x="7863" y="57075"/>
                </a:lnTo>
                <a:lnTo>
                  <a:pt x="0" y="11112"/>
                </a:lnTo>
                <a:lnTo>
                  <a:pt x="3679" y="9019"/>
                </a:lnTo>
                <a:lnTo>
                  <a:pt x="3246" y="3680"/>
                </a:lnTo>
                <a:lnTo>
                  <a:pt x="11542" y="0"/>
                </a:lnTo>
              </a:path>
            </a:pathLst>
          </a:custGeom>
          <a:noFill xmlns:a="http://schemas.openxmlformats.org/drawingml/2006/main"/>
          <a:ln xmlns:a="http://schemas.openxmlformats.org/drawingml/2006/main" w="3579">
            <a:solidFill>
              <a:srgbClr val="E4EAF4"/>
            </a:solidFill>
            <a:prstDash val="solid"/>
          </a:ln>
        </p:spPr>
      </p:sp>
      <p:sp>
        <p:nvSpPr>
          <p:cNvPr id="768" name="Editable chart path">
            <a:extLst xmlns:a="http://schemas.openxmlformats.org/drawingml/2006/main">
              <a:ext uri="{FF2B5EF4-FFF2-40B4-BE49-F238E27FC236}">
                <a16:creationId xmlns:a16="http://schemas.microsoft.com/office/drawing/2014/main" id="{156FD040-941B-47D1-814B-61B7F4C59339}"/>
              </a:ext>
            </a:extLst>
          </p:cNvPr>
          <p:cNvSpPr>
            <a:spLocks xmlns:a="http://schemas.openxmlformats.org/drawingml/2006/main" noGrp="1"/>
          </p:cNvSpPr>
          <p:nvPr/>
        </p:nvSpPr>
        <p:spPr>
          <a:xfrm xmlns:a="http://schemas.openxmlformats.org/drawingml/2006/main">
            <a:off x="7811421" y="4301798"/>
            <a:ext cx="98531" cy="82426"/>
          </a:xfrm>
          <a:custGeom xmlns:a="http://schemas.openxmlformats.org/drawingml/2006/main">
            <a:pathLst>
              <a:path w="104884" h="87741">
                <a:moveTo>
                  <a:pt x="69755" y="0"/>
                </a:moveTo>
                <a:lnTo>
                  <a:pt x="86923" y="1660"/>
                </a:lnTo>
                <a:lnTo>
                  <a:pt x="89375" y="5989"/>
                </a:lnTo>
                <a:lnTo>
                  <a:pt x="77762" y="9524"/>
                </a:lnTo>
                <a:lnTo>
                  <a:pt x="76535" y="13204"/>
                </a:lnTo>
                <a:lnTo>
                  <a:pt x="85264" y="7432"/>
                </a:lnTo>
                <a:lnTo>
                  <a:pt x="93631" y="8370"/>
                </a:lnTo>
                <a:lnTo>
                  <a:pt x="104452" y="26409"/>
                </a:lnTo>
                <a:lnTo>
                  <a:pt x="98969" y="31171"/>
                </a:lnTo>
                <a:lnTo>
                  <a:pt x="99546" y="33480"/>
                </a:lnTo>
                <a:lnTo>
                  <a:pt x="100773" y="31027"/>
                </a:lnTo>
                <a:lnTo>
                  <a:pt x="104884" y="31387"/>
                </a:lnTo>
                <a:lnTo>
                  <a:pt x="103514" y="40263"/>
                </a:lnTo>
                <a:lnTo>
                  <a:pt x="95868" y="38531"/>
                </a:lnTo>
                <a:lnTo>
                  <a:pt x="87428" y="45169"/>
                </a:lnTo>
                <a:lnTo>
                  <a:pt x="80359" y="28501"/>
                </a:lnTo>
                <a:lnTo>
                  <a:pt x="80214" y="32903"/>
                </a:lnTo>
                <a:lnTo>
                  <a:pt x="86634" y="41417"/>
                </a:lnTo>
                <a:lnTo>
                  <a:pt x="84398" y="46035"/>
                </a:lnTo>
                <a:lnTo>
                  <a:pt x="80214" y="37665"/>
                </a:lnTo>
                <a:lnTo>
                  <a:pt x="74011" y="35789"/>
                </a:lnTo>
                <a:lnTo>
                  <a:pt x="68384" y="38387"/>
                </a:lnTo>
                <a:lnTo>
                  <a:pt x="74516" y="36222"/>
                </a:lnTo>
                <a:lnTo>
                  <a:pt x="80070" y="38170"/>
                </a:lnTo>
                <a:lnTo>
                  <a:pt x="83028" y="43942"/>
                </a:lnTo>
                <a:lnTo>
                  <a:pt x="80791" y="64146"/>
                </a:lnTo>
                <a:lnTo>
                  <a:pt x="70620" y="63424"/>
                </a:lnTo>
                <a:lnTo>
                  <a:pt x="59511" y="69702"/>
                </a:lnTo>
                <a:lnTo>
                  <a:pt x="55400" y="65012"/>
                </a:lnTo>
                <a:lnTo>
                  <a:pt x="51793" y="65012"/>
                </a:lnTo>
                <a:lnTo>
                  <a:pt x="34625" y="75546"/>
                </a:lnTo>
                <a:lnTo>
                  <a:pt x="35130" y="77783"/>
                </a:lnTo>
                <a:lnTo>
                  <a:pt x="28854" y="79515"/>
                </a:lnTo>
                <a:lnTo>
                  <a:pt x="25680" y="75907"/>
                </a:lnTo>
                <a:lnTo>
                  <a:pt x="13706" y="87741"/>
                </a:lnTo>
                <a:lnTo>
                  <a:pt x="16158" y="82329"/>
                </a:lnTo>
                <a:lnTo>
                  <a:pt x="12696" y="66888"/>
                </a:lnTo>
                <a:lnTo>
                  <a:pt x="5049" y="44375"/>
                </a:lnTo>
                <a:lnTo>
                  <a:pt x="0" y="41489"/>
                </a:lnTo>
                <a:lnTo>
                  <a:pt x="577" y="37809"/>
                </a:lnTo>
                <a:lnTo>
                  <a:pt x="29575" y="33552"/>
                </a:lnTo>
                <a:lnTo>
                  <a:pt x="37150" y="39469"/>
                </a:lnTo>
                <a:lnTo>
                  <a:pt x="39097" y="38026"/>
                </a:lnTo>
                <a:lnTo>
                  <a:pt x="35274" y="28934"/>
                </a:lnTo>
                <a:lnTo>
                  <a:pt x="47465" y="8081"/>
                </a:lnTo>
                <a:lnTo>
                  <a:pt x="57708" y="2237"/>
                </a:lnTo>
                <a:lnTo>
                  <a:pt x="69755" y="0"/>
                </a:lnTo>
              </a:path>
            </a:pathLst>
          </a:custGeom>
          <a:noFill xmlns:a="http://schemas.openxmlformats.org/drawingml/2006/main"/>
          <a:ln xmlns:a="http://schemas.openxmlformats.org/drawingml/2006/main" w="3579">
            <a:solidFill>
              <a:srgbClr val="E4EAF4"/>
            </a:solidFill>
            <a:prstDash val="solid"/>
          </a:ln>
        </p:spPr>
      </p:sp>
      <p:sp>
        <p:nvSpPr>
          <p:cNvPr id="769" name="Editable chart path">
            <a:extLst xmlns:a="http://schemas.openxmlformats.org/drawingml/2006/main">
              <a:ext uri="{FF2B5EF4-FFF2-40B4-BE49-F238E27FC236}">
                <a16:creationId xmlns:a16="http://schemas.microsoft.com/office/drawing/2014/main" id="{2A16E054-4B04-4088-B029-DB952C242F41}"/>
              </a:ext>
            </a:extLst>
          </p:cNvPr>
          <p:cNvSpPr>
            <a:spLocks xmlns:a="http://schemas.openxmlformats.org/drawingml/2006/main" noGrp="1"/>
          </p:cNvSpPr>
          <p:nvPr/>
        </p:nvSpPr>
        <p:spPr>
          <a:xfrm xmlns:a="http://schemas.openxmlformats.org/drawingml/2006/main">
            <a:off x="7886099" y="4409169"/>
            <a:ext cx="89790" cy="67581"/>
          </a:xfrm>
          <a:custGeom xmlns:a="http://schemas.openxmlformats.org/drawingml/2006/main">
            <a:pathLst>
              <a:path w="95579" h="71939">
                <a:moveTo>
                  <a:pt x="33399" y="0"/>
                </a:moveTo>
                <a:lnTo>
                  <a:pt x="45589" y="5339"/>
                </a:lnTo>
                <a:lnTo>
                  <a:pt x="48403" y="11617"/>
                </a:lnTo>
                <a:lnTo>
                  <a:pt x="61531" y="5917"/>
                </a:lnTo>
                <a:lnTo>
                  <a:pt x="60521" y="17389"/>
                </a:lnTo>
                <a:lnTo>
                  <a:pt x="62325" y="5772"/>
                </a:lnTo>
                <a:lnTo>
                  <a:pt x="68168" y="4329"/>
                </a:lnTo>
                <a:lnTo>
                  <a:pt x="81513" y="8803"/>
                </a:lnTo>
                <a:lnTo>
                  <a:pt x="84759" y="15080"/>
                </a:lnTo>
                <a:lnTo>
                  <a:pt x="86706" y="12771"/>
                </a:lnTo>
                <a:lnTo>
                  <a:pt x="95579" y="14575"/>
                </a:lnTo>
                <a:lnTo>
                  <a:pt x="95146" y="22079"/>
                </a:lnTo>
                <a:lnTo>
                  <a:pt x="88293" y="31387"/>
                </a:lnTo>
                <a:lnTo>
                  <a:pt x="78988" y="26625"/>
                </a:lnTo>
                <a:lnTo>
                  <a:pt x="74732" y="30161"/>
                </a:lnTo>
                <a:lnTo>
                  <a:pt x="80359" y="28790"/>
                </a:lnTo>
                <a:lnTo>
                  <a:pt x="83532" y="32686"/>
                </a:lnTo>
                <a:lnTo>
                  <a:pt x="82090" y="44808"/>
                </a:lnTo>
                <a:lnTo>
                  <a:pt x="79277" y="47045"/>
                </a:lnTo>
                <a:lnTo>
                  <a:pt x="82378" y="66022"/>
                </a:lnTo>
                <a:lnTo>
                  <a:pt x="70981" y="71939"/>
                </a:lnTo>
                <a:lnTo>
                  <a:pt x="61387" y="70423"/>
                </a:lnTo>
                <a:lnTo>
                  <a:pt x="50711" y="63424"/>
                </a:lnTo>
                <a:lnTo>
                  <a:pt x="47393" y="67176"/>
                </a:lnTo>
                <a:lnTo>
                  <a:pt x="41550" y="67032"/>
                </a:lnTo>
                <a:lnTo>
                  <a:pt x="27700" y="50653"/>
                </a:lnTo>
                <a:lnTo>
                  <a:pt x="20919" y="30377"/>
                </a:lnTo>
                <a:lnTo>
                  <a:pt x="15221" y="26481"/>
                </a:lnTo>
                <a:lnTo>
                  <a:pt x="10748" y="27852"/>
                </a:lnTo>
                <a:lnTo>
                  <a:pt x="649" y="24461"/>
                </a:lnTo>
                <a:lnTo>
                  <a:pt x="0" y="18977"/>
                </a:lnTo>
                <a:lnTo>
                  <a:pt x="9522" y="7793"/>
                </a:lnTo>
                <a:lnTo>
                  <a:pt x="13778" y="9741"/>
                </a:lnTo>
                <a:lnTo>
                  <a:pt x="22939" y="722"/>
                </a:lnTo>
                <a:lnTo>
                  <a:pt x="25175" y="4329"/>
                </a:lnTo>
                <a:lnTo>
                  <a:pt x="25897" y="1515"/>
                </a:lnTo>
                <a:lnTo>
                  <a:pt x="33399" y="0"/>
                </a:lnTo>
              </a:path>
            </a:pathLst>
          </a:custGeom>
          <a:noFill xmlns:a="http://schemas.openxmlformats.org/drawingml/2006/main"/>
          <a:ln xmlns:a="http://schemas.openxmlformats.org/drawingml/2006/main" w="3579">
            <a:solidFill>
              <a:srgbClr val="E4EAF4"/>
            </a:solidFill>
            <a:prstDash val="solid"/>
          </a:ln>
        </p:spPr>
      </p:sp>
      <p:sp>
        <p:nvSpPr>
          <p:cNvPr id="770" name="Editable chart path">
            <a:extLst xmlns:a="http://schemas.openxmlformats.org/drawingml/2006/main">
              <a:ext uri="{FF2B5EF4-FFF2-40B4-BE49-F238E27FC236}">
                <a16:creationId xmlns:a16="http://schemas.microsoft.com/office/drawing/2014/main" id="{855532F7-76E9-4B2E-8938-31F61588AB3D}"/>
              </a:ext>
            </a:extLst>
          </p:cNvPr>
          <p:cNvSpPr>
            <a:spLocks xmlns:a="http://schemas.openxmlformats.org/drawingml/2006/main" noGrp="1"/>
          </p:cNvSpPr>
          <p:nvPr/>
        </p:nvSpPr>
        <p:spPr>
          <a:xfrm xmlns:a="http://schemas.openxmlformats.org/drawingml/2006/main">
            <a:off x="8317225" y="4175787"/>
            <a:ext cx="64716" cy="68869"/>
          </a:xfrm>
          <a:custGeom xmlns:a="http://schemas.openxmlformats.org/drawingml/2006/main">
            <a:pathLst>
              <a:path w="68889" h="73310">
                <a:moveTo>
                  <a:pt x="8656" y="2020"/>
                </a:moveTo>
                <a:lnTo>
                  <a:pt x="25247" y="17606"/>
                </a:lnTo>
                <a:lnTo>
                  <a:pt x="34481" y="21069"/>
                </a:lnTo>
                <a:lnTo>
                  <a:pt x="47393" y="43726"/>
                </a:lnTo>
                <a:lnTo>
                  <a:pt x="68528" y="65156"/>
                </a:lnTo>
                <a:lnTo>
                  <a:pt x="68889" y="73310"/>
                </a:lnTo>
                <a:lnTo>
                  <a:pt x="47609" y="67826"/>
                </a:lnTo>
                <a:lnTo>
                  <a:pt x="12263" y="45530"/>
                </a:lnTo>
                <a:lnTo>
                  <a:pt x="505" y="21069"/>
                </a:lnTo>
                <a:lnTo>
                  <a:pt x="0" y="1948"/>
                </a:lnTo>
                <a:lnTo>
                  <a:pt x="4184" y="0"/>
                </a:lnTo>
                <a:lnTo>
                  <a:pt x="8656" y="2020"/>
                </a:lnTo>
              </a:path>
            </a:pathLst>
          </a:custGeom>
          <a:noFill xmlns:a="http://schemas.openxmlformats.org/drawingml/2006/main"/>
          <a:ln xmlns:a="http://schemas.openxmlformats.org/drawingml/2006/main" w="3579">
            <a:solidFill>
              <a:srgbClr val="E4EAF4"/>
            </a:solidFill>
            <a:prstDash val="solid"/>
          </a:ln>
        </p:spPr>
      </p:sp>
      <p:sp>
        <p:nvSpPr>
          <p:cNvPr id="771" name="Editable chart path">
            <a:extLst xmlns:a="http://schemas.openxmlformats.org/drawingml/2006/main">
              <a:ext uri="{FF2B5EF4-FFF2-40B4-BE49-F238E27FC236}">
                <a16:creationId xmlns:a16="http://schemas.microsoft.com/office/drawing/2014/main" id="{A70AE000-6C4C-4B48-85AC-E8A64D9D23A8}"/>
              </a:ext>
            </a:extLst>
          </p:cNvPr>
          <p:cNvSpPr>
            <a:spLocks xmlns:a="http://schemas.openxmlformats.org/drawingml/2006/main" noGrp="1"/>
          </p:cNvSpPr>
          <p:nvPr/>
        </p:nvSpPr>
        <p:spPr>
          <a:xfrm xmlns:a="http://schemas.openxmlformats.org/drawingml/2006/main">
            <a:off x="8011601" y="4057231"/>
            <a:ext cx="24870" cy="36197"/>
          </a:xfrm>
          <a:custGeom xmlns:a="http://schemas.openxmlformats.org/drawingml/2006/main">
            <a:pathLst>
              <a:path w="26474" h="38531">
                <a:moveTo>
                  <a:pt x="4689" y="0"/>
                </a:moveTo>
                <a:lnTo>
                  <a:pt x="12191" y="2453"/>
                </a:lnTo>
                <a:lnTo>
                  <a:pt x="2453" y="794"/>
                </a:lnTo>
                <a:lnTo>
                  <a:pt x="5843" y="14792"/>
                </a:lnTo>
                <a:lnTo>
                  <a:pt x="24959" y="18255"/>
                </a:lnTo>
                <a:lnTo>
                  <a:pt x="18972" y="29872"/>
                </a:lnTo>
                <a:lnTo>
                  <a:pt x="26474" y="34923"/>
                </a:lnTo>
                <a:lnTo>
                  <a:pt x="13850" y="38531"/>
                </a:lnTo>
                <a:lnTo>
                  <a:pt x="1371" y="29295"/>
                </a:lnTo>
                <a:lnTo>
                  <a:pt x="7286" y="31532"/>
                </a:lnTo>
                <a:lnTo>
                  <a:pt x="9450" y="27708"/>
                </a:lnTo>
                <a:lnTo>
                  <a:pt x="4472" y="19987"/>
                </a:lnTo>
                <a:lnTo>
                  <a:pt x="1731" y="19843"/>
                </a:lnTo>
                <a:lnTo>
                  <a:pt x="0" y="23956"/>
                </a:lnTo>
                <a:lnTo>
                  <a:pt x="3535" y="12627"/>
                </a:lnTo>
                <a:lnTo>
                  <a:pt x="649" y="2092"/>
                </a:lnTo>
                <a:lnTo>
                  <a:pt x="4689" y="0"/>
                </a:lnTo>
              </a:path>
            </a:pathLst>
          </a:custGeom>
          <a:noFill xmlns:a="http://schemas.openxmlformats.org/drawingml/2006/main"/>
          <a:ln xmlns:a="http://schemas.openxmlformats.org/drawingml/2006/main" w="3579">
            <a:solidFill>
              <a:srgbClr val="E4EAF4"/>
            </a:solidFill>
            <a:prstDash val="solid"/>
          </a:ln>
        </p:spPr>
      </p:sp>
      <p:sp>
        <p:nvSpPr>
          <p:cNvPr id="772" name="Editable chart path">
            <a:extLst xmlns:a="http://schemas.openxmlformats.org/drawingml/2006/main">
              <a:ext uri="{FF2B5EF4-FFF2-40B4-BE49-F238E27FC236}">
                <a16:creationId xmlns:a16="http://schemas.microsoft.com/office/drawing/2014/main" id="{66458B86-EE29-42C5-8E4A-CF204B49556B}"/>
              </a:ext>
            </a:extLst>
          </p:cNvPr>
          <p:cNvSpPr>
            <a:spLocks xmlns:a="http://schemas.openxmlformats.org/drawingml/2006/main" noGrp="1"/>
          </p:cNvSpPr>
          <p:nvPr/>
        </p:nvSpPr>
        <p:spPr>
          <a:xfrm xmlns:a="http://schemas.openxmlformats.org/drawingml/2006/main">
            <a:off x="8070015" y="4267906"/>
            <a:ext cx="23854" cy="6304"/>
          </a:xfrm>
          <a:custGeom xmlns:a="http://schemas.openxmlformats.org/drawingml/2006/main">
            <a:pathLst>
              <a:path w="25392" h="6710">
                <a:moveTo>
                  <a:pt x="13634" y="0"/>
                </a:moveTo>
                <a:lnTo>
                  <a:pt x="25392" y="0"/>
                </a:lnTo>
                <a:lnTo>
                  <a:pt x="25392" y="6710"/>
                </a:lnTo>
                <a:lnTo>
                  <a:pt x="0" y="6710"/>
                </a:lnTo>
                <a:lnTo>
                  <a:pt x="0" y="0"/>
                </a:lnTo>
                <a:lnTo>
                  <a:pt x="13634" y="0"/>
                </a:lnTo>
              </a:path>
            </a:pathLst>
          </a:custGeom>
          <a:noFill xmlns:a="http://schemas.openxmlformats.org/drawingml/2006/main"/>
          <a:ln xmlns:a="http://schemas.openxmlformats.org/drawingml/2006/main" w="3579">
            <a:solidFill>
              <a:srgbClr val="E4EAF4"/>
            </a:solidFill>
            <a:prstDash val="solid"/>
          </a:ln>
        </p:spPr>
      </p:sp>
      <p:sp>
        <p:nvSpPr>
          <p:cNvPr id="773" name="Editable chart path">
            <a:extLst xmlns:a="http://schemas.openxmlformats.org/drawingml/2006/main">
              <a:ext uri="{FF2B5EF4-FFF2-40B4-BE49-F238E27FC236}">
                <a16:creationId xmlns:a16="http://schemas.microsoft.com/office/drawing/2014/main" id="{88685E69-84E2-4229-8DC5-988A291F5DF7}"/>
              </a:ext>
            </a:extLst>
          </p:cNvPr>
          <p:cNvSpPr>
            <a:spLocks xmlns:a="http://schemas.openxmlformats.org/drawingml/2006/main" noGrp="1"/>
          </p:cNvSpPr>
          <p:nvPr/>
        </p:nvSpPr>
        <p:spPr>
          <a:xfrm xmlns:a="http://schemas.openxmlformats.org/drawingml/2006/main">
            <a:off x="8028610" y="4061366"/>
            <a:ext cx="31985" cy="29283"/>
          </a:xfrm>
          <a:custGeom xmlns:a="http://schemas.openxmlformats.org/drawingml/2006/main">
            <a:pathLst>
              <a:path w="34048" h="31171">
                <a:moveTo>
                  <a:pt x="21857" y="10895"/>
                </a:moveTo>
                <a:lnTo>
                  <a:pt x="34048" y="22224"/>
                </a:lnTo>
                <a:lnTo>
                  <a:pt x="29143" y="17462"/>
                </a:lnTo>
                <a:lnTo>
                  <a:pt x="25897" y="23306"/>
                </a:lnTo>
                <a:lnTo>
                  <a:pt x="26546" y="28357"/>
                </a:lnTo>
                <a:lnTo>
                  <a:pt x="33615" y="26553"/>
                </a:lnTo>
                <a:lnTo>
                  <a:pt x="14643" y="31171"/>
                </a:lnTo>
                <a:lnTo>
                  <a:pt x="21713" y="27563"/>
                </a:lnTo>
                <a:lnTo>
                  <a:pt x="16663" y="11689"/>
                </a:lnTo>
                <a:lnTo>
                  <a:pt x="0" y="0"/>
                </a:lnTo>
                <a:lnTo>
                  <a:pt x="21857" y="10895"/>
                </a:lnTo>
              </a:path>
            </a:pathLst>
          </a:custGeom>
          <a:noFill xmlns:a="http://schemas.openxmlformats.org/drawingml/2006/main"/>
          <a:ln xmlns:a="http://schemas.openxmlformats.org/drawingml/2006/main" w="3579">
            <a:solidFill>
              <a:srgbClr val="E4EAF4"/>
            </a:solidFill>
            <a:prstDash val="solid"/>
          </a:ln>
        </p:spPr>
      </p:sp>
      <p:sp>
        <p:nvSpPr>
          <p:cNvPr id="774" name="Editable chart path">
            <a:extLst xmlns:a="http://schemas.openxmlformats.org/drawingml/2006/main">
              <a:ext uri="{FF2B5EF4-FFF2-40B4-BE49-F238E27FC236}">
                <a16:creationId xmlns:a16="http://schemas.microsoft.com/office/drawing/2014/main" id="{18F3887D-EFD7-4D6F-8B67-02CB2F824209}"/>
              </a:ext>
            </a:extLst>
          </p:cNvPr>
          <p:cNvSpPr>
            <a:spLocks xmlns:a="http://schemas.openxmlformats.org/drawingml/2006/main" noGrp="1"/>
          </p:cNvSpPr>
          <p:nvPr/>
        </p:nvSpPr>
        <p:spPr>
          <a:xfrm xmlns:a="http://schemas.openxmlformats.org/drawingml/2006/main">
            <a:off x="7935703" y="4309525"/>
            <a:ext cx="15789" cy="16472"/>
          </a:xfrm>
          <a:custGeom xmlns:a="http://schemas.openxmlformats.org/drawingml/2006/main">
            <a:pathLst>
              <a:path w="16807" h="17534">
                <a:moveTo>
                  <a:pt x="9233" y="16524"/>
                </a:moveTo>
                <a:lnTo>
                  <a:pt x="3679" y="17534"/>
                </a:lnTo>
                <a:lnTo>
                  <a:pt x="0" y="15008"/>
                </a:lnTo>
                <a:lnTo>
                  <a:pt x="4617" y="11617"/>
                </a:lnTo>
                <a:lnTo>
                  <a:pt x="5771" y="6350"/>
                </a:lnTo>
                <a:lnTo>
                  <a:pt x="16807" y="0"/>
                </a:lnTo>
                <a:lnTo>
                  <a:pt x="9233" y="16524"/>
                </a:lnTo>
              </a:path>
            </a:pathLst>
          </a:custGeom>
          <a:noFill xmlns:a="http://schemas.openxmlformats.org/drawingml/2006/main"/>
          <a:ln xmlns:a="http://schemas.openxmlformats.org/drawingml/2006/main" w="3579">
            <a:solidFill>
              <a:srgbClr val="E4EAF4"/>
            </a:solidFill>
            <a:prstDash val="solid"/>
          </a:ln>
        </p:spPr>
      </p:sp>
      <p:sp>
        <p:nvSpPr>
          <p:cNvPr id="775" name="Editable chart path">
            <a:extLst xmlns:a="http://schemas.openxmlformats.org/drawingml/2006/main">
              <a:ext uri="{FF2B5EF4-FFF2-40B4-BE49-F238E27FC236}">
                <a16:creationId xmlns:a16="http://schemas.microsoft.com/office/drawing/2014/main" id="{F63C64CB-9E63-4AD4-B45D-C4E4114D1CE2}"/>
              </a:ext>
            </a:extLst>
          </p:cNvPr>
          <p:cNvSpPr>
            <a:spLocks xmlns:a="http://schemas.openxmlformats.org/drawingml/2006/main" noGrp="1"/>
          </p:cNvSpPr>
          <p:nvPr/>
        </p:nvSpPr>
        <p:spPr>
          <a:xfrm xmlns:a="http://schemas.openxmlformats.org/drawingml/2006/main">
            <a:off x="7425834" y="2898658"/>
            <a:ext cx="10978" cy="16472"/>
          </a:xfrm>
          <a:custGeom xmlns:a="http://schemas.openxmlformats.org/drawingml/2006/main">
            <a:pathLst>
              <a:path w="11686" h="17534">
                <a:moveTo>
                  <a:pt x="6059" y="17534"/>
                </a:moveTo>
                <a:lnTo>
                  <a:pt x="0" y="15586"/>
                </a:lnTo>
                <a:lnTo>
                  <a:pt x="6925" y="0"/>
                </a:lnTo>
                <a:lnTo>
                  <a:pt x="11686" y="9452"/>
                </a:lnTo>
                <a:lnTo>
                  <a:pt x="11469" y="13204"/>
                </a:lnTo>
                <a:lnTo>
                  <a:pt x="6059" y="17534"/>
                </a:lnTo>
              </a:path>
            </a:pathLst>
          </a:custGeom>
          <a:noFill xmlns:a="http://schemas.openxmlformats.org/drawingml/2006/main"/>
          <a:ln xmlns:a="http://schemas.openxmlformats.org/drawingml/2006/main" w="3579">
            <a:solidFill>
              <a:srgbClr val="E4EAF4"/>
            </a:solidFill>
            <a:prstDash val="solid"/>
          </a:ln>
        </p:spPr>
      </p:sp>
      <p:sp>
        <p:nvSpPr>
          <p:cNvPr id="776" name="Editable chart path">
            <a:extLst xmlns:a="http://schemas.openxmlformats.org/drawingml/2006/main">
              <a:ext uri="{FF2B5EF4-FFF2-40B4-BE49-F238E27FC236}">
                <a16:creationId xmlns:a16="http://schemas.microsoft.com/office/drawing/2014/main" id="{2F868C62-0CA6-43C7-9D0D-8318B60EDCAB}"/>
              </a:ext>
            </a:extLst>
          </p:cNvPr>
          <p:cNvSpPr>
            <a:spLocks xmlns:a="http://schemas.openxmlformats.org/drawingml/2006/main" noGrp="1"/>
          </p:cNvSpPr>
          <p:nvPr/>
        </p:nvSpPr>
        <p:spPr>
          <a:xfrm xmlns:a="http://schemas.openxmlformats.org/drawingml/2006/main">
            <a:off x="716558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77" name="Editable chart path">
            <a:extLst xmlns:a="http://schemas.openxmlformats.org/drawingml/2006/main">
              <a:ext uri="{FF2B5EF4-FFF2-40B4-BE49-F238E27FC236}">
                <a16:creationId xmlns:a16="http://schemas.microsoft.com/office/drawing/2014/main" id="{28D50FE6-1D5B-4377-82F0-6A1563F42794}"/>
              </a:ext>
            </a:extLst>
          </p:cNvPr>
          <p:cNvSpPr>
            <a:spLocks xmlns:a="http://schemas.openxmlformats.org/drawingml/2006/main" noGrp="1"/>
          </p:cNvSpPr>
          <p:nvPr/>
        </p:nvSpPr>
        <p:spPr>
          <a:xfrm xmlns:a="http://schemas.openxmlformats.org/drawingml/2006/main">
            <a:off x="722647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78" name="Editable chart path">
            <a:extLst xmlns:a="http://schemas.openxmlformats.org/drawingml/2006/main">
              <a:ext uri="{FF2B5EF4-FFF2-40B4-BE49-F238E27FC236}">
                <a16:creationId xmlns:a16="http://schemas.microsoft.com/office/drawing/2014/main" id="{38ED00F9-1C51-4942-8A60-7F7D230AF988}"/>
              </a:ext>
            </a:extLst>
          </p:cNvPr>
          <p:cNvSpPr>
            <a:spLocks xmlns:a="http://schemas.openxmlformats.org/drawingml/2006/main" noGrp="1"/>
          </p:cNvSpPr>
          <p:nvPr/>
        </p:nvSpPr>
        <p:spPr>
          <a:xfrm xmlns:a="http://schemas.openxmlformats.org/drawingml/2006/main">
            <a:off x="728736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79" name="Editable chart path">
            <a:extLst xmlns:a="http://schemas.openxmlformats.org/drawingml/2006/main">
              <a:ext uri="{FF2B5EF4-FFF2-40B4-BE49-F238E27FC236}">
                <a16:creationId xmlns:a16="http://schemas.microsoft.com/office/drawing/2014/main" id="{A672652B-3AAE-44A8-830E-75DB3CB053CB}"/>
              </a:ext>
            </a:extLst>
          </p:cNvPr>
          <p:cNvSpPr>
            <a:spLocks xmlns:a="http://schemas.openxmlformats.org/drawingml/2006/main" noGrp="1"/>
          </p:cNvSpPr>
          <p:nvPr/>
        </p:nvSpPr>
        <p:spPr>
          <a:xfrm xmlns:a="http://schemas.openxmlformats.org/drawingml/2006/main">
            <a:off x="734825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780" name="Editable chart path">
            <a:extLst xmlns:a="http://schemas.openxmlformats.org/drawingml/2006/main">
              <a:ext uri="{FF2B5EF4-FFF2-40B4-BE49-F238E27FC236}">
                <a16:creationId xmlns:a16="http://schemas.microsoft.com/office/drawing/2014/main" id="{64F46EC3-3AC8-400F-9BCB-E7942B9E735F}"/>
              </a:ext>
            </a:extLst>
          </p:cNvPr>
          <p:cNvSpPr>
            <a:spLocks xmlns:a="http://schemas.openxmlformats.org/drawingml/2006/main" noGrp="1"/>
          </p:cNvSpPr>
          <p:nvPr/>
        </p:nvSpPr>
        <p:spPr>
          <a:xfrm xmlns:a="http://schemas.openxmlformats.org/drawingml/2006/main">
            <a:off x="7409148"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81" name="Editable chart path">
            <a:extLst xmlns:a="http://schemas.openxmlformats.org/drawingml/2006/main">
              <a:ext uri="{FF2B5EF4-FFF2-40B4-BE49-F238E27FC236}">
                <a16:creationId xmlns:a16="http://schemas.microsoft.com/office/drawing/2014/main" id="{F07BE722-5A5A-43B4-A3E5-ACB5E1DE32E6}"/>
              </a:ext>
            </a:extLst>
          </p:cNvPr>
          <p:cNvSpPr>
            <a:spLocks xmlns:a="http://schemas.openxmlformats.org/drawingml/2006/main" noGrp="1"/>
          </p:cNvSpPr>
          <p:nvPr/>
        </p:nvSpPr>
        <p:spPr>
          <a:xfrm xmlns:a="http://schemas.openxmlformats.org/drawingml/2006/main">
            <a:off x="7409148"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82" name="Editable chart path">
            <a:extLst xmlns:a="http://schemas.openxmlformats.org/drawingml/2006/main">
              <a:ext uri="{FF2B5EF4-FFF2-40B4-BE49-F238E27FC236}">
                <a16:creationId xmlns:a16="http://schemas.microsoft.com/office/drawing/2014/main" id="{5AD022AF-8482-4877-B97C-A9734DBC9997}"/>
              </a:ext>
            </a:extLst>
          </p:cNvPr>
          <p:cNvSpPr>
            <a:spLocks xmlns:a="http://schemas.openxmlformats.org/drawingml/2006/main" noGrp="1"/>
          </p:cNvSpPr>
          <p:nvPr/>
        </p:nvSpPr>
        <p:spPr>
          <a:xfrm xmlns:a="http://schemas.openxmlformats.org/drawingml/2006/main">
            <a:off x="7470040"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83" name="Editable chart path">
            <a:extLst xmlns:a="http://schemas.openxmlformats.org/drawingml/2006/main">
              <a:ext uri="{FF2B5EF4-FFF2-40B4-BE49-F238E27FC236}">
                <a16:creationId xmlns:a16="http://schemas.microsoft.com/office/drawing/2014/main" id="{7489CFDF-6319-424C-9BD0-BE2ECC01639B}"/>
              </a:ext>
            </a:extLst>
          </p:cNvPr>
          <p:cNvSpPr>
            <a:spLocks xmlns:a="http://schemas.openxmlformats.org/drawingml/2006/main" noGrp="1"/>
          </p:cNvSpPr>
          <p:nvPr/>
        </p:nvSpPr>
        <p:spPr>
          <a:xfrm xmlns:a="http://schemas.openxmlformats.org/drawingml/2006/main">
            <a:off x="753093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784" name="Editable chart path">
            <a:extLst xmlns:a="http://schemas.openxmlformats.org/drawingml/2006/main">
              <a:ext uri="{FF2B5EF4-FFF2-40B4-BE49-F238E27FC236}">
                <a16:creationId xmlns:a16="http://schemas.microsoft.com/office/drawing/2014/main" id="{89795FCE-734D-46C2-8847-AAF127D115CE}"/>
              </a:ext>
            </a:extLst>
          </p:cNvPr>
          <p:cNvSpPr>
            <a:spLocks xmlns:a="http://schemas.openxmlformats.org/drawingml/2006/main" noGrp="1"/>
          </p:cNvSpPr>
          <p:nvPr/>
        </p:nvSpPr>
        <p:spPr>
          <a:xfrm xmlns:a="http://schemas.openxmlformats.org/drawingml/2006/main">
            <a:off x="753093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785" name="Editable chart path">
            <a:extLst xmlns:a="http://schemas.openxmlformats.org/drawingml/2006/main">
              <a:ext uri="{FF2B5EF4-FFF2-40B4-BE49-F238E27FC236}">
                <a16:creationId xmlns:a16="http://schemas.microsoft.com/office/drawing/2014/main" id="{2E038052-A2F0-42DF-926E-5F138EEA037E}"/>
              </a:ext>
            </a:extLst>
          </p:cNvPr>
          <p:cNvSpPr>
            <a:spLocks xmlns:a="http://schemas.openxmlformats.org/drawingml/2006/main" noGrp="1"/>
          </p:cNvSpPr>
          <p:nvPr/>
        </p:nvSpPr>
        <p:spPr>
          <a:xfrm xmlns:a="http://schemas.openxmlformats.org/drawingml/2006/main">
            <a:off x="759182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86" name="Editable chart path">
            <a:extLst xmlns:a="http://schemas.openxmlformats.org/drawingml/2006/main">
              <a:ext uri="{FF2B5EF4-FFF2-40B4-BE49-F238E27FC236}">
                <a16:creationId xmlns:a16="http://schemas.microsoft.com/office/drawing/2014/main" id="{000C1E36-705D-43B8-8EB1-74810CA04D5F}"/>
              </a:ext>
            </a:extLst>
          </p:cNvPr>
          <p:cNvSpPr>
            <a:spLocks xmlns:a="http://schemas.openxmlformats.org/drawingml/2006/main" noGrp="1"/>
          </p:cNvSpPr>
          <p:nvPr/>
        </p:nvSpPr>
        <p:spPr>
          <a:xfrm xmlns:a="http://schemas.openxmlformats.org/drawingml/2006/main">
            <a:off x="759182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87" name="Editable chart path">
            <a:extLst xmlns:a="http://schemas.openxmlformats.org/drawingml/2006/main">
              <a:ext uri="{FF2B5EF4-FFF2-40B4-BE49-F238E27FC236}">
                <a16:creationId xmlns:a16="http://schemas.microsoft.com/office/drawing/2014/main" id="{0F6BF169-3615-4031-B201-D4BEE2B2C3D8}"/>
              </a:ext>
            </a:extLst>
          </p:cNvPr>
          <p:cNvSpPr>
            <a:spLocks xmlns:a="http://schemas.openxmlformats.org/drawingml/2006/main" noGrp="1"/>
          </p:cNvSpPr>
          <p:nvPr/>
        </p:nvSpPr>
        <p:spPr>
          <a:xfrm xmlns:a="http://schemas.openxmlformats.org/drawingml/2006/main">
            <a:off x="759182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788" name="Editable chart path">
            <a:extLst xmlns:a="http://schemas.openxmlformats.org/drawingml/2006/main">
              <a:ext uri="{FF2B5EF4-FFF2-40B4-BE49-F238E27FC236}">
                <a16:creationId xmlns:a16="http://schemas.microsoft.com/office/drawing/2014/main" id="{0064A807-B841-4221-9558-6EA38A14FC1A}"/>
              </a:ext>
            </a:extLst>
          </p:cNvPr>
          <p:cNvSpPr>
            <a:spLocks xmlns:a="http://schemas.openxmlformats.org/drawingml/2006/main" noGrp="1"/>
          </p:cNvSpPr>
          <p:nvPr/>
        </p:nvSpPr>
        <p:spPr>
          <a:xfrm xmlns:a="http://schemas.openxmlformats.org/drawingml/2006/main">
            <a:off x="765271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89" name="Editable chart path">
            <a:extLst xmlns:a="http://schemas.openxmlformats.org/drawingml/2006/main">
              <a:ext uri="{FF2B5EF4-FFF2-40B4-BE49-F238E27FC236}">
                <a16:creationId xmlns:a16="http://schemas.microsoft.com/office/drawing/2014/main" id="{A41FD079-F019-47CF-A64C-7B2387307B9D}"/>
              </a:ext>
            </a:extLst>
          </p:cNvPr>
          <p:cNvSpPr>
            <a:spLocks xmlns:a="http://schemas.openxmlformats.org/drawingml/2006/main" noGrp="1"/>
          </p:cNvSpPr>
          <p:nvPr/>
        </p:nvSpPr>
        <p:spPr>
          <a:xfrm xmlns:a="http://schemas.openxmlformats.org/drawingml/2006/main">
            <a:off x="765271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90" name="Editable chart path">
            <a:extLst xmlns:a="http://schemas.openxmlformats.org/drawingml/2006/main">
              <a:ext uri="{FF2B5EF4-FFF2-40B4-BE49-F238E27FC236}">
                <a16:creationId xmlns:a16="http://schemas.microsoft.com/office/drawing/2014/main" id="{A29343D1-DF8F-4D7C-9413-E72676FA36BE}"/>
              </a:ext>
            </a:extLst>
          </p:cNvPr>
          <p:cNvSpPr>
            <a:spLocks xmlns:a="http://schemas.openxmlformats.org/drawingml/2006/main" noGrp="1"/>
          </p:cNvSpPr>
          <p:nvPr/>
        </p:nvSpPr>
        <p:spPr>
          <a:xfrm xmlns:a="http://schemas.openxmlformats.org/drawingml/2006/main">
            <a:off x="765271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791" name="Editable chart path">
            <a:extLst xmlns:a="http://schemas.openxmlformats.org/drawingml/2006/main">
              <a:ext uri="{FF2B5EF4-FFF2-40B4-BE49-F238E27FC236}">
                <a16:creationId xmlns:a16="http://schemas.microsoft.com/office/drawing/2014/main" id="{263F2252-EDB0-481B-A6EC-4F44AB27007F}"/>
              </a:ext>
            </a:extLst>
          </p:cNvPr>
          <p:cNvSpPr>
            <a:spLocks xmlns:a="http://schemas.openxmlformats.org/drawingml/2006/main" noGrp="1"/>
          </p:cNvSpPr>
          <p:nvPr/>
        </p:nvSpPr>
        <p:spPr>
          <a:xfrm xmlns:a="http://schemas.openxmlformats.org/drawingml/2006/main">
            <a:off x="765271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792" name="Editable chart path">
            <a:extLst xmlns:a="http://schemas.openxmlformats.org/drawingml/2006/main">
              <a:ext uri="{FF2B5EF4-FFF2-40B4-BE49-F238E27FC236}">
                <a16:creationId xmlns:a16="http://schemas.microsoft.com/office/drawing/2014/main" id="{181D5433-7EEC-4AD1-86EC-E9CE57397D43}"/>
              </a:ext>
            </a:extLst>
          </p:cNvPr>
          <p:cNvSpPr>
            <a:spLocks xmlns:a="http://schemas.openxmlformats.org/drawingml/2006/main" noGrp="1"/>
          </p:cNvSpPr>
          <p:nvPr/>
        </p:nvSpPr>
        <p:spPr>
          <a:xfrm xmlns:a="http://schemas.openxmlformats.org/drawingml/2006/main">
            <a:off x="765271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793" name="Editable chart path">
            <a:extLst xmlns:a="http://schemas.openxmlformats.org/drawingml/2006/main">
              <a:ext uri="{FF2B5EF4-FFF2-40B4-BE49-F238E27FC236}">
                <a16:creationId xmlns:a16="http://schemas.microsoft.com/office/drawing/2014/main" id="{77D6CD13-010A-48B2-9B2D-14699EA76C15}"/>
              </a:ext>
            </a:extLst>
          </p:cNvPr>
          <p:cNvSpPr>
            <a:spLocks xmlns:a="http://schemas.openxmlformats.org/drawingml/2006/main" noGrp="1"/>
          </p:cNvSpPr>
          <p:nvPr/>
        </p:nvSpPr>
        <p:spPr>
          <a:xfrm xmlns:a="http://schemas.openxmlformats.org/drawingml/2006/main">
            <a:off x="771360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94" name="Editable chart path">
            <a:extLst xmlns:a="http://schemas.openxmlformats.org/drawingml/2006/main">
              <a:ext uri="{FF2B5EF4-FFF2-40B4-BE49-F238E27FC236}">
                <a16:creationId xmlns:a16="http://schemas.microsoft.com/office/drawing/2014/main" id="{D257BDFF-3B63-49F4-8561-72234045BB62}"/>
              </a:ext>
            </a:extLst>
          </p:cNvPr>
          <p:cNvSpPr>
            <a:spLocks xmlns:a="http://schemas.openxmlformats.org/drawingml/2006/main" noGrp="1"/>
          </p:cNvSpPr>
          <p:nvPr/>
        </p:nvSpPr>
        <p:spPr>
          <a:xfrm xmlns:a="http://schemas.openxmlformats.org/drawingml/2006/main">
            <a:off x="771360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95" name="Editable chart path">
            <a:extLst xmlns:a="http://schemas.openxmlformats.org/drawingml/2006/main">
              <a:ext uri="{FF2B5EF4-FFF2-40B4-BE49-F238E27FC236}">
                <a16:creationId xmlns:a16="http://schemas.microsoft.com/office/drawing/2014/main" id="{9E8AB260-9A60-4359-A14B-07DE6F07DCEA}"/>
              </a:ext>
            </a:extLst>
          </p:cNvPr>
          <p:cNvSpPr>
            <a:spLocks xmlns:a="http://schemas.openxmlformats.org/drawingml/2006/main" noGrp="1"/>
          </p:cNvSpPr>
          <p:nvPr/>
        </p:nvSpPr>
        <p:spPr>
          <a:xfrm xmlns:a="http://schemas.openxmlformats.org/drawingml/2006/main">
            <a:off x="771360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796" name="Editable chart path">
            <a:extLst xmlns:a="http://schemas.openxmlformats.org/drawingml/2006/main">
              <a:ext uri="{FF2B5EF4-FFF2-40B4-BE49-F238E27FC236}">
                <a16:creationId xmlns:a16="http://schemas.microsoft.com/office/drawing/2014/main" id="{32A95AF5-E2AA-4518-B310-5435784CD40B}"/>
              </a:ext>
            </a:extLst>
          </p:cNvPr>
          <p:cNvSpPr>
            <a:spLocks xmlns:a="http://schemas.openxmlformats.org/drawingml/2006/main" noGrp="1"/>
          </p:cNvSpPr>
          <p:nvPr/>
        </p:nvSpPr>
        <p:spPr>
          <a:xfrm xmlns:a="http://schemas.openxmlformats.org/drawingml/2006/main">
            <a:off x="771360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797" name="Editable chart path">
            <a:extLst xmlns:a="http://schemas.openxmlformats.org/drawingml/2006/main">
              <a:ext uri="{FF2B5EF4-FFF2-40B4-BE49-F238E27FC236}">
                <a16:creationId xmlns:a16="http://schemas.microsoft.com/office/drawing/2014/main" id="{57C2422A-56C3-4AC8-AC30-31A30B2713E4}"/>
              </a:ext>
            </a:extLst>
          </p:cNvPr>
          <p:cNvSpPr>
            <a:spLocks xmlns:a="http://schemas.openxmlformats.org/drawingml/2006/main" noGrp="1"/>
          </p:cNvSpPr>
          <p:nvPr/>
        </p:nvSpPr>
        <p:spPr>
          <a:xfrm xmlns:a="http://schemas.openxmlformats.org/drawingml/2006/main">
            <a:off x="771360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798" name="Editable chart path">
            <a:extLst xmlns:a="http://schemas.openxmlformats.org/drawingml/2006/main">
              <a:ext uri="{FF2B5EF4-FFF2-40B4-BE49-F238E27FC236}">
                <a16:creationId xmlns:a16="http://schemas.microsoft.com/office/drawing/2014/main" id="{ED954BEC-4BBC-4284-9671-3B0101546A2C}"/>
              </a:ext>
            </a:extLst>
          </p:cNvPr>
          <p:cNvSpPr>
            <a:spLocks xmlns:a="http://schemas.openxmlformats.org/drawingml/2006/main" noGrp="1"/>
          </p:cNvSpPr>
          <p:nvPr/>
        </p:nvSpPr>
        <p:spPr>
          <a:xfrm xmlns:a="http://schemas.openxmlformats.org/drawingml/2006/main">
            <a:off x="777449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799" name="Editable chart path">
            <a:extLst xmlns:a="http://schemas.openxmlformats.org/drawingml/2006/main">
              <a:ext uri="{FF2B5EF4-FFF2-40B4-BE49-F238E27FC236}">
                <a16:creationId xmlns:a16="http://schemas.microsoft.com/office/drawing/2014/main" id="{4C72BBAD-DB7B-42A3-AF63-FD47CC8FBDEA}"/>
              </a:ext>
            </a:extLst>
          </p:cNvPr>
          <p:cNvSpPr>
            <a:spLocks xmlns:a="http://schemas.openxmlformats.org/drawingml/2006/main" noGrp="1"/>
          </p:cNvSpPr>
          <p:nvPr/>
        </p:nvSpPr>
        <p:spPr>
          <a:xfrm xmlns:a="http://schemas.openxmlformats.org/drawingml/2006/main">
            <a:off x="777449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00" name="Editable chart path">
            <a:extLst xmlns:a="http://schemas.openxmlformats.org/drawingml/2006/main">
              <a:ext uri="{FF2B5EF4-FFF2-40B4-BE49-F238E27FC236}">
                <a16:creationId xmlns:a16="http://schemas.microsoft.com/office/drawing/2014/main" id="{73F858E6-E317-40B1-9F54-B1BC96506E52}"/>
              </a:ext>
            </a:extLst>
          </p:cNvPr>
          <p:cNvSpPr>
            <a:spLocks xmlns:a="http://schemas.openxmlformats.org/drawingml/2006/main" noGrp="1"/>
          </p:cNvSpPr>
          <p:nvPr/>
        </p:nvSpPr>
        <p:spPr>
          <a:xfrm xmlns:a="http://schemas.openxmlformats.org/drawingml/2006/main">
            <a:off x="777449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01" name="Editable chart path">
            <a:extLst xmlns:a="http://schemas.openxmlformats.org/drawingml/2006/main">
              <a:ext uri="{FF2B5EF4-FFF2-40B4-BE49-F238E27FC236}">
                <a16:creationId xmlns:a16="http://schemas.microsoft.com/office/drawing/2014/main" id="{40A5DD3D-EF59-42DF-B129-8363182E6248}"/>
              </a:ext>
            </a:extLst>
          </p:cNvPr>
          <p:cNvSpPr>
            <a:spLocks xmlns:a="http://schemas.openxmlformats.org/drawingml/2006/main" noGrp="1"/>
          </p:cNvSpPr>
          <p:nvPr/>
        </p:nvSpPr>
        <p:spPr>
          <a:xfrm xmlns:a="http://schemas.openxmlformats.org/drawingml/2006/main">
            <a:off x="777449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02" name="Editable chart path">
            <a:extLst xmlns:a="http://schemas.openxmlformats.org/drawingml/2006/main">
              <a:ext uri="{FF2B5EF4-FFF2-40B4-BE49-F238E27FC236}">
                <a16:creationId xmlns:a16="http://schemas.microsoft.com/office/drawing/2014/main" id="{53863838-FCFF-411F-B037-BEF6EE123020}"/>
              </a:ext>
            </a:extLst>
          </p:cNvPr>
          <p:cNvSpPr>
            <a:spLocks xmlns:a="http://schemas.openxmlformats.org/drawingml/2006/main" noGrp="1"/>
          </p:cNvSpPr>
          <p:nvPr/>
        </p:nvSpPr>
        <p:spPr>
          <a:xfrm xmlns:a="http://schemas.openxmlformats.org/drawingml/2006/main">
            <a:off x="777449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03" name="Editable chart path">
            <a:extLst xmlns:a="http://schemas.openxmlformats.org/drawingml/2006/main">
              <a:ext uri="{FF2B5EF4-FFF2-40B4-BE49-F238E27FC236}">
                <a16:creationId xmlns:a16="http://schemas.microsoft.com/office/drawing/2014/main" id="{6737CC8E-1C86-4A9C-A6ED-1C37E7E8F3A6}"/>
              </a:ext>
            </a:extLst>
          </p:cNvPr>
          <p:cNvSpPr>
            <a:spLocks xmlns:a="http://schemas.openxmlformats.org/drawingml/2006/main" noGrp="1"/>
          </p:cNvSpPr>
          <p:nvPr/>
        </p:nvSpPr>
        <p:spPr>
          <a:xfrm xmlns:a="http://schemas.openxmlformats.org/drawingml/2006/main">
            <a:off x="777449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04" name="Editable chart path">
            <a:extLst xmlns:a="http://schemas.openxmlformats.org/drawingml/2006/main">
              <a:ext uri="{FF2B5EF4-FFF2-40B4-BE49-F238E27FC236}">
                <a16:creationId xmlns:a16="http://schemas.microsoft.com/office/drawing/2014/main" id="{F6DC6C7B-4F34-44A7-99A1-5DC911319CB8}"/>
              </a:ext>
            </a:extLst>
          </p:cNvPr>
          <p:cNvSpPr>
            <a:spLocks xmlns:a="http://schemas.openxmlformats.org/drawingml/2006/main" noGrp="1"/>
          </p:cNvSpPr>
          <p:nvPr/>
        </p:nvSpPr>
        <p:spPr>
          <a:xfrm xmlns:a="http://schemas.openxmlformats.org/drawingml/2006/main">
            <a:off x="783539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05" name="Editable chart path">
            <a:extLst xmlns:a="http://schemas.openxmlformats.org/drawingml/2006/main">
              <a:ext uri="{FF2B5EF4-FFF2-40B4-BE49-F238E27FC236}">
                <a16:creationId xmlns:a16="http://schemas.microsoft.com/office/drawing/2014/main" id="{A153E378-CF91-48B7-8A4C-C76C1E6BE33F}"/>
              </a:ext>
            </a:extLst>
          </p:cNvPr>
          <p:cNvSpPr>
            <a:spLocks xmlns:a="http://schemas.openxmlformats.org/drawingml/2006/main" noGrp="1"/>
          </p:cNvSpPr>
          <p:nvPr/>
        </p:nvSpPr>
        <p:spPr>
          <a:xfrm xmlns:a="http://schemas.openxmlformats.org/drawingml/2006/main">
            <a:off x="783539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06" name="Editable chart path">
            <a:extLst xmlns:a="http://schemas.openxmlformats.org/drawingml/2006/main">
              <a:ext uri="{FF2B5EF4-FFF2-40B4-BE49-F238E27FC236}">
                <a16:creationId xmlns:a16="http://schemas.microsoft.com/office/drawing/2014/main" id="{235C8177-2A38-4E48-A390-FF093A4D7E31}"/>
              </a:ext>
            </a:extLst>
          </p:cNvPr>
          <p:cNvSpPr>
            <a:spLocks xmlns:a="http://schemas.openxmlformats.org/drawingml/2006/main" noGrp="1"/>
          </p:cNvSpPr>
          <p:nvPr/>
        </p:nvSpPr>
        <p:spPr>
          <a:xfrm xmlns:a="http://schemas.openxmlformats.org/drawingml/2006/main">
            <a:off x="783539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07" name="Editable chart path">
            <a:extLst xmlns:a="http://schemas.openxmlformats.org/drawingml/2006/main">
              <a:ext uri="{FF2B5EF4-FFF2-40B4-BE49-F238E27FC236}">
                <a16:creationId xmlns:a16="http://schemas.microsoft.com/office/drawing/2014/main" id="{B781B51F-75B5-4DAA-AC93-8F56F0F8080D}"/>
              </a:ext>
            </a:extLst>
          </p:cNvPr>
          <p:cNvSpPr>
            <a:spLocks xmlns:a="http://schemas.openxmlformats.org/drawingml/2006/main" noGrp="1"/>
          </p:cNvSpPr>
          <p:nvPr/>
        </p:nvSpPr>
        <p:spPr>
          <a:xfrm xmlns:a="http://schemas.openxmlformats.org/drawingml/2006/main">
            <a:off x="783539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08" name="Editable chart path">
            <a:extLst xmlns:a="http://schemas.openxmlformats.org/drawingml/2006/main">
              <a:ext uri="{FF2B5EF4-FFF2-40B4-BE49-F238E27FC236}">
                <a16:creationId xmlns:a16="http://schemas.microsoft.com/office/drawing/2014/main" id="{EE18C1F1-3281-4B8F-93D3-ABC3AC04A190}"/>
              </a:ext>
            </a:extLst>
          </p:cNvPr>
          <p:cNvSpPr>
            <a:spLocks xmlns:a="http://schemas.openxmlformats.org/drawingml/2006/main" noGrp="1"/>
          </p:cNvSpPr>
          <p:nvPr/>
        </p:nvSpPr>
        <p:spPr>
          <a:xfrm xmlns:a="http://schemas.openxmlformats.org/drawingml/2006/main">
            <a:off x="7896283"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09" name="Editable chart path">
            <a:extLst xmlns:a="http://schemas.openxmlformats.org/drawingml/2006/main">
              <a:ext uri="{FF2B5EF4-FFF2-40B4-BE49-F238E27FC236}">
                <a16:creationId xmlns:a16="http://schemas.microsoft.com/office/drawing/2014/main" id="{479EFF45-2423-4F31-9E3E-0AC0F5F4088D}"/>
              </a:ext>
            </a:extLst>
          </p:cNvPr>
          <p:cNvSpPr>
            <a:spLocks xmlns:a="http://schemas.openxmlformats.org/drawingml/2006/main" noGrp="1"/>
          </p:cNvSpPr>
          <p:nvPr/>
        </p:nvSpPr>
        <p:spPr>
          <a:xfrm xmlns:a="http://schemas.openxmlformats.org/drawingml/2006/main">
            <a:off x="7896283"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10" name="Editable chart path">
            <a:extLst xmlns:a="http://schemas.openxmlformats.org/drawingml/2006/main">
              <a:ext uri="{FF2B5EF4-FFF2-40B4-BE49-F238E27FC236}">
                <a16:creationId xmlns:a16="http://schemas.microsoft.com/office/drawing/2014/main" id="{F5991DFA-780E-403B-929E-0D491DACE7F2}"/>
              </a:ext>
            </a:extLst>
          </p:cNvPr>
          <p:cNvSpPr>
            <a:spLocks xmlns:a="http://schemas.openxmlformats.org/drawingml/2006/main" noGrp="1"/>
          </p:cNvSpPr>
          <p:nvPr/>
        </p:nvSpPr>
        <p:spPr>
          <a:xfrm xmlns:a="http://schemas.openxmlformats.org/drawingml/2006/main">
            <a:off x="7896283"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11" name="Editable chart path">
            <a:extLst xmlns:a="http://schemas.openxmlformats.org/drawingml/2006/main">
              <a:ext uri="{FF2B5EF4-FFF2-40B4-BE49-F238E27FC236}">
                <a16:creationId xmlns:a16="http://schemas.microsoft.com/office/drawing/2014/main" id="{792E9644-69CC-4191-AE82-2E7BBC9A92D8}"/>
              </a:ext>
            </a:extLst>
          </p:cNvPr>
          <p:cNvSpPr>
            <a:spLocks xmlns:a="http://schemas.openxmlformats.org/drawingml/2006/main" noGrp="1"/>
          </p:cNvSpPr>
          <p:nvPr/>
        </p:nvSpPr>
        <p:spPr>
          <a:xfrm xmlns:a="http://schemas.openxmlformats.org/drawingml/2006/main">
            <a:off x="7896283"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12" name="Editable chart path">
            <a:extLst xmlns:a="http://schemas.openxmlformats.org/drawingml/2006/main">
              <a:ext uri="{FF2B5EF4-FFF2-40B4-BE49-F238E27FC236}">
                <a16:creationId xmlns:a16="http://schemas.microsoft.com/office/drawing/2014/main" id="{7748DD66-00A3-4491-8C7E-7416FDBA9289}"/>
              </a:ext>
            </a:extLst>
          </p:cNvPr>
          <p:cNvSpPr>
            <a:spLocks xmlns:a="http://schemas.openxmlformats.org/drawingml/2006/main" noGrp="1"/>
          </p:cNvSpPr>
          <p:nvPr/>
        </p:nvSpPr>
        <p:spPr>
          <a:xfrm xmlns:a="http://schemas.openxmlformats.org/drawingml/2006/main">
            <a:off x="7896283"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13" name="Editable chart path">
            <a:extLst xmlns:a="http://schemas.openxmlformats.org/drawingml/2006/main">
              <a:ext uri="{FF2B5EF4-FFF2-40B4-BE49-F238E27FC236}">
                <a16:creationId xmlns:a16="http://schemas.microsoft.com/office/drawing/2014/main" id="{5587F704-4136-47F5-AA65-23D86B5E8663}"/>
              </a:ext>
            </a:extLst>
          </p:cNvPr>
          <p:cNvSpPr>
            <a:spLocks xmlns:a="http://schemas.openxmlformats.org/drawingml/2006/main" noGrp="1"/>
          </p:cNvSpPr>
          <p:nvPr/>
        </p:nvSpPr>
        <p:spPr>
          <a:xfrm xmlns:a="http://schemas.openxmlformats.org/drawingml/2006/main">
            <a:off x="7896283"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14" name="Editable chart path">
            <a:extLst xmlns:a="http://schemas.openxmlformats.org/drawingml/2006/main">
              <a:ext uri="{FF2B5EF4-FFF2-40B4-BE49-F238E27FC236}">
                <a16:creationId xmlns:a16="http://schemas.microsoft.com/office/drawing/2014/main" id="{9D93B382-9DF6-45F8-875C-A29071509EB3}"/>
              </a:ext>
            </a:extLst>
          </p:cNvPr>
          <p:cNvSpPr>
            <a:spLocks xmlns:a="http://schemas.openxmlformats.org/drawingml/2006/main" noGrp="1"/>
          </p:cNvSpPr>
          <p:nvPr/>
        </p:nvSpPr>
        <p:spPr>
          <a:xfrm xmlns:a="http://schemas.openxmlformats.org/drawingml/2006/main">
            <a:off x="7957175"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15" name="Editable chart path">
            <a:extLst xmlns:a="http://schemas.openxmlformats.org/drawingml/2006/main">
              <a:ext uri="{FF2B5EF4-FFF2-40B4-BE49-F238E27FC236}">
                <a16:creationId xmlns:a16="http://schemas.microsoft.com/office/drawing/2014/main" id="{9ACB529F-8DEA-4629-B548-ED64CF3D8956}"/>
              </a:ext>
            </a:extLst>
          </p:cNvPr>
          <p:cNvSpPr>
            <a:spLocks xmlns:a="http://schemas.openxmlformats.org/drawingml/2006/main" noGrp="1"/>
          </p:cNvSpPr>
          <p:nvPr/>
        </p:nvSpPr>
        <p:spPr>
          <a:xfrm xmlns:a="http://schemas.openxmlformats.org/drawingml/2006/main">
            <a:off x="7957175"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16" name="Editable chart path">
            <a:extLst xmlns:a="http://schemas.openxmlformats.org/drawingml/2006/main">
              <a:ext uri="{FF2B5EF4-FFF2-40B4-BE49-F238E27FC236}">
                <a16:creationId xmlns:a16="http://schemas.microsoft.com/office/drawing/2014/main" id="{90EBC75E-27B1-4883-83D4-FF1D90CDE2A7}"/>
              </a:ext>
            </a:extLst>
          </p:cNvPr>
          <p:cNvSpPr>
            <a:spLocks xmlns:a="http://schemas.openxmlformats.org/drawingml/2006/main" noGrp="1"/>
          </p:cNvSpPr>
          <p:nvPr/>
        </p:nvSpPr>
        <p:spPr>
          <a:xfrm xmlns:a="http://schemas.openxmlformats.org/drawingml/2006/main">
            <a:off x="7957175"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17" name="Editable chart path">
            <a:extLst xmlns:a="http://schemas.openxmlformats.org/drawingml/2006/main">
              <a:ext uri="{FF2B5EF4-FFF2-40B4-BE49-F238E27FC236}">
                <a16:creationId xmlns:a16="http://schemas.microsoft.com/office/drawing/2014/main" id="{A18F473D-2527-4A28-8D00-088E85E4ECE9}"/>
              </a:ext>
            </a:extLst>
          </p:cNvPr>
          <p:cNvSpPr>
            <a:spLocks xmlns:a="http://schemas.openxmlformats.org/drawingml/2006/main" noGrp="1"/>
          </p:cNvSpPr>
          <p:nvPr/>
        </p:nvSpPr>
        <p:spPr>
          <a:xfrm xmlns:a="http://schemas.openxmlformats.org/drawingml/2006/main">
            <a:off x="7957175"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18" name="Editable chart path">
            <a:extLst xmlns:a="http://schemas.openxmlformats.org/drawingml/2006/main">
              <a:ext uri="{FF2B5EF4-FFF2-40B4-BE49-F238E27FC236}">
                <a16:creationId xmlns:a16="http://schemas.microsoft.com/office/drawing/2014/main" id="{A7169144-BB82-4A77-8A67-0FBF143BF7AA}"/>
              </a:ext>
            </a:extLst>
          </p:cNvPr>
          <p:cNvSpPr>
            <a:spLocks xmlns:a="http://schemas.openxmlformats.org/drawingml/2006/main" noGrp="1"/>
          </p:cNvSpPr>
          <p:nvPr/>
        </p:nvSpPr>
        <p:spPr>
          <a:xfrm xmlns:a="http://schemas.openxmlformats.org/drawingml/2006/main">
            <a:off x="7957175"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19" name="Editable chart path">
            <a:extLst xmlns:a="http://schemas.openxmlformats.org/drawingml/2006/main">
              <a:ext uri="{FF2B5EF4-FFF2-40B4-BE49-F238E27FC236}">
                <a16:creationId xmlns:a16="http://schemas.microsoft.com/office/drawing/2014/main" id="{355FD00B-34B9-40E6-A361-3B147D783042}"/>
              </a:ext>
            </a:extLst>
          </p:cNvPr>
          <p:cNvSpPr>
            <a:spLocks xmlns:a="http://schemas.openxmlformats.org/drawingml/2006/main" noGrp="1"/>
          </p:cNvSpPr>
          <p:nvPr/>
        </p:nvSpPr>
        <p:spPr>
          <a:xfrm xmlns:a="http://schemas.openxmlformats.org/drawingml/2006/main">
            <a:off x="7957175"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20" name="Editable chart path">
            <a:extLst xmlns:a="http://schemas.openxmlformats.org/drawingml/2006/main">
              <a:ext uri="{FF2B5EF4-FFF2-40B4-BE49-F238E27FC236}">
                <a16:creationId xmlns:a16="http://schemas.microsoft.com/office/drawing/2014/main" id="{9C8373C3-8C2F-40DD-95FA-DD9DF78B699F}"/>
              </a:ext>
            </a:extLst>
          </p:cNvPr>
          <p:cNvSpPr>
            <a:spLocks xmlns:a="http://schemas.openxmlformats.org/drawingml/2006/main" noGrp="1"/>
          </p:cNvSpPr>
          <p:nvPr/>
        </p:nvSpPr>
        <p:spPr>
          <a:xfrm xmlns:a="http://schemas.openxmlformats.org/drawingml/2006/main">
            <a:off x="7957175"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21" name="Editable chart path">
            <a:extLst xmlns:a="http://schemas.openxmlformats.org/drawingml/2006/main">
              <a:ext uri="{FF2B5EF4-FFF2-40B4-BE49-F238E27FC236}">
                <a16:creationId xmlns:a16="http://schemas.microsoft.com/office/drawing/2014/main" id="{18A869B6-FF93-452D-90DB-40E41B7697BF}"/>
              </a:ext>
            </a:extLst>
          </p:cNvPr>
          <p:cNvSpPr>
            <a:spLocks xmlns:a="http://schemas.openxmlformats.org/drawingml/2006/main" noGrp="1"/>
          </p:cNvSpPr>
          <p:nvPr/>
        </p:nvSpPr>
        <p:spPr>
          <a:xfrm xmlns:a="http://schemas.openxmlformats.org/drawingml/2006/main">
            <a:off x="7957175"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22" name="Editable chart path">
            <a:extLst xmlns:a="http://schemas.openxmlformats.org/drawingml/2006/main">
              <a:ext uri="{FF2B5EF4-FFF2-40B4-BE49-F238E27FC236}">
                <a16:creationId xmlns:a16="http://schemas.microsoft.com/office/drawing/2014/main" id="{A6073749-94E5-4F31-8994-0E239F751549}"/>
              </a:ext>
            </a:extLst>
          </p:cNvPr>
          <p:cNvSpPr>
            <a:spLocks xmlns:a="http://schemas.openxmlformats.org/drawingml/2006/main" noGrp="1"/>
          </p:cNvSpPr>
          <p:nvPr/>
        </p:nvSpPr>
        <p:spPr>
          <a:xfrm xmlns:a="http://schemas.openxmlformats.org/drawingml/2006/main">
            <a:off x="7957175"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823" name="Editable chart path">
            <a:extLst xmlns:a="http://schemas.openxmlformats.org/drawingml/2006/main">
              <a:ext uri="{FF2B5EF4-FFF2-40B4-BE49-F238E27FC236}">
                <a16:creationId xmlns:a16="http://schemas.microsoft.com/office/drawing/2014/main" id="{D50AEA00-9EBC-4920-8CAE-8BEA684E57EB}"/>
              </a:ext>
            </a:extLst>
          </p:cNvPr>
          <p:cNvSpPr>
            <a:spLocks xmlns:a="http://schemas.openxmlformats.org/drawingml/2006/main" noGrp="1"/>
          </p:cNvSpPr>
          <p:nvPr/>
        </p:nvSpPr>
        <p:spPr>
          <a:xfrm xmlns:a="http://schemas.openxmlformats.org/drawingml/2006/main">
            <a:off x="7957175"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24" name="Editable chart path">
            <a:extLst xmlns:a="http://schemas.openxmlformats.org/drawingml/2006/main">
              <a:ext uri="{FF2B5EF4-FFF2-40B4-BE49-F238E27FC236}">
                <a16:creationId xmlns:a16="http://schemas.microsoft.com/office/drawing/2014/main" id="{41B95E17-5E18-48EA-A475-EB4B383A1D11}"/>
              </a:ext>
            </a:extLst>
          </p:cNvPr>
          <p:cNvSpPr>
            <a:spLocks xmlns:a="http://schemas.openxmlformats.org/drawingml/2006/main" noGrp="1"/>
          </p:cNvSpPr>
          <p:nvPr/>
        </p:nvSpPr>
        <p:spPr>
          <a:xfrm xmlns:a="http://schemas.openxmlformats.org/drawingml/2006/main">
            <a:off x="7957175"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25" name="Editable chart path">
            <a:extLst xmlns:a="http://schemas.openxmlformats.org/drawingml/2006/main">
              <a:ext uri="{FF2B5EF4-FFF2-40B4-BE49-F238E27FC236}">
                <a16:creationId xmlns:a16="http://schemas.microsoft.com/office/drawing/2014/main" id="{8EC7A81F-DA2C-4D33-B657-4FD61CAD9FDC}"/>
              </a:ext>
            </a:extLst>
          </p:cNvPr>
          <p:cNvSpPr>
            <a:spLocks xmlns:a="http://schemas.openxmlformats.org/drawingml/2006/main" noGrp="1"/>
          </p:cNvSpPr>
          <p:nvPr/>
        </p:nvSpPr>
        <p:spPr>
          <a:xfrm xmlns:a="http://schemas.openxmlformats.org/drawingml/2006/main">
            <a:off x="801806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26" name="Editable chart path">
            <a:extLst xmlns:a="http://schemas.openxmlformats.org/drawingml/2006/main">
              <a:ext uri="{FF2B5EF4-FFF2-40B4-BE49-F238E27FC236}">
                <a16:creationId xmlns:a16="http://schemas.microsoft.com/office/drawing/2014/main" id="{B64D1A51-59AF-436B-B35F-C97FE9BDA2ED}"/>
              </a:ext>
            </a:extLst>
          </p:cNvPr>
          <p:cNvSpPr>
            <a:spLocks xmlns:a="http://schemas.openxmlformats.org/drawingml/2006/main" noGrp="1"/>
          </p:cNvSpPr>
          <p:nvPr/>
        </p:nvSpPr>
        <p:spPr>
          <a:xfrm xmlns:a="http://schemas.openxmlformats.org/drawingml/2006/main">
            <a:off x="801806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27" name="Editable chart path">
            <a:extLst xmlns:a="http://schemas.openxmlformats.org/drawingml/2006/main">
              <a:ext uri="{FF2B5EF4-FFF2-40B4-BE49-F238E27FC236}">
                <a16:creationId xmlns:a16="http://schemas.microsoft.com/office/drawing/2014/main" id="{BCACB83A-4526-4F89-8184-91DECA46DFD0}"/>
              </a:ext>
            </a:extLst>
          </p:cNvPr>
          <p:cNvSpPr>
            <a:spLocks xmlns:a="http://schemas.openxmlformats.org/drawingml/2006/main" noGrp="1"/>
          </p:cNvSpPr>
          <p:nvPr/>
        </p:nvSpPr>
        <p:spPr>
          <a:xfrm xmlns:a="http://schemas.openxmlformats.org/drawingml/2006/main">
            <a:off x="801806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28" name="Editable chart path">
            <a:extLst xmlns:a="http://schemas.openxmlformats.org/drawingml/2006/main">
              <a:ext uri="{FF2B5EF4-FFF2-40B4-BE49-F238E27FC236}">
                <a16:creationId xmlns:a16="http://schemas.microsoft.com/office/drawing/2014/main" id="{0C0335ED-5F2D-4753-8403-C4ACD3617E00}"/>
              </a:ext>
            </a:extLst>
          </p:cNvPr>
          <p:cNvSpPr>
            <a:spLocks xmlns:a="http://schemas.openxmlformats.org/drawingml/2006/main" noGrp="1"/>
          </p:cNvSpPr>
          <p:nvPr/>
        </p:nvSpPr>
        <p:spPr>
          <a:xfrm xmlns:a="http://schemas.openxmlformats.org/drawingml/2006/main">
            <a:off x="801806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29" name="Editable chart path">
            <a:extLst xmlns:a="http://schemas.openxmlformats.org/drawingml/2006/main">
              <a:ext uri="{FF2B5EF4-FFF2-40B4-BE49-F238E27FC236}">
                <a16:creationId xmlns:a16="http://schemas.microsoft.com/office/drawing/2014/main" id="{9FC07A31-090A-41A1-AECA-DEFDA3F25D65}"/>
              </a:ext>
            </a:extLst>
          </p:cNvPr>
          <p:cNvSpPr>
            <a:spLocks xmlns:a="http://schemas.openxmlformats.org/drawingml/2006/main" noGrp="1"/>
          </p:cNvSpPr>
          <p:nvPr/>
        </p:nvSpPr>
        <p:spPr>
          <a:xfrm xmlns:a="http://schemas.openxmlformats.org/drawingml/2006/main">
            <a:off x="801806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30" name="Editable chart path">
            <a:extLst xmlns:a="http://schemas.openxmlformats.org/drawingml/2006/main">
              <a:ext uri="{FF2B5EF4-FFF2-40B4-BE49-F238E27FC236}">
                <a16:creationId xmlns:a16="http://schemas.microsoft.com/office/drawing/2014/main" id="{AEAA84C7-3B11-471E-AB34-2744FED8CCEC}"/>
              </a:ext>
            </a:extLst>
          </p:cNvPr>
          <p:cNvSpPr>
            <a:spLocks xmlns:a="http://schemas.openxmlformats.org/drawingml/2006/main" noGrp="1"/>
          </p:cNvSpPr>
          <p:nvPr/>
        </p:nvSpPr>
        <p:spPr>
          <a:xfrm xmlns:a="http://schemas.openxmlformats.org/drawingml/2006/main">
            <a:off x="801806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31" name="Editable chart path">
            <a:extLst xmlns:a="http://schemas.openxmlformats.org/drawingml/2006/main">
              <a:ext uri="{FF2B5EF4-FFF2-40B4-BE49-F238E27FC236}">
                <a16:creationId xmlns:a16="http://schemas.microsoft.com/office/drawing/2014/main" id="{8C5C0153-DF88-4113-8867-9B612415B3F3}"/>
              </a:ext>
            </a:extLst>
          </p:cNvPr>
          <p:cNvSpPr>
            <a:spLocks xmlns:a="http://schemas.openxmlformats.org/drawingml/2006/main" noGrp="1"/>
          </p:cNvSpPr>
          <p:nvPr/>
        </p:nvSpPr>
        <p:spPr>
          <a:xfrm xmlns:a="http://schemas.openxmlformats.org/drawingml/2006/main">
            <a:off x="801806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32" name="Editable chart path">
            <a:extLst xmlns:a="http://schemas.openxmlformats.org/drawingml/2006/main">
              <a:ext uri="{FF2B5EF4-FFF2-40B4-BE49-F238E27FC236}">
                <a16:creationId xmlns:a16="http://schemas.microsoft.com/office/drawing/2014/main" id="{63F7D37C-8AED-4023-8188-A8F4DD1E9846}"/>
              </a:ext>
            </a:extLst>
          </p:cNvPr>
          <p:cNvSpPr>
            <a:spLocks xmlns:a="http://schemas.openxmlformats.org/drawingml/2006/main" noGrp="1"/>
          </p:cNvSpPr>
          <p:nvPr/>
        </p:nvSpPr>
        <p:spPr>
          <a:xfrm xmlns:a="http://schemas.openxmlformats.org/drawingml/2006/main">
            <a:off x="801806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33" name="Editable chart path">
            <a:extLst xmlns:a="http://schemas.openxmlformats.org/drawingml/2006/main">
              <a:ext uri="{FF2B5EF4-FFF2-40B4-BE49-F238E27FC236}">
                <a16:creationId xmlns:a16="http://schemas.microsoft.com/office/drawing/2014/main" id="{70112520-A86B-441B-8A08-C1A8ABA3DEF7}"/>
              </a:ext>
            </a:extLst>
          </p:cNvPr>
          <p:cNvSpPr>
            <a:spLocks xmlns:a="http://schemas.openxmlformats.org/drawingml/2006/main" noGrp="1"/>
          </p:cNvSpPr>
          <p:nvPr/>
        </p:nvSpPr>
        <p:spPr>
          <a:xfrm xmlns:a="http://schemas.openxmlformats.org/drawingml/2006/main">
            <a:off x="801806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34" name="Editable chart path">
            <a:extLst xmlns:a="http://schemas.openxmlformats.org/drawingml/2006/main">
              <a:ext uri="{FF2B5EF4-FFF2-40B4-BE49-F238E27FC236}">
                <a16:creationId xmlns:a16="http://schemas.microsoft.com/office/drawing/2014/main" id="{7FBD25B7-9AE1-4CAF-89E7-CB031907FB18}"/>
              </a:ext>
            </a:extLst>
          </p:cNvPr>
          <p:cNvSpPr>
            <a:spLocks xmlns:a="http://schemas.openxmlformats.org/drawingml/2006/main" noGrp="1"/>
          </p:cNvSpPr>
          <p:nvPr/>
        </p:nvSpPr>
        <p:spPr>
          <a:xfrm xmlns:a="http://schemas.openxmlformats.org/drawingml/2006/main">
            <a:off x="801806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35" name="Editable chart path">
            <a:extLst xmlns:a="http://schemas.openxmlformats.org/drawingml/2006/main">
              <a:ext uri="{FF2B5EF4-FFF2-40B4-BE49-F238E27FC236}">
                <a16:creationId xmlns:a16="http://schemas.microsoft.com/office/drawing/2014/main" id="{19148D64-413B-475A-8731-2A567C4BEA14}"/>
              </a:ext>
            </a:extLst>
          </p:cNvPr>
          <p:cNvSpPr>
            <a:spLocks xmlns:a="http://schemas.openxmlformats.org/drawingml/2006/main" noGrp="1"/>
          </p:cNvSpPr>
          <p:nvPr/>
        </p:nvSpPr>
        <p:spPr>
          <a:xfrm xmlns:a="http://schemas.openxmlformats.org/drawingml/2006/main">
            <a:off x="8018067"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36" name="Editable chart path">
            <a:extLst xmlns:a="http://schemas.openxmlformats.org/drawingml/2006/main">
              <a:ext uri="{FF2B5EF4-FFF2-40B4-BE49-F238E27FC236}">
                <a16:creationId xmlns:a16="http://schemas.microsoft.com/office/drawing/2014/main" id="{FB8C5938-D8FE-48EF-A30A-E6563F104417}"/>
              </a:ext>
            </a:extLst>
          </p:cNvPr>
          <p:cNvSpPr>
            <a:spLocks xmlns:a="http://schemas.openxmlformats.org/drawingml/2006/main" noGrp="1"/>
          </p:cNvSpPr>
          <p:nvPr/>
        </p:nvSpPr>
        <p:spPr>
          <a:xfrm xmlns:a="http://schemas.openxmlformats.org/drawingml/2006/main">
            <a:off x="8018067"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37" name="Editable chart path">
            <a:extLst xmlns:a="http://schemas.openxmlformats.org/drawingml/2006/main">
              <a:ext uri="{FF2B5EF4-FFF2-40B4-BE49-F238E27FC236}">
                <a16:creationId xmlns:a16="http://schemas.microsoft.com/office/drawing/2014/main" id="{CE2B6500-DB0B-4A0B-9B03-5207A808836E}"/>
              </a:ext>
            </a:extLst>
          </p:cNvPr>
          <p:cNvSpPr>
            <a:spLocks xmlns:a="http://schemas.openxmlformats.org/drawingml/2006/main" noGrp="1"/>
          </p:cNvSpPr>
          <p:nvPr/>
        </p:nvSpPr>
        <p:spPr>
          <a:xfrm xmlns:a="http://schemas.openxmlformats.org/drawingml/2006/main">
            <a:off x="807895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38" name="Editable chart path">
            <a:extLst xmlns:a="http://schemas.openxmlformats.org/drawingml/2006/main">
              <a:ext uri="{FF2B5EF4-FFF2-40B4-BE49-F238E27FC236}">
                <a16:creationId xmlns:a16="http://schemas.microsoft.com/office/drawing/2014/main" id="{2DC0EF1E-384A-4D59-8B17-8FC0C10E765F}"/>
              </a:ext>
            </a:extLst>
          </p:cNvPr>
          <p:cNvSpPr>
            <a:spLocks xmlns:a="http://schemas.openxmlformats.org/drawingml/2006/main" noGrp="1"/>
          </p:cNvSpPr>
          <p:nvPr/>
        </p:nvSpPr>
        <p:spPr>
          <a:xfrm xmlns:a="http://schemas.openxmlformats.org/drawingml/2006/main">
            <a:off x="807895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39" name="Editable chart path">
            <a:extLst xmlns:a="http://schemas.openxmlformats.org/drawingml/2006/main">
              <a:ext uri="{FF2B5EF4-FFF2-40B4-BE49-F238E27FC236}">
                <a16:creationId xmlns:a16="http://schemas.microsoft.com/office/drawing/2014/main" id="{7F3BA1A6-549B-492D-AA4A-C161B37AE1FC}"/>
              </a:ext>
            </a:extLst>
          </p:cNvPr>
          <p:cNvSpPr>
            <a:spLocks xmlns:a="http://schemas.openxmlformats.org/drawingml/2006/main" noGrp="1"/>
          </p:cNvSpPr>
          <p:nvPr/>
        </p:nvSpPr>
        <p:spPr>
          <a:xfrm xmlns:a="http://schemas.openxmlformats.org/drawingml/2006/main">
            <a:off x="807895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40" name="Editable chart path">
            <a:extLst xmlns:a="http://schemas.openxmlformats.org/drawingml/2006/main">
              <a:ext uri="{FF2B5EF4-FFF2-40B4-BE49-F238E27FC236}">
                <a16:creationId xmlns:a16="http://schemas.microsoft.com/office/drawing/2014/main" id="{5BD705B3-0773-4506-BBE7-286F04A9A3C6}"/>
              </a:ext>
            </a:extLst>
          </p:cNvPr>
          <p:cNvSpPr>
            <a:spLocks xmlns:a="http://schemas.openxmlformats.org/drawingml/2006/main" noGrp="1"/>
          </p:cNvSpPr>
          <p:nvPr/>
        </p:nvSpPr>
        <p:spPr>
          <a:xfrm xmlns:a="http://schemas.openxmlformats.org/drawingml/2006/main">
            <a:off x="807895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41" name="Editable chart path">
            <a:extLst xmlns:a="http://schemas.openxmlformats.org/drawingml/2006/main">
              <a:ext uri="{FF2B5EF4-FFF2-40B4-BE49-F238E27FC236}">
                <a16:creationId xmlns:a16="http://schemas.microsoft.com/office/drawing/2014/main" id="{5CA08C30-2203-4166-8BF2-892474612CA8}"/>
              </a:ext>
            </a:extLst>
          </p:cNvPr>
          <p:cNvSpPr>
            <a:spLocks xmlns:a="http://schemas.openxmlformats.org/drawingml/2006/main" noGrp="1"/>
          </p:cNvSpPr>
          <p:nvPr/>
        </p:nvSpPr>
        <p:spPr>
          <a:xfrm xmlns:a="http://schemas.openxmlformats.org/drawingml/2006/main">
            <a:off x="807895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42" name="Editable chart path">
            <a:extLst xmlns:a="http://schemas.openxmlformats.org/drawingml/2006/main">
              <a:ext uri="{FF2B5EF4-FFF2-40B4-BE49-F238E27FC236}">
                <a16:creationId xmlns:a16="http://schemas.microsoft.com/office/drawing/2014/main" id="{7E678620-6910-4BB7-8B2C-6C5809E0FB00}"/>
              </a:ext>
            </a:extLst>
          </p:cNvPr>
          <p:cNvSpPr>
            <a:spLocks xmlns:a="http://schemas.openxmlformats.org/drawingml/2006/main" noGrp="1"/>
          </p:cNvSpPr>
          <p:nvPr/>
        </p:nvSpPr>
        <p:spPr>
          <a:xfrm xmlns:a="http://schemas.openxmlformats.org/drawingml/2006/main">
            <a:off x="807895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43" name="Editable chart path">
            <a:extLst xmlns:a="http://schemas.openxmlformats.org/drawingml/2006/main">
              <a:ext uri="{FF2B5EF4-FFF2-40B4-BE49-F238E27FC236}">
                <a16:creationId xmlns:a16="http://schemas.microsoft.com/office/drawing/2014/main" id="{5CC6937A-6C54-4C65-B3F4-5CBEC05B5281}"/>
              </a:ext>
            </a:extLst>
          </p:cNvPr>
          <p:cNvSpPr>
            <a:spLocks xmlns:a="http://schemas.openxmlformats.org/drawingml/2006/main" noGrp="1"/>
          </p:cNvSpPr>
          <p:nvPr/>
        </p:nvSpPr>
        <p:spPr>
          <a:xfrm xmlns:a="http://schemas.openxmlformats.org/drawingml/2006/main">
            <a:off x="807895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44" name="Editable chart path">
            <a:extLst xmlns:a="http://schemas.openxmlformats.org/drawingml/2006/main">
              <a:ext uri="{FF2B5EF4-FFF2-40B4-BE49-F238E27FC236}">
                <a16:creationId xmlns:a16="http://schemas.microsoft.com/office/drawing/2014/main" id="{937AA39F-CC6E-49DD-977D-F3D33C5182F2}"/>
              </a:ext>
            </a:extLst>
          </p:cNvPr>
          <p:cNvSpPr>
            <a:spLocks xmlns:a="http://schemas.openxmlformats.org/drawingml/2006/main" noGrp="1"/>
          </p:cNvSpPr>
          <p:nvPr/>
        </p:nvSpPr>
        <p:spPr>
          <a:xfrm xmlns:a="http://schemas.openxmlformats.org/drawingml/2006/main">
            <a:off x="807895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45" name="Editable chart path">
            <a:extLst xmlns:a="http://schemas.openxmlformats.org/drawingml/2006/main">
              <a:ext uri="{FF2B5EF4-FFF2-40B4-BE49-F238E27FC236}">
                <a16:creationId xmlns:a16="http://schemas.microsoft.com/office/drawing/2014/main" id="{F21CA637-E311-43DF-BA9F-44F83163F9B7}"/>
              </a:ext>
            </a:extLst>
          </p:cNvPr>
          <p:cNvSpPr>
            <a:spLocks xmlns:a="http://schemas.openxmlformats.org/drawingml/2006/main" noGrp="1"/>
          </p:cNvSpPr>
          <p:nvPr/>
        </p:nvSpPr>
        <p:spPr>
          <a:xfrm xmlns:a="http://schemas.openxmlformats.org/drawingml/2006/main">
            <a:off x="807895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46" name="Editable chart path">
            <a:extLst xmlns:a="http://schemas.openxmlformats.org/drawingml/2006/main">
              <a:ext uri="{FF2B5EF4-FFF2-40B4-BE49-F238E27FC236}">
                <a16:creationId xmlns:a16="http://schemas.microsoft.com/office/drawing/2014/main" id="{C319B882-17A4-4AF1-9D9E-6343FE3DC92A}"/>
              </a:ext>
            </a:extLst>
          </p:cNvPr>
          <p:cNvSpPr>
            <a:spLocks xmlns:a="http://schemas.openxmlformats.org/drawingml/2006/main" noGrp="1"/>
          </p:cNvSpPr>
          <p:nvPr/>
        </p:nvSpPr>
        <p:spPr>
          <a:xfrm xmlns:a="http://schemas.openxmlformats.org/drawingml/2006/main">
            <a:off x="807895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847" name="Editable chart path">
            <a:extLst xmlns:a="http://schemas.openxmlformats.org/drawingml/2006/main">
              <a:ext uri="{FF2B5EF4-FFF2-40B4-BE49-F238E27FC236}">
                <a16:creationId xmlns:a16="http://schemas.microsoft.com/office/drawing/2014/main" id="{3F3C50B8-A36B-4439-95EC-4216B16F708A}"/>
              </a:ext>
            </a:extLst>
          </p:cNvPr>
          <p:cNvSpPr>
            <a:spLocks xmlns:a="http://schemas.openxmlformats.org/drawingml/2006/main" noGrp="1"/>
          </p:cNvSpPr>
          <p:nvPr/>
        </p:nvSpPr>
        <p:spPr>
          <a:xfrm xmlns:a="http://schemas.openxmlformats.org/drawingml/2006/main">
            <a:off x="807895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48" name="Editable chart path">
            <a:extLst xmlns:a="http://schemas.openxmlformats.org/drawingml/2006/main">
              <a:ext uri="{FF2B5EF4-FFF2-40B4-BE49-F238E27FC236}">
                <a16:creationId xmlns:a16="http://schemas.microsoft.com/office/drawing/2014/main" id="{3C96025D-FB28-4F44-8F00-746A2049874E}"/>
              </a:ext>
            </a:extLst>
          </p:cNvPr>
          <p:cNvSpPr>
            <a:spLocks xmlns:a="http://schemas.openxmlformats.org/drawingml/2006/main" noGrp="1"/>
          </p:cNvSpPr>
          <p:nvPr/>
        </p:nvSpPr>
        <p:spPr>
          <a:xfrm xmlns:a="http://schemas.openxmlformats.org/drawingml/2006/main">
            <a:off x="8078959"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49" name="Editable chart path">
            <a:extLst xmlns:a="http://schemas.openxmlformats.org/drawingml/2006/main">
              <a:ext uri="{FF2B5EF4-FFF2-40B4-BE49-F238E27FC236}">
                <a16:creationId xmlns:a16="http://schemas.microsoft.com/office/drawing/2014/main" id="{F65B4926-F667-4E84-BECF-5071A3553D48}"/>
              </a:ext>
            </a:extLst>
          </p:cNvPr>
          <p:cNvSpPr>
            <a:spLocks xmlns:a="http://schemas.openxmlformats.org/drawingml/2006/main" noGrp="1"/>
          </p:cNvSpPr>
          <p:nvPr/>
        </p:nvSpPr>
        <p:spPr>
          <a:xfrm xmlns:a="http://schemas.openxmlformats.org/drawingml/2006/main">
            <a:off x="8139851"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50" name="Editable chart path">
            <a:extLst xmlns:a="http://schemas.openxmlformats.org/drawingml/2006/main">
              <a:ext uri="{FF2B5EF4-FFF2-40B4-BE49-F238E27FC236}">
                <a16:creationId xmlns:a16="http://schemas.microsoft.com/office/drawing/2014/main" id="{2C6FB178-6D63-42D2-8565-BE2B51FD1022}"/>
              </a:ext>
            </a:extLst>
          </p:cNvPr>
          <p:cNvSpPr>
            <a:spLocks xmlns:a="http://schemas.openxmlformats.org/drawingml/2006/main" noGrp="1"/>
          </p:cNvSpPr>
          <p:nvPr/>
        </p:nvSpPr>
        <p:spPr>
          <a:xfrm xmlns:a="http://schemas.openxmlformats.org/drawingml/2006/main">
            <a:off x="813985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51" name="Editable chart path">
            <a:extLst xmlns:a="http://schemas.openxmlformats.org/drawingml/2006/main">
              <a:ext uri="{FF2B5EF4-FFF2-40B4-BE49-F238E27FC236}">
                <a16:creationId xmlns:a16="http://schemas.microsoft.com/office/drawing/2014/main" id="{2236FB7D-6239-4FF8-90F4-EA37BD90B411}"/>
              </a:ext>
            </a:extLst>
          </p:cNvPr>
          <p:cNvSpPr>
            <a:spLocks xmlns:a="http://schemas.openxmlformats.org/drawingml/2006/main" noGrp="1"/>
          </p:cNvSpPr>
          <p:nvPr/>
        </p:nvSpPr>
        <p:spPr>
          <a:xfrm xmlns:a="http://schemas.openxmlformats.org/drawingml/2006/main">
            <a:off x="813985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52" name="Editable chart path">
            <a:extLst xmlns:a="http://schemas.openxmlformats.org/drawingml/2006/main">
              <a:ext uri="{FF2B5EF4-FFF2-40B4-BE49-F238E27FC236}">
                <a16:creationId xmlns:a16="http://schemas.microsoft.com/office/drawing/2014/main" id="{B9622164-D1FB-4989-A4A5-CF22AD101173}"/>
              </a:ext>
            </a:extLst>
          </p:cNvPr>
          <p:cNvSpPr>
            <a:spLocks xmlns:a="http://schemas.openxmlformats.org/drawingml/2006/main" noGrp="1"/>
          </p:cNvSpPr>
          <p:nvPr/>
        </p:nvSpPr>
        <p:spPr>
          <a:xfrm xmlns:a="http://schemas.openxmlformats.org/drawingml/2006/main">
            <a:off x="813985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53" name="Editable chart path">
            <a:extLst xmlns:a="http://schemas.openxmlformats.org/drawingml/2006/main">
              <a:ext uri="{FF2B5EF4-FFF2-40B4-BE49-F238E27FC236}">
                <a16:creationId xmlns:a16="http://schemas.microsoft.com/office/drawing/2014/main" id="{B22A2985-B58A-49D7-9E8E-706AC79EFAB9}"/>
              </a:ext>
            </a:extLst>
          </p:cNvPr>
          <p:cNvSpPr>
            <a:spLocks xmlns:a="http://schemas.openxmlformats.org/drawingml/2006/main" noGrp="1"/>
          </p:cNvSpPr>
          <p:nvPr/>
        </p:nvSpPr>
        <p:spPr>
          <a:xfrm xmlns:a="http://schemas.openxmlformats.org/drawingml/2006/main">
            <a:off x="813985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54" name="Editable chart path">
            <a:extLst xmlns:a="http://schemas.openxmlformats.org/drawingml/2006/main">
              <a:ext uri="{FF2B5EF4-FFF2-40B4-BE49-F238E27FC236}">
                <a16:creationId xmlns:a16="http://schemas.microsoft.com/office/drawing/2014/main" id="{40BBD6EC-75D6-4093-979A-461C5BF0C31B}"/>
              </a:ext>
            </a:extLst>
          </p:cNvPr>
          <p:cNvSpPr>
            <a:spLocks xmlns:a="http://schemas.openxmlformats.org/drawingml/2006/main" noGrp="1"/>
          </p:cNvSpPr>
          <p:nvPr/>
        </p:nvSpPr>
        <p:spPr>
          <a:xfrm xmlns:a="http://schemas.openxmlformats.org/drawingml/2006/main">
            <a:off x="813985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55" name="Editable chart path">
            <a:extLst xmlns:a="http://schemas.openxmlformats.org/drawingml/2006/main">
              <a:ext uri="{FF2B5EF4-FFF2-40B4-BE49-F238E27FC236}">
                <a16:creationId xmlns:a16="http://schemas.microsoft.com/office/drawing/2014/main" id="{48521364-D5B1-4592-84DE-FD96356D2A76}"/>
              </a:ext>
            </a:extLst>
          </p:cNvPr>
          <p:cNvSpPr>
            <a:spLocks xmlns:a="http://schemas.openxmlformats.org/drawingml/2006/main" noGrp="1"/>
          </p:cNvSpPr>
          <p:nvPr/>
        </p:nvSpPr>
        <p:spPr>
          <a:xfrm xmlns:a="http://schemas.openxmlformats.org/drawingml/2006/main">
            <a:off x="813985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56" name="Editable chart path">
            <a:extLst xmlns:a="http://schemas.openxmlformats.org/drawingml/2006/main">
              <a:ext uri="{FF2B5EF4-FFF2-40B4-BE49-F238E27FC236}">
                <a16:creationId xmlns:a16="http://schemas.microsoft.com/office/drawing/2014/main" id="{A8601AA2-96BD-45CF-BA06-53F0D0BC5FA9}"/>
              </a:ext>
            </a:extLst>
          </p:cNvPr>
          <p:cNvSpPr>
            <a:spLocks xmlns:a="http://schemas.openxmlformats.org/drawingml/2006/main" noGrp="1"/>
          </p:cNvSpPr>
          <p:nvPr/>
        </p:nvSpPr>
        <p:spPr>
          <a:xfrm xmlns:a="http://schemas.openxmlformats.org/drawingml/2006/main">
            <a:off x="813985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57" name="Editable chart path">
            <a:extLst xmlns:a="http://schemas.openxmlformats.org/drawingml/2006/main">
              <a:ext uri="{FF2B5EF4-FFF2-40B4-BE49-F238E27FC236}">
                <a16:creationId xmlns:a16="http://schemas.microsoft.com/office/drawing/2014/main" id="{C8BF7B74-AF9F-4767-90F6-F5744A324AB3}"/>
              </a:ext>
            </a:extLst>
          </p:cNvPr>
          <p:cNvSpPr>
            <a:spLocks xmlns:a="http://schemas.openxmlformats.org/drawingml/2006/main" noGrp="1"/>
          </p:cNvSpPr>
          <p:nvPr/>
        </p:nvSpPr>
        <p:spPr>
          <a:xfrm xmlns:a="http://schemas.openxmlformats.org/drawingml/2006/main">
            <a:off x="813985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58" name="Editable chart path">
            <a:extLst xmlns:a="http://schemas.openxmlformats.org/drawingml/2006/main">
              <a:ext uri="{FF2B5EF4-FFF2-40B4-BE49-F238E27FC236}">
                <a16:creationId xmlns:a16="http://schemas.microsoft.com/office/drawing/2014/main" id="{C5FDFF8B-1582-4251-9B08-41FC8A265F23}"/>
              </a:ext>
            </a:extLst>
          </p:cNvPr>
          <p:cNvSpPr>
            <a:spLocks xmlns:a="http://schemas.openxmlformats.org/drawingml/2006/main" noGrp="1"/>
          </p:cNvSpPr>
          <p:nvPr/>
        </p:nvSpPr>
        <p:spPr>
          <a:xfrm xmlns:a="http://schemas.openxmlformats.org/drawingml/2006/main">
            <a:off x="813985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59" name="Editable chart path">
            <a:extLst xmlns:a="http://schemas.openxmlformats.org/drawingml/2006/main">
              <a:ext uri="{FF2B5EF4-FFF2-40B4-BE49-F238E27FC236}">
                <a16:creationId xmlns:a16="http://schemas.microsoft.com/office/drawing/2014/main" id="{9D0F2D93-E49F-4436-96AF-94FAA7639198}"/>
              </a:ext>
            </a:extLst>
          </p:cNvPr>
          <p:cNvSpPr>
            <a:spLocks xmlns:a="http://schemas.openxmlformats.org/drawingml/2006/main" noGrp="1"/>
          </p:cNvSpPr>
          <p:nvPr/>
        </p:nvSpPr>
        <p:spPr>
          <a:xfrm xmlns:a="http://schemas.openxmlformats.org/drawingml/2006/main">
            <a:off x="813985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860" name="Editable chart path">
            <a:extLst xmlns:a="http://schemas.openxmlformats.org/drawingml/2006/main">
              <a:ext uri="{FF2B5EF4-FFF2-40B4-BE49-F238E27FC236}">
                <a16:creationId xmlns:a16="http://schemas.microsoft.com/office/drawing/2014/main" id="{513A53B1-4D22-44A6-BD89-3E35AB7A32C8}"/>
              </a:ext>
            </a:extLst>
          </p:cNvPr>
          <p:cNvSpPr>
            <a:spLocks xmlns:a="http://schemas.openxmlformats.org/drawingml/2006/main" noGrp="1"/>
          </p:cNvSpPr>
          <p:nvPr/>
        </p:nvSpPr>
        <p:spPr>
          <a:xfrm xmlns:a="http://schemas.openxmlformats.org/drawingml/2006/main">
            <a:off x="813985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61" name="Editable chart path">
            <a:extLst xmlns:a="http://schemas.openxmlformats.org/drawingml/2006/main">
              <a:ext uri="{FF2B5EF4-FFF2-40B4-BE49-F238E27FC236}">
                <a16:creationId xmlns:a16="http://schemas.microsoft.com/office/drawing/2014/main" id="{6568BC8B-20D2-4040-80A8-E2341B6DDB27}"/>
              </a:ext>
            </a:extLst>
          </p:cNvPr>
          <p:cNvSpPr>
            <a:spLocks xmlns:a="http://schemas.openxmlformats.org/drawingml/2006/main" noGrp="1"/>
          </p:cNvSpPr>
          <p:nvPr/>
        </p:nvSpPr>
        <p:spPr>
          <a:xfrm xmlns:a="http://schemas.openxmlformats.org/drawingml/2006/main">
            <a:off x="8139851"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62" name="Editable chart path">
            <a:extLst xmlns:a="http://schemas.openxmlformats.org/drawingml/2006/main">
              <a:ext uri="{FF2B5EF4-FFF2-40B4-BE49-F238E27FC236}">
                <a16:creationId xmlns:a16="http://schemas.microsoft.com/office/drawing/2014/main" id="{E1A7FC5E-9E5A-4CBA-864D-476940412879}"/>
              </a:ext>
            </a:extLst>
          </p:cNvPr>
          <p:cNvSpPr>
            <a:spLocks xmlns:a="http://schemas.openxmlformats.org/drawingml/2006/main" noGrp="1"/>
          </p:cNvSpPr>
          <p:nvPr/>
        </p:nvSpPr>
        <p:spPr>
          <a:xfrm xmlns:a="http://schemas.openxmlformats.org/drawingml/2006/main">
            <a:off x="8139851"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63" name="Editable chart path">
            <a:extLst xmlns:a="http://schemas.openxmlformats.org/drawingml/2006/main">
              <a:ext uri="{FF2B5EF4-FFF2-40B4-BE49-F238E27FC236}">
                <a16:creationId xmlns:a16="http://schemas.microsoft.com/office/drawing/2014/main" id="{E197E93B-30E7-4801-A7B0-DF076CA96112}"/>
              </a:ext>
            </a:extLst>
          </p:cNvPr>
          <p:cNvSpPr>
            <a:spLocks xmlns:a="http://schemas.openxmlformats.org/drawingml/2006/main" noGrp="1"/>
          </p:cNvSpPr>
          <p:nvPr/>
        </p:nvSpPr>
        <p:spPr>
          <a:xfrm xmlns:a="http://schemas.openxmlformats.org/drawingml/2006/main">
            <a:off x="8139851"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64" name="Editable chart path">
            <a:extLst xmlns:a="http://schemas.openxmlformats.org/drawingml/2006/main">
              <a:ext uri="{FF2B5EF4-FFF2-40B4-BE49-F238E27FC236}">
                <a16:creationId xmlns:a16="http://schemas.microsoft.com/office/drawing/2014/main" id="{55CFFE27-C3B9-498D-8A91-9993FE628184}"/>
              </a:ext>
            </a:extLst>
          </p:cNvPr>
          <p:cNvSpPr>
            <a:spLocks xmlns:a="http://schemas.openxmlformats.org/drawingml/2006/main" noGrp="1"/>
          </p:cNvSpPr>
          <p:nvPr/>
        </p:nvSpPr>
        <p:spPr>
          <a:xfrm xmlns:a="http://schemas.openxmlformats.org/drawingml/2006/main">
            <a:off x="8139851"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65" name="Editable chart path">
            <a:extLst xmlns:a="http://schemas.openxmlformats.org/drawingml/2006/main">
              <a:ext uri="{FF2B5EF4-FFF2-40B4-BE49-F238E27FC236}">
                <a16:creationId xmlns:a16="http://schemas.microsoft.com/office/drawing/2014/main" id="{31433695-47C3-4D42-B38C-4837EA3D942C}"/>
              </a:ext>
            </a:extLst>
          </p:cNvPr>
          <p:cNvSpPr>
            <a:spLocks xmlns:a="http://schemas.openxmlformats.org/drawingml/2006/main" noGrp="1"/>
          </p:cNvSpPr>
          <p:nvPr/>
        </p:nvSpPr>
        <p:spPr>
          <a:xfrm xmlns:a="http://schemas.openxmlformats.org/drawingml/2006/main">
            <a:off x="8200742"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66" name="Editable chart path">
            <a:extLst xmlns:a="http://schemas.openxmlformats.org/drawingml/2006/main">
              <a:ext uri="{FF2B5EF4-FFF2-40B4-BE49-F238E27FC236}">
                <a16:creationId xmlns:a16="http://schemas.microsoft.com/office/drawing/2014/main" id="{6B2A5852-8B45-4E28-B4F8-13969CAB511E}"/>
              </a:ext>
            </a:extLst>
          </p:cNvPr>
          <p:cNvSpPr>
            <a:spLocks xmlns:a="http://schemas.openxmlformats.org/drawingml/2006/main" noGrp="1"/>
          </p:cNvSpPr>
          <p:nvPr/>
        </p:nvSpPr>
        <p:spPr>
          <a:xfrm xmlns:a="http://schemas.openxmlformats.org/drawingml/2006/main">
            <a:off x="820074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67" name="Editable chart path">
            <a:extLst xmlns:a="http://schemas.openxmlformats.org/drawingml/2006/main">
              <a:ext uri="{FF2B5EF4-FFF2-40B4-BE49-F238E27FC236}">
                <a16:creationId xmlns:a16="http://schemas.microsoft.com/office/drawing/2014/main" id="{5A36771C-0D62-46A7-BA1F-A4875EF132ED}"/>
              </a:ext>
            </a:extLst>
          </p:cNvPr>
          <p:cNvSpPr>
            <a:spLocks xmlns:a="http://schemas.openxmlformats.org/drawingml/2006/main" noGrp="1"/>
          </p:cNvSpPr>
          <p:nvPr/>
        </p:nvSpPr>
        <p:spPr>
          <a:xfrm xmlns:a="http://schemas.openxmlformats.org/drawingml/2006/main">
            <a:off x="820074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68" name="Editable chart path">
            <a:extLst xmlns:a="http://schemas.openxmlformats.org/drawingml/2006/main">
              <a:ext uri="{FF2B5EF4-FFF2-40B4-BE49-F238E27FC236}">
                <a16:creationId xmlns:a16="http://schemas.microsoft.com/office/drawing/2014/main" id="{926D829F-2F77-4270-AE25-30FC9F40FE7C}"/>
              </a:ext>
            </a:extLst>
          </p:cNvPr>
          <p:cNvSpPr>
            <a:spLocks xmlns:a="http://schemas.openxmlformats.org/drawingml/2006/main" noGrp="1"/>
          </p:cNvSpPr>
          <p:nvPr/>
        </p:nvSpPr>
        <p:spPr>
          <a:xfrm xmlns:a="http://schemas.openxmlformats.org/drawingml/2006/main">
            <a:off x="820074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69" name="Editable chart path">
            <a:extLst xmlns:a="http://schemas.openxmlformats.org/drawingml/2006/main">
              <a:ext uri="{FF2B5EF4-FFF2-40B4-BE49-F238E27FC236}">
                <a16:creationId xmlns:a16="http://schemas.microsoft.com/office/drawing/2014/main" id="{5BFDD136-CD81-47D8-950F-0EDA49E72F22}"/>
              </a:ext>
            </a:extLst>
          </p:cNvPr>
          <p:cNvSpPr>
            <a:spLocks xmlns:a="http://schemas.openxmlformats.org/drawingml/2006/main" noGrp="1"/>
          </p:cNvSpPr>
          <p:nvPr/>
        </p:nvSpPr>
        <p:spPr>
          <a:xfrm xmlns:a="http://schemas.openxmlformats.org/drawingml/2006/main">
            <a:off x="820074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70" name="Editable chart path">
            <a:extLst xmlns:a="http://schemas.openxmlformats.org/drawingml/2006/main">
              <a:ext uri="{FF2B5EF4-FFF2-40B4-BE49-F238E27FC236}">
                <a16:creationId xmlns:a16="http://schemas.microsoft.com/office/drawing/2014/main" id="{A300C267-97BA-493E-95C0-267BC3FB50B7}"/>
              </a:ext>
            </a:extLst>
          </p:cNvPr>
          <p:cNvSpPr>
            <a:spLocks xmlns:a="http://schemas.openxmlformats.org/drawingml/2006/main" noGrp="1"/>
          </p:cNvSpPr>
          <p:nvPr/>
        </p:nvSpPr>
        <p:spPr>
          <a:xfrm xmlns:a="http://schemas.openxmlformats.org/drawingml/2006/main">
            <a:off x="820074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71" name="Editable chart path">
            <a:extLst xmlns:a="http://schemas.openxmlformats.org/drawingml/2006/main">
              <a:ext uri="{FF2B5EF4-FFF2-40B4-BE49-F238E27FC236}">
                <a16:creationId xmlns:a16="http://schemas.microsoft.com/office/drawing/2014/main" id="{DE7506ED-5DD6-4200-AE4E-EB3E4F189537}"/>
              </a:ext>
            </a:extLst>
          </p:cNvPr>
          <p:cNvSpPr>
            <a:spLocks xmlns:a="http://schemas.openxmlformats.org/drawingml/2006/main" noGrp="1"/>
          </p:cNvSpPr>
          <p:nvPr/>
        </p:nvSpPr>
        <p:spPr>
          <a:xfrm xmlns:a="http://schemas.openxmlformats.org/drawingml/2006/main">
            <a:off x="820074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72" name="Editable chart path">
            <a:extLst xmlns:a="http://schemas.openxmlformats.org/drawingml/2006/main">
              <a:ext uri="{FF2B5EF4-FFF2-40B4-BE49-F238E27FC236}">
                <a16:creationId xmlns:a16="http://schemas.microsoft.com/office/drawing/2014/main" id="{B9DD876A-B25F-4846-80D5-89D2BEC751DE}"/>
              </a:ext>
            </a:extLst>
          </p:cNvPr>
          <p:cNvSpPr>
            <a:spLocks xmlns:a="http://schemas.openxmlformats.org/drawingml/2006/main" noGrp="1"/>
          </p:cNvSpPr>
          <p:nvPr/>
        </p:nvSpPr>
        <p:spPr>
          <a:xfrm xmlns:a="http://schemas.openxmlformats.org/drawingml/2006/main">
            <a:off x="820074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73" name="Editable chart path">
            <a:extLst xmlns:a="http://schemas.openxmlformats.org/drawingml/2006/main">
              <a:ext uri="{FF2B5EF4-FFF2-40B4-BE49-F238E27FC236}">
                <a16:creationId xmlns:a16="http://schemas.microsoft.com/office/drawing/2014/main" id="{2780F745-CA9B-4ADF-B8E2-4B1E202BCB1A}"/>
              </a:ext>
            </a:extLst>
          </p:cNvPr>
          <p:cNvSpPr>
            <a:spLocks xmlns:a="http://schemas.openxmlformats.org/drawingml/2006/main" noGrp="1"/>
          </p:cNvSpPr>
          <p:nvPr/>
        </p:nvSpPr>
        <p:spPr>
          <a:xfrm xmlns:a="http://schemas.openxmlformats.org/drawingml/2006/main">
            <a:off x="820074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74" name="Editable chart path">
            <a:extLst xmlns:a="http://schemas.openxmlformats.org/drawingml/2006/main">
              <a:ext uri="{FF2B5EF4-FFF2-40B4-BE49-F238E27FC236}">
                <a16:creationId xmlns:a16="http://schemas.microsoft.com/office/drawing/2014/main" id="{95D0A273-3BA6-47ED-8C80-E8F1881E18C1}"/>
              </a:ext>
            </a:extLst>
          </p:cNvPr>
          <p:cNvSpPr>
            <a:spLocks xmlns:a="http://schemas.openxmlformats.org/drawingml/2006/main" noGrp="1"/>
          </p:cNvSpPr>
          <p:nvPr/>
        </p:nvSpPr>
        <p:spPr>
          <a:xfrm xmlns:a="http://schemas.openxmlformats.org/drawingml/2006/main">
            <a:off x="8200742"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75" name="Editable chart path">
            <a:extLst xmlns:a="http://schemas.openxmlformats.org/drawingml/2006/main">
              <a:ext uri="{FF2B5EF4-FFF2-40B4-BE49-F238E27FC236}">
                <a16:creationId xmlns:a16="http://schemas.microsoft.com/office/drawing/2014/main" id="{CB1FFD63-93F7-4615-A073-62A33B06CB53}"/>
              </a:ext>
            </a:extLst>
          </p:cNvPr>
          <p:cNvSpPr>
            <a:spLocks xmlns:a="http://schemas.openxmlformats.org/drawingml/2006/main" noGrp="1"/>
          </p:cNvSpPr>
          <p:nvPr/>
        </p:nvSpPr>
        <p:spPr>
          <a:xfrm xmlns:a="http://schemas.openxmlformats.org/drawingml/2006/main">
            <a:off x="8200742"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76" name="Editable chart path">
            <a:extLst xmlns:a="http://schemas.openxmlformats.org/drawingml/2006/main">
              <a:ext uri="{FF2B5EF4-FFF2-40B4-BE49-F238E27FC236}">
                <a16:creationId xmlns:a16="http://schemas.microsoft.com/office/drawing/2014/main" id="{292F7348-2248-41D2-B739-299E1FA0E6F7}"/>
              </a:ext>
            </a:extLst>
          </p:cNvPr>
          <p:cNvSpPr>
            <a:spLocks xmlns:a="http://schemas.openxmlformats.org/drawingml/2006/main" noGrp="1"/>
          </p:cNvSpPr>
          <p:nvPr/>
        </p:nvSpPr>
        <p:spPr>
          <a:xfrm xmlns:a="http://schemas.openxmlformats.org/drawingml/2006/main">
            <a:off x="8200742"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77" name="Editable chart path">
            <a:extLst xmlns:a="http://schemas.openxmlformats.org/drawingml/2006/main">
              <a:ext uri="{FF2B5EF4-FFF2-40B4-BE49-F238E27FC236}">
                <a16:creationId xmlns:a16="http://schemas.microsoft.com/office/drawing/2014/main" id="{AA82BE09-0E02-4BA8-9D70-D516E35ED516}"/>
              </a:ext>
            </a:extLst>
          </p:cNvPr>
          <p:cNvSpPr>
            <a:spLocks xmlns:a="http://schemas.openxmlformats.org/drawingml/2006/main" noGrp="1"/>
          </p:cNvSpPr>
          <p:nvPr/>
        </p:nvSpPr>
        <p:spPr>
          <a:xfrm xmlns:a="http://schemas.openxmlformats.org/drawingml/2006/main">
            <a:off x="8200742"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878" name="Editable chart path">
            <a:extLst xmlns:a="http://schemas.openxmlformats.org/drawingml/2006/main">
              <a:ext uri="{FF2B5EF4-FFF2-40B4-BE49-F238E27FC236}">
                <a16:creationId xmlns:a16="http://schemas.microsoft.com/office/drawing/2014/main" id="{2F800981-20BA-4596-80E9-EB3AC93BBC81}"/>
              </a:ext>
            </a:extLst>
          </p:cNvPr>
          <p:cNvSpPr>
            <a:spLocks xmlns:a="http://schemas.openxmlformats.org/drawingml/2006/main" noGrp="1"/>
          </p:cNvSpPr>
          <p:nvPr/>
        </p:nvSpPr>
        <p:spPr>
          <a:xfrm xmlns:a="http://schemas.openxmlformats.org/drawingml/2006/main">
            <a:off x="8261634"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79" name="Editable chart path">
            <a:extLst xmlns:a="http://schemas.openxmlformats.org/drawingml/2006/main">
              <a:ext uri="{FF2B5EF4-FFF2-40B4-BE49-F238E27FC236}">
                <a16:creationId xmlns:a16="http://schemas.microsoft.com/office/drawing/2014/main" id="{86312AEB-53AC-4D50-B91C-A9D488D782F4}"/>
              </a:ext>
            </a:extLst>
          </p:cNvPr>
          <p:cNvSpPr>
            <a:spLocks xmlns:a="http://schemas.openxmlformats.org/drawingml/2006/main" noGrp="1"/>
          </p:cNvSpPr>
          <p:nvPr/>
        </p:nvSpPr>
        <p:spPr>
          <a:xfrm xmlns:a="http://schemas.openxmlformats.org/drawingml/2006/main">
            <a:off x="8261634"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80" name="Editable chart path">
            <a:extLst xmlns:a="http://schemas.openxmlformats.org/drawingml/2006/main">
              <a:ext uri="{FF2B5EF4-FFF2-40B4-BE49-F238E27FC236}">
                <a16:creationId xmlns:a16="http://schemas.microsoft.com/office/drawing/2014/main" id="{7DA59D01-6306-4E6C-9133-8AFF07F7C5FE}"/>
              </a:ext>
            </a:extLst>
          </p:cNvPr>
          <p:cNvSpPr>
            <a:spLocks xmlns:a="http://schemas.openxmlformats.org/drawingml/2006/main" noGrp="1"/>
          </p:cNvSpPr>
          <p:nvPr/>
        </p:nvSpPr>
        <p:spPr>
          <a:xfrm xmlns:a="http://schemas.openxmlformats.org/drawingml/2006/main">
            <a:off x="826163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81" name="Editable chart path">
            <a:extLst xmlns:a="http://schemas.openxmlformats.org/drawingml/2006/main">
              <a:ext uri="{FF2B5EF4-FFF2-40B4-BE49-F238E27FC236}">
                <a16:creationId xmlns:a16="http://schemas.microsoft.com/office/drawing/2014/main" id="{50DC235D-CFA8-45C8-91F4-81E7CE98140A}"/>
              </a:ext>
            </a:extLst>
          </p:cNvPr>
          <p:cNvSpPr>
            <a:spLocks xmlns:a="http://schemas.openxmlformats.org/drawingml/2006/main" noGrp="1"/>
          </p:cNvSpPr>
          <p:nvPr/>
        </p:nvSpPr>
        <p:spPr>
          <a:xfrm xmlns:a="http://schemas.openxmlformats.org/drawingml/2006/main">
            <a:off x="826163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82" name="Editable chart path">
            <a:extLst xmlns:a="http://schemas.openxmlformats.org/drawingml/2006/main">
              <a:ext uri="{FF2B5EF4-FFF2-40B4-BE49-F238E27FC236}">
                <a16:creationId xmlns:a16="http://schemas.microsoft.com/office/drawing/2014/main" id="{7A780639-B6B3-436B-A241-DD33A619A3BF}"/>
              </a:ext>
            </a:extLst>
          </p:cNvPr>
          <p:cNvSpPr>
            <a:spLocks xmlns:a="http://schemas.openxmlformats.org/drawingml/2006/main" noGrp="1"/>
          </p:cNvSpPr>
          <p:nvPr/>
        </p:nvSpPr>
        <p:spPr>
          <a:xfrm xmlns:a="http://schemas.openxmlformats.org/drawingml/2006/main">
            <a:off x="826163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83" name="Editable chart path">
            <a:extLst xmlns:a="http://schemas.openxmlformats.org/drawingml/2006/main">
              <a:ext uri="{FF2B5EF4-FFF2-40B4-BE49-F238E27FC236}">
                <a16:creationId xmlns:a16="http://schemas.microsoft.com/office/drawing/2014/main" id="{172DC5D0-A8CE-4338-AEFB-B23A7C384ADF}"/>
              </a:ext>
            </a:extLst>
          </p:cNvPr>
          <p:cNvSpPr>
            <a:spLocks xmlns:a="http://schemas.openxmlformats.org/drawingml/2006/main" noGrp="1"/>
          </p:cNvSpPr>
          <p:nvPr/>
        </p:nvSpPr>
        <p:spPr>
          <a:xfrm xmlns:a="http://schemas.openxmlformats.org/drawingml/2006/main">
            <a:off x="826163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84" name="Editable chart path">
            <a:extLst xmlns:a="http://schemas.openxmlformats.org/drawingml/2006/main">
              <a:ext uri="{FF2B5EF4-FFF2-40B4-BE49-F238E27FC236}">
                <a16:creationId xmlns:a16="http://schemas.microsoft.com/office/drawing/2014/main" id="{85057B7F-8585-4294-82B6-53116D4B3330}"/>
              </a:ext>
            </a:extLst>
          </p:cNvPr>
          <p:cNvSpPr>
            <a:spLocks xmlns:a="http://schemas.openxmlformats.org/drawingml/2006/main" noGrp="1"/>
          </p:cNvSpPr>
          <p:nvPr/>
        </p:nvSpPr>
        <p:spPr>
          <a:xfrm xmlns:a="http://schemas.openxmlformats.org/drawingml/2006/main">
            <a:off x="826163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85" name="Editable chart path">
            <a:extLst xmlns:a="http://schemas.openxmlformats.org/drawingml/2006/main">
              <a:ext uri="{FF2B5EF4-FFF2-40B4-BE49-F238E27FC236}">
                <a16:creationId xmlns:a16="http://schemas.microsoft.com/office/drawing/2014/main" id="{BD73C761-4758-4926-9AC5-88FF3048939C}"/>
              </a:ext>
            </a:extLst>
          </p:cNvPr>
          <p:cNvSpPr>
            <a:spLocks xmlns:a="http://schemas.openxmlformats.org/drawingml/2006/main" noGrp="1"/>
          </p:cNvSpPr>
          <p:nvPr/>
        </p:nvSpPr>
        <p:spPr>
          <a:xfrm xmlns:a="http://schemas.openxmlformats.org/drawingml/2006/main">
            <a:off x="826163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86" name="Editable chart path">
            <a:extLst xmlns:a="http://schemas.openxmlformats.org/drawingml/2006/main">
              <a:ext uri="{FF2B5EF4-FFF2-40B4-BE49-F238E27FC236}">
                <a16:creationId xmlns:a16="http://schemas.microsoft.com/office/drawing/2014/main" id="{C2F5B1B4-201C-4DDE-90BB-5D5E85C783BF}"/>
              </a:ext>
            </a:extLst>
          </p:cNvPr>
          <p:cNvSpPr>
            <a:spLocks xmlns:a="http://schemas.openxmlformats.org/drawingml/2006/main" noGrp="1"/>
          </p:cNvSpPr>
          <p:nvPr/>
        </p:nvSpPr>
        <p:spPr>
          <a:xfrm xmlns:a="http://schemas.openxmlformats.org/drawingml/2006/main">
            <a:off x="8261634"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87" name="Editable chart path">
            <a:extLst xmlns:a="http://schemas.openxmlformats.org/drawingml/2006/main">
              <a:ext uri="{FF2B5EF4-FFF2-40B4-BE49-F238E27FC236}">
                <a16:creationId xmlns:a16="http://schemas.microsoft.com/office/drawing/2014/main" id="{29F0AA94-8DF7-432C-ACA2-1D7464877A8D}"/>
              </a:ext>
            </a:extLst>
          </p:cNvPr>
          <p:cNvSpPr>
            <a:spLocks xmlns:a="http://schemas.openxmlformats.org/drawingml/2006/main" noGrp="1"/>
          </p:cNvSpPr>
          <p:nvPr/>
        </p:nvSpPr>
        <p:spPr>
          <a:xfrm xmlns:a="http://schemas.openxmlformats.org/drawingml/2006/main">
            <a:off x="8261634"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88" name="Editable chart path">
            <a:extLst xmlns:a="http://schemas.openxmlformats.org/drawingml/2006/main">
              <a:ext uri="{FF2B5EF4-FFF2-40B4-BE49-F238E27FC236}">
                <a16:creationId xmlns:a16="http://schemas.microsoft.com/office/drawing/2014/main" id="{E8E647CA-208F-403A-9C13-E9C3453DACC9}"/>
              </a:ext>
            </a:extLst>
          </p:cNvPr>
          <p:cNvSpPr>
            <a:spLocks xmlns:a="http://schemas.openxmlformats.org/drawingml/2006/main" noGrp="1"/>
          </p:cNvSpPr>
          <p:nvPr/>
        </p:nvSpPr>
        <p:spPr>
          <a:xfrm xmlns:a="http://schemas.openxmlformats.org/drawingml/2006/main">
            <a:off x="8261634"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89" name="Editable chart path">
            <a:extLst xmlns:a="http://schemas.openxmlformats.org/drawingml/2006/main">
              <a:ext uri="{FF2B5EF4-FFF2-40B4-BE49-F238E27FC236}">
                <a16:creationId xmlns:a16="http://schemas.microsoft.com/office/drawing/2014/main" id="{A2C18787-839D-4DB1-AD7F-75B186017742}"/>
              </a:ext>
            </a:extLst>
          </p:cNvPr>
          <p:cNvSpPr>
            <a:spLocks xmlns:a="http://schemas.openxmlformats.org/drawingml/2006/main" noGrp="1"/>
          </p:cNvSpPr>
          <p:nvPr/>
        </p:nvSpPr>
        <p:spPr>
          <a:xfrm xmlns:a="http://schemas.openxmlformats.org/drawingml/2006/main">
            <a:off x="8261634"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90" name="Editable chart path">
            <a:extLst xmlns:a="http://schemas.openxmlformats.org/drawingml/2006/main">
              <a:ext uri="{FF2B5EF4-FFF2-40B4-BE49-F238E27FC236}">
                <a16:creationId xmlns:a16="http://schemas.microsoft.com/office/drawing/2014/main" id="{3E79B580-107B-4F19-957E-5BDC5B8AA37E}"/>
              </a:ext>
            </a:extLst>
          </p:cNvPr>
          <p:cNvSpPr>
            <a:spLocks xmlns:a="http://schemas.openxmlformats.org/drawingml/2006/main" noGrp="1"/>
          </p:cNvSpPr>
          <p:nvPr/>
        </p:nvSpPr>
        <p:spPr>
          <a:xfrm xmlns:a="http://schemas.openxmlformats.org/drawingml/2006/main">
            <a:off x="8322526"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891" name="Editable chart path">
            <a:extLst xmlns:a="http://schemas.openxmlformats.org/drawingml/2006/main">
              <a:ext uri="{FF2B5EF4-FFF2-40B4-BE49-F238E27FC236}">
                <a16:creationId xmlns:a16="http://schemas.microsoft.com/office/drawing/2014/main" id="{E1D917D2-F660-449F-83BB-0BCBA94464C2}"/>
              </a:ext>
            </a:extLst>
          </p:cNvPr>
          <p:cNvSpPr>
            <a:spLocks xmlns:a="http://schemas.openxmlformats.org/drawingml/2006/main" noGrp="1"/>
          </p:cNvSpPr>
          <p:nvPr/>
        </p:nvSpPr>
        <p:spPr>
          <a:xfrm xmlns:a="http://schemas.openxmlformats.org/drawingml/2006/main">
            <a:off x="8322526"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92" name="Editable chart path">
            <a:extLst xmlns:a="http://schemas.openxmlformats.org/drawingml/2006/main">
              <a:ext uri="{FF2B5EF4-FFF2-40B4-BE49-F238E27FC236}">
                <a16:creationId xmlns:a16="http://schemas.microsoft.com/office/drawing/2014/main" id="{A46D45A3-0B12-4589-B9A5-35660B120C97}"/>
              </a:ext>
            </a:extLst>
          </p:cNvPr>
          <p:cNvSpPr>
            <a:spLocks xmlns:a="http://schemas.openxmlformats.org/drawingml/2006/main" noGrp="1"/>
          </p:cNvSpPr>
          <p:nvPr/>
        </p:nvSpPr>
        <p:spPr>
          <a:xfrm xmlns:a="http://schemas.openxmlformats.org/drawingml/2006/main">
            <a:off x="832252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93" name="Editable chart path">
            <a:extLst xmlns:a="http://schemas.openxmlformats.org/drawingml/2006/main">
              <a:ext uri="{FF2B5EF4-FFF2-40B4-BE49-F238E27FC236}">
                <a16:creationId xmlns:a16="http://schemas.microsoft.com/office/drawing/2014/main" id="{5EC6B534-1200-4772-9AD9-4948DF9E6710}"/>
              </a:ext>
            </a:extLst>
          </p:cNvPr>
          <p:cNvSpPr>
            <a:spLocks xmlns:a="http://schemas.openxmlformats.org/drawingml/2006/main" noGrp="1"/>
          </p:cNvSpPr>
          <p:nvPr/>
        </p:nvSpPr>
        <p:spPr>
          <a:xfrm xmlns:a="http://schemas.openxmlformats.org/drawingml/2006/main">
            <a:off x="832252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894" name="Editable chart path">
            <a:extLst xmlns:a="http://schemas.openxmlformats.org/drawingml/2006/main">
              <a:ext uri="{FF2B5EF4-FFF2-40B4-BE49-F238E27FC236}">
                <a16:creationId xmlns:a16="http://schemas.microsoft.com/office/drawing/2014/main" id="{4A25130D-9FA3-459A-86B3-60685AE870A0}"/>
              </a:ext>
            </a:extLst>
          </p:cNvPr>
          <p:cNvSpPr>
            <a:spLocks xmlns:a="http://schemas.openxmlformats.org/drawingml/2006/main" noGrp="1"/>
          </p:cNvSpPr>
          <p:nvPr/>
        </p:nvSpPr>
        <p:spPr>
          <a:xfrm xmlns:a="http://schemas.openxmlformats.org/drawingml/2006/main">
            <a:off x="832252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895" name="Editable chart path">
            <a:extLst xmlns:a="http://schemas.openxmlformats.org/drawingml/2006/main">
              <a:ext uri="{FF2B5EF4-FFF2-40B4-BE49-F238E27FC236}">
                <a16:creationId xmlns:a16="http://schemas.microsoft.com/office/drawing/2014/main" id="{732D423B-FDF4-4ED6-9502-C6043D5A5E64}"/>
              </a:ext>
            </a:extLst>
          </p:cNvPr>
          <p:cNvSpPr>
            <a:spLocks xmlns:a="http://schemas.openxmlformats.org/drawingml/2006/main" noGrp="1"/>
          </p:cNvSpPr>
          <p:nvPr/>
        </p:nvSpPr>
        <p:spPr>
          <a:xfrm xmlns:a="http://schemas.openxmlformats.org/drawingml/2006/main">
            <a:off x="832252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96" name="Editable chart path">
            <a:extLst xmlns:a="http://schemas.openxmlformats.org/drawingml/2006/main">
              <a:ext uri="{FF2B5EF4-FFF2-40B4-BE49-F238E27FC236}">
                <a16:creationId xmlns:a16="http://schemas.microsoft.com/office/drawing/2014/main" id="{B3BC282D-1BC0-4C85-80A8-B0CB4332E38C}"/>
              </a:ext>
            </a:extLst>
          </p:cNvPr>
          <p:cNvSpPr>
            <a:spLocks xmlns:a="http://schemas.openxmlformats.org/drawingml/2006/main" noGrp="1"/>
          </p:cNvSpPr>
          <p:nvPr/>
        </p:nvSpPr>
        <p:spPr>
          <a:xfrm xmlns:a="http://schemas.openxmlformats.org/drawingml/2006/main">
            <a:off x="832252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97" name="Editable chart path">
            <a:extLst xmlns:a="http://schemas.openxmlformats.org/drawingml/2006/main">
              <a:ext uri="{FF2B5EF4-FFF2-40B4-BE49-F238E27FC236}">
                <a16:creationId xmlns:a16="http://schemas.microsoft.com/office/drawing/2014/main" id="{D0BD421A-5194-45B8-89C1-B5B093E45635}"/>
              </a:ext>
            </a:extLst>
          </p:cNvPr>
          <p:cNvSpPr>
            <a:spLocks xmlns:a="http://schemas.openxmlformats.org/drawingml/2006/main" noGrp="1"/>
          </p:cNvSpPr>
          <p:nvPr/>
        </p:nvSpPr>
        <p:spPr>
          <a:xfrm xmlns:a="http://schemas.openxmlformats.org/drawingml/2006/main">
            <a:off x="832252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98" name="Editable chart path">
            <a:extLst xmlns:a="http://schemas.openxmlformats.org/drawingml/2006/main">
              <a:ext uri="{FF2B5EF4-FFF2-40B4-BE49-F238E27FC236}">
                <a16:creationId xmlns:a16="http://schemas.microsoft.com/office/drawing/2014/main" id="{03C2BE2A-73BC-495D-8C7C-16949B82D032}"/>
              </a:ext>
            </a:extLst>
          </p:cNvPr>
          <p:cNvSpPr>
            <a:spLocks xmlns:a="http://schemas.openxmlformats.org/drawingml/2006/main" noGrp="1"/>
          </p:cNvSpPr>
          <p:nvPr/>
        </p:nvSpPr>
        <p:spPr>
          <a:xfrm xmlns:a="http://schemas.openxmlformats.org/drawingml/2006/main">
            <a:off x="8322526"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899" name="Editable chart path">
            <a:extLst xmlns:a="http://schemas.openxmlformats.org/drawingml/2006/main">
              <a:ext uri="{FF2B5EF4-FFF2-40B4-BE49-F238E27FC236}">
                <a16:creationId xmlns:a16="http://schemas.microsoft.com/office/drawing/2014/main" id="{0332A824-DEAE-4EF8-ACB3-7A6455353446}"/>
              </a:ext>
            </a:extLst>
          </p:cNvPr>
          <p:cNvSpPr>
            <a:spLocks xmlns:a="http://schemas.openxmlformats.org/drawingml/2006/main" noGrp="1"/>
          </p:cNvSpPr>
          <p:nvPr/>
        </p:nvSpPr>
        <p:spPr>
          <a:xfrm xmlns:a="http://schemas.openxmlformats.org/drawingml/2006/main">
            <a:off x="8322526"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00" name="Editable chart path">
            <a:extLst xmlns:a="http://schemas.openxmlformats.org/drawingml/2006/main">
              <a:ext uri="{FF2B5EF4-FFF2-40B4-BE49-F238E27FC236}">
                <a16:creationId xmlns:a16="http://schemas.microsoft.com/office/drawing/2014/main" id="{D6C1151B-9674-4859-8C66-A2C570D57942}"/>
              </a:ext>
            </a:extLst>
          </p:cNvPr>
          <p:cNvSpPr>
            <a:spLocks xmlns:a="http://schemas.openxmlformats.org/drawingml/2006/main" noGrp="1"/>
          </p:cNvSpPr>
          <p:nvPr/>
        </p:nvSpPr>
        <p:spPr>
          <a:xfrm xmlns:a="http://schemas.openxmlformats.org/drawingml/2006/main">
            <a:off x="8322526"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01" name="Editable chart path">
            <a:extLst xmlns:a="http://schemas.openxmlformats.org/drawingml/2006/main">
              <a:ext uri="{FF2B5EF4-FFF2-40B4-BE49-F238E27FC236}">
                <a16:creationId xmlns:a16="http://schemas.microsoft.com/office/drawing/2014/main" id="{4F5223B0-EFD6-449A-9234-17F2159694CF}"/>
              </a:ext>
            </a:extLst>
          </p:cNvPr>
          <p:cNvSpPr>
            <a:spLocks xmlns:a="http://schemas.openxmlformats.org/drawingml/2006/main" noGrp="1"/>
          </p:cNvSpPr>
          <p:nvPr/>
        </p:nvSpPr>
        <p:spPr>
          <a:xfrm xmlns:a="http://schemas.openxmlformats.org/drawingml/2006/main">
            <a:off x="8322526"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02" name="Editable chart path">
            <a:extLst xmlns:a="http://schemas.openxmlformats.org/drawingml/2006/main">
              <a:ext uri="{FF2B5EF4-FFF2-40B4-BE49-F238E27FC236}">
                <a16:creationId xmlns:a16="http://schemas.microsoft.com/office/drawing/2014/main" id="{42C8D752-5432-4C94-9135-E65E186E31F9}"/>
              </a:ext>
            </a:extLst>
          </p:cNvPr>
          <p:cNvSpPr>
            <a:spLocks xmlns:a="http://schemas.openxmlformats.org/drawingml/2006/main" noGrp="1"/>
          </p:cNvSpPr>
          <p:nvPr/>
        </p:nvSpPr>
        <p:spPr>
          <a:xfrm xmlns:a="http://schemas.openxmlformats.org/drawingml/2006/main">
            <a:off x="8322526"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03" name="Editable chart path">
            <a:extLst xmlns:a="http://schemas.openxmlformats.org/drawingml/2006/main">
              <a:ext uri="{FF2B5EF4-FFF2-40B4-BE49-F238E27FC236}">
                <a16:creationId xmlns:a16="http://schemas.microsoft.com/office/drawing/2014/main" id="{537AA25C-F90D-4DE1-A00B-719D6B035663}"/>
              </a:ext>
            </a:extLst>
          </p:cNvPr>
          <p:cNvSpPr>
            <a:spLocks xmlns:a="http://schemas.openxmlformats.org/drawingml/2006/main" noGrp="1"/>
          </p:cNvSpPr>
          <p:nvPr/>
        </p:nvSpPr>
        <p:spPr>
          <a:xfrm xmlns:a="http://schemas.openxmlformats.org/drawingml/2006/main">
            <a:off x="8383418"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04" name="Editable chart path">
            <a:extLst xmlns:a="http://schemas.openxmlformats.org/drawingml/2006/main">
              <a:ext uri="{FF2B5EF4-FFF2-40B4-BE49-F238E27FC236}">
                <a16:creationId xmlns:a16="http://schemas.microsoft.com/office/drawing/2014/main" id="{8B15E7FC-8897-4EE3-8CBB-37285DAD4662}"/>
              </a:ext>
            </a:extLst>
          </p:cNvPr>
          <p:cNvSpPr>
            <a:spLocks xmlns:a="http://schemas.openxmlformats.org/drawingml/2006/main" noGrp="1"/>
          </p:cNvSpPr>
          <p:nvPr/>
        </p:nvSpPr>
        <p:spPr>
          <a:xfrm xmlns:a="http://schemas.openxmlformats.org/drawingml/2006/main">
            <a:off x="8383418"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05" name="Editable chart path">
            <a:extLst xmlns:a="http://schemas.openxmlformats.org/drawingml/2006/main">
              <a:ext uri="{FF2B5EF4-FFF2-40B4-BE49-F238E27FC236}">
                <a16:creationId xmlns:a16="http://schemas.microsoft.com/office/drawing/2014/main" id="{B174C51D-AAD6-4152-91B6-8730F23A25BB}"/>
              </a:ext>
            </a:extLst>
          </p:cNvPr>
          <p:cNvSpPr>
            <a:spLocks xmlns:a="http://schemas.openxmlformats.org/drawingml/2006/main" noGrp="1"/>
          </p:cNvSpPr>
          <p:nvPr/>
        </p:nvSpPr>
        <p:spPr>
          <a:xfrm xmlns:a="http://schemas.openxmlformats.org/drawingml/2006/main">
            <a:off x="8383418"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06" name="Editable chart path">
            <a:extLst xmlns:a="http://schemas.openxmlformats.org/drawingml/2006/main">
              <a:ext uri="{FF2B5EF4-FFF2-40B4-BE49-F238E27FC236}">
                <a16:creationId xmlns:a16="http://schemas.microsoft.com/office/drawing/2014/main" id="{7F8893C5-2A94-481C-A6FC-7FD5F41C1A35}"/>
              </a:ext>
            </a:extLst>
          </p:cNvPr>
          <p:cNvSpPr>
            <a:spLocks xmlns:a="http://schemas.openxmlformats.org/drawingml/2006/main" noGrp="1"/>
          </p:cNvSpPr>
          <p:nvPr/>
        </p:nvSpPr>
        <p:spPr>
          <a:xfrm xmlns:a="http://schemas.openxmlformats.org/drawingml/2006/main">
            <a:off x="8383418"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07" name="Editable chart path">
            <a:extLst xmlns:a="http://schemas.openxmlformats.org/drawingml/2006/main">
              <a:ext uri="{FF2B5EF4-FFF2-40B4-BE49-F238E27FC236}">
                <a16:creationId xmlns:a16="http://schemas.microsoft.com/office/drawing/2014/main" id="{A369D02A-1DF4-4E5D-9FCD-63B5FF562932}"/>
              </a:ext>
            </a:extLst>
          </p:cNvPr>
          <p:cNvSpPr>
            <a:spLocks xmlns:a="http://schemas.openxmlformats.org/drawingml/2006/main" noGrp="1"/>
          </p:cNvSpPr>
          <p:nvPr/>
        </p:nvSpPr>
        <p:spPr>
          <a:xfrm xmlns:a="http://schemas.openxmlformats.org/drawingml/2006/main">
            <a:off x="8383418"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08" name="Editable chart path">
            <a:extLst xmlns:a="http://schemas.openxmlformats.org/drawingml/2006/main">
              <a:ext uri="{FF2B5EF4-FFF2-40B4-BE49-F238E27FC236}">
                <a16:creationId xmlns:a16="http://schemas.microsoft.com/office/drawing/2014/main" id="{0BA08568-53BE-42F4-A641-D9718C0CFBD4}"/>
              </a:ext>
            </a:extLst>
          </p:cNvPr>
          <p:cNvSpPr>
            <a:spLocks xmlns:a="http://schemas.openxmlformats.org/drawingml/2006/main" noGrp="1"/>
          </p:cNvSpPr>
          <p:nvPr/>
        </p:nvSpPr>
        <p:spPr>
          <a:xfrm xmlns:a="http://schemas.openxmlformats.org/drawingml/2006/main">
            <a:off x="8383418"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09" name="Editable chart path">
            <a:extLst xmlns:a="http://schemas.openxmlformats.org/drawingml/2006/main">
              <a:ext uri="{FF2B5EF4-FFF2-40B4-BE49-F238E27FC236}">
                <a16:creationId xmlns:a16="http://schemas.microsoft.com/office/drawing/2014/main" id="{DA4A26A4-D9BE-4023-8B0C-6FD77E3212F8}"/>
              </a:ext>
            </a:extLst>
          </p:cNvPr>
          <p:cNvSpPr>
            <a:spLocks xmlns:a="http://schemas.openxmlformats.org/drawingml/2006/main" noGrp="1"/>
          </p:cNvSpPr>
          <p:nvPr/>
        </p:nvSpPr>
        <p:spPr>
          <a:xfrm xmlns:a="http://schemas.openxmlformats.org/drawingml/2006/main">
            <a:off x="8383418"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10" name="Editable chart path">
            <a:extLst xmlns:a="http://schemas.openxmlformats.org/drawingml/2006/main">
              <a:ext uri="{FF2B5EF4-FFF2-40B4-BE49-F238E27FC236}">
                <a16:creationId xmlns:a16="http://schemas.microsoft.com/office/drawing/2014/main" id="{1E043856-E7E4-4AA4-A024-352730692DF9}"/>
              </a:ext>
            </a:extLst>
          </p:cNvPr>
          <p:cNvSpPr>
            <a:spLocks xmlns:a="http://schemas.openxmlformats.org/drawingml/2006/main" noGrp="1"/>
          </p:cNvSpPr>
          <p:nvPr/>
        </p:nvSpPr>
        <p:spPr>
          <a:xfrm xmlns:a="http://schemas.openxmlformats.org/drawingml/2006/main">
            <a:off x="8383418"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11" name="Editable chart path">
            <a:extLst xmlns:a="http://schemas.openxmlformats.org/drawingml/2006/main">
              <a:ext uri="{FF2B5EF4-FFF2-40B4-BE49-F238E27FC236}">
                <a16:creationId xmlns:a16="http://schemas.microsoft.com/office/drawing/2014/main" id="{BE10FAE1-7B21-4296-9FB1-89CE3AB11EF9}"/>
              </a:ext>
            </a:extLst>
          </p:cNvPr>
          <p:cNvSpPr>
            <a:spLocks xmlns:a="http://schemas.openxmlformats.org/drawingml/2006/main" noGrp="1"/>
          </p:cNvSpPr>
          <p:nvPr/>
        </p:nvSpPr>
        <p:spPr>
          <a:xfrm xmlns:a="http://schemas.openxmlformats.org/drawingml/2006/main">
            <a:off x="8383418"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12" name="Editable chart path">
            <a:extLst xmlns:a="http://schemas.openxmlformats.org/drawingml/2006/main">
              <a:ext uri="{FF2B5EF4-FFF2-40B4-BE49-F238E27FC236}">
                <a16:creationId xmlns:a16="http://schemas.microsoft.com/office/drawing/2014/main" id="{EEE64ABC-D1F6-4CF1-8E46-0C37C567A7B7}"/>
              </a:ext>
            </a:extLst>
          </p:cNvPr>
          <p:cNvSpPr>
            <a:spLocks xmlns:a="http://schemas.openxmlformats.org/drawingml/2006/main" noGrp="1"/>
          </p:cNvSpPr>
          <p:nvPr/>
        </p:nvSpPr>
        <p:spPr>
          <a:xfrm xmlns:a="http://schemas.openxmlformats.org/drawingml/2006/main">
            <a:off x="8383418"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13" name="Editable chart path">
            <a:extLst xmlns:a="http://schemas.openxmlformats.org/drawingml/2006/main">
              <a:ext uri="{FF2B5EF4-FFF2-40B4-BE49-F238E27FC236}">
                <a16:creationId xmlns:a16="http://schemas.microsoft.com/office/drawing/2014/main" id="{B40D7370-5A32-4427-8837-68C5DBF9C09D}"/>
              </a:ext>
            </a:extLst>
          </p:cNvPr>
          <p:cNvSpPr>
            <a:spLocks xmlns:a="http://schemas.openxmlformats.org/drawingml/2006/main" noGrp="1"/>
          </p:cNvSpPr>
          <p:nvPr/>
        </p:nvSpPr>
        <p:spPr>
          <a:xfrm xmlns:a="http://schemas.openxmlformats.org/drawingml/2006/main">
            <a:off x="8383418"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14" name="Editable chart path">
            <a:extLst xmlns:a="http://schemas.openxmlformats.org/drawingml/2006/main">
              <a:ext uri="{FF2B5EF4-FFF2-40B4-BE49-F238E27FC236}">
                <a16:creationId xmlns:a16="http://schemas.microsoft.com/office/drawing/2014/main" id="{3341B9CF-1C51-4D43-B215-6A8CE202358C}"/>
              </a:ext>
            </a:extLst>
          </p:cNvPr>
          <p:cNvSpPr>
            <a:spLocks xmlns:a="http://schemas.openxmlformats.org/drawingml/2006/main" noGrp="1"/>
          </p:cNvSpPr>
          <p:nvPr/>
        </p:nvSpPr>
        <p:spPr>
          <a:xfrm xmlns:a="http://schemas.openxmlformats.org/drawingml/2006/main">
            <a:off x="8383418"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15" name="Editable chart path">
            <a:extLst xmlns:a="http://schemas.openxmlformats.org/drawingml/2006/main">
              <a:ext uri="{FF2B5EF4-FFF2-40B4-BE49-F238E27FC236}">
                <a16:creationId xmlns:a16="http://schemas.microsoft.com/office/drawing/2014/main" id="{96C18080-F5E9-4490-AB32-4A8836B6C3CA}"/>
              </a:ext>
            </a:extLst>
          </p:cNvPr>
          <p:cNvSpPr>
            <a:spLocks xmlns:a="http://schemas.openxmlformats.org/drawingml/2006/main" noGrp="1"/>
          </p:cNvSpPr>
          <p:nvPr/>
        </p:nvSpPr>
        <p:spPr>
          <a:xfrm xmlns:a="http://schemas.openxmlformats.org/drawingml/2006/main">
            <a:off x="8383418"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16" name="Editable chart path">
            <a:extLst xmlns:a="http://schemas.openxmlformats.org/drawingml/2006/main">
              <a:ext uri="{FF2B5EF4-FFF2-40B4-BE49-F238E27FC236}">
                <a16:creationId xmlns:a16="http://schemas.microsoft.com/office/drawing/2014/main" id="{32EC4CF2-AD06-4251-AC63-BC14FD8EF758}"/>
              </a:ext>
            </a:extLst>
          </p:cNvPr>
          <p:cNvSpPr>
            <a:spLocks xmlns:a="http://schemas.openxmlformats.org/drawingml/2006/main" noGrp="1"/>
          </p:cNvSpPr>
          <p:nvPr/>
        </p:nvSpPr>
        <p:spPr>
          <a:xfrm xmlns:a="http://schemas.openxmlformats.org/drawingml/2006/main">
            <a:off x="8444310"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17" name="Editable chart path">
            <a:extLst xmlns:a="http://schemas.openxmlformats.org/drawingml/2006/main">
              <a:ext uri="{FF2B5EF4-FFF2-40B4-BE49-F238E27FC236}">
                <a16:creationId xmlns:a16="http://schemas.microsoft.com/office/drawing/2014/main" id="{07C87E05-0806-4636-82DA-2DA5B86141C4}"/>
              </a:ext>
            </a:extLst>
          </p:cNvPr>
          <p:cNvSpPr>
            <a:spLocks xmlns:a="http://schemas.openxmlformats.org/drawingml/2006/main" noGrp="1"/>
          </p:cNvSpPr>
          <p:nvPr/>
        </p:nvSpPr>
        <p:spPr>
          <a:xfrm xmlns:a="http://schemas.openxmlformats.org/drawingml/2006/main">
            <a:off x="8444310"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18" name="Editable chart path">
            <a:extLst xmlns:a="http://schemas.openxmlformats.org/drawingml/2006/main">
              <a:ext uri="{FF2B5EF4-FFF2-40B4-BE49-F238E27FC236}">
                <a16:creationId xmlns:a16="http://schemas.microsoft.com/office/drawing/2014/main" id="{8FE2AAFB-8982-400B-B398-8A2C2BDFD700}"/>
              </a:ext>
            </a:extLst>
          </p:cNvPr>
          <p:cNvSpPr>
            <a:spLocks xmlns:a="http://schemas.openxmlformats.org/drawingml/2006/main" noGrp="1"/>
          </p:cNvSpPr>
          <p:nvPr/>
        </p:nvSpPr>
        <p:spPr>
          <a:xfrm xmlns:a="http://schemas.openxmlformats.org/drawingml/2006/main">
            <a:off x="8444310"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19" name="Editable chart path">
            <a:extLst xmlns:a="http://schemas.openxmlformats.org/drawingml/2006/main">
              <a:ext uri="{FF2B5EF4-FFF2-40B4-BE49-F238E27FC236}">
                <a16:creationId xmlns:a16="http://schemas.microsoft.com/office/drawing/2014/main" id="{B1BA8121-900D-4211-9927-A02E9951881C}"/>
              </a:ext>
            </a:extLst>
          </p:cNvPr>
          <p:cNvSpPr>
            <a:spLocks xmlns:a="http://schemas.openxmlformats.org/drawingml/2006/main" noGrp="1"/>
          </p:cNvSpPr>
          <p:nvPr/>
        </p:nvSpPr>
        <p:spPr>
          <a:xfrm xmlns:a="http://schemas.openxmlformats.org/drawingml/2006/main">
            <a:off x="8444310"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20" name="Editable chart path">
            <a:extLst xmlns:a="http://schemas.openxmlformats.org/drawingml/2006/main">
              <a:ext uri="{FF2B5EF4-FFF2-40B4-BE49-F238E27FC236}">
                <a16:creationId xmlns:a16="http://schemas.microsoft.com/office/drawing/2014/main" id="{E9EE2AFC-17A7-4118-98D0-B97E10287777}"/>
              </a:ext>
            </a:extLst>
          </p:cNvPr>
          <p:cNvSpPr>
            <a:spLocks xmlns:a="http://schemas.openxmlformats.org/drawingml/2006/main" noGrp="1"/>
          </p:cNvSpPr>
          <p:nvPr/>
        </p:nvSpPr>
        <p:spPr>
          <a:xfrm xmlns:a="http://schemas.openxmlformats.org/drawingml/2006/main">
            <a:off x="8444310"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21" name="Editable chart path">
            <a:extLst xmlns:a="http://schemas.openxmlformats.org/drawingml/2006/main">
              <a:ext uri="{FF2B5EF4-FFF2-40B4-BE49-F238E27FC236}">
                <a16:creationId xmlns:a16="http://schemas.microsoft.com/office/drawing/2014/main" id="{3AD2295F-AB3E-423E-9D74-423DD04DED98}"/>
              </a:ext>
            </a:extLst>
          </p:cNvPr>
          <p:cNvSpPr>
            <a:spLocks xmlns:a="http://schemas.openxmlformats.org/drawingml/2006/main" noGrp="1"/>
          </p:cNvSpPr>
          <p:nvPr/>
        </p:nvSpPr>
        <p:spPr>
          <a:xfrm xmlns:a="http://schemas.openxmlformats.org/drawingml/2006/main">
            <a:off x="8444310"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22" name="Editable chart path">
            <a:extLst xmlns:a="http://schemas.openxmlformats.org/drawingml/2006/main">
              <a:ext uri="{FF2B5EF4-FFF2-40B4-BE49-F238E27FC236}">
                <a16:creationId xmlns:a16="http://schemas.microsoft.com/office/drawing/2014/main" id="{E7743E2E-F1DB-4A2C-8080-6215B947D864}"/>
              </a:ext>
            </a:extLst>
          </p:cNvPr>
          <p:cNvSpPr>
            <a:spLocks xmlns:a="http://schemas.openxmlformats.org/drawingml/2006/main" noGrp="1"/>
          </p:cNvSpPr>
          <p:nvPr/>
        </p:nvSpPr>
        <p:spPr>
          <a:xfrm xmlns:a="http://schemas.openxmlformats.org/drawingml/2006/main">
            <a:off x="8444310"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23" name="Editable chart path">
            <a:extLst xmlns:a="http://schemas.openxmlformats.org/drawingml/2006/main">
              <a:ext uri="{FF2B5EF4-FFF2-40B4-BE49-F238E27FC236}">
                <a16:creationId xmlns:a16="http://schemas.microsoft.com/office/drawing/2014/main" id="{8DC45BB0-744B-46AB-B513-AB7DA066CCA8}"/>
              </a:ext>
            </a:extLst>
          </p:cNvPr>
          <p:cNvSpPr>
            <a:spLocks xmlns:a="http://schemas.openxmlformats.org/drawingml/2006/main" noGrp="1"/>
          </p:cNvSpPr>
          <p:nvPr/>
        </p:nvSpPr>
        <p:spPr>
          <a:xfrm xmlns:a="http://schemas.openxmlformats.org/drawingml/2006/main">
            <a:off x="8444310"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24" name="Editable chart path">
            <a:extLst xmlns:a="http://schemas.openxmlformats.org/drawingml/2006/main">
              <a:ext uri="{FF2B5EF4-FFF2-40B4-BE49-F238E27FC236}">
                <a16:creationId xmlns:a16="http://schemas.microsoft.com/office/drawing/2014/main" id="{B65381F4-366D-4D59-9537-21BD6583AD57}"/>
              </a:ext>
            </a:extLst>
          </p:cNvPr>
          <p:cNvSpPr>
            <a:spLocks xmlns:a="http://schemas.openxmlformats.org/drawingml/2006/main" noGrp="1"/>
          </p:cNvSpPr>
          <p:nvPr/>
        </p:nvSpPr>
        <p:spPr>
          <a:xfrm xmlns:a="http://schemas.openxmlformats.org/drawingml/2006/main">
            <a:off x="8444310"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25" name="Editable chart path">
            <a:extLst xmlns:a="http://schemas.openxmlformats.org/drawingml/2006/main">
              <a:ext uri="{FF2B5EF4-FFF2-40B4-BE49-F238E27FC236}">
                <a16:creationId xmlns:a16="http://schemas.microsoft.com/office/drawing/2014/main" id="{1AE3851B-8445-4044-A9C4-4D54E4DB453E}"/>
              </a:ext>
            </a:extLst>
          </p:cNvPr>
          <p:cNvSpPr>
            <a:spLocks xmlns:a="http://schemas.openxmlformats.org/drawingml/2006/main" noGrp="1"/>
          </p:cNvSpPr>
          <p:nvPr/>
        </p:nvSpPr>
        <p:spPr>
          <a:xfrm xmlns:a="http://schemas.openxmlformats.org/drawingml/2006/main">
            <a:off x="8444310"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26" name="Editable chart path">
            <a:extLst xmlns:a="http://schemas.openxmlformats.org/drawingml/2006/main">
              <a:ext uri="{FF2B5EF4-FFF2-40B4-BE49-F238E27FC236}">
                <a16:creationId xmlns:a16="http://schemas.microsoft.com/office/drawing/2014/main" id="{A0ABDBA1-FE15-48B7-B7A8-CF315E6C8F0B}"/>
              </a:ext>
            </a:extLst>
          </p:cNvPr>
          <p:cNvSpPr>
            <a:spLocks xmlns:a="http://schemas.openxmlformats.org/drawingml/2006/main" noGrp="1"/>
          </p:cNvSpPr>
          <p:nvPr/>
        </p:nvSpPr>
        <p:spPr>
          <a:xfrm xmlns:a="http://schemas.openxmlformats.org/drawingml/2006/main">
            <a:off x="8444310"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27" name="Editable chart path">
            <a:extLst xmlns:a="http://schemas.openxmlformats.org/drawingml/2006/main">
              <a:ext uri="{FF2B5EF4-FFF2-40B4-BE49-F238E27FC236}">
                <a16:creationId xmlns:a16="http://schemas.microsoft.com/office/drawing/2014/main" id="{A5441611-C5B3-466F-B961-C3B6B3D3A903}"/>
              </a:ext>
            </a:extLst>
          </p:cNvPr>
          <p:cNvSpPr>
            <a:spLocks xmlns:a="http://schemas.openxmlformats.org/drawingml/2006/main" noGrp="1"/>
          </p:cNvSpPr>
          <p:nvPr/>
        </p:nvSpPr>
        <p:spPr>
          <a:xfrm xmlns:a="http://schemas.openxmlformats.org/drawingml/2006/main">
            <a:off x="8444310"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28" name="Editable chart path">
            <a:extLst xmlns:a="http://schemas.openxmlformats.org/drawingml/2006/main">
              <a:ext uri="{FF2B5EF4-FFF2-40B4-BE49-F238E27FC236}">
                <a16:creationId xmlns:a16="http://schemas.microsoft.com/office/drawing/2014/main" id="{988A6CA1-146C-4C2B-A8CB-9F1E4064D43B}"/>
              </a:ext>
            </a:extLst>
          </p:cNvPr>
          <p:cNvSpPr>
            <a:spLocks xmlns:a="http://schemas.openxmlformats.org/drawingml/2006/main" noGrp="1"/>
          </p:cNvSpPr>
          <p:nvPr/>
        </p:nvSpPr>
        <p:spPr>
          <a:xfrm xmlns:a="http://schemas.openxmlformats.org/drawingml/2006/main">
            <a:off x="8444310"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29" name="Editable chart path">
            <a:extLst xmlns:a="http://schemas.openxmlformats.org/drawingml/2006/main">
              <a:ext uri="{FF2B5EF4-FFF2-40B4-BE49-F238E27FC236}">
                <a16:creationId xmlns:a16="http://schemas.microsoft.com/office/drawing/2014/main" id="{095FD778-0792-46AA-B821-2F68C8928221}"/>
              </a:ext>
            </a:extLst>
          </p:cNvPr>
          <p:cNvSpPr>
            <a:spLocks xmlns:a="http://schemas.openxmlformats.org/drawingml/2006/main" noGrp="1"/>
          </p:cNvSpPr>
          <p:nvPr/>
        </p:nvSpPr>
        <p:spPr>
          <a:xfrm xmlns:a="http://schemas.openxmlformats.org/drawingml/2006/main">
            <a:off x="8505202"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30" name="Editable chart path">
            <a:extLst xmlns:a="http://schemas.openxmlformats.org/drawingml/2006/main">
              <a:ext uri="{FF2B5EF4-FFF2-40B4-BE49-F238E27FC236}">
                <a16:creationId xmlns:a16="http://schemas.microsoft.com/office/drawing/2014/main" id="{54AE95AE-20F3-4A46-9D1A-4EB0A7E41C3D}"/>
              </a:ext>
            </a:extLst>
          </p:cNvPr>
          <p:cNvSpPr>
            <a:spLocks xmlns:a="http://schemas.openxmlformats.org/drawingml/2006/main" noGrp="1"/>
          </p:cNvSpPr>
          <p:nvPr/>
        </p:nvSpPr>
        <p:spPr>
          <a:xfrm xmlns:a="http://schemas.openxmlformats.org/drawingml/2006/main">
            <a:off x="8505202"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31" name="Editable chart path">
            <a:extLst xmlns:a="http://schemas.openxmlformats.org/drawingml/2006/main">
              <a:ext uri="{FF2B5EF4-FFF2-40B4-BE49-F238E27FC236}">
                <a16:creationId xmlns:a16="http://schemas.microsoft.com/office/drawing/2014/main" id="{D010E3E3-1D18-4EEE-9D0F-AC2C151FB21D}"/>
              </a:ext>
            </a:extLst>
          </p:cNvPr>
          <p:cNvSpPr>
            <a:spLocks xmlns:a="http://schemas.openxmlformats.org/drawingml/2006/main" noGrp="1"/>
          </p:cNvSpPr>
          <p:nvPr/>
        </p:nvSpPr>
        <p:spPr>
          <a:xfrm xmlns:a="http://schemas.openxmlformats.org/drawingml/2006/main">
            <a:off x="8505202"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32" name="Editable chart path">
            <a:extLst xmlns:a="http://schemas.openxmlformats.org/drawingml/2006/main">
              <a:ext uri="{FF2B5EF4-FFF2-40B4-BE49-F238E27FC236}">
                <a16:creationId xmlns:a16="http://schemas.microsoft.com/office/drawing/2014/main" id="{D1350320-C343-4F84-96FA-AA0B667E67B3}"/>
              </a:ext>
            </a:extLst>
          </p:cNvPr>
          <p:cNvSpPr>
            <a:spLocks xmlns:a="http://schemas.openxmlformats.org/drawingml/2006/main" noGrp="1"/>
          </p:cNvSpPr>
          <p:nvPr/>
        </p:nvSpPr>
        <p:spPr>
          <a:xfrm xmlns:a="http://schemas.openxmlformats.org/drawingml/2006/main">
            <a:off x="8505202"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33" name="Editable chart path">
            <a:extLst xmlns:a="http://schemas.openxmlformats.org/drawingml/2006/main">
              <a:ext uri="{FF2B5EF4-FFF2-40B4-BE49-F238E27FC236}">
                <a16:creationId xmlns:a16="http://schemas.microsoft.com/office/drawing/2014/main" id="{67964E70-D8EF-4336-B90B-53BA622A8FD5}"/>
              </a:ext>
            </a:extLst>
          </p:cNvPr>
          <p:cNvSpPr>
            <a:spLocks xmlns:a="http://schemas.openxmlformats.org/drawingml/2006/main" noGrp="1"/>
          </p:cNvSpPr>
          <p:nvPr/>
        </p:nvSpPr>
        <p:spPr>
          <a:xfrm xmlns:a="http://schemas.openxmlformats.org/drawingml/2006/main">
            <a:off x="8505202"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34" name="Editable chart path">
            <a:extLst xmlns:a="http://schemas.openxmlformats.org/drawingml/2006/main">
              <a:ext uri="{FF2B5EF4-FFF2-40B4-BE49-F238E27FC236}">
                <a16:creationId xmlns:a16="http://schemas.microsoft.com/office/drawing/2014/main" id="{3CBFD0A0-5581-4EBE-BB76-ADC3CFAB72F0}"/>
              </a:ext>
            </a:extLst>
          </p:cNvPr>
          <p:cNvSpPr>
            <a:spLocks xmlns:a="http://schemas.openxmlformats.org/drawingml/2006/main" noGrp="1"/>
          </p:cNvSpPr>
          <p:nvPr/>
        </p:nvSpPr>
        <p:spPr>
          <a:xfrm xmlns:a="http://schemas.openxmlformats.org/drawingml/2006/main">
            <a:off x="850520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35" name="Editable chart path">
            <a:extLst xmlns:a="http://schemas.openxmlformats.org/drawingml/2006/main">
              <a:ext uri="{FF2B5EF4-FFF2-40B4-BE49-F238E27FC236}">
                <a16:creationId xmlns:a16="http://schemas.microsoft.com/office/drawing/2014/main" id="{C0BE044E-0EF4-4CA0-8398-C4A5BCAC2C30}"/>
              </a:ext>
            </a:extLst>
          </p:cNvPr>
          <p:cNvSpPr>
            <a:spLocks xmlns:a="http://schemas.openxmlformats.org/drawingml/2006/main" noGrp="1"/>
          </p:cNvSpPr>
          <p:nvPr/>
        </p:nvSpPr>
        <p:spPr>
          <a:xfrm xmlns:a="http://schemas.openxmlformats.org/drawingml/2006/main">
            <a:off x="850520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36" name="Editable chart path">
            <a:extLst xmlns:a="http://schemas.openxmlformats.org/drawingml/2006/main">
              <a:ext uri="{FF2B5EF4-FFF2-40B4-BE49-F238E27FC236}">
                <a16:creationId xmlns:a16="http://schemas.microsoft.com/office/drawing/2014/main" id="{5417774F-70BE-426F-B856-A433F339B890}"/>
              </a:ext>
            </a:extLst>
          </p:cNvPr>
          <p:cNvSpPr>
            <a:spLocks xmlns:a="http://schemas.openxmlformats.org/drawingml/2006/main" noGrp="1"/>
          </p:cNvSpPr>
          <p:nvPr/>
        </p:nvSpPr>
        <p:spPr>
          <a:xfrm xmlns:a="http://schemas.openxmlformats.org/drawingml/2006/main">
            <a:off x="850520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37" name="Editable chart path">
            <a:extLst xmlns:a="http://schemas.openxmlformats.org/drawingml/2006/main">
              <a:ext uri="{FF2B5EF4-FFF2-40B4-BE49-F238E27FC236}">
                <a16:creationId xmlns:a16="http://schemas.microsoft.com/office/drawing/2014/main" id="{F898DE6C-C1C5-4375-BFA8-E764489A71AB}"/>
              </a:ext>
            </a:extLst>
          </p:cNvPr>
          <p:cNvSpPr>
            <a:spLocks xmlns:a="http://schemas.openxmlformats.org/drawingml/2006/main" noGrp="1"/>
          </p:cNvSpPr>
          <p:nvPr/>
        </p:nvSpPr>
        <p:spPr>
          <a:xfrm xmlns:a="http://schemas.openxmlformats.org/drawingml/2006/main">
            <a:off x="850520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38" name="Editable chart path">
            <a:extLst xmlns:a="http://schemas.openxmlformats.org/drawingml/2006/main">
              <a:ext uri="{FF2B5EF4-FFF2-40B4-BE49-F238E27FC236}">
                <a16:creationId xmlns:a16="http://schemas.microsoft.com/office/drawing/2014/main" id="{01789C20-E19F-4FD3-9908-B48081258515}"/>
              </a:ext>
            </a:extLst>
          </p:cNvPr>
          <p:cNvSpPr>
            <a:spLocks xmlns:a="http://schemas.openxmlformats.org/drawingml/2006/main" noGrp="1"/>
          </p:cNvSpPr>
          <p:nvPr/>
        </p:nvSpPr>
        <p:spPr>
          <a:xfrm xmlns:a="http://schemas.openxmlformats.org/drawingml/2006/main">
            <a:off x="850520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39" name="Editable chart path">
            <a:extLst xmlns:a="http://schemas.openxmlformats.org/drawingml/2006/main">
              <a:ext uri="{FF2B5EF4-FFF2-40B4-BE49-F238E27FC236}">
                <a16:creationId xmlns:a16="http://schemas.microsoft.com/office/drawing/2014/main" id="{ABE662DA-07D5-40AE-86B8-5B9972F62000}"/>
              </a:ext>
            </a:extLst>
          </p:cNvPr>
          <p:cNvSpPr>
            <a:spLocks xmlns:a="http://schemas.openxmlformats.org/drawingml/2006/main" noGrp="1"/>
          </p:cNvSpPr>
          <p:nvPr/>
        </p:nvSpPr>
        <p:spPr>
          <a:xfrm xmlns:a="http://schemas.openxmlformats.org/drawingml/2006/main">
            <a:off x="8505202"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40" name="Editable chart path">
            <a:extLst xmlns:a="http://schemas.openxmlformats.org/drawingml/2006/main">
              <a:ext uri="{FF2B5EF4-FFF2-40B4-BE49-F238E27FC236}">
                <a16:creationId xmlns:a16="http://schemas.microsoft.com/office/drawing/2014/main" id="{CB7F47FD-F900-47CB-BC57-AFF7AD0AF624}"/>
              </a:ext>
            </a:extLst>
          </p:cNvPr>
          <p:cNvSpPr>
            <a:spLocks xmlns:a="http://schemas.openxmlformats.org/drawingml/2006/main" noGrp="1"/>
          </p:cNvSpPr>
          <p:nvPr/>
        </p:nvSpPr>
        <p:spPr>
          <a:xfrm xmlns:a="http://schemas.openxmlformats.org/drawingml/2006/main">
            <a:off x="8505202"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41" name="Editable chart path">
            <a:extLst xmlns:a="http://schemas.openxmlformats.org/drawingml/2006/main">
              <a:ext uri="{FF2B5EF4-FFF2-40B4-BE49-F238E27FC236}">
                <a16:creationId xmlns:a16="http://schemas.microsoft.com/office/drawing/2014/main" id="{B58C3BEC-FAF9-4AF2-84EC-D90F95C8E17F}"/>
              </a:ext>
            </a:extLst>
          </p:cNvPr>
          <p:cNvSpPr>
            <a:spLocks xmlns:a="http://schemas.openxmlformats.org/drawingml/2006/main" noGrp="1"/>
          </p:cNvSpPr>
          <p:nvPr/>
        </p:nvSpPr>
        <p:spPr>
          <a:xfrm xmlns:a="http://schemas.openxmlformats.org/drawingml/2006/main">
            <a:off x="8505202"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42" name="Editable chart path">
            <a:extLst xmlns:a="http://schemas.openxmlformats.org/drawingml/2006/main">
              <a:ext uri="{FF2B5EF4-FFF2-40B4-BE49-F238E27FC236}">
                <a16:creationId xmlns:a16="http://schemas.microsoft.com/office/drawing/2014/main" id="{45C28DD3-1974-4935-944D-C3C20CB81901}"/>
              </a:ext>
            </a:extLst>
          </p:cNvPr>
          <p:cNvSpPr>
            <a:spLocks xmlns:a="http://schemas.openxmlformats.org/drawingml/2006/main" noGrp="1"/>
          </p:cNvSpPr>
          <p:nvPr/>
        </p:nvSpPr>
        <p:spPr>
          <a:xfrm xmlns:a="http://schemas.openxmlformats.org/drawingml/2006/main">
            <a:off x="8505202"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43" name="Editable chart path">
            <a:extLst xmlns:a="http://schemas.openxmlformats.org/drawingml/2006/main">
              <a:ext uri="{FF2B5EF4-FFF2-40B4-BE49-F238E27FC236}">
                <a16:creationId xmlns:a16="http://schemas.microsoft.com/office/drawing/2014/main" id="{1759AEA0-EE1A-42F6-A09A-E6DDB8EE40E4}"/>
              </a:ext>
            </a:extLst>
          </p:cNvPr>
          <p:cNvSpPr>
            <a:spLocks xmlns:a="http://schemas.openxmlformats.org/drawingml/2006/main" noGrp="1"/>
          </p:cNvSpPr>
          <p:nvPr/>
        </p:nvSpPr>
        <p:spPr>
          <a:xfrm xmlns:a="http://schemas.openxmlformats.org/drawingml/2006/main">
            <a:off x="8505202"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44" name="Editable chart path">
            <a:extLst xmlns:a="http://schemas.openxmlformats.org/drawingml/2006/main">
              <a:ext uri="{FF2B5EF4-FFF2-40B4-BE49-F238E27FC236}">
                <a16:creationId xmlns:a16="http://schemas.microsoft.com/office/drawing/2014/main" id="{C7B18586-DBF6-4B9A-8AB4-92B6C6FD091A}"/>
              </a:ext>
            </a:extLst>
          </p:cNvPr>
          <p:cNvSpPr>
            <a:spLocks xmlns:a="http://schemas.openxmlformats.org/drawingml/2006/main" noGrp="1"/>
          </p:cNvSpPr>
          <p:nvPr/>
        </p:nvSpPr>
        <p:spPr>
          <a:xfrm xmlns:a="http://schemas.openxmlformats.org/drawingml/2006/main">
            <a:off x="8505202"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45" name="Editable chart path">
            <a:extLst xmlns:a="http://schemas.openxmlformats.org/drawingml/2006/main">
              <a:ext uri="{FF2B5EF4-FFF2-40B4-BE49-F238E27FC236}">
                <a16:creationId xmlns:a16="http://schemas.microsoft.com/office/drawing/2014/main" id="{28FAFCCB-6D9E-4265-BBC9-31B8662F582B}"/>
              </a:ext>
            </a:extLst>
          </p:cNvPr>
          <p:cNvSpPr>
            <a:spLocks xmlns:a="http://schemas.openxmlformats.org/drawingml/2006/main" noGrp="1"/>
          </p:cNvSpPr>
          <p:nvPr/>
        </p:nvSpPr>
        <p:spPr>
          <a:xfrm xmlns:a="http://schemas.openxmlformats.org/drawingml/2006/main">
            <a:off x="8566094"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46" name="Editable chart path">
            <a:extLst xmlns:a="http://schemas.openxmlformats.org/drawingml/2006/main">
              <a:ext uri="{FF2B5EF4-FFF2-40B4-BE49-F238E27FC236}">
                <a16:creationId xmlns:a16="http://schemas.microsoft.com/office/drawing/2014/main" id="{7FC04DC0-54D9-4FD5-AC5E-DF92F85C837F}"/>
              </a:ext>
            </a:extLst>
          </p:cNvPr>
          <p:cNvSpPr>
            <a:spLocks xmlns:a="http://schemas.openxmlformats.org/drawingml/2006/main" noGrp="1"/>
          </p:cNvSpPr>
          <p:nvPr/>
        </p:nvSpPr>
        <p:spPr>
          <a:xfrm xmlns:a="http://schemas.openxmlformats.org/drawingml/2006/main">
            <a:off x="8566094"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47" name="Editable chart path">
            <a:extLst xmlns:a="http://schemas.openxmlformats.org/drawingml/2006/main">
              <a:ext uri="{FF2B5EF4-FFF2-40B4-BE49-F238E27FC236}">
                <a16:creationId xmlns:a16="http://schemas.microsoft.com/office/drawing/2014/main" id="{DA879CCB-7151-4093-AD00-5F9D9F1351EB}"/>
              </a:ext>
            </a:extLst>
          </p:cNvPr>
          <p:cNvSpPr>
            <a:spLocks xmlns:a="http://schemas.openxmlformats.org/drawingml/2006/main" noGrp="1"/>
          </p:cNvSpPr>
          <p:nvPr/>
        </p:nvSpPr>
        <p:spPr>
          <a:xfrm xmlns:a="http://schemas.openxmlformats.org/drawingml/2006/main">
            <a:off x="8566094"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48" name="Editable chart path">
            <a:extLst xmlns:a="http://schemas.openxmlformats.org/drawingml/2006/main">
              <a:ext uri="{FF2B5EF4-FFF2-40B4-BE49-F238E27FC236}">
                <a16:creationId xmlns:a16="http://schemas.microsoft.com/office/drawing/2014/main" id="{3C20CE45-B22C-4859-A030-01E0992DFE01}"/>
              </a:ext>
            </a:extLst>
          </p:cNvPr>
          <p:cNvSpPr>
            <a:spLocks xmlns:a="http://schemas.openxmlformats.org/drawingml/2006/main" noGrp="1"/>
          </p:cNvSpPr>
          <p:nvPr/>
        </p:nvSpPr>
        <p:spPr>
          <a:xfrm xmlns:a="http://schemas.openxmlformats.org/drawingml/2006/main">
            <a:off x="856609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49" name="Editable chart path">
            <a:extLst xmlns:a="http://schemas.openxmlformats.org/drawingml/2006/main">
              <a:ext uri="{FF2B5EF4-FFF2-40B4-BE49-F238E27FC236}">
                <a16:creationId xmlns:a16="http://schemas.microsoft.com/office/drawing/2014/main" id="{8C449932-9D49-4F29-A9CC-67B5ABE9E94A}"/>
              </a:ext>
            </a:extLst>
          </p:cNvPr>
          <p:cNvSpPr>
            <a:spLocks xmlns:a="http://schemas.openxmlformats.org/drawingml/2006/main" noGrp="1"/>
          </p:cNvSpPr>
          <p:nvPr/>
        </p:nvSpPr>
        <p:spPr>
          <a:xfrm xmlns:a="http://schemas.openxmlformats.org/drawingml/2006/main">
            <a:off x="856609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50" name="Editable chart path">
            <a:extLst xmlns:a="http://schemas.openxmlformats.org/drawingml/2006/main">
              <a:ext uri="{FF2B5EF4-FFF2-40B4-BE49-F238E27FC236}">
                <a16:creationId xmlns:a16="http://schemas.microsoft.com/office/drawing/2014/main" id="{B476FA22-A67E-4E71-9DFD-74B8BE207AD0}"/>
              </a:ext>
            </a:extLst>
          </p:cNvPr>
          <p:cNvSpPr>
            <a:spLocks xmlns:a="http://schemas.openxmlformats.org/drawingml/2006/main" noGrp="1"/>
          </p:cNvSpPr>
          <p:nvPr/>
        </p:nvSpPr>
        <p:spPr>
          <a:xfrm xmlns:a="http://schemas.openxmlformats.org/drawingml/2006/main">
            <a:off x="856609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51" name="Editable chart path">
            <a:extLst xmlns:a="http://schemas.openxmlformats.org/drawingml/2006/main">
              <a:ext uri="{FF2B5EF4-FFF2-40B4-BE49-F238E27FC236}">
                <a16:creationId xmlns:a16="http://schemas.microsoft.com/office/drawing/2014/main" id="{C7815092-5C61-4384-BD23-9D7E88522CB5}"/>
              </a:ext>
            </a:extLst>
          </p:cNvPr>
          <p:cNvSpPr>
            <a:spLocks xmlns:a="http://schemas.openxmlformats.org/drawingml/2006/main" noGrp="1"/>
          </p:cNvSpPr>
          <p:nvPr/>
        </p:nvSpPr>
        <p:spPr>
          <a:xfrm xmlns:a="http://schemas.openxmlformats.org/drawingml/2006/main">
            <a:off x="856609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52" name="Editable chart path">
            <a:extLst xmlns:a="http://schemas.openxmlformats.org/drawingml/2006/main">
              <a:ext uri="{FF2B5EF4-FFF2-40B4-BE49-F238E27FC236}">
                <a16:creationId xmlns:a16="http://schemas.microsoft.com/office/drawing/2014/main" id="{DFE16248-1AC1-4D15-B7DA-AACA1B6DCF6B}"/>
              </a:ext>
            </a:extLst>
          </p:cNvPr>
          <p:cNvSpPr>
            <a:spLocks xmlns:a="http://schemas.openxmlformats.org/drawingml/2006/main" noGrp="1"/>
          </p:cNvSpPr>
          <p:nvPr/>
        </p:nvSpPr>
        <p:spPr>
          <a:xfrm xmlns:a="http://schemas.openxmlformats.org/drawingml/2006/main">
            <a:off x="856609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53" name="Editable chart path">
            <a:extLst xmlns:a="http://schemas.openxmlformats.org/drawingml/2006/main">
              <a:ext uri="{FF2B5EF4-FFF2-40B4-BE49-F238E27FC236}">
                <a16:creationId xmlns:a16="http://schemas.microsoft.com/office/drawing/2014/main" id="{D9DCD710-DE57-4C57-AF7A-99614F13169B}"/>
              </a:ext>
            </a:extLst>
          </p:cNvPr>
          <p:cNvSpPr>
            <a:spLocks xmlns:a="http://schemas.openxmlformats.org/drawingml/2006/main" noGrp="1"/>
          </p:cNvSpPr>
          <p:nvPr/>
        </p:nvSpPr>
        <p:spPr>
          <a:xfrm xmlns:a="http://schemas.openxmlformats.org/drawingml/2006/main">
            <a:off x="856609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54" name="Editable chart path">
            <a:extLst xmlns:a="http://schemas.openxmlformats.org/drawingml/2006/main">
              <a:ext uri="{FF2B5EF4-FFF2-40B4-BE49-F238E27FC236}">
                <a16:creationId xmlns:a16="http://schemas.microsoft.com/office/drawing/2014/main" id="{ABE10880-94A5-4B97-99B7-ACC5FD710934}"/>
              </a:ext>
            </a:extLst>
          </p:cNvPr>
          <p:cNvSpPr>
            <a:spLocks xmlns:a="http://schemas.openxmlformats.org/drawingml/2006/main" noGrp="1"/>
          </p:cNvSpPr>
          <p:nvPr/>
        </p:nvSpPr>
        <p:spPr>
          <a:xfrm xmlns:a="http://schemas.openxmlformats.org/drawingml/2006/main">
            <a:off x="856609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55" name="Editable chart path">
            <a:extLst xmlns:a="http://schemas.openxmlformats.org/drawingml/2006/main">
              <a:ext uri="{FF2B5EF4-FFF2-40B4-BE49-F238E27FC236}">
                <a16:creationId xmlns:a16="http://schemas.microsoft.com/office/drawing/2014/main" id="{900E2AC9-DCB7-493D-907C-D69851217AE9}"/>
              </a:ext>
            </a:extLst>
          </p:cNvPr>
          <p:cNvSpPr>
            <a:spLocks xmlns:a="http://schemas.openxmlformats.org/drawingml/2006/main" noGrp="1"/>
          </p:cNvSpPr>
          <p:nvPr/>
        </p:nvSpPr>
        <p:spPr>
          <a:xfrm xmlns:a="http://schemas.openxmlformats.org/drawingml/2006/main">
            <a:off x="856609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56" name="Editable chart path">
            <a:extLst xmlns:a="http://schemas.openxmlformats.org/drawingml/2006/main">
              <a:ext uri="{FF2B5EF4-FFF2-40B4-BE49-F238E27FC236}">
                <a16:creationId xmlns:a16="http://schemas.microsoft.com/office/drawing/2014/main" id="{6F3B96E3-3959-41D8-B4FB-96E9474FEB17}"/>
              </a:ext>
            </a:extLst>
          </p:cNvPr>
          <p:cNvSpPr>
            <a:spLocks xmlns:a="http://schemas.openxmlformats.org/drawingml/2006/main" noGrp="1"/>
          </p:cNvSpPr>
          <p:nvPr/>
        </p:nvSpPr>
        <p:spPr>
          <a:xfrm xmlns:a="http://schemas.openxmlformats.org/drawingml/2006/main">
            <a:off x="856609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57" name="Editable chart path">
            <a:extLst xmlns:a="http://schemas.openxmlformats.org/drawingml/2006/main">
              <a:ext uri="{FF2B5EF4-FFF2-40B4-BE49-F238E27FC236}">
                <a16:creationId xmlns:a16="http://schemas.microsoft.com/office/drawing/2014/main" id="{6CDAEA2C-F1E7-45A9-B6F3-93F7BDFDE557}"/>
              </a:ext>
            </a:extLst>
          </p:cNvPr>
          <p:cNvSpPr>
            <a:spLocks xmlns:a="http://schemas.openxmlformats.org/drawingml/2006/main" noGrp="1"/>
          </p:cNvSpPr>
          <p:nvPr/>
        </p:nvSpPr>
        <p:spPr>
          <a:xfrm xmlns:a="http://schemas.openxmlformats.org/drawingml/2006/main">
            <a:off x="856609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58" name="Editable chart path">
            <a:extLst xmlns:a="http://schemas.openxmlformats.org/drawingml/2006/main">
              <a:ext uri="{FF2B5EF4-FFF2-40B4-BE49-F238E27FC236}">
                <a16:creationId xmlns:a16="http://schemas.microsoft.com/office/drawing/2014/main" id="{28E7B047-A8A6-4E3E-B3E6-9131D71C6CD0}"/>
              </a:ext>
            </a:extLst>
          </p:cNvPr>
          <p:cNvSpPr>
            <a:spLocks xmlns:a="http://schemas.openxmlformats.org/drawingml/2006/main" noGrp="1"/>
          </p:cNvSpPr>
          <p:nvPr/>
        </p:nvSpPr>
        <p:spPr>
          <a:xfrm xmlns:a="http://schemas.openxmlformats.org/drawingml/2006/main">
            <a:off x="8566094"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59" name="Editable chart path">
            <a:extLst xmlns:a="http://schemas.openxmlformats.org/drawingml/2006/main">
              <a:ext uri="{FF2B5EF4-FFF2-40B4-BE49-F238E27FC236}">
                <a16:creationId xmlns:a16="http://schemas.microsoft.com/office/drawing/2014/main" id="{52FE8688-6459-4444-A744-481EB04E7AAC}"/>
              </a:ext>
            </a:extLst>
          </p:cNvPr>
          <p:cNvSpPr>
            <a:spLocks xmlns:a="http://schemas.openxmlformats.org/drawingml/2006/main" noGrp="1"/>
          </p:cNvSpPr>
          <p:nvPr/>
        </p:nvSpPr>
        <p:spPr>
          <a:xfrm xmlns:a="http://schemas.openxmlformats.org/drawingml/2006/main">
            <a:off x="8566094"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60" name="Editable chart path">
            <a:extLst xmlns:a="http://schemas.openxmlformats.org/drawingml/2006/main">
              <a:ext uri="{FF2B5EF4-FFF2-40B4-BE49-F238E27FC236}">
                <a16:creationId xmlns:a16="http://schemas.microsoft.com/office/drawing/2014/main" id="{1ACE91D8-4F6C-4C43-B4A6-B48C31B63C37}"/>
              </a:ext>
            </a:extLst>
          </p:cNvPr>
          <p:cNvSpPr>
            <a:spLocks xmlns:a="http://schemas.openxmlformats.org/drawingml/2006/main" noGrp="1"/>
          </p:cNvSpPr>
          <p:nvPr/>
        </p:nvSpPr>
        <p:spPr>
          <a:xfrm xmlns:a="http://schemas.openxmlformats.org/drawingml/2006/main">
            <a:off x="8566094"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61" name="Editable chart path">
            <a:extLst xmlns:a="http://schemas.openxmlformats.org/drawingml/2006/main">
              <a:ext uri="{FF2B5EF4-FFF2-40B4-BE49-F238E27FC236}">
                <a16:creationId xmlns:a16="http://schemas.microsoft.com/office/drawing/2014/main" id="{A3C3C050-ECFD-4FAB-BEDF-7E94287A75D9}"/>
              </a:ext>
            </a:extLst>
          </p:cNvPr>
          <p:cNvSpPr>
            <a:spLocks xmlns:a="http://schemas.openxmlformats.org/drawingml/2006/main" noGrp="1"/>
          </p:cNvSpPr>
          <p:nvPr/>
        </p:nvSpPr>
        <p:spPr>
          <a:xfrm xmlns:a="http://schemas.openxmlformats.org/drawingml/2006/main">
            <a:off x="8566094"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62" name="Editable chart path">
            <a:extLst xmlns:a="http://schemas.openxmlformats.org/drawingml/2006/main">
              <a:ext uri="{FF2B5EF4-FFF2-40B4-BE49-F238E27FC236}">
                <a16:creationId xmlns:a16="http://schemas.microsoft.com/office/drawing/2014/main" id="{7AD12B6B-33F3-4B52-B8C2-D47EAD33DD6A}"/>
              </a:ext>
            </a:extLst>
          </p:cNvPr>
          <p:cNvSpPr>
            <a:spLocks xmlns:a="http://schemas.openxmlformats.org/drawingml/2006/main" noGrp="1"/>
          </p:cNvSpPr>
          <p:nvPr/>
        </p:nvSpPr>
        <p:spPr>
          <a:xfrm xmlns:a="http://schemas.openxmlformats.org/drawingml/2006/main">
            <a:off x="8566094"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63" name="Editable chart path">
            <a:extLst xmlns:a="http://schemas.openxmlformats.org/drawingml/2006/main">
              <a:ext uri="{FF2B5EF4-FFF2-40B4-BE49-F238E27FC236}">
                <a16:creationId xmlns:a16="http://schemas.microsoft.com/office/drawing/2014/main" id="{85177D64-43FE-4C1C-B5FB-72DF17E39A3C}"/>
              </a:ext>
            </a:extLst>
          </p:cNvPr>
          <p:cNvSpPr>
            <a:spLocks xmlns:a="http://schemas.openxmlformats.org/drawingml/2006/main" noGrp="1"/>
          </p:cNvSpPr>
          <p:nvPr/>
        </p:nvSpPr>
        <p:spPr>
          <a:xfrm xmlns:a="http://schemas.openxmlformats.org/drawingml/2006/main">
            <a:off x="8566094"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64" name="Editable chart path">
            <a:extLst xmlns:a="http://schemas.openxmlformats.org/drawingml/2006/main">
              <a:ext uri="{FF2B5EF4-FFF2-40B4-BE49-F238E27FC236}">
                <a16:creationId xmlns:a16="http://schemas.microsoft.com/office/drawing/2014/main" id="{EAC7E7F4-C903-4246-9972-A30590BC0E2F}"/>
              </a:ext>
            </a:extLst>
          </p:cNvPr>
          <p:cNvSpPr>
            <a:spLocks xmlns:a="http://schemas.openxmlformats.org/drawingml/2006/main" noGrp="1"/>
          </p:cNvSpPr>
          <p:nvPr/>
        </p:nvSpPr>
        <p:spPr>
          <a:xfrm xmlns:a="http://schemas.openxmlformats.org/drawingml/2006/main">
            <a:off x="8626986"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65" name="Editable chart path">
            <a:extLst xmlns:a="http://schemas.openxmlformats.org/drawingml/2006/main">
              <a:ext uri="{FF2B5EF4-FFF2-40B4-BE49-F238E27FC236}">
                <a16:creationId xmlns:a16="http://schemas.microsoft.com/office/drawing/2014/main" id="{C1B806A4-0A0F-4D31-B4FB-B43B831CF480}"/>
              </a:ext>
            </a:extLst>
          </p:cNvPr>
          <p:cNvSpPr>
            <a:spLocks xmlns:a="http://schemas.openxmlformats.org/drawingml/2006/main" noGrp="1"/>
          </p:cNvSpPr>
          <p:nvPr/>
        </p:nvSpPr>
        <p:spPr>
          <a:xfrm xmlns:a="http://schemas.openxmlformats.org/drawingml/2006/main">
            <a:off x="8626986"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66" name="Editable chart path">
            <a:extLst xmlns:a="http://schemas.openxmlformats.org/drawingml/2006/main">
              <a:ext uri="{FF2B5EF4-FFF2-40B4-BE49-F238E27FC236}">
                <a16:creationId xmlns:a16="http://schemas.microsoft.com/office/drawing/2014/main" id="{3A6D243E-277B-422C-997A-836A5E927C01}"/>
              </a:ext>
            </a:extLst>
          </p:cNvPr>
          <p:cNvSpPr>
            <a:spLocks xmlns:a="http://schemas.openxmlformats.org/drawingml/2006/main" noGrp="1"/>
          </p:cNvSpPr>
          <p:nvPr/>
        </p:nvSpPr>
        <p:spPr>
          <a:xfrm xmlns:a="http://schemas.openxmlformats.org/drawingml/2006/main">
            <a:off x="8626986"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67" name="Editable chart path">
            <a:extLst xmlns:a="http://schemas.openxmlformats.org/drawingml/2006/main">
              <a:ext uri="{FF2B5EF4-FFF2-40B4-BE49-F238E27FC236}">
                <a16:creationId xmlns:a16="http://schemas.microsoft.com/office/drawing/2014/main" id="{821DE9DF-AF2B-4148-BF17-7D50997AC1F2}"/>
              </a:ext>
            </a:extLst>
          </p:cNvPr>
          <p:cNvSpPr>
            <a:spLocks xmlns:a="http://schemas.openxmlformats.org/drawingml/2006/main" noGrp="1"/>
          </p:cNvSpPr>
          <p:nvPr/>
        </p:nvSpPr>
        <p:spPr>
          <a:xfrm xmlns:a="http://schemas.openxmlformats.org/drawingml/2006/main">
            <a:off x="862698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68" name="Editable chart path">
            <a:extLst xmlns:a="http://schemas.openxmlformats.org/drawingml/2006/main">
              <a:ext uri="{FF2B5EF4-FFF2-40B4-BE49-F238E27FC236}">
                <a16:creationId xmlns:a16="http://schemas.microsoft.com/office/drawing/2014/main" id="{171B9804-C16E-4D89-9F3C-029836981A9D}"/>
              </a:ext>
            </a:extLst>
          </p:cNvPr>
          <p:cNvSpPr>
            <a:spLocks xmlns:a="http://schemas.openxmlformats.org/drawingml/2006/main" noGrp="1"/>
          </p:cNvSpPr>
          <p:nvPr/>
        </p:nvSpPr>
        <p:spPr>
          <a:xfrm xmlns:a="http://schemas.openxmlformats.org/drawingml/2006/main">
            <a:off x="862698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69" name="Editable chart path">
            <a:extLst xmlns:a="http://schemas.openxmlformats.org/drawingml/2006/main">
              <a:ext uri="{FF2B5EF4-FFF2-40B4-BE49-F238E27FC236}">
                <a16:creationId xmlns:a16="http://schemas.microsoft.com/office/drawing/2014/main" id="{EF79A993-2DAC-4F32-872F-280D540BAEC7}"/>
              </a:ext>
            </a:extLst>
          </p:cNvPr>
          <p:cNvSpPr>
            <a:spLocks xmlns:a="http://schemas.openxmlformats.org/drawingml/2006/main" noGrp="1"/>
          </p:cNvSpPr>
          <p:nvPr/>
        </p:nvSpPr>
        <p:spPr>
          <a:xfrm xmlns:a="http://schemas.openxmlformats.org/drawingml/2006/main">
            <a:off x="862698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70" name="Editable chart path">
            <a:extLst xmlns:a="http://schemas.openxmlformats.org/drawingml/2006/main">
              <a:ext uri="{FF2B5EF4-FFF2-40B4-BE49-F238E27FC236}">
                <a16:creationId xmlns:a16="http://schemas.microsoft.com/office/drawing/2014/main" id="{1FF88DE5-3C0A-4F6C-B1A8-C42732B03D8B}"/>
              </a:ext>
            </a:extLst>
          </p:cNvPr>
          <p:cNvSpPr>
            <a:spLocks xmlns:a="http://schemas.openxmlformats.org/drawingml/2006/main" noGrp="1"/>
          </p:cNvSpPr>
          <p:nvPr/>
        </p:nvSpPr>
        <p:spPr>
          <a:xfrm xmlns:a="http://schemas.openxmlformats.org/drawingml/2006/main">
            <a:off x="862698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71" name="Editable chart path">
            <a:extLst xmlns:a="http://schemas.openxmlformats.org/drawingml/2006/main">
              <a:ext uri="{FF2B5EF4-FFF2-40B4-BE49-F238E27FC236}">
                <a16:creationId xmlns:a16="http://schemas.microsoft.com/office/drawing/2014/main" id="{E1C4C09C-2ADB-4144-B996-279B7C8CFA59}"/>
              </a:ext>
            </a:extLst>
          </p:cNvPr>
          <p:cNvSpPr>
            <a:spLocks xmlns:a="http://schemas.openxmlformats.org/drawingml/2006/main" noGrp="1"/>
          </p:cNvSpPr>
          <p:nvPr/>
        </p:nvSpPr>
        <p:spPr>
          <a:xfrm xmlns:a="http://schemas.openxmlformats.org/drawingml/2006/main">
            <a:off x="862698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72" name="Editable chart path">
            <a:extLst xmlns:a="http://schemas.openxmlformats.org/drawingml/2006/main">
              <a:ext uri="{FF2B5EF4-FFF2-40B4-BE49-F238E27FC236}">
                <a16:creationId xmlns:a16="http://schemas.microsoft.com/office/drawing/2014/main" id="{DE7DCCAF-5E45-43E0-AD71-5BCCFE563C10}"/>
              </a:ext>
            </a:extLst>
          </p:cNvPr>
          <p:cNvSpPr>
            <a:spLocks xmlns:a="http://schemas.openxmlformats.org/drawingml/2006/main" noGrp="1"/>
          </p:cNvSpPr>
          <p:nvPr/>
        </p:nvSpPr>
        <p:spPr>
          <a:xfrm xmlns:a="http://schemas.openxmlformats.org/drawingml/2006/main">
            <a:off x="862698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73" name="Editable chart path">
            <a:extLst xmlns:a="http://schemas.openxmlformats.org/drawingml/2006/main">
              <a:ext uri="{FF2B5EF4-FFF2-40B4-BE49-F238E27FC236}">
                <a16:creationId xmlns:a16="http://schemas.microsoft.com/office/drawing/2014/main" id="{061FBAAB-0A90-4C37-A250-E122A7F12F05}"/>
              </a:ext>
            </a:extLst>
          </p:cNvPr>
          <p:cNvSpPr>
            <a:spLocks xmlns:a="http://schemas.openxmlformats.org/drawingml/2006/main" noGrp="1"/>
          </p:cNvSpPr>
          <p:nvPr/>
        </p:nvSpPr>
        <p:spPr>
          <a:xfrm xmlns:a="http://schemas.openxmlformats.org/drawingml/2006/main">
            <a:off x="862698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74" name="Editable chart path">
            <a:extLst xmlns:a="http://schemas.openxmlformats.org/drawingml/2006/main">
              <a:ext uri="{FF2B5EF4-FFF2-40B4-BE49-F238E27FC236}">
                <a16:creationId xmlns:a16="http://schemas.microsoft.com/office/drawing/2014/main" id="{91D5C27E-EA79-4439-837D-DC20A18D13DF}"/>
              </a:ext>
            </a:extLst>
          </p:cNvPr>
          <p:cNvSpPr>
            <a:spLocks xmlns:a="http://schemas.openxmlformats.org/drawingml/2006/main" noGrp="1"/>
          </p:cNvSpPr>
          <p:nvPr/>
        </p:nvSpPr>
        <p:spPr>
          <a:xfrm xmlns:a="http://schemas.openxmlformats.org/drawingml/2006/main">
            <a:off x="862698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75" name="Editable chart path">
            <a:extLst xmlns:a="http://schemas.openxmlformats.org/drawingml/2006/main">
              <a:ext uri="{FF2B5EF4-FFF2-40B4-BE49-F238E27FC236}">
                <a16:creationId xmlns:a16="http://schemas.microsoft.com/office/drawing/2014/main" id="{3B84E76F-0517-41C7-8AF3-EFB19EF71E9E}"/>
              </a:ext>
            </a:extLst>
          </p:cNvPr>
          <p:cNvSpPr>
            <a:spLocks xmlns:a="http://schemas.openxmlformats.org/drawingml/2006/main" noGrp="1"/>
          </p:cNvSpPr>
          <p:nvPr/>
        </p:nvSpPr>
        <p:spPr>
          <a:xfrm xmlns:a="http://schemas.openxmlformats.org/drawingml/2006/main">
            <a:off x="862698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76" name="Editable chart path">
            <a:extLst xmlns:a="http://schemas.openxmlformats.org/drawingml/2006/main">
              <a:ext uri="{FF2B5EF4-FFF2-40B4-BE49-F238E27FC236}">
                <a16:creationId xmlns:a16="http://schemas.microsoft.com/office/drawing/2014/main" id="{09B0FBE7-BDF8-45DB-AB55-27CFD25331AE}"/>
              </a:ext>
            </a:extLst>
          </p:cNvPr>
          <p:cNvSpPr>
            <a:spLocks xmlns:a="http://schemas.openxmlformats.org/drawingml/2006/main" noGrp="1"/>
          </p:cNvSpPr>
          <p:nvPr/>
        </p:nvSpPr>
        <p:spPr>
          <a:xfrm xmlns:a="http://schemas.openxmlformats.org/drawingml/2006/main">
            <a:off x="862698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77" name="Editable chart path">
            <a:extLst xmlns:a="http://schemas.openxmlformats.org/drawingml/2006/main">
              <a:ext uri="{FF2B5EF4-FFF2-40B4-BE49-F238E27FC236}">
                <a16:creationId xmlns:a16="http://schemas.microsoft.com/office/drawing/2014/main" id="{F9C8FCB9-6D6C-43F0-B009-A971B7BDFC20}"/>
              </a:ext>
            </a:extLst>
          </p:cNvPr>
          <p:cNvSpPr>
            <a:spLocks xmlns:a="http://schemas.openxmlformats.org/drawingml/2006/main" noGrp="1"/>
          </p:cNvSpPr>
          <p:nvPr/>
        </p:nvSpPr>
        <p:spPr>
          <a:xfrm xmlns:a="http://schemas.openxmlformats.org/drawingml/2006/main">
            <a:off x="862698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78" name="Editable chart path">
            <a:extLst xmlns:a="http://schemas.openxmlformats.org/drawingml/2006/main">
              <a:ext uri="{FF2B5EF4-FFF2-40B4-BE49-F238E27FC236}">
                <a16:creationId xmlns:a16="http://schemas.microsoft.com/office/drawing/2014/main" id="{E68B84D9-C53B-425D-8293-2236D94EBB4E}"/>
              </a:ext>
            </a:extLst>
          </p:cNvPr>
          <p:cNvSpPr>
            <a:spLocks xmlns:a="http://schemas.openxmlformats.org/drawingml/2006/main" noGrp="1"/>
          </p:cNvSpPr>
          <p:nvPr/>
        </p:nvSpPr>
        <p:spPr>
          <a:xfrm xmlns:a="http://schemas.openxmlformats.org/drawingml/2006/main">
            <a:off x="862698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79" name="Editable chart path">
            <a:extLst xmlns:a="http://schemas.openxmlformats.org/drawingml/2006/main">
              <a:ext uri="{FF2B5EF4-FFF2-40B4-BE49-F238E27FC236}">
                <a16:creationId xmlns:a16="http://schemas.microsoft.com/office/drawing/2014/main" id="{F84CF6F7-E66F-4C39-A61D-4BE11D8D9858}"/>
              </a:ext>
            </a:extLst>
          </p:cNvPr>
          <p:cNvSpPr>
            <a:spLocks xmlns:a="http://schemas.openxmlformats.org/drawingml/2006/main" noGrp="1"/>
          </p:cNvSpPr>
          <p:nvPr/>
        </p:nvSpPr>
        <p:spPr>
          <a:xfrm xmlns:a="http://schemas.openxmlformats.org/drawingml/2006/main">
            <a:off x="8626986"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80" name="Editable chart path">
            <a:extLst xmlns:a="http://schemas.openxmlformats.org/drawingml/2006/main">
              <a:ext uri="{FF2B5EF4-FFF2-40B4-BE49-F238E27FC236}">
                <a16:creationId xmlns:a16="http://schemas.microsoft.com/office/drawing/2014/main" id="{AF05C652-B6D8-404B-B481-EC55CA2758E5}"/>
              </a:ext>
            </a:extLst>
          </p:cNvPr>
          <p:cNvSpPr>
            <a:spLocks xmlns:a="http://schemas.openxmlformats.org/drawingml/2006/main" noGrp="1"/>
          </p:cNvSpPr>
          <p:nvPr/>
        </p:nvSpPr>
        <p:spPr>
          <a:xfrm xmlns:a="http://schemas.openxmlformats.org/drawingml/2006/main">
            <a:off x="8626986"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81" name="Editable chart path">
            <a:extLst xmlns:a="http://schemas.openxmlformats.org/drawingml/2006/main">
              <a:ext uri="{FF2B5EF4-FFF2-40B4-BE49-F238E27FC236}">
                <a16:creationId xmlns:a16="http://schemas.microsoft.com/office/drawing/2014/main" id="{E1E51CF8-BA10-4830-B890-3DC8C78545F8}"/>
              </a:ext>
            </a:extLst>
          </p:cNvPr>
          <p:cNvSpPr>
            <a:spLocks xmlns:a="http://schemas.openxmlformats.org/drawingml/2006/main" noGrp="1"/>
          </p:cNvSpPr>
          <p:nvPr/>
        </p:nvSpPr>
        <p:spPr>
          <a:xfrm xmlns:a="http://schemas.openxmlformats.org/drawingml/2006/main">
            <a:off x="8626986"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82" name="Editable chart path">
            <a:extLst xmlns:a="http://schemas.openxmlformats.org/drawingml/2006/main">
              <a:ext uri="{FF2B5EF4-FFF2-40B4-BE49-F238E27FC236}">
                <a16:creationId xmlns:a16="http://schemas.microsoft.com/office/drawing/2014/main" id="{66BF4084-2A3B-40AA-B5C6-45D2EC8FA847}"/>
              </a:ext>
            </a:extLst>
          </p:cNvPr>
          <p:cNvSpPr>
            <a:spLocks xmlns:a="http://schemas.openxmlformats.org/drawingml/2006/main" noGrp="1"/>
          </p:cNvSpPr>
          <p:nvPr/>
        </p:nvSpPr>
        <p:spPr>
          <a:xfrm xmlns:a="http://schemas.openxmlformats.org/drawingml/2006/main">
            <a:off x="8626986"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83" name="Editable chart path">
            <a:extLst xmlns:a="http://schemas.openxmlformats.org/drawingml/2006/main">
              <a:ext uri="{FF2B5EF4-FFF2-40B4-BE49-F238E27FC236}">
                <a16:creationId xmlns:a16="http://schemas.microsoft.com/office/drawing/2014/main" id="{01FA40BA-A54C-4C5B-9610-9531C3171AF6}"/>
              </a:ext>
            </a:extLst>
          </p:cNvPr>
          <p:cNvSpPr>
            <a:spLocks xmlns:a="http://schemas.openxmlformats.org/drawingml/2006/main" noGrp="1"/>
          </p:cNvSpPr>
          <p:nvPr/>
        </p:nvSpPr>
        <p:spPr>
          <a:xfrm xmlns:a="http://schemas.openxmlformats.org/drawingml/2006/main">
            <a:off x="8687877"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84" name="Editable chart path">
            <a:extLst xmlns:a="http://schemas.openxmlformats.org/drawingml/2006/main">
              <a:ext uri="{FF2B5EF4-FFF2-40B4-BE49-F238E27FC236}">
                <a16:creationId xmlns:a16="http://schemas.microsoft.com/office/drawing/2014/main" id="{26F4E97D-6766-47C6-9344-A671CBCB77AA}"/>
              </a:ext>
            </a:extLst>
          </p:cNvPr>
          <p:cNvSpPr>
            <a:spLocks xmlns:a="http://schemas.openxmlformats.org/drawingml/2006/main" noGrp="1"/>
          </p:cNvSpPr>
          <p:nvPr/>
        </p:nvSpPr>
        <p:spPr>
          <a:xfrm xmlns:a="http://schemas.openxmlformats.org/drawingml/2006/main">
            <a:off x="868787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85" name="Editable chart path">
            <a:extLst xmlns:a="http://schemas.openxmlformats.org/drawingml/2006/main">
              <a:ext uri="{FF2B5EF4-FFF2-40B4-BE49-F238E27FC236}">
                <a16:creationId xmlns:a16="http://schemas.microsoft.com/office/drawing/2014/main" id="{8FB28AD8-0F69-4406-9677-E4A02D0BF492}"/>
              </a:ext>
            </a:extLst>
          </p:cNvPr>
          <p:cNvSpPr>
            <a:spLocks xmlns:a="http://schemas.openxmlformats.org/drawingml/2006/main" noGrp="1"/>
          </p:cNvSpPr>
          <p:nvPr/>
        </p:nvSpPr>
        <p:spPr>
          <a:xfrm xmlns:a="http://schemas.openxmlformats.org/drawingml/2006/main">
            <a:off x="8687877"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86" name="Editable chart path">
            <a:extLst xmlns:a="http://schemas.openxmlformats.org/drawingml/2006/main">
              <a:ext uri="{FF2B5EF4-FFF2-40B4-BE49-F238E27FC236}">
                <a16:creationId xmlns:a16="http://schemas.microsoft.com/office/drawing/2014/main" id="{90D64B95-ADC6-4095-8593-3A0744E590DD}"/>
              </a:ext>
            </a:extLst>
          </p:cNvPr>
          <p:cNvSpPr>
            <a:spLocks xmlns:a="http://schemas.openxmlformats.org/drawingml/2006/main" noGrp="1"/>
          </p:cNvSpPr>
          <p:nvPr/>
        </p:nvSpPr>
        <p:spPr>
          <a:xfrm xmlns:a="http://schemas.openxmlformats.org/drawingml/2006/main">
            <a:off x="868787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87" name="Editable chart path">
            <a:extLst xmlns:a="http://schemas.openxmlformats.org/drawingml/2006/main">
              <a:ext uri="{FF2B5EF4-FFF2-40B4-BE49-F238E27FC236}">
                <a16:creationId xmlns:a16="http://schemas.microsoft.com/office/drawing/2014/main" id="{81A74F5E-736D-4B32-9472-CAF4E2A8D71B}"/>
              </a:ext>
            </a:extLst>
          </p:cNvPr>
          <p:cNvSpPr>
            <a:spLocks xmlns:a="http://schemas.openxmlformats.org/drawingml/2006/main" noGrp="1"/>
          </p:cNvSpPr>
          <p:nvPr/>
        </p:nvSpPr>
        <p:spPr>
          <a:xfrm xmlns:a="http://schemas.openxmlformats.org/drawingml/2006/main">
            <a:off x="868787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88" name="Editable chart path">
            <a:extLst xmlns:a="http://schemas.openxmlformats.org/drawingml/2006/main">
              <a:ext uri="{FF2B5EF4-FFF2-40B4-BE49-F238E27FC236}">
                <a16:creationId xmlns:a16="http://schemas.microsoft.com/office/drawing/2014/main" id="{521FC84A-DA0D-4AFC-92B9-E644E28A3C9B}"/>
              </a:ext>
            </a:extLst>
          </p:cNvPr>
          <p:cNvSpPr>
            <a:spLocks xmlns:a="http://schemas.openxmlformats.org/drawingml/2006/main" noGrp="1"/>
          </p:cNvSpPr>
          <p:nvPr/>
        </p:nvSpPr>
        <p:spPr>
          <a:xfrm xmlns:a="http://schemas.openxmlformats.org/drawingml/2006/main">
            <a:off x="868787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89" name="Editable chart path">
            <a:extLst xmlns:a="http://schemas.openxmlformats.org/drawingml/2006/main">
              <a:ext uri="{FF2B5EF4-FFF2-40B4-BE49-F238E27FC236}">
                <a16:creationId xmlns:a16="http://schemas.microsoft.com/office/drawing/2014/main" id="{A7D412EA-31AE-4416-871A-F75233658032}"/>
              </a:ext>
            </a:extLst>
          </p:cNvPr>
          <p:cNvSpPr>
            <a:spLocks xmlns:a="http://schemas.openxmlformats.org/drawingml/2006/main" noGrp="1"/>
          </p:cNvSpPr>
          <p:nvPr/>
        </p:nvSpPr>
        <p:spPr>
          <a:xfrm xmlns:a="http://schemas.openxmlformats.org/drawingml/2006/main">
            <a:off x="868787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90" name="Editable chart path">
            <a:extLst xmlns:a="http://schemas.openxmlformats.org/drawingml/2006/main">
              <a:ext uri="{FF2B5EF4-FFF2-40B4-BE49-F238E27FC236}">
                <a16:creationId xmlns:a16="http://schemas.microsoft.com/office/drawing/2014/main" id="{A3A4DC12-9851-47B6-ADC0-2A0DC56428DA}"/>
              </a:ext>
            </a:extLst>
          </p:cNvPr>
          <p:cNvSpPr>
            <a:spLocks xmlns:a="http://schemas.openxmlformats.org/drawingml/2006/main" noGrp="1"/>
          </p:cNvSpPr>
          <p:nvPr/>
        </p:nvSpPr>
        <p:spPr>
          <a:xfrm xmlns:a="http://schemas.openxmlformats.org/drawingml/2006/main">
            <a:off x="868787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91" name="Editable chart path">
            <a:extLst xmlns:a="http://schemas.openxmlformats.org/drawingml/2006/main">
              <a:ext uri="{FF2B5EF4-FFF2-40B4-BE49-F238E27FC236}">
                <a16:creationId xmlns:a16="http://schemas.microsoft.com/office/drawing/2014/main" id="{DBDB3278-934C-4EE9-8B3C-49684AE774D2}"/>
              </a:ext>
            </a:extLst>
          </p:cNvPr>
          <p:cNvSpPr>
            <a:spLocks xmlns:a="http://schemas.openxmlformats.org/drawingml/2006/main" noGrp="1"/>
          </p:cNvSpPr>
          <p:nvPr/>
        </p:nvSpPr>
        <p:spPr>
          <a:xfrm xmlns:a="http://schemas.openxmlformats.org/drawingml/2006/main">
            <a:off x="868787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92" name="Editable chart path">
            <a:extLst xmlns:a="http://schemas.openxmlformats.org/drawingml/2006/main">
              <a:ext uri="{FF2B5EF4-FFF2-40B4-BE49-F238E27FC236}">
                <a16:creationId xmlns:a16="http://schemas.microsoft.com/office/drawing/2014/main" id="{7E693641-6B0A-4D01-9258-1E62D4CDC60E}"/>
              </a:ext>
            </a:extLst>
          </p:cNvPr>
          <p:cNvSpPr>
            <a:spLocks xmlns:a="http://schemas.openxmlformats.org/drawingml/2006/main" noGrp="1"/>
          </p:cNvSpPr>
          <p:nvPr/>
        </p:nvSpPr>
        <p:spPr>
          <a:xfrm xmlns:a="http://schemas.openxmlformats.org/drawingml/2006/main">
            <a:off x="868787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993" name="Editable chart path">
            <a:extLst xmlns:a="http://schemas.openxmlformats.org/drawingml/2006/main">
              <a:ext uri="{FF2B5EF4-FFF2-40B4-BE49-F238E27FC236}">
                <a16:creationId xmlns:a16="http://schemas.microsoft.com/office/drawing/2014/main" id="{19A11CD6-BA7C-417F-92D9-8C255AFDA0DF}"/>
              </a:ext>
            </a:extLst>
          </p:cNvPr>
          <p:cNvSpPr>
            <a:spLocks xmlns:a="http://schemas.openxmlformats.org/drawingml/2006/main" noGrp="1"/>
          </p:cNvSpPr>
          <p:nvPr/>
        </p:nvSpPr>
        <p:spPr>
          <a:xfrm xmlns:a="http://schemas.openxmlformats.org/drawingml/2006/main">
            <a:off x="868787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94" name="Editable chart path">
            <a:extLst xmlns:a="http://schemas.openxmlformats.org/drawingml/2006/main">
              <a:ext uri="{FF2B5EF4-FFF2-40B4-BE49-F238E27FC236}">
                <a16:creationId xmlns:a16="http://schemas.microsoft.com/office/drawing/2014/main" id="{45CCED5A-5A29-42C5-A70A-C116B52E2B1A}"/>
              </a:ext>
            </a:extLst>
          </p:cNvPr>
          <p:cNvSpPr>
            <a:spLocks xmlns:a="http://schemas.openxmlformats.org/drawingml/2006/main" noGrp="1"/>
          </p:cNvSpPr>
          <p:nvPr/>
        </p:nvSpPr>
        <p:spPr>
          <a:xfrm xmlns:a="http://schemas.openxmlformats.org/drawingml/2006/main">
            <a:off x="868787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995" name="Editable chart path">
            <a:extLst xmlns:a="http://schemas.openxmlformats.org/drawingml/2006/main">
              <a:ext uri="{FF2B5EF4-FFF2-40B4-BE49-F238E27FC236}">
                <a16:creationId xmlns:a16="http://schemas.microsoft.com/office/drawing/2014/main" id="{AF48FBF5-079B-429F-BFBD-930E7FC2B5BF}"/>
              </a:ext>
            </a:extLst>
          </p:cNvPr>
          <p:cNvSpPr>
            <a:spLocks xmlns:a="http://schemas.openxmlformats.org/drawingml/2006/main" noGrp="1"/>
          </p:cNvSpPr>
          <p:nvPr/>
        </p:nvSpPr>
        <p:spPr>
          <a:xfrm xmlns:a="http://schemas.openxmlformats.org/drawingml/2006/main">
            <a:off x="868787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3869B2"/>
          </a:solidFill>
          <a:ln xmlns:a="http://schemas.openxmlformats.org/drawingml/2006/main" w="2684">
            <a:solidFill>
              <a:srgbClr val="FBFCFE"/>
            </a:solidFill>
            <a:prstDash val="solid"/>
          </a:ln>
        </p:spPr>
      </p:sp>
      <p:sp>
        <p:nvSpPr>
          <p:cNvPr id="996" name="Editable chart path">
            <a:extLst xmlns:a="http://schemas.openxmlformats.org/drawingml/2006/main">
              <a:ext uri="{FF2B5EF4-FFF2-40B4-BE49-F238E27FC236}">
                <a16:creationId xmlns:a16="http://schemas.microsoft.com/office/drawing/2014/main" id="{EF741BB2-579F-4088-B549-BE99E87E28A6}"/>
              </a:ext>
            </a:extLst>
          </p:cNvPr>
          <p:cNvSpPr>
            <a:spLocks xmlns:a="http://schemas.openxmlformats.org/drawingml/2006/main" noGrp="1"/>
          </p:cNvSpPr>
          <p:nvPr/>
        </p:nvSpPr>
        <p:spPr>
          <a:xfrm xmlns:a="http://schemas.openxmlformats.org/drawingml/2006/main">
            <a:off x="868787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997" name="Editable chart path">
            <a:extLst xmlns:a="http://schemas.openxmlformats.org/drawingml/2006/main">
              <a:ext uri="{FF2B5EF4-FFF2-40B4-BE49-F238E27FC236}">
                <a16:creationId xmlns:a16="http://schemas.microsoft.com/office/drawing/2014/main" id="{46CA6815-DF9E-43FF-8D40-18F0A7E5E0D9}"/>
              </a:ext>
            </a:extLst>
          </p:cNvPr>
          <p:cNvSpPr>
            <a:spLocks xmlns:a="http://schemas.openxmlformats.org/drawingml/2006/main" noGrp="1"/>
          </p:cNvSpPr>
          <p:nvPr/>
        </p:nvSpPr>
        <p:spPr>
          <a:xfrm xmlns:a="http://schemas.openxmlformats.org/drawingml/2006/main">
            <a:off x="8687877"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998" name="Editable chart path">
            <a:extLst xmlns:a="http://schemas.openxmlformats.org/drawingml/2006/main">
              <a:ext uri="{FF2B5EF4-FFF2-40B4-BE49-F238E27FC236}">
                <a16:creationId xmlns:a16="http://schemas.microsoft.com/office/drawing/2014/main" id="{EE61B2D7-A41D-492B-97B3-BBFC8A6DCA78}"/>
              </a:ext>
            </a:extLst>
          </p:cNvPr>
          <p:cNvSpPr>
            <a:spLocks xmlns:a="http://schemas.openxmlformats.org/drawingml/2006/main" noGrp="1"/>
          </p:cNvSpPr>
          <p:nvPr/>
        </p:nvSpPr>
        <p:spPr>
          <a:xfrm xmlns:a="http://schemas.openxmlformats.org/drawingml/2006/main">
            <a:off x="8687877"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999" name="Editable chart path">
            <a:extLst xmlns:a="http://schemas.openxmlformats.org/drawingml/2006/main">
              <a:ext uri="{FF2B5EF4-FFF2-40B4-BE49-F238E27FC236}">
                <a16:creationId xmlns:a16="http://schemas.microsoft.com/office/drawing/2014/main" id="{AA33A954-2106-4C09-91F4-6AA058D69E5E}"/>
              </a:ext>
            </a:extLst>
          </p:cNvPr>
          <p:cNvSpPr>
            <a:spLocks xmlns:a="http://schemas.openxmlformats.org/drawingml/2006/main" noGrp="1"/>
          </p:cNvSpPr>
          <p:nvPr/>
        </p:nvSpPr>
        <p:spPr>
          <a:xfrm xmlns:a="http://schemas.openxmlformats.org/drawingml/2006/main">
            <a:off x="8687877"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00" name="Editable chart path">
            <a:extLst xmlns:a="http://schemas.openxmlformats.org/drawingml/2006/main">
              <a:ext uri="{FF2B5EF4-FFF2-40B4-BE49-F238E27FC236}">
                <a16:creationId xmlns:a16="http://schemas.microsoft.com/office/drawing/2014/main" id="{657824CA-7D03-4C34-82BE-14758F3B52EC}"/>
              </a:ext>
            </a:extLst>
          </p:cNvPr>
          <p:cNvSpPr>
            <a:spLocks xmlns:a="http://schemas.openxmlformats.org/drawingml/2006/main" noGrp="1"/>
          </p:cNvSpPr>
          <p:nvPr/>
        </p:nvSpPr>
        <p:spPr>
          <a:xfrm xmlns:a="http://schemas.openxmlformats.org/drawingml/2006/main">
            <a:off x="8748769"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01" name="Editable chart path">
            <a:extLst xmlns:a="http://schemas.openxmlformats.org/drawingml/2006/main">
              <a:ext uri="{FF2B5EF4-FFF2-40B4-BE49-F238E27FC236}">
                <a16:creationId xmlns:a16="http://schemas.microsoft.com/office/drawing/2014/main" id="{0FDB930B-1C8E-4DAB-93AB-A34978B32C6A}"/>
              </a:ext>
            </a:extLst>
          </p:cNvPr>
          <p:cNvSpPr>
            <a:spLocks xmlns:a="http://schemas.openxmlformats.org/drawingml/2006/main" noGrp="1"/>
          </p:cNvSpPr>
          <p:nvPr/>
        </p:nvSpPr>
        <p:spPr>
          <a:xfrm xmlns:a="http://schemas.openxmlformats.org/drawingml/2006/main">
            <a:off x="874876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02" name="Editable chart path">
            <a:extLst xmlns:a="http://schemas.openxmlformats.org/drawingml/2006/main">
              <a:ext uri="{FF2B5EF4-FFF2-40B4-BE49-F238E27FC236}">
                <a16:creationId xmlns:a16="http://schemas.microsoft.com/office/drawing/2014/main" id="{F4296A51-C898-49AB-91E1-6EC78DDDAA7A}"/>
              </a:ext>
            </a:extLst>
          </p:cNvPr>
          <p:cNvSpPr>
            <a:spLocks xmlns:a="http://schemas.openxmlformats.org/drawingml/2006/main" noGrp="1"/>
          </p:cNvSpPr>
          <p:nvPr/>
        </p:nvSpPr>
        <p:spPr>
          <a:xfrm xmlns:a="http://schemas.openxmlformats.org/drawingml/2006/main">
            <a:off x="8748769"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03" name="Editable chart path">
            <a:extLst xmlns:a="http://schemas.openxmlformats.org/drawingml/2006/main">
              <a:ext uri="{FF2B5EF4-FFF2-40B4-BE49-F238E27FC236}">
                <a16:creationId xmlns:a16="http://schemas.microsoft.com/office/drawing/2014/main" id="{21A6AC62-43EF-4D72-8975-9BEB264104B8}"/>
              </a:ext>
            </a:extLst>
          </p:cNvPr>
          <p:cNvSpPr>
            <a:spLocks xmlns:a="http://schemas.openxmlformats.org/drawingml/2006/main" noGrp="1"/>
          </p:cNvSpPr>
          <p:nvPr/>
        </p:nvSpPr>
        <p:spPr>
          <a:xfrm xmlns:a="http://schemas.openxmlformats.org/drawingml/2006/main">
            <a:off x="874876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04" name="Editable chart path">
            <a:extLst xmlns:a="http://schemas.openxmlformats.org/drawingml/2006/main">
              <a:ext uri="{FF2B5EF4-FFF2-40B4-BE49-F238E27FC236}">
                <a16:creationId xmlns:a16="http://schemas.microsoft.com/office/drawing/2014/main" id="{6D02DF76-DA23-4C39-BC50-702E06F584AA}"/>
              </a:ext>
            </a:extLst>
          </p:cNvPr>
          <p:cNvSpPr>
            <a:spLocks xmlns:a="http://schemas.openxmlformats.org/drawingml/2006/main" noGrp="1"/>
          </p:cNvSpPr>
          <p:nvPr/>
        </p:nvSpPr>
        <p:spPr>
          <a:xfrm xmlns:a="http://schemas.openxmlformats.org/drawingml/2006/main">
            <a:off x="874876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05" name="Editable chart path">
            <a:extLst xmlns:a="http://schemas.openxmlformats.org/drawingml/2006/main">
              <a:ext uri="{FF2B5EF4-FFF2-40B4-BE49-F238E27FC236}">
                <a16:creationId xmlns:a16="http://schemas.microsoft.com/office/drawing/2014/main" id="{698F1686-7093-487E-9E7A-6DB10D5E2D5C}"/>
              </a:ext>
            </a:extLst>
          </p:cNvPr>
          <p:cNvSpPr>
            <a:spLocks xmlns:a="http://schemas.openxmlformats.org/drawingml/2006/main" noGrp="1"/>
          </p:cNvSpPr>
          <p:nvPr/>
        </p:nvSpPr>
        <p:spPr>
          <a:xfrm xmlns:a="http://schemas.openxmlformats.org/drawingml/2006/main">
            <a:off x="874876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06" name="Editable chart path">
            <a:extLst xmlns:a="http://schemas.openxmlformats.org/drawingml/2006/main">
              <a:ext uri="{FF2B5EF4-FFF2-40B4-BE49-F238E27FC236}">
                <a16:creationId xmlns:a16="http://schemas.microsoft.com/office/drawing/2014/main" id="{DEE6FA24-1DE5-4611-A5BC-7CC2F3703416}"/>
              </a:ext>
            </a:extLst>
          </p:cNvPr>
          <p:cNvSpPr>
            <a:spLocks xmlns:a="http://schemas.openxmlformats.org/drawingml/2006/main" noGrp="1"/>
          </p:cNvSpPr>
          <p:nvPr/>
        </p:nvSpPr>
        <p:spPr>
          <a:xfrm xmlns:a="http://schemas.openxmlformats.org/drawingml/2006/main">
            <a:off x="874876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07" name="Editable chart path">
            <a:extLst xmlns:a="http://schemas.openxmlformats.org/drawingml/2006/main">
              <a:ext uri="{FF2B5EF4-FFF2-40B4-BE49-F238E27FC236}">
                <a16:creationId xmlns:a16="http://schemas.microsoft.com/office/drawing/2014/main" id="{F7A1AD96-22E2-4AFE-B69C-2570AA6143DC}"/>
              </a:ext>
            </a:extLst>
          </p:cNvPr>
          <p:cNvSpPr>
            <a:spLocks xmlns:a="http://schemas.openxmlformats.org/drawingml/2006/main" noGrp="1"/>
          </p:cNvSpPr>
          <p:nvPr/>
        </p:nvSpPr>
        <p:spPr>
          <a:xfrm xmlns:a="http://schemas.openxmlformats.org/drawingml/2006/main">
            <a:off x="874876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08" name="Editable chart path">
            <a:extLst xmlns:a="http://schemas.openxmlformats.org/drawingml/2006/main">
              <a:ext uri="{FF2B5EF4-FFF2-40B4-BE49-F238E27FC236}">
                <a16:creationId xmlns:a16="http://schemas.microsoft.com/office/drawing/2014/main" id="{A272B488-CADB-42CA-8345-75D9526AB05D}"/>
              </a:ext>
            </a:extLst>
          </p:cNvPr>
          <p:cNvSpPr>
            <a:spLocks xmlns:a="http://schemas.openxmlformats.org/drawingml/2006/main" noGrp="1"/>
          </p:cNvSpPr>
          <p:nvPr/>
        </p:nvSpPr>
        <p:spPr>
          <a:xfrm xmlns:a="http://schemas.openxmlformats.org/drawingml/2006/main">
            <a:off x="874876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09" name="Editable chart path">
            <a:extLst xmlns:a="http://schemas.openxmlformats.org/drawingml/2006/main">
              <a:ext uri="{FF2B5EF4-FFF2-40B4-BE49-F238E27FC236}">
                <a16:creationId xmlns:a16="http://schemas.microsoft.com/office/drawing/2014/main" id="{34161F0E-5FAF-4197-B8FC-CF7D72664694}"/>
              </a:ext>
            </a:extLst>
          </p:cNvPr>
          <p:cNvSpPr>
            <a:spLocks xmlns:a="http://schemas.openxmlformats.org/drawingml/2006/main" noGrp="1"/>
          </p:cNvSpPr>
          <p:nvPr/>
        </p:nvSpPr>
        <p:spPr>
          <a:xfrm xmlns:a="http://schemas.openxmlformats.org/drawingml/2006/main">
            <a:off x="874876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10" name="Editable chart path">
            <a:extLst xmlns:a="http://schemas.openxmlformats.org/drawingml/2006/main">
              <a:ext uri="{FF2B5EF4-FFF2-40B4-BE49-F238E27FC236}">
                <a16:creationId xmlns:a16="http://schemas.microsoft.com/office/drawing/2014/main" id="{CF727F7D-2503-4723-8347-729BEC10F289}"/>
              </a:ext>
            </a:extLst>
          </p:cNvPr>
          <p:cNvSpPr>
            <a:spLocks xmlns:a="http://schemas.openxmlformats.org/drawingml/2006/main" noGrp="1"/>
          </p:cNvSpPr>
          <p:nvPr/>
        </p:nvSpPr>
        <p:spPr>
          <a:xfrm xmlns:a="http://schemas.openxmlformats.org/drawingml/2006/main">
            <a:off x="874876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11" name="Editable chart path">
            <a:extLst xmlns:a="http://schemas.openxmlformats.org/drawingml/2006/main">
              <a:ext uri="{FF2B5EF4-FFF2-40B4-BE49-F238E27FC236}">
                <a16:creationId xmlns:a16="http://schemas.microsoft.com/office/drawing/2014/main" id="{EF705DBE-F470-4F14-868B-6A49A70F933E}"/>
              </a:ext>
            </a:extLst>
          </p:cNvPr>
          <p:cNvSpPr>
            <a:spLocks xmlns:a="http://schemas.openxmlformats.org/drawingml/2006/main" noGrp="1"/>
          </p:cNvSpPr>
          <p:nvPr/>
        </p:nvSpPr>
        <p:spPr>
          <a:xfrm xmlns:a="http://schemas.openxmlformats.org/drawingml/2006/main">
            <a:off x="874876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12" name="Editable chart path">
            <a:extLst xmlns:a="http://schemas.openxmlformats.org/drawingml/2006/main">
              <a:ext uri="{FF2B5EF4-FFF2-40B4-BE49-F238E27FC236}">
                <a16:creationId xmlns:a16="http://schemas.microsoft.com/office/drawing/2014/main" id="{C59B49B8-ED5D-4141-A6BE-F5A17025163A}"/>
              </a:ext>
            </a:extLst>
          </p:cNvPr>
          <p:cNvSpPr>
            <a:spLocks xmlns:a="http://schemas.openxmlformats.org/drawingml/2006/main" noGrp="1"/>
          </p:cNvSpPr>
          <p:nvPr/>
        </p:nvSpPr>
        <p:spPr>
          <a:xfrm xmlns:a="http://schemas.openxmlformats.org/drawingml/2006/main">
            <a:off x="874876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13" name="Editable chart path">
            <a:extLst xmlns:a="http://schemas.openxmlformats.org/drawingml/2006/main">
              <a:ext uri="{FF2B5EF4-FFF2-40B4-BE49-F238E27FC236}">
                <a16:creationId xmlns:a16="http://schemas.microsoft.com/office/drawing/2014/main" id="{553D2001-5782-4CF0-B5E6-CD24D5560DE8}"/>
              </a:ext>
            </a:extLst>
          </p:cNvPr>
          <p:cNvSpPr>
            <a:spLocks xmlns:a="http://schemas.openxmlformats.org/drawingml/2006/main" noGrp="1"/>
          </p:cNvSpPr>
          <p:nvPr/>
        </p:nvSpPr>
        <p:spPr>
          <a:xfrm xmlns:a="http://schemas.openxmlformats.org/drawingml/2006/main">
            <a:off x="874876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14" name="Editable chart path">
            <a:extLst xmlns:a="http://schemas.openxmlformats.org/drawingml/2006/main">
              <a:ext uri="{FF2B5EF4-FFF2-40B4-BE49-F238E27FC236}">
                <a16:creationId xmlns:a16="http://schemas.microsoft.com/office/drawing/2014/main" id="{5FACB179-EABD-4077-8450-1EC0AC78B678}"/>
              </a:ext>
            </a:extLst>
          </p:cNvPr>
          <p:cNvSpPr>
            <a:spLocks xmlns:a="http://schemas.openxmlformats.org/drawingml/2006/main" noGrp="1"/>
          </p:cNvSpPr>
          <p:nvPr/>
        </p:nvSpPr>
        <p:spPr>
          <a:xfrm xmlns:a="http://schemas.openxmlformats.org/drawingml/2006/main">
            <a:off x="874876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15" name="Editable chart path">
            <a:extLst xmlns:a="http://schemas.openxmlformats.org/drawingml/2006/main">
              <a:ext uri="{FF2B5EF4-FFF2-40B4-BE49-F238E27FC236}">
                <a16:creationId xmlns:a16="http://schemas.microsoft.com/office/drawing/2014/main" id="{ED885144-5CF4-42B9-A4C1-342BD05A8762}"/>
              </a:ext>
            </a:extLst>
          </p:cNvPr>
          <p:cNvSpPr>
            <a:spLocks xmlns:a="http://schemas.openxmlformats.org/drawingml/2006/main" noGrp="1"/>
          </p:cNvSpPr>
          <p:nvPr/>
        </p:nvSpPr>
        <p:spPr>
          <a:xfrm xmlns:a="http://schemas.openxmlformats.org/drawingml/2006/main">
            <a:off x="8748769"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16" name="Editable chart path">
            <a:extLst xmlns:a="http://schemas.openxmlformats.org/drawingml/2006/main">
              <a:ext uri="{FF2B5EF4-FFF2-40B4-BE49-F238E27FC236}">
                <a16:creationId xmlns:a16="http://schemas.microsoft.com/office/drawing/2014/main" id="{F17E489A-0BA9-4B36-B57B-BEF527D1A789}"/>
              </a:ext>
            </a:extLst>
          </p:cNvPr>
          <p:cNvSpPr>
            <a:spLocks xmlns:a="http://schemas.openxmlformats.org/drawingml/2006/main" noGrp="1"/>
          </p:cNvSpPr>
          <p:nvPr/>
        </p:nvSpPr>
        <p:spPr>
          <a:xfrm xmlns:a="http://schemas.openxmlformats.org/drawingml/2006/main">
            <a:off x="8748769"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17" name="Editable chart path">
            <a:extLst xmlns:a="http://schemas.openxmlformats.org/drawingml/2006/main">
              <a:ext uri="{FF2B5EF4-FFF2-40B4-BE49-F238E27FC236}">
                <a16:creationId xmlns:a16="http://schemas.microsoft.com/office/drawing/2014/main" id="{49074408-7417-45BD-8CAE-A721BD8F3FA1}"/>
              </a:ext>
            </a:extLst>
          </p:cNvPr>
          <p:cNvSpPr>
            <a:spLocks xmlns:a="http://schemas.openxmlformats.org/drawingml/2006/main" noGrp="1"/>
          </p:cNvSpPr>
          <p:nvPr/>
        </p:nvSpPr>
        <p:spPr>
          <a:xfrm xmlns:a="http://schemas.openxmlformats.org/drawingml/2006/main">
            <a:off x="8748769"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18" name="Editable chart path">
            <a:extLst xmlns:a="http://schemas.openxmlformats.org/drawingml/2006/main">
              <a:ext uri="{FF2B5EF4-FFF2-40B4-BE49-F238E27FC236}">
                <a16:creationId xmlns:a16="http://schemas.microsoft.com/office/drawing/2014/main" id="{C6D9829D-6EAE-4F11-8E92-872914E686B4}"/>
              </a:ext>
            </a:extLst>
          </p:cNvPr>
          <p:cNvSpPr>
            <a:spLocks xmlns:a="http://schemas.openxmlformats.org/drawingml/2006/main" noGrp="1"/>
          </p:cNvSpPr>
          <p:nvPr/>
        </p:nvSpPr>
        <p:spPr>
          <a:xfrm xmlns:a="http://schemas.openxmlformats.org/drawingml/2006/main">
            <a:off x="8809661"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19" name="Editable chart path">
            <a:extLst xmlns:a="http://schemas.openxmlformats.org/drawingml/2006/main">
              <a:ext uri="{FF2B5EF4-FFF2-40B4-BE49-F238E27FC236}">
                <a16:creationId xmlns:a16="http://schemas.microsoft.com/office/drawing/2014/main" id="{FB001ED9-6CF6-493B-9587-F5C5D1CA131F}"/>
              </a:ext>
            </a:extLst>
          </p:cNvPr>
          <p:cNvSpPr>
            <a:spLocks xmlns:a="http://schemas.openxmlformats.org/drawingml/2006/main" noGrp="1"/>
          </p:cNvSpPr>
          <p:nvPr/>
        </p:nvSpPr>
        <p:spPr>
          <a:xfrm xmlns:a="http://schemas.openxmlformats.org/drawingml/2006/main">
            <a:off x="880966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20" name="Editable chart path">
            <a:extLst xmlns:a="http://schemas.openxmlformats.org/drawingml/2006/main">
              <a:ext uri="{FF2B5EF4-FFF2-40B4-BE49-F238E27FC236}">
                <a16:creationId xmlns:a16="http://schemas.microsoft.com/office/drawing/2014/main" id="{CEE0E501-E0C7-4297-8F5E-A919DF0EAC7A}"/>
              </a:ext>
            </a:extLst>
          </p:cNvPr>
          <p:cNvSpPr>
            <a:spLocks xmlns:a="http://schemas.openxmlformats.org/drawingml/2006/main" noGrp="1"/>
          </p:cNvSpPr>
          <p:nvPr/>
        </p:nvSpPr>
        <p:spPr>
          <a:xfrm xmlns:a="http://schemas.openxmlformats.org/drawingml/2006/main">
            <a:off x="880966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21" name="Editable chart path">
            <a:extLst xmlns:a="http://schemas.openxmlformats.org/drawingml/2006/main">
              <a:ext uri="{FF2B5EF4-FFF2-40B4-BE49-F238E27FC236}">
                <a16:creationId xmlns:a16="http://schemas.microsoft.com/office/drawing/2014/main" id="{3F00B766-919D-4BB1-B43F-EB7E96E1DDCF}"/>
              </a:ext>
            </a:extLst>
          </p:cNvPr>
          <p:cNvSpPr>
            <a:spLocks xmlns:a="http://schemas.openxmlformats.org/drawingml/2006/main" noGrp="1"/>
          </p:cNvSpPr>
          <p:nvPr/>
        </p:nvSpPr>
        <p:spPr>
          <a:xfrm xmlns:a="http://schemas.openxmlformats.org/drawingml/2006/main">
            <a:off x="880966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22" name="Editable chart path">
            <a:extLst xmlns:a="http://schemas.openxmlformats.org/drawingml/2006/main">
              <a:ext uri="{FF2B5EF4-FFF2-40B4-BE49-F238E27FC236}">
                <a16:creationId xmlns:a16="http://schemas.microsoft.com/office/drawing/2014/main" id="{F035EEEA-AAC1-4C52-AB57-9FB30AC05BCD}"/>
              </a:ext>
            </a:extLst>
          </p:cNvPr>
          <p:cNvSpPr>
            <a:spLocks xmlns:a="http://schemas.openxmlformats.org/drawingml/2006/main" noGrp="1"/>
          </p:cNvSpPr>
          <p:nvPr/>
        </p:nvSpPr>
        <p:spPr>
          <a:xfrm xmlns:a="http://schemas.openxmlformats.org/drawingml/2006/main">
            <a:off x="880966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23" name="Editable chart path">
            <a:extLst xmlns:a="http://schemas.openxmlformats.org/drawingml/2006/main">
              <a:ext uri="{FF2B5EF4-FFF2-40B4-BE49-F238E27FC236}">
                <a16:creationId xmlns:a16="http://schemas.microsoft.com/office/drawing/2014/main" id="{600EA715-5639-4B54-9E4E-565A1BA2C453}"/>
              </a:ext>
            </a:extLst>
          </p:cNvPr>
          <p:cNvSpPr>
            <a:spLocks xmlns:a="http://schemas.openxmlformats.org/drawingml/2006/main" noGrp="1"/>
          </p:cNvSpPr>
          <p:nvPr/>
        </p:nvSpPr>
        <p:spPr>
          <a:xfrm xmlns:a="http://schemas.openxmlformats.org/drawingml/2006/main">
            <a:off x="880966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24" name="Editable chart path">
            <a:extLst xmlns:a="http://schemas.openxmlformats.org/drawingml/2006/main">
              <a:ext uri="{FF2B5EF4-FFF2-40B4-BE49-F238E27FC236}">
                <a16:creationId xmlns:a16="http://schemas.microsoft.com/office/drawing/2014/main" id="{C6999C76-8175-4C43-B76D-A243F9109D9A}"/>
              </a:ext>
            </a:extLst>
          </p:cNvPr>
          <p:cNvSpPr>
            <a:spLocks xmlns:a="http://schemas.openxmlformats.org/drawingml/2006/main" noGrp="1"/>
          </p:cNvSpPr>
          <p:nvPr/>
        </p:nvSpPr>
        <p:spPr>
          <a:xfrm xmlns:a="http://schemas.openxmlformats.org/drawingml/2006/main">
            <a:off x="880966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25" name="Editable chart path">
            <a:extLst xmlns:a="http://schemas.openxmlformats.org/drawingml/2006/main">
              <a:ext uri="{FF2B5EF4-FFF2-40B4-BE49-F238E27FC236}">
                <a16:creationId xmlns:a16="http://schemas.microsoft.com/office/drawing/2014/main" id="{59E9D902-9022-41DD-AAC8-CB3A3E68EB90}"/>
              </a:ext>
            </a:extLst>
          </p:cNvPr>
          <p:cNvSpPr>
            <a:spLocks xmlns:a="http://schemas.openxmlformats.org/drawingml/2006/main" noGrp="1"/>
          </p:cNvSpPr>
          <p:nvPr/>
        </p:nvSpPr>
        <p:spPr>
          <a:xfrm xmlns:a="http://schemas.openxmlformats.org/drawingml/2006/main">
            <a:off x="880966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26" name="Editable chart path">
            <a:extLst xmlns:a="http://schemas.openxmlformats.org/drawingml/2006/main">
              <a:ext uri="{FF2B5EF4-FFF2-40B4-BE49-F238E27FC236}">
                <a16:creationId xmlns:a16="http://schemas.microsoft.com/office/drawing/2014/main" id="{7D5F1793-1463-4BF8-B034-3DDF39CEA63A}"/>
              </a:ext>
            </a:extLst>
          </p:cNvPr>
          <p:cNvSpPr>
            <a:spLocks xmlns:a="http://schemas.openxmlformats.org/drawingml/2006/main" noGrp="1"/>
          </p:cNvSpPr>
          <p:nvPr/>
        </p:nvSpPr>
        <p:spPr>
          <a:xfrm xmlns:a="http://schemas.openxmlformats.org/drawingml/2006/main">
            <a:off x="880966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27" name="Editable chart path">
            <a:extLst xmlns:a="http://schemas.openxmlformats.org/drawingml/2006/main">
              <a:ext uri="{FF2B5EF4-FFF2-40B4-BE49-F238E27FC236}">
                <a16:creationId xmlns:a16="http://schemas.microsoft.com/office/drawing/2014/main" id="{F8D7383F-0538-4C13-A246-10A3FAE509EB}"/>
              </a:ext>
            </a:extLst>
          </p:cNvPr>
          <p:cNvSpPr>
            <a:spLocks xmlns:a="http://schemas.openxmlformats.org/drawingml/2006/main" noGrp="1"/>
          </p:cNvSpPr>
          <p:nvPr/>
        </p:nvSpPr>
        <p:spPr>
          <a:xfrm xmlns:a="http://schemas.openxmlformats.org/drawingml/2006/main">
            <a:off x="880966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28" name="Editable chart path">
            <a:extLst xmlns:a="http://schemas.openxmlformats.org/drawingml/2006/main">
              <a:ext uri="{FF2B5EF4-FFF2-40B4-BE49-F238E27FC236}">
                <a16:creationId xmlns:a16="http://schemas.microsoft.com/office/drawing/2014/main" id="{507597DF-48EC-4706-BE4C-6D9931066D29}"/>
              </a:ext>
            </a:extLst>
          </p:cNvPr>
          <p:cNvSpPr>
            <a:spLocks xmlns:a="http://schemas.openxmlformats.org/drawingml/2006/main" noGrp="1"/>
          </p:cNvSpPr>
          <p:nvPr/>
        </p:nvSpPr>
        <p:spPr>
          <a:xfrm xmlns:a="http://schemas.openxmlformats.org/drawingml/2006/main">
            <a:off x="880966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29" name="Editable chart path">
            <a:extLst xmlns:a="http://schemas.openxmlformats.org/drawingml/2006/main">
              <a:ext uri="{FF2B5EF4-FFF2-40B4-BE49-F238E27FC236}">
                <a16:creationId xmlns:a16="http://schemas.microsoft.com/office/drawing/2014/main" id="{BC363CE3-77C9-4603-A7FB-FA58568F6AFA}"/>
              </a:ext>
            </a:extLst>
          </p:cNvPr>
          <p:cNvSpPr>
            <a:spLocks xmlns:a="http://schemas.openxmlformats.org/drawingml/2006/main" noGrp="1"/>
          </p:cNvSpPr>
          <p:nvPr/>
        </p:nvSpPr>
        <p:spPr>
          <a:xfrm xmlns:a="http://schemas.openxmlformats.org/drawingml/2006/main">
            <a:off x="880966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30" name="Editable chart path">
            <a:extLst xmlns:a="http://schemas.openxmlformats.org/drawingml/2006/main">
              <a:ext uri="{FF2B5EF4-FFF2-40B4-BE49-F238E27FC236}">
                <a16:creationId xmlns:a16="http://schemas.microsoft.com/office/drawing/2014/main" id="{E0D59476-E2BD-42B5-A01A-6E3A4472397F}"/>
              </a:ext>
            </a:extLst>
          </p:cNvPr>
          <p:cNvSpPr>
            <a:spLocks xmlns:a="http://schemas.openxmlformats.org/drawingml/2006/main" noGrp="1"/>
          </p:cNvSpPr>
          <p:nvPr/>
        </p:nvSpPr>
        <p:spPr>
          <a:xfrm xmlns:a="http://schemas.openxmlformats.org/drawingml/2006/main">
            <a:off x="8809661"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31" name="Editable chart path">
            <a:extLst xmlns:a="http://schemas.openxmlformats.org/drawingml/2006/main">
              <a:ext uri="{FF2B5EF4-FFF2-40B4-BE49-F238E27FC236}">
                <a16:creationId xmlns:a16="http://schemas.microsoft.com/office/drawing/2014/main" id="{8262597E-8F4F-4740-8F4B-6DB35038F6C0}"/>
              </a:ext>
            </a:extLst>
          </p:cNvPr>
          <p:cNvSpPr>
            <a:spLocks xmlns:a="http://schemas.openxmlformats.org/drawingml/2006/main" noGrp="1"/>
          </p:cNvSpPr>
          <p:nvPr/>
        </p:nvSpPr>
        <p:spPr>
          <a:xfrm xmlns:a="http://schemas.openxmlformats.org/drawingml/2006/main">
            <a:off x="8809661"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32" name="Editable chart path">
            <a:extLst xmlns:a="http://schemas.openxmlformats.org/drawingml/2006/main">
              <a:ext uri="{FF2B5EF4-FFF2-40B4-BE49-F238E27FC236}">
                <a16:creationId xmlns:a16="http://schemas.microsoft.com/office/drawing/2014/main" id="{6D9D2D5F-9737-4F00-A552-852C60E843DD}"/>
              </a:ext>
            </a:extLst>
          </p:cNvPr>
          <p:cNvSpPr>
            <a:spLocks xmlns:a="http://schemas.openxmlformats.org/drawingml/2006/main" noGrp="1"/>
          </p:cNvSpPr>
          <p:nvPr/>
        </p:nvSpPr>
        <p:spPr>
          <a:xfrm xmlns:a="http://schemas.openxmlformats.org/drawingml/2006/main">
            <a:off x="8870553"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33" name="Editable chart path">
            <a:extLst xmlns:a="http://schemas.openxmlformats.org/drawingml/2006/main">
              <a:ext uri="{FF2B5EF4-FFF2-40B4-BE49-F238E27FC236}">
                <a16:creationId xmlns:a16="http://schemas.microsoft.com/office/drawing/2014/main" id="{9C77A959-0724-4CD8-8517-D498382B2CCD}"/>
              </a:ext>
            </a:extLst>
          </p:cNvPr>
          <p:cNvSpPr>
            <a:spLocks xmlns:a="http://schemas.openxmlformats.org/drawingml/2006/main" noGrp="1"/>
          </p:cNvSpPr>
          <p:nvPr/>
        </p:nvSpPr>
        <p:spPr>
          <a:xfrm xmlns:a="http://schemas.openxmlformats.org/drawingml/2006/main">
            <a:off x="8870553"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34" name="Editable chart path">
            <a:extLst xmlns:a="http://schemas.openxmlformats.org/drawingml/2006/main">
              <a:ext uri="{FF2B5EF4-FFF2-40B4-BE49-F238E27FC236}">
                <a16:creationId xmlns:a16="http://schemas.microsoft.com/office/drawing/2014/main" id="{9E410BC6-2697-4370-B245-FB12A120A25D}"/>
              </a:ext>
            </a:extLst>
          </p:cNvPr>
          <p:cNvSpPr>
            <a:spLocks xmlns:a="http://schemas.openxmlformats.org/drawingml/2006/main" noGrp="1"/>
          </p:cNvSpPr>
          <p:nvPr/>
        </p:nvSpPr>
        <p:spPr>
          <a:xfrm xmlns:a="http://schemas.openxmlformats.org/drawingml/2006/main">
            <a:off x="8870553"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35" name="Editable chart path">
            <a:extLst xmlns:a="http://schemas.openxmlformats.org/drawingml/2006/main">
              <a:ext uri="{FF2B5EF4-FFF2-40B4-BE49-F238E27FC236}">
                <a16:creationId xmlns:a16="http://schemas.microsoft.com/office/drawing/2014/main" id="{7DEFD3F5-44A6-4F5B-8848-C57AD396744D}"/>
              </a:ext>
            </a:extLst>
          </p:cNvPr>
          <p:cNvSpPr>
            <a:spLocks xmlns:a="http://schemas.openxmlformats.org/drawingml/2006/main" noGrp="1"/>
          </p:cNvSpPr>
          <p:nvPr/>
        </p:nvSpPr>
        <p:spPr>
          <a:xfrm xmlns:a="http://schemas.openxmlformats.org/drawingml/2006/main">
            <a:off x="8870553"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36" name="Editable chart path">
            <a:extLst xmlns:a="http://schemas.openxmlformats.org/drawingml/2006/main">
              <a:ext uri="{FF2B5EF4-FFF2-40B4-BE49-F238E27FC236}">
                <a16:creationId xmlns:a16="http://schemas.microsoft.com/office/drawing/2014/main" id="{2417A512-0CFE-46AA-8057-C6569D74B5EB}"/>
              </a:ext>
            </a:extLst>
          </p:cNvPr>
          <p:cNvSpPr>
            <a:spLocks xmlns:a="http://schemas.openxmlformats.org/drawingml/2006/main" noGrp="1"/>
          </p:cNvSpPr>
          <p:nvPr/>
        </p:nvSpPr>
        <p:spPr>
          <a:xfrm xmlns:a="http://schemas.openxmlformats.org/drawingml/2006/main">
            <a:off x="8870553"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37" name="Editable chart path">
            <a:extLst xmlns:a="http://schemas.openxmlformats.org/drawingml/2006/main">
              <a:ext uri="{FF2B5EF4-FFF2-40B4-BE49-F238E27FC236}">
                <a16:creationId xmlns:a16="http://schemas.microsoft.com/office/drawing/2014/main" id="{C3606072-BA99-4911-B995-7B797912DDEE}"/>
              </a:ext>
            </a:extLst>
          </p:cNvPr>
          <p:cNvSpPr>
            <a:spLocks xmlns:a="http://schemas.openxmlformats.org/drawingml/2006/main" noGrp="1"/>
          </p:cNvSpPr>
          <p:nvPr/>
        </p:nvSpPr>
        <p:spPr>
          <a:xfrm xmlns:a="http://schemas.openxmlformats.org/drawingml/2006/main">
            <a:off x="8870553"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38" name="Editable chart path">
            <a:extLst xmlns:a="http://schemas.openxmlformats.org/drawingml/2006/main">
              <a:ext uri="{FF2B5EF4-FFF2-40B4-BE49-F238E27FC236}">
                <a16:creationId xmlns:a16="http://schemas.microsoft.com/office/drawing/2014/main" id="{EDD49622-8457-4A59-B088-6B29DF6C97DA}"/>
              </a:ext>
            </a:extLst>
          </p:cNvPr>
          <p:cNvSpPr>
            <a:spLocks xmlns:a="http://schemas.openxmlformats.org/drawingml/2006/main" noGrp="1"/>
          </p:cNvSpPr>
          <p:nvPr/>
        </p:nvSpPr>
        <p:spPr>
          <a:xfrm xmlns:a="http://schemas.openxmlformats.org/drawingml/2006/main">
            <a:off x="8870553"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39" name="Editable chart path">
            <a:extLst xmlns:a="http://schemas.openxmlformats.org/drawingml/2006/main">
              <a:ext uri="{FF2B5EF4-FFF2-40B4-BE49-F238E27FC236}">
                <a16:creationId xmlns:a16="http://schemas.microsoft.com/office/drawing/2014/main" id="{6D12FA6D-9D93-48F0-BFA5-45441298729D}"/>
              </a:ext>
            </a:extLst>
          </p:cNvPr>
          <p:cNvSpPr>
            <a:spLocks xmlns:a="http://schemas.openxmlformats.org/drawingml/2006/main" noGrp="1"/>
          </p:cNvSpPr>
          <p:nvPr/>
        </p:nvSpPr>
        <p:spPr>
          <a:xfrm xmlns:a="http://schemas.openxmlformats.org/drawingml/2006/main">
            <a:off x="8870553"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40" name="Editable chart path">
            <a:extLst xmlns:a="http://schemas.openxmlformats.org/drawingml/2006/main">
              <a:ext uri="{FF2B5EF4-FFF2-40B4-BE49-F238E27FC236}">
                <a16:creationId xmlns:a16="http://schemas.microsoft.com/office/drawing/2014/main" id="{6DDAFA2B-6E47-459F-9966-9A46A4DF5C5B}"/>
              </a:ext>
            </a:extLst>
          </p:cNvPr>
          <p:cNvSpPr>
            <a:spLocks xmlns:a="http://schemas.openxmlformats.org/drawingml/2006/main" noGrp="1"/>
          </p:cNvSpPr>
          <p:nvPr/>
        </p:nvSpPr>
        <p:spPr>
          <a:xfrm xmlns:a="http://schemas.openxmlformats.org/drawingml/2006/main">
            <a:off x="8870553"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41" name="Editable chart path">
            <a:extLst xmlns:a="http://schemas.openxmlformats.org/drawingml/2006/main">
              <a:ext uri="{FF2B5EF4-FFF2-40B4-BE49-F238E27FC236}">
                <a16:creationId xmlns:a16="http://schemas.microsoft.com/office/drawing/2014/main" id="{71DC058C-E907-418F-8DAA-41F0E44BA9D4}"/>
              </a:ext>
            </a:extLst>
          </p:cNvPr>
          <p:cNvSpPr>
            <a:spLocks xmlns:a="http://schemas.openxmlformats.org/drawingml/2006/main" noGrp="1"/>
          </p:cNvSpPr>
          <p:nvPr/>
        </p:nvSpPr>
        <p:spPr>
          <a:xfrm xmlns:a="http://schemas.openxmlformats.org/drawingml/2006/main">
            <a:off x="8870553"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42" name="Editable chart path">
            <a:extLst xmlns:a="http://schemas.openxmlformats.org/drawingml/2006/main">
              <a:ext uri="{FF2B5EF4-FFF2-40B4-BE49-F238E27FC236}">
                <a16:creationId xmlns:a16="http://schemas.microsoft.com/office/drawing/2014/main" id="{B80565ED-D298-40C7-AB43-75A549922F32}"/>
              </a:ext>
            </a:extLst>
          </p:cNvPr>
          <p:cNvSpPr>
            <a:spLocks xmlns:a="http://schemas.openxmlformats.org/drawingml/2006/main" noGrp="1"/>
          </p:cNvSpPr>
          <p:nvPr/>
        </p:nvSpPr>
        <p:spPr>
          <a:xfrm xmlns:a="http://schemas.openxmlformats.org/drawingml/2006/main">
            <a:off x="8870553"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43" name="Editable chart path">
            <a:extLst xmlns:a="http://schemas.openxmlformats.org/drawingml/2006/main">
              <a:ext uri="{FF2B5EF4-FFF2-40B4-BE49-F238E27FC236}">
                <a16:creationId xmlns:a16="http://schemas.microsoft.com/office/drawing/2014/main" id="{E282B33A-B30F-41F0-A9CA-000E94B593C8}"/>
              </a:ext>
            </a:extLst>
          </p:cNvPr>
          <p:cNvSpPr>
            <a:spLocks xmlns:a="http://schemas.openxmlformats.org/drawingml/2006/main" noGrp="1"/>
          </p:cNvSpPr>
          <p:nvPr/>
        </p:nvSpPr>
        <p:spPr>
          <a:xfrm xmlns:a="http://schemas.openxmlformats.org/drawingml/2006/main">
            <a:off x="8870553"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44" name="Editable chart path">
            <a:extLst xmlns:a="http://schemas.openxmlformats.org/drawingml/2006/main">
              <a:ext uri="{FF2B5EF4-FFF2-40B4-BE49-F238E27FC236}">
                <a16:creationId xmlns:a16="http://schemas.microsoft.com/office/drawing/2014/main" id="{0E1062FC-CA76-494C-91C1-46901A12E6DD}"/>
              </a:ext>
            </a:extLst>
          </p:cNvPr>
          <p:cNvSpPr>
            <a:spLocks xmlns:a="http://schemas.openxmlformats.org/drawingml/2006/main" noGrp="1"/>
          </p:cNvSpPr>
          <p:nvPr/>
        </p:nvSpPr>
        <p:spPr>
          <a:xfrm xmlns:a="http://schemas.openxmlformats.org/drawingml/2006/main">
            <a:off x="8931445"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45" name="Editable chart path">
            <a:extLst xmlns:a="http://schemas.openxmlformats.org/drawingml/2006/main">
              <a:ext uri="{FF2B5EF4-FFF2-40B4-BE49-F238E27FC236}">
                <a16:creationId xmlns:a16="http://schemas.microsoft.com/office/drawing/2014/main" id="{DDC02059-3EF0-46AE-84F5-FDCF9D4E4366}"/>
              </a:ext>
            </a:extLst>
          </p:cNvPr>
          <p:cNvSpPr>
            <a:spLocks xmlns:a="http://schemas.openxmlformats.org/drawingml/2006/main" noGrp="1"/>
          </p:cNvSpPr>
          <p:nvPr/>
        </p:nvSpPr>
        <p:spPr>
          <a:xfrm xmlns:a="http://schemas.openxmlformats.org/drawingml/2006/main">
            <a:off x="8931445"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46" name="Editable chart path">
            <a:extLst xmlns:a="http://schemas.openxmlformats.org/drawingml/2006/main">
              <a:ext uri="{FF2B5EF4-FFF2-40B4-BE49-F238E27FC236}">
                <a16:creationId xmlns:a16="http://schemas.microsoft.com/office/drawing/2014/main" id="{2797986B-9E62-4CA6-AE95-0DE68F02DF1C}"/>
              </a:ext>
            </a:extLst>
          </p:cNvPr>
          <p:cNvSpPr>
            <a:spLocks xmlns:a="http://schemas.openxmlformats.org/drawingml/2006/main" noGrp="1"/>
          </p:cNvSpPr>
          <p:nvPr/>
        </p:nvSpPr>
        <p:spPr>
          <a:xfrm xmlns:a="http://schemas.openxmlformats.org/drawingml/2006/main">
            <a:off x="8931445"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47" name="Editable chart path">
            <a:extLst xmlns:a="http://schemas.openxmlformats.org/drawingml/2006/main">
              <a:ext uri="{FF2B5EF4-FFF2-40B4-BE49-F238E27FC236}">
                <a16:creationId xmlns:a16="http://schemas.microsoft.com/office/drawing/2014/main" id="{B53A222D-4804-4A41-AA1D-692E48DD2DB5}"/>
              </a:ext>
            </a:extLst>
          </p:cNvPr>
          <p:cNvSpPr>
            <a:spLocks xmlns:a="http://schemas.openxmlformats.org/drawingml/2006/main" noGrp="1"/>
          </p:cNvSpPr>
          <p:nvPr/>
        </p:nvSpPr>
        <p:spPr>
          <a:xfrm xmlns:a="http://schemas.openxmlformats.org/drawingml/2006/main">
            <a:off x="8931445"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48" name="Editable chart path">
            <a:extLst xmlns:a="http://schemas.openxmlformats.org/drawingml/2006/main">
              <a:ext uri="{FF2B5EF4-FFF2-40B4-BE49-F238E27FC236}">
                <a16:creationId xmlns:a16="http://schemas.microsoft.com/office/drawing/2014/main" id="{351BAF34-CEA0-4C15-9F3A-1BD31B0C3D8C}"/>
              </a:ext>
            </a:extLst>
          </p:cNvPr>
          <p:cNvSpPr>
            <a:spLocks xmlns:a="http://schemas.openxmlformats.org/drawingml/2006/main" noGrp="1"/>
          </p:cNvSpPr>
          <p:nvPr/>
        </p:nvSpPr>
        <p:spPr>
          <a:xfrm xmlns:a="http://schemas.openxmlformats.org/drawingml/2006/main">
            <a:off x="8931445"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49" name="Editable chart path">
            <a:extLst xmlns:a="http://schemas.openxmlformats.org/drawingml/2006/main">
              <a:ext uri="{FF2B5EF4-FFF2-40B4-BE49-F238E27FC236}">
                <a16:creationId xmlns:a16="http://schemas.microsoft.com/office/drawing/2014/main" id="{D4452741-EE19-48B1-9B02-18E5BD9C6500}"/>
              </a:ext>
            </a:extLst>
          </p:cNvPr>
          <p:cNvSpPr>
            <a:spLocks xmlns:a="http://schemas.openxmlformats.org/drawingml/2006/main" noGrp="1"/>
          </p:cNvSpPr>
          <p:nvPr/>
        </p:nvSpPr>
        <p:spPr>
          <a:xfrm xmlns:a="http://schemas.openxmlformats.org/drawingml/2006/main">
            <a:off x="8931445"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50" name="Editable chart path">
            <a:extLst xmlns:a="http://schemas.openxmlformats.org/drawingml/2006/main">
              <a:ext uri="{FF2B5EF4-FFF2-40B4-BE49-F238E27FC236}">
                <a16:creationId xmlns:a16="http://schemas.microsoft.com/office/drawing/2014/main" id="{115247E8-CE0C-4CCB-B21D-DC2512A6B8EF}"/>
              </a:ext>
            </a:extLst>
          </p:cNvPr>
          <p:cNvSpPr>
            <a:spLocks xmlns:a="http://schemas.openxmlformats.org/drawingml/2006/main" noGrp="1"/>
          </p:cNvSpPr>
          <p:nvPr/>
        </p:nvSpPr>
        <p:spPr>
          <a:xfrm xmlns:a="http://schemas.openxmlformats.org/drawingml/2006/main">
            <a:off x="8931445"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51" name="Editable chart path">
            <a:extLst xmlns:a="http://schemas.openxmlformats.org/drawingml/2006/main">
              <a:ext uri="{FF2B5EF4-FFF2-40B4-BE49-F238E27FC236}">
                <a16:creationId xmlns:a16="http://schemas.microsoft.com/office/drawing/2014/main" id="{4ED42306-23EB-421E-81C0-6B6414ED6A56}"/>
              </a:ext>
            </a:extLst>
          </p:cNvPr>
          <p:cNvSpPr>
            <a:spLocks xmlns:a="http://schemas.openxmlformats.org/drawingml/2006/main" noGrp="1"/>
          </p:cNvSpPr>
          <p:nvPr/>
        </p:nvSpPr>
        <p:spPr>
          <a:xfrm xmlns:a="http://schemas.openxmlformats.org/drawingml/2006/main">
            <a:off x="8931445"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52" name="Editable chart path">
            <a:extLst xmlns:a="http://schemas.openxmlformats.org/drawingml/2006/main">
              <a:ext uri="{FF2B5EF4-FFF2-40B4-BE49-F238E27FC236}">
                <a16:creationId xmlns:a16="http://schemas.microsoft.com/office/drawing/2014/main" id="{94421D52-2957-420B-93D2-3D2E14DF5B5F}"/>
              </a:ext>
            </a:extLst>
          </p:cNvPr>
          <p:cNvSpPr>
            <a:spLocks xmlns:a="http://schemas.openxmlformats.org/drawingml/2006/main" noGrp="1"/>
          </p:cNvSpPr>
          <p:nvPr/>
        </p:nvSpPr>
        <p:spPr>
          <a:xfrm xmlns:a="http://schemas.openxmlformats.org/drawingml/2006/main">
            <a:off x="8931445"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53" name="Editable chart path">
            <a:extLst xmlns:a="http://schemas.openxmlformats.org/drawingml/2006/main">
              <a:ext uri="{FF2B5EF4-FFF2-40B4-BE49-F238E27FC236}">
                <a16:creationId xmlns:a16="http://schemas.microsoft.com/office/drawing/2014/main" id="{F625AC6F-0CF3-4FB9-8CFA-160EEFA1B4F0}"/>
              </a:ext>
            </a:extLst>
          </p:cNvPr>
          <p:cNvSpPr>
            <a:spLocks xmlns:a="http://schemas.openxmlformats.org/drawingml/2006/main" noGrp="1"/>
          </p:cNvSpPr>
          <p:nvPr/>
        </p:nvSpPr>
        <p:spPr>
          <a:xfrm xmlns:a="http://schemas.openxmlformats.org/drawingml/2006/main">
            <a:off x="8931445"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54" name="Editable chart path">
            <a:extLst xmlns:a="http://schemas.openxmlformats.org/drawingml/2006/main">
              <a:ext uri="{FF2B5EF4-FFF2-40B4-BE49-F238E27FC236}">
                <a16:creationId xmlns:a16="http://schemas.microsoft.com/office/drawing/2014/main" id="{A56E1794-A5B2-4E95-9DF8-CA6550DF1F54}"/>
              </a:ext>
            </a:extLst>
          </p:cNvPr>
          <p:cNvSpPr>
            <a:spLocks xmlns:a="http://schemas.openxmlformats.org/drawingml/2006/main" noGrp="1"/>
          </p:cNvSpPr>
          <p:nvPr/>
        </p:nvSpPr>
        <p:spPr>
          <a:xfrm xmlns:a="http://schemas.openxmlformats.org/drawingml/2006/main">
            <a:off x="8931445"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55" name="Editable chart path">
            <a:extLst xmlns:a="http://schemas.openxmlformats.org/drawingml/2006/main">
              <a:ext uri="{FF2B5EF4-FFF2-40B4-BE49-F238E27FC236}">
                <a16:creationId xmlns:a16="http://schemas.microsoft.com/office/drawing/2014/main" id="{FC5EB4F9-B263-40F4-897C-6634BAFE48CA}"/>
              </a:ext>
            </a:extLst>
          </p:cNvPr>
          <p:cNvSpPr>
            <a:spLocks xmlns:a="http://schemas.openxmlformats.org/drawingml/2006/main" noGrp="1"/>
          </p:cNvSpPr>
          <p:nvPr/>
        </p:nvSpPr>
        <p:spPr>
          <a:xfrm xmlns:a="http://schemas.openxmlformats.org/drawingml/2006/main">
            <a:off x="8931445"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56" name="Editable chart path">
            <a:extLst xmlns:a="http://schemas.openxmlformats.org/drawingml/2006/main">
              <a:ext uri="{FF2B5EF4-FFF2-40B4-BE49-F238E27FC236}">
                <a16:creationId xmlns:a16="http://schemas.microsoft.com/office/drawing/2014/main" id="{1CB56642-5A57-4613-A416-E5BD455BFA8E}"/>
              </a:ext>
            </a:extLst>
          </p:cNvPr>
          <p:cNvSpPr>
            <a:spLocks xmlns:a="http://schemas.openxmlformats.org/drawingml/2006/main" noGrp="1"/>
          </p:cNvSpPr>
          <p:nvPr/>
        </p:nvSpPr>
        <p:spPr>
          <a:xfrm xmlns:a="http://schemas.openxmlformats.org/drawingml/2006/main">
            <a:off x="899233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57" name="Editable chart path">
            <a:extLst xmlns:a="http://schemas.openxmlformats.org/drawingml/2006/main">
              <a:ext uri="{FF2B5EF4-FFF2-40B4-BE49-F238E27FC236}">
                <a16:creationId xmlns:a16="http://schemas.microsoft.com/office/drawing/2014/main" id="{D00C0D53-C3C5-4EB0-B5CB-C44E511489EB}"/>
              </a:ext>
            </a:extLst>
          </p:cNvPr>
          <p:cNvSpPr>
            <a:spLocks xmlns:a="http://schemas.openxmlformats.org/drawingml/2006/main" noGrp="1"/>
          </p:cNvSpPr>
          <p:nvPr/>
        </p:nvSpPr>
        <p:spPr>
          <a:xfrm xmlns:a="http://schemas.openxmlformats.org/drawingml/2006/main">
            <a:off x="899233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58" name="Editable chart path">
            <a:extLst xmlns:a="http://schemas.openxmlformats.org/drawingml/2006/main">
              <a:ext uri="{FF2B5EF4-FFF2-40B4-BE49-F238E27FC236}">
                <a16:creationId xmlns:a16="http://schemas.microsoft.com/office/drawing/2014/main" id="{FA378B76-8E4C-4E9D-805F-6FF6B6592E6D}"/>
              </a:ext>
            </a:extLst>
          </p:cNvPr>
          <p:cNvSpPr>
            <a:spLocks xmlns:a="http://schemas.openxmlformats.org/drawingml/2006/main" noGrp="1"/>
          </p:cNvSpPr>
          <p:nvPr/>
        </p:nvSpPr>
        <p:spPr>
          <a:xfrm xmlns:a="http://schemas.openxmlformats.org/drawingml/2006/main">
            <a:off x="899233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59" name="Editable chart path">
            <a:extLst xmlns:a="http://schemas.openxmlformats.org/drawingml/2006/main">
              <a:ext uri="{FF2B5EF4-FFF2-40B4-BE49-F238E27FC236}">
                <a16:creationId xmlns:a16="http://schemas.microsoft.com/office/drawing/2014/main" id="{E0640738-FFF9-48F8-9A74-22BDDB869B19}"/>
              </a:ext>
            </a:extLst>
          </p:cNvPr>
          <p:cNvSpPr>
            <a:spLocks xmlns:a="http://schemas.openxmlformats.org/drawingml/2006/main" noGrp="1"/>
          </p:cNvSpPr>
          <p:nvPr/>
        </p:nvSpPr>
        <p:spPr>
          <a:xfrm xmlns:a="http://schemas.openxmlformats.org/drawingml/2006/main">
            <a:off x="899233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60" name="Editable chart path">
            <a:extLst xmlns:a="http://schemas.openxmlformats.org/drawingml/2006/main">
              <a:ext uri="{FF2B5EF4-FFF2-40B4-BE49-F238E27FC236}">
                <a16:creationId xmlns:a16="http://schemas.microsoft.com/office/drawing/2014/main" id="{36E8CA28-2D41-4A49-B54D-EB0685EAA0D8}"/>
              </a:ext>
            </a:extLst>
          </p:cNvPr>
          <p:cNvSpPr>
            <a:spLocks xmlns:a="http://schemas.openxmlformats.org/drawingml/2006/main" noGrp="1"/>
          </p:cNvSpPr>
          <p:nvPr/>
        </p:nvSpPr>
        <p:spPr>
          <a:xfrm xmlns:a="http://schemas.openxmlformats.org/drawingml/2006/main">
            <a:off x="899233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61" name="Editable chart path">
            <a:extLst xmlns:a="http://schemas.openxmlformats.org/drawingml/2006/main">
              <a:ext uri="{FF2B5EF4-FFF2-40B4-BE49-F238E27FC236}">
                <a16:creationId xmlns:a16="http://schemas.microsoft.com/office/drawing/2014/main" id="{79E9ED40-F60D-473D-928C-DA3012210D20}"/>
              </a:ext>
            </a:extLst>
          </p:cNvPr>
          <p:cNvSpPr>
            <a:spLocks xmlns:a="http://schemas.openxmlformats.org/drawingml/2006/main" noGrp="1"/>
          </p:cNvSpPr>
          <p:nvPr/>
        </p:nvSpPr>
        <p:spPr>
          <a:xfrm xmlns:a="http://schemas.openxmlformats.org/drawingml/2006/main">
            <a:off x="899233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62" name="Editable chart path">
            <a:extLst xmlns:a="http://schemas.openxmlformats.org/drawingml/2006/main">
              <a:ext uri="{FF2B5EF4-FFF2-40B4-BE49-F238E27FC236}">
                <a16:creationId xmlns:a16="http://schemas.microsoft.com/office/drawing/2014/main" id="{7F2141C4-F147-48D4-AF01-6AD357D9BB60}"/>
              </a:ext>
            </a:extLst>
          </p:cNvPr>
          <p:cNvSpPr>
            <a:spLocks xmlns:a="http://schemas.openxmlformats.org/drawingml/2006/main" noGrp="1"/>
          </p:cNvSpPr>
          <p:nvPr/>
        </p:nvSpPr>
        <p:spPr>
          <a:xfrm xmlns:a="http://schemas.openxmlformats.org/drawingml/2006/main">
            <a:off x="899233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63" name="Editable chart path">
            <a:extLst xmlns:a="http://schemas.openxmlformats.org/drawingml/2006/main">
              <a:ext uri="{FF2B5EF4-FFF2-40B4-BE49-F238E27FC236}">
                <a16:creationId xmlns:a16="http://schemas.microsoft.com/office/drawing/2014/main" id="{7196A958-56C2-4B51-B6B7-329E34742220}"/>
              </a:ext>
            </a:extLst>
          </p:cNvPr>
          <p:cNvSpPr>
            <a:spLocks xmlns:a="http://schemas.openxmlformats.org/drawingml/2006/main" noGrp="1"/>
          </p:cNvSpPr>
          <p:nvPr/>
        </p:nvSpPr>
        <p:spPr>
          <a:xfrm xmlns:a="http://schemas.openxmlformats.org/drawingml/2006/main">
            <a:off x="899233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64" name="Editable chart path">
            <a:extLst xmlns:a="http://schemas.openxmlformats.org/drawingml/2006/main">
              <a:ext uri="{FF2B5EF4-FFF2-40B4-BE49-F238E27FC236}">
                <a16:creationId xmlns:a16="http://schemas.microsoft.com/office/drawing/2014/main" id="{EBDC1015-14C4-486B-8E97-31598B142EDC}"/>
              </a:ext>
            </a:extLst>
          </p:cNvPr>
          <p:cNvSpPr>
            <a:spLocks xmlns:a="http://schemas.openxmlformats.org/drawingml/2006/main" noGrp="1"/>
          </p:cNvSpPr>
          <p:nvPr/>
        </p:nvSpPr>
        <p:spPr>
          <a:xfrm xmlns:a="http://schemas.openxmlformats.org/drawingml/2006/main">
            <a:off x="899233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65" name="Editable chart path">
            <a:extLst xmlns:a="http://schemas.openxmlformats.org/drawingml/2006/main">
              <a:ext uri="{FF2B5EF4-FFF2-40B4-BE49-F238E27FC236}">
                <a16:creationId xmlns:a16="http://schemas.microsoft.com/office/drawing/2014/main" id="{279C7F90-5B22-4EF6-8D5A-8789E9C18944}"/>
              </a:ext>
            </a:extLst>
          </p:cNvPr>
          <p:cNvSpPr>
            <a:spLocks xmlns:a="http://schemas.openxmlformats.org/drawingml/2006/main" noGrp="1"/>
          </p:cNvSpPr>
          <p:nvPr/>
        </p:nvSpPr>
        <p:spPr>
          <a:xfrm xmlns:a="http://schemas.openxmlformats.org/drawingml/2006/main">
            <a:off x="899233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66" name="Editable chart path">
            <a:extLst xmlns:a="http://schemas.openxmlformats.org/drawingml/2006/main">
              <a:ext uri="{FF2B5EF4-FFF2-40B4-BE49-F238E27FC236}">
                <a16:creationId xmlns:a16="http://schemas.microsoft.com/office/drawing/2014/main" id="{D7292E2D-7D04-4B9C-B3B8-2211F757B4F3}"/>
              </a:ext>
            </a:extLst>
          </p:cNvPr>
          <p:cNvSpPr>
            <a:spLocks xmlns:a="http://schemas.openxmlformats.org/drawingml/2006/main" noGrp="1"/>
          </p:cNvSpPr>
          <p:nvPr/>
        </p:nvSpPr>
        <p:spPr>
          <a:xfrm xmlns:a="http://schemas.openxmlformats.org/drawingml/2006/main">
            <a:off x="899233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67" name="Editable chart path">
            <a:extLst xmlns:a="http://schemas.openxmlformats.org/drawingml/2006/main">
              <a:ext uri="{FF2B5EF4-FFF2-40B4-BE49-F238E27FC236}">
                <a16:creationId xmlns:a16="http://schemas.microsoft.com/office/drawing/2014/main" id="{D9B15059-55B8-4CD3-9C4A-F89971A64EED}"/>
              </a:ext>
            </a:extLst>
          </p:cNvPr>
          <p:cNvSpPr>
            <a:spLocks xmlns:a="http://schemas.openxmlformats.org/drawingml/2006/main" noGrp="1"/>
          </p:cNvSpPr>
          <p:nvPr/>
        </p:nvSpPr>
        <p:spPr>
          <a:xfrm xmlns:a="http://schemas.openxmlformats.org/drawingml/2006/main">
            <a:off x="8992337"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68" name="Editable chart path">
            <a:extLst xmlns:a="http://schemas.openxmlformats.org/drawingml/2006/main">
              <a:ext uri="{FF2B5EF4-FFF2-40B4-BE49-F238E27FC236}">
                <a16:creationId xmlns:a16="http://schemas.microsoft.com/office/drawing/2014/main" id="{5F1001DD-0F70-4664-96CF-7A8F1B5F330B}"/>
              </a:ext>
            </a:extLst>
          </p:cNvPr>
          <p:cNvSpPr>
            <a:spLocks xmlns:a="http://schemas.openxmlformats.org/drawingml/2006/main" noGrp="1"/>
          </p:cNvSpPr>
          <p:nvPr/>
        </p:nvSpPr>
        <p:spPr>
          <a:xfrm xmlns:a="http://schemas.openxmlformats.org/drawingml/2006/main">
            <a:off x="8992337"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69" name="Editable chart path">
            <a:extLst xmlns:a="http://schemas.openxmlformats.org/drawingml/2006/main">
              <a:ext uri="{FF2B5EF4-FFF2-40B4-BE49-F238E27FC236}">
                <a16:creationId xmlns:a16="http://schemas.microsoft.com/office/drawing/2014/main" id="{21140AA4-B342-436F-81F1-FD9390FB7E22}"/>
              </a:ext>
            </a:extLst>
          </p:cNvPr>
          <p:cNvSpPr>
            <a:spLocks xmlns:a="http://schemas.openxmlformats.org/drawingml/2006/main" noGrp="1"/>
          </p:cNvSpPr>
          <p:nvPr/>
        </p:nvSpPr>
        <p:spPr>
          <a:xfrm xmlns:a="http://schemas.openxmlformats.org/drawingml/2006/main">
            <a:off x="905322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70" name="Editable chart path">
            <a:extLst xmlns:a="http://schemas.openxmlformats.org/drawingml/2006/main">
              <a:ext uri="{FF2B5EF4-FFF2-40B4-BE49-F238E27FC236}">
                <a16:creationId xmlns:a16="http://schemas.microsoft.com/office/drawing/2014/main" id="{21731D4C-E7CA-476F-9E79-4039D1DFBA3C}"/>
              </a:ext>
            </a:extLst>
          </p:cNvPr>
          <p:cNvSpPr>
            <a:spLocks xmlns:a="http://schemas.openxmlformats.org/drawingml/2006/main" noGrp="1"/>
          </p:cNvSpPr>
          <p:nvPr/>
        </p:nvSpPr>
        <p:spPr>
          <a:xfrm xmlns:a="http://schemas.openxmlformats.org/drawingml/2006/main">
            <a:off x="905322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71" name="Editable chart path">
            <a:extLst xmlns:a="http://schemas.openxmlformats.org/drawingml/2006/main">
              <a:ext uri="{FF2B5EF4-FFF2-40B4-BE49-F238E27FC236}">
                <a16:creationId xmlns:a16="http://schemas.microsoft.com/office/drawing/2014/main" id="{92E4DFA8-FFE6-4CFC-9CE2-3CEDFE0FC45C}"/>
              </a:ext>
            </a:extLst>
          </p:cNvPr>
          <p:cNvSpPr>
            <a:spLocks xmlns:a="http://schemas.openxmlformats.org/drawingml/2006/main" noGrp="1"/>
          </p:cNvSpPr>
          <p:nvPr/>
        </p:nvSpPr>
        <p:spPr>
          <a:xfrm xmlns:a="http://schemas.openxmlformats.org/drawingml/2006/main">
            <a:off x="905322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72" name="Editable chart path">
            <a:extLst xmlns:a="http://schemas.openxmlformats.org/drawingml/2006/main">
              <a:ext uri="{FF2B5EF4-FFF2-40B4-BE49-F238E27FC236}">
                <a16:creationId xmlns:a16="http://schemas.microsoft.com/office/drawing/2014/main" id="{0651B554-4D7C-48A6-A9A3-7987F61B0AF9}"/>
              </a:ext>
            </a:extLst>
          </p:cNvPr>
          <p:cNvSpPr>
            <a:spLocks xmlns:a="http://schemas.openxmlformats.org/drawingml/2006/main" noGrp="1"/>
          </p:cNvSpPr>
          <p:nvPr/>
        </p:nvSpPr>
        <p:spPr>
          <a:xfrm xmlns:a="http://schemas.openxmlformats.org/drawingml/2006/main">
            <a:off x="905322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73" name="Editable chart path">
            <a:extLst xmlns:a="http://schemas.openxmlformats.org/drawingml/2006/main">
              <a:ext uri="{FF2B5EF4-FFF2-40B4-BE49-F238E27FC236}">
                <a16:creationId xmlns:a16="http://schemas.microsoft.com/office/drawing/2014/main" id="{94C9E600-3ACD-4CF2-91F9-9BF35D1AC9C0}"/>
              </a:ext>
            </a:extLst>
          </p:cNvPr>
          <p:cNvSpPr>
            <a:spLocks xmlns:a="http://schemas.openxmlformats.org/drawingml/2006/main" noGrp="1"/>
          </p:cNvSpPr>
          <p:nvPr/>
        </p:nvSpPr>
        <p:spPr>
          <a:xfrm xmlns:a="http://schemas.openxmlformats.org/drawingml/2006/main">
            <a:off x="905322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74" name="Editable chart path">
            <a:extLst xmlns:a="http://schemas.openxmlformats.org/drawingml/2006/main">
              <a:ext uri="{FF2B5EF4-FFF2-40B4-BE49-F238E27FC236}">
                <a16:creationId xmlns:a16="http://schemas.microsoft.com/office/drawing/2014/main" id="{72308008-1586-40A2-AA6E-219208446F54}"/>
              </a:ext>
            </a:extLst>
          </p:cNvPr>
          <p:cNvSpPr>
            <a:spLocks xmlns:a="http://schemas.openxmlformats.org/drawingml/2006/main" noGrp="1"/>
          </p:cNvSpPr>
          <p:nvPr/>
        </p:nvSpPr>
        <p:spPr>
          <a:xfrm xmlns:a="http://schemas.openxmlformats.org/drawingml/2006/main">
            <a:off x="905322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75" name="Editable chart path">
            <a:extLst xmlns:a="http://schemas.openxmlformats.org/drawingml/2006/main">
              <a:ext uri="{FF2B5EF4-FFF2-40B4-BE49-F238E27FC236}">
                <a16:creationId xmlns:a16="http://schemas.microsoft.com/office/drawing/2014/main" id="{5533CF85-8891-4863-BAE6-4388E7BED272}"/>
              </a:ext>
            </a:extLst>
          </p:cNvPr>
          <p:cNvSpPr>
            <a:spLocks xmlns:a="http://schemas.openxmlformats.org/drawingml/2006/main" noGrp="1"/>
          </p:cNvSpPr>
          <p:nvPr/>
        </p:nvSpPr>
        <p:spPr>
          <a:xfrm xmlns:a="http://schemas.openxmlformats.org/drawingml/2006/main">
            <a:off x="905322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76" name="Editable chart path">
            <a:extLst xmlns:a="http://schemas.openxmlformats.org/drawingml/2006/main">
              <a:ext uri="{FF2B5EF4-FFF2-40B4-BE49-F238E27FC236}">
                <a16:creationId xmlns:a16="http://schemas.microsoft.com/office/drawing/2014/main" id="{636EB41E-3F9E-4DC1-B6AD-A650F6293EFA}"/>
              </a:ext>
            </a:extLst>
          </p:cNvPr>
          <p:cNvSpPr>
            <a:spLocks xmlns:a="http://schemas.openxmlformats.org/drawingml/2006/main" noGrp="1"/>
          </p:cNvSpPr>
          <p:nvPr/>
        </p:nvSpPr>
        <p:spPr>
          <a:xfrm xmlns:a="http://schemas.openxmlformats.org/drawingml/2006/main">
            <a:off x="905322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77" name="Editable chart path">
            <a:extLst xmlns:a="http://schemas.openxmlformats.org/drawingml/2006/main">
              <a:ext uri="{FF2B5EF4-FFF2-40B4-BE49-F238E27FC236}">
                <a16:creationId xmlns:a16="http://schemas.microsoft.com/office/drawing/2014/main" id="{AD438DDD-6597-4948-BC11-7BE83BF3FE19}"/>
              </a:ext>
            </a:extLst>
          </p:cNvPr>
          <p:cNvSpPr>
            <a:spLocks xmlns:a="http://schemas.openxmlformats.org/drawingml/2006/main" noGrp="1"/>
          </p:cNvSpPr>
          <p:nvPr/>
        </p:nvSpPr>
        <p:spPr>
          <a:xfrm xmlns:a="http://schemas.openxmlformats.org/drawingml/2006/main">
            <a:off x="905322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78" name="Editable chart path">
            <a:extLst xmlns:a="http://schemas.openxmlformats.org/drawingml/2006/main">
              <a:ext uri="{FF2B5EF4-FFF2-40B4-BE49-F238E27FC236}">
                <a16:creationId xmlns:a16="http://schemas.microsoft.com/office/drawing/2014/main" id="{D9C26E74-8010-45C6-82F4-3262A6B96147}"/>
              </a:ext>
            </a:extLst>
          </p:cNvPr>
          <p:cNvSpPr>
            <a:spLocks xmlns:a="http://schemas.openxmlformats.org/drawingml/2006/main" noGrp="1"/>
          </p:cNvSpPr>
          <p:nvPr/>
        </p:nvSpPr>
        <p:spPr>
          <a:xfrm xmlns:a="http://schemas.openxmlformats.org/drawingml/2006/main">
            <a:off x="905322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79" name="Editable chart path">
            <a:extLst xmlns:a="http://schemas.openxmlformats.org/drawingml/2006/main">
              <a:ext uri="{FF2B5EF4-FFF2-40B4-BE49-F238E27FC236}">
                <a16:creationId xmlns:a16="http://schemas.microsoft.com/office/drawing/2014/main" id="{485013BF-32CE-4621-B572-16B98CEF73B2}"/>
              </a:ext>
            </a:extLst>
          </p:cNvPr>
          <p:cNvSpPr>
            <a:spLocks xmlns:a="http://schemas.openxmlformats.org/drawingml/2006/main" noGrp="1"/>
          </p:cNvSpPr>
          <p:nvPr/>
        </p:nvSpPr>
        <p:spPr>
          <a:xfrm xmlns:a="http://schemas.openxmlformats.org/drawingml/2006/main">
            <a:off x="9053229"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80" name="Editable chart path">
            <a:extLst xmlns:a="http://schemas.openxmlformats.org/drawingml/2006/main">
              <a:ext uri="{FF2B5EF4-FFF2-40B4-BE49-F238E27FC236}">
                <a16:creationId xmlns:a16="http://schemas.microsoft.com/office/drawing/2014/main" id="{BD9F0CA0-2E8C-4551-BA0B-C6F5105E6FBF}"/>
              </a:ext>
            </a:extLst>
          </p:cNvPr>
          <p:cNvSpPr>
            <a:spLocks xmlns:a="http://schemas.openxmlformats.org/drawingml/2006/main" noGrp="1"/>
          </p:cNvSpPr>
          <p:nvPr/>
        </p:nvSpPr>
        <p:spPr>
          <a:xfrm xmlns:a="http://schemas.openxmlformats.org/drawingml/2006/main">
            <a:off x="9053229"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81" name="Editable chart path">
            <a:extLst xmlns:a="http://schemas.openxmlformats.org/drawingml/2006/main">
              <a:ext uri="{FF2B5EF4-FFF2-40B4-BE49-F238E27FC236}">
                <a16:creationId xmlns:a16="http://schemas.microsoft.com/office/drawing/2014/main" id="{129D26E5-1614-41E8-B5B8-C14BC01A894B}"/>
              </a:ext>
            </a:extLst>
          </p:cNvPr>
          <p:cNvSpPr>
            <a:spLocks xmlns:a="http://schemas.openxmlformats.org/drawingml/2006/main" noGrp="1"/>
          </p:cNvSpPr>
          <p:nvPr/>
        </p:nvSpPr>
        <p:spPr>
          <a:xfrm xmlns:a="http://schemas.openxmlformats.org/drawingml/2006/main">
            <a:off x="9053229"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82" name="Editable chart path">
            <a:extLst xmlns:a="http://schemas.openxmlformats.org/drawingml/2006/main">
              <a:ext uri="{FF2B5EF4-FFF2-40B4-BE49-F238E27FC236}">
                <a16:creationId xmlns:a16="http://schemas.microsoft.com/office/drawing/2014/main" id="{1D10DCC0-4316-41F4-A4FE-526521494225}"/>
              </a:ext>
            </a:extLst>
          </p:cNvPr>
          <p:cNvSpPr>
            <a:spLocks xmlns:a="http://schemas.openxmlformats.org/drawingml/2006/main" noGrp="1"/>
          </p:cNvSpPr>
          <p:nvPr/>
        </p:nvSpPr>
        <p:spPr>
          <a:xfrm xmlns:a="http://schemas.openxmlformats.org/drawingml/2006/main">
            <a:off x="911412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83" name="Editable chart path">
            <a:extLst xmlns:a="http://schemas.openxmlformats.org/drawingml/2006/main">
              <a:ext uri="{FF2B5EF4-FFF2-40B4-BE49-F238E27FC236}">
                <a16:creationId xmlns:a16="http://schemas.microsoft.com/office/drawing/2014/main" id="{27D10707-29CC-41D7-B502-EBF50A328466}"/>
              </a:ext>
            </a:extLst>
          </p:cNvPr>
          <p:cNvSpPr>
            <a:spLocks xmlns:a="http://schemas.openxmlformats.org/drawingml/2006/main" noGrp="1"/>
          </p:cNvSpPr>
          <p:nvPr/>
        </p:nvSpPr>
        <p:spPr>
          <a:xfrm xmlns:a="http://schemas.openxmlformats.org/drawingml/2006/main">
            <a:off x="911412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84" name="Editable chart path">
            <a:extLst xmlns:a="http://schemas.openxmlformats.org/drawingml/2006/main">
              <a:ext uri="{FF2B5EF4-FFF2-40B4-BE49-F238E27FC236}">
                <a16:creationId xmlns:a16="http://schemas.microsoft.com/office/drawing/2014/main" id="{29C970DE-6972-42C5-9087-7FAD475A8257}"/>
              </a:ext>
            </a:extLst>
          </p:cNvPr>
          <p:cNvSpPr>
            <a:spLocks xmlns:a="http://schemas.openxmlformats.org/drawingml/2006/main" noGrp="1"/>
          </p:cNvSpPr>
          <p:nvPr/>
        </p:nvSpPr>
        <p:spPr>
          <a:xfrm xmlns:a="http://schemas.openxmlformats.org/drawingml/2006/main">
            <a:off x="911412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85" name="Editable chart path">
            <a:extLst xmlns:a="http://schemas.openxmlformats.org/drawingml/2006/main">
              <a:ext uri="{FF2B5EF4-FFF2-40B4-BE49-F238E27FC236}">
                <a16:creationId xmlns:a16="http://schemas.microsoft.com/office/drawing/2014/main" id="{468B8684-3AAA-4819-B6F9-69B55C2FD876}"/>
              </a:ext>
            </a:extLst>
          </p:cNvPr>
          <p:cNvSpPr>
            <a:spLocks xmlns:a="http://schemas.openxmlformats.org/drawingml/2006/main" noGrp="1"/>
          </p:cNvSpPr>
          <p:nvPr/>
        </p:nvSpPr>
        <p:spPr>
          <a:xfrm xmlns:a="http://schemas.openxmlformats.org/drawingml/2006/main">
            <a:off x="911412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86" name="Editable chart path">
            <a:extLst xmlns:a="http://schemas.openxmlformats.org/drawingml/2006/main">
              <a:ext uri="{FF2B5EF4-FFF2-40B4-BE49-F238E27FC236}">
                <a16:creationId xmlns:a16="http://schemas.microsoft.com/office/drawing/2014/main" id="{274A7278-F6CE-406E-8782-934EE83BB87B}"/>
              </a:ext>
            </a:extLst>
          </p:cNvPr>
          <p:cNvSpPr>
            <a:spLocks xmlns:a="http://schemas.openxmlformats.org/drawingml/2006/main" noGrp="1"/>
          </p:cNvSpPr>
          <p:nvPr/>
        </p:nvSpPr>
        <p:spPr>
          <a:xfrm xmlns:a="http://schemas.openxmlformats.org/drawingml/2006/main">
            <a:off x="911412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87" name="Editable chart path">
            <a:extLst xmlns:a="http://schemas.openxmlformats.org/drawingml/2006/main">
              <a:ext uri="{FF2B5EF4-FFF2-40B4-BE49-F238E27FC236}">
                <a16:creationId xmlns:a16="http://schemas.microsoft.com/office/drawing/2014/main" id="{95DB78F5-FFF7-4272-AE87-9A84C8246374}"/>
              </a:ext>
            </a:extLst>
          </p:cNvPr>
          <p:cNvSpPr>
            <a:spLocks xmlns:a="http://schemas.openxmlformats.org/drawingml/2006/main" noGrp="1"/>
          </p:cNvSpPr>
          <p:nvPr/>
        </p:nvSpPr>
        <p:spPr>
          <a:xfrm xmlns:a="http://schemas.openxmlformats.org/drawingml/2006/main">
            <a:off x="911412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88" name="Editable chart path">
            <a:extLst xmlns:a="http://schemas.openxmlformats.org/drawingml/2006/main">
              <a:ext uri="{FF2B5EF4-FFF2-40B4-BE49-F238E27FC236}">
                <a16:creationId xmlns:a16="http://schemas.microsoft.com/office/drawing/2014/main" id="{FF15E6B8-00DD-4E52-A406-46FEE2FDD0A3}"/>
              </a:ext>
            </a:extLst>
          </p:cNvPr>
          <p:cNvSpPr>
            <a:spLocks xmlns:a="http://schemas.openxmlformats.org/drawingml/2006/main" noGrp="1"/>
          </p:cNvSpPr>
          <p:nvPr/>
        </p:nvSpPr>
        <p:spPr>
          <a:xfrm xmlns:a="http://schemas.openxmlformats.org/drawingml/2006/main">
            <a:off x="911412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89" name="Editable chart path">
            <a:extLst xmlns:a="http://schemas.openxmlformats.org/drawingml/2006/main">
              <a:ext uri="{FF2B5EF4-FFF2-40B4-BE49-F238E27FC236}">
                <a16:creationId xmlns:a16="http://schemas.microsoft.com/office/drawing/2014/main" id="{0CB52A4C-7FA2-4EB8-B898-D20692DCF191}"/>
              </a:ext>
            </a:extLst>
          </p:cNvPr>
          <p:cNvSpPr>
            <a:spLocks xmlns:a="http://schemas.openxmlformats.org/drawingml/2006/main" noGrp="1"/>
          </p:cNvSpPr>
          <p:nvPr/>
        </p:nvSpPr>
        <p:spPr>
          <a:xfrm xmlns:a="http://schemas.openxmlformats.org/drawingml/2006/main">
            <a:off x="911412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90" name="Editable chart path">
            <a:extLst xmlns:a="http://schemas.openxmlformats.org/drawingml/2006/main">
              <a:ext uri="{FF2B5EF4-FFF2-40B4-BE49-F238E27FC236}">
                <a16:creationId xmlns:a16="http://schemas.microsoft.com/office/drawing/2014/main" id="{DEBAAB95-1767-4405-BE4E-5699FD884D4A}"/>
              </a:ext>
            </a:extLst>
          </p:cNvPr>
          <p:cNvSpPr>
            <a:spLocks xmlns:a="http://schemas.openxmlformats.org/drawingml/2006/main" noGrp="1"/>
          </p:cNvSpPr>
          <p:nvPr/>
        </p:nvSpPr>
        <p:spPr>
          <a:xfrm xmlns:a="http://schemas.openxmlformats.org/drawingml/2006/main">
            <a:off x="9114121"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91" name="Editable chart path">
            <a:extLst xmlns:a="http://schemas.openxmlformats.org/drawingml/2006/main">
              <a:ext uri="{FF2B5EF4-FFF2-40B4-BE49-F238E27FC236}">
                <a16:creationId xmlns:a16="http://schemas.microsoft.com/office/drawing/2014/main" id="{D9E0DD19-2884-4DB6-8144-1C83F57B621A}"/>
              </a:ext>
            </a:extLst>
          </p:cNvPr>
          <p:cNvSpPr>
            <a:spLocks xmlns:a="http://schemas.openxmlformats.org/drawingml/2006/main" noGrp="1"/>
          </p:cNvSpPr>
          <p:nvPr/>
        </p:nvSpPr>
        <p:spPr>
          <a:xfrm xmlns:a="http://schemas.openxmlformats.org/drawingml/2006/main">
            <a:off x="9114121"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092" name="Editable chart path">
            <a:extLst xmlns:a="http://schemas.openxmlformats.org/drawingml/2006/main">
              <a:ext uri="{FF2B5EF4-FFF2-40B4-BE49-F238E27FC236}">
                <a16:creationId xmlns:a16="http://schemas.microsoft.com/office/drawing/2014/main" id="{FBD3E7EE-6D18-413D-95AA-69E2619B46AC}"/>
              </a:ext>
            </a:extLst>
          </p:cNvPr>
          <p:cNvSpPr>
            <a:spLocks xmlns:a="http://schemas.openxmlformats.org/drawingml/2006/main" noGrp="1"/>
          </p:cNvSpPr>
          <p:nvPr/>
        </p:nvSpPr>
        <p:spPr>
          <a:xfrm xmlns:a="http://schemas.openxmlformats.org/drawingml/2006/main">
            <a:off x="917501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93" name="Editable chart path">
            <a:extLst xmlns:a="http://schemas.openxmlformats.org/drawingml/2006/main">
              <a:ext uri="{FF2B5EF4-FFF2-40B4-BE49-F238E27FC236}">
                <a16:creationId xmlns:a16="http://schemas.microsoft.com/office/drawing/2014/main" id="{D7AB8AEA-34C0-4324-B474-A7C9B39081B0}"/>
              </a:ext>
            </a:extLst>
          </p:cNvPr>
          <p:cNvSpPr>
            <a:spLocks xmlns:a="http://schemas.openxmlformats.org/drawingml/2006/main" noGrp="1"/>
          </p:cNvSpPr>
          <p:nvPr/>
        </p:nvSpPr>
        <p:spPr>
          <a:xfrm xmlns:a="http://schemas.openxmlformats.org/drawingml/2006/main">
            <a:off x="917501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94" name="Editable chart path">
            <a:extLst xmlns:a="http://schemas.openxmlformats.org/drawingml/2006/main">
              <a:ext uri="{FF2B5EF4-FFF2-40B4-BE49-F238E27FC236}">
                <a16:creationId xmlns:a16="http://schemas.microsoft.com/office/drawing/2014/main" id="{9DCC9CAC-25A1-45FC-B8D3-5677DC16EE2D}"/>
              </a:ext>
            </a:extLst>
          </p:cNvPr>
          <p:cNvSpPr>
            <a:spLocks xmlns:a="http://schemas.openxmlformats.org/drawingml/2006/main" noGrp="1"/>
          </p:cNvSpPr>
          <p:nvPr/>
        </p:nvSpPr>
        <p:spPr>
          <a:xfrm xmlns:a="http://schemas.openxmlformats.org/drawingml/2006/main">
            <a:off x="917501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095" name="Editable chart path">
            <a:extLst xmlns:a="http://schemas.openxmlformats.org/drawingml/2006/main">
              <a:ext uri="{FF2B5EF4-FFF2-40B4-BE49-F238E27FC236}">
                <a16:creationId xmlns:a16="http://schemas.microsoft.com/office/drawing/2014/main" id="{D6CA7943-89C7-430F-B665-D66F5080FC5D}"/>
              </a:ext>
            </a:extLst>
          </p:cNvPr>
          <p:cNvSpPr>
            <a:spLocks xmlns:a="http://schemas.openxmlformats.org/drawingml/2006/main" noGrp="1"/>
          </p:cNvSpPr>
          <p:nvPr/>
        </p:nvSpPr>
        <p:spPr>
          <a:xfrm xmlns:a="http://schemas.openxmlformats.org/drawingml/2006/main">
            <a:off x="917501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096" name="Editable chart path">
            <a:extLst xmlns:a="http://schemas.openxmlformats.org/drawingml/2006/main">
              <a:ext uri="{FF2B5EF4-FFF2-40B4-BE49-F238E27FC236}">
                <a16:creationId xmlns:a16="http://schemas.microsoft.com/office/drawing/2014/main" id="{CB4B04E0-BC0D-4FDB-9035-0639AEFDE103}"/>
              </a:ext>
            </a:extLst>
          </p:cNvPr>
          <p:cNvSpPr>
            <a:spLocks xmlns:a="http://schemas.openxmlformats.org/drawingml/2006/main" noGrp="1"/>
          </p:cNvSpPr>
          <p:nvPr/>
        </p:nvSpPr>
        <p:spPr>
          <a:xfrm xmlns:a="http://schemas.openxmlformats.org/drawingml/2006/main">
            <a:off x="917501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97" name="Editable chart path">
            <a:extLst xmlns:a="http://schemas.openxmlformats.org/drawingml/2006/main">
              <a:ext uri="{FF2B5EF4-FFF2-40B4-BE49-F238E27FC236}">
                <a16:creationId xmlns:a16="http://schemas.microsoft.com/office/drawing/2014/main" id="{50AE6143-A8EF-47DA-AE5E-48A4A6E631E3}"/>
              </a:ext>
            </a:extLst>
          </p:cNvPr>
          <p:cNvSpPr>
            <a:spLocks xmlns:a="http://schemas.openxmlformats.org/drawingml/2006/main" noGrp="1"/>
          </p:cNvSpPr>
          <p:nvPr/>
        </p:nvSpPr>
        <p:spPr>
          <a:xfrm xmlns:a="http://schemas.openxmlformats.org/drawingml/2006/main">
            <a:off x="923590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098" name="Editable chart path">
            <a:extLst xmlns:a="http://schemas.openxmlformats.org/drawingml/2006/main">
              <a:ext uri="{FF2B5EF4-FFF2-40B4-BE49-F238E27FC236}">
                <a16:creationId xmlns:a16="http://schemas.microsoft.com/office/drawing/2014/main" id="{8BA8AAC8-6B45-49AD-9427-D295A7C00DDB}"/>
              </a:ext>
            </a:extLst>
          </p:cNvPr>
          <p:cNvSpPr>
            <a:spLocks xmlns:a="http://schemas.openxmlformats.org/drawingml/2006/main" noGrp="1"/>
          </p:cNvSpPr>
          <p:nvPr/>
        </p:nvSpPr>
        <p:spPr>
          <a:xfrm xmlns:a="http://schemas.openxmlformats.org/drawingml/2006/main">
            <a:off x="923590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099" name="Editable chart path">
            <a:extLst xmlns:a="http://schemas.openxmlformats.org/drawingml/2006/main">
              <a:ext uri="{FF2B5EF4-FFF2-40B4-BE49-F238E27FC236}">
                <a16:creationId xmlns:a16="http://schemas.microsoft.com/office/drawing/2014/main" id="{E721C9E6-23B6-406E-A4D3-7C063997A75D}"/>
              </a:ext>
            </a:extLst>
          </p:cNvPr>
          <p:cNvSpPr>
            <a:spLocks xmlns:a="http://schemas.openxmlformats.org/drawingml/2006/main" noGrp="1"/>
          </p:cNvSpPr>
          <p:nvPr/>
        </p:nvSpPr>
        <p:spPr>
          <a:xfrm xmlns:a="http://schemas.openxmlformats.org/drawingml/2006/main">
            <a:off x="923590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100" name="Editable chart path">
            <a:extLst xmlns:a="http://schemas.openxmlformats.org/drawingml/2006/main">
              <a:ext uri="{FF2B5EF4-FFF2-40B4-BE49-F238E27FC236}">
                <a16:creationId xmlns:a16="http://schemas.microsoft.com/office/drawing/2014/main" id="{7821EB38-B961-4ACF-95D9-B02EBEF2ED75}"/>
              </a:ext>
            </a:extLst>
          </p:cNvPr>
          <p:cNvSpPr>
            <a:spLocks xmlns:a="http://schemas.openxmlformats.org/drawingml/2006/main" noGrp="1"/>
          </p:cNvSpPr>
          <p:nvPr/>
        </p:nvSpPr>
        <p:spPr>
          <a:xfrm xmlns:a="http://schemas.openxmlformats.org/drawingml/2006/main">
            <a:off x="923590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01" name="Editable chart path">
            <a:extLst xmlns:a="http://schemas.openxmlformats.org/drawingml/2006/main">
              <a:ext uri="{FF2B5EF4-FFF2-40B4-BE49-F238E27FC236}">
                <a16:creationId xmlns:a16="http://schemas.microsoft.com/office/drawing/2014/main" id="{2799E81C-CA59-4DCA-A58E-36ED9E5E8C3B}"/>
              </a:ext>
            </a:extLst>
          </p:cNvPr>
          <p:cNvSpPr>
            <a:spLocks xmlns:a="http://schemas.openxmlformats.org/drawingml/2006/main" noGrp="1"/>
          </p:cNvSpPr>
          <p:nvPr/>
        </p:nvSpPr>
        <p:spPr>
          <a:xfrm xmlns:a="http://schemas.openxmlformats.org/drawingml/2006/main">
            <a:off x="923590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02" name="Editable chart path">
            <a:extLst xmlns:a="http://schemas.openxmlformats.org/drawingml/2006/main">
              <a:ext uri="{FF2B5EF4-FFF2-40B4-BE49-F238E27FC236}">
                <a16:creationId xmlns:a16="http://schemas.microsoft.com/office/drawing/2014/main" id="{5A7A4A60-DBA7-403F-B3C6-BFA378BCDF37}"/>
              </a:ext>
            </a:extLst>
          </p:cNvPr>
          <p:cNvSpPr>
            <a:spLocks xmlns:a="http://schemas.openxmlformats.org/drawingml/2006/main" noGrp="1"/>
          </p:cNvSpPr>
          <p:nvPr/>
        </p:nvSpPr>
        <p:spPr>
          <a:xfrm xmlns:a="http://schemas.openxmlformats.org/drawingml/2006/main">
            <a:off x="923590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03" name="Editable chart path">
            <a:extLst xmlns:a="http://schemas.openxmlformats.org/drawingml/2006/main">
              <a:ext uri="{FF2B5EF4-FFF2-40B4-BE49-F238E27FC236}">
                <a16:creationId xmlns:a16="http://schemas.microsoft.com/office/drawing/2014/main" id="{DF404188-F651-4C60-8921-BA7CB876FB51}"/>
              </a:ext>
            </a:extLst>
          </p:cNvPr>
          <p:cNvSpPr>
            <a:spLocks xmlns:a="http://schemas.openxmlformats.org/drawingml/2006/main" noGrp="1"/>
          </p:cNvSpPr>
          <p:nvPr/>
        </p:nvSpPr>
        <p:spPr>
          <a:xfrm xmlns:a="http://schemas.openxmlformats.org/drawingml/2006/main">
            <a:off x="923590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04" name="Editable chart path">
            <a:extLst xmlns:a="http://schemas.openxmlformats.org/drawingml/2006/main">
              <a:ext uri="{FF2B5EF4-FFF2-40B4-BE49-F238E27FC236}">
                <a16:creationId xmlns:a16="http://schemas.microsoft.com/office/drawing/2014/main" id="{53D5D73A-3DE5-4B0D-8577-FDBEB7A1B71F}"/>
              </a:ext>
            </a:extLst>
          </p:cNvPr>
          <p:cNvSpPr>
            <a:spLocks xmlns:a="http://schemas.openxmlformats.org/drawingml/2006/main" noGrp="1"/>
          </p:cNvSpPr>
          <p:nvPr/>
        </p:nvSpPr>
        <p:spPr>
          <a:xfrm xmlns:a="http://schemas.openxmlformats.org/drawingml/2006/main">
            <a:off x="923590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05" name="Editable chart path">
            <a:extLst xmlns:a="http://schemas.openxmlformats.org/drawingml/2006/main">
              <a:ext uri="{FF2B5EF4-FFF2-40B4-BE49-F238E27FC236}">
                <a16:creationId xmlns:a16="http://schemas.microsoft.com/office/drawing/2014/main" id="{B76C50A0-C619-4F7B-A007-2B5D33F4D26D}"/>
              </a:ext>
            </a:extLst>
          </p:cNvPr>
          <p:cNvSpPr>
            <a:spLocks xmlns:a="http://schemas.openxmlformats.org/drawingml/2006/main" noGrp="1"/>
          </p:cNvSpPr>
          <p:nvPr/>
        </p:nvSpPr>
        <p:spPr>
          <a:xfrm xmlns:a="http://schemas.openxmlformats.org/drawingml/2006/main">
            <a:off x="923590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06" name="Editable chart path">
            <a:extLst xmlns:a="http://schemas.openxmlformats.org/drawingml/2006/main">
              <a:ext uri="{FF2B5EF4-FFF2-40B4-BE49-F238E27FC236}">
                <a16:creationId xmlns:a16="http://schemas.microsoft.com/office/drawing/2014/main" id="{C048CD97-674E-4E29-9B13-EA6D6F93A9D9}"/>
              </a:ext>
            </a:extLst>
          </p:cNvPr>
          <p:cNvSpPr>
            <a:spLocks xmlns:a="http://schemas.openxmlformats.org/drawingml/2006/main" noGrp="1"/>
          </p:cNvSpPr>
          <p:nvPr/>
        </p:nvSpPr>
        <p:spPr>
          <a:xfrm xmlns:a="http://schemas.openxmlformats.org/drawingml/2006/main">
            <a:off x="929679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07" name="Editable chart path">
            <a:extLst xmlns:a="http://schemas.openxmlformats.org/drawingml/2006/main">
              <a:ext uri="{FF2B5EF4-FFF2-40B4-BE49-F238E27FC236}">
                <a16:creationId xmlns:a16="http://schemas.microsoft.com/office/drawing/2014/main" id="{E00DF401-3EF2-4502-BC44-67FDC9A54CA5}"/>
              </a:ext>
            </a:extLst>
          </p:cNvPr>
          <p:cNvSpPr>
            <a:spLocks xmlns:a="http://schemas.openxmlformats.org/drawingml/2006/main" noGrp="1"/>
          </p:cNvSpPr>
          <p:nvPr/>
        </p:nvSpPr>
        <p:spPr>
          <a:xfrm xmlns:a="http://schemas.openxmlformats.org/drawingml/2006/main">
            <a:off x="929679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08" name="Editable chart path">
            <a:extLst xmlns:a="http://schemas.openxmlformats.org/drawingml/2006/main">
              <a:ext uri="{FF2B5EF4-FFF2-40B4-BE49-F238E27FC236}">
                <a16:creationId xmlns:a16="http://schemas.microsoft.com/office/drawing/2014/main" id="{560B721B-C0E9-4913-B738-273872E9EF6F}"/>
              </a:ext>
            </a:extLst>
          </p:cNvPr>
          <p:cNvSpPr>
            <a:spLocks xmlns:a="http://schemas.openxmlformats.org/drawingml/2006/main" noGrp="1"/>
          </p:cNvSpPr>
          <p:nvPr/>
        </p:nvSpPr>
        <p:spPr>
          <a:xfrm xmlns:a="http://schemas.openxmlformats.org/drawingml/2006/main">
            <a:off x="929679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109" name="Editable chart path">
            <a:extLst xmlns:a="http://schemas.openxmlformats.org/drawingml/2006/main">
              <a:ext uri="{FF2B5EF4-FFF2-40B4-BE49-F238E27FC236}">
                <a16:creationId xmlns:a16="http://schemas.microsoft.com/office/drawing/2014/main" id="{FAB518F1-195E-46D8-9FF0-55E0C103BF4C}"/>
              </a:ext>
            </a:extLst>
          </p:cNvPr>
          <p:cNvSpPr>
            <a:spLocks xmlns:a="http://schemas.openxmlformats.org/drawingml/2006/main" noGrp="1"/>
          </p:cNvSpPr>
          <p:nvPr/>
        </p:nvSpPr>
        <p:spPr>
          <a:xfrm xmlns:a="http://schemas.openxmlformats.org/drawingml/2006/main">
            <a:off x="929679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10" name="Editable chart path">
            <a:extLst xmlns:a="http://schemas.openxmlformats.org/drawingml/2006/main">
              <a:ext uri="{FF2B5EF4-FFF2-40B4-BE49-F238E27FC236}">
                <a16:creationId xmlns:a16="http://schemas.microsoft.com/office/drawing/2014/main" id="{CE6621BD-C730-49A5-9966-9404727CA825}"/>
              </a:ext>
            </a:extLst>
          </p:cNvPr>
          <p:cNvSpPr>
            <a:spLocks xmlns:a="http://schemas.openxmlformats.org/drawingml/2006/main" noGrp="1"/>
          </p:cNvSpPr>
          <p:nvPr/>
        </p:nvSpPr>
        <p:spPr>
          <a:xfrm xmlns:a="http://schemas.openxmlformats.org/drawingml/2006/main">
            <a:off x="929679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11" name="Editable chart path">
            <a:extLst xmlns:a="http://schemas.openxmlformats.org/drawingml/2006/main">
              <a:ext uri="{FF2B5EF4-FFF2-40B4-BE49-F238E27FC236}">
                <a16:creationId xmlns:a16="http://schemas.microsoft.com/office/drawing/2014/main" id="{46EB012F-8DA1-4753-AB4C-A26A35F849E8}"/>
              </a:ext>
            </a:extLst>
          </p:cNvPr>
          <p:cNvSpPr>
            <a:spLocks xmlns:a="http://schemas.openxmlformats.org/drawingml/2006/main" noGrp="1"/>
          </p:cNvSpPr>
          <p:nvPr/>
        </p:nvSpPr>
        <p:spPr>
          <a:xfrm xmlns:a="http://schemas.openxmlformats.org/drawingml/2006/main">
            <a:off x="929679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12" name="Editable chart path">
            <a:extLst xmlns:a="http://schemas.openxmlformats.org/drawingml/2006/main">
              <a:ext uri="{FF2B5EF4-FFF2-40B4-BE49-F238E27FC236}">
                <a16:creationId xmlns:a16="http://schemas.microsoft.com/office/drawing/2014/main" id="{52D99477-9360-4ACE-A7CE-25937ED6279C}"/>
              </a:ext>
            </a:extLst>
          </p:cNvPr>
          <p:cNvSpPr>
            <a:spLocks xmlns:a="http://schemas.openxmlformats.org/drawingml/2006/main" noGrp="1"/>
          </p:cNvSpPr>
          <p:nvPr/>
        </p:nvSpPr>
        <p:spPr>
          <a:xfrm xmlns:a="http://schemas.openxmlformats.org/drawingml/2006/main">
            <a:off x="929679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13" name="Editable chart path">
            <a:extLst xmlns:a="http://schemas.openxmlformats.org/drawingml/2006/main">
              <a:ext uri="{FF2B5EF4-FFF2-40B4-BE49-F238E27FC236}">
                <a16:creationId xmlns:a16="http://schemas.microsoft.com/office/drawing/2014/main" id="{EFFBBE1B-30E5-4200-A637-6C576D881011}"/>
              </a:ext>
            </a:extLst>
          </p:cNvPr>
          <p:cNvSpPr>
            <a:spLocks xmlns:a="http://schemas.openxmlformats.org/drawingml/2006/main" noGrp="1"/>
          </p:cNvSpPr>
          <p:nvPr/>
        </p:nvSpPr>
        <p:spPr>
          <a:xfrm xmlns:a="http://schemas.openxmlformats.org/drawingml/2006/main">
            <a:off x="929679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14" name="Editable chart path">
            <a:extLst xmlns:a="http://schemas.openxmlformats.org/drawingml/2006/main">
              <a:ext uri="{FF2B5EF4-FFF2-40B4-BE49-F238E27FC236}">
                <a16:creationId xmlns:a16="http://schemas.microsoft.com/office/drawing/2014/main" id="{4A1DB29A-AA98-4F28-AFFD-1E78354AF96F}"/>
              </a:ext>
            </a:extLst>
          </p:cNvPr>
          <p:cNvSpPr>
            <a:spLocks xmlns:a="http://schemas.openxmlformats.org/drawingml/2006/main" noGrp="1"/>
          </p:cNvSpPr>
          <p:nvPr/>
        </p:nvSpPr>
        <p:spPr>
          <a:xfrm xmlns:a="http://schemas.openxmlformats.org/drawingml/2006/main">
            <a:off x="929679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15" name="Editable chart path">
            <a:extLst xmlns:a="http://schemas.openxmlformats.org/drawingml/2006/main">
              <a:ext uri="{FF2B5EF4-FFF2-40B4-BE49-F238E27FC236}">
                <a16:creationId xmlns:a16="http://schemas.microsoft.com/office/drawing/2014/main" id="{B53B6CFD-9E49-419B-A25B-0A03BF0FED9D}"/>
              </a:ext>
            </a:extLst>
          </p:cNvPr>
          <p:cNvSpPr>
            <a:spLocks xmlns:a="http://schemas.openxmlformats.org/drawingml/2006/main" noGrp="1"/>
          </p:cNvSpPr>
          <p:nvPr/>
        </p:nvSpPr>
        <p:spPr>
          <a:xfrm xmlns:a="http://schemas.openxmlformats.org/drawingml/2006/main">
            <a:off x="9357688"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16" name="Editable chart path">
            <a:extLst xmlns:a="http://schemas.openxmlformats.org/drawingml/2006/main">
              <a:ext uri="{FF2B5EF4-FFF2-40B4-BE49-F238E27FC236}">
                <a16:creationId xmlns:a16="http://schemas.microsoft.com/office/drawing/2014/main" id="{1F951D47-D851-4EA3-BDF5-80D62C78361A}"/>
              </a:ext>
            </a:extLst>
          </p:cNvPr>
          <p:cNvSpPr>
            <a:spLocks xmlns:a="http://schemas.openxmlformats.org/drawingml/2006/main" noGrp="1"/>
          </p:cNvSpPr>
          <p:nvPr/>
        </p:nvSpPr>
        <p:spPr>
          <a:xfrm xmlns:a="http://schemas.openxmlformats.org/drawingml/2006/main">
            <a:off x="9357688"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17" name="Editable chart path">
            <a:extLst xmlns:a="http://schemas.openxmlformats.org/drawingml/2006/main">
              <a:ext uri="{FF2B5EF4-FFF2-40B4-BE49-F238E27FC236}">
                <a16:creationId xmlns:a16="http://schemas.microsoft.com/office/drawing/2014/main" id="{4B77F9AB-B529-468A-85C7-1F1729C56DB5}"/>
              </a:ext>
            </a:extLst>
          </p:cNvPr>
          <p:cNvSpPr>
            <a:spLocks xmlns:a="http://schemas.openxmlformats.org/drawingml/2006/main" noGrp="1"/>
          </p:cNvSpPr>
          <p:nvPr/>
        </p:nvSpPr>
        <p:spPr>
          <a:xfrm xmlns:a="http://schemas.openxmlformats.org/drawingml/2006/main">
            <a:off x="9357688"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18" name="Editable chart path">
            <a:extLst xmlns:a="http://schemas.openxmlformats.org/drawingml/2006/main">
              <a:ext uri="{FF2B5EF4-FFF2-40B4-BE49-F238E27FC236}">
                <a16:creationId xmlns:a16="http://schemas.microsoft.com/office/drawing/2014/main" id="{49D980FB-06AC-411F-8773-01F1638FBFE1}"/>
              </a:ext>
            </a:extLst>
          </p:cNvPr>
          <p:cNvSpPr>
            <a:spLocks xmlns:a="http://schemas.openxmlformats.org/drawingml/2006/main" noGrp="1"/>
          </p:cNvSpPr>
          <p:nvPr/>
        </p:nvSpPr>
        <p:spPr>
          <a:xfrm xmlns:a="http://schemas.openxmlformats.org/drawingml/2006/main">
            <a:off x="9357688"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19" name="Editable chart path">
            <a:extLst xmlns:a="http://schemas.openxmlformats.org/drawingml/2006/main">
              <a:ext uri="{FF2B5EF4-FFF2-40B4-BE49-F238E27FC236}">
                <a16:creationId xmlns:a16="http://schemas.microsoft.com/office/drawing/2014/main" id="{BE649CBF-700F-4D63-AC74-958934A6B477}"/>
              </a:ext>
            </a:extLst>
          </p:cNvPr>
          <p:cNvSpPr>
            <a:spLocks xmlns:a="http://schemas.openxmlformats.org/drawingml/2006/main" noGrp="1"/>
          </p:cNvSpPr>
          <p:nvPr/>
        </p:nvSpPr>
        <p:spPr>
          <a:xfrm xmlns:a="http://schemas.openxmlformats.org/drawingml/2006/main">
            <a:off x="9357688"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20" name="Editable chart path">
            <a:extLst xmlns:a="http://schemas.openxmlformats.org/drawingml/2006/main">
              <a:ext uri="{FF2B5EF4-FFF2-40B4-BE49-F238E27FC236}">
                <a16:creationId xmlns:a16="http://schemas.microsoft.com/office/drawing/2014/main" id="{33079663-EF48-4BE2-BDD7-E6CC9483DE39}"/>
              </a:ext>
            </a:extLst>
          </p:cNvPr>
          <p:cNvSpPr>
            <a:spLocks xmlns:a="http://schemas.openxmlformats.org/drawingml/2006/main" noGrp="1"/>
          </p:cNvSpPr>
          <p:nvPr/>
        </p:nvSpPr>
        <p:spPr>
          <a:xfrm xmlns:a="http://schemas.openxmlformats.org/drawingml/2006/main">
            <a:off x="9357688"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121" name="Editable chart path">
            <a:extLst xmlns:a="http://schemas.openxmlformats.org/drawingml/2006/main">
              <a:ext uri="{FF2B5EF4-FFF2-40B4-BE49-F238E27FC236}">
                <a16:creationId xmlns:a16="http://schemas.microsoft.com/office/drawing/2014/main" id="{914D479F-EEB5-4B7C-9605-F5B62D661121}"/>
              </a:ext>
            </a:extLst>
          </p:cNvPr>
          <p:cNvSpPr>
            <a:spLocks xmlns:a="http://schemas.openxmlformats.org/drawingml/2006/main" noGrp="1"/>
          </p:cNvSpPr>
          <p:nvPr/>
        </p:nvSpPr>
        <p:spPr>
          <a:xfrm xmlns:a="http://schemas.openxmlformats.org/drawingml/2006/main">
            <a:off x="9357688"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22" name="Editable chart path">
            <a:extLst xmlns:a="http://schemas.openxmlformats.org/drawingml/2006/main">
              <a:ext uri="{FF2B5EF4-FFF2-40B4-BE49-F238E27FC236}">
                <a16:creationId xmlns:a16="http://schemas.microsoft.com/office/drawing/2014/main" id="{2197C3B5-FA0B-4525-8C88-6C4DDCCC2908}"/>
              </a:ext>
            </a:extLst>
          </p:cNvPr>
          <p:cNvSpPr>
            <a:spLocks xmlns:a="http://schemas.openxmlformats.org/drawingml/2006/main" noGrp="1"/>
          </p:cNvSpPr>
          <p:nvPr/>
        </p:nvSpPr>
        <p:spPr>
          <a:xfrm xmlns:a="http://schemas.openxmlformats.org/drawingml/2006/main">
            <a:off x="9357688"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23" name="Editable chart path">
            <a:extLst xmlns:a="http://schemas.openxmlformats.org/drawingml/2006/main">
              <a:ext uri="{FF2B5EF4-FFF2-40B4-BE49-F238E27FC236}">
                <a16:creationId xmlns:a16="http://schemas.microsoft.com/office/drawing/2014/main" id="{A3BF6721-442D-4815-8454-E79FF4F16478}"/>
              </a:ext>
            </a:extLst>
          </p:cNvPr>
          <p:cNvSpPr>
            <a:spLocks xmlns:a="http://schemas.openxmlformats.org/drawingml/2006/main" noGrp="1"/>
          </p:cNvSpPr>
          <p:nvPr/>
        </p:nvSpPr>
        <p:spPr>
          <a:xfrm xmlns:a="http://schemas.openxmlformats.org/drawingml/2006/main">
            <a:off x="9418580"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24" name="Editable chart path">
            <a:extLst xmlns:a="http://schemas.openxmlformats.org/drawingml/2006/main">
              <a:ext uri="{FF2B5EF4-FFF2-40B4-BE49-F238E27FC236}">
                <a16:creationId xmlns:a16="http://schemas.microsoft.com/office/drawing/2014/main" id="{4E50E9F9-C5B2-4E92-B9CC-89CEC07838BA}"/>
              </a:ext>
            </a:extLst>
          </p:cNvPr>
          <p:cNvSpPr>
            <a:spLocks xmlns:a="http://schemas.openxmlformats.org/drawingml/2006/main" noGrp="1"/>
          </p:cNvSpPr>
          <p:nvPr/>
        </p:nvSpPr>
        <p:spPr>
          <a:xfrm xmlns:a="http://schemas.openxmlformats.org/drawingml/2006/main">
            <a:off x="9418580"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25" name="Editable chart path">
            <a:extLst xmlns:a="http://schemas.openxmlformats.org/drawingml/2006/main">
              <a:ext uri="{FF2B5EF4-FFF2-40B4-BE49-F238E27FC236}">
                <a16:creationId xmlns:a16="http://schemas.microsoft.com/office/drawing/2014/main" id="{0EAA46E6-F1BF-4FF7-AD22-1A22B66AEC7D}"/>
              </a:ext>
            </a:extLst>
          </p:cNvPr>
          <p:cNvSpPr>
            <a:spLocks xmlns:a="http://schemas.openxmlformats.org/drawingml/2006/main" noGrp="1"/>
          </p:cNvSpPr>
          <p:nvPr/>
        </p:nvSpPr>
        <p:spPr>
          <a:xfrm xmlns:a="http://schemas.openxmlformats.org/drawingml/2006/main">
            <a:off x="9418580"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26" name="Editable chart path">
            <a:extLst xmlns:a="http://schemas.openxmlformats.org/drawingml/2006/main">
              <a:ext uri="{FF2B5EF4-FFF2-40B4-BE49-F238E27FC236}">
                <a16:creationId xmlns:a16="http://schemas.microsoft.com/office/drawing/2014/main" id="{2D8DF897-FE15-424A-82A8-BA40119DD821}"/>
              </a:ext>
            </a:extLst>
          </p:cNvPr>
          <p:cNvSpPr>
            <a:spLocks xmlns:a="http://schemas.openxmlformats.org/drawingml/2006/main" noGrp="1"/>
          </p:cNvSpPr>
          <p:nvPr/>
        </p:nvSpPr>
        <p:spPr>
          <a:xfrm xmlns:a="http://schemas.openxmlformats.org/drawingml/2006/main">
            <a:off x="9418580"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27" name="Editable chart path">
            <a:extLst xmlns:a="http://schemas.openxmlformats.org/drawingml/2006/main">
              <a:ext uri="{FF2B5EF4-FFF2-40B4-BE49-F238E27FC236}">
                <a16:creationId xmlns:a16="http://schemas.microsoft.com/office/drawing/2014/main" id="{5D8FAD00-F12D-4C06-9215-0E9666C46356}"/>
              </a:ext>
            </a:extLst>
          </p:cNvPr>
          <p:cNvSpPr>
            <a:spLocks xmlns:a="http://schemas.openxmlformats.org/drawingml/2006/main" noGrp="1"/>
          </p:cNvSpPr>
          <p:nvPr/>
        </p:nvSpPr>
        <p:spPr>
          <a:xfrm xmlns:a="http://schemas.openxmlformats.org/drawingml/2006/main">
            <a:off x="9418580"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28" name="Editable chart path">
            <a:extLst xmlns:a="http://schemas.openxmlformats.org/drawingml/2006/main">
              <a:ext uri="{FF2B5EF4-FFF2-40B4-BE49-F238E27FC236}">
                <a16:creationId xmlns:a16="http://schemas.microsoft.com/office/drawing/2014/main" id="{5A49306D-AFF4-41B4-A8B4-BA34878AD5DB}"/>
              </a:ext>
            </a:extLst>
          </p:cNvPr>
          <p:cNvSpPr>
            <a:spLocks xmlns:a="http://schemas.openxmlformats.org/drawingml/2006/main" noGrp="1"/>
          </p:cNvSpPr>
          <p:nvPr/>
        </p:nvSpPr>
        <p:spPr>
          <a:xfrm xmlns:a="http://schemas.openxmlformats.org/drawingml/2006/main">
            <a:off x="9418580"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129" name="Editable chart path">
            <a:extLst xmlns:a="http://schemas.openxmlformats.org/drawingml/2006/main">
              <a:ext uri="{FF2B5EF4-FFF2-40B4-BE49-F238E27FC236}">
                <a16:creationId xmlns:a16="http://schemas.microsoft.com/office/drawing/2014/main" id="{9C3E9C2A-EC23-431D-B7F8-B0509C5A9B60}"/>
              </a:ext>
            </a:extLst>
          </p:cNvPr>
          <p:cNvSpPr>
            <a:spLocks xmlns:a="http://schemas.openxmlformats.org/drawingml/2006/main" noGrp="1"/>
          </p:cNvSpPr>
          <p:nvPr/>
        </p:nvSpPr>
        <p:spPr>
          <a:xfrm xmlns:a="http://schemas.openxmlformats.org/drawingml/2006/main">
            <a:off x="947947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30" name="Editable chart path">
            <a:extLst xmlns:a="http://schemas.openxmlformats.org/drawingml/2006/main">
              <a:ext uri="{FF2B5EF4-FFF2-40B4-BE49-F238E27FC236}">
                <a16:creationId xmlns:a16="http://schemas.microsoft.com/office/drawing/2014/main" id="{A98C14A8-661A-46F7-865C-84A0D94B6764}"/>
              </a:ext>
            </a:extLst>
          </p:cNvPr>
          <p:cNvSpPr>
            <a:spLocks xmlns:a="http://schemas.openxmlformats.org/drawingml/2006/main" noGrp="1"/>
          </p:cNvSpPr>
          <p:nvPr/>
        </p:nvSpPr>
        <p:spPr>
          <a:xfrm xmlns:a="http://schemas.openxmlformats.org/drawingml/2006/main">
            <a:off x="947947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31" name="Editable chart path">
            <a:extLst xmlns:a="http://schemas.openxmlformats.org/drawingml/2006/main">
              <a:ext uri="{FF2B5EF4-FFF2-40B4-BE49-F238E27FC236}">
                <a16:creationId xmlns:a16="http://schemas.microsoft.com/office/drawing/2014/main" id="{89EBD087-B909-4089-8968-D01641D62CA9}"/>
              </a:ext>
            </a:extLst>
          </p:cNvPr>
          <p:cNvSpPr>
            <a:spLocks xmlns:a="http://schemas.openxmlformats.org/drawingml/2006/main" noGrp="1"/>
          </p:cNvSpPr>
          <p:nvPr/>
        </p:nvSpPr>
        <p:spPr>
          <a:xfrm xmlns:a="http://schemas.openxmlformats.org/drawingml/2006/main">
            <a:off x="947947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32" name="Editable chart path">
            <a:extLst xmlns:a="http://schemas.openxmlformats.org/drawingml/2006/main">
              <a:ext uri="{FF2B5EF4-FFF2-40B4-BE49-F238E27FC236}">
                <a16:creationId xmlns:a16="http://schemas.microsoft.com/office/drawing/2014/main" id="{32004424-24B3-4465-849B-FA11D3B7975C}"/>
              </a:ext>
            </a:extLst>
          </p:cNvPr>
          <p:cNvSpPr>
            <a:spLocks xmlns:a="http://schemas.openxmlformats.org/drawingml/2006/main" noGrp="1"/>
          </p:cNvSpPr>
          <p:nvPr/>
        </p:nvSpPr>
        <p:spPr>
          <a:xfrm xmlns:a="http://schemas.openxmlformats.org/drawingml/2006/main">
            <a:off x="947947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33" name="Editable chart path">
            <a:extLst xmlns:a="http://schemas.openxmlformats.org/drawingml/2006/main">
              <a:ext uri="{FF2B5EF4-FFF2-40B4-BE49-F238E27FC236}">
                <a16:creationId xmlns:a16="http://schemas.microsoft.com/office/drawing/2014/main" id="{A70BF4C8-C647-49B4-A26A-BFC05AA9AD9E}"/>
              </a:ext>
            </a:extLst>
          </p:cNvPr>
          <p:cNvSpPr>
            <a:spLocks xmlns:a="http://schemas.openxmlformats.org/drawingml/2006/main" noGrp="1"/>
          </p:cNvSpPr>
          <p:nvPr/>
        </p:nvSpPr>
        <p:spPr>
          <a:xfrm xmlns:a="http://schemas.openxmlformats.org/drawingml/2006/main">
            <a:off x="947947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34" name="Editable chart path">
            <a:extLst xmlns:a="http://schemas.openxmlformats.org/drawingml/2006/main">
              <a:ext uri="{FF2B5EF4-FFF2-40B4-BE49-F238E27FC236}">
                <a16:creationId xmlns:a16="http://schemas.microsoft.com/office/drawing/2014/main" id="{898AAA53-7A66-43D5-95FF-61E2F55151BF}"/>
              </a:ext>
            </a:extLst>
          </p:cNvPr>
          <p:cNvSpPr>
            <a:spLocks xmlns:a="http://schemas.openxmlformats.org/drawingml/2006/main" noGrp="1"/>
          </p:cNvSpPr>
          <p:nvPr/>
        </p:nvSpPr>
        <p:spPr>
          <a:xfrm xmlns:a="http://schemas.openxmlformats.org/drawingml/2006/main">
            <a:off x="947947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35" name="Editable chart path">
            <a:extLst xmlns:a="http://schemas.openxmlformats.org/drawingml/2006/main">
              <a:ext uri="{FF2B5EF4-FFF2-40B4-BE49-F238E27FC236}">
                <a16:creationId xmlns:a16="http://schemas.microsoft.com/office/drawing/2014/main" id="{A1A4D49D-B694-4745-8835-701BAB8B882D}"/>
              </a:ext>
            </a:extLst>
          </p:cNvPr>
          <p:cNvSpPr>
            <a:spLocks xmlns:a="http://schemas.openxmlformats.org/drawingml/2006/main" noGrp="1"/>
          </p:cNvSpPr>
          <p:nvPr/>
        </p:nvSpPr>
        <p:spPr>
          <a:xfrm xmlns:a="http://schemas.openxmlformats.org/drawingml/2006/main">
            <a:off x="947947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7F3"/>
          </a:solidFill>
          <a:ln xmlns:a="http://schemas.openxmlformats.org/drawingml/2006/main" w="2684">
            <a:solidFill>
              <a:srgbClr val="FBFCFE"/>
            </a:solidFill>
            <a:prstDash val="solid"/>
          </a:ln>
        </p:spPr>
      </p:sp>
      <p:sp>
        <p:nvSpPr>
          <p:cNvPr id="1136" name="Editable chart path">
            <a:extLst xmlns:a="http://schemas.openxmlformats.org/drawingml/2006/main">
              <a:ext uri="{FF2B5EF4-FFF2-40B4-BE49-F238E27FC236}">
                <a16:creationId xmlns:a16="http://schemas.microsoft.com/office/drawing/2014/main" id="{C90FAB12-0CC3-45FC-9852-130F222DAF32}"/>
              </a:ext>
            </a:extLst>
          </p:cNvPr>
          <p:cNvSpPr>
            <a:spLocks xmlns:a="http://schemas.openxmlformats.org/drawingml/2006/main" noGrp="1"/>
          </p:cNvSpPr>
          <p:nvPr/>
        </p:nvSpPr>
        <p:spPr>
          <a:xfrm xmlns:a="http://schemas.openxmlformats.org/drawingml/2006/main">
            <a:off x="954036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37" name="Editable chart path">
            <a:extLst xmlns:a="http://schemas.openxmlformats.org/drawingml/2006/main">
              <a:ext uri="{FF2B5EF4-FFF2-40B4-BE49-F238E27FC236}">
                <a16:creationId xmlns:a16="http://schemas.microsoft.com/office/drawing/2014/main" id="{58A26536-C12A-4948-8F16-2356A9C88CBB}"/>
              </a:ext>
            </a:extLst>
          </p:cNvPr>
          <p:cNvSpPr>
            <a:spLocks xmlns:a="http://schemas.openxmlformats.org/drawingml/2006/main" noGrp="1"/>
          </p:cNvSpPr>
          <p:nvPr/>
        </p:nvSpPr>
        <p:spPr>
          <a:xfrm xmlns:a="http://schemas.openxmlformats.org/drawingml/2006/main">
            <a:off x="954036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9FC2F2"/>
          </a:solidFill>
          <a:ln xmlns:a="http://schemas.openxmlformats.org/drawingml/2006/main" w="2684">
            <a:solidFill>
              <a:srgbClr val="FBFCFE"/>
            </a:solidFill>
            <a:prstDash val="solid"/>
          </a:ln>
        </p:spPr>
      </p:sp>
      <p:sp>
        <p:nvSpPr>
          <p:cNvPr id="1138" name="Editable chart path">
            <a:extLst xmlns:a="http://schemas.openxmlformats.org/drawingml/2006/main">
              <a:ext uri="{FF2B5EF4-FFF2-40B4-BE49-F238E27FC236}">
                <a16:creationId xmlns:a16="http://schemas.microsoft.com/office/drawing/2014/main" id="{E11370EA-7478-4584-83EF-BAECFCF8AFAC}"/>
              </a:ext>
            </a:extLst>
          </p:cNvPr>
          <p:cNvSpPr>
            <a:spLocks xmlns:a="http://schemas.openxmlformats.org/drawingml/2006/main" noGrp="1"/>
          </p:cNvSpPr>
          <p:nvPr/>
        </p:nvSpPr>
        <p:spPr>
          <a:xfrm xmlns:a="http://schemas.openxmlformats.org/drawingml/2006/main">
            <a:off x="954036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39" name="Editable chart path">
            <a:extLst xmlns:a="http://schemas.openxmlformats.org/drawingml/2006/main">
              <a:ext uri="{FF2B5EF4-FFF2-40B4-BE49-F238E27FC236}">
                <a16:creationId xmlns:a16="http://schemas.microsoft.com/office/drawing/2014/main" id="{64ACF774-62DA-4BFB-AF2E-30DA6375204F}"/>
              </a:ext>
            </a:extLst>
          </p:cNvPr>
          <p:cNvSpPr>
            <a:spLocks xmlns:a="http://schemas.openxmlformats.org/drawingml/2006/main" noGrp="1"/>
          </p:cNvSpPr>
          <p:nvPr/>
        </p:nvSpPr>
        <p:spPr>
          <a:xfrm xmlns:a="http://schemas.openxmlformats.org/drawingml/2006/main">
            <a:off x="954036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40" name="Editable chart path">
            <a:extLst xmlns:a="http://schemas.openxmlformats.org/drawingml/2006/main">
              <a:ext uri="{FF2B5EF4-FFF2-40B4-BE49-F238E27FC236}">
                <a16:creationId xmlns:a16="http://schemas.microsoft.com/office/drawing/2014/main" id="{927C848A-4E1B-4B05-89BC-C73DC769DF97}"/>
              </a:ext>
            </a:extLst>
          </p:cNvPr>
          <p:cNvSpPr>
            <a:spLocks xmlns:a="http://schemas.openxmlformats.org/drawingml/2006/main" noGrp="1"/>
          </p:cNvSpPr>
          <p:nvPr/>
        </p:nvSpPr>
        <p:spPr>
          <a:xfrm xmlns:a="http://schemas.openxmlformats.org/drawingml/2006/main">
            <a:off x="954036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41" name="Editable chart path">
            <a:extLst xmlns:a="http://schemas.openxmlformats.org/drawingml/2006/main">
              <a:ext uri="{FF2B5EF4-FFF2-40B4-BE49-F238E27FC236}">
                <a16:creationId xmlns:a16="http://schemas.microsoft.com/office/drawing/2014/main" id="{6E598135-ED7F-4DE6-96E3-207192F3AC3E}"/>
              </a:ext>
            </a:extLst>
          </p:cNvPr>
          <p:cNvSpPr>
            <a:spLocks xmlns:a="http://schemas.openxmlformats.org/drawingml/2006/main" noGrp="1"/>
          </p:cNvSpPr>
          <p:nvPr/>
        </p:nvSpPr>
        <p:spPr>
          <a:xfrm xmlns:a="http://schemas.openxmlformats.org/drawingml/2006/main">
            <a:off x="960125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42" name="Editable chart path">
            <a:extLst xmlns:a="http://schemas.openxmlformats.org/drawingml/2006/main">
              <a:ext uri="{FF2B5EF4-FFF2-40B4-BE49-F238E27FC236}">
                <a16:creationId xmlns:a16="http://schemas.microsoft.com/office/drawing/2014/main" id="{09D1FF0A-BCDC-4538-908D-E4F773833316}"/>
              </a:ext>
            </a:extLst>
          </p:cNvPr>
          <p:cNvSpPr>
            <a:spLocks xmlns:a="http://schemas.openxmlformats.org/drawingml/2006/main" noGrp="1"/>
          </p:cNvSpPr>
          <p:nvPr/>
        </p:nvSpPr>
        <p:spPr>
          <a:xfrm xmlns:a="http://schemas.openxmlformats.org/drawingml/2006/main">
            <a:off x="960125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6E9ADA"/>
          </a:solidFill>
          <a:ln xmlns:a="http://schemas.openxmlformats.org/drawingml/2006/main" w="2684">
            <a:solidFill>
              <a:srgbClr val="FBFCFE"/>
            </a:solidFill>
            <a:prstDash val="solid"/>
          </a:ln>
        </p:spPr>
      </p:sp>
      <p:sp>
        <p:nvSpPr>
          <p:cNvPr id="1143" name="Editable chart path">
            <a:extLst xmlns:a="http://schemas.openxmlformats.org/drawingml/2006/main">
              <a:ext uri="{FF2B5EF4-FFF2-40B4-BE49-F238E27FC236}">
                <a16:creationId xmlns:a16="http://schemas.microsoft.com/office/drawing/2014/main" id="{BCF87A69-01D1-45B8-BD74-4FC356C50768}"/>
              </a:ext>
            </a:extLst>
          </p:cNvPr>
          <p:cNvSpPr>
            <a:spLocks xmlns:a="http://schemas.openxmlformats.org/drawingml/2006/main" noGrp="1"/>
          </p:cNvSpPr>
          <p:nvPr/>
        </p:nvSpPr>
        <p:spPr>
          <a:xfrm xmlns:a="http://schemas.openxmlformats.org/drawingml/2006/main">
            <a:off x="960125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3869B2"/>
          </a:solidFill>
          <a:ln xmlns:a="http://schemas.openxmlformats.org/drawingml/2006/main" w="2684">
            <a:solidFill>
              <a:srgbClr val="FBFCFE"/>
            </a:solidFill>
            <a:prstDash val="solid"/>
          </a:ln>
        </p:spPr>
      </p:sp>
      <p:sp>
        <p:nvSpPr>
          <p:cNvPr id="1144" name="Editable chart path">
            <a:extLst xmlns:a="http://schemas.openxmlformats.org/drawingml/2006/main">
              <a:ext uri="{FF2B5EF4-FFF2-40B4-BE49-F238E27FC236}">
                <a16:creationId xmlns:a16="http://schemas.microsoft.com/office/drawing/2014/main" id="{70B75F8A-24F5-4AA9-815E-395566842408}"/>
              </a:ext>
            </a:extLst>
          </p:cNvPr>
          <p:cNvSpPr>
            <a:spLocks xmlns:a="http://schemas.openxmlformats.org/drawingml/2006/main" noGrp="1"/>
          </p:cNvSpPr>
          <p:nvPr/>
        </p:nvSpPr>
        <p:spPr>
          <a:xfrm xmlns:a="http://schemas.openxmlformats.org/drawingml/2006/main">
            <a:off x="960125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14295B"/>
          </a:solidFill>
          <a:ln xmlns:a="http://schemas.openxmlformats.org/drawingml/2006/main" w="2684">
            <a:solidFill>
              <a:srgbClr val="FBFCFE"/>
            </a:solidFill>
            <a:prstDash val="solid"/>
          </a:ln>
        </p:spPr>
      </p:sp>
      <p:sp>
        <p:nvSpPr>
          <p:cNvPr id="1145" name="Editable chart path">
            <a:extLst xmlns:a="http://schemas.openxmlformats.org/drawingml/2006/main">
              <a:ext uri="{FF2B5EF4-FFF2-40B4-BE49-F238E27FC236}">
                <a16:creationId xmlns:a16="http://schemas.microsoft.com/office/drawing/2014/main" id="{E82B4446-F061-424C-8E9F-BF345DCC1C95}"/>
              </a:ext>
            </a:extLst>
          </p:cNvPr>
          <p:cNvSpPr>
            <a:spLocks xmlns:a="http://schemas.openxmlformats.org/drawingml/2006/main" noGrp="1"/>
          </p:cNvSpPr>
          <p:nvPr/>
        </p:nvSpPr>
        <p:spPr>
          <a:xfrm xmlns:a="http://schemas.openxmlformats.org/drawingml/2006/main">
            <a:off x="960125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224889"/>
          </a:solidFill>
          <a:ln xmlns:a="http://schemas.openxmlformats.org/drawingml/2006/main" w="2684">
            <a:solidFill>
              <a:srgbClr val="FBFCFE"/>
            </a:solidFill>
            <a:prstDash val="solid"/>
          </a:ln>
        </p:spPr>
      </p:sp>
      <p:sp>
        <p:nvSpPr>
          <p:cNvPr id="1146" name="Editable chart path">
            <a:extLst xmlns:a="http://schemas.openxmlformats.org/drawingml/2006/main">
              <a:ext uri="{FF2B5EF4-FFF2-40B4-BE49-F238E27FC236}">
                <a16:creationId xmlns:a16="http://schemas.microsoft.com/office/drawing/2014/main" id="{F566CF24-1B27-490B-93DC-BF59B51F5C99}"/>
              </a:ext>
            </a:extLst>
          </p:cNvPr>
          <p:cNvSpPr>
            <a:spLocks xmlns:a="http://schemas.openxmlformats.org/drawingml/2006/main" noGrp="1"/>
          </p:cNvSpPr>
          <p:nvPr/>
        </p:nvSpPr>
        <p:spPr>
          <a:xfrm xmlns:a="http://schemas.openxmlformats.org/drawingml/2006/main">
            <a:off x="960125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47" name="Editable chart path">
            <a:extLst xmlns:a="http://schemas.openxmlformats.org/drawingml/2006/main">
              <a:ext uri="{FF2B5EF4-FFF2-40B4-BE49-F238E27FC236}">
                <a16:creationId xmlns:a16="http://schemas.microsoft.com/office/drawing/2014/main" id="{37B1E063-B357-44A0-99C0-AE5464146043}"/>
              </a:ext>
            </a:extLst>
          </p:cNvPr>
          <p:cNvSpPr>
            <a:spLocks xmlns:a="http://schemas.openxmlformats.org/drawingml/2006/main" noGrp="1"/>
          </p:cNvSpPr>
          <p:nvPr/>
        </p:nvSpPr>
        <p:spPr>
          <a:xfrm xmlns:a="http://schemas.openxmlformats.org/drawingml/2006/main">
            <a:off x="966214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48" name="Editable chart path">
            <a:extLst xmlns:a="http://schemas.openxmlformats.org/drawingml/2006/main">
              <a:ext uri="{FF2B5EF4-FFF2-40B4-BE49-F238E27FC236}">
                <a16:creationId xmlns:a16="http://schemas.microsoft.com/office/drawing/2014/main" id="{2F315040-71B1-4968-AD8D-649DC4DBF1A3}"/>
              </a:ext>
            </a:extLst>
          </p:cNvPr>
          <p:cNvSpPr>
            <a:spLocks xmlns:a="http://schemas.openxmlformats.org/drawingml/2006/main" noGrp="1"/>
          </p:cNvSpPr>
          <p:nvPr/>
        </p:nvSpPr>
        <p:spPr>
          <a:xfrm xmlns:a="http://schemas.openxmlformats.org/drawingml/2006/main">
            <a:off x="966214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5E2F4"/>
          </a:solidFill>
          <a:ln xmlns:a="http://schemas.openxmlformats.org/drawingml/2006/main" w="2684">
            <a:solidFill>
              <a:srgbClr val="FBFCFE"/>
            </a:solidFill>
            <a:prstDash val="solid"/>
          </a:ln>
        </p:spPr>
      </p:sp>
      <p:sp>
        <p:nvSpPr>
          <p:cNvPr id="1149" name="Editable chart path">
            <a:extLst xmlns:a="http://schemas.openxmlformats.org/drawingml/2006/main">
              <a:ext uri="{FF2B5EF4-FFF2-40B4-BE49-F238E27FC236}">
                <a16:creationId xmlns:a16="http://schemas.microsoft.com/office/drawing/2014/main" id="{F1A4CCA2-0793-4FEC-84E7-1E85CFC8FC12}"/>
              </a:ext>
            </a:extLst>
          </p:cNvPr>
          <p:cNvSpPr>
            <a:spLocks xmlns:a="http://schemas.openxmlformats.org/drawingml/2006/main" noGrp="1"/>
          </p:cNvSpPr>
          <p:nvPr/>
        </p:nvSpPr>
        <p:spPr>
          <a:xfrm xmlns:a="http://schemas.openxmlformats.org/drawingml/2006/main">
            <a:off x="972303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E6F4"/>
          </a:solidFill>
          <a:ln xmlns:a="http://schemas.openxmlformats.org/drawingml/2006/main" w="2684">
            <a:solidFill>
              <a:srgbClr val="FBFCFE"/>
            </a:solidFill>
            <a:prstDash val="solid"/>
          </a:ln>
        </p:spPr>
      </p:sp>
      <p:sp>
        <p:nvSpPr>
          <p:cNvPr id="1150" name="Editable chart path">
            <a:extLst xmlns:a="http://schemas.openxmlformats.org/drawingml/2006/main">
              <a:ext uri="{FF2B5EF4-FFF2-40B4-BE49-F238E27FC236}">
                <a16:creationId xmlns:a16="http://schemas.microsoft.com/office/drawing/2014/main" id="{F8A731F2-1B7F-49CE-A8F6-44CB23FD4351}"/>
              </a:ext>
            </a:extLst>
          </p:cNvPr>
          <p:cNvSpPr>
            <a:spLocks xmlns:a="http://schemas.openxmlformats.org/drawingml/2006/main" noGrp="1"/>
          </p:cNvSpPr>
          <p:nvPr/>
        </p:nvSpPr>
        <p:spPr>
          <a:xfrm xmlns:a="http://schemas.openxmlformats.org/drawingml/2006/main">
            <a:off x="7104689"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51" name="Editable chart path">
            <a:extLst xmlns:a="http://schemas.openxmlformats.org/drawingml/2006/main">
              <a:ext uri="{FF2B5EF4-FFF2-40B4-BE49-F238E27FC236}">
                <a16:creationId xmlns:a16="http://schemas.microsoft.com/office/drawing/2014/main" id="{3408F73C-725B-4EC6-A004-BA42ED01FA6E}"/>
              </a:ext>
            </a:extLst>
          </p:cNvPr>
          <p:cNvSpPr>
            <a:spLocks xmlns:a="http://schemas.openxmlformats.org/drawingml/2006/main" noGrp="1"/>
          </p:cNvSpPr>
          <p:nvPr/>
        </p:nvSpPr>
        <p:spPr>
          <a:xfrm xmlns:a="http://schemas.openxmlformats.org/drawingml/2006/main">
            <a:off x="7104689"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52" name="Editable chart path">
            <a:extLst xmlns:a="http://schemas.openxmlformats.org/drawingml/2006/main">
              <a:ext uri="{FF2B5EF4-FFF2-40B4-BE49-F238E27FC236}">
                <a16:creationId xmlns:a16="http://schemas.microsoft.com/office/drawing/2014/main" id="{2229C4DE-160D-4B25-A06B-19FDBC7C2F9C}"/>
              </a:ext>
            </a:extLst>
          </p:cNvPr>
          <p:cNvSpPr>
            <a:spLocks xmlns:a="http://schemas.openxmlformats.org/drawingml/2006/main" noGrp="1"/>
          </p:cNvSpPr>
          <p:nvPr/>
        </p:nvSpPr>
        <p:spPr>
          <a:xfrm xmlns:a="http://schemas.openxmlformats.org/drawingml/2006/main">
            <a:off x="7104689"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53" name="Editable chart path">
            <a:extLst xmlns:a="http://schemas.openxmlformats.org/drawingml/2006/main">
              <a:ext uri="{FF2B5EF4-FFF2-40B4-BE49-F238E27FC236}">
                <a16:creationId xmlns:a16="http://schemas.microsoft.com/office/drawing/2014/main" id="{B550F9FC-F266-4CA8-9A11-3EE7F192F45C}"/>
              </a:ext>
            </a:extLst>
          </p:cNvPr>
          <p:cNvSpPr>
            <a:spLocks xmlns:a="http://schemas.openxmlformats.org/drawingml/2006/main" noGrp="1"/>
          </p:cNvSpPr>
          <p:nvPr/>
        </p:nvSpPr>
        <p:spPr>
          <a:xfrm xmlns:a="http://schemas.openxmlformats.org/drawingml/2006/main">
            <a:off x="710468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54" name="Editable chart path">
            <a:extLst xmlns:a="http://schemas.openxmlformats.org/drawingml/2006/main">
              <a:ext uri="{FF2B5EF4-FFF2-40B4-BE49-F238E27FC236}">
                <a16:creationId xmlns:a16="http://schemas.microsoft.com/office/drawing/2014/main" id="{A19C84E7-3EB5-4607-BA42-183231288ABA}"/>
              </a:ext>
            </a:extLst>
          </p:cNvPr>
          <p:cNvSpPr>
            <a:spLocks xmlns:a="http://schemas.openxmlformats.org/drawingml/2006/main" noGrp="1"/>
          </p:cNvSpPr>
          <p:nvPr/>
        </p:nvSpPr>
        <p:spPr>
          <a:xfrm xmlns:a="http://schemas.openxmlformats.org/drawingml/2006/main">
            <a:off x="7104689"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55" name="Editable chart path">
            <a:extLst xmlns:a="http://schemas.openxmlformats.org/drawingml/2006/main">
              <a:ext uri="{FF2B5EF4-FFF2-40B4-BE49-F238E27FC236}">
                <a16:creationId xmlns:a16="http://schemas.microsoft.com/office/drawing/2014/main" id="{909E27BF-0947-4B5B-9AC2-27E2B9018F47}"/>
              </a:ext>
            </a:extLst>
          </p:cNvPr>
          <p:cNvSpPr>
            <a:spLocks xmlns:a="http://schemas.openxmlformats.org/drawingml/2006/main" noGrp="1"/>
          </p:cNvSpPr>
          <p:nvPr/>
        </p:nvSpPr>
        <p:spPr>
          <a:xfrm xmlns:a="http://schemas.openxmlformats.org/drawingml/2006/main">
            <a:off x="710468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56" name="Editable chart path">
            <a:extLst xmlns:a="http://schemas.openxmlformats.org/drawingml/2006/main">
              <a:ext uri="{FF2B5EF4-FFF2-40B4-BE49-F238E27FC236}">
                <a16:creationId xmlns:a16="http://schemas.microsoft.com/office/drawing/2014/main" id="{E22F1CA9-ADB7-4C39-9704-EBD7AFB1BA93}"/>
              </a:ext>
            </a:extLst>
          </p:cNvPr>
          <p:cNvSpPr>
            <a:spLocks xmlns:a="http://schemas.openxmlformats.org/drawingml/2006/main" noGrp="1"/>
          </p:cNvSpPr>
          <p:nvPr/>
        </p:nvSpPr>
        <p:spPr>
          <a:xfrm xmlns:a="http://schemas.openxmlformats.org/drawingml/2006/main">
            <a:off x="710468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57" name="Editable chart path">
            <a:extLst xmlns:a="http://schemas.openxmlformats.org/drawingml/2006/main">
              <a:ext uri="{FF2B5EF4-FFF2-40B4-BE49-F238E27FC236}">
                <a16:creationId xmlns:a16="http://schemas.microsoft.com/office/drawing/2014/main" id="{0A7862CF-6D8F-407B-AB84-BE74E7AF7C06}"/>
              </a:ext>
            </a:extLst>
          </p:cNvPr>
          <p:cNvSpPr>
            <a:spLocks xmlns:a="http://schemas.openxmlformats.org/drawingml/2006/main" noGrp="1"/>
          </p:cNvSpPr>
          <p:nvPr/>
        </p:nvSpPr>
        <p:spPr>
          <a:xfrm xmlns:a="http://schemas.openxmlformats.org/drawingml/2006/main">
            <a:off x="7165581"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58" name="Editable chart path">
            <a:extLst xmlns:a="http://schemas.openxmlformats.org/drawingml/2006/main">
              <a:ext uri="{FF2B5EF4-FFF2-40B4-BE49-F238E27FC236}">
                <a16:creationId xmlns:a16="http://schemas.microsoft.com/office/drawing/2014/main" id="{DAAF640F-123D-49E7-BD5D-73A7E8751EC7}"/>
              </a:ext>
            </a:extLst>
          </p:cNvPr>
          <p:cNvSpPr>
            <a:spLocks xmlns:a="http://schemas.openxmlformats.org/drawingml/2006/main" noGrp="1"/>
          </p:cNvSpPr>
          <p:nvPr/>
        </p:nvSpPr>
        <p:spPr>
          <a:xfrm xmlns:a="http://schemas.openxmlformats.org/drawingml/2006/main">
            <a:off x="7165581"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59" name="Editable chart path">
            <a:extLst xmlns:a="http://schemas.openxmlformats.org/drawingml/2006/main">
              <a:ext uri="{FF2B5EF4-FFF2-40B4-BE49-F238E27FC236}">
                <a16:creationId xmlns:a16="http://schemas.microsoft.com/office/drawing/2014/main" id="{D27F6C4E-06D7-46A6-8167-9A98FD7D7927}"/>
              </a:ext>
            </a:extLst>
          </p:cNvPr>
          <p:cNvSpPr>
            <a:spLocks xmlns:a="http://schemas.openxmlformats.org/drawingml/2006/main" noGrp="1"/>
          </p:cNvSpPr>
          <p:nvPr/>
        </p:nvSpPr>
        <p:spPr>
          <a:xfrm xmlns:a="http://schemas.openxmlformats.org/drawingml/2006/main">
            <a:off x="7165581"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0" name="Editable chart path">
            <a:extLst xmlns:a="http://schemas.openxmlformats.org/drawingml/2006/main">
              <a:ext uri="{FF2B5EF4-FFF2-40B4-BE49-F238E27FC236}">
                <a16:creationId xmlns:a16="http://schemas.microsoft.com/office/drawing/2014/main" id="{088314E3-4238-477D-85E6-652E706A91F2}"/>
              </a:ext>
            </a:extLst>
          </p:cNvPr>
          <p:cNvSpPr>
            <a:spLocks xmlns:a="http://schemas.openxmlformats.org/drawingml/2006/main" noGrp="1"/>
          </p:cNvSpPr>
          <p:nvPr/>
        </p:nvSpPr>
        <p:spPr>
          <a:xfrm xmlns:a="http://schemas.openxmlformats.org/drawingml/2006/main">
            <a:off x="7165581"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1" name="Editable chart path">
            <a:extLst xmlns:a="http://schemas.openxmlformats.org/drawingml/2006/main">
              <a:ext uri="{FF2B5EF4-FFF2-40B4-BE49-F238E27FC236}">
                <a16:creationId xmlns:a16="http://schemas.microsoft.com/office/drawing/2014/main" id="{736E7480-BD69-498B-8D0B-11E4C1363F59}"/>
              </a:ext>
            </a:extLst>
          </p:cNvPr>
          <p:cNvSpPr>
            <a:spLocks xmlns:a="http://schemas.openxmlformats.org/drawingml/2006/main" noGrp="1"/>
          </p:cNvSpPr>
          <p:nvPr/>
        </p:nvSpPr>
        <p:spPr>
          <a:xfrm xmlns:a="http://schemas.openxmlformats.org/drawingml/2006/main">
            <a:off x="716558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2" name="Editable chart path">
            <a:extLst xmlns:a="http://schemas.openxmlformats.org/drawingml/2006/main">
              <a:ext uri="{FF2B5EF4-FFF2-40B4-BE49-F238E27FC236}">
                <a16:creationId xmlns:a16="http://schemas.microsoft.com/office/drawing/2014/main" id="{CF6A7D7F-A914-46E7-AAF4-C7C983CF6679}"/>
              </a:ext>
            </a:extLst>
          </p:cNvPr>
          <p:cNvSpPr>
            <a:spLocks xmlns:a="http://schemas.openxmlformats.org/drawingml/2006/main" noGrp="1"/>
          </p:cNvSpPr>
          <p:nvPr/>
        </p:nvSpPr>
        <p:spPr>
          <a:xfrm xmlns:a="http://schemas.openxmlformats.org/drawingml/2006/main">
            <a:off x="716558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3" name="Editable chart path">
            <a:extLst xmlns:a="http://schemas.openxmlformats.org/drawingml/2006/main">
              <a:ext uri="{FF2B5EF4-FFF2-40B4-BE49-F238E27FC236}">
                <a16:creationId xmlns:a16="http://schemas.microsoft.com/office/drawing/2014/main" id="{49A4B397-8821-4AFA-B2A3-EF30103D6968}"/>
              </a:ext>
            </a:extLst>
          </p:cNvPr>
          <p:cNvSpPr>
            <a:spLocks xmlns:a="http://schemas.openxmlformats.org/drawingml/2006/main" noGrp="1"/>
          </p:cNvSpPr>
          <p:nvPr/>
        </p:nvSpPr>
        <p:spPr>
          <a:xfrm xmlns:a="http://schemas.openxmlformats.org/drawingml/2006/main">
            <a:off x="716558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4" name="Editable chart path">
            <a:extLst xmlns:a="http://schemas.openxmlformats.org/drawingml/2006/main">
              <a:ext uri="{FF2B5EF4-FFF2-40B4-BE49-F238E27FC236}">
                <a16:creationId xmlns:a16="http://schemas.microsoft.com/office/drawing/2014/main" id="{63911582-398A-478D-B8C4-BCACDACFBDCF}"/>
              </a:ext>
            </a:extLst>
          </p:cNvPr>
          <p:cNvSpPr>
            <a:spLocks xmlns:a="http://schemas.openxmlformats.org/drawingml/2006/main" noGrp="1"/>
          </p:cNvSpPr>
          <p:nvPr/>
        </p:nvSpPr>
        <p:spPr>
          <a:xfrm xmlns:a="http://schemas.openxmlformats.org/drawingml/2006/main">
            <a:off x="7226472"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5" name="Editable chart path">
            <a:extLst xmlns:a="http://schemas.openxmlformats.org/drawingml/2006/main">
              <a:ext uri="{FF2B5EF4-FFF2-40B4-BE49-F238E27FC236}">
                <a16:creationId xmlns:a16="http://schemas.microsoft.com/office/drawing/2014/main" id="{117B26FB-3720-4D19-8EAD-A05B480584EA}"/>
              </a:ext>
            </a:extLst>
          </p:cNvPr>
          <p:cNvSpPr>
            <a:spLocks xmlns:a="http://schemas.openxmlformats.org/drawingml/2006/main" noGrp="1"/>
          </p:cNvSpPr>
          <p:nvPr/>
        </p:nvSpPr>
        <p:spPr>
          <a:xfrm xmlns:a="http://schemas.openxmlformats.org/drawingml/2006/main">
            <a:off x="7226472"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6" name="Editable chart path">
            <a:extLst xmlns:a="http://schemas.openxmlformats.org/drawingml/2006/main">
              <a:ext uri="{FF2B5EF4-FFF2-40B4-BE49-F238E27FC236}">
                <a16:creationId xmlns:a16="http://schemas.microsoft.com/office/drawing/2014/main" id="{DB0B8ECD-4137-4109-86A7-26592085E406}"/>
              </a:ext>
            </a:extLst>
          </p:cNvPr>
          <p:cNvSpPr>
            <a:spLocks xmlns:a="http://schemas.openxmlformats.org/drawingml/2006/main" noGrp="1"/>
          </p:cNvSpPr>
          <p:nvPr/>
        </p:nvSpPr>
        <p:spPr>
          <a:xfrm xmlns:a="http://schemas.openxmlformats.org/drawingml/2006/main">
            <a:off x="7226472"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7" name="Editable chart path">
            <a:extLst xmlns:a="http://schemas.openxmlformats.org/drawingml/2006/main">
              <a:ext uri="{FF2B5EF4-FFF2-40B4-BE49-F238E27FC236}">
                <a16:creationId xmlns:a16="http://schemas.microsoft.com/office/drawing/2014/main" id="{5BA88CF6-4ACF-415B-BD41-A364C6A2C9B5}"/>
              </a:ext>
            </a:extLst>
          </p:cNvPr>
          <p:cNvSpPr>
            <a:spLocks xmlns:a="http://schemas.openxmlformats.org/drawingml/2006/main" noGrp="1"/>
          </p:cNvSpPr>
          <p:nvPr/>
        </p:nvSpPr>
        <p:spPr>
          <a:xfrm xmlns:a="http://schemas.openxmlformats.org/drawingml/2006/main">
            <a:off x="722647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8" name="Editable chart path">
            <a:extLst xmlns:a="http://schemas.openxmlformats.org/drawingml/2006/main">
              <a:ext uri="{FF2B5EF4-FFF2-40B4-BE49-F238E27FC236}">
                <a16:creationId xmlns:a16="http://schemas.microsoft.com/office/drawing/2014/main" id="{97EB6D5E-85F9-49A1-B644-9B8718ACC646}"/>
              </a:ext>
            </a:extLst>
          </p:cNvPr>
          <p:cNvSpPr>
            <a:spLocks xmlns:a="http://schemas.openxmlformats.org/drawingml/2006/main" noGrp="1"/>
          </p:cNvSpPr>
          <p:nvPr/>
        </p:nvSpPr>
        <p:spPr>
          <a:xfrm xmlns:a="http://schemas.openxmlformats.org/drawingml/2006/main">
            <a:off x="722647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69" name="Editable chart path">
            <a:extLst xmlns:a="http://schemas.openxmlformats.org/drawingml/2006/main">
              <a:ext uri="{FF2B5EF4-FFF2-40B4-BE49-F238E27FC236}">
                <a16:creationId xmlns:a16="http://schemas.microsoft.com/office/drawing/2014/main" id="{596D5A09-400F-4D93-8070-0E6167F9EFED}"/>
              </a:ext>
            </a:extLst>
          </p:cNvPr>
          <p:cNvSpPr>
            <a:spLocks xmlns:a="http://schemas.openxmlformats.org/drawingml/2006/main" noGrp="1"/>
          </p:cNvSpPr>
          <p:nvPr/>
        </p:nvSpPr>
        <p:spPr>
          <a:xfrm xmlns:a="http://schemas.openxmlformats.org/drawingml/2006/main">
            <a:off x="722647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0" name="Editable chart path">
            <a:extLst xmlns:a="http://schemas.openxmlformats.org/drawingml/2006/main">
              <a:ext uri="{FF2B5EF4-FFF2-40B4-BE49-F238E27FC236}">
                <a16:creationId xmlns:a16="http://schemas.microsoft.com/office/drawing/2014/main" id="{438388BB-096D-40EC-A8CF-6D907C298FE7}"/>
              </a:ext>
            </a:extLst>
          </p:cNvPr>
          <p:cNvSpPr>
            <a:spLocks xmlns:a="http://schemas.openxmlformats.org/drawingml/2006/main" noGrp="1"/>
          </p:cNvSpPr>
          <p:nvPr/>
        </p:nvSpPr>
        <p:spPr>
          <a:xfrm xmlns:a="http://schemas.openxmlformats.org/drawingml/2006/main">
            <a:off x="722647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1" name="Editable chart path">
            <a:extLst xmlns:a="http://schemas.openxmlformats.org/drawingml/2006/main">
              <a:ext uri="{FF2B5EF4-FFF2-40B4-BE49-F238E27FC236}">
                <a16:creationId xmlns:a16="http://schemas.microsoft.com/office/drawing/2014/main" id="{07B19420-E668-428D-BBED-9D317D9C9099}"/>
              </a:ext>
            </a:extLst>
          </p:cNvPr>
          <p:cNvSpPr>
            <a:spLocks xmlns:a="http://schemas.openxmlformats.org/drawingml/2006/main" noGrp="1"/>
          </p:cNvSpPr>
          <p:nvPr/>
        </p:nvSpPr>
        <p:spPr>
          <a:xfrm xmlns:a="http://schemas.openxmlformats.org/drawingml/2006/main">
            <a:off x="722647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2" name="Editable chart path">
            <a:extLst xmlns:a="http://schemas.openxmlformats.org/drawingml/2006/main">
              <a:ext uri="{FF2B5EF4-FFF2-40B4-BE49-F238E27FC236}">
                <a16:creationId xmlns:a16="http://schemas.microsoft.com/office/drawing/2014/main" id="{1319C00A-2D8A-4896-9737-A07581E92C8E}"/>
              </a:ext>
            </a:extLst>
          </p:cNvPr>
          <p:cNvSpPr>
            <a:spLocks xmlns:a="http://schemas.openxmlformats.org/drawingml/2006/main" noGrp="1"/>
          </p:cNvSpPr>
          <p:nvPr/>
        </p:nvSpPr>
        <p:spPr>
          <a:xfrm xmlns:a="http://schemas.openxmlformats.org/drawingml/2006/main">
            <a:off x="722647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3" name="Editable chart path">
            <a:extLst xmlns:a="http://schemas.openxmlformats.org/drawingml/2006/main">
              <a:ext uri="{FF2B5EF4-FFF2-40B4-BE49-F238E27FC236}">
                <a16:creationId xmlns:a16="http://schemas.microsoft.com/office/drawing/2014/main" id="{3416C63A-91D6-43E2-A801-3A018056CE01}"/>
              </a:ext>
            </a:extLst>
          </p:cNvPr>
          <p:cNvSpPr>
            <a:spLocks xmlns:a="http://schemas.openxmlformats.org/drawingml/2006/main" noGrp="1"/>
          </p:cNvSpPr>
          <p:nvPr/>
        </p:nvSpPr>
        <p:spPr>
          <a:xfrm xmlns:a="http://schemas.openxmlformats.org/drawingml/2006/main">
            <a:off x="7287364"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4" name="Editable chart path">
            <a:extLst xmlns:a="http://schemas.openxmlformats.org/drawingml/2006/main">
              <a:ext uri="{FF2B5EF4-FFF2-40B4-BE49-F238E27FC236}">
                <a16:creationId xmlns:a16="http://schemas.microsoft.com/office/drawing/2014/main" id="{97B3CC17-98FB-441D-A72F-2549B4A7341D}"/>
              </a:ext>
            </a:extLst>
          </p:cNvPr>
          <p:cNvSpPr>
            <a:spLocks xmlns:a="http://schemas.openxmlformats.org/drawingml/2006/main" noGrp="1"/>
          </p:cNvSpPr>
          <p:nvPr/>
        </p:nvSpPr>
        <p:spPr>
          <a:xfrm xmlns:a="http://schemas.openxmlformats.org/drawingml/2006/main">
            <a:off x="728736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5" name="Editable chart path">
            <a:extLst xmlns:a="http://schemas.openxmlformats.org/drawingml/2006/main">
              <a:ext uri="{FF2B5EF4-FFF2-40B4-BE49-F238E27FC236}">
                <a16:creationId xmlns:a16="http://schemas.microsoft.com/office/drawing/2014/main" id="{6BE0A699-F2E5-49D8-9CE8-DE7CD9960599}"/>
              </a:ext>
            </a:extLst>
          </p:cNvPr>
          <p:cNvSpPr>
            <a:spLocks xmlns:a="http://schemas.openxmlformats.org/drawingml/2006/main" noGrp="1"/>
          </p:cNvSpPr>
          <p:nvPr/>
        </p:nvSpPr>
        <p:spPr>
          <a:xfrm xmlns:a="http://schemas.openxmlformats.org/drawingml/2006/main">
            <a:off x="728736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6" name="Editable chart path">
            <a:extLst xmlns:a="http://schemas.openxmlformats.org/drawingml/2006/main">
              <a:ext uri="{FF2B5EF4-FFF2-40B4-BE49-F238E27FC236}">
                <a16:creationId xmlns:a16="http://schemas.microsoft.com/office/drawing/2014/main" id="{78847C08-0206-4D9D-996D-BD8F51495102}"/>
              </a:ext>
            </a:extLst>
          </p:cNvPr>
          <p:cNvSpPr>
            <a:spLocks xmlns:a="http://schemas.openxmlformats.org/drawingml/2006/main" noGrp="1"/>
          </p:cNvSpPr>
          <p:nvPr/>
        </p:nvSpPr>
        <p:spPr>
          <a:xfrm xmlns:a="http://schemas.openxmlformats.org/drawingml/2006/main">
            <a:off x="728736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7" name="Editable chart path">
            <a:extLst xmlns:a="http://schemas.openxmlformats.org/drawingml/2006/main">
              <a:ext uri="{FF2B5EF4-FFF2-40B4-BE49-F238E27FC236}">
                <a16:creationId xmlns:a16="http://schemas.microsoft.com/office/drawing/2014/main" id="{D9730947-55DF-4DD9-B399-24E99C0D81D4}"/>
              </a:ext>
            </a:extLst>
          </p:cNvPr>
          <p:cNvSpPr>
            <a:spLocks xmlns:a="http://schemas.openxmlformats.org/drawingml/2006/main" noGrp="1"/>
          </p:cNvSpPr>
          <p:nvPr/>
        </p:nvSpPr>
        <p:spPr>
          <a:xfrm xmlns:a="http://schemas.openxmlformats.org/drawingml/2006/main">
            <a:off x="728736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8" name="Editable chart path">
            <a:extLst xmlns:a="http://schemas.openxmlformats.org/drawingml/2006/main">
              <a:ext uri="{FF2B5EF4-FFF2-40B4-BE49-F238E27FC236}">
                <a16:creationId xmlns:a16="http://schemas.microsoft.com/office/drawing/2014/main" id="{AEE121C1-FC1E-44DD-A319-26330688FFEC}"/>
              </a:ext>
            </a:extLst>
          </p:cNvPr>
          <p:cNvSpPr>
            <a:spLocks xmlns:a="http://schemas.openxmlformats.org/drawingml/2006/main" noGrp="1"/>
          </p:cNvSpPr>
          <p:nvPr/>
        </p:nvSpPr>
        <p:spPr>
          <a:xfrm xmlns:a="http://schemas.openxmlformats.org/drawingml/2006/main">
            <a:off x="728736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79" name="Editable chart path">
            <a:extLst xmlns:a="http://schemas.openxmlformats.org/drawingml/2006/main">
              <a:ext uri="{FF2B5EF4-FFF2-40B4-BE49-F238E27FC236}">
                <a16:creationId xmlns:a16="http://schemas.microsoft.com/office/drawing/2014/main" id="{A2B4A0FC-5CA2-432F-AB77-1651C23A5B94}"/>
              </a:ext>
            </a:extLst>
          </p:cNvPr>
          <p:cNvSpPr>
            <a:spLocks xmlns:a="http://schemas.openxmlformats.org/drawingml/2006/main" noGrp="1"/>
          </p:cNvSpPr>
          <p:nvPr/>
        </p:nvSpPr>
        <p:spPr>
          <a:xfrm xmlns:a="http://schemas.openxmlformats.org/drawingml/2006/main">
            <a:off x="734825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0" name="Editable chart path">
            <a:extLst xmlns:a="http://schemas.openxmlformats.org/drawingml/2006/main">
              <a:ext uri="{FF2B5EF4-FFF2-40B4-BE49-F238E27FC236}">
                <a16:creationId xmlns:a16="http://schemas.microsoft.com/office/drawing/2014/main" id="{9E692193-9008-4656-999F-502616A0A5BD}"/>
              </a:ext>
            </a:extLst>
          </p:cNvPr>
          <p:cNvSpPr>
            <a:spLocks xmlns:a="http://schemas.openxmlformats.org/drawingml/2006/main" noGrp="1"/>
          </p:cNvSpPr>
          <p:nvPr/>
        </p:nvSpPr>
        <p:spPr>
          <a:xfrm xmlns:a="http://schemas.openxmlformats.org/drawingml/2006/main">
            <a:off x="734825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1" name="Editable chart path">
            <a:extLst xmlns:a="http://schemas.openxmlformats.org/drawingml/2006/main">
              <a:ext uri="{FF2B5EF4-FFF2-40B4-BE49-F238E27FC236}">
                <a16:creationId xmlns:a16="http://schemas.microsoft.com/office/drawing/2014/main" id="{C84B4D27-98B4-4A03-9299-00E463FBA88C}"/>
              </a:ext>
            </a:extLst>
          </p:cNvPr>
          <p:cNvSpPr>
            <a:spLocks xmlns:a="http://schemas.openxmlformats.org/drawingml/2006/main" noGrp="1"/>
          </p:cNvSpPr>
          <p:nvPr/>
        </p:nvSpPr>
        <p:spPr>
          <a:xfrm xmlns:a="http://schemas.openxmlformats.org/drawingml/2006/main">
            <a:off x="734825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2" name="Editable chart path">
            <a:extLst xmlns:a="http://schemas.openxmlformats.org/drawingml/2006/main">
              <a:ext uri="{FF2B5EF4-FFF2-40B4-BE49-F238E27FC236}">
                <a16:creationId xmlns:a16="http://schemas.microsoft.com/office/drawing/2014/main" id="{AB867724-B088-44EC-A87F-690A6D01AB67}"/>
              </a:ext>
            </a:extLst>
          </p:cNvPr>
          <p:cNvSpPr>
            <a:spLocks xmlns:a="http://schemas.openxmlformats.org/drawingml/2006/main" noGrp="1"/>
          </p:cNvSpPr>
          <p:nvPr/>
        </p:nvSpPr>
        <p:spPr>
          <a:xfrm xmlns:a="http://schemas.openxmlformats.org/drawingml/2006/main">
            <a:off x="734825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3" name="Editable chart path">
            <a:extLst xmlns:a="http://schemas.openxmlformats.org/drawingml/2006/main">
              <a:ext uri="{FF2B5EF4-FFF2-40B4-BE49-F238E27FC236}">
                <a16:creationId xmlns:a16="http://schemas.microsoft.com/office/drawing/2014/main" id="{77CB266A-2D5A-45D5-9295-EDEE81F3AC8B}"/>
              </a:ext>
            </a:extLst>
          </p:cNvPr>
          <p:cNvSpPr>
            <a:spLocks xmlns:a="http://schemas.openxmlformats.org/drawingml/2006/main" noGrp="1"/>
          </p:cNvSpPr>
          <p:nvPr/>
        </p:nvSpPr>
        <p:spPr>
          <a:xfrm xmlns:a="http://schemas.openxmlformats.org/drawingml/2006/main">
            <a:off x="7409148"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4" name="Editable chart path">
            <a:extLst xmlns:a="http://schemas.openxmlformats.org/drawingml/2006/main">
              <a:ext uri="{FF2B5EF4-FFF2-40B4-BE49-F238E27FC236}">
                <a16:creationId xmlns:a16="http://schemas.microsoft.com/office/drawing/2014/main" id="{0411B85E-AFF6-436A-9E0F-7440D8871061}"/>
              </a:ext>
            </a:extLst>
          </p:cNvPr>
          <p:cNvSpPr>
            <a:spLocks xmlns:a="http://schemas.openxmlformats.org/drawingml/2006/main" noGrp="1"/>
          </p:cNvSpPr>
          <p:nvPr/>
        </p:nvSpPr>
        <p:spPr>
          <a:xfrm xmlns:a="http://schemas.openxmlformats.org/drawingml/2006/main">
            <a:off x="7409148"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5" name="Editable chart path">
            <a:extLst xmlns:a="http://schemas.openxmlformats.org/drawingml/2006/main">
              <a:ext uri="{FF2B5EF4-FFF2-40B4-BE49-F238E27FC236}">
                <a16:creationId xmlns:a16="http://schemas.microsoft.com/office/drawing/2014/main" id="{29D4D241-3300-415C-BDB6-68E01BE638D1}"/>
              </a:ext>
            </a:extLst>
          </p:cNvPr>
          <p:cNvSpPr>
            <a:spLocks xmlns:a="http://schemas.openxmlformats.org/drawingml/2006/main" noGrp="1"/>
          </p:cNvSpPr>
          <p:nvPr/>
        </p:nvSpPr>
        <p:spPr>
          <a:xfrm xmlns:a="http://schemas.openxmlformats.org/drawingml/2006/main">
            <a:off x="7409148"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6" name="Editable chart path">
            <a:extLst xmlns:a="http://schemas.openxmlformats.org/drawingml/2006/main">
              <a:ext uri="{FF2B5EF4-FFF2-40B4-BE49-F238E27FC236}">
                <a16:creationId xmlns:a16="http://schemas.microsoft.com/office/drawing/2014/main" id="{52A30C9C-7C28-48D8-9491-4C9A783AF791}"/>
              </a:ext>
            </a:extLst>
          </p:cNvPr>
          <p:cNvSpPr>
            <a:spLocks xmlns:a="http://schemas.openxmlformats.org/drawingml/2006/main" noGrp="1"/>
          </p:cNvSpPr>
          <p:nvPr/>
        </p:nvSpPr>
        <p:spPr>
          <a:xfrm xmlns:a="http://schemas.openxmlformats.org/drawingml/2006/main">
            <a:off x="7409148"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7" name="Editable chart path">
            <a:extLst xmlns:a="http://schemas.openxmlformats.org/drawingml/2006/main">
              <a:ext uri="{FF2B5EF4-FFF2-40B4-BE49-F238E27FC236}">
                <a16:creationId xmlns:a16="http://schemas.microsoft.com/office/drawing/2014/main" id="{8889FA71-755A-413D-BB14-BDF7810C33E9}"/>
              </a:ext>
            </a:extLst>
          </p:cNvPr>
          <p:cNvSpPr>
            <a:spLocks xmlns:a="http://schemas.openxmlformats.org/drawingml/2006/main" noGrp="1"/>
          </p:cNvSpPr>
          <p:nvPr/>
        </p:nvSpPr>
        <p:spPr>
          <a:xfrm xmlns:a="http://schemas.openxmlformats.org/drawingml/2006/main">
            <a:off x="7409148"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8" name="Editable chart path">
            <a:extLst xmlns:a="http://schemas.openxmlformats.org/drawingml/2006/main">
              <a:ext uri="{FF2B5EF4-FFF2-40B4-BE49-F238E27FC236}">
                <a16:creationId xmlns:a16="http://schemas.microsoft.com/office/drawing/2014/main" id="{BB32B9A2-ABA0-4EC9-ACFB-C2440722929E}"/>
              </a:ext>
            </a:extLst>
          </p:cNvPr>
          <p:cNvSpPr>
            <a:spLocks xmlns:a="http://schemas.openxmlformats.org/drawingml/2006/main" noGrp="1"/>
          </p:cNvSpPr>
          <p:nvPr/>
        </p:nvSpPr>
        <p:spPr>
          <a:xfrm xmlns:a="http://schemas.openxmlformats.org/drawingml/2006/main">
            <a:off x="7409148"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89" name="Editable chart path">
            <a:extLst xmlns:a="http://schemas.openxmlformats.org/drawingml/2006/main">
              <a:ext uri="{FF2B5EF4-FFF2-40B4-BE49-F238E27FC236}">
                <a16:creationId xmlns:a16="http://schemas.microsoft.com/office/drawing/2014/main" id="{BF4B708A-0A20-45B1-9947-B2DDBF8384F1}"/>
              </a:ext>
            </a:extLst>
          </p:cNvPr>
          <p:cNvSpPr>
            <a:spLocks xmlns:a="http://schemas.openxmlformats.org/drawingml/2006/main" noGrp="1"/>
          </p:cNvSpPr>
          <p:nvPr/>
        </p:nvSpPr>
        <p:spPr>
          <a:xfrm xmlns:a="http://schemas.openxmlformats.org/drawingml/2006/main">
            <a:off x="7470040"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0" name="Editable chart path">
            <a:extLst xmlns:a="http://schemas.openxmlformats.org/drawingml/2006/main">
              <a:ext uri="{FF2B5EF4-FFF2-40B4-BE49-F238E27FC236}">
                <a16:creationId xmlns:a16="http://schemas.microsoft.com/office/drawing/2014/main" id="{5C466D3F-2CCB-4C8F-A465-71F93B652BEE}"/>
              </a:ext>
            </a:extLst>
          </p:cNvPr>
          <p:cNvSpPr>
            <a:spLocks xmlns:a="http://schemas.openxmlformats.org/drawingml/2006/main" noGrp="1"/>
          </p:cNvSpPr>
          <p:nvPr/>
        </p:nvSpPr>
        <p:spPr>
          <a:xfrm xmlns:a="http://schemas.openxmlformats.org/drawingml/2006/main">
            <a:off x="7470040"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1" name="Editable chart path">
            <a:extLst xmlns:a="http://schemas.openxmlformats.org/drawingml/2006/main">
              <a:ext uri="{FF2B5EF4-FFF2-40B4-BE49-F238E27FC236}">
                <a16:creationId xmlns:a16="http://schemas.microsoft.com/office/drawing/2014/main" id="{6A2C2728-348F-48CD-8706-E1A7D65F521F}"/>
              </a:ext>
            </a:extLst>
          </p:cNvPr>
          <p:cNvSpPr>
            <a:spLocks xmlns:a="http://schemas.openxmlformats.org/drawingml/2006/main" noGrp="1"/>
          </p:cNvSpPr>
          <p:nvPr/>
        </p:nvSpPr>
        <p:spPr>
          <a:xfrm xmlns:a="http://schemas.openxmlformats.org/drawingml/2006/main">
            <a:off x="7470040"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2" name="Editable chart path">
            <a:extLst xmlns:a="http://schemas.openxmlformats.org/drawingml/2006/main">
              <a:ext uri="{FF2B5EF4-FFF2-40B4-BE49-F238E27FC236}">
                <a16:creationId xmlns:a16="http://schemas.microsoft.com/office/drawing/2014/main" id="{2D989B82-A918-4D67-A7BA-05A44FBF7F55}"/>
              </a:ext>
            </a:extLst>
          </p:cNvPr>
          <p:cNvSpPr>
            <a:spLocks xmlns:a="http://schemas.openxmlformats.org/drawingml/2006/main" noGrp="1"/>
          </p:cNvSpPr>
          <p:nvPr/>
        </p:nvSpPr>
        <p:spPr>
          <a:xfrm xmlns:a="http://schemas.openxmlformats.org/drawingml/2006/main">
            <a:off x="7470040"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3" name="Editable chart path">
            <a:extLst xmlns:a="http://schemas.openxmlformats.org/drawingml/2006/main">
              <a:ext uri="{FF2B5EF4-FFF2-40B4-BE49-F238E27FC236}">
                <a16:creationId xmlns:a16="http://schemas.microsoft.com/office/drawing/2014/main" id="{DFF188E3-9DAE-4504-AC94-65FB9749B28A}"/>
              </a:ext>
            </a:extLst>
          </p:cNvPr>
          <p:cNvSpPr>
            <a:spLocks xmlns:a="http://schemas.openxmlformats.org/drawingml/2006/main" noGrp="1"/>
          </p:cNvSpPr>
          <p:nvPr/>
        </p:nvSpPr>
        <p:spPr>
          <a:xfrm xmlns:a="http://schemas.openxmlformats.org/drawingml/2006/main">
            <a:off x="7470040"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4" name="Editable chart path">
            <a:extLst xmlns:a="http://schemas.openxmlformats.org/drawingml/2006/main">
              <a:ext uri="{FF2B5EF4-FFF2-40B4-BE49-F238E27FC236}">
                <a16:creationId xmlns:a16="http://schemas.microsoft.com/office/drawing/2014/main" id="{EE8CDC48-5EEB-4C19-A178-F18F3781D63E}"/>
              </a:ext>
            </a:extLst>
          </p:cNvPr>
          <p:cNvSpPr>
            <a:spLocks xmlns:a="http://schemas.openxmlformats.org/drawingml/2006/main" noGrp="1"/>
          </p:cNvSpPr>
          <p:nvPr/>
        </p:nvSpPr>
        <p:spPr>
          <a:xfrm xmlns:a="http://schemas.openxmlformats.org/drawingml/2006/main">
            <a:off x="7470040"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5" name="Editable chart path">
            <a:extLst xmlns:a="http://schemas.openxmlformats.org/drawingml/2006/main">
              <a:ext uri="{FF2B5EF4-FFF2-40B4-BE49-F238E27FC236}">
                <a16:creationId xmlns:a16="http://schemas.microsoft.com/office/drawing/2014/main" id="{EF698588-CD6E-47C3-9375-0DA5E9BD564C}"/>
              </a:ext>
            </a:extLst>
          </p:cNvPr>
          <p:cNvSpPr>
            <a:spLocks xmlns:a="http://schemas.openxmlformats.org/drawingml/2006/main" noGrp="1"/>
          </p:cNvSpPr>
          <p:nvPr/>
        </p:nvSpPr>
        <p:spPr>
          <a:xfrm xmlns:a="http://schemas.openxmlformats.org/drawingml/2006/main">
            <a:off x="7470040"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6" name="Editable chart path">
            <a:extLst xmlns:a="http://schemas.openxmlformats.org/drawingml/2006/main">
              <a:ext uri="{FF2B5EF4-FFF2-40B4-BE49-F238E27FC236}">
                <a16:creationId xmlns:a16="http://schemas.microsoft.com/office/drawing/2014/main" id="{256EC841-B7C8-414E-8BEE-2B00A0B903A9}"/>
              </a:ext>
            </a:extLst>
          </p:cNvPr>
          <p:cNvSpPr>
            <a:spLocks xmlns:a="http://schemas.openxmlformats.org/drawingml/2006/main" noGrp="1"/>
          </p:cNvSpPr>
          <p:nvPr/>
        </p:nvSpPr>
        <p:spPr>
          <a:xfrm xmlns:a="http://schemas.openxmlformats.org/drawingml/2006/main">
            <a:off x="7470040"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7" name="Editable chart path">
            <a:extLst xmlns:a="http://schemas.openxmlformats.org/drawingml/2006/main">
              <a:ext uri="{FF2B5EF4-FFF2-40B4-BE49-F238E27FC236}">
                <a16:creationId xmlns:a16="http://schemas.microsoft.com/office/drawing/2014/main" id="{34F44CE9-7856-41DC-92D7-DFCD3BAC8A90}"/>
              </a:ext>
            </a:extLst>
          </p:cNvPr>
          <p:cNvSpPr>
            <a:spLocks xmlns:a="http://schemas.openxmlformats.org/drawingml/2006/main" noGrp="1"/>
          </p:cNvSpPr>
          <p:nvPr/>
        </p:nvSpPr>
        <p:spPr>
          <a:xfrm xmlns:a="http://schemas.openxmlformats.org/drawingml/2006/main">
            <a:off x="7470040"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8" name="Editable chart path">
            <a:extLst xmlns:a="http://schemas.openxmlformats.org/drawingml/2006/main">
              <a:ext uri="{FF2B5EF4-FFF2-40B4-BE49-F238E27FC236}">
                <a16:creationId xmlns:a16="http://schemas.microsoft.com/office/drawing/2014/main" id="{D80D180A-5DEB-4293-A94B-511E7B212838}"/>
              </a:ext>
            </a:extLst>
          </p:cNvPr>
          <p:cNvSpPr>
            <a:spLocks xmlns:a="http://schemas.openxmlformats.org/drawingml/2006/main" noGrp="1"/>
          </p:cNvSpPr>
          <p:nvPr/>
        </p:nvSpPr>
        <p:spPr>
          <a:xfrm xmlns:a="http://schemas.openxmlformats.org/drawingml/2006/main">
            <a:off x="7470040"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199" name="Editable chart path">
            <a:extLst xmlns:a="http://schemas.openxmlformats.org/drawingml/2006/main">
              <a:ext uri="{FF2B5EF4-FFF2-40B4-BE49-F238E27FC236}">
                <a16:creationId xmlns:a16="http://schemas.microsoft.com/office/drawing/2014/main" id="{BEFA1595-D0C3-4802-A844-BFB267C5324B}"/>
              </a:ext>
            </a:extLst>
          </p:cNvPr>
          <p:cNvSpPr>
            <a:spLocks xmlns:a="http://schemas.openxmlformats.org/drawingml/2006/main" noGrp="1"/>
          </p:cNvSpPr>
          <p:nvPr/>
        </p:nvSpPr>
        <p:spPr>
          <a:xfrm xmlns:a="http://schemas.openxmlformats.org/drawingml/2006/main">
            <a:off x="7530932"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0" name="Editable chart path">
            <a:extLst xmlns:a="http://schemas.openxmlformats.org/drawingml/2006/main">
              <a:ext uri="{FF2B5EF4-FFF2-40B4-BE49-F238E27FC236}">
                <a16:creationId xmlns:a16="http://schemas.microsoft.com/office/drawing/2014/main" id="{01E06982-D123-45EF-8C7E-6F1CB18456B5}"/>
              </a:ext>
            </a:extLst>
          </p:cNvPr>
          <p:cNvSpPr>
            <a:spLocks xmlns:a="http://schemas.openxmlformats.org/drawingml/2006/main" noGrp="1"/>
          </p:cNvSpPr>
          <p:nvPr/>
        </p:nvSpPr>
        <p:spPr>
          <a:xfrm xmlns:a="http://schemas.openxmlformats.org/drawingml/2006/main">
            <a:off x="7530932"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1" name="Editable chart path">
            <a:extLst xmlns:a="http://schemas.openxmlformats.org/drawingml/2006/main">
              <a:ext uri="{FF2B5EF4-FFF2-40B4-BE49-F238E27FC236}">
                <a16:creationId xmlns:a16="http://schemas.microsoft.com/office/drawing/2014/main" id="{376F0457-4FE0-4991-9F4F-9AB23C87C740}"/>
              </a:ext>
            </a:extLst>
          </p:cNvPr>
          <p:cNvSpPr>
            <a:spLocks xmlns:a="http://schemas.openxmlformats.org/drawingml/2006/main" noGrp="1"/>
          </p:cNvSpPr>
          <p:nvPr/>
        </p:nvSpPr>
        <p:spPr>
          <a:xfrm xmlns:a="http://schemas.openxmlformats.org/drawingml/2006/main">
            <a:off x="7530932"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2" name="Editable chart path">
            <a:extLst xmlns:a="http://schemas.openxmlformats.org/drawingml/2006/main">
              <a:ext uri="{FF2B5EF4-FFF2-40B4-BE49-F238E27FC236}">
                <a16:creationId xmlns:a16="http://schemas.microsoft.com/office/drawing/2014/main" id="{4BE6B419-C994-4241-914E-BCDEC8BDADA3}"/>
              </a:ext>
            </a:extLst>
          </p:cNvPr>
          <p:cNvSpPr>
            <a:spLocks xmlns:a="http://schemas.openxmlformats.org/drawingml/2006/main" noGrp="1"/>
          </p:cNvSpPr>
          <p:nvPr/>
        </p:nvSpPr>
        <p:spPr>
          <a:xfrm xmlns:a="http://schemas.openxmlformats.org/drawingml/2006/main">
            <a:off x="7530932"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3" name="Editable chart path">
            <a:extLst xmlns:a="http://schemas.openxmlformats.org/drawingml/2006/main">
              <a:ext uri="{FF2B5EF4-FFF2-40B4-BE49-F238E27FC236}">
                <a16:creationId xmlns:a16="http://schemas.microsoft.com/office/drawing/2014/main" id="{D3B428E1-7420-4762-8255-B4FC30B31425}"/>
              </a:ext>
            </a:extLst>
          </p:cNvPr>
          <p:cNvSpPr>
            <a:spLocks xmlns:a="http://schemas.openxmlformats.org/drawingml/2006/main" noGrp="1"/>
          </p:cNvSpPr>
          <p:nvPr/>
        </p:nvSpPr>
        <p:spPr>
          <a:xfrm xmlns:a="http://schemas.openxmlformats.org/drawingml/2006/main">
            <a:off x="7530932"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4" name="Editable chart path">
            <a:extLst xmlns:a="http://schemas.openxmlformats.org/drawingml/2006/main">
              <a:ext uri="{FF2B5EF4-FFF2-40B4-BE49-F238E27FC236}">
                <a16:creationId xmlns:a16="http://schemas.microsoft.com/office/drawing/2014/main" id="{0D05524B-F40E-4DB3-85E7-058A12B212CD}"/>
              </a:ext>
            </a:extLst>
          </p:cNvPr>
          <p:cNvSpPr>
            <a:spLocks xmlns:a="http://schemas.openxmlformats.org/drawingml/2006/main" noGrp="1"/>
          </p:cNvSpPr>
          <p:nvPr/>
        </p:nvSpPr>
        <p:spPr>
          <a:xfrm xmlns:a="http://schemas.openxmlformats.org/drawingml/2006/main">
            <a:off x="7530932"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5" name="Editable chart path">
            <a:extLst xmlns:a="http://schemas.openxmlformats.org/drawingml/2006/main">
              <a:ext uri="{FF2B5EF4-FFF2-40B4-BE49-F238E27FC236}">
                <a16:creationId xmlns:a16="http://schemas.microsoft.com/office/drawing/2014/main" id="{D2427ED7-7A99-4DE6-8903-8E1FE4F79125}"/>
              </a:ext>
            </a:extLst>
          </p:cNvPr>
          <p:cNvSpPr>
            <a:spLocks xmlns:a="http://schemas.openxmlformats.org/drawingml/2006/main" noGrp="1"/>
          </p:cNvSpPr>
          <p:nvPr/>
        </p:nvSpPr>
        <p:spPr>
          <a:xfrm xmlns:a="http://schemas.openxmlformats.org/drawingml/2006/main">
            <a:off x="753093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6" name="Editable chart path">
            <a:extLst xmlns:a="http://schemas.openxmlformats.org/drawingml/2006/main">
              <a:ext uri="{FF2B5EF4-FFF2-40B4-BE49-F238E27FC236}">
                <a16:creationId xmlns:a16="http://schemas.microsoft.com/office/drawing/2014/main" id="{264C1BE4-B013-4A4C-AC8D-67EC05D697F0}"/>
              </a:ext>
            </a:extLst>
          </p:cNvPr>
          <p:cNvSpPr>
            <a:spLocks xmlns:a="http://schemas.openxmlformats.org/drawingml/2006/main" noGrp="1"/>
          </p:cNvSpPr>
          <p:nvPr/>
        </p:nvSpPr>
        <p:spPr>
          <a:xfrm xmlns:a="http://schemas.openxmlformats.org/drawingml/2006/main">
            <a:off x="753093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7" name="Editable chart path">
            <a:extLst xmlns:a="http://schemas.openxmlformats.org/drawingml/2006/main">
              <a:ext uri="{FF2B5EF4-FFF2-40B4-BE49-F238E27FC236}">
                <a16:creationId xmlns:a16="http://schemas.microsoft.com/office/drawing/2014/main" id="{92A5FB25-80C1-4CE2-A3ED-9CFAB94231F7}"/>
              </a:ext>
            </a:extLst>
          </p:cNvPr>
          <p:cNvSpPr>
            <a:spLocks xmlns:a="http://schemas.openxmlformats.org/drawingml/2006/main" noGrp="1"/>
          </p:cNvSpPr>
          <p:nvPr/>
        </p:nvSpPr>
        <p:spPr>
          <a:xfrm xmlns:a="http://schemas.openxmlformats.org/drawingml/2006/main">
            <a:off x="753093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8" name="Editable chart path">
            <a:extLst xmlns:a="http://schemas.openxmlformats.org/drawingml/2006/main">
              <a:ext uri="{FF2B5EF4-FFF2-40B4-BE49-F238E27FC236}">
                <a16:creationId xmlns:a16="http://schemas.microsoft.com/office/drawing/2014/main" id="{41CB465C-1CB2-41BE-B956-EB683E3BADF6}"/>
              </a:ext>
            </a:extLst>
          </p:cNvPr>
          <p:cNvSpPr>
            <a:spLocks xmlns:a="http://schemas.openxmlformats.org/drawingml/2006/main" noGrp="1"/>
          </p:cNvSpPr>
          <p:nvPr/>
        </p:nvSpPr>
        <p:spPr>
          <a:xfrm xmlns:a="http://schemas.openxmlformats.org/drawingml/2006/main">
            <a:off x="753093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09" name="Editable chart path">
            <a:extLst xmlns:a="http://schemas.openxmlformats.org/drawingml/2006/main">
              <a:ext uri="{FF2B5EF4-FFF2-40B4-BE49-F238E27FC236}">
                <a16:creationId xmlns:a16="http://schemas.microsoft.com/office/drawing/2014/main" id="{96A4D031-7E24-4876-8246-FED1BBA9FF9B}"/>
              </a:ext>
            </a:extLst>
          </p:cNvPr>
          <p:cNvSpPr>
            <a:spLocks xmlns:a="http://schemas.openxmlformats.org/drawingml/2006/main" noGrp="1"/>
          </p:cNvSpPr>
          <p:nvPr/>
        </p:nvSpPr>
        <p:spPr>
          <a:xfrm xmlns:a="http://schemas.openxmlformats.org/drawingml/2006/main">
            <a:off x="753093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0" name="Editable chart path">
            <a:extLst xmlns:a="http://schemas.openxmlformats.org/drawingml/2006/main">
              <a:ext uri="{FF2B5EF4-FFF2-40B4-BE49-F238E27FC236}">
                <a16:creationId xmlns:a16="http://schemas.microsoft.com/office/drawing/2014/main" id="{5D0FBD88-D851-4001-B54C-30A4B4E9FDA0}"/>
              </a:ext>
            </a:extLst>
          </p:cNvPr>
          <p:cNvSpPr>
            <a:spLocks xmlns:a="http://schemas.openxmlformats.org/drawingml/2006/main" noGrp="1"/>
          </p:cNvSpPr>
          <p:nvPr/>
        </p:nvSpPr>
        <p:spPr>
          <a:xfrm xmlns:a="http://schemas.openxmlformats.org/drawingml/2006/main">
            <a:off x="753093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1" name="Editable chart path">
            <a:extLst xmlns:a="http://schemas.openxmlformats.org/drawingml/2006/main">
              <a:ext uri="{FF2B5EF4-FFF2-40B4-BE49-F238E27FC236}">
                <a16:creationId xmlns:a16="http://schemas.microsoft.com/office/drawing/2014/main" id="{9DB59971-6817-4600-A7B5-0EC890EAB207}"/>
              </a:ext>
            </a:extLst>
          </p:cNvPr>
          <p:cNvSpPr>
            <a:spLocks xmlns:a="http://schemas.openxmlformats.org/drawingml/2006/main" noGrp="1"/>
          </p:cNvSpPr>
          <p:nvPr/>
        </p:nvSpPr>
        <p:spPr>
          <a:xfrm xmlns:a="http://schemas.openxmlformats.org/drawingml/2006/main">
            <a:off x="753093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2" name="Editable chart path">
            <a:extLst xmlns:a="http://schemas.openxmlformats.org/drawingml/2006/main">
              <a:ext uri="{FF2B5EF4-FFF2-40B4-BE49-F238E27FC236}">
                <a16:creationId xmlns:a16="http://schemas.microsoft.com/office/drawing/2014/main" id="{369FC1CD-0A60-4FAA-8DBA-8721B2930784}"/>
              </a:ext>
            </a:extLst>
          </p:cNvPr>
          <p:cNvSpPr>
            <a:spLocks xmlns:a="http://schemas.openxmlformats.org/drawingml/2006/main" noGrp="1"/>
          </p:cNvSpPr>
          <p:nvPr/>
        </p:nvSpPr>
        <p:spPr>
          <a:xfrm xmlns:a="http://schemas.openxmlformats.org/drawingml/2006/main">
            <a:off x="7591824"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3" name="Editable chart path">
            <a:extLst xmlns:a="http://schemas.openxmlformats.org/drawingml/2006/main">
              <a:ext uri="{FF2B5EF4-FFF2-40B4-BE49-F238E27FC236}">
                <a16:creationId xmlns:a16="http://schemas.microsoft.com/office/drawing/2014/main" id="{FA2582A7-3029-46AC-ABB1-B640550BE40F}"/>
              </a:ext>
            </a:extLst>
          </p:cNvPr>
          <p:cNvSpPr>
            <a:spLocks xmlns:a="http://schemas.openxmlformats.org/drawingml/2006/main" noGrp="1"/>
          </p:cNvSpPr>
          <p:nvPr/>
        </p:nvSpPr>
        <p:spPr>
          <a:xfrm xmlns:a="http://schemas.openxmlformats.org/drawingml/2006/main">
            <a:off x="7591824"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4" name="Editable chart path">
            <a:extLst xmlns:a="http://schemas.openxmlformats.org/drawingml/2006/main">
              <a:ext uri="{FF2B5EF4-FFF2-40B4-BE49-F238E27FC236}">
                <a16:creationId xmlns:a16="http://schemas.microsoft.com/office/drawing/2014/main" id="{80CD78C4-5BA7-4A13-B4C8-4211DE7F661D}"/>
              </a:ext>
            </a:extLst>
          </p:cNvPr>
          <p:cNvSpPr>
            <a:spLocks xmlns:a="http://schemas.openxmlformats.org/drawingml/2006/main" noGrp="1"/>
          </p:cNvSpPr>
          <p:nvPr/>
        </p:nvSpPr>
        <p:spPr>
          <a:xfrm xmlns:a="http://schemas.openxmlformats.org/drawingml/2006/main">
            <a:off x="7591824"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5" name="Editable chart path">
            <a:extLst xmlns:a="http://schemas.openxmlformats.org/drawingml/2006/main">
              <a:ext uri="{FF2B5EF4-FFF2-40B4-BE49-F238E27FC236}">
                <a16:creationId xmlns:a16="http://schemas.microsoft.com/office/drawing/2014/main" id="{00FB3432-A4C5-44CD-AE66-1C2C4FE522F8}"/>
              </a:ext>
            </a:extLst>
          </p:cNvPr>
          <p:cNvSpPr>
            <a:spLocks xmlns:a="http://schemas.openxmlformats.org/drawingml/2006/main" noGrp="1"/>
          </p:cNvSpPr>
          <p:nvPr/>
        </p:nvSpPr>
        <p:spPr>
          <a:xfrm xmlns:a="http://schemas.openxmlformats.org/drawingml/2006/main">
            <a:off x="7591824"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6" name="Editable chart path">
            <a:extLst xmlns:a="http://schemas.openxmlformats.org/drawingml/2006/main">
              <a:ext uri="{FF2B5EF4-FFF2-40B4-BE49-F238E27FC236}">
                <a16:creationId xmlns:a16="http://schemas.microsoft.com/office/drawing/2014/main" id="{CC21B732-8EA3-4294-A783-F27221EBE832}"/>
              </a:ext>
            </a:extLst>
          </p:cNvPr>
          <p:cNvSpPr>
            <a:spLocks xmlns:a="http://schemas.openxmlformats.org/drawingml/2006/main" noGrp="1"/>
          </p:cNvSpPr>
          <p:nvPr/>
        </p:nvSpPr>
        <p:spPr>
          <a:xfrm xmlns:a="http://schemas.openxmlformats.org/drawingml/2006/main">
            <a:off x="759182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7" name="Editable chart path">
            <a:extLst xmlns:a="http://schemas.openxmlformats.org/drawingml/2006/main">
              <a:ext uri="{FF2B5EF4-FFF2-40B4-BE49-F238E27FC236}">
                <a16:creationId xmlns:a16="http://schemas.microsoft.com/office/drawing/2014/main" id="{68365740-DDBB-45FA-A95C-F05669606842}"/>
              </a:ext>
            </a:extLst>
          </p:cNvPr>
          <p:cNvSpPr>
            <a:spLocks xmlns:a="http://schemas.openxmlformats.org/drawingml/2006/main" noGrp="1"/>
          </p:cNvSpPr>
          <p:nvPr/>
        </p:nvSpPr>
        <p:spPr>
          <a:xfrm xmlns:a="http://schemas.openxmlformats.org/drawingml/2006/main">
            <a:off x="759182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8" name="Editable chart path">
            <a:extLst xmlns:a="http://schemas.openxmlformats.org/drawingml/2006/main">
              <a:ext uri="{FF2B5EF4-FFF2-40B4-BE49-F238E27FC236}">
                <a16:creationId xmlns:a16="http://schemas.microsoft.com/office/drawing/2014/main" id="{9FBDB09B-0826-461A-95DF-7962A84EE530}"/>
              </a:ext>
            </a:extLst>
          </p:cNvPr>
          <p:cNvSpPr>
            <a:spLocks xmlns:a="http://schemas.openxmlformats.org/drawingml/2006/main" noGrp="1"/>
          </p:cNvSpPr>
          <p:nvPr/>
        </p:nvSpPr>
        <p:spPr>
          <a:xfrm xmlns:a="http://schemas.openxmlformats.org/drawingml/2006/main">
            <a:off x="759182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19" name="Editable chart path">
            <a:extLst xmlns:a="http://schemas.openxmlformats.org/drawingml/2006/main">
              <a:ext uri="{FF2B5EF4-FFF2-40B4-BE49-F238E27FC236}">
                <a16:creationId xmlns:a16="http://schemas.microsoft.com/office/drawing/2014/main" id="{E8EF999D-03D6-4E8A-B445-23858429AFC9}"/>
              </a:ext>
            </a:extLst>
          </p:cNvPr>
          <p:cNvSpPr>
            <a:spLocks xmlns:a="http://schemas.openxmlformats.org/drawingml/2006/main" noGrp="1"/>
          </p:cNvSpPr>
          <p:nvPr/>
        </p:nvSpPr>
        <p:spPr>
          <a:xfrm xmlns:a="http://schemas.openxmlformats.org/drawingml/2006/main">
            <a:off x="759182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0" name="Editable chart path">
            <a:extLst xmlns:a="http://schemas.openxmlformats.org/drawingml/2006/main">
              <a:ext uri="{FF2B5EF4-FFF2-40B4-BE49-F238E27FC236}">
                <a16:creationId xmlns:a16="http://schemas.microsoft.com/office/drawing/2014/main" id="{C565E5AD-5FA3-424C-A04F-2C81BE4A744F}"/>
              </a:ext>
            </a:extLst>
          </p:cNvPr>
          <p:cNvSpPr>
            <a:spLocks xmlns:a="http://schemas.openxmlformats.org/drawingml/2006/main" noGrp="1"/>
          </p:cNvSpPr>
          <p:nvPr/>
        </p:nvSpPr>
        <p:spPr>
          <a:xfrm xmlns:a="http://schemas.openxmlformats.org/drawingml/2006/main">
            <a:off x="759182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1" name="Editable chart path">
            <a:extLst xmlns:a="http://schemas.openxmlformats.org/drawingml/2006/main">
              <a:ext uri="{FF2B5EF4-FFF2-40B4-BE49-F238E27FC236}">
                <a16:creationId xmlns:a16="http://schemas.microsoft.com/office/drawing/2014/main" id="{A686C1C6-41BC-46D3-8914-57B614389288}"/>
              </a:ext>
            </a:extLst>
          </p:cNvPr>
          <p:cNvSpPr>
            <a:spLocks xmlns:a="http://schemas.openxmlformats.org/drawingml/2006/main" noGrp="1"/>
          </p:cNvSpPr>
          <p:nvPr/>
        </p:nvSpPr>
        <p:spPr>
          <a:xfrm xmlns:a="http://schemas.openxmlformats.org/drawingml/2006/main">
            <a:off x="759182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2" name="Editable chart path">
            <a:extLst xmlns:a="http://schemas.openxmlformats.org/drawingml/2006/main">
              <a:ext uri="{FF2B5EF4-FFF2-40B4-BE49-F238E27FC236}">
                <a16:creationId xmlns:a16="http://schemas.microsoft.com/office/drawing/2014/main" id="{4BFE594A-3819-44E5-9F1E-861A4DE3B07B}"/>
              </a:ext>
            </a:extLst>
          </p:cNvPr>
          <p:cNvSpPr>
            <a:spLocks xmlns:a="http://schemas.openxmlformats.org/drawingml/2006/main" noGrp="1"/>
          </p:cNvSpPr>
          <p:nvPr/>
        </p:nvSpPr>
        <p:spPr>
          <a:xfrm xmlns:a="http://schemas.openxmlformats.org/drawingml/2006/main">
            <a:off x="759182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3" name="Editable chart path">
            <a:extLst xmlns:a="http://schemas.openxmlformats.org/drawingml/2006/main">
              <a:ext uri="{FF2B5EF4-FFF2-40B4-BE49-F238E27FC236}">
                <a16:creationId xmlns:a16="http://schemas.microsoft.com/office/drawing/2014/main" id="{03B66D63-9B66-4EE3-A57A-85AAEA6284DB}"/>
              </a:ext>
            </a:extLst>
          </p:cNvPr>
          <p:cNvSpPr>
            <a:spLocks xmlns:a="http://schemas.openxmlformats.org/drawingml/2006/main" noGrp="1"/>
          </p:cNvSpPr>
          <p:nvPr/>
        </p:nvSpPr>
        <p:spPr>
          <a:xfrm xmlns:a="http://schemas.openxmlformats.org/drawingml/2006/main">
            <a:off x="759182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4" name="Editable chart path">
            <a:extLst xmlns:a="http://schemas.openxmlformats.org/drawingml/2006/main">
              <a:ext uri="{FF2B5EF4-FFF2-40B4-BE49-F238E27FC236}">
                <a16:creationId xmlns:a16="http://schemas.microsoft.com/office/drawing/2014/main" id="{331C9D38-7FAD-438C-8774-54D1E0C93767}"/>
              </a:ext>
            </a:extLst>
          </p:cNvPr>
          <p:cNvSpPr>
            <a:spLocks xmlns:a="http://schemas.openxmlformats.org/drawingml/2006/main" noGrp="1"/>
          </p:cNvSpPr>
          <p:nvPr/>
        </p:nvSpPr>
        <p:spPr>
          <a:xfrm xmlns:a="http://schemas.openxmlformats.org/drawingml/2006/main">
            <a:off x="7652716"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5" name="Editable chart path">
            <a:extLst xmlns:a="http://schemas.openxmlformats.org/drawingml/2006/main">
              <a:ext uri="{FF2B5EF4-FFF2-40B4-BE49-F238E27FC236}">
                <a16:creationId xmlns:a16="http://schemas.microsoft.com/office/drawing/2014/main" id="{E3E8EAFC-563F-4FB9-AE4D-8656DC94EFAC}"/>
              </a:ext>
            </a:extLst>
          </p:cNvPr>
          <p:cNvSpPr>
            <a:spLocks xmlns:a="http://schemas.openxmlformats.org/drawingml/2006/main" noGrp="1"/>
          </p:cNvSpPr>
          <p:nvPr/>
        </p:nvSpPr>
        <p:spPr>
          <a:xfrm xmlns:a="http://schemas.openxmlformats.org/drawingml/2006/main">
            <a:off x="7652716"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6" name="Editable chart path">
            <a:extLst xmlns:a="http://schemas.openxmlformats.org/drawingml/2006/main">
              <a:ext uri="{FF2B5EF4-FFF2-40B4-BE49-F238E27FC236}">
                <a16:creationId xmlns:a16="http://schemas.microsoft.com/office/drawing/2014/main" id="{61F822E1-C648-4867-8A20-6FEDFF0ED996}"/>
              </a:ext>
            </a:extLst>
          </p:cNvPr>
          <p:cNvSpPr>
            <a:spLocks xmlns:a="http://schemas.openxmlformats.org/drawingml/2006/main" noGrp="1"/>
          </p:cNvSpPr>
          <p:nvPr/>
        </p:nvSpPr>
        <p:spPr>
          <a:xfrm xmlns:a="http://schemas.openxmlformats.org/drawingml/2006/main">
            <a:off x="765271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7" name="Editable chart path">
            <a:extLst xmlns:a="http://schemas.openxmlformats.org/drawingml/2006/main">
              <a:ext uri="{FF2B5EF4-FFF2-40B4-BE49-F238E27FC236}">
                <a16:creationId xmlns:a16="http://schemas.microsoft.com/office/drawing/2014/main" id="{3B4E8E82-5FD5-45A0-BE56-1694B556C80E}"/>
              </a:ext>
            </a:extLst>
          </p:cNvPr>
          <p:cNvSpPr>
            <a:spLocks xmlns:a="http://schemas.openxmlformats.org/drawingml/2006/main" noGrp="1"/>
          </p:cNvSpPr>
          <p:nvPr/>
        </p:nvSpPr>
        <p:spPr>
          <a:xfrm xmlns:a="http://schemas.openxmlformats.org/drawingml/2006/main">
            <a:off x="765271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8" name="Editable chart path">
            <a:extLst xmlns:a="http://schemas.openxmlformats.org/drawingml/2006/main">
              <a:ext uri="{FF2B5EF4-FFF2-40B4-BE49-F238E27FC236}">
                <a16:creationId xmlns:a16="http://schemas.microsoft.com/office/drawing/2014/main" id="{9E619751-EBA1-44BD-9486-BFA11CCC9821}"/>
              </a:ext>
            </a:extLst>
          </p:cNvPr>
          <p:cNvSpPr>
            <a:spLocks xmlns:a="http://schemas.openxmlformats.org/drawingml/2006/main" noGrp="1"/>
          </p:cNvSpPr>
          <p:nvPr/>
        </p:nvSpPr>
        <p:spPr>
          <a:xfrm xmlns:a="http://schemas.openxmlformats.org/drawingml/2006/main">
            <a:off x="765271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29" name="Editable chart path">
            <a:extLst xmlns:a="http://schemas.openxmlformats.org/drawingml/2006/main">
              <a:ext uri="{FF2B5EF4-FFF2-40B4-BE49-F238E27FC236}">
                <a16:creationId xmlns:a16="http://schemas.microsoft.com/office/drawing/2014/main" id="{203455BD-096B-45B8-9540-E37B8AB952F7}"/>
              </a:ext>
            </a:extLst>
          </p:cNvPr>
          <p:cNvSpPr>
            <a:spLocks xmlns:a="http://schemas.openxmlformats.org/drawingml/2006/main" noGrp="1"/>
          </p:cNvSpPr>
          <p:nvPr/>
        </p:nvSpPr>
        <p:spPr>
          <a:xfrm xmlns:a="http://schemas.openxmlformats.org/drawingml/2006/main">
            <a:off x="765271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0" name="Editable chart path">
            <a:extLst xmlns:a="http://schemas.openxmlformats.org/drawingml/2006/main">
              <a:ext uri="{FF2B5EF4-FFF2-40B4-BE49-F238E27FC236}">
                <a16:creationId xmlns:a16="http://schemas.microsoft.com/office/drawing/2014/main" id="{3763F6D7-CF79-4190-A5B6-428FF757EFF9}"/>
              </a:ext>
            </a:extLst>
          </p:cNvPr>
          <p:cNvSpPr>
            <a:spLocks xmlns:a="http://schemas.openxmlformats.org/drawingml/2006/main" noGrp="1"/>
          </p:cNvSpPr>
          <p:nvPr/>
        </p:nvSpPr>
        <p:spPr>
          <a:xfrm xmlns:a="http://schemas.openxmlformats.org/drawingml/2006/main">
            <a:off x="765271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1" name="Editable chart path">
            <a:extLst xmlns:a="http://schemas.openxmlformats.org/drawingml/2006/main">
              <a:ext uri="{FF2B5EF4-FFF2-40B4-BE49-F238E27FC236}">
                <a16:creationId xmlns:a16="http://schemas.microsoft.com/office/drawing/2014/main" id="{F62337A7-F1B6-40C3-BE57-5CD41696765C}"/>
              </a:ext>
            </a:extLst>
          </p:cNvPr>
          <p:cNvSpPr>
            <a:spLocks xmlns:a="http://schemas.openxmlformats.org/drawingml/2006/main" noGrp="1"/>
          </p:cNvSpPr>
          <p:nvPr/>
        </p:nvSpPr>
        <p:spPr>
          <a:xfrm xmlns:a="http://schemas.openxmlformats.org/drawingml/2006/main">
            <a:off x="765271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2" name="Editable chart path">
            <a:extLst xmlns:a="http://schemas.openxmlformats.org/drawingml/2006/main">
              <a:ext uri="{FF2B5EF4-FFF2-40B4-BE49-F238E27FC236}">
                <a16:creationId xmlns:a16="http://schemas.microsoft.com/office/drawing/2014/main" id="{E0052FD9-F2B6-42DD-B0E7-E8ED9743E059}"/>
              </a:ext>
            </a:extLst>
          </p:cNvPr>
          <p:cNvSpPr>
            <a:spLocks xmlns:a="http://schemas.openxmlformats.org/drawingml/2006/main" noGrp="1"/>
          </p:cNvSpPr>
          <p:nvPr/>
        </p:nvSpPr>
        <p:spPr>
          <a:xfrm xmlns:a="http://schemas.openxmlformats.org/drawingml/2006/main">
            <a:off x="7652716"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3" name="Editable chart path">
            <a:extLst xmlns:a="http://schemas.openxmlformats.org/drawingml/2006/main">
              <a:ext uri="{FF2B5EF4-FFF2-40B4-BE49-F238E27FC236}">
                <a16:creationId xmlns:a16="http://schemas.microsoft.com/office/drawing/2014/main" id="{E6785CFF-7554-42F0-BBEA-ADF21A6C3B77}"/>
              </a:ext>
            </a:extLst>
          </p:cNvPr>
          <p:cNvSpPr>
            <a:spLocks xmlns:a="http://schemas.openxmlformats.org/drawingml/2006/main" noGrp="1"/>
          </p:cNvSpPr>
          <p:nvPr/>
        </p:nvSpPr>
        <p:spPr>
          <a:xfrm xmlns:a="http://schemas.openxmlformats.org/drawingml/2006/main">
            <a:off x="7652716"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4" name="Editable chart path">
            <a:extLst xmlns:a="http://schemas.openxmlformats.org/drawingml/2006/main">
              <a:ext uri="{FF2B5EF4-FFF2-40B4-BE49-F238E27FC236}">
                <a16:creationId xmlns:a16="http://schemas.microsoft.com/office/drawing/2014/main" id="{DD66ECE5-3984-4679-81D3-5B1B189010DF}"/>
              </a:ext>
            </a:extLst>
          </p:cNvPr>
          <p:cNvSpPr>
            <a:spLocks xmlns:a="http://schemas.openxmlformats.org/drawingml/2006/main" noGrp="1"/>
          </p:cNvSpPr>
          <p:nvPr/>
        </p:nvSpPr>
        <p:spPr>
          <a:xfrm xmlns:a="http://schemas.openxmlformats.org/drawingml/2006/main">
            <a:off x="7652716"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5" name="Editable chart path">
            <a:extLst xmlns:a="http://schemas.openxmlformats.org/drawingml/2006/main">
              <a:ext uri="{FF2B5EF4-FFF2-40B4-BE49-F238E27FC236}">
                <a16:creationId xmlns:a16="http://schemas.microsoft.com/office/drawing/2014/main" id="{95218652-3464-4DBD-A9CE-E0AFB1D7CAF7}"/>
              </a:ext>
            </a:extLst>
          </p:cNvPr>
          <p:cNvSpPr>
            <a:spLocks xmlns:a="http://schemas.openxmlformats.org/drawingml/2006/main" noGrp="1"/>
          </p:cNvSpPr>
          <p:nvPr/>
        </p:nvSpPr>
        <p:spPr>
          <a:xfrm xmlns:a="http://schemas.openxmlformats.org/drawingml/2006/main">
            <a:off x="7652716"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6" name="Editable chart path">
            <a:extLst xmlns:a="http://schemas.openxmlformats.org/drawingml/2006/main">
              <a:ext uri="{FF2B5EF4-FFF2-40B4-BE49-F238E27FC236}">
                <a16:creationId xmlns:a16="http://schemas.microsoft.com/office/drawing/2014/main" id="{DB2AF8DF-EEF3-4A35-8F3C-7036F10C7D9B}"/>
              </a:ext>
            </a:extLst>
          </p:cNvPr>
          <p:cNvSpPr>
            <a:spLocks xmlns:a="http://schemas.openxmlformats.org/drawingml/2006/main" noGrp="1"/>
          </p:cNvSpPr>
          <p:nvPr/>
        </p:nvSpPr>
        <p:spPr>
          <a:xfrm xmlns:a="http://schemas.openxmlformats.org/drawingml/2006/main">
            <a:off x="7652716"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7" name="Editable chart path">
            <a:extLst xmlns:a="http://schemas.openxmlformats.org/drawingml/2006/main">
              <a:ext uri="{FF2B5EF4-FFF2-40B4-BE49-F238E27FC236}">
                <a16:creationId xmlns:a16="http://schemas.microsoft.com/office/drawing/2014/main" id="{44F945D8-7D2C-465B-84D8-7A0CB225E98B}"/>
              </a:ext>
            </a:extLst>
          </p:cNvPr>
          <p:cNvSpPr>
            <a:spLocks xmlns:a="http://schemas.openxmlformats.org/drawingml/2006/main" noGrp="1"/>
          </p:cNvSpPr>
          <p:nvPr/>
        </p:nvSpPr>
        <p:spPr>
          <a:xfrm xmlns:a="http://schemas.openxmlformats.org/drawingml/2006/main">
            <a:off x="7713607"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8" name="Editable chart path">
            <a:extLst xmlns:a="http://schemas.openxmlformats.org/drawingml/2006/main">
              <a:ext uri="{FF2B5EF4-FFF2-40B4-BE49-F238E27FC236}">
                <a16:creationId xmlns:a16="http://schemas.microsoft.com/office/drawing/2014/main" id="{92F29912-EA7C-47A1-82F3-8E4BE685E1CA}"/>
              </a:ext>
            </a:extLst>
          </p:cNvPr>
          <p:cNvSpPr>
            <a:spLocks xmlns:a="http://schemas.openxmlformats.org/drawingml/2006/main" noGrp="1"/>
          </p:cNvSpPr>
          <p:nvPr/>
        </p:nvSpPr>
        <p:spPr>
          <a:xfrm xmlns:a="http://schemas.openxmlformats.org/drawingml/2006/main">
            <a:off x="7713607"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39" name="Editable chart path">
            <a:extLst xmlns:a="http://schemas.openxmlformats.org/drawingml/2006/main">
              <a:ext uri="{FF2B5EF4-FFF2-40B4-BE49-F238E27FC236}">
                <a16:creationId xmlns:a16="http://schemas.microsoft.com/office/drawing/2014/main" id="{BAEBB3CD-0437-43BE-90C2-500FA76FC001}"/>
              </a:ext>
            </a:extLst>
          </p:cNvPr>
          <p:cNvSpPr>
            <a:spLocks xmlns:a="http://schemas.openxmlformats.org/drawingml/2006/main" noGrp="1"/>
          </p:cNvSpPr>
          <p:nvPr/>
        </p:nvSpPr>
        <p:spPr>
          <a:xfrm xmlns:a="http://schemas.openxmlformats.org/drawingml/2006/main">
            <a:off x="7713607"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0" name="Editable chart path">
            <a:extLst xmlns:a="http://schemas.openxmlformats.org/drawingml/2006/main">
              <a:ext uri="{FF2B5EF4-FFF2-40B4-BE49-F238E27FC236}">
                <a16:creationId xmlns:a16="http://schemas.microsoft.com/office/drawing/2014/main" id="{84B38EC6-FB04-4E81-A82D-DFEAF0B7FD06}"/>
              </a:ext>
            </a:extLst>
          </p:cNvPr>
          <p:cNvSpPr>
            <a:spLocks xmlns:a="http://schemas.openxmlformats.org/drawingml/2006/main" noGrp="1"/>
          </p:cNvSpPr>
          <p:nvPr/>
        </p:nvSpPr>
        <p:spPr>
          <a:xfrm xmlns:a="http://schemas.openxmlformats.org/drawingml/2006/main">
            <a:off x="771360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1" name="Editable chart path">
            <a:extLst xmlns:a="http://schemas.openxmlformats.org/drawingml/2006/main">
              <a:ext uri="{FF2B5EF4-FFF2-40B4-BE49-F238E27FC236}">
                <a16:creationId xmlns:a16="http://schemas.microsoft.com/office/drawing/2014/main" id="{D45B943D-B236-4C16-8C1F-5B24A0D9E82A}"/>
              </a:ext>
            </a:extLst>
          </p:cNvPr>
          <p:cNvSpPr>
            <a:spLocks xmlns:a="http://schemas.openxmlformats.org/drawingml/2006/main" noGrp="1"/>
          </p:cNvSpPr>
          <p:nvPr/>
        </p:nvSpPr>
        <p:spPr>
          <a:xfrm xmlns:a="http://schemas.openxmlformats.org/drawingml/2006/main">
            <a:off x="7713607"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2" name="Editable chart path">
            <a:extLst xmlns:a="http://schemas.openxmlformats.org/drawingml/2006/main">
              <a:ext uri="{FF2B5EF4-FFF2-40B4-BE49-F238E27FC236}">
                <a16:creationId xmlns:a16="http://schemas.microsoft.com/office/drawing/2014/main" id="{03E48A64-C183-4C4C-9847-A4C27543120D}"/>
              </a:ext>
            </a:extLst>
          </p:cNvPr>
          <p:cNvSpPr>
            <a:spLocks xmlns:a="http://schemas.openxmlformats.org/drawingml/2006/main" noGrp="1"/>
          </p:cNvSpPr>
          <p:nvPr/>
        </p:nvSpPr>
        <p:spPr>
          <a:xfrm xmlns:a="http://schemas.openxmlformats.org/drawingml/2006/main">
            <a:off x="771360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3" name="Editable chart path">
            <a:extLst xmlns:a="http://schemas.openxmlformats.org/drawingml/2006/main">
              <a:ext uri="{FF2B5EF4-FFF2-40B4-BE49-F238E27FC236}">
                <a16:creationId xmlns:a16="http://schemas.microsoft.com/office/drawing/2014/main" id="{D17AD84E-62FF-45E5-A4B0-3E4906FD50C9}"/>
              </a:ext>
            </a:extLst>
          </p:cNvPr>
          <p:cNvSpPr>
            <a:spLocks xmlns:a="http://schemas.openxmlformats.org/drawingml/2006/main" noGrp="1"/>
          </p:cNvSpPr>
          <p:nvPr/>
        </p:nvSpPr>
        <p:spPr>
          <a:xfrm xmlns:a="http://schemas.openxmlformats.org/drawingml/2006/main">
            <a:off x="771360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4" name="Editable chart path">
            <a:extLst xmlns:a="http://schemas.openxmlformats.org/drawingml/2006/main">
              <a:ext uri="{FF2B5EF4-FFF2-40B4-BE49-F238E27FC236}">
                <a16:creationId xmlns:a16="http://schemas.microsoft.com/office/drawing/2014/main" id="{6E1FD894-A22E-4D7A-B195-826F7A3E3640}"/>
              </a:ext>
            </a:extLst>
          </p:cNvPr>
          <p:cNvSpPr>
            <a:spLocks xmlns:a="http://schemas.openxmlformats.org/drawingml/2006/main" noGrp="1"/>
          </p:cNvSpPr>
          <p:nvPr/>
        </p:nvSpPr>
        <p:spPr>
          <a:xfrm xmlns:a="http://schemas.openxmlformats.org/drawingml/2006/main">
            <a:off x="771360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5" name="Editable chart path">
            <a:extLst xmlns:a="http://schemas.openxmlformats.org/drawingml/2006/main">
              <a:ext uri="{FF2B5EF4-FFF2-40B4-BE49-F238E27FC236}">
                <a16:creationId xmlns:a16="http://schemas.microsoft.com/office/drawing/2014/main" id="{C419E709-9DD7-43D3-A9B4-43CF3B81A41D}"/>
              </a:ext>
            </a:extLst>
          </p:cNvPr>
          <p:cNvSpPr>
            <a:spLocks xmlns:a="http://schemas.openxmlformats.org/drawingml/2006/main" noGrp="1"/>
          </p:cNvSpPr>
          <p:nvPr/>
        </p:nvSpPr>
        <p:spPr>
          <a:xfrm xmlns:a="http://schemas.openxmlformats.org/drawingml/2006/main">
            <a:off x="771360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6" name="Editable chart path">
            <a:extLst xmlns:a="http://schemas.openxmlformats.org/drawingml/2006/main">
              <a:ext uri="{FF2B5EF4-FFF2-40B4-BE49-F238E27FC236}">
                <a16:creationId xmlns:a16="http://schemas.microsoft.com/office/drawing/2014/main" id="{86FB50CC-664F-4F00-AB85-2FD9ACE462A3}"/>
              </a:ext>
            </a:extLst>
          </p:cNvPr>
          <p:cNvSpPr>
            <a:spLocks xmlns:a="http://schemas.openxmlformats.org/drawingml/2006/main" noGrp="1"/>
          </p:cNvSpPr>
          <p:nvPr/>
        </p:nvSpPr>
        <p:spPr>
          <a:xfrm xmlns:a="http://schemas.openxmlformats.org/drawingml/2006/main">
            <a:off x="7713607"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7" name="Editable chart path">
            <a:extLst xmlns:a="http://schemas.openxmlformats.org/drawingml/2006/main">
              <a:ext uri="{FF2B5EF4-FFF2-40B4-BE49-F238E27FC236}">
                <a16:creationId xmlns:a16="http://schemas.microsoft.com/office/drawing/2014/main" id="{5A8DB25A-8071-439F-8FAF-403168FA2D69}"/>
              </a:ext>
            </a:extLst>
          </p:cNvPr>
          <p:cNvSpPr>
            <a:spLocks xmlns:a="http://schemas.openxmlformats.org/drawingml/2006/main" noGrp="1"/>
          </p:cNvSpPr>
          <p:nvPr/>
        </p:nvSpPr>
        <p:spPr>
          <a:xfrm xmlns:a="http://schemas.openxmlformats.org/drawingml/2006/main">
            <a:off x="7713607"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8" name="Editable chart path">
            <a:extLst xmlns:a="http://schemas.openxmlformats.org/drawingml/2006/main">
              <a:ext uri="{FF2B5EF4-FFF2-40B4-BE49-F238E27FC236}">
                <a16:creationId xmlns:a16="http://schemas.microsoft.com/office/drawing/2014/main" id="{560CCE86-CC7E-4A96-9867-912BC8C27914}"/>
              </a:ext>
            </a:extLst>
          </p:cNvPr>
          <p:cNvSpPr>
            <a:spLocks xmlns:a="http://schemas.openxmlformats.org/drawingml/2006/main" noGrp="1"/>
          </p:cNvSpPr>
          <p:nvPr/>
        </p:nvSpPr>
        <p:spPr>
          <a:xfrm xmlns:a="http://schemas.openxmlformats.org/drawingml/2006/main">
            <a:off x="7713607"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49" name="Editable chart path">
            <a:extLst xmlns:a="http://schemas.openxmlformats.org/drawingml/2006/main">
              <a:ext uri="{FF2B5EF4-FFF2-40B4-BE49-F238E27FC236}">
                <a16:creationId xmlns:a16="http://schemas.microsoft.com/office/drawing/2014/main" id="{A52FA249-A9DA-4338-8F59-78EC6201F9DF}"/>
              </a:ext>
            </a:extLst>
          </p:cNvPr>
          <p:cNvSpPr>
            <a:spLocks xmlns:a="http://schemas.openxmlformats.org/drawingml/2006/main" noGrp="1"/>
          </p:cNvSpPr>
          <p:nvPr/>
        </p:nvSpPr>
        <p:spPr>
          <a:xfrm xmlns:a="http://schemas.openxmlformats.org/drawingml/2006/main">
            <a:off x="7713607"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0" name="Editable chart path">
            <a:extLst xmlns:a="http://schemas.openxmlformats.org/drawingml/2006/main">
              <a:ext uri="{FF2B5EF4-FFF2-40B4-BE49-F238E27FC236}">
                <a16:creationId xmlns:a16="http://schemas.microsoft.com/office/drawing/2014/main" id="{E40E8617-0336-4B9C-863D-907309E3871E}"/>
              </a:ext>
            </a:extLst>
          </p:cNvPr>
          <p:cNvSpPr>
            <a:spLocks xmlns:a="http://schemas.openxmlformats.org/drawingml/2006/main" noGrp="1"/>
          </p:cNvSpPr>
          <p:nvPr/>
        </p:nvSpPr>
        <p:spPr>
          <a:xfrm xmlns:a="http://schemas.openxmlformats.org/drawingml/2006/main">
            <a:off x="7713607"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1" name="Editable chart path">
            <a:extLst xmlns:a="http://schemas.openxmlformats.org/drawingml/2006/main">
              <a:ext uri="{FF2B5EF4-FFF2-40B4-BE49-F238E27FC236}">
                <a16:creationId xmlns:a16="http://schemas.microsoft.com/office/drawing/2014/main" id="{F84101F4-EF45-4834-A5EC-2A4E7EFD0CED}"/>
              </a:ext>
            </a:extLst>
          </p:cNvPr>
          <p:cNvSpPr>
            <a:spLocks xmlns:a="http://schemas.openxmlformats.org/drawingml/2006/main" noGrp="1"/>
          </p:cNvSpPr>
          <p:nvPr/>
        </p:nvSpPr>
        <p:spPr>
          <a:xfrm xmlns:a="http://schemas.openxmlformats.org/drawingml/2006/main">
            <a:off x="777449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2" name="Editable chart path">
            <a:extLst xmlns:a="http://schemas.openxmlformats.org/drawingml/2006/main">
              <a:ext uri="{FF2B5EF4-FFF2-40B4-BE49-F238E27FC236}">
                <a16:creationId xmlns:a16="http://schemas.microsoft.com/office/drawing/2014/main" id="{7CFD4F7B-D7E9-4C45-BF1B-FCF84CDF9F67}"/>
              </a:ext>
            </a:extLst>
          </p:cNvPr>
          <p:cNvSpPr>
            <a:spLocks xmlns:a="http://schemas.openxmlformats.org/drawingml/2006/main" noGrp="1"/>
          </p:cNvSpPr>
          <p:nvPr/>
        </p:nvSpPr>
        <p:spPr>
          <a:xfrm xmlns:a="http://schemas.openxmlformats.org/drawingml/2006/main">
            <a:off x="7774499"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3" name="Editable chart path">
            <a:extLst xmlns:a="http://schemas.openxmlformats.org/drawingml/2006/main">
              <a:ext uri="{FF2B5EF4-FFF2-40B4-BE49-F238E27FC236}">
                <a16:creationId xmlns:a16="http://schemas.microsoft.com/office/drawing/2014/main" id="{31150508-0A69-475C-A291-3AB5A8E6E535}"/>
              </a:ext>
            </a:extLst>
          </p:cNvPr>
          <p:cNvSpPr>
            <a:spLocks xmlns:a="http://schemas.openxmlformats.org/drawingml/2006/main" noGrp="1"/>
          </p:cNvSpPr>
          <p:nvPr/>
        </p:nvSpPr>
        <p:spPr>
          <a:xfrm xmlns:a="http://schemas.openxmlformats.org/drawingml/2006/main">
            <a:off x="777449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4" name="Editable chart path">
            <a:extLst xmlns:a="http://schemas.openxmlformats.org/drawingml/2006/main">
              <a:ext uri="{FF2B5EF4-FFF2-40B4-BE49-F238E27FC236}">
                <a16:creationId xmlns:a16="http://schemas.microsoft.com/office/drawing/2014/main" id="{3EFFE36B-2D2A-4E0B-B08C-6DC325A1A36B}"/>
              </a:ext>
            </a:extLst>
          </p:cNvPr>
          <p:cNvSpPr>
            <a:spLocks xmlns:a="http://schemas.openxmlformats.org/drawingml/2006/main" noGrp="1"/>
          </p:cNvSpPr>
          <p:nvPr/>
        </p:nvSpPr>
        <p:spPr>
          <a:xfrm xmlns:a="http://schemas.openxmlformats.org/drawingml/2006/main">
            <a:off x="777449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5" name="Editable chart path">
            <a:extLst xmlns:a="http://schemas.openxmlformats.org/drawingml/2006/main">
              <a:ext uri="{FF2B5EF4-FFF2-40B4-BE49-F238E27FC236}">
                <a16:creationId xmlns:a16="http://schemas.microsoft.com/office/drawing/2014/main" id="{53B3906D-96F7-4765-B1C4-11CEAE8BAD02}"/>
              </a:ext>
            </a:extLst>
          </p:cNvPr>
          <p:cNvSpPr>
            <a:spLocks xmlns:a="http://schemas.openxmlformats.org/drawingml/2006/main" noGrp="1"/>
          </p:cNvSpPr>
          <p:nvPr/>
        </p:nvSpPr>
        <p:spPr>
          <a:xfrm xmlns:a="http://schemas.openxmlformats.org/drawingml/2006/main">
            <a:off x="777449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6" name="Editable chart path">
            <a:extLst xmlns:a="http://schemas.openxmlformats.org/drawingml/2006/main">
              <a:ext uri="{FF2B5EF4-FFF2-40B4-BE49-F238E27FC236}">
                <a16:creationId xmlns:a16="http://schemas.microsoft.com/office/drawing/2014/main" id="{0850C1B9-6962-4C71-9290-52DE0102152D}"/>
              </a:ext>
            </a:extLst>
          </p:cNvPr>
          <p:cNvSpPr>
            <a:spLocks xmlns:a="http://schemas.openxmlformats.org/drawingml/2006/main" noGrp="1"/>
          </p:cNvSpPr>
          <p:nvPr/>
        </p:nvSpPr>
        <p:spPr>
          <a:xfrm xmlns:a="http://schemas.openxmlformats.org/drawingml/2006/main">
            <a:off x="777449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7" name="Editable chart path">
            <a:extLst xmlns:a="http://schemas.openxmlformats.org/drawingml/2006/main">
              <a:ext uri="{FF2B5EF4-FFF2-40B4-BE49-F238E27FC236}">
                <a16:creationId xmlns:a16="http://schemas.microsoft.com/office/drawing/2014/main" id="{D5B0F6AA-E08C-4FD8-B4B1-DBC41D816E4A}"/>
              </a:ext>
            </a:extLst>
          </p:cNvPr>
          <p:cNvSpPr>
            <a:spLocks xmlns:a="http://schemas.openxmlformats.org/drawingml/2006/main" noGrp="1"/>
          </p:cNvSpPr>
          <p:nvPr/>
        </p:nvSpPr>
        <p:spPr>
          <a:xfrm xmlns:a="http://schemas.openxmlformats.org/drawingml/2006/main">
            <a:off x="7774499"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8" name="Editable chart path">
            <a:extLst xmlns:a="http://schemas.openxmlformats.org/drawingml/2006/main">
              <a:ext uri="{FF2B5EF4-FFF2-40B4-BE49-F238E27FC236}">
                <a16:creationId xmlns:a16="http://schemas.microsoft.com/office/drawing/2014/main" id="{6ADFC28E-F34B-495C-BFEA-73128BD889EF}"/>
              </a:ext>
            </a:extLst>
          </p:cNvPr>
          <p:cNvSpPr>
            <a:spLocks xmlns:a="http://schemas.openxmlformats.org/drawingml/2006/main" noGrp="1"/>
          </p:cNvSpPr>
          <p:nvPr/>
        </p:nvSpPr>
        <p:spPr>
          <a:xfrm xmlns:a="http://schemas.openxmlformats.org/drawingml/2006/main">
            <a:off x="7774499"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59" name="Editable chart path">
            <a:extLst xmlns:a="http://schemas.openxmlformats.org/drawingml/2006/main">
              <a:ext uri="{FF2B5EF4-FFF2-40B4-BE49-F238E27FC236}">
                <a16:creationId xmlns:a16="http://schemas.microsoft.com/office/drawing/2014/main" id="{93570687-E753-4DE0-9454-3CDFEA28BBA7}"/>
              </a:ext>
            </a:extLst>
          </p:cNvPr>
          <p:cNvSpPr>
            <a:spLocks xmlns:a="http://schemas.openxmlformats.org/drawingml/2006/main" noGrp="1"/>
          </p:cNvSpPr>
          <p:nvPr/>
        </p:nvSpPr>
        <p:spPr>
          <a:xfrm xmlns:a="http://schemas.openxmlformats.org/drawingml/2006/main">
            <a:off x="7774499"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0" name="Editable chart path">
            <a:extLst xmlns:a="http://schemas.openxmlformats.org/drawingml/2006/main">
              <a:ext uri="{FF2B5EF4-FFF2-40B4-BE49-F238E27FC236}">
                <a16:creationId xmlns:a16="http://schemas.microsoft.com/office/drawing/2014/main" id="{FFAD699C-80C8-4CEB-A366-C7C4A6879B93}"/>
              </a:ext>
            </a:extLst>
          </p:cNvPr>
          <p:cNvSpPr>
            <a:spLocks xmlns:a="http://schemas.openxmlformats.org/drawingml/2006/main" noGrp="1"/>
          </p:cNvSpPr>
          <p:nvPr/>
        </p:nvSpPr>
        <p:spPr>
          <a:xfrm xmlns:a="http://schemas.openxmlformats.org/drawingml/2006/main">
            <a:off x="7774499"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1" name="Editable chart path">
            <a:extLst xmlns:a="http://schemas.openxmlformats.org/drawingml/2006/main">
              <a:ext uri="{FF2B5EF4-FFF2-40B4-BE49-F238E27FC236}">
                <a16:creationId xmlns:a16="http://schemas.microsoft.com/office/drawing/2014/main" id="{4A7C6C0E-F041-4E88-A830-47DA01E2D935}"/>
              </a:ext>
            </a:extLst>
          </p:cNvPr>
          <p:cNvSpPr>
            <a:spLocks xmlns:a="http://schemas.openxmlformats.org/drawingml/2006/main" noGrp="1"/>
          </p:cNvSpPr>
          <p:nvPr/>
        </p:nvSpPr>
        <p:spPr>
          <a:xfrm xmlns:a="http://schemas.openxmlformats.org/drawingml/2006/main">
            <a:off x="7835391"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2" name="Editable chart path">
            <a:extLst xmlns:a="http://schemas.openxmlformats.org/drawingml/2006/main">
              <a:ext uri="{FF2B5EF4-FFF2-40B4-BE49-F238E27FC236}">
                <a16:creationId xmlns:a16="http://schemas.microsoft.com/office/drawing/2014/main" id="{A3CFEBEC-C1F8-49BC-BAA5-D1B61EBBE996}"/>
              </a:ext>
            </a:extLst>
          </p:cNvPr>
          <p:cNvSpPr>
            <a:spLocks xmlns:a="http://schemas.openxmlformats.org/drawingml/2006/main" noGrp="1"/>
          </p:cNvSpPr>
          <p:nvPr/>
        </p:nvSpPr>
        <p:spPr>
          <a:xfrm xmlns:a="http://schemas.openxmlformats.org/drawingml/2006/main">
            <a:off x="7835391"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3" name="Editable chart path">
            <a:extLst xmlns:a="http://schemas.openxmlformats.org/drawingml/2006/main">
              <a:ext uri="{FF2B5EF4-FFF2-40B4-BE49-F238E27FC236}">
                <a16:creationId xmlns:a16="http://schemas.microsoft.com/office/drawing/2014/main" id="{350B6CB5-FB65-44A0-BEA9-D9DE9F74D68E}"/>
              </a:ext>
            </a:extLst>
          </p:cNvPr>
          <p:cNvSpPr>
            <a:spLocks xmlns:a="http://schemas.openxmlformats.org/drawingml/2006/main" noGrp="1"/>
          </p:cNvSpPr>
          <p:nvPr/>
        </p:nvSpPr>
        <p:spPr>
          <a:xfrm xmlns:a="http://schemas.openxmlformats.org/drawingml/2006/main">
            <a:off x="7835391"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4" name="Editable chart path">
            <a:extLst xmlns:a="http://schemas.openxmlformats.org/drawingml/2006/main">
              <a:ext uri="{FF2B5EF4-FFF2-40B4-BE49-F238E27FC236}">
                <a16:creationId xmlns:a16="http://schemas.microsoft.com/office/drawing/2014/main" id="{349C5980-75C0-4E72-B54E-96EA3BA0D818}"/>
              </a:ext>
            </a:extLst>
          </p:cNvPr>
          <p:cNvSpPr>
            <a:spLocks xmlns:a="http://schemas.openxmlformats.org/drawingml/2006/main" noGrp="1"/>
          </p:cNvSpPr>
          <p:nvPr/>
        </p:nvSpPr>
        <p:spPr>
          <a:xfrm xmlns:a="http://schemas.openxmlformats.org/drawingml/2006/main">
            <a:off x="783539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5" name="Editable chart path">
            <a:extLst xmlns:a="http://schemas.openxmlformats.org/drawingml/2006/main">
              <a:ext uri="{FF2B5EF4-FFF2-40B4-BE49-F238E27FC236}">
                <a16:creationId xmlns:a16="http://schemas.microsoft.com/office/drawing/2014/main" id="{4208DE6B-88CA-49E6-91B3-733587207E1A}"/>
              </a:ext>
            </a:extLst>
          </p:cNvPr>
          <p:cNvSpPr>
            <a:spLocks xmlns:a="http://schemas.openxmlformats.org/drawingml/2006/main" noGrp="1"/>
          </p:cNvSpPr>
          <p:nvPr/>
        </p:nvSpPr>
        <p:spPr>
          <a:xfrm xmlns:a="http://schemas.openxmlformats.org/drawingml/2006/main">
            <a:off x="783539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6" name="Editable chart path">
            <a:extLst xmlns:a="http://schemas.openxmlformats.org/drawingml/2006/main">
              <a:ext uri="{FF2B5EF4-FFF2-40B4-BE49-F238E27FC236}">
                <a16:creationId xmlns:a16="http://schemas.microsoft.com/office/drawing/2014/main" id="{61C21EF6-F422-4AE4-B923-F3887D859ADB}"/>
              </a:ext>
            </a:extLst>
          </p:cNvPr>
          <p:cNvSpPr>
            <a:spLocks xmlns:a="http://schemas.openxmlformats.org/drawingml/2006/main" noGrp="1"/>
          </p:cNvSpPr>
          <p:nvPr/>
        </p:nvSpPr>
        <p:spPr>
          <a:xfrm xmlns:a="http://schemas.openxmlformats.org/drawingml/2006/main">
            <a:off x="783539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7" name="Editable chart path">
            <a:extLst xmlns:a="http://schemas.openxmlformats.org/drawingml/2006/main">
              <a:ext uri="{FF2B5EF4-FFF2-40B4-BE49-F238E27FC236}">
                <a16:creationId xmlns:a16="http://schemas.microsoft.com/office/drawing/2014/main" id="{C3D1E2D3-37A2-4402-96B4-B2C8E7B9B166}"/>
              </a:ext>
            </a:extLst>
          </p:cNvPr>
          <p:cNvSpPr>
            <a:spLocks xmlns:a="http://schemas.openxmlformats.org/drawingml/2006/main" noGrp="1"/>
          </p:cNvSpPr>
          <p:nvPr/>
        </p:nvSpPr>
        <p:spPr>
          <a:xfrm xmlns:a="http://schemas.openxmlformats.org/drawingml/2006/main">
            <a:off x="783539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8" name="Editable chart path">
            <a:extLst xmlns:a="http://schemas.openxmlformats.org/drawingml/2006/main">
              <a:ext uri="{FF2B5EF4-FFF2-40B4-BE49-F238E27FC236}">
                <a16:creationId xmlns:a16="http://schemas.microsoft.com/office/drawing/2014/main" id="{85314AAD-A4C7-422B-A99B-65221D0D6374}"/>
              </a:ext>
            </a:extLst>
          </p:cNvPr>
          <p:cNvSpPr>
            <a:spLocks xmlns:a="http://schemas.openxmlformats.org/drawingml/2006/main" noGrp="1"/>
          </p:cNvSpPr>
          <p:nvPr/>
        </p:nvSpPr>
        <p:spPr>
          <a:xfrm xmlns:a="http://schemas.openxmlformats.org/drawingml/2006/main">
            <a:off x="783539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69" name="Editable chart path">
            <a:extLst xmlns:a="http://schemas.openxmlformats.org/drawingml/2006/main">
              <a:ext uri="{FF2B5EF4-FFF2-40B4-BE49-F238E27FC236}">
                <a16:creationId xmlns:a16="http://schemas.microsoft.com/office/drawing/2014/main" id="{233F3E06-8E90-4F6E-B9AB-79322BFBC93C}"/>
              </a:ext>
            </a:extLst>
          </p:cNvPr>
          <p:cNvSpPr>
            <a:spLocks xmlns:a="http://schemas.openxmlformats.org/drawingml/2006/main" noGrp="1"/>
          </p:cNvSpPr>
          <p:nvPr/>
        </p:nvSpPr>
        <p:spPr>
          <a:xfrm xmlns:a="http://schemas.openxmlformats.org/drawingml/2006/main">
            <a:off x="7835391"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0" name="Editable chart path">
            <a:extLst xmlns:a="http://schemas.openxmlformats.org/drawingml/2006/main">
              <a:ext uri="{FF2B5EF4-FFF2-40B4-BE49-F238E27FC236}">
                <a16:creationId xmlns:a16="http://schemas.microsoft.com/office/drawing/2014/main" id="{9F8953A2-1AE7-4610-8F6D-2087FDD8FE28}"/>
              </a:ext>
            </a:extLst>
          </p:cNvPr>
          <p:cNvSpPr>
            <a:spLocks xmlns:a="http://schemas.openxmlformats.org/drawingml/2006/main" noGrp="1"/>
          </p:cNvSpPr>
          <p:nvPr/>
        </p:nvSpPr>
        <p:spPr>
          <a:xfrm xmlns:a="http://schemas.openxmlformats.org/drawingml/2006/main">
            <a:off x="7835391"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1" name="Editable chart path">
            <a:extLst xmlns:a="http://schemas.openxmlformats.org/drawingml/2006/main">
              <a:ext uri="{FF2B5EF4-FFF2-40B4-BE49-F238E27FC236}">
                <a16:creationId xmlns:a16="http://schemas.microsoft.com/office/drawing/2014/main" id="{C7B8661F-6735-4A14-B188-635A91AA4AB6}"/>
              </a:ext>
            </a:extLst>
          </p:cNvPr>
          <p:cNvSpPr>
            <a:spLocks xmlns:a="http://schemas.openxmlformats.org/drawingml/2006/main" noGrp="1"/>
          </p:cNvSpPr>
          <p:nvPr/>
        </p:nvSpPr>
        <p:spPr>
          <a:xfrm xmlns:a="http://schemas.openxmlformats.org/drawingml/2006/main">
            <a:off x="7835391"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2" name="Editable chart path">
            <a:extLst xmlns:a="http://schemas.openxmlformats.org/drawingml/2006/main">
              <a:ext uri="{FF2B5EF4-FFF2-40B4-BE49-F238E27FC236}">
                <a16:creationId xmlns:a16="http://schemas.microsoft.com/office/drawing/2014/main" id="{B0D5A415-B8CB-42B7-9542-CFD2DEC2ED06}"/>
              </a:ext>
            </a:extLst>
          </p:cNvPr>
          <p:cNvSpPr>
            <a:spLocks xmlns:a="http://schemas.openxmlformats.org/drawingml/2006/main" noGrp="1"/>
          </p:cNvSpPr>
          <p:nvPr/>
        </p:nvSpPr>
        <p:spPr>
          <a:xfrm xmlns:a="http://schemas.openxmlformats.org/drawingml/2006/main">
            <a:off x="7835391"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3" name="Editable chart path">
            <a:extLst xmlns:a="http://schemas.openxmlformats.org/drawingml/2006/main">
              <a:ext uri="{FF2B5EF4-FFF2-40B4-BE49-F238E27FC236}">
                <a16:creationId xmlns:a16="http://schemas.microsoft.com/office/drawing/2014/main" id="{9B39F348-3203-4B68-9489-FB19994231F7}"/>
              </a:ext>
            </a:extLst>
          </p:cNvPr>
          <p:cNvSpPr>
            <a:spLocks xmlns:a="http://schemas.openxmlformats.org/drawingml/2006/main" noGrp="1"/>
          </p:cNvSpPr>
          <p:nvPr/>
        </p:nvSpPr>
        <p:spPr>
          <a:xfrm xmlns:a="http://schemas.openxmlformats.org/drawingml/2006/main">
            <a:off x="7896283"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4" name="Editable chart path">
            <a:extLst xmlns:a="http://schemas.openxmlformats.org/drawingml/2006/main">
              <a:ext uri="{FF2B5EF4-FFF2-40B4-BE49-F238E27FC236}">
                <a16:creationId xmlns:a16="http://schemas.microsoft.com/office/drawing/2014/main" id="{15102264-8AA9-4909-83C0-C7DA31E20D58}"/>
              </a:ext>
            </a:extLst>
          </p:cNvPr>
          <p:cNvSpPr>
            <a:spLocks xmlns:a="http://schemas.openxmlformats.org/drawingml/2006/main" noGrp="1"/>
          </p:cNvSpPr>
          <p:nvPr/>
        </p:nvSpPr>
        <p:spPr>
          <a:xfrm xmlns:a="http://schemas.openxmlformats.org/drawingml/2006/main">
            <a:off x="7896283"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5" name="Editable chart path">
            <a:extLst xmlns:a="http://schemas.openxmlformats.org/drawingml/2006/main">
              <a:ext uri="{FF2B5EF4-FFF2-40B4-BE49-F238E27FC236}">
                <a16:creationId xmlns:a16="http://schemas.microsoft.com/office/drawing/2014/main" id="{A0E755AA-88C7-40CE-958B-2FFA595F2C05}"/>
              </a:ext>
            </a:extLst>
          </p:cNvPr>
          <p:cNvSpPr>
            <a:spLocks xmlns:a="http://schemas.openxmlformats.org/drawingml/2006/main" noGrp="1"/>
          </p:cNvSpPr>
          <p:nvPr/>
        </p:nvSpPr>
        <p:spPr>
          <a:xfrm xmlns:a="http://schemas.openxmlformats.org/drawingml/2006/main">
            <a:off x="7896283"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6" name="Editable chart path">
            <a:extLst xmlns:a="http://schemas.openxmlformats.org/drawingml/2006/main">
              <a:ext uri="{FF2B5EF4-FFF2-40B4-BE49-F238E27FC236}">
                <a16:creationId xmlns:a16="http://schemas.microsoft.com/office/drawing/2014/main" id="{44D624B4-3C51-4F03-95BA-E934645AB216}"/>
              </a:ext>
            </a:extLst>
          </p:cNvPr>
          <p:cNvSpPr>
            <a:spLocks xmlns:a="http://schemas.openxmlformats.org/drawingml/2006/main" noGrp="1"/>
          </p:cNvSpPr>
          <p:nvPr/>
        </p:nvSpPr>
        <p:spPr>
          <a:xfrm xmlns:a="http://schemas.openxmlformats.org/drawingml/2006/main">
            <a:off x="7896283"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7" name="Editable chart path">
            <a:extLst xmlns:a="http://schemas.openxmlformats.org/drawingml/2006/main">
              <a:ext uri="{FF2B5EF4-FFF2-40B4-BE49-F238E27FC236}">
                <a16:creationId xmlns:a16="http://schemas.microsoft.com/office/drawing/2014/main" id="{5ACA2F37-9418-4567-BAAF-DED3F1282451}"/>
              </a:ext>
            </a:extLst>
          </p:cNvPr>
          <p:cNvSpPr>
            <a:spLocks xmlns:a="http://schemas.openxmlformats.org/drawingml/2006/main" noGrp="1"/>
          </p:cNvSpPr>
          <p:nvPr/>
        </p:nvSpPr>
        <p:spPr>
          <a:xfrm xmlns:a="http://schemas.openxmlformats.org/drawingml/2006/main">
            <a:off x="7896283"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8" name="Editable chart path">
            <a:extLst xmlns:a="http://schemas.openxmlformats.org/drawingml/2006/main">
              <a:ext uri="{FF2B5EF4-FFF2-40B4-BE49-F238E27FC236}">
                <a16:creationId xmlns:a16="http://schemas.microsoft.com/office/drawing/2014/main" id="{B956425B-02F2-43FD-A9D4-47EF8DA7CE08}"/>
              </a:ext>
            </a:extLst>
          </p:cNvPr>
          <p:cNvSpPr>
            <a:spLocks xmlns:a="http://schemas.openxmlformats.org/drawingml/2006/main" noGrp="1"/>
          </p:cNvSpPr>
          <p:nvPr/>
        </p:nvSpPr>
        <p:spPr>
          <a:xfrm xmlns:a="http://schemas.openxmlformats.org/drawingml/2006/main">
            <a:off x="7896283"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79" name="Editable chart path">
            <a:extLst xmlns:a="http://schemas.openxmlformats.org/drawingml/2006/main">
              <a:ext uri="{FF2B5EF4-FFF2-40B4-BE49-F238E27FC236}">
                <a16:creationId xmlns:a16="http://schemas.microsoft.com/office/drawing/2014/main" id="{0E42BB49-C959-43C7-BB28-6E1E8D09B8E4}"/>
              </a:ext>
            </a:extLst>
          </p:cNvPr>
          <p:cNvSpPr>
            <a:spLocks xmlns:a="http://schemas.openxmlformats.org/drawingml/2006/main" noGrp="1"/>
          </p:cNvSpPr>
          <p:nvPr/>
        </p:nvSpPr>
        <p:spPr>
          <a:xfrm xmlns:a="http://schemas.openxmlformats.org/drawingml/2006/main">
            <a:off x="7896283"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0" name="Editable chart path">
            <a:extLst xmlns:a="http://schemas.openxmlformats.org/drawingml/2006/main">
              <a:ext uri="{FF2B5EF4-FFF2-40B4-BE49-F238E27FC236}">
                <a16:creationId xmlns:a16="http://schemas.microsoft.com/office/drawing/2014/main" id="{E7AFE40C-11F0-4592-A59C-E40E093CE7D8}"/>
              </a:ext>
            </a:extLst>
          </p:cNvPr>
          <p:cNvSpPr>
            <a:spLocks xmlns:a="http://schemas.openxmlformats.org/drawingml/2006/main" noGrp="1"/>
          </p:cNvSpPr>
          <p:nvPr/>
        </p:nvSpPr>
        <p:spPr>
          <a:xfrm xmlns:a="http://schemas.openxmlformats.org/drawingml/2006/main">
            <a:off x="7896283"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1" name="Editable chart path">
            <a:extLst xmlns:a="http://schemas.openxmlformats.org/drawingml/2006/main">
              <a:ext uri="{FF2B5EF4-FFF2-40B4-BE49-F238E27FC236}">
                <a16:creationId xmlns:a16="http://schemas.microsoft.com/office/drawing/2014/main" id="{37EF8836-CC3D-4A8F-BC61-95D1E27230D7}"/>
              </a:ext>
            </a:extLst>
          </p:cNvPr>
          <p:cNvSpPr>
            <a:spLocks xmlns:a="http://schemas.openxmlformats.org/drawingml/2006/main" noGrp="1"/>
          </p:cNvSpPr>
          <p:nvPr/>
        </p:nvSpPr>
        <p:spPr>
          <a:xfrm xmlns:a="http://schemas.openxmlformats.org/drawingml/2006/main">
            <a:off x="7896283"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2" name="Editable chart path">
            <a:extLst xmlns:a="http://schemas.openxmlformats.org/drawingml/2006/main">
              <a:ext uri="{FF2B5EF4-FFF2-40B4-BE49-F238E27FC236}">
                <a16:creationId xmlns:a16="http://schemas.microsoft.com/office/drawing/2014/main" id="{EDCBC642-0E00-44A4-AE0B-3F150006095E}"/>
              </a:ext>
            </a:extLst>
          </p:cNvPr>
          <p:cNvSpPr>
            <a:spLocks xmlns:a="http://schemas.openxmlformats.org/drawingml/2006/main" noGrp="1"/>
          </p:cNvSpPr>
          <p:nvPr/>
        </p:nvSpPr>
        <p:spPr>
          <a:xfrm xmlns:a="http://schemas.openxmlformats.org/drawingml/2006/main">
            <a:off x="7896283"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3" name="Editable chart path">
            <a:extLst xmlns:a="http://schemas.openxmlformats.org/drawingml/2006/main">
              <a:ext uri="{FF2B5EF4-FFF2-40B4-BE49-F238E27FC236}">
                <a16:creationId xmlns:a16="http://schemas.microsoft.com/office/drawing/2014/main" id="{F1DA5D2D-129B-4E3C-9972-C6740643867F}"/>
              </a:ext>
            </a:extLst>
          </p:cNvPr>
          <p:cNvSpPr>
            <a:spLocks xmlns:a="http://schemas.openxmlformats.org/drawingml/2006/main" noGrp="1"/>
          </p:cNvSpPr>
          <p:nvPr/>
        </p:nvSpPr>
        <p:spPr>
          <a:xfrm xmlns:a="http://schemas.openxmlformats.org/drawingml/2006/main">
            <a:off x="7957175"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4" name="Editable chart path">
            <a:extLst xmlns:a="http://schemas.openxmlformats.org/drawingml/2006/main">
              <a:ext uri="{FF2B5EF4-FFF2-40B4-BE49-F238E27FC236}">
                <a16:creationId xmlns:a16="http://schemas.microsoft.com/office/drawing/2014/main" id="{D5A07A2E-7F73-4657-8EB5-8A69CB93B3F9}"/>
              </a:ext>
            </a:extLst>
          </p:cNvPr>
          <p:cNvSpPr>
            <a:spLocks xmlns:a="http://schemas.openxmlformats.org/drawingml/2006/main" noGrp="1"/>
          </p:cNvSpPr>
          <p:nvPr/>
        </p:nvSpPr>
        <p:spPr>
          <a:xfrm xmlns:a="http://schemas.openxmlformats.org/drawingml/2006/main">
            <a:off x="7957175"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5" name="Editable chart path">
            <a:extLst xmlns:a="http://schemas.openxmlformats.org/drawingml/2006/main">
              <a:ext uri="{FF2B5EF4-FFF2-40B4-BE49-F238E27FC236}">
                <a16:creationId xmlns:a16="http://schemas.microsoft.com/office/drawing/2014/main" id="{F968CF02-5D20-4BC5-BE18-1B9AE37F7AA4}"/>
              </a:ext>
            </a:extLst>
          </p:cNvPr>
          <p:cNvSpPr>
            <a:spLocks xmlns:a="http://schemas.openxmlformats.org/drawingml/2006/main" noGrp="1"/>
          </p:cNvSpPr>
          <p:nvPr/>
        </p:nvSpPr>
        <p:spPr>
          <a:xfrm xmlns:a="http://schemas.openxmlformats.org/drawingml/2006/main">
            <a:off x="7957175"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6" name="Editable chart path">
            <a:extLst xmlns:a="http://schemas.openxmlformats.org/drawingml/2006/main">
              <a:ext uri="{FF2B5EF4-FFF2-40B4-BE49-F238E27FC236}">
                <a16:creationId xmlns:a16="http://schemas.microsoft.com/office/drawing/2014/main" id="{6423A842-7DAA-4BCD-B6A5-309DFB1D3F37}"/>
              </a:ext>
            </a:extLst>
          </p:cNvPr>
          <p:cNvSpPr>
            <a:spLocks xmlns:a="http://schemas.openxmlformats.org/drawingml/2006/main" noGrp="1"/>
          </p:cNvSpPr>
          <p:nvPr/>
        </p:nvSpPr>
        <p:spPr>
          <a:xfrm xmlns:a="http://schemas.openxmlformats.org/drawingml/2006/main">
            <a:off x="7957175"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7" name="Editable chart path">
            <a:extLst xmlns:a="http://schemas.openxmlformats.org/drawingml/2006/main">
              <a:ext uri="{FF2B5EF4-FFF2-40B4-BE49-F238E27FC236}">
                <a16:creationId xmlns:a16="http://schemas.microsoft.com/office/drawing/2014/main" id="{7D959768-FA6A-4485-B7E4-E8B3E6F05FBD}"/>
              </a:ext>
            </a:extLst>
          </p:cNvPr>
          <p:cNvSpPr>
            <a:spLocks xmlns:a="http://schemas.openxmlformats.org/drawingml/2006/main" noGrp="1"/>
          </p:cNvSpPr>
          <p:nvPr/>
        </p:nvSpPr>
        <p:spPr>
          <a:xfrm xmlns:a="http://schemas.openxmlformats.org/drawingml/2006/main">
            <a:off x="7957175"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8" name="Editable chart path">
            <a:extLst xmlns:a="http://schemas.openxmlformats.org/drawingml/2006/main">
              <a:ext uri="{FF2B5EF4-FFF2-40B4-BE49-F238E27FC236}">
                <a16:creationId xmlns:a16="http://schemas.microsoft.com/office/drawing/2014/main" id="{7E250755-DCA6-4FF8-BD63-635430C1FDF0}"/>
              </a:ext>
            </a:extLst>
          </p:cNvPr>
          <p:cNvSpPr>
            <a:spLocks xmlns:a="http://schemas.openxmlformats.org/drawingml/2006/main" noGrp="1"/>
          </p:cNvSpPr>
          <p:nvPr/>
        </p:nvSpPr>
        <p:spPr>
          <a:xfrm xmlns:a="http://schemas.openxmlformats.org/drawingml/2006/main">
            <a:off x="801806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89" name="Editable chart path">
            <a:extLst xmlns:a="http://schemas.openxmlformats.org/drawingml/2006/main">
              <a:ext uri="{FF2B5EF4-FFF2-40B4-BE49-F238E27FC236}">
                <a16:creationId xmlns:a16="http://schemas.microsoft.com/office/drawing/2014/main" id="{5E60D8F8-1C4F-4480-81A5-1A30B3CC0CA7}"/>
              </a:ext>
            </a:extLst>
          </p:cNvPr>
          <p:cNvSpPr>
            <a:spLocks xmlns:a="http://schemas.openxmlformats.org/drawingml/2006/main" noGrp="1"/>
          </p:cNvSpPr>
          <p:nvPr/>
        </p:nvSpPr>
        <p:spPr>
          <a:xfrm xmlns:a="http://schemas.openxmlformats.org/drawingml/2006/main">
            <a:off x="8018067"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0" name="Editable chart path">
            <a:extLst xmlns:a="http://schemas.openxmlformats.org/drawingml/2006/main">
              <a:ext uri="{FF2B5EF4-FFF2-40B4-BE49-F238E27FC236}">
                <a16:creationId xmlns:a16="http://schemas.microsoft.com/office/drawing/2014/main" id="{524B1A95-A68B-4B80-B585-1EB2A8123F9C}"/>
              </a:ext>
            </a:extLst>
          </p:cNvPr>
          <p:cNvSpPr>
            <a:spLocks xmlns:a="http://schemas.openxmlformats.org/drawingml/2006/main" noGrp="1"/>
          </p:cNvSpPr>
          <p:nvPr/>
        </p:nvSpPr>
        <p:spPr>
          <a:xfrm xmlns:a="http://schemas.openxmlformats.org/drawingml/2006/main">
            <a:off x="8018067"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1" name="Editable chart path">
            <a:extLst xmlns:a="http://schemas.openxmlformats.org/drawingml/2006/main">
              <a:ext uri="{FF2B5EF4-FFF2-40B4-BE49-F238E27FC236}">
                <a16:creationId xmlns:a16="http://schemas.microsoft.com/office/drawing/2014/main" id="{E2AC1698-3873-4990-90A7-7E63920F4B63}"/>
              </a:ext>
            </a:extLst>
          </p:cNvPr>
          <p:cNvSpPr>
            <a:spLocks xmlns:a="http://schemas.openxmlformats.org/drawingml/2006/main" noGrp="1"/>
          </p:cNvSpPr>
          <p:nvPr/>
        </p:nvSpPr>
        <p:spPr>
          <a:xfrm xmlns:a="http://schemas.openxmlformats.org/drawingml/2006/main">
            <a:off x="8018067"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2" name="Editable chart path">
            <a:extLst xmlns:a="http://schemas.openxmlformats.org/drawingml/2006/main">
              <a:ext uri="{FF2B5EF4-FFF2-40B4-BE49-F238E27FC236}">
                <a16:creationId xmlns:a16="http://schemas.microsoft.com/office/drawing/2014/main" id="{9F499154-025D-4CA5-90E9-0867E722FB59}"/>
              </a:ext>
            </a:extLst>
          </p:cNvPr>
          <p:cNvSpPr>
            <a:spLocks xmlns:a="http://schemas.openxmlformats.org/drawingml/2006/main" noGrp="1"/>
          </p:cNvSpPr>
          <p:nvPr/>
        </p:nvSpPr>
        <p:spPr>
          <a:xfrm xmlns:a="http://schemas.openxmlformats.org/drawingml/2006/main">
            <a:off x="807895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3" name="Editable chart path">
            <a:extLst xmlns:a="http://schemas.openxmlformats.org/drawingml/2006/main">
              <a:ext uri="{FF2B5EF4-FFF2-40B4-BE49-F238E27FC236}">
                <a16:creationId xmlns:a16="http://schemas.microsoft.com/office/drawing/2014/main" id="{3CDB32DE-F789-4C24-95D1-67F424F3E993}"/>
              </a:ext>
            </a:extLst>
          </p:cNvPr>
          <p:cNvSpPr>
            <a:spLocks xmlns:a="http://schemas.openxmlformats.org/drawingml/2006/main" noGrp="1"/>
          </p:cNvSpPr>
          <p:nvPr/>
        </p:nvSpPr>
        <p:spPr>
          <a:xfrm xmlns:a="http://schemas.openxmlformats.org/drawingml/2006/main">
            <a:off x="8078959"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4" name="Editable chart path">
            <a:extLst xmlns:a="http://schemas.openxmlformats.org/drawingml/2006/main">
              <a:ext uri="{FF2B5EF4-FFF2-40B4-BE49-F238E27FC236}">
                <a16:creationId xmlns:a16="http://schemas.microsoft.com/office/drawing/2014/main" id="{35124DB8-2FA3-42DB-B423-0C3A9B04D819}"/>
              </a:ext>
            </a:extLst>
          </p:cNvPr>
          <p:cNvSpPr>
            <a:spLocks xmlns:a="http://schemas.openxmlformats.org/drawingml/2006/main" noGrp="1"/>
          </p:cNvSpPr>
          <p:nvPr/>
        </p:nvSpPr>
        <p:spPr>
          <a:xfrm xmlns:a="http://schemas.openxmlformats.org/drawingml/2006/main">
            <a:off x="8078959"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5" name="Editable chart path">
            <a:extLst xmlns:a="http://schemas.openxmlformats.org/drawingml/2006/main">
              <a:ext uri="{FF2B5EF4-FFF2-40B4-BE49-F238E27FC236}">
                <a16:creationId xmlns:a16="http://schemas.microsoft.com/office/drawing/2014/main" id="{3FCBE762-C9A2-4D9E-8A17-2AFB6D2FA96D}"/>
              </a:ext>
            </a:extLst>
          </p:cNvPr>
          <p:cNvSpPr>
            <a:spLocks xmlns:a="http://schemas.openxmlformats.org/drawingml/2006/main" noGrp="1"/>
          </p:cNvSpPr>
          <p:nvPr/>
        </p:nvSpPr>
        <p:spPr>
          <a:xfrm xmlns:a="http://schemas.openxmlformats.org/drawingml/2006/main">
            <a:off x="8078959"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6" name="Editable chart path">
            <a:extLst xmlns:a="http://schemas.openxmlformats.org/drawingml/2006/main">
              <a:ext uri="{FF2B5EF4-FFF2-40B4-BE49-F238E27FC236}">
                <a16:creationId xmlns:a16="http://schemas.microsoft.com/office/drawing/2014/main" id="{B91F712B-ABE8-4E4F-A0C9-4C3FE03FD984}"/>
              </a:ext>
            </a:extLst>
          </p:cNvPr>
          <p:cNvSpPr>
            <a:spLocks xmlns:a="http://schemas.openxmlformats.org/drawingml/2006/main" noGrp="1"/>
          </p:cNvSpPr>
          <p:nvPr/>
        </p:nvSpPr>
        <p:spPr>
          <a:xfrm xmlns:a="http://schemas.openxmlformats.org/drawingml/2006/main">
            <a:off x="8078959"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7" name="Editable chart path">
            <a:extLst xmlns:a="http://schemas.openxmlformats.org/drawingml/2006/main">
              <a:ext uri="{FF2B5EF4-FFF2-40B4-BE49-F238E27FC236}">
                <a16:creationId xmlns:a16="http://schemas.microsoft.com/office/drawing/2014/main" id="{37EA9A53-3DE6-45DD-8068-9D56F06E479E}"/>
              </a:ext>
            </a:extLst>
          </p:cNvPr>
          <p:cNvSpPr>
            <a:spLocks xmlns:a="http://schemas.openxmlformats.org/drawingml/2006/main" noGrp="1"/>
          </p:cNvSpPr>
          <p:nvPr/>
        </p:nvSpPr>
        <p:spPr>
          <a:xfrm xmlns:a="http://schemas.openxmlformats.org/drawingml/2006/main">
            <a:off x="8139851"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8" name="Editable chart path">
            <a:extLst xmlns:a="http://schemas.openxmlformats.org/drawingml/2006/main">
              <a:ext uri="{FF2B5EF4-FFF2-40B4-BE49-F238E27FC236}">
                <a16:creationId xmlns:a16="http://schemas.microsoft.com/office/drawing/2014/main" id="{C70CC1B3-6ABA-4353-84F2-3502634B6C03}"/>
              </a:ext>
            </a:extLst>
          </p:cNvPr>
          <p:cNvSpPr>
            <a:spLocks xmlns:a="http://schemas.openxmlformats.org/drawingml/2006/main" noGrp="1"/>
          </p:cNvSpPr>
          <p:nvPr/>
        </p:nvSpPr>
        <p:spPr>
          <a:xfrm xmlns:a="http://schemas.openxmlformats.org/drawingml/2006/main">
            <a:off x="8139851"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299" name="Editable chart path">
            <a:extLst xmlns:a="http://schemas.openxmlformats.org/drawingml/2006/main">
              <a:ext uri="{FF2B5EF4-FFF2-40B4-BE49-F238E27FC236}">
                <a16:creationId xmlns:a16="http://schemas.microsoft.com/office/drawing/2014/main" id="{C55BA9C7-0722-4D3C-8118-DFE8B95DB5B3}"/>
              </a:ext>
            </a:extLst>
          </p:cNvPr>
          <p:cNvSpPr>
            <a:spLocks xmlns:a="http://schemas.openxmlformats.org/drawingml/2006/main" noGrp="1"/>
          </p:cNvSpPr>
          <p:nvPr/>
        </p:nvSpPr>
        <p:spPr>
          <a:xfrm xmlns:a="http://schemas.openxmlformats.org/drawingml/2006/main">
            <a:off x="8139851"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0" name="Editable chart path">
            <a:extLst xmlns:a="http://schemas.openxmlformats.org/drawingml/2006/main">
              <a:ext uri="{FF2B5EF4-FFF2-40B4-BE49-F238E27FC236}">
                <a16:creationId xmlns:a16="http://schemas.microsoft.com/office/drawing/2014/main" id="{6843D338-91E5-4C1C-A0BD-95F0B84AD3C0}"/>
              </a:ext>
            </a:extLst>
          </p:cNvPr>
          <p:cNvSpPr>
            <a:spLocks xmlns:a="http://schemas.openxmlformats.org/drawingml/2006/main" noGrp="1"/>
          </p:cNvSpPr>
          <p:nvPr/>
        </p:nvSpPr>
        <p:spPr>
          <a:xfrm xmlns:a="http://schemas.openxmlformats.org/drawingml/2006/main">
            <a:off x="8139851"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1" name="Editable chart path">
            <a:extLst xmlns:a="http://schemas.openxmlformats.org/drawingml/2006/main">
              <a:ext uri="{FF2B5EF4-FFF2-40B4-BE49-F238E27FC236}">
                <a16:creationId xmlns:a16="http://schemas.microsoft.com/office/drawing/2014/main" id="{CE37E5C5-E260-409E-A60A-78CA7E2F855C}"/>
              </a:ext>
            </a:extLst>
          </p:cNvPr>
          <p:cNvSpPr>
            <a:spLocks xmlns:a="http://schemas.openxmlformats.org/drawingml/2006/main" noGrp="1"/>
          </p:cNvSpPr>
          <p:nvPr/>
        </p:nvSpPr>
        <p:spPr>
          <a:xfrm xmlns:a="http://schemas.openxmlformats.org/drawingml/2006/main">
            <a:off x="8200742"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2" name="Editable chart path">
            <a:extLst xmlns:a="http://schemas.openxmlformats.org/drawingml/2006/main">
              <a:ext uri="{FF2B5EF4-FFF2-40B4-BE49-F238E27FC236}">
                <a16:creationId xmlns:a16="http://schemas.microsoft.com/office/drawing/2014/main" id="{8C0AC8F0-9EC5-4A79-AB5B-72364941B529}"/>
              </a:ext>
            </a:extLst>
          </p:cNvPr>
          <p:cNvSpPr>
            <a:spLocks xmlns:a="http://schemas.openxmlformats.org/drawingml/2006/main" noGrp="1"/>
          </p:cNvSpPr>
          <p:nvPr/>
        </p:nvSpPr>
        <p:spPr>
          <a:xfrm xmlns:a="http://schemas.openxmlformats.org/drawingml/2006/main">
            <a:off x="820074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3" name="Editable chart path">
            <a:extLst xmlns:a="http://schemas.openxmlformats.org/drawingml/2006/main">
              <a:ext uri="{FF2B5EF4-FFF2-40B4-BE49-F238E27FC236}">
                <a16:creationId xmlns:a16="http://schemas.microsoft.com/office/drawing/2014/main" id="{D4BFA9FE-EFDD-4B6E-8850-6C74D446ACF2}"/>
              </a:ext>
            </a:extLst>
          </p:cNvPr>
          <p:cNvSpPr>
            <a:spLocks xmlns:a="http://schemas.openxmlformats.org/drawingml/2006/main" noGrp="1"/>
          </p:cNvSpPr>
          <p:nvPr/>
        </p:nvSpPr>
        <p:spPr>
          <a:xfrm xmlns:a="http://schemas.openxmlformats.org/drawingml/2006/main">
            <a:off x="820074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4" name="Editable chart path">
            <a:extLst xmlns:a="http://schemas.openxmlformats.org/drawingml/2006/main">
              <a:ext uri="{FF2B5EF4-FFF2-40B4-BE49-F238E27FC236}">
                <a16:creationId xmlns:a16="http://schemas.microsoft.com/office/drawing/2014/main" id="{9A202107-B157-48A4-9520-DCAC5A6A5C9C}"/>
              </a:ext>
            </a:extLst>
          </p:cNvPr>
          <p:cNvSpPr>
            <a:spLocks xmlns:a="http://schemas.openxmlformats.org/drawingml/2006/main" noGrp="1"/>
          </p:cNvSpPr>
          <p:nvPr/>
        </p:nvSpPr>
        <p:spPr>
          <a:xfrm xmlns:a="http://schemas.openxmlformats.org/drawingml/2006/main">
            <a:off x="820074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5" name="Editable chart path">
            <a:extLst xmlns:a="http://schemas.openxmlformats.org/drawingml/2006/main">
              <a:ext uri="{FF2B5EF4-FFF2-40B4-BE49-F238E27FC236}">
                <a16:creationId xmlns:a16="http://schemas.microsoft.com/office/drawing/2014/main" id="{763130DB-56C8-4F9D-8B33-1A9AF05F8C3E}"/>
              </a:ext>
            </a:extLst>
          </p:cNvPr>
          <p:cNvSpPr>
            <a:spLocks xmlns:a="http://schemas.openxmlformats.org/drawingml/2006/main" noGrp="1"/>
          </p:cNvSpPr>
          <p:nvPr/>
        </p:nvSpPr>
        <p:spPr>
          <a:xfrm xmlns:a="http://schemas.openxmlformats.org/drawingml/2006/main">
            <a:off x="8200742"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6" name="Editable chart path">
            <a:extLst xmlns:a="http://schemas.openxmlformats.org/drawingml/2006/main">
              <a:ext uri="{FF2B5EF4-FFF2-40B4-BE49-F238E27FC236}">
                <a16:creationId xmlns:a16="http://schemas.microsoft.com/office/drawing/2014/main" id="{57769CB2-948F-43D5-951B-43715E822605}"/>
              </a:ext>
            </a:extLst>
          </p:cNvPr>
          <p:cNvSpPr>
            <a:spLocks xmlns:a="http://schemas.openxmlformats.org/drawingml/2006/main" noGrp="1"/>
          </p:cNvSpPr>
          <p:nvPr/>
        </p:nvSpPr>
        <p:spPr>
          <a:xfrm xmlns:a="http://schemas.openxmlformats.org/drawingml/2006/main">
            <a:off x="8200742"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7" name="Editable chart path">
            <a:extLst xmlns:a="http://schemas.openxmlformats.org/drawingml/2006/main">
              <a:ext uri="{FF2B5EF4-FFF2-40B4-BE49-F238E27FC236}">
                <a16:creationId xmlns:a16="http://schemas.microsoft.com/office/drawing/2014/main" id="{70767171-C21C-4EC6-8959-BED2F4C3FC02}"/>
              </a:ext>
            </a:extLst>
          </p:cNvPr>
          <p:cNvSpPr>
            <a:spLocks xmlns:a="http://schemas.openxmlformats.org/drawingml/2006/main" noGrp="1"/>
          </p:cNvSpPr>
          <p:nvPr/>
        </p:nvSpPr>
        <p:spPr>
          <a:xfrm xmlns:a="http://schemas.openxmlformats.org/drawingml/2006/main">
            <a:off x="8261634"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8" name="Editable chart path">
            <a:extLst xmlns:a="http://schemas.openxmlformats.org/drawingml/2006/main">
              <a:ext uri="{FF2B5EF4-FFF2-40B4-BE49-F238E27FC236}">
                <a16:creationId xmlns:a16="http://schemas.microsoft.com/office/drawing/2014/main" id="{26179117-10CC-4CCE-B13B-1E6E6D4C6130}"/>
              </a:ext>
            </a:extLst>
          </p:cNvPr>
          <p:cNvSpPr>
            <a:spLocks xmlns:a="http://schemas.openxmlformats.org/drawingml/2006/main" noGrp="1"/>
          </p:cNvSpPr>
          <p:nvPr/>
        </p:nvSpPr>
        <p:spPr>
          <a:xfrm xmlns:a="http://schemas.openxmlformats.org/drawingml/2006/main">
            <a:off x="826163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09" name="Editable chart path">
            <a:extLst xmlns:a="http://schemas.openxmlformats.org/drawingml/2006/main">
              <a:ext uri="{FF2B5EF4-FFF2-40B4-BE49-F238E27FC236}">
                <a16:creationId xmlns:a16="http://schemas.microsoft.com/office/drawing/2014/main" id="{AB33E131-8F4B-4300-966B-2CBCBB9320CD}"/>
              </a:ext>
            </a:extLst>
          </p:cNvPr>
          <p:cNvSpPr>
            <a:spLocks xmlns:a="http://schemas.openxmlformats.org/drawingml/2006/main" noGrp="1"/>
          </p:cNvSpPr>
          <p:nvPr/>
        </p:nvSpPr>
        <p:spPr>
          <a:xfrm xmlns:a="http://schemas.openxmlformats.org/drawingml/2006/main">
            <a:off x="8261634"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0" name="Editable chart path">
            <a:extLst xmlns:a="http://schemas.openxmlformats.org/drawingml/2006/main">
              <a:ext uri="{FF2B5EF4-FFF2-40B4-BE49-F238E27FC236}">
                <a16:creationId xmlns:a16="http://schemas.microsoft.com/office/drawing/2014/main" id="{57A37050-24A6-494C-9F2A-6F3E51683E47}"/>
              </a:ext>
            </a:extLst>
          </p:cNvPr>
          <p:cNvSpPr>
            <a:spLocks xmlns:a="http://schemas.openxmlformats.org/drawingml/2006/main" noGrp="1"/>
          </p:cNvSpPr>
          <p:nvPr/>
        </p:nvSpPr>
        <p:spPr>
          <a:xfrm xmlns:a="http://schemas.openxmlformats.org/drawingml/2006/main">
            <a:off x="8261634"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1" name="Editable chart path">
            <a:extLst xmlns:a="http://schemas.openxmlformats.org/drawingml/2006/main">
              <a:ext uri="{FF2B5EF4-FFF2-40B4-BE49-F238E27FC236}">
                <a16:creationId xmlns:a16="http://schemas.microsoft.com/office/drawing/2014/main" id="{AFD6DCB7-2AC3-43C3-B74F-B473CA03DDF8}"/>
              </a:ext>
            </a:extLst>
          </p:cNvPr>
          <p:cNvSpPr>
            <a:spLocks xmlns:a="http://schemas.openxmlformats.org/drawingml/2006/main" noGrp="1"/>
          </p:cNvSpPr>
          <p:nvPr/>
        </p:nvSpPr>
        <p:spPr>
          <a:xfrm xmlns:a="http://schemas.openxmlformats.org/drawingml/2006/main">
            <a:off x="8261634"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2" name="Editable chart path">
            <a:extLst xmlns:a="http://schemas.openxmlformats.org/drawingml/2006/main">
              <a:ext uri="{FF2B5EF4-FFF2-40B4-BE49-F238E27FC236}">
                <a16:creationId xmlns:a16="http://schemas.microsoft.com/office/drawing/2014/main" id="{4F04A0B6-0FBB-4237-80A2-CFC4D4797013}"/>
              </a:ext>
            </a:extLst>
          </p:cNvPr>
          <p:cNvSpPr>
            <a:spLocks xmlns:a="http://schemas.openxmlformats.org/drawingml/2006/main" noGrp="1"/>
          </p:cNvSpPr>
          <p:nvPr/>
        </p:nvSpPr>
        <p:spPr>
          <a:xfrm xmlns:a="http://schemas.openxmlformats.org/drawingml/2006/main">
            <a:off x="832252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3" name="Editable chart path">
            <a:extLst xmlns:a="http://schemas.openxmlformats.org/drawingml/2006/main">
              <a:ext uri="{FF2B5EF4-FFF2-40B4-BE49-F238E27FC236}">
                <a16:creationId xmlns:a16="http://schemas.microsoft.com/office/drawing/2014/main" id="{3962FF55-5D2F-41E2-B794-DD96467A147E}"/>
              </a:ext>
            </a:extLst>
          </p:cNvPr>
          <p:cNvSpPr>
            <a:spLocks xmlns:a="http://schemas.openxmlformats.org/drawingml/2006/main" noGrp="1"/>
          </p:cNvSpPr>
          <p:nvPr/>
        </p:nvSpPr>
        <p:spPr>
          <a:xfrm xmlns:a="http://schemas.openxmlformats.org/drawingml/2006/main">
            <a:off x="832252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4" name="Editable chart path">
            <a:extLst xmlns:a="http://schemas.openxmlformats.org/drawingml/2006/main">
              <a:ext uri="{FF2B5EF4-FFF2-40B4-BE49-F238E27FC236}">
                <a16:creationId xmlns:a16="http://schemas.microsoft.com/office/drawing/2014/main" id="{0F0A172B-24AE-4D36-B6C2-12348A2BD05E}"/>
              </a:ext>
            </a:extLst>
          </p:cNvPr>
          <p:cNvSpPr>
            <a:spLocks xmlns:a="http://schemas.openxmlformats.org/drawingml/2006/main" noGrp="1"/>
          </p:cNvSpPr>
          <p:nvPr/>
        </p:nvSpPr>
        <p:spPr>
          <a:xfrm xmlns:a="http://schemas.openxmlformats.org/drawingml/2006/main">
            <a:off x="8322526"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5" name="Editable chart path">
            <a:extLst xmlns:a="http://schemas.openxmlformats.org/drawingml/2006/main">
              <a:ext uri="{FF2B5EF4-FFF2-40B4-BE49-F238E27FC236}">
                <a16:creationId xmlns:a16="http://schemas.microsoft.com/office/drawing/2014/main" id="{3CA515AF-7238-4D51-8157-A331543FD3CB}"/>
              </a:ext>
            </a:extLst>
          </p:cNvPr>
          <p:cNvSpPr>
            <a:spLocks xmlns:a="http://schemas.openxmlformats.org/drawingml/2006/main" noGrp="1"/>
          </p:cNvSpPr>
          <p:nvPr/>
        </p:nvSpPr>
        <p:spPr>
          <a:xfrm xmlns:a="http://schemas.openxmlformats.org/drawingml/2006/main">
            <a:off x="8383418"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6" name="Editable chart path">
            <a:extLst xmlns:a="http://schemas.openxmlformats.org/drawingml/2006/main">
              <a:ext uri="{FF2B5EF4-FFF2-40B4-BE49-F238E27FC236}">
                <a16:creationId xmlns:a16="http://schemas.microsoft.com/office/drawing/2014/main" id="{D02AA530-5D5B-403C-BB93-5BA716D2A980}"/>
              </a:ext>
            </a:extLst>
          </p:cNvPr>
          <p:cNvSpPr>
            <a:spLocks xmlns:a="http://schemas.openxmlformats.org/drawingml/2006/main" noGrp="1"/>
          </p:cNvSpPr>
          <p:nvPr/>
        </p:nvSpPr>
        <p:spPr>
          <a:xfrm xmlns:a="http://schemas.openxmlformats.org/drawingml/2006/main">
            <a:off x="8383418"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7" name="Editable chart path">
            <a:extLst xmlns:a="http://schemas.openxmlformats.org/drawingml/2006/main">
              <a:ext uri="{FF2B5EF4-FFF2-40B4-BE49-F238E27FC236}">
                <a16:creationId xmlns:a16="http://schemas.microsoft.com/office/drawing/2014/main" id="{A7BE99B2-A993-44B4-B750-9F2CB9C1BAD1}"/>
              </a:ext>
            </a:extLst>
          </p:cNvPr>
          <p:cNvSpPr>
            <a:spLocks xmlns:a="http://schemas.openxmlformats.org/drawingml/2006/main" noGrp="1"/>
          </p:cNvSpPr>
          <p:nvPr/>
        </p:nvSpPr>
        <p:spPr>
          <a:xfrm xmlns:a="http://schemas.openxmlformats.org/drawingml/2006/main">
            <a:off x="8383418"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8" name="Editable chart path">
            <a:extLst xmlns:a="http://schemas.openxmlformats.org/drawingml/2006/main">
              <a:ext uri="{FF2B5EF4-FFF2-40B4-BE49-F238E27FC236}">
                <a16:creationId xmlns:a16="http://schemas.microsoft.com/office/drawing/2014/main" id="{5182256B-D2F6-49E9-9B68-0A0384C3ED85}"/>
              </a:ext>
            </a:extLst>
          </p:cNvPr>
          <p:cNvSpPr>
            <a:spLocks xmlns:a="http://schemas.openxmlformats.org/drawingml/2006/main" noGrp="1"/>
          </p:cNvSpPr>
          <p:nvPr/>
        </p:nvSpPr>
        <p:spPr>
          <a:xfrm xmlns:a="http://schemas.openxmlformats.org/drawingml/2006/main">
            <a:off x="8383418"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19" name="Editable chart path">
            <a:extLst xmlns:a="http://schemas.openxmlformats.org/drawingml/2006/main">
              <a:ext uri="{FF2B5EF4-FFF2-40B4-BE49-F238E27FC236}">
                <a16:creationId xmlns:a16="http://schemas.microsoft.com/office/drawing/2014/main" id="{6323A1E3-B9BF-42B0-9D21-D0363D89ADF2}"/>
              </a:ext>
            </a:extLst>
          </p:cNvPr>
          <p:cNvSpPr>
            <a:spLocks xmlns:a="http://schemas.openxmlformats.org/drawingml/2006/main" noGrp="1"/>
          </p:cNvSpPr>
          <p:nvPr/>
        </p:nvSpPr>
        <p:spPr>
          <a:xfrm xmlns:a="http://schemas.openxmlformats.org/drawingml/2006/main">
            <a:off x="8383418"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0" name="Editable chart path">
            <a:extLst xmlns:a="http://schemas.openxmlformats.org/drawingml/2006/main">
              <a:ext uri="{FF2B5EF4-FFF2-40B4-BE49-F238E27FC236}">
                <a16:creationId xmlns:a16="http://schemas.microsoft.com/office/drawing/2014/main" id="{2884A010-F5F6-43E5-9979-F2FE69AE39A8}"/>
              </a:ext>
            </a:extLst>
          </p:cNvPr>
          <p:cNvSpPr>
            <a:spLocks xmlns:a="http://schemas.openxmlformats.org/drawingml/2006/main" noGrp="1"/>
          </p:cNvSpPr>
          <p:nvPr/>
        </p:nvSpPr>
        <p:spPr>
          <a:xfrm xmlns:a="http://schemas.openxmlformats.org/drawingml/2006/main">
            <a:off x="8383418"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1" name="Editable chart path">
            <a:extLst xmlns:a="http://schemas.openxmlformats.org/drawingml/2006/main">
              <a:ext uri="{FF2B5EF4-FFF2-40B4-BE49-F238E27FC236}">
                <a16:creationId xmlns:a16="http://schemas.microsoft.com/office/drawing/2014/main" id="{6CABB60F-DEC2-48CC-BCBF-C98FA3F24426}"/>
              </a:ext>
            </a:extLst>
          </p:cNvPr>
          <p:cNvSpPr>
            <a:spLocks xmlns:a="http://schemas.openxmlformats.org/drawingml/2006/main" noGrp="1"/>
          </p:cNvSpPr>
          <p:nvPr/>
        </p:nvSpPr>
        <p:spPr>
          <a:xfrm xmlns:a="http://schemas.openxmlformats.org/drawingml/2006/main">
            <a:off x="8383418"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2" name="Editable chart path">
            <a:extLst xmlns:a="http://schemas.openxmlformats.org/drawingml/2006/main">
              <a:ext uri="{FF2B5EF4-FFF2-40B4-BE49-F238E27FC236}">
                <a16:creationId xmlns:a16="http://schemas.microsoft.com/office/drawing/2014/main" id="{32B10A0B-3C6E-4851-B865-595A3E4F2190}"/>
              </a:ext>
            </a:extLst>
          </p:cNvPr>
          <p:cNvSpPr>
            <a:spLocks xmlns:a="http://schemas.openxmlformats.org/drawingml/2006/main" noGrp="1"/>
          </p:cNvSpPr>
          <p:nvPr/>
        </p:nvSpPr>
        <p:spPr>
          <a:xfrm xmlns:a="http://schemas.openxmlformats.org/drawingml/2006/main">
            <a:off x="8444310"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3" name="Editable chart path">
            <a:extLst xmlns:a="http://schemas.openxmlformats.org/drawingml/2006/main">
              <a:ext uri="{FF2B5EF4-FFF2-40B4-BE49-F238E27FC236}">
                <a16:creationId xmlns:a16="http://schemas.microsoft.com/office/drawing/2014/main" id="{1A1AD326-2636-4BDE-A5D0-DB2ADEC70AB7}"/>
              </a:ext>
            </a:extLst>
          </p:cNvPr>
          <p:cNvSpPr>
            <a:spLocks xmlns:a="http://schemas.openxmlformats.org/drawingml/2006/main" noGrp="1"/>
          </p:cNvSpPr>
          <p:nvPr/>
        </p:nvSpPr>
        <p:spPr>
          <a:xfrm xmlns:a="http://schemas.openxmlformats.org/drawingml/2006/main">
            <a:off x="8444310"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4" name="Editable chart path">
            <a:extLst xmlns:a="http://schemas.openxmlformats.org/drawingml/2006/main">
              <a:ext uri="{FF2B5EF4-FFF2-40B4-BE49-F238E27FC236}">
                <a16:creationId xmlns:a16="http://schemas.microsoft.com/office/drawing/2014/main" id="{2D2EA216-D65D-4DF6-A7BD-E8BD82C05AB2}"/>
              </a:ext>
            </a:extLst>
          </p:cNvPr>
          <p:cNvSpPr>
            <a:spLocks xmlns:a="http://schemas.openxmlformats.org/drawingml/2006/main" noGrp="1"/>
          </p:cNvSpPr>
          <p:nvPr/>
        </p:nvSpPr>
        <p:spPr>
          <a:xfrm xmlns:a="http://schemas.openxmlformats.org/drawingml/2006/main">
            <a:off x="8444310"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5" name="Editable chart path">
            <a:extLst xmlns:a="http://schemas.openxmlformats.org/drawingml/2006/main">
              <a:ext uri="{FF2B5EF4-FFF2-40B4-BE49-F238E27FC236}">
                <a16:creationId xmlns:a16="http://schemas.microsoft.com/office/drawing/2014/main" id="{F3805414-EA54-4DC4-AF03-D2D9E3B9DE9C}"/>
              </a:ext>
            </a:extLst>
          </p:cNvPr>
          <p:cNvSpPr>
            <a:spLocks xmlns:a="http://schemas.openxmlformats.org/drawingml/2006/main" noGrp="1"/>
          </p:cNvSpPr>
          <p:nvPr/>
        </p:nvSpPr>
        <p:spPr>
          <a:xfrm xmlns:a="http://schemas.openxmlformats.org/drawingml/2006/main">
            <a:off x="8444310"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6" name="Editable chart path">
            <a:extLst xmlns:a="http://schemas.openxmlformats.org/drawingml/2006/main">
              <a:ext uri="{FF2B5EF4-FFF2-40B4-BE49-F238E27FC236}">
                <a16:creationId xmlns:a16="http://schemas.microsoft.com/office/drawing/2014/main" id="{7957B849-9EFF-4A8C-A504-F6D788613104}"/>
              </a:ext>
            </a:extLst>
          </p:cNvPr>
          <p:cNvSpPr>
            <a:spLocks xmlns:a="http://schemas.openxmlformats.org/drawingml/2006/main" noGrp="1"/>
          </p:cNvSpPr>
          <p:nvPr/>
        </p:nvSpPr>
        <p:spPr>
          <a:xfrm xmlns:a="http://schemas.openxmlformats.org/drawingml/2006/main">
            <a:off x="8444310"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7" name="Editable chart path">
            <a:extLst xmlns:a="http://schemas.openxmlformats.org/drawingml/2006/main">
              <a:ext uri="{FF2B5EF4-FFF2-40B4-BE49-F238E27FC236}">
                <a16:creationId xmlns:a16="http://schemas.microsoft.com/office/drawing/2014/main" id="{731235DB-BC6C-4C49-BDF5-3855DFA34727}"/>
              </a:ext>
            </a:extLst>
          </p:cNvPr>
          <p:cNvSpPr>
            <a:spLocks xmlns:a="http://schemas.openxmlformats.org/drawingml/2006/main" noGrp="1"/>
          </p:cNvSpPr>
          <p:nvPr/>
        </p:nvSpPr>
        <p:spPr>
          <a:xfrm xmlns:a="http://schemas.openxmlformats.org/drawingml/2006/main">
            <a:off x="8444310"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8" name="Editable chart path">
            <a:extLst xmlns:a="http://schemas.openxmlformats.org/drawingml/2006/main">
              <a:ext uri="{FF2B5EF4-FFF2-40B4-BE49-F238E27FC236}">
                <a16:creationId xmlns:a16="http://schemas.microsoft.com/office/drawing/2014/main" id="{A4494270-BF24-4FAE-A382-224E2F790E71}"/>
              </a:ext>
            </a:extLst>
          </p:cNvPr>
          <p:cNvSpPr>
            <a:spLocks xmlns:a="http://schemas.openxmlformats.org/drawingml/2006/main" noGrp="1"/>
          </p:cNvSpPr>
          <p:nvPr/>
        </p:nvSpPr>
        <p:spPr>
          <a:xfrm xmlns:a="http://schemas.openxmlformats.org/drawingml/2006/main">
            <a:off x="8444310"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29" name="Editable chart path">
            <a:extLst xmlns:a="http://schemas.openxmlformats.org/drawingml/2006/main">
              <a:ext uri="{FF2B5EF4-FFF2-40B4-BE49-F238E27FC236}">
                <a16:creationId xmlns:a16="http://schemas.microsoft.com/office/drawing/2014/main" id="{5C0B976A-DD99-49A1-8735-7447D78EFAAF}"/>
              </a:ext>
            </a:extLst>
          </p:cNvPr>
          <p:cNvSpPr>
            <a:spLocks xmlns:a="http://schemas.openxmlformats.org/drawingml/2006/main" noGrp="1"/>
          </p:cNvSpPr>
          <p:nvPr/>
        </p:nvSpPr>
        <p:spPr>
          <a:xfrm xmlns:a="http://schemas.openxmlformats.org/drawingml/2006/main">
            <a:off x="8444310"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0" name="Editable chart path">
            <a:extLst xmlns:a="http://schemas.openxmlformats.org/drawingml/2006/main">
              <a:ext uri="{FF2B5EF4-FFF2-40B4-BE49-F238E27FC236}">
                <a16:creationId xmlns:a16="http://schemas.microsoft.com/office/drawing/2014/main" id="{E053F0A9-7CEF-4835-9DC6-023503970BF8}"/>
              </a:ext>
            </a:extLst>
          </p:cNvPr>
          <p:cNvSpPr>
            <a:spLocks xmlns:a="http://schemas.openxmlformats.org/drawingml/2006/main" noGrp="1"/>
          </p:cNvSpPr>
          <p:nvPr/>
        </p:nvSpPr>
        <p:spPr>
          <a:xfrm xmlns:a="http://schemas.openxmlformats.org/drawingml/2006/main">
            <a:off x="8505202"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1" name="Editable chart path">
            <a:extLst xmlns:a="http://schemas.openxmlformats.org/drawingml/2006/main">
              <a:ext uri="{FF2B5EF4-FFF2-40B4-BE49-F238E27FC236}">
                <a16:creationId xmlns:a16="http://schemas.microsoft.com/office/drawing/2014/main" id="{6737B6EA-7337-4195-B260-AA7A7FDB08F7}"/>
              </a:ext>
            </a:extLst>
          </p:cNvPr>
          <p:cNvSpPr>
            <a:spLocks xmlns:a="http://schemas.openxmlformats.org/drawingml/2006/main" noGrp="1"/>
          </p:cNvSpPr>
          <p:nvPr/>
        </p:nvSpPr>
        <p:spPr>
          <a:xfrm xmlns:a="http://schemas.openxmlformats.org/drawingml/2006/main">
            <a:off x="850520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2" name="Editable chart path">
            <a:extLst xmlns:a="http://schemas.openxmlformats.org/drawingml/2006/main">
              <a:ext uri="{FF2B5EF4-FFF2-40B4-BE49-F238E27FC236}">
                <a16:creationId xmlns:a16="http://schemas.microsoft.com/office/drawing/2014/main" id="{4D55FD21-1979-4AE8-9E43-31588BB670C5}"/>
              </a:ext>
            </a:extLst>
          </p:cNvPr>
          <p:cNvSpPr>
            <a:spLocks xmlns:a="http://schemas.openxmlformats.org/drawingml/2006/main" noGrp="1"/>
          </p:cNvSpPr>
          <p:nvPr/>
        </p:nvSpPr>
        <p:spPr>
          <a:xfrm xmlns:a="http://schemas.openxmlformats.org/drawingml/2006/main">
            <a:off x="850520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3" name="Editable chart path">
            <a:extLst xmlns:a="http://schemas.openxmlformats.org/drawingml/2006/main">
              <a:ext uri="{FF2B5EF4-FFF2-40B4-BE49-F238E27FC236}">
                <a16:creationId xmlns:a16="http://schemas.microsoft.com/office/drawing/2014/main" id="{3ADAE008-136E-42A3-907C-CBF69D35A026}"/>
              </a:ext>
            </a:extLst>
          </p:cNvPr>
          <p:cNvSpPr>
            <a:spLocks xmlns:a="http://schemas.openxmlformats.org/drawingml/2006/main" noGrp="1"/>
          </p:cNvSpPr>
          <p:nvPr/>
        </p:nvSpPr>
        <p:spPr>
          <a:xfrm xmlns:a="http://schemas.openxmlformats.org/drawingml/2006/main">
            <a:off x="850520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4" name="Editable chart path">
            <a:extLst xmlns:a="http://schemas.openxmlformats.org/drawingml/2006/main">
              <a:ext uri="{FF2B5EF4-FFF2-40B4-BE49-F238E27FC236}">
                <a16:creationId xmlns:a16="http://schemas.microsoft.com/office/drawing/2014/main" id="{FD5B152E-EB42-4703-9FD0-7AB403107320}"/>
              </a:ext>
            </a:extLst>
          </p:cNvPr>
          <p:cNvSpPr>
            <a:spLocks xmlns:a="http://schemas.openxmlformats.org/drawingml/2006/main" noGrp="1"/>
          </p:cNvSpPr>
          <p:nvPr/>
        </p:nvSpPr>
        <p:spPr>
          <a:xfrm xmlns:a="http://schemas.openxmlformats.org/drawingml/2006/main">
            <a:off x="850520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5" name="Editable chart path">
            <a:extLst xmlns:a="http://schemas.openxmlformats.org/drawingml/2006/main">
              <a:ext uri="{FF2B5EF4-FFF2-40B4-BE49-F238E27FC236}">
                <a16:creationId xmlns:a16="http://schemas.microsoft.com/office/drawing/2014/main" id="{766CE619-EB85-4C56-8405-8CF46439F8BA}"/>
              </a:ext>
            </a:extLst>
          </p:cNvPr>
          <p:cNvSpPr>
            <a:spLocks xmlns:a="http://schemas.openxmlformats.org/drawingml/2006/main" noGrp="1"/>
          </p:cNvSpPr>
          <p:nvPr/>
        </p:nvSpPr>
        <p:spPr>
          <a:xfrm xmlns:a="http://schemas.openxmlformats.org/drawingml/2006/main">
            <a:off x="850520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6" name="Editable chart path">
            <a:extLst xmlns:a="http://schemas.openxmlformats.org/drawingml/2006/main">
              <a:ext uri="{FF2B5EF4-FFF2-40B4-BE49-F238E27FC236}">
                <a16:creationId xmlns:a16="http://schemas.microsoft.com/office/drawing/2014/main" id="{B0E02E96-D7CA-4161-A4F7-7AAE557C6719}"/>
              </a:ext>
            </a:extLst>
          </p:cNvPr>
          <p:cNvSpPr>
            <a:spLocks xmlns:a="http://schemas.openxmlformats.org/drawingml/2006/main" noGrp="1"/>
          </p:cNvSpPr>
          <p:nvPr/>
        </p:nvSpPr>
        <p:spPr>
          <a:xfrm xmlns:a="http://schemas.openxmlformats.org/drawingml/2006/main">
            <a:off x="850520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7" name="Editable chart path">
            <a:extLst xmlns:a="http://schemas.openxmlformats.org/drawingml/2006/main">
              <a:ext uri="{FF2B5EF4-FFF2-40B4-BE49-F238E27FC236}">
                <a16:creationId xmlns:a16="http://schemas.microsoft.com/office/drawing/2014/main" id="{372CF172-42A2-47E3-A768-678CAFAFB900}"/>
              </a:ext>
            </a:extLst>
          </p:cNvPr>
          <p:cNvSpPr>
            <a:spLocks xmlns:a="http://schemas.openxmlformats.org/drawingml/2006/main" noGrp="1"/>
          </p:cNvSpPr>
          <p:nvPr/>
        </p:nvSpPr>
        <p:spPr>
          <a:xfrm xmlns:a="http://schemas.openxmlformats.org/drawingml/2006/main">
            <a:off x="8505202"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8" name="Editable chart path">
            <a:extLst xmlns:a="http://schemas.openxmlformats.org/drawingml/2006/main">
              <a:ext uri="{FF2B5EF4-FFF2-40B4-BE49-F238E27FC236}">
                <a16:creationId xmlns:a16="http://schemas.microsoft.com/office/drawing/2014/main" id="{B2F579B4-06A9-44B8-9098-9E37B6403B59}"/>
              </a:ext>
            </a:extLst>
          </p:cNvPr>
          <p:cNvSpPr>
            <a:spLocks xmlns:a="http://schemas.openxmlformats.org/drawingml/2006/main" noGrp="1"/>
          </p:cNvSpPr>
          <p:nvPr/>
        </p:nvSpPr>
        <p:spPr>
          <a:xfrm xmlns:a="http://schemas.openxmlformats.org/drawingml/2006/main">
            <a:off x="8505202"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39" name="Editable chart path">
            <a:extLst xmlns:a="http://schemas.openxmlformats.org/drawingml/2006/main">
              <a:ext uri="{FF2B5EF4-FFF2-40B4-BE49-F238E27FC236}">
                <a16:creationId xmlns:a16="http://schemas.microsoft.com/office/drawing/2014/main" id="{4B5F6135-DF89-45EB-906B-6470B932B973}"/>
              </a:ext>
            </a:extLst>
          </p:cNvPr>
          <p:cNvSpPr>
            <a:spLocks xmlns:a="http://schemas.openxmlformats.org/drawingml/2006/main" noGrp="1"/>
          </p:cNvSpPr>
          <p:nvPr/>
        </p:nvSpPr>
        <p:spPr>
          <a:xfrm xmlns:a="http://schemas.openxmlformats.org/drawingml/2006/main">
            <a:off x="8505202"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0" name="Editable chart path">
            <a:extLst xmlns:a="http://schemas.openxmlformats.org/drawingml/2006/main">
              <a:ext uri="{FF2B5EF4-FFF2-40B4-BE49-F238E27FC236}">
                <a16:creationId xmlns:a16="http://schemas.microsoft.com/office/drawing/2014/main" id="{4DDA7F7C-C178-49E4-B047-6174C3DC1746}"/>
              </a:ext>
            </a:extLst>
          </p:cNvPr>
          <p:cNvSpPr>
            <a:spLocks xmlns:a="http://schemas.openxmlformats.org/drawingml/2006/main" noGrp="1"/>
          </p:cNvSpPr>
          <p:nvPr/>
        </p:nvSpPr>
        <p:spPr>
          <a:xfrm xmlns:a="http://schemas.openxmlformats.org/drawingml/2006/main">
            <a:off x="8566094"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1" name="Editable chart path">
            <a:extLst xmlns:a="http://schemas.openxmlformats.org/drawingml/2006/main">
              <a:ext uri="{FF2B5EF4-FFF2-40B4-BE49-F238E27FC236}">
                <a16:creationId xmlns:a16="http://schemas.microsoft.com/office/drawing/2014/main" id="{429D435E-DC0B-42EB-AE10-E368CEC3F6CE}"/>
              </a:ext>
            </a:extLst>
          </p:cNvPr>
          <p:cNvSpPr>
            <a:spLocks xmlns:a="http://schemas.openxmlformats.org/drawingml/2006/main" noGrp="1"/>
          </p:cNvSpPr>
          <p:nvPr/>
        </p:nvSpPr>
        <p:spPr>
          <a:xfrm xmlns:a="http://schemas.openxmlformats.org/drawingml/2006/main">
            <a:off x="8566094"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2" name="Editable chart path">
            <a:extLst xmlns:a="http://schemas.openxmlformats.org/drawingml/2006/main">
              <a:ext uri="{FF2B5EF4-FFF2-40B4-BE49-F238E27FC236}">
                <a16:creationId xmlns:a16="http://schemas.microsoft.com/office/drawing/2014/main" id="{7C0B2C19-4FCC-44C6-B2C9-9A2FF1DB69C3}"/>
              </a:ext>
            </a:extLst>
          </p:cNvPr>
          <p:cNvSpPr>
            <a:spLocks xmlns:a="http://schemas.openxmlformats.org/drawingml/2006/main" noGrp="1"/>
          </p:cNvSpPr>
          <p:nvPr/>
        </p:nvSpPr>
        <p:spPr>
          <a:xfrm xmlns:a="http://schemas.openxmlformats.org/drawingml/2006/main">
            <a:off x="8566094"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3" name="Editable chart path">
            <a:extLst xmlns:a="http://schemas.openxmlformats.org/drawingml/2006/main">
              <a:ext uri="{FF2B5EF4-FFF2-40B4-BE49-F238E27FC236}">
                <a16:creationId xmlns:a16="http://schemas.microsoft.com/office/drawing/2014/main" id="{565BB035-BB67-4B60-9276-82FC2260138E}"/>
              </a:ext>
            </a:extLst>
          </p:cNvPr>
          <p:cNvSpPr>
            <a:spLocks xmlns:a="http://schemas.openxmlformats.org/drawingml/2006/main" noGrp="1"/>
          </p:cNvSpPr>
          <p:nvPr/>
        </p:nvSpPr>
        <p:spPr>
          <a:xfrm xmlns:a="http://schemas.openxmlformats.org/drawingml/2006/main">
            <a:off x="856609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4" name="Editable chart path">
            <a:extLst xmlns:a="http://schemas.openxmlformats.org/drawingml/2006/main">
              <a:ext uri="{FF2B5EF4-FFF2-40B4-BE49-F238E27FC236}">
                <a16:creationId xmlns:a16="http://schemas.microsoft.com/office/drawing/2014/main" id="{1C4C1DFE-6DFF-4727-8EA3-661B659AA3BC}"/>
              </a:ext>
            </a:extLst>
          </p:cNvPr>
          <p:cNvSpPr>
            <a:spLocks xmlns:a="http://schemas.openxmlformats.org/drawingml/2006/main" noGrp="1"/>
          </p:cNvSpPr>
          <p:nvPr/>
        </p:nvSpPr>
        <p:spPr>
          <a:xfrm xmlns:a="http://schemas.openxmlformats.org/drawingml/2006/main">
            <a:off x="8566094"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5" name="Editable chart path">
            <a:extLst xmlns:a="http://schemas.openxmlformats.org/drawingml/2006/main">
              <a:ext uri="{FF2B5EF4-FFF2-40B4-BE49-F238E27FC236}">
                <a16:creationId xmlns:a16="http://schemas.microsoft.com/office/drawing/2014/main" id="{F7E7649E-DCF6-43E4-BCA8-9665A8073EAE}"/>
              </a:ext>
            </a:extLst>
          </p:cNvPr>
          <p:cNvSpPr>
            <a:spLocks xmlns:a="http://schemas.openxmlformats.org/drawingml/2006/main" noGrp="1"/>
          </p:cNvSpPr>
          <p:nvPr/>
        </p:nvSpPr>
        <p:spPr>
          <a:xfrm xmlns:a="http://schemas.openxmlformats.org/drawingml/2006/main">
            <a:off x="8566094"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6" name="Editable chart path">
            <a:extLst xmlns:a="http://schemas.openxmlformats.org/drawingml/2006/main">
              <a:ext uri="{FF2B5EF4-FFF2-40B4-BE49-F238E27FC236}">
                <a16:creationId xmlns:a16="http://schemas.microsoft.com/office/drawing/2014/main" id="{6A997CE6-4417-4104-83F1-4EBE890A63DD}"/>
              </a:ext>
            </a:extLst>
          </p:cNvPr>
          <p:cNvSpPr>
            <a:spLocks xmlns:a="http://schemas.openxmlformats.org/drawingml/2006/main" noGrp="1"/>
          </p:cNvSpPr>
          <p:nvPr/>
        </p:nvSpPr>
        <p:spPr>
          <a:xfrm xmlns:a="http://schemas.openxmlformats.org/drawingml/2006/main">
            <a:off x="8566094"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7" name="Editable chart path">
            <a:extLst xmlns:a="http://schemas.openxmlformats.org/drawingml/2006/main">
              <a:ext uri="{FF2B5EF4-FFF2-40B4-BE49-F238E27FC236}">
                <a16:creationId xmlns:a16="http://schemas.microsoft.com/office/drawing/2014/main" id="{55B1AFC5-7156-4503-83EF-87BE97A3AB55}"/>
              </a:ext>
            </a:extLst>
          </p:cNvPr>
          <p:cNvSpPr>
            <a:spLocks xmlns:a="http://schemas.openxmlformats.org/drawingml/2006/main" noGrp="1"/>
          </p:cNvSpPr>
          <p:nvPr/>
        </p:nvSpPr>
        <p:spPr>
          <a:xfrm xmlns:a="http://schemas.openxmlformats.org/drawingml/2006/main">
            <a:off x="8626986"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8" name="Editable chart path">
            <a:extLst xmlns:a="http://schemas.openxmlformats.org/drawingml/2006/main">
              <a:ext uri="{FF2B5EF4-FFF2-40B4-BE49-F238E27FC236}">
                <a16:creationId xmlns:a16="http://schemas.microsoft.com/office/drawing/2014/main" id="{BDE4AAF6-3D3C-4DDA-9142-8A589A2EF7F9}"/>
              </a:ext>
            </a:extLst>
          </p:cNvPr>
          <p:cNvSpPr>
            <a:spLocks xmlns:a="http://schemas.openxmlformats.org/drawingml/2006/main" noGrp="1"/>
          </p:cNvSpPr>
          <p:nvPr/>
        </p:nvSpPr>
        <p:spPr>
          <a:xfrm xmlns:a="http://schemas.openxmlformats.org/drawingml/2006/main">
            <a:off x="8626986"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49" name="Editable chart path">
            <a:extLst xmlns:a="http://schemas.openxmlformats.org/drawingml/2006/main">
              <a:ext uri="{FF2B5EF4-FFF2-40B4-BE49-F238E27FC236}">
                <a16:creationId xmlns:a16="http://schemas.microsoft.com/office/drawing/2014/main" id="{7A2515A8-CB47-409C-A1AA-745407CC9BCD}"/>
              </a:ext>
            </a:extLst>
          </p:cNvPr>
          <p:cNvSpPr>
            <a:spLocks xmlns:a="http://schemas.openxmlformats.org/drawingml/2006/main" noGrp="1"/>
          </p:cNvSpPr>
          <p:nvPr/>
        </p:nvSpPr>
        <p:spPr>
          <a:xfrm xmlns:a="http://schemas.openxmlformats.org/drawingml/2006/main">
            <a:off x="8626986"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0" name="Editable chart path">
            <a:extLst xmlns:a="http://schemas.openxmlformats.org/drawingml/2006/main">
              <a:ext uri="{FF2B5EF4-FFF2-40B4-BE49-F238E27FC236}">
                <a16:creationId xmlns:a16="http://schemas.microsoft.com/office/drawing/2014/main" id="{9D6C21A0-C99F-4F4C-B019-35319CDB1ADB}"/>
              </a:ext>
            </a:extLst>
          </p:cNvPr>
          <p:cNvSpPr>
            <a:spLocks xmlns:a="http://schemas.openxmlformats.org/drawingml/2006/main" noGrp="1"/>
          </p:cNvSpPr>
          <p:nvPr/>
        </p:nvSpPr>
        <p:spPr>
          <a:xfrm xmlns:a="http://schemas.openxmlformats.org/drawingml/2006/main">
            <a:off x="8626986"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1" name="Editable chart path">
            <a:extLst xmlns:a="http://schemas.openxmlformats.org/drawingml/2006/main">
              <a:ext uri="{FF2B5EF4-FFF2-40B4-BE49-F238E27FC236}">
                <a16:creationId xmlns:a16="http://schemas.microsoft.com/office/drawing/2014/main" id="{0BE73700-3456-4AEE-8167-90AEB32040BC}"/>
              </a:ext>
            </a:extLst>
          </p:cNvPr>
          <p:cNvSpPr>
            <a:spLocks xmlns:a="http://schemas.openxmlformats.org/drawingml/2006/main" noGrp="1"/>
          </p:cNvSpPr>
          <p:nvPr/>
        </p:nvSpPr>
        <p:spPr>
          <a:xfrm xmlns:a="http://schemas.openxmlformats.org/drawingml/2006/main">
            <a:off x="8626986"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2" name="Editable chart path">
            <a:extLst xmlns:a="http://schemas.openxmlformats.org/drawingml/2006/main">
              <a:ext uri="{FF2B5EF4-FFF2-40B4-BE49-F238E27FC236}">
                <a16:creationId xmlns:a16="http://schemas.microsoft.com/office/drawing/2014/main" id="{2691846B-D0ED-4D0D-9599-DD6FD8409D39}"/>
              </a:ext>
            </a:extLst>
          </p:cNvPr>
          <p:cNvSpPr>
            <a:spLocks xmlns:a="http://schemas.openxmlformats.org/drawingml/2006/main" noGrp="1"/>
          </p:cNvSpPr>
          <p:nvPr/>
        </p:nvSpPr>
        <p:spPr>
          <a:xfrm xmlns:a="http://schemas.openxmlformats.org/drawingml/2006/main">
            <a:off x="8626986"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3" name="Editable chart path">
            <a:extLst xmlns:a="http://schemas.openxmlformats.org/drawingml/2006/main">
              <a:ext uri="{FF2B5EF4-FFF2-40B4-BE49-F238E27FC236}">
                <a16:creationId xmlns:a16="http://schemas.microsoft.com/office/drawing/2014/main" id="{B0475F0B-A7D1-419A-AF9F-B29F7ADE592F}"/>
              </a:ext>
            </a:extLst>
          </p:cNvPr>
          <p:cNvSpPr>
            <a:spLocks xmlns:a="http://schemas.openxmlformats.org/drawingml/2006/main" noGrp="1"/>
          </p:cNvSpPr>
          <p:nvPr/>
        </p:nvSpPr>
        <p:spPr>
          <a:xfrm xmlns:a="http://schemas.openxmlformats.org/drawingml/2006/main">
            <a:off x="8687877"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4" name="Editable chart path">
            <a:extLst xmlns:a="http://schemas.openxmlformats.org/drawingml/2006/main">
              <a:ext uri="{FF2B5EF4-FFF2-40B4-BE49-F238E27FC236}">
                <a16:creationId xmlns:a16="http://schemas.microsoft.com/office/drawing/2014/main" id="{E155650E-9CE4-4852-AF14-E8D28BF866B6}"/>
              </a:ext>
            </a:extLst>
          </p:cNvPr>
          <p:cNvSpPr>
            <a:spLocks xmlns:a="http://schemas.openxmlformats.org/drawingml/2006/main" noGrp="1"/>
          </p:cNvSpPr>
          <p:nvPr/>
        </p:nvSpPr>
        <p:spPr>
          <a:xfrm xmlns:a="http://schemas.openxmlformats.org/drawingml/2006/main">
            <a:off x="8687877"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5" name="Editable chart path">
            <a:extLst xmlns:a="http://schemas.openxmlformats.org/drawingml/2006/main">
              <a:ext uri="{FF2B5EF4-FFF2-40B4-BE49-F238E27FC236}">
                <a16:creationId xmlns:a16="http://schemas.microsoft.com/office/drawing/2014/main" id="{A0C34002-ABD5-46C0-832E-078837CD1F82}"/>
              </a:ext>
            </a:extLst>
          </p:cNvPr>
          <p:cNvSpPr>
            <a:spLocks xmlns:a="http://schemas.openxmlformats.org/drawingml/2006/main" noGrp="1"/>
          </p:cNvSpPr>
          <p:nvPr/>
        </p:nvSpPr>
        <p:spPr>
          <a:xfrm xmlns:a="http://schemas.openxmlformats.org/drawingml/2006/main">
            <a:off x="8687877"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6" name="Editable chart path">
            <a:extLst xmlns:a="http://schemas.openxmlformats.org/drawingml/2006/main">
              <a:ext uri="{FF2B5EF4-FFF2-40B4-BE49-F238E27FC236}">
                <a16:creationId xmlns:a16="http://schemas.microsoft.com/office/drawing/2014/main" id="{351410FC-B0D9-4203-B822-740251945E23}"/>
              </a:ext>
            </a:extLst>
          </p:cNvPr>
          <p:cNvSpPr>
            <a:spLocks xmlns:a="http://schemas.openxmlformats.org/drawingml/2006/main" noGrp="1"/>
          </p:cNvSpPr>
          <p:nvPr/>
        </p:nvSpPr>
        <p:spPr>
          <a:xfrm xmlns:a="http://schemas.openxmlformats.org/drawingml/2006/main">
            <a:off x="8687877"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7" name="Editable chart path">
            <a:extLst xmlns:a="http://schemas.openxmlformats.org/drawingml/2006/main">
              <a:ext uri="{FF2B5EF4-FFF2-40B4-BE49-F238E27FC236}">
                <a16:creationId xmlns:a16="http://schemas.microsoft.com/office/drawing/2014/main" id="{FB4044B9-25FC-4342-BF19-EDD12DF23800}"/>
              </a:ext>
            </a:extLst>
          </p:cNvPr>
          <p:cNvSpPr>
            <a:spLocks xmlns:a="http://schemas.openxmlformats.org/drawingml/2006/main" noGrp="1"/>
          </p:cNvSpPr>
          <p:nvPr/>
        </p:nvSpPr>
        <p:spPr>
          <a:xfrm xmlns:a="http://schemas.openxmlformats.org/drawingml/2006/main">
            <a:off x="8748769"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8" name="Editable chart path">
            <a:extLst xmlns:a="http://schemas.openxmlformats.org/drawingml/2006/main">
              <a:ext uri="{FF2B5EF4-FFF2-40B4-BE49-F238E27FC236}">
                <a16:creationId xmlns:a16="http://schemas.microsoft.com/office/drawing/2014/main" id="{42A5793A-504D-473E-9567-07E93DCF6350}"/>
              </a:ext>
            </a:extLst>
          </p:cNvPr>
          <p:cNvSpPr>
            <a:spLocks xmlns:a="http://schemas.openxmlformats.org/drawingml/2006/main" noGrp="1"/>
          </p:cNvSpPr>
          <p:nvPr/>
        </p:nvSpPr>
        <p:spPr>
          <a:xfrm xmlns:a="http://schemas.openxmlformats.org/drawingml/2006/main">
            <a:off x="8809661"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59" name="Editable chart path">
            <a:extLst xmlns:a="http://schemas.openxmlformats.org/drawingml/2006/main">
              <a:ext uri="{FF2B5EF4-FFF2-40B4-BE49-F238E27FC236}">
                <a16:creationId xmlns:a16="http://schemas.microsoft.com/office/drawing/2014/main" id="{B8F92D70-451F-4A4D-8995-49BB9DAA9D7A}"/>
              </a:ext>
            </a:extLst>
          </p:cNvPr>
          <p:cNvSpPr>
            <a:spLocks xmlns:a="http://schemas.openxmlformats.org/drawingml/2006/main" noGrp="1"/>
          </p:cNvSpPr>
          <p:nvPr/>
        </p:nvSpPr>
        <p:spPr>
          <a:xfrm xmlns:a="http://schemas.openxmlformats.org/drawingml/2006/main">
            <a:off x="8809661"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0" name="Editable chart path">
            <a:extLst xmlns:a="http://schemas.openxmlformats.org/drawingml/2006/main">
              <a:ext uri="{FF2B5EF4-FFF2-40B4-BE49-F238E27FC236}">
                <a16:creationId xmlns:a16="http://schemas.microsoft.com/office/drawing/2014/main" id="{E204B69A-DB86-49FF-B87D-EAB3F6458168}"/>
              </a:ext>
            </a:extLst>
          </p:cNvPr>
          <p:cNvSpPr>
            <a:spLocks xmlns:a="http://schemas.openxmlformats.org/drawingml/2006/main" noGrp="1"/>
          </p:cNvSpPr>
          <p:nvPr/>
        </p:nvSpPr>
        <p:spPr>
          <a:xfrm xmlns:a="http://schemas.openxmlformats.org/drawingml/2006/main">
            <a:off x="8809661"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1" name="Editable chart path">
            <a:extLst xmlns:a="http://schemas.openxmlformats.org/drawingml/2006/main">
              <a:ext uri="{FF2B5EF4-FFF2-40B4-BE49-F238E27FC236}">
                <a16:creationId xmlns:a16="http://schemas.microsoft.com/office/drawing/2014/main" id="{294EA39B-D459-4C9A-849B-A23B412BDEE4}"/>
              </a:ext>
            </a:extLst>
          </p:cNvPr>
          <p:cNvSpPr>
            <a:spLocks xmlns:a="http://schemas.openxmlformats.org/drawingml/2006/main" noGrp="1"/>
          </p:cNvSpPr>
          <p:nvPr/>
        </p:nvSpPr>
        <p:spPr>
          <a:xfrm xmlns:a="http://schemas.openxmlformats.org/drawingml/2006/main">
            <a:off x="8809661"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2" name="Editable chart path">
            <a:extLst xmlns:a="http://schemas.openxmlformats.org/drawingml/2006/main">
              <a:ext uri="{FF2B5EF4-FFF2-40B4-BE49-F238E27FC236}">
                <a16:creationId xmlns:a16="http://schemas.microsoft.com/office/drawing/2014/main" id="{1F8F0B2C-01B8-4A4A-96F5-96CA22C66E80}"/>
              </a:ext>
            </a:extLst>
          </p:cNvPr>
          <p:cNvSpPr>
            <a:spLocks xmlns:a="http://schemas.openxmlformats.org/drawingml/2006/main" noGrp="1"/>
          </p:cNvSpPr>
          <p:nvPr/>
        </p:nvSpPr>
        <p:spPr>
          <a:xfrm xmlns:a="http://schemas.openxmlformats.org/drawingml/2006/main">
            <a:off x="8870553"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3" name="Editable chart path">
            <a:extLst xmlns:a="http://schemas.openxmlformats.org/drawingml/2006/main">
              <a:ext uri="{FF2B5EF4-FFF2-40B4-BE49-F238E27FC236}">
                <a16:creationId xmlns:a16="http://schemas.microsoft.com/office/drawing/2014/main" id="{08966422-F8A0-4536-AF9B-AFB4944864CA}"/>
              </a:ext>
            </a:extLst>
          </p:cNvPr>
          <p:cNvSpPr>
            <a:spLocks xmlns:a="http://schemas.openxmlformats.org/drawingml/2006/main" noGrp="1"/>
          </p:cNvSpPr>
          <p:nvPr/>
        </p:nvSpPr>
        <p:spPr>
          <a:xfrm xmlns:a="http://schemas.openxmlformats.org/drawingml/2006/main">
            <a:off x="8870553"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4" name="Editable chart path">
            <a:extLst xmlns:a="http://schemas.openxmlformats.org/drawingml/2006/main">
              <a:ext uri="{FF2B5EF4-FFF2-40B4-BE49-F238E27FC236}">
                <a16:creationId xmlns:a16="http://schemas.microsoft.com/office/drawing/2014/main" id="{2EE45FB2-47B8-4346-963C-306F55BBC3EC}"/>
              </a:ext>
            </a:extLst>
          </p:cNvPr>
          <p:cNvSpPr>
            <a:spLocks xmlns:a="http://schemas.openxmlformats.org/drawingml/2006/main" noGrp="1"/>
          </p:cNvSpPr>
          <p:nvPr/>
        </p:nvSpPr>
        <p:spPr>
          <a:xfrm xmlns:a="http://schemas.openxmlformats.org/drawingml/2006/main">
            <a:off x="8870553"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5" name="Editable chart path">
            <a:extLst xmlns:a="http://schemas.openxmlformats.org/drawingml/2006/main">
              <a:ext uri="{FF2B5EF4-FFF2-40B4-BE49-F238E27FC236}">
                <a16:creationId xmlns:a16="http://schemas.microsoft.com/office/drawing/2014/main" id="{9FCE1B5D-B4D1-41C8-9CC9-BB0F35D84BE0}"/>
              </a:ext>
            </a:extLst>
          </p:cNvPr>
          <p:cNvSpPr>
            <a:spLocks xmlns:a="http://schemas.openxmlformats.org/drawingml/2006/main" noGrp="1"/>
          </p:cNvSpPr>
          <p:nvPr/>
        </p:nvSpPr>
        <p:spPr>
          <a:xfrm xmlns:a="http://schemas.openxmlformats.org/drawingml/2006/main">
            <a:off x="8870553"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6" name="Editable chart path">
            <a:extLst xmlns:a="http://schemas.openxmlformats.org/drawingml/2006/main">
              <a:ext uri="{FF2B5EF4-FFF2-40B4-BE49-F238E27FC236}">
                <a16:creationId xmlns:a16="http://schemas.microsoft.com/office/drawing/2014/main" id="{615F0BCF-D28A-41BC-BBB3-7A3B95B19EBA}"/>
              </a:ext>
            </a:extLst>
          </p:cNvPr>
          <p:cNvSpPr>
            <a:spLocks xmlns:a="http://schemas.openxmlformats.org/drawingml/2006/main" noGrp="1"/>
          </p:cNvSpPr>
          <p:nvPr/>
        </p:nvSpPr>
        <p:spPr>
          <a:xfrm xmlns:a="http://schemas.openxmlformats.org/drawingml/2006/main">
            <a:off x="8870553"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7" name="Editable chart path">
            <a:extLst xmlns:a="http://schemas.openxmlformats.org/drawingml/2006/main">
              <a:ext uri="{FF2B5EF4-FFF2-40B4-BE49-F238E27FC236}">
                <a16:creationId xmlns:a16="http://schemas.microsoft.com/office/drawing/2014/main" id="{76A548B6-6672-4E39-91B8-01AF6285C262}"/>
              </a:ext>
            </a:extLst>
          </p:cNvPr>
          <p:cNvSpPr>
            <a:spLocks xmlns:a="http://schemas.openxmlformats.org/drawingml/2006/main" noGrp="1"/>
          </p:cNvSpPr>
          <p:nvPr/>
        </p:nvSpPr>
        <p:spPr>
          <a:xfrm xmlns:a="http://schemas.openxmlformats.org/drawingml/2006/main">
            <a:off x="8931445"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8" name="Editable chart path">
            <a:extLst xmlns:a="http://schemas.openxmlformats.org/drawingml/2006/main">
              <a:ext uri="{FF2B5EF4-FFF2-40B4-BE49-F238E27FC236}">
                <a16:creationId xmlns:a16="http://schemas.microsoft.com/office/drawing/2014/main" id="{CCD0B3FC-7D51-4BF4-A568-67E6F9F2C1F8}"/>
              </a:ext>
            </a:extLst>
          </p:cNvPr>
          <p:cNvSpPr>
            <a:spLocks xmlns:a="http://schemas.openxmlformats.org/drawingml/2006/main" noGrp="1"/>
          </p:cNvSpPr>
          <p:nvPr/>
        </p:nvSpPr>
        <p:spPr>
          <a:xfrm xmlns:a="http://schemas.openxmlformats.org/drawingml/2006/main">
            <a:off x="8931445"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69" name="Editable chart path">
            <a:extLst xmlns:a="http://schemas.openxmlformats.org/drawingml/2006/main">
              <a:ext uri="{FF2B5EF4-FFF2-40B4-BE49-F238E27FC236}">
                <a16:creationId xmlns:a16="http://schemas.microsoft.com/office/drawing/2014/main" id="{3E95B5D7-F19E-42CC-BD4D-C4802FCC3D47}"/>
              </a:ext>
            </a:extLst>
          </p:cNvPr>
          <p:cNvSpPr>
            <a:spLocks xmlns:a="http://schemas.openxmlformats.org/drawingml/2006/main" noGrp="1"/>
          </p:cNvSpPr>
          <p:nvPr/>
        </p:nvSpPr>
        <p:spPr>
          <a:xfrm xmlns:a="http://schemas.openxmlformats.org/drawingml/2006/main">
            <a:off x="8931445"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0" name="Editable chart path">
            <a:extLst xmlns:a="http://schemas.openxmlformats.org/drawingml/2006/main">
              <a:ext uri="{FF2B5EF4-FFF2-40B4-BE49-F238E27FC236}">
                <a16:creationId xmlns:a16="http://schemas.microsoft.com/office/drawing/2014/main" id="{A5E25EFD-62E3-4029-BCA0-A4BFBB752E7A}"/>
              </a:ext>
            </a:extLst>
          </p:cNvPr>
          <p:cNvSpPr>
            <a:spLocks xmlns:a="http://schemas.openxmlformats.org/drawingml/2006/main" noGrp="1"/>
          </p:cNvSpPr>
          <p:nvPr/>
        </p:nvSpPr>
        <p:spPr>
          <a:xfrm xmlns:a="http://schemas.openxmlformats.org/drawingml/2006/main">
            <a:off x="8992337"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1" name="Editable chart path">
            <a:extLst xmlns:a="http://schemas.openxmlformats.org/drawingml/2006/main">
              <a:ext uri="{FF2B5EF4-FFF2-40B4-BE49-F238E27FC236}">
                <a16:creationId xmlns:a16="http://schemas.microsoft.com/office/drawing/2014/main" id="{660404E6-467A-409C-8B3D-855C72DD1E14}"/>
              </a:ext>
            </a:extLst>
          </p:cNvPr>
          <p:cNvSpPr>
            <a:spLocks xmlns:a="http://schemas.openxmlformats.org/drawingml/2006/main" noGrp="1"/>
          </p:cNvSpPr>
          <p:nvPr/>
        </p:nvSpPr>
        <p:spPr>
          <a:xfrm xmlns:a="http://schemas.openxmlformats.org/drawingml/2006/main">
            <a:off x="911412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2" name="Editable chart path">
            <a:extLst xmlns:a="http://schemas.openxmlformats.org/drawingml/2006/main">
              <a:ext uri="{FF2B5EF4-FFF2-40B4-BE49-F238E27FC236}">
                <a16:creationId xmlns:a16="http://schemas.microsoft.com/office/drawing/2014/main" id="{506A4738-6B7A-45C4-8006-0319276F1FA2}"/>
              </a:ext>
            </a:extLst>
          </p:cNvPr>
          <p:cNvSpPr>
            <a:spLocks xmlns:a="http://schemas.openxmlformats.org/drawingml/2006/main" noGrp="1"/>
          </p:cNvSpPr>
          <p:nvPr/>
        </p:nvSpPr>
        <p:spPr>
          <a:xfrm xmlns:a="http://schemas.openxmlformats.org/drawingml/2006/main">
            <a:off x="911412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3" name="Editable chart path">
            <a:extLst xmlns:a="http://schemas.openxmlformats.org/drawingml/2006/main">
              <a:ext uri="{FF2B5EF4-FFF2-40B4-BE49-F238E27FC236}">
                <a16:creationId xmlns:a16="http://schemas.microsoft.com/office/drawing/2014/main" id="{C4CF85B4-59DE-4ED8-AD86-ACFCE556AD74}"/>
              </a:ext>
            </a:extLst>
          </p:cNvPr>
          <p:cNvSpPr>
            <a:spLocks xmlns:a="http://schemas.openxmlformats.org/drawingml/2006/main" noGrp="1"/>
          </p:cNvSpPr>
          <p:nvPr/>
        </p:nvSpPr>
        <p:spPr>
          <a:xfrm xmlns:a="http://schemas.openxmlformats.org/drawingml/2006/main">
            <a:off x="911412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4" name="Editable chart path">
            <a:extLst xmlns:a="http://schemas.openxmlformats.org/drawingml/2006/main">
              <a:ext uri="{FF2B5EF4-FFF2-40B4-BE49-F238E27FC236}">
                <a16:creationId xmlns:a16="http://schemas.microsoft.com/office/drawing/2014/main" id="{7D0402BA-7F0B-41B3-AA10-CCEBAA4CE6E0}"/>
              </a:ext>
            </a:extLst>
          </p:cNvPr>
          <p:cNvSpPr>
            <a:spLocks xmlns:a="http://schemas.openxmlformats.org/drawingml/2006/main" noGrp="1"/>
          </p:cNvSpPr>
          <p:nvPr/>
        </p:nvSpPr>
        <p:spPr>
          <a:xfrm xmlns:a="http://schemas.openxmlformats.org/drawingml/2006/main">
            <a:off x="9114121"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5" name="Editable chart path">
            <a:extLst xmlns:a="http://schemas.openxmlformats.org/drawingml/2006/main">
              <a:ext uri="{FF2B5EF4-FFF2-40B4-BE49-F238E27FC236}">
                <a16:creationId xmlns:a16="http://schemas.microsoft.com/office/drawing/2014/main" id="{34280AB8-A51B-414F-A1A1-8D403955F0CA}"/>
              </a:ext>
            </a:extLst>
          </p:cNvPr>
          <p:cNvSpPr>
            <a:spLocks xmlns:a="http://schemas.openxmlformats.org/drawingml/2006/main" noGrp="1"/>
          </p:cNvSpPr>
          <p:nvPr/>
        </p:nvSpPr>
        <p:spPr>
          <a:xfrm xmlns:a="http://schemas.openxmlformats.org/drawingml/2006/main">
            <a:off x="917501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6" name="Editable chart path">
            <a:extLst xmlns:a="http://schemas.openxmlformats.org/drawingml/2006/main">
              <a:ext uri="{FF2B5EF4-FFF2-40B4-BE49-F238E27FC236}">
                <a16:creationId xmlns:a16="http://schemas.microsoft.com/office/drawing/2014/main" id="{D976C5C1-C6F7-4A9D-BC43-59903E20B684}"/>
              </a:ext>
            </a:extLst>
          </p:cNvPr>
          <p:cNvSpPr>
            <a:spLocks xmlns:a="http://schemas.openxmlformats.org/drawingml/2006/main" noGrp="1"/>
          </p:cNvSpPr>
          <p:nvPr/>
        </p:nvSpPr>
        <p:spPr>
          <a:xfrm xmlns:a="http://schemas.openxmlformats.org/drawingml/2006/main">
            <a:off x="917501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7" name="Editable chart path">
            <a:extLst xmlns:a="http://schemas.openxmlformats.org/drawingml/2006/main">
              <a:ext uri="{FF2B5EF4-FFF2-40B4-BE49-F238E27FC236}">
                <a16:creationId xmlns:a16="http://schemas.microsoft.com/office/drawing/2014/main" id="{4D3B6256-CAC6-4357-B7C3-40902ED339A7}"/>
              </a:ext>
            </a:extLst>
          </p:cNvPr>
          <p:cNvSpPr>
            <a:spLocks xmlns:a="http://schemas.openxmlformats.org/drawingml/2006/main" noGrp="1"/>
          </p:cNvSpPr>
          <p:nvPr/>
        </p:nvSpPr>
        <p:spPr>
          <a:xfrm xmlns:a="http://schemas.openxmlformats.org/drawingml/2006/main">
            <a:off x="917501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8" name="Editable chart path">
            <a:extLst xmlns:a="http://schemas.openxmlformats.org/drawingml/2006/main">
              <a:ext uri="{FF2B5EF4-FFF2-40B4-BE49-F238E27FC236}">
                <a16:creationId xmlns:a16="http://schemas.microsoft.com/office/drawing/2014/main" id="{B1DC08FA-0419-4022-9098-812D715408EC}"/>
              </a:ext>
            </a:extLst>
          </p:cNvPr>
          <p:cNvSpPr>
            <a:spLocks xmlns:a="http://schemas.openxmlformats.org/drawingml/2006/main" noGrp="1"/>
          </p:cNvSpPr>
          <p:nvPr/>
        </p:nvSpPr>
        <p:spPr>
          <a:xfrm xmlns:a="http://schemas.openxmlformats.org/drawingml/2006/main">
            <a:off x="917501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79" name="Editable chart path">
            <a:extLst xmlns:a="http://schemas.openxmlformats.org/drawingml/2006/main">
              <a:ext uri="{FF2B5EF4-FFF2-40B4-BE49-F238E27FC236}">
                <a16:creationId xmlns:a16="http://schemas.microsoft.com/office/drawing/2014/main" id="{01FCC1DF-A008-4E2A-B5C5-C76DE21EDA16}"/>
              </a:ext>
            </a:extLst>
          </p:cNvPr>
          <p:cNvSpPr>
            <a:spLocks xmlns:a="http://schemas.openxmlformats.org/drawingml/2006/main" noGrp="1"/>
          </p:cNvSpPr>
          <p:nvPr/>
        </p:nvSpPr>
        <p:spPr>
          <a:xfrm xmlns:a="http://schemas.openxmlformats.org/drawingml/2006/main">
            <a:off x="917501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0" name="Editable chart path">
            <a:extLst xmlns:a="http://schemas.openxmlformats.org/drawingml/2006/main">
              <a:ext uri="{FF2B5EF4-FFF2-40B4-BE49-F238E27FC236}">
                <a16:creationId xmlns:a16="http://schemas.microsoft.com/office/drawing/2014/main" id="{BAAF5C0A-5ACF-4434-913E-28A61026FA25}"/>
              </a:ext>
            </a:extLst>
          </p:cNvPr>
          <p:cNvSpPr>
            <a:spLocks xmlns:a="http://schemas.openxmlformats.org/drawingml/2006/main" noGrp="1"/>
          </p:cNvSpPr>
          <p:nvPr/>
        </p:nvSpPr>
        <p:spPr>
          <a:xfrm xmlns:a="http://schemas.openxmlformats.org/drawingml/2006/main">
            <a:off x="917501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1" name="Editable chart path">
            <a:extLst xmlns:a="http://schemas.openxmlformats.org/drawingml/2006/main">
              <a:ext uri="{FF2B5EF4-FFF2-40B4-BE49-F238E27FC236}">
                <a16:creationId xmlns:a16="http://schemas.microsoft.com/office/drawing/2014/main" id="{A5099934-6DE0-4C3B-B736-46D607892024}"/>
              </a:ext>
            </a:extLst>
          </p:cNvPr>
          <p:cNvSpPr>
            <a:spLocks xmlns:a="http://schemas.openxmlformats.org/drawingml/2006/main" noGrp="1"/>
          </p:cNvSpPr>
          <p:nvPr/>
        </p:nvSpPr>
        <p:spPr>
          <a:xfrm xmlns:a="http://schemas.openxmlformats.org/drawingml/2006/main">
            <a:off x="9175012"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2" name="Editable chart path">
            <a:extLst xmlns:a="http://schemas.openxmlformats.org/drawingml/2006/main">
              <a:ext uri="{FF2B5EF4-FFF2-40B4-BE49-F238E27FC236}">
                <a16:creationId xmlns:a16="http://schemas.microsoft.com/office/drawing/2014/main" id="{1EAA74A9-6190-41BB-BB11-EEC405FFAADD}"/>
              </a:ext>
            </a:extLst>
          </p:cNvPr>
          <p:cNvSpPr>
            <a:spLocks xmlns:a="http://schemas.openxmlformats.org/drawingml/2006/main" noGrp="1"/>
          </p:cNvSpPr>
          <p:nvPr/>
        </p:nvSpPr>
        <p:spPr>
          <a:xfrm xmlns:a="http://schemas.openxmlformats.org/drawingml/2006/main">
            <a:off x="923590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3" name="Editable chart path">
            <a:extLst xmlns:a="http://schemas.openxmlformats.org/drawingml/2006/main">
              <a:ext uri="{FF2B5EF4-FFF2-40B4-BE49-F238E27FC236}">
                <a16:creationId xmlns:a16="http://schemas.microsoft.com/office/drawing/2014/main" id="{859F7B64-D9D1-4B67-87D6-5A6E6CC20151}"/>
              </a:ext>
            </a:extLst>
          </p:cNvPr>
          <p:cNvSpPr>
            <a:spLocks xmlns:a="http://schemas.openxmlformats.org/drawingml/2006/main" noGrp="1"/>
          </p:cNvSpPr>
          <p:nvPr/>
        </p:nvSpPr>
        <p:spPr>
          <a:xfrm xmlns:a="http://schemas.openxmlformats.org/drawingml/2006/main">
            <a:off x="9235904"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4" name="Editable chart path">
            <a:extLst xmlns:a="http://schemas.openxmlformats.org/drawingml/2006/main">
              <a:ext uri="{FF2B5EF4-FFF2-40B4-BE49-F238E27FC236}">
                <a16:creationId xmlns:a16="http://schemas.microsoft.com/office/drawing/2014/main" id="{98A65A90-310D-4B29-8BAB-4B251416CC72}"/>
              </a:ext>
            </a:extLst>
          </p:cNvPr>
          <p:cNvSpPr>
            <a:spLocks xmlns:a="http://schemas.openxmlformats.org/drawingml/2006/main" noGrp="1"/>
          </p:cNvSpPr>
          <p:nvPr/>
        </p:nvSpPr>
        <p:spPr>
          <a:xfrm xmlns:a="http://schemas.openxmlformats.org/drawingml/2006/main">
            <a:off x="929679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5" name="Editable chart path">
            <a:extLst xmlns:a="http://schemas.openxmlformats.org/drawingml/2006/main">
              <a:ext uri="{FF2B5EF4-FFF2-40B4-BE49-F238E27FC236}">
                <a16:creationId xmlns:a16="http://schemas.microsoft.com/office/drawing/2014/main" id="{B4FB53C7-E037-4841-9BCA-4A88C108079E}"/>
              </a:ext>
            </a:extLst>
          </p:cNvPr>
          <p:cNvSpPr>
            <a:spLocks xmlns:a="http://schemas.openxmlformats.org/drawingml/2006/main" noGrp="1"/>
          </p:cNvSpPr>
          <p:nvPr/>
        </p:nvSpPr>
        <p:spPr>
          <a:xfrm xmlns:a="http://schemas.openxmlformats.org/drawingml/2006/main">
            <a:off x="9357688"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6" name="Editable chart path">
            <a:extLst xmlns:a="http://schemas.openxmlformats.org/drawingml/2006/main">
              <a:ext uri="{FF2B5EF4-FFF2-40B4-BE49-F238E27FC236}">
                <a16:creationId xmlns:a16="http://schemas.microsoft.com/office/drawing/2014/main" id="{382E840D-6141-422F-9CEC-0843726FBA0C}"/>
              </a:ext>
            </a:extLst>
          </p:cNvPr>
          <p:cNvSpPr>
            <a:spLocks xmlns:a="http://schemas.openxmlformats.org/drawingml/2006/main" noGrp="1"/>
          </p:cNvSpPr>
          <p:nvPr/>
        </p:nvSpPr>
        <p:spPr>
          <a:xfrm xmlns:a="http://schemas.openxmlformats.org/drawingml/2006/main">
            <a:off x="9418580"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7" name="Editable chart path">
            <a:extLst xmlns:a="http://schemas.openxmlformats.org/drawingml/2006/main">
              <a:ext uri="{FF2B5EF4-FFF2-40B4-BE49-F238E27FC236}">
                <a16:creationId xmlns:a16="http://schemas.microsoft.com/office/drawing/2014/main" id="{DCE3DB4E-D0BA-40D1-9E64-0EEB476CA2AE}"/>
              </a:ext>
            </a:extLst>
          </p:cNvPr>
          <p:cNvSpPr>
            <a:spLocks xmlns:a="http://schemas.openxmlformats.org/drawingml/2006/main" noGrp="1"/>
          </p:cNvSpPr>
          <p:nvPr/>
        </p:nvSpPr>
        <p:spPr>
          <a:xfrm xmlns:a="http://schemas.openxmlformats.org/drawingml/2006/main">
            <a:off x="9418580"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8" name="Editable chart path">
            <a:extLst xmlns:a="http://schemas.openxmlformats.org/drawingml/2006/main">
              <a:ext uri="{FF2B5EF4-FFF2-40B4-BE49-F238E27FC236}">
                <a16:creationId xmlns:a16="http://schemas.microsoft.com/office/drawing/2014/main" id="{992D7DCE-FE61-46BB-A819-B05A6771813B}"/>
              </a:ext>
            </a:extLst>
          </p:cNvPr>
          <p:cNvSpPr>
            <a:spLocks xmlns:a="http://schemas.openxmlformats.org/drawingml/2006/main" noGrp="1"/>
          </p:cNvSpPr>
          <p:nvPr/>
        </p:nvSpPr>
        <p:spPr>
          <a:xfrm xmlns:a="http://schemas.openxmlformats.org/drawingml/2006/main">
            <a:off x="947947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89" name="Editable chart path">
            <a:extLst xmlns:a="http://schemas.openxmlformats.org/drawingml/2006/main">
              <a:ext uri="{FF2B5EF4-FFF2-40B4-BE49-F238E27FC236}">
                <a16:creationId xmlns:a16="http://schemas.microsoft.com/office/drawing/2014/main" id="{68D47586-C2AD-4924-AE77-16BCD67A2905}"/>
              </a:ext>
            </a:extLst>
          </p:cNvPr>
          <p:cNvSpPr>
            <a:spLocks xmlns:a="http://schemas.openxmlformats.org/drawingml/2006/main" noGrp="1"/>
          </p:cNvSpPr>
          <p:nvPr/>
        </p:nvSpPr>
        <p:spPr>
          <a:xfrm xmlns:a="http://schemas.openxmlformats.org/drawingml/2006/main">
            <a:off x="947947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0" name="Editable chart path">
            <a:extLst xmlns:a="http://schemas.openxmlformats.org/drawingml/2006/main">
              <a:ext uri="{FF2B5EF4-FFF2-40B4-BE49-F238E27FC236}">
                <a16:creationId xmlns:a16="http://schemas.microsoft.com/office/drawing/2014/main" id="{82A291CC-4AA4-43D9-8197-0CFF3837A420}"/>
              </a:ext>
            </a:extLst>
          </p:cNvPr>
          <p:cNvSpPr>
            <a:spLocks xmlns:a="http://schemas.openxmlformats.org/drawingml/2006/main" noGrp="1"/>
          </p:cNvSpPr>
          <p:nvPr/>
        </p:nvSpPr>
        <p:spPr>
          <a:xfrm xmlns:a="http://schemas.openxmlformats.org/drawingml/2006/main">
            <a:off x="954036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1" name="Editable chart path">
            <a:extLst xmlns:a="http://schemas.openxmlformats.org/drawingml/2006/main">
              <a:ext uri="{FF2B5EF4-FFF2-40B4-BE49-F238E27FC236}">
                <a16:creationId xmlns:a16="http://schemas.microsoft.com/office/drawing/2014/main" id="{29EA9DCA-E77A-4440-924B-74531DE719A0}"/>
              </a:ext>
            </a:extLst>
          </p:cNvPr>
          <p:cNvSpPr>
            <a:spLocks xmlns:a="http://schemas.openxmlformats.org/drawingml/2006/main" noGrp="1"/>
          </p:cNvSpPr>
          <p:nvPr/>
        </p:nvSpPr>
        <p:spPr>
          <a:xfrm xmlns:a="http://schemas.openxmlformats.org/drawingml/2006/main">
            <a:off x="954036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2" name="Editable chart path">
            <a:extLst xmlns:a="http://schemas.openxmlformats.org/drawingml/2006/main">
              <a:ext uri="{FF2B5EF4-FFF2-40B4-BE49-F238E27FC236}">
                <a16:creationId xmlns:a16="http://schemas.microsoft.com/office/drawing/2014/main" id="{AA334F24-1B93-4CC2-9FE0-04818CFD0DA2}"/>
              </a:ext>
            </a:extLst>
          </p:cNvPr>
          <p:cNvSpPr>
            <a:spLocks xmlns:a="http://schemas.openxmlformats.org/drawingml/2006/main" noGrp="1"/>
          </p:cNvSpPr>
          <p:nvPr/>
        </p:nvSpPr>
        <p:spPr>
          <a:xfrm xmlns:a="http://schemas.openxmlformats.org/drawingml/2006/main">
            <a:off x="954036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3" name="Editable chart path">
            <a:extLst xmlns:a="http://schemas.openxmlformats.org/drawingml/2006/main">
              <a:ext uri="{FF2B5EF4-FFF2-40B4-BE49-F238E27FC236}">
                <a16:creationId xmlns:a16="http://schemas.microsoft.com/office/drawing/2014/main" id="{9E4C9EAC-EA47-453B-B373-90D39F0DD3F0}"/>
              </a:ext>
            </a:extLst>
          </p:cNvPr>
          <p:cNvSpPr>
            <a:spLocks xmlns:a="http://schemas.openxmlformats.org/drawingml/2006/main" noGrp="1"/>
          </p:cNvSpPr>
          <p:nvPr/>
        </p:nvSpPr>
        <p:spPr>
          <a:xfrm xmlns:a="http://schemas.openxmlformats.org/drawingml/2006/main">
            <a:off x="954036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4" name="Editable chart path">
            <a:extLst xmlns:a="http://schemas.openxmlformats.org/drawingml/2006/main">
              <a:ext uri="{FF2B5EF4-FFF2-40B4-BE49-F238E27FC236}">
                <a16:creationId xmlns:a16="http://schemas.microsoft.com/office/drawing/2014/main" id="{881BF174-DF68-4958-93A5-7E835B595093}"/>
              </a:ext>
            </a:extLst>
          </p:cNvPr>
          <p:cNvSpPr>
            <a:spLocks xmlns:a="http://schemas.openxmlformats.org/drawingml/2006/main" noGrp="1"/>
          </p:cNvSpPr>
          <p:nvPr/>
        </p:nvSpPr>
        <p:spPr>
          <a:xfrm xmlns:a="http://schemas.openxmlformats.org/drawingml/2006/main">
            <a:off x="960125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5" name="Editable chart path">
            <a:extLst xmlns:a="http://schemas.openxmlformats.org/drawingml/2006/main">
              <a:ext uri="{FF2B5EF4-FFF2-40B4-BE49-F238E27FC236}">
                <a16:creationId xmlns:a16="http://schemas.microsoft.com/office/drawing/2014/main" id="{E364FC25-E63D-484A-9BE1-7F6D8C9F8B17}"/>
              </a:ext>
            </a:extLst>
          </p:cNvPr>
          <p:cNvSpPr>
            <a:spLocks xmlns:a="http://schemas.openxmlformats.org/drawingml/2006/main" noGrp="1"/>
          </p:cNvSpPr>
          <p:nvPr/>
        </p:nvSpPr>
        <p:spPr>
          <a:xfrm xmlns:a="http://schemas.openxmlformats.org/drawingml/2006/main">
            <a:off x="960125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6" name="Editable chart path">
            <a:extLst xmlns:a="http://schemas.openxmlformats.org/drawingml/2006/main">
              <a:ext uri="{FF2B5EF4-FFF2-40B4-BE49-F238E27FC236}">
                <a16:creationId xmlns:a16="http://schemas.microsoft.com/office/drawing/2014/main" id="{26AE51F7-760B-4FF4-9CBA-2F075CC892D1}"/>
              </a:ext>
            </a:extLst>
          </p:cNvPr>
          <p:cNvSpPr>
            <a:spLocks xmlns:a="http://schemas.openxmlformats.org/drawingml/2006/main" noGrp="1"/>
          </p:cNvSpPr>
          <p:nvPr/>
        </p:nvSpPr>
        <p:spPr>
          <a:xfrm xmlns:a="http://schemas.openxmlformats.org/drawingml/2006/main">
            <a:off x="960125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7" name="Editable chart path">
            <a:extLst xmlns:a="http://schemas.openxmlformats.org/drawingml/2006/main">
              <a:ext uri="{FF2B5EF4-FFF2-40B4-BE49-F238E27FC236}">
                <a16:creationId xmlns:a16="http://schemas.microsoft.com/office/drawing/2014/main" id="{ADA7CC22-B8E4-4478-99FF-F5132240C53B}"/>
              </a:ext>
            </a:extLst>
          </p:cNvPr>
          <p:cNvSpPr>
            <a:spLocks xmlns:a="http://schemas.openxmlformats.org/drawingml/2006/main" noGrp="1"/>
          </p:cNvSpPr>
          <p:nvPr/>
        </p:nvSpPr>
        <p:spPr>
          <a:xfrm xmlns:a="http://schemas.openxmlformats.org/drawingml/2006/main">
            <a:off x="966214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8" name="Editable chart path">
            <a:extLst xmlns:a="http://schemas.openxmlformats.org/drawingml/2006/main">
              <a:ext uri="{FF2B5EF4-FFF2-40B4-BE49-F238E27FC236}">
                <a16:creationId xmlns:a16="http://schemas.microsoft.com/office/drawing/2014/main" id="{3829365C-5675-4E5A-A9F5-4AFC5A648802}"/>
              </a:ext>
            </a:extLst>
          </p:cNvPr>
          <p:cNvSpPr>
            <a:spLocks xmlns:a="http://schemas.openxmlformats.org/drawingml/2006/main" noGrp="1"/>
          </p:cNvSpPr>
          <p:nvPr/>
        </p:nvSpPr>
        <p:spPr>
          <a:xfrm xmlns:a="http://schemas.openxmlformats.org/drawingml/2006/main">
            <a:off x="966214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399" name="Editable chart path">
            <a:extLst xmlns:a="http://schemas.openxmlformats.org/drawingml/2006/main">
              <a:ext uri="{FF2B5EF4-FFF2-40B4-BE49-F238E27FC236}">
                <a16:creationId xmlns:a16="http://schemas.microsoft.com/office/drawing/2014/main" id="{F998A13F-DD79-4DF0-965B-B2DD5437DE4F}"/>
              </a:ext>
            </a:extLst>
          </p:cNvPr>
          <p:cNvSpPr>
            <a:spLocks xmlns:a="http://schemas.openxmlformats.org/drawingml/2006/main" noGrp="1"/>
          </p:cNvSpPr>
          <p:nvPr/>
        </p:nvSpPr>
        <p:spPr>
          <a:xfrm xmlns:a="http://schemas.openxmlformats.org/drawingml/2006/main">
            <a:off x="966214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0" name="Editable chart path">
            <a:extLst xmlns:a="http://schemas.openxmlformats.org/drawingml/2006/main">
              <a:ext uri="{FF2B5EF4-FFF2-40B4-BE49-F238E27FC236}">
                <a16:creationId xmlns:a16="http://schemas.microsoft.com/office/drawing/2014/main" id="{28C446D9-4759-4709-88BC-DCFBE0A90B4B}"/>
              </a:ext>
            </a:extLst>
          </p:cNvPr>
          <p:cNvSpPr>
            <a:spLocks xmlns:a="http://schemas.openxmlformats.org/drawingml/2006/main" noGrp="1"/>
          </p:cNvSpPr>
          <p:nvPr/>
        </p:nvSpPr>
        <p:spPr>
          <a:xfrm xmlns:a="http://schemas.openxmlformats.org/drawingml/2006/main">
            <a:off x="966214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1" name="Editable chart path">
            <a:extLst xmlns:a="http://schemas.openxmlformats.org/drawingml/2006/main">
              <a:ext uri="{FF2B5EF4-FFF2-40B4-BE49-F238E27FC236}">
                <a16:creationId xmlns:a16="http://schemas.microsoft.com/office/drawing/2014/main" id="{DC21A32C-C654-4F85-BF4F-46AEEA672654}"/>
              </a:ext>
            </a:extLst>
          </p:cNvPr>
          <p:cNvSpPr>
            <a:spLocks xmlns:a="http://schemas.openxmlformats.org/drawingml/2006/main" noGrp="1"/>
          </p:cNvSpPr>
          <p:nvPr/>
        </p:nvSpPr>
        <p:spPr>
          <a:xfrm xmlns:a="http://schemas.openxmlformats.org/drawingml/2006/main">
            <a:off x="966214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2" name="Editable chart path">
            <a:extLst xmlns:a="http://schemas.openxmlformats.org/drawingml/2006/main">
              <a:ext uri="{FF2B5EF4-FFF2-40B4-BE49-F238E27FC236}">
                <a16:creationId xmlns:a16="http://schemas.microsoft.com/office/drawing/2014/main" id="{C682F73C-4EE3-4FF7-AE5A-07D6230CF86C}"/>
              </a:ext>
            </a:extLst>
          </p:cNvPr>
          <p:cNvSpPr>
            <a:spLocks xmlns:a="http://schemas.openxmlformats.org/drawingml/2006/main" noGrp="1"/>
          </p:cNvSpPr>
          <p:nvPr/>
        </p:nvSpPr>
        <p:spPr>
          <a:xfrm xmlns:a="http://schemas.openxmlformats.org/drawingml/2006/main">
            <a:off x="966214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3" name="Editable chart path">
            <a:extLst xmlns:a="http://schemas.openxmlformats.org/drawingml/2006/main">
              <a:ext uri="{FF2B5EF4-FFF2-40B4-BE49-F238E27FC236}">
                <a16:creationId xmlns:a16="http://schemas.microsoft.com/office/drawing/2014/main" id="{C1AD8C5B-572C-4D8B-B89C-72F3B5856D11}"/>
              </a:ext>
            </a:extLst>
          </p:cNvPr>
          <p:cNvSpPr>
            <a:spLocks xmlns:a="http://schemas.openxmlformats.org/drawingml/2006/main" noGrp="1"/>
          </p:cNvSpPr>
          <p:nvPr/>
        </p:nvSpPr>
        <p:spPr>
          <a:xfrm xmlns:a="http://schemas.openxmlformats.org/drawingml/2006/main">
            <a:off x="966214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4" name="Editable chart path">
            <a:extLst xmlns:a="http://schemas.openxmlformats.org/drawingml/2006/main">
              <a:ext uri="{FF2B5EF4-FFF2-40B4-BE49-F238E27FC236}">
                <a16:creationId xmlns:a16="http://schemas.microsoft.com/office/drawing/2014/main" id="{C26EE953-ED28-4A25-B2C0-F3B38D0414A5}"/>
              </a:ext>
            </a:extLst>
          </p:cNvPr>
          <p:cNvSpPr>
            <a:spLocks xmlns:a="http://schemas.openxmlformats.org/drawingml/2006/main" noGrp="1"/>
          </p:cNvSpPr>
          <p:nvPr/>
        </p:nvSpPr>
        <p:spPr>
          <a:xfrm xmlns:a="http://schemas.openxmlformats.org/drawingml/2006/main">
            <a:off x="972303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5" name="Editable chart path">
            <a:extLst xmlns:a="http://schemas.openxmlformats.org/drawingml/2006/main">
              <a:ext uri="{FF2B5EF4-FFF2-40B4-BE49-F238E27FC236}">
                <a16:creationId xmlns:a16="http://schemas.microsoft.com/office/drawing/2014/main" id="{14017165-7C96-4C15-AC5B-53676E05640A}"/>
              </a:ext>
            </a:extLst>
          </p:cNvPr>
          <p:cNvSpPr>
            <a:spLocks xmlns:a="http://schemas.openxmlformats.org/drawingml/2006/main" noGrp="1"/>
          </p:cNvSpPr>
          <p:nvPr/>
        </p:nvSpPr>
        <p:spPr>
          <a:xfrm xmlns:a="http://schemas.openxmlformats.org/drawingml/2006/main">
            <a:off x="972303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6" name="Editable chart path">
            <a:extLst xmlns:a="http://schemas.openxmlformats.org/drawingml/2006/main">
              <a:ext uri="{FF2B5EF4-FFF2-40B4-BE49-F238E27FC236}">
                <a16:creationId xmlns:a16="http://schemas.microsoft.com/office/drawing/2014/main" id="{4ACDB348-7563-4FCA-9C5C-1A25868C0C91}"/>
              </a:ext>
            </a:extLst>
          </p:cNvPr>
          <p:cNvSpPr>
            <a:spLocks xmlns:a="http://schemas.openxmlformats.org/drawingml/2006/main" noGrp="1"/>
          </p:cNvSpPr>
          <p:nvPr/>
        </p:nvSpPr>
        <p:spPr>
          <a:xfrm xmlns:a="http://schemas.openxmlformats.org/drawingml/2006/main">
            <a:off x="972303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7" name="Editable chart path">
            <a:extLst xmlns:a="http://schemas.openxmlformats.org/drawingml/2006/main">
              <a:ext uri="{FF2B5EF4-FFF2-40B4-BE49-F238E27FC236}">
                <a16:creationId xmlns:a16="http://schemas.microsoft.com/office/drawing/2014/main" id="{D57C649D-8834-40FB-B795-6E71B6E226D5}"/>
              </a:ext>
            </a:extLst>
          </p:cNvPr>
          <p:cNvSpPr>
            <a:spLocks xmlns:a="http://schemas.openxmlformats.org/drawingml/2006/main" noGrp="1"/>
          </p:cNvSpPr>
          <p:nvPr/>
        </p:nvSpPr>
        <p:spPr>
          <a:xfrm xmlns:a="http://schemas.openxmlformats.org/drawingml/2006/main">
            <a:off x="972303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8" name="Editable chart path">
            <a:extLst xmlns:a="http://schemas.openxmlformats.org/drawingml/2006/main">
              <a:ext uri="{FF2B5EF4-FFF2-40B4-BE49-F238E27FC236}">
                <a16:creationId xmlns:a16="http://schemas.microsoft.com/office/drawing/2014/main" id="{2D4A196F-ABE0-4BF6-B66E-B0BCCD92E4AE}"/>
              </a:ext>
            </a:extLst>
          </p:cNvPr>
          <p:cNvSpPr>
            <a:spLocks xmlns:a="http://schemas.openxmlformats.org/drawingml/2006/main" noGrp="1"/>
          </p:cNvSpPr>
          <p:nvPr/>
        </p:nvSpPr>
        <p:spPr>
          <a:xfrm xmlns:a="http://schemas.openxmlformats.org/drawingml/2006/main">
            <a:off x="972303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09" name="Editable chart path">
            <a:extLst xmlns:a="http://schemas.openxmlformats.org/drawingml/2006/main">
              <a:ext uri="{FF2B5EF4-FFF2-40B4-BE49-F238E27FC236}">
                <a16:creationId xmlns:a16="http://schemas.microsoft.com/office/drawing/2014/main" id="{8368E419-CC35-46EC-B5EF-BF32629E1BD6}"/>
              </a:ext>
            </a:extLst>
          </p:cNvPr>
          <p:cNvSpPr>
            <a:spLocks xmlns:a="http://schemas.openxmlformats.org/drawingml/2006/main" noGrp="1"/>
          </p:cNvSpPr>
          <p:nvPr/>
        </p:nvSpPr>
        <p:spPr>
          <a:xfrm xmlns:a="http://schemas.openxmlformats.org/drawingml/2006/main">
            <a:off x="972303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10" name="Editable chart path">
            <a:extLst xmlns:a="http://schemas.openxmlformats.org/drawingml/2006/main">
              <a:ext uri="{FF2B5EF4-FFF2-40B4-BE49-F238E27FC236}">
                <a16:creationId xmlns:a16="http://schemas.microsoft.com/office/drawing/2014/main" id="{AAA4E6C9-0EE6-42DC-BC12-7E74018CBDC9}"/>
              </a:ext>
            </a:extLst>
          </p:cNvPr>
          <p:cNvSpPr>
            <a:spLocks xmlns:a="http://schemas.openxmlformats.org/drawingml/2006/main" noGrp="1"/>
          </p:cNvSpPr>
          <p:nvPr/>
        </p:nvSpPr>
        <p:spPr>
          <a:xfrm xmlns:a="http://schemas.openxmlformats.org/drawingml/2006/main">
            <a:off x="978393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11" name="Editable chart path">
            <a:extLst xmlns:a="http://schemas.openxmlformats.org/drawingml/2006/main">
              <a:ext uri="{FF2B5EF4-FFF2-40B4-BE49-F238E27FC236}">
                <a16:creationId xmlns:a16="http://schemas.microsoft.com/office/drawing/2014/main" id="{93E1FD84-668C-4AC6-ADE9-173902B75F0C}"/>
              </a:ext>
            </a:extLst>
          </p:cNvPr>
          <p:cNvSpPr>
            <a:spLocks xmlns:a="http://schemas.openxmlformats.org/drawingml/2006/main" noGrp="1"/>
          </p:cNvSpPr>
          <p:nvPr/>
        </p:nvSpPr>
        <p:spPr>
          <a:xfrm xmlns:a="http://schemas.openxmlformats.org/drawingml/2006/main">
            <a:off x="978393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12" name="Editable chart path">
            <a:extLst xmlns:a="http://schemas.openxmlformats.org/drawingml/2006/main">
              <a:ext uri="{FF2B5EF4-FFF2-40B4-BE49-F238E27FC236}">
                <a16:creationId xmlns:a16="http://schemas.microsoft.com/office/drawing/2014/main" id="{A88EB475-9A18-4A82-BCBD-741040027D99}"/>
              </a:ext>
            </a:extLst>
          </p:cNvPr>
          <p:cNvSpPr>
            <a:spLocks xmlns:a="http://schemas.openxmlformats.org/drawingml/2006/main" noGrp="1"/>
          </p:cNvSpPr>
          <p:nvPr/>
        </p:nvSpPr>
        <p:spPr>
          <a:xfrm xmlns:a="http://schemas.openxmlformats.org/drawingml/2006/main">
            <a:off x="978393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13" name="Editable chart path">
            <a:extLst xmlns:a="http://schemas.openxmlformats.org/drawingml/2006/main">
              <a:ext uri="{FF2B5EF4-FFF2-40B4-BE49-F238E27FC236}">
                <a16:creationId xmlns:a16="http://schemas.microsoft.com/office/drawing/2014/main" id="{65B38D5E-6A6E-462A-8641-ADDD03B13DC5}"/>
              </a:ext>
            </a:extLst>
          </p:cNvPr>
          <p:cNvSpPr>
            <a:spLocks xmlns:a="http://schemas.openxmlformats.org/drawingml/2006/main" noGrp="1"/>
          </p:cNvSpPr>
          <p:nvPr/>
        </p:nvSpPr>
        <p:spPr>
          <a:xfrm xmlns:a="http://schemas.openxmlformats.org/drawingml/2006/main">
            <a:off x="9844823"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14" name="Editable chart path">
            <a:extLst xmlns:a="http://schemas.openxmlformats.org/drawingml/2006/main">
              <a:ext uri="{FF2B5EF4-FFF2-40B4-BE49-F238E27FC236}">
                <a16:creationId xmlns:a16="http://schemas.microsoft.com/office/drawing/2014/main" id="{679F424B-63E1-4541-AF20-E14A2B2A4D42}"/>
              </a:ext>
            </a:extLst>
          </p:cNvPr>
          <p:cNvSpPr>
            <a:spLocks xmlns:a="http://schemas.openxmlformats.org/drawingml/2006/main" noGrp="1"/>
          </p:cNvSpPr>
          <p:nvPr/>
        </p:nvSpPr>
        <p:spPr>
          <a:xfrm xmlns:a="http://schemas.openxmlformats.org/drawingml/2006/main">
            <a:off x="9844823"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AF4"/>
          </a:solidFill>
          <a:ln xmlns:a="http://schemas.openxmlformats.org/drawingml/2006/main" w="2684">
            <a:solidFill>
              <a:srgbClr val="FBFCFE"/>
            </a:solidFill>
            <a:prstDash val="solid"/>
          </a:ln>
        </p:spPr>
      </p:sp>
      <p:sp>
        <p:nvSpPr>
          <p:cNvPr id="1415" name="">
            <a:extLst xmlns:a="http://schemas.openxmlformats.org/drawingml/2006/main">
              <a:ext uri="{FF2B5EF4-FFF2-40B4-BE49-F238E27FC236}">
                <a16:creationId xmlns:a16="http://schemas.microsoft.com/office/drawing/2014/main" id="{87853713-BB55-4ACF-8335-854BA4EFB236}"/>
              </a:ext>
            </a:extLst>
          </p:cNvPr>
          <p:cNvSpPr>
            <a:spLocks xmlns:a="http://schemas.openxmlformats.org/drawingml/2006/main" noGrp="1"/>
          </p:cNvSpPr>
          <p:nvPr/>
        </p:nvSpPr>
        <p:spPr>
          <a:xfrm xmlns:a="http://schemas.openxmlformats.org/drawingml/2006/main">
            <a:off x="6334125" y="4638675"/>
            <a:ext cx="161925" cy="47625"/>
          </a:xfrm>
          <a:prstGeom xmlns:a="http://schemas.openxmlformats.org/drawingml/2006/main" prst="rect">
            <a:avLst/>
          </a:prstGeom>
          <a:solidFill xmlns:a="http://schemas.openxmlformats.org/drawingml/2006/main">
            <a:srgbClr val="E4EAF4"/>
          </a:solidFill>
          <a:ln xmlns:a="http://schemas.openxmlformats.org/drawingml/2006/main" w="0">
            <a:noFill/>
          </a:ln>
        </p:spPr>
      </p:sp>
      <p:sp>
        <p:nvSpPr>
          <p:cNvPr id="1416" name="">
            <a:extLst xmlns:a="http://schemas.openxmlformats.org/drawingml/2006/main">
              <a:ext uri="{FF2B5EF4-FFF2-40B4-BE49-F238E27FC236}">
                <a16:creationId xmlns:a16="http://schemas.microsoft.com/office/drawing/2014/main" id="{43D92D26-ACA8-4451-9104-66E5FA3D9116}"/>
              </a:ext>
            </a:extLst>
          </p:cNvPr>
          <p:cNvSpPr>
            <a:spLocks xmlns:a="http://schemas.openxmlformats.org/drawingml/2006/main" noGrp="1"/>
          </p:cNvSpPr>
          <p:nvPr/>
        </p:nvSpPr>
        <p:spPr>
          <a:xfrm xmlns:a="http://schemas.openxmlformats.org/drawingml/2006/main">
            <a:off x="6562725" y="4572000"/>
            <a:ext cx="96107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Not analysed</a:t>
            </a:r>
          </a:p>
        </p:txBody>
      </p:sp>
      <p:sp>
        <p:nvSpPr>
          <p:cNvPr id="1417" name="Editable chart path">
            <a:extLst xmlns:a="http://schemas.openxmlformats.org/drawingml/2006/main">
              <a:ext uri="{FF2B5EF4-FFF2-40B4-BE49-F238E27FC236}">
                <a16:creationId xmlns:a16="http://schemas.microsoft.com/office/drawing/2014/main" id="{E319BC5F-1AF7-458B-B9E8-DA92E95E0CD5}"/>
              </a:ext>
            </a:extLst>
          </p:cNvPr>
          <p:cNvSpPr>
            <a:spLocks xmlns:a="http://schemas.openxmlformats.org/drawingml/2006/main" noGrp="1"/>
          </p:cNvSpPr>
          <p:nvPr/>
        </p:nvSpPr>
        <p:spPr>
          <a:xfrm xmlns:a="http://schemas.openxmlformats.org/drawingml/2006/main">
            <a:off x="9949804" y="5143500"/>
            <a:ext cx="130027" cy="136528"/>
          </a:xfrm>
          <a:custGeom xmlns:a="http://schemas.openxmlformats.org/drawingml/2006/main">
            <a:pathLst>
              <a:path w="110415" h="115936">
                <a:moveTo>
                  <a:pt x="0" y="115936"/>
                </a:moveTo>
                <a:lnTo>
                  <a:pt x="110415" y="57968"/>
                </a:lnTo>
                <a:lnTo>
                  <a:pt x="0" y="0"/>
                </a:lnTo>
              </a:path>
            </a:pathLst>
          </a:custGeom>
          <a:solidFill xmlns:a="http://schemas.openxmlformats.org/drawingml/2006/main">
            <a:srgbClr val="14295B"/>
          </a:solidFill>
          <a:ln xmlns:a="http://schemas.openxmlformats.org/drawingml/2006/main" w="0">
            <a:noFill/>
            <a:prstDash val="solid"/>
          </a:ln>
        </p:spPr>
      </p:sp>
      <p:sp>
        <p:nvSpPr>
          <p:cNvPr id="1418" name="Editable chart path">
            <a:extLst xmlns:a="http://schemas.openxmlformats.org/drawingml/2006/main">
              <a:ext uri="{FF2B5EF4-FFF2-40B4-BE49-F238E27FC236}">
                <a16:creationId xmlns:a16="http://schemas.microsoft.com/office/drawing/2014/main" id="{6D964771-A07C-46C4-93F7-3604BB5F56C5}"/>
              </a:ext>
            </a:extLst>
          </p:cNvPr>
          <p:cNvSpPr>
            <a:spLocks xmlns:a="http://schemas.openxmlformats.org/drawingml/2006/main" noGrp="1"/>
          </p:cNvSpPr>
          <p:nvPr/>
        </p:nvSpPr>
        <p:spPr>
          <a:xfrm xmlns:a="http://schemas.openxmlformats.org/drawingml/2006/main">
            <a:off x="7349265"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DCE6F4"/>
          </a:solidFill>
          <a:ln xmlns:a="http://schemas.openxmlformats.org/drawingml/2006/main" w="0">
            <a:noFill/>
            <a:prstDash val="solid"/>
          </a:ln>
        </p:spPr>
      </p:sp>
      <p:sp>
        <p:nvSpPr>
          <p:cNvPr id="1419" name="Editable chart path">
            <a:extLst xmlns:a="http://schemas.openxmlformats.org/drawingml/2006/main">
              <a:ext uri="{FF2B5EF4-FFF2-40B4-BE49-F238E27FC236}">
                <a16:creationId xmlns:a16="http://schemas.microsoft.com/office/drawing/2014/main" id="{53A5B322-70DD-476F-94C9-2D0700CFD5E4}"/>
              </a:ext>
            </a:extLst>
          </p:cNvPr>
          <p:cNvSpPr>
            <a:spLocks xmlns:a="http://schemas.openxmlformats.org/drawingml/2006/main" noGrp="1"/>
          </p:cNvSpPr>
          <p:nvPr/>
        </p:nvSpPr>
        <p:spPr>
          <a:xfrm xmlns:a="http://schemas.openxmlformats.org/drawingml/2006/main">
            <a:off x="7720771"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D5E2F4"/>
          </a:solidFill>
          <a:ln xmlns:a="http://schemas.openxmlformats.org/drawingml/2006/main" w="0">
            <a:noFill/>
            <a:prstDash val="solid"/>
          </a:ln>
        </p:spPr>
      </p:sp>
      <p:sp>
        <p:nvSpPr>
          <p:cNvPr id="1420" name="Editable chart path">
            <a:extLst xmlns:a="http://schemas.openxmlformats.org/drawingml/2006/main">
              <a:ext uri="{FF2B5EF4-FFF2-40B4-BE49-F238E27FC236}">
                <a16:creationId xmlns:a16="http://schemas.microsoft.com/office/drawing/2014/main" id="{BED9FCE5-C7B0-4858-8FDF-5BC9B5A777CC}"/>
              </a:ext>
            </a:extLst>
          </p:cNvPr>
          <p:cNvSpPr>
            <a:spLocks xmlns:a="http://schemas.openxmlformats.org/drawingml/2006/main" noGrp="1"/>
          </p:cNvSpPr>
          <p:nvPr/>
        </p:nvSpPr>
        <p:spPr>
          <a:xfrm xmlns:a="http://schemas.openxmlformats.org/drawingml/2006/main">
            <a:off x="8092276"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C2D7F3"/>
          </a:solidFill>
          <a:ln xmlns:a="http://schemas.openxmlformats.org/drawingml/2006/main" w="0">
            <a:noFill/>
            <a:prstDash val="solid"/>
          </a:ln>
        </p:spPr>
      </p:sp>
      <p:sp>
        <p:nvSpPr>
          <p:cNvPr id="1421" name="Editable chart path">
            <a:extLst xmlns:a="http://schemas.openxmlformats.org/drawingml/2006/main">
              <a:ext uri="{FF2B5EF4-FFF2-40B4-BE49-F238E27FC236}">
                <a16:creationId xmlns:a16="http://schemas.microsoft.com/office/drawing/2014/main" id="{FEE1796A-BEB4-479D-BBEA-9FAFFFF2FF15}"/>
              </a:ext>
            </a:extLst>
          </p:cNvPr>
          <p:cNvSpPr>
            <a:spLocks xmlns:a="http://schemas.openxmlformats.org/drawingml/2006/main" noGrp="1"/>
          </p:cNvSpPr>
          <p:nvPr/>
        </p:nvSpPr>
        <p:spPr>
          <a:xfrm xmlns:a="http://schemas.openxmlformats.org/drawingml/2006/main">
            <a:off x="8463782"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9FC2F2"/>
          </a:solidFill>
          <a:ln xmlns:a="http://schemas.openxmlformats.org/drawingml/2006/main" w="0">
            <a:noFill/>
            <a:prstDash val="solid"/>
          </a:ln>
        </p:spPr>
      </p:sp>
      <p:sp>
        <p:nvSpPr>
          <p:cNvPr id="1422" name="Editable chart path">
            <a:extLst xmlns:a="http://schemas.openxmlformats.org/drawingml/2006/main">
              <a:ext uri="{FF2B5EF4-FFF2-40B4-BE49-F238E27FC236}">
                <a16:creationId xmlns:a16="http://schemas.microsoft.com/office/drawing/2014/main" id="{2D698F54-4EEE-4AB3-BCED-2D4A2DA6FBBA}"/>
              </a:ext>
            </a:extLst>
          </p:cNvPr>
          <p:cNvSpPr>
            <a:spLocks xmlns:a="http://schemas.openxmlformats.org/drawingml/2006/main" noGrp="1"/>
          </p:cNvSpPr>
          <p:nvPr/>
        </p:nvSpPr>
        <p:spPr>
          <a:xfrm xmlns:a="http://schemas.openxmlformats.org/drawingml/2006/main">
            <a:off x="8835288"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6E9ADA"/>
          </a:solidFill>
          <a:ln xmlns:a="http://schemas.openxmlformats.org/drawingml/2006/main" w="0">
            <a:noFill/>
            <a:prstDash val="solid"/>
          </a:ln>
        </p:spPr>
      </p:sp>
      <p:sp>
        <p:nvSpPr>
          <p:cNvPr id="1423" name="Editable chart path">
            <a:extLst xmlns:a="http://schemas.openxmlformats.org/drawingml/2006/main">
              <a:ext uri="{FF2B5EF4-FFF2-40B4-BE49-F238E27FC236}">
                <a16:creationId xmlns:a16="http://schemas.microsoft.com/office/drawing/2014/main" id="{EB2E9266-65B5-489C-BC5B-3EDE8EC545D6}"/>
              </a:ext>
            </a:extLst>
          </p:cNvPr>
          <p:cNvSpPr>
            <a:spLocks xmlns:a="http://schemas.openxmlformats.org/drawingml/2006/main" noGrp="1"/>
          </p:cNvSpPr>
          <p:nvPr/>
        </p:nvSpPr>
        <p:spPr>
          <a:xfrm xmlns:a="http://schemas.openxmlformats.org/drawingml/2006/main">
            <a:off x="9206793"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3869B2"/>
          </a:solidFill>
          <a:ln xmlns:a="http://schemas.openxmlformats.org/drawingml/2006/main" w="0">
            <a:noFill/>
            <a:prstDash val="solid"/>
          </a:ln>
        </p:spPr>
      </p:sp>
      <p:sp>
        <p:nvSpPr>
          <p:cNvPr id="1424" name="Editable chart path">
            <a:extLst xmlns:a="http://schemas.openxmlformats.org/drawingml/2006/main">
              <a:ext uri="{FF2B5EF4-FFF2-40B4-BE49-F238E27FC236}">
                <a16:creationId xmlns:a16="http://schemas.microsoft.com/office/drawing/2014/main" id="{9434476D-FD74-407E-8759-69C74F439598}"/>
              </a:ext>
            </a:extLst>
          </p:cNvPr>
          <p:cNvSpPr>
            <a:spLocks xmlns:a="http://schemas.openxmlformats.org/drawingml/2006/main" noGrp="1"/>
          </p:cNvSpPr>
          <p:nvPr/>
        </p:nvSpPr>
        <p:spPr>
          <a:xfrm xmlns:a="http://schemas.openxmlformats.org/drawingml/2006/main">
            <a:off x="9578299" y="5143500"/>
            <a:ext cx="371506" cy="136528"/>
          </a:xfrm>
          <a:custGeom xmlns:a="http://schemas.openxmlformats.org/drawingml/2006/main">
            <a:pathLst>
              <a:path w="315471" h="115936">
                <a:moveTo>
                  <a:pt x="0" y="115936"/>
                </a:moveTo>
                <a:lnTo>
                  <a:pt x="0" y="0"/>
                </a:lnTo>
                <a:lnTo>
                  <a:pt x="315471" y="0"/>
                </a:lnTo>
                <a:lnTo>
                  <a:pt x="315471" y="115936"/>
                </a:lnTo>
                <a:lnTo>
                  <a:pt x="0" y="115936"/>
                </a:lnTo>
              </a:path>
            </a:pathLst>
          </a:custGeom>
          <a:solidFill xmlns:a="http://schemas.openxmlformats.org/drawingml/2006/main">
            <a:srgbClr val="224889"/>
          </a:solidFill>
          <a:ln xmlns:a="http://schemas.openxmlformats.org/drawingml/2006/main" w="0">
            <a:noFill/>
            <a:prstDash val="solid"/>
          </a:ln>
        </p:spPr>
      </p:sp>
      <p:sp>
        <p:nvSpPr>
          <p:cNvPr id="1425" name="Editable chart path">
            <a:extLst xmlns:a="http://schemas.openxmlformats.org/drawingml/2006/main">
              <a:ext uri="{FF2B5EF4-FFF2-40B4-BE49-F238E27FC236}">
                <a16:creationId xmlns:a16="http://schemas.microsoft.com/office/drawing/2014/main" id="{D24D7FD4-3EFF-4DC2-8F10-9DBA658E2616}"/>
              </a:ext>
            </a:extLst>
          </p:cNvPr>
          <p:cNvSpPr>
            <a:spLocks xmlns:a="http://schemas.openxmlformats.org/drawingml/2006/main" noGrp="1"/>
          </p:cNvSpPr>
          <p:nvPr/>
        </p:nvSpPr>
        <p:spPr>
          <a:xfrm xmlns:a="http://schemas.openxmlformats.org/drawingml/2006/main">
            <a:off x="7349265"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1426" name="">
            <a:extLst xmlns:a="http://schemas.openxmlformats.org/drawingml/2006/main">
              <a:ext uri="{FF2B5EF4-FFF2-40B4-BE49-F238E27FC236}">
                <a16:creationId xmlns:a16="http://schemas.microsoft.com/office/drawing/2014/main" id="{C098B8C3-5D60-4F68-A7DD-8C58B065F18B}"/>
              </a:ext>
            </a:extLst>
          </p:cNvPr>
          <p:cNvSpPr>
            <a:spLocks xmlns:a="http://schemas.openxmlformats.org/drawingml/2006/main" noGrp="1"/>
          </p:cNvSpPr>
          <p:nvPr/>
        </p:nvSpPr>
        <p:spPr>
          <a:xfrm xmlns:a="http://schemas.openxmlformats.org/drawingml/2006/main" rot="0">
            <a:off x="7300956" y="5307934"/>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427" name="Editable chart path">
            <a:extLst xmlns:a="http://schemas.openxmlformats.org/drawingml/2006/main">
              <a:ext uri="{FF2B5EF4-FFF2-40B4-BE49-F238E27FC236}">
                <a16:creationId xmlns:a16="http://schemas.microsoft.com/office/drawing/2014/main" id="{CC0635CC-6C8B-4DC9-8673-C34481AF12B0}"/>
              </a:ext>
            </a:extLst>
          </p:cNvPr>
          <p:cNvSpPr>
            <a:spLocks xmlns:a="http://schemas.openxmlformats.org/drawingml/2006/main" noGrp="1"/>
          </p:cNvSpPr>
          <p:nvPr/>
        </p:nvSpPr>
        <p:spPr>
          <a:xfrm xmlns:a="http://schemas.openxmlformats.org/drawingml/2006/main">
            <a:off x="7720771"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1428" name="">
            <a:extLst xmlns:a="http://schemas.openxmlformats.org/drawingml/2006/main">
              <a:ext uri="{FF2B5EF4-FFF2-40B4-BE49-F238E27FC236}">
                <a16:creationId xmlns:a16="http://schemas.microsoft.com/office/drawing/2014/main" id="{3AF71DED-5EDD-4C1E-B41B-E4A3003DE133}"/>
              </a:ext>
            </a:extLst>
          </p:cNvPr>
          <p:cNvSpPr>
            <a:spLocks xmlns:a="http://schemas.openxmlformats.org/drawingml/2006/main" noGrp="1"/>
          </p:cNvSpPr>
          <p:nvPr/>
        </p:nvSpPr>
        <p:spPr>
          <a:xfrm xmlns:a="http://schemas.openxmlformats.org/drawingml/2006/main" rot="0">
            <a:off x="7685958" y="5307934"/>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1429" name="Editable chart path">
            <a:extLst xmlns:a="http://schemas.openxmlformats.org/drawingml/2006/main">
              <a:ext uri="{FF2B5EF4-FFF2-40B4-BE49-F238E27FC236}">
                <a16:creationId xmlns:a16="http://schemas.microsoft.com/office/drawing/2014/main" id="{D0C4BF77-98A7-4D3D-898B-08FCD320BD3E}"/>
              </a:ext>
            </a:extLst>
          </p:cNvPr>
          <p:cNvSpPr>
            <a:spLocks xmlns:a="http://schemas.openxmlformats.org/drawingml/2006/main" noGrp="1"/>
          </p:cNvSpPr>
          <p:nvPr/>
        </p:nvSpPr>
        <p:spPr>
          <a:xfrm xmlns:a="http://schemas.openxmlformats.org/drawingml/2006/main">
            <a:off x="8092276"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1430" name="">
            <a:extLst xmlns:a="http://schemas.openxmlformats.org/drawingml/2006/main">
              <a:ext uri="{FF2B5EF4-FFF2-40B4-BE49-F238E27FC236}">
                <a16:creationId xmlns:a16="http://schemas.microsoft.com/office/drawing/2014/main" id="{1DA56F06-C10B-4B47-ACD5-D601DCFE5EF6}"/>
              </a:ext>
            </a:extLst>
          </p:cNvPr>
          <p:cNvSpPr>
            <a:spLocks xmlns:a="http://schemas.openxmlformats.org/drawingml/2006/main" noGrp="1"/>
          </p:cNvSpPr>
          <p:nvPr/>
        </p:nvSpPr>
        <p:spPr>
          <a:xfrm xmlns:a="http://schemas.openxmlformats.org/drawingml/2006/main" rot="0">
            <a:off x="8046624" y="5307934"/>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1431" name="Editable chart path">
            <a:extLst xmlns:a="http://schemas.openxmlformats.org/drawingml/2006/main">
              <a:ext uri="{FF2B5EF4-FFF2-40B4-BE49-F238E27FC236}">
                <a16:creationId xmlns:a16="http://schemas.microsoft.com/office/drawing/2014/main" id="{84F1C128-913A-4C53-A6C9-8F2B935A2733}"/>
              </a:ext>
            </a:extLst>
          </p:cNvPr>
          <p:cNvSpPr>
            <a:spLocks xmlns:a="http://schemas.openxmlformats.org/drawingml/2006/main" noGrp="1"/>
          </p:cNvSpPr>
          <p:nvPr/>
        </p:nvSpPr>
        <p:spPr>
          <a:xfrm xmlns:a="http://schemas.openxmlformats.org/drawingml/2006/main">
            <a:off x="8463782"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1432" name="">
            <a:extLst xmlns:a="http://schemas.openxmlformats.org/drawingml/2006/main">
              <a:ext uri="{FF2B5EF4-FFF2-40B4-BE49-F238E27FC236}">
                <a16:creationId xmlns:a16="http://schemas.microsoft.com/office/drawing/2014/main" id="{22BE5A55-396F-4435-AC6B-ADE7853A6DC8}"/>
              </a:ext>
            </a:extLst>
          </p:cNvPr>
          <p:cNvSpPr>
            <a:spLocks xmlns:a="http://schemas.openxmlformats.org/drawingml/2006/main" noGrp="1"/>
          </p:cNvSpPr>
          <p:nvPr/>
        </p:nvSpPr>
        <p:spPr>
          <a:xfrm xmlns:a="http://schemas.openxmlformats.org/drawingml/2006/main" rot="0">
            <a:off x="8415424" y="5307934"/>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1433" name="Editable chart path">
            <a:extLst xmlns:a="http://schemas.openxmlformats.org/drawingml/2006/main">
              <a:ext uri="{FF2B5EF4-FFF2-40B4-BE49-F238E27FC236}">
                <a16:creationId xmlns:a16="http://schemas.microsoft.com/office/drawing/2014/main" id="{7FAC9856-0A77-4542-871E-9D739869E5EC}"/>
              </a:ext>
            </a:extLst>
          </p:cNvPr>
          <p:cNvSpPr>
            <a:spLocks xmlns:a="http://schemas.openxmlformats.org/drawingml/2006/main" noGrp="1"/>
          </p:cNvSpPr>
          <p:nvPr/>
        </p:nvSpPr>
        <p:spPr>
          <a:xfrm xmlns:a="http://schemas.openxmlformats.org/drawingml/2006/main">
            <a:off x="8835288"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1434" name="">
            <a:extLst xmlns:a="http://schemas.openxmlformats.org/drawingml/2006/main">
              <a:ext uri="{FF2B5EF4-FFF2-40B4-BE49-F238E27FC236}">
                <a16:creationId xmlns:a16="http://schemas.microsoft.com/office/drawing/2014/main" id="{16D00E67-DD0D-4897-BABE-4630F73D1AB4}"/>
              </a:ext>
            </a:extLst>
          </p:cNvPr>
          <p:cNvSpPr>
            <a:spLocks xmlns:a="http://schemas.openxmlformats.org/drawingml/2006/main" noGrp="1"/>
          </p:cNvSpPr>
          <p:nvPr/>
        </p:nvSpPr>
        <p:spPr>
          <a:xfrm xmlns:a="http://schemas.openxmlformats.org/drawingml/2006/main" rot="0">
            <a:off x="8786834" y="5307934"/>
            <a:ext cx="928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1435" name="Editable chart path">
            <a:extLst xmlns:a="http://schemas.openxmlformats.org/drawingml/2006/main">
              <a:ext uri="{FF2B5EF4-FFF2-40B4-BE49-F238E27FC236}">
                <a16:creationId xmlns:a16="http://schemas.microsoft.com/office/drawing/2014/main" id="{E18154E9-4835-4133-88F8-C5869CF49AFD}"/>
              </a:ext>
            </a:extLst>
          </p:cNvPr>
          <p:cNvSpPr>
            <a:spLocks xmlns:a="http://schemas.openxmlformats.org/drawingml/2006/main" noGrp="1"/>
          </p:cNvSpPr>
          <p:nvPr/>
        </p:nvSpPr>
        <p:spPr>
          <a:xfrm xmlns:a="http://schemas.openxmlformats.org/drawingml/2006/main">
            <a:off x="9206793"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1436" name="">
            <a:extLst xmlns:a="http://schemas.openxmlformats.org/drawingml/2006/main">
              <a:ext uri="{FF2B5EF4-FFF2-40B4-BE49-F238E27FC236}">
                <a16:creationId xmlns:a16="http://schemas.microsoft.com/office/drawing/2014/main" id="{6FC2DBE1-F12B-4ABC-8CB3-0979C2B4231F}"/>
              </a:ext>
            </a:extLst>
          </p:cNvPr>
          <p:cNvSpPr>
            <a:spLocks xmlns:a="http://schemas.openxmlformats.org/drawingml/2006/main" noGrp="1"/>
          </p:cNvSpPr>
          <p:nvPr/>
        </p:nvSpPr>
        <p:spPr>
          <a:xfrm xmlns:a="http://schemas.openxmlformats.org/drawingml/2006/main" rot="0">
            <a:off x="9135876" y="5307934"/>
            <a:ext cx="1381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1437" name="Editable chart path">
            <a:extLst xmlns:a="http://schemas.openxmlformats.org/drawingml/2006/main">
              <a:ext uri="{FF2B5EF4-FFF2-40B4-BE49-F238E27FC236}">
                <a16:creationId xmlns:a16="http://schemas.microsoft.com/office/drawing/2014/main" id="{0493C637-4574-47C2-902A-9527F748C52C}"/>
              </a:ext>
            </a:extLst>
          </p:cNvPr>
          <p:cNvSpPr>
            <a:spLocks xmlns:a="http://schemas.openxmlformats.org/drawingml/2006/main" noGrp="1"/>
          </p:cNvSpPr>
          <p:nvPr/>
        </p:nvSpPr>
        <p:spPr>
          <a:xfrm xmlns:a="http://schemas.openxmlformats.org/drawingml/2006/main">
            <a:off x="9578299"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1438" name="">
            <a:extLst xmlns:a="http://schemas.openxmlformats.org/drawingml/2006/main">
              <a:ext uri="{FF2B5EF4-FFF2-40B4-BE49-F238E27FC236}">
                <a16:creationId xmlns:a16="http://schemas.microsoft.com/office/drawing/2014/main" id="{0D2226C6-8CF9-40A0-ACC7-3C2DFAB20C9B}"/>
              </a:ext>
            </a:extLst>
          </p:cNvPr>
          <p:cNvSpPr>
            <a:spLocks xmlns:a="http://schemas.openxmlformats.org/drawingml/2006/main" noGrp="1"/>
          </p:cNvSpPr>
          <p:nvPr/>
        </p:nvSpPr>
        <p:spPr>
          <a:xfrm xmlns:a="http://schemas.openxmlformats.org/drawingml/2006/main" rot="0">
            <a:off x="9491546" y="5307934"/>
            <a:ext cx="16725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32</a:t>
            </a:r>
          </a:p>
        </p:txBody>
      </p:sp>
      <p:sp>
        <p:nvSpPr>
          <p:cNvPr id="1439" name="Editable chart path">
            <a:extLst xmlns:a="http://schemas.openxmlformats.org/drawingml/2006/main">
              <a:ext uri="{FF2B5EF4-FFF2-40B4-BE49-F238E27FC236}">
                <a16:creationId xmlns:a16="http://schemas.microsoft.com/office/drawing/2014/main" id="{957CAA20-8B48-4729-8750-4F6083228117}"/>
              </a:ext>
            </a:extLst>
          </p:cNvPr>
          <p:cNvSpPr>
            <a:spLocks xmlns:a="http://schemas.openxmlformats.org/drawingml/2006/main" noGrp="1"/>
          </p:cNvSpPr>
          <p:nvPr/>
        </p:nvSpPr>
        <p:spPr>
          <a:xfrm xmlns:a="http://schemas.openxmlformats.org/drawingml/2006/main">
            <a:off x="9949804" y="5280028"/>
            <a:ext cx="95" cy="3925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73">
            <a:solidFill>
              <a:srgbClr val="5A6683"/>
            </a:solidFill>
            <a:prstDash val="solid"/>
          </a:ln>
        </p:spPr>
      </p:sp>
      <p:sp>
        <p:nvSpPr>
          <p:cNvPr id="1440" name="">
            <a:extLst xmlns:a="http://schemas.openxmlformats.org/drawingml/2006/main">
              <a:ext uri="{FF2B5EF4-FFF2-40B4-BE49-F238E27FC236}">
                <a16:creationId xmlns:a16="http://schemas.microsoft.com/office/drawing/2014/main" id="{F04B6548-C8CF-4990-A0F0-D152FB1DB9E3}"/>
              </a:ext>
            </a:extLst>
          </p:cNvPr>
          <p:cNvSpPr>
            <a:spLocks xmlns:a="http://schemas.openxmlformats.org/drawingml/2006/main" noGrp="1"/>
          </p:cNvSpPr>
          <p:nvPr/>
        </p:nvSpPr>
        <p:spPr>
          <a:xfrm xmlns:a="http://schemas.openxmlformats.org/drawingml/2006/main" rot="0">
            <a:off x="9857107" y="5307934"/>
            <a:ext cx="18126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64</a:t>
            </a:r>
          </a:p>
        </p:txBody>
      </p:sp>
      <p:sp>
        <p:nvSpPr>
          <p:cNvPr id="1441" name="Editable chart path">
            <a:extLst xmlns:a="http://schemas.openxmlformats.org/drawingml/2006/main">
              <a:ext uri="{FF2B5EF4-FFF2-40B4-BE49-F238E27FC236}">
                <a16:creationId xmlns:a16="http://schemas.microsoft.com/office/drawing/2014/main" id="{D7708A04-C96C-49D4-BAAB-3A5DCBFFE615}"/>
              </a:ext>
            </a:extLst>
          </p:cNvPr>
          <p:cNvSpPr>
            <a:spLocks xmlns:a="http://schemas.openxmlformats.org/drawingml/2006/main" noGrp="1"/>
          </p:cNvSpPr>
          <p:nvPr/>
        </p:nvSpPr>
        <p:spPr>
          <a:xfrm xmlns:a="http://schemas.openxmlformats.org/drawingml/2006/main">
            <a:off x="7349265" y="5143500"/>
            <a:ext cx="2730566" cy="136528"/>
          </a:xfrm>
          <a:custGeom xmlns:a="http://schemas.openxmlformats.org/drawingml/2006/main">
            <a:pathLst>
              <a:path w="2318714" h="115936">
                <a:moveTo>
                  <a:pt x="0" y="115936"/>
                </a:moveTo>
                <a:lnTo>
                  <a:pt x="0" y="57968"/>
                </a:lnTo>
                <a:lnTo>
                  <a:pt x="0" y="0"/>
                </a:lnTo>
                <a:lnTo>
                  <a:pt x="2208299" y="0"/>
                </a:lnTo>
                <a:lnTo>
                  <a:pt x="2318714" y="57968"/>
                </a:lnTo>
                <a:lnTo>
                  <a:pt x="2208299" y="115936"/>
                </a:lnTo>
                <a:lnTo>
                  <a:pt x="0" y="115936"/>
                </a:lnTo>
                <a:close/>
              </a:path>
            </a:pathLst>
          </a:custGeom>
          <a:noFill xmlns:a="http://schemas.openxmlformats.org/drawingml/2006/main"/>
          <a:ln xmlns:a="http://schemas.openxmlformats.org/drawingml/2006/main" w="8973">
            <a:solidFill>
              <a:srgbClr val="5A6683"/>
            </a:solidFill>
            <a:prstDash val="solid"/>
          </a:ln>
        </p:spPr>
      </p:sp>
      <p:sp>
        <p:nvSpPr>
          <p:cNvPr id="1442" name="">
            <a:extLst xmlns:a="http://schemas.openxmlformats.org/drawingml/2006/main">
              <a:ext uri="{FF2B5EF4-FFF2-40B4-BE49-F238E27FC236}">
                <a16:creationId xmlns:a16="http://schemas.microsoft.com/office/drawing/2014/main" id="{D02A470F-4D6D-4DD5-A8B0-F63F5C157CA5}"/>
              </a:ext>
            </a:extLst>
          </p:cNvPr>
          <p:cNvSpPr>
            <a:spLocks xmlns:a="http://schemas.openxmlformats.org/drawingml/2006/main" noGrp="1"/>
          </p:cNvSpPr>
          <p:nvPr/>
        </p:nvSpPr>
        <p:spPr>
          <a:xfrm xmlns:a="http://schemas.openxmlformats.org/drawingml/2006/main">
            <a:off x="6191250" y="5572125"/>
            <a:ext cx="5000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Vacant taxis (normal-coverage regimes)</a:t>
            </a:r>
          </a:p>
        </p:txBody>
      </p:sp>
    </p:spTree>
    <p:extLst>
      <p:ext uri="{BB962C8B-B14F-4D97-AF65-F5344CB8AC3E}">
        <p14:creationId xmlns:p14="http://schemas.microsoft.com/office/powerpoint/2010/main" val="597896415"/>
      </p:ext>
    </p:extLst>
  </p:cSld>
</p:sld>
</file>

<file path=ppt/slides/slide28.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DRY AND HEAVY-RAIN SUPPLY GEOGRAPHY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Count maps retain taxi units. Percentage changes use the common ±40% scale.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28</a:t>
            </a:r>
            <a:endParaRPr sz="1200"/>
          </a:p>
        </p:txBody>
      </p:sp>
      <p:sp>
        <p:nvSpPr>
          <p:cNvPr id="14" name="">
            <a:extLst xmlns:a="http://schemas.openxmlformats.org/drawingml/2006/main">
              <a:ext uri="{FF2B5EF4-FFF2-40B4-BE49-F238E27FC236}">
                <a16:creationId xmlns:a16="http://schemas.microsoft.com/office/drawing/2014/main" id="{1A24826B-C2E7-4298-A286-921E0313A802}"/>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DD269FCF-879B-4BA3-A7C4-797CBD981C87}"/>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Heavy rain vs dry: % change relative to expected level</a:t>
            </a:r>
          </a:p>
        </p:txBody>
      </p:sp>
      <p:sp>
        <p:nvSpPr>
          <p:cNvPr id="16" name="Editable chart path">
            <a:extLst xmlns:a="http://schemas.openxmlformats.org/drawingml/2006/main">
              <a:ext uri="{FF2B5EF4-FFF2-40B4-BE49-F238E27FC236}">
                <a16:creationId xmlns:a16="http://schemas.microsoft.com/office/drawing/2014/main" id="{80C54ACC-071A-4FA0-9020-D699C4248A2B}"/>
              </a:ext>
            </a:extLst>
          </p:cNvPr>
          <p:cNvSpPr>
            <a:spLocks xmlns:a="http://schemas.openxmlformats.org/drawingml/2006/main" noGrp="1"/>
          </p:cNvSpPr>
          <p:nvPr/>
        </p:nvSpPr>
        <p:spPr>
          <a:xfrm xmlns:a="http://schemas.openxmlformats.org/drawingml/2006/main">
            <a:off x="4460338" y="2413795"/>
            <a:ext cx="2967394" cy="1763144"/>
          </a:xfrm>
          <a:custGeom xmlns:a="http://schemas.openxmlformats.org/drawingml/2006/main">
            <a:pathLst>
              <a:path w="3158725" h="1876828">
                <a:moveTo>
                  <a:pt x="660686" y="1177789"/>
                </a:moveTo>
                <a:lnTo>
                  <a:pt x="645970" y="1174830"/>
                </a:lnTo>
                <a:lnTo>
                  <a:pt x="649865" y="1183777"/>
                </a:lnTo>
                <a:lnTo>
                  <a:pt x="658017" y="1185798"/>
                </a:lnTo>
                <a:lnTo>
                  <a:pt x="675762" y="1207949"/>
                </a:lnTo>
                <a:lnTo>
                  <a:pt x="675978" y="1235585"/>
                </a:lnTo>
                <a:lnTo>
                  <a:pt x="652679" y="1234935"/>
                </a:lnTo>
                <a:lnTo>
                  <a:pt x="652823" y="1231544"/>
                </a:lnTo>
                <a:lnTo>
                  <a:pt x="648567" y="1228658"/>
                </a:lnTo>
                <a:lnTo>
                  <a:pt x="646259" y="1209393"/>
                </a:lnTo>
                <a:lnTo>
                  <a:pt x="639622" y="1196765"/>
                </a:lnTo>
                <a:lnTo>
                  <a:pt x="641786" y="1189622"/>
                </a:lnTo>
                <a:lnTo>
                  <a:pt x="648278" y="1184355"/>
                </a:lnTo>
                <a:lnTo>
                  <a:pt x="644599" y="1175480"/>
                </a:lnTo>
                <a:lnTo>
                  <a:pt x="637170" y="1184499"/>
                </a:lnTo>
                <a:lnTo>
                  <a:pt x="633707" y="1195467"/>
                </a:lnTo>
                <a:lnTo>
                  <a:pt x="635150" y="1225411"/>
                </a:lnTo>
                <a:lnTo>
                  <a:pt x="615096" y="1232987"/>
                </a:lnTo>
                <a:lnTo>
                  <a:pt x="599876" y="1231977"/>
                </a:lnTo>
                <a:lnTo>
                  <a:pt x="563952" y="1238688"/>
                </a:lnTo>
                <a:lnTo>
                  <a:pt x="554070" y="1167615"/>
                </a:lnTo>
                <a:lnTo>
                  <a:pt x="549958" y="1165739"/>
                </a:lnTo>
                <a:lnTo>
                  <a:pt x="541446" y="1168048"/>
                </a:lnTo>
                <a:lnTo>
                  <a:pt x="549670" y="1246625"/>
                </a:lnTo>
                <a:lnTo>
                  <a:pt x="536830" y="1252541"/>
                </a:lnTo>
                <a:lnTo>
                  <a:pt x="534377" y="1249655"/>
                </a:lnTo>
                <a:lnTo>
                  <a:pt x="524711" y="1256654"/>
                </a:lnTo>
                <a:lnTo>
                  <a:pt x="485614" y="1213217"/>
                </a:lnTo>
                <a:lnTo>
                  <a:pt x="483450" y="1183056"/>
                </a:lnTo>
                <a:lnTo>
                  <a:pt x="455101" y="1186591"/>
                </a:lnTo>
                <a:lnTo>
                  <a:pt x="460222" y="1229091"/>
                </a:lnTo>
                <a:lnTo>
                  <a:pt x="495136" y="1265096"/>
                </a:lnTo>
                <a:lnTo>
                  <a:pt x="492611" y="1264014"/>
                </a:lnTo>
                <a:lnTo>
                  <a:pt x="494631" y="1267405"/>
                </a:lnTo>
                <a:lnTo>
                  <a:pt x="484243" y="1278445"/>
                </a:lnTo>
                <a:lnTo>
                  <a:pt x="439231" y="1313873"/>
                </a:lnTo>
                <a:lnTo>
                  <a:pt x="429204" y="1301751"/>
                </a:lnTo>
                <a:lnTo>
                  <a:pt x="430935" y="1299081"/>
                </a:lnTo>
                <a:lnTo>
                  <a:pt x="425886" y="1290784"/>
                </a:lnTo>
                <a:lnTo>
                  <a:pt x="381883" y="1268848"/>
                </a:lnTo>
                <a:lnTo>
                  <a:pt x="384624" y="1262932"/>
                </a:lnTo>
                <a:lnTo>
                  <a:pt x="375103" y="1255355"/>
                </a:lnTo>
                <a:lnTo>
                  <a:pt x="367168" y="1261994"/>
                </a:lnTo>
                <a:lnTo>
                  <a:pt x="361902" y="1256149"/>
                </a:lnTo>
                <a:lnTo>
                  <a:pt x="368755" y="1250232"/>
                </a:lnTo>
                <a:lnTo>
                  <a:pt x="346609" y="1224762"/>
                </a:lnTo>
                <a:lnTo>
                  <a:pt x="332399" y="1236811"/>
                </a:lnTo>
                <a:lnTo>
                  <a:pt x="318188" y="1219999"/>
                </a:lnTo>
                <a:lnTo>
                  <a:pt x="373588" y="1159605"/>
                </a:lnTo>
                <a:lnTo>
                  <a:pt x="371207" y="1152029"/>
                </a:lnTo>
                <a:lnTo>
                  <a:pt x="363417" y="1149215"/>
                </a:lnTo>
                <a:lnTo>
                  <a:pt x="325906" y="1189694"/>
                </a:lnTo>
                <a:lnTo>
                  <a:pt x="314726" y="1193518"/>
                </a:lnTo>
                <a:lnTo>
                  <a:pt x="296331" y="1175768"/>
                </a:lnTo>
                <a:lnTo>
                  <a:pt x="293157" y="1166749"/>
                </a:lnTo>
                <a:lnTo>
                  <a:pt x="333048" y="1125404"/>
                </a:lnTo>
                <a:lnTo>
                  <a:pt x="334563" y="1121652"/>
                </a:lnTo>
                <a:lnTo>
                  <a:pt x="330523" y="1116890"/>
                </a:lnTo>
                <a:lnTo>
                  <a:pt x="316962" y="1106211"/>
                </a:lnTo>
                <a:lnTo>
                  <a:pt x="293518" y="1132042"/>
                </a:lnTo>
                <a:lnTo>
                  <a:pt x="270651" y="1150009"/>
                </a:lnTo>
                <a:lnTo>
                  <a:pt x="253339" y="1138320"/>
                </a:lnTo>
                <a:lnTo>
                  <a:pt x="230400" y="1115302"/>
                </a:lnTo>
                <a:lnTo>
                  <a:pt x="208038" y="1147339"/>
                </a:lnTo>
                <a:lnTo>
                  <a:pt x="233069" y="1168481"/>
                </a:lnTo>
                <a:lnTo>
                  <a:pt x="283707" y="1227720"/>
                </a:lnTo>
                <a:lnTo>
                  <a:pt x="294239" y="1291505"/>
                </a:lnTo>
                <a:lnTo>
                  <a:pt x="317322" y="1334077"/>
                </a:lnTo>
                <a:lnTo>
                  <a:pt x="320785" y="1345766"/>
                </a:lnTo>
                <a:lnTo>
                  <a:pt x="317395" y="1364815"/>
                </a:lnTo>
                <a:lnTo>
                  <a:pt x="302823" y="1379534"/>
                </a:lnTo>
                <a:lnTo>
                  <a:pt x="289262" y="1383070"/>
                </a:lnTo>
                <a:lnTo>
                  <a:pt x="252617" y="1380545"/>
                </a:lnTo>
                <a:lnTo>
                  <a:pt x="250597" y="1383142"/>
                </a:lnTo>
                <a:lnTo>
                  <a:pt x="245548" y="1450030"/>
                </a:lnTo>
                <a:lnTo>
                  <a:pt x="271589" y="1450030"/>
                </a:lnTo>
                <a:lnTo>
                  <a:pt x="271661" y="1514681"/>
                </a:lnTo>
                <a:lnTo>
                  <a:pt x="83965" y="1514681"/>
                </a:lnTo>
                <a:lnTo>
                  <a:pt x="83965" y="1564252"/>
                </a:lnTo>
                <a:lnTo>
                  <a:pt x="278802" y="1564252"/>
                </a:lnTo>
                <a:lnTo>
                  <a:pt x="278802" y="1607689"/>
                </a:lnTo>
                <a:lnTo>
                  <a:pt x="231482" y="1628830"/>
                </a:lnTo>
                <a:lnTo>
                  <a:pt x="83965" y="1628830"/>
                </a:lnTo>
                <a:lnTo>
                  <a:pt x="83965" y="1678473"/>
                </a:lnTo>
                <a:lnTo>
                  <a:pt x="318404" y="1678473"/>
                </a:lnTo>
                <a:lnTo>
                  <a:pt x="318404" y="1743052"/>
                </a:lnTo>
                <a:lnTo>
                  <a:pt x="84037" y="1743052"/>
                </a:lnTo>
                <a:lnTo>
                  <a:pt x="84037" y="1797890"/>
                </a:lnTo>
                <a:lnTo>
                  <a:pt x="369476" y="1797818"/>
                </a:lnTo>
                <a:lnTo>
                  <a:pt x="381451" y="1829855"/>
                </a:lnTo>
                <a:lnTo>
                  <a:pt x="305564" y="1857923"/>
                </a:lnTo>
                <a:lnTo>
                  <a:pt x="281183" y="1872571"/>
                </a:lnTo>
                <a:lnTo>
                  <a:pt x="265313" y="1876828"/>
                </a:lnTo>
                <a:lnTo>
                  <a:pt x="26041" y="1816722"/>
                </a:lnTo>
                <a:lnTo>
                  <a:pt x="8945" y="1807414"/>
                </a:lnTo>
                <a:lnTo>
                  <a:pt x="938" y="1792983"/>
                </a:lnTo>
                <a:lnTo>
                  <a:pt x="0" y="1638571"/>
                </a:lnTo>
                <a:lnTo>
                  <a:pt x="48547" y="1638571"/>
                </a:lnTo>
                <a:lnTo>
                  <a:pt x="48619" y="1619017"/>
                </a:lnTo>
                <a:lnTo>
                  <a:pt x="22723" y="1619017"/>
                </a:lnTo>
                <a:lnTo>
                  <a:pt x="22723" y="1571684"/>
                </a:lnTo>
                <a:lnTo>
                  <a:pt x="45373" y="1571684"/>
                </a:lnTo>
                <a:lnTo>
                  <a:pt x="45373" y="1552129"/>
                </a:lnTo>
                <a:lnTo>
                  <a:pt x="29215" y="1552129"/>
                </a:lnTo>
                <a:lnTo>
                  <a:pt x="29215" y="1519155"/>
                </a:lnTo>
                <a:lnTo>
                  <a:pt x="72" y="1519155"/>
                </a:lnTo>
                <a:lnTo>
                  <a:pt x="866" y="1506239"/>
                </a:lnTo>
                <a:lnTo>
                  <a:pt x="41189" y="1398223"/>
                </a:lnTo>
                <a:lnTo>
                  <a:pt x="51360" y="1388265"/>
                </a:lnTo>
                <a:lnTo>
                  <a:pt x="72424" y="1380472"/>
                </a:lnTo>
                <a:lnTo>
                  <a:pt x="86201" y="1371525"/>
                </a:lnTo>
                <a:lnTo>
                  <a:pt x="96589" y="1359331"/>
                </a:lnTo>
                <a:lnTo>
                  <a:pt x="102865" y="1345766"/>
                </a:lnTo>
                <a:lnTo>
                  <a:pt x="105462" y="1329892"/>
                </a:lnTo>
                <a:lnTo>
                  <a:pt x="103370" y="1313512"/>
                </a:lnTo>
                <a:lnTo>
                  <a:pt x="90313" y="1280177"/>
                </a:lnTo>
                <a:lnTo>
                  <a:pt x="85192" y="1279599"/>
                </a:lnTo>
                <a:lnTo>
                  <a:pt x="86418" y="1272023"/>
                </a:lnTo>
                <a:lnTo>
                  <a:pt x="84110" y="1274837"/>
                </a:lnTo>
                <a:lnTo>
                  <a:pt x="87428" y="1255788"/>
                </a:lnTo>
                <a:lnTo>
                  <a:pt x="88654" y="1259107"/>
                </a:lnTo>
                <a:lnTo>
                  <a:pt x="89808" y="1252686"/>
                </a:lnTo>
                <a:lnTo>
                  <a:pt x="93776" y="1253335"/>
                </a:lnTo>
                <a:lnTo>
                  <a:pt x="185964" y="1006709"/>
                </a:lnTo>
                <a:lnTo>
                  <a:pt x="194909" y="972363"/>
                </a:lnTo>
                <a:lnTo>
                  <a:pt x="209697" y="937945"/>
                </a:lnTo>
                <a:lnTo>
                  <a:pt x="206451" y="932966"/>
                </a:lnTo>
                <a:lnTo>
                  <a:pt x="210057" y="929142"/>
                </a:lnTo>
                <a:lnTo>
                  <a:pt x="207966" y="927194"/>
                </a:lnTo>
                <a:lnTo>
                  <a:pt x="216261" y="918607"/>
                </a:lnTo>
                <a:lnTo>
                  <a:pt x="222248" y="904393"/>
                </a:lnTo>
                <a:lnTo>
                  <a:pt x="221383" y="901146"/>
                </a:lnTo>
                <a:lnTo>
                  <a:pt x="214386" y="904176"/>
                </a:lnTo>
                <a:lnTo>
                  <a:pt x="208759" y="897971"/>
                </a:lnTo>
                <a:lnTo>
                  <a:pt x="205008" y="885560"/>
                </a:lnTo>
                <a:lnTo>
                  <a:pt x="207461" y="873438"/>
                </a:lnTo>
                <a:lnTo>
                  <a:pt x="198155" y="867449"/>
                </a:lnTo>
                <a:lnTo>
                  <a:pt x="199093" y="865645"/>
                </a:lnTo>
                <a:lnTo>
                  <a:pt x="208326" y="871779"/>
                </a:lnTo>
                <a:lnTo>
                  <a:pt x="216045" y="863336"/>
                </a:lnTo>
                <a:lnTo>
                  <a:pt x="226216" y="859296"/>
                </a:lnTo>
                <a:lnTo>
                  <a:pt x="231337" y="861533"/>
                </a:lnTo>
                <a:lnTo>
                  <a:pt x="234511" y="868099"/>
                </a:lnTo>
                <a:lnTo>
                  <a:pt x="238695" y="849122"/>
                </a:lnTo>
                <a:lnTo>
                  <a:pt x="248506" y="825960"/>
                </a:lnTo>
                <a:lnTo>
                  <a:pt x="250237" y="812972"/>
                </a:lnTo>
                <a:lnTo>
                  <a:pt x="252257" y="816075"/>
                </a:lnTo>
                <a:lnTo>
                  <a:pt x="265818" y="805252"/>
                </a:lnTo>
                <a:lnTo>
                  <a:pt x="274546" y="793923"/>
                </a:lnTo>
                <a:lnTo>
                  <a:pt x="296475" y="744353"/>
                </a:lnTo>
                <a:lnTo>
                  <a:pt x="312922" y="720181"/>
                </a:lnTo>
                <a:lnTo>
                  <a:pt x="314870" y="708059"/>
                </a:lnTo>
                <a:lnTo>
                  <a:pt x="327205" y="704234"/>
                </a:lnTo>
                <a:lnTo>
                  <a:pt x="326123" y="695936"/>
                </a:lnTo>
                <a:lnTo>
                  <a:pt x="329658" y="693122"/>
                </a:lnTo>
                <a:lnTo>
                  <a:pt x="339107" y="705389"/>
                </a:lnTo>
                <a:lnTo>
                  <a:pt x="339179" y="693555"/>
                </a:lnTo>
                <a:lnTo>
                  <a:pt x="345383" y="692329"/>
                </a:lnTo>
                <a:lnTo>
                  <a:pt x="355626" y="666281"/>
                </a:lnTo>
                <a:lnTo>
                  <a:pt x="371640" y="638645"/>
                </a:lnTo>
                <a:lnTo>
                  <a:pt x="369693" y="629698"/>
                </a:lnTo>
                <a:lnTo>
                  <a:pt x="377195" y="630780"/>
                </a:lnTo>
                <a:lnTo>
                  <a:pt x="373371" y="624431"/>
                </a:lnTo>
                <a:lnTo>
                  <a:pt x="385490" y="613391"/>
                </a:lnTo>
                <a:lnTo>
                  <a:pt x="390323" y="612092"/>
                </a:lnTo>
                <a:lnTo>
                  <a:pt x="390900" y="618298"/>
                </a:lnTo>
                <a:lnTo>
                  <a:pt x="392848" y="618009"/>
                </a:lnTo>
                <a:lnTo>
                  <a:pt x="394868" y="611731"/>
                </a:lnTo>
                <a:lnTo>
                  <a:pt x="390467" y="604516"/>
                </a:lnTo>
                <a:lnTo>
                  <a:pt x="394723" y="596940"/>
                </a:lnTo>
                <a:lnTo>
                  <a:pt x="403235" y="591023"/>
                </a:lnTo>
                <a:lnTo>
                  <a:pt x="403307" y="578901"/>
                </a:lnTo>
                <a:lnTo>
                  <a:pt x="411459" y="564614"/>
                </a:lnTo>
                <a:lnTo>
                  <a:pt x="408790" y="547730"/>
                </a:lnTo>
                <a:lnTo>
                  <a:pt x="412252" y="530052"/>
                </a:lnTo>
                <a:lnTo>
                  <a:pt x="406481" y="519806"/>
                </a:lnTo>
                <a:lnTo>
                  <a:pt x="411098" y="508766"/>
                </a:lnTo>
                <a:lnTo>
                  <a:pt x="413839" y="510714"/>
                </a:lnTo>
                <a:lnTo>
                  <a:pt x="415138" y="508333"/>
                </a:lnTo>
                <a:lnTo>
                  <a:pt x="411387" y="505663"/>
                </a:lnTo>
                <a:lnTo>
                  <a:pt x="413118" y="500107"/>
                </a:lnTo>
                <a:lnTo>
                  <a:pt x="419682" y="496500"/>
                </a:lnTo>
                <a:lnTo>
                  <a:pt x="413551" y="487119"/>
                </a:lnTo>
                <a:lnTo>
                  <a:pt x="409655" y="470740"/>
                </a:lnTo>
                <a:lnTo>
                  <a:pt x="422784" y="465112"/>
                </a:lnTo>
                <a:lnTo>
                  <a:pt x="428338" y="454722"/>
                </a:lnTo>
                <a:lnTo>
                  <a:pt x="428771" y="446280"/>
                </a:lnTo>
                <a:lnTo>
                  <a:pt x="441251" y="443177"/>
                </a:lnTo>
                <a:lnTo>
                  <a:pt x="449763" y="447578"/>
                </a:lnTo>
                <a:lnTo>
                  <a:pt x="451638" y="441662"/>
                </a:lnTo>
                <a:lnTo>
                  <a:pt x="460871" y="436899"/>
                </a:lnTo>
                <a:lnTo>
                  <a:pt x="462603" y="431127"/>
                </a:lnTo>
                <a:lnTo>
                  <a:pt x="468157" y="426220"/>
                </a:lnTo>
                <a:lnTo>
                  <a:pt x="466065" y="417634"/>
                </a:lnTo>
                <a:lnTo>
                  <a:pt x="468013" y="414820"/>
                </a:lnTo>
                <a:lnTo>
                  <a:pt x="472413" y="411789"/>
                </a:lnTo>
                <a:lnTo>
                  <a:pt x="479122" y="413305"/>
                </a:lnTo>
                <a:lnTo>
                  <a:pt x="483377" y="411140"/>
                </a:lnTo>
                <a:lnTo>
                  <a:pt x="476813" y="405151"/>
                </a:lnTo>
                <a:lnTo>
                  <a:pt x="474866" y="395699"/>
                </a:lnTo>
                <a:lnTo>
                  <a:pt x="479410" y="380691"/>
                </a:lnTo>
                <a:lnTo>
                  <a:pt x="485614" y="382422"/>
                </a:lnTo>
                <a:lnTo>
                  <a:pt x="486119" y="376939"/>
                </a:lnTo>
                <a:lnTo>
                  <a:pt x="480204" y="371815"/>
                </a:lnTo>
                <a:lnTo>
                  <a:pt x="492178" y="365322"/>
                </a:lnTo>
                <a:lnTo>
                  <a:pt x="498670" y="371743"/>
                </a:lnTo>
                <a:lnTo>
                  <a:pt x="495352" y="366404"/>
                </a:lnTo>
                <a:lnTo>
                  <a:pt x="499391" y="361209"/>
                </a:lnTo>
                <a:lnTo>
                  <a:pt x="493693" y="362580"/>
                </a:lnTo>
                <a:lnTo>
                  <a:pt x="489148" y="351829"/>
                </a:lnTo>
                <a:lnTo>
                  <a:pt x="494847" y="328955"/>
                </a:lnTo>
                <a:lnTo>
                  <a:pt x="506605" y="321379"/>
                </a:lnTo>
                <a:lnTo>
                  <a:pt x="513674" y="322389"/>
                </a:lnTo>
                <a:lnTo>
                  <a:pt x="509995" y="320802"/>
                </a:lnTo>
                <a:lnTo>
                  <a:pt x="511149" y="316545"/>
                </a:lnTo>
                <a:lnTo>
                  <a:pt x="521970" y="300526"/>
                </a:lnTo>
                <a:lnTo>
                  <a:pt x="528750" y="304783"/>
                </a:lnTo>
                <a:lnTo>
                  <a:pt x="546063" y="300382"/>
                </a:lnTo>
                <a:lnTo>
                  <a:pt x="559841" y="285734"/>
                </a:lnTo>
                <a:lnTo>
                  <a:pt x="567415" y="290497"/>
                </a:lnTo>
                <a:lnTo>
                  <a:pt x="575783" y="291218"/>
                </a:lnTo>
                <a:lnTo>
                  <a:pt x="578019" y="294393"/>
                </a:lnTo>
                <a:lnTo>
                  <a:pt x="578379" y="283137"/>
                </a:lnTo>
                <a:lnTo>
                  <a:pt x="582996" y="280034"/>
                </a:lnTo>
                <a:lnTo>
                  <a:pt x="592085" y="281838"/>
                </a:lnTo>
                <a:lnTo>
                  <a:pt x="598000" y="272241"/>
                </a:lnTo>
                <a:lnTo>
                  <a:pt x="631687" y="268561"/>
                </a:lnTo>
                <a:lnTo>
                  <a:pt x="638973" y="262717"/>
                </a:lnTo>
                <a:lnTo>
                  <a:pt x="652102" y="258027"/>
                </a:lnTo>
                <a:lnTo>
                  <a:pt x="652029" y="254996"/>
                </a:lnTo>
                <a:lnTo>
                  <a:pt x="680956" y="225196"/>
                </a:lnTo>
                <a:lnTo>
                  <a:pt x="698629" y="215095"/>
                </a:lnTo>
                <a:lnTo>
                  <a:pt x="727050" y="187243"/>
                </a:lnTo>
                <a:lnTo>
                  <a:pt x="727916" y="179738"/>
                </a:lnTo>
                <a:lnTo>
                  <a:pt x="733254" y="183202"/>
                </a:lnTo>
                <a:lnTo>
                  <a:pt x="751504" y="165885"/>
                </a:lnTo>
                <a:lnTo>
                  <a:pt x="770908" y="154989"/>
                </a:lnTo>
                <a:lnTo>
                  <a:pt x="801710" y="145970"/>
                </a:lnTo>
                <a:lnTo>
                  <a:pt x="806326" y="147557"/>
                </a:lnTo>
                <a:lnTo>
                  <a:pt x="808418" y="145032"/>
                </a:lnTo>
                <a:lnTo>
                  <a:pt x="835108" y="140414"/>
                </a:lnTo>
                <a:lnTo>
                  <a:pt x="877740" y="141352"/>
                </a:lnTo>
                <a:lnTo>
                  <a:pt x="889931" y="144455"/>
                </a:lnTo>
                <a:lnTo>
                  <a:pt x="906811" y="157875"/>
                </a:lnTo>
                <a:lnTo>
                  <a:pt x="907965" y="163215"/>
                </a:lnTo>
                <a:lnTo>
                  <a:pt x="904574" y="157226"/>
                </a:lnTo>
                <a:lnTo>
                  <a:pt x="904647" y="161844"/>
                </a:lnTo>
                <a:lnTo>
                  <a:pt x="901040" y="165163"/>
                </a:lnTo>
                <a:lnTo>
                  <a:pt x="905873" y="163937"/>
                </a:lnTo>
                <a:lnTo>
                  <a:pt x="915611" y="170791"/>
                </a:lnTo>
                <a:lnTo>
                  <a:pt x="905656" y="177790"/>
                </a:lnTo>
                <a:lnTo>
                  <a:pt x="911355" y="173028"/>
                </a:lnTo>
                <a:lnTo>
                  <a:pt x="916549" y="172739"/>
                </a:lnTo>
                <a:lnTo>
                  <a:pt x="911572" y="177141"/>
                </a:lnTo>
                <a:lnTo>
                  <a:pt x="913591" y="175914"/>
                </a:lnTo>
                <a:lnTo>
                  <a:pt x="915828" y="178728"/>
                </a:lnTo>
                <a:lnTo>
                  <a:pt x="915900" y="174327"/>
                </a:lnTo>
                <a:lnTo>
                  <a:pt x="921815" y="177141"/>
                </a:lnTo>
                <a:lnTo>
                  <a:pt x="923835" y="184501"/>
                </a:lnTo>
                <a:lnTo>
                  <a:pt x="929750" y="183851"/>
                </a:lnTo>
                <a:lnTo>
                  <a:pt x="953626" y="202179"/>
                </a:lnTo>
                <a:lnTo>
                  <a:pt x="954636" y="206941"/>
                </a:lnTo>
                <a:lnTo>
                  <a:pt x="943888" y="218991"/>
                </a:lnTo>
                <a:lnTo>
                  <a:pt x="945691" y="231185"/>
                </a:lnTo>
                <a:lnTo>
                  <a:pt x="948360" y="231257"/>
                </a:lnTo>
                <a:lnTo>
                  <a:pt x="949226" y="223609"/>
                </a:lnTo>
                <a:lnTo>
                  <a:pt x="955790" y="214373"/>
                </a:lnTo>
                <a:lnTo>
                  <a:pt x="959469" y="229958"/>
                </a:lnTo>
                <a:lnTo>
                  <a:pt x="985077" y="229886"/>
                </a:lnTo>
                <a:lnTo>
                  <a:pt x="988179" y="227217"/>
                </a:lnTo>
                <a:lnTo>
                  <a:pt x="990199" y="231329"/>
                </a:lnTo>
                <a:lnTo>
                  <a:pt x="990055" y="182625"/>
                </a:lnTo>
                <a:lnTo>
                  <a:pt x="996330" y="176636"/>
                </a:lnTo>
                <a:lnTo>
                  <a:pt x="1098113" y="197489"/>
                </a:lnTo>
                <a:lnTo>
                  <a:pt x="1126534" y="190634"/>
                </a:lnTo>
                <a:lnTo>
                  <a:pt x="1143847" y="197994"/>
                </a:lnTo>
                <a:lnTo>
                  <a:pt x="1163972" y="191861"/>
                </a:lnTo>
                <a:lnTo>
                  <a:pt x="1162385" y="185944"/>
                </a:lnTo>
                <a:lnTo>
                  <a:pt x="1166209" y="175770"/>
                </a:lnTo>
                <a:lnTo>
                  <a:pt x="1177750" y="166101"/>
                </a:lnTo>
                <a:lnTo>
                  <a:pt x="1183737" y="155350"/>
                </a:lnTo>
                <a:lnTo>
                  <a:pt x="1178327" y="131900"/>
                </a:lnTo>
                <a:lnTo>
                  <a:pt x="1180924" y="130457"/>
                </a:lnTo>
                <a:lnTo>
                  <a:pt x="1191384" y="160762"/>
                </a:lnTo>
                <a:lnTo>
                  <a:pt x="1205594" y="150227"/>
                </a:lnTo>
                <a:lnTo>
                  <a:pt x="1230842" y="140775"/>
                </a:lnTo>
                <a:lnTo>
                  <a:pt x="1276792" y="110614"/>
                </a:lnTo>
                <a:lnTo>
                  <a:pt x="1282346" y="109604"/>
                </a:lnTo>
                <a:lnTo>
                  <a:pt x="1298288" y="93008"/>
                </a:lnTo>
                <a:lnTo>
                  <a:pt x="1325339" y="73670"/>
                </a:lnTo>
                <a:lnTo>
                  <a:pt x="1336447" y="68980"/>
                </a:lnTo>
                <a:lnTo>
                  <a:pt x="1392064" y="28357"/>
                </a:lnTo>
                <a:lnTo>
                  <a:pt x="1400720" y="28646"/>
                </a:lnTo>
                <a:lnTo>
                  <a:pt x="1412983" y="16524"/>
                </a:lnTo>
                <a:lnTo>
                  <a:pt x="1423515" y="12555"/>
                </a:lnTo>
                <a:lnTo>
                  <a:pt x="1463910" y="1443"/>
                </a:lnTo>
                <a:lnTo>
                  <a:pt x="1471557" y="7143"/>
                </a:lnTo>
                <a:lnTo>
                  <a:pt x="1487787" y="2958"/>
                </a:lnTo>
                <a:lnTo>
                  <a:pt x="1526524" y="0"/>
                </a:lnTo>
                <a:lnTo>
                  <a:pt x="1556171" y="11040"/>
                </a:lnTo>
                <a:lnTo>
                  <a:pt x="1561509" y="15369"/>
                </a:lnTo>
                <a:lnTo>
                  <a:pt x="1547803" y="24966"/>
                </a:lnTo>
                <a:lnTo>
                  <a:pt x="1535685" y="41922"/>
                </a:lnTo>
                <a:lnTo>
                  <a:pt x="1541528" y="45530"/>
                </a:lnTo>
                <a:lnTo>
                  <a:pt x="1549679" y="33336"/>
                </a:lnTo>
                <a:lnTo>
                  <a:pt x="1566414" y="26048"/>
                </a:lnTo>
                <a:lnTo>
                  <a:pt x="1564034" y="34707"/>
                </a:lnTo>
                <a:lnTo>
                  <a:pt x="1570310" y="36005"/>
                </a:lnTo>
                <a:lnTo>
                  <a:pt x="1557974" y="58085"/>
                </a:lnTo>
                <a:lnTo>
                  <a:pt x="1561653" y="60033"/>
                </a:lnTo>
                <a:lnTo>
                  <a:pt x="1576802" y="36366"/>
                </a:lnTo>
                <a:lnTo>
                  <a:pt x="1569949" y="48705"/>
                </a:lnTo>
                <a:lnTo>
                  <a:pt x="1572690" y="50581"/>
                </a:lnTo>
                <a:lnTo>
                  <a:pt x="1562303" y="68908"/>
                </a:lnTo>
                <a:lnTo>
                  <a:pt x="1564899" y="70351"/>
                </a:lnTo>
                <a:lnTo>
                  <a:pt x="1574998" y="51952"/>
                </a:lnTo>
                <a:lnTo>
                  <a:pt x="1578677" y="53756"/>
                </a:lnTo>
                <a:lnTo>
                  <a:pt x="1600246" y="15730"/>
                </a:lnTo>
                <a:lnTo>
                  <a:pt x="1649009" y="43726"/>
                </a:lnTo>
                <a:lnTo>
                  <a:pt x="1632057" y="74031"/>
                </a:lnTo>
                <a:lnTo>
                  <a:pt x="1638910" y="78000"/>
                </a:lnTo>
                <a:lnTo>
                  <a:pt x="1656006" y="47839"/>
                </a:lnTo>
                <a:lnTo>
                  <a:pt x="1663797" y="47622"/>
                </a:lnTo>
                <a:lnTo>
                  <a:pt x="1670722" y="43004"/>
                </a:lnTo>
                <a:lnTo>
                  <a:pt x="1762478" y="81102"/>
                </a:lnTo>
                <a:lnTo>
                  <a:pt x="1792269" y="95966"/>
                </a:lnTo>
                <a:lnTo>
                  <a:pt x="1821340" y="114799"/>
                </a:lnTo>
                <a:lnTo>
                  <a:pt x="1820330" y="122303"/>
                </a:lnTo>
                <a:lnTo>
                  <a:pt x="1798617" y="131900"/>
                </a:lnTo>
                <a:lnTo>
                  <a:pt x="1817589" y="178079"/>
                </a:lnTo>
                <a:lnTo>
                  <a:pt x="1825379" y="204704"/>
                </a:lnTo>
                <a:lnTo>
                  <a:pt x="1858706" y="247709"/>
                </a:lnTo>
                <a:lnTo>
                  <a:pt x="1854522" y="251100"/>
                </a:lnTo>
                <a:lnTo>
                  <a:pt x="1860437" y="264521"/>
                </a:lnTo>
                <a:lnTo>
                  <a:pt x="1870031" y="260913"/>
                </a:lnTo>
                <a:lnTo>
                  <a:pt x="1873061" y="267335"/>
                </a:lnTo>
                <a:lnTo>
                  <a:pt x="1866208" y="281477"/>
                </a:lnTo>
                <a:lnTo>
                  <a:pt x="1829491" y="311855"/>
                </a:lnTo>
                <a:lnTo>
                  <a:pt x="1821051" y="314452"/>
                </a:lnTo>
                <a:lnTo>
                  <a:pt x="1818382" y="319214"/>
                </a:lnTo>
                <a:lnTo>
                  <a:pt x="1861735" y="338768"/>
                </a:lnTo>
                <a:lnTo>
                  <a:pt x="1871690" y="333573"/>
                </a:lnTo>
                <a:lnTo>
                  <a:pt x="1884314" y="331769"/>
                </a:lnTo>
                <a:lnTo>
                  <a:pt x="1900761" y="317338"/>
                </a:lnTo>
                <a:lnTo>
                  <a:pt x="1901049" y="309546"/>
                </a:lnTo>
                <a:lnTo>
                  <a:pt x="1905882" y="303340"/>
                </a:lnTo>
                <a:lnTo>
                  <a:pt x="1932861" y="285734"/>
                </a:lnTo>
                <a:lnTo>
                  <a:pt x="1950029" y="280178"/>
                </a:lnTo>
                <a:lnTo>
                  <a:pt x="1968279" y="281477"/>
                </a:lnTo>
                <a:lnTo>
                  <a:pt x="1980109" y="286600"/>
                </a:lnTo>
                <a:lnTo>
                  <a:pt x="2037240" y="324698"/>
                </a:lnTo>
                <a:lnTo>
                  <a:pt x="2025915" y="340428"/>
                </a:lnTo>
                <a:lnTo>
                  <a:pt x="2031109" y="343459"/>
                </a:lnTo>
                <a:lnTo>
                  <a:pt x="2041280" y="327079"/>
                </a:lnTo>
                <a:lnTo>
                  <a:pt x="2100358" y="361858"/>
                </a:lnTo>
                <a:lnTo>
                  <a:pt x="2105264" y="368280"/>
                </a:lnTo>
                <a:lnTo>
                  <a:pt x="2107283" y="377949"/>
                </a:lnTo>
                <a:lnTo>
                  <a:pt x="2097545" y="400245"/>
                </a:lnTo>
                <a:lnTo>
                  <a:pt x="2109447" y="404357"/>
                </a:lnTo>
                <a:lnTo>
                  <a:pt x="2121205" y="384515"/>
                </a:lnTo>
                <a:lnTo>
                  <a:pt x="2150709" y="365249"/>
                </a:lnTo>
                <a:lnTo>
                  <a:pt x="2161673" y="363662"/>
                </a:lnTo>
                <a:lnTo>
                  <a:pt x="2173143" y="366187"/>
                </a:lnTo>
                <a:lnTo>
                  <a:pt x="2180140" y="358900"/>
                </a:lnTo>
                <a:lnTo>
                  <a:pt x="2200049" y="355436"/>
                </a:lnTo>
                <a:lnTo>
                  <a:pt x="2213683" y="358322"/>
                </a:lnTo>
                <a:lnTo>
                  <a:pt x="2223349" y="377083"/>
                </a:lnTo>
                <a:lnTo>
                  <a:pt x="2224719" y="393390"/>
                </a:lnTo>
                <a:lnTo>
                  <a:pt x="2231356" y="392452"/>
                </a:lnTo>
                <a:lnTo>
                  <a:pt x="2235107" y="385886"/>
                </a:lnTo>
                <a:lnTo>
                  <a:pt x="2240517" y="386319"/>
                </a:lnTo>
                <a:lnTo>
                  <a:pt x="2257685" y="402265"/>
                </a:lnTo>
                <a:lnTo>
                  <a:pt x="2257180" y="408615"/>
                </a:lnTo>
                <a:lnTo>
                  <a:pt x="2260787" y="412295"/>
                </a:lnTo>
                <a:lnTo>
                  <a:pt x="2276873" y="418933"/>
                </a:lnTo>
                <a:lnTo>
                  <a:pt x="2292454" y="429828"/>
                </a:lnTo>
                <a:lnTo>
                  <a:pt x="2345618" y="482718"/>
                </a:lnTo>
                <a:lnTo>
                  <a:pt x="2346628" y="493613"/>
                </a:lnTo>
                <a:lnTo>
                  <a:pt x="2337972" y="499097"/>
                </a:lnTo>
                <a:lnTo>
                  <a:pt x="2340208" y="501334"/>
                </a:lnTo>
                <a:lnTo>
                  <a:pt x="2340352" y="512807"/>
                </a:lnTo>
                <a:lnTo>
                  <a:pt x="2371370" y="502200"/>
                </a:lnTo>
                <a:lnTo>
                  <a:pt x="2400513" y="529258"/>
                </a:lnTo>
                <a:lnTo>
                  <a:pt x="2401306" y="535247"/>
                </a:lnTo>
                <a:lnTo>
                  <a:pt x="2385364" y="551626"/>
                </a:lnTo>
                <a:lnTo>
                  <a:pt x="2383705" y="558264"/>
                </a:lnTo>
                <a:lnTo>
                  <a:pt x="2385797" y="561151"/>
                </a:lnTo>
                <a:lnTo>
                  <a:pt x="2393948" y="559347"/>
                </a:lnTo>
                <a:lnTo>
                  <a:pt x="2413353" y="543761"/>
                </a:lnTo>
                <a:lnTo>
                  <a:pt x="2432469" y="560429"/>
                </a:lnTo>
                <a:lnTo>
                  <a:pt x="2434777" y="566562"/>
                </a:lnTo>
                <a:lnTo>
                  <a:pt x="2430593" y="590806"/>
                </a:lnTo>
                <a:lnTo>
                  <a:pt x="2432180" y="599537"/>
                </a:lnTo>
                <a:lnTo>
                  <a:pt x="2438600" y="606608"/>
                </a:lnTo>
                <a:lnTo>
                  <a:pt x="2478130" y="633378"/>
                </a:lnTo>
                <a:lnTo>
                  <a:pt x="2514053" y="642109"/>
                </a:lnTo>
                <a:lnTo>
                  <a:pt x="2542114" y="645284"/>
                </a:lnTo>
                <a:lnTo>
                  <a:pt x="2590084" y="639872"/>
                </a:lnTo>
                <a:lnTo>
                  <a:pt x="2600616" y="650551"/>
                </a:lnTo>
                <a:lnTo>
                  <a:pt x="2609921" y="647087"/>
                </a:lnTo>
                <a:lnTo>
                  <a:pt x="2612085" y="640521"/>
                </a:lnTo>
                <a:lnTo>
                  <a:pt x="2608911" y="631718"/>
                </a:lnTo>
                <a:lnTo>
                  <a:pt x="2622472" y="623276"/>
                </a:lnTo>
                <a:lnTo>
                  <a:pt x="2632932" y="610577"/>
                </a:lnTo>
                <a:lnTo>
                  <a:pt x="2647864" y="602207"/>
                </a:lnTo>
                <a:lnTo>
                  <a:pt x="2655871" y="579117"/>
                </a:lnTo>
                <a:lnTo>
                  <a:pt x="2661570" y="577963"/>
                </a:lnTo>
                <a:lnTo>
                  <a:pt x="2665970" y="570314"/>
                </a:lnTo>
                <a:lnTo>
                  <a:pt x="2675492" y="565263"/>
                </a:lnTo>
                <a:lnTo>
                  <a:pt x="2704202" y="563243"/>
                </a:lnTo>
                <a:lnTo>
                  <a:pt x="2710117" y="558914"/>
                </a:lnTo>
                <a:lnTo>
                  <a:pt x="2707592" y="557759"/>
                </a:lnTo>
                <a:lnTo>
                  <a:pt x="2719422" y="555523"/>
                </a:lnTo>
                <a:lnTo>
                  <a:pt x="2717042" y="557110"/>
                </a:lnTo>
                <a:lnTo>
                  <a:pt x="2722812" y="559491"/>
                </a:lnTo>
                <a:lnTo>
                  <a:pt x="2729954" y="559996"/>
                </a:lnTo>
                <a:lnTo>
                  <a:pt x="2730459" y="557471"/>
                </a:lnTo>
                <a:lnTo>
                  <a:pt x="2757942" y="560213"/>
                </a:lnTo>
                <a:lnTo>
                  <a:pt x="2794587" y="571397"/>
                </a:lnTo>
                <a:lnTo>
                  <a:pt x="2808725" y="572695"/>
                </a:lnTo>
                <a:lnTo>
                  <a:pt x="2838012" y="590518"/>
                </a:lnTo>
                <a:lnTo>
                  <a:pt x="2888723" y="694566"/>
                </a:lnTo>
                <a:lnTo>
                  <a:pt x="2899183" y="701997"/>
                </a:lnTo>
                <a:lnTo>
                  <a:pt x="2908200" y="700843"/>
                </a:lnTo>
                <a:lnTo>
                  <a:pt x="2907046" y="708419"/>
                </a:lnTo>
                <a:lnTo>
                  <a:pt x="2893484" y="708997"/>
                </a:lnTo>
                <a:lnTo>
                  <a:pt x="2885189" y="730499"/>
                </a:lnTo>
                <a:lnTo>
                  <a:pt x="2889589" y="732880"/>
                </a:lnTo>
                <a:lnTo>
                  <a:pt x="2891392" y="728623"/>
                </a:lnTo>
                <a:lnTo>
                  <a:pt x="2917217" y="736848"/>
                </a:lnTo>
                <a:lnTo>
                  <a:pt x="2942464" y="726386"/>
                </a:lnTo>
                <a:lnTo>
                  <a:pt x="3046266" y="772565"/>
                </a:lnTo>
                <a:lnTo>
                  <a:pt x="3096112" y="802437"/>
                </a:lnTo>
                <a:lnTo>
                  <a:pt x="3142567" y="836567"/>
                </a:lnTo>
                <a:lnTo>
                  <a:pt x="3153315" y="851070"/>
                </a:lnTo>
                <a:lnTo>
                  <a:pt x="3158725" y="870263"/>
                </a:lnTo>
                <a:lnTo>
                  <a:pt x="3155912" y="880437"/>
                </a:lnTo>
                <a:lnTo>
                  <a:pt x="3147111" y="879932"/>
                </a:lnTo>
                <a:lnTo>
                  <a:pt x="3145957" y="874520"/>
                </a:lnTo>
                <a:lnTo>
                  <a:pt x="3152233" y="863409"/>
                </a:lnTo>
                <a:lnTo>
                  <a:pt x="3149059" y="850276"/>
                </a:lnTo>
                <a:lnTo>
                  <a:pt x="3141485" y="840247"/>
                </a:lnTo>
                <a:lnTo>
                  <a:pt x="3117392" y="821414"/>
                </a:lnTo>
                <a:lnTo>
                  <a:pt x="3108880" y="820548"/>
                </a:lnTo>
                <a:lnTo>
                  <a:pt x="3094813" y="811168"/>
                </a:lnTo>
                <a:lnTo>
                  <a:pt x="3085508" y="808354"/>
                </a:lnTo>
                <a:lnTo>
                  <a:pt x="3074183" y="810880"/>
                </a:lnTo>
                <a:lnTo>
                  <a:pt x="3069927" y="816724"/>
                </a:lnTo>
                <a:lnTo>
                  <a:pt x="3077140" y="821775"/>
                </a:lnTo>
                <a:lnTo>
                  <a:pt x="3079232" y="829063"/>
                </a:lnTo>
                <a:lnTo>
                  <a:pt x="2996926" y="1023232"/>
                </a:lnTo>
                <a:lnTo>
                  <a:pt x="2993536" y="1035210"/>
                </a:lnTo>
                <a:lnTo>
                  <a:pt x="2994040" y="1047043"/>
                </a:lnTo>
                <a:lnTo>
                  <a:pt x="2998585" y="1056712"/>
                </a:lnTo>
                <a:lnTo>
                  <a:pt x="3079088" y="1054692"/>
                </a:lnTo>
                <a:lnTo>
                  <a:pt x="3080458" y="1102386"/>
                </a:lnTo>
                <a:lnTo>
                  <a:pt x="3086301" y="1106427"/>
                </a:lnTo>
                <a:lnTo>
                  <a:pt x="3080098" y="1115447"/>
                </a:lnTo>
                <a:lnTo>
                  <a:pt x="3053913" y="1116168"/>
                </a:lnTo>
                <a:lnTo>
                  <a:pt x="3053119" y="1085141"/>
                </a:lnTo>
                <a:lnTo>
                  <a:pt x="3007746" y="1086368"/>
                </a:lnTo>
                <a:lnTo>
                  <a:pt x="3008612" y="1117323"/>
                </a:lnTo>
                <a:lnTo>
                  <a:pt x="2921761" y="1122373"/>
                </a:lnTo>
                <a:lnTo>
                  <a:pt x="2881293" y="1149576"/>
                </a:lnTo>
                <a:lnTo>
                  <a:pt x="2859941" y="1157080"/>
                </a:lnTo>
                <a:lnTo>
                  <a:pt x="2838734" y="1154266"/>
                </a:lnTo>
                <a:lnTo>
                  <a:pt x="2781314" y="1129589"/>
                </a:lnTo>
                <a:lnTo>
                  <a:pt x="2728223" y="1145463"/>
                </a:lnTo>
                <a:lnTo>
                  <a:pt x="2735364" y="1141134"/>
                </a:lnTo>
                <a:lnTo>
                  <a:pt x="2737600" y="1135506"/>
                </a:lnTo>
                <a:lnTo>
                  <a:pt x="2730242" y="1111983"/>
                </a:lnTo>
                <a:lnTo>
                  <a:pt x="2720360" y="1114508"/>
                </a:lnTo>
                <a:lnTo>
                  <a:pt x="2694968" y="1112488"/>
                </a:lnTo>
                <a:lnTo>
                  <a:pt x="2676213" y="1120858"/>
                </a:lnTo>
                <a:lnTo>
                  <a:pt x="2675780" y="1115014"/>
                </a:lnTo>
                <a:lnTo>
                  <a:pt x="2645628" y="1116240"/>
                </a:lnTo>
                <a:lnTo>
                  <a:pt x="2635962" y="1120137"/>
                </a:lnTo>
                <a:lnTo>
                  <a:pt x="2631417" y="1117539"/>
                </a:lnTo>
                <a:lnTo>
                  <a:pt x="2619371" y="1123311"/>
                </a:lnTo>
                <a:lnTo>
                  <a:pt x="2615187" y="1121724"/>
                </a:lnTo>
                <a:lnTo>
                  <a:pt x="2589507" y="1130383"/>
                </a:lnTo>
                <a:lnTo>
                  <a:pt x="2575512" y="1126847"/>
                </a:lnTo>
                <a:lnTo>
                  <a:pt x="2564187" y="1134423"/>
                </a:lnTo>
                <a:lnTo>
                  <a:pt x="2563177" y="1132114"/>
                </a:lnTo>
                <a:lnTo>
                  <a:pt x="2558849" y="1133413"/>
                </a:lnTo>
                <a:lnTo>
                  <a:pt x="2544062" y="1143443"/>
                </a:lnTo>
                <a:lnTo>
                  <a:pt x="2539878" y="1141927"/>
                </a:lnTo>
                <a:lnTo>
                  <a:pt x="2525090" y="1151380"/>
                </a:lnTo>
                <a:lnTo>
                  <a:pt x="2524369" y="1148710"/>
                </a:lnTo>
                <a:lnTo>
                  <a:pt x="2519968" y="1148349"/>
                </a:lnTo>
                <a:lnTo>
                  <a:pt x="2507994" y="1153761"/>
                </a:lnTo>
                <a:lnTo>
                  <a:pt x="2505902" y="1152101"/>
                </a:lnTo>
                <a:lnTo>
                  <a:pt x="2492341" y="1156358"/>
                </a:lnTo>
                <a:lnTo>
                  <a:pt x="2487868" y="1154194"/>
                </a:lnTo>
                <a:lnTo>
                  <a:pt x="2473297" y="1157369"/>
                </a:lnTo>
                <a:lnTo>
                  <a:pt x="2440908" y="1165811"/>
                </a:lnTo>
                <a:lnTo>
                  <a:pt x="2433623" y="1170790"/>
                </a:lnTo>
                <a:lnTo>
                  <a:pt x="2430160" y="1169346"/>
                </a:lnTo>
                <a:lnTo>
                  <a:pt x="2421143" y="1173387"/>
                </a:lnTo>
                <a:lnTo>
                  <a:pt x="2420278" y="1171222"/>
                </a:lnTo>
                <a:lnTo>
                  <a:pt x="2420638" y="1173676"/>
                </a:lnTo>
                <a:lnTo>
                  <a:pt x="2410107" y="1179520"/>
                </a:lnTo>
                <a:lnTo>
                  <a:pt x="2388250" y="1187385"/>
                </a:lnTo>
                <a:lnTo>
                  <a:pt x="2385220" y="1185798"/>
                </a:lnTo>
                <a:lnTo>
                  <a:pt x="2365022" y="1196982"/>
                </a:lnTo>
                <a:lnTo>
                  <a:pt x="2364878" y="1194817"/>
                </a:lnTo>
                <a:lnTo>
                  <a:pt x="2355140" y="1191787"/>
                </a:lnTo>
                <a:lnTo>
                  <a:pt x="2325492" y="1205857"/>
                </a:lnTo>
                <a:lnTo>
                  <a:pt x="2315249" y="1205785"/>
                </a:lnTo>
                <a:lnTo>
                  <a:pt x="2310560" y="1209320"/>
                </a:lnTo>
                <a:lnTo>
                  <a:pt x="2309190" y="1206434"/>
                </a:lnTo>
                <a:lnTo>
                  <a:pt x="2304717" y="1206290"/>
                </a:lnTo>
                <a:lnTo>
                  <a:pt x="2295123" y="1211918"/>
                </a:lnTo>
                <a:lnTo>
                  <a:pt x="2290795" y="1209104"/>
                </a:lnTo>
                <a:lnTo>
                  <a:pt x="2265548" y="1219061"/>
                </a:lnTo>
                <a:lnTo>
                  <a:pt x="2249101" y="1219206"/>
                </a:lnTo>
                <a:lnTo>
                  <a:pt x="2208705" y="1238182"/>
                </a:lnTo>
                <a:lnTo>
                  <a:pt x="2162178" y="1248645"/>
                </a:lnTo>
                <a:lnTo>
                  <a:pt x="2114208" y="1265096"/>
                </a:lnTo>
                <a:lnTo>
                  <a:pt x="2091846" y="1274982"/>
                </a:lnTo>
                <a:lnTo>
                  <a:pt x="2085787" y="1281115"/>
                </a:lnTo>
                <a:lnTo>
                  <a:pt x="2080593" y="1278084"/>
                </a:lnTo>
                <a:lnTo>
                  <a:pt x="2074823" y="1278806"/>
                </a:lnTo>
                <a:lnTo>
                  <a:pt x="2051451" y="1301535"/>
                </a:lnTo>
                <a:lnTo>
                  <a:pt x="2041352" y="1298504"/>
                </a:lnTo>
                <a:lnTo>
                  <a:pt x="2017619" y="1320511"/>
                </a:lnTo>
                <a:lnTo>
                  <a:pt x="2012498" y="1318058"/>
                </a:lnTo>
                <a:lnTo>
                  <a:pt x="2006511" y="1319862"/>
                </a:lnTo>
                <a:lnTo>
                  <a:pt x="1980614" y="1348508"/>
                </a:lnTo>
                <a:lnTo>
                  <a:pt x="1949380" y="1370804"/>
                </a:lnTo>
                <a:lnTo>
                  <a:pt x="1959983" y="1369144"/>
                </a:lnTo>
                <a:lnTo>
                  <a:pt x="1960561" y="1372319"/>
                </a:lnTo>
                <a:lnTo>
                  <a:pt x="1950678" y="1372463"/>
                </a:lnTo>
                <a:lnTo>
                  <a:pt x="1933582" y="1360702"/>
                </a:lnTo>
                <a:lnTo>
                  <a:pt x="1916919" y="1372968"/>
                </a:lnTo>
                <a:lnTo>
                  <a:pt x="1917784" y="1376504"/>
                </a:lnTo>
                <a:lnTo>
                  <a:pt x="1919804" y="1375205"/>
                </a:lnTo>
                <a:lnTo>
                  <a:pt x="1917857" y="1376648"/>
                </a:lnTo>
                <a:lnTo>
                  <a:pt x="1921752" y="1387327"/>
                </a:lnTo>
                <a:lnTo>
                  <a:pt x="1918001" y="1399810"/>
                </a:lnTo>
                <a:lnTo>
                  <a:pt x="1834180" y="1464605"/>
                </a:lnTo>
                <a:lnTo>
                  <a:pt x="1846876" y="1482283"/>
                </a:lnTo>
                <a:lnTo>
                  <a:pt x="1840528" y="1486901"/>
                </a:lnTo>
                <a:lnTo>
                  <a:pt x="1827904" y="1469223"/>
                </a:lnTo>
                <a:lnTo>
                  <a:pt x="1814126" y="1478676"/>
                </a:lnTo>
                <a:lnTo>
                  <a:pt x="1804532" y="1480119"/>
                </a:lnTo>
                <a:lnTo>
                  <a:pt x="1796020" y="1476727"/>
                </a:lnTo>
                <a:lnTo>
                  <a:pt x="1781088" y="1462296"/>
                </a:lnTo>
                <a:lnTo>
                  <a:pt x="1773586" y="1462296"/>
                </a:lnTo>
                <a:lnTo>
                  <a:pt x="1775245" y="1495055"/>
                </a:lnTo>
                <a:lnTo>
                  <a:pt x="1767094" y="1498879"/>
                </a:lnTo>
                <a:lnTo>
                  <a:pt x="1777193" y="1510280"/>
                </a:lnTo>
                <a:lnTo>
                  <a:pt x="1771350" y="1515547"/>
                </a:lnTo>
                <a:lnTo>
                  <a:pt x="1731243" y="1471460"/>
                </a:lnTo>
                <a:lnTo>
                  <a:pt x="1721000" y="1480840"/>
                </a:lnTo>
                <a:lnTo>
                  <a:pt x="1738673" y="1503280"/>
                </a:lnTo>
                <a:lnTo>
                  <a:pt x="1732974" y="1509702"/>
                </a:lnTo>
                <a:lnTo>
                  <a:pt x="1686159" y="1465832"/>
                </a:lnTo>
                <a:lnTo>
                  <a:pt x="1632995" y="1467347"/>
                </a:lnTo>
                <a:lnTo>
                  <a:pt x="1575575" y="1498590"/>
                </a:lnTo>
                <a:lnTo>
                  <a:pt x="1577667" y="1519443"/>
                </a:lnTo>
                <a:lnTo>
                  <a:pt x="1621021" y="1494622"/>
                </a:lnTo>
                <a:lnTo>
                  <a:pt x="1661921" y="1493034"/>
                </a:lnTo>
                <a:lnTo>
                  <a:pt x="1708015" y="1536255"/>
                </a:lnTo>
                <a:lnTo>
                  <a:pt x="1663869" y="1558263"/>
                </a:lnTo>
                <a:lnTo>
                  <a:pt x="1627080" y="1546646"/>
                </a:lnTo>
                <a:lnTo>
                  <a:pt x="1631697" y="1541306"/>
                </a:lnTo>
                <a:lnTo>
                  <a:pt x="1627657" y="1540080"/>
                </a:lnTo>
                <a:lnTo>
                  <a:pt x="1627008" y="1542100"/>
                </a:lnTo>
                <a:lnTo>
                  <a:pt x="1626863" y="1539791"/>
                </a:lnTo>
                <a:lnTo>
                  <a:pt x="1626142" y="1541811"/>
                </a:lnTo>
                <a:lnTo>
                  <a:pt x="1625637" y="1539286"/>
                </a:lnTo>
                <a:lnTo>
                  <a:pt x="1621598" y="1544265"/>
                </a:lnTo>
                <a:lnTo>
                  <a:pt x="1608613" y="1541523"/>
                </a:lnTo>
                <a:lnTo>
                  <a:pt x="1606738" y="1544842"/>
                </a:lnTo>
                <a:lnTo>
                  <a:pt x="1602338" y="1543038"/>
                </a:lnTo>
                <a:lnTo>
                  <a:pt x="1607531" y="1543832"/>
                </a:lnTo>
                <a:lnTo>
                  <a:pt x="1608469" y="1541378"/>
                </a:lnTo>
                <a:lnTo>
                  <a:pt x="1590435" y="1535678"/>
                </a:lnTo>
                <a:lnTo>
                  <a:pt x="1574854" y="1519660"/>
                </a:lnTo>
                <a:lnTo>
                  <a:pt x="1574782" y="1547151"/>
                </a:lnTo>
                <a:lnTo>
                  <a:pt x="1577739" y="1549965"/>
                </a:lnTo>
                <a:lnTo>
                  <a:pt x="1583510" y="1554944"/>
                </a:lnTo>
                <a:lnTo>
                  <a:pt x="1598082" y="1559561"/>
                </a:lnTo>
                <a:lnTo>
                  <a:pt x="1637900" y="1559994"/>
                </a:lnTo>
                <a:lnTo>
                  <a:pt x="1653770" y="1569447"/>
                </a:lnTo>
                <a:lnTo>
                  <a:pt x="1669567" y="1569952"/>
                </a:lnTo>
                <a:lnTo>
                  <a:pt x="1678224" y="1563530"/>
                </a:lnTo>
                <a:lnTo>
                  <a:pt x="1692867" y="1567571"/>
                </a:lnTo>
                <a:lnTo>
                  <a:pt x="1701595" y="1566416"/>
                </a:lnTo>
                <a:lnTo>
                  <a:pt x="1703327" y="1575869"/>
                </a:lnTo>
                <a:lnTo>
                  <a:pt x="1706501" y="1577095"/>
                </a:lnTo>
                <a:lnTo>
                  <a:pt x="1734056" y="1569591"/>
                </a:lnTo>
                <a:lnTo>
                  <a:pt x="1750864" y="1577745"/>
                </a:lnTo>
                <a:lnTo>
                  <a:pt x="1748267" y="1587269"/>
                </a:lnTo>
                <a:lnTo>
                  <a:pt x="1720423" y="1628758"/>
                </a:lnTo>
                <a:lnTo>
                  <a:pt x="1688178" y="1662022"/>
                </a:lnTo>
                <a:lnTo>
                  <a:pt x="1670794" y="1674000"/>
                </a:lnTo>
                <a:lnTo>
                  <a:pt x="1664229" y="1675298"/>
                </a:lnTo>
                <a:lnTo>
                  <a:pt x="1669207" y="1670969"/>
                </a:lnTo>
                <a:lnTo>
                  <a:pt x="1666466" y="1669309"/>
                </a:lnTo>
                <a:lnTo>
                  <a:pt x="1653265" y="1672484"/>
                </a:lnTo>
                <a:lnTo>
                  <a:pt x="1640425" y="1680926"/>
                </a:lnTo>
                <a:lnTo>
                  <a:pt x="1629316" y="1676236"/>
                </a:lnTo>
                <a:lnTo>
                  <a:pt x="1620083" y="1667289"/>
                </a:lnTo>
                <a:lnTo>
                  <a:pt x="1616548" y="1667866"/>
                </a:lnTo>
                <a:lnTo>
                  <a:pt x="1616476" y="1664475"/>
                </a:lnTo>
                <a:lnTo>
                  <a:pt x="1620588" y="1665341"/>
                </a:lnTo>
                <a:lnTo>
                  <a:pt x="1620299" y="1660218"/>
                </a:lnTo>
                <a:lnTo>
                  <a:pt x="1617486" y="1656249"/>
                </a:lnTo>
                <a:lnTo>
                  <a:pt x="1611643" y="1654806"/>
                </a:lnTo>
                <a:lnTo>
                  <a:pt x="1607243" y="1646220"/>
                </a:lnTo>
                <a:lnTo>
                  <a:pt x="1598947" y="1645065"/>
                </a:lnTo>
                <a:lnTo>
                  <a:pt x="1597000" y="1647374"/>
                </a:lnTo>
                <a:lnTo>
                  <a:pt x="1600029" y="1649395"/>
                </a:lnTo>
                <a:lnTo>
                  <a:pt x="1597432" y="1651343"/>
                </a:lnTo>
                <a:lnTo>
                  <a:pt x="1571103" y="1622986"/>
                </a:lnTo>
                <a:lnTo>
                  <a:pt x="1569660" y="1618007"/>
                </a:lnTo>
                <a:lnTo>
                  <a:pt x="1573339" y="1620316"/>
                </a:lnTo>
                <a:lnTo>
                  <a:pt x="1575287" y="1615987"/>
                </a:lnTo>
                <a:lnTo>
                  <a:pt x="1572906" y="1610142"/>
                </a:lnTo>
                <a:lnTo>
                  <a:pt x="1563962" y="1606751"/>
                </a:lnTo>
                <a:lnTo>
                  <a:pt x="1553214" y="1594918"/>
                </a:lnTo>
                <a:lnTo>
                  <a:pt x="1546072" y="1595856"/>
                </a:lnTo>
                <a:lnTo>
                  <a:pt x="1549318" y="1598814"/>
                </a:lnTo>
                <a:lnTo>
                  <a:pt x="1544918" y="1601628"/>
                </a:lnTo>
                <a:lnTo>
                  <a:pt x="1529193" y="1592897"/>
                </a:lnTo>
                <a:lnTo>
                  <a:pt x="1524720" y="1586115"/>
                </a:lnTo>
                <a:lnTo>
                  <a:pt x="1517290" y="1583228"/>
                </a:lnTo>
                <a:lnTo>
                  <a:pt x="1519094" y="1581352"/>
                </a:lnTo>
                <a:lnTo>
                  <a:pt x="1515848" y="1576229"/>
                </a:lnTo>
                <a:lnTo>
                  <a:pt x="1508706" y="1574281"/>
                </a:lnTo>
                <a:lnTo>
                  <a:pt x="1505316" y="1567426"/>
                </a:lnTo>
                <a:lnTo>
                  <a:pt x="1498607" y="1565334"/>
                </a:lnTo>
                <a:lnTo>
                  <a:pt x="1495794" y="1559129"/>
                </a:lnTo>
                <a:lnTo>
                  <a:pt x="1488003" y="1556026"/>
                </a:lnTo>
                <a:lnTo>
                  <a:pt x="1481295" y="1548666"/>
                </a:lnTo>
                <a:lnTo>
                  <a:pt x="1473576" y="1548305"/>
                </a:lnTo>
                <a:lnTo>
                  <a:pt x="1476462" y="1553861"/>
                </a:lnTo>
                <a:lnTo>
                  <a:pt x="1480429" y="1555088"/>
                </a:lnTo>
                <a:lnTo>
                  <a:pt x="1477183" y="1558335"/>
                </a:lnTo>
                <a:lnTo>
                  <a:pt x="1464920" y="1539574"/>
                </a:lnTo>
                <a:lnTo>
                  <a:pt x="1449988" y="1525071"/>
                </a:lnTo>
                <a:lnTo>
                  <a:pt x="1450132" y="1522041"/>
                </a:lnTo>
                <a:lnTo>
                  <a:pt x="1464776" y="1520453"/>
                </a:lnTo>
                <a:lnTo>
                  <a:pt x="1491682" y="1527813"/>
                </a:lnTo>
                <a:lnTo>
                  <a:pt x="1507913" y="1529256"/>
                </a:lnTo>
                <a:lnTo>
                  <a:pt x="1518733" y="1522402"/>
                </a:lnTo>
                <a:lnTo>
                  <a:pt x="1530635" y="1520670"/>
                </a:lnTo>
                <a:lnTo>
                  <a:pt x="1542682" y="1525576"/>
                </a:lnTo>
                <a:lnTo>
                  <a:pt x="1543980" y="1528823"/>
                </a:lnTo>
                <a:lnTo>
                  <a:pt x="1544269" y="1526081"/>
                </a:lnTo>
                <a:lnTo>
                  <a:pt x="1545495" y="1528174"/>
                </a:lnTo>
                <a:lnTo>
                  <a:pt x="1546721" y="1526514"/>
                </a:lnTo>
                <a:lnTo>
                  <a:pt x="1554440" y="1537049"/>
                </a:lnTo>
                <a:lnTo>
                  <a:pt x="1555161" y="1532431"/>
                </a:lnTo>
                <a:lnTo>
                  <a:pt x="1567641" y="1537987"/>
                </a:lnTo>
                <a:lnTo>
                  <a:pt x="1569949" y="1526009"/>
                </a:lnTo>
                <a:lnTo>
                  <a:pt x="1569300" y="1498663"/>
                </a:lnTo>
                <a:lnTo>
                  <a:pt x="1545207" y="1498518"/>
                </a:lnTo>
                <a:lnTo>
                  <a:pt x="1544846" y="1506744"/>
                </a:lnTo>
                <a:lnTo>
                  <a:pt x="1531862" y="1506672"/>
                </a:lnTo>
                <a:lnTo>
                  <a:pt x="1543187" y="1505156"/>
                </a:lnTo>
                <a:lnTo>
                  <a:pt x="1542754" y="1497436"/>
                </a:lnTo>
                <a:lnTo>
                  <a:pt x="1515270" y="1493107"/>
                </a:lnTo>
                <a:lnTo>
                  <a:pt x="1510149" y="1488994"/>
                </a:lnTo>
                <a:lnTo>
                  <a:pt x="1496155" y="1495343"/>
                </a:lnTo>
                <a:lnTo>
                  <a:pt x="1498319" y="1499312"/>
                </a:lnTo>
                <a:lnTo>
                  <a:pt x="1483170" y="1502198"/>
                </a:lnTo>
                <a:lnTo>
                  <a:pt x="1482377" y="1499528"/>
                </a:lnTo>
                <a:lnTo>
                  <a:pt x="1476678" y="1498446"/>
                </a:lnTo>
                <a:lnTo>
                  <a:pt x="1475740" y="1494261"/>
                </a:lnTo>
                <a:lnTo>
                  <a:pt x="1481511" y="1491519"/>
                </a:lnTo>
                <a:lnTo>
                  <a:pt x="1485046" y="1485747"/>
                </a:lnTo>
                <a:lnTo>
                  <a:pt x="1489230" y="1485747"/>
                </a:lnTo>
                <a:lnTo>
                  <a:pt x="1491538" y="1490148"/>
                </a:lnTo>
                <a:lnTo>
                  <a:pt x="1494928" y="1488922"/>
                </a:lnTo>
                <a:lnTo>
                  <a:pt x="1495505" y="1494333"/>
                </a:lnTo>
                <a:lnTo>
                  <a:pt x="1509355" y="1488272"/>
                </a:lnTo>
                <a:lnTo>
                  <a:pt x="1494207" y="1474635"/>
                </a:lnTo>
                <a:lnTo>
                  <a:pt x="1484829" y="1474346"/>
                </a:lnTo>
                <a:lnTo>
                  <a:pt x="1475091" y="1484809"/>
                </a:lnTo>
                <a:lnTo>
                  <a:pt x="1463550" y="1484737"/>
                </a:lnTo>
                <a:lnTo>
                  <a:pt x="1453667" y="1478387"/>
                </a:lnTo>
                <a:lnTo>
                  <a:pt x="1446886" y="1484664"/>
                </a:lnTo>
                <a:lnTo>
                  <a:pt x="1448690" y="1486973"/>
                </a:lnTo>
                <a:lnTo>
                  <a:pt x="1442270" y="1494983"/>
                </a:lnTo>
                <a:lnTo>
                  <a:pt x="1440394" y="1493828"/>
                </a:lnTo>
                <a:lnTo>
                  <a:pt x="1438663" y="1504218"/>
                </a:lnTo>
                <a:lnTo>
                  <a:pt x="1408799" y="1478315"/>
                </a:lnTo>
                <a:lnTo>
                  <a:pt x="1410963" y="1474274"/>
                </a:lnTo>
                <a:lnTo>
                  <a:pt x="1395887" y="1461647"/>
                </a:lnTo>
                <a:lnTo>
                  <a:pt x="1389395" y="1472975"/>
                </a:lnTo>
                <a:lnTo>
                  <a:pt x="1358232" y="1454359"/>
                </a:lnTo>
                <a:lnTo>
                  <a:pt x="1297062" y="1556820"/>
                </a:lnTo>
                <a:lnTo>
                  <a:pt x="1247000" y="1526731"/>
                </a:lnTo>
                <a:lnTo>
                  <a:pt x="1305141" y="1428528"/>
                </a:lnTo>
                <a:lnTo>
                  <a:pt x="1234737" y="1386100"/>
                </a:lnTo>
                <a:lnTo>
                  <a:pt x="1190013" y="1461358"/>
                </a:lnTo>
                <a:lnTo>
                  <a:pt x="1042641" y="1372968"/>
                </a:lnTo>
                <a:lnTo>
                  <a:pt x="1062623" y="1338478"/>
                </a:lnTo>
                <a:lnTo>
                  <a:pt x="1087726" y="1334293"/>
                </a:lnTo>
                <a:lnTo>
                  <a:pt x="1178904" y="1388698"/>
                </a:lnTo>
                <a:lnTo>
                  <a:pt x="1201699" y="1350167"/>
                </a:lnTo>
                <a:lnTo>
                  <a:pt x="1118311" y="1300019"/>
                </a:lnTo>
                <a:lnTo>
                  <a:pt x="1135118" y="1272167"/>
                </a:lnTo>
                <a:lnTo>
                  <a:pt x="1102730" y="1237317"/>
                </a:lnTo>
                <a:lnTo>
                  <a:pt x="1079574" y="1252974"/>
                </a:lnTo>
                <a:lnTo>
                  <a:pt x="1034273" y="1257448"/>
                </a:lnTo>
                <a:lnTo>
                  <a:pt x="998711" y="1246264"/>
                </a:lnTo>
                <a:lnTo>
                  <a:pt x="996835" y="1238760"/>
                </a:lnTo>
                <a:lnTo>
                  <a:pt x="1003616" y="1225844"/>
                </a:lnTo>
                <a:lnTo>
                  <a:pt x="993517" y="1222669"/>
                </a:lnTo>
                <a:lnTo>
                  <a:pt x="974978" y="1240780"/>
                </a:lnTo>
                <a:lnTo>
                  <a:pt x="894115" y="1220432"/>
                </a:lnTo>
                <a:lnTo>
                  <a:pt x="879399" y="1230245"/>
                </a:lnTo>
                <a:lnTo>
                  <a:pt x="842610" y="1212279"/>
                </a:lnTo>
                <a:lnTo>
                  <a:pt x="794568" y="1171439"/>
                </a:lnTo>
                <a:lnTo>
                  <a:pt x="768239" y="1171295"/>
                </a:lnTo>
                <a:lnTo>
                  <a:pt x="771341" y="1185509"/>
                </a:lnTo>
                <a:lnTo>
                  <a:pt x="791034" y="1189622"/>
                </a:lnTo>
                <a:lnTo>
                  <a:pt x="831141" y="1223679"/>
                </a:lnTo>
                <a:lnTo>
                  <a:pt x="827390" y="1233564"/>
                </a:lnTo>
                <a:lnTo>
                  <a:pt x="844197" y="1234575"/>
                </a:lnTo>
                <a:lnTo>
                  <a:pt x="765931" y="1235008"/>
                </a:lnTo>
                <a:lnTo>
                  <a:pt x="765426" y="1282197"/>
                </a:lnTo>
                <a:lnTo>
                  <a:pt x="769033" y="1291072"/>
                </a:lnTo>
                <a:lnTo>
                  <a:pt x="805894" y="1299514"/>
                </a:lnTo>
                <a:lnTo>
                  <a:pt x="811232" y="1289990"/>
                </a:lnTo>
                <a:lnTo>
                  <a:pt x="822990" y="1293742"/>
                </a:lnTo>
                <a:lnTo>
                  <a:pt x="816353" y="1304421"/>
                </a:lnTo>
                <a:lnTo>
                  <a:pt x="825947" y="1296123"/>
                </a:lnTo>
                <a:lnTo>
                  <a:pt x="831718" y="1294680"/>
                </a:lnTo>
                <a:lnTo>
                  <a:pt x="857110" y="1307235"/>
                </a:lnTo>
                <a:lnTo>
                  <a:pt x="867064" y="1324336"/>
                </a:lnTo>
                <a:lnTo>
                  <a:pt x="871104" y="1346415"/>
                </a:lnTo>
                <a:lnTo>
                  <a:pt x="890797" y="1369649"/>
                </a:lnTo>
                <a:lnTo>
                  <a:pt x="893538" y="1371742"/>
                </a:lnTo>
                <a:lnTo>
                  <a:pt x="899236" y="1369721"/>
                </a:lnTo>
                <a:lnTo>
                  <a:pt x="898948" y="1372535"/>
                </a:lnTo>
                <a:lnTo>
                  <a:pt x="903060" y="1373690"/>
                </a:lnTo>
                <a:lnTo>
                  <a:pt x="902987" y="1381266"/>
                </a:lnTo>
                <a:lnTo>
                  <a:pt x="908109" y="1378452"/>
                </a:lnTo>
                <a:lnTo>
                  <a:pt x="910706" y="1386173"/>
                </a:lnTo>
                <a:lnTo>
                  <a:pt x="938911" y="1390646"/>
                </a:lnTo>
                <a:lnTo>
                  <a:pt x="969063" y="1421240"/>
                </a:lnTo>
                <a:lnTo>
                  <a:pt x="969712" y="1426291"/>
                </a:lnTo>
                <a:lnTo>
                  <a:pt x="958315" y="1438124"/>
                </a:lnTo>
                <a:lnTo>
                  <a:pt x="948216" y="1444185"/>
                </a:lnTo>
                <a:lnTo>
                  <a:pt x="930976" y="1447865"/>
                </a:lnTo>
                <a:lnTo>
                  <a:pt x="917198" y="1454215"/>
                </a:lnTo>
                <a:lnTo>
                  <a:pt x="908253" y="1445773"/>
                </a:lnTo>
                <a:lnTo>
                  <a:pt x="894476" y="1444907"/>
                </a:lnTo>
                <a:lnTo>
                  <a:pt x="869012" y="1436609"/>
                </a:lnTo>
                <a:lnTo>
                  <a:pt x="850185" y="1453998"/>
                </a:lnTo>
                <a:lnTo>
                  <a:pt x="854729" y="1455442"/>
                </a:lnTo>
                <a:lnTo>
                  <a:pt x="869589" y="1441732"/>
                </a:lnTo>
                <a:lnTo>
                  <a:pt x="874638" y="1441949"/>
                </a:lnTo>
                <a:lnTo>
                  <a:pt x="905729" y="1449020"/>
                </a:lnTo>
                <a:lnTo>
                  <a:pt x="917703" y="1460637"/>
                </a:lnTo>
                <a:lnTo>
                  <a:pt x="919146" y="1466553"/>
                </a:lnTo>
                <a:lnTo>
                  <a:pt x="904863" y="1496931"/>
                </a:lnTo>
                <a:lnTo>
                  <a:pt x="891662" y="1507033"/>
                </a:lnTo>
                <a:lnTo>
                  <a:pt x="842538" y="1528318"/>
                </a:lnTo>
                <a:lnTo>
                  <a:pt x="808274" y="1499384"/>
                </a:lnTo>
                <a:lnTo>
                  <a:pt x="758140" y="1472182"/>
                </a:lnTo>
                <a:lnTo>
                  <a:pt x="757419" y="1461503"/>
                </a:lnTo>
                <a:lnTo>
                  <a:pt x="753740" y="1453854"/>
                </a:lnTo>
                <a:lnTo>
                  <a:pt x="743280" y="1470666"/>
                </a:lnTo>
                <a:lnTo>
                  <a:pt x="724381" y="1460565"/>
                </a:lnTo>
                <a:lnTo>
                  <a:pt x="714931" y="1480479"/>
                </a:lnTo>
                <a:lnTo>
                  <a:pt x="779997" y="1519227"/>
                </a:lnTo>
                <a:lnTo>
                  <a:pt x="781800" y="1527885"/>
                </a:lnTo>
                <a:lnTo>
                  <a:pt x="724453" y="1560283"/>
                </a:lnTo>
                <a:lnTo>
                  <a:pt x="637819" y="1591093"/>
                </a:lnTo>
                <a:lnTo>
                  <a:pt x="611057" y="1496354"/>
                </a:lnTo>
                <a:lnTo>
                  <a:pt x="571815" y="1460204"/>
                </a:lnTo>
                <a:lnTo>
                  <a:pt x="536902" y="1498735"/>
                </a:lnTo>
                <a:lnTo>
                  <a:pt x="578596" y="1537193"/>
                </a:lnTo>
                <a:lnTo>
                  <a:pt x="610840" y="1650693"/>
                </a:lnTo>
                <a:lnTo>
                  <a:pt x="610912" y="1664908"/>
                </a:lnTo>
                <a:lnTo>
                  <a:pt x="606440" y="1674288"/>
                </a:lnTo>
                <a:lnTo>
                  <a:pt x="592518" y="1689008"/>
                </a:lnTo>
                <a:lnTo>
                  <a:pt x="586242" y="1682586"/>
                </a:lnTo>
                <a:lnTo>
                  <a:pt x="554647" y="1716427"/>
                </a:lnTo>
                <a:lnTo>
                  <a:pt x="557821" y="1723787"/>
                </a:lnTo>
                <a:lnTo>
                  <a:pt x="495640" y="1786706"/>
                </a:lnTo>
                <a:lnTo>
                  <a:pt x="488355" y="1790530"/>
                </a:lnTo>
                <a:lnTo>
                  <a:pt x="480204" y="1789448"/>
                </a:lnTo>
                <a:lnTo>
                  <a:pt x="474144" y="1783892"/>
                </a:lnTo>
                <a:lnTo>
                  <a:pt x="462386" y="1759215"/>
                </a:lnTo>
                <a:lnTo>
                  <a:pt x="461376" y="1748969"/>
                </a:lnTo>
                <a:lnTo>
                  <a:pt x="463612" y="1749330"/>
                </a:lnTo>
                <a:lnTo>
                  <a:pt x="464911" y="1758205"/>
                </a:lnTo>
                <a:lnTo>
                  <a:pt x="476525" y="1782521"/>
                </a:lnTo>
                <a:lnTo>
                  <a:pt x="479410" y="1783603"/>
                </a:lnTo>
                <a:lnTo>
                  <a:pt x="507254" y="1756329"/>
                </a:lnTo>
                <a:lnTo>
                  <a:pt x="508697" y="1746588"/>
                </a:lnTo>
                <a:lnTo>
                  <a:pt x="496578" y="1720973"/>
                </a:lnTo>
                <a:lnTo>
                  <a:pt x="491601" y="1717509"/>
                </a:lnTo>
                <a:lnTo>
                  <a:pt x="484820" y="1704882"/>
                </a:lnTo>
                <a:lnTo>
                  <a:pt x="455173" y="1702212"/>
                </a:lnTo>
                <a:lnTo>
                  <a:pt x="428122" y="1646076"/>
                </a:lnTo>
                <a:lnTo>
                  <a:pt x="413479" y="1629191"/>
                </a:lnTo>
                <a:lnTo>
                  <a:pt x="346465" y="1463018"/>
                </a:lnTo>
                <a:lnTo>
                  <a:pt x="346465" y="1427662"/>
                </a:lnTo>
                <a:lnTo>
                  <a:pt x="382749" y="1399233"/>
                </a:lnTo>
                <a:lnTo>
                  <a:pt x="397465" y="1419797"/>
                </a:lnTo>
                <a:lnTo>
                  <a:pt x="512881" y="1338911"/>
                </a:lnTo>
                <a:lnTo>
                  <a:pt x="561644" y="1309688"/>
                </a:lnTo>
                <a:lnTo>
                  <a:pt x="598361" y="1298432"/>
                </a:lnTo>
                <a:lnTo>
                  <a:pt x="627936" y="1299370"/>
                </a:lnTo>
                <a:lnTo>
                  <a:pt x="653905" y="1295546"/>
                </a:lnTo>
                <a:lnTo>
                  <a:pt x="657944" y="1300092"/>
                </a:lnTo>
                <a:lnTo>
                  <a:pt x="619929" y="1341869"/>
                </a:lnTo>
                <a:lnTo>
                  <a:pt x="615457" y="1358032"/>
                </a:lnTo>
                <a:lnTo>
                  <a:pt x="588118" y="1384730"/>
                </a:lnTo>
                <a:lnTo>
                  <a:pt x="566477" y="1401542"/>
                </a:lnTo>
                <a:lnTo>
                  <a:pt x="594105" y="1428816"/>
                </a:lnTo>
                <a:lnTo>
                  <a:pt x="623175" y="1397645"/>
                </a:lnTo>
                <a:lnTo>
                  <a:pt x="632409" y="1405366"/>
                </a:lnTo>
                <a:lnTo>
                  <a:pt x="642868" y="1398800"/>
                </a:lnTo>
                <a:lnTo>
                  <a:pt x="649360" y="1398583"/>
                </a:lnTo>
                <a:lnTo>
                  <a:pt x="646908" y="1393605"/>
                </a:lnTo>
                <a:lnTo>
                  <a:pt x="650659" y="1393388"/>
                </a:lnTo>
                <a:lnTo>
                  <a:pt x="651380" y="1396419"/>
                </a:lnTo>
                <a:lnTo>
                  <a:pt x="655708" y="1394615"/>
                </a:lnTo>
                <a:lnTo>
                  <a:pt x="648351" y="1382637"/>
                </a:lnTo>
                <a:lnTo>
                  <a:pt x="653761" y="1369938"/>
                </a:lnTo>
                <a:lnTo>
                  <a:pt x="649360" y="1366402"/>
                </a:lnTo>
                <a:lnTo>
                  <a:pt x="665591" y="1350889"/>
                </a:lnTo>
                <a:lnTo>
                  <a:pt x="709305" y="1297927"/>
                </a:lnTo>
                <a:lnTo>
                  <a:pt x="718466" y="1296917"/>
                </a:lnTo>
                <a:lnTo>
                  <a:pt x="719764" y="1290639"/>
                </a:lnTo>
                <a:lnTo>
                  <a:pt x="726473" y="1286599"/>
                </a:lnTo>
                <a:lnTo>
                  <a:pt x="741549" y="1284722"/>
                </a:lnTo>
                <a:lnTo>
                  <a:pt x="765714" y="1292804"/>
                </a:lnTo>
                <a:lnTo>
                  <a:pt x="761675" y="1281548"/>
                </a:lnTo>
                <a:lnTo>
                  <a:pt x="762685" y="1181901"/>
                </a:lnTo>
                <a:lnTo>
                  <a:pt x="758212" y="1171511"/>
                </a:lnTo>
                <a:lnTo>
                  <a:pt x="751143" y="1176273"/>
                </a:lnTo>
                <a:lnTo>
                  <a:pt x="740756" y="1177211"/>
                </a:lnTo>
                <a:lnTo>
                  <a:pt x="741333" y="1193302"/>
                </a:lnTo>
                <a:lnTo>
                  <a:pt x="736644" y="1197126"/>
                </a:lnTo>
                <a:lnTo>
                  <a:pt x="733181" y="1211269"/>
                </a:lnTo>
                <a:lnTo>
                  <a:pt x="736139" y="1211124"/>
                </a:lnTo>
                <a:lnTo>
                  <a:pt x="736355" y="1217330"/>
                </a:lnTo>
                <a:lnTo>
                  <a:pt x="697619" y="1218917"/>
                </a:lnTo>
                <a:lnTo>
                  <a:pt x="696897" y="1203259"/>
                </a:lnTo>
                <a:lnTo>
                  <a:pt x="675329" y="1195972"/>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E4421987-FDFD-4AC4-8F01-53E56C7C67E2}"/>
              </a:ext>
            </a:extLst>
          </p:cNvPr>
          <p:cNvSpPr>
            <a:spLocks xmlns:a="http://schemas.openxmlformats.org/drawingml/2006/main" noGrp="1"/>
          </p:cNvSpPr>
          <p:nvPr/>
        </p:nvSpPr>
        <p:spPr>
          <a:xfrm xmlns:a="http://schemas.openxmlformats.org/drawingml/2006/main">
            <a:off x="6633518" y="2703031"/>
            <a:ext cx="520102" cy="194135"/>
          </a:xfrm>
          <a:custGeom xmlns:a="http://schemas.openxmlformats.org/drawingml/2006/main">
            <a:pathLst>
              <a:path w="553637" h="206652">
                <a:moveTo>
                  <a:pt x="11974" y="60827"/>
                </a:moveTo>
                <a:lnTo>
                  <a:pt x="13489" y="57147"/>
                </a:lnTo>
                <a:lnTo>
                  <a:pt x="8728" y="53756"/>
                </a:lnTo>
                <a:lnTo>
                  <a:pt x="7863" y="45241"/>
                </a:lnTo>
                <a:lnTo>
                  <a:pt x="0" y="41273"/>
                </a:lnTo>
                <a:lnTo>
                  <a:pt x="1948" y="33264"/>
                </a:lnTo>
                <a:lnTo>
                  <a:pt x="72" y="32109"/>
                </a:lnTo>
                <a:lnTo>
                  <a:pt x="20126" y="27202"/>
                </a:lnTo>
                <a:lnTo>
                  <a:pt x="29503" y="14647"/>
                </a:lnTo>
                <a:lnTo>
                  <a:pt x="43353" y="10462"/>
                </a:lnTo>
                <a:lnTo>
                  <a:pt x="52803" y="0"/>
                </a:lnTo>
                <a:lnTo>
                  <a:pt x="85985" y="11473"/>
                </a:lnTo>
                <a:lnTo>
                  <a:pt x="119384" y="27130"/>
                </a:lnTo>
                <a:lnTo>
                  <a:pt x="139726" y="30522"/>
                </a:lnTo>
                <a:lnTo>
                  <a:pt x="156533" y="39469"/>
                </a:lnTo>
                <a:lnTo>
                  <a:pt x="163602" y="46901"/>
                </a:lnTo>
                <a:lnTo>
                  <a:pt x="166416" y="55848"/>
                </a:lnTo>
                <a:lnTo>
                  <a:pt x="194116" y="67970"/>
                </a:lnTo>
                <a:lnTo>
                  <a:pt x="195919" y="64218"/>
                </a:lnTo>
                <a:lnTo>
                  <a:pt x="208903" y="65084"/>
                </a:lnTo>
                <a:lnTo>
                  <a:pt x="213953" y="75041"/>
                </a:lnTo>
                <a:lnTo>
                  <a:pt x="236675" y="73382"/>
                </a:lnTo>
                <a:lnTo>
                  <a:pt x="252545" y="75330"/>
                </a:lnTo>
                <a:lnTo>
                  <a:pt x="271517" y="68259"/>
                </a:lnTo>
                <a:lnTo>
                  <a:pt x="309171" y="65084"/>
                </a:lnTo>
                <a:lnTo>
                  <a:pt x="317683" y="60682"/>
                </a:lnTo>
                <a:lnTo>
                  <a:pt x="335140" y="64290"/>
                </a:lnTo>
                <a:lnTo>
                  <a:pt x="344589" y="71361"/>
                </a:lnTo>
                <a:lnTo>
                  <a:pt x="355410" y="69702"/>
                </a:lnTo>
                <a:lnTo>
                  <a:pt x="378132" y="75546"/>
                </a:lnTo>
                <a:lnTo>
                  <a:pt x="412757" y="73670"/>
                </a:lnTo>
                <a:lnTo>
                  <a:pt x="422568" y="70207"/>
                </a:lnTo>
                <a:lnTo>
                  <a:pt x="427906" y="64867"/>
                </a:lnTo>
                <a:lnTo>
                  <a:pt x="487273" y="63208"/>
                </a:lnTo>
                <a:lnTo>
                  <a:pt x="509202" y="72805"/>
                </a:lnTo>
                <a:lnTo>
                  <a:pt x="525144" y="90122"/>
                </a:lnTo>
                <a:lnTo>
                  <a:pt x="540581" y="126488"/>
                </a:lnTo>
                <a:lnTo>
                  <a:pt x="553637" y="175048"/>
                </a:lnTo>
                <a:lnTo>
                  <a:pt x="550535" y="180099"/>
                </a:lnTo>
                <a:lnTo>
                  <a:pt x="542023" y="182553"/>
                </a:lnTo>
                <a:lnTo>
                  <a:pt x="505307" y="173461"/>
                </a:lnTo>
                <a:lnTo>
                  <a:pt x="449835" y="173172"/>
                </a:lnTo>
                <a:lnTo>
                  <a:pt x="445074" y="183058"/>
                </a:lnTo>
                <a:lnTo>
                  <a:pt x="439808" y="179017"/>
                </a:lnTo>
                <a:lnTo>
                  <a:pt x="441467" y="174255"/>
                </a:lnTo>
                <a:lnTo>
                  <a:pt x="437427" y="173100"/>
                </a:lnTo>
                <a:lnTo>
                  <a:pt x="373732" y="172667"/>
                </a:lnTo>
                <a:lnTo>
                  <a:pt x="348341" y="184934"/>
                </a:lnTo>
                <a:lnTo>
                  <a:pt x="335356" y="177718"/>
                </a:lnTo>
                <a:lnTo>
                  <a:pt x="331028" y="183274"/>
                </a:lnTo>
                <a:lnTo>
                  <a:pt x="319775" y="187603"/>
                </a:lnTo>
                <a:lnTo>
                  <a:pt x="317322" y="184212"/>
                </a:lnTo>
                <a:lnTo>
                  <a:pt x="312345" y="185727"/>
                </a:lnTo>
                <a:lnTo>
                  <a:pt x="301236" y="194675"/>
                </a:lnTo>
                <a:lnTo>
                  <a:pt x="293806" y="196551"/>
                </a:lnTo>
                <a:lnTo>
                  <a:pt x="287314" y="194602"/>
                </a:lnTo>
                <a:lnTo>
                  <a:pt x="258893" y="204632"/>
                </a:lnTo>
                <a:lnTo>
                  <a:pt x="231193" y="206652"/>
                </a:lnTo>
                <a:lnTo>
                  <a:pt x="210779" y="182625"/>
                </a:lnTo>
                <a:lnTo>
                  <a:pt x="205874" y="167400"/>
                </a:lnTo>
                <a:lnTo>
                  <a:pt x="195414" y="161050"/>
                </a:lnTo>
                <a:lnTo>
                  <a:pt x="173846" y="162638"/>
                </a:lnTo>
                <a:lnTo>
                  <a:pt x="160717" y="137889"/>
                </a:lnTo>
                <a:lnTo>
                  <a:pt x="162088" y="130962"/>
                </a:lnTo>
                <a:lnTo>
                  <a:pt x="158914" y="132260"/>
                </a:lnTo>
                <a:lnTo>
                  <a:pt x="146362" y="123457"/>
                </a:lnTo>
                <a:lnTo>
                  <a:pt x="131863" y="122231"/>
                </a:lnTo>
                <a:lnTo>
                  <a:pt x="126669" y="116891"/>
                </a:lnTo>
                <a:lnTo>
                  <a:pt x="106183" y="110975"/>
                </a:lnTo>
                <a:lnTo>
                  <a:pt x="90602" y="99718"/>
                </a:lnTo>
                <a:lnTo>
                  <a:pt x="85985" y="97987"/>
                </a:lnTo>
                <a:lnTo>
                  <a:pt x="86995" y="100801"/>
                </a:lnTo>
                <a:lnTo>
                  <a:pt x="81801" y="100151"/>
                </a:lnTo>
                <a:lnTo>
                  <a:pt x="76030" y="93152"/>
                </a:lnTo>
                <a:lnTo>
                  <a:pt x="57925" y="89761"/>
                </a:lnTo>
                <a:lnTo>
                  <a:pt x="52514" y="78433"/>
                </a:lnTo>
                <a:lnTo>
                  <a:pt x="41550" y="76484"/>
                </a:lnTo>
                <a:lnTo>
                  <a:pt x="37438" y="80092"/>
                </a:lnTo>
                <a:lnTo>
                  <a:pt x="30802" y="78793"/>
                </a:lnTo>
                <a:lnTo>
                  <a:pt x="17168" y="64507"/>
                </a:lnTo>
                <a:lnTo>
                  <a:pt x="14355" y="65733"/>
                </a:lnTo>
                <a:lnTo>
                  <a:pt x="15653" y="60971"/>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FF8A327A-5D36-44F9-A1A8-2459083F5B77}"/>
              </a:ext>
            </a:extLst>
          </p:cNvPr>
          <p:cNvSpPr>
            <a:spLocks xmlns:a="http://schemas.openxmlformats.org/drawingml/2006/main" noGrp="1"/>
          </p:cNvSpPr>
          <p:nvPr/>
        </p:nvSpPr>
        <p:spPr>
          <a:xfrm xmlns:a="http://schemas.openxmlformats.org/drawingml/2006/main">
            <a:off x="6069571" y="4028830"/>
            <a:ext cx="110052" cy="129807"/>
          </a:xfrm>
          <a:custGeom xmlns:a="http://schemas.openxmlformats.org/drawingml/2006/main">
            <a:pathLst>
              <a:path w="117147" h="138177">
                <a:moveTo>
                  <a:pt x="39963" y="11761"/>
                </a:moveTo>
                <a:lnTo>
                  <a:pt x="45950" y="20420"/>
                </a:lnTo>
                <a:lnTo>
                  <a:pt x="50062" y="16091"/>
                </a:lnTo>
                <a:lnTo>
                  <a:pt x="57780" y="16379"/>
                </a:lnTo>
                <a:lnTo>
                  <a:pt x="61676" y="13565"/>
                </a:lnTo>
                <a:lnTo>
                  <a:pt x="57420" y="9813"/>
                </a:lnTo>
                <a:lnTo>
                  <a:pt x="56410" y="11833"/>
                </a:lnTo>
                <a:lnTo>
                  <a:pt x="58934" y="7216"/>
                </a:lnTo>
                <a:lnTo>
                  <a:pt x="105534" y="1299"/>
                </a:lnTo>
                <a:lnTo>
                  <a:pt x="109573" y="4185"/>
                </a:lnTo>
                <a:lnTo>
                  <a:pt x="109573" y="10462"/>
                </a:lnTo>
                <a:lnTo>
                  <a:pt x="102360" y="22296"/>
                </a:lnTo>
                <a:lnTo>
                  <a:pt x="84398" y="29079"/>
                </a:lnTo>
                <a:lnTo>
                  <a:pt x="85336" y="25182"/>
                </a:lnTo>
                <a:lnTo>
                  <a:pt x="78772" y="24388"/>
                </a:lnTo>
                <a:lnTo>
                  <a:pt x="74011" y="29151"/>
                </a:lnTo>
                <a:lnTo>
                  <a:pt x="72496" y="36294"/>
                </a:lnTo>
                <a:lnTo>
                  <a:pt x="79132" y="50076"/>
                </a:lnTo>
                <a:lnTo>
                  <a:pt x="86923" y="50148"/>
                </a:lnTo>
                <a:lnTo>
                  <a:pt x="88510" y="47406"/>
                </a:lnTo>
                <a:lnTo>
                  <a:pt x="85985" y="45674"/>
                </a:lnTo>
                <a:lnTo>
                  <a:pt x="91539" y="47622"/>
                </a:lnTo>
                <a:lnTo>
                  <a:pt x="94858" y="64074"/>
                </a:lnTo>
                <a:lnTo>
                  <a:pt x="109213" y="76340"/>
                </a:lnTo>
                <a:lnTo>
                  <a:pt x="112098" y="84061"/>
                </a:lnTo>
                <a:lnTo>
                  <a:pt x="116859" y="87380"/>
                </a:lnTo>
                <a:lnTo>
                  <a:pt x="117147" y="92070"/>
                </a:lnTo>
                <a:lnTo>
                  <a:pt x="113901" y="89039"/>
                </a:lnTo>
                <a:lnTo>
                  <a:pt x="108996" y="91204"/>
                </a:lnTo>
                <a:lnTo>
                  <a:pt x="105967" y="99935"/>
                </a:lnTo>
                <a:lnTo>
                  <a:pt x="110078" y="103254"/>
                </a:lnTo>
                <a:lnTo>
                  <a:pt x="99691" y="107655"/>
                </a:lnTo>
                <a:lnTo>
                  <a:pt x="102071" y="105635"/>
                </a:lnTo>
                <a:lnTo>
                  <a:pt x="94136" y="101739"/>
                </a:lnTo>
                <a:lnTo>
                  <a:pt x="89015" y="94018"/>
                </a:lnTo>
                <a:lnTo>
                  <a:pt x="76463" y="84277"/>
                </a:lnTo>
                <a:lnTo>
                  <a:pt x="67302" y="71145"/>
                </a:lnTo>
                <a:lnTo>
                  <a:pt x="58574" y="84133"/>
                </a:lnTo>
                <a:lnTo>
                  <a:pt x="60666" y="97121"/>
                </a:lnTo>
                <a:lnTo>
                  <a:pt x="60594" y="92792"/>
                </a:lnTo>
                <a:lnTo>
                  <a:pt x="54751" y="93802"/>
                </a:lnTo>
                <a:lnTo>
                  <a:pt x="57420" y="108088"/>
                </a:lnTo>
                <a:lnTo>
                  <a:pt x="60016" y="108954"/>
                </a:lnTo>
                <a:lnTo>
                  <a:pt x="60954" y="106357"/>
                </a:lnTo>
                <a:lnTo>
                  <a:pt x="61748" y="118479"/>
                </a:lnTo>
                <a:lnTo>
                  <a:pt x="58502" y="117757"/>
                </a:lnTo>
                <a:lnTo>
                  <a:pt x="57708" y="125189"/>
                </a:lnTo>
                <a:lnTo>
                  <a:pt x="60594" y="128364"/>
                </a:lnTo>
                <a:lnTo>
                  <a:pt x="64272" y="126993"/>
                </a:lnTo>
                <a:lnTo>
                  <a:pt x="65210" y="132621"/>
                </a:lnTo>
                <a:lnTo>
                  <a:pt x="60666" y="138177"/>
                </a:lnTo>
                <a:lnTo>
                  <a:pt x="51432" y="128653"/>
                </a:lnTo>
                <a:lnTo>
                  <a:pt x="44363" y="126849"/>
                </a:lnTo>
                <a:lnTo>
                  <a:pt x="36140" y="112706"/>
                </a:lnTo>
                <a:lnTo>
                  <a:pt x="0" y="74608"/>
                </a:lnTo>
                <a:lnTo>
                  <a:pt x="8440" y="67104"/>
                </a:lnTo>
                <a:lnTo>
                  <a:pt x="17096" y="65228"/>
                </a:lnTo>
                <a:lnTo>
                  <a:pt x="21929" y="67032"/>
                </a:lnTo>
                <a:lnTo>
                  <a:pt x="19549" y="67537"/>
                </a:lnTo>
                <a:lnTo>
                  <a:pt x="23155" y="70784"/>
                </a:lnTo>
                <a:lnTo>
                  <a:pt x="26401" y="70856"/>
                </a:lnTo>
                <a:lnTo>
                  <a:pt x="25824" y="68620"/>
                </a:lnTo>
                <a:lnTo>
                  <a:pt x="30657" y="73526"/>
                </a:lnTo>
                <a:lnTo>
                  <a:pt x="39169" y="74969"/>
                </a:lnTo>
                <a:lnTo>
                  <a:pt x="37294" y="79443"/>
                </a:lnTo>
                <a:lnTo>
                  <a:pt x="50855" y="86875"/>
                </a:lnTo>
                <a:lnTo>
                  <a:pt x="53380" y="82834"/>
                </a:lnTo>
                <a:lnTo>
                  <a:pt x="47970" y="78505"/>
                </a:lnTo>
                <a:lnTo>
                  <a:pt x="57925" y="83339"/>
                </a:lnTo>
                <a:lnTo>
                  <a:pt x="65715" y="70640"/>
                </a:lnTo>
                <a:lnTo>
                  <a:pt x="64272" y="64218"/>
                </a:lnTo>
                <a:lnTo>
                  <a:pt x="66725" y="60322"/>
                </a:lnTo>
                <a:lnTo>
                  <a:pt x="63840" y="55848"/>
                </a:lnTo>
                <a:lnTo>
                  <a:pt x="61459" y="57652"/>
                </a:lnTo>
                <a:lnTo>
                  <a:pt x="50927" y="48633"/>
                </a:lnTo>
                <a:lnTo>
                  <a:pt x="57059" y="43149"/>
                </a:lnTo>
                <a:lnTo>
                  <a:pt x="61243" y="46612"/>
                </a:lnTo>
                <a:lnTo>
                  <a:pt x="65282" y="45097"/>
                </a:lnTo>
                <a:lnTo>
                  <a:pt x="64705" y="33264"/>
                </a:lnTo>
                <a:lnTo>
                  <a:pt x="51000" y="33841"/>
                </a:lnTo>
                <a:lnTo>
                  <a:pt x="49196" y="24244"/>
                </a:lnTo>
                <a:lnTo>
                  <a:pt x="35707" y="42066"/>
                </a:lnTo>
                <a:lnTo>
                  <a:pt x="26113" y="43293"/>
                </a:lnTo>
                <a:lnTo>
                  <a:pt x="27339" y="37593"/>
                </a:lnTo>
                <a:lnTo>
                  <a:pt x="41838" y="32037"/>
                </a:lnTo>
                <a:lnTo>
                  <a:pt x="45084" y="21502"/>
                </a:lnTo>
                <a:lnTo>
                  <a:pt x="36428" y="11906"/>
                </a:lnTo>
                <a:lnTo>
                  <a:pt x="33687" y="15586"/>
                </a:lnTo>
                <a:lnTo>
                  <a:pt x="35418" y="16884"/>
                </a:lnTo>
                <a:lnTo>
                  <a:pt x="30585" y="16307"/>
                </a:lnTo>
                <a:lnTo>
                  <a:pt x="16880" y="2742"/>
                </a:lnTo>
                <a:lnTo>
                  <a:pt x="19476" y="0"/>
                </a:lnTo>
                <a:lnTo>
                  <a:pt x="38232" y="5772"/>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7AE8E448-1EC1-4B7C-9C7D-50BE57865A67}"/>
              </a:ext>
            </a:extLst>
          </p:cNvPr>
          <p:cNvSpPr>
            <a:spLocks xmlns:a="http://schemas.openxmlformats.org/drawingml/2006/main" noGrp="1"/>
          </p:cNvSpPr>
          <p:nvPr/>
        </p:nvSpPr>
        <p:spPr>
          <a:xfrm xmlns:a="http://schemas.openxmlformats.org/drawingml/2006/main">
            <a:off x="6080143" y="3940574"/>
            <a:ext cx="72238" cy="52804"/>
          </a:xfrm>
          <a:custGeom xmlns:a="http://schemas.openxmlformats.org/drawingml/2006/main">
            <a:pathLst>
              <a:path w="76896" h="56209">
                <a:moveTo>
                  <a:pt x="76896" y="33480"/>
                </a:moveTo>
                <a:lnTo>
                  <a:pt x="75237" y="43293"/>
                </a:lnTo>
                <a:lnTo>
                  <a:pt x="67374" y="48127"/>
                </a:lnTo>
                <a:lnTo>
                  <a:pt x="39746" y="36150"/>
                </a:lnTo>
                <a:lnTo>
                  <a:pt x="31090" y="39108"/>
                </a:lnTo>
                <a:lnTo>
                  <a:pt x="9378" y="56209"/>
                </a:lnTo>
                <a:lnTo>
                  <a:pt x="3318" y="55992"/>
                </a:lnTo>
                <a:lnTo>
                  <a:pt x="0" y="51086"/>
                </a:lnTo>
                <a:lnTo>
                  <a:pt x="3390" y="41417"/>
                </a:lnTo>
                <a:lnTo>
                  <a:pt x="32821" y="21574"/>
                </a:lnTo>
                <a:lnTo>
                  <a:pt x="53091" y="0"/>
                </a:lnTo>
                <a:lnTo>
                  <a:pt x="60161" y="2381"/>
                </a:lnTo>
                <a:lnTo>
                  <a:pt x="68312" y="10679"/>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84EEF927-D205-44CC-AA5E-3CE6751C8B6B}"/>
              </a:ext>
            </a:extLst>
          </p:cNvPr>
          <p:cNvSpPr>
            <a:spLocks xmlns:a="http://schemas.openxmlformats.org/drawingml/2006/main" noGrp="1"/>
          </p:cNvSpPr>
          <p:nvPr/>
        </p:nvSpPr>
        <p:spPr>
          <a:xfrm xmlns:a="http://schemas.openxmlformats.org/drawingml/2006/main">
            <a:off x="6016375" y="4013375"/>
            <a:ext cx="35848" cy="49212"/>
          </a:xfrm>
          <a:custGeom xmlns:a="http://schemas.openxmlformats.org/drawingml/2006/main">
            <a:pathLst>
              <a:path w="38159" h="52385">
                <a:moveTo>
                  <a:pt x="38159" y="43726"/>
                </a:moveTo>
                <a:lnTo>
                  <a:pt x="36500" y="50942"/>
                </a:lnTo>
                <a:lnTo>
                  <a:pt x="32461" y="52385"/>
                </a:lnTo>
                <a:lnTo>
                  <a:pt x="13201" y="41489"/>
                </a:lnTo>
                <a:lnTo>
                  <a:pt x="0" y="13565"/>
                </a:lnTo>
                <a:lnTo>
                  <a:pt x="4617" y="0"/>
                </a:lnTo>
                <a:lnTo>
                  <a:pt x="17385" y="3896"/>
                </a:lnTo>
                <a:lnTo>
                  <a:pt x="28782" y="18472"/>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C744B7E5-0210-4BBD-8049-22F9BCD9D515}"/>
              </a:ext>
            </a:extLst>
          </p:cNvPr>
          <p:cNvSpPr>
            <a:spLocks xmlns:a="http://schemas.openxmlformats.org/drawingml/2006/main" noGrp="1"/>
          </p:cNvSpPr>
          <p:nvPr/>
        </p:nvSpPr>
        <p:spPr>
          <a:xfrm xmlns:a="http://schemas.openxmlformats.org/drawingml/2006/main">
            <a:off x="6170068" y="4076753"/>
            <a:ext cx="32256" cy="31384"/>
          </a:xfrm>
          <a:custGeom xmlns:a="http://schemas.openxmlformats.org/drawingml/2006/main">
            <a:pathLst>
              <a:path w="34336" h="33408">
                <a:moveTo>
                  <a:pt x="18755" y="8298"/>
                </a:moveTo>
                <a:lnTo>
                  <a:pt x="24526" y="6277"/>
                </a:lnTo>
                <a:lnTo>
                  <a:pt x="20631" y="3319"/>
                </a:lnTo>
                <a:lnTo>
                  <a:pt x="23877" y="5267"/>
                </a:lnTo>
                <a:lnTo>
                  <a:pt x="32389" y="18688"/>
                </a:lnTo>
                <a:lnTo>
                  <a:pt x="34336" y="25543"/>
                </a:lnTo>
                <a:lnTo>
                  <a:pt x="28710" y="33408"/>
                </a:lnTo>
                <a:lnTo>
                  <a:pt x="24670" y="31820"/>
                </a:lnTo>
                <a:lnTo>
                  <a:pt x="28566" y="33119"/>
                </a:lnTo>
                <a:lnTo>
                  <a:pt x="32966" y="27347"/>
                </a:lnTo>
                <a:lnTo>
                  <a:pt x="31884" y="28934"/>
                </a:lnTo>
                <a:lnTo>
                  <a:pt x="17457" y="22512"/>
                </a:lnTo>
                <a:lnTo>
                  <a:pt x="17457" y="20492"/>
                </a:lnTo>
                <a:lnTo>
                  <a:pt x="18683" y="24605"/>
                </a:lnTo>
                <a:lnTo>
                  <a:pt x="11686" y="14720"/>
                </a:lnTo>
                <a:lnTo>
                  <a:pt x="15509" y="15658"/>
                </a:lnTo>
                <a:lnTo>
                  <a:pt x="17240" y="12411"/>
                </a:lnTo>
                <a:lnTo>
                  <a:pt x="11325" y="10679"/>
                </a:lnTo>
                <a:lnTo>
                  <a:pt x="8584" y="14503"/>
                </a:lnTo>
                <a:lnTo>
                  <a:pt x="0" y="4401"/>
                </a:lnTo>
                <a:lnTo>
                  <a:pt x="866" y="649"/>
                </a:lnTo>
                <a:lnTo>
                  <a:pt x="7863" y="0"/>
                </a:lnTo>
                <a:lnTo>
                  <a:pt x="8223" y="2598"/>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306E464D-8963-4DE1-9D5D-0824829CC521}"/>
              </a:ext>
            </a:extLst>
          </p:cNvPr>
          <p:cNvSpPr>
            <a:spLocks xmlns:a="http://schemas.openxmlformats.org/drawingml/2006/main" noGrp="1"/>
          </p:cNvSpPr>
          <p:nvPr/>
        </p:nvSpPr>
        <p:spPr>
          <a:xfrm xmlns:a="http://schemas.openxmlformats.org/drawingml/2006/main">
            <a:off x="6003568" y="4143589"/>
            <a:ext cx="21753" cy="22030"/>
          </a:xfrm>
          <a:custGeom xmlns:a="http://schemas.openxmlformats.org/drawingml/2006/main">
            <a:pathLst>
              <a:path w="23155" h="23450">
                <a:moveTo>
                  <a:pt x="11181" y="0"/>
                </a:moveTo>
                <a:lnTo>
                  <a:pt x="20486" y="5700"/>
                </a:lnTo>
                <a:lnTo>
                  <a:pt x="23155" y="11112"/>
                </a:lnTo>
                <a:lnTo>
                  <a:pt x="21713" y="8370"/>
                </a:lnTo>
                <a:lnTo>
                  <a:pt x="18539" y="9452"/>
                </a:lnTo>
                <a:lnTo>
                  <a:pt x="12335" y="20203"/>
                </a:lnTo>
                <a:lnTo>
                  <a:pt x="14932" y="21863"/>
                </a:lnTo>
                <a:lnTo>
                  <a:pt x="6492" y="23450"/>
                </a:lnTo>
                <a:lnTo>
                  <a:pt x="0" y="15153"/>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3A2C11BE-ABD3-4F06-974A-6249584D0F65}"/>
              </a:ext>
            </a:extLst>
          </p:cNvPr>
          <p:cNvSpPr>
            <a:spLocks xmlns:a="http://schemas.openxmlformats.org/drawingml/2006/main" noGrp="1"/>
          </p:cNvSpPr>
          <p:nvPr/>
        </p:nvSpPr>
        <p:spPr>
          <a:xfrm xmlns:a="http://schemas.openxmlformats.org/drawingml/2006/main">
            <a:off x="5991709" y="4133625"/>
            <a:ext cx="13621" cy="15523"/>
          </a:xfrm>
          <a:custGeom xmlns:a="http://schemas.openxmlformats.org/drawingml/2006/main">
            <a:pathLst>
              <a:path w="14499" h="16524">
                <a:moveTo>
                  <a:pt x="3102" y="0"/>
                </a:moveTo>
                <a:lnTo>
                  <a:pt x="10676" y="1732"/>
                </a:lnTo>
                <a:lnTo>
                  <a:pt x="14499" y="5700"/>
                </a:lnTo>
                <a:lnTo>
                  <a:pt x="6131" y="16524"/>
                </a:lnTo>
                <a:lnTo>
                  <a:pt x="649" y="10751"/>
                </a:lnTo>
                <a:lnTo>
                  <a:pt x="0" y="3608"/>
                </a:lnTo>
                <a:lnTo>
                  <a:pt x="505" y="5989"/>
                </a:lnTo>
                <a:lnTo>
                  <a:pt x="3102" y="3824"/>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AF58320C-3D1B-4AF7-A281-4073CDF850B0}"/>
              </a:ext>
            </a:extLst>
          </p:cNvPr>
          <p:cNvSpPr>
            <a:spLocks xmlns:a="http://schemas.openxmlformats.org/drawingml/2006/main" noGrp="1"/>
          </p:cNvSpPr>
          <p:nvPr/>
        </p:nvSpPr>
        <p:spPr>
          <a:xfrm xmlns:a="http://schemas.openxmlformats.org/drawingml/2006/main">
            <a:off x="6167561" y="2536214"/>
            <a:ext cx="101784" cy="117742"/>
          </a:xfrm>
          <a:custGeom xmlns:a="http://schemas.openxmlformats.org/drawingml/2006/main">
            <a:pathLst>
              <a:path w="108347" h="125334">
                <a:moveTo>
                  <a:pt x="106255" y="91348"/>
                </a:moveTo>
                <a:lnTo>
                  <a:pt x="108347" y="100079"/>
                </a:lnTo>
                <a:lnTo>
                  <a:pt x="105462" y="106573"/>
                </a:lnTo>
                <a:lnTo>
                  <a:pt x="85697" y="122159"/>
                </a:lnTo>
                <a:lnTo>
                  <a:pt x="70909" y="125334"/>
                </a:lnTo>
                <a:lnTo>
                  <a:pt x="57708" y="120643"/>
                </a:lnTo>
                <a:lnTo>
                  <a:pt x="43425" y="104914"/>
                </a:lnTo>
                <a:lnTo>
                  <a:pt x="29503" y="80020"/>
                </a:lnTo>
                <a:lnTo>
                  <a:pt x="16447" y="70207"/>
                </a:lnTo>
                <a:lnTo>
                  <a:pt x="15221" y="49210"/>
                </a:lnTo>
                <a:lnTo>
                  <a:pt x="1515" y="21791"/>
                </a:lnTo>
                <a:lnTo>
                  <a:pt x="0" y="9524"/>
                </a:lnTo>
                <a:lnTo>
                  <a:pt x="19765" y="0"/>
                </a:lnTo>
                <a:lnTo>
                  <a:pt x="28061" y="1515"/>
                </a:lnTo>
                <a:lnTo>
                  <a:pt x="62974" y="38603"/>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B798CD3E-540E-49F6-8AC0-4EBDFCCB78F9}"/>
              </a:ext>
            </a:extLst>
          </p:cNvPr>
          <p:cNvSpPr>
            <a:spLocks xmlns:a="http://schemas.openxmlformats.org/drawingml/2006/main" noGrp="1"/>
          </p:cNvSpPr>
          <p:nvPr/>
        </p:nvSpPr>
        <p:spPr>
          <a:xfrm xmlns:a="http://schemas.openxmlformats.org/drawingml/2006/main">
            <a:off x="7194008" y="2618572"/>
            <a:ext cx="537653" cy="698113"/>
          </a:xfrm>
          <a:custGeom xmlns:a="http://schemas.openxmlformats.org/drawingml/2006/main">
            <a:pathLst>
              <a:path w="572320" h="743126">
                <a:moveTo>
                  <a:pt x="324464" y="59528"/>
                </a:moveTo>
                <a:lnTo>
                  <a:pt x="329874" y="66599"/>
                </a:lnTo>
                <a:lnTo>
                  <a:pt x="336727" y="62919"/>
                </a:lnTo>
                <a:lnTo>
                  <a:pt x="354616" y="64723"/>
                </a:lnTo>
                <a:lnTo>
                  <a:pt x="393425" y="78000"/>
                </a:lnTo>
                <a:lnTo>
                  <a:pt x="408429" y="85432"/>
                </a:lnTo>
                <a:lnTo>
                  <a:pt x="408862" y="88029"/>
                </a:lnTo>
                <a:lnTo>
                  <a:pt x="411098" y="86586"/>
                </a:lnTo>
                <a:lnTo>
                  <a:pt x="438077" y="97193"/>
                </a:lnTo>
                <a:lnTo>
                  <a:pt x="458779" y="110037"/>
                </a:lnTo>
                <a:lnTo>
                  <a:pt x="495857" y="143950"/>
                </a:lnTo>
                <a:lnTo>
                  <a:pt x="515117" y="155639"/>
                </a:lnTo>
                <a:lnTo>
                  <a:pt x="548155" y="219496"/>
                </a:lnTo>
                <a:lnTo>
                  <a:pt x="548083" y="227938"/>
                </a:lnTo>
                <a:lnTo>
                  <a:pt x="537335" y="238617"/>
                </a:lnTo>
                <a:lnTo>
                  <a:pt x="538272" y="240854"/>
                </a:lnTo>
                <a:lnTo>
                  <a:pt x="558831" y="247492"/>
                </a:lnTo>
                <a:lnTo>
                  <a:pt x="570805" y="264304"/>
                </a:lnTo>
                <a:lnTo>
                  <a:pt x="572320" y="293960"/>
                </a:lnTo>
                <a:lnTo>
                  <a:pt x="566838" y="319936"/>
                </a:lnTo>
                <a:lnTo>
                  <a:pt x="553998" y="347499"/>
                </a:lnTo>
                <a:lnTo>
                  <a:pt x="521898" y="399884"/>
                </a:lnTo>
                <a:lnTo>
                  <a:pt x="508048" y="428674"/>
                </a:lnTo>
                <a:lnTo>
                  <a:pt x="483882" y="497365"/>
                </a:lnTo>
                <a:lnTo>
                  <a:pt x="472485" y="559058"/>
                </a:lnTo>
                <a:lnTo>
                  <a:pt x="472918" y="593837"/>
                </a:lnTo>
                <a:lnTo>
                  <a:pt x="479049" y="618658"/>
                </a:lnTo>
                <a:lnTo>
                  <a:pt x="505234" y="667724"/>
                </a:lnTo>
                <a:lnTo>
                  <a:pt x="540869" y="721840"/>
                </a:lnTo>
                <a:lnTo>
                  <a:pt x="540292" y="734034"/>
                </a:lnTo>
                <a:lnTo>
                  <a:pt x="530337" y="742837"/>
                </a:lnTo>
                <a:lnTo>
                  <a:pt x="521753" y="743126"/>
                </a:lnTo>
                <a:lnTo>
                  <a:pt x="515117" y="739735"/>
                </a:lnTo>
                <a:lnTo>
                  <a:pt x="168796" y="445558"/>
                </a:lnTo>
                <a:lnTo>
                  <a:pt x="90025" y="373980"/>
                </a:lnTo>
                <a:lnTo>
                  <a:pt x="62902" y="333429"/>
                </a:lnTo>
                <a:lnTo>
                  <a:pt x="52226" y="307092"/>
                </a:lnTo>
                <a:lnTo>
                  <a:pt x="46455" y="283786"/>
                </a:lnTo>
                <a:lnTo>
                  <a:pt x="53524" y="278158"/>
                </a:lnTo>
                <a:lnTo>
                  <a:pt x="114118" y="279890"/>
                </a:lnTo>
                <a:lnTo>
                  <a:pt x="129050" y="276354"/>
                </a:lnTo>
                <a:lnTo>
                  <a:pt x="140086" y="270005"/>
                </a:lnTo>
                <a:lnTo>
                  <a:pt x="148166" y="258676"/>
                </a:lnTo>
                <a:lnTo>
                  <a:pt x="147372" y="250883"/>
                </a:lnTo>
                <a:lnTo>
                  <a:pt x="140014" y="243812"/>
                </a:lnTo>
                <a:lnTo>
                  <a:pt x="138788" y="234071"/>
                </a:lnTo>
                <a:lnTo>
                  <a:pt x="152061" y="210404"/>
                </a:lnTo>
                <a:lnTo>
                  <a:pt x="141024" y="205281"/>
                </a:lnTo>
                <a:lnTo>
                  <a:pt x="128905" y="206436"/>
                </a:lnTo>
                <a:lnTo>
                  <a:pt x="111809" y="224042"/>
                </a:lnTo>
                <a:lnTo>
                  <a:pt x="96084" y="230391"/>
                </a:lnTo>
                <a:lnTo>
                  <a:pt x="38015" y="227722"/>
                </a:lnTo>
                <a:lnTo>
                  <a:pt x="28782" y="222382"/>
                </a:lnTo>
                <a:lnTo>
                  <a:pt x="22650" y="214662"/>
                </a:lnTo>
                <a:lnTo>
                  <a:pt x="1298" y="157875"/>
                </a:lnTo>
                <a:lnTo>
                  <a:pt x="0" y="130529"/>
                </a:lnTo>
                <a:lnTo>
                  <a:pt x="12047" y="105563"/>
                </a:lnTo>
                <a:lnTo>
                  <a:pt x="87788" y="37232"/>
                </a:lnTo>
                <a:lnTo>
                  <a:pt x="111016" y="24749"/>
                </a:lnTo>
                <a:lnTo>
                  <a:pt x="197145" y="794"/>
                </a:lnTo>
                <a:lnTo>
                  <a:pt x="225639" y="0"/>
                </a:lnTo>
                <a:lnTo>
                  <a:pt x="249876" y="6999"/>
                </a:lnTo>
                <a:lnTo>
                  <a:pt x="271877" y="39830"/>
                </a:lnTo>
                <a:lnTo>
                  <a:pt x="320929" y="49066"/>
                </a:lnTo>
                <a:lnTo>
                  <a:pt x="326339" y="53395"/>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EADE4BAF-7F7C-41AB-A896-34CC6427BEF3}"/>
              </a:ext>
            </a:extLst>
          </p:cNvPr>
          <p:cNvSpPr>
            <a:spLocks xmlns:a="http://schemas.openxmlformats.org/drawingml/2006/main" noGrp="1"/>
          </p:cNvSpPr>
          <p:nvPr/>
        </p:nvSpPr>
        <p:spPr>
          <a:xfrm xmlns:a="http://schemas.openxmlformats.org/drawingml/2006/main">
            <a:off x="6753260" y="2837923"/>
            <a:ext cx="70883" cy="65480"/>
          </a:xfrm>
          <a:custGeom xmlns:a="http://schemas.openxmlformats.org/drawingml/2006/main">
            <a:pathLst>
              <a:path w="75453" h="69702">
                <a:moveTo>
                  <a:pt x="21352" y="4401"/>
                </a:moveTo>
                <a:lnTo>
                  <a:pt x="39674" y="28573"/>
                </a:lnTo>
                <a:lnTo>
                  <a:pt x="68601" y="37881"/>
                </a:lnTo>
                <a:lnTo>
                  <a:pt x="75453" y="63064"/>
                </a:lnTo>
                <a:lnTo>
                  <a:pt x="72496" y="69269"/>
                </a:lnTo>
                <a:lnTo>
                  <a:pt x="68601" y="69702"/>
                </a:lnTo>
                <a:lnTo>
                  <a:pt x="59223" y="61693"/>
                </a:lnTo>
                <a:lnTo>
                  <a:pt x="5482" y="9236"/>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981EEC78-BD76-4DDB-A831-A32B95B37F9E}"/>
              </a:ext>
            </a:extLst>
          </p:cNvPr>
          <p:cNvSpPr>
            <a:spLocks xmlns:a="http://schemas.openxmlformats.org/drawingml/2006/main" noGrp="1"/>
          </p:cNvSpPr>
          <p:nvPr/>
        </p:nvSpPr>
        <p:spPr>
          <a:xfrm xmlns:a="http://schemas.openxmlformats.org/drawingml/2006/main">
            <a:off x="5490039" y="4132404"/>
            <a:ext cx="163315" cy="196101"/>
          </a:xfrm>
          <a:custGeom xmlns:a="http://schemas.openxmlformats.org/drawingml/2006/main">
            <a:pathLst>
              <a:path w="173846" h="208745">
                <a:moveTo>
                  <a:pt x="16952" y="30161"/>
                </a:moveTo>
                <a:lnTo>
                  <a:pt x="27916" y="31460"/>
                </a:lnTo>
                <a:lnTo>
                  <a:pt x="24310" y="39036"/>
                </a:lnTo>
                <a:lnTo>
                  <a:pt x="27844" y="51735"/>
                </a:lnTo>
                <a:lnTo>
                  <a:pt x="23011" y="53178"/>
                </a:lnTo>
                <a:lnTo>
                  <a:pt x="30802" y="50797"/>
                </a:lnTo>
                <a:lnTo>
                  <a:pt x="32100" y="53034"/>
                </a:lnTo>
                <a:lnTo>
                  <a:pt x="35130" y="49138"/>
                </a:lnTo>
                <a:lnTo>
                  <a:pt x="37943" y="52673"/>
                </a:lnTo>
                <a:lnTo>
                  <a:pt x="34264" y="62342"/>
                </a:lnTo>
                <a:lnTo>
                  <a:pt x="38664" y="65228"/>
                </a:lnTo>
                <a:lnTo>
                  <a:pt x="28782" y="71073"/>
                </a:lnTo>
                <a:lnTo>
                  <a:pt x="23083" y="67032"/>
                </a:lnTo>
                <a:lnTo>
                  <a:pt x="21424" y="68403"/>
                </a:lnTo>
                <a:lnTo>
                  <a:pt x="28349" y="71722"/>
                </a:lnTo>
                <a:lnTo>
                  <a:pt x="40251" y="67032"/>
                </a:lnTo>
                <a:lnTo>
                  <a:pt x="35058" y="71794"/>
                </a:lnTo>
                <a:lnTo>
                  <a:pt x="41766" y="70856"/>
                </a:lnTo>
                <a:lnTo>
                  <a:pt x="40179" y="80164"/>
                </a:lnTo>
                <a:lnTo>
                  <a:pt x="42776" y="73021"/>
                </a:lnTo>
                <a:lnTo>
                  <a:pt x="59944" y="65517"/>
                </a:lnTo>
                <a:lnTo>
                  <a:pt x="69394" y="64579"/>
                </a:lnTo>
                <a:lnTo>
                  <a:pt x="89231" y="69630"/>
                </a:lnTo>
                <a:lnTo>
                  <a:pt x="112675" y="57363"/>
                </a:lnTo>
                <a:lnTo>
                  <a:pt x="127246" y="53034"/>
                </a:lnTo>
                <a:lnTo>
                  <a:pt x="127246" y="50076"/>
                </a:lnTo>
                <a:lnTo>
                  <a:pt x="164252" y="49498"/>
                </a:lnTo>
                <a:lnTo>
                  <a:pt x="172259" y="82545"/>
                </a:lnTo>
                <a:lnTo>
                  <a:pt x="173846" y="111408"/>
                </a:lnTo>
                <a:lnTo>
                  <a:pt x="170960" y="122880"/>
                </a:lnTo>
                <a:lnTo>
                  <a:pt x="161294" y="134714"/>
                </a:lnTo>
                <a:lnTo>
                  <a:pt x="133811" y="149722"/>
                </a:lnTo>
                <a:lnTo>
                  <a:pt x="127463" y="179955"/>
                </a:lnTo>
                <a:lnTo>
                  <a:pt x="111160" y="195829"/>
                </a:lnTo>
                <a:lnTo>
                  <a:pt x="96300" y="205642"/>
                </a:lnTo>
                <a:lnTo>
                  <a:pt x="79998" y="208745"/>
                </a:lnTo>
                <a:lnTo>
                  <a:pt x="63912" y="203478"/>
                </a:lnTo>
                <a:lnTo>
                  <a:pt x="21280" y="160473"/>
                </a:lnTo>
                <a:lnTo>
                  <a:pt x="20703" y="151309"/>
                </a:lnTo>
                <a:lnTo>
                  <a:pt x="39530" y="128003"/>
                </a:lnTo>
                <a:lnTo>
                  <a:pt x="44075" y="113211"/>
                </a:lnTo>
                <a:lnTo>
                  <a:pt x="40684" y="96544"/>
                </a:lnTo>
                <a:lnTo>
                  <a:pt x="37222" y="102100"/>
                </a:lnTo>
                <a:lnTo>
                  <a:pt x="35635" y="96471"/>
                </a:lnTo>
                <a:lnTo>
                  <a:pt x="28277" y="94379"/>
                </a:lnTo>
                <a:lnTo>
                  <a:pt x="35707" y="97626"/>
                </a:lnTo>
                <a:lnTo>
                  <a:pt x="36068" y="103687"/>
                </a:lnTo>
                <a:lnTo>
                  <a:pt x="28782" y="110397"/>
                </a:lnTo>
                <a:lnTo>
                  <a:pt x="23516" y="103038"/>
                </a:lnTo>
                <a:lnTo>
                  <a:pt x="22001" y="109243"/>
                </a:lnTo>
                <a:lnTo>
                  <a:pt x="14427" y="116964"/>
                </a:lnTo>
                <a:lnTo>
                  <a:pt x="5482" y="101955"/>
                </a:lnTo>
                <a:lnTo>
                  <a:pt x="0" y="80309"/>
                </a:lnTo>
                <a:lnTo>
                  <a:pt x="2813" y="60466"/>
                </a:lnTo>
                <a:lnTo>
                  <a:pt x="8223" y="53467"/>
                </a:lnTo>
                <a:lnTo>
                  <a:pt x="11253" y="37088"/>
                </a:lnTo>
                <a:lnTo>
                  <a:pt x="8223" y="361"/>
                </a:lnTo>
                <a:lnTo>
                  <a:pt x="10315"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D4AFE04C-248D-498B-BD94-E02527D53746}"/>
              </a:ext>
            </a:extLst>
          </p:cNvPr>
          <p:cNvSpPr>
            <a:spLocks xmlns:a="http://schemas.openxmlformats.org/drawingml/2006/main" noGrp="1"/>
          </p:cNvSpPr>
          <p:nvPr/>
        </p:nvSpPr>
        <p:spPr>
          <a:xfrm xmlns:a="http://schemas.openxmlformats.org/drawingml/2006/main">
            <a:off x="5147551" y="4158840"/>
            <a:ext cx="179850" cy="73411"/>
          </a:xfrm>
          <a:custGeom xmlns:a="http://schemas.openxmlformats.org/drawingml/2006/main">
            <a:pathLst>
              <a:path w="191447" h="78144">
                <a:moveTo>
                  <a:pt x="112891" y="144"/>
                </a:moveTo>
                <a:lnTo>
                  <a:pt x="128328" y="4907"/>
                </a:lnTo>
                <a:lnTo>
                  <a:pt x="118662" y="2020"/>
                </a:lnTo>
                <a:lnTo>
                  <a:pt x="116498" y="8803"/>
                </a:lnTo>
                <a:lnTo>
                  <a:pt x="123423" y="19626"/>
                </a:lnTo>
                <a:lnTo>
                  <a:pt x="131286" y="24244"/>
                </a:lnTo>
                <a:lnTo>
                  <a:pt x="143765" y="22945"/>
                </a:lnTo>
                <a:lnTo>
                  <a:pt x="154081" y="15874"/>
                </a:lnTo>
                <a:lnTo>
                  <a:pt x="155163" y="14070"/>
                </a:lnTo>
                <a:lnTo>
                  <a:pt x="151412" y="11833"/>
                </a:lnTo>
                <a:lnTo>
                  <a:pt x="159996" y="16307"/>
                </a:lnTo>
                <a:lnTo>
                  <a:pt x="169662" y="39180"/>
                </a:lnTo>
                <a:lnTo>
                  <a:pt x="165117" y="28357"/>
                </a:lnTo>
                <a:lnTo>
                  <a:pt x="159346" y="26625"/>
                </a:lnTo>
                <a:lnTo>
                  <a:pt x="151123" y="30161"/>
                </a:lnTo>
                <a:lnTo>
                  <a:pt x="146218" y="39036"/>
                </a:lnTo>
                <a:lnTo>
                  <a:pt x="153720" y="46901"/>
                </a:lnTo>
                <a:lnTo>
                  <a:pt x="162593" y="47839"/>
                </a:lnTo>
                <a:lnTo>
                  <a:pt x="176947" y="58446"/>
                </a:lnTo>
                <a:lnTo>
                  <a:pt x="182430" y="57291"/>
                </a:lnTo>
                <a:lnTo>
                  <a:pt x="179400" y="53178"/>
                </a:lnTo>
                <a:lnTo>
                  <a:pt x="191447" y="70640"/>
                </a:lnTo>
                <a:lnTo>
                  <a:pt x="177813" y="72299"/>
                </a:lnTo>
                <a:lnTo>
                  <a:pt x="180338" y="68331"/>
                </a:lnTo>
                <a:lnTo>
                  <a:pt x="177669" y="64146"/>
                </a:lnTo>
                <a:lnTo>
                  <a:pt x="163819" y="60827"/>
                </a:lnTo>
                <a:lnTo>
                  <a:pt x="162809" y="73670"/>
                </a:lnTo>
                <a:lnTo>
                  <a:pt x="171321" y="72660"/>
                </a:lnTo>
                <a:lnTo>
                  <a:pt x="142755" y="78144"/>
                </a:lnTo>
                <a:lnTo>
                  <a:pt x="115993" y="72660"/>
                </a:lnTo>
                <a:lnTo>
                  <a:pt x="70404" y="77783"/>
                </a:lnTo>
                <a:lnTo>
                  <a:pt x="4833" y="66816"/>
                </a:lnTo>
                <a:lnTo>
                  <a:pt x="0" y="62126"/>
                </a:lnTo>
                <a:lnTo>
                  <a:pt x="2525" y="55054"/>
                </a:lnTo>
                <a:lnTo>
                  <a:pt x="25680" y="40551"/>
                </a:lnTo>
                <a:lnTo>
                  <a:pt x="48691" y="15297"/>
                </a:lnTo>
                <a:lnTo>
                  <a:pt x="101061"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CFC1CEC1-970C-4E82-93AC-A6497EE2DAC8}"/>
              </a:ext>
            </a:extLst>
          </p:cNvPr>
          <p:cNvSpPr>
            <a:spLocks xmlns:a="http://schemas.openxmlformats.org/drawingml/2006/main" noGrp="1"/>
          </p:cNvSpPr>
          <p:nvPr/>
        </p:nvSpPr>
        <p:spPr>
          <a:xfrm xmlns:a="http://schemas.openxmlformats.org/drawingml/2006/main">
            <a:off x="5368196" y="3996361"/>
            <a:ext cx="210819" cy="83375"/>
          </a:xfrm>
          <a:custGeom xmlns:a="http://schemas.openxmlformats.org/drawingml/2006/main">
            <a:pathLst>
              <a:path w="224412" h="88751">
                <a:moveTo>
                  <a:pt x="78411" y="8947"/>
                </a:moveTo>
                <a:lnTo>
                  <a:pt x="106832" y="21791"/>
                </a:lnTo>
                <a:lnTo>
                  <a:pt x="110295" y="13998"/>
                </a:lnTo>
                <a:lnTo>
                  <a:pt x="121187" y="5556"/>
                </a:lnTo>
                <a:lnTo>
                  <a:pt x="127896" y="4618"/>
                </a:lnTo>
                <a:lnTo>
                  <a:pt x="131070" y="7648"/>
                </a:lnTo>
                <a:lnTo>
                  <a:pt x="142034" y="41056"/>
                </a:lnTo>
                <a:lnTo>
                  <a:pt x="145569" y="44015"/>
                </a:lnTo>
                <a:lnTo>
                  <a:pt x="172691" y="54333"/>
                </a:lnTo>
                <a:lnTo>
                  <a:pt x="182069" y="51591"/>
                </a:lnTo>
                <a:lnTo>
                  <a:pt x="199165" y="52457"/>
                </a:lnTo>
                <a:lnTo>
                  <a:pt x="217199" y="62919"/>
                </a:lnTo>
                <a:lnTo>
                  <a:pt x="224412" y="71217"/>
                </a:lnTo>
                <a:lnTo>
                  <a:pt x="210851" y="88751"/>
                </a:lnTo>
                <a:lnTo>
                  <a:pt x="174278" y="87236"/>
                </a:lnTo>
                <a:lnTo>
                  <a:pt x="139942" y="79731"/>
                </a:lnTo>
                <a:lnTo>
                  <a:pt x="89880" y="53756"/>
                </a:lnTo>
                <a:lnTo>
                  <a:pt x="40324" y="42932"/>
                </a:lnTo>
                <a:lnTo>
                  <a:pt x="21641" y="43077"/>
                </a:lnTo>
                <a:lnTo>
                  <a:pt x="3535" y="31965"/>
                </a:lnTo>
                <a:lnTo>
                  <a:pt x="0" y="23017"/>
                </a:lnTo>
                <a:lnTo>
                  <a:pt x="2453" y="17317"/>
                </a:lnTo>
                <a:lnTo>
                  <a:pt x="26474" y="4113"/>
                </a:lnTo>
                <a:lnTo>
                  <a:pt x="47753" y="0"/>
                </a:lnTo>
                <a:lnTo>
                  <a:pt x="69610" y="2381"/>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EE5F6007-0673-43E6-89DC-9E1DAC5DD80C}"/>
              </a:ext>
            </a:extLst>
          </p:cNvPr>
          <p:cNvSpPr>
            <a:spLocks xmlns:a="http://schemas.openxmlformats.org/drawingml/2006/main" noGrp="1"/>
          </p:cNvSpPr>
          <p:nvPr/>
        </p:nvSpPr>
        <p:spPr>
          <a:xfrm xmlns:a="http://schemas.openxmlformats.org/drawingml/2006/main">
            <a:off x="5503389" y="3975619"/>
            <a:ext cx="131804" cy="110557"/>
          </a:xfrm>
          <a:custGeom xmlns:a="http://schemas.openxmlformats.org/drawingml/2006/main">
            <a:pathLst>
              <a:path w="140303" h="117685">
                <a:moveTo>
                  <a:pt x="11542" y="0"/>
                </a:moveTo>
                <a:lnTo>
                  <a:pt x="39025" y="4907"/>
                </a:lnTo>
                <a:lnTo>
                  <a:pt x="70692" y="31604"/>
                </a:lnTo>
                <a:lnTo>
                  <a:pt x="78411" y="44664"/>
                </a:lnTo>
                <a:lnTo>
                  <a:pt x="84182" y="47911"/>
                </a:lnTo>
                <a:lnTo>
                  <a:pt x="87139" y="43654"/>
                </a:lnTo>
                <a:lnTo>
                  <a:pt x="90097" y="46324"/>
                </a:lnTo>
                <a:lnTo>
                  <a:pt x="88510" y="48127"/>
                </a:lnTo>
                <a:lnTo>
                  <a:pt x="94353" y="53467"/>
                </a:lnTo>
                <a:lnTo>
                  <a:pt x="96084" y="51952"/>
                </a:lnTo>
                <a:lnTo>
                  <a:pt x="100484" y="56209"/>
                </a:lnTo>
                <a:lnTo>
                  <a:pt x="98825" y="57868"/>
                </a:lnTo>
                <a:lnTo>
                  <a:pt x="104235" y="63208"/>
                </a:lnTo>
                <a:lnTo>
                  <a:pt x="106327" y="61260"/>
                </a:lnTo>
                <a:lnTo>
                  <a:pt x="122341" y="78360"/>
                </a:lnTo>
                <a:lnTo>
                  <a:pt x="126164" y="84133"/>
                </a:lnTo>
                <a:lnTo>
                  <a:pt x="123928" y="92359"/>
                </a:lnTo>
                <a:lnTo>
                  <a:pt x="130132" y="95028"/>
                </a:lnTo>
                <a:lnTo>
                  <a:pt x="140303" y="114222"/>
                </a:lnTo>
                <a:lnTo>
                  <a:pt x="139726" y="117685"/>
                </a:lnTo>
                <a:lnTo>
                  <a:pt x="120394" y="112562"/>
                </a:lnTo>
                <a:lnTo>
                  <a:pt x="98464" y="111480"/>
                </a:lnTo>
                <a:lnTo>
                  <a:pt x="93199" y="91348"/>
                </a:lnTo>
                <a:lnTo>
                  <a:pt x="80503" y="79587"/>
                </a:lnTo>
                <a:lnTo>
                  <a:pt x="54101" y="69485"/>
                </a:lnTo>
                <a:lnTo>
                  <a:pt x="24237" y="66527"/>
                </a:lnTo>
                <a:lnTo>
                  <a:pt x="7863" y="57075"/>
                </a:lnTo>
                <a:lnTo>
                  <a:pt x="0" y="11112"/>
                </a:lnTo>
                <a:lnTo>
                  <a:pt x="3679" y="9019"/>
                </a:lnTo>
                <a:lnTo>
                  <a:pt x="3246" y="3680"/>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622E6B88-B4A8-4010-B7C6-D2ABD576A4A0}"/>
              </a:ext>
            </a:extLst>
          </p:cNvPr>
          <p:cNvSpPr>
            <a:spLocks xmlns:a="http://schemas.openxmlformats.org/drawingml/2006/main" noGrp="1"/>
          </p:cNvSpPr>
          <p:nvPr/>
        </p:nvSpPr>
        <p:spPr>
          <a:xfrm xmlns:a="http://schemas.openxmlformats.org/drawingml/2006/main">
            <a:off x="5215859" y="4301798"/>
            <a:ext cx="98531" cy="82426"/>
          </a:xfrm>
          <a:custGeom xmlns:a="http://schemas.openxmlformats.org/drawingml/2006/main">
            <a:pathLst>
              <a:path w="104884" h="87741">
                <a:moveTo>
                  <a:pt x="69755" y="0"/>
                </a:moveTo>
                <a:lnTo>
                  <a:pt x="86923" y="1660"/>
                </a:lnTo>
                <a:lnTo>
                  <a:pt x="89375" y="5989"/>
                </a:lnTo>
                <a:lnTo>
                  <a:pt x="77762" y="9524"/>
                </a:lnTo>
                <a:lnTo>
                  <a:pt x="76535" y="13204"/>
                </a:lnTo>
                <a:lnTo>
                  <a:pt x="85264" y="7432"/>
                </a:lnTo>
                <a:lnTo>
                  <a:pt x="93631" y="8370"/>
                </a:lnTo>
                <a:lnTo>
                  <a:pt x="104452" y="26409"/>
                </a:lnTo>
                <a:lnTo>
                  <a:pt x="98969" y="31171"/>
                </a:lnTo>
                <a:lnTo>
                  <a:pt x="99546" y="33480"/>
                </a:lnTo>
                <a:lnTo>
                  <a:pt x="100773" y="31027"/>
                </a:lnTo>
                <a:lnTo>
                  <a:pt x="104884" y="31387"/>
                </a:lnTo>
                <a:lnTo>
                  <a:pt x="103514" y="40263"/>
                </a:lnTo>
                <a:lnTo>
                  <a:pt x="95868" y="38531"/>
                </a:lnTo>
                <a:lnTo>
                  <a:pt x="87428" y="45169"/>
                </a:lnTo>
                <a:lnTo>
                  <a:pt x="80359" y="28501"/>
                </a:lnTo>
                <a:lnTo>
                  <a:pt x="80214" y="32903"/>
                </a:lnTo>
                <a:lnTo>
                  <a:pt x="86634" y="41417"/>
                </a:lnTo>
                <a:lnTo>
                  <a:pt x="84398" y="46035"/>
                </a:lnTo>
                <a:lnTo>
                  <a:pt x="80214" y="37665"/>
                </a:lnTo>
                <a:lnTo>
                  <a:pt x="74011" y="35789"/>
                </a:lnTo>
                <a:lnTo>
                  <a:pt x="68384" y="38387"/>
                </a:lnTo>
                <a:lnTo>
                  <a:pt x="74516" y="36222"/>
                </a:lnTo>
                <a:lnTo>
                  <a:pt x="80070" y="38170"/>
                </a:lnTo>
                <a:lnTo>
                  <a:pt x="83028" y="43942"/>
                </a:lnTo>
                <a:lnTo>
                  <a:pt x="80791" y="64146"/>
                </a:lnTo>
                <a:lnTo>
                  <a:pt x="70620" y="63424"/>
                </a:lnTo>
                <a:lnTo>
                  <a:pt x="59511" y="69702"/>
                </a:lnTo>
                <a:lnTo>
                  <a:pt x="55400" y="65012"/>
                </a:lnTo>
                <a:lnTo>
                  <a:pt x="51793" y="65012"/>
                </a:lnTo>
                <a:lnTo>
                  <a:pt x="34625" y="75546"/>
                </a:lnTo>
                <a:lnTo>
                  <a:pt x="35130" y="77783"/>
                </a:lnTo>
                <a:lnTo>
                  <a:pt x="28854" y="79515"/>
                </a:lnTo>
                <a:lnTo>
                  <a:pt x="25680" y="75907"/>
                </a:lnTo>
                <a:lnTo>
                  <a:pt x="13706" y="87741"/>
                </a:lnTo>
                <a:lnTo>
                  <a:pt x="16158" y="82329"/>
                </a:lnTo>
                <a:lnTo>
                  <a:pt x="12696" y="66888"/>
                </a:lnTo>
                <a:lnTo>
                  <a:pt x="5049" y="44375"/>
                </a:lnTo>
                <a:lnTo>
                  <a:pt x="0" y="41489"/>
                </a:lnTo>
                <a:lnTo>
                  <a:pt x="577" y="37809"/>
                </a:lnTo>
                <a:lnTo>
                  <a:pt x="29575" y="33552"/>
                </a:lnTo>
                <a:lnTo>
                  <a:pt x="37150" y="39469"/>
                </a:lnTo>
                <a:lnTo>
                  <a:pt x="39097" y="38026"/>
                </a:lnTo>
                <a:lnTo>
                  <a:pt x="35274" y="28934"/>
                </a:lnTo>
                <a:lnTo>
                  <a:pt x="47465" y="8081"/>
                </a:lnTo>
                <a:lnTo>
                  <a:pt x="57708" y="2237"/>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5235A088-1681-4402-9BD9-9D6496E1EF5F}"/>
              </a:ext>
            </a:extLst>
          </p:cNvPr>
          <p:cNvSpPr>
            <a:spLocks xmlns:a="http://schemas.openxmlformats.org/drawingml/2006/main" noGrp="1"/>
          </p:cNvSpPr>
          <p:nvPr/>
        </p:nvSpPr>
        <p:spPr>
          <a:xfrm xmlns:a="http://schemas.openxmlformats.org/drawingml/2006/main">
            <a:off x="5290536" y="4409169"/>
            <a:ext cx="89790" cy="67581"/>
          </a:xfrm>
          <a:custGeom xmlns:a="http://schemas.openxmlformats.org/drawingml/2006/main">
            <a:pathLst>
              <a:path w="95579" h="71939">
                <a:moveTo>
                  <a:pt x="33399" y="0"/>
                </a:moveTo>
                <a:lnTo>
                  <a:pt x="45589" y="5339"/>
                </a:lnTo>
                <a:lnTo>
                  <a:pt x="48403" y="11617"/>
                </a:lnTo>
                <a:lnTo>
                  <a:pt x="61531" y="5917"/>
                </a:lnTo>
                <a:lnTo>
                  <a:pt x="60521" y="17389"/>
                </a:lnTo>
                <a:lnTo>
                  <a:pt x="62325" y="5772"/>
                </a:lnTo>
                <a:lnTo>
                  <a:pt x="68168" y="4329"/>
                </a:lnTo>
                <a:lnTo>
                  <a:pt x="81513" y="8803"/>
                </a:lnTo>
                <a:lnTo>
                  <a:pt x="84759" y="15080"/>
                </a:lnTo>
                <a:lnTo>
                  <a:pt x="86706" y="12771"/>
                </a:lnTo>
                <a:lnTo>
                  <a:pt x="95579" y="14575"/>
                </a:lnTo>
                <a:lnTo>
                  <a:pt x="95146" y="22079"/>
                </a:lnTo>
                <a:lnTo>
                  <a:pt x="88293" y="31387"/>
                </a:lnTo>
                <a:lnTo>
                  <a:pt x="78988" y="26625"/>
                </a:lnTo>
                <a:lnTo>
                  <a:pt x="74732" y="30161"/>
                </a:lnTo>
                <a:lnTo>
                  <a:pt x="80359" y="28790"/>
                </a:lnTo>
                <a:lnTo>
                  <a:pt x="83532" y="32686"/>
                </a:lnTo>
                <a:lnTo>
                  <a:pt x="82090" y="44808"/>
                </a:lnTo>
                <a:lnTo>
                  <a:pt x="79277" y="47045"/>
                </a:lnTo>
                <a:lnTo>
                  <a:pt x="82378" y="66022"/>
                </a:lnTo>
                <a:lnTo>
                  <a:pt x="70981" y="71939"/>
                </a:lnTo>
                <a:lnTo>
                  <a:pt x="61387" y="70423"/>
                </a:lnTo>
                <a:lnTo>
                  <a:pt x="50711" y="63424"/>
                </a:lnTo>
                <a:lnTo>
                  <a:pt x="47393" y="67176"/>
                </a:lnTo>
                <a:lnTo>
                  <a:pt x="41550" y="67032"/>
                </a:lnTo>
                <a:lnTo>
                  <a:pt x="27700" y="50653"/>
                </a:lnTo>
                <a:lnTo>
                  <a:pt x="20919" y="30377"/>
                </a:lnTo>
                <a:lnTo>
                  <a:pt x="15221" y="26481"/>
                </a:lnTo>
                <a:lnTo>
                  <a:pt x="10748" y="27852"/>
                </a:lnTo>
                <a:lnTo>
                  <a:pt x="649" y="24461"/>
                </a:lnTo>
                <a:lnTo>
                  <a:pt x="0" y="18977"/>
                </a:lnTo>
                <a:lnTo>
                  <a:pt x="9522" y="7793"/>
                </a:lnTo>
                <a:lnTo>
                  <a:pt x="13778" y="9741"/>
                </a:lnTo>
                <a:lnTo>
                  <a:pt x="22939" y="722"/>
                </a:lnTo>
                <a:lnTo>
                  <a:pt x="25175" y="4329"/>
                </a:lnTo>
                <a:lnTo>
                  <a:pt x="25897" y="1515"/>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9BC54354-1223-407A-8503-561EF540507B}"/>
              </a:ext>
            </a:extLst>
          </p:cNvPr>
          <p:cNvSpPr>
            <a:spLocks xmlns:a="http://schemas.openxmlformats.org/drawingml/2006/main" noGrp="1"/>
          </p:cNvSpPr>
          <p:nvPr/>
        </p:nvSpPr>
        <p:spPr>
          <a:xfrm xmlns:a="http://schemas.openxmlformats.org/drawingml/2006/main">
            <a:off x="5721662" y="4175787"/>
            <a:ext cx="64716" cy="68869"/>
          </a:xfrm>
          <a:custGeom xmlns:a="http://schemas.openxmlformats.org/drawingml/2006/main">
            <a:pathLst>
              <a:path w="68889" h="73310">
                <a:moveTo>
                  <a:pt x="8656" y="2020"/>
                </a:moveTo>
                <a:lnTo>
                  <a:pt x="25247" y="17606"/>
                </a:lnTo>
                <a:lnTo>
                  <a:pt x="34481" y="21069"/>
                </a:lnTo>
                <a:lnTo>
                  <a:pt x="47393" y="43726"/>
                </a:lnTo>
                <a:lnTo>
                  <a:pt x="68528" y="65156"/>
                </a:lnTo>
                <a:lnTo>
                  <a:pt x="68889" y="73310"/>
                </a:lnTo>
                <a:lnTo>
                  <a:pt x="47609" y="67826"/>
                </a:lnTo>
                <a:lnTo>
                  <a:pt x="12263" y="45530"/>
                </a:lnTo>
                <a:lnTo>
                  <a:pt x="505" y="21069"/>
                </a:lnTo>
                <a:lnTo>
                  <a:pt x="0" y="1948"/>
                </a:lnTo>
                <a:lnTo>
                  <a:pt x="4184"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0B51C42A-AF57-49B7-A8D0-94250C4196C4}"/>
              </a:ext>
            </a:extLst>
          </p:cNvPr>
          <p:cNvSpPr>
            <a:spLocks xmlns:a="http://schemas.openxmlformats.org/drawingml/2006/main" noGrp="1"/>
          </p:cNvSpPr>
          <p:nvPr/>
        </p:nvSpPr>
        <p:spPr>
          <a:xfrm xmlns:a="http://schemas.openxmlformats.org/drawingml/2006/main">
            <a:off x="5416039" y="4057231"/>
            <a:ext cx="24870" cy="36197"/>
          </a:xfrm>
          <a:custGeom xmlns:a="http://schemas.openxmlformats.org/drawingml/2006/main">
            <a:pathLst>
              <a:path w="26474" h="38531">
                <a:moveTo>
                  <a:pt x="4689" y="0"/>
                </a:moveTo>
                <a:lnTo>
                  <a:pt x="12191" y="2453"/>
                </a:lnTo>
                <a:lnTo>
                  <a:pt x="2453" y="794"/>
                </a:lnTo>
                <a:lnTo>
                  <a:pt x="5843" y="14792"/>
                </a:lnTo>
                <a:lnTo>
                  <a:pt x="24959" y="18255"/>
                </a:lnTo>
                <a:lnTo>
                  <a:pt x="18972" y="29872"/>
                </a:lnTo>
                <a:lnTo>
                  <a:pt x="26474" y="34923"/>
                </a:lnTo>
                <a:lnTo>
                  <a:pt x="13850" y="38531"/>
                </a:lnTo>
                <a:lnTo>
                  <a:pt x="1371" y="29295"/>
                </a:lnTo>
                <a:lnTo>
                  <a:pt x="7286" y="31532"/>
                </a:lnTo>
                <a:lnTo>
                  <a:pt x="9450" y="27708"/>
                </a:lnTo>
                <a:lnTo>
                  <a:pt x="4472" y="19987"/>
                </a:lnTo>
                <a:lnTo>
                  <a:pt x="1731" y="19843"/>
                </a:lnTo>
                <a:lnTo>
                  <a:pt x="0" y="23956"/>
                </a:lnTo>
                <a:lnTo>
                  <a:pt x="3535" y="12627"/>
                </a:lnTo>
                <a:lnTo>
                  <a:pt x="649" y="2092"/>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D21B8626-D2F2-476D-A512-3F4427CB79C4}"/>
              </a:ext>
            </a:extLst>
          </p:cNvPr>
          <p:cNvSpPr>
            <a:spLocks xmlns:a="http://schemas.openxmlformats.org/drawingml/2006/main" noGrp="1"/>
          </p:cNvSpPr>
          <p:nvPr/>
        </p:nvSpPr>
        <p:spPr>
          <a:xfrm xmlns:a="http://schemas.openxmlformats.org/drawingml/2006/main">
            <a:off x="5474453" y="4267906"/>
            <a:ext cx="23854" cy="6304"/>
          </a:xfrm>
          <a:custGeom xmlns:a="http://schemas.openxmlformats.org/drawingml/2006/main">
            <a:pathLst>
              <a:path w="25392" h="6710">
                <a:moveTo>
                  <a:pt x="13634" y="0"/>
                </a:moveTo>
                <a:lnTo>
                  <a:pt x="25392" y="0"/>
                </a:lnTo>
                <a:lnTo>
                  <a:pt x="25392" y="6710"/>
                </a:lnTo>
                <a:lnTo>
                  <a:pt x="0" y="6710"/>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D02CFF6F-1023-410E-80EC-D90D91CBC860}"/>
              </a:ext>
            </a:extLst>
          </p:cNvPr>
          <p:cNvSpPr>
            <a:spLocks xmlns:a="http://schemas.openxmlformats.org/drawingml/2006/main" noGrp="1"/>
          </p:cNvSpPr>
          <p:nvPr/>
        </p:nvSpPr>
        <p:spPr>
          <a:xfrm xmlns:a="http://schemas.openxmlformats.org/drawingml/2006/main">
            <a:off x="5433048" y="4061366"/>
            <a:ext cx="31985" cy="29283"/>
          </a:xfrm>
          <a:custGeom xmlns:a="http://schemas.openxmlformats.org/drawingml/2006/main">
            <a:pathLst>
              <a:path w="34048" h="31171">
                <a:moveTo>
                  <a:pt x="21857" y="10895"/>
                </a:moveTo>
                <a:lnTo>
                  <a:pt x="34048" y="22224"/>
                </a:lnTo>
                <a:lnTo>
                  <a:pt x="29143" y="17462"/>
                </a:lnTo>
                <a:lnTo>
                  <a:pt x="25897" y="23306"/>
                </a:lnTo>
                <a:lnTo>
                  <a:pt x="26546" y="28357"/>
                </a:lnTo>
                <a:lnTo>
                  <a:pt x="33615" y="26553"/>
                </a:lnTo>
                <a:lnTo>
                  <a:pt x="14643" y="31171"/>
                </a:lnTo>
                <a:lnTo>
                  <a:pt x="21713" y="27563"/>
                </a:lnTo>
                <a:lnTo>
                  <a:pt x="16663" y="11689"/>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DD0B89B6-FD59-4AE0-B697-073C302EB9BE}"/>
              </a:ext>
            </a:extLst>
          </p:cNvPr>
          <p:cNvSpPr>
            <a:spLocks xmlns:a="http://schemas.openxmlformats.org/drawingml/2006/main" noGrp="1"/>
          </p:cNvSpPr>
          <p:nvPr/>
        </p:nvSpPr>
        <p:spPr>
          <a:xfrm xmlns:a="http://schemas.openxmlformats.org/drawingml/2006/main">
            <a:off x="5340141" y="4309525"/>
            <a:ext cx="15789" cy="16472"/>
          </a:xfrm>
          <a:custGeom xmlns:a="http://schemas.openxmlformats.org/drawingml/2006/main">
            <a:pathLst>
              <a:path w="16807" h="17534">
                <a:moveTo>
                  <a:pt x="9233" y="16524"/>
                </a:moveTo>
                <a:lnTo>
                  <a:pt x="3679" y="17534"/>
                </a:lnTo>
                <a:lnTo>
                  <a:pt x="0" y="15008"/>
                </a:lnTo>
                <a:lnTo>
                  <a:pt x="4617" y="11617"/>
                </a:lnTo>
                <a:lnTo>
                  <a:pt x="5771" y="6350"/>
                </a:lnTo>
                <a:lnTo>
                  <a:pt x="16807"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AA3D9151-EF32-4AC1-97F1-CC34A42A56EC}"/>
              </a:ext>
            </a:extLst>
          </p:cNvPr>
          <p:cNvSpPr>
            <a:spLocks xmlns:a="http://schemas.openxmlformats.org/drawingml/2006/main" noGrp="1"/>
          </p:cNvSpPr>
          <p:nvPr/>
        </p:nvSpPr>
        <p:spPr>
          <a:xfrm xmlns:a="http://schemas.openxmlformats.org/drawingml/2006/main">
            <a:off x="4830271" y="2898658"/>
            <a:ext cx="10978" cy="16472"/>
          </a:xfrm>
          <a:custGeom xmlns:a="http://schemas.openxmlformats.org/drawingml/2006/main">
            <a:pathLst>
              <a:path w="11686" h="17534">
                <a:moveTo>
                  <a:pt x="6059" y="17534"/>
                </a:moveTo>
                <a:lnTo>
                  <a:pt x="0" y="15586"/>
                </a:lnTo>
                <a:lnTo>
                  <a:pt x="6925" y="0"/>
                </a:lnTo>
                <a:lnTo>
                  <a:pt x="11686" y="9452"/>
                </a:lnTo>
                <a:lnTo>
                  <a:pt x="11469" y="13204"/>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E5B15167-1619-4E5E-A8E7-72B8A996DA5B}"/>
              </a:ext>
            </a:extLst>
          </p:cNvPr>
          <p:cNvSpPr>
            <a:spLocks xmlns:a="http://schemas.openxmlformats.org/drawingml/2006/main" noGrp="1"/>
          </p:cNvSpPr>
          <p:nvPr/>
        </p:nvSpPr>
        <p:spPr>
          <a:xfrm xmlns:a="http://schemas.openxmlformats.org/drawingml/2006/main">
            <a:off x="4460338" y="2413795"/>
            <a:ext cx="2967394" cy="1763144"/>
          </a:xfrm>
          <a:custGeom xmlns:a="http://schemas.openxmlformats.org/drawingml/2006/main">
            <a:pathLst>
              <a:path w="3158725" h="1876828">
                <a:moveTo>
                  <a:pt x="660686" y="1177789"/>
                </a:moveTo>
                <a:lnTo>
                  <a:pt x="645970" y="1174830"/>
                </a:lnTo>
                <a:lnTo>
                  <a:pt x="649865" y="1183777"/>
                </a:lnTo>
                <a:lnTo>
                  <a:pt x="658017" y="1185798"/>
                </a:lnTo>
                <a:lnTo>
                  <a:pt x="675762" y="1207949"/>
                </a:lnTo>
                <a:lnTo>
                  <a:pt x="675978" y="1235585"/>
                </a:lnTo>
                <a:lnTo>
                  <a:pt x="652679" y="1234935"/>
                </a:lnTo>
                <a:lnTo>
                  <a:pt x="652823" y="1231544"/>
                </a:lnTo>
                <a:lnTo>
                  <a:pt x="648567" y="1228658"/>
                </a:lnTo>
                <a:lnTo>
                  <a:pt x="646259" y="1209393"/>
                </a:lnTo>
                <a:lnTo>
                  <a:pt x="639622" y="1196765"/>
                </a:lnTo>
                <a:lnTo>
                  <a:pt x="641786" y="1189622"/>
                </a:lnTo>
                <a:lnTo>
                  <a:pt x="648278" y="1184355"/>
                </a:lnTo>
                <a:lnTo>
                  <a:pt x="644599" y="1175480"/>
                </a:lnTo>
                <a:lnTo>
                  <a:pt x="637170" y="1184499"/>
                </a:lnTo>
                <a:lnTo>
                  <a:pt x="633707" y="1195467"/>
                </a:lnTo>
                <a:lnTo>
                  <a:pt x="635150" y="1225411"/>
                </a:lnTo>
                <a:lnTo>
                  <a:pt x="615096" y="1232987"/>
                </a:lnTo>
                <a:lnTo>
                  <a:pt x="599876" y="1231977"/>
                </a:lnTo>
                <a:lnTo>
                  <a:pt x="563952" y="1238688"/>
                </a:lnTo>
                <a:lnTo>
                  <a:pt x="554070" y="1167615"/>
                </a:lnTo>
                <a:lnTo>
                  <a:pt x="549958" y="1165739"/>
                </a:lnTo>
                <a:lnTo>
                  <a:pt x="541446" y="1168048"/>
                </a:lnTo>
                <a:lnTo>
                  <a:pt x="549670" y="1246625"/>
                </a:lnTo>
                <a:lnTo>
                  <a:pt x="536830" y="1252541"/>
                </a:lnTo>
                <a:lnTo>
                  <a:pt x="534377" y="1249655"/>
                </a:lnTo>
                <a:lnTo>
                  <a:pt x="524711" y="1256654"/>
                </a:lnTo>
                <a:lnTo>
                  <a:pt x="485614" y="1213217"/>
                </a:lnTo>
                <a:lnTo>
                  <a:pt x="483450" y="1183056"/>
                </a:lnTo>
                <a:lnTo>
                  <a:pt x="455101" y="1186591"/>
                </a:lnTo>
                <a:lnTo>
                  <a:pt x="460222" y="1229091"/>
                </a:lnTo>
                <a:lnTo>
                  <a:pt x="495136" y="1265096"/>
                </a:lnTo>
                <a:lnTo>
                  <a:pt x="492611" y="1264014"/>
                </a:lnTo>
                <a:lnTo>
                  <a:pt x="494631" y="1267405"/>
                </a:lnTo>
                <a:lnTo>
                  <a:pt x="484243" y="1278445"/>
                </a:lnTo>
                <a:lnTo>
                  <a:pt x="439231" y="1313873"/>
                </a:lnTo>
                <a:lnTo>
                  <a:pt x="429204" y="1301751"/>
                </a:lnTo>
                <a:lnTo>
                  <a:pt x="430935" y="1299081"/>
                </a:lnTo>
                <a:lnTo>
                  <a:pt x="425886" y="1290784"/>
                </a:lnTo>
                <a:lnTo>
                  <a:pt x="381883" y="1268848"/>
                </a:lnTo>
                <a:lnTo>
                  <a:pt x="384624" y="1262932"/>
                </a:lnTo>
                <a:lnTo>
                  <a:pt x="375103" y="1255355"/>
                </a:lnTo>
                <a:lnTo>
                  <a:pt x="367168" y="1261994"/>
                </a:lnTo>
                <a:lnTo>
                  <a:pt x="361902" y="1256149"/>
                </a:lnTo>
                <a:lnTo>
                  <a:pt x="368755" y="1250232"/>
                </a:lnTo>
                <a:lnTo>
                  <a:pt x="346609" y="1224762"/>
                </a:lnTo>
                <a:lnTo>
                  <a:pt x="332399" y="1236811"/>
                </a:lnTo>
                <a:lnTo>
                  <a:pt x="318188" y="1219999"/>
                </a:lnTo>
                <a:lnTo>
                  <a:pt x="373588" y="1159605"/>
                </a:lnTo>
                <a:lnTo>
                  <a:pt x="371207" y="1152029"/>
                </a:lnTo>
                <a:lnTo>
                  <a:pt x="363417" y="1149215"/>
                </a:lnTo>
                <a:lnTo>
                  <a:pt x="325906" y="1189694"/>
                </a:lnTo>
                <a:lnTo>
                  <a:pt x="314726" y="1193518"/>
                </a:lnTo>
                <a:lnTo>
                  <a:pt x="296331" y="1175768"/>
                </a:lnTo>
                <a:lnTo>
                  <a:pt x="293157" y="1166749"/>
                </a:lnTo>
                <a:lnTo>
                  <a:pt x="333048" y="1125404"/>
                </a:lnTo>
                <a:lnTo>
                  <a:pt x="334563" y="1121652"/>
                </a:lnTo>
                <a:lnTo>
                  <a:pt x="330523" y="1116890"/>
                </a:lnTo>
                <a:lnTo>
                  <a:pt x="316962" y="1106211"/>
                </a:lnTo>
                <a:lnTo>
                  <a:pt x="293518" y="1132042"/>
                </a:lnTo>
                <a:lnTo>
                  <a:pt x="270651" y="1150009"/>
                </a:lnTo>
                <a:lnTo>
                  <a:pt x="253339" y="1138320"/>
                </a:lnTo>
                <a:lnTo>
                  <a:pt x="230400" y="1115302"/>
                </a:lnTo>
                <a:lnTo>
                  <a:pt x="208038" y="1147339"/>
                </a:lnTo>
                <a:lnTo>
                  <a:pt x="233069" y="1168481"/>
                </a:lnTo>
                <a:lnTo>
                  <a:pt x="283707" y="1227720"/>
                </a:lnTo>
                <a:lnTo>
                  <a:pt x="294239" y="1291505"/>
                </a:lnTo>
                <a:lnTo>
                  <a:pt x="317322" y="1334077"/>
                </a:lnTo>
                <a:lnTo>
                  <a:pt x="320785" y="1345766"/>
                </a:lnTo>
                <a:lnTo>
                  <a:pt x="317395" y="1364815"/>
                </a:lnTo>
                <a:lnTo>
                  <a:pt x="302823" y="1379534"/>
                </a:lnTo>
                <a:lnTo>
                  <a:pt x="289262" y="1383070"/>
                </a:lnTo>
                <a:lnTo>
                  <a:pt x="252617" y="1380545"/>
                </a:lnTo>
                <a:lnTo>
                  <a:pt x="250597" y="1383142"/>
                </a:lnTo>
                <a:lnTo>
                  <a:pt x="245548" y="1450030"/>
                </a:lnTo>
                <a:lnTo>
                  <a:pt x="271589" y="1450030"/>
                </a:lnTo>
                <a:lnTo>
                  <a:pt x="271661" y="1514681"/>
                </a:lnTo>
                <a:lnTo>
                  <a:pt x="83965" y="1514681"/>
                </a:lnTo>
                <a:lnTo>
                  <a:pt x="83965" y="1564252"/>
                </a:lnTo>
                <a:lnTo>
                  <a:pt x="278802" y="1564252"/>
                </a:lnTo>
                <a:lnTo>
                  <a:pt x="278802" y="1607689"/>
                </a:lnTo>
                <a:lnTo>
                  <a:pt x="231482" y="1628830"/>
                </a:lnTo>
                <a:lnTo>
                  <a:pt x="83965" y="1628830"/>
                </a:lnTo>
                <a:lnTo>
                  <a:pt x="83965" y="1678473"/>
                </a:lnTo>
                <a:lnTo>
                  <a:pt x="318404" y="1678473"/>
                </a:lnTo>
                <a:lnTo>
                  <a:pt x="318404" y="1743052"/>
                </a:lnTo>
                <a:lnTo>
                  <a:pt x="84037" y="1743052"/>
                </a:lnTo>
                <a:lnTo>
                  <a:pt x="84037" y="1797890"/>
                </a:lnTo>
                <a:lnTo>
                  <a:pt x="369476" y="1797818"/>
                </a:lnTo>
                <a:lnTo>
                  <a:pt x="381451" y="1829855"/>
                </a:lnTo>
                <a:lnTo>
                  <a:pt x="305564" y="1857923"/>
                </a:lnTo>
                <a:lnTo>
                  <a:pt x="281183" y="1872571"/>
                </a:lnTo>
                <a:lnTo>
                  <a:pt x="265313" y="1876828"/>
                </a:lnTo>
                <a:lnTo>
                  <a:pt x="26041" y="1816722"/>
                </a:lnTo>
                <a:lnTo>
                  <a:pt x="8945" y="1807414"/>
                </a:lnTo>
                <a:lnTo>
                  <a:pt x="938" y="1792983"/>
                </a:lnTo>
                <a:lnTo>
                  <a:pt x="0" y="1638571"/>
                </a:lnTo>
                <a:lnTo>
                  <a:pt x="48547" y="1638571"/>
                </a:lnTo>
                <a:lnTo>
                  <a:pt x="48619" y="1619017"/>
                </a:lnTo>
                <a:lnTo>
                  <a:pt x="22723" y="1619017"/>
                </a:lnTo>
                <a:lnTo>
                  <a:pt x="22723" y="1571684"/>
                </a:lnTo>
                <a:lnTo>
                  <a:pt x="45373" y="1571684"/>
                </a:lnTo>
                <a:lnTo>
                  <a:pt x="45373" y="1552129"/>
                </a:lnTo>
                <a:lnTo>
                  <a:pt x="29215" y="1552129"/>
                </a:lnTo>
                <a:lnTo>
                  <a:pt x="29215" y="1519155"/>
                </a:lnTo>
                <a:lnTo>
                  <a:pt x="72" y="1519155"/>
                </a:lnTo>
                <a:lnTo>
                  <a:pt x="866" y="1506239"/>
                </a:lnTo>
                <a:lnTo>
                  <a:pt x="41189" y="1398223"/>
                </a:lnTo>
                <a:lnTo>
                  <a:pt x="51360" y="1388265"/>
                </a:lnTo>
                <a:lnTo>
                  <a:pt x="72424" y="1380472"/>
                </a:lnTo>
                <a:lnTo>
                  <a:pt x="86201" y="1371525"/>
                </a:lnTo>
                <a:lnTo>
                  <a:pt x="96589" y="1359331"/>
                </a:lnTo>
                <a:lnTo>
                  <a:pt x="102865" y="1345766"/>
                </a:lnTo>
                <a:lnTo>
                  <a:pt x="105462" y="1329892"/>
                </a:lnTo>
                <a:lnTo>
                  <a:pt x="103370" y="1313512"/>
                </a:lnTo>
                <a:lnTo>
                  <a:pt x="90313" y="1280177"/>
                </a:lnTo>
                <a:lnTo>
                  <a:pt x="85192" y="1279599"/>
                </a:lnTo>
                <a:lnTo>
                  <a:pt x="86418" y="1272023"/>
                </a:lnTo>
                <a:lnTo>
                  <a:pt x="84110" y="1274837"/>
                </a:lnTo>
                <a:lnTo>
                  <a:pt x="87428" y="1255788"/>
                </a:lnTo>
                <a:lnTo>
                  <a:pt x="88654" y="1259107"/>
                </a:lnTo>
                <a:lnTo>
                  <a:pt x="89808" y="1252686"/>
                </a:lnTo>
                <a:lnTo>
                  <a:pt x="93776" y="1253335"/>
                </a:lnTo>
                <a:lnTo>
                  <a:pt x="185964" y="1006709"/>
                </a:lnTo>
                <a:lnTo>
                  <a:pt x="194909" y="972363"/>
                </a:lnTo>
                <a:lnTo>
                  <a:pt x="209697" y="937945"/>
                </a:lnTo>
                <a:lnTo>
                  <a:pt x="206451" y="932966"/>
                </a:lnTo>
                <a:lnTo>
                  <a:pt x="210057" y="929142"/>
                </a:lnTo>
                <a:lnTo>
                  <a:pt x="207966" y="927194"/>
                </a:lnTo>
                <a:lnTo>
                  <a:pt x="216261" y="918607"/>
                </a:lnTo>
                <a:lnTo>
                  <a:pt x="222248" y="904393"/>
                </a:lnTo>
                <a:lnTo>
                  <a:pt x="221383" y="901146"/>
                </a:lnTo>
                <a:lnTo>
                  <a:pt x="214386" y="904176"/>
                </a:lnTo>
                <a:lnTo>
                  <a:pt x="208759" y="897971"/>
                </a:lnTo>
                <a:lnTo>
                  <a:pt x="205008" y="885560"/>
                </a:lnTo>
                <a:lnTo>
                  <a:pt x="207461" y="873438"/>
                </a:lnTo>
                <a:lnTo>
                  <a:pt x="198155" y="867449"/>
                </a:lnTo>
                <a:lnTo>
                  <a:pt x="199093" y="865645"/>
                </a:lnTo>
                <a:lnTo>
                  <a:pt x="208326" y="871779"/>
                </a:lnTo>
                <a:lnTo>
                  <a:pt x="216045" y="863336"/>
                </a:lnTo>
                <a:lnTo>
                  <a:pt x="226216" y="859296"/>
                </a:lnTo>
                <a:lnTo>
                  <a:pt x="231337" y="861533"/>
                </a:lnTo>
                <a:lnTo>
                  <a:pt x="234511" y="868099"/>
                </a:lnTo>
                <a:lnTo>
                  <a:pt x="238695" y="849122"/>
                </a:lnTo>
                <a:lnTo>
                  <a:pt x="248506" y="825960"/>
                </a:lnTo>
                <a:lnTo>
                  <a:pt x="250237" y="812972"/>
                </a:lnTo>
                <a:lnTo>
                  <a:pt x="252257" y="816075"/>
                </a:lnTo>
                <a:lnTo>
                  <a:pt x="265818" y="805252"/>
                </a:lnTo>
                <a:lnTo>
                  <a:pt x="274546" y="793923"/>
                </a:lnTo>
                <a:lnTo>
                  <a:pt x="296475" y="744353"/>
                </a:lnTo>
                <a:lnTo>
                  <a:pt x="312922" y="720181"/>
                </a:lnTo>
                <a:lnTo>
                  <a:pt x="314870" y="708059"/>
                </a:lnTo>
                <a:lnTo>
                  <a:pt x="327205" y="704234"/>
                </a:lnTo>
                <a:lnTo>
                  <a:pt x="326123" y="695936"/>
                </a:lnTo>
                <a:lnTo>
                  <a:pt x="329658" y="693122"/>
                </a:lnTo>
                <a:lnTo>
                  <a:pt x="339107" y="705389"/>
                </a:lnTo>
                <a:lnTo>
                  <a:pt x="339179" y="693555"/>
                </a:lnTo>
                <a:lnTo>
                  <a:pt x="345383" y="692329"/>
                </a:lnTo>
                <a:lnTo>
                  <a:pt x="355626" y="666281"/>
                </a:lnTo>
                <a:lnTo>
                  <a:pt x="371640" y="638645"/>
                </a:lnTo>
                <a:lnTo>
                  <a:pt x="369693" y="629698"/>
                </a:lnTo>
                <a:lnTo>
                  <a:pt x="377195" y="630780"/>
                </a:lnTo>
                <a:lnTo>
                  <a:pt x="373371" y="624431"/>
                </a:lnTo>
                <a:lnTo>
                  <a:pt x="385490" y="613391"/>
                </a:lnTo>
                <a:lnTo>
                  <a:pt x="390323" y="612092"/>
                </a:lnTo>
                <a:lnTo>
                  <a:pt x="390900" y="618298"/>
                </a:lnTo>
                <a:lnTo>
                  <a:pt x="392848" y="618009"/>
                </a:lnTo>
                <a:lnTo>
                  <a:pt x="394868" y="611731"/>
                </a:lnTo>
                <a:lnTo>
                  <a:pt x="390467" y="604516"/>
                </a:lnTo>
                <a:lnTo>
                  <a:pt x="394723" y="596940"/>
                </a:lnTo>
                <a:lnTo>
                  <a:pt x="403235" y="591023"/>
                </a:lnTo>
                <a:lnTo>
                  <a:pt x="403307" y="578901"/>
                </a:lnTo>
                <a:lnTo>
                  <a:pt x="411459" y="564614"/>
                </a:lnTo>
                <a:lnTo>
                  <a:pt x="408790" y="547730"/>
                </a:lnTo>
                <a:lnTo>
                  <a:pt x="412252" y="530052"/>
                </a:lnTo>
                <a:lnTo>
                  <a:pt x="406481" y="519806"/>
                </a:lnTo>
                <a:lnTo>
                  <a:pt x="411098" y="508766"/>
                </a:lnTo>
                <a:lnTo>
                  <a:pt x="413839" y="510714"/>
                </a:lnTo>
                <a:lnTo>
                  <a:pt x="415138" y="508333"/>
                </a:lnTo>
                <a:lnTo>
                  <a:pt x="411387" y="505663"/>
                </a:lnTo>
                <a:lnTo>
                  <a:pt x="413118" y="500107"/>
                </a:lnTo>
                <a:lnTo>
                  <a:pt x="419682" y="496500"/>
                </a:lnTo>
                <a:lnTo>
                  <a:pt x="413551" y="487119"/>
                </a:lnTo>
                <a:lnTo>
                  <a:pt x="409655" y="470740"/>
                </a:lnTo>
                <a:lnTo>
                  <a:pt x="422784" y="465112"/>
                </a:lnTo>
                <a:lnTo>
                  <a:pt x="428338" y="454722"/>
                </a:lnTo>
                <a:lnTo>
                  <a:pt x="428771" y="446280"/>
                </a:lnTo>
                <a:lnTo>
                  <a:pt x="441251" y="443177"/>
                </a:lnTo>
                <a:lnTo>
                  <a:pt x="449763" y="447578"/>
                </a:lnTo>
                <a:lnTo>
                  <a:pt x="451638" y="441662"/>
                </a:lnTo>
                <a:lnTo>
                  <a:pt x="460871" y="436899"/>
                </a:lnTo>
                <a:lnTo>
                  <a:pt x="462603" y="431127"/>
                </a:lnTo>
                <a:lnTo>
                  <a:pt x="468157" y="426220"/>
                </a:lnTo>
                <a:lnTo>
                  <a:pt x="466065" y="417634"/>
                </a:lnTo>
                <a:lnTo>
                  <a:pt x="468013" y="414820"/>
                </a:lnTo>
                <a:lnTo>
                  <a:pt x="472413" y="411789"/>
                </a:lnTo>
                <a:lnTo>
                  <a:pt x="479122" y="413305"/>
                </a:lnTo>
                <a:lnTo>
                  <a:pt x="483377" y="411140"/>
                </a:lnTo>
                <a:lnTo>
                  <a:pt x="476813" y="405151"/>
                </a:lnTo>
                <a:lnTo>
                  <a:pt x="474866" y="395699"/>
                </a:lnTo>
                <a:lnTo>
                  <a:pt x="479410" y="380691"/>
                </a:lnTo>
                <a:lnTo>
                  <a:pt x="485614" y="382422"/>
                </a:lnTo>
                <a:lnTo>
                  <a:pt x="486119" y="376939"/>
                </a:lnTo>
                <a:lnTo>
                  <a:pt x="480204" y="371815"/>
                </a:lnTo>
                <a:lnTo>
                  <a:pt x="492178" y="365322"/>
                </a:lnTo>
                <a:lnTo>
                  <a:pt x="498670" y="371743"/>
                </a:lnTo>
                <a:lnTo>
                  <a:pt x="495352" y="366404"/>
                </a:lnTo>
                <a:lnTo>
                  <a:pt x="499391" y="361209"/>
                </a:lnTo>
                <a:lnTo>
                  <a:pt x="493693" y="362580"/>
                </a:lnTo>
                <a:lnTo>
                  <a:pt x="489148" y="351829"/>
                </a:lnTo>
                <a:lnTo>
                  <a:pt x="494847" y="328955"/>
                </a:lnTo>
                <a:lnTo>
                  <a:pt x="506605" y="321379"/>
                </a:lnTo>
                <a:lnTo>
                  <a:pt x="513674" y="322389"/>
                </a:lnTo>
                <a:lnTo>
                  <a:pt x="509995" y="320802"/>
                </a:lnTo>
                <a:lnTo>
                  <a:pt x="511149" y="316545"/>
                </a:lnTo>
                <a:lnTo>
                  <a:pt x="521970" y="300526"/>
                </a:lnTo>
                <a:lnTo>
                  <a:pt x="528750" y="304783"/>
                </a:lnTo>
                <a:lnTo>
                  <a:pt x="546063" y="300382"/>
                </a:lnTo>
                <a:lnTo>
                  <a:pt x="559841" y="285734"/>
                </a:lnTo>
                <a:lnTo>
                  <a:pt x="567415" y="290497"/>
                </a:lnTo>
                <a:lnTo>
                  <a:pt x="575783" y="291218"/>
                </a:lnTo>
                <a:lnTo>
                  <a:pt x="578019" y="294393"/>
                </a:lnTo>
                <a:lnTo>
                  <a:pt x="578379" y="283137"/>
                </a:lnTo>
                <a:lnTo>
                  <a:pt x="582996" y="280034"/>
                </a:lnTo>
                <a:lnTo>
                  <a:pt x="592085" y="281838"/>
                </a:lnTo>
                <a:lnTo>
                  <a:pt x="598000" y="272241"/>
                </a:lnTo>
                <a:lnTo>
                  <a:pt x="631687" y="268561"/>
                </a:lnTo>
                <a:lnTo>
                  <a:pt x="638973" y="262717"/>
                </a:lnTo>
                <a:lnTo>
                  <a:pt x="652102" y="258027"/>
                </a:lnTo>
                <a:lnTo>
                  <a:pt x="652029" y="254996"/>
                </a:lnTo>
                <a:lnTo>
                  <a:pt x="680956" y="225196"/>
                </a:lnTo>
                <a:lnTo>
                  <a:pt x="698629" y="215095"/>
                </a:lnTo>
                <a:lnTo>
                  <a:pt x="727050" y="187243"/>
                </a:lnTo>
                <a:lnTo>
                  <a:pt x="727916" y="179738"/>
                </a:lnTo>
                <a:lnTo>
                  <a:pt x="733254" y="183202"/>
                </a:lnTo>
                <a:lnTo>
                  <a:pt x="751504" y="165885"/>
                </a:lnTo>
                <a:lnTo>
                  <a:pt x="770908" y="154989"/>
                </a:lnTo>
                <a:lnTo>
                  <a:pt x="801710" y="145970"/>
                </a:lnTo>
                <a:lnTo>
                  <a:pt x="806326" y="147557"/>
                </a:lnTo>
                <a:lnTo>
                  <a:pt x="808418" y="145032"/>
                </a:lnTo>
                <a:lnTo>
                  <a:pt x="835108" y="140414"/>
                </a:lnTo>
                <a:lnTo>
                  <a:pt x="877740" y="141352"/>
                </a:lnTo>
                <a:lnTo>
                  <a:pt x="889931" y="144455"/>
                </a:lnTo>
                <a:lnTo>
                  <a:pt x="906811" y="157875"/>
                </a:lnTo>
                <a:lnTo>
                  <a:pt x="907965" y="163215"/>
                </a:lnTo>
                <a:lnTo>
                  <a:pt x="904574" y="157226"/>
                </a:lnTo>
                <a:lnTo>
                  <a:pt x="904647" y="161844"/>
                </a:lnTo>
                <a:lnTo>
                  <a:pt x="901040" y="165163"/>
                </a:lnTo>
                <a:lnTo>
                  <a:pt x="905873" y="163937"/>
                </a:lnTo>
                <a:lnTo>
                  <a:pt x="915611" y="170791"/>
                </a:lnTo>
                <a:lnTo>
                  <a:pt x="905656" y="177790"/>
                </a:lnTo>
                <a:lnTo>
                  <a:pt x="911355" y="173028"/>
                </a:lnTo>
                <a:lnTo>
                  <a:pt x="916549" y="172739"/>
                </a:lnTo>
                <a:lnTo>
                  <a:pt x="911572" y="177141"/>
                </a:lnTo>
                <a:lnTo>
                  <a:pt x="913591" y="175914"/>
                </a:lnTo>
                <a:lnTo>
                  <a:pt x="915828" y="178728"/>
                </a:lnTo>
                <a:lnTo>
                  <a:pt x="915900" y="174327"/>
                </a:lnTo>
                <a:lnTo>
                  <a:pt x="921815" y="177141"/>
                </a:lnTo>
                <a:lnTo>
                  <a:pt x="923835" y="184501"/>
                </a:lnTo>
                <a:lnTo>
                  <a:pt x="929750" y="183851"/>
                </a:lnTo>
                <a:lnTo>
                  <a:pt x="953626" y="202179"/>
                </a:lnTo>
                <a:lnTo>
                  <a:pt x="954636" y="206941"/>
                </a:lnTo>
                <a:lnTo>
                  <a:pt x="943888" y="218991"/>
                </a:lnTo>
                <a:lnTo>
                  <a:pt x="945691" y="231185"/>
                </a:lnTo>
                <a:lnTo>
                  <a:pt x="948360" y="231257"/>
                </a:lnTo>
                <a:lnTo>
                  <a:pt x="949226" y="223609"/>
                </a:lnTo>
                <a:lnTo>
                  <a:pt x="955790" y="214373"/>
                </a:lnTo>
                <a:lnTo>
                  <a:pt x="959469" y="229958"/>
                </a:lnTo>
                <a:lnTo>
                  <a:pt x="985077" y="229886"/>
                </a:lnTo>
                <a:lnTo>
                  <a:pt x="988179" y="227217"/>
                </a:lnTo>
                <a:lnTo>
                  <a:pt x="990199" y="231329"/>
                </a:lnTo>
                <a:lnTo>
                  <a:pt x="990055" y="182625"/>
                </a:lnTo>
                <a:lnTo>
                  <a:pt x="996330" y="176636"/>
                </a:lnTo>
                <a:lnTo>
                  <a:pt x="1098113" y="197489"/>
                </a:lnTo>
                <a:lnTo>
                  <a:pt x="1126534" y="190634"/>
                </a:lnTo>
                <a:lnTo>
                  <a:pt x="1143847" y="197994"/>
                </a:lnTo>
                <a:lnTo>
                  <a:pt x="1163972" y="191861"/>
                </a:lnTo>
                <a:lnTo>
                  <a:pt x="1162385" y="185944"/>
                </a:lnTo>
                <a:lnTo>
                  <a:pt x="1166209" y="175770"/>
                </a:lnTo>
                <a:lnTo>
                  <a:pt x="1177750" y="166101"/>
                </a:lnTo>
                <a:lnTo>
                  <a:pt x="1183737" y="155350"/>
                </a:lnTo>
                <a:lnTo>
                  <a:pt x="1178327" y="131900"/>
                </a:lnTo>
                <a:lnTo>
                  <a:pt x="1180924" y="130457"/>
                </a:lnTo>
                <a:lnTo>
                  <a:pt x="1191384" y="160762"/>
                </a:lnTo>
                <a:lnTo>
                  <a:pt x="1205594" y="150227"/>
                </a:lnTo>
                <a:lnTo>
                  <a:pt x="1230842" y="140775"/>
                </a:lnTo>
                <a:lnTo>
                  <a:pt x="1276792" y="110614"/>
                </a:lnTo>
                <a:lnTo>
                  <a:pt x="1282346" y="109604"/>
                </a:lnTo>
                <a:lnTo>
                  <a:pt x="1298288" y="93008"/>
                </a:lnTo>
                <a:lnTo>
                  <a:pt x="1325339" y="73670"/>
                </a:lnTo>
                <a:lnTo>
                  <a:pt x="1336447" y="68980"/>
                </a:lnTo>
                <a:lnTo>
                  <a:pt x="1392064" y="28357"/>
                </a:lnTo>
                <a:lnTo>
                  <a:pt x="1400720" y="28646"/>
                </a:lnTo>
                <a:lnTo>
                  <a:pt x="1412983" y="16524"/>
                </a:lnTo>
                <a:lnTo>
                  <a:pt x="1423515" y="12555"/>
                </a:lnTo>
                <a:lnTo>
                  <a:pt x="1463910" y="1443"/>
                </a:lnTo>
                <a:lnTo>
                  <a:pt x="1471557" y="7143"/>
                </a:lnTo>
                <a:lnTo>
                  <a:pt x="1487787" y="2958"/>
                </a:lnTo>
                <a:lnTo>
                  <a:pt x="1526524" y="0"/>
                </a:lnTo>
                <a:lnTo>
                  <a:pt x="1556171" y="11040"/>
                </a:lnTo>
                <a:lnTo>
                  <a:pt x="1561509" y="15369"/>
                </a:lnTo>
                <a:lnTo>
                  <a:pt x="1547803" y="24966"/>
                </a:lnTo>
                <a:lnTo>
                  <a:pt x="1535685" y="41922"/>
                </a:lnTo>
                <a:lnTo>
                  <a:pt x="1541528" y="45530"/>
                </a:lnTo>
                <a:lnTo>
                  <a:pt x="1549679" y="33336"/>
                </a:lnTo>
                <a:lnTo>
                  <a:pt x="1566414" y="26048"/>
                </a:lnTo>
                <a:lnTo>
                  <a:pt x="1564034" y="34707"/>
                </a:lnTo>
                <a:lnTo>
                  <a:pt x="1570310" y="36005"/>
                </a:lnTo>
                <a:lnTo>
                  <a:pt x="1557974" y="58085"/>
                </a:lnTo>
                <a:lnTo>
                  <a:pt x="1561653" y="60033"/>
                </a:lnTo>
                <a:lnTo>
                  <a:pt x="1576802" y="36366"/>
                </a:lnTo>
                <a:lnTo>
                  <a:pt x="1569949" y="48705"/>
                </a:lnTo>
                <a:lnTo>
                  <a:pt x="1572690" y="50581"/>
                </a:lnTo>
                <a:lnTo>
                  <a:pt x="1562303" y="68908"/>
                </a:lnTo>
                <a:lnTo>
                  <a:pt x="1564899" y="70351"/>
                </a:lnTo>
                <a:lnTo>
                  <a:pt x="1574998" y="51952"/>
                </a:lnTo>
                <a:lnTo>
                  <a:pt x="1578677" y="53756"/>
                </a:lnTo>
                <a:lnTo>
                  <a:pt x="1600246" y="15730"/>
                </a:lnTo>
                <a:lnTo>
                  <a:pt x="1649009" y="43726"/>
                </a:lnTo>
                <a:lnTo>
                  <a:pt x="1632057" y="74031"/>
                </a:lnTo>
                <a:lnTo>
                  <a:pt x="1638910" y="78000"/>
                </a:lnTo>
                <a:lnTo>
                  <a:pt x="1656006" y="47839"/>
                </a:lnTo>
                <a:lnTo>
                  <a:pt x="1663797" y="47622"/>
                </a:lnTo>
                <a:lnTo>
                  <a:pt x="1670722" y="43004"/>
                </a:lnTo>
                <a:lnTo>
                  <a:pt x="1762478" y="81102"/>
                </a:lnTo>
                <a:lnTo>
                  <a:pt x="1792269" y="95966"/>
                </a:lnTo>
                <a:lnTo>
                  <a:pt x="1821340" y="114799"/>
                </a:lnTo>
                <a:lnTo>
                  <a:pt x="1820330" y="122303"/>
                </a:lnTo>
                <a:lnTo>
                  <a:pt x="1798617" y="131900"/>
                </a:lnTo>
                <a:lnTo>
                  <a:pt x="1817589" y="178079"/>
                </a:lnTo>
                <a:lnTo>
                  <a:pt x="1825379" y="204704"/>
                </a:lnTo>
                <a:lnTo>
                  <a:pt x="1858706" y="247709"/>
                </a:lnTo>
                <a:lnTo>
                  <a:pt x="1854522" y="251100"/>
                </a:lnTo>
                <a:lnTo>
                  <a:pt x="1860437" y="264521"/>
                </a:lnTo>
                <a:lnTo>
                  <a:pt x="1870031" y="260913"/>
                </a:lnTo>
                <a:lnTo>
                  <a:pt x="1873061" y="267335"/>
                </a:lnTo>
                <a:lnTo>
                  <a:pt x="1866208" y="281477"/>
                </a:lnTo>
                <a:lnTo>
                  <a:pt x="1829491" y="311855"/>
                </a:lnTo>
                <a:lnTo>
                  <a:pt x="1821051" y="314452"/>
                </a:lnTo>
                <a:lnTo>
                  <a:pt x="1818382" y="319214"/>
                </a:lnTo>
                <a:lnTo>
                  <a:pt x="1861735" y="338768"/>
                </a:lnTo>
                <a:lnTo>
                  <a:pt x="1871690" y="333573"/>
                </a:lnTo>
                <a:lnTo>
                  <a:pt x="1884314" y="331769"/>
                </a:lnTo>
                <a:lnTo>
                  <a:pt x="1900761" y="317338"/>
                </a:lnTo>
                <a:lnTo>
                  <a:pt x="1901049" y="309546"/>
                </a:lnTo>
                <a:lnTo>
                  <a:pt x="1905882" y="303340"/>
                </a:lnTo>
                <a:lnTo>
                  <a:pt x="1932861" y="285734"/>
                </a:lnTo>
                <a:lnTo>
                  <a:pt x="1950029" y="280178"/>
                </a:lnTo>
                <a:lnTo>
                  <a:pt x="1968279" y="281477"/>
                </a:lnTo>
                <a:lnTo>
                  <a:pt x="1980109" y="286600"/>
                </a:lnTo>
                <a:lnTo>
                  <a:pt x="2037240" y="324698"/>
                </a:lnTo>
                <a:lnTo>
                  <a:pt x="2025915" y="340428"/>
                </a:lnTo>
                <a:lnTo>
                  <a:pt x="2031109" y="343459"/>
                </a:lnTo>
                <a:lnTo>
                  <a:pt x="2041280" y="327079"/>
                </a:lnTo>
                <a:lnTo>
                  <a:pt x="2100358" y="361858"/>
                </a:lnTo>
                <a:lnTo>
                  <a:pt x="2105264" y="368280"/>
                </a:lnTo>
                <a:lnTo>
                  <a:pt x="2107283" y="377949"/>
                </a:lnTo>
                <a:lnTo>
                  <a:pt x="2097545" y="400245"/>
                </a:lnTo>
                <a:lnTo>
                  <a:pt x="2109447" y="404357"/>
                </a:lnTo>
                <a:lnTo>
                  <a:pt x="2121205" y="384515"/>
                </a:lnTo>
                <a:lnTo>
                  <a:pt x="2150709" y="365249"/>
                </a:lnTo>
                <a:lnTo>
                  <a:pt x="2161673" y="363662"/>
                </a:lnTo>
                <a:lnTo>
                  <a:pt x="2173143" y="366187"/>
                </a:lnTo>
                <a:lnTo>
                  <a:pt x="2180140" y="358900"/>
                </a:lnTo>
                <a:lnTo>
                  <a:pt x="2200049" y="355436"/>
                </a:lnTo>
                <a:lnTo>
                  <a:pt x="2213683" y="358322"/>
                </a:lnTo>
                <a:lnTo>
                  <a:pt x="2223349" y="377083"/>
                </a:lnTo>
                <a:lnTo>
                  <a:pt x="2224719" y="393390"/>
                </a:lnTo>
                <a:lnTo>
                  <a:pt x="2231356" y="392452"/>
                </a:lnTo>
                <a:lnTo>
                  <a:pt x="2235107" y="385886"/>
                </a:lnTo>
                <a:lnTo>
                  <a:pt x="2240517" y="386319"/>
                </a:lnTo>
                <a:lnTo>
                  <a:pt x="2257685" y="402265"/>
                </a:lnTo>
                <a:lnTo>
                  <a:pt x="2257180" y="408615"/>
                </a:lnTo>
                <a:lnTo>
                  <a:pt x="2260787" y="412295"/>
                </a:lnTo>
                <a:lnTo>
                  <a:pt x="2276873" y="418933"/>
                </a:lnTo>
                <a:lnTo>
                  <a:pt x="2292454" y="429828"/>
                </a:lnTo>
                <a:lnTo>
                  <a:pt x="2345618" y="482718"/>
                </a:lnTo>
                <a:lnTo>
                  <a:pt x="2346628" y="493613"/>
                </a:lnTo>
                <a:lnTo>
                  <a:pt x="2337972" y="499097"/>
                </a:lnTo>
                <a:lnTo>
                  <a:pt x="2340208" y="501334"/>
                </a:lnTo>
                <a:lnTo>
                  <a:pt x="2340352" y="512807"/>
                </a:lnTo>
                <a:lnTo>
                  <a:pt x="2371370" y="502200"/>
                </a:lnTo>
                <a:lnTo>
                  <a:pt x="2400513" y="529258"/>
                </a:lnTo>
                <a:lnTo>
                  <a:pt x="2401306" y="535247"/>
                </a:lnTo>
                <a:lnTo>
                  <a:pt x="2385364" y="551626"/>
                </a:lnTo>
                <a:lnTo>
                  <a:pt x="2383705" y="558264"/>
                </a:lnTo>
                <a:lnTo>
                  <a:pt x="2385797" y="561151"/>
                </a:lnTo>
                <a:lnTo>
                  <a:pt x="2393948" y="559347"/>
                </a:lnTo>
                <a:lnTo>
                  <a:pt x="2413353" y="543761"/>
                </a:lnTo>
                <a:lnTo>
                  <a:pt x="2432469" y="560429"/>
                </a:lnTo>
                <a:lnTo>
                  <a:pt x="2434777" y="566562"/>
                </a:lnTo>
                <a:lnTo>
                  <a:pt x="2430593" y="590806"/>
                </a:lnTo>
                <a:lnTo>
                  <a:pt x="2432180" y="599537"/>
                </a:lnTo>
                <a:lnTo>
                  <a:pt x="2438600" y="606608"/>
                </a:lnTo>
                <a:lnTo>
                  <a:pt x="2478130" y="633378"/>
                </a:lnTo>
                <a:lnTo>
                  <a:pt x="2514053" y="642109"/>
                </a:lnTo>
                <a:lnTo>
                  <a:pt x="2542114" y="645284"/>
                </a:lnTo>
                <a:lnTo>
                  <a:pt x="2590084" y="639872"/>
                </a:lnTo>
                <a:lnTo>
                  <a:pt x="2600616" y="650551"/>
                </a:lnTo>
                <a:lnTo>
                  <a:pt x="2609921" y="647087"/>
                </a:lnTo>
                <a:lnTo>
                  <a:pt x="2612085" y="640521"/>
                </a:lnTo>
                <a:lnTo>
                  <a:pt x="2608911" y="631718"/>
                </a:lnTo>
                <a:lnTo>
                  <a:pt x="2622472" y="623276"/>
                </a:lnTo>
                <a:lnTo>
                  <a:pt x="2632932" y="610577"/>
                </a:lnTo>
                <a:lnTo>
                  <a:pt x="2647864" y="602207"/>
                </a:lnTo>
                <a:lnTo>
                  <a:pt x="2655871" y="579117"/>
                </a:lnTo>
                <a:lnTo>
                  <a:pt x="2661570" y="577963"/>
                </a:lnTo>
                <a:lnTo>
                  <a:pt x="2665970" y="570314"/>
                </a:lnTo>
                <a:lnTo>
                  <a:pt x="2675492" y="565263"/>
                </a:lnTo>
                <a:lnTo>
                  <a:pt x="2704202" y="563243"/>
                </a:lnTo>
                <a:lnTo>
                  <a:pt x="2710117" y="558914"/>
                </a:lnTo>
                <a:lnTo>
                  <a:pt x="2707592" y="557759"/>
                </a:lnTo>
                <a:lnTo>
                  <a:pt x="2719422" y="555523"/>
                </a:lnTo>
                <a:lnTo>
                  <a:pt x="2717042" y="557110"/>
                </a:lnTo>
                <a:lnTo>
                  <a:pt x="2722812" y="559491"/>
                </a:lnTo>
                <a:lnTo>
                  <a:pt x="2729954" y="559996"/>
                </a:lnTo>
                <a:lnTo>
                  <a:pt x="2730459" y="557471"/>
                </a:lnTo>
                <a:lnTo>
                  <a:pt x="2757942" y="560213"/>
                </a:lnTo>
                <a:lnTo>
                  <a:pt x="2794587" y="571397"/>
                </a:lnTo>
                <a:lnTo>
                  <a:pt x="2808725" y="572695"/>
                </a:lnTo>
                <a:lnTo>
                  <a:pt x="2838012" y="590518"/>
                </a:lnTo>
                <a:lnTo>
                  <a:pt x="2888723" y="694566"/>
                </a:lnTo>
                <a:lnTo>
                  <a:pt x="2899183" y="701997"/>
                </a:lnTo>
                <a:lnTo>
                  <a:pt x="2908200" y="700843"/>
                </a:lnTo>
                <a:lnTo>
                  <a:pt x="2907046" y="708419"/>
                </a:lnTo>
                <a:lnTo>
                  <a:pt x="2893484" y="708997"/>
                </a:lnTo>
                <a:lnTo>
                  <a:pt x="2885189" y="730499"/>
                </a:lnTo>
                <a:lnTo>
                  <a:pt x="2889589" y="732880"/>
                </a:lnTo>
                <a:lnTo>
                  <a:pt x="2891392" y="728623"/>
                </a:lnTo>
                <a:lnTo>
                  <a:pt x="2917217" y="736848"/>
                </a:lnTo>
                <a:lnTo>
                  <a:pt x="2942464" y="726386"/>
                </a:lnTo>
                <a:lnTo>
                  <a:pt x="3046266" y="772565"/>
                </a:lnTo>
                <a:lnTo>
                  <a:pt x="3096112" y="802437"/>
                </a:lnTo>
                <a:lnTo>
                  <a:pt x="3142567" y="836567"/>
                </a:lnTo>
                <a:lnTo>
                  <a:pt x="3153315" y="851070"/>
                </a:lnTo>
                <a:lnTo>
                  <a:pt x="3158725" y="870263"/>
                </a:lnTo>
                <a:lnTo>
                  <a:pt x="3155912" y="880437"/>
                </a:lnTo>
                <a:lnTo>
                  <a:pt x="3147111" y="879932"/>
                </a:lnTo>
                <a:lnTo>
                  <a:pt x="3145957" y="874520"/>
                </a:lnTo>
                <a:lnTo>
                  <a:pt x="3152233" y="863409"/>
                </a:lnTo>
                <a:lnTo>
                  <a:pt x="3149059" y="850276"/>
                </a:lnTo>
                <a:lnTo>
                  <a:pt x="3141485" y="840247"/>
                </a:lnTo>
                <a:lnTo>
                  <a:pt x="3117392" y="821414"/>
                </a:lnTo>
                <a:lnTo>
                  <a:pt x="3108880" y="820548"/>
                </a:lnTo>
                <a:lnTo>
                  <a:pt x="3094813" y="811168"/>
                </a:lnTo>
                <a:lnTo>
                  <a:pt x="3085508" y="808354"/>
                </a:lnTo>
                <a:lnTo>
                  <a:pt x="3074183" y="810880"/>
                </a:lnTo>
                <a:lnTo>
                  <a:pt x="3069927" y="816724"/>
                </a:lnTo>
                <a:lnTo>
                  <a:pt x="3077140" y="821775"/>
                </a:lnTo>
                <a:lnTo>
                  <a:pt x="3079232" y="829063"/>
                </a:lnTo>
                <a:lnTo>
                  <a:pt x="2996926" y="1023232"/>
                </a:lnTo>
                <a:lnTo>
                  <a:pt x="2993536" y="1035210"/>
                </a:lnTo>
                <a:lnTo>
                  <a:pt x="2994040" y="1047043"/>
                </a:lnTo>
                <a:lnTo>
                  <a:pt x="2998585" y="1056712"/>
                </a:lnTo>
                <a:lnTo>
                  <a:pt x="3079088" y="1054692"/>
                </a:lnTo>
                <a:lnTo>
                  <a:pt x="3080458" y="1102386"/>
                </a:lnTo>
                <a:lnTo>
                  <a:pt x="3086301" y="1106427"/>
                </a:lnTo>
                <a:lnTo>
                  <a:pt x="3080098" y="1115447"/>
                </a:lnTo>
                <a:lnTo>
                  <a:pt x="3053913" y="1116168"/>
                </a:lnTo>
                <a:lnTo>
                  <a:pt x="3053119" y="1085141"/>
                </a:lnTo>
                <a:lnTo>
                  <a:pt x="3007746" y="1086368"/>
                </a:lnTo>
                <a:lnTo>
                  <a:pt x="3008612" y="1117323"/>
                </a:lnTo>
                <a:lnTo>
                  <a:pt x="2921761" y="1122373"/>
                </a:lnTo>
                <a:lnTo>
                  <a:pt x="2881293" y="1149576"/>
                </a:lnTo>
                <a:lnTo>
                  <a:pt x="2859941" y="1157080"/>
                </a:lnTo>
                <a:lnTo>
                  <a:pt x="2838734" y="1154266"/>
                </a:lnTo>
                <a:lnTo>
                  <a:pt x="2781314" y="1129589"/>
                </a:lnTo>
                <a:lnTo>
                  <a:pt x="2728223" y="1145463"/>
                </a:lnTo>
                <a:lnTo>
                  <a:pt x="2735364" y="1141134"/>
                </a:lnTo>
                <a:lnTo>
                  <a:pt x="2737600" y="1135506"/>
                </a:lnTo>
                <a:lnTo>
                  <a:pt x="2730242" y="1111983"/>
                </a:lnTo>
                <a:lnTo>
                  <a:pt x="2720360" y="1114508"/>
                </a:lnTo>
                <a:lnTo>
                  <a:pt x="2694968" y="1112488"/>
                </a:lnTo>
                <a:lnTo>
                  <a:pt x="2676213" y="1120858"/>
                </a:lnTo>
                <a:lnTo>
                  <a:pt x="2675780" y="1115014"/>
                </a:lnTo>
                <a:lnTo>
                  <a:pt x="2645628" y="1116240"/>
                </a:lnTo>
                <a:lnTo>
                  <a:pt x="2635962" y="1120137"/>
                </a:lnTo>
                <a:lnTo>
                  <a:pt x="2631417" y="1117539"/>
                </a:lnTo>
                <a:lnTo>
                  <a:pt x="2619371" y="1123311"/>
                </a:lnTo>
                <a:lnTo>
                  <a:pt x="2615187" y="1121724"/>
                </a:lnTo>
                <a:lnTo>
                  <a:pt x="2589507" y="1130383"/>
                </a:lnTo>
                <a:lnTo>
                  <a:pt x="2575512" y="1126847"/>
                </a:lnTo>
                <a:lnTo>
                  <a:pt x="2564187" y="1134423"/>
                </a:lnTo>
                <a:lnTo>
                  <a:pt x="2563177" y="1132114"/>
                </a:lnTo>
                <a:lnTo>
                  <a:pt x="2558849" y="1133413"/>
                </a:lnTo>
                <a:lnTo>
                  <a:pt x="2544062" y="1143443"/>
                </a:lnTo>
                <a:lnTo>
                  <a:pt x="2539878" y="1141927"/>
                </a:lnTo>
                <a:lnTo>
                  <a:pt x="2525090" y="1151380"/>
                </a:lnTo>
                <a:lnTo>
                  <a:pt x="2524369" y="1148710"/>
                </a:lnTo>
                <a:lnTo>
                  <a:pt x="2519968" y="1148349"/>
                </a:lnTo>
                <a:lnTo>
                  <a:pt x="2507994" y="1153761"/>
                </a:lnTo>
                <a:lnTo>
                  <a:pt x="2505902" y="1152101"/>
                </a:lnTo>
                <a:lnTo>
                  <a:pt x="2492341" y="1156358"/>
                </a:lnTo>
                <a:lnTo>
                  <a:pt x="2487868" y="1154194"/>
                </a:lnTo>
                <a:lnTo>
                  <a:pt x="2473297" y="1157369"/>
                </a:lnTo>
                <a:lnTo>
                  <a:pt x="2440908" y="1165811"/>
                </a:lnTo>
                <a:lnTo>
                  <a:pt x="2433623" y="1170790"/>
                </a:lnTo>
                <a:lnTo>
                  <a:pt x="2430160" y="1169346"/>
                </a:lnTo>
                <a:lnTo>
                  <a:pt x="2421143" y="1173387"/>
                </a:lnTo>
                <a:lnTo>
                  <a:pt x="2420278" y="1171222"/>
                </a:lnTo>
                <a:lnTo>
                  <a:pt x="2420638" y="1173676"/>
                </a:lnTo>
                <a:lnTo>
                  <a:pt x="2410107" y="1179520"/>
                </a:lnTo>
                <a:lnTo>
                  <a:pt x="2388250" y="1187385"/>
                </a:lnTo>
                <a:lnTo>
                  <a:pt x="2385220" y="1185798"/>
                </a:lnTo>
                <a:lnTo>
                  <a:pt x="2365022" y="1196982"/>
                </a:lnTo>
                <a:lnTo>
                  <a:pt x="2364878" y="1194817"/>
                </a:lnTo>
                <a:lnTo>
                  <a:pt x="2355140" y="1191787"/>
                </a:lnTo>
                <a:lnTo>
                  <a:pt x="2325492" y="1205857"/>
                </a:lnTo>
                <a:lnTo>
                  <a:pt x="2315249" y="1205785"/>
                </a:lnTo>
                <a:lnTo>
                  <a:pt x="2310560" y="1209320"/>
                </a:lnTo>
                <a:lnTo>
                  <a:pt x="2309190" y="1206434"/>
                </a:lnTo>
                <a:lnTo>
                  <a:pt x="2304717" y="1206290"/>
                </a:lnTo>
                <a:lnTo>
                  <a:pt x="2295123" y="1211918"/>
                </a:lnTo>
                <a:lnTo>
                  <a:pt x="2290795" y="1209104"/>
                </a:lnTo>
                <a:lnTo>
                  <a:pt x="2265548" y="1219061"/>
                </a:lnTo>
                <a:lnTo>
                  <a:pt x="2249101" y="1219206"/>
                </a:lnTo>
                <a:lnTo>
                  <a:pt x="2208705" y="1238182"/>
                </a:lnTo>
                <a:lnTo>
                  <a:pt x="2162178" y="1248645"/>
                </a:lnTo>
                <a:lnTo>
                  <a:pt x="2114208" y="1265096"/>
                </a:lnTo>
                <a:lnTo>
                  <a:pt x="2091846" y="1274982"/>
                </a:lnTo>
                <a:lnTo>
                  <a:pt x="2085787" y="1281115"/>
                </a:lnTo>
                <a:lnTo>
                  <a:pt x="2080593" y="1278084"/>
                </a:lnTo>
                <a:lnTo>
                  <a:pt x="2074823" y="1278806"/>
                </a:lnTo>
                <a:lnTo>
                  <a:pt x="2051451" y="1301535"/>
                </a:lnTo>
                <a:lnTo>
                  <a:pt x="2041352" y="1298504"/>
                </a:lnTo>
                <a:lnTo>
                  <a:pt x="2017619" y="1320511"/>
                </a:lnTo>
                <a:lnTo>
                  <a:pt x="2012498" y="1318058"/>
                </a:lnTo>
                <a:lnTo>
                  <a:pt x="2006511" y="1319862"/>
                </a:lnTo>
                <a:lnTo>
                  <a:pt x="1980614" y="1348508"/>
                </a:lnTo>
                <a:lnTo>
                  <a:pt x="1949380" y="1370804"/>
                </a:lnTo>
                <a:lnTo>
                  <a:pt x="1959983" y="1369144"/>
                </a:lnTo>
                <a:lnTo>
                  <a:pt x="1960561" y="1372319"/>
                </a:lnTo>
                <a:lnTo>
                  <a:pt x="1950678" y="1372463"/>
                </a:lnTo>
                <a:lnTo>
                  <a:pt x="1933582" y="1360702"/>
                </a:lnTo>
                <a:lnTo>
                  <a:pt x="1916919" y="1372968"/>
                </a:lnTo>
                <a:lnTo>
                  <a:pt x="1917784" y="1376504"/>
                </a:lnTo>
                <a:lnTo>
                  <a:pt x="1919804" y="1375205"/>
                </a:lnTo>
                <a:lnTo>
                  <a:pt x="1917857" y="1376648"/>
                </a:lnTo>
                <a:lnTo>
                  <a:pt x="1921752" y="1387327"/>
                </a:lnTo>
                <a:lnTo>
                  <a:pt x="1918001" y="1399810"/>
                </a:lnTo>
                <a:lnTo>
                  <a:pt x="1834180" y="1464605"/>
                </a:lnTo>
                <a:lnTo>
                  <a:pt x="1846876" y="1482283"/>
                </a:lnTo>
                <a:lnTo>
                  <a:pt x="1840528" y="1486901"/>
                </a:lnTo>
                <a:lnTo>
                  <a:pt x="1827904" y="1469223"/>
                </a:lnTo>
                <a:lnTo>
                  <a:pt x="1814126" y="1478676"/>
                </a:lnTo>
                <a:lnTo>
                  <a:pt x="1804532" y="1480119"/>
                </a:lnTo>
                <a:lnTo>
                  <a:pt x="1796020" y="1476727"/>
                </a:lnTo>
                <a:lnTo>
                  <a:pt x="1781088" y="1462296"/>
                </a:lnTo>
                <a:lnTo>
                  <a:pt x="1773586" y="1462296"/>
                </a:lnTo>
                <a:lnTo>
                  <a:pt x="1775245" y="1495055"/>
                </a:lnTo>
                <a:lnTo>
                  <a:pt x="1767094" y="1498879"/>
                </a:lnTo>
                <a:lnTo>
                  <a:pt x="1777193" y="1510280"/>
                </a:lnTo>
                <a:lnTo>
                  <a:pt x="1771350" y="1515547"/>
                </a:lnTo>
                <a:lnTo>
                  <a:pt x="1731243" y="1471460"/>
                </a:lnTo>
                <a:lnTo>
                  <a:pt x="1721000" y="1480840"/>
                </a:lnTo>
                <a:lnTo>
                  <a:pt x="1738673" y="1503280"/>
                </a:lnTo>
                <a:lnTo>
                  <a:pt x="1732974" y="1509702"/>
                </a:lnTo>
                <a:lnTo>
                  <a:pt x="1686159" y="1465832"/>
                </a:lnTo>
                <a:lnTo>
                  <a:pt x="1632995" y="1467347"/>
                </a:lnTo>
                <a:lnTo>
                  <a:pt x="1575575" y="1498590"/>
                </a:lnTo>
                <a:lnTo>
                  <a:pt x="1577667" y="1519443"/>
                </a:lnTo>
                <a:lnTo>
                  <a:pt x="1621021" y="1494622"/>
                </a:lnTo>
                <a:lnTo>
                  <a:pt x="1661921" y="1493034"/>
                </a:lnTo>
                <a:lnTo>
                  <a:pt x="1708015" y="1536255"/>
                </a:lnTo>
                <a:lnTo>
                  <a:pt x="1663869" y="1558263"/>
                </a:lnTo>
                <a:lnTo>
                  <a:pt x="1627080" y="1546646"/>
                </a:lnTo>
                <a:lnTo>
                  <a:pt x="1631697" y="1541306"/>
                </a:lnTo>
                <a:lnTo>
                  <a:pt x="1627657" y="1540080"/>
                </a:lnTo>
                <a:lnTo>
                  <a:pt x="1627008" y="1542100"/>
                </a:lnTo>
                <a:lnTo>
                  <a:pt x="1626863" y="1539791"/>
                </a:lnTo>
                <a:lnTo>
                  <a:pt x="1626142" y="1541811"/>
                </a:lnTo>
                <a:lnTo>
                  <a:pt x="1625637" y="1539286"/>
                </a:lnTo>
                <a:lnTo>
                  <a:pt x="1621598" y="1544265"/>
                </a:lnTo>
                <a:lnTo>
                  <a:pt x="1608613" y="1541523"/>
                </a:lnTo>
                <a:lnTo>
                  <a:pt x="1606738" y="1544842"/>
                </a:lnTo>
                <a:lnTo>
                  <a:pt x="1602338" y="1543038"/>
                </a:lnTo>
                <a:lnTo>
                  <a:pt x="1607531" y="1543832"/>
                </a:lnTo>
                <a:lnTo>
                  <a:pt x="1608469" y="1541378"/>
                </a:lnTo>
                <a:lnTo>
                  <a:pt x="1590435" y="1535678"/>
                </a:lnTo>
                <a:lnTo>
                  <a:pt x="1574854" y="1519660"/>
                </a:lnTo>
                <a:lnTo>
                  <a:pt x="1574782" y="1547151"/>
                </a:lnTo>
                <a:lnTo>
                  <a:pt x="1583510" y="1554944"/>
                </a:lnTo>
                <a:lnTo>
                  <a:pt x="1598082" y="1559561"/>
                </a:lnTo>
                <a:lnTo>
                  <a:pt x="1637900" y="1559994"/>
                </a:lnTo>
                <a:lnTo>
                  <a:pt x="1653770" y="1569447"/>
                </a:lnTo>
                <a:lnTo>
                  <a:pt x="1669567" y="1569952"/>
                </a:lnTo>
                <a:lnTo>
                  <a:pt x="1678224" y="1563530"/>
                </a:lnTo>
                <a:lnTo>
                  <a:pt x="1692867" y="1567571"/>
                </a:lnTo>
                <a:lnTo>
                  <a:pt x="1701595" y="1566416"/>
                </a:lnTo>
                <a:lnTo>
                  <a:pt x="1703327" y="1575869"/>
                </a:lnTo>
                <a:lnTo>
                  <a:pt x="1706501" y="1577095"/>
                </a:lnTo>
                <a:lnTo>
                  <a:pt x="1734056" y="1569591"/>
                </a:lnTo>
                <a:lnTo>
                  <a:pt x="1750864" y="1577745"/>
                </a:lnTo>
                <a:lnTo>
                  <a:pt x="1748267" y="1587269"/>
                </a:lnTo>
                <a:lnTo>
                  <a:pt x="1720423" y="1628758"/>
                </a:lnTo>
                <a:lnTo>
                  <a:pt x="1688178" y="1662022"/>
                </a:lnTo>
                <a:lnTo>
                  <a:pt x="1670794" y="1674000"/>
                </a:lnTo>
                <a:lnTo>
                  <a:pt x="1664229" y="1675298"/>
                </a:lnTo>
                <a:lnTo>
                  <a:pt x="1669207" y="1670969"/>
                </a:lnTo>
                <a:lnTo>
                  <a:pt x="1666466" y="1669309"/>
                </a:lnTo>
                <a:lnTo>
                  <a:pt x="1653265" y="1672484"/>
                </a:lnTo>
                <a:lnTo>
                  <a:pt x="1640425" y="1680926"/>
                </a:lnTo>
                <a:lnTo>
                  <a:pt x="1629316" y="1676236"/>
                </a:lnTo>
                <a:lnTo>
                  <a:pt x="1620083" y="1667289"/>
                </a:lnTo>
                <a:lnTo>
                  <a:pt x="1616548" y="1667866"/>
                </a:lnTo>
                <a:lnTo>
                  <a:pt x="1616476" y="1664475"/>
                </a:lnTo>
                <a:lnTo>
                  <a:pt x="1620588" y="1665341"/>
                </a:lnTo>
                <a:lnTo>
                  <a:pt x="1620299" y="1660218"/>
                </a:lnTo>
                <a:lnTo>
                  <a:pt x="1617486" y="1656249"/>
                </a:lnTo>
                <a:lnTo>
                  <a:pt x="1611643" y="1654806"/>
                </a:lnTo>
                <a:lnTo>
                  <a:pt x="1607243" y="1646220"/>
                </a:lnTo>
                <a:lnTo>
                  <a:pt x="1598947" y="1645065"/>
                </a:lnTo>
                <a:lnTo>
                  <a:pt x="1597000" y="1647374"/>
                </a:lnTo>
                <a:lnTo>
                  <a:pt x="1600029" y="1649395"/>
                </a:lnTo>
                <a:lnTo>
                  <a:pt x="1597432" y="1651343"/>
                </a:lnTo>
                <a:lnTo>
                  <a:pt x="1571103" y="1622986"/>
                </a:lnTo>
                <a:lnTo>
                  <a:pt x="1569660" y="1618007"/>
                </a:lnTo>
                <a:lnTo>
                  <a:pt x="1573339" y="1620316"/>
                </a:lnTo>
                <a:lnTo>
                  <a:pt x="1575287" y="1615987"/>
                </a:lnTo>
                <a:lnTo>
                  <a:pt x="1572906" y="1610142"/>
                </a:lnTo>
                <a:lnTo>
                  <a:pt x="1563962" y="1606751"/>
                </a:lnTo>
                <a:lnTo>
                  <a:pt x="1553214" y="1594918"/>
                </a:lnTo>
                <a:lnTo>
                  <a:pt x="1546072" y="1595856"/>
                </a:lnTo>
                <a:lnTo>
                  <a:pt x="1549318" y="1598814"/>
                </a:lnTo>
                <a:lnTo>
                  <a:pt x="1544918" y="1601628"/>
                </a:lnTo>
                <a:lnTo>
                  <a:pt x="1529193" y="1592897"/>
                </a:lnTo>
                <a:lnTo>
                  <a:pt x="1524720" y="1586115"/>
                </a:lnTo>
                <a:lnTo>
                  <a:pt x="1517290" y="1583228"/>
                </a:lnTo>
                <a:lnTo>
                  <a:pt x="1519094" y="1581352"/>
                </a:lnTo>
                <a:lnTo>
                  <a:pt x="1515848" y="1576229"/>
                </a:lnTo>
                <a:lnTo>
                  <a:pt x="1508706" y="1574281"/>
                </a:lnTo>
                <a:lnTo>
                  <a:pt x="1505316" y="1567426"/>
                </a:lnTo>
                <a:lnTo>
                  <a:pt x="1498607" y="1565334"/>
                </a:lnTo>
                <a:lnTo>
                  <a:pt x="1495794" y="1559129"/>
                </a:lnTo>
                <a:lnTo>
                  <a:pt x="1488003" y="1556026"/>
                </a:lnTo>
                <a:lnTo>
                  <a:pt x="1481295" y="1548666"/>
                </a:lnTo>
                <a:lnTo>
                  <a:pt x="1473576" y="1548305"/>
                </a:lnTo>
                <a:lnTo>
                  <a:pt x="1476462" y="1553861"/>
                </a:lnTo>
                <a:lnTo>
                  <a:pt x="1480429" y="1555088"/>
                </a:lnTo>
                <a:lnTo>
                  <a:pt x="1477183" y="1558335"/>
                </a:lnTo>
                <a:lnTo>
                  <a:pt x="1464920" y="1539574"/>
                </a:lnTo>
                <a:lnTo>
                  <a:pt x="1449988" y="1525071"/>
                </a:lnTo>
                <a:lnTo>
                  <a:pt x="1450132" y="1522041"/>
                </a:lnTo>
                <a:lnTo>
                  <a:pt x="1464776" y="1520453"/>
                </a:lnTo>
                <a:lnTo>
                  <a:pt x="1491682" y="1527813"/>
                </a:lnTo>
                <a:lnTo>
                  <a:pt x="1507913" y="1529256"/>
                </a:lnTo>
                <a:lnTo>
                  <a:pt x="1518733" y="1522402"/>
                </a:lnTo>
                <a:lnTo>
                  <a:pt x="1530635" y="1520670"/>
                </a:lnTo>
                <a:lnTo>
                  <a:pt x="1542682" y="1525576"/>
                </a:lnTo>
                <a:lnTo>
                  <a:pt x="1543980" y="1528823"/>
                </a:lnTo>
                <a:lnTo>
                  <a:pt x="1544269" y="1526081"/>
                </a:lnTo>
                <a:lnTo>
                  <a:pt x="1545495" y="1528174"/>
                </a:lnTo>
                <a:lnTo>
                  <a:pt x="1546721" y="1526514"/>
                </a:lnTo>
                <a:lnTo>
                  <a:pt x="1554440" y="1537049"/>
                </a:lnTo>
                <a:lnTo>
                  <a:pt x="1555161" y="1532431"/>
                </a:lnTo>
                <a:lnTo>
                  <a:pt x="1567641" y="1537987"/>
                </a:lnTo>
                <a:lnTo>
                  <a:pt x="1569949" y="1526009"/>
                </a:lnTo>
                <a:lnTo>
                  <a:pt x="1569300" y="1498663"/>
                </a:lnTo>
                <a:lnTo>
                  <a:pt x="1545207" y="1498518"/>
                </a:lnTo>
                <a:lnTo>
                  <a:pt x="1544846" y="1506744"/>
                </a:lnTo>
                <a:lnTo>
                  <a:pt x="1531862" y="1506672"/>
                </a:lnTo>
                <a:lnTo>
                  <a:pt x="1543187" y="1505156"/>
                </a:lnTo>
                <a:lnTo>
                  <a:pt x="1542754" y="1497436"/>
                </a:lnTo>
                <a:lnTo>
                  <a:pt x="1515270" y="1493107"/>
                </a:lnTo>
                <a:lnTo>
                  <a:pt x="1510149" y="1488994"/>
                </a:lnTo>
                <a:lnTo>
                  <a:pt x="1496155" y="1495343"/>
                </a:lnTo>
                <a:lnTo>
                  <a:pt x="1498319" y="1499312"/>
                </a:lnTo>
                <a:lnTo>
                  <a:pt x="1483170" y="1502198"/>
                </a:lnTo>
                <a:lnTo>
                  <a:pt x="1482377" y="1499528"/>
                </a:lnTo>
                <a:lnTo>
                  <a:pt x="1476678" y="1498446"/>
                </a:lnTo>
                <a:lnTo>
                  <a:pt x="1475740" y="1494261"/>
                </a:lnTo>
                <a:lnTo>
                  <a:pt x="1481511" y="1491519"/>
                </a:lnTo>
                <a:lnTo>
                  <a:pt x="1485046" y="1485747"/>
                </a:lnTo>
                <a:lnTo>
                  <a:pt x="1489230" y="1485747"/>
                </a:lnTo>
                <a:lnTo>
                  <a:pt x="1491538" y="1490148"/>
                </a:lnTo>
                <a:lnTo>
                  <a:pt x="1494928" y="1488922"/>
                </a:lnTo>
                <a:lnTo>
                  <a:pt x="1495505" y="1494333"/>
                </a:lnTo>
                <a:lnTo>
                  <a:pt x="1509355" y="1488272"/>
                </a:lnTo>
                <a:lnTo>
                  <a:pt x="1494207" y="1474635"/>
                </a:lnTo>
                <a:lnTo>
                  <a:pt x="1484829" y="1474346"/>
                </a:lnTo>
                <a:lnTo>
                  <a:pt x="1475091" y="1484809"/>
                </a:lnTo>
                <a:lnTo>
                  <a:pt x="1463550" y="1484737"/>
                </a:lnTo>
                <a:lnTo>
                  <a:pt x="1453667" y="1478387"/>
                </a:lnTo>
                <a:lnTo>
                  <a:pt x="1446886" y="1484664"/>
                </a:lnTo>
                <a:lnTo>
                  <a:pt x="1448690" y="1486973"/>
                </a:lnTo>
                <a:lnTo>
                  <a:pt x="1442270" y="1494983"/>
                </a:lnTo>
                <a:lnTo>
                  <a:pt x="1440394" y="1493828"/>
                </a:lnTo>
                <a:lnTo>
                  <a:pt x="1438663" y="1504218"/>
                </a:lnTo>
                <a:lnTo>
                  <a:pt x="1408799" y="1478315"/>
                </a:lnTo>
                <a:lnTo>
                  <a:pt x="1410963" y="1474274"/>
                </a:lnTo>
                <a:lnTo>
                  <a:pt x="1395887" y="1461647"/>
                </a:lnTo>
                <a:lnTo>
                  <a:pt x="1389395" y="1472975"/>
                </a:lnTo>
                <a:lnTo>
                  <a:pt x="1358232" y="1454359"/>
                </a:lnTo>
                <a:lnTo>
                  <a:pt x="1297062" y="1556820"/>
                </a:lnTo>
                <a:lnTo>
                  <a:pt x="1247000" y="1526731"/>
                </a:lnTo>
                <a:lnTo>
                  <a:pt x="1305141" y="1428528"/>
                </a:lnTo>
                <a:lnTo>
                  <a:pt x="1234737" y="1386100"/>
                </a:lnTo>
                <a:lnTo>
                  <a:pt x="1190013" y="1461358"/>
                </a:lnTo>
                <a:lnTo>
                  <a:pt x="1042641" y="1372968"/>
                </a:lnTo>
                <a:lnTo>
                  <a:pt x="1062623" y="1338478"/>
                </a:lnTo>
                <a:lnTo>
                  <a:pt x="1087726" y="1334293"/>
                </a:lnTo>
                <a:lnTo>
                  <a:pt x="1178904" y="1388698"/>
                </a:lnTo>
                <a:lnTo>
                  <a:pt x="1201699" y="1350167"/>
                </a:lnTo>
                <a:lnTo>
                  <a:pt x="1118311" y="1300019"/>
                </a:lnTo>
                <a:lnTo>
                  <a:pt x="1135118" y="1272167"/>
                </a:lnTo>
                <a:lnTo>
                  <a:pt x="1102730" y="1237317"/>
                </a:lnTo>
                <a:lnTo>
                  <a:pt x="1079574" y="1252974"/>
                </a:lnTo>
                <a:lnTo>
                  <a:pt x="1034273" y="1257448"/>
                </a:lnTo>
                <a:lnTo>
                  <a:pt x="998711" y="1246264"/>
                </a:lnTo>
                <a:lnTo>
                  <a:pt x="996835" y="1238760"/>
                </a:lnTo>
                <a:lnTo>
                  <a:pt x="1003616" y="1225844"/>
                </a:lnTo>
                <a:lnTo>
                  <a:pt x="993517" y="1222669"/>
                </a:lnTo>
                <a:lnTo>
                  <a:pt x="974978" y="1240780"/>
                </a:lnTo>
                <a:lnTo>
                  <a:pt x="894115" y="1220432"/>
                </a:lnTo>
                <a:lnTo>
                  <a:pt x="879399" y="1230245"/>
                </a:lnTo>
                <a:lnTo>
                  <a:pt x="842610" y="1212279"/>
                </a:lnTo>
                <a:lnTo>
                  <a:pt x="794568" y="1171439"/>
                </a:lnTo>
                <a:lnTo>
                  <a:pt x="768239" y="1171295"/>
                </a:lnTo>
                <a:lnTo>
                  <a:pt x="771341" y="1185509"/>
                </a:lnTo>
                <a:lnTo>
                  <a:pt x="791034" y="1189622"/>
                </a:lnTo>
                <a:lnTo>
                  <a:pt x="831141" y="1223679"/>
                </a:lnTo>
                <a:lnTo>
                  <a:pt x="827390" y="1233564"/>
                </a:lnTo>
                <a:lnTo>
                  <a:pt x="844197" y="1234575"/>
                </a:lnTo>
                <a:lnTo>
                  <a:pt x="765931" y="1235008"/>
                </a:lnTo>
                <a:lnTo>
                  <a:pt x="765426" y="1282197"/>
                </a:lnTo>
                <a:lnTo>
                  <a:pt x="769033" y="1291072"/>
                </a:lnTo>
                <a:lnTo>
                  <a:pt x="805894" y="1299514"/>
                </a:lnTo>
                <a:lnTo>
                  <a:pt x="811232" y="1289990"/>
                </a:lnTo>
                <a:lnTo>
                  <a:pt x="822990" y="1293742"/>
                </a:lnTo>
                <a:lnTo>
                  <a:pt x="816353" y="1304421"/>
                </a:lnTo>
                <a:lnTo>
                  <a:pt x="825947" y="1296123"/>
                </a:lnTo>
                <a:lnTo>
                  <a:pt x="831718" y="1294680"/>
                </a:lnTo>
                <a:lnTo>
                  <a:pt x="857110" y="1307235"/>
                </a:lnTo>
                <a:lnTo>
                  <a:pt x="867064" y="1324336"/>
                </a:lnTo>
                <a:lnTo>
                  <a:pt x="871104" y="1346415"/>
                </a:lnTo>
                <a:lnTo>
                  <a:pt x="893538" y="1371742"/>
                </a:lnTo>
                <a:lnTo>
                  <a:pt x="899236" y="1369721"/>
                </a:lnTo>
                <a:lnTo>
                  <a:pt x="898948" y="1372535"/>
                </a:lnTo>
                <a:lnTo>
                  <a:pt x="903060" y="1373690"/>
                </a:lnTo>
                <a:lnTo>
                  <a:pt x="902987" y="1381266"/>
                </a:lnTo>
                <a:lnTo>
                  <a:pt x="908109" y="1378452"/>
                </a:lnTo>
                <a:lnTo>
                  <a:pt x="910706" y="1386173"/>
                </a:lnTo>
                <a:lnTo>
                  <a:pt x="938911" y="1390646"/>
                </a:lnTo>
                <a:lnTo>
                  <a:pt x="969063" y="1421240"/>
                </a:lnTo>
                <a:lnTo>
                  <a:pt x="969712" y="1426291"/>
                </a:lnTo>
                <a:lnTo>
                  <a:pt x="958315" y="1438124"/>
                </a:lnTo>
                <a:lnTo>
                  <a:pt x="948216" y="1444185"/>
                </a:lnTo>
                <a:lnTo>
                  <a:pt x="930976" y="1447865"/>
                </a:lnTo>
                <a:lnTo>
                  <a:pt x="917198" y="1454215"/>
                </a:lnTo>
                <a:lnTo>
                  <a:pt x="908253" y="1445773"/>
                </a:lnTo>
                <a:lnTo>
                  <a:pt x="894476" y="1444907"/>
                </a:lnTo>
                <a:lnTo>
                  <a:pt x="869012" y="1436609"/>
                </a:lnTo>
                <a:lnTo>
                  <a:pt x="850185" y="1453998"/>
                </a:lnTo>
                <a:lnTo>
                  <a:pt x="854729" y="1455442"/>
                </a:lnTo>
                <a:lnTo>
                  <a:pt x="869589" y="1441732"/>
                </a:lnTo>
                <a:lnTo>
                  <a:pt x="874638" y="1441949"/>
                </a:lnTo>
                <a:lnTo>
                  <a:pt x="905729" y="1449020"/>
                </a:lnTo>
                <a:lnTo>
                  <a:pt x="917703" y="1460637"/>
                </a:lnTo>
                <a:lnTo>
                  <a:pt x="919146" y="1466553"/>
                </a:lnTo>
                <a:lnTo>
                  <a:pt x="904863" y="1496931"/>
                </a:lnTo>
                <a:lnTo>
                  <a:pt x="891662" y="1507033"/>
                </a:lnTo>
                <a:lnTo>
                  <a:pt x="842538" y="1528318"/>
                </a:lnTo>
                <a:lnTo>
                  <a:pt x="808274" y="1499384"/>
                </a:lnTo>
                <a:lnTo>
                  <a:pt x="758140" y="1472182"/>
                </a:lnTo>
                <a:lnTo>
                  <a:pt x="757419" y="1461503"/>
                </a:lnTo>
                <a:lnTo>
                  <a:pt x="753740" y="1453854"/>
                </a:lnTo>
                <a:lnTo>
                  <a:pt x="743280" y="1470666"/>
                </a:lnTo>
                <a:lnTo>
                  <a:pt x="724381" y="1460565"/>
                </a:lnTo>
                <a:lnTo>
                  <a:pt x="714931" y="1480479"/>
                </a:lnTo>
                <a:lnTo>
                  <a:pt x="779997" y="1519227"/>
                </a:lnTo>
                <a:lnTo>
                  <a:pt x="781800" y="1527885"/>
                </a:lnTo>
                <a:lnTo>
                  <a:pt x="724453" y="1560283"/>
                </a:lnTo>
                <a:lnTo>
                  <a:pt x="637819" y="1591093"/>
                </a:lnTo>
                <a:lnTo>
                  <a:pt x="611057" y="1496354"/>
                </a:lnTo>
                <a:lnTo>
                  <a:pt x="571815" y="1460204"/>
                </a:lnTo>
                <a:lnTo>
                  <a:pt x="536902" y="1498735"/>
                </a:lnTo>
                <a:lnTo>
                  <a:pt x="578596" y="1537193"/>
                </a:lnTo>
                <a:lnTo>
                  <a:pt x="610840" y="1650693"/>
                </a:lnTo>
                <a:lnTo>
                  <a:pt x="610912" y="1664908"/>
                </a:lnTo>
                <a:lnTo>
                  <a:pt x="606440" y="1674288"/>
                </a:lnTo>
                <a:lnTo>
                  <a:pt x="592518" y="1689008"/>
                </a:lnTo>
                <a:lnTo>
                  <a:pt x="586242" y="1682586"/>
                </a:lnTo>
                <a:lnTo>
                  <a:pt x="554647" y="1716427"/>
                </a:lnTo>
                <a:lnTo>
                  <a:pt x="557821" y="1723787"/>
                </a:lnTo>
                <a:lnTo>
                  <a:pt x="495640" y="1786706"/>
                </a:lnTo>
                <a:lnTo>
                  <a:pt x="488355" y="1790530"/>
                </a:lnTo>
                <a:lnTo>
                  <a:pt x="480204" y="1789448"/>
                </a:lnTo>
                <a:lnTo>
                  <a:pt x="474144" y="1783892"/>
                </a:lnTo>
                <a:lnTo>
                  <a:pt x="462386" y="1759215"/>
                </a:lnTo>
                <a:lnTo>
                  <a:pt x="461376" y="1748969"/>
                </a:lnTo>
                <a:lnTo>
                  <a:pt x="463612" y="1749330"/>
                </a:lnTo>
                <a:lnTo>
                  <a:pt x="464911" y="1758205"/>
                </a:lnTo>
                <a:lnTo>
                  <a:pt x="476525" y="1782521"/>
                </a:lnTo>
                <a:lnTo>
                  <a:pt x="479410" y="1783603"/>
                </a:lnTo>
                <a:lnTo>
                  <a:pt x="507254" y="1756329"/>
                </a:lnTo>
                <a:lnTo>
                  <a:pt x="508697" y="1746588"/>
                </a:lnTo>
                <a:lnTo>
                  <a:pt x="496578" y="1720973"/>
                </a:lnTo>
                <a:lnTo>
                  <a:pt x="491601" y="1717509"/>
                </a:lnTo>
                <a:lnTo>
                  <a:pt x="484820" y="1704882"/>
                </a:lnTo>
                <a:lnTo>
                  <a:pt x="455173" y="1702212"/>
                </a:lnTo>
                <a:lnTo>
                  <a:pt x="428122" y="1646076"/>
                </a:lnTo>
                <a:lnTo>
                  <a:pt x="413479" y="1629191"/>
                </a:lnTo>
                <a:lnTo>
                  <a:pt x="346465" y="1463018"/>
                </a:lnTo>
                <a:lnTo>
                  <a:pt x="346465" y="1427662"/>
                </a:lnTo>
                <a:lnTo>
                  <a:pt x="382749" y="1399233"/>
                </a:lnTo>
                <a:lnTo>
                  <a:pt x="397465" y="1419797"/>
                </a:lnTo>
                <a:lnTo>
                  <a:pt x="512881" y="1338911"/>
                </a:lnTo>
                <a:lnTo>
                  <a:pt x="561644" y="1309688"/>
                </a:lnTo>
                <a:lnTo>
                  <a:pt x="598361" y="1298432"/>
                </a:lnTo>
                <a:lnTo>
                  <a:pt x="627936" y="1299370"/>
                </a:lnTo>
                <a:lnTo>
                  <a:pt x="653905" y="1295546"/>
                </a:lnTo>
                <a:lnTo>
                  <a:pt x="657944" y="1300092"/>
                </a:lnTo>
                <a:lnTo>
                  <a:pt x="619929" y="1341869"/>
                </a:lnTo>
                <a:lnTo>
                  <a:pt x="615457" y="1358032"/>
                </a:lnTo>
                <a:lnTo>
                  <a:pt x="588118" y="1384730"/>
                </a:lnTo>
                <a:lnTo>
                  <a:pt x="566477" y="1401542"/>
                </a:lnTo>
                <a:lnTo>
                  <a:pt x="594105" y="1428816"/>
                </a:lnTo>
                <a:lnTo>
                  <a:pt x="623175" y="1397645"/>
                </a:lnTo>
                <a:lnTo>
                  <a:pt x="632409" y="1405366"/>
                </a:lnTo>
                <a:lnTo>
                  <a:pt x="642868" y="1398800"/>
                </a:lnTo>
                <a:lnTo>
                  <a:pt x="649360" y="1398583"/>
                </a:lnTo>
                <a:lnTo>
                  <a:pt x="646908" y="1393605"/>
                </a:lnTo>
                <a:lnTo>
                  <a:pt x="650659" y="1393388"/>
                </a:lnTo>
                <a:lnTo>
                  <a:pt x="651380" y="1396419"/>
                </a:lnTo>
                <a:lnTo>
                  <a:pt x="655708" y="1394615"/>
                </a:lnTo>
                <a:lnTo>
                  <a:pt x="648351" y="1382637"/>
                </a:lnTo>
                <a:lnTo>
                  <a:pt x="653761" y="1369938"/>
                </a:lnTo>
                <a:lnTo>
                  <a:pt x="649360" y="1366402"/>
                </a:lnTo>
                <a:lnTo>
                  <a:pt x="665591" y="1350889"/>
                </a:lnTo>
                <a:lnTo>
                  <a:pt x="709305" y="1297927"/>
                </a:lnTo>
                <a:lnTo>
                  <a:pt x="718466" y="1296917"/>
                </a:lnTo>
                <a:lnTo>
                  <a:pt x="719764" y="1290639"/>
                </a:lnTo>
                <a:lnTo>
                  <a:pt x="726473" y="1286599"/>
                </a:lnTo>
                <a:lnTo>
                  <a:pt x="741549" y="1284722"/>
                </a:lnTo>
                <a:lnTo>
                  <a:pt x="765714" y="1292804"/>
                </a:lnTo>
                <a:lnTo>
                  <a:pt x="761675" y="1281548"/>
                </a:lnTo>
                <a:lnTo>
                  <a:pt x="762685" y="1181901"/>
                </a:lnTo>
                <a:lnTo>
                  <a:pt x="758212" y="1171511"/>
                </a:lnTo>
                <a:lnTo>
                  <a:pt x="751143" y="1176273"/>
                </a:lnTo>
                <a:lnTo>
                  <a:pt x="740756" y="1177211"/>
                </a:lnTo>
                <a:lnTo>
                  <a:pt x="741333" y="1193302"/>
                </a:lnTo>
                <a:lnTo>
                  <a:pt x="736644" y="1197126"/>
                </a:lnTo>
                <a:lnTo>
                  <a:pt x="733181" y="1211269"/>
                </a:lnTo>
                <a:lnTo>
                  <a:pt x="736139" y="1211124"/>
                </a:lnTo>
                <a:lnTo>
                  <a:pt x="736355" y="1217330"/>
                </a:lnTo>
                <a:lnTo>
                  <a:pt x="697619" y="1218917"/>
                </a:lnTo>
                <a:lnTo>
                  <a:pt x="696897" y="1203259"/>
                </a:lnTo>
                <a:lnTo>
                  <a:pt x="675329" y="1195972"/>
                </a:lnTo>
                <a:lnTo>
                  <a:pt x="660686" y="1177789"/>
                </a:lnTo>
                <a:lnTo>
                  <a:pt x="660686" y="1177789"/>
                </a:lnTo>
              </a:path>
            </a:pathLst>
          </a:custGeom>
          <a:noFill xmlns:a="http://schemas.openxmlformats.org/drawingml/2006/main"/>
          <a:ln xmlns:a="http://schemas.openxmlformats.org/drawingml/2006/main" w="3579">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952D8835-95A8-427D-8B0C-622BDFEA46B0}"/>
              </a:ext>
            </a:extLst>
          </p:cNvPr>
          <p:cNvSpPr>
            <a:spLocks xmlns:a="http://schemas.openxmlformats.org/drawingml/2006/main" noGrp="1"/>
          </p:cNvSpPr>
          <p:nvPr/>
        </p:nvSpPr>
        <p:spPr>
          <a:xfrm xmlns:a="http://schemas.openxmlformats.org/drawingml/2006/main">
            <a:off x="6633518" y="2703031"/>
            <a:ext cx="520102" cy="194135"/>
          </a:xfrm>
          <a:custGeom xmlns:a="http://schemas.openxmlformats.org/drawingml/2006/main">
            <a:pathLst>
              <a:path w="553637" h="206652">
                <a:moveTo>
                  <a:pt x="11974" y="60827"/>
                </a:moveTo>
                <a:lnTo>
                  <a:pt x="13489" y="57147"/>
                </a:lnTo>
                <a:lnTo>
                  <a:pt x="8728" y="53756"/>
                </a:lnTo>
                <a:lnTo>
                  <a:pt x="7863" y="45241"/>
                </a:lnTo>
                <a:lnTo>
                  <a:pt x="0" y="41273"/>
                </a:lnTo>
                <a:lnTo>
                  <a:pt x="1948" y="33264"/>
                </a:lnTo>
                <a:lnTo>
                  <a:pt x="72" y="32109"/>
                </a:lnTo>
                <a:lnTo>
                  <a:pt x="20126" y="27202"/>
                </a:lnTo>
                <a:lnTo>
                  <a:pt x="29503" y="14647"/>
                </a:lnTo>
                <a:lnTo>
                  <a:pt x="43353" y="10462"/>
                </a:lnTo>
                <a:lnTo>
                  <a:pt x="52803" y="0"/>
                </a:lnTo>
                <a:lnTo>
                  <a:pt x="85985" y="11473"/>
                </a:lnTo>
                <a:lnTo>
                  <a:pt x="119384" y="27130"/>
                </a:lnTo>
                <a:lnTo>
                  <a:pt x="139726" y="30522"/>
                </a:lnTo>
                <a:lnTo>
                  <a:pt x="156533" y="39469"/>
                </a:lnTo>
                <a:lnTo>
                  <a:pt x="163602" y="46901"/>
                </a:lnTo>
                <a:lnTo>
                  <a:pt x="166416" y="55848"/>
                </a:lnTo>
                <a:lnTo>
                  <a:pt x="194116" y="67970"/>
                </a:lnTo>
                <a:lnTo>
                  <a:pt x="195919" y="64218"/>
                </a:lnTo>
                <a:lnTo>
                  <a:pt x="208903" y="65084"/>
                </a:lnTo>
                <a:lnTo>
                  <a:pt x="213953" y="75041"/>
                </a:lnTo>
                <a:lnTo>
                  <a:pt x="236675" y="73382"/>
                </a:lnTo>
                <a:lnTo>
                  <a:pt x="252545" y="75330"/>
                </a:lnTo>
                <a:lnTo>
                  <a:pt x="271517" y="68259"/>
                </a:lnTo>
                <a:lnTo>
                  <a:pt x="309171" y="65084"/>
                </a:lnTo>
                <a:lnTo>
                  <a:pt x="317683" y="60682"/>
                </a:lnTo>
                <a:lnTo>
                  <a:pt x="335140" y="64290"/>
                </a:lnTo>
                <a:lnTo>
                  <a:pt x="344589" y="71361"/>
                </a:lnTo>
                <a:lnTo>
                  <a:pt x="355410" y="69702"/>
                </a:lnTo>
                <a:lnTo>
                  <a:pt x="378132" y="75546"/>
                </a:lnTo>
                <a:lnTo>
                  <a:pt x="412757" y="73670"/>
                </a:lnTo>
                <a:lnTo>
                  <a:pt x="422568" y="70207"/>
                </a:lnTo>
                <a:lnTo>
                  <a:pt x="427906" y="64867"/>
                </a:lnTo>
                <a:lnTo>
                  <a:pt x="487273" y="63208"/>
                </a:lnTo>
                <a:lnTo>
                  <a:pt x="509202" y="72805"/>
                </a:lnTo>
                <a:lnTo>
                  <a:pt x="525144" y="90122"/>
                </a:lnTo>
                <a:lnTo>
                  <a:pt x="540581" y="126488"/>
                </a:lnTo>
                <a:lnTo>
                  <a:pt x="553637" y="175048"/>
                </a:lnTo>
                <a:lnTo>
                  <a:pt x="550535" y="180099"/>
                </a:lnTo>
                <a:lnTo>
                  <a:pt x="542023" y="182553"/>
                </a:lnTo>
                <a:lnTo>
                  <a:pt x="505307" y="173461"/>
                </a:lnTo>
                <a:lnTo>
                  <a:pt x="449835" y="173172"/>
                </a:lnTo>
                <a:lnTo>
                  <a:pt x="445074" y="183058"/>
                </a:lnTo>
                <a:lnTo>
                  <a:pt x="439808" y="179017"/>
                </a:lnTo>
                <a:lnTo>
                  <a:pt x="441467" y="174255"/>
                </a:lnTo>
                <a:lnTo>
                  <a:pt x="437427" y="173100"/>
                </a:lnTo>
                <a:lnTo>
                  <a:pt x="373732" y="172667"/>
                </a:lnTo>
                <a:lnTo>
                  <a:pt x="348341" y="184934"/>
                </a:lnTo>
                <a:lnTo>
                  <a:pt x="335356" y="177718"/>
                </a:lnTo>
                <a:lnTo>
                  <a:pt x="331028" y="183274"/>
                </a:lnTo>
                <a:lnTo>
                  <a:pt x="319775" y="187603"/>
                </a:lnTo>
                <a:lnTo>
                  <a:pt x="317322" y="184212"/>
                </a:lnTo>
                <a:lnTo>
                  <a:pt x="312345" y="185727"/>
                </a:lnTo>
                <a:lnTo>
                  <a:pt x="301236" y="194675"/>
                </a:lnTo>
                <a:lnTo>
                  <a:pt x="293806" y="196551"/>
                </a:lnTo>
                <a:lnTo>
                  <a:pt x="287314" y="194602"/>
                </a:lnTo>
                <a:lnTo>
                  <a:pt x="258893" y="204632"/>
                </a:lnTo>
                <a:lnTo>
                  <a:pt x="231193" y="206652"/>
                </a:lnTo>
                <a:lnTo>
                  <a:pt x="210779" y="182625"/>
                </a:lnTo>
                <a:lnTo>
                  <a:pt x="205874" y="167400"/>
                </a:lnTo>
                <a:lnTo>
                  <a:pt x="195414" y="161050"/>
                </a:lnTo>
                <a:lnTo>
                  <a:pt x="173846" y="162638"/>
                </a:lnTo>
                <a:lnTo>
                  <a:pt x="160717" y="137889"/>
                </a:lnTo>
                <a:lnTo>
                  <a:pt x="162088" y="130962"/>
                </a:lnTo>
                <a:lnTo>
                  <a:pt x="158914" y="132260"/>
                </a:lnTo>
                <a:lnTo>
                  <a:pt x="146362" y="123457"/>
                </a:lnTo>
                <a:lnTo>
                  <a:pt x="131863" y="122231"/>
                </a:lnTo>
                <a:lnTo>
                  <a:pt x="126669" y="116891"/>
                </a:lnTo>
                <a:lnTo>
                  <a:pt x="106183" y="110975"/>
                </a:lnTo>
                <a:lnTo>
                  <a:pt x="90602" y="99718"/>
                </a:lnTo>
                <a:lnTo>
                  <a:pt x="85985" y="97987"/>
                </a:lnTo>
                <a:lnTo>
                  <a:pt x="86995" y="100801"/>
                </a:lnTo>
                <a:lnTo>
                  <a:pt x="81801" y="100151"/>
                </a:lnTo>
                <a:lnTo>
                  <a:pt x="76030" y="93152"/>
                </a:lnTo>
                <a:lnTo>
                  <a:pt x="57925" y="89761"/>
                </a:lnTo>
                <a:lnTo>
                  <a:pt x="52514" y="78433"/>
                </a:lnTo>
                <a:lnTo>
                  <a:pt x="41550" y="76484"/>
                </a:lnTo>
                <a:lnTo>
                  <a:pt x="37438" y="80092"/>
                </a:lnTo>
                <a:lnTo>
                  <a:pt x="30802" y="78793"/>
                </a:lnTo>
                <a:lnTo>
                  <a:pt x="17168" y="64507"/>
                </a:lnTo>
                <a:lnTo>
                  <a:pt x="14355" y="65733"/>
                </a:lnTo>
                <a:lnTo>
                  <a:pt x="15653" y="60971"/>
                </a:lnTo>
                <a:lnTo>
                  <a:pt x="11974" y="60827"/>
                </a:lnTo>
              </a:path>
            </a:pathLst>
          </a:custGeom>
          <a:noFill xmlns:a="http://schemas.openxmlformats.org/drawingml/2006/main"/>
          <a:ln xmlns:a="http://schemas.openxmlformats.org/drawingml/2006/main" w="3579">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2024A837-8792-4D69-9A13-B3D4BAF41AE1}"/>
              </a:ext>
            </a:extLst>
          </p:cNvPr>
          <p:cNvSpPr>
            <a:spLocks xmlns:a="http://schemas.openxmlformats.org/drawingml/2006/main" noGrp="1"/>
          </p:cNvSpPr>
          <p:nvPr/>
        </p:nvSpPr>
        <p:spPr>
          <a:xfrm xmlns:a="http://schemas.openxmlformats.org/drawingml/2006/main">
            <a:off x="6069571" y="4028830"/>
            <a:ext cx="110052" cy="129807"/>
          </a:xfrm>
          <a:custGeom xmlns:a="http://schemas.openxmlformats.org/drawingml/2006/main">
            <a:pathLst>
              <a:path w="117147" h="138177">
                <a:moveTo>
                  <a:pt x="39963" y="11761"/>
                </a:moveTo>
                <a:lnTo>
                  <a:pt x="45950" y="20420"/>
                </a:lnTo>
                <a:lnTo>
                  <a:pt x="50062" y="16091"/>
                </a:lnTo>
                <a:lnTo>
                  <a:pt x="57780" y="16379"/>
                </a:lnTo>
                <a:lnTo>
                  <a:pt x="61676" y="13565"/>
                </a:lnTo>
                <a:lnTo>
                  <a:pt x="57420" y="9813"/>
                </a:lnTo>
                <a:lnTo>
                  <a:pt x="56410" y="11833"/>
                </a:lnTo>
                <a:lnTo>
                  <a:pt x="58934" y="7216"/>
                </a:lnTo>
                <a:lnTo>
                  <a:pt x="105534" y="1299"/>
                </a:lnTo>
                <a:lnTo>
                  <a:pt x="109573" y="4185"/>
                </a:lnTo>
                <a:lnTo>
                  <a:pt x="109573" y="10462"/>
                </a:lnTo>
                <a:lnTo>
                  <a:pt x="102360" y="22296"/>
                </a:lnTo>
                <a:lnTo>
                  <a:pt x="84398" y="29079"/>
                </a:lnTo>
                <a:lnTo>
                  <a:pt x="85336" y="25182"/>
                </a:lnTo>
                <a:lnTo>
                  <a:pt x="78772" y="24388"/>
                </a:lnTo>
                <a:lnTo>
                  <a:pt x="74011" y="29151"/>
                </a:lnTo>
                <a:lnTo>
                  <a:pt x="72496" y="36294"/>
                </a:lnTo>
                <a:lnTo>
                  <a:pt x="79132" y="50076"/>
                </a:lnTo>
                <a:lnTo>
                  <a:pt x="86923" y="50148"/>
                </a:lnTo>
                <a:lnTo>
                  <a:pt x="88510" y="47406"/>
                </a:lnTo>
                <a:lnTo>
                  <a:pt x="85985" y="45674"/>
                </a:lnTo>
                <a:lnTo>
                  <a:pt x="91539" y="47622"/>
                </a:lnTo>
                <a:lnTo>
                  <a:pt x="94858" y="64074"/>
                </a:lnTo>
                <a:lnTo>
                  <a:pt x="109213" y="76340"/>
                </a:lnTo>
                <a:lnTo>
                  <a:pt x="112098" y="84061"/>
                </a:lnTo>
                <a:lnTo>
                  <a:pt x="116859" y="87380"/>
                </a:lnTo>
                <a:lnTo>
                  <a:pt x="117147" y="92070"/>
                </a:lnTo>
                <a:lnTo>
                  <a:pt x="113901" y="89039"/>
                </a:lnTo>
                <a:lnTo>
                  <a:pt x="108996" y="91204"/>
                </a:lnTo>
                <a:lnTo>
                  <a:pt x="105967" y="99935"/>
                </a:lnTo>
                <a:lnTo>
                  <a:pt x="110078" y="103254"/>
                </a:lnTo>
                <a:lnTo>
                  <a:pt x="99691" y="107655"/>
                </a:lnTo>
                <a:lnTo>
                  <a:pt x="102071" y="105635"/>
                </a:lnTo>
                <a:lnTo>
                  <a:pt x="94136" y="101739"/>
                </a:lnTo>
                <a:lnTo>
                  <a:pt x="89015" y="94018"/>
                </a:lnTo>
                <a:lnTo>
                  <a:pt x="76463" y="84277"/>
                </a:lnTo>
                <a:lnTo>
                  <a:pt x="67302" y="71145"/>
                </a:lnTo>
                <a:lnTo>
                  <a:pt x="58574" y="84133"/>
                </a:lnTo>
                <a:lnTo>
                  <a:pt x="60666" y="97121"/>
                </a:lnTo>
                <a:lnTo>
                  <a:pt x="60594" y="92792"/>
                </a:lnTo>
                <a:lnTo>
                  <a:pt x="54751" y="93802"/>
                </a:lnTo>
                <a:lnTo>
                  <a:pt x="57420" y="108088"/>
                </a:lnTo>
                <a:lnTo>
                  <a:pt x="60016" y="108954"/>
                </a:lnTo>
                <a:lnTo>
                  <a:pt x="60954" y="106357"/>
                </a:lnTo>
                <a:lnTo>
                  <a:pt x="61748" y="118479"/>
                </a:lnTo>
                <a:lnTo>
                  <a:pt x="58502" y="117757"/>
                </a:lnTo>
                <a:lnTo>
                  <a:pt x="57708" y="125189"/>
                </a:lnTo>
                <a:lnTo>
                  <a:pt x="60594" y="128364"/>
                </a:lnTo>
                <a:lnTo>
                  <a:pt x="64272" y="126993"/>
                </a:lnTo>
                <a:lnTo>
                  <a:pt x="65210" y="132621"/>
                </a:lnTo>
                <a:lnTo>
                  <a:pt x="60666" y="138177"/>
                </a:lnTo>
                <a:lnTo>
                  <a:pt x="51432" y="128653"/>
                </a:lnTo>
                <a:lnTo>
                  <a:pt x="44363" y="126849"/>
                </a:lnTo>
                <a:lnTo>
                  <a:pt x="36140" y="112706"/>
                </a:lnTo>
                <a:lnTo>
                  <a:pt x="0" y="74608"/>
                </a:lnTo>
                <a:lnTo>
                  <a:pt x="8440" y="67104"/>
                </a:lnTo>
                <a:lnTo>
                  <a:pt x="17096" y="65228"/>
                </a:lnTo>
                <a:lnTo>
                  <a:pt x="21929" y="67032"/>
                </a:lnTo>
                <a:lnTo>
                  <a:pt x="19549" y="67537"/>
                </a:lnTo>
                <a:lnTo>
                  <a:pt x="23155" y="70784"/>
                </a:lnTo>
                <a:lnTo>
                  <a:pt x="26401" y="70856"/>
                </a:lnTo>
                <a:lnTo>
                  <a:pt x="25824" y="68620"/>
                </a:lnTo>
                <a:lnTo>
                  <a:pt x="30657" y="73526"/>
                </a:lnTo>
                <a:lnTo>
                  <a:pt x="39169" y="74969"/>
                </a:lnTo>
                <a:lnTo>
                  <a:pt x="37294" y="79443"/>
                </a:lnTo>
                <a:lnTo>
                  <a:pt x="50855" y="86875"/>
                </a:lnTo>
                <a:lnTo>
                  <a:pt x="53380" y="82834"/>
                </a:lnTo>
                <a:lnTo>
                  <a:pt x="47970" y="78505"/>
                </a:lnTo>
                <a:lnTo>
                  <a:pt x="57925" y="83339"/>
                </a:lnTo>
                <a:lnTo>
                  <a:pt x="65715" y="70640"/>
                </a:lnTo>
                <a:lnTo>
                  <a:pt x="64272" y="64218"/>
                </a:lnTo>
                <a:lnTo>
                  <a:pt x="66725" y="60322"/>
                </a:lnTo>
                <a:lnTo>
                  <a:pt x="63840" y="55848"/>
                </a:lnTo>
                <a:lnTo>
                  <a:pt x="61459" y="57652"/>
                </a:lnTo>
                <a:lnTo>
                  <a:pt x="50927" y="48633"/>
                </a:lnTo>
                <a:lnTo>
                  <a:pt x="57059" y="43149"/>
                </a:lnTo>
                <a:lnTo>
                  <a:pt x="61243" y="46612"/>
                </a:lnTo>
                <a:lnTo>
                  <a:pt x="65282" y="45097"/>
                </a:lnTo>
                <a:lnTo>
                  <a:pt x="64705" y="33264"/>
                </a:lnTo>
                <a:lnTo>
                  <a:pt x="51000" y="33841"/>
                </a:lnTo>
                <a:lnTo>
                  <a:pt x="49196" y="24244"/>
                </a:lnTo>
                <a:lnTo>
                  <a:pt x="35707" y="42066"/>
                </a:lnTo>
                <a:lnTo>
                  <a:pt x="26113" y="43293"/>
                </a:lnTo>
                <a:lnTo>
                  <a:pt x="27339" y="37593"/>
                </a:lnTo>
                <a:lnTo>
                  <a:pt x="41838" y="32037"/>
                </a:lnTo>
                <a:lnTo>
                  <a:pt x="45084" y="21502"/>
                </a:lnTo>
                <a:lnTo>
                  <a:pt x="36428" y="11906"/>
                </a:lnTo>
                <a:lnTo>
                  <a:pt x="33687" y="15586"/>
                </a:lnTo>
                <a:lnTo>
                  <a:pt x="35418" y="16884"/>
                </a:lnTo>
                <a:lnTo>
                  <a:pt x="30585" y="16307"/>
                </a:lnTo>
                <a:lnTo>
                  <a:pt x="16880" y="2742"/>
                </a:lnTo>
                <a:lnTo>
                  <a:pt x="19476" y="0"/>
                </a:lnTo>
                <a:lnTo>
                  <a:pt x="38232" y="5772"/>
                </a:lnTo>
                <a:lnTo>
                  <a:pt x="39963" y="11761"/>
                </a:lnTo>
              </a:path>
            </a:pathLst>
          </a:custGeom>
          <a:noFill xmlns:a="http://schemas.openxmlformats.org/drawingml/2006/main"/>
          <a:ln xmlns:a="http://schemas.openxmlformats.org/drawingml/2006/main" w="3579">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18B6F335-DB8B-43DC-83EF-6505DC8EF9B9}"/>
              </a:ext>
            </a:extLst>
          </p:cNvPr>
          <p:cNvSpPr>
            <a:spLocks xmlns:a="http://schemas.openxmlformats.org/drawingml/2006/main" noGrp="1"/>
          </p:cNvSpPr>
          <p:nvPr/>
        </p:nvSpPr>
        <p:spPr>
          <a:xfrm xmlns:a="http://schemas.openxmlformats.org/drawingml/2006/main">
            <a:off x="6080143" y="3940574"/>
            <a:ext cx="72238" cy="52804"/>
          </a:xfrm>
          <a:custGeom xmlns:a="http://schemas.openxmlformats.org/drawingml/2006/main">
            <a:pathLst>
              <a:path w="76896" h="56209">
                <a:moveTo>
                  <a:pt x="76896" y="33480"/>
                </a:moveTo>
                <a:lnTo>
                  <a:pt x="75237" y="43293"/>
                </a:lnTo>
                <a:lnTo>
                  <a:pt x="67374" y="48127"/>
                </a:lnTo>
                <a:lnTo>
                  <a:pt x="39746" y="36150"/>
                </a:lnTo>
                <a:lnTo>
                  <a:pt x="31090" y="39108"/>
                </a:lnTo>
                <a:lnTo>
                  <a:pt x="9378" y="56209"/>
                </a:lnTo>
                <a:lnTo>
                  <a:pt x="3318" y="55992"/>
                </a:lnTo>
                <a:lnTo>
                  <a:pt x="0" y="51086"/>
                </a:lnTo>
                <a:lnTo>
                  <a:pt x="3390" y="41417"/>
                </a:lnTo>
                <a:lnTo>
                  <a:pt x="32821" y="21574"/>
                </a:lnTo>
                <a:lnTo>
                  <a:pt x="53091" y="0"/>
                </a:lnTo>
                <a:lnTo>
                  <a:pt x="60161" y="2381"/>
                </a:lnTo>
                <a:lnTo>
                  <a:pt x="68312" y="10679"/>
                </a:lnTo>
                <a:lnTo>
                  <a:pt x="76896" y="33480"/>
                </a:lnTo>
              </a:path>
            </a:pathLst>
          </a:custGeom>
          <a:noFill xmlns:a="http://schemas.openxmlformats.org/drawingml/2006/main"/>
          <a:ln xmlns:a="http://schemas.openxmlformats.org/drawingml/2006/main" w="3579">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9D01A034-5FFB-40EF-BF7F-6DE79BC0DC72}"/>
              </a:ext>
            </a:extLst>
          </p:cNvPr>
          <p:cNvSpPr>
            <a:spLocks xmlns:a="http://schemas.openxmlformats.org/drawingml/2006/main" noGrp="1"/>
          </p:cNvSpPr>
          <p:nvPr/>
        </p:nvSpPr>
        <p:spPr>
          <a:xfrm xmlns:a="http://schemas.openxmlformats.org/drawingml/2006/main">
            <a:off x="6016375" y="4013375"/>
            <a:ext cx="35848" cy="49212"/>
          </a:xfrm>
          <a:custGeom xmlns:a="http://schemas.openxmlformats.org/drawingml/2006/main">
            <a:pathLst>
              <a:path w="38159" h="52385">
                <a:moveTo>
                  <a:pt x="38159" y="43726"/>
                </a:moveTo>
                <a:lnTo>
                  <a:pt x="36500" y="50942"/>
                </a:lnTo>
                <a:lnTo>
                  <a:pt x="32461" y="52385"/>
                </a:lnTo>
                <a:lnTo>
                  <a:pt x="13201" y="41489"/>
                </a:lnTo>
                <a:lnTo>
                  <a:pt x="0" y="13565"/>
                </a:lnTo>
                <a:lnTo>
                  <a:pt x="4617" y="0"/>
                </a:lnTo>
                <a:lnTo>
                  <a:pt x="17385" y="3896"/>
                </a:lnTo>
                <a:lnTo>
                  <a:pt x="28782" y="18472"/>
                </a:lnTo>
                <a:lnTo>
                  <a:pt x="38159" y="43726"/>
                </a:lnTo>
              </a:path>
            </a:pathLst>
          </a:custGeom>
          <a:noFill xmlns:a="http://schemas.openxmlformats.org/drawingml/2006/main"/>
          <a:ln xmlns:a="http://schemas.openxmlformats.org/drawingml/2006/main" w="3579">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A8AEC453-3943-4E7B-848E-EB3C32DBAA67}"/>
              </a:ext>
            </a:extLst>
          </p:cNvPr>
          <p:cNvSpPr>
            <a:spLocks xmlns:a="http://schemas.openxmlformats.org/drawingml/2006/main" noGrp="1"/>
          </p:cNvSpPr>
          <p:nvPr/>
        </p:nvSpPr>
        <p:spPr>
          <a:xfrm xmlns:a="http://schemas.openxmlformats.org/drawingml/2006/main">
            <a:off x="6170068" y="4076753"/>
            <a:ext cx="32256" cy="31384"/>
          </a:xfrm>
          <a:custGeom xmlns:a="http://schemas.openxmlformats.org/drawingml/2006/main">
            <a:pathLst>
              <a:path w="34336" h="33408">
                <a:moveTo>
                  <a:pt x="18755" y="8298"/>
                </a:moveTo>
                <a:lnTo>
                  <a:pt x="24526" y="6277"/>
                </a:lnTo>
                <a:lnTo>
                  <a:pt x="20631" y="3319"/>
                </a:lnTo>
                <a:lnTo>
                  <a:pt x="23877" y="5267"/>
                </a:lnTo>
                <a:lnTo>
                  <a:pt x="32389" y="18688"/>
                </a:lnTo>
                <a:lnTo>
                  <a:pt x="34336" y="25543"/>
                </a:lnTo>
                <a:lnTo>
                  <a:pt x="28710" y="33408"/>
                </a:lnTo>
                <a:lnTo>
                  <a:pt x="24670" y="31820"/>
                </a:lnTo>
                <a:lnTo>
                  <a:pt x="28566" y="33119"/>
                </a:lnTo>
                <a:lnTo>
                  <a:pt x="32966" y="27347"/>
                </a:lnTo>
                <a:lnTo>
                  <a:pt x="31884" y="28934"/>
                </a:lnTo>
                <a:lnTo>
                  <a:pt x="17457" y="22512"/>
                </a:lnTo>
                <a:lnTo>
                  <a:pt x="17457" y="20492"/>
                </a:lnTo>
                <a:lnTo>
                  <a:pt x="18683" y="24605"/>
                </a:lnTo>
                <a:lnTo>
                  <a:pt x="11686" y="14720"/>
                </a:lnTo>
                <a:lnTo>
                  <a:pt x="15509" y="15658"/>
                </a:lnTo>
                <a:lnTo>
                  <a:pt x="17240" y="12411"/>
                </a:lnTo>
                <a:lnTo>
                  <a:pt x="11325" y="10679"/>
                </a:lnTo>
                <a:lnTo>
                  <a:pt x="8584" y="14503"/>
                </a:lnTo>
                <a:lnTo>
                  <a:pt x="0" y="4401"/>
                </a:lnTo>
                <a:lnTo>
                  <a:pt x="866" y="649"/>
                </a:lnTo>
                <a:lnTo>
                  <a:pt x="7863" y="0"/>
                </a:lnTo>
                <a:lnTo>
                  <a:pt x="8223" y="2598"/>
                </a:lnTo>
                <a:lnTo>
                  <a:pt x="18755" y="8298"/>
                </a:lnTo>
              </a:path>
            </a:pathLst>
          </a:custGeom>
          <a:noFill xmlns:a="http://schemas.openxmlformats.org/drawingml/2006/main"/>
          <a:ln xmlns:a="http://schemas.openxmlformats.org/drawingml/2006/main" w="3579">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F21C1E45-F612-49E9-B625-A5D6EC5DD8EB}"/>
              </a:ext>
            </a:extLst>
          </p:cNvPr>
          <p:cNvSpPr>
            <a:spLocks xmlns:a="http://schemas.openxmlformats.org/drawingml/2006/main" noGrp="1"/>
          </p:cNvSpPr>
          <p:nvPr/>
        </p:nvSpPr>
        <p:spPr>
          <a:xfrm xmlns:a="http://schemas.openxmlformats.org/drawingml/2006/main">
            <a:off x="6003568" y="4143589"/>
            <a:ext cx="21753" cy="22030"/>
          </a:xfrm>
          <a:custGeom xmlns:a="http://schemas.openxmlformats.org/drawingml/2006/main">
            <a:pathLst>
              <a:path w="23155" h="23450">
                <a:moveTo>
                  <a:pt x="11181" y="0"/>
                </a:moveTo>
                <a:lnTo>
                  <a:pt x="20486" y="5700"/>
                </a:lnTo>
                <a:lnTo>
                  <a:pt x="23155" y="11112"/>
                </a:lnTo>
                <a:lnTo>
                  <a:pt x="21713" y="8370"/>
                </a:lnTo>
                <a:lnTo>
                  <a:pt x="18539" y="9452"/>
                </a:lnTo>
                <a:lnTo>
                  <a:pt x="12335" y="20203"/>
                </a:lnTo>
                <a:lnTo>
                  <a:pt x="14932" y="21863"/>
                </a:lnTo>
                <a:lnTo>
                  <a:pt x="6492" y="23450"/>
                </a:lnTo>
                <a:lnTo>
                  <a:pt x="0" y="15153"/>
                </a:lnTo>
                <a:lnTo>
                  <a:pt x="11181" y="0"/>
                </a:lnTo>
              </a:path>
            </a:pathLst>
          </a:custGeom>
          <a:noFill xmlns:a="http://schemas.openxmlformats.org/drawingml/2006/main"/>
          <a:ln xmlns:a="http://schemas.openxmlformats.org/drawingml/2006/main" w="3579">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99F21CEB-514C-4748-B686-6C69379BF3B5}"/>
              </a:ext>
            </a:extLst>
          </p:cNvPr>
          <p:cNvSpPr>
            <a:spLocks xmlns:a="http://schemas.openxmlformats.org/drawingml/2006/main" noGrp="1"/>
          </p:cNvSpPr>
          <p:nvPr/>
        </p:nvSpPr>
        <p:spPr>
          <a:xfrm xmlns:a="http://schemas.openxmlformats.org/drawingml/2006/main">
            <a:off x="5991709" y="4133625"/>
            <a:ext cx="13621" cy="15523"/>
          </a:xfrm>
          <a:custGeom xmlns:a="http://schemas.openxmlformats.org/drawingml/2006/main">
            <a:pathLst>
              <a:path w="14499" h="16524">
                <a:moveTo>
                  <a:pt x="3102" y="0"/>
                </a:moveTo>
                <a:lnTo>
                  <a:pt x="10676" y="1732"/>
                </a:lnTo>
                <a:lnTo>
                  <a:pt x="14499" y="5700"/>
                </a:lnTo>
                <a:lnTo>
                  <a:pt x="6131" y="16524"/>
                </a:lnTo>
                <a:lnTo>
                  <a:pt x="649" y="10751"/>
                </a:lnTo>
                <a:lnTo>
                  <a:pt x="0" y="3608"/>
                </a:lnTo>
                <a:lnTo>
                  <a:pt x="505" y="5989"/>
                </a:lnTo>
                <a:lnTo>
                  <a:pt x="3102" y="3824"/>
                </a:lnTo>
                <a:lnTo>
                  <a:pt x="3102" y="0"/>
                </a:lnTo>
              </a:path>
            </a:pathLst>
          </a:custGeom>
          <a:noFill xmlns:a="http://schemas.openxmlformats.org/drawingml/2006/main"/>
          <a:ln xmlns:a="http://schemas.openxmlformats.org/drawingml/2006/main" w="3579">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AA0EA098-8E72-4285-9E62-E2D312014E38}"/>
              </a:ext>
            </a:extLst>
          </p:cNvPr>
          <p:cNvSpPr>
            <a:spLocks xmlns:a="http://schemas.openxmlformats.org/drawingml/2006/main" noGrp="1"/>
          </p:cNvSpPr>
          <p:nvPr/>
        </p:nvSpPr>
        <p:spPr>
          <a:xfrm xmlns:a="http://schemas.openxmlformats.org/drawingml/2006/main">
            <a:off x="6167561" y="2536214"/>
            <a:ext cx="101784" cy="117742"/>
          </a:xfrm>
          <a:custGeom xmlns:a="http://schemas.openxmlformats.org/drawingml/2006/main">
            <a:pathLst>
              <a:path w="108347" h="125334">
                <a:moveTo>
                  <a:pt x="106255" y="91348"/>
                </a:moveTo>
                <a:lnTo>
                  <a:pt x="108347" y="100079"/>
                </a:lnTo>
                <a:lnTo>
                  <a:pt x="105462" y="106573"/>
                </a:lnTo>
                <a:lnTo>
                  <a:pt x="85697" y="122159"/>
                </a:lnTo>
                <a:lnTo>
                  <a:pt x="70909" y="125334"/>
                </a:lnTo>
                <a:lnTo>
                  <a:pt x="57708" y="120643"/>
                </a:lnTo>
                <a:lnTo>
                  <a:pt x="43425" y="104914"/>
                </a:lnTo>
                <a:lnTo>
                  <a:pt x="29503" y="80020"/>
                </a:lnTo>
                <a:lnTo>
                  <a:pt x="16447" y="70207"/>
                </a:lnTo>
                <a:lnTo>
                  <a:pt x="15221" y="49210"/>
                </a:lnTo>
                <a:lnTo>
                  <a:pt x="1515" y="21791"/>
                </a:lnTo>
                <a:lnTo>
                  <a:pt x="0" y="9524"/>
                </a:lnTo>
                <a:lnTo>
                  <a:pt x="19765" y="0"/>
                </a:lnTo>
                <a:lnTo>
                  <a:pt x="28061" y="1515"/>
                </a:lnTo>
                <a:lnTo>
                  <a:pt x="62974" y="38603"/>
                </a:lnTo>
                <a:lnTo>
                  <a:pt x="106255" y="91348"/>
                </a:lnTo>
              </a:path>
            </a:pathLst>
          </a:custGeom>
          <a:noFill xmlns:a="http://schemas.openxmlformats.org/drawingml/2006/main"/>
          <a:ln xmlns:a="http://schemas.openxmlformats.org/drawingml/2006/main" w="3579">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AA03531D-4772-447A-B2CE-5F1C01C5EED8}"/>
              </a:ext>
            </a:extLst>
          </p:cNvPr>
          <p:cNvSpPr>
            <a:spLocks xmlns:a="http://schemas.openxmlformats.org/drawingml/2006/main" noGrp="1"/>
          </p:cNvSpPr>
          <p:nvPr/>
        </p:nvSpPr>
        <p:spPr>
          <a:xfrm xmlns:a="http://schemas.openxmlformats.org/drawingml/2006/main">
            <a:off x="7194008" y="2618572"/>
            <a:ext cx="350536" cy="581630"/>
          </a:xfrm>
          <a:custGeom xmlns:a="http://schemas.openxmlformats.org/drawingml/2006/main">
            <a:pathLst>
              <a:path w="373138" h="619133">
                <a:moveTo>
                  <a:pt x="324464" y="59528"/>
                </a:moveTo>
                <a:lnTo>
                  <a:pt x="329874" y="66599"/>
                </a:lnTo>
                <a:lnTo>
                  <a:pt x="336727" y="62919"/>
                </a:lnTo>
                <a:lnTo>
                  <a:pt x="354616" y="64723"/>
                </a:lnTo>
                <a:lnTo>
                  <a:pt x="373138" y="71059"/>
                </a:lnTo>
                <a:moveTo>
                  <a:pt x="373138" y="619133"/>
                </a:moveTo>
                <a:lnTo>
                  <a:pt x="168796" y="445558"/>
                </a:lnTo>
                <a:lnTo>
                  <a:pt x="90025" y="373980"/>
                </a:lnTo>
                <a:lnTo>
                  <a:pt x="62902" y="333429"/>
                </a:lnTo>
                <a:lnTo>
                  <a:pt x="52226" y="307092"/>
                </a:lnTo>
                <a:lnTo>
                  <a:pt x="46455" y="283786"/>
                </a:lnTo>
                <a:lnTo>
                  <a:pt x="53524" y="278158"/>
                </a:lnTo>
                <a:lnTo>
                  <a:pt x="114118" y="279890"/>
                </a:lnTo>
                <a:lnTo>
                  <a:pt x="129050" y="276354"/>
                </a:lnTo>
                <a:lnTo>
                  <a:pt x="140086" y="270005"/>
                </a:lnTo>
                <a:lnTo>
                  <a:pt x="148166" y="258676"/>
                </a:lnTo>
                <a:lnTo>
                  <a:pt x="147372" y="250883"/>
                </a:lnTo>
                <a:lnTo>
                  <a:pt x="140014" y="243812"/>
                </a:lnTo>
                <a:lnTo>
                  <a:pt x="138788" y="234071"/>
                </a:lnTo>
                <a:lnTo>
                  <a:pt x="152061" y="210404"/>
                </a:lnTo>
                <a:lnTo>
                  <a:pt x="141024" y="205281"/>
                </a:lnTo>
                <a:lnTo>
                  <a:pt x="128905" y="206436"/>
                </a:lnTo>
                <a:lnTo>
                  <a:pt x="111809" y="224042"/>
                </a:lnTo>
                <a:lnTo>
                  <a:pt x="96084" y="230391"/>
                </a:lnTo>
                <a:lnTo>
                  <a:pt x="38015" y="227722"/>
                </a:lnTo>
                <a:lnTo>
                  <a:pt x="28782" y="222382"/>
                </a:lnTo>
                <a:lnTo>
                  <a:pt x="22650" y="214662"/>
                </a:lnTo>
                <a:lnTo>
                  <a:pt x="1298" y="157875"/>
                </a:lnTo>
                <a:lnTo>
                  <a:pt x="0" y="130529"/>
                </a:lnTo>
                <a:lnTo>
                  <a:pt x="12047" y="105563"/>
                </a:lnTo>
                <a:lnTo>
                  <a:pt x="87788" y="37232"/>
                </a:lnTo>
                <a:lnTo>
                  <a:pt x="111016" y="24749"/>
                </a:lnTo>
                <a:lnTo>
                  <a:pt x="197145" y="794"/>
                </a:lnTo>
                <a:lnTo>
                  <a:pt x="225639" y="0"/>
                </a:lnTo>
                <a:lnTo>
                  <a:pt x="249876" y="6999"/>
                </a:lnTo>
                <a:lnTo>
                  <a:pt x="271877" y="39830"/>
                </a:lnTo>
                <a:lnTo>
                  <a:pt x="320929" y="49066"/>
                </a:lnTo>
                <a:lnTo>
                  <a:pt x="326339" y="53395"/>
                </a:lnTo>
                <a:lnTo>
                  <a:pt x="324464" y="59528"/>
                </a:lnTo>
              </a:path>
            </a:pathLst>
          </a:custGeom>
          <a:noFill xmlns:a="http://schemas.openxmlformats.org/drawingml/2006/main"/>
          <a:ln xmlns:a="http://schemas.openxmlformats.org/drawingml/2006/main" w="3579">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7D9D2F61-95AF-4671-AC09-4BE20FD28F6E}"/>
              </a:ext>
            </a:extLst>
          </p:cNvPr>
          <p:cNvSpPr>
            <a:spLocks xmlns:a="http://schemas.openxmlformats.org/drawingml/2006/main" noGrp="1"/>
          </p:cNvSpPr>
          <p:nvPr/>
        </p:nvSpPr>
        <p:spPr>
          <a:xfrm xmlns:a="http://schemas.openxmlformats.org/drawingml/2006/main">
            <a:off x="6753260" y="2837923"/>
            <a:ext cx="70883" cy="65480"/>
          </a:xfrm>
          <a:custGeom xmlns:a="http://schemas.openxmlformats.org/drawingml/2006/main">
            <a:pathLst>
              <a:path w="75453" h="69702">
                <a:moveTo>
                  <a:pt x="21352" y="4401"/>
                </a:moveTo>
                <a:lnTo>
                  <a:pt x="39674" y="28573"/>
                </a:lnTo>
                <a:lnTo>
                  <a:pt x="68601" y="37881"/>
                </a:lnTo>
                <a:lnTo>
                  <a:pt x="75453" y="63064"/>
                </a:lnTo>
                <a:lnTo>
                  <a:pt x="72496" y="69269"/>
                </a:lnTo>
                <a:lnTo>
                  <a:pt x="68601" y="69702"/>
                </a:lnTo>
                <a:lnTo>
                  <a:pt x="59223" y="61693"/>
                </a:lnTo>
                <a:lnTo>
                  <a:pt x="5482" y="9236"/>
                </a:lnTo>
                <a:lnTo>
                  <a:pt x="0" y="0"/>
                </a:lnTo>
                <a:lnTo>
                  <a:pt x="21352" y="4401"/>
                </a:lnTo>
              </a:path>
            </a:pathLst>
          </a:custGeom>
          <a:noFill xmlns:a="http://schemas.openxmlformats.org/drawingml/2006/main"/>
          <a:ln xmlns:a="http://schemas.openxmlformats.org/drawingml/2006/main" w="3579">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2BB2D1A6-8503-48B4-BDE3-9A98EB97263D}"/>
              </a:ext>
            </a:extLst>
          </p:cNvPr>
          <p:cNvSpPr>
            <a:spLocks xmlns:a="http://schemas.openxmlformats.org/drawingml/2006/main" noGrp="1"/>
          </p:cNvSpPr>
          <p:nvPr/>
        </p:nvSpPr>
        <p:spPr>
          <a:xfrm xmlns:a="http://schemas.openxmlformats.org/drawingml/2006/main">
            <a:off x="5490039" y="4132404"/>
            <a:ext cx="163315" cy="196101"/>
          </a:xfrm>
          <a:custGeom xmlns:a="http://schemas.openxmlformats.org/drawingml/2006/main">
            <a:pathLst>
              <a:path w="173846" h="208745">
                <a:moveTo>
                  <a:pt x="16952" y="30161"/>
                </a:moveTo>
                <a:lnTo>
                  <a:pt x="27916" y="31460"/>
                </a:lnTo>
                <a:lnTo>
                  <a:pt x="24310" y="39036"/>
                </a:lnTo>
                <a:lnTo>
                  <a:pt x="27844" y="51735"/>
                </a:lnTo>
                <a:lnTo>
                  <a:pt x="23011" y="53178"/>
                </a:lnTo>
                <a:lnTo>
                  <a:pt x="30802" y="50797"/>
                </a:lnTo>
                <a:lnTo>
                  <a:pt x="32100" y="53034"/>
                </a:lnTo>
                <a:lnTo>
                  <a:pt x="35130" y="49138"/>
                </a:lnTo>
                <a:lnTo>
                  <a:pt x="37943" y="52673"/>
                </a:lnTo>
                <a:lnTo>
                  <a:pt x="34264" y="62342"/>
                </a:lnTo>
                <a:lnTo>
                  <a:pt x="38664" y="65228"/>
                </a:lnTo>
                <a:lnTo>
                  <a:pt x="28782" y="71073"/>
                </a:lnTo>
                <a:lnTo>
                  <a:pt x="23083" y="67032"/>
                </a:lnTo>
                <a:lnTo>
                  <a:pt x="21424" y="68403"/>
                </a:lnTo>
                <a:lnTo>
                  <a:pt x="28349" y="71722"/>
                </a:lnTo>
                <a:lnTo>
                  <a:pt x="40251" y="67032"/>
                </a:lnTo>
                <a:lnTo>
                  <a:pt x="35058" y="71794"/>
                </a:lnTo>
                <a:lnTo>
                  <a:pt x="41766" y="70856"/>
                </a:lnTo>
                <a:lnTo>
                  <a:pt x="40179" y="80164"/>
                </a:lnTo>
                <a:lnTo>
                  <a:pt x="42776" y="73021"/>
                </a:lnTo>
                <a:lnTo>
                  <a:pt x="59944" y="65517"/>
                </a:lnTo>
                <a:lnTo>
                  <a:pt x="69394" y="64579"/>
                </a:lnTo>
                <a:lnTo>
                  <a:pt x="89231" y="69630"/>
                </a:lnTo>
                <a:lnTo>
                  <a:pt x="112675" y="57363"/>
                </a:lnTo>
                <a:lnTo>
                  <a:pt x="127246" y="53034"/>
                </a:lnTo>
                <a:lnTo>
                  <a:pt x="127246" y="50076"/>
                </a:lnTo>
                <a:lnTo>
                  <a:pt x="164252" y="49498"/>
                </a:lnTo>
                <a:lnTo>
                  <a:pt x="172259" y="82545"/>
                </a:lnTo>
                <a:lnTo>
                  <a:pt x="173846" y="111408"/>
                </a:lnTo>
                <a:lnTo>
                  <a:pt x="170960" y="122880"/>
                </a:lnTo>
                <a:lnTo>
                  <a:pt x="161294" y="134714"/>
                </a:lnTo>
                <a:lnTo>
                  <a:pt x="133811" y="149722"/>
                </a:lnTo>
                <a:lnTo>
                  <a:pt x="127463" y="179955"/>
                </a:lnTo>
                <a:lnTo>
                  <a:pt x="111160" y="195829"/>
                </a:lnTo>
                <a:lnTo>
                  <a:pt x="96300" y="205642"/>
                </a:lnTo>
                <a:lnTo>
                  <a:pt x="79998" y="208745"/>
                </a:lnTo>
                <a:lnTo>
                  <a:pt x="63912" y="203478"/>
                </a:lnTo>
                <a:lnTo>
                  <a:pt x="21280" y="160473"/>
                </a:lnTo>
                <a:lnTo>
                  <a:pt x="20703" y="151309"/>
                </a:lnTo>
                <a:lnTo>
                  <a:pt x="39530" y="128003"/>
                </a:lnTo>
                <a:lnTo>
                  <a:pt x="44075" y="113211"/>
                </a:lnTo>
                <a:lnTo>
                  <a:pt x="40684" y="96544"/>
                </a:lnTo>
                <a:lnTo>
                  <a:pt x="37222" y="102100"/>
                </a:lnTo>
                <a:lnTo>
                  <a:pt x="35635" y="96471"/>
                </a:lnTo>
                <a:lnTo>
                  <a:pt x="28277" y="94379"/>
                </a:lnTo>
                <a:lnTo>
                  <a:pt x="35707" y="97626"/>
                </a:lnTo>
                <a:lnTo>
                  <a:pt x="36068" y="103687"/>
                </a:lnTo>
                <a:lnTo>
                  <a:pt x="28782" y="110397"/>
                </a:lnTo>
                <a:lnTo>
                  <a:pt x="23516" y="103038"/>
                </a:lnTo>
                <a:lnTo>
                  <a:pt x="22001" y="109243"/>
                </a:lnTo>
                <a:lnTo>
                  <a:pt x="14427" y="116964"/>
                </a:lnTo>
                <a:lnTo>
                  <a:pt x="5482" y="101955"/>
                </a:lnTo>
                <a:lnTo>
                  <a:pt x="0" y="80309"/>
                </a:lnTo>
                <a:lnTo>
                  <a:pt x="2813" y="60466"/>
                </a:lnTo>
                <a:lnTo>
                  <a:pt x="8223" y="53467"/>
                </a:lnTo>
                <a:lnTo>
                  <a:pt x="11253" y="37088"/>
                </a:lnTo>
                <a:lnTo>
                  <a:pt x="8223" y="361"/>
                </a:lnTo>
                <a:lnTo>
                  <a:pt x="10315" y="0"/>
                </a:lnTo>
                <a:lnTo>
                  <a:pt x="16952" y="30161"/>
                </a:lnTo>
              </a:path>
            </a:pathLst>
          </a:custGeom>
          <a:noFill xmlns:a="http://schemas.openxmlformats.org/drawingml/2006/main"/>
          <a:ln xmlns:a="http://schemas.openxmlformats.org/drawingml/2006/main" w="3579">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EDC1EB7E-9989-49D0-A842-DF4F1C922B87}"/>
              </a:ext>
            </a:extLst>
          </p:cNvPr>
          <p:cNvSpPr>
            <a:spLocks xmlns:a="http://schemas.openxmlformats.org/drawingml/2006/main" noGrp="1"/>
          </p:cNvSpPr>
          <p:nvPr/>
        </p:nvSpPr>
        <p:spPr>
          <a:xfrm xmlns:a="http://schemas.openxmlformats.org/drawingml/2006/main">
            <a:off x="5147551" y="4158840"/>
            <a:ext cx="179850" cy="73411"/>
          </a:xfrm>
          <a:custGeom xmlns:a="http://schemas.openxmlformats.org/drawingml/2006/main">
            <a:pathLst>
              <a:path w="191447" h="78144">
                <a:moveTo>
                  <a:pt x="112891" y="144"/>
                </a:moveTo>
                <a:lnTo>
                  <a:pt x="128328" y="4907"/>
                </a:lnTo>
                <a:lnTo>
                  <a:pt x="118662" y="2020"/>
                </a:lnTo>
                <a:lnTo>
                  <a:pt x="116498" y="8803"/>
                </a:lnTo>
                <a:lnTo>
                  <a:pt x="123423" y="19626"/>
                </a:lnTo>
                <a:lnTo>
                  <a:pt x="131286" y="24244"/>
                </a:lnTo>
                <a:lnTo>
                  <a:pt x="143765" y="22945"/>
                </a:lnTo>
                <a:lnTo>
                  <a:pt x="154081" y="15874"/>
                </a:lnTo>
                <a:lnTo>
                  <a:pt x="155163" y="14070"/>
                </a:lnTo>
                <a:lnTo>
                  <a:pt x="151412" y="11833"/>
                </a:lnTo>
                <a:lnTo>
                  <a:pt x="159996" y="16307"/>
                </a:lnTo>
                <a:lnTo>
                  <a:pt x="169662" y="39180"/>
                </a:lnTo>
                <a:lnTo>
                  <a:pt x="165117" y="28357"/>
                </a:lnTo>
                <a:lnTo>
                  <a:pt x="159346" y="26625"/>
                </a:lnTo>
                <a:lnTo>
                  <a:pt x="151123" y="30161"/>
                </a:lnTo>
                <a:lnTo>
                  <a:pt x="146218" y="39036"/>
                </a:lnTo>
                <a:lnTo>
                  <a:pt x="153720" y="46901"/>
                </a:lnTo>
                <a:lnTo>
                  <a:pt x="162593" y="47839"/>
                </a:lnTo>
                <a:lnTo>
                  <a:pt x="176947" y="58446"/>
                </a:lnTo>
                <a:lnTo>
                  <a:pt x="182430" y="57291"/>
                </a:lnTo>
                <a:lnTo>
                  <a:pt x="179400" y="53178"/>
                </a:lnTo>
                <a:lnTo>
                  <a:pt x="191447" y="70640"/>
                </a:lnTo>
                <a:lnTo>
                  <a:pt x="177813" y="72299"/>
                </a:lnTo>
                <a:lnTo>
                  <a:pt x="180338" y="68331"/>
                </a:lnTo>
                <a:lnTo>
                  <a:pt x="177669" y="64146"/>
                </a:lnTo>
                <a:lnTo>
                  <a:pt x="163819" y="60827"/>
                </a:lnTo>
                <a:lnTo>
                  <a:pt x="162809" y="73670"/>
                </a:lnTo>
                <a:lnTo>
                  <a:pt x="171321" y="72660"/>
                </a:lnTo>
                <a:lnTo>
                  <a:pt x="142755" y="78144"/>
                </a:lnTo>
                <a:lnTo>
                  <a:pt x="115993" y="72660"/>
                </a:lnTo>
                <a:lnTo>
                  <a:pt x="70404" y="77783"/>
                </a:lnTo>
                <a:lnTo>
                  <a:pt x="4833" y="66816"/>
                </a:lnTo>
                <a:lnTo>
                  <a:pt x="0" y="62126"/>
                </a:lnTo>
                <a:lnTo>
                  <a:pt x="2525" y="55054"/>
                </a:lnTo>
                <a:lnTo>
                  <a:pt x="25680" y="40551"/>
                </a:lnTo>
                <a:lnTo>
                  <a:pt x="48691" y="15297"/>
                </a:lnTo>
                <a:lnTo>
                  <a:pt x="101061" y="0"/>
                </a:lnTo>
                <a:lnTo>
                  <a:pt x="112891" y="144"/>
                </a:lnTo>
              </a:path>
            </a:pathLst>
          </a:custGeom>
          <a:noFill xmlns:a="http://schemas.openxmlformats.org/drawingml/2006/main"/>
          <a:ln xmlns:a="http://schemas.openxmlformats.org/drawingml/2006/main" w="3579">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865377CD-DE9C-4DCB-9725-9DE88C3B619A}"/>
              </a:ext>
            </a:extLst>
          </p:cNvPr>
          <p:cNvSpPr>
            <a:spLocks xmlns:a="http://schemas.openxmlformats.org/drawingml/2006/main" noGrp="1"/>
          </p:cNvSpPr>
          <p:nvPr/>
        </p:nvSpPr>
        <p:spPr>
          <a:xfrm xmlns:a="http://schemas.openxmlformats.org/drawingml/2006/main">
            <a:off x="5368196" y="3996361"/>
            <a:ext cx="210819" cy="83375"/>
          </a:xfrm>
          <a:custGeom xmlns:a="http://schemas.openxmlformats.org/drawingml/2006/main">
            <a:pathLst>
              <a:path w="224412" h="88751">
                <a:moveTo>
                  <a:pt x="78411" y="8947"/>
                </a:moveTo>
                <a:lnTo>
                  <a:pt x="106832" y="21791"/>
                </a:lnTo>
                <a:lnTo>
                  <a:pt x="110295" y="13998"/>
                </a:lnTo>
                <a:lnTo>
                  <a:pt x="121187" y="5556"/>
                </a:lnTo>
                <a:lnTo>
                  <a:pt x="127896" y="4618"/>
                </a:lnTo>
                <a:lnTo>
                  <a:pt x="131070" y="7648"/>
                </a:lnTo>
                <a:lnTo>
                  <a:pt x="142034" y="41056"/>
                </a:lnTo>
                <a:lnTo>
                  <a:pt x="145569" y="44015"/>
                </a:lnTo>
                <a:lnTo>
                  <a:pt x="172691" y="54333"/>
                </a:lnTo>
                <a:lnTo>
                  <a:pt x="182069" y="51591"/>
                </a:lnTo>
                <a:lnTo>
                  <a:pt x="199165" y="52457"/>
                </a:lnTo>
                <a:lnTo>
                  <a:pt x="217199" y="62919"/>
                </a:lnTo>
                <a:lnTo>
                  <a:pt x="224412" y="71217"/>
                </a:lnTo>
                <a:lnTo>
                  <a:pt x="210851" y="88751"/>
                </a:lnTo>
                <a:lnTo>
                  <a:pt x="174278" y="87236"/>
                </a:lnTo>
                <a:lnTo>
                  <a:pt x="139942" y="79731"/>
                </a:lnTo>
                <a:lnTo>
                  <a:pt x="89880" y="53756"/>
                </a:lnTo>
                <a:lnTo>
                  <a:pt x="40324" y="42932"/>
                </a:lnTo>
                <a:lnTo>
                  <a:pt x="21641" y="43077"/>
                </a:lnTo>
                <a:lnTo>
                  <a:pt x="3535" y="31965"/>
                </a:lnTo>
                <a:lnTo>
                  <a:pt x="0" y="23017"/>
                </a:lnTo>
                <a:lnTo>
                  <a:pt x="2453" y="17317"/>
                </a:lnTo>
                <a:lnTo>
                  <a:pt x="26474" y="4113"/>
                </a:lnTo>
                <a:lnTo>
                  <a:pt x="47753" y="0"/>
                </a:lnTo>
                <a:lnTo>
                  <a:pt x="69610" y="2381"/>
                </a:lnTo>
                <a:lnTo>
                  <a:pt x="78411" y="8947"/>
                </a:lnTo>
              </a:path>
            </a:pathLst>
          </a:custGeom>
          <a:noFill xmlns:a="http://schemas.openxmlformats.org/drawingml/2006/main"/>
          <a:ln xmlns:a="http://schemas.openxmlformats.org/drawingml/2006/main" w="3579">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86B2FD3F-3B3D-4A9D-BE8F-BE1B65455135}"/>
              </a:ext>
            </a:extLst>
          </p:cNvPr>
          <p:cNvSpPr>
            <a:spLocks xmlns:a="http://schemas.openxmlformats.org/drawingml/2006/main" noGrp="1"/>
          </p:cNvSpPr>
          <p:nvPr/>
        </p:nvSpPr>
        <p:spPr>
          <a:xfrm xmlns:a="http://schemas.openxmlformats.org/drawingml/2006/main">
            <a:off x="5503389" y="3975619"/>
            <a:ext cx="131804" cy="110557"/>
          </a:xfrm>
          <a:custGeom xmlns:a="http://schemas.openxmlformats.org/drawingml/2006/main">
            <a:pathLst>
              <a:path w="140303" h="117685">
                <a:moveTo>
                  <a:pt x="11542" y="0"/>
                </a:moveTo>
                <a:lnTo>
                  <a:pt x="39025" y="4907"/>
                </a:lnTo>
                <a:lnTo>
                  <a:pt x="70692" y="31604"/>
                </a:lnTo>
                <a:lnTo>
                  <a:pt x="78411" y="44664"/>
                </a:lnTo>
                <a:lnTo>
                  <a:pt x="84182" y="47911"/>
                </a:lnTo>
                <a:lnTo>
                  <a:pt x="87139" y="43654"/>
                </a:lnTo>
                <a:lnTo>
                  <a:pt x="90097" y="46324"/>
                </a:lnTo>
                <a:lnTo>
                  <a:pt x="88510" y="48127"/>
                </a:lnTo>
                <a:lnTo>
                  <a:pt x="94353" y="53467"/>
                </a:lnTo>
                <a:lnTo>
                  <a:pt x="96084" y="51952"/>
                </a:lnTo>
                <a:lnTo>
                  <a:pt x="100484" y="56209"/>
                </a:lnTo>
                <a:lnTo>
                  <a:pt x="98825" y="57868"/>
                </a:lnTo>
                <a:lnTo>
                  <a:pt x="104235" y="63208"/>
                </a:lnTo>
                <a:lnTo>
                  <a:pt x="106327" y="61260"/>
                </a:lnTo>
                <a:lnTo>
                  <a:pt x="122341" y="78360"/>
                </a:lnTo>
                <a:lnTo>
                  <a:pt x="126164" y="84133"/>
                </a:lnTo>
                <a:lnTo>
                  <a:pt x="123928" y="92359"/>
                </a:lnTo>
                <a:lnTo>
                  <a:pt x="130132" y="95028"/>
                </a:lnTo>
                <a:lnTo>
                  <a:pt x="140303" y="114222"/>
                </a:lnTo>
                <a:lnTo>
                  <a:pt x="139726" y="117685"/>
                </a:lnTo>
                <a:lnTo>
                  <a:pt x="120394" y="112562"/>
                </a:lnTo>
                <a:lnTo>
                  <a:pt x="98464" y="111480"/>
                </a:lnTo>
                <a:lnTo>
                  <a:pt x="93199" y="91348"/>
                </a:lnTo>
                <a:lnTo>
                  <a:pt x="80503" y="79587"/>
                </a:lnTo>
                <a:lnTo>
                  <a:pt x="54101" y="69485"/>
                </a:lnTo>
                <a:lnTo>
                  <a:pt x="24237" y="66527"/>
                </a:lnTo>
                <a:lnTo>
                  <a:pt x="7863" y="57075"/>
                </a:lnTo>
                <a:lnTo>
                  <a:pt x="0" y="11112"/>
                </a:lnTo>
                <a:lnTo>
                  <a:pt x="3679" y="9019"/>
                </a:lnTo>
                <a:lnTo>
                  <a:pt x="3246" y="3680"/>
                </a:lnTo>
                <a:lnTo>
                  <a:pt x="11542" y="0"/>
                </a:lnTo>
              </a:path>
            </a:pathLst>
          </a:custGeom>
          <a:noFill xmlns:a="http://schemas.openxmlformats.org/drawingml/2006/main"/>
          <a:ln xmlns:a="http://schemas.openxmlformats.org/drawingml/2006/main" w="3579">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52E97ADC-E7EC-4FFC-A105-CD651B4C780E}"/>
              </a:ext>
            </a:extLst>
          </p:cNvPr>
          <p:cNvSpPr>
            <a:spLocks xmlns:a="http://schemas.openxmlformats.org/drawingml/2006/main" noGrp="1"/>
          </p:cNvSpPr>
          <p:nvPr/>
        </p:nvSpPr>
        <p:spPr>
          <a:xfrm xmlns:a="http://schemas.openxmlformats.org/drawingml/2006/main">
            <a:off x="5215859" y="4301798"/>
            <a:ext cx="98531" cy="82426"/>
          </a:xfrm>
          <a:custGeom xmlns:a="http://schemas.openxmlformats.org/drawingml/2006/main">
            <a:pathLst>
              <a:path w="104884" h="87741">
                <a:moveTo>
                  <a:pt x="69755" y="0"/>
                </a:moveTo>
                <a:lnTo>
                  <a:pt x="86923" y="1660"/>
                </a:lnTo>
                <a:lnTo>
                  <a:pt x="89375" y="5989"/>
                </a:lnTo>
                <a:lnTo>
                  <a:pt x="77762" y="9524"/>
                </a:lnTo>
                <a:lnTo>
                  <a:pt x="76535" y="13204"/>
                </a:lnTo>
                <a:lnTo>
                  <a:pt x="85264" y="7432"/>
                </a:lnTo>
                <a:lnTo>
                  <a:pt x="93631" y="8370"/>
                </a:lnTo>
                <a:lnTo>
                  <a:pt x="104452" y="26409"/>
                </a:lnTo>
                <a:lnTo>
                  <a:pt x="98969" y="31171"/>
                </a:lnTo>
                <a:lnTo>
                  <a:pt x="99546" y="33480"/>
                </a:lnTo>
                <a:lnTo>
                  <a:pt x="100773" y="31027"/>
                </a:lnTo>
                <a:lnTo>
                  <a:pt x="104884" y="31387"/>
                </a:lnTo>
                <a:lnTo>
                  <a:pt x="103514" y="40263"/>
                </a:lnTo>
                <a:lnTo>
                  <a:pt x="95868" y="38531"/>
                </a:lnTo>
                <a:lnTo>
                  <a:pt x="87428" y="45169"/>
                </a:lnTo>
                <a:lnTo>
                  <a:pt x="80359" y="28501"/>
                </a:lnTo>
                <a:lnTo>
                  <a:pt x="80214" y="32903"/>
                </a:lnTo>
                <a:lnTo>
                  <a:pt x="86634" y="41417"/>
                </a:lnTo>
                <a:lnTo>
                  <a:pt x="84398" y="46035"/>
                </a:lnTo>
                <a:lnTo>
                  <a:pt x="80214" y="37665"/>
                </a:lnTo>
                <a:lnTo>
                  <a:pt x="74011" y="35789"/>
                </a:lnTo>
                <a:lnTo>
                  <a:pt x="68384" y="38387"/>
                </a:lnTo>
                <a:lnTo>
                  <a:pt x="74516" y="36222"/>
                </a:lnTo>
                <a:lnTo>
                  <a:pt x="80070" y="38170"/>
                </a:lnTo>
                <a:lnTo>
                  <a:pt x="83028" y="43942"/>
                </a:lnTo>
                <a:lnTo>
                  <a:pt x="80791" y="64146"/>
                </a:lnTo>
                <a:lnTo>
                  <a:pt x="70620" y="63424"/>
                </a:lnTo>
                <a:lnTo>
                  <a:pt x="59511" y="69702"/>
                </a:lnTo>
                <a:lnTo>
                  <a:pt x="55400" y="65012"/>
                </a:lnTo>
                <a:lnTo>
                  <a:pt x="51793" y="65012"/>
                </a:lnTo>
                <a:lnTo>
                  <a:pt x="34625" y="75546"/>
                </a:lnTo>
                <a:lnTo>
                  <a:pt x="35130" y="77783"/>
                </a:lnTo>
                <a:lnTo>
                  <a:pt x="28854" y="79515"/>
                </a:lnTo>
                <a:lnTo>
                  <a:pt x="25680" y="75907"/>
                </a:lnTo>
                <a:lnTo>
                  <a:pt x="13706" y="87741"/>
                </a:lnTo>
                <a:lnTo>
                  <a:pt x="16158" y="82329"/>
                </a:lnTo>
                <a:lnTo>
                  <a:pt x="12696" y="66888"/>
                </a:lnTo>
                <a:lnTo>
                  <a:pt x="5049" y="44375"/>
                </a:lnTo>
                <a:lnTo>
                  <a:pt x="0" y="41489"/>
                </a:lnTo>
                <a:lnTo>
                  <a:pt x="577" y="37809"/>
                </a:lnTo>
                <a:lnTo>
                  <a:pt x="29575" y="33552"/>
                </a:lnTo>
                <a:lnTo>
                  <a:pt x="37150" y="39469"/>
                </a:lnTo>
                <a:lnTo>
                  <a:pt x="39097" y="38026"/>
                </a:lnTo>
                <a:lnTo>
                  <a:pt x="35274" y="28934"/>
                </a:lnTo>
                <a:lnTo>
                  <a:pt x="47465" y="8081"/>
                </a:lnTo>
                <a:lnTo>
                  <a:pt x="57708" y="2237"/>
                </a:lnTo>
                <a:lnTo>
                  <a:pt x="69755" y="0"/>
                </a:lnTo>
              </a:path>
            </a:pathLst>
          </a:custGeom>
          <a:noFill xmlns:a="http://schemas.openxmlformats.org/drawingml/2006/main"/>
          <a:ln xmlns:a="http://schemas.openxmlformats.org/drawingml/2006/main" w="3579">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DFE812E7-23F3-4B49-AC39-18EB06C4C084}"/>
              </a:ext>
            </a:extLst>
          </p:cNvPr>
          <p:cNvSpPr>
            <a:spLocks xmlns:a="http://schemas.openxmlformats.org/drawingml/2006/main" noGrp="1"/>
          </p:cNvSpPr>
          <p:nvPr/>
        </p:nvSpPr>
        <p:spPr>
          <a:xfrm xmlns:a="http://schemas.openxmlformats.org/drawingml/2006/main">
            <a:off x="5290536" y="4409169"/>
            <a:ext cx="89790" cy="67581"/>
          </a:xfrm>
          <a:custGeom xmlns:a="http://schemas.openxmlformats.org/drawingml/2006/main">
            <a:pathLst>
              <a:path w="95579" h="71939">
                <a:moveTo>
                  <a:pt x="33399" y="0"/>
                </a:moveTo>
                <a:lnTo>
                  <a:pt x="45589" y="5339"/>
                </a:lnTo>
                <a:lnTo>
                  <a:pt x="48403" y="11617"/>
                </a:lnTo>
                <a:lnTo>
                  <a:pt x="61531" y="5917"/>
                </a:lnTo>
                <a:lnTo>
                  <a:pt x="60521" y="17389"/>
                </a:lnTo>
                <a:lnTo>
                  <a:pt x="62325" y="5772"/>
                </a:lnTo>
                <a:lnTo>
                  <a:pt x="68168" y="4329"/>
                </a:lnTo>
                <a:lnTo>
                  <a:pt x="81513" y="8803"/>
                </a:lnTo>
                <a:lnTo>
                  <a:pt x="84759" y="15080"/>
                </a:lnTo>
                <a:lnTo>
                  <a:pt x="86706" y="12771"/>
                </a:lnTo>
                <a:lnTo>
                  <a:pt x="95579" y="14575"/>
                </a:lnTo>
                <a:lnTo>
                  <a:pt x="95146" y="22079"/>
                </a:lnTo>
                <a:lnTo>
                  <a:pt x="88293" y="31387"/>
                </a:lnTo>
                <a:lnTo>
                  <a:pt x="78988" y="26625"/>
                </a:lnTo>
                <a:lnTo>
                  <a:pt x="74732" y="30161"/>
                </a:lnTo>
                <a:lnTo>
                  <a:pt x="80359" y="28790"/>
                </a:lnTo>
                <a:lnTo>
                  <a:pt x="83532" y="32686"/>
                </a:lnTo>
                <a:lnTo>
                  <a:pt x="82090" y="44808"/>
                </a:lnTo>
                <a:lnTo>
                  <a:pt x="79277" y="47045"/>
                </a:lnTo>
                <a:lnTo>
                  <a:pt x="82378" y="66022"/>
                </a:lnTo>
                <a:lnTo>
                  <a:pt x="70981" y="71939"/>
                </a:lnTo>
                <a:lnTo>
                  <a:pt x="61387" y="70423"/>
                </a:lnTo>
                <a:lnTo>
                  <a:pt x="50711" y="63424"/>
                </a:lnTo>
                <a:lnTo>
                  <a:pt x="47393" y="67176"/>
                </a:lnTo>
                <a:lnTo>
                  <a:pt x="41550" y="67032"/>
                </a:lnTo>
                <a:lnTo>
                  <a:pt x="27700" y="50653"/>
                </a:lnTo>
                <a:lnTo>
                  <a:pt x="20919" y="30377"/>
                </a:lnTo>
                <a:lnTo>
                  <a:pt x="15221" y="26481"/>
                </a:lnTo>
                <a:lnTo>
                  <a:pt x="10748" y="27852"/>
                </a:lnTo>
                <a:lnTo>
                  <a:pt x="649" y="24461"/>
                </a:lnTo>
                <a:lnTo>
                  <a:pt x="0" y="18977"/>
                </a:lnTo>
                <a:lnTo>
                  <a:pt x="9522" y="7793"/>
                </a:lnTo>
                <a:lnTo>
                  <a:pt x="13778" y="9741"/>
                </a:lnTo>
                <a:lnTo>
                  <a:pt x="22939" y="722"/>
                </a:lnTo>
                <a:lnTo>
                  <a:pt x="25175" y="4329"/>
                </a:lnTo>
                <a:lnTo>
                  <a:pt x="25897" y="1515"/>
                </a:lnTo>
                <a:lnTo>
                  <a:pt x="33399" y="0"/>
                </a:lnTo>
              </a:path>
            </a:pathLst>
          </a:custGeom>
          <a:noFill xmlns:a="http://schemas.openxmlformats.org/drawingml/2006/main"/>
          <a:ln xmlns:a="http://schemas.openxmlformats.org/drawingml/2006/main" w="3579">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51CE1F85-8473-4604-9824-351464BA991C}"/>
              </a:ext>
            </a:extLst>
          </p:cNvPr>
          <p:cNvSpPr>
            <a:spLocks xmlns:a="http://schemas.openxmlformats.org/drawingml/2006/main" noGrp="1"/>
          </p:cNvSpPr>
          <p:nvPr/>
        </p:nvSpPr>
        <p:spPr>
          <a:xfrm xmlns:a="http://schemas.openxmlformats.org/drawingml/2006/main">
            <a:off x="5721662" y="4175787"/>
            <a:ext cx="64716" cy="68869"/>
          </a:xfrm>
          <a:custGeom xmlns:a="http://schemas.openxmlformats.org/drawingml/2006/main">
            <a:pathLst>
              <a:path w="68889" h="73310">
                <a:moveTo>
                  <a:pt x="8656" y="2020"/>
                </a:moveTo>
                <a:lnTo>
                  <a:pt x="25247" y="17606"/>
                </a:lnTo>
                <a:lnTo>
                  <a:pt x="34481" y="21069"/>
                </a:lnTo>
                <a:lnTo>
                  <a:pt x="47393" y="43726"/>
                </a:lnTo>
                <a:lnTo>
                  <a:pt x="68528" y="65156"/>
                </a:lnTo>
                <a:lnTo>
                  <a:pt x="68889" y="73310"/>
                </a:lnTo>
                <a:lnTo>
                  <a:pt x="47609" y="67826"/>
                </a:lnTo>
                <a:lnTo>
                  <a:pt x="12263" y="45530"/>
                </a:lnTo>
                <a:lnTo>
                  <a:pt x="505" y="21069"/>
                </a:lnTo>
                <a:lnTo>
                  <a:pt x="0" y="1948"/>
                </a:lnTo>
                <a:lnTo>
                  <a:pt x="4184" y="0"/>
                </a:lnTo>
                <a:lnTo>
                  <a:pt x="8656" y="2020"/>
                </a:lnTo>
              </a:path>
            </a:pathLst>
          </a:custGeom>
          <a:noFill xmlns:a="http://schemas.openxmlformats.org/drawingml/2006/main"/>
          <a:ln xmlns:a="http://schemas.openxmlformats.org/drawingml/2006/main" w="3579">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E2FFEE6C-BE90-44DA-B372-AF371E84A202}"/>
              </a:ext>
            </a:extLst>
          </p:cNvPr>
          <p:cNvSpPr>
            <a:spLocks xmlns:a="http://schemas.openxmlformats.org/drawingml/2006/main" noGrp="1"/>
          </p:cNvSpPr>
          <p:nvPr/>
        </p:nvSpPr>
        <p:spPr>
          <a:xfrm xmlns:a="http://schemas.openxmlformats.org/drawingml/2006/main">
            <a:off x="5416039" y="4057231"/>
            <a:ext cx="24870" cy="36197"/>
          </a:xfrm>
          <a:custGeom xmlns:a="http://schemas.openxmlformats.org/drawingml/2006/main">
            <a:pathLst>
              <a:path w="26474" h="38531">
                <a:moveTo>
                  <a:pt x="4689" y="0"/>
                </a:moveTo>
                <a:lnTo>
                  <a:pt x="12191" y="2453"/>
                </a:lnTo>
                <a:lnTo>
                  <a:pt x="2453" y="794"/>
                </a:lnTo>
                <a:lnTo>
                  <a:pt x="5843" y="14792"/>
                </a:lnTo>
                <a:lnTo>
                  <a:pt x="24959" y="18255"/>
                </a:lnTo>
                <a:lnTo>
                  <a:pt x="18972" y="29872"/>
                </a:lnTo>
                <a:lnTo>
                  <a:pt x="26474" y="34923"/>
                </a:lnTo>
                <a:lnTo>
                  <a:pt x="13850" y="38531"/>
                </a:lnTo>
                <a:lnTo>
                  <a:pt x="1371" y="29295"/>
                </a:lnTo>
                <a:lnTo>
                  <a:pt x="7286" y="31532"/>
                </a:lnTo>
                <a:lnTo>
                  <a:pt x="9450" y="27708"/>
                </a:lnTo>
                <a:lnTo>
                  <a:pt x="4472" y="19987"/>
                </a:lnTo>
                <a:lnTo>
                  <a:pt x="1731" y="19843"/>
                </a:lnTo>
                <a:lnTo>
                  <a:pt x="0" y="23956"/>
                </a:lnTo>
                <a:lnTo>
                  <a:pt x="3535" y="12627"/>
                </a:lnTo>
                <a:lnTo>
                  <a:pt x="649" y="2092"/>
                </a:lnTo>
                <a:lnTo>
                  <a:pt x="4689" y="0"/>
                </a:lnTo>
              </a:path>
            </a:pathLst>
          </a:custGeom>
          <a:noFill xmlns:a="http://schemas.openxmlformats.org/drawingml/2006/main"/>
          <a:ln xmlns:a="http://schemas.openxmlformats.org/drawingml/2006/main" w="3579">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7805084B-A4C9-4F7B-8984-77515977CFEC}"/>
              </a:ext>
            </a:extLst>
          </p:cNvPr>
          <p:cNvSpPr>
            <a:spLocks xmlns:a="http://schemas.openxmlformats.org/drawingml/2006/main" noGrp="1"/>
          </p:cNvSpPr>
          <p:nvPr/>
        </p:nvSpPr>
        <p:spPr>
          <a:xfrm xmlns:a="http://schemas.openxmlformats.org/drawingml/2006/main">
            <a:off x="5474453" y="4267906"/>
            <a:ext cx="23854" cy="6304"/>
          </a:xfrm>
          <a:custGeom xmlns:a="http://schemas.openxmlformats.org/drawingml/2006/main">
            <a:pathLst>
              <a:path w="25392" h="6710">
                <a:moveTo>
                  <a:pt x="13634" y="0"/>
                </a:moveTo>
                <a:lnTo>
                  <a:pt x="25392" y="0"/>
                </a:lnTo>
                <a:lnTo>
                  <a:pt x="25392" y="6710"/>
                </a:lnTo>
                <a:lnTo>
                  <a:pt x="0" y="6710"/>
                </a:lnTo>
                <a:lnTo>
                  <a:pt x="0" y="0"/>
                </a:lnTo>
                <a:lnTo>
                  <a:pt x="13634" y="0"/>
                </a:lnTo>
              </a:path>
            </a:pathLst>
          </a:custGeom>
          <a:noFill xmlns:a="http://schemas.openxmlformats.org/drawingml/2006/main"/>
          <a:ln xmlns:a="http://schemas.openxmlformats.org/drawingml/2006/main" w="3579">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BF899CE7-07AA-466A-99A3-7E2A34BCB5A8}"/>
              </a:ext>
            </a:extLst>
          </p:cNvPr>
          <p:cNvSpPr>
            <a:spLocks xmlns:a="http://schemas.openxmlformats.org/drawingml/2006/main" noGrp="1"/>
          </p:cNvSpPr>
          <p:nvPr/>
        </p:nvSpPr>
        <p:spPr>
          <a:xfrm xmlns:a="http://schemas.openxmlformats.org/drawingml/2006/main">
            <a:off x="5433048" y="4061366"/>
            <a:ext cx="31985" cy="29283"/>
          </a:xfrm>
          <a:custGeom xmlns:a="http://schemas.openxmlformats.org/drawingml/2006/main">
            <a:pathLst>
              <a:path w="34048" h="31171">
                <a:moveTo>
                  <a:pt x="21857" y="10895"/>
                </a:moveTo>
                <a:lnTo>
                  <a:pt x="34048" y="22224"/>
                </a:lnTo>
                <a:lnTo>
                  <a:pt x="29143" y="17462"/>
                </a:lnTo>
                <a:lnTo>
                  <a:pt x="25897" y="23306"/>
                </a:lnTo>
                <a:lnTo>
                  <a:pt x="26546" y="28357"/>
                </a:lnTo>
                <a:lnTo>
                  <a:pt x="33615" y="26553"/>
                </a:lnTo>
                <a:lnTo>
                  <a:pt x="14643" y="31171"/>
                </a:lnTo>
                <a:lnTo>
                  <a:pt x="21713" y="27563"/>
                </a:lnTo>
                <a:lnTo>
                  <a:pt x="16663" y="11689"/>
                </a:lnTo>
                <a:lnTo>
                  <a:pt x="0" y="0"/>
                </a:lnTo>
                <a:lnTo>
                  <a:pt x="21857" y="10895"/>
                </a:lnTo>
              </a:path>
            </a:pathLst>
          </a:custGeom>
          <a:noFill xmlns:a="http://schemas.openxmlformats.org/drawingml/2006/main"/>
          <a:ln xmlns:a="http://schemas.openxmlformats.org/drawingml/2006/main" w="3579">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785047FD-E61A-4F97-B054-6058A1D6518A}"/>
              </a:ext>
            </a:extLst>
          </p:cNvPr>
          <p:cNvSpPr>
            <a:spLocks xmlns:a="http://schemas.openxmlformats.org/drawingml/2006/main" noGrp="1"/>
          </p:cNvSpPr>
          <p:nvPr/>
        </p:nvSpPr>
        <p:spPr>
          <a:xfrm xmlns:a="http://schemas.openxmlformats.org/drawingml/2006/main">
            <a:off x="5340141" y="4309525"/>
            <a:ext cx="15789" cy="16472"/>
          </a:xfrm>
          <a:custGeom xmlns:a="http://schemas.openxmlformats.org/drawingml/2006/main">
            <a:pathLst>
              <a:path w="16807" h="17534">
                <a:moveTo>
                  <a:pt x="9233" y="16524"/>
                </a:moveTo>
                <a:lnTo>
                  <a:pt x="3679" y="17534"/>
                </a:lnTo>
                <a:lnTo>
                  <a:pt x="0" y="15008"/>
                </a:lnTo>
                <a:lnTo>
                  <a:pt x="4617" y="11617"/>
                </a:lnTo>
                <a:lnTo>
                  <a:pt x="5771" y="6350"/>
                </a:lnTo>
                <a:lnTo>
                  <a:pt x="16807" y="0"/>
                </a:lnTo>
                <a:lnTo>
                  <a:pt x="9233" y="16524"/>
                </a:lnTo>
              </a:path>
            </a:pathLst>
          </a:custGeom>
          <a:noFill xmlns:a="http://schemas.openxmlformats.org/drawingml/2006/main"/>
          <a:ln xmlns:a="http://schemas.openxmlformats.org/drawingml/2006/main" w="3579">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AB87C81C-324A-4163-9016-4B0AE6A8C818}"/>
              </a:ext>
            </a:extLst>
          </p:cNvPr>
          <p:cNvSpPr>
            <a:spLocks xmlns:a="http://schemas.openxmlformats.org/drawingml/2006/main" noGrp="1"/>
          </p:cNvSpPr>
          <p:nvPr/>
        </p:nvSpPr>
        <p:spPr>
          <a:xfrm xmlns:a="http://schemas.openxmlformats.org/drawingml/2006/main">
            <a:off x="4830271" y="2898658"/>
            <a:ext cx="10978" cy="16472"/>
          </a:xfrm>
          <a:custGeom xmlns:a="http://schemas.openxmlformats.org/drawingml/2006/main">
            <a:pathLst>
              <a:path w="11686" h="17534">
                <a:moveTo>
                  <a:pt x="6059" y="17534"/>
                </a:moveTo>
                <a:lnTo>
                  <a:pt x="0" y="15586"/>
                </a:lnTo>
                <a:lnTo>
                  <a:pt x="6925" y="0"/>
                </a:lnTo>
                <a:lnTo>
                  <a:pt x="11686" y="9452"/>
                </a:lnTo>
                <a:lnTo>
                  <a:pt x="11469" y="13204"/>
                </a:lnTo>
                <a:lnTo>
                  <a:pt x="6059" y="17534"/>
                </a:lnTo>
              </a:path>
            </a:pathLst>
          </a:custGeom>
          <a:noFill xmlns:a="http://schemas.openxmlformats.org/drawingml/2006/main"/>
          <a:ln xmlns:a="http://schemas.openxmlformats.org/drawingml/2006/main" w="3579">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26F04C33-A0AE-4987-9205-E093BC44D1C4}"/>
              </a:ext>
            </a:extLst>
          </p:cNvPr>
          <p:cNvSpPr>
            <a:spLocks xmlns:a="http://schemas.openxmlformats.org/drawingml/2006/main" noGrp="1"/>
          </p:cNvSpPr>
          <p:nvPr/>
        </p:nvSpPr>
        <p:spPr>
          <a:xfrm xmlns:a="http://schemas.openxmlformats.org/drawingml/2006/main">
            <a:off x="4570018"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CF5F5"/>
          </a:solidFill>
          <a:ln xmlns:a="http://schemas.openxmlformats.org/drawingml/2006/main" w="2684">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C9AFF11C-75FF-4BF0-8A82-141B2768DFD9}"/>
              </a:ext>
            </a:extLst>
          </p:cNvPr>
          <p:cNvSpPr>
            <a:spLocks xmlns:a="http://schemas.openxmlformats.org/drawingml/2006/main" noGrp="1"/>
          </p:cNvSpPr>
          <p:nvPr/>
        </p:nvSpPr>
        <p:spPr>
          <a:xfrm xmlns:a="http://schemas.openxmlformats.org/drawingml/2006/main">
            <a:off x="4630910"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7E9DCB"/>
          </a:solidFill>
          <a:ln xmlns:a="http://schemas.openxmlformats.org/drawingml/2006/main" w="2684">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A081FB4E-A016-4282-A4E0-DC2349454C8F}"/>
              </a:ext>
            </a:extLst>
          </p:cNvPr>
          <p:cNvSpPr>
            <a:spLocks xmlns:a="http://schemas.openxmlformats.org/drawingml/2006/main" noGrp="1"/>
          </p:cNvSpPr>
          <p:nvPr/>
        </p:nvSpPr>
        <p:spPr>
          <a:xfrm xmlns:a="http://schemas.openxmlformats.org/drawingml/2006/main">
            <a:off x="469180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DF8F8"/>
          </a:solidFill>
          <a:ln xmlns:a="http://schemas.openxmlformats.org/drawingml/2006/main" w="2684">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BD75BBE4-A893-44AD-A275-864B24B8D01F}"/>
              </a:ext>
            </a:extLst>
          </p:cNvPr>
          <p:cNvSpPr>
            <a:spLocks xmlns:a="http://schemas.openxmlformats.org/drawingml/2006/main" noGrp="1"/>
          </p:cNvSpPr>
          <p:nvPr/>
        </p:nvSpPr>
        <p:spPr>
          <a:xfrm xmlns:a="http://schemas.openxmlformats.org/drawingml/2006/main">
            <a:off x="475269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DF9F9"/>
          </a:solidFill>
          <a:ln xmlns:a="http://schemas.openxmlformats.org/drawingml/2006/main" w="2684">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4613374F-EB86-48FA-B8A8-0308DE3E7F4D}"/>
              </a:ext>
            </a:extLst>
          </p:cNvPr>
          <p:cNvSpPr>
            <a:spLocks xmlns:a="http://schemas.openxmlformats.org/drawingml/2006/main" noGrp="1"/>
          </p:cNvSpPr>
          <p:nvPr/>
        </p:nvSpPr>
        <p:spPr>
          <a:xfrm xmlns:a="http://schemas.openxmlformats.org/drawingml/2006/main">
            <a:off x="481358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BF4F3"/>
          </a:solidFill>
          <a:ln xmlns:a="http://schemas.openxmlformats.org/drawingml/2006/main" w="2684">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930222CE-75AC-4E54-A07E-C9A5C3AFF4A3}"/>
              </a:ext>
            </a:extLst>
          </p:cNvPr>
          <p:cNvSpPr>
            <a:spLocks xmlns:a="http://schemas.openxmlformats.org/drawingml/2006/main" noGrp="1"/>
          </p:cNvSpPr>
          <p:nvPr/>
        </p:nvSpPr>
        <p:spPr>
          <a:xfrm xmlns:a="http://schemas.openxmlformats.org/drawingml/2006/main">
            <a:off x="481358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AF0EF"/>
          </a:solidFill>
          <a:ln xmlns:a="http://schemas.openxmlformats.org/drawingml/2006/main" w="2684">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7CE65419-F006-4744-B6B4-855E3A308B87}"/>
              </a:ext>
            </a:extLst>
          </p:cNvPr>
          <p:cNvSpPr>
            <a:spLocks xmlns:a="http://schemas.openxmlformats.org/drawingml/2006/main" noGrp="1"/>
          </p:cNvSpPr>
          <p:nvPr/>
        </p:nvSpPr>
        <p:spPr>
          <a:xfrm xmlns:a="http://schemas.openxmlformats.org/drawingml/2006/main">
            <a:off x="487447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9ECEB"/>
          </a:solidFill>
          <a:ln xmlns:a="http://schemas.openxmlformats.org/drawingml/2006/main" w="2684">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7B2E3BFE-39B8-46B3-8D40-CF6C0705A26E}"/>
              </a:ext>
            </a:extLst>
          </p:cNvPr>
          <p:cNvSpPr>
            <a:spLocks xmlns:a="http://schemas.openxmlformats.org/drawingml/2006/main" noGrp="1"/>
          </p:cNvSpPr>
          <p:nvPr/>
        </p:nvSpPr>
        <p:spPr>
          <a:xfrm xmlns:a="http://schemas.openxmlformats.org/drawingml/2006/main">
            <a:off x="493536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4DEEE"/>
          </a:solidFill>
          <a:ln xmlns:a="http://schemas.openxmlformats.org/drawingml/2006/main" w="2684">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2EE2F16A-C9D6-4ED2-9D4C-782B4B9ABD6C}"/>
              </a:ext>
            </a:extLst>
          </p:cNvPr>
          <p:cNvSpPr>
            <a:spLocks xmlns:a="http://schemas.openxmlformats.org/drawingml/2006/main" noGrp="1"/>
          </p:cNvSpPr>
          <p:nvPr/>
        </p:nvSpPr>
        <p:spPr>
          <a:xfrm xmlns:a="http://schemas.openxmlformats.org/drawingml/2006/main">
            <a:off x="493536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3AF"/>
          </a:solidFill>
          <a:ln xmlns:a="http://schemas.openxmlformats.org/drawingml/2006/main" w="2684">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44554650-08A4-47A7-8336-04A3BE6F9F7B}"/>
              </a:ext>
            </a:extLst>
          </p:cNvPr>
          <p:cNvSpPr>
            <a:spLocks xmlns:a="http://schemas.openxmlformats.org/drawingml/2006/main" noGrp="1"/>
          </p:cNvSpPr>
          <p:nvPr/>
        </p:nvSpPr>
        <p:spPr>
          <a:xfrm xmlns:a="http://schemas.openxmlformats.org/drawingml/2006/main">
            <a:off x="499626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FFFFF"/>
          </a:solidFill>
          <a:ln xmlns:a="http://schemas.openxmlformats.org/drawingml/2006/main" w="2684">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703E4C85-7D82-46B8-B2E4-3370CAC4E2A2}"/>
              </a:ext>
            </a:extLst>
          </p:cNvPr>
          <p:cNvSpPr>
            <a:spLocks xmlns:a="http://schemas.openxmlformats.org/drawingml/2006/main" noGrp="1"/>
          </p:cNvSpPr>
          <p:nvPr/>
        </p:nvSpPr>
        <p:spPr>
          <a:xfrm xmlns:a="http://schemas.openxmlformats.org/drawingml/2006/main">
            <a:off x="499626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8C6"/>
          </a:solidFill>
          <a:ln xmlns:a="http://schemas.openxmlformats.org/drawingml/2006/main" w="2684">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1AEEE28F-DF39-4AE8-8515-4124F42758D3}"/>
              </a:ext>
            </a:extLst>
          </p:cNvPr>
          <p:cNvSpPr>
            <a:spLocks xmlns:a="http://schemas.openxmlformats.org/drawingml/2006/main" noGrp="1"/>
          </p:cNvSpPr>
          <p:nvPr/>
        </p:nvSpPr>
        <p:spPr>
          <a:xfrm xmlns:a="http://schemas.openxmlformats.org/drawingml/2006/main">
            <a:off x="499626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9C6"/>
          </a:solidFill>
          <a:ln xmlns:a="http://schemas.openxmlformats.org/drawingml/2006/main" w="2684">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A6F4C9D9-A208-4241-8E98-52C5F305F120}"/>
              </a:ext>
            </a:extLst>
          </p:cNvPr>
          <p:cNvSpPr>
            <a:spLocks xmlns:a="http://schemas.openxmlformats.org/drawingml/2006/main" noGrp="1"/>
          </p:cNvSpPr>
          <p:nvPr/>
        </p:nvSpPr>
        <p:spPr>
          <a:xfrm xmlns:a="http://schemas.openxmlformats.org/drawingml/2006/main">
            <a:off x="5057153"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D9995"/>
          </a:solidFill>
          <a:ln xmlns:a="http://schemas.openxmlformats.org/drawingml/2006/main" w="2684">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357B0C2B-15AD-4864-8A0D-0A597A22C653}"/>
              </a:ext>
            </a:extLst>
          </p:cNvPr>
          <p:cNvSpPr>
            <a:spLocks xmlns:a="http://schemas.openxmlformats.org/drawingml/2006/main" noGrp="1"/>
          </p:cNvSpPr>
          <p:nvPr/>
        </p:nvSpPr>
        <p:spPr>
          <a:xfrm xmlns:a="http://schemas.openxmlformats.org/drawingml/2006/main">
            <a:off x="5057153"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F9F9B"/>
          </a:solidFill>
          <a:ln xmlns:a="http://schemas.openxmlformats.org/drawingml/2006/main" w="2684">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1FEBF32B-6DF4-42C2-8F69-BBCFB77F2732}"/>
              </a:ext>
            </a:extLst>
          </p:cNvPr>
          <p:cNvSpPr>
            <a:spLocks xmlns:a="http://schemas.openxmlformats.org/drawingml/2006/main" noGrp="1"/>
          </p:cNvSpPr>
          <p:nvPr/>
        </p:nvSpPr>
        <p:spPr>
          <a:xfrm xmlns:a="http://schemas.openxmlformats.org/drawingml/2006/main">
            <a:off x="5057153"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2D0"/>
          </a:solidFill>
          <a:ln xmlns:a="http://schemas.openxmlformats.org/drawingml/2006/main" w="2684">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9B63FB4A-6124-4F9D-A87B-A0AA027C197A}"/>
              </a:ext>
            </a:extLst>
          </p:cNvPr>
          <p:cNvSpPr>
            <a:spLocks xmlns:a="http://schemas.openxmlformats.org/drawingml/2006/main" noGrp="1"/>
          </p:cNvSpPr>
          <p:nvPr/>
        </p:nvSpPr>
        <p:spPr>
          <a:xfrm xmlns:a="http://schemas.openxmlformats.org/drawingml/2006/main">
            <a:off x="5057153"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AB7"/>
          </a:solidFill>
          <a:ln xmlns:a="http://schemas.openxmlformats.org/drawingml/2006/main" w="2684">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D8E56AF5-B547-4CA0-AABB-CCE68AE7F64F}"/>
              </a:ext>
            </a:extLst>
          </p:cNvPr>
          <p:cNvSpPr>
            <a:spLocks xmlns:a="http://schemas.openxmlformats.org/drawingml/2006/main" noGrp="1"/>
          </p:cNvSpPr>
          <p:nvPr/>
        </p:nvSpPr>
        <p:spPr>
          <a:xfrm xmlns:a="http://schemas.openxmlformats.org/drawingml/2006/main">
            <a:off x="5057153"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D9D7"/>
          </a:solidFill>
          <a:ln xmlns:a="http://schemas.openxmlformats.org/drawingml/2006/main" w="2684">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CFE159AB-AF74-446C-ADBC-ED67BE43D698}"/>
              </a:ext>
            </a:extLst>
          </p:cNvPr>
          <p:cNvSpPr>
            <a:spLocks xmlns:a="http://schemas.openxmlformats.org/drawingml/2006/main" noGrp="1"/>
          </p:cNvSpPr>
          <p:nvPr/>
        </p:nvSpPr>
        <p:spPr>
          <a:xfrm xmlns:a="http://schemas.openxmlformats.org/drawingml/2006/main">
            <a:off x="5118045"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9EDEC"/>
          </a:solidFill>
          <a:ln xmlns:a="http://schemas.openxmlformats.org/drawingml/2006/main" w="2684">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40822D15-9A58-4954-BAB2-55821B07D48D}"/>
              </a:ext>
            </a:extLst>
          </p:cNvPr>
          <p:cNvSpPr>
            <a:spLocks xmlns:a="http://schemas.openxmlformats.org/drawingml/2006/main" noGrp="1"/>
          </p:cNvSpPr>
          <p:nvPr/>
        </p:nvSpPr>
        <p:spPr>
          <a:xfrm xmlns:a="http://schemas.openxmlformats.org/drawingml/2006/main">
            <a:off x="5118045"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D0CE"/>
          </a:solidFill>
          <a:ln xmlns:a="http://schemas.openxmlformats.org/drawingml/2006/main" w="2684">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8B271F24-5871-4DE9-AF75-7647111842E1}"/>
              </a:ext>
            </a:extLst>
          </p:cNvPr>
          <p:cNvSpPr>
            <a:spLocks xmlns:a="http://schemas.openxmlformats.org/drawingml/2006/main" noGrp="1"/>
          </p:cNvSpPr>
          <p:nvPr/>
        </p:nvSpPr>
        <p:spPr>
          <a:xfrm xmlns:a="http://schemas.openxmlformats.org/drawingml/2006/main">
            <a:off x="5118045"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98F8A"/>
          </a:solidFill>
          <a:ln xmlns:a="http://schemas.openxmlformats.org/drawingml/2006/main" w="2684">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818C2567-C6F0-4966-BBC2-581D14FF6A8A}"/>
              </a:ext>
            </a:extLst>
          </p:cNvPr>
          <p:cNvSpPr>
            <a:spLocks xmlns:a="http://schemas.openxmlformats.org/drawingml/2006/main" noGrp="1"/>
          </p:cNvSpPr>
          <p:nvPr/>
        </p:nvSpPr>
        <p:spPr>
          <a:xfrm xmlns:a="http://schemas.openxmlformats.org/drawingml/2006/main">
            <a:off x="5118045"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4D2"/>
          </a:solidFill>
          <a:ln xmlns:a="http://schemas.openxmlformats.org/drawingml/2006/main" w="2684">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2223EBB0-1D6F-4774-AE4F-0E82C44D0F1B}"/>
              </a:ext>
            </a:extLst>
          </p:cNvPr>
          <p:cNvSpPr>
            <a:spLocks xmlns:a="http://schemas.openxmlformats.org/drawingml/2006/main" noGrp="1"/>
          </p:cNvSpPr>
          <p:nvPr/>
        </p:nvSpPr>
        <p:spPr>
          <a:xfrm xmlns:a="http://schemas.openxmlformats.org/drawingml/2006/main">
            <a:off x="5118045"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29E"/>
          </a:solidFill>
          <a:ln xmlns:a="http://schemas.openxmlformats.org/drawingml/2006/main" w="2684">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5C32778B-D399-45A9-8078-D40FD0C7ED81}"/>
              </a:ext>
            </a:extLst>
          </p:cNvPr>
          <p:cNvSpPr>
            <a:spLocks xmlns:a="http://schemas.openxmlformats.org/drawingml/2006/main" noGrp="1"/>
          </p:cNvSpPr>
          <p:nvPr/>
        </p:nvSpPr>
        <p:spPr>
          <a:xfrm xmlns:a="http://schemas.openxmlformats.org/drawingml/2006/main">
            <a:off x="517893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29E"/>
          </a:solidFill>
          <a:ln xmlns:a="http://schemas.openxmlformats.org/drawingml/2006/main" w="2684">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CD204FF9-476F-4D9E-9FD3-908CC4C0BDF8}"/>
              </a:ext>
            </a:extLst>
          </p:cNvPr>
          <p:cNvSpPr>
            <a:spLocks xmlns:a="http://schemas.openxmlformats.org/drawingml/2006/main" noGrp="1"/>
          </p:cNvSpPr>
          <p:nvPr/>
        </p:nvSpPr>
        <p:spPr>
          <a:xfrm xmlns:a="http://schemas.openxmlformats.org/drawingml/2006/main">
            <a:off x="517893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3C0"/>
          </a:solidFill>
          <a:ln xmlns:a="http://schemas.openxmlformats.org/drawingml/2006/main" w="2684">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CEC0E43A-2AAB-4834-933E-E845BC9B4F08}"/>
              </a:ext>
            </a:extLst>
          </p:cNvPr>
          <p:cNvSpPr>
            <a:spLocks xmlns:a="http://schemas.openxmlformats.org/drawingml/2006/main" noGrp="1"/>
          </p:cNvSpPr>
          <p:nvPr/>
        </p:nvSpPr>
        <p:spPr>
          <a:xfrm xmlns:a="http://schemas.openxmlformats.org/drawingml/2006/main">
            <a:off x="517893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1AE"/>
          </a:solidFill>
          <a:ln xmlns:a="http://schemas.openxmlformats.org/drawingml/2006/main" w="2684">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99C03F83-A107-4763-AC56-9A68B0B18ABC}"/>
              </a:ext>
            </a:extLst>
          </p:cNvPr>
          <p:cNvSpPr>
            <a:spLocks xmlns:a="http://schemas.openxmlformats.org/drawingml/2006/main" noGrp="1"/>
          </p:cNvSpPr>
          <p:nvPr/>
        </p:nvSpPr>
        <p:spPr>
          <a:xfrm xmlns:a="http://schemas.openxmlformats.org/drawingml/2006/main">
            <a:off x="517893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1A5A1"/>
          </a:solidFill>
          <a:ln xmlns:a="http://schemas.openxmlformats.org/drawingml/2006/main" w="2684">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5EEA533B-278A-476B-9016-2547344F3461}"/>
              </a:ext>
            </a:extLst>
          </p:cNvPr>
          <p:cNvSpPr>
            <a:spLocks xmlns:a="http://schemas.openxmlformats.org/drawingml/2006/main" noGrp="1"/>
          </p:cNvSpPr>
          <p:nvPr/>
        </p:nvSpPr>
        <p:spPr>
          <a:xfrm xmlns:a="http://schemas.openxmlformats.org/drawingml/2006/main">
            <a:off x="517893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CCCA"/>
          </a:solidFill>
          <a:ln xmlns:a="http://schemas.openxmlformats.org/drawingml/2006/main" w="2684">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B7D7DAE4-9D35-4257-B5A6-77DAA120E84B}"/>
              </a:ext>
            </a:extLst>
          </p:cNvPr>
          <p:cNvSpPr>
            <a:spLocks xmlns:a="http://schemas.openxmlformats.org/drawingml/2006/main" noGrp="1"/>
          </p:cNvSpPr>
          <p:nvPr/>
        </p:nvSpPr>
        <p:spPr>
          <a:xfrm xmlns:a="http://schemas.openxmlformats.org/drawingml/2006/main">
            <a:off x="517893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D6D65"/>
          </a:solidFill>
          <a:ln xmlns:a="http://schemas.openxmlformats.org/drawingml/2006/main" w="2684">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BC239F4D-4A68-4E51-BE18-5E2BA548EDBA}"/>
              </a:ext>
            </a:extLst>
          </p:cNvPr>
          <p:cNvSpPr>
            <a:spLocks xmlns:a="http://schemas.openxmlformats.org/drawingml/2006/main" noGrp="1"/>
          </p:cNvSpPr>
          <p:nvPr/>
        </p:nvSpPr>
        <p:spPr>
          <a:xfrm xmlns:a="http://schemas.openxmlformats.org/drawingml/2006/main">
            <a:off x="523982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CDB"/>
          </a:solidFill>
          <a:ln xmlns:a="http://schemas.openxmlformats.org/drawingml/2006/main" w="2684">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9FFC816B-0B54-4638-8B63-C2E6010D1077}"/>
              </a:ext>
            </a:extLst>
          </p:cNvPr>
          <p:cNvSpPr>
            <a:spLocks xmlns:a="http://schemas.openxmlformats.org/drawingml/2006/main" noGrp="1"/>
          </p:cNvSpPr>
          <p:nvPr/>
        </p:nvSpPr>
        <p:spPr>
          <a:xfrm xmlns:a="http://schemas.openxmlformats.org/drawingml/2006/main">
            <a:off x="523982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BA7"/>
          </a:solidFill>
          <a:ln xmlns:a="http://schemas.openxmlformats.org/drawingml/2006/main" w="2684">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88902435-3E17-4607-917D-8AF9C4A1BE8E}"/>
              </a:ext>
            </a:extLst>
          </p:cNvPr>
          <p:cNvSpPr>
            <a:spLocks xmlns:a="http://schemas.openxmlformats.org/drawingml/2006/main" noGrp="1"/>
          </p:cNvSpPr>
          <p:nvPr/>
        </p:nvSpPr>
        <p:spPr>
          <a:xfrm xmlns:a="http://schemas.openxmlformats.org/drawingml/2006/main">
            <a:off x="523982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4B1"/>
          </a:solidFill>
          <a:ln xmlns:a="http://schemas.openxmlformats.org/drawingml/2006/main" w="2684">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BE42CAEA-B0AF-46C0-8562-5FCB4BE272FF}"/>
              </a:ext>
            </a:extLst>
          </p:cNvPr>
          <p:cNvSpPr>
            <a:spLocks xmlns:a="http://schemas.openxmlformats.org/drawingml/2006/main" noGrp="1"/>
          </p:cNvSpPr>
          <p:nvPr/>
        </p:nvSpPr>
        <p:spPr>
          <a:xfrm xmlns:a="http://schemas.openxmlformats.org/drawingml/2006/main">
            <a:off x="523982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BC9"/>
          </a:solidFill>
          <a:ln xmlns:a="http://schemas.openxmlformats.org/drawingml/2006/main" w="2684">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A2C87682-47CC-4906-9B11-F2745096EDF9}"/>
              </a:ext>
            </a:extLst>
          </p:cNvPr>
          <p:cNvSpPr>
            <a:spLocks xmlns:a="http://schemas.openxmlformats.org/drawingml/2006/main" noGrp="1"/>
          </p:cNvSpPr>
          <p:nvPr/>
        </p:nvSpPr>
        <p:spPr>
          <a:xfrm xmlns:a="http://schemas.openxmlformats.org/drawingml/2006/main">
            <a:off x="530072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7E7E6"/>
          </a:solidFill>
          <a:ln xmlns:a="http://schemas.openxmlformats.org/drawingml/2006/main" w="2684">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1F1D04FA-03D9-4C24-969E-73C279AF18DA}"/>
              </a:ext>
            </a:extLst>
          </p:cNvPr>
          <p:cNvSpPr>
            <a:spLocks xmlns:a="http://schemas.openxmlformats.org/drawingml/2006/main" noGrp="1"/>
          </p:cNvSpPr>
          <p:nvPr/>
        </p:nvSpPr>
        <p:spPr>
          <a:xfrm xmlns:a="http://schemas.openxmlformats.org/drawingml/2006/main">
            <a:off x="530072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DAD8"/>
          </a:solidFill>
          <a:ln xmlns:a="http://schemas.openxmlformats.org/drawingml/2006/main" w="2684">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A5557EBF-A37B-4385-90A2-91C45B732377}"/>
              </a:ext>
            </a:extLst>
          </p:cNvPr>
          <p:cNvSpPr>
            <a:spLocks xmlns:a="http://schemas.openxmlformats.org/drawingml/2006/main" noGrp="1"/>
          </p:cNvSpPr>
          <p:nvPr/>
        </p:nvSpPr>
        <p:spPr>
          <a:xfrm xmlns:a="http://schemas.openxmlformats.org/drawingml/2006/main">
            <a:off x="530072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3B0"/>
          </a:solidFill>
          <a:ln xmlns:a="http://schemas.openxmlformats.org/drawingml/2006/main" w="2684">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61745CC1-D3BC-465C-8494-8CEAFAA2E58A}"/>
              </a:ext>
            </a:extLst>
          </p:cNvPr>
          <p:cNvSpPr>
            <a:spLocks xmlns:a="http://schemas.openxmlformats.org/drawingml/2006/main" noGrp="1"/>
          </p:cNvSpPr>
          <p:nvPr/>
        </p:nvSpPr>
        <p:spPr>
          <a:xfrm xmlns:a="http://schemas.openxmlformats.org/drawingml/2006/main">
            <a:off x="530072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DA9"/>
          </a:solidFill>
          <a:ln xmlns:a="http://schemas.openxmlformats.org/drawingml/2006/main" w="2684">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C986BDE5-94CF-4F67-9D4B-475A9C5D1750}"/>
              </a:ext>
            </a:extLst>
          </p:cNvPr>
          <p:cNvSpPr>
            <a:spLocks xmlns:a="http://schemas.openxmlformats.org/drawingml/2006/main" noGrp="1"/>
          </p:cNvSpPr>
          <p:nvPr/>
        </p:nvSpPr>
        <p:spPr>
          <a:xfrm xmlns:a="http://schemas.openxmlformats.org/drawingml/2006/main">
            <a:off x="530072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4C1"/>
          </a:solidFill>
          <a:ln xmlns:a="http://schemas.openxmlformats.org/drawingml/2006/main" w="2684">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959AC59E-E2F4-495A-9938-46FA8F2C3E41}"/>
              </a:ext>
            </a:extLst>
          </p:cNvPr>
          <p:cNvSpPr>
            <a:spLocks xmlns:a="http://schemas.openxmlformats.org/drawingml/2006/main" noGrp="1"/>
          </p:cNvSpPr>
          <p:nvPr/>
        </p:nvSpPr>
        <p:spPr>
          <a:xfrm xmlns:a="http://schemas.openxmlformats.org/drawingml/2006/main">
            <a:off x="530072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C2BF"/>
          </a:solidFill>
          <a:ln xmlns:a="http://schemas.openxmlformats.org/drawingml/2006/main" w="2684">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D60A9296-93FB-4880-A4B7-00779CA1FFC7}"/>
              </a:ext>
            </a:extLst>
          </p:cNvPr>
          <p:cNvSpPr>
            <a:spLocks xmlns:a="http://schemas.openxmlformats.org/drawingml/2006/main" noGrp="1"/>
          </p:cNvSpPr>
          <p:nvPr/>
        </p:nvSpPr>
        <p:spPr>
          <a:xfrm xmlns:a="http://schemas.openxmlformats.org/drawingml/2006/main">
            <a:off x="536161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EBB"/>
          </a:solidFill>
          <a:ln xmlns:a="http://schemas.openxmlformats.org/drawingml/2006/main" w="2684">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BABD005A-9B8F-4CDD-B400-4DB29BA8FB7D}"/>
              </a:ext>
            </a:extLst>
          </p:cNvPr>
          <p:cNvSpPr>
            <a:spLocks xmlns:a="http://schemas.openxmlformats.org/drawingml/2006/main" noGrp="1"/>
          </p:cNvSpPr>
          <p:nvPr/>
        </p:nvSpPr>
        <p:spPr>
          <a:xfrm xmlns:a="http://schemas.openxmlformats.org/drawingml/2006/main">
            <a:off x="536161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AEAA"/>
          </a:solidFill>
          <a:ln xmlns:a="http://schemas.openxmlformats.org/drawingml/2006/main" w="2684">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5F2A2DA0-1870-434A-A392-56797B21F57E}"/>
              </a:ext>
            </a:extLst>
          </p:cNvPr>
          <p:cNvSpPr>
            <a:spLocks xmlns:a="http://schemas.openxmlformats.org/drawingml/2006/main" noGrp="1"/>
          </p:cNvSpPr>
          <p:nvPr/>
        </p:nvSpPr>
        <p:spPr>
          <a:xfrm xmlns:a="http://schemas.openxmlformats.org/drawingml/2006/main">
            <a:off x="536161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7B3"/>
          </a:solidFill>
          <a:ln xmlns:a="http://schemas.openxmlformats.org/drawingml/2006/main" w="2684">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D816BB23-5DB0-41F3-8F04-46B0363BE920}"/>
              </a:ext>
            </a:extLst>
          </p:cNvPr>
          <p:cNvSpPr>
            <a:spLocks xmlns:a="http://schemas.openxmlformats.org/drawingml/2006/main" noGrp="1"/>
          </p:cNvSpPr>
          <p:nvPr/>
        </p:nvSpPr>
        <p:spPr>
          <a:xfrm xmlns:a="http://schemas.openxmlformats.org/drawingml/2006/main">
            <a:off x="536161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9893"/>
          </a:solidFill>
          <a:ln xmlns:a="http://schemas.openxmlformats.org/drawingml/2006/main" w="2684">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E02552DE-8E33-425F-8F01-40640B9BE312}"/>
              </a:ext>
            </a:extLst>
          </p:cNvPr>
          <p:cNvSpPr>
            <a:spLocks xmlns:a="http://schemas.openxmlformats.org/drawingml/2006/main" noGrp="1"/>
          </p:cNvSpPr>
          <p:nvPr/>
        </p:nvSpPr>
        <p:spPr>
          <a:xfrm xmlns:a="http://schemas.openxmlformats.org/drawingml/2006/main">
            <a:off x="536161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CFCD"/>
          </a:solidFill>
          <a:ln xmlns:a="http://schemas.openxmlformats.org/drawingml/2006/main" w="2684">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3B0F78E4-00FB-460D-B79D-4CA60618A59E}"/>
              </a:ext>
            </a:extLst>
          </p:cNvPr>
          <p:cNvSpPr>
            <a:spLocks xmlns:a="http://schemas.openxmlformats.org/drawingml/2006/main" noGrp="1"/>
          </p:cNvSpPr>
          <p:nvPr/>
        </p:nvSpPr>
        <p:spPr>
          <a:xfrm xmlns:a="http://schemas.openxmlformats.org/drawingml/2006/main">
            <a:off x="536161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4DDDC"/>
          </a:solidFill>
          <a:ln xmlns:a="http://schemas.openxmlformats.org/drawingml/2006/main" w="2684">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F370E2B7-2A51-4C4C-A103-29D55FBBF7BB}"/>
              </a:ext>
            </a:extLst>
          </p:cNvPr>
          <p:cNvSpPr>
            <a:spLocks xmlns:a="http://schemas.openxmlformats.org/drawingml/2006/main" noGrp="1"/>
          </p:cNvSpPr>
          <p:nvPr/>
        </p:nvSpPr>
        <p:spPr>
          <a:xfrm xmlns:a="http://schemas.openxmlformats.org/drawingml/2006/main">
            <a:off x="536161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CA8"/>
          </a:solidFill>
          <a:ln xmlns:a="http://schemas.openxmlformats.org/drawingml/2006/main" w="2684">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EC26AF6D-9AF0-4911-8237-63BDB0176CA8}"/>
              </a:ext>
            </a:extLst>
          </p:cNvPr>
          <p:cNvSpPr>
            <a:spLocks xmlns:a="http://schemas.openxmlformats.org/drawingml/2006/main" noGrp="1"/>
          </p:cNvSpPr>
          <p:nvPr/>
        </p:nvSpPr>
        <p:spPr>
          <a:xfrm xmlns:a="http://schemas.openxmlformats.org/drawingml/2006/main">
            <a:off x="536161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9893"/>
          </a:solidFill>
          <a:ln xmlns:a="http://schemas.openxmlformats.org/drawingml/2006/main" w="2684">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BDC601F1-6A11-4892-9A87-37106CB2EBC4}"/>
              </a:ext>
            </a:extLst>
          </p:cNvPr>
          <p:cNvSpPr>
            <a:spLocks xmlns:a="http://schemas.openxmlformats.org/drawingml/2006/main" noGrp="1"/>
          </p:cNvSpPr>
          <p:nvPr/>
        </p:nvSpPr>
        <p:spPr>
          <a:xfrm xmlns:a="http://schemas.openxmlformats.org/drawingml/2006/main">
            <a:off x="536161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5C2"/>
          </a:solidFill>
          <a:ln xmlns:a="http://schemas.openxmlformats.org/drawingml/2006/main" w="2684">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58140D1A-5575-44E2-A585-B0F4B71603DB}"/>
              </a:ext>
            </a:extLst>
          </p:cNvPr>
          <p:cNvSpPr>
            <a:spLocks xmlns:a="http://schemas.openxmlformats.org/drawingml/2006/main" noGrp="1"/>
          </p:cNvSpPr>
          <p:nvPr/>
        </p:nvSpPr>
        <p:spPr>
          <a:xfrm xmlns:a="http://schemas.openxmlformats.org/drawingml/2006/main">
            <a:off x="536161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4B1"/>
          </a:solidFill>
          <a:ln xmlns:a="http://schemas.openxmlformats.org/drawingml/2006/main" w="2684">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06DFE064-0C6E-4FFF-B5E3-EE07C2260546}"/>
              </a:ext>
            </a:extLst>
          </p:cNvPr>
          <p:cNvSpPr>
            <a:spLocks xmlns:a="http://schemas.openxmlformats.org/drawingml/2006/main" noGrp="1"/>
          </p:cNvSpPr>
          <p:nvPr/>
        </p:nvSpPr>
        <p:spPr>
          <a:xfrm xmlns:a="http://schemas.openxmlformats.org/drawingml/2006/main">
            <a:off x="5361612"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E9D98"/>
          </a:solidFill>
          <a:ln xmlns:a="http://schemas.openxmlformats.org/drawingml/2006/main" w="2684">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03000CE7-74FC-4A44-9BC2-4802E0F79F98}"/>
              </a:ext>
            </a:extLst>
          </p:cNvPr>
          <p:cNvSpPr>
            <a:spLocks xmlns:a="http://schemas.openxmlformats.org/drawingml/2006/main" noGrp="1"/>
          </p:cNvSpPr>
          <p:nvPr/>
        </p:nvSpPr>
        <p:spPr>
          <a:xfrm xmlns:a="http://schemas.openxmlformats.org/drawingml/2006/main">
            <a:off x="542250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D6B64"/>
          </a:solidFill>
          <a:ln xmlns:a="http://schemas.openxmlformats.org/drawingml/2006/main" w="2684">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2B3F39A9-C1E5-40B6-BD54-8493E87358C3}"/>
              </a:ext>
            </a:extLst>
          </p:cNvPr>
          <p:cNvSpPr>
            <a:spLocks xmlns:a="http://schemas.openxmlformats.org/drawingml/2006/main" noGrp="1"/>
          </p:cNvSpPr>
          <p:nvPr/>
        </p:nvSpPr>
        <p:spPr>
          <a:xfrm xmlns:a="http://schemas.openxmlformats.org/drawingml/2006/main">
            <a:off x="542250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2AE"/>
          </a:solidFill>
          <a:ln xmlns:a="http://schemas.openxmlformats.org/drawingml/2006/main" w="2684">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58EED87E-EAF1-4A9E-A4D9-5DBED20405CE}"/>
              </a:ext>
            </a:extLst>
          </p:cNvPr>
          <p:cNvSpPr>
            <a:spLocks xmlns:a="http://schemas.openxmlformats.org/drawingml/2006/main" noGrp="1"/>
          </p:cNvSpPr>
          <p:nvPr/>
        </p:nvSpPr>
        <p:spPr>
          <a:xfrm xmlns:a="http://schemas.openxmlformats.org/drawingml/2006/main">
            <a:off x="542250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78983"/>
          </a:solidFill>
          <a:ln xmlns:a="http://schemas.openxmlformats.org/drawingml/2006/main" w="2684">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493DC10F-EBFA-4F16-922F-D5D1E89D4C9B}"/>
              </a:ext>
            </a:extLst>
          </p:cNvPr>
          <p:cNvSpPr>
            <a:spLocks xmlns:a="http://schemas.openxmlformats.org/drawingml/2006/main" noGrp="1"/>
          </p:cNvSpPr>
          <p:nvPr/>
        </p:nvSpPr>
        <p:spPr>
          <a:xfrm xmlns:a="http://schemas.openxmlformats.org/drawingml/2006/main">
            <a:off x="542250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4B1"/>
          </a:solidFill>
          <a:ln xmlns:a="http://schemas.openxmlformats.org/drawingml/2006/main" w="2684">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C3308AE1-F49E-468D-9557-A63517981497}"/>
              </a:ext>
            </a:extLst>
          </p:cNvPr>
          <p:cNvSpPr>
            <a:spLocks xmlns:a="http://schemas.openxmlformats.org/drawingml/2006/main" noGrp="1"/>
          </p:cNvSpPr>
          <p:nvPr/>
        </p:nvSpPr>
        <p:spPr>
          <a:xfrm xmlns:a="http://schemas.openxmlformats.org/drawingml/2006/main">
            <a:off x="542250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1A5A1"/>
          </a:solidFill>
          <a:ln xmlns:a="http://schemas.openxmlformats.org/drawingml/2006/main" w="2684">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E342B9F4-5B88-4926-8C07-8ED505550518}"/>
              </a:ext>
            </a:extLst>
          </p:cNvPr>
          <p:cNvSpPr>
            <a:spLocks xmlns:a="http://schemas.openxmlformats.org/drawingml/2006/main" noGrp="1"/>
          </p:cNvSpPr>
          <p:nvPr/>
        </p:nvSpPr>
        <p:spPr>
          <a:xfrm xmlns:a="http://schemas.openxmlformats.org/drawingml/2006/main">
            <a:off x="542250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E3E1"/>
          </a:solidFill>
          <a:ln xmlns:a="http://schemas.openxmlformats.org/drawingml/2006/main" w="2684">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F1A32351-60F3-4CDE-8153-BC115D1CB68A}"/>
              </a:ext>
            </a:extLst>
          </p:cNvPr>
          <p:cNvSpPr>
            <a:spLocks xmlns:a="http://schemas.openxmlformats.org/drawingml/2006/main" noGrp="1"/>
          </p:cNvSpPr>
          <p:nvPr/>
        </p:nvSpPr>
        <p:spPr>
          <a:xfrm xmlns:a="http://schemas.openxmlformats.org/drawingml/2006/main">
            <a:off x="542250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4D2"/>
          </a:solidFill>
          <a:ln xmlns:a="http://schemas.openxmlformats.org/drawingml/2006/main" w="2684">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107F6526-E4E0-451A-AFD7-D2A286784F30}"/>
              </a:ext>
            </a:extLst>
          </p:cNvPr>
          <p:cNvSpPr>
            <a:spLocks xmlns:a="http://schemas.openxmlformats.org/drawingml/2006/main" noGrp="1"/>
          </p:cNvSpPr>
          <p:nvPr/>
        </p:nvSpPr>
        <p:spPr>
          <a:xfrm xmlns:a="http://schemas.openxmlformats.org/drawingml/2006/main">
            <a:off x="542250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E9D98"/>
          </a:solidFill>
          <a:ln xmlns:a="http://schemas.openxmlformats.org/drawingml/2006/main" w="2684">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0E87BE61-E428-4174-A6CB-0F0BE012E1F2}"/>
              </a:ext>
            </a:extLst>
          </p:cNvPr>
          <p:cNvSpPr>
            <a:spLocks xmlns:a="http://schemas.openxmlformats.org/drawingml/2006/main" noGrp="1"/>
          </p:cNvSpPr>
          <p:nvPr/>
        </p:nvSpPr>
        <p:spPr>
          <a:xfrm xmlns:a="http://schemas.openxmlformats.org/drawingml/2006/main">
            <a:off x="542250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6C3"/>
          </a:solidFill>
          <a:ln xmlns:a="http://schemas.openxmlformats.org/drawingml/2006/main" w="2684">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FAA16933-7337-4E88-8BF4-7015FC1F7668}"/>
              </a:ext>
            </a:extLst>
          </p:cNvPr>
          <p:cNvSpPr>
            <a:spLocks xmlns:a="http://schemas.openxmlformats.org/drawingml/2006/main" noGrp="1"/>
          </p:cNvSpPr>
          <p:nvPr/>
        </p:nvSpPr>
        <p:spPr>
          <a:xfrm xmlns:a="http://schemas.openxmlformats.org/drawingml/2006/main">
            <a:off x="542250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E9E9A"/>
          </a:solidFill>
          <a:ln xmlns:a="http://schemas.openxmlformats.org/drawingml/2006/main" w="2684">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6D34C216-B276-4622-BB7E-CD88A2A1CF88}"/>
              </a:ext>
            </a:extLst>
          </p:cNvPr>
          <p:cNvSpPr>
            <a:spLocks xmlns:a="http://schemas.openxmlformats.org/drawingml/2006/main" noGrp="1"/>
          </p:cNvSpPr>
          <p:nvPr/>
        </p:nvSpPr>
        <p:spPr>
          <a:xfrm xmlns:a="http://schemas.openxmlformats.org/drawingml/2006/main">
            <a:off x="5422504"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A938E"/>
          </a:solidFill>
          <a:ln xmlns:a="http://schemas.openxmlformats.org/drawingml/2006/main" w="2684">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D34D6FB1-E812-440B-8C4C-B286FCEC261B}"/>
              </a:ext>
            </a:extLst>
          </p:cNvPr>
          <p:cNvSpPr>
            <a:spLocks xmlns:a="http://schemas.openxmlformats.org/drawingml/2006/main" noGrp="1"/>
          </p:cNvSpPr>
          <p:nvPr/>
        </p:nvSpPr>
        <p:spPr>
          <a:xfrm xmlns:a="http://schemas.openxmlformats.org/drawingml/2006/main">
            <a:off x="5422504"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EBB"/>
          </a:solidFill>
          <a:ln xmlns:a="http://schemas.openxmlformats.org/drawingml/2006/main" w="2684">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D16DC381-40C0-4117-B148-8D5B2A8A2AE3}"/>
              </a:ext>
            </a:extLst>
          </p:cNvPr>
          <p:cNvSpPr>
            <a:spLocks xmlns:a="http://schemas.openxmlformats.org/drawingml/2006/main" noGrp="1"/>
          </p:cNvSpPr>
          <p:nvPr/>
        </p:nvSpPr>
        <p:spPr>
          <a:xfrm xmlns:a="http://schemas.openxmlformats.org/drawingml/2006/main">
            <a:off x="548339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E2E1"/>
          </a:solidFill>
          <a:ln xmlns:a="http://schemas.openxmlformats.org/drawingml/2006/main" w="2684">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9A0F4BC2-D544-43D9-B0EC-F40A5498BE1E}"/>
              </a:ext>
            </a:extLst>
          </p:cNvPr>
          <p:cNvSpPr>
            <a:spLocks xmlns:a="http://schemas.openxmlformats.org/drawingml/2006/main" noGrp="1"/>
          </p:cNvSpPr>
          <p:nvPr/>
        </p:nvSpPr>
        <p:spPr>
          <a:xfrm xmlns:a="http://schemas.openxmlformats.org/drawingml/2006/main">
            <a:off x="548339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DDB"/>
          </a:solidFill>
          <a:ln xmlns:a="http://schemas.openxmlformats.org/drawingml/2006/main" w="2684">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DB486614-53E2-419D-BA87-BC514E420758}"/>
              </a:ext>
            </a:extLst>
          </p:cNvPr>
          <p:cNvSpPr>
            <a:spLocks xmlns:a="http://schemas.openxmlformats.org/drawingml/2006/main" noGrp="1"/>
          </p:cNvSpPr>
          <p:nvPr/>
        </p:nvSpPr>
        <p:spPr>
          <a:xfrm xmlns:a="http://schemas.openxmlformats.org/drawingml/2006/main">
            <a:off x="548339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1A6A2"/>
          </a:solidFill>
          <a:ln xmlns:a="http://schemas.openxmlformats.org/drawingml/2006/main" w="2684">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0D95C5F1-4147-4C3B-8C8E-2E91A926C0ED}"/>
              </a:ext>
            </a:extLst>
          </p:cNvPr>
          <p:cNvSpPr>
            <a:spLocks xmlns:a="http://schemas.openxmlformats.org/drawingml/2006/main" noGrp="1"/>
          </p:cNvSpPr>
          <p:nvPr/>
        </p:nvSpPr>
        <p:spPr>
          <a:xfrm xmlns:a="http://schemas.openxmlformats.org/drawingml/2006/main">
            <a:off x="548339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2AE"/>
          </a:solidFill>
          <a:ln xmlns:a="http://schemas.openxmlformats.org/drawingml/2006/main" w="2684">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3495A446-02D6-4DB1-8821-A8965D34449F}"/>
              </a:ext>
            </a:extLst>
          </p:cNvPr>
          <p:cNvSpPr>
            <a:spLocks xmlns:a="http://schemas.openxmlformats.org/drawingml/2006/main" noGrp="1"/>
          </p:cNvSpPr>
          <p:nvPr/>
        </p:nvSpPr>
        <p:spPr>
          <a:xfrm xmlns:a="http://schemas.openxmlformats.org/drawingml/2006/main">
            <a:off x="548339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78983"/>
          </a:solidFill>
          <a:ln xmlns:a="http://schemas.openxmlformats.org/drawingml/2006/main" w="2684">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5045FDE6-BE2C-4139-B76A-091D473CD013}"/>
              </a:ext>
            </a:extLst>
          </p:cNvPr>
          <p:cNvSpPr>
            <a:spLocks xmlns:a="http://schemas.openxmlformats.org/drawingml/2006/main" noGrp="1"/>
          </p:cNvSpPr>
          <p:nvPr/>
        </p:nvSpPr>
        <p:spPr>
          <a:xfrm xmlns:a="http://schemas.openxmlformats.org/drawingml/2006/main">
            <a:off x="548339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49F"/>
          </a:solidFill>
          <a:ln xmlns:a="http://schemas.openxmlformats.org/drawingml/2006/main" w="2684">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4F6CA5E4-D03F-48A7-B2F4-75996AD8D3B9}"/>
              </a:ext>
            </a:extLst>
          </p:cNvPr>
          <p:cNvSpPr>
            <a:spLocks xmlns:a="http://schemas.openxmlformats.org/drawingml/2006/main" noGrp="1"/>
          </p:cNvSpPr>
          <p:nvPr/>
        </p:nvSpPr>
        <p:spPr>
          <a:xfrm xmlns:a="http://schemas.openxmlformats.org/drawingml/2006/main">
            <a:off x="548339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D0CE"/>
          </a:solidFill>
          <a:ln xmlns:a="http://schemas.openxmlformats.org/drawingml/2006/main" w="2684">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D7A902A1-9A69-4E73-8D5B-528EA5F069CD}"/>
              </a:ext>
            </a:extLst>
          </p:cNvPr>
          <p:cNvSpPr>
            <a:spLocks xmlns:a="http://schemas.openxmlformats.org/drawingml/2006/main" noGrp="1"/>
          </p:cNvSpPr>
          <p:nvPr/>
        </p:nvSpPr>
        <p:spPr>
          <a:xfrm xmlns:a="http://schemas.openxmlformats.org/drawingml/2006/main">
            <a:off x="548339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6E5E3"/>
          </a:solidFill>
          <a:ln xmlns:a="http://schemas.openxmlformats.org/drawingml/2006/main" w="2684">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FFD8C58E-A480-4EED-9157-0363E6C5E328}"/>
              </a:ext>
            </a:extLst>
          </p:cNvPr>
          <p:cNvSpPr>
            <a:spLocks xmlns:a="http://schemas.openxmlformats.org/drawingml/2006/main" noGrp="1"/>
          </p:cNvSpPr>
          <p:nvPr/>
        </p:nvSpPr>
        <p:spPr>
          <a:xfrm xmlns:a="http://schemas.openxmlformats.org/drawingml/2006/main">
            <a:off x="548339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F716A"/>
          </a:solidFill>
          <a:ln xmlns:a="http://schemas.openxmlformats.org/drawingml/2006/main" w="2684">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6F5969C2-3681-47F3-AA1D-69DA2DF97225}"/>
              </a:ext>
            </a:extLst>
          </p:cNvPr>
          <p:cNvSpPr>
            <a:spLocks xmlns:a="http://schemas.openxmlformats.org/drawingml/2006/main" noGrp="1"/>
          </p:cNvSpPr>
          <p:nvPr/>
        </p:nvSpPr>
        <p:spPr>
          <a:xfrm xmlns:a="http://schemas.openxmlformats.org/drawingml/2006/main">
            <a:off x="548339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CBC9"/>
          </a:solidFill>
          <a:ln xmlns:a="http://schemas.openxmlformats.org/drawingml/2006/main" w="2684">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8B044084-EE70-4721-B970-6443E068D990}"/>
              </a:ext>
            </a:extLst>
          </p:cNvPr>
          <p:cNvSpPr>
            <a:spLocks xmlns:a="http://schemas.openxmlformats.org/drawingml/2006/main" noGrp="1"/>
          </p:cNvSpPr>
          <p:nvPr/>
        </p:nvSpPr>
        <p:spPr>
          <a:xfrm xmlns:a="http://schemas.openxmlformats.org/drawingml/2006/main">
            <a:off x="548339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6C3"/>
          </a:solidFill>
          <a:ln xmlns:a="http://schemas.openxmlformats.org/drawingml/2006/main" w="2684">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71493D92-91D5-4CD4-8177-E4179C326904}"/>
              </a:ext>
            </a:extLst>
          </p:cNvPr>
          <p:cNvSpPr>
            <a:spLocks xmlns:a="http://schemas.openxmlformats.org/drawingml/2006/main" noGrp="1"/>
          </p:cNvSpPr>
          <p:nvPr/>
        </p:nvSpPr>
        <p:spPr>
          <a:xfrm xmlns:a="http://schemas.openxmlformats.org/drawingml/2006/main">
            <a:off x="5483396"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E6E67"/>
          </a:solidFill>
          <a:ln xmlns:a="http://schemas.openxmlformats.org/drawingml/2006/main" w="2684">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4A7D839C-1FA7-401C-BA4F-D5001B711757}"/>
              </a:ext>
            </a:extLst>
          </p:cNvPr>
          <p:cNvSpPr>
            <a:spLocks xmlns:a="http://schemas.openxmlformats.org/drawingml/2006/main" noGrp="1"/>
          </p:cNvSpPr>
          <p:nvPr/>
        </p:nvSpPr>
        <p:spPr>
          <a:xfrm xmlns:a="http://schemas.openxmlformats.org/drawingml/2006/main">
            <a:off x="5544288"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9792"/>
          </a:solidFill>
          <a:ln xmlns:a="http://schemas.openxmlformats.org/drawingml/2006/main" w="2684">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81DD2802-E8A8-494E-A26B-72747BA07803}"/>
              </a:ext>
            </a:extLst>
          </p:cNvPr>
          <p:cNvSpPr>
            <a:spLocks xmlns:a="http://schemas.openxmlformats.org/drawingml/2006/main" noGrp="1"/>
          </p:cNvSpPr>
          <p:nvPr/>
        </p:nvSpPr>
        <p:spPr>
          <a:xfrm xmlns:a="http://schemas.openxmlformats.org/drawingml/2006/main">
            <a:off x="5544288"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E2E1"/>
          </a:solidFill>
          <a:ln xmlns:a="http://schemas.openxmlformats.org/drawingml/2006/main" w="2684">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9890AF76-2850-4F79-9C1B-3DC88CCE3A7D}"/>
              </a:ext>
            </a:extLst>
          </p:cNvPr>
          <p:cNvSpPr>
            <a:spLocks xmlns:a="http://schemas.openxmlformats.org/drawingml/2006/main" noGrp="1"/>
          </p:cNvSpPr>
          <p:nvPr/>
        </p:nvSpPr>
        <p:spPr>
          <a:xfrm xmlns:a="http://schemas.openxmlformats.org/drawingml/2006/main">
            <a:off x="5544288"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AC7"/>
          </a:solidFill>
          <a:ln xmlns:a="http://schemas.openxmlformats.org/drawingml/2006/main" w="2684">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08602ADF-01D5-4947-ACEE-11851C379CBE}"/>
              </a:ext>
            </a:extLst>
          </p:cNvPr>
          <p:cNvSpPr>
            <a:spLocks xmlns:a="http://schemas.openxmlformats.org/drawingml/2006/main" noGrp="1"/>
          </p:cNvSpPr>
          <p:nvPr/>
        </p:nvSpPr>
        <p:spPr>
          <a:xfrm xmlns:a="http://schemas.openxmlformats.org/drawingml/2006/main">
            <a:off x="5544288"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FA29D"/>
          </a:solidFill>
          <a:ln xmlns:a="http://schemas.openxmlformats.org/drawingml/2006/main" w="2684">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1123A14E-6FAB-453C-A37C-66C80E09E1EE}"/>
              </a:ext>
            </a:extLst>
          </p:cNvPr>
          <p:cNvSpPr>
            <a:spLocks xmlns:a="http://schemas.openxmlformats.org/drawingml/2006/main" noGrp="1"/>
          </p:cNvSpPr>
          <p:nvPr/>
        </p:nvSpPr>
        <p:spPr>
          <a:xfrm xmlns:a="http://schemas.openxmlformats.org/drawingml/2006/main">
            <a:off x="5544288"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F2F8"/>
          </a:solidFill>
          <a:ln xmlns:a="http://schemas.openxmlformats.org/drawingml/2006/main" w="2684">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193D569C-5F24-4498-9B7B-BF3F6135976B}"/>
              </a:ext>
            </a:extLst>
          </p:cNvPr>
          <p:cNvSpPr>
            <a:spLocks xmlns:a="http://schemas.openxmlformats.org/drawingml/2006/main" noGrp="1"/>
          </p:cNvSpPr>
          <p:nvPr/>
        </p:nvSpPr>
        <p:spPr>
          <a:xfrm xmlns:a="http://schemas.openxmlformats.org/drawingml/2006/main">
            <a:off x="5544288"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BC8"/>
          </a:solidFill>
          <a:ln xmlns:a="http://schemas.openxmlformats.org/drawingml/2006/main" w="2684">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A4B68020-7FA8-472E-80D1-ED1C14FC7F8A}"/>
              </a:ext>
            </a:extLst>
          </p:cNvPr>
          <p:cNvSpPr>
            <a:spLocks xmlns:a="http://schemas.openxmlformats.org/drawingml/2006/main" noGrp="1"/>
          </p:cNvSpPr>
          <p:nvPr/>
        </p:nvSpPr>
        <p:spPr>
          <a:xfrm xmlns:a="http://schemas.openxmlformats.org/drawingml/2006/main">
            <a:off x="5544288"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DAA"/>
          </a:solidFill>
          <a:ln xmlns:a="http://schemas.openxmlformats.org/drawingml/2006/main" w="2684">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552DB3BF-A581-42CD-B262-DBBD3B4D2D59}"/>
              </a:ext>
            </a:extLst>
          </p:cNvPr>
          <p:cNvSpPr>
            <a:spLocks xmlns:a="http://schemas.openxmlformats.org/drawingml/2006/main" noGrp="1"/>
          </p:cNvSpPr>
          <p:nvPr/>
        </p:nvSpPr>
        <p:spPr>
          <a:xfrm xmlns:a="http://schemas.openxmlformats.org/drawingml/2006/main">
            <a:off x="5544288"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9792"/>
          </a:solidFill>
          <a:ln xmlns:a="http://schemas.openxmlformats.org/drawingml/2006/main" w="2684">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9D76381E-E383-434E-A176-8739C5D0C82A}"/>
              </a:ext>
            </a:extLst>
          </p:cNvPr>
          <p:cNvSpPr>
            <a:spLocks xmlns:a="http://schemas.openxmlformats.org/drawingml/2006/main" noGrp="1"/>
          </p:cNvSpPr>
          <p:nvPr/>
        </p:nvSpPr>
        <p:spPr>
          <a:xfrm xmlns:a="http://schemas.openxmlformats.org/drawingml/2006/main">
            <a:off x="5544288"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37E77"/>
          </a:solidFill>
          <a:ln xmlns:a="http://schemas.openxmlformats.org/drawingml/2006/main" w="2684">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2AE0C620-DA40-4908-A0B0-0478FE5B099D}"/>
              </a:ext>
            </a:extLst>
          </p:cNvPr>
          <p:cNvSpPr>
            <a:spLocks xmlns:a="http://schemas.openxmlformats.org/drawingml/2006/main" noGrp="1"/>
          </p:cNvSpPr>
          <p:nvPr/>
        </p:nvSpPr>
        <p:spPr>
          <a:xfrm xmlns:a="http://schemas.openxmlformats.org/drawingml/2006/main">
            <a:off x="5544288"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EFDFD"/>
          </a:solidFill>
          <a:ln xmlns:a="http://schemas.openxmlformats.org/drawingml/2006/main" w="2684">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582F422B-40B1-40FC-A9ED-8435AD671704}"/>
              </a:ext>
            </a:extLst>
          </p:cNvPr>
          <p:cNvSpPr>
            <a:spLocks xmlns:a="http://schemas.openxmlformats.org/drawingml/2006/main" noGrp="1"/>
          </p:cNvSpPr>
          <p:nvPr/>
        </p:nvSpPr>
        <p:spPr>
          <a:xfrm xmlns:a="http://schemas.openxmlformats.org/drawingml/2006/main">
            <a:off x="5544288"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7C4"/>
          </a:solidFill>
          <a:ln xmlns:a="http://schemas.openxmlformats.org/drawingml/2006/main" w="2684">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87DAD92B-4151-46C4-B1F9-83B2A39A3235}"/>
              </a:ext>
            </a:extLst>
          </p:cNvPr>
          <p:cNvSpPr>
            <a:spLocks xmlns:a="http://schemas.openxmlformats.org/drawingml/2006/main" noGrp="1"/>
          </p:cNvSpPr>
          <p:nvPr/>
        </p:nvSpPr>
        <p:spPr>
          <a:xfrm xmlns:a="http://schemas.openxmlformats.org/drawingml/2006/main">
            <a:off x="5544288"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4C1"/>
          </a:solidFill>
          <a:ln xmlns:a="http://schemas.openxmlformats.org/drawingml/2006/main" w="2684">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33BE20FE-5F3E-46BE-8554-1583D61114EA}"/>
              </a:ext>
            </a:extLst>
          </p:cNvPr>
          <p:cNvSpPr>
            <a:spLocks xmlns:a="http://schemas.openxmlformats.org/drawingml/2006/main" noGrp="1"/>
          </p:cNvSpPr>
          <p:nvPr/>
        </p:nvSpPr>
        <p:spPr>
          <a:xfrm xmlns:a="http://schemas.openxmlformats.org/drawingml/2006/main">
            <a:off x="5544288"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FBC"/>
          </a:solidFill>
          <a:ln xmlns:a="http://schemas.openxmlformats.org/drawingml/2006/main" w="2684">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8326C26E-06E1-42A7-A866-6D208B4C10A6}"/>
              </a:ext>
            </a:extLst>
          </p:cNvPr>
          <p:cNvSpPr>
            <a:spLocks xmlns:a="http://schemas.openxmlformats.org/drawingml/2006/main" noGrp="1"/>
          </p:cNvSpPr>
          <p:nvPr/>
        </p:nvSpPr>
        <p:spPr>
          <a:xfrm xmlns:a="http://schemas.openxmlformats.org/drawingml/2006/main">
            <a:off x="5544288"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CECC"/>
          </a:solidFill>
          <a:ln xmlns:a="http://schemas.openxmlformats.org/drawingml/2006/main" w="2684">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33A226E1-2579-4E8C-9AAB-662C38C75118}"/>
              </a:ext>
            </a:extLst>
          </p:cNvPr>
          <p:cNvSpPr>
            <a:spLocks xmlns:a="http://schemas.openxmlformats.org/drawingml/2006/main" noGrp="1"/>
          </p:cNvSpPr>
          <p:nvPr/>
        </p:nvSpPr>
        <p:spPr>
          <a:xfrm xmlns:a="http://schemas.openxmlformats.org/drawingml/2006/main">
            <a:off x="5544288"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5A0"/>
          </a:solidFill>
          <a:ln xmlns:a="http://schemas.openxmlformats.org/drawingml/2006/main" w="2684">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CB9A4685-D31F-4C0C-990D-509D6F1DF343}"/>
              </a:ext>
            </a:extLst>
          </p:cNvPr>
          <p:cNvSpPr>
            <a:spLocks xmlns:a="http://schemas.openxmlformats.org/drawingml/2006/main" noGrp="1"/>
          </p:cNvSpPr>
          <p:nvPr/>
        </p:nvSpPr>
        <p:spPr>
          <a:xfrm xmlns:a="http://schemas.openxmlformats.org/drawingml/2006/main">
            <a:off x="5544288"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D6C65"/>
          </a:solidFill>
          <a:ln xmlns:a="http://schemas.openxmlformats.org/drawingml/2006/main" w="2684">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25D5DF20-857A-4FEA-AA01-D01262D61DA0}"/>
              </a:ext>
            </a:extLst>
          </p:cNvPr>
          <p:cNvSpPr>
            <a:spLocks xmlns:a="http://schemas.openxmlformats.org/drawingml/2006/main" noGrp="1"/>
          </p:cNvSpPr>
          <p:nvPr/>
        </p:nvSpPr>
        <p:spPr>
          <a:xfrm xmlns:a="http://schemas.openxmlformats.org/drawingml/2006/main">
            <a:off x="5605180"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2D0"/>
          </a:solidFill>
          <a:ln xmlns:a="http://schemas.openxmlformats.org/drawingml/2006/main" w="2684">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7793D345-4667-4463-9AE7-C85BD499CF05}"/>
              </a:ext>
            </a:extLst>
          </p:cNvPr>
          <p:cNvSpPr>
            <a:spLocks xmlns:a="http://schemas.openxmlformats.org/drawingml/2006/main" noGrp="1"/>
          </p:cNvSpPr>
          <p:nvPr/>
        </p:nvSpPr>
        <p:spPr>
          <a:xfrm xmlns:a="http://schemas.openxmlformats.org/drawingml/2006/main">
            <a:off x="5605180"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AF1F0"/>
          </a:solidFill>
          <a:ln xmlns:a="http://schemas.openxmlformats.org/drawingml/2006/main" w="2684">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D08BEFF3-853E-4BD0-89B2-62057B82E13E}"/>
              </a:ext>
            </a:extLst>
          </p:cNvPr>
          <p:cNvSpPr>
            <a:spLocks xmlns:a="http://schemas.openxmlformats.org/drawingml/2006/main" noGrp="1"/>
          </p:cNvSpPr>
          <p:nvPr/>
        </p:nvSpPr>
        <p:spPr>
          <a:xfrm xmlns:a="http://schemas.openxmlformats.org/drawingml/2006/main">
            <a:off x="5605180"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7D5"/>
          </a:solidFill>
          <a:ln xmlns:a="http://schemas.openxmlformats.org/drawingml/2006/main" w="2684">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B95FB8D6-9BC4-41C4-A7DE-32173A080C43}"/>
              </a:ext>
            </a:extLst>
          </p:cNvPr>
          <p:cNvSpPr>
            <a:spLocks xmlns:a="http://schemas.openxmlformats.org/drawingml/2006/main" noGrp="1"/>
          </p:cNvSpPr>
          <p:nvPr/>
        </p:nvSpPr>
        <p:spPr>
          <a:xfrm xmlns:a="http://schemas.openxmlformats.org/drawingml/2006/main">
            <a:off x="5605180"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CBC9"/>
          </a:solidFill>
          <a:ln xmlns:a="http://schemas.openxmlformats.org/drawingml/2006/main" w="2684">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570331DA-665A-4D98-AD0D-66B2CE3B76E1}"/>
              </a:ext>
            </a:extLst>
          </p:cNvPr>
          <p:cNvSpPr>
            <a:spLocks xmlns:a="http://schemas.openxmlformats.org/drawingml/2006/main" noGrp="1"/>
          </p:cNvSpPr>
          <p:nvPr/>
        </p:nvSpPr>
        <p:spPr>
          <a:xfrm xmlns:a="http://schemas.openxmlformats.org/drawingml/2006/main">
            <a:off x="5605180"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AB7"/>
          </a:solidFill>
          <a:ln xmlns:a="http://schemas.openxmlformats.org/drawingml/2006/main" w="2684">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7E54E16C-E24B-4324-9916-3CE9091CDF37}"/>
              </a:ext>
            </a:extLst>
          </p:cNvPr>
          <p:cNvSpPr>
            <a:spLocks xmlns:a="http://schemas.openxmlformats.org/drawingml/2006/main" noGrp="1"/>
          </p:cNvSpPr>
          <p:nvPr/>
        </p:nvSpPr>
        <p:spPr>
          <a:xfrm xmlns:a="http://schemas.openxmlformats.org/drawingml/2006/main">
            <a:off x="5605180"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4817B"/>
          </a:solidFill>
          <a:ln xmlns:a="http://schemas.openxmlformats.org/drawingml/2006/main" w="2684">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7CF0D3D9-3CBC-4BF8-BDC7-960037B22A72}"/>
              </a:ext>
            </a:extLst>
          </p:cNvPr>
          <p:cNvSpPr>
            <a:spLocks xmlns:a="http://schemas.openxmlformats.org/drawingml/2006/main" noGrp="1"/>
          </p:cNvSpPr>
          <p:nvPr/>
        </p:nvSpPr>
        <p:spPr>
          <a:xfrm xmlns:a="http://schemas.openxmlformats.org/drawingml/2006/main">
            <a:off x="5605180"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6857F"/>
          </a:solidFill>
          <a:ln xmlns:a="http://schemas.openxmlformats.org/drawingml/2006/main" w="2684">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165CE54F-834D-4063-85D3-6337BD21D41A}"/>
              </a:ext>
            </a:extLst>
          </p:cNvPr>
          <p:cNvSpPr>
            <a:spLocks xmlns:a="http://schemas.openxmlformats.org/drawingml/2006/main" noGrp="1"/>
          </p:cNvSpPr>
          <p:nvPr/>
        </p:nvSpPr>
        <p:spPr>
          <a:xfrm xmlns:a="http://schemas.openxmlformats.org/drawingml/2006/main">
            <a:off x="5605180"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98F8A"/>
          </a:solidFill>
          <a:ln xmlns:a="http://schemas.openxmlformats.org/drawingml/2006/main" w="2684">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9AACDBFF-1E1A-4C3F-A79D-F254C0C0DB14}"/>
              </a:ext>
            </a:extLst>
          </p:cNvPr>
          <p:cNvSpPr>
            <a:spLocks xmlns:a="http://schemas.openxmlformats.org/drawingml/2006/main" noGrp="1"/>
          </p:cNvSpPr>
          <p:nvPr/>
        </p:nvSpPr>
        <p:spPr>
          <a:xfrm xmlns:a="http://schemas.openxmlformats.org/drawingml/2006/main">
            <a:off x="5605180"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78A84"/>
          </a:solidFill>
          <a:ln xmlns:a="http://schemas.openxmlformats.org/drawingml/2006/main" w="2684">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F4AFBAC2-CC3D-4CF3-91E0-1375ADEA328F}"/>
              </a:ext>
            </a:extLst>
          </p:cNvPr>
          <p:cNvSpPr>
            <a:spLocks xmlns:a="http://schemas.openxmlformats.org/drawingml/2006/main" noGrp="1"/>
          </p:cNvSpPr>
          <p:nvPr/>
        </p:nvSpPr>
        <p:spPr>
          <a:xfrm xmlns:a="http://schemas.openxmlformats.org/drawingml/2006/main">
            <a:off x="5605180"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1AE"/>
          </a:solidFill>
          <a:ln xmlns:a="http://schemas.openxmlformats.org/drawingml/2006/main" w="2684">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68CBB0F8-8A30-4AA8-A564-D4E051D85A33}"/>
              </a:ext>
            </a:extLst>
          </p:cNvPr>
          <p:cNvSpPr>
            <a:spLocks xmlns:a="http://schemas.openxmlformats.org/drawingml/2006/main" noGrp="1"/>
          </p:cNvSpPr>
          <p:nvPr/>
        </p:nvSpPr>
        <p:spPr>
          <a:xfrm xmlns:a="http://schemas.openxmlformats.org/drawingml/2006/main">
            <a:off x="5605180"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AC7"/>
          </a:solidFill>
          <a:ln xmlns:a="http://schemas.openxmlformats.org/drawingml/2006/main" w="2684">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BC78DEF9-2480-4224-B2CC-235DD5EC7E84}"/>
              </a:ext>
            </a:extLst>
          </p:cNvPr>
          <p:cNvSpPr>
            <a:spLocks xmlns:a="http://schemas.openxmlformats.org/drawingml/2006/main" noGrp="1"/>
          </p:cNvSpPr>
          <p:nvPr/>
        </p:nvSpPr>
        <p:spPr>
          <a:xfrm xmlns:a="http://schemas.openxmlformats.org/drawingml/2006/main">
            <a:off x="5605180"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5C2"/>
          </a:solidFill>
          <a:ln xmlns:a="http://schemas.openxmlformats.org/drawingml/2006/main" w="2684">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B556CD26-7675-4AFE-B231-5168ECC5F118}"/>
              </a:ext>
            </a:extLst>
          </p:cNvPr>
          <p:cNvSpPr>
            <a:spLocks xmlns:a="http://schemas.openxmlformats.org/drawingml/2006/main" noGrp="1"/>
          </p:cNvSpPr>
          <p:nvPr/>
        </p:nvSpPr>
        <p:spPr>
          <a:xfrm xmlns:a="http://schemas.openxmlformats.org/drawingml/2006/main">
            <a:off x="5605180"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7B4"/>
          </a:solidFill>
          <a:ln xmlns:a="http://schemas.openxmlformats.org/drawingml/2006/main" w="2684">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4093F424-5C0E-49F2-A823-9CFF79774644}"/>
              </a:ext>
            </a:extLst>
          </p:cNvPr>
          <p:cNvSpPr>
            <a:spLocks xmlns:a="http://schemas.openxmlformats.org/drawingml/2006/main" noGrp="1"/>
          </p:cNvSpPr>
          <p:nvPr/>
        </p:nvSpPr>
        <p:spPr>
          <a:xfrm xmlns:a="http://schemas.openxmlformats.org/drawingml/2006/main">
            <a:off x="5666072"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1A6A2"/>
          </a:solidFill>
          <a:ln xmlns:a="http://schemas.openxmlformats.org/drawingml/2006/main" w="2684">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4602261D-2A27-4C63-A435-7A513BBAF15B}"/>
              </a:ext>
            </a:extLst>
          </p:cNvPr>
          <p:cNvSpPr>
            <a:spLocks xmlns:a="http://schemas.openxmlformats.org/drawingml/2006/main" noGrp="1"/>
          </p:cNvSpPr>
          <p:nvPr/>
        </p:nvSpPr>
        <p:spPr>
          <a:xfrm xmlns:a="http://schemas.openxmlformats.org/drawingml/2006/main">
            <a:off x="5666072"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5B2"/>
          </a:solidFill>
          <a:ln xmlns:a="http://schemas.openxmlformats.org/drawingml/2006/main" w="2684">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9D0C697D-A227-4EDB-820E-8C363E2BAA32}"/>
              </a:ext>
            </a:extLst>
          </p:cNvPr>
          <p:cNvSpPr>
            <a:spLocks xmlns:a="http://schemas.openxmlformats.org/drawingml/2006/main" noGrp="1"/>
          </p:cNvSpPr>
          <p:nvPr/>
        </p:nvSpPr>
        <p:spPr>
          <a:xfrm xmlns:a="http://schemas.openxmlformats.org/drawingml/2006/main">
            <a:off x="566607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D9C97"/>
          </a:solidFill>
          <a:ln xmlns:a="http://schemas.openxmlformats.org/drawingml/2006/main" w="2684">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6635A76D-1593-4770-BABD-83146EFE3753}"/>
              </a:ext>
            </a:extLst>
          </p:cNvPr>
          <p:cNvSpPr>
            <a:spLocks xmlns:a="http://schemas.openxmlformats.org/drawingml/2006/main" noGrp="1"/>
          </p:cNvSpPr>
          <p:nvPr/>
        </p:nvSpPr>
        <p:spPr>
          <a:xfrm xmlns:a="http://schemas.openxmlformats.org/drawingml/2006/main">
            <a:off x="566607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7E8E7"/>
          </a:solidFill>
          <a:ln xmlns:a="http://schemas.openxmlformats.org/drawingml/2006/main" w="2684">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9196748B-3684-4C89-90DF-9BDE8D57C36C}"/>
              </a:ext>
            </a:extLst>
          </p:cNvPr>
          <p:cNvSpPr>
            <a:spLocks xmlns:a="http://schemas.openxmlformats.org/drawingml/2006/main" noGrp="1"/>
          </p:cNvSpPr>
          <p:nvPr/>
        </p:nvSpPr>
        <p:spPr>
          <a:xfrm xmlns:a="http://schemas.openxmlformats.org/drawingml/2006/main">
            <a:off x="566607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FBC"/>
          </a:solidFill>
          <a:ln xmlns:a="http://schemas.openxmlformats.org/drawingml/2006/main" w="2684">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1857F846-18BC-412C-A5AA-D775106A707D}"/>
              </a:ext>
            </a:extLst>
          </p:cNvPr>
          <p:cNvSpPr>
            <a:spLocks xmlns:a="http://schemas.openxmlformats.org/drawingml/2006/main" noGrp="1"/>
          </p:cNvSpPr>
          <p:nvPr/>
        </p:nvSpPr>
        <p:spPr>
          <a:xfrm xmlns:a="http://schemas.openxmlformats.org/drawingml/2006/main">
            <a:off x="566607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88D87"/>
          </a:solidFill>
          <a:ln xmlns:a="http://schemas.openxmlformats.org/drawingml/2006/main" w="2684">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DC814A45-A9DA-41F6-B9A0-BBFEBB0CAB30}"/>
              </a:ext>
            </a:extLst>
          </p:cNvPr>
          <p:cNvSpPr>
            <a:spLocks xmlns:a="http://schemas.openxmlformats.org/drawingml/2006/main" noGrp="1"/>
          </p:cNvSpPr>
          <p:nvPr/>
        </p:nvSpPr>
        <p:spPr>
          <a:xfrm xmlns:a="http://schemas.openxmlformats.org/drawingml/2006/main">
            <a:off x="566607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7E8E7"/>
          </a:solidFill>
          <a:ln xmlns:a="http://schemas.openxmlformats.org/drawingml/2006/main" w="2684">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5618DC46-61C7-458E-9624-C2E197A18C66}"/>
              </a:ext>
            </a:extLst>
          </p:cNvPr>
          <p:cNvSpPr>
            <a:spLocks xmlns:a="http://schemas.openxmlformats.org/drawingml/2006/main" noGrp="1"/>
          </p:cNvSpPr>
          <p:nvPr/>
        </p:nvSpPr>
        <p:spPr>
          <a:xfrm xmlns:a="http://schemas.openxmlformats.org/drawingml/2006/main">
            <a:off x="566607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B958F"/>
          </a:solidFill>
          <a:ln xmlns:a="http://schemas.openxmlformats.org/drawingml/2006/main" w="2684">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D8DB2B9C-DDBF-42D9-AF76-3F33ED96454D}"/>
              </a:ext>
            </a:extLst>
          </p:cNvPr>
          <p:cNvSpPr>
            <a:spLocks xmlns:a="http://schemas.openxmlformats.org/drawingml/2006/main" noGrp="1"/>
          </p:cNvSpPr>
          <p:nvPr/>
        </p:nvSpPr>
        <p:spPr>
          <a:xfrm xmlns:a="http://schemas.openxmlformats.org/drawingml/2006/main">
            <a:off x="5666072"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78882"/>
          </a:solidFill>
          <a:ln xmlns:a="http://schemas.openxmlformats.org/drawingml/2006/main" w="2684">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BF7044E3-DC58-47A7-A42A-103DCB252AF3}"/>
              </a:ext>
            </a:extLst>
          </p:cNvPr>
          <p:cNvSpPr>
            <a:spLocks xmlns:a="http://schemas.openxmlformats.org/drawingml/2006/main" noGrp="1"/>
          </p:cNvSpPr>
          <p:nvPr/>
        </p:nvSpPr>
        <p:spPr>
          <a:xfrm xmlns:a="http://schemas.openxmlformats.org/drawingml/2006/main">
            <a:off x="5666072"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5FA"/>
          </a:solidFill>
          <a:ln xmlns:a="http://schemas.openxmlformats.org/drawingml/2006/main" w="2684">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D660746A-68BD-4445-BCA9-A0A2F2897E7F}"/>
              </a:ext>
            </a:extLst>
          </p:cNvPr>
          <p:cNvSpPr>
            <a:spLocks xmlns:a="http://schemas.openxmlformats.org/drawingml/2006/main" noGrp="1"/>
          </p:cNvSpPr>
          <p:nvPr/>
        </p:nvSpPr>
        <p:spPr>
          <a:xfrm xmlns:a="http://schemas.openxmlformats.org/drawingml/2006/main">
            <a:off x="5666072"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2A9A4"/>
          </a:solidFill>
          <a:ln xmlns:a="http://schemas.openxmlformats.org/drawingml/2006/main" w="2684">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24C6A93D-E133-4C14-89D6-65FD0CDDFADD}"/>
              </a:ext>
            </a:extLst>
          </p:cNvPr>
          <p:cNvSpPr>
            <a:spLocks xmlns:a="http://schemas.openxmlformats.org/drawingml/2006/main" noGrp="1"/>
          </p:cNvSpPr>
          <p:nvPr/>
        </p:nvSpPr>
        <p:spPr>
          <a:xfrm xmlns:a="http://schemas.openxmlformats.org/drawingml/2006/main">
            <a:off x="5666072"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C2BF"/>
          </a:solidFill>
          <a:ln xmlns:a="http://schemas.openxmlformats.org/drawingml/2006/main" w="2684">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9D093629-E9ED-4277-9DDC-B4FDAE0739D4}"/>
              </a:ext>
            </a:extLst>
          </p:cNvPr>
          <p:cNvSpPr>
            <a:spLocks xmlns:a="http://schemas.openxmlformats.org/drawingml/2006/main" noGrp="1"/>
          </p:cNvSpPr>
          <p:nvPr/>
        </p:nvSpPr>
        <p:spPr>
          <a:xfrm xmlns:a="http://schemas.openxmlformats.org/drawingml/2006/main">
            <a:off x="5726964"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C6861"/>
          </a:solidFill>
          <a:ln xmlns:a="http://schemas.openxmlformats.org/drawingml/2006/main" w="2684">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1BCAEC6C-B0F3-43CA-8EA4-C232388872FE}"/>
              </a:ext>
            </a:extLst>
          </p:cNvPr>
          <p:cNvSpPr>
            <a:spLocks xmlns:a="http://schemas.openxmlformats.org/drawingml/2006/main" noGrp="1"/>
          </p:cNvSpPr>
          <p:nvPr/>
        </p:nvSpPr>
        <p:spPr>
          <a:xfrm xmlns:a="http://schemas.openxmlformats.org/drawingml/2006/main">
            <a:off x="5726964"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68680"/>
          </a:solidFill>
          <a:ln xmlns:a="http://schemas.openxmlformats.org/drawingml/2006/main" w="2684">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A4E52E09-3083-4470-A45C-B9F9AC1DE66B}"/>
              </a:ext>
            </a:extLst>
          </p:cNvPr>
          <p:cNvSpPr>
            <a:spLocks xmlns:a="http://schemas.openxmlformats.org/drawingml/2006/main" noGrp="1"/>
          </p:cNvSpPr>
          <p:nvPr/>
        </p:nvSpPr>
        <p:spPr>
          <a:xfrm xmlns:a="http://schemas.openxmlformats.org/drawingml/2006/main">
            <a:off x="5726964"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DA9"/>
          </a:solidFill>
          <a:ln xmlns:a="http://schemas.openxmlformats.org/drawingml/2006/main" w="2684">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23BF1F27-766D-4BFB-B985-3214C9BFFE7D}"/>
              </a:ext>
            </a:extLst>
          </p:cNvPr>
          <p:cNvSpPr>
            <a:spLocks xmlns:a="http://schemas.openxmlformats.org/drawingml/2006/main" noGrp="1"/>
          </p:cNvSpPr>
          <p:nvPr/>
        </p:nvSpPr>
        <p:spPr>
          <a:xfrm xmlns:a="http://schemas.openxmlformats.org/drawingml/2006/main">
            <a:off x="572696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3D1"/>
          </a:solidFill>
          <a:ln xmlns:a="http://schemas.openxmlformats.org/drawingml/2006/main" w="2684">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865FB1C0-D3EB-467D-8EF6-BCB87C7718E5}"/>
              </a:ext>
            </a:extLst>
          </p:cNvPr>
          <p:cNvSpPr>
            <a:spLocks xmlns:a="http://schemas.openxmlformats.org/drawingml/2006/main" noGrp="1"/>
          </p:cNvSpPr>
          <p:nvPr/>
        </p:nvSpPr>
        <p:spPr>
          <a:xfrm xmlns:a="http://schemas.openxmlformats.org/drawingml/2006/main">
            <a:off x="572696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C2BF"/>
          </a:solidFill>
          <a:ln xmlns:a="http://schemas.openxmlformats.org/drawingml/2006/main" w="2684">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E25A84A8-DCEB-4933-ACB2-5BEC81D09929}"/>
              </a:ext>
            </a:extLst>
          </p:cNvPr>
          <p:cNvSpPr>
            <a:spLocks xmlns:a="http://schemas.openxmlformats.org/drawingml/2006/main" noGrp="1"/>
          </p:cNvSpPr>
          <p:nvPr/>
        </p:nvSpPr>
        <p:spPr>
          <a:xfrm xmlns:a="http://schemas.openxmlformats.org/drawingml/2006/main">
            <a:off x="572696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9EEED"/>
          </a:solidFill>
          <a:ln xmlns:a="http://schemas.openxmlformats.org/drawingml/2006/main" w="2684">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15649185-98B7-4CBC-ABA0-BD649CFD9682}"/>
              </a:ext>
            </a:extLst>
          </p:cNvPr>
          <p:cNvSpPr>
            <a:spLocks xmlns:a="http://schemas.openxmlformats.org/drawingml/2006/main" noGrp="1"/>
          </p:cNvSpPr>
          <p:nvPr/>
        </p:nvSpPr>
        <p:spPr>
          <a:xfrm xmlns:a="http://schemas.openxmlformats.org/drawingml/2006/main">
            <a:off x="572696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6574F"/>
          </a:solidFill>
          <a:ln xmlns:a="http://schemas.openxmlformats.org/drawingml/2006/main" w="2684">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04199C29-3DFC-48B7-B2C7-73DEB3156D2A}"/>
              </a:ext>
            </a:extLst>
          </p:cNvPr>
          <p:cNvSpPr>
            <a:spLocks xmlns:a="http://schemas.openxmlformats.org/drawingml/2006/main" noGrp="1"/>
          </p:cNvSpPr>
          <p:nvPr/>
        </p:nvSpPr>
        <p:spPr>
          <a:xfrm xmlns:a="http://schemas.openxmlformats.org/drawingml/2006/main">
            <a:off x="572696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F716A"/>
          </a:solidFill>
          <a:ln xmlns:a="http://schemas.openxmlformats.org/drawingml/2006/main" w="2684">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04A70797-EB1C-4A19-A0F8-358594F23563}"/>
              </a:ext>
            </a:extLst>
          </p:cNvPr>
          <p:cNvSpPr>
            <a:spLocks xmlns:a="http://schemas.openxmlformats.org/drawingml/2006/main" noGrp="1"/>
          </p:cNvSpPr>
          <p:nvPr/>
        </p:nvSpPr>
        <p:spPr>
          <a:xfrm xmlns:a="http://schemas.openxmlformats.org/drawingml/2006/main">
            <a:off x="5726964"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CA8"/>
          </a:solidFill>
          <a:ln xmlns:a="http://schemas.openxmlformats.org/drawingml/2006/main" w="2684">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35A0BEEA-5C8C-4DF5-8179-FA4066FAB2EF}"/>
              </a:ext>
            </a:extLst>
          </p:cNvPr>
          <p:cNvSpPr>
            <a:spLocks xmlns:a="http://schemas.openxmlformats.org/drawingml/2006/main" noGrp="1"/>
          </p:cNvSpPr>
          <p:nvPr/>
        </p:nvSpPr>
        <p:spPr>
          <a:xfrm xmlns:a="http://schemas.openxmlformats.org/drawingml/2006/main">
            <a:off x="5726964"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98F8A"/>
          </a:solidFill>
          <a:ln xmlns:a="http://schemas.openxmlformats.org/drawingml/2006/main" w="2684">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316F2EA4-B90E-4D00-BDD2-6CB03DE1A345}"/>
              </a:ext>
            </a:extLst>
          </p:cNvPr>
          <p:cNvSpPr>
            <a:spLocks xmlns:a="http://schemas.openxmlformats.org/drawingml/2006/main" noGrp="1"/>
          </p:cNvSpPr>
          <p:nvPr/>
        </p:nvSpPr>
        <p:spPr>
          <a:xfrm xmlns:a="http://schemas.openxmlformats.org/drawingml/2006/main">
            <a:off x="5726964"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BA7"/>
          </a:solidFill>
          <a:ln xmlns:a="http://schemas.openxmlformats.org/drawingml/2006/main" w="2684">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851F68D1-7EC0-4051-936B-93764D8F5D87}"/>
              </a:ext>
            </a:extLst>
          </p:cNvPr>
          <p:cNvSpPr>
            <a:spLocks xmlns:a="http://schemas.openxmlformats.org/drawingml/2006/main" noGrp="1"/>
          </p:cNvSpPr>
          <p:nvPr/>
        </p:nvSpPr>
        <p:spPr>
          <a:xfrm xmlns:a="http://schemas.openxmlformats.org/drawingml/2006/main">
            <a:off x="5726964"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4B0"/>
          </a:solidFill>
          <a:ln xmlns:a="http://schemas.openxmlformats.org/drawingml/2006/main" w="2684">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DC8CEDBD-2BB8-4C21-9533-B0E727185AB8}"/>
              </a:ext>
            </a:extLst>
          </p:cNvPr>
          <p:cNvSpPr>
            <a:spLocks xmlns:a="http://schemas.openxmlformats.org/drawingml/2006/main" noGrp="1"/>
          </p:cNvSpPr>
          <p:nvPr/>
        </p:nvSpPr>
        <p:spPr>
          <a:xfrm xmlns:a="http://schemas.openxmlformats.org/drawingml/2006/main">
            <a:off x="5726964"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8CA7D1"/>
          </a:solidFill>
          <a:ln xmlns:a="http://schemas.openxmlformats.org/drawingml/2006/main" w="2684">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41B5B91D-3416-41E2-9EC8-47F05513B90A}"/>
              </a:ext>
            </a:extLst>
          </p:cNvPr>
          <p:cNvSpPr>
            <a:spLocks xmlns:a="http://schemas.openxmlformats.org/drawingml/2006/main" noGrp="1"/>
          </p:cNvSpPr>
          <p:nvPr/>
        </p:nvSpPr>
        <p:spPr>
          <a:xfrm xmlns:a="http://schemas.openxmlformats.org/drawingml/2006/main">
            <a:off x="5787856"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1CF"/>
          </a:solidFill>
          <a:ln xmlns:a="http://schemas.openxmlformats.org/drawingml/2006/main" w="2684">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33F127E7-7C7A-45C8-8710-C7553EA8435D}"/>
              </a:ext>
            </a:extLst>
          </p:cNvPr>
          <p:cNvSpPr>
            <a:spLocks xmlns:a="http://schemas.openxmlformats.org/drawingml/2006/main" noGrp="1"/>
          </p:cNvSpPr>
          <p:nvPr/>
        </p:nvSpPr>
        <p:spPr>
          <a:xfrm xmlns:a="http://schemas.openxmlformats.org/drawingml/2006/main">
            <a:off x="5787856"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5D3"/>
          </a:solidFill>
          <a:ln xmlns:a="http://schemas.openxmlformats.org/drawingml/2006/main" w="2684">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2A117889-42C3-443F-9AEB-ED1FF6B7E7E0}"/>
              </a:ext>
            </a:extLst>
          </p:cNvPr>
          <p:cNvSpPr>
            <a:spLocks xmlns:a="http://schemas.openxmlformats.org/drawingml/2006/main" noGrp="1"/>
          </p:cNvSpPr>
          <p:nvPr/>
        </p:nvSpPr>
        <p:spPr>
          <a:xfrm xmlns:a="http://schemas.openxmlformats.org/drawingml/2006/main">
            <a:off x="578785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4D2"/>
          </a:solidFill>
          <a:ln xmlns:a="http://schemas.openxmlformats.org/drawingml/2006/main" w="2684">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B51FAF77-8E0C-4016-BFB4-913C6D04B308}"/>
              </a:ext>
            </a:extLst>
          </p:cNvPr>
          <p:cNvSpPr>
            <a:spLocks xmlns:a="http://schemas.openxmlformats.org/drawingml/2006/main" noGrp="1"/>
          </p:cNvSpPr>
          <p:nvPr/>
        </p:nvSpPr>
        <p:spPr>
          <a:xfrm xmlns:a="http://schemas.openxmlformats.org/drawingml/2006/main">
            <a:off x="578785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DF8F8"/>
          </a:solidFill>
          <a:ln xmlns:a="http://schemas.openxmlformats.org/drawingml/2006/main" w="2684">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2DC1124B-C718-4CA0-B3A4-0BA7E13A7012}"/>
              </a:ext>
            </a:extLst>
          </p:cNvPr>
          <p:cNvSpPr>
            <a:spLocks xmlns:a="http://schemas.openxmlformats.org/drawingml/2006/main" noGrp="1"/>
          </p:cNvSpPr>
          <p:nvPr/>
        </p:nvSpPr>
        <p:spPr>
          <a:xfrm xmlns:a="http://schemas.openxmlformats.org/drawingml/2006/main">
            <a:off x="578785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2A9A5"/>
          </a:solidFill>
          <a:ln xmlns:a="http://schemas.openxmlformats.org/drawingml/2006/main" w="2684">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6A472C3F-EB5E-46F1-B128-C9E2BD3DFC8C}"/>
              </a:ext>
            </a:extLst>
          </p:cNvPr>
          <p:cNvSpPr>
            <a:spLocks xmlns:a="http://schemas.openxmlformats.org/drawingml/2006/main" noGrp="1"/>
          </p:cNvSpPr>
          <p:nvPr/>
        </p:nvSpPr>
        <p:spPr>
          <a:xfrm xmlns:a="http://schemas.openxmlformats.org/drawingml/2006/main">
            <a:off x="578785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EDF5"/>
          </a:solidFill>
          <a:ln xmlns:a="http://schemas.openxmlformats.org/drawingml/2006/main" w="2684">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862EABCC-EB17-4417-B95C-4860DCF2464A}"/>
              </a:ext>
            </a:extLst>
          </p:cNvPr>
          <p:cNvSpPr>
            <a:spLocks xmlns:a="http://schemas.openxmlformats.org/drawingml/2006/main" noGrp="1"/>
          </p:cNvSpPr>
          <p:nvPr/>
        </p:nvSpPr>
        <p:spPr>
          <a:xfrm xmlns:a="http://schemas.openxmlformats.org/drawingml/2006/main">
            <a:off x="578785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2A9A4"/>
          </a:solidFill>
          <a:ln xmlns:a="http://schemas.openxmlformats.org/drawingml/2006/main" w="2684">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1EBDA353-1079-44BC-820D-9F24F2255C58}"/>
              </a:ext>
            </a:extLst>
          </p:cNvPr>
          <p:cNvSpPr>
            <a:spLocks xmlns:a="http://schemas.openxmlformats.org/drawingml/2006/main" noGrp="1"/>
          </p:cNvSpPr>
          <p:nvPr/>
        </p:nvSpPr>
        <p:spPr>
          <a:xfrm xmlns:a="http://schemas.openxmlformats.org/drawingml/2006/main">
            <a:off x="578785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DA9"/>
          </a:solidFill>
          <a:ln xmlns:a="http://schemas.openxmlformats.org/drawingml/2006/main" w="2684">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A6763851-3BCB-4EF2-9944-8C1D353195DB}"/>
              </a:ext>
            </a:extLst>
          </p:cNvPr>
          <p:cNvSpPr>
            <a:spLocks xmlns:a="http://schemas.openxmlformats.org/drawingml/2006/main" noGrp="1"/>
          </p:cNvSpPr>
          <p:nvPr/>
        </p:nvSpPr>
        <p:spPr>
          <a:xfrm xmlns:a="http://schemas.openxmlformats.org/drawingml/2006/main">
            <a:off x="578785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CB9"/>
          </a:solidFill>
          <a:ln xmlns:a="http://schemas.openxmlformats.org/drawingml/2006/main" w="2684">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91997ADB-93B9-4E8F-ADCE-C3D2728EB960}"/>
              </a:ext>
            </a:extLst>
          </p:cNvPr>
          <p:cNvSpPr>
            <a:spLocks xmlns:a="http://schemas.openxmlformats.org/drawingml/2006/main" noGrp="1"/>
          </p:cNvSpPr>
          <p:nvPr/>
        </p:nvSpPr>
        <p:spPr>
          <a:xfrm xmlns:a="http://schemas.openxmlformats.org/drawingml/2006/main">
            <a:off x="5787856"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CB9"/>
          </a:solidFill>
          <a:ln xmlns:a="http://schemas.openxmlformats.org/drawingml/2006/main" w="2684">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B2D364F5-AD6F-4C97-A3E8-6EE6E5469B80}"/>
              </a:ext>
            </a:extLst>
          </p:cNvPr>
          <p:cNvSpPr>
            <a:spLocks xmlns:a="http://schemas.openxmlformats.org/drawingml/2006/main" noGrp="1"/>
          </p:cNvSpPr>
          <p:nvPr/>
        </p:nvSpPr>
        <p:spPr>
          <a:xfrm xmlns:a="http://schemas.openxmlformats.org/drawingml/2006/main">
            <a:off x="5787856"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39E"/>
          </a:solidFill>
          <a:ln xmlns:a="http://schemas.openxmlformats.org/drawingml/2006/main" w="2684">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AA9AFB1A-A80A-4282-A0A9-1F2DE0EC5ED8}"/>
              </a:ext>
            </a:extLst>
          </p:cNvPr>
          <p:cNvSpPr>
            <a:spLocks xmlns:a="http://schemas.openxmlformats.org/drawingml/2006/main" noGrp="1"/>
          </p:cNvSpPr>
          <p:nvPr/>
        </p:nvSpPr>
        <p:spPr>
          <a:xfrm xmlns:a="http://schemas.openxmlformats.org/drawingml/2006/main">
            <a:off x="5787856"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7B4"/>
          </a:solidFill>
          <a:ln xmlns:a="http://schemas.openxmlformats.org/drawingml/2006/main" w="2684">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4566EB2E-169C-4FE7-9DAC-179FC19F64FC}"/>
              </a:ext>
            </a:extLst>
          </p:cNvPr>
          <p:cNvSpPr>
            <a:spLocks xmlns:a="http://schemas.openxmlformats.org/drawingml/2006/main" noGrp="1"/>
          </p:cNvSpPr>
          <p:nvPr/>
        </p:nvSpPr>
        <p:spPr>
          <a:xfrm xmlns:a="http://schemas.openxmlformats.org/drawingml/2006/main">
            <a:off x="5787856"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D0CE"/>
          </a:solidFill>
          <a:ln xmlns:a="http://schemas.openxmlformats.org/drawingml/2006/main" w="2684">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6DF4FF8E-7558-468D-A2F0-D45EE7AD5AD2}"/>
              </a:ext>
            </a:extLst>
          </p:cNvPr>
          <p:cNvSpPr>
            <a:spLocks xmlns:a="http://schemas.openxmlformats.org/drawingml/2006/main" noGrp="1"/>
          </p:cNvSpPr>
          <p:nvPr/>
        </p:nvSpPr>
        <p:spPr>
          <a:xfrm xmlns:a="http://schemas.openxmlformats.org/drawingml/2006/main">
            <a:off x="5848747"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9994"/>
          </a:solidFill>
          <a:ln xmlns:a="http://schemas.openxmlformats.org/drawingml/2006/main" w="2684">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037A0DE6-17EE-4DD0-B1C8-0EF0FEA4B489}"/>
              </a:ext>
            </a:extLst>
          </p:cNvPr>
          <p:cNvSpPr>
            <a:spLocks xmlns:a="http://schemas.openxmlformats.org/drawingml/2006/main" noGrp="1"/>
          </p:cNvSpPr>
          <p:nvPr/>
        </p:nvSpPr>
        <p:spPr>
          <a:xfrm xmlns:a="http://schemas.openxmlformats.org/drawingml/2006/main">
            <a:off x="5848747"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F726B"/>
          </a:solidFill>
          <a:ln xmlns:a="http://schemas.openxmlformats.org/drawingml/2006/main" w="2684">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CFE5836A-0ABD-4DB4-A659-B2E9C8C66043}"/>
              </a:ext>
            </a:extLst>
          </p:cNvPr>
          <p:cNvSpPr>
            <a:spLocks xmlns:a="http://schemas.openxmlformats.org/drawingml/2006/main" noGrp="1"/>
          </p:cNvSpPr>
          <p:nvPr/>
        </p:nvSpPr>
        <p:spPr>
          <a:xfrm xmlns:a="http://schemas.openxmlformats.org/drawingml/2006/main">
            <a:off x="5848747"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CFCD"/>
          </a:solidFill>
          <a:ln xmlns:a="http://schemas.openxmlformats.org/drawingml/2006/main" w="2684">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33583F47-D564-4445-ACDC-B8556952A610}"/>
              </a:ext>
            </a:extLst>
          </p:cNvPr>
          <p:cNvSpPr>
            <a:spLocks xmlns:a="http://schemas.openxmlformats.org/drawingml/2006/main" noGrp="1"/>
          </p:cNvSpPr>
          <p:nvPr/>
        </p:nvSpPr>
        <p:spPr>
          <a:xfrm xmlns:a="http://schemas.openxmlformats.org/drawingml/2006/main">
            <a:off x="584874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EFBFB"/>
          </a:solidFill>
          <a:ln xmlns:a="http://schemas.openxmlformats.org/drawingml/2006/main" w="2684">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8528EDBE-B651-4768-9C71-1F15A7155012}"/>
              </a:ext>
            </a:extLst>
          </p:cNvPr>
          <p:cNvSpPr>
            <a:spLocks xmlns:a="http://schemas.openxmlformats.org/drawingml/2006/main" noGrp="1"/>
          </p:cNvSpPr>
          <p:nvPr/>
        </p:nvSpPr>
        <p:spPr>
          <a:xfrm xmlns:a="http://schemas.openxmlformats.org/drawingml/2006/main">
            <a:off x="5848747"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E0DF"/>
          </a:solidFill>
          <a:ln xmlns:a="http://schemas.openxmlformats.org/drawingml/2006/main" w="2684">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749DB844-426D-4F63-A1F6-4AA37C3E7FDF}"/>
              </a:ext>
            </a:extLst>
          </p:cNvPr>
          <p:cNvSpPr>
            <a:spLocks xmlns:a="http://schemas.openxmlformats.org/drawingml/2006/main" noGrp="1"/>
          </p:cNvSpPr>
          <p:nvPr/>
        </p:nvSpPr>
        <p:spPr>
          <a:xfrm xmlns:a="http://schemas.openxmlformats.org/drawingml/2006/main">
            <a:off x="584874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7B3"/>
          </a:solidFill>
          <a:ln xmlns:a="http://schemas.openxmlformats.org/drawingml/2006/main" w="2684">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102CBA1B-0D30-4305-8E52-8A407740D5DD}"/>
              </a:ext>
            </a:extLst>
          </p:cNvPr>
          <p:cNvSpPr>
            <a:spLocks xmlns:a="http://schemas.openxmlformats.org/drawingml/2006/main" noGrp="1"/>
          </p:cNvSpPr>
          <p:nvPr/>
        </p:nvSpPr>
        <p:spPr>
          <a:xfrm xmlns:a="http://schemas.openxmlformats.org/drawingml/2006/main">
            <a:off x="584874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88D88"/>
          </a:solidFill>
          <a:ln xmlns:a="http://schemas.openxmlformats.org/drawingml/2006/main" w="2684">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3751AF2A-5E34-4CAF-97EF-7FC0F65964DF}"/>
              </a:ext>
            </a:extLst>
          </p:cNvPr>
          <p:cNvSpPr>
            <a:spLocks xmlns:a="http://schemas.openxmlformats.org/drawingml/2006/main" noGrp="1"/>
          </p:cNvSpPr>
          <p:nvPr/>
        </p:nvSpPr>
        <p:spPr>
          <a:xfrm xmlns:a="http://schemas.openxmlformats.org/drawingml/2006/main">
            <a:off x="584874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9791"/>
          </a:solidFill>
          <a:ln xmlns:a="http://schemas.openxmlformats.org/drawingml/2006/main" w="2684">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2B54A5AF-A2D9-43C8-B6ED-73722CE9E1C6}"/>
              </a:ext>
            </a:extLst>
          </p:cNvPr>
          <p:cNvSpPr>
            <a:spLocks xmlns:a="http://schemas.openxmlformats.org/drawingml/2006/main" noGrp="1"/>
          </p:cNvSpPr>
          <p:nvPr/>
        </p:nvSpPr>
        <p:spPr>
          <a:xfrm xmlns:a="http://schemas.openxmlformats.org/drawingml/2006/main">
            <a:off x="584874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BD9"/>
          </a:solidFill>
          <a:ln xmlns:a="http://schemas.openxmlformats.org/drawingml/2006/main" w="2684">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0259C4DA-7E74-4FC0-A25E-EB95721526BA}"/>
              </a:ext>
            </a:extLst>
          </p:cNvPr>
          <p:cNvSpPr>
            <a:spLocks xmlns:a="http://schemas.openxmlformats.org/drawingml/2006/main" noGrp="1"/>
          </p:cNvSpPr>
          <p:nvPr/>
        </p:nvSpPr>
        <p:spPr>
          <a:xfrm xmlns:a="http://schemas.openxmlformats.org/drawingml/2006/main">
            <a:off x="5848747"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FA29D"/>
          </a:solidFill>
          <a:ln xmlns:a="http://schemas.openxmlformats.org/drawingml/2006/main" w="2684">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D8DFCEB5-1276-494A-997F-C57DA73F843A}"/>
              </a:ext>
            </a:extLst>
          </p:cNvPr>
          <p:cNvSpPr>
            <a:spLocks xmlns:a="http://schemas.openxmlformats.org/drawingml/2006/main" noGrp="1"/>
          </p:cNvSpPr>
          <p:nvPr/>
        </p:nvSpPr>
        <p:spPr>
          <a:xfrm xmlns:a="http://schemas.openxmlformats.org/drawingml/2006/main">
            <a:off x="5848747"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1AD"/>
          </a:solidFill>
          <a:ln xmlns:a="http://schemas.openxmlformats.org/drawingml/2006/main" w="2684">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F9CC47A0-F765-4B54-BD39-BA50AD0C1965}"/>
              </a:ext>
            </a:extLst>
          </p:cNvPr>
          <p:cNvSpPr>
            <a:spLocks xmlns:a="http://schemas.openxmlformats.org/drawingml/2006/main" noGrp="1"/>
          </p:cNvSpPr>
          <p:nvPr/>
        </p:nvSpPr>
        <p:spPr>
          <a:xfrm xmlns:a="http://schemas.openxmlformats.org/drawingml/2006/main">
            <a:off x="5848747"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D0CD"/>
          </a:solidFill>
          <a:ln xmlns:a="http://schemas.openxmlformats.org/drawingml/2006/main" w="2684">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561E6621-0494-4B1A-9B7B-481F43701030}"/>
              </a:ext>
            </a:extLst>
          </p:cNvPr>
          <p:cNvSpPr>
            <a:spLocks xmlns:a="http://schemas.openxmlformats.org/drawingml/2006/main" noGrp="1"/>
          </p:cNvSpPr>
          <p:nvPr/>
        </p:nvSpPr>
        <p:spPr>
          <a:xfrm xmlns:a="http://schemas.openxmlformats.org/drawingml/2006/main">
            <a:off x="5848747"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95E57"/>
          </a:solidFill>
          <a:ln xmlns:a="http://schemas.openxmlformats.org/drawingml/2006/main" w="2684">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C692F186-2784-409F-9DFC-5574605EB73D}"/>
              </a:ext>
            </a:extLst>
          </p:cNvPr>
          <p:cNvSpPr>
            <a:spLocks xmlns:a="http://schemas.openxmlformats.org/drawingml/2006/main" noGrp="1"/>
          </p:cNvSpPr>
          <p:nvPr/>
        </p:nvSpPr>
        <p:spPr>
          <a:xfrm xmlns:a="http://schemas.openxmlformats.org/drawingml/2006/main">
            <a:off x="5909639"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88B86"/>
          </a:solidFill>
          <a:ln xmlns:a="http://schemas.openxmlformats.org/drawingml/2006/main" w="2684">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A502789B-3941-45CB-B56E-4EC4982B6D5E}"/>
              </a:ext>
            </a:extLst>
          </p:cNvPr>
          <p:cNvSpPr>
            <a:spLocks xmlns:a="http://schemas.openxmlformats.org/drawingml/2006/main" noGrp="1"/>
          </p:cNvSpPr>
          <p:nvPr/>
        </p:nvSpPr>
        <p:spPr>
          <a:xfrm xmlns:a="http://schemas.openxmlformats.org/drawingml/2006/main">
            <a:off x="5909639"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7B3"/>
          </a:solidFill>
          <a:ln xmlns:a="http://schemas.openxmlformats.org/drawingml/2006/main" w="2684">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00B22661-F1C1-4079-B55A-81DD252053DD}"/>
              </a:ext>
            </a:extLst>
          </p:cNvPr>
          <p:cNvSpPr>
            <a:spLocks xmlns:a="http://schemas.openxmlformats.org/drawingml/2006/main" noGrp="1"/>
          </p:cNvSpPr>
          <p:nvPr/>
        </p:nvSpPr>
        <p:spPr>
          <a:xfrm xmlns:a="http://schemas.openxmlformats.org/drawingml/2006/main">
            <a:off x="590963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E1DF"/>
          </a:solidFill>
          <a:ln xmlns:a="http://schemas.openxmlformats.org/drawingml/2006/main" w="2684">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153A6661-C09E-4972-A05E-454355AA5D7C}"/>
              </a:ext>
            </a:extLst>
          </p:cNvPr>
          <p:cNvSpPr>
            <a:spLocks xmlns:a="http://schemas.openxmlformats.org/drawingml/2006/main" noGrp="1"/>
          </p:cNvSpPr>
          <p:nvPr/>
        </p:nvSpPr>
        <p:spPr>
          <a:xfrm xmlns:a="http://schemas.openxmlformats.org/drawingml/2006/main">
            <a:off x="5909639"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8ECEB"/>
          </a:solidFill>
          <a:ln xmlns:a="http://schemas.openxmlformats.org/drawingml/2006/main" w="2684">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C1780D24-DBBD-4489-B5F3-0FBF8BCFF498}"/>
              </a:ext>
            </a:extLst>
          </p:cNvPr>
          <p:cNvSpPr>
            <a:spLocks xmlns:a="http://schemas.openxmlformats.org/drawingml/2006/main" noGrp="1"/>
          </p:cNvSpPr>
          <p:nvPr/>
        </p:nvSpPr>
        <p:spPr>
          <a:xfrm xmlns:a="http://schemas.openxmlformats.org/drawingml/2006/main">
            <a:off x="590963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7E6E5"/>
          </a:solidFill>
          <a:ln xmlns:a="http://schemas.openxmlformats.org/drawingml/2006/main" w="2684">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D969E8B3-14B4-4548-9F0B-CED4FFE5A194}"/>
              </a:ext>
            </a:extLst>
          </p:cNvPr>
          <p:cNvSpPr>
            <a:spLocks xmlns:a="http://schemas.openxmlformats.org/drawingml/2006/main" noGrp="1"/>
          </p:cNvSpPr>
          <p:nvPr/>
        </p:nvSpPr>
        <p:spPr>
          <a:xfrm xmlns:a="http://schemas.openxmlformats.org/drawingml/2006/main">
            <a:off x="590963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4DEDC"/>
          </a:solidFill>
          <a:ln xmlns:a="http://schemas.openxmlformats.org/drawingml/2006/main" w="2684">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306D81C3-947A-45BF-B37C-9A3F2A1F31C0}"/>
              </a:ext>
            </a:extLst>
          </p:cNvPr>
          <p:cNvSpPr>
            <a:spLocks xmlns:a="http://schemas.openxmlformats.org/drawingml/2006/main" noGrp="1"/>
          </p:cNvSpPr>
          <p:nvPr/>
        </p:nvSpPr>
        <p:spPr>
          <a:xfrm xmlns:a="http://schemas.openxmlformats.org/drawingml/2006/main">
            <a:off x="590963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2A9A4"/>
          </a:solidFill>
          <a:ln xmlns:a="http://schemas.openxmlformats.org/drawingml/2006/main" w="2684">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99E31ACB-3537-435F-851F-6327685EB133}"/>
              </a:ext>
            </a:extLst>
          </p:cNvPr>
          <p:cNvSpPr>
            <a:spLocks xmlns:a="http://schemas.openxmlformats.org/drawingml/2006/main" noGrp="1"/>
          </p:cNvSpPr>
          <p:nvPr/>
        </p:nvSpPr>
        <p:spPr>
          <a:xfrm xmlns:a="http://schemas.openxmlformats.org/drawingml/2006/main">
            <a:off x="590963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29E"/>
          </a:solidFill>
          <a:ln xmlns:a="http://schemas.openxmlformats.org/drawingml/2006/main" w="2684">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4BCAFEEC-FD7F-4119-A6EB-646ABC85FB8D}"/>
              </a:ext>
            </a:extLst>
          </p:cNvPr>
          <p:cNvSpPr>
            <a:spLocks xmlns:a="http://schemas.openxmlformats.org/drawingml/2006/main" noGrp="1"/>
          </p:cNvSpPr>
          <p:nvPr/>
        </p:nvSpPr>
        <p:spPr>
          <a:xfrm xmlns:a="http://schemas.openxmlformats.org/drawingml/2006/main">
            <a:off x="590963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C6961"/>
          </a:solidFill>
          <a:ln xmlns:a="http://schemas.openxmlformats.org/drawingml/2006/main" w="2684">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4B5403D6-E087-482B-A1C1-F996489D3C9C}"/>
              </a:ext>
            </a:extLst>
          </p:cNvPr>
          <p:cNvSpPr>
            <a:spLocks xmlns:a="http://schemas.openxmlformats.org/drawingml/2006/main" noGrp="1"/>
          </p:cNvSpPr>
          <p:nvPr/>
        </p:nvSpPr>
        <p:spPr>
          <a:xfrm xmlns:a="http://schemas.openxmlformats.org/drawingml/2006/main">
            <a:off x="590963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39F"/>
          </a:solidFill>
          <a:ln xmlns:a="http://schemas.openxmlformats.org/drawingml/2006/main" w="2684">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F5C3EA8F-E413-40CE-8F99-9ABD1F25BBDA}"/>
              </a:ext>
            </a:extLst>
          </p:cNvPr>
          <p:cNvSpPr>
            <a:spLocks xmlns:a="http://schemas.openxmlformats.org/drawingml/2006/main" noGrp="1"/>
          </p:cNvSpPr>
          <p:nvPr/>
        </p:nvSpPr>
        <p:spPr>
          <a:xfrm xmlns:a="http://schemas.openxmlformats.org/drawingml/2006/main">
            <a:off x="5909639"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37D76"/>
          </a:solidFill>
          <a:ln xmlns:a="http://schemas.openxmlformats.org/drawingml/2006/main" w="2684">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7BFC6D14-FF7A-4AD6-8841-17645ADA065F}"/>
              </a:ext>
            </a:extLst>
          </p:cNvPr>
          <p:cNvSpPr>
            <a:spLocks xmlns:a="http://schemas.openxmlformats.org/drawingml/2006/main" noGrp="1"/>
          </p:cNvSpPr>
          <p:nvPr/>
        </p:nvSpPr>
        <p:spPr>
          <a:xfrm xmlns:a="http://schemas.openxmlformats.org/drawingml/2006/main">
            <a:off x="5909639"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27A74"/>
          </a:solidFill>
          <a:ln xmlns:a="http://schemas.openxmlformats.org/drawingml/2006/main" w="2684">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BFA17E83-CF06-4668-A470-01E30B05A8FD}"/>
              </a:ext>
            </a:extLst>
          </p:cNvPr>
          <p:cNvSpPr>
            <a:spLocks xmlns:a="http://schemas.openxmlformats.org/drawingml/2006/main" noGrp="1"/>
          </p:cNvSpPr>
          <p:nvPr/>
        </p:nvSpPr>
        <p:spPr>
          <a:xfrm xmlns:a="http://schemas.openxmlformats.org/drawingml/2006/main">
            <a:off x="5909639"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E9F9A"/>
          </a:solidFill>
          <a:ln xmlns:a="http://schemas.openxmlformats.org/drawingml/2006/main" w="2684">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DA1DB868-9AEE-4E33-8B2A-E2CFF4136927}"/>
              </a:ext>
            </a:extLst>
          </p:cNvPr>
          <p:cNvSpPr>
            <a:spLocks xmlns:a="http://schemas.openxmlformats.org/drawingml/2006/main" noGrp="1"/>
          </p:cNvSpPr>
          <p:nvPr/>
        </p:nvSpPr>
        <p:spPr>
          <a:xfrm xmlns:a="http://schemas.openxmlformats.org/drawingml/2006/main">
            <a:off x="5909639"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CB9"/>
          </a:solidFill>
          <a:ln xmlns:a="http://schemas.openxmlformats.org/drawingml/2006/main" w="2684">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4F30027C-E655-4530-9766-51A467D3E5A2}"/>
              </a:ext>
            </a:extLst>
          </p:cNvPr>
          <p:cNvSpPr>
            <a:spLocks xmlns:a="http://schemas.openxmlformats.org/drawingml/2006/main" noGrp="1"/>
          </p:cNvSpPr>
          <p:nvPr/>
        </p:nvSpPr>
        <p:spPr>
          <a:xfrm xmlns:a="http://schemas.openxmlformats.org/drawingml/2006/main">
            <a:off x="5909639"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5C2"/>
          </a:solidFill>
          <a:ln xmlns:a="http://schemas.openxmlformats.org/drawingml/2006/main" w="2684">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6B1AACAD-E5FC-408C-AFE0-787DDE26D6F5}"/>
              </a:ext>
            </a:extLst>
          </p:cNvPr>
          <p:cNvSpPr>
            <a:spLocks xmlns:a="http://schemas.openxmlformats.org/drawingml/2006/main" noGrp="1"/>
          </p:cNvSpPr>
          <p:nvPr/>
        </p:nvSpPr>
        <p:spPr>
          <a:xfrm xmlns:a="http://schemas.openxmlformats.org/drawingml/2006/main">
            <a:off x="5909639"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AB7"/>
          </a:solidFill>
          <a:ln xmlns:a="http://schemas.openxmlformats.org/drawingml/2006/main" w="2684">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199906CC-F6A1-4007-9C19-B446148D1BB0}"/>
              </a:ext>
            </a:extLst>
          </p:cNvPr>
          <p:cNvSpPr>
            <a:spLocks xmlns:a="http://schemas.openxmlformats.org/drawingml/2006/main" noGrp="1"/>
          </p:cNvSpPr>
          <p:nvPr/>
        </p:nvSpPr>
        <p:spPr>
          <a:xfrm xmlns:a="http://schemas.openxmlformats.org/drawingml/2006/main">
            <a:off x="5970531"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AFAB"/>
          </a:solidFill>
          <a:ln xmlns:a="http://schemas.openxmlformats.org/drawingml/2006/main" w="2684">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075200FA-AB89-4CB4-8F54-54C068C70DE6}"/>
              </a:ext>
            </a:extLst>
          </p:cNvPr>
          <p:cNvSpPr>
            <a:spLocks xmlns:a="http://schemas.openxmlformats.org/drawingml/2006/main" noGrp="1"/>
          </p:cNvSpPr>
          <p:nvPr/>
        </p:nvSpPr>
        <p:spPr>
          <a:xfrm xmlns:a="http://schemas.openxmlformats.org/drawingml/2006/main">
            <a:off x="5970531"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3D0"/>
          </a:solidFill>
          <a:ln xmlns:a="http://schemas.openxmlformats.org/drawingml/2006/main" w="2684">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0AE6C617-5906-4C4D-9B18-9C86FDE36DE2}"/>
              </a:ext>
            </a:extLst>
          </p:cNvPr>
          <p:cNvSpPr>
            <a:spLocks xmlns:a="http://schemas.openxmlformats.org/drawingml/2006/main" noGrp="1"/>
          </p:cNvSpPr>
          <p:nvPr/>
        </p:nvSpPr>
        <p:spPr>
          <a:xfrm xmlns:a="http://schemas.openxmlformats.org/drawingml/2006/main">
            <a:off x="5970531"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9C7"/>
          </a:solidFill>
          <a:ln xmlns:a="http://schemas.openxmlformats.org/drawingml/2006/main" w="2684">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8FD2A4D0-5F53-45EA-846C-104F63A191E4}"/>
              </a:ext>
            </a:extLst>
          </p:cNvPr>
          <p:cNvSpPr>
            <a:spLocks xmlns:a="http://schemas.openxmlformats.org/drawingml/2006/main" noGrp="1"/>
          </p:cNvSpPr>
          <p:nvPr/>
        </p:nvSpPr>
        <p:spPr>
          <a:xfrm xmlns:a="http://schemas.openxmlformats.org/drawingml/2006/main">
            <a:off x="597053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1AE"/>
          </a:solidFill>
          <a:ln xmlns:a="http://schemas.openxmlformats.org/drawingml/2006/main" w="2684">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830F64B7-F1B6-473C-B65E-CFB72608AAD1}"/>
              </a:ext>
            </a:extLst>
          </p:cNvPr>
          <p:cNvSpPr>
            <a:spLocks xmlns:a="http://schemas.openxmlformats.org/drawingml/2006/main" noGrp="1"/>
          </p:cNvSpPr>
          <p:nvPr/>
        </p:nvSpPr>
        <p:spPr>
          <a:xfrm xmlns:a="http://schemas.openxmlformats.org/drawingml/2006/main">
            <a:off x="597053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1A7A2"/>
          </a:solidFill>
          <a:ln xmlns:a="http://schemas.openxmlformats.org/drawingml/2006/main" w="2684">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928AE596-DF9A-4288-B763-566439CCB5BC}"/>
              </a:ext>
            </a:extLst>
          </p:cNvPr>
          <p:cNvSpPr>
            <a:spLocks xmlns:a="http://schemas.openxmlformats.org/drawingml/2006/main" noGrp="1"/>
          </p:cNvSpPr>
          <p:nvPr/>
        </p:nvSpPr>
        <p:spPr>
          <a:xfrm xmlns:a="http://schemas.openxmlformats.org/drawingml/2006/main">
            <a:off x="597053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7B4"/>
          </a:solidFill>
          <a:ln xmlns:a="http://schemas.openxmlformats.org/drawingml/2006/main" w="2684">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ED3318F0-A871-40EB-A329-D1D297D41587}"/>
              </a:ext>
            </a:extLst>
          </p:cNvPr>
          <p:cNvSpPr>
            <a:spLocks xmlns:a="http://schemas.openxmlformats.org/drawingml/2006/main" noGrp="1"/>
          </p:cNvSpPr>
          <p:nvPr/>
        </p:nvSpPr>
        <p:spPr>
          <a:xfrm xmlns:a="http://schemas.openxmlformats.org/drawingml/2006/main">
            <a:off x="597053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6E5E4"/>
          </a:solidFill>
          <a:ln xmlns:a="http://schemas.openxmlformats.org/drawingml/2006/main" w="2684">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FEE0FEB3-118A-41D3-99E9-162529ED6D57}"/>
              </a:ext>
            </a:extLst>
          </p:cNvPr>
          <p:cNvSpPr>
            <a:spLocks xmlns:a="http://schemas.openxmlformats.org/drawingml/2006/main" noGrp="1"/>
          </p:cNvSpPr>
          <p:nvPr/>
        </p:nvSpPr>
        <p:spPr>
          <a:xfrm xmlns:a="http://schemas.openxmlformats.org/drawingml/2006/main">
            <a:off x="597053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3D1"/>
          </a:solidFill>
          <a:ln xmlns:a="http://schemas.openxmlformats.org/drawingml/2006/main" w="2684">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62AE9753-30EF-4C5A-A42A-EE9A06EC1E06}"/>
              </a:ext>
            </a:extLst>
          </p:cNvPr>
          <p:cNvSpPr>
            <a:spLocks xmlns:a="http://schemas.openxmlformats.org/drawingml/2006/main" noGrp="1"/>
          </p:cNvSpPr>
          <p:nvPr/>
        </p:nvSpPr>
        <p:spPr>
          <a:xfrm xmlns:a="http://schemas.openxmlformats.org/drawingml/2006/main">
            <a:off x="597053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6F8FB"/>
          </a:solidFill>
          <a:ln xmlns:a="http://schemas.openxmlformats.org/drawingml/2006/main" w="2684">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BB7B9D09-A773-4176-9FCF-673189B78F08}"/>
              </a:ext>
            </a:extLst>
          </p:cNvPr>
          <p:cNvSpPr>
            <a:spLocks xmlns:a="http://schemas.openxmlformats.org/drawingml/2006/main" noGrp="1"/>
          </p:cNvSpPr>
          <p:nvPr/>
        </p:nvSpPr>
        <p:spPr>
          <a:xfrm xmlns:a="http://schemas.openxmlformats.org/drawingml/2006/main">
            <a:off x="597053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4D2"/>
          </a:solidFill>
          <a:ln xmlns:a="http://schemas.openxmlformats.org/drawingml/2006/main" w="2684">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C6BDE129-2A0A-4DF4-AC85-20AB7319083C}"/>
              </a:ext>
            </a:extLst>
          </p:cNvPr>
          <p:cNvSpPr>
            <a:spLocks xmlns:a="http://schemas.openxmlformats.org/drawingml/2006/main" noGrp="1"/>
          </p:cNvSpPr>
          <p:nvPr/>
        </p:nvSpPr>
        <p:spPr>
          <a:xfrm xmlns:a="http://schemas.openxmlformats.org/drawingml/2006/main">
            <a:off x="597053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4DEDC"/>
          </a:solidFill>
          <a:ln xmlns:a="http://schemas.openxmlformats.org/drawingml/2006/main" w="2684">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65B37AD3-2476-419A-B330-FF91440854EF}"/>
              </a:ext>
            </a:extLst>
          </p:cNvPr>
          <p:cNvSpPr>
            <a:spLocks xmlns:a="http://schemas.openxmlformats.org/drawingml/2006/main" noGrp="1"/>
          </p:cNvSpPr>
          <p:nvPr/>
        </p:nvSpPr>
        <p:spPr>
          <a:xfrm xmlns:a="http://schemas.openxmlformats.org/drawingml/2006/main">
            <a:off x="597053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EBF4"/>
          </a:solidFill>
          <a:ln xmlns:a="http://schemas.openxmlformats.org/drawingml/2006/main" w="2684">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39AC38E3-5A72-4EFD-9BB1-AFE0A0C29AF1}"/>
              </a:ext>
            </a:extLst>
          </p:cNvPr>
          <p:cNvSpPr>
            <a:spLocks xmlns:a="http://schemas.openxmlformats.org/drawingml/2006/main" noGrp="1"/>
          </p:cNvSpPr>
          <p:nvPr/>
        </p:nvSpPr>
        <p:spPr>
          <a:xfrm xmlns:a="http://schemas.openxmlformats.org/drawingml/2006/main">
            <a:off x="597053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D0CE"/>
          </a:solidFill>
          <a:ln xmlns:a="http://schemas.openxmlformats.org/drawingml/2006/main" w="2684">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03B817C3-35B3-41A8-B559-AE374EC1574B}"/>
              </a:ext>
            </a:extLst>
          </p:cNvPr>
          <p:cNvSpPr>
            <a:spLocks xmlns:a="http://schemas.openxmlformats.org/drawingml/2006/main" noGrp="1"/>
          </p:cNvSpPr>
          <p:nvPr/>
        </p:nvSpPr>
        <p:spPr>
          <a:xfrm xmlns:a="http://schemas.openxmlformats.org/drawingml/2006/main">
            <a:off x="5970531"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9908B"/>
          </a:solidFill>
          <a:ln xmlns:a="http://schemas.openxmlformats.org/drawingml/2006/main" w="2684">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698282C4-7232-4503-B28F-0DDAD9C7E468}"/>
              </a:ext>
            </a:extLst>
          </p:cNvPr>
          <p:cNvSpPr>
            <a:spLocks xmlns:a="http://schemas.openxmlformats.org/drawingml/2006/main" noGrp="1"/>
          </p:cNvSpPr>
          <p:nvPr/>
        </p:nvSpPr>
        <p:spPr>
          <a:xfrm xmlns:a="http://schemas.openxmlformats.org/drawingml/2006/main">
            <a:off x="5970531"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37D77"/>
          </a:solidFill>
          <a:ln xmlns:a="http://schemas.openxmlformats.org/drawingml/2006/main" w="2684">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2F6D5381-246A-449D-A417-E8DEBF150ECB}"/>
              </a:ext>
            </a:extLst>
          </p:cNvPr>
          <p:cNvSpPr>
            <a:spLocks xmlns:a="http://schemas.openxmlformats.org/drawingml/2006/main" noGrp="1"/>
          </p:cNvSpPr>
          <p:nvPr/>
        </p:nvSpPr>
        <p:spPr>
          <a:xfrm xmlns:a="http://schemas.openxmlformats.org/drawingml/2006/main">
            <a:off x="5970531"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DA9"/>
          </a:solidFill>
          <a:ln xmlns:a="http://schemas.openxmlformats.org/drawingml/2006/main" w="2684">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0AA44817-9131-47F8-BA5A-4B4C9E869B66}"/>
              </a:ext>
            </a:extLst>
          </p:cNvPr>
          <p:cNvSpPr>
            <a:spLocks xmlns:a="http://schemas.openxmlformats.org/drawingml/2006/main" noGrp="1"/>
          </p:cNvSpPr>
          <p:nvPr/>
        </p:nvSpPr>
        <p:spPr>
          <a:xfrm xmlns:a="http://schemas.openxmlformats.org/drawingml/2006/main">
            <a:off x="5970531"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CB9"/>
          </a:solidFill>
          <a:ln xmlns:a="http://schemas.openxmlformats.org/drawingml/2006/main" w="2684">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751F7B4F-37A5-4050-9607-E87929E3B386}"/>
              </a:ext>
            </a:extLst>
          </p:cNvPr>
          <p:cNvSpPr>
            <a:spLocks xmlns:a="http://schemas.openxmlformats.org/drawingml/2006/main" noGrp="1"/>
          </p:cNvSpPr>
          <p:nvPr/>
        </p:nvSpPr>
        <p:spPr>
          <a:xfrm xmlns:a="http://schemas.openxmlformats.org/drawingml/2006/main">
            <a:off x="5970531"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2AE"/>
          </a:solidFill>
          <a:ln xmlns:a="http://schemas.openxmlformats.org/drawingml/2006/main" w="2684">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27F49B21-BBC1-4B27-B837-AFD696463F5B}"/>
              </a:ext>
            </a:extLst>
          </p:cNvPr>
          <p:cNvSpPr>
            <a:spLocks xmlns:a="http://schemas.openxmlformats.org/drawingml/2006/main" noGrp="1"/>
          </p:cNvSpPr>
          <p:nvPr/>
        </p:nvSpPr>
        <p:spPr>
          <a:xfrm xmlns:a="http://schemas.openxmlformats.org/drawingml/2006/main">
            <a:off x="5970531"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B665F"/>
          </a:solidFill>
          <a:ln xmlns:a="http://schemas.openxmlformats.org/drawingml/2006/main" w="2684">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B401780E-D81D-49E3-AB8F-9546E3028D15}"/>
              </a:ext>
            </a:extLst>
          </p:cNvPr>
          <p:cNvSpPr>
            <a:spLocks xmlns:a="http://schemas.openxmlformats.org/drawingml/2006/main" noGrp="1"/>
          </p:cNvSpPr>
          <p:nvPr/>
        </p:nvSpPr>
        <p:spPr>
          <a:xfrm xmlns:a="http://schemas.openxmlformats.org/drawingml/2006/main">
            <a:off x="6031423"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2AE"/>
          </a:solidFill>
          <a:ln xmlns:a="http://schemas.openxmlformats.org/drawingml/2006/main" w="2684">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1D12242A-D714-4485-991C-E6936A769BFB}"/>
              </a:ext>
            </a:extLst>
          </p:cNvPr>
          <p:cNvSpPr>
            <a:spLocks xmlns:a="http://schemas.openxmlformats.org/drawingml/2006/main" noGrp="1"/>
          </p:cNvSpPr>
          <p:nvPr/>
        </p:nvSpPr>
        <p:spPr>
          <a:xfrm xmlns:a="http://schemas.openxmlformats.org/drawingml/2006/main">
            <a:off x="6031423"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88C87"/>
          </a:solidFill>
          <a:ln xmlns:a="http://schemas.openxmlformats.org/drawingml/2006/main" w="2684">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9309E218-7CFF-4697-9061-53911D0E7114}"/>
              </a:ext>
            </a:extLst>
          </p:cNvPr>
          <p:cNvSpPr>
            <a:spLocks xmlns:a="http://schemas.openxmlformats.org/drawingml/2006/main" noGrp="1"/>
          </p:cNvSpPr>
          <p:nvPr/>
        </p:nvSpPr>
        <p:spPr>
          <a:xfrm xmlns:a="http://schemas.openxmlformats.org/drawingml/2006/main">
            <a:off x="6031423"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D9C97"/>
          </a:solidFill>
          <a:ln xmlns:a="http://schemas.openxmlformats.org/drawingml/2006/main" w="2684">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34A81877-17A9-4B5A-A866-9E37C987613B}"/>
              </a:ext>
            </a:extLst>
          </p:cNvPr>
          <p:cNvSpPr>
            <a:spLocks xmlns:a="http://schemas.openxmlformats.org/drawingml/2006/main" noGrp="1"/>
          </p:cNvSpPr>
          <p:nvPr/>
        </p:nvSpPr>
        <p:spPr>
          <a:xfrm xmlns:a="http://schemas.openxmlformats.org/drawingml/2006/main">
            <a:off x="6031423"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BA7"/>
          </a:solidFill>
          <a:ln xmlns:a="http://schemas.openxmlformats.org/drawingml/2006/main" w="2684">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0F306533-1EF1-4182-A16E-7CA82456CE8B}"/>
              </a:ext>
            </a:extLst>
          </p:cNvPr>
          <p:cNvSpPr>
            <a:spLocks xmlns:a="http://schemas.openxmlformats.org/drawingml/2006/main" noGrp="1"/>
          </p:cNvSpPr>
          <p:nvPr/>
        </p:nvSpPr>
        <p:spPr>
          <a:xfrm xmlns:a="http://schemas.openxmlformats.org/drawingml/2006/main">
            <a:off x="6031423"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96059"/>
          </a:solidFill>
          <a:ln xmlns:a="http://schemas.openxmlformats.org/drawingml/2006/main" w="2684">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3F413C84-3CD5-4A08-B478-C1881193795E}"/>
              </a:ext>
            </a:extLst>
          </p:cNvPr>
          <p:cNvSpPr>
            <a:spLocks xmlns:a="http://schemas.openxmlformats.org/drawingml/2006/main" noGrp="1"/>
          </p:cNvSpPr>
          <p:nvPr/>
        </p:nvSpPr>
        <p:spPr>
          <a:xfrm xmlns:a="http://schemas.openxmlformats.org/drawingml/2006/main">
            <a:off x="6031423"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37E78"/>
          </a:solidFill>
          <a:ln xmlns:a="http://schemas.openxmlformats.org/drawingml/2006/main" w="2684">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4077F9E1-5CE6-4603-BCD6-C6226BBA23D8}"/>
              </a:ext>
            </a:extLst>
          </p:cNvPr>
          <p:cNvSpPr>
            <a:spLocks xmlns:a="http://schemas.openxmlformats.org/drawingml/2006/main" noGrp="1"/>
          </p:cNvSpPr>
          <p:nvPr/>
        </p:nvSpPr>
        <p:spPr>
          <a:xfrm xmlns:a="http://schemas.openxmlformats.org/drawingml/2006/main">
            <a:off x="6031423"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C2BF"/>
          </a:solidFill>
          <a:ln xmlns:a="http://schemas.openxmlformats.org/drawingml/2006/main" w="2684">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3C6853F5-D1C2-4EE2-830E-7DA7B1C4F63E}"/>
              </a:ext>
            </a:extLst>
          </p:cNvPr>
          <p:cNvSpPr>
            <a:spLocks xmlns:a="http://schemas.openxmlformats.org/drawingml/2006/main" noGrp="1"/>
          </p:cNvSpPr>
          <p:nvPr/>
        </p:nvSpPr>
        <p:spPr>
          <a:xfrm xmlns:a="http://schemas.openxmlformats.org/drawingml/2006/main">
            <a:off x="6031423"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B938E"/>
          </a:solidFill>
          <a:ln xmlns:a="http://schemas.openxmlformats.org/drawingml/2006/main" w="2684">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C073B50E-F6E5-4742-86C5-14D815AD41FF}"/>
              </a:ext>
            </a:extLst>
          </p:cNvPr>
          <p:cNvSpPr>
            <a:spLocks xmlns:a="http://schemas.openxmlformats.org/drawingml/2006/main" noGrp="1"/>
          </p:cNvSpPr>
          <p:nvPr/>
        </p:nvSpPr>
        <p:spPr>
          <a:xfrm xmlns:a="http://schemas.openxmlformats.org/drawingml/2006/main">
            <a:off x="6031423"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7C5"/>
          </a:solidFill>
          <a:ln xmlns:a="http://schemas.openxmlformats.org/drawingml/2006/main" w="2684">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FF02E588-5E89-42BB-8A6E-168371A986D0}"/>
              </a:ext>
            </a:extLst>
          </p:cNvPr>
          <p:cNvSpPr>
            <a:spLocks xmlns:a="http://schemas.openxmlformats.org/drawingml/2006/main" noGrp="1"/>
          </p:cNvSpPr>
          <p:nvPr/>
        </p:nvSpPr>
        <p:spPr>
          <a:xfrm xmlns:a="http://schemas.openxmlformats.org/drawingml/2006/main">
            <a:off x="6031423"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D1CF"/>
          </a:solidFill>
          <a:ln xmlns:a="http://schemas.openxmlformats.org/drawingml/2006/main" w="2684">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1205A9EE-C283-4B2E-984A-2625CC26F10C}"/>
              </a:ext>
            </a:extLst>
          </p:cNvPr>
          <p:cNvSpPr>
            <a:spLocks xmlns:a="http://schemas.openxmlformats.org/drawingml/2006/main" noGrp="1"/>
          </p:cNvSpPr>
          <p:nvPr/>
        </p:nvSpPr>
        <p:spPr>
          <a:xfrm xmlns:a="http://schemas.openxmlformats.org/drawingml/2006/main">
            <a:off x="6031423"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9EDEC"/>
          </a:solidFill>
          <a:ln xmlns:a="http://schemas.openxmlformats.org/drawingml/2006/main" w="2684">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C4F44337-DAC9-48B4-9351-7C6FDF8FCD9E}"/>
              </a:ext>
            </a:extLst>
          </p:cNvPr>
          <p:cNvSpPr>
            <a:spLocks xmlns:a="http://schemas.openxmlformats.org/drawingml/2006/main" noGrp="1"/>
          </p:cNvSpPr>
          <p:nvPr/>
        </p:nvSpPr>
        <p:spPr>
          <a:xfrm xmlns:a="http://schemas.openxmlformats.org/drawingml/2006/main">
            <a:off x="6031423"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BDA"/>
          </a:solidFill>
          <a:ln xmlns:a="http://schemas.openxmlformats.org/drawingml/2006/main" w="2684">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B50D9FE6-A89F-4286-BCF3-C61C434BD9D7}"/>
              </a:ext>
            </a:extLst>
          </p:cNvPr>
          <p:cNvSpPr>
            <a:spLocks xmlns:a="http://schemas.openxmlformats.org/drawingml/2006/main" noGrp="1"/>
          </p:cNvSpPr>
          <p:nvPr/>
        </p:nvSpPr>
        <p:spPr>
          <a:xfrm xmlns:a="http://schemas.openxmlformats.org/drawingml/2006/main">
            <a:off x="6031423"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9FAFC"/>
          </a:solidFill>
          <a:ln xmlns:a="http://schemas.openxmlformats.org/drawingml/2006/main" w="2684">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6E0D6AC4-5040-4CFD-B26C-55D7D2BBAB07}"/>
              </a:ext>
            </a:extLst>
          </p:cNvPr>
          <p:cNvSpPr>
            <a:spLocks xmlns:a="http://schemas.openxmlformats.org/drawingml/2006/main" noGrp="1"/>
          </p:cNvSpPr>
          <p:nvPr/>
        </p:nvSpPr>
        <p:spPr>
          <a:xfrm xmlns:a="http://schemas.openxmlformats.org/drawingml/2006/main">
            <a:off x="6031423"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AEFEF"/>
          </a:solidFill>
          <a:ln xmlns:a="http://schemas.openxmlformats.org/drawingml/2006/main" w="2684">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B25FC343-EF95-4C87-BAD4-49D5D76325A5}"/>
              </a:ext>
            </a:extLst>
          </p:cNvPr>
          <p:cNvSpPr>
            <a:spLocks xmlns:a="http://schemas.openxmlformats.org/drawingml/2006/main" noGrp="1"/>
          </p:cNvSpPr>
          <p:nvPr/>
        </p:nvSpPr>
        <p:spPr>
          <a:xfrm xmlns:a="http://schemas.openxmlformats.org/drawingml/2006/main">
            <a:off x="6031423"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4E0DE"/>
          </a:solidFill>
          <a:ln xmlns:a="http://schemas.openxmlformats.org/drawingml/2006/main" w="2684">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D6E83329-5169-4C78-9AA2-D69055E26473}"/>
              </a:ext>
            </a:extLst>
          </p:cNvPr>
          <p:cNvSpPr>
            <a:spLocks xmlns:a="http://schemas.openxmlformats.org/drawingml/2006/main" noGrp="1"/>
          </p:cNvSpPr>
          <p:nvPr/>
        </p:nvSpPr>
        <p:spPr>
          <a:xfrm xmlns:a="http://schemas.openxmlformats.org/drawingml/2006/main">
            <a:off x="6031423"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7B3"/>
          </a:solidFill>
          <a:ln xmlns:a="http://schemas.openxmlformats.org/drawingml/2006/main" w="2684">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6FE4D0DC-3132-4077-BA08-194058D608FC}"/>
              </a:ext>
            </a:extLst>
          </p:cNvPr>
          <p:cNvSpPr>
            <a:spLocks xmlns:a="http://schemas.openxmlformats.org/drawingml/2006/main" noGrp="1"/>
          </p:cNvSpPr>
          <p:nvPr/>
        </p:nvSpPr>
        <p:spPr>
          <a:xfrm xmlns:a="http://schemas.openxmlformats.org/drawingml/2006/main">
            <a:off x="6031423"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2A8A4"/>
          </a:solidFill>
          <a:ln xmlns:a="http://schemas.openxmlformats.org/drawingml/2006/main" w="2684">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85B8293B-627D-4415-9B13-69002F3CC2FA}"/>
              </a:ext>
            </a:extLst>
          </p:cNvPr>
          <p:cNvSpPr>
            <a:spLocks xmlns:a="http://schemas.openxmlformats.org/drawingml/2006/main" noGrp="1"/>
          </p:cNvSpPr>
          <p:nvPr/>
        </p:nvSpPr>
        <p:spPr>
          <a:xfrm xmlns:a="http://schemas.openxmlformats.org/drawingml/2006/main">
            <a:off x="6031423"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6D4"/>
          </a:solidFill>
          <a:ln xmlns:a="http://schemas.openxmlformats.org/drawingml/2006/main" w="2684">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C7471424-D704-4504-B201-7567287D1485}"/>
              </a:ext>
            </a:extLst>
          </p:cNvPr>
          <p:cNvSpPr>
            <a:spLocks xmlns:a="http://schemas.openxmlformats.org/drawingml/2006/main" noGrp="1"/>
          </p:cNvSpPr>
          <p:nvPr/>
        </p:nvSpPr>
        <p:spPr>
          <a:xfrm xmlns:a="http://schemas.openxmlformats.org/drawingml/2006/main">
            <a:off x="6031423"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4C1"/>
          </a:solidFill>
          <a:ln xmlns:a="http://schemas.openxmlformats.org/drawingml/2006/main" w="2684">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3F6CE167-0C80-4EB7-8A35-E739B8BE7390}"/>
              </a:ext>
            </a:extLst>
          </p:cNvPr>
          <p:cNvSpPr>
            <a:spLocks xmlns:a="http://schemas.openxmlformats.org/drawingml/2006/main" noGrp="1"/>
          </p:cNvSpPr>
          <p:nvPr/>
        </p:nvSpPr>
        <p:spPr>
          <a:xfrm xmlns:a="http://schemas.openxmlformats.org/drawingml/2006/main">
            <a:off x="6092315"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68580"/>
          </a:solidFill>
          <a:ln xmlns:a="http://schemas.openxmlformats.org/drawingml/2006/main" w="2684">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0EA55E3D-BB33-45B7-8910-DA1CF66A659C}"/>
              </a:ext>
            </a:extLst>
          </p:cNvPr>
          <p:cNvSpPr>
            <a:spLocks xmlns:a="http://schemas.openxmlformats.org/drawingml/2006/main" noGrp="1"/>
          </p:cNvSpPr>
          <p:nvPr/>
        </p:nvSpPr>
        <p:spPr>
          <a:xfrm xmlns:a="http://schemas.openxmlformats.org/drawingml/2006/main">
            <a:off x="6092315"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F716A"/>
          </a:solidFill>
          <a:ln xmlns:a="http://schemas.openxmlformats.org/drawingml/2006/main" w="2684">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151E78B6-4848-4499-8F37-1EF503B20DA4}"/>
              </a:ext>
            </a:extLst>
          </p:cNvPr>
          <p:cNvSpPr>
            <a:spLocks xmlns:a="http://schemas.openxmlformats.org/drawingml/2006/main" noGrp="1"/>
          </p:cNvSpPr>
          <p:nvPr/>
        </p:nvSpPr>
        <p:spPr>
          <a:xfrm xmlns:a="http://schemas.openxmlformats.org/drawingml/2006/main">
            <a:off x="6092315"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78883"/>
          </a:solidFill>
          <a:ln xmlns:a="http://schemas.openxmlformats.org/drawingml/2006/main" w="2684">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33692A30-EBEF-43B4-BF45-23733408680B}"/>
              </a:ext>
            </a:extLst>
          </p:cNvPr>
          <p:cNvSpPr>
            <a:spLocks xmlns:a="http://schemas.openxmlformats.org/drawingml/2006/main" noGrp="1"/>
          </p:cNvSpPr>
          <p:nvPr/>
        </p:nvSpPr>
        <p:spPr>
          <a:xfrm xmlns:a="http://schemas.openxmlformats.org/drawingml/2006/main">
            <a:off x="6092315"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A938D"/>
          </a:solidFill>
          <a:ln xmlns:a="http://schemas.openxmlformats.org/drawingml/2006/main" w="2684">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1D443A29-2C8D-4413-BA94-FE5FF8F4CF9F}"/>
              </a:ext>
            </a:extLst>
          </p:cNvPr>
          <p:cNvSpPr>
            <a:spLocks xmlns:a="http://schemas.openxmlformats.org/drawingml/2006/main" noGrp="1"/>
          </p:cNvSpPr>
          <p:nvPr/>
        </p:nvSpPr>
        <p:spPr>
          <a:xfrm xmlns:a="http://schemas.openxmlformats.org/drawingml/2006/main">
            <a:off x="6092315"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9792"/>
          </a:solidFill>
          <a:ln xmlns:a="http://schemas.openxmlformats.org/drawingml/2006/main" w="2684">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A801DF11-E7A1-47CE-997A-4E4C836A68C5}"/>
              </a:ext>
            </a:extLst>
          </p:cNvPr>
          <p:cNvSpPr>
            <a:spLocks xmlns:a="http://schemas.openxmlformats.org/drawingml/2006/main" noGrp="1"/>
          </p:cNvSpPr>
          <p:nvPr/>
        </p:nvSpPr>
        <p:spPr>
          <a:xfrm xmlns:a="http://schemas.openxmlformats.org/drawingml/2006/main">
            <a:off x="6092315"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CECC"/>
          </a:solidFill>
          <a:ln xmlns:a="http://schemas.openxmlformats.org/drawingml/2006/main" w="2684">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2AE1F8FB-C387-4802-9B20-65122A1CA47D}"/>
              </a:ext>
            </a:extLst>
          </p:cNvPr>
          <p:cNvSpPr>
            <a:spLocks xmlns:a="http://schemas.openxmlformats.org/drawingml/2006/main" noGrp="1"/>
          </p:cNvSpPr>
          <p:nvPr/>
        </p:nvSpPr>
        <p:spPr>
          <a:xfrm xmlns:a="http://schemas.openxmlformats.org/drawingml/2006/main">
            <a:off x="6092315"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AFAC"/>
          </a:solidFill>
          <a:ln xmlns:a="http://schemas.openxmlformats.org/drawingml/2006/main" w="2684">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FDD2E7C6-B97A-42C6-991C-0CF2B6387451}"/>
              </a:ext>
            </a:extLst>
          </p:cNvPr>
          <p:cNvSpPr>
            <a:spLocks xmlns:a="http://schemas.openxmlformats.org/drawingml/2006/main" noGrp="1"/>
          </p:cNvSpPr>
          <p:nvPr/>
        </p:nvSpPr>
        <p:spPr>
          <a:xfrm xmlns:a="http://schemas.openxmlformats.org/drawingml/2006/main">
            <a:off x="6092315"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AB7"/>
          </a:solidFill>
          <a:ln xmlns:a="http://schemas.openxmlformats.org/drawingml/2006/main" w="2684">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DE1063B6-F7E6-4023-A896-443C17385FBD}"/>
              </a:ext>
            </a:extLst>
          </p:cNvPr>
          <p:cNvSpPr>
            <a:spLocks xmlns:a="http://schemas.openxmlformats.org/drawingml/2006/main" noGrp="1"/>
          </p:cNvSpPr>
          <p:nvPr/>
        </p:nvSpPr>
        <p:spPr>
          <a:xfrm xmlns:a="http://schemas.openxmlformats.org/drawingml/2006/main">
            <a:off x="6092315"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8EAE9"/>
          </a:solidFill>
          <a:ln xmlns:a="http://schemas.openxmlformats.org/drawingml/2006/main" w="2684">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78219ED5-7306-4017-9E90-C420E45DAF1F}"/>
              </a:ext>
            </a:extLst>
          </p:cNvPr>
          <p:cNvSpPr>
            <a:spLocks xmlns:a="http://schemas.openxmlformats.org/drawingml/2006/main" noGrp="1"/>
          </p:cNvSpPr>
          <p:nvPr/>
        </p:nvSpPr>
        <p:spPr>
          <a:xfrm xmlns:a="http://schemas.openxmlformats.org/drawingml/2006/main">
            <a:off x="6092315"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5C3"/>
          </a:solidFill>
          <a:ln xmlns:a="http://schemas.openxmlformats.org/drawingml/2006/main" w="2684">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ED4AE842-0929-44F2-B052-F55BFBB588EF}"/>
              </a:ext>
            </a:extLst>
          </p:cNvPr>
          <p:cNvSpPr>
            <a:spLocks xmlns:a="http://schemas.openxmlformats.org/drawingml/2006/main" noGrp="1"/>
          </p:cNvSpPr>
          <p:nvPr/>
        </p:nvSpPr>
        <p:spPr>
          <a:xfrm xmlns:a="http://schemas.openxmlformats.org/drawingml/2006/main">
            <a:off x="6092315"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5D3"/>
          </a:solidFill>
          <a:ln xmlns:a="http://schemas.openxmlformats.org/drawingml/2006/main" w="2684">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DE271B9D-21A9-4C22-86CA-66B493470C40}"/>
              </a:ext>
            </a:extLst>
          </p:cNvPr>
          <p:cNvSpPr>
            <a:spLocks xmlns:a="http://schemas.openxmlformats.org/drawingml/2006/main" noGrp="1"/>
          </p:cNvSpPr>
          <p:nvPr/>
        </p:nvSpPr>
        <p:spPr>
          <a:xfrm xmlns:a="http://schemas.openxmlformats.org/drawingml/2006/main">
            <a:off x="6092315"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4E0DE"/>
          </a:solidFill>
          <a:ln xmlns:a="http://schemas.openxmlformats.org/drawingml/2006/main" w="2684">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DF3ECD1D-A44A-44FA-8239-7E5264B55B66}"/>
              </a:ext>
            </a:extLst>
          </p:cNvPr>
          <p:cNvSpPr>
            <a:spLocks xmlns:a="http://schemas.openxmlformats.org/drawingml/2006/main" noGrp="1"/>
          </p:cNvSpPr>
          <p:nvPr/>
        </p:nvSpPr>
        <p:spPr>
          <a:xfrm xmlns:a="http://schemas.openxmlformats.org/drawingml/2006/main">
            <a:off x="6092315"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2DDED"/>
          </a:solidFill>
          <a:ln xmlns:a="http://schemas.openxmlformats.org/drawingml/2006/main" w="2684">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5C640724-11CE-4480-BDE3-2E1A18643B30}"/>
              </a:ext>
            </a:extLst>
          </p:cNvPr>
          <p:cNvSpPr>
            <a:spLocks xmlns:a="http://schemas.openxmlformats.org/drawingml/2006/main" noGrp="1"/>
          </p:cNvSpPr>
          <p:nvPr/>
        </p:nvSpPr>
        <p:spPr>
          <a:xfrm xmlns:a="http://schemas.openxmlformats.org/drawingml/2006/main">
            <a:off x="6092315"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D1E7"/>
          </a:solidFill>
          <a:ln xmlns:a="http://schemas.openxmlformats.org/drawingml/2006/main" w="2684">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98A2C68C-1D15-4D07-8987-22EC38E47CC6}"/>
              </a:ext>
            </a:extLst>
          </p:cNvPr>
          <p:cNvSpPr>
            <a:spLocks xmlns:a="http://schemas.openxmlformats.org/drawingml/2006/main" noGrp="1"/>
          </p:cNvSpPr>
          <p:nvPr/>
        </p:nvSpPr>
        <p:spPr>
          <a:xfrm xmlns:a="http://schemas.openxmlformats.org/drawingml/2006/main">
            <a:off x="6092315"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85C54"/>
          </a:solidFill>
          <a:ln xmlns:a="http://schemas.openxmlformats.org/drawingml/2006/main" w="2684">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580EDB88-D6F3-4EEB-BAEB-C9FAD2BD0438}"/>
              </a:ext>
            </a:extLst>
          </p:cNvPr>
          <p:cNvSpPr>
            <a:spLocks xmlns:a="http://schemas.openxmlformats.org/drawingml/2006/main" noGrp="1"/>
          </p:cNvSpPr>
          <p:nvPr/>
        </p:nvSpPr>
        <p:spPr>
          <a:xfrm xmlns:a="http://schemas.openxmlformats.org/drawingml/2006/main">
            <a:off x="6092315"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9C6"/>
          </a:solidFill>
          <a:ln xmlns:a="http://schemas.openxmlformats.org/drawingml/2006/main" w="2684">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A51FAE5A-D1C4-4540-A7AE-7B6D5DAD6909}"/>
              </a:ext>
            </a:extLst>
          </p:cNvPr>
          <p:cNvSpPr>
            <a:spLocks xmlns:a="http://schemas.openxmlformats.org/drawingml/2006/main" noGrp="1"/>
          </p:cNvSpPr>
          <p:nvPr/>
        </p:nvSpPr>
        <p:spPr>
          <a:xfrm xmlns:a="http://schemas.openxmlformats.org/drawingml/2006/main">
            <a:off x="6092315"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4B0"/>
          </a:solidFill>
          <a:ln xmlns:a="http://schemas.openxmlformats.org/drawingml/2006/main" w="2684">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813F0FB9-C93D-4F72-BF4F-4B7B7D487982}"/>
              </a:ext>
            </a:extLst>
          </p:cNvPr>
          <p:cNvSpPr>
            <a:spLocks xmlns:a="http://schemas.openxmlformats.org/drawingml/2006/main" noGrp="1"/>
          </p:cNvSpPr>
          <p:nvPr/>
        </p:nvSpPr>
        <p:spPr>
          <a:xfrm xmlns:a="http://schemas.openxmlformats.org/drawingml/2006/main">
            <a:off x="6153207"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6B3"/>
          </a:solidFill>
          <a:ln xmlns:a="http://schemas.openxmlformats.org/drawingml/2006/main" w="2684">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3365A09C-8246-4EA0-88A6-C26EE4250656}"/>
              </a:ext>
            </a:extLst>
          </p:cNvPr>
          <p:cNvSpPr>
            <a:spLocks xmlns:a="http://schemas.openxmlformats.org/drawingml/2006/main" noGrp="1"/>
          </p:cNvSpPr>
          <p:nvPr/>
        </p:nvSpPr>
        <p:spPr>
          <a:xfrm xmlns:a="http://schemas.openxmlformats.org/drawingml/2006/main">
            <a:off x="6153207"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B9590"/>
          </a:solidFill>
          <a:ln xmlns:a="http://schemas.openxmlformats.org/drawingml/2006/main" w="2684">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A0373E47-ECCC-4B2E-9998-42BB47338C82}"/>
              </a:ext>
            </a:extLst>
          </p:cNvPr>
          <p:cNvSpPr>
            <a:spLocks xmlns:a="http://schemas.openxmlformats.org/drawingml/2006/main" noGrp="1"/>
          </p:cNvSpPr>
          <p:nvPr/>
        </p:nvSpPr>
        <p:spPr>
          <a:xfrm xmlns:a="http://schemas.openxmlformats.org/drawingml/2006/main">
            <a:off x="615320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75951"/>
          </a:solidFill>
          <a:ln xmlns:a="http://schemas.openxmlformats.org/drawingml/2006/main" w="2684">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E45998D0-A226-461E-AEBE-10E423C84FFB}"/>
              </a:ext>
            </a:extLst>
          </p:cNvPr>
          <p:cNvSpPr>
            <a:spLocks xmlns:a="http://schemas.openxmlformats.org/drawingml/2006/main" noGrp="1"/>
          </p:cNvSpPr>
          <p:nvPr/>
        </p:nvSpPr>
        <p:spPr>
          <a:xfrm xmlns:a="http://schemas.openxmlformats.org/drawingml/2006/main">
            <a:off x="6153207"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E9E99"/>
          </a:solidFill>
          <a:ln xmlns:a="http://schemas.openxmlformats.org/drawingml/2006/main" w="2684">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EBC5DAB1-5DB2-4C76-9E36-55F6B77BB07F}"/>
              </a:ext>
            </a:extLst>
          </p:cNvPr>
          <p:cNvSpPr>
            <a:spLocks xmlns:a="http://schemas.openxmlformats.org/drawingml/2006/main" noGrp="1"/>
          </p:cNvSpPr>
          <p:nvPr/>
        </p:nvSpPr>
        <p:spPr>
          <a:xfrm xmlns:a="http://schemas.openxmlformats.org/drawingml/2006/main">
            <a:off x="615320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E9D98"/>
          </a:solidFill>
          <a:ln xmlns:a="http://schemas.openxmlformats.org/drawingml/2006/main" w="2684">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26E33079-9DA6-4F2B-AAFC-4E742816E113}"/>
              </a:ext>
            </a:extLst>
          </p:cNvPr>
          <p:cNvSpPr>
            <a:spLocks xmlns:a="http://schemas.openxmlformats.org/drawingml/2006/main" noGrp="1"/>
          </p:cNvSpPr>
          <p:nvPr/>
        </p:nvSpPr>
        <p:spPr>
          <a:xfrm xmlns:a="http://schemas.openxmlformats.org/drawingml/2006/main">
            <a:off x="615320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E9E99"/>
          </a:solidFill>
          <a:ln xmlns:a="http://schemas.openxmlformats.org/drawingml/2006/main" w="2684">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2B281707-2BE2-4220-ACAF-A680BF066FD3}"/>
              </a:ext>
            </a:extLst>
          </p:cNvPr>
          <p:cNvSpPr>
            <a:spLocks xmlns:a="http://schemas.openxmlformats.org/drawingml/2006/main" noGrp="1"/>
          </p:cNvSpPr>
          <p:nvPr/>
        </p:nvSpPr>
        <p:spPr>
          <a:xfrm xmlns:a="http://schemas.openxmlformats.org/drawingml/2006/main">
            <a:off x="615320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BC9"/>
          </a:solidFill>
          <a:ln xmlns:a="http://schemas.openxmlformats.org/drawingml/2006/main" w="2684">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287E9213-1E0D-4D1D-94CD-95AD5D08D49D}"/>
              </a:ext>
            </a:extLst>
          </p:cNvPr>
          <p:cNvSpPr>
            <a:spLocks xmlns:a="http://schemas.openxmlformats.org/drawingml/2006/main" noGrp="1"/>
          </p:cNvSpPr>
          <p:nvPr/>
        </p:nvSpPr>
        <p:spPr>
          <a:xfrm xmlns:a="http://schemas.openxmlformats.org/drawingml/2006/main">
            <a:off x="615320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4D2"/>
          </a:solidFill>
          <a:ln xmlns:a="http://schemas.openxmlformats.org/drawingml/2006/main" w="2684">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C3EAEC9D-4E62-4A4E-ADEE-7465CD967A70}"/>
              </a:ext>
            </a:extLst>
          </p:cNvPr>
          <p:cNvSpPr>
            <a:spLocks xmlns:a="http://schemas.openxmlformats.org/drawingml/2006/main" noGrp="1"/>
          </p:cNvSpPr>
          <p:nvPr/>
        </p:nvSpPr>
        <p:spPr>
          <a:xfrm xmlns:a="http://schemas.openxmlformats.org/drawingml/2006/main">
            <a:off x="615320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3B0"/>
          </a:solidFill>
          <a:ln xmlns:a="http://schemas.openxmlformats.org/drawingml/2006/main" w="2684">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C034EFD0-41BB-48FD-A7C1-262945388148}"/>
              </a:ext>
            </a:extLst>
          </p:cNvPr>
          <p:cNvSpPr>
            <a:spLocks xmlns:a="http://schemas.openxmlformats.org/drawingml/2006/main" noGrp="1"/>
          </p:cNvSpPr>
          <p:nvPr/>
        </p:nvSpPr>
        <p:spPr>
          <a:xfrm xmlns:a="http://schemas.openxmlformats.org/drawingml/2006/main">
            <a:off x="615320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C0BD"/>
          </a:solidFill>
          <a:ln xmlns:a="http://schemas.openxmlformats.org/drawingml/2006/main" w="2684">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F4816565-F05C-4E5D-8604-47752CC57AD4}"/>
              </a:ext>
            </a:extLst>
          </p:cNvPr>
          <p:cNvSpPr>
            <a:spLocks xmlns:a="http://schemas.openxmlformats.org/drawingml/2006/main" noGrp="1"/>
          </p:cNvSpPr>
          <p:nvPr/>
        </p:nvSpPr>
        <p:spPr>
          <a:xfrm xmlns:a="http://schemas.openxmlformats.org/drawingml/2006/main">
            <a:off x="615320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1A6A2"/>
          </a:solidFill>
          <a:ln xmlns:a="http://schemas.openxmlformats.org/drawingml/2006/main" w="2684">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9E57EDAD-F6EB-43CC-B138-6C36CD5B3FC3}"/>
              </a:ext>
            </a:extLst>
          </p:cNvPr>
          <p:cNvSpPr>
            <a:spLocks xmlns:a="http://schemas.openxmlformats.org/drawingml/2006/main" noGrp="1"/>
          </p:cNvSpPr>
          <p:nvPr/>
        </p:nvSpPr>
        <p:spPr>
          <a:xfrm xmlns:a="http://schemas.openxmlformats.org/drawingml/2006/main">
            <a:off x="615320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6C4"/>
          </a:solidFill>
          <a:ln xmlns:a="http://schemas.openxmlformats.org/drawingml/2006/main" w="2684">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091BD4B5-968C-42F5-A697-946894B998C9}"/>
              </a:ext>
            </a:extLst>
          </p:cNvPr>
          <p:cNvSpPr>
            <a:spLocks xmlns:a="http://schemas.openxmlformats.org/drawingml/2006/main" noGrp="1"/>
          </p:cNvSpPr>
          <p:nvPr/>
        </p:nvSpPr>
        <p:spPr>
          <a:xfrm xmlns:a="http://schemas.openxmlformats.org/drawingml/2006/main">
            <a:off x="615320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2AF"/>
          </a:solidFill>
          <a:ln xmlns:a="http://schemas.openxmlformats.org/drawingml/2006/main" w="2684">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9155CD38-9DE5-477B-878E-213DFA3A602E}"/>
              </a:ext>
            </a:extLst>
          </p:cNvPr>
          <p:cNvSpPr>
            <a:spLocks xmlns:a="http://schemas.openxmlformats.org/drawingml/2006/main" noGrp="1"/>
          </p:cNvSpPr>
          <p:nvPr/>
        </p:nvSpPr>
        <p:spPr>
          <a:xfrm xmlns:a="http://schemas.openxmlformats.org/drawingml/2006/main">
            <a:off x="615320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7B4"/>
          </a:solidFill>
          <a:ln xmlns:a="http://schemas.openxmlformats.org/drawingml/2006/main" w="2684">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8ED91BCC-0618-4DF1-AB85-34C40EB77017}"/>
              </a:ext>
            </a:extLst>
          </p:cNvPr>
          <p:cNvSpPr>
            <a:spLocks xmlns:a="http://schemas.openxmlformats.org/drawingml/2006/main" noGrp="1"/>
          </p:cNvSpPr>
          <p:nvPr/>
        </p:nvSpPr>
        <p:spPr>
          <a:xfrm xmlns:a="http://schemas.openxmlformats.org/drawingml/2006/main">
            <a:off x="615320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BB8"/>
          </a:solidFill>
          <a:ln xmlns:a="http://schemas.openxmlformats.org/drawingml/2006/main" w="2684">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F1A58093-A6C1-4C7A-899A-DFD8A00AB780}"/>
              </a:ext>
            </a:extLst>
          </p:cNvPr>
          <p:cNvSpPr>
            <a:spLocks xmlns:a="http://schemas.openxmlformats.org/drawingml/2006/main" noGrp="1"/>
          </p:cNvSpPr>
          <p:nvPr/>
        </p:nvSpPr>
        <p:spPr>
          <a:xfrm xmlns:a="http://schemas.openxmlformats.org/drawingml/2006/main">
            <a:off x="6153207"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5D3"/>
          </a:solidFill>
          <a:ln xmlns:a="http://schemas.openxmlformats.org/drawingml/2006/main" w="2684">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CE7A249D-0B8D-437B-BB1E-510752971EA0}"/>
              </a:ext>
            </a:extLst>
          </p:cNvPr>
          <p:cNvSpPr>
            <a:spLocks xmlns:a="http://schemas.openxmlformats.org/drawingml/2006/main" noGrp="1"/>
          </p:cNvSpPr>
          <p:nvPr/>
        </p:nvSpPr>
        <p:spPr>
          <a:xfrm xmlns:a="http://schemas.openxmlformats.org/drawingml/2006/main">
            <a:off x="6153207"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24B43"/>
          </a:solidFill>
          <a:ln xmlns:a="http://schemas.openxmlformats.org/drawingml/2006/main" w="2684">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43AD6D20-01D6-4F68-A347-59824DBCF411}"/>
              </a:ext>
            </a:extLst>
          </p:cNvPr>
          <p:cNvSpPr>
            <a:spLocks xmlns:a="http://schemas.openxmlformats.org/drawingml/2006/main" noGrp="1"/>
          </p:cNvSpPr>
          <p:nvPr/>
        </p:nvSpPr>
        <p:spPr>
          <a:xfrm xmlns:a="http://schemas.openxmlformats.org/drawingml/2006/main">
            <a:off x="6153207"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F7069"/>
          </a:solidFill>
          <a:ln xmlns:a="http://schemas.openxmlformats.org/drawingml/2006/main" w="2684">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4CA157A3-4823-4076-B482-139590F06C84}"/>
              </a:ext>
            </a:extLst>
          </p:cNvPr>
          <p:cNvSpPr>
            <a:spLocks xmlns:a="http://schemas.openxmlformats.org/drawingml/2006/main" noGrp="1"/>
          </p:cNvSpPr>
          <p:nvPr/>
        </p:nvSpPr>
        <p:spPr>
          <a:xfrm xmlns:a="http://schemas.openxmlformats.org/drawingml/2006/main">
            <a:off x="6214099"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0453C"/>
          </a:solidFill>
          <a:ln xmlns:a="http://schemas.openxmlformats.org/drawingml/2006/main" w="2684">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8A7C6851-3775-4BD2-890B-843C95336701}"/>
              </a:ext>
            </a:extLst>
          </p:cNvPr>
          <p:cNvSpPr>
            <a:spLocks xmlns:a="http://schemas.openxmlformats.org/drawingml/2006/main" noGrp="1"/>
          </p:cNvSpPr>
          <p:nvPr/>
        </p:nvSpPr>
        <p:spPr>
          <a:xfrm xmlns:a="http://schemas.openxmlformats.org/drawingml/2006/main">
            <a:off x="621409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D9A95"/>
          </a:solidFill>
          <a:ln xmlns:a="http://schemas.openxmlformats.org/drawingml/2006/main" w="2684">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C16B9091-6B88-4958-B12E-05F3DCF96D1C}"/>
              </a:ext>
            </a:extLst>
          </p:cNvPr>
          <p:cNvSpPr>
            <a:spLocks xmlns:a="http://schemas.openxmlformats.org/drawingml/2006/main" noGrp="1"/>
          </p:cNvSpPr>
          <p:nvPr/>
        </p:nvSpPr>
        <p:spPr>
          <a:xfrm xmlns:a="http://schemas.openxmlformats.org/drawingml/2006/main">
            <a:off x="621409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9B6"/>
          </a:solidFill>
          <a:ln xmlns:a="http://schemas.openxmlformats.org/drawingml/2006/main" w="2684">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A80BF44B-E45C-467E-A439-47A8B60B8BD0}"/>
              </a:ext>
            </a:extLst>
          </p:cNvPr>
          <p:cNvSpPr>
            <a:spLocks xmlns:a="http://schemas.openxmlformats.org/drawingml/2006/main" noGrp="1"/>
          </p:cNvSpPr>
          <p:nvPr/>
        </p:nvSpPr>
        <p:spPr>
          <a:xfrm xmlns:a="http://schemas.openxmlformats.org/drawingml/2006/main">
            <a:off x="621409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DFAFA"/>
          </a:solidFill>
          <a:ln xmlns:a="http://schemas.openxmlformats.org/drawingml/2006/main" w="2684">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0392EC63-05D9-4278-8AC0-0FEA32CCF1CB}"/>
              </a:ext>
            </a:extLst>
          </p:cNvPr>
          <p:cNvSpPr>
            <a:spLocks xmlns:a="http://schemas.openxmlformats.org/drawingml/2006/main" noGrp="1"/>
          </p:cNvSpPr>
          <p:nvPr/>
        </p:nvSpPr>
        <p:spPr>
          <a:xfrm xmlns:a="http://schemas.openxmlformats.org/drawingml/2006/main">
            <a:off x="621409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5C2"/>
          </a:solidFill>
          <a:ln xmlns:a="http://schemas.openxmlformats.org/drawingml/2006/main" w="2684">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CFB80125-DF89-47E9-B9B4-609A8632750A}"/>
              </a:ext>
            </a:extLst>
          </p:cNvPr>
          <p:cNvSpPr>
            <a:spLocks xmlns:a="http://schemas.openxmlformats.org/drawingml/2006/main" noGrp="1"/>
          </p:cNvSpPr>
          <p:nvPr/>
        </p:nvSpPr>
        <p:spPr>
          <a:xfrm xmlns:a="http://schemas.openxmlformats.org/drawingml/2006/main">
            <a:off x="621409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CB9"/>
          </a:solidFill>
          <a:ln xmlns:a="http://schemas.openxmlformats.org/drawingml/2006/main" w="2684">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039A1C2C-45B3-4EF6-92FE-22DE847AAAD9}"/>
              </a:ext>
            </a:extLst>
          </p:cNvPr>
          <p:cNvSpPr>
            <a:spLocks xmlns:a="http://schemas.openxmlformats.org/drawingml/2006/main" noGrp="1"/>
          </p:cNvSpPr>
          <p:nvPr/>
        </p:nvSpPr>
        <p:spPr>
          <a:xfrm xmlns:a="http://schemas.openxmlformats.org/drawingml/2006/main">
            <a:off x="621409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6E5E4"/>
          </a:solidFill>
          <a:ln xmlns:a="http://schemas.openxmlformats.org/drawingml/2006/main" w="2684">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28BC08A2-9612-4FFE-9115-F687072096DC}"/>
              </a:ext>
            </a:extLst>
          </p:cNvPr>
          <p:cNvSpPr>
            <a:spLocks xmlns:a="http://schemas.openxmlformats.org/drawingml/2006/main" noGrp="1"/>
          </p:cNvSpPr>
          <p:nvPr/>
        </p:nvSpPr>
        <p:spPr>
          <a:xfrm xmlns:a="http://schemas.openxmlformats.org/drawingml/2006/main">
            <a:off x="621409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EBA"/>
          </a:solidFill>
          <a:ln xmlns:a="http://schemas.openxmlformats.org/drawingml/2006/main" w="2684">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B99CB1CC-4F83-4D4B-8C68-A00822186282}"/>
              </a:ext>
            </a:extLst>
          </p:cNvPr>
          <p:cNvSpPr>
            <a:spLocks xmlns:a="http://schemas.openxmlformats.org/drawingml/2006/main" noGrp="1"/>
          </p:cNvSpPr>
          <p:nvPr/>
        </p:nvSpPr>
        <p:spPr>
          <a:xfrm xmlns:a="http://schemas.openxmlformats.org/drawingml/2006/main">
            <a:off x="621409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EBB"/>
          </a:solidFill>
          <a:ln xmlns:a="http://schemas.openxmlformats.org/drawingml/2006/main" w="2684">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23459812-AC7A-4F44-9AE4-D74F7D188ADB}"/>
              </a:ext>
            </a:extLst>
          </p:cNvPr>
          <p:cNvSpPr>
            <a:spLocks xmlns:a="http://schemas.openxmlformats.org/drawingml/2006/main" noGrp="1"/>
          </p:cNvSpPr>
          <p:nvPr/>
        </p:nvSpPr>
        <p:spPr>
          <a:xfrm xmlns:a="http://schemas.openxmlformats.org/drawingml/2006/main">
            <a:off x="621409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CA8"/>
          </a:solidFill>
          <a:ln xmlns:a="http://schemas.openxmlformats.org/drawingml/2006/main" w="2684">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17097897-DFE7-4570-95F6-2D9A34B8BC19}"/>
              </a:ext>
            </a:extLst>
          </p:cNvPr>
          <p:cNvSpPr>
            <a:spLocks xmlns:a="http://schemas.openxmlformats.org/drawingml/2006/main" noGrp="1"/>
          </p:cNvSpPr>
          <p:nvPr/>
        </p:nvSpPr>
        <p:spPr>
          <a:xfrm xmlns:a="http://schemas.openxmlformats.org/drawingml/2006/main">
            <a:off x="621409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5D3"/>
          </a:solidFill>
          <a:ln xmlns:a="http://schemas.openxmlformats.org/drawingml/2006/main" w="2684">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9F5457B6-239F-4063-957F-C448F0FEF9C6}"/>
              </a:ext>
            </a:extLst>
          </p:cNvPr>
          <p:cNvSpPr>
            <a:spLocks xmlns:a="http://schemas.openxmlformats.org/drawingml/2006/main" noGrp="1"/>
          </p:cNvSpPr>
          <p:nvPr/>
        </p:nvSpPr>
        <p:spPr>
          <a:xfrm xmlns:a="http://schemas.openxmlformats.org/drawingml/2006/main">
            <a:off x="621409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BDA"/>
          </a:solidFill>
          <a:ln xmlns:a="http://schemas.openxmlformats.org/drawingml/2006/main" w="2684">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8EC5BE0F-68CA-4DEA-A1E5-4883C7C4C9EE}"/>
              </a:ext>
            </a:extLst>
          </p:cNvPr>
          <p:cNvSpPr>
            <a:spLocks xmlns:a="http://schemas.openxmlformats.org/drawingml/2006/main" noGrp="1"/>
          </p:cNvSpPr>
          <p:nvPr/>
        </p:nvSpPr>
        <p:spPr>
          <a:xfrm xmlns:a="http://schemas.openxmlformats.org/drawingml/2006/main">
            <a:off x="6214099"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C2BF"/>
          </a:solidFill>
          <a:ln xmlns:a="http://schemas.openxmlformats.org/drawingml/2006/main" w="2684">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0CD84797-7C00-4C3F-9D51-F57EA2EBB9C4}"/>
              </a:ext>
            </a:extLst>
          </p:cNvPr>
          <p:cNvSpPr>
            <a:spLocks xmlns:a="http://schemas.openxmlformats.org/drawingml/2006/main" noGrp="1"/>
          </p:cNvSpPr>
          <p:nvPr/>
        </p:nvSpPr>
        <p:spPr>
          <a:xfrm xmlns:a="http://schemas.openxmlformats.org/drawingml/2006/main">
            <a:off x="6214099"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B655E"/>
          </a:solidFill>
          <a:ln xmlns:a="http://schemas.openxmlformats.org/drawingml/2006/main" w="2684">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06CA6FBA-C961-4672-B304-3DB80000DD59}"/>
              </a:ext>
            </a:extLst>
          </p:cNvPr>
          <p:cNvSpPr>
            <a:spLocks xmlns:a="http://schemas.openxmlformats.org/drawingml/2006/main" noGrp="1"/>
          </p:cNvSpPr>
          <p:nvPr/>
        </p:nvSpPr>
        <p:spPr>
          <a:xfrm xmlns:a="http://schemas.openxmlformats.org/drawingml/2006/main">
            <a:off x="627499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EFF7"/>
          </a:solidFill>
          <a:ln xmlns:a="http://schemas.openxmlformats.org/drawingml/2006/main" w="2684">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0F69E903-62F3-4376-8E0B-A3EC960705CD}"/>
              </a:ext>
            </a:extLst>
          </p:cNvPr>
          <p:cNvSpPr>
            <a:spLocks xmlns:a="http://schemas.openxmlformats.org/drawingml/2006/main" noGrp="1"/>
          </p:cNvSpPr>
          <p:nvPr/>
        </p:nvSpPr>
        <p:spPr>
          <a:xfrm xmlns:a="http://schemas.openxmlformats.org/drawingml/2006/main">
            <a:off x="627499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4A0"/>
          </a:solidFill>
          <a:ln xmlns:a="http://schemas.openxmlformats.org/drawingml/2006/main" w="2684">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6856BB1F-9325-4F93-A688-16D3B782793D}"/>
              </a:ext>
            </a:extLst>
          </p:cNvPr>
          <p:cNvSpPr>
            <a:spLocks xmlns:a="http://schemas.openxmlformats.org/drawingml/2006/main" noGrp="1"/>
          </p:cNvSpPr>
          <p:nvPr/>
        </p:nvSpPr>
        <p:spPr>
          <a:xfrm xmlns:a="http://schemas.openxmlformats.org/drawingml/2006/main">
            <a:off x="627499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4A0"/>
          </a:solidFill>
          <a:ln xmlns:a="http://schemas.openxmlformats.org/drawingml/2006/main" w="2684">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1854524E-9D54-4CB3-91F2-02231FCC47F0}"/>
              </a:ext>
            </a:extLst>
          </p:cNvPr>
          <p:cNvSpPr>
            <a:spLocks xmlns:a="http://schemas.openxmlformats.org/drawingml/2006/main" noGrp="1"/>
          </p:cNvSpPr>
          <p:nvPr/>
        </p:nvSpPr>
        <p:spPr>
          <a:xfrm xmlns:a="http://schemas.openxmlformats.org/drawingml/2006/main">
            <a:off x="627499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0A29E"/>
          </a:solidFill>
          <a:ln xmlns:a="http://schemas.openxmlformats.org/drawingml/2006/main" w="2684">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41197A4B-FA9E-43A3-A0D3-2D9228FCDCB0}"/>
              </a:ext>
            </a:extLst>
          </p:cNvPr>
          <p:cNvSpPr>
            <a:spLocks xmlns:a="http://schemas.openxmlformats.org/drawingml/2006/main" noGrp="1"/>
          </p:cNvSpPr>
          <p:nvPr/>
        </p:nvSpPr>
        <p:spPr>
          <a:xfrm xmlns:a="http://schemas.openxmlformats.org/drawingml/2006/main">
            <a:off x="627499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7B4"/>
          </a:solidFill>
          <a:ln xmlns:a="http://schemas.openxmlformats.org/drawingml/2006/main" w="2684">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004A6C32-ED84-4CE0-9B69-1B25F682B782}"/>
              </a:ext>
            </a:extLst>
          </p:cNvPr>
          <p:cNvSpPr>
            <a:spLocks xmlns:a="http://schemas.openxmlformats.org/drawingml/2006/main" noGrp="1"/>
          </p:cNvSpPr>
          <p:nvPr/>
        </p:nvSpPr>
        <p:spPr>
          <a:xfrm xmlns:a="http://schemas.openxmlformats.org/drawingml/2006/main">
            <a:off x="627499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5FA"/>
          </a:solidFill>
          <a:ln xmlns:a="http://schemas.openxmlformats.org/drawingml/2006/main" w="2684">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538953B2-9BDF-4C82-A34E-4A765BD4C700}"/>
              </a:ext>
            </a:extLst>
          </p:cNvPr>
          <p:cNvSpPr>
            <a:spLocks xmlns:a="http://schemas.openxmlformats.org/drawingml/2006/main" noGrp="1"/>
          </p:cNvSpPr>
          <p:nvPr/>
        </p:nvSpPr>
        <p:spPr>
          <a:xfrm xmlns:a="http://schemas.openxmlformats.org/drawingml/2006/main">
            <a:off x="627499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4DFDE"/>
          </a:solidFill>
          <a:ln xmlns:a="http://schemas.openxmlformats.org/drawingml/2006/main" w="2684">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5382F1FD-2B3D-4598-A2DB-149612A8A83D}"/>
              </a:ext>
            </a:extLst>
          </p:cNvPr>
          <p:cNvSpPr>
            <a:spLocks xmlns:a="http://schemas.openxmlformats.org/drawingml/2006/main" noGrp="1"/>
          </p:cNvSpPr>
          <p:nvPr/>
        </p:nvSpPr>
        <p:spPr>
          <a:xfrm xmlns:a="http://schemas.openxmlformats.org/drawingml/2006/main">
            <a:off x="627499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FBC"/>
          </a:solidFill>
          <a:ln xmlns:a="http://schemas.openxmlformats.org/drawingml/2006/main" w="2684">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6BF6CB46-4B0F-4769-AAA8-5225E2EBE4C1}"/>
              </a:ext>
            </a:extLst>
          </p:cNvPr>
          <p:cNvSpPr>
            <a:spLocks xmlns:a="http://schemas.openxmlformats.org/drawingml/2006/main" noGrp="1"/>
          </p:cNvSpPr>
          <p:nvPr/>
        </p:nvSpPr>
        <p:spPr>
          <a:xfrm xmlns:a="http://schemas.openxmlformats.org/drawingml/2006/main">
            <a:off x="627499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CDA"/>
          </a:solidFill>
          <a:ln xmlns:a="http://schemas.openxmlformats.org/drawingml/2006/main" w="2684">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567D4BF9-B7C3-4602-97B9-C37BF976F537}"/>
              </a:ext>
            </a:extLst>
          </p:cNvPr>
          <p:cNvSpPr>
            <a:spLocks xmlns:a="http://schemas.openxmlformats.org/drawingml/2006/main" noGrp="1"/>
          </p:cNvSpPr>
          <p:nvPr/>
        </p:nvSpPr>
        <p:spPr>
          <a:xfrm xmlns:a="http://schemas.openxmlformats.org/drawingml/2006/main">
            <a:off x="627499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7E8E7"/>
          </a:solidFill>
          <a:ln xmlns:a="http://schemas.openxmlformats.org/drawingml/2006/main" w="2684">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58312FAE-5A62-435F-8BF3-8A426A2FEB1C}"/>
              </a:ext>
            </a:extLst>
          </p:cNvPr>
          <p:cNvSpPr>
            <a:spLocks xmlns:a="http://schemas.openxmlformats.org/drawingml/2006/main" noGrp="1"/>
          </p:cNvSpPr>
          <p:nvPr/>
        </p:nvSpPr>
        <p:spPr>
          <a:xfrm xmlns:a="http://schemas.openxmlformats.org/drawingml/2006/main">
            <a:off x="627499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D1CF"/>
          </a:solidFill>
          <a:ln xmlns:a="http://schemas.openxmlformats.org/drawingml/2006/main" w="2684">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19B9FFA1-C627-4819-B5D8-D2E34C9E5276}"/>
              </a:ext>
            </a:extLst>
          </p:cNvPr>
          <p:cNvSpPr>
            <a:spLocks xmlns:a="http://schemas.openxmlformats.org/drawingml/2006/main" noGrp="1"/>
          </p:cNvSpPr>
          <p:nvPr/>
        </p:nvSpPr>
        <p:spPr>
          <a:xfrm xmlns:a="http://schemas.openxmlformats.org/drawingml/2006/main">
            <a:off x="6274991"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7C5"/>
          </a:solidFill>
          <a:ln xmlns:a="http://schemas.openxmlformats.org/drawingml/2006/main" w="2684">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341C65BC-A693-4443-BCCC-52910B98CF15}"/>
              </a:ext>
            </a:extLst>
          </p:cNvPr>
          <p:cNvSpPr>
            <a:spLocks xmlns:a="http://schemas.openxmlformats.org/drawingml/2006/main" noGrp="1"/>
          </p:cNvSpPr>
          <p:nvPr/>
        </p:nvSpPr>
        <p:spPr>
          <a:xfrm xmlns:a="http://schemas.openxmlformats.org/drawingml/2006/main">
            <a:off x="633588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E2E1"/>
          </a:solidFill>
          <a:ln xmlns:a="http://schemas.openxmlformats.org/drawingml/2006/main" w="2684">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312AC455-FCB5-4766-9CC0-3FA8B63E662F}"/>
              </a:ext>
            </a:extLst>
          </p:cNvPr>
          <p:cNvSpPr>
            <a:spLocks xmlns:a="http://schemas.openxmlformats.org/drawingml/2006/main" noGrp="1"/>
          </p:cNvSpPr>
          <p:nvPr/>
        </p:nvSpPr>
        <p:spPr>
          <a:xfrm xmlns:a="http://schemas.openxmlformats.org/drawingml/2006/main">
            <a:off x="633588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AD9"/>
          </a:solidFill>
          <a:ln xmlns:a="http://schemas.openxmlformats.org/drawingml/2006/main" w="2684">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8B0B90C0-64A7-41D5-9F5A-D0DDC3D3805A}"/>
              </a:ext>
            </a:extLst>
          </p:cNvPr>
          <p:cNvSpPr>
            <a:spLocks xmlns:a="http://schemas.openxmlformats.org/drawingml/2006/main" noGrp="1"/>
          </p:cNvSpPr>
          <p:nvPr/>
        </p:nvSpPr>
        <p:spPr>
          <a:xfrm xmlns:a="http://schemas.openxmlformats.org/drawingml/2006/main">
            <a:off x="633588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7B3"/>
          </a:solidFill>
          <a:ln xmlns:a="http://schemas.openxmlformats.org/drawingml/2006/main" w="2684">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BA714163-3351-43A9-AAC7-AA3F083AE563}"/>
              </a:ext>
            </a:extLst>
          </p:cNvPr>
          <p:cNvSpPr>
            <a:spLocks xmlns:a="http://schemas.openxmlformats.org/drawingml/2006/main" noGrp="1"/>
          </p:cNvSpPr>
          <p:nvPr/>
        </p:nvSpPr>
        <p:spPr>
          <a:xfrm xmlns:a="http://schemas.openxmlformats.org/drawingml/2006/main">
            <a:off x="633588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DBA"/>
          </a:solidFill>
          <a:ln xmlns:a="http://schemas.openxmlformats.org/drawingml/2006/main" w="2684">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6D2BB63A-EEEE-4311-80F7-6D4B5CD197F2}"/>
              </a:ext>
            </a:extLst>
          </p:cNvPr>
          <p:cNvSpPr>
            <a:spLocks xmlns:a="http://schemas.openxmlformats.org/drawingml/2006/main" noGrp="1"/>
          </p:cNvSpPr>
          <p:nvPr/>
        </p:nvSpPr>
        <p:spPr>
          <a:xfrm xmlns:a="http://schemas.openxmlformats.org/drawingml/2006/main">
            <a:off x="633588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DBA"/>
          </a:solidFill>
          <a:ln xmlns:a="http://schemas.openxmlformats.org/drawingml/2006/main" w="2684">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D8864C20-EBA5-4E4D-B94F-8B5625341AD3}"/>
              </a:ext>
            </a:extLst>
          </p:cNvPr>
          <p:cNvSpPr>
            <a:spLocks xmlns:a="http://schemas.openxmlformats.org/drawingml/2006/main" noGrp="1"/>
          </p:cNvSpPr>
          <p:nvPr/>
        </p:nvSpPr>
        <p:spPr>
          <a:xfrm xmlns:a="http://schemas.openxmlformats.org/drawingml/2006/main">
            <a:off x="633588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7D5"/>
          </a:solidFill>
          <a:ln xmlns:a="http://schemas.openxmlformats.org/drawingml/2006/main" w="2684">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3DE83947-3C97-44CF-BE1C-B4F25B347082}"/>
              </a:ext>
            </a:extLst>
          </p:cNvPr>
          <p:cNvSpPr>
            <a:spLocks xmlns:a="http://schemas.openxmlformats.org/drawingml/2006/main" noGrp="1"/>
          </p:cNvSpPr>
          <p:nvPr/>
        </p:nvSpPr>
        <p:spPr>
          <a:xfrm xmlns:a="http://schemas.openxmlformats.org/drawingml/2006/main">
            <a:off x="633588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4DEDC"/>
          </a:solidFill>
          <a:ln xmlns:a="http://schemas.openxmlformats.org/drawingml/2006/main" w="2684">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839C779C-B4BA-46AD-8868-0176354ACAC4}"/>
              </a:ext>
            </a:extLst>
          </p:cNvPr>
          <p:cNvSpPr>
            <a:spLocks xmlns:a="http://schemas.openxmlformats.org/drawingml/2006/main" noGrp="1"/>
          </p:cNvSpPr>
          <p:nvPr/>
        </p:nvSpPr>
        <p:spPr>
          <a:xfrm xmlns:a="http://schemas.openxmlformats.org/drawingml/2006/main">
            <a:off x="633588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C0BD"/>
          </a:solidFill>
          <a:ln xmlns:a="http://schemas.openxmlformats.org/drawingml/2006/main" w="2684">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4831319E-2164-4646-8257-536ED5DF23DD}"/>
              </a:ext>
            </a:extLst>
          </p:cNvPr>
          <p:cNvSpPr>
            <a:spLocks xmlns:a="http://schemas.openxmlformats.org/drawingml/2006/main" noGrp="1"/>
          </p:cNvSpPr>
          <p:nvPr/>
        </p:nvSpPr>
        <p:spPr>
          <a:xfrm xmlns:a="http://schemas.openxmlformats.org/drawingml/2006/main">
            <a:off x="633588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EBB"/>
          </a:solidFill>
          <a:ln xmlns:a="http://schemas.openxmlformats.org/drawingml/2006/main" w="2684">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A609873F-56FC-439B-9B12-49F2E9B9130F}"/>
              </a:ext>
            </a:extLst>
          </p:cNvPr>
          <p:cNvSpPr>
            <a:spLocks xmlns:a="http://schemas.openxmlformats.org/drawingml/2006/main" noGrp="1"/>
          </p:cNvSpPr>
          <p:nvPr/>
        </p:nvSpPr>
        <p:spPr>
          <a:xfrm xmlns:a="http://schemas.openxmlformats.org/drawingml/2006/main">
            <a:off x="633588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3AF"/>
          </a:solidFill>
          <a:ln xmlns:a="http://schemas.openxmlformats.org/drawingml/2006/main" w="2684">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43F3C407-C204-43D5-853B-6C123EF81C5A}"/>
              </a:ext>
            </a:extLst>
          </p:cNvPr>
          <p:cNvSpPr>
            <a:spLocks xmlns:a="http://schemas.openxmlformats.org/drawingml/2006/main" noGrp="1"/>
          </p:cNvSpPr>
          <p:nvPr/>
        </p:nvSpPr>
        <p:spPr>
          <a:xfrm xmlns:a="http://schemas.openxmlformats.org/drawingml/2006/main">
            <a:off x="633588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EAA"/>
          </a:solidFill>
          <a:ln xmlns:a="http://schemas.openxmlformats.org/drawingml/2006/main" w="2684">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DB0DC4B1-4FF9-4376-9C88-0B13197F41B8}"/>
              </a:ext>
            </a:extLst>
          </p:cNvPr>
          <p:cNvSpPr>
            <a:spLocks xmlns:a="http://schemas.openxmlformats.org/drawingml/2006/main" noGrp="1"/>
          </p:cNvSpPr>
          <p:nvPr/>
        </p:nvSpPr>
        <p:spPr>
          <a:xfrm xmlns:a="http://schemas.openxmlformats.org/drawingml/2006/main">
            <a:off x="6335882"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3C0"/>
          </a:solidFill>
          <a:ln xmlns:a="http://schemas.openxmlformats.org/drawingml/2006/main" w="2684">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591E3C92-517E-453B-9370-0395A66C8B49}"/>
              </a:ext>
            </a:extLst>
          </p:cNvPr>
          <p:cNvSpPr>
            <a:spLocks xmlns:a="http://schemas.openxmlformats.org/drawingml/2006/main" noGrp="1"/>
          </p:cNvSpPr>
          <p:nvPr/>
        </p:nvSpPr>
        <p:spPr>
          <a:xfrm xmlns:a="http://schemas.openxmlformats.org/drawingml/2006/main">
            <a:off x="639677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7E7E6"/>
          </a:solidFill>
          <a:ln xmlns:a="http://schemas.openxmlformats.org/drawingml/2006/main" w="2684">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0F19E513-8386-4DAD-898F-0E608CC24294}"/>
              </a:ext>
            </a:extLst>
          </p:cNvPr>
          <p:cNvSpPr>
            <a:spLocks xmlns:a="http://schemas.openxmlformats.org/drawingml/2006/main" noGrp="1"/>
          </p:cNvSpPr>
          <p:nvPr/>
        </p:nvSpPr>
        <p:spPr>
          <a:xfrm xmlns:a="http://schemas.openxmlformats.org/drawingml/2006/main">
            <a:off x="639677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CF7F7"/>
          </a:solidFill>
          <a:ln xmlns:a="http://schemas.openxmlformats.org/drawingml/2006/main" w="2684">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1C58CBAB-62C7-45D3-B139-FD69513D8D75}"/>
              </a:ext>
            </a:extLst>
          </p:cNvPr>
          <p:cNvSpPr>
            <a:spLocks xmlns:a="http://schemas.openxmlformats.org/drawingml/2006/main" noGrp="1"/>
          </p:cNvSpPr>
          <p:nvPr/>
        </p:nvSpPr>
        <p:spPr>
          <a:xfrm xmlns:a="http://schemas.openxmlformats.org/drawingml/2006/main">
            <a:off x="639677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5B1"/>
          </a:solidFill>
          <a:ln xmlns:a="http://schemas.openxmlformats.org/drawingml/2006/main" w="2684">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2D8D4537-0925-4E65-982C-D000DD64CB11}"/>
              </a:ext>
            </a:extLst>
          </p:cNvPr>
          <p:cNvSpPr>
            <a:spLocks xmlns:a="http://schemas.openxmlformats.org/drawingml/2006/main" noGrp="1"/>
          </p:cNvSpPr>
          <p:nvPr/>
        </p:nvSpPr>
        <p:spPr>
          <a:xfrm xmlns:a="http://schemas.openxmlformats.org/drawingml/2006/main">
            <a:off x="639677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E2E0"/>
          </a:solidFill>
          <a:ln xmlns:a="http://schemas.openxmlformats.org/drawingml/2006/main" w="2684">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54D9400D-5D9F-4F6A-9272-D6C681F70BF8}"/>
              </a:ext>
            </a:extLst>
          </p:cNvPr>
          <p:cNvSpPr>
            <a:spLocks xmlns:a="http://schemas.openxmlformats.org/drawingml/2006/main" noGrp="1"/>
          </p:cNvSpPr>
          <p:nvPr/>
        </p:nvSpPr>
        <p:spPr>
          <a:xfrm xmlns:a="http://schemas.openxmlformats.org/drawingml/2006/main">
            <a:off x="639677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2A9A4"/>
          </a:solidFill>
          <a:ln xmlns:a="http://schemas.openxmlformats.org/drawingml/2006/main" w="2684">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D7D0743D-EB24-4CD3-B952-56C3757E9E37}"/>
              </a:ext>
            </a:extLst>
          </p:cNvPr>
          <p:cNvSpPr>
            <a:spLocks xmlns:a="http://schemas.openxmlformats.org/drawingml/2006/main" noGrp="1"/>
          </p:cNvSpPr>
          <p:nvPr/>
        </p:nvSpPr>
        <p:spPr>
          <a:xfrm xmlns:a="http://schemas.openxmlformats.org/drawingml/2006/main">
            <a:off x="639677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8E9E8"/>
          </a:solidFill>
          <a:ln xmlns:a="http://schemas.openxmlformats.org/drawingml/2006/main" w="2684">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481A4320-61FE-4843-8FE4-48651E19FE42}"/>
              </a:ext>
            </a:extLst>
          </p:cNvPr>
          <p:cNvSpPr>
            <a:spLocks xmlns:a="http://schemas.openxmlformats.org/drawingml/2006/main" noGrp="1"/>
          </p:cNvSpPr>
          <p:nvPr/>
        </p:nvSpPr>
        <p:spPr>
          <a:xfrm xmlns:a="http://schemas.openxmlformats.org/drawingml/2006/main">
            <a:off x="639677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8ECEB"/>
          </a:solidFill>
          <a:ln xmlns:a="http://schemas.openxmlformats.org/drawingml/2006/main" w="2684">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2E525039-9968-4160-AB6B-3FD6A825379F}"/>
              </a:ext>
            </a:extLst>
          </p:cNvPr>
          <p:cNvSpPr>
            <a:spLocks xmlns:a="http://schemas.openxmlformats.org/drawingml/2006/main" noGrp="1"/>
          </p:cNvSpPr>
          <p:nvPr/>
        </p:nvSpPr>
        <p:spPr>
          <a:xfrm xmlns:a="http://schemas.openxmlformats.org/drawingml/2006/main">
            <a:off x="639677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BC8"/>
          </a:solidFill>
          <a:ln xmlns:a="http://schemas.openxmlformats.org/drawingml/2006/main" w="2684">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371BE50B-2B91-48F3-AB35-10C94AD773AE}"/>
              </a:ext>
            </a:extLst>
          </p:cNvPr>
          <p:cNvSpPr>
            <a:spLocks xmlns:a="http://schemas.openxmlformats.org/drawingml/2006/main" noGrp="1"/>
          </p:cNvSpPr>
          <p:nvPr/>
        </p:nvSpPr>
        <p:spPr>
          <a:xfrm xmlns:a="http://schemas.openxmlformats.org/drawingml/2006/main">
            <a:off x="639677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3C1"/>
          </a:solidFill>
          <a:ln xmlns:a="http://schemas.openxmlformats.org/drawingml/2006/main" w="2684">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2D499817-0155-4FB3-AB4F-4447421F11D3}"/>
              </a:ext>
            </a:extLst>
          </p:cNvPr>
          <p:cNvSpPr>
            <a:spLocks xmlns:a="http://schemas.openxmlformats.org/drawingml/2006/main" noGrp="1"/>
          </p:cNvSpPr>
          <p:nvPr/>
        </p:nvSpPr>
        <p:spPr>
          <a:xfrm xmlns:a="http://schemas.openxmlformats.org/drawingml/2006/main">
            <a:off x="639677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AC8"/>
          </a:solidFill>
          <a:ln xmlns:a="http://schemas.openxmlformats.org/drawingml/2006/main" w="2684">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94F69E7D-EBCD-4C9A-9101-D8957C0A3DF2}"/>
              </a:ext>
            </a:extLst>
          </p:cNvPr>
          <p:cNvSpPr>
            <a:spLocks xmlns:a="http://schemas.openxmlformats.org/drawingml/2006/main" noGrp="1"/>
          </p:cNvSpPr>
          <p:nvPr/>
        </p:nvSpPr>
        <p:spPr>
          <a:xfrm xmlns:a="http://schemas.openxmlformats.org/drawingml/2006/main">
            <a:off x="639677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4B1"/>
          </a:solidFill>
          <a:ln xmlns:a="http://schemas.openxmlformats.org/drawingml/2006/main" w="2684">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01CFEBE4-8FD2-453E-BE40-50AA4C256D8E}"/>
              </a:ext>
            </a:extLst>
          </p:cNvPr>
          <p:cNvSpPr>
            <a:spLocks xmlns:a="http://schemas.openxmlformats.org/drawingml/2006/main" noGrp="1"/>
          </p:cNvSpPr>
          <p:nvPr/>
        </p:nvSpPr>
        <p:spPr>
          <a:xfrm xmlns:a="http://schemas.openxmlformats.org/drawingml/2006/main">
            <a:off x="6396774"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2A8A4"/>
          </a:solidFill>
          <a:ln xmlns:a="http://schemas.openxmlformats.org/drawingml/2006/main" w="2684">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2C728523-6A0A-42C2-8BDC-4829754DF830}"/>
              </a:ext>
            </a:extLst>
          </p:cNvPr>
          <p:cNvSpPr>
            <a:spLocks xmlns:a="http://schemas.openxmlformats.org/drawingml/2006/main" noGrp="1"/>
          </p:cNvSpPr>
          <p:nvPr/>
        </p:nvSpPr>
        <p:spPr>
          <a:xfrm xmlns:a="http://schemas.openxmlformats.org/drawingml/2006/main">
            <a:off x="6396774"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CFCD"/>
          </a:solidFill>
          <a:ln xmlns:a="http://schemas.openxmlformats.org/drawingml/2006/main" w="2684">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896DA335-7515-46E6-AD18-8C839CF7B8F4}"/>
              </a:ext>
            </a:extLst>
          </p:cNvPr>
          <p:cNvSpPr>
            <a:spLocks xmlns:a="http://schemas.openxmlformats.org/drawingml/2006/main" noGrp="1"/>
          </p:cNvSpPr>
          <p:nvPr/>
        </p:nvSpPr>
        <p:spPr>
          <a:xfrm xmlns:a="http://schemas.openxmlformats.org/drawingml/2006/main">
            <a:off x="645766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F7FB"/>
          </a:solidFill>
          <a:ln xmlns:a="http://schemas.openxmlformats.org/drawingml/2006/main" w="2684">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6410D054-95B6-436D-A6E6-4AEB5A66BEAC}"/>
              </a:ext>
            </a:extLst>
          </p:cNvPr>
          <p:cNvSpPr>
            <a:spLocks xmlns:a="http://schemas.openxmlformats.org/drawingml/2006/main" noGrp="1"/>
          </p:cNvSpPr>
          <p:nvPr/>
        </p:nvSpPr>
        <p:spPr>
          <a:xfrm xmlns:a="http://schemas.openxmlformats.org/drawingml/2006/main">
            <a:off x="645766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9B5"/>
          </a:solidFill>
          <a:ln xmlns:a="http://schemas.openxmlformats.org/drawingml/2006/main" w="2684">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05DE7FF4-B94D-456C-B8B4-980DCDCE5C7E}"/>
              </a:ext>
            </a:extLst>
          </p:cNvPr>
          <p:cNvSpPr>
            <a:spLocks xmlns:a="http://schemas.openxmlformats.org/drawingml/2006/main" noGrp="1"/>
          </p:cNvSpPr>
          <p:nvPr/>
        </p:nvSpPr>
        <p:spPr>
          <a:xfrm xmlns:a="http://schemas.openxmlformats.org/drawingml/2006/main">
            <a:off x="645766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6D4"/>
          </a:solidFill>
          <a:ln xmlns:a="http://schemas.openxmlformats.org/drawingml/2006/main" w="2684">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BC47F4BB-5F90-4B8A-B494-76CB893F71B7}"/>
              </a:ext>
            </a:extLst>
          </p:cNvPr>
          <p:cNvSpPr>
            <a:spLocks xmlns:a="http://schemas.openxmlformats.org/drawingml/2006/main" noGrp="1"/>
          </p:cNvSpPr>
          <p:nvPr/>
        </p:nvSpPr>
        <p:spPr>
          <a:xfrm xmlns:a="http://schemas.openxmlformats.org/drawingml/2006/main">
            <a:off x="645766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C9994"/>
          </a:solidFill>
          <a:ln xmlns:a="http://schemas.openxmlformats.org/drawingml/2006/main" w="2684">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8B0A85B2-BD0E-4535-93B4-4D1B624093E6}"/>
              </a:ext>
            </a:extLst>
          </p:cNvPr>
          <p:cNvSpPr>
            <a:spLocks xmlns:a="http://schemas.openxmlformats.org/drawingml/2006/main" noGrp="1"/>
          </p:cNvSpPr>
          <p:nvPr/>
        </p:nvSpPr>
        <p:spPr>
          <a:xfrm xmlns:a="http://schemas.openxmlformats.org/drawingml/2006/main">
            <a:off x="645766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AF1F0"/>
          </a:solidFill>
          <a:ln xmlns:a="http://schemas.openxmlformats.org/drawingml/2006/main" w="2684">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8C590F77-E688-4431-BB58-045504D0D505}"/>
              </a:ext>
            </a:extLst>
          </p:cNvPr>
          <p:cNvSpPr>
            <a:spLocks xmlns:a="http://schemas.openxmlformats.org/drawingml/2006/main" noGrp="1"/>
          </p:cNvSpPr>
          <p:nvPr/>
        </p:nvSpPr>
        <p:spPr>
          <a:xfrm xmlns:a="http://schemas.openxmlformats.org/drawingml/2006/main">
            <a:off x="645766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0453C"/>
          </a:solidFill>
          <a:ln xmlns:a="http://schemas.openxmlformats.org/drawingml/2006/main" w="2684">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5E6A5E32-C8C3-4BEE-AEDE-C9C5C160ADE4}"/>
              </a:ext>
            </a:extLst>
          </p:cNvPr>
          <p:cNvSpPr>
            <a:spLocks xmlns:a="http://schemas.openxmlformats.org/drawingml/2006/main" noGrp="1"/>
          </p:cNvSpPr>
          <p:nvPr/>
        </p:nvSpPr>
        <p:spPr>
          <a:xfrm xmlns:a="http://schemas.openxmlformats.org/drawingml/2006/main">
            <a:off x="645766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37E78"/>
          </a:solidFill>
          <a:ln xmlns:a="http://schemas.openxmlformats.org/drawingml/2006/main" w="2684">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508D0DED-171E-4455-8C07-5835AD51B92E}"/>
              </a:ext>
            </a:extLst>
          </p:cNvPr>
          <p:cNvSpPr>
            <a:spLocks xmlns:a="http://schemas.openxmlformats.org/drawingml/2006/main" noGrp="1"/>
          </p:cNvSpPr>
          <p:nvPr/>
        </p:nvSpPr>
        <p:spPr>
          <a:xfrm xmlns:a="http://schemas.openxmlformats.org/drawingml/2006/main">
            <a:off x="645766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FA09B"/>
          </a:solidFill>
          <a:ln xmlns:a="http://schemas.openxmlformats.org/drawingml/2006/main" w="2684">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216239A7-AD7F-4CAB-973C-03437DA18E26}"/>
              </a:ext>
            </a:extLst>
          </p:cNvPr>
          <p:cNvSpPr>
            <a:spLocks xmlns:a="http://schemas.openxmlformats.org/drawingml/2006/main" noGrp="1"/>
          </p:cNvSpPr>
          <p:nvPr/>
        </p:nvSpPr>
        <p:spPr>
          <a:xfrm xmlns:a="http://schemas.openxmlformats.org/drawingml/2006/main">
            <a:off x="645766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D9A95"/>
          </a:solidFill>
          <a:ln xmlns:a="http://schemas.openxmlformats.org/drawingml/2006/main" w="2684">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5B8DF697-1D7F-498D-8DCD-6436697ECC89}"/>
              </a:ext>
            </a:extLst>
          </p:cNvPr>
          <p:cNvSpPr>
            <a:spLocks xmlns:a="http://schemas.openxmlformats.org/drawingml/2006/main" noGrp="1"/>
          </p:cNvSpPr>
          <p:nvPr/>
        </p:nvSpPr>
        <p:spPr>
          <a:xfrm xmlns:a="http://schemas.openxmlformats.org/drawingml/2006/main">
            <a:off x="6457666"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6B3"/>
          </a:solidFill>
          <a:ln xmlns:a="http://schemas.openxmlformats.org/drawingml/2006/main" w="2684">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6399B59F-98A2-4197-BEEB-33B1323C5B39}"/>
              </a:ext>
            </a:extLst>
          </p:cNvPr>
          <p:cNvSpPr>
            <a:spLocks xmlns:a="http://schemas.openxmlformats.org/drawingml/2006/main" noGrp="1"/>
          </p:cNvSpPr>
          <p:nvPr/>
        </p:nvSpPr>
        <p:spPr>
          <a:xfrm xmlns:a="http://schemas.openxmlformats.org/drawingml/2006/main">
            <a:off x="6457666"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3C0"/>
          </a:solidFill>
          <a:ln xmlns:a="http://schemas.openxmlformats.org/drawingml/2006/main" w="2684">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D44BC432-061D-4A13-9708-6AC79598D3C6}"/>
              </a:ext>
            </a:extLst>
          </p:cNvPr>
          <p:cNvSpPr>
            <a:spLocks xmlns:a="http://schemas.openxmlformats.org/drawingml/2006/main" noGrp="1"/>
          </p:cNvSpPr>
          <p:nvPr/>
        </p:nvSpPr>
        <p:spPr>
          <a:xfrm xmlns:a="http://schemas.openxmlformats.org/drawingml/2006/main">
            <a:off x="6457666"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BF3F3"/>
          </a:solidFill>
          <a:ln xmlns:a="http://schemas.openxmlformats.org/drawingml/2006/main" w="2684">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2BF57496-0011-4831-B612-0C6416438C74}"/>
              </a:ext>
            </a:extLst>
          </p:cNvPr>
          <p:cNvSpPr>
            <a:spLocks xmlns:a="http://schemas.openxmlformats.org/drawingml/2006/main" noGrp="1"/>
          </p:cNvSpPr>
          <p:nvPr/>
        </p:nvSpPr>
        <p:spPr>
          <a:xfrm xmlns:a="http://schemas.openxmlformats.org/drawingml/2006/main">
            <a:off x="6457666"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7C5"/>
          </a:solidFill>
          <a:ln xmlns:a="http://schemas.openxmlformats.org/drawingml/2006/main" w="2684">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39897578-D593-4F18-84FE-8131FF70BA1C}"/>
              </a:ext>
            </a:extLst>
          </p:cNvPr>
          <p:cNvSpPr>
            <a:spLocks xmlns:a="http://schemas.openxmlformats.org/drawingml/2006/main" noGrp="1"/>
          </p:cNvSpPr>
          <p:nvPr/>
        </p:nvSpPr>
        <p:spPr>
          <a:xfrm xmlns:a="http://schemas.openxmlformats.org/drawingml/2006/main">
            <a:off x="6518558"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EBF4"/>
          </a:solidFill>
          <a:ln xmlns:a="http://schemas.openxmlformats.org/drawingml/2006/main" w="2684">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FA8126E9-5DFB-461D-A58C-749DA43F693E}"/>
              </a:ext>
            </a:extLst>
          </p:cNvPr>
          <p:cNvSpPr>
            <a:spLocks xmlns:a="http://schemas.openxmlformats.org/drawingml/2006/main" noGrp="1"/>
          </p:cNvSpPr>
          <p:nvPr/>
        </p:nvSpPr>
        <p:spPr>
          <a:xfrm xmlns:a="http://schemas.openxmlformats.org/drawingml/2006/main">
            <a:off x="6518558"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CDB"/>
          </a:solidFill>
          <a:ln xmlns:a="http://schemas.openxmlformats.org/drawingml/2006/main" w="2684">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B033D2D4-655A-4AAC-8514-CDB696317197}"/>
              </a:ext>
            </a:extLst>
          </p:cNvPr>
          <p:cNvSpPr>
            <a:spLocks xmlns:a="http://schemas.openxmlformats.org/drawingml/2006/main" noGrp="1"/>
          </p:cNvSpPr>
          <p:nvPr/>
        </p:nvSpPr>
        <p:spPr>
          <a:xfrm xmlns:a="http://schemas.openxmlformats.org/drawingml/2006/main">
            <a:off x="6518558"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DA9"/>
          </a:solidFill>
          <a:ln xmlns:a="http://schemas.openxmlformats.org/drawingml/2006/main" w="2684">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2BC6F19D-8562-4CCF-BE82-79214BD52BFC}"/>
              </a:ext>
            </a:extLst>
          </p:cNvPr>
          <p:cNvSpPr>
            <a:spLocks xmlns:a="http://schemas.openxmlformats.org/drawingml/2006/main" noGrp="1"/>
          </p:cNvSpPr>
          <p:nvPr/>
        </p:nvSpPr>
        <p:spPr>
          <a:xfrm xmlns:a="http://schemas.openxmlformats.org/drawingml/2006/main">
            <a:off x="6518558"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BA7"/>
          </a:solidFill>
          <a:ln xmlns:a="http://schemas.openxmlformats.org/drawingml/2006/main" w="2684">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C248460A-881C-4183-928C-F6F3C718557D}"/>
              </a:ext>
            </a:extLst>
          </p:cNvPr>
          <p:cNvSpPr>
            <a:spLocks xmlns:a="http://schemas.openxmlformats.org/drawingml/2006/main" noGrp="1"/>
          </p:cNvSpPr>
          <p:nvPr/>
        </p:nvSpPr>
        <p:spPr>
          <a:xfrm xmlns:a="http://schemas.openxmlformats.org/drawingml/2006/main">
            <a:off x="6518558"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D8D7"/>
          </a:solidFill>
          <a:ln xmlns:a="http://schemas.openxmlformats.org/drawingml/2006/main" w="2684">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8666676C-3C16-4290-AA6A-16A74C813FCC}"/>
              </a:ext>
            </a:extLst>
          </p:cNvPr>
          <p:cNvSpPr>
            <a:spLocks xmlns:a="http://schemas.openxmlformats.org/drawingml/2006/main" noGrp="1"/>
          </p:cNvSpPr>
          <p:nvPr/>
        </p:nvSpPr>
        <p:spPr>
          <a:xfrm xmlns:a="http://schemas.openxmlformats.org/drawingml/2006/main">
            <a:off x="6518558"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2D0"/>
          </a:solidFill>
          <a:ln xmlns:a="http://schemas.openxmlformats.org/drawingml/2006/main" w="2684">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4E8E1D4E-B613-4247-A314-47D13CD106AB}"/>
              </a:ext>
            </a:extLst>
          </p:cNvPr>
          <p:cNvSpPr>
            <a:spLocks xmlns:a="http://schemas.openxmlformats.org/drawingml/2006/main" noGrp="1"/>
          </p:cNvSpPr>
          <p:nvPr/>
        </p:nvSpPr>
        <p:spPr>
          <a:xfrm xmlns:a="http://schemas.openxmlformats.org/drawingml/2006/main">
            <a:off x="6518558"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9B6"/>
          </a:solidFill>
          <a:ln xmlns:a="http://schemas.openxmlformats.org/drawingml/2006/main" w="2684">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509F3201-D6B1-4108-9D64-319068ADF5D0}"/>
              </a:ext>
            </a:extLst>
          </p:cNvPr>
          <p:cNvSpPr>
            <a:spLocks xmlns:a="http://schemas.openxmlformats.org/drawingml/2006/main" noGrp="1"/>
          </p:cNvSpPr>
          <p:nvPr/>
        </p:nvSpPr>
        <p:spPr>
          <a:xfrm xmlns:a="http://schemas.openxmlformats.org/drawingml/2006/main">
            <a:off x="6518558"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EBB"/>
          </a:solidFill>
          <a:ln xmlns:a="http://schemas.openxmlformats.org/drawingml/2006/main" w="2684">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E21C371B-7BF1-4174-A5EF-B84499C0C164}"/>
              </a:ext>
            </a:extLst>
          </p:cNvPr>
          <p:cNvSpPr>
            <a:spLocks xmlns:a="http://schemas.openxmlformats.org/drawingml/2006/main" noGrp="1"/>
          </p:cNvSpPr>
          <p:nvPr/>
        </p:nvSpPr>
        <p:spPr>
          <a:xfrm xmlns:a="http://schemas.openxmlformats.org/drawingml/2006/main">
            <a:off x="6518558"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CECC"/>
          </a:solidFill>
          <a:ln xmlns:a="http://schemas.openxmlformats.org/drawingml/2006/main" w="2684">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B0FD1DD8-9EBF-41D2-BA12-C270B6B18C6B}"/>
              </a:ext>
            </a:extLst>
          </p:cNvPr>
          <p:cNvSpPr>
            <a:spLocks xmlns:a="http://schemas.openxmlformats.org/drawingml/2006/main" noGrp="1"/>
          </p:cNvSpPr>
          <p:nvPr/>
        </p:nvSpPr>
        <p:spPr>
          <a:xfrm xmlns:a="http://schemas.openxmlformats.org/drawingml/2006/main">
            <a:off x="6518558"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DF9F9"/>
          </a:solidFill>
          <a:ln xmlns:a="http://schemas.openxmlformats.org/drawingml/2006/main" w="2684">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C5A023DC-DD3F-4C63-A253-C0097D13FF13}"/>
              </a:ext>
            </a:extLst>
          </p:cNvPr>
          <p:cNvSpPr>
            <a:spLocks xmlns:a="http://schemas.openxmlformats.org/drawingml/2006/main" noGrp="1"/>
          </p:cNvSpPr>
          <p:nvPr/>
        </p:nvSpPr>
        <p:spPr>
          <a:xfrm xmlns:a="http://schemas.openxmlformats.org/drawingml/2006/main">
            <a:off x="6579450"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5C2"/>
          </a:solidFill>
          <a:ln xmlns:a="http://schemas.openxmlformats.org/drawingml/2006/main" w="2684">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154C19AA-331A-47BA-8246-10D3FFB0627A}"/>
              </a:ext>
            </a:extLst>
          </p:cNvPr>
          <p:cNvSpPr>
            <a:spLocks xmlns:a="http://schemas.openxmlformats.org/drawingml/2006/main" noGrp="1"/>
          </p:cNvSpPr>
          <p:nvPr/>
        </p:nvSpPr>
        <p:spPr>
          <a:xfrm xmlns:a="http://schemas.openxmlformats.org/drawingml/2006/main">
            <a:off x="6579450"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BC4C1"/>
          </a:solidFill>
          <a:ln xmlns:a="http://schemas.openxmlformats.org/drawingml/2006/main" w="2684">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DD27C381-6DF6-4067-9E2F-7817D01EBF76}"/>
              </a:ext>
            </a:extLst>
          </p:cNvPr>
          <p:cNvSpPr>
            <a:spLocks xmlns:a="http://schemas.openxmlformats.org/drawingml/2006/main" noGrp="1"/>
          </p:cNvSpPr>
          <p:nvPr/>
        </p:nvSpPr>
        <p:spPr>
          <a:xfrm xmlns:a="http://schemas.openxmlformats.org/drawingml/2006/main">
            <a:off x="6579450"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2D0"/>
          </a:solidFill>
          <a:ln xmlns:a="http://schemas.openxmlformats.org/drawingml/2006/main" w="2684">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ACE51187-5E46-47C2-B9E8-3A4129F53DD1}"/>
              </a:ext>
            </a:extLst>
          </p:cNvPr>
          <p:cNvSpPr>
            <a:spLocks xmlns:a="http://schemas.openxmlformats.org/drawingml/2006/main" noGrp="1"/>
          </p:cNvSpPr>
          <p:nvPr/>
        </p:nvSpPr>
        <p:spPr>
          <a:xfrm xmlns:a="http://schemas.openxmlformats.org/drawingml/2006/main">
            <a:off x="6579450"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C1BE"/>
          </a:solidFill>
          <a:ln xmlns:a="http://schemas.openxmlformats.org/drawingml/2006/main" w="2684">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E12CACEC-B9A2-48C6-8838-59A2B196FD7A}"/>
              </a:ext>
            </a:extLst>
          </p:cNvPr>
          <p:cNvSpPr>
            <a:spLocks xmlns:a="http://schemas.openxmlformats.org/drawingml/2006/main" noGrp="1"/>
          </p:cNvSpPr>
          <p:nvPr/>
        </p:nvSpPr>
        <p:spPr>
          <a:xfrm xmlns:a="http://schemas.openxmlformats.org/drawingml/2006/main">
            <a:off x="6579450"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7B3"/>
          </a:solidFill>
          <a:ln xmlns:a="http://schemas.openxmlformats.org/drawingml/2006/main" w="2684">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B710ED62-4B4D-47DE-8535-9EC8F7FB617E}"/>
              </a:ext>
            </a:extLst>
          </p:cNvPr>
          <p:cNvSpPr>
            <a:spLocks xmlns:a="http://schemas.openxmlformats.org/drawingml/2006/main" noGrp="1"/>
          </p:cNvSpPr>
          <p:nvPr/>
        </p:nvSpPr>
        <p:spPr>
          <a:xfrm xmlns:a="http://schemas.openxmlformats.org/drawingml/2006/main">
            <a:off x="664034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E9F9A"/>
          </a:solidFill>
          <a:ln xmlns:a="http://schemas.openxmlformats.org/drawingml/2006/main" w="2684">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989C968B-7E7E-4ED2-9B11-17958DFCFCB5}"/>
              </a:ext>
            </a:extLst>
          </p:cNvPr>
          <p:cNvSpPr>
            <a:spLocks xmlns:a="http://schemas.openxmlformats.org/drawingml/2006/main" noGrp="1"/>
          </p:cNvSpPr>
          <p:nvPr/>
        </p:nvSpPr>
        <p:spPr>
          <a:xfrm xmlns:a="http://schemas.openxmlformats.org/drawingml/2006/main">
            <a:off x="664034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6D4"/>
          </a:solidFill>
          <a:ln xmlns:a="http://schemas.openxmlformats.org/drawingml/2006/main" w="2684">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5FAB64B1-C29F-474C-8C78-C80E8414CDA0}"/>
              </a:ext>
            </a:extLst>
          </p:cNvPr>
          <p:cNvSpPr>
            <a:spLocks xmlns:a="http://schemas.openxmlformats.org/drawingml/2006/main" noGrp="1"/>
          </p:cNvSpPr>
          <p:nvPr/>
        </p:nvSpPr>
        <p:spPr>
          <a:xfrm xmlns:a="http://schemas.openxmlformats.org/drawingml/2006/main">
            <a:off x="664034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D0CD"/>
          </a:solidFill>
          <a:ln xmlns:a="http://schemas.openxmlformats.org/drawingml/2006/main" w="2684">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9EAD1B59-85CD-4DE3-836E-EB4C5C691614}"/>
              </a:ext>
            </a:extLst>
          </p:cNvPr>
          <p:cNvSpPr>
            <a:spLocks xmlns:a="http://schemas.openxmlformats.org/drawingml/2006/main" noGrp="1"/>
          </p:cNvSpPr>
          <p:nvPr/>
        </p:nvSpPr>
        <p:spPr>
          <a:xfrm xmlns:a="http://schemas.openxmlformats.org/drawingml/2006/main">
            <a:off x="664034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6C3"/>
          </a:solidFill>
          <a:ln xmlns:a="http://schemas.openxmlformats.org/drawingml/2006/main" w="2684">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4C3BFF8E-FCFB-492E-A1A8-A4EAE714F655}"/>
              </a:ext>
            </a:extLst>
          </p:cNvPr>
          <p:cNvSpPr>
            <a:spLocks xmlns:a="http://schemas.openxmlformats.org/drawingml/2006/main" noGrp="1"/>
          </p:cNvSpPr>
          <p:nvPr/>
        </p:nvSpPr>
        <p:spPr>
          <a:xfrm xmlns:a="http://schemas.openxmlformats.org/drawingml/2006/main">
            <a:off x="664034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7D5"/>
          </a:solidFill>
          <a:ln xmlns:a="http://schemas.openxmlformats.org/drawingml/2006/main" w="2684">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0833A08E-34DD-424B-965C-49A9A231320F}"/>
              </a:ext>
            </a:extLst>
          </p:cNvPr>
          <p:cNvSpPr>
            <a:spLocks xmlns:a="http://schemas.openxmlformats.org/drawingml/2006/main" noGrp="1"/>
          </p:cNvSpPr>
          <p:nvPr/>
        </p:nvSpPr>
        <p:spPr>
          <a:xfrm xmlns:a="http://schemas.openxmlformats.org/drawingml/2006/main">
            <a:off x="6640342"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DCBC9"/>
          </a:solidFill>
          <a:ln xmlns:a="http://schemas.openxmlformats.org/drawingml/2006/main" w="2684">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F25F972C-A0EC-4F2B-A49A-C1EB956CFCFB}"/>
              </a:ext>
            </a:extLst>
          </p:cNvPr>
          <p:cNvSpPr>
            <a:spLocks xmlns:a="http://schemas.openxmlformats.org/drawingml/2006/main" noGrp="1"/>
          </p:cNvSpPr>
          <p:nvPr/>
        </p:nvSpPr>
        <p:spPr>
          <a:xfrm xmlns:a="http://schemas.openxmlformats.org/drawingml/2006/main">
            <a:off x="6640342"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7E7E6"/>
          </a:solidFill>
          <a:ln xmlns:a="http://schemas.openxmlformats.org/drawingml/2006/main" w="2684">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D870EBCC-2884-45B0-9951-A2CDEB2737CA}"/>
              </a:ext>
            </a:extLst>
          </p:cNvPr>
          <p:cNvSpPr>
            <a:spLocks xmlns:a="http://schemas.openxmlformats.org/drawingml/2006/main" noGrp="1"/>
          </p:cNvSpPr>
          <p:nvPr/>
        </p:nvSpPr>
        <p:spPr>
          <a:xfrm xmlns:a="http://schemas.openxmlformats.org/drawingml/2006/main">
            <a:off x="6640342"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CF6F5"/>
          </a:solidFill>
          <a:ln xmlns:a="http://schemas.openxmlformats.org/drawingml/2006/main" w="2684">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A03F14D3-3BDC-42C8-8C6E-BCB8C84602BE}"/>
              </a:ext>
            </a:extLst>
          </p:cNvPr>
          <p:cNvSpPr>
            <a:spLocks xmlns:a="http://schemas.openxmlformats.org/drawingml/2006/main" noGrp="1"/>
          </p:cNvSpPr>
          <p:nvPr/>
        </p:nvSpPr>
        <p:spPr>
          <a:xfrm xmlns:a="http://schemas.openxmlformats.org/drawingml/2006/main">
            <a:off x="6640342"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DBA"/>
          </a:solidFill>
          <a:ln xmlns:a="http://schemas.openxmlformats.org/drawingml/2006/main" w="2684">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B8D74D6C-7C44-4F55-B725-CC6D23A0F346}"/>
              </a:ext>
            </a:extLst>
          </p:cNvPr>
          <p:cNvSpPr>
            <a:spLocks xmlns:a="http://schemas.openxmlformats.org/drawingml/2006/main" noGrp="1"/>
          </p:cNvSpPr>
          <p:nvPr/>
        </p:nvSpPr>
        <p:spPr>
          <a:xfrm xmlns:a="http://schemas.openxmlformats.org/drawingml/2006/main">
            <a:off x="670123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E2E1"/>
          </a:solidFill>
          <a:ln xmlns:a="http://schemas.openxmlformats.org/drawingml/2006/main" w="2684">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5B66B1C1-B6E5-42A3-9A43-8EA5B1810E7A}"/>
              </a:ext>
            </a:extLst>
          </p:cNvPr>
          <p:cNvSpPr>
            <a:spLocks xmlns:a="http://schemas.openxmlformats.org/drawingml/2006/main" noGrp="1"/>
          </p:cNvSpPr>
          <p:nvPr/>
        </p:nvSpPr>
        <p:spPr>
          <a:xfrm xmlns:a="http://schemas.openxmlformats.org/drawingml/2006/main">
            <a:off x="670123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8E9E8"/>
          </a:solidFill>
          <a:ln xmlns:a="http://schemas.openxmlformats.org/drawingml/2006/main" w="2684">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96B3DE71-5AA5-4434-9A3E-1B504292F6B9}"/>
              </a:ext>
            </a:extLst>
          </p:cNvPr>
          <p:cNvSpPr>
            <a:spLocks xmlns:a="http://schemas.openxmlformats.org/drawingml/2006/main" noGrp="1"/>
          </p:cNvSpPr>
          <p:nvPr/>
        </p:nvSpPr>
        <p:spPr>
          <a:xfrm xmlns:a="http://schemas.openxmlformats.org/drawingml/2006/main">
            <a:off x="670123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CC7C4"/>
          </a:solidFill>
          <a:ln xmlns:a="http://schemas.openxmlformats.org/drawingml/2006/main" w="2684">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94C5438A-23E9-4F70-B682-C4AB3D2E6496}"/>
              </a:ext>
            </a:extLst>
          </p:cNvPr>
          <p:cNvSpPr>
            <a:spLocks xmlns:a="http://schemas.openxmlformats.org/drawingml/2006/main" noGrp="1"/>
          </p:cNvSpPr>
          <p:nvPr/>
        </p:nvSpPr>
        <p:spPr>
          <a:xfrm xmlns:a="http://schemas.openxmlformats.org/drawingml/2006/main">
            <a:off x="670123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1A8A3"/>
          </a:solidFill>
          <a:ln xmlns:a="http://schemas.openxmlformats.org/drawingml/2006/main" w="2684">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853BC053-F2AD-4BAF-B281-FFC374350F94}"/>
              </a:ext>
            </a:extLst>
          </p:cNvPr>
          <p:cNvSpPr>
            <a:spLocks xmlns:a="http://schemas.openxmlformats.org/drawingml/2006/main" noGrp="1"/>
          </p:cNvSpPr>
          <p:nvPr/>
        </p:nvSpPr>
        <p:spPr>
          <a:xfrm xmlns:a="http://schemas.openxmlformats.org/drawingml/2006/main">
            <a:off x="6701234"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EBB"/>
          </a:solidFill>
          <a:ln xmlns:a="http://schemas.openxmlformats.org/drawingml/2006/main" w="2684">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68632F56-C6B4-41B0-B2E6-F264CA61AF4D}"/>
              </a:ext>
            </a:extLst>
          </p:cNvPr>
          <p:cNvSpPr>
            <a:spLocks xmlns:a="http://schemas.openxmlformats.org/drawingml/2006/main" noGrp="1"/>
          </p:cNvSpPr>
          <p:nvPr/>
        </p:nvSpPr>
        <p:spPr>
          <a:xfrm xmlns:a="http://schemas.openxmlformats.org/drawingml/2006/main">
            <a:off x="670123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4DFDD"/>
          </a:solidFill>
          <a:ln xmlns:a="http://schemas.openxmlformats.org/drawingml/2006/main" w="2684">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4DE51D33-DCC5-4247-BDC2-C1C86A609D9F}"/>
              </a:ext>
            </a:extLst>
          </p:cNvPr>
          <p:cNvSpPr>
            <a:spLocks xmlns:a="http://schemas.openxmlformats.org/drawingml/2006/main" noGrp="1"/>
          </p:cNvSpPr>
          <p:nvPr/>
        </p:nvSpPr>
        <p:spPr>
          <a:xfrm xmlns:a="http://schemas.openxmlformats.org/drawingml/2006/main">
            <a:off x="6701234"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AD9"/>
          </a:solidFill>
          <a:ln xmlns:a="http://schemas.openxmlformats.org/drawingml/2006/main" w="2684">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A0ACF2F3-F0D4-4F20-9E51-108B37188206}"/>
              </a:ext>
            </a:extLst>
          </p:cNvPr>
          <p:cNvSpPr>
            <a:spLocks xmlns:a="http://schemas.openxmlformats.org/drawingml/2006/main" noGrp="1"/>
          </p:cNvSpPr>
          <p:nvPr/>
        </p:nvSpPr>
        <p:spPr>
          <a:xfrm xmlns:a="http://schemas.openxmlformats.org/drawingml/2006/main">
            <a:off x="6701234"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4AEAA"/>
          </a:solidFill>
          <a:ln xmlns:a="http://schemas.openxmlformats.org/drawingml/2006/main" w="2684">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E9EB61B2-9F04-40EE-B1B9-85DA28624434}"/>
              </a:ext>
            </a:extLst>
          </p:cNvPr>
          <p:cNvSpPr>
            <a:spLocks xmlns:a="http://schemas.openxmlformats.org/drawingml/2006/main" noGrp="1"/>
          </p:cNvSpPr>
          <p:nvPr/>
        </p:nvSpPr>
        <p:spPr>
          <a:xfrm xmlns:a="http://schemas.openxmlformats.org/drawingml/2006/main">
            <a:off x="6701234"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0D3D1"/>
          </a:solidFill>
          <a:ln xmlns:a="http://schemas.openxmlformats.org/drawingml/2006/main" w="2684">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5C043ECB-6F13-4FE9-A61F-405A23DF4503}"/>
              </a:ext>
            </a:extLst>
          </p:cNvPr>
          <p:cNvSpPr>
            <a:spLocks xmlns:a="http://schemas.openxmlformats.org/drawingml/2006/main" noGrp="1"/>
          </p:cNvSpPr>
          <p:nvPr/>
        </p:nvSpPr>
        <p:spPr>
          <a:xfrm xmlns:a="http://schemas.openxmlformats.org/drawingml/2006/main">
            <a:off x="6762126"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DBA"/>
          </a:solidFill>
          <a:ln xmlns:a="http://schemas.openxmlformats.org/drawingml/2006/main" w="2684">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05E79F3F-8C4B-4EA1-B982-238BB03A2103}"/>
              </a:ext>
            </a:extLst>
          </p:cNvPr>
          <p:cNvSpPr>
            <a:spLocks xmlns:a="http://schemas.openxmlformats.org/drawingml/2006/main" noGrp="1"/>
          </p:cNvSpPr>
          <p:nvPr/>
        </p:nvSpPr>
        <p:spPr>
          <a:xfrm xmlns:a="http://schemas.openxmlformats.org/drawingml/2006/main">
            <a:off x="6762126"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CDCA"/>
          </a:solidFill>
          <a:ln xmlns:a="http://schemas.openxmlformats.org/drawingml/2006/main" w="2684">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0C24817E-0667-46C7-A828-9457EEDA0984}"/>
              </a:ext>
            </a:extLst>
          </p:cNvPr>
          <p:cNvSpPr>
            <a:spLocks xmlns:a="http://schemas.openxmlformats.org/drawingml/2006/main" noGrp="1"/>
          </p:cNvSpPr>
          <p:nvPr/>
        </p:nvSpPr>
        <p:spPr>
          <a:xfrm xmlns:a="http://schemas.openxmlformats.org/drawingml/2006/main">
            <a:off x="676212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1A6A2"/>
          </a:solidFill>
          <a:ln xmlns:a="http://schemas.openxmlformats.org/drawingml/2006/main" w="2684">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3FD48028-4FF1-46B8-B910-CE06B5C1E0D5}"/>
              </a:ext>
            </a:extLst>
          </p:cNvPr>
          <p:cNvSpPr>
            <a:spLocks xmlns:a="http://schemas.openxmlformats.org/drawingml/2006/main" noGrp="1"/>
          </p:cNvSpPr>
          <p:nvPr/>
        </p:nvSpPr>
        <p:spPr>
          <a:xfrm xmlns:a="http://schemas.openxmlformats.org/drawingml/2006/main">
            <a:off x="6762126"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7B9B6"/>
          </a:solidFill>
          <a:ln xmlns:a="http://schemas.openxmlformats.org/drawingml/2006/main" w="2684">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32162A57-C009-4B5C-99B9-56720F6AF636}"/>
              </a:ext>
            </a:extLst>
          </p:cNvPr>
          <p:cNvSpPr>
            <a:spLocks xmlns:a="http://schemas.openxmlformats.org/drawingml/2006/main" noGrp="1"/>
          </p:cNvSpPr>
          <p:nvPr/>
        </p:nvSpPr>
        <p:spPr>
          <a:xfrm xmlns:a="http://schemas.openxmlformats.org/drawingml/2006/main">
            <a:off x="6762126"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1AE"/>
          </a:solidFill>
          <a:ln xmlns:a="http://schemas.openxmlformats.org/drawingml/2006/main" w="2684">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57C811A3-2C31-4D16-AA72-AD9A66FDDF39}"/>
              </a:ext>
            </a:extLst>
          </p:cNvPr>
          <p:cNvSpPr>
            <a:spLocks xmlns:a="http://schemas.openxmlformats.org/drawingml/2006/main" noGrp="1"/>
          </p:cNvSpPr>
          <p:nvPr/>
        </p:nvSpPr>
        <p:spPr>
          <a:xfrm xmlns:a="http://schemas.openxmlformats.org/drawingml/2006/main">
            <a:off x="6762126"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FD0CE"/>
          </a:solidFill>
          <a:ln xmlns:a="http://schemas.openxmlformats.org/drawingml/2006/main" w="2684">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84BC7515-42EC-4E7A-BC1E-0C820CDA39C4}"/>
              </a:ext>
            </a:extLst>
          </p:cNvPr>
          <p:cNvSpPr>
            <a:spLocks xmlns:a="http://schemas.openxmlformats.org/drawingml/2006/main" noGrp="1"/>
          </p:cNvSpPr>
          <p:nvPr/>
        </p:nvSpPr>
        <p:spPr>
          <a:xfrm xmlns:a="http://schemas.openxmlformats.org/drawingml/2006/main">
            <a:off x="6762126"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1D6D4"/>
          </a:solidFill>
          <a:ln xmlns:a="http://schemas.openxmlformats.org/drawingml/2006/main" w="2684">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FB91CB0B-D265-4EC9-B997-1796F2BC9E4F}"/>
              </a:ext>
            </a:extLst>
          </p:cNvPr>
          <p:cNvSpPr>
            <a:spLocks xmlns:a="http://schemas.openxmlformats.org/drawingml/2006/main" noGrp="1"/>
          </p:cNvSpPr>
          <p:nvPr/>
        </p:nvSpPr>
        <p:spPr>
          <a:xfrm xmlns:a="http://schemas.openxmlformats.org/drawingml/2006/main">
            <a:off x="6762126"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CCC9"/>
          </a:solidFill>
          <a:ln xmlns:a="http://schemas.openxmlformats.org/drawingml/2006/main" w="2684">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062969EC-8337-47EA-8798-B9F8262F7559}"/>
              </a:ext>
            </a:extLst>
          </p:cNvPr>
          <p:cNvSpPr>
            <a:spLocks xmlns:a="http://schemas.openxmlformats.org/drawingml/2006/main" noGrp="1"/>
          </p:cNvSpPr>
          <p:nvPr/>
        </p:nvSpPr>
        <p:spPr>
          <a:xfrm xmlns:a="http://schemas.openxmlformats.org/drawingml/2006/main">
            <a:off x="682301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BDBA"/>
          </a:solidFill>
          <a:ln xmlns:a="http://schemas.openxmlformats.org/drawingml/2006/main" w="2684">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2BEAEDBE-AC04-4075-85EF-B5F75C55CE49}"/>
              </a:ext>
            </a:extLst>
          </p:cNvPr>
          <p:cNvSpPr>
            <a:spLocks xmlns:a="http://schemas.openxmlformats.org/drawingml/2006/main" noGrp="1"/>
          </p:cNvSpPr>
          <p:nvPr/>
        </p:nvSpPr>
        <p:spPr>
          <a:xfrm xmlns:a="http://schemas.openxmlformats.org/drawingml/2006/main">
            <a:off x="682301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ECCCA"/>
          </a:solidFill>
          <a:ln xmlns:a="http://schemas.openxmlformats.org/drawingml/2006/main" w="2684">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42E670CB-4851-4E6C-B523-5EAAA0E3847A}"/>
              </a:ext>
            </a:extLst>
          </p:cNvPr>
          <p:cNvSpPr>
            <a:spLocks xmlns:a="http://schemas.openxmlformats.org/drawingml/2006/main" noGrp="1"/>
          </p:cNvSpPr>
          <p:nvPr/>
        </p:nvSpPr>
        <p:spPr>
          <a:xfrm xmlns:a="http://schemas.openxmlformats.org/drawingml/2006/main">
            <a:off x="682301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C0BC"/>
          </a:solidFill>
          <a:ln xmlns:a="http://schemas.openxmlformats.org/drawingml/2006/main" w="2684">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57F46484-57FA-4E2E-9AE5-E899701B2254}"/>
              </a:ext>
            </a:extLst>
          </p:cNvPr>
          <p:cNvSpPr>
            <a:spLocks xmlns:a="http://schemas.openxmlformats.org/drawingml/2006/main" noGrp="1"/>
          </p:cNvSpPr>
          <p:nvPr/>
        </p:nvSpPr>
        <p:spPr>
          <a:xfrm xmlns:a="http://schemas.openxmlformats.org/drawingml/2006/main">
            <a:off x="682301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2AE"/>
          </a:solidFill>
          <a:ln xmlns:a="http://schemas.openxmlformats.org/drawingml/2006/main" w="2684">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CED96C19-48D8-432E-BAF9-F8EFF71E6DA7}"/>
              </a:ext>
            </a:extLst>
          </p:cNvPr>
          <p:cNvSpPr>
            <a:spLocks xmlns:a="http://schemas.openxmlformats.org/drawingml/2006/main" noGrp="1"/>
          </p:cNvSpPr>
          <p:nvPr/>
        </p:nvSpPr>
        <p:spPr>
          <a:xfrm xmlns:a="http://schemas.openxmlformats.org/drawingml/2006/main">
            <a:off x="682301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5B1AE"/>
          </a:solidFill>
          <a:ln xmlns:a="http://schemas.openxmlformats.org/drawingml/2006/main" w="2684">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8E805459-2F7C-4233-BF59-19771A84C12A}"/>
              </a:ext>
            </a:extLst>
          </p:cNvPr>
          <p:cNvSpPr>
            <a:spLocks xmlns:a="http://schemas.openxmlformats.org/drawingml/2006/main" noGrp="1"/>
          </p:cNvSpPr>
          <p:nvPr/>
        </p:nvSpPr>
        <p:spPr>
          <a:xfrm xmlns:a="http://schemas.openxmlformats.org/drawingml/2006/main">
            <a:off x="682301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6B4B1"/>
          </a:solidFill>
          <a:ln xmlns:a="http://schemas.openxmlformats.org/drawingml/2006/main" w="2684">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1629376F-B8B2-429A-B6F3-01427C783A8A}"/>
              </a:ext>
            </a:extLst>
          </p:cNvPr>
          <p:cNvSpPr>
            <a:spLocks xmlns:a="http://schemas.openxmlformats.org/drawingml/2006/main" noGrp="1"/>
          </p:cNvSpPr>
          <p:nvPr/>
        </p:nvSpPr>
        <p:spPr>
          <a:xfrm xmlns:a="http://schemas.openxmlformats.org/drawingml/2006/main">
            <a:off x="688390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4DFDE"/>
          </a:solidFill>
          <a:ln xmlns:a="http://schemas.openxmlformats.org/drawingml/2006/main" w="2684">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3C82C9B9-E19C-4130-BDED-E4DEB648B7AD}"/>
              </a:ext>
            </a:extLst>
          </p:cNvPr>
          <p:cNvSpPr>
            <a:spLocks xmlns:a="http://schemas.openxmlformats.org/drawingml/2006/main" noGrp="1"/>
          </p:cNvSpPr>
          <p:nvPr/>
        </p:nvSpPr>
        <p:spPr>
          <a:xfrm xmlns:a="http://schemas.openxmlformats.org/drawingml/2006/main">
            <a:off x="6883909"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527BB9"/>
          </a:solidFill>
          <a:ln xmlns:a="http://schemas.openxmlformats.org/drawingml/2006/main" w="2684">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A61EC027-EE0B-427E-8A83-B5DCAA0E1E1E}"/>
              </a:ext>
            </a:extLst>
          </p:cNvPr>
          <p:cNvSpPr>
            <a:spLocks xmlns:a="http://schemas.openxmlformats.org/drawingml/2006/main" noGrp="1"/>
          </p:cNvSpPr>
          <p:nvPr/>
        </p:nvSpPr>
        <p:spPr>
          <a:xfrm xmlns:a="http://schemas.openxmlformats.org/drawingml/2006/main">
            <a:off x="688390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CF5F4"/>
          </a:solidFill>
          <a:ln xmlns:a="http://schemas.openxmlformats.org/drawingml/2006/main" w="2684">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B5A92A88-70B1-43CC-B7B7-B40E1A3183F6}"/>
              </a:ext>
            </a:extLst>
          </p:cNvPr>
          <p:cNvSpPr>
            <a:spLocks xmlns:a="http://schemas.openxmlformats.org/drawingml/2006/main" noGrp="1"/>
          </p:cNvSpPr>
          <p:nvPr/>
        </p:nvSpPr>
        <p:spPr>
          <a:xfrm xmlns:a="http://schemas.openxmlformats.org/drawingml/2006/main">
            <a:off x="688390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AF1F0"/>
          </a:solidFill>
          <a:ln xmlns:a="http://schemas.openxmlformats.org/drawingml/2006/main" w="2684">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079801C1-45DB-4932-B503-E603B43832BB}"/>
              </a:ext>
            </a:extLst>
          </p:cNvPr>
          <p:cNvSpPr>
            <a:spLocks xmlns:a="http://schemas.openxmlformats.org/drawingml/2006/main" noGrp="1"/>
          </p:cNvSpPr>
          <p:nvPr/>
        </p:nvSpPr>
        <p:spPr>
          <a:xfrm xmlns:a="http://schemas.openxmlformats.org/drawingml/2006/main">
            <a:off x="688390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A908B"/>
          </a:solidFill>
          <a:ln xmlns:a="http://schemas.openxmlformats.org/drawingml/2006/main" w="2684">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F0E8EB10-1373-4590-A158-1C5487031C0C}"/>
              </a:ext>
            </a:extLst>
          </p:cNvPr>
          <p:cNvSpPr>
            <a:spLocks xmlns:a="http://schemas.openxmlformats.org/drawingml/2006/main" noGrp="1"/>
          </p:cNvSpPr>
          <p:nvPr/>
        </p:nvSpPr>
        <p:spPr>
          <a:xfrm xmlns:a="http://schemas.openxmlformats.org/drawingml/2006/main">
            <a:off x="688390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AC2BF"/>
          </a:solidFill>
          <a:ln xmlns:a="http://schemas.openxmlformats.org/drawingml/2006/main" w="2684">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01C21114-27C5-4BFB-A4B3-BC57186817E8}"/>
              </a:ext>
            </a:extLst>
          </p:cNvPr>
          <p:cNvSpPr>
            <a:spLocks xmlns:a="http://schemas.openxmlformats.org/drawingml/2006/main" noGrp="1"/>
          </p:cNvSpPr>
          <p:nvPr/>
        </p:nvSpPr>
        <p:spPr>
          <a:xfrm xmlns:a="http://schemas.openxmlformats.org/drawingml/2006/main">
            <a:off x="688390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EFBFB"/>
          </a:solidFill>
          <a:ln xmlns:a="http://schemas.openxmlformats.org/drawingml/2006/main" w="2684">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B0160B96-DCD9-4BEE-91DA-2CCE4F4D2AEA}"/>
              </a:ext>
            </a:extLst>
          </p:cNvPr>
          <p:cNvSpPr>
            <a:spLocks xmlns:a="http://schemas.openxmlformats.org/drawingml/2006/main" noGrp="1"/>
          </p:cNvSpPr>
          <p:nvPr/>
        </p:nvSpPr>
        <p:spPr>
          <a:xfrm xmlns:a="http://schemas.openxmlformats.org/drawingml/2006/main">
            <a:off x="6944801"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9EEF6"/>
          </a:solidFill>
          <a:ln xmlns:a="http://schemas.openxmlformats.org/drawingml/2006/main" w="2684">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5977F9F7-7377-4DA6-A085-3CAAFB9E0748}"/>
              </a:ext>
            </a:extLst>
          </p:cNvPr>
          <p:cNvSpPr>
            <a:spLocks xmlns:a="http://schemas.openxmlformats.org/drawingml/2006/main" noGrp="1"/>
          </p:cNvSpPr>
          <p:nvPr/>
        </p:nvSpPr>
        <p:spPr>
          <a:xfrm xmlns:a="http://schemas.openxmlformats.org/drawingml/2006/main">
            <a:off x="694480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EFCFB"/>
          </a:solidFill>
          <a:ln xmlns:a="http://schemas.openxmlformats.org/drawingml/2006/main" w="2684">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37A7A536-3B79-4303-A2EB-F817BF1A08D2}"/>
              </a:ext>
            </a:extLst>
          </p:cNvPr>
          <p:cNvSpPr>
            <a:spLocks xmlns:a="http://schemas.openxmlformats.org/drawingml/2006/main" noGrp="1"/>
          </p:cNvSpPr>
          <p:nvPr/>
        </p:nvSpPr>
        <p:spPr>
          <a:xfrm xmlns:a="http://schemas.openxmlformats.org/drawingml/2006/main">
            <a:off x="6944801"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5E2E1"/>
          </a:solidFill>
          <a:ln xmlns:a="http://schemas.openxmlformats.org/drawingml/2006/main" w="2684">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D2B99189-1407-4BA0-8A1B-472ED875BFFA}"/>
              </a:ext>
            </a:extLst>
          </p:cNvPr>
          <p:cNvSpPr>
            <a:spLocks xmlns:a="http://schemas.openxmlformats.org/drawingml/2006/main" noGrp="1"/>
          </p:cNvSpPr>
          <p:nvPr/>
        </p:nvSpPr>
        <p:spPr>
          <a:xfrm xmlns:a="http://schemas.openxmlformats.org/drawingml/2006/main">
            <a:off x="694480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3ACA8"/>
          </a:solidFill>
          <a:ln xmlns:a="http://schemas.openxmlformats.org/drawingml/2006/main" w="2684">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CF0F07B9-2223-4769-B371-33C93A86693F}"/>
              </a:ext>
            </a:extLst>
          </p:cNvPr>
          <p:cNvSpPr>
            <a:spLocks xmlns:a="http://schemas.openxmlformats.org/drawingml/2006/main" noGrp="1"/>
          </p:cNvSpPr>
          <p:nvPr/>
        </p:nvSpPr>
        <p:spPr>
          <a:xfrm xmlns:a="http://schemas.openxmlformats.org/drawingml/2006/main">
            <a:off x="694480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DD9A95"/>
          </a:solidFill>
          <a:ln xmlns:a="http://schemas.openxmlformats.org/drawingml/2006/main" w="2684">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2280024D-31C6-422D-BC7D-D8FEEB05495B}"/>
              </a:ext>
            </a:extLst>
          </p:cNvPr>
          <p:cNvSpPr>
            <a:spLocks xmlns:a="http://schemas.openxmlformats.org/drawingml/2006/main" noGrp="1"/>
          </p:cNvSpPr>
          <p:nvPr/>
        </p:nvSpPr>
        <p:spPr>
          <a:xfrm xmlns:a="http://schemas.openxmlformats.org/drawingml/2006/main">
            <a:off x="7005693"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4D2E7"/>
          </a:solidFill>
          <a:ln xmlns:a="http://schemas.openxmlformats.org/drawingml/2006/main" w="2684">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0D51D7BC-C98E-4694-91D3-A238B47185FB}"/>
              </a:ext>
            </a:extLst>
          </p:cNvPr>
          <p:cNvSpPr>
            <a:spLocks xmlns:a="http://schemas.openxmlformats.org/drawingml/2006/main" noGrp="1"/>
          </p:cNvSpPr>
          <p:nvPr/>
        </p:nvSpPr>
        <p:spPr>
          <a:xfrm xmlns:a="http://schemas.openxmlformats.org/drawingml/2006/main">
            <a:off x="7005693"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BF4F4"/>
          </a:solidFill>
          <a:ln xmlns:a="http://schemas.openxmlformats.org/drawingml/2006/main" w="2684">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30538443-C8B1-49AC-AFA3-56EAAEB79BAE}"/>
              </a:ext>
            </a:extLst>
          </p:cNvPr>
          <p:cNvSpPr>
            <a:spLocks xmlns:a="http://schemas.openxmlformats.org/drawingml/2006/main" noGrp="1"/>
          </p:cNvSpPr>
          <p:nvPr/>
        </p:nvSpPr>
        <p:spPr>
          <a:xfrm xmlns:a="http://schemas.openxmlformats.org/drawingml/2006/main">
            <a:off x="7005693"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D9D7"/>
          </a:solidFill>
          <a:ln xmlns:a="http://schemas.openxmlformats.org/drawingml/2006/main" w="2684">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29A850DE-36EE-45EC-AF31-C9E17DB375AB}"/>
              </a:ext>
            </a:extLst>
          </p:cNvPr>
          <p:cNvSpPr>
            <a:spLocks xmlns:a="http://schemas.openxmlformats.org/drawingml/2006/main" noGrp="1"/>
          </p:cNvSpPr>
          <p:nvPr/>
        </p:nvSpPr>
        <p:spPr>
          <a:xfrm xmlns:a="http://schemas.openxmlformats.org/drawingml/2006/main">
            <a:off x="7005693"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3DCDA"/>
          </a:solidFill>
          <a:ln xmlns:a="http://schemas.openxmlformats.org/drawingml/2006/main" w="2684">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E76E4D71-4B7D-43C7-BA4B-D5E76F0F6096}"/>
              </a:ext>
            </a:extLst>
          </p:cNvPr>
          <p:cNvSpPr>
            <a:spLocks xmlns:a="http://schemas.openxmlformats.org/drawingml/2006/main" noGrp="1"/>
          </p:cNvSpPr>
          <p:nvPr/>
        </p:nvSpPr>
        <p:spPr>
          <a:xfrm xmlns:a="http://schemas.openxmlformats.org/drawingml/2006/main">
            <a:off x="7005693"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E8BBB8"/>
          </a:solidFill>
          <a:ln xmlns:a="http://schemas.openxmlformats.org/drawingml/2006/main" w="2684">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651AA423-BECB-4E8E-AF0F-4DB9F4204223}"/>
              </a:ext>
            </a:extLst>
          </p:cNvPr>
          <p:cNvSpPr>
            <a:spLocks xmlns:a="http://schemas.openxmlformats.org/drawingml/2006/main" noGrp="1"/>
          </p:cNvSpPr>
          <p:nvPr/>
        </p:nvSpPr>
        <p:spPr>
          <a:xfrm xmlns:a="http://schemas.openxmlformats.org/drawingml/2006/main">
            <a:off x="7005693"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AF1F0"/>
          </a:solidFill>
          <a:ln xmlns:a="http://schemas.openxmlformats.org/drawingml/2006/main" w="2684">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2D1951D6-F378-4AB8-B52B-E228BBE07E7F}"/>
              </a:ext>
            </a:extLst>
          </p:cNvPr>
          <p:cNvSpPr>
            <a:spLocks xmlns:a="http://schemas.openxmlformats.org/drawingml/2006/main" noGrp="1"/>
          </p:cNvSpPr>
          <p:nvPr/>
        </p:nvSpPr>
        <p:spPr>
          <a:xfrm xmlns:a="http://schemas.openxmlformats.org/drawingml/2006/main">
            <a:off x="7066585"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A2B8DA"/>
          </a:solidFill>
          <a:ln xmlns:a="http://schemas.openxmlformats.org/drawingml/2006/main" w="2684">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B79C7E90-DD07-4349-8FC1-61630A9058A4}"/>
              </a:ext>
            </a:extLst>
          </p:cNvPr>
          <p:cNvSpPr>
            <a:spLocks xmlns:a="http://schemas.openxmlformats.org/drawingml/2006/main" noGrp="1"/>
          </p:cNvSpPr>
          <p:nvPr/>
        </p:nvSpPr>
        <p:spPr>
          <a:xfrm xmlns:a="http://schemas.openxmlformats.org/drawingml/2006/main">
            <a:off x="7066585"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B5C7E1"/>
          </a:solidFill>
          <a:ln xmlns:a="http://schemas.openxmlformats.org/drawingml/2006/main" w="2684">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BD9FDE74-BC13-479F-8782-F1903DEB29EB}"/>
              </a:ext>
            </a:extLst>
          </p:cNvPr>
          <p:cNvSpPr>
            <a:spLocks xmlns:a="http://schemas.openxmlformats.org/drawingml/2006/main" noGrp="1"/>
          </p:cNvSpPr>
          <p:nvPr/>
        </p:nvSpPr>
        <p:spPr>
          <a:xfrm xmlns:a="http://schemas.openxmlformats.org/drawingml/2006/main">
            <a:off x="712747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CC6861"/>
          </a:solidFill>
          <a:ln xmlns:a="http://schemas.openxmlformats.org/drawingml/2006/main" w="2684">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369B0A64-02BE-421B-9838-EB9A0791E8F1}"/>
              </a:ext>
            </a:extLst>
          </p:cNvPr>
          <p:cNvSpPr>
            <a:spLocks xmlns:a="http://schemas.openxmlformats.org/drawingml/2006/main" noGrp="1"/>
          </p:cNvSpPr>
          <p:nvPr/>
        </p:nvSpPr>
        <p:spPr>
          <a:xfrm xmlns:a="http://schemas.openxmlformats.org/drawingml/2006/main">
            <a:off x="4509126"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86916123-4D08-4358-A1C7-FD510FB8ABD2}"/>
              </a:ext>
            </a:extLst>
          </p:cNvPr>
          <p:cNvSpPr>
            <a:spLocks xmlns:a="http://schemas.openxmlformats.org/drawingml/2006/main" noGrp="1"/>
          </p:cNvSpPr>
          <p:nvPr/>
        </p:nvSpPr>
        <p:spPr>
          <a:xfrm xmlns:a="http://schemas.openxmlformats.org/drawingml/2006/main">
            <a:off x="4509126"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245E0506-83BC-4268-A3A6-F6062810DF06}"/>
              </a:ext>
            </a:extLst>
          </p:cNvPr>
          <p:cNvSpPr>
            <a:spLocks xmlns:a="http://schemas.openxmlformats.org/drawingml/2006/main" noGrp="1"/>
          </p:cNvSpPr>
          <p:nvPr/>
        </p:nvSpPr>
        <p:spPr>
          <a:xfrm xmlns:a="http://schemas.openxmlformats.org/drawingml/2006/main">
            <a:off x="4509126"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D1586C35-93B8-41CF-B622-029FC965EAE3}"/>
              </a:ext>
            </a:extLst>
          </p:cNvPr>
          <p:cNvSpPr>
            <a:spLocks xmlns:a="http://schemas.openxmlformats.org/drawingml/2006/main" noGrp="1"/>
          </p:cNvSpPr>
          <p:nvPr/>
        </p:nvSpPr>
        <p:spPr>
          <a:xfrm xmlns:a="http://schemas.openxmlformats.org/drawingml/2006/main">
            <a:off x="4509126"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994B8382-FD37-4AC3-8915-F15527DF11AE}"/>
              </a:ext>
            </a:extLst>
          </p:cNvPr>
          <p:cNvSpPr>
            <a:spLocks xmlns:a="http://schemas.openxmlformats.org/drawingml/2006/main" noGrp="1"/>
          </p:cNvSpPr>
          <p:nvPr/>
        </p:nvSpPr>
        <p:spPr>
          <a:xfrm xmlns:a="http://schemas.openxmlformats.org/drawingml/2006/main">
            <a:off x="4509126"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142FC225-7CE1-4A22-B377-DA7D0384FCA7}"/>
              </a:ext>
            </a:extLst>
          </p:cNvPr>
          <p:cNvSpPr>
            <a:spLocks xmlns:a="http://schemas.openxmlformats.org/drawingml/2006/main" noGrp="1"/>
          </p:cNvSpPr>
          <p:nvPr/>
        </p:nvSpPr>
        <p:spPr>
          <a:xfrm xmlns:a="http://schemas.openxmlformats.org/drawingml/2006/main">
            <a:off x="450912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EF390662-377F-4E45-8CF0-26C5DB6AAA2D}"/>
              </a:ext>
            </a:extLst>
          </p:cNvPr>
          <p:cNvSpPr>
            <a:spLocks xmlns:a="http://schemas.openxmlformats.org/drawingml/2006/main" noGrp="1"/>
          </p:cNvSpPr>
          <p:nvPr/>
        </p:nvSpPr>
        <p:spPr>
          <a:xfrm xmlns:a="http://schemas.openxmlformats.org/drawingml/2006/main">
            <a:off x="450912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B1061176-6563-4F5E-97B5-56FF37666A2F}"/>
              </a:ext>
            </a:extLst>
          </p:cNvPr>
          <p:cNvSpPr>
            <a:spLocks xmlns:a="http://schemas.openxmlformats.org/drawingml/2006/main" noGrp="1"/>
          </p:cNvSpPr>
          <p:nvPr/>
        </p:nvSpPr>
        <p:spPr>
          <a:xfrm xmlns:a="http://schemas.openxmlformats.org/drawingml/2006/main">
            <a:off x="4570018"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5D012642-221F-4420-98B0-025DC87E8272}"/>
              </a:ext>
            </a:extLst>
          </p:cNvPr>
          <p:cNvSpPr>
            <a:spLocks xmlns:a="http://schemas.openxmlformats.org/drawingml/2006/main" noGrp="1"/>
          </p:cNvSpPr>
          <p:nvPr/>
        </p:nvSpPr>
        <p:spPr>
          <a:xfrm xmlns:a="http://schemas.openxmlformats.org/drawingml/2006/main">
            <a:off x="4570018"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9B87E8AE-2778-439B-813B-46E344A1BC38}"/>
              </a:ext>
            </a:extLst>
          </p:cNvPr>
          <p:cNvSpPr>
            <a:spLocks xmlns:a="http://schemas.openxmlformats.org/drawingml/2006/main" noGrp="1"/>
          </p:cNvSpPr>
          <p:nvPr/>
        </p:nvSpPr>
        <p:spPr>
          <a:xfrm xmlns:a="http://schemas.openxmlformats.org/drawingml/2006/main">
            <a:off x="4570018"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BBDF806A-165E-4EA4-8B1A-3E71C1069CED}"/>
              </a:ext>
            </a:extLst>
          </p:cNvPr>
          <p:cNvSpPr>
            <a:spLocks xmlns:a="http://schemas.openxmlformats.org/drawingml/2006/main" noGrp="1"/>
          </p:cNvSpPr>
          <p:nvPr/>
        </p:nvSpPr>
        <p:spPr>
          <a:xfrm xmlns:a="http://schemas.openxmlformats.org/drawingml/2006/main">
            <a:off x="4570018"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F6C36BCB-C70D-4F46-8142-B0D9831DBBA6}"/>
              </a:ext>
            </a:extLst>
          </p:cNvPr>
          <p:cNvSpPr>
            <a:spLocks xmlns:a="http://schemas.openxmlformats.org/drawingml/2006/main" noGrp="1"/>
          </p:cNvSpPr>
          <p:nvPr/>
        </p:nvSpPr>
        <p:spPr>
          <a:xfrm xmlns:a="http://schemas.openxmlformats.org/drawingml/2006/main">
            <a:off x="4570018"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EE79C8E3-0609-4B33-8FF9-CED74262A6CB}"/>
              </a:ext>
            </a:extLst>
          </p:cNvPr>
          <p:cNvSpPr>
            <a:spLocks xmlns:a="http://schemas.openxmlformats.org/drawingml/2006/main" noGrp="1"/>
          </p:cNvSpPr>
          <p:nvPr/>
        </p:nvSpPr>
        <p:spPr>
          <a:xfrm xmlns:a="http://schemas.openxmlformats.org/drawingml/2006/main">
            <a:off x="4570018"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8B817BE4-089E-4017-B85E-2D2011E26750}"/>
              </a:ext>
            </a:extLst>
          </p:cNvPr>
          <p:cNvSpPr>
            <a:spLocks xmlns:a="http://schemas.openxmlformats.org/drawingml/2006/main" noGrp="1"/>
          </p:cNvSpPr>
          <p:nvPr/>
        </p:nvSpPr>
        <p:spPr>
          <a:xfrm xmlns:a="http://schemas.openxmlformats.org/drawingml/2006/main">
            <a:off x="4570018"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71379DE6-5E0F-43D4-97D1-9C7E8847ADCE}"/>
              </a:ext>
            </a:extLst>
          </p:cNvPr>
          <p:cNvSpPr>
            <a:spLocks xmlns:a="http://schemas.openxmlformats.org/drawingml/2006/main" noGrp="1"/>
          </p:cNvSpPr>
          <p:nvPr/>
        </p:nvSpPr>
        <p:spPr>
          <a:xfrm xmlns:a="http://schemas.openxmlformats.org/drawingml/2006/main">
            <a:off x="4630910"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CC31259F-CB5F-43AD-BA94-05055C6AC601}"/>
              </a:ext>
            </a:extLst>
          </p:cNvPr>
          <p:cNvSpPr>
            <a:spLocks xmlns:a="http://schemas.openxmlformats.org/drawingml/2006/main" noGrp="1"/>
          </p:cNvSpPr>
          <p:nvPr/>
        </p:nvSpPr>
        <p:spPr>
          <a:xfrm xmlns:a="http://schemas.openxmlformats.org/drawingml/2006/main">
            <a:off x="4630910"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764BCE0C-FB0B-4162-A018-4E7EAC8653E8}"/>
              </a:ext>
            </a:extLst>
          </p:cNvPr>
          <p:cNvSpPr>
            <a:spLocks xmlns:a="http://schemas.openxmlformats.org/drawingml/2006/main" noGrp="1"/>
          </p:cNvSpPr>
          <p:nvPr/>
        </p:nvSpPr>
        <p:spPr>
          <a:xfrm xmlns:a="http://schemas.openxmlformats.org/drawingml/2006/main">
            <a:off x="4630910"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04B4ED5A-E5C8-4227-A0E2-150E753E3DBF}"/>
              </a:ext>
            </a:extLst>
          </p:cNvPr>
          <p:cNvSpPr>
            <a:spLocks xmlns:a="http://schemas.openxmlformats.org/drawingml/2006/main" noGrp="1"/>
          </p:cNvSpPr>
          <p:nvPr/>
        </p:nvSpPr>
        <p:spPr>
          <a:xfrm xmlns:a="http://schemas.openxmlformats.org/drawingml/2006/main">
            <a:off x="4630910"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318C15CB-49A7-47CA-821D-543FD54EA936}"/>
              </a:ext>
            </a:extLst>
          </p:cNvPr>
          <p:cNvSpPr>
            <a:spLocks xmlns:a="http://schemas.openxmlformats.org/drawingml/2006/main" noGrp="1"/>
          </p:cNvSpPr>
          <p:nvPr/>
        </p:nvSpPr>
        <p:spPr>
          <a:xfrm xmlns:a="http://schemas.openxmlformats.org/drawingml/2006/main">
            <a:off x="4630910"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8D653848-49FA-413D-8163-6DC564025DEE}"/>
              </a:ext>
            </a:extLst>
          </p:cNvPr>
          <p:cNvSpPr>
            <a:spLocks xmlns:a="http://schemas.openxmlformats.org/drawingml/2006/main" noGrp="1"/>
          </p:cNvSpPr>
          <p:nvPr/>
        </p:nvSpPr>
        <p:spPr>
          <a:xfrm xmlns:a="http://schemas.openxmlformats.org/drawingml/2006/main">
            <a:off x="4630910"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CEE59D37-98DD-49CA-9D02-253C52BD3DBA}"/>
              </a:ext>
            </a:extLst>
          </p:cNvPr>
          <p:cNvSpPr>
            <a:spLocks xmlns:a="http://schemas.openxmlformats.org/drawingml/2006/main" noGrp="1"/>
          </p:cNvSpPr>
          <p:nvPr/>
        </p:nvSpPr>
        <p:spPr>
          <a:xfrm xmlns:a="http://schemas.openxmlformats.org/drawingml/2006/main">
            <a:off x="4630910"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D181E49C-B5A6-4D44-BEDE-5631827EBBE1}"/>
              </a:ext>
            </a:extLst>
          </p:cNvPr>
          <p:cNvSpPr>
            <a:spLocks xmlns:a="http://schemas.openxmlformats.org/drawingml/2006/main" noGrp="1"/>
          </p:cNvSpPr>
          <p:nvPr/>
        </p:nvSpPr>
        <p:spPr>
          <a:xfrm xmlns:a="http://schemas.openxmlformats.org/drawingml/2006/main">
            <a:off x="4630910"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B945FBEF-37C7-48A6-A363-C26784A10EA8}"/>
              </a:ext>
            </a:extLst>
          </p:cNvPr>
          <p:cNvSpPr>
            <a:spLocks xmlns:a="http://schemas.openxmlformats.org/drawingml/2006/main" noGrp="1"/>
          </p:cNvSpPr>
          <p:nvPr/>
        </p:nvSpPr>
        <p:spPr>
          <a:xfrm xmlns:a="http://schemas.openxmlformats.org/drawingml/2006/main">
            <a:off x="4630910"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01995473-D528-4A1D-85E3-59FD0BB9EE20}"/>
              </a:ext>
            </a:extLst>
          </p:cNvPr>
          <p:cNvSpPr>
            <a:spLocks xmlns:a="http://schemas.openxmlformats.org/drawingml/2006/main" noGrp="1"/>
          </p:cNvSpPr>
          <p:nvPr/>
        </p:nvSpPr>
        <p:spPr>
          <a:xfrm xmlns:a="http://schemas.openxmlformats.org/drawingml/2006/main">
            <a:off x="4691802"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A5D05226-EDFF-4A15-A407-D96676E0B2C6}"/>
              </a:ext>
            </a:extLst>
          </p:cNvPr>
          <p:cNvSpPr>
            <a:spLocks xmlns:a="http://schemas.openxmlformats.org/drawingml/2006/main" noGrp="1"/>
          </p:cNvSpPr>
          <p:nvPr/>
        </p:nvSpPr>
        <p:spPr>
          <a:xfrm xmlns:a="http://schemas.openxmlformats.org/drawingml/2006/main">
            <a:off x="4691802"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2EA48BE8-3F1D-42E4-ACF8-20B3C6273749}"/>
              </a:ext>
            </a:extLst>
          </p:cNvPr>
          <p:cNvSpPr>
            <a:spLocks xmlns:a="http://schemas.openxmlformats.org/drawingml/2006/main" noGrp="1"/>
          </p:cNvSpPr>
          <p:nvPr/>
        </p:nvSpPr>
        <p:spPr>
          <a:xfrm xmlns:a="http://schemas.openxmlformats.org/drawingml/2006/main">
            <a:off x="469180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B665B6EF-D915-48DD-98AF-8B415727AEF4}"/>
              </a:ext>
            </a:extLst>
          </p:cNvPr>
          <p:cNvSpPr>
            <a:spLocks xmlns:a="http://schemas.openxmlformats.org/drawingml/2006/main" noGrp="1"/>
          </p:cNvSpPr>
          <p:nvPr/>
        </p:nvSpPr>
        <p:spPr>
          <a:xfrm xmlns:a="http://schemas.openxmlformats.org/drawingml/2006/main">
            <a:off x="4691802"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83C0B8E4-E111-491E-BC90-F9BC8C0E6347}"/>
              </a:ext>
            </a:extLst>
          </p:cNvPr>
          <p:cNvSpPr>
            <a:spLocks xmlns:a="http://schemas.openxmlformats.org/drawingml/2006/main" noGrp="1"/>
          </p:cNvSpPr>
          <p:nvPr/>
        </p:nvSpPr>
        <p:spPr>
          <a:xfrm xmlns:a="http://schemas.openxmlformats.org/drawingml/2006/main">
            <a:off x="4691802"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B5A77537-BDD2-4FFF-97E2-3DAD42777B6C}"/>
              </a:ext>
            </a:extLst>
          </p:cNvPr>
          <p:cNvSpPr>
            <a:spLocks xmlns:a="http://schemas.openxmlformats.org/drawingml/2006/main" noGrp="1"/>
          </p:cNvSpPr>
          <p:nvPr/>
        </p:nvSpPr>
        <p:spPr>
          <a:xfrm xmlns:a="http://schemas.openxmlformats.org/drawingml/2006/main">
            <a:off x="4691802"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9363D0F8-0E67-4AB3-A1A9-DCE403863470}"/>
              </a:ext>
            </a:extLst>
          </p:cNvPr>
          <p:cNvSpPr>
            <a:spLocks xmlns:a="http://schemas.openxmlformats.org/drawingml/2006/main" noGrp="1"/>
          </p:cNvSpPr>
          <p:nvPr/>
        </p:nvSpPr>
        <p:spPr>
          <a:xfrm xmlns:a="http://schemas.openxmlformats.org/drawingml/2006/main">
            <a:off x="475269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69E34DFC-8314-41E6-8928-95877357F2BB}"/>
              </a:ext>
            </a:extLst>
          </p:cNvPr>
          <p:cNvSpPr>
            <a:spLocks xmlns:a="http://schemas.openxmlformats.org/drawingml/2006/main" noGrp="1"/>
          </p:cNvSpPr>
          <p:nvPr/>
        </p:nvSpPr>
        <p:spPr>
          <a:xfrm xmlns:a="http://schemas.openxmlformats.org/drawingml/2006/main">
            <a:off x="4752694"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06B418D9-59ED-42AA-AEAE-3F500E889E19}"/>
              </a:ext>
            </a:extLst>
          </p:cNvPr>
          <p:cNvSpPr>
            <a:spLocks xmlns:a="http://schemas.openxmlformats.org/drawingml/2006/main" noGrp="1"/>
          </p:cNvSpPr>
          <p:nvPr/>
        </p:nvSpPr>
        <p:spPr>
          <a:xfrm xmlns:a="http://schemas.openxmlformats.org/drawingml/2006/main">
            <a:off x="4752694"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647A6C19-FC8B-4BC9-A10D-83B7833AE5CD}"/>
              </a:ext>
            </a:extLst>
          </p:cNvPr>
          <p:cNvSpPr>
            <a:spLocks xmlns:a="http://schemas.openxmlformats.org/drawingml/2006/main" noGrp="1"/>
          </p:cNvSpPr>
          <p:nvPr/>
        </p:nvSpPr>
        <p:spPr>
          <a:xfrm xmlns:a="http://schemas.openxmlformats.org/drawingml/2006/main">
            <a:off x="4752694"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CA40F68D-10EA-4880-BE79-74F8CF4BBA61}"/>
              </a:ext>
            </a:extLst>
          </p:cNvPr>
          <p:cNvSpPr>
            <a:spLocks xmlns:a="http://schemas.openxmlformats.org/drawingml/2006/main" noGrp="1"/>
          </p:cNvSpPr>
          <p:nvPr/>
        </p:nvSpPr>
        <p:spPr>
          <a:xfrm xmlns:a="http://schemas.openxmlformats.org/drawingml/2006/main">
            <a:off x="4813586"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4396E2F3-6111-41DB-88DC-E45CA3BB06F7}"/>
              </a:ext>
            </a:extLst>
          </p:cNvPr>
          <p:cNvSpPr>
            <a:spLocks xmlns:a="http://schemas.openxmlformats.org/drawingml/2006/main" noGrp="1"/>
          </p:cNvSpPr>
          <p:nvPr/>
        </p:nvSpPr>
        <p:spPr>
          <a:xfrm xmlns:a="http://schemas.openxmlformats.org/drawingml/2006/main">
            <a:off x="4813586"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87662541-5791-426E-B681-B177EF8B8121}"/>
              </a:ext>
            </a:extLst>
          </p:cNvPr>
          <p:cNvSpPr>
            <a:spLocks xmlns:a="http://schemas.openxmlformats.org/drawingml/2006/main" noGrp="1"/>
          </p:cNvSpPr>
          <p:nvPr/>
        </p:nvSpPr>
        <p:spPr>
          <a:xfrm xmlns:a="http://schemas.openxmlformats.org/drawingml/2006/main">
            <a:off x="4813586"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70EAC435-1FD8-4A06-8DD5-15717131CE22}"/>
              </a:ext>
            </a:extLst>
          </p:cNvPr>
          <p:cNvSpPr>
            <a:spLocks xmlns:a="http://schemas.openxmlformats.org/drawingml/2006/main" noGrp="1"/>
          </p:cNvSpPr>
          <p:nvPr/>
        </p:nvSpPr>
        <p:spPr>
          <a:xfrm xmlns:a="http://schemas.openxmlformats.org/drawingml/2006/main">
            <a:off x="481358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9C947439-4310-403C-9536-EDB14EE82BB3}"/>
              </a:ext>
            </a:extLst>
          </p:cNvPr>
          <p:cNvSpPr>
            <a:spLocks xmlns:a="http://schemas.openxmlformats.org/drawingml/2006/main" noGrp="1"/>
          </p:cNvSpPr>
          <p:nvPr/>
        </p:nvSpPr>
        <p:spPr>
          <a:xfrm xmlns:a="http://schemas.openxmlformats.org/drawingml/2006/main">
            <a:off x="4813586"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394044D3-8BCE-4351-AA37-6EB3AE1EFFE6}"/>
              </a:ext>
            </a:extLst>
          </p:cNvPr>
          <p:cNvSpPr>
            <a:spLocks xmlns:a="http://schemas.openxmlformats.org/drawingml/2006/main" noGrp="1"/>
          </p:cNvSpPr>
          <p:nvPr/>
        </p:nvSpPr>
        <p:spPr>
          <a:xfrm xmlns:a="http://schemas.openxmlformats.org/drawingml/2006/main">
            <a:off x="4813586"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C1FC0187-C65A-4950-921B-4E275A8BF919}"/>
              </a:ext>
            </a:extLst>
          </p:cNvPr>
          <p:cNvSpPr>
            <a:spLocks xmlns:a="http://schemas.openxmlformats.org/drawingml/2006/main" noGrp="1"/>
          </p:cNvSpPr>
          <p:nvPr/>
        </p:nvSpPr>
        <p:spPr>
          <a:xfrm xmlns:a="http://schemas.openxmlformats.org/drawingml/2006/main">
            <a:off x="4874477"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3AD5DB45-559C-4F1B-9194-9E8AB7126E73}"/>
              </a:ext>
            </a:extLst>
          </p:cNvPr>
          <p:cNvSpPr>
            <a:spLocks xmlns:a="http://schemas.openxmlformats.org/drawingml/2006/main" noGrp="1"/>
          </p:cNvSpPr>
          <p:nvPr/>
        </p:nvSpPr>
        <p:spPr>
          <a:xfrm xmlns:a="http://schemas.openxmlformats.org/drawingml/2006/main">
            <a:off x="4874477"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A9E3B804-5511-425B-9B85-593BCBB007BF}"/>
              </a:ext>
            </a:extLst>
          </p:cNvPr>
          <p:cNvSpPr>
            <a:spLocks xmlns:a="http://schemas.openxmlformats.org/drawingml/2006/main" noGrp="1"/>
          </p:cNvSpPr>
          <p:nvPr/>
        </p:nvSpPr>
        <p:spPr>
          <a:xfrm xmlns:a="http://schemas.openxmlformats.org/drawingml/2006/main">
            <a:off x="4874477"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BF887A0C-A24F-4D53-914F-544AF620E74B}"/>
              </a:ext>
            </a:extLst>
          </p:cNvPr>
          <p:cNvSpPr>
            <a:spLocks xmlns:a="http://schemas.openxmlformats.org/drawingml/2006/main" noGrp="1"/>
          </p:cNvSpPr>
          <p:nvPr/>
        </p:nvSpPr>
        <p:spPr>
          <a:xfrm xmlns:a="http://schemas.openxmlformats.org/drawingml/2006/main">
            <a:off x="4874477"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E47DB31B-B78C-4F75-9014-185720F184B8}"/>
              </a:ext>
            </a:extLst>
          </p:cNvPr>
          <p:cNvSpPr>
            <a:spLocks xmlns:a="http://schemas.openxmlformats.org/drawingml/2006/main" noGrp="1"/>
          </p:cNvSpPr>
          <p:nvPr/>
        </p:nvSpPr>
        <p:spPr>
          <a:xfrm xmlns:a="http://schemas.openxmlformats.org/drawingml/2006/main">
            <a:off x="487447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9745D0D7-E053-46DC-96BD-1359F9358632}"/>
              </a:ext>
            </a:extLst>
          </p:cNvPr>
          <p:cNvSpPr>
            <a:spLocks xmlns:a="http://schemas.openxmlformats.org/drawingml/2006/main" noGrp="1"/>
          </p:cNvSpPr>
          <p:nvPr/>
        </p:nvSpPr>
        <p:spPr>
          <a:xfrm xmlns:a="http://schemas.openxmlformats.org/drawingml/2006/main">
            <a:off x="4874477"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3DAB356F-D83A-45A3-BB50-AACF19A6F8A3}"/>
              </a:ext>
            </a:extLst>
          </p:cNvPr>
          <p:cNvSpPr>
            <a:spLocks xmlns:a="http://schemas.openxmlformats.org/drawingml/2006/main" noGrp="1"/>
          </p:cNvSpPr>
          <p:nvPr/>
        </p:nvSpPr>
        <p:spPr>
          <a:xfrm xmlns:a="http://schemas.openxmlformats.org/drawingml/2006/main">
            <a:off x="487447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5195F1B5-707E-4F46-80CF-BFCFAC2A5A12}"/>
              </a:ext>
            </a:extLst>
          </p:cNvPr>
          <p:cNvSpPr>
            <a:spLocks xmlns:a="http://schemas.openxmlformats.org/drawingml/2006/main" noGrp="1"/>
          </p:cNvSpPr>
          <p:nvPr/>
        </p:nvSpPr>
        <p:spPr>
          <a:xfrm xmlns:a="http://schemas.openxmlformats.org/drawingml/2006/main">
            <a:off x="487447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E6230BC3-CCDE-4C97-830D-887B0471FA0A}"/>
              </a:ext>
            </a:extLst>
          </p:cNvPr>
          <p:cNvSpPr>
            <a:spLocks xmlns:a="http://schemas.openxmlformats.org/drawingml/2006/main" noGrp="1"/>
          </p:cNvSpPr>
          <p:nvPr/>
        </p:nvSpPr>
        <p:spPr>
          <a:xfrm xmlns:a="http://schemas.openxmlformats.org/drawingml/2006/main">
            <a:off x="487447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791EDC9B-98AE-4DAE-A9DE-E0CC471629EF}"/>
              </a:ext>
            </a:extLst>
          </p:cNvPr>
          <p:cNvSpPr>
            <a:spLocks xmlns:a="http://schemas.openxmlformats.org/drawingml/2006/main" noGrp="1"/>
          </p:cNvSpPr>
          <p:nvPr/>
        </p:nvSpPr>
        <p:spPr>
          <a:xfrm xmlns:a="http://schemas.openxmlformats.org/drawingml/2006/main">
            <a:off x="4874477"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4999B467-5DE7-451C-BA44-9DD0B8F5DD57}"/>
              </a:ext>
            </a:extLst>
          </p:cNvPr>
          <p:cNvSpPr>
            <a:spLocks xmlns:a="http://schemas.openxmlformats.org/drawingml/2006/main" noGrp="1"/>
          </p:cNvSpPr>
          <p:nvPr/>
        </p:nvSpPr>
        <p:spPr>
          <a:xfrm xmlns:a="http://schemas.openxmlformats.org/drawingml/2006/main">
            <a:off x="4935369"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67078971-FD9A-43D9-B37A-869A1C704333}"/>
              </a:ext>
            </a:extLst>
          </p:cNvPr>
          <p:cNvSpPr>
            <a:spLocks xmlns:a="http://schemas.openxmlformats.org/drawingml/2006/main" noGrp="1"/>
          </p:cNvSpPr>
          <p:nvPr/>
        </p:nvSpPr>
        <p:spPr>
          <a:xfrm xmlns:a="http://schemas.openxmlformats.org/drawingml/2006/main">
            <a:off x="4935369"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9C3C6563-AAA1-496F-BF7B-0B5748EACE3D}"/>
              </a:ext>
            </a:extLst>
          </p:cNvPr>
          <p:cNvSpPr>
            <a:spLocks xmlns:a="http://schemas.openxmlformats.org/drawingml/2006/main" noGrp="1"/>
          </p:cNvSpPr>
          <p:nvPr/>
        </p:nvSpPr>
        <p:spPr>
          <a:xfrm xmlns:a="http://schemas.openxmlformats.org/drawingml/2006/main">
            <a:off x="4935369"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C6DB1BF3-F313-4952-B4D3-94179A4634A3}"/>
              </a:ext>
            </a:extLst>
          </p:cNvPr>
          <p:cNvSpPr>
            <a:spLocks xmlns:a="http://schemas.openxmlformats.org/drawingml/2006/main" noGrp="1"/>
          </p:cNvSpPr>
          <p:nvPr/>
        </p:nvSpPr>
        <p:spPr>
          <a:xfrm xmlns:a="http://schemas.openxmlformats.org/drawingml/2006/main">
            <a:off x="4935369"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B1E0A693-E839-40EB-B96C-571A8ADC1D19}"/>
              </a:ext>
            </a:extLst>
          </p:cNvPr>
          <p:cNvSpPr>
            <a:spLocks xmlns:a="http://schemas.openxmlformats.org/drawingml/2006/main" noGrp="1"/>
          </p:cNvSpPr>
          <p:nvPr/>
        </p:nvSpPr>
        <p:spPr>
          <a:xfrm xmlns:a="http://schemas.openxmlformats.org/drawingml/2006/main">
            <a:off x="493536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EE43F09E-1B77-46D1-9714-08F9A3B1BCE1}"/>
              </a:ext>
            </a:extLst>
          </p:cNvPr>
          <p:cNvSpPr>
            <a:spLocks xmlns:a="http://schemas.openxmlformats.org/drawingml/2006/main" noGrp="1"/>
          </p:cNvSpPr>
          <p:nvPr/>
        </p:nvSpPr>
        <p:spPr>
          <a:xfrm xmlns:a="http://schemas.openxmlformats.org/drawingml/2006/main">
            <a:off x="4935369"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8E39D9AF-A1D1-414F-B05B-330FCBF86CEC}"/>
              </a:ext>
            </a:extLst>
          </p:cNvPr>
          <p:cNvSpPr>
            <a:spLocks xmlns:a="http://schemas.openxmlformats.org/drawingml/2006/main" noGrp="1"/>
          </p:cNvSpPr>
          <p:nvPr/>
        </p:nvSpPr>
        <p:spPr>
          <a:xfrm xmlns:a="http://schemas.openxmlformats.org/drawingml/2006/main">
            <a:off x="4935369"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FDA5384F-0A75-40B2-9403-51D4C9C46D70}"/>
              </a:ext>
            </a:extLst>
          </p:cNvPr>
          <p:cNvSpPr>
            <a:spLocks xmlns:a="http://schemas.openxmlformats.org/drawingml/2006/main" noGrp="1"/>
          </p:cNvSpPr>
          <p:nvPr/>
        </p:nvSpPr>
        <p:spPr>
          <a:xfrm xmlns:a="http://schemas.openxmlformats.org/drawingml/2006/main">
            <a:off x="493536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88DC634F-CEFD-4F27-BD33-7DDD5B15F5D3}"/>
              </a:ext>
            </a:extLst>
          </p:cNvPr>
          <p:cNvSpPr>
            <a:spLocks xmlns:a="http://schemas.openxmlformats.org/drawingml/2006/main" noGrp="1"/>
          </p:cNvSpPr>
          <p:nvPr/>
        </p:nvSpPr>
        <p:spPr>
          <a:xfrm xmlns:a="http://schemas.openxmlformats.org/drawingml/2006/main">
            <a:off x="493536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13060550-034D-47D0-856B-8789BEA17401}"/>
              </a:ext>
            </a:extLst>
          </p:cNvPr>
          <p:cNvSpPr>
            <a:spLocks xmlns:a="http://schemas.openxmlformats.org/drawingml/2006/main" noGrp="1"/>
          </p:cNvSpPr>
          <p:nvPr/>
        </p:nvSpPr>
        <p:spPr>
          <a:xfrm xmlns:a="http://schemas.openxmlformats.org/drawingml/2006/main">
            <a:off x="493536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0DAB885B-6427-4428-91D6-9D858CD611F8}"/>
              </a:ext>
            </a:extLst>
          </p:cNvPr>
          <p:cNvSpPr>
            <a:spLocks xmlns:a="http://schemas.openxmlformats.org/drawingml/2006/main" noGrp="1"/>
          </p:cNvSpPr>
          <p:nvPr/>
        </p:nvSpPr>
        <p:spPr>
          <a:xfrm xmlns:a="http://schemas.openxmlformats.org/drawingml/2006/main">
            <a:off x="493536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F7AF5829-F8B6-4165-B842-12D8E159810C}"/>
              </a:ext>
            </a:extLst>
          </p:cNvPr>
          <p:cNvSpPr>
            <a:spLocks xmlns:a="http://schemas.openxmlformats.org/drawingml/2006/main" noGrp="1"/>
          </p:cNvSpPr>
          <p:nvPr/>
        </p:nvSpPr>
        <p:spPr>
          <a:xfrm xmlns:a="http://schemas.openxmlformats.org/drawingml/2006/main">
            <a:off x="493536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2F239AA1-1742-4BF4-94AB-45F046F64510}"/>
              </a:ext>
            </a:extLst>
          </p:cNvPr>
          <p:cNvSpPr>
            <a:spLocks xmlns:a="http://schemas.openxmlformats.org/drawingml/2006/main" noGrp="1"/>
          </p:cNvSpPr>
          <p:nvPr/>
        </p:nvSpPr>
        <p:spPr>
          <a:xfrm xmlns:a="http://schemas.openxmlformats.org/drawingml/2006/main">
            <a:off x="493536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2C88370B-BA72-4781-84A8-F32EEFA0A848}"/>
              </a:ext>
            </a:extLst>
          </p:cNvPr>
          <p:cNvSpPr>
            <a:spLocks xmlns:a="http://schemas.openxmlformats.org/drawingml/2006/main" noGrp="1"/>
          </p:cNvSpPr>
          <p:nvPr/>
        </p:nvSpPr>
        <p:spPr>
          <a:xfrm xmlns:a="http://schemas.openxmlformats.org/drawingml/2006/main">
            <a:off x="4996261"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BCBF6FA1-C388-4B71-945A-18B3BC3E5CF6}"/>
              </a:ext>
            </a:extLst>
          </p:cNvPr>
          <p:cNvSpPr>
            <a:spLocks xmlns:a="http://schemas.openxmlformats.org/drawingml/2006/main" noGrp="1"/>
          </p:cNvSpPr>
          <p:nvPr/>
        </p:nvSpPr>
        <p:spPr>
          <a:xfrm xmlns:a="http://schemas.openxmlformats.org/drawingml/2006/main">
            <a:off x="4996261"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CEC0A8DD-71DB-4A41-B65A-67D388F9EB48}"/>
              </a:ext>
            </a:extLst>
          </p:cNvPr>
          <p:cNvSpPr>
            <a:spLocks xmlns:a="http://schemas.openxmlformats.org/drawingml/2006/main" noGrp="1"/>
          </p:cNvSpPr>
          <p:nvPr/>
        </p:nvSpPr>
        <p:spPr>
          <a:xfrm xmlns:a="http://schemas.openxmlformats.org/drawingml/2006/main">
            <a:off x="4996261"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7F1A43B5-DBC6-465D-957F-11233FEF5ED3}"/>
              </a:ext>
            </a:extLst>
          </p:cNvPr>
          <p:cNvSpPr>
            <a:spLocks xmlns:a="http://schemas.openxmlformats.org/drawingml/2006/main" noGrp="1"/>
          </p:cNvSpPr>
          <p:nvPr/>
        </p:nvSpPr>
        <p:spPr>
          <a:xfrm xmlns:a="http://schemas.openxmlformats.org/drawingml/2006/main">
            <a:off x="4996261"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C9D29E06-49A9-4F75-9118-BD4A4E39264F}"/>
              </a:ext>
            </a:extLst>
          </p:cNvPr>
          <p:cNvSpPr>
            <a:spLocks xmlns:a="http://schemas.openxmlformats.org/drawingml/2006/main" noGrp="1"/>
          </p:cNvSpPr>
          <p:nvPr/>
        </p:nvSpPr>
        <p:spPr>
          <a:xfrm xmlns:a="http://schemas.openxmlformats.org/drawingml/2006/main">
            <a:off x="499626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64D29B85-F257-40B6-9464-E992A2009483}"/>
              </a:ext>
            </a:extLst>
          </p:cNvPr>
          <p:cNvSpPr>
            <a:spLocks xmlns:a="http://schemas.openxmlformats.org/drawingml/2006/main" noGrp="1"/>
          </p:cNvSpPr>
          <p:nvPr/>
        </p:nvSpPr>
        <p:spPr>
          <a:xfrm xmlns:a="http://schemas.openxmlformats.org/drawingml/2006/main">
            <a:off x="499626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94127B11-35ED-470B-8B43-58A6715235EE}"/>
              </a:ext>
            </a:extLst>
          </p:cNvPr>
          <p:cNvSpPr>
            <a:spLocks xmlns:a="http://schemas.openxmlformats.org/drawingml/2006/main" noGrp="1"/>
          </p:cNvSpPr>
          <p:nvPr/>
        </p:nvSpPr>
        <p:spPr>
          <a:xfrm xmlns:a="http://schemas.openxmlformats.org/drawingml/2006/main">
            <a:off x="499626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5684383B-E311-4FB7-B3E2-911F9B21EF27}"/>
              </a:ext>
            </a:extLst>
          </p:cNvPr>
          <p:cNvSpPr>
            <a:spLocks xmlns:a="http://schemas.openxmlformats.org/drawingml/2006/main" noGrp="1"/>
          </p:cNvSpPr>
          <p:nvPr/>
        </p:nvSpPr>
        <p:spPr>
          <a:xfrm xmlns:a="http://schemas.openxmlformats.org/drawingml/2006/main">
            <a:off x="499626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8A8FCA02-D655-4C6B-9815-86E8787338E4}"/>
              </a:ext>
            </a:extLst>
          </p:cNvPr>
          <p:cNvSpPr>
            <a:spLocks xmlns:a="http://schemas.openxmlformats.org/drawingml/2006/main" noGrp="1"/>
          </p:cNvSpPr>
          <p:nvPr/>
        </p:nvSpPr>
        <p:spPr>
          <a:xfrm xmlns:a="http://schemas.openxmlformats.org/drawingml/2006/main">
            <a:off x="499626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E4FA41D8-C213-4E5C-8A5D-D3277F3585C0}"/>
              </a:ext>
            </a:extLst>
          </p:cNvPr>
          <p:cNvSpPr>
            <a:spLocks xmlns:a="http://schemas.openxmlformats.org/drawingml/2006/main" noGrp="1"/>
          </p:cNvSpPr>
          <p:nvPr/>
        </p:nvSpPr>
        <p:spPr>
          <a:xfrm xmlns:a="http://schemas.openxmlformats.org/drawingml/2006/main">
            <a:off x="499626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96C7BA34-CB9D-469E-BC10-056A0631AE2F}"/>
              </a:ext>
            </a:extLst>
          </p:cNvPr>
          <p:cNvSpPr>
            <a:spLocks xmlns:a="http://schemas.openxmlformats.org/drawingml/2006/main" noGrp="1"/>
          </p:cNvSpPr>
          <p:nvPr/>
        </p:nvSpPr>
        <p:spPr>
          <a:xfrm xmlns:a="http://schemas.openxmlformats.org/drawingml/2006/main">
            <a:off x="4996261"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926F0A62-970E-49D4-A824-C0A5DC964B58}"/>
              </a:ext>
            </a:extLst>
          </p:cNvPr>
          <p:cNvSpPr>
            <a:spLocks xmlns:a="http://schemas.openxmlformats.org/drawingml/2006/main" noGrp="1"/>
          </p:cNvSpPr>
          <p:nvPr/>
        </p:nvSpPr>
        <p:spPr>
          <a:xfrm xmlns:a="http://schemas.openxmlformats.org/drawingml/2006/main">
            <a:off x="499626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F05C9366-A66D-43CA-8C3E-4E3E51422F01}"/>
              </a:ext>
            </a:extLst>
          </p:cNvPr>
          <p:cNvSpPr>
            <a:spLocks xmlns:a="http://schemas.openxmlformats.org/drawingml/2006/main" noGrp="1"/>
          </p:cNvSpPr>
          <p:nvPr/>
        </p:nvSpPr>
        <p:spPr>
          <a:xfrm xmlns:a="http://schemas.openxmlformats.org/drawingml/2006/main">
            <a:off x="5057153"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2DDA98B9-F1EC-48BE-96A7-F8A551867090}"/>
              </a:ext>
            </a:extLst>
          </p:cNvPr>
          <p:cNvSpPr>
            <a:spLocks xmlns:a="http://schemas.openxmlformats.org/drawingml/2006/main" noGrp="1"/>
          </p:cNvSpPr>
          <p:nvPr/>
        </p:nvSpPr>
        <p:spPr>
          <a:xfrm xmlns:a="http://schemas.openxmlformats.org/drawingml/2006/main">
            <a:off x="5057153"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BAAAC03E-E9BF-468A-B840-4171921BCE73}"/>
              </a:ext>
            </a:extLst>
          </p:cNvPr>
          <p:cNvSpPr>
            <a:spLocks xmlns:a="http://schemas.openxmlformats.org/drawingml/2006/main" noGrp="1"/>
          </p:cNvSpPr>
          <p:nvPr/>
        </p:nvSpPr>
        <p:spPr>
          <a:xfrm xmlns:a="http://schemas.openxmlformats.org/drawingml/2006/main">
            <a:off x="5057153"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011C7FDC-48B1-4D2D-BED0-92FDFFCCA356}"/>
              </a:ext>
            </a:extLst>
          </p:cNvPr>
          <p:cNvSpPr>
            <a:spLocks xmlns:a="http://schemas.openxmlformats.org/drawingml/2006/main" noGrp="1"/>
          </p:cNvSpPr>
          <p:nvPr/>
        </p:nvSpPr>
        <p:spPr>
          <a:xfrm xmlns:a="http://schemas.openxmlformats.org/drawingml/2006/main">
            <a:off x="5057153"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C17CA3CF-5CAF-4DB2-810E-5648D6EAE5DC}"/>
              </a:ext>
            </a:extLst>
          </p:cNvPr>
          <p:cNvSpPr>
            <a:spLocks xmlns:a="http://schemas.openxmlformats.org/drawingml/2006/main" noGrp="1"/>
          </p:cNvSpPr>
          <p:nvPr/>
        </p:nvSpPr>
        <p:spPr>
          <a:xfrm xmlns:a="http://schemas.openxmlformats.org/drawingml/2006/main">
            <a:off x="5057153"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087F0064-290F-4523-9382-906D5CB8ED0B}"/>
              </a:ext>
            </a:extLst>
          </p:cNvPr>
          <p:cNvSpPr>
            <a:spLocks xmlns:a="http://schemas.openxmlformats.org/drawingml/2006/main" noGrp="1"/>
          </p:cNvSpPr>
          <p:nvPr/>
        </p:nvSpPr>
        <p:spPr>
          <a:xfrm xmlns:a="http://schemas.openxmlformats.org/drawingml/2006/main">
            <a:off x="5057153"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1C996164-9F95-45FA-A26A-B75FC97437E9}"/>
              </a:ext>
            </a:extLst>
          </p:cNvPr>
          <p:cNvSpPr>
            <a:spLocks xmlns:a="http://schemas.openxmlformats.org/drawingml/2006/main" noGrp="1"/>
          </p:cNvSpPr>
          <p:nvPr/>
        </p:nvSpPr>
        <p:spPr>
          <a:xfrm xmlns:a="http://schemas.openxmlformats.org/drawingml/2006/main">
            <a:off x="5057153"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9AD9C88C-E6C7-4362-B459-0465442E17C4}"/>
              </a:ext>
            </a:extLst>
          </p:cNvPr>
          <p:cNvSpPr>
            <a:spLocks xmlns:a="http://schemas.openxmlformats.org/drawingml/2006/main" noGrp="1"/>
          </p:cNvSpPr>
          <p:nvPr/>
        </p:nvSpPr>
        <p:spPr>
          <a:xfrm xmlns:a="http://schemas.openxmlformats.org/drawingml/2006/main">
            <a:off x="5057153"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39829D92-CABC-4084-8EFA-A6BDB75A29C7}"/>
              </a:ext>
            </a:extLst>
          </p:cNvPr>
          <p:cNvSpPr>
            <a:spLocks xmlns:a="http://schemas.openxmlformats.org/drawingml/2006/main" noGrp="1"/>
          </p:cNvSpPr>
          <p:nvPr/>
        </p:nvSpPr>
        <p:spPr>
          <a:xfrm xmlns:a="http://schemas.openxmlformats.org/drawingml/2006/main">
            <a:off x="5057153"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D5FD87A4-2BC0-46BA-83B8-C57263CE59D2}"/>
              </a:ext>
            </a:extLst>
          </p:cNvPr>
          <p:cNvSpPr>
            <a:spLocks xmlns:a="http://schemas.openxmlformats.org/drawingml/2006/main" noGrp="1"/>
          </p:cNvSpPr>
          <p:nvPr/>
        </p:nvSpPr>
        <p:spPr>
          <a:xfrm xmlns:a="http://schemas.openxmlformats.org/drawingml/2006/main">
            <a:off x="5057153"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93179D45-356B-4C07-89AE-F906585410F0}"/>
              </a:ext>
            </a:extLst>
          </p:cNvPr>
          <p:cNvSpPr>
            <a:spLocks xmlns:a="http://schemas.openxmlformats.org/drawingml/2006/main" noGrp="1"/>
          </p:cNvSpPr>
          <p:nvPr/>
        </p:nvSpPr>
        <p:spPr>
          <a:xfrm xmlns:a="http://schemas.openxmlformats.org/drawingml/2006/main">
            <a:off x="5057153"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CAFA02D1-6B29-4DC2-B903-9EF461574BFC}"/>
              </a:ext>
            </a:extLst>
          </p:cNvPr>
          <p:cNvSpPr>
            <a:spLocks xmlns:a="http://schemas.openxmlformats.org/drawingml/2006/main" noGrp="1"/>
          </p:cNvSpPr>
          <p:nvPr/>
        </p:nvSpPr>
        <p:spPr>
          <a:xfrm xmlns:a="http://schemas.openxmlformats.org/drawingml/2006/main">
            <a:off x="5057153"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93FBA279-A67E-4926-A609-D3EEEA590ED2}"/>
              </a:ext>
            </a:extLst>
          </p:cNvPr>
          <p:cNvSpPr>
            <a:spLocks xmlns:a="http://schemas.openxmlformats.org/drawingml/2006/main" noGrp="1"/>
          </p:cNvSpPr>
          <p:nvPr/>
        </p:nvSpPr>
        <p:spPr>
          <a:xfrm xmlns:a="http://schemas.openxmlformats.org/drawingml/2006/main">
            <a:off x="5057153"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AD00F809-83DB-4B7B-B9E8-B059163A0AD2}"/>
              </a:ext>
            </a:extLst>
          </p:cNvPr>
          <p:cNvSpPr>
            <a:spLocks xmlns:a="http://schemas.openxmlformats.org/drawingml/2006/main" noGrp="1"/>
          </p:cNvSpPr>
          <p:nvPr/>
        </p:nvSpPr>
        <p:spPr>
          <a:xfrm xmlns:a="http://schemas.openxmlformats.org/drawingml/2006/main">
            <a:off x="5118045"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7AD7511F-4CF8-4B25-8D5C-2322815A6217}"/>
              </a:ext>
            </a:extLst>
          </p:cNvPr>
          <p:cNvSpPr>
            <a:spLocks xmlns:a="http://schemas.openxmlformats.org/drawingml/2006/main" noGrp="1"/>
          </p:cNvSpPr>
          <p:nvPr/>
        </p:nvSpPr>
        <p:spPr>
          <a:xfrm xmlns:a="http://schemas.openxmlformats.org/drawingml/2006/main">
            <a:off x="5118045"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BDA6774B-4474-4FB7-8987-A7E063B91F41}"/>
              </a:ext>
            </a:extLst>
          </p:cNvPr>
          <p:cNvSpPr>
            <a:spLocks xmlns:a="http://schemas.openxmlformats.org/drawingml/2006/main" noGrp="1"/>
          </p:cNvSpPr>
          <p:nvPr/>
        </p:nvSpPr>
        <p:spPr>
          <a:xfrm xmlns:a="http://schemas.openxmlformats.org/drawingml/2006/main">
            <a:off x="5118045"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FD764E82-1D28-48F8-830C-2D7A98CD86CA}"/>
              </a:ext>
            </a:extLst>
          </p:cNvPr>
          <p:cNvSpPr>
            <a:spLocks xmlns:a="http://schemas.openxmlformats.org/drawingml/2006/main" noGrp="1"/>
          </p:cNvSpPr>
          <p:nvPr/>
        </p:nvSpPr>
        <p:spPr>
          <a:xfrm xmlns:a="http://schemas.openxmlformats.org/drawingml/2006/main">
            <a:off x="5118045"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EA824A30-2D29-49D0-97B6-7C9B5C7A264B}"/>
              </a:ext>
            </a:extLst>
          </p:cNvPr>
          <p:cNvSpPr>
            <a:spLocks xmlns:a="http://schemas.openxmlformats.org/drawingml/2006/main" noGrp="1"/>
          </p:cNvSpPr>
          <p:nvPr/>
        </p:nvSpPr>
        <p:spPr>
          <a:xfrm xmlns:a="http://schemas.openxmlformats.org/drawingml/2006/main">
            <a:off x="5118045"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D1880206-BA6E-470C-8ED0-BA9C4BBBFC72}"/>
              </a:ext>
            </a:extLst>
          </p:cNvPr>
          <p:cNvSpPr>
            <a:spLocks xmlns:a="http://schemas.openxmlformats.org/drawingml/2006/main" noGrp="1"/>
          </p:cNvSpPr>
          <p:nvPr/>
        </p:nvSpPr>
        <p:spPr>
          <a:xfrm xmlns:a="http://schemas.openxmlformats.org/drawingml/2006/main">
            <a:off x="5118045"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37B667B8-25E7-41DE-83A9-D07EA8F9D791}"/>
              </a:ext>
            </a:extLst>
          </p:cNvPr>
          <p:cNvSpPr>
            <a:spLocks xmlns:a="http://schemas.openxmlformats.org/drawingml/2006/main" noGrp="1"/>
          </p:cNvSpPr>
          <p:nvPr/>
        </p:nvSpPr>
        <p:spPr>
          <a:xfrm xmlns:a="http://schemas.openxmlformats.org/drawingml/2006/main">
            <a:off x="5118045"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3CE19BF1-1171-42A3-A478-B4E1161A99B1}"/>
              </a:ext>
            </a:extLst>
          </p:cNvPr>
          <p:cNvSpPr>
            <a:spLocks xmlns:a="http://schemas.openxmlformats.org/drawingml/2006/main" noGrp="1"/>
          </p:cNvSpPr>
          <p:nvPr/>
        </p:nvSpPr>
        <p:spPr>
          <a:xfrm xmlns:a="http://schemas.openxmlformats.org/drawingml/2006/main">
            <a:off x="5118045"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5080BBF7-8335-4117-B245-91D6114CEB0C}"/>
              </a:ext>
            </a:extLst>
          </p:cNvPr>
          <p:cNvSpPr>
            <a:spLocks xmlns:a="http://schemas.openxmlformats.org/drawingml/2006/main" noGrp="1"/>
          </p:cNvSpPr>
          <p:nvPr/>
        </p:nvSpPr>
        <p:spPr>
          <a:xfrm xmlns:a="http://schemas.openxmlformats.org/drawingml/2006/main">
            <a:off x="5118045"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17E8D91A-0434-4D85-B1D2-17F3BC13F3A1}"/>
              </a:ext>
            </a:extLst>
          </p:cNvPr>
          <p:cNvSpPr>
            <a:spLocks xmlns:a="http://schemas.openxmlformats.org/drawingml/2006/main" noGrp="1"/>
          </p:cNvSpPr>
          <p:nvPr/>
        </p:nvSpPr>
        <p:spPr>
          <a:xfrm xmlns:a="http://schemas.openxmlformats.org/drawingml/2006/main">
            <a:off x="5118045"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C42B4AE2-774B-4C3C-95CE-F0469ABE9E34}"/>
              </a:ext>
            </a:extLst>
          </p:cNvPr>
          <p:cNvSpPr>
            <a:spLocks xmlns:a="http://schemas.openxmlformats.org/drawingml/2006/main" noGrp="1"/>
          </p:cNvSpPr>
          <p:nvPr/>
        </p:nvSpPr>
        <p:spPr>
          <a:xfrm xmlns:a="http://schemas.openxmlformats.org/drawingml/2006/main">
            <a:off x="5118045"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BBE8AAF6-F584-467F-A20C-15A041B9C9A4}"/>
              </a:ext>
            </a:extLst>
          </p:cNvPr>
          <p:cNvSpPr>
            <a:spLocks xmlns:a="http://schemas.openxmlformats.org/drawingml/2006/main" noGrp="1"/>
          </p:cNvSpPr>
          <p:nvPr/>
        </p:nvSpPr>
        <p:spPr>
          <a:xfrm xmlns:a="http://schemas.openxmlformats.org/drawingml/2006/main">
            <a:off x="5118045"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CAB21DAD-50B0-4DB7-B10D-47E497DEF462}"/>
              </a:ext>
            </a:extLst>
          </p:cNvPr>
          <p:cNvSpPr>
            <a:spLocks xmlns:a="http://schemas.openxmlformats.org/drawingml/2006/main" noGrp="1"/>
          </p:cNvSpPr>
          <p:nvPr/>
        </p:nvSpPr>
        <p:spPr>
          <a:xfrm xmlns:a="http://schemas.openxmlformats.org/drawingml/2006/main">
            <a:off x="5118045"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02CD5F89-8770-44AB-8420-292833CF32F5}"/>
              </a:ext>
            </a:extLst>
          </p:cNvPr>
          <p:cNvSpPr>
            <a:spLocks xmlns:a="http://schemas.openxmlformats.org/drawingml/2006/main" noGrp="1"/>
          </p:cNvSpPr>
          <p:nvPr/>
        </p:nvSpPr>
        <p:spPr>
          <a:xfrm xmlns:a="http://schemas.openxmlformats.org/drawingml/2006/main">
            <a:off x="5118045"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BAC414D3-8751-4CB4-9E2B-A799DC7044CB}"/>
              </a:ext>
            </a:extLst>
          </p:cNvPr>
          <p:cNvSpPr>
            <a:spLocks xmlns:a="http://schemas.openxmlformats.org/drawingml/2006/main" noGrp="1"/>
          </p:cNvSpPr>
          <p:nvPr/>
        </p:nvSpPr>
        <p:spPr>
          <a:xfrm xmlns:a="http://schemas.openxmlformats.org/drawingml/2006/main">
            <a:off x="5178937"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56BA0A95-2287-4812-B67F-28D4BD6301AE}"/>
              </a:ext>
            </a:extLst>
          </p:cNvPr>
          <p:cNvSpPr>
            <a:spLocks xmlns:a="http://schemas.openxmlformats.org/drawingml/2006/main" noGrp="1"/>
          </p:cNvSpPr>
          <p:nvPr/>
        </p:nvSpPr>
        <p:spPr>
          <a:xfrm xmlns:a="http://schemas.openxmlformats.org/drawingml/2006/main">
            <a:off x="5178937"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1B827393-B6E7-4925-9357-E249CC251A95}"/>
              </a:ext>
            </a:extLst>
          </p:cNvPr>
          <p:cNvSpPr>
            <a:spLocks xmlns:a="http://schemas.openxmlformats.org/drawingml/2006/main" noGrp="1"/>
          </p:cNvSpPr>
          <p:nvPr/>
        </p:nvSpPr>
        <p:spPr>
          <a:xfrm xmlns:a="http://schemas.openxmlformats.org/drawingml/2006/main">
            <a:off x="5178937"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5774ACB0-75B7-4D0E-A8DA-D8261CECC5D0}"/>
              </a:ext>
            </a:extLst>
          </p:cNvPr>
          <p:cNvSpPr>
            <a:spLocks xmlns:a="http://schemas.openxmlformats.org/drawingml/2006/main" noGrp="1"/>
          </p:cNvSpPr>
          <p:nvPr/>
        </p:nvSpPr>
        <p:spPr>
          <a:xfrm xmlns:a="http://schemas.openxmlformats.org/drawingml/2006/main">
            <a:off x="5178937"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71B3962A-3840-400F-9E69-497B73085D9F}"/>
              </a:ext>
            </a:extLst>
          </p:cNvPr>
          <p:cNvSpPr>
            <a:spLocks xmlns:a="http://schemas.openxmlformats.org/drawingml/2006/main" noGrp="1"/>
          </p:cNvSpPr>
          <p:nvPr/>
        </p:nvSpPr>
        <p:spPr>
          <a:xfrm xmlns:a="http://schemas.openxmlformats.org/drawingml/2006/main">
            <a:off x="517893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BC520A86-6D6D-42B3-B56A-36B65A1265CF}"/>
              </a:ext>
            </a:extLst>
          </p:cNvPr>
          <p:cNvSpPr>
            <a:spLocks xmlns:a="http://schemas.openxmlformats.org/drawingml/2006/main" noGrp="1"/>
          </p:cNvSpPr>
          <p:nvPr/>
        </p:nvSpPr>
        <p:spPr>
          <a:xfrm xmlns:a="http://schemas.openxmlformats.org/drawingml/2006/main">
            <a:off x="517893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F0ABCCC8-D709-4B2E-9B76-753F2FEBA61A}"/>
              </a:ext>
            </a:extLst>
          </p:cNvPr>
          <p:cNvSpPr>
            <a:spLocks xmlns:a="http://schemas.openxmlformats.org/drawingml/2006/main" noGrp="1"/>
          </p:cNvSpPr>
          <p:nvPr/>
        </p:nvSpPr>
        <p:spPr>
          <a:xfrm xmlns:a="http://schemas.openxmlformats.org/drawingml/2006/main">
            <a:off x="5178937"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30B778E2-AA7A-4608-AE16-043A86BE679C}"/>
              </a:ext>
            </a:extLst>
          </p:cNvPr>
          <p:cNvSpPr>
            <a:spLocks xmlns:a="http://schemas.openxmlformats.org/drawingml/2006/main" noGrp="1"/>
          </p:cNvSpPr>
          <p:nvPr/>
        </p:nvSpPr>
        <p:spPr>
          <a:xfrm xmlns:a="http://schemas.openxmlformats.org/drawingml/2006/main">
            <a:off x="5178937"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612E6A50-EC50-483A-89C4-EDC4809F7C0E}"/>
              </a:ext>
            </a:extLst>
          </p:cNvPr>
          <p:cNvSpPr>
            <a:spLocks xmlns:a="http://schemas.openxmlformats.org/drawingml/2006/main" noGrp="1"/>
          </p:cNvSpPr>
          <p:nvPr/>
        </p:nvSpPr>
        <p:spPr>
          <a:xfrm xmlns:a="http://schemas.openxmlformats.org/drawingml/2006/main">
            <a:off x="5178937"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F8E3F68B-00F2-4F60-8E50-20F1E2E1830E}"/>
              </a:ext>
            </a:extLst>
          </p:cNvPr>
          <p:cNvSpPr>
            <a:spLocks xmlns:a="http://schemas.openxmlformats.org/drawingml/2006/main" noGrp="1"/>
          </p:cNvSpPr>
          <p:nvPr/>
        </p:nvSpPr>
        <p:spPr>
          <a:xfrm xmlns:a="http://schemas.openxmlformats.org/drawingml/2006/main">
            <a:off x="5178937"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2E3BE970-5E0E-448C-8569-96F66E27F25A}"/>
              </a:ext>
            </a:extLst>
          </p:cNvPr>
          <p:cNvSpPr>
            <a:spLocks xmlns:a="http://schemas.openxmlformats.org/drawingml/2006/main" noGrp="1"/>
          </p:cNvSpPr>
          <p:nvPr/>
        </p:nvSpPr>
        <p:spPr>
          <a:xfrm xmlns:a="http://schemas.openxmlformats.org/drawingml/2006/main">
            <a:off x="523982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D9973013-BD69-4A9D-9C5C-BA50A3D24D9B}"/>
              </a:ext>
            </a:extLst>
          </p:cNvPr>
          <p:cNvSpPr>
            <a:spLocks xmlns:a="http://schemas.openxmlformats.org/drawingml/2006/main" noGrp="1"/>
          </p:cNvSpPr>
          <p:nvPr/>
        </p:nvSpPr>
        <p:spPr>
          <a:xfrm xmlns:a="http://schemas.openxmlformats.org/drawingml/2006/main">
            <a:off x="5239829"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4E493B14-3F8D-490E-B1CA-CBFAF9CAD869}"/>
              </a:ext>
            </a:extLst>
          </p:cNvPr>
          <p:cNvSpPr>
            <a:spLocks xmlns:a="http://schemas.openxmlformats.org/drawingml/2006/main" noGrp="1"/>
          </p:cNvSpPr>
          <p:nvPr/>
        </p:nvSpPr>
        <p:spPr>
          <a:xfrm xmlns:a="http://schemas.openxmlformats.org/drawingml/2006/main">
            <a:off x="523982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C40F9BAD-0AFE-48F8-8A38-4AA893A33E0B}"/>
              </a:ext>
            </a:extLst>
          </p:cNvPr>
          <p:cNvSpPr>
            <a:spLocks xmlns:a="http://schemas.openxmlformats.org/drawingml/2006/main" noGrp="1"/>
          </p:cNvSpPr>
          <p:nvPr/>
        </p:nvSpPr>
        <p:spPr>
          <a:xfrm xmlns:a="http://schemas.openxmlformats.org/drawingml/2006/main">
            <a:off x="5239829"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2443DA68-C43D-4C9B-AF22-DB3ED5D7598E}"/>
              </a:ext>
            </a:extLst>
          </p:cNvPr>
          <p:cNvSpPr>
            <a:spLocks xmlns:a="http://schemas.openxmlformats.org/drawingml/2006/main" noGrp="1"/>
          </p:cNvSpPr>
          <p:nvPr/>
        </p:nvSpPr>
        <p:spPr>
          <a:xfrm xmlns:a="http://schemas.openxmlformats.org/drawingml/2006/main">
            <a:off x="523982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7AAC554E-1303-460B-BD66-2698564771DB}"/>
              </a:ext>
            </a:extLst>
          </p:cNvPr>
          <p:cNvSpPr>
            <a:spLocks xmlns:a="http://schemas.openxmlformats.org/drawingml/2006/main" noGrp="1"/>
          </p:cNvSpPr>
          <p:nvPr/>
        </p:nvSpPr>
        <p:spPr>
          <a:xfrm xmlns:a="http://schemas.openxmlformats.org/drawingml/2006/main">
            <a:off x="523982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BFCDCABE-8C60-4B36-800A-166C6DE4CEA1}"/>
              </a:ext>
            </a:extLst>
          </p:cNvPr>
          <p:cNvSpPr>
            <a:spLocks xmlns:a="http://schemas.openxmlformats.org/drawingml/2006/main" noGrp="1"/>
          </p:cNvSpPr>
          <p:nvPr/>
        </p:nvSpPr>
        <p:spPr>
          <a:xfrm xmlns:a="http://schemas.openxmlformats.org/drawingml/2006/main">
            <a:off x="523982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5D3263EC-4302-4D8C-9E54-9BD15849E297}"/>
              </a:ext>
            </a:extLst>
          </p:cNvPr>
          <p:cNvSpPr>
            <a:spLocks xmlns:a="http://schemas.openxmlformats.org/drawingml/2006/main" noGrp="1"/>
          </p:cNvSpPr>
          <p:nvPr/>
        </p:nvSpPr>
        <p:spPr>
          <a:xfrm xmlns:a="http://schemas.openxmlformats.org/drawingml/2006/main">
            <a:off x="523982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056C782A-6A46-45D1-90C0-887EC248C736}"/>
              </a:ext>
            </a:extLst>
          </p:cNvPr>
          <p:cNvSpPr>
            <a:spLocks xmlns:a="http://schemas.openxmlformats.org/drawingml/2006/main" noGrp="1"/>
          </p:cNvSpPr>
          <p:nvPr/>
        </p:nvSpPr>
        <p:spPr>
          <a:xfrm xmlns:a="http://schemas.openxmlformats.org/drawingml/2006/main">
            <a:off x="5239829"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3334C922-6E66-41EA-A889-219E4E2E743D}"/>
              </a:ext>
            </a:extLst>
          </p:cNvPr>
          <p:cNvSpPr>
            <a:spLocks xmlns:a="http://schemas.openxmlformats.org/drawingml/2006/main" noGrp="1"/>
          </p:cNvSpPr>
          <p:nvPr/>
        </p:nvSpPr>
        <p:spPr>
          <a:xfrm xmlns:a="http://schemas.openxmlformats.org/drawingml/2006/main">
            <a:off x="5239829"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B8AFF60D-D711-4AD3-A0F8-BB1968202DBF}"/>
              </a:ext>
            </a:extLst>
          </p:cNvPr>
          <p:cNvSpPr>
            <a:spLocks xmlns:a="http://schemas.openxmlformats.org/drawingml/2006/main" noGrp="1"/>
          </p:cNvSpPr>
          <p:nvPr/>
        </p:nvSpPr>
        <p:spPr>
          <a:xfrm xmlns:a="http://schemas.openxmlformats.org/drawingml/2006/main">
            <a:off x="5239829"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61B2B0FB-3056-4D56-8950-369F5062D12A}"/>
              </a:ext>
            </a:extLst>
          </p:cNvPr>
          <p:cNvSpPr>
            <a:spLocks xmlns:a="http://schemas.openxmlformats.org/drawingml/2006/main" noGrp="1"/>
          </p:cNvSpPr>
          <p:nvPr/>
        </p:nvSpPr>
        <p:spPr>
          <a:xfrm xmlns:a="http://schemas.openxmlformats.org/drawingml/2006/main">
            <a:off x="5239829"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4326E22A-8773-47A3-9DE5-C9CC63EFBA30}"/>
              </a:ext>
            </a:extLst>
          </p:cNvPr>
          <p:cNvSpPr>
            <a:spLocks xmlns:a="http://schemas.openxmlformats.org/drawingml/2006/main" noGrp="1"/>
          </p:cNvSpPr>
          <p:nvPr/>
        </p:nvSpPr>
        <p:spPr>
          <a:xfrm xmlns:a="http://schemas.openxmlformats.org/drawingml/2006/main">
            <a:off x="5300721"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F17EB5F1-A3DF-4982-A969-A3CE2E0F74D8}"/>
              </a:ext>
            </a:extLst>
          </p:cNvPr>
          <p:cNvSpPr>
            <a:spLocks xmlns:a="http://schemas.openxmlformats.org/drawingml/2006/main" noGrp="1"/>
          </p:cNvSpPr>
          <p:nvPr/>
        </p:nvSpPr>
        <p:spPr>
          <a:xfrm xmlns:a="http://schemas.openxmlformats.org/drawingml/2006/main">
            <a:off x="5300721"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E812D12B-7130-4FEF-B142-B868B73C3E94}"/>
              </a:ext>
            </a:extLst>
          </p:cNvPr>
          <p:cNvSpPr>
            <a:spLocks xmlns:a="http://schemas.openxmlformats.org/drawingml/2006/main" noGrp="1"/>
          </p:cNvSpPr>
          <p:nvPr/>
        </p:nvSpPr>
        <p:spPr>
          <a:xfrm xmlns:a="http://schemas.openxmlformats.org/drawingml/2006/main">
            <a:off x="530072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A338AD82-D561-4C7F-8802-D2414ECEBC1F}"/>
              </a:ext>
            </a:extLst>
          </p:cNvPr>
          <p:cNvSpPr>
            <a:spLocks xmlns:a="http://schemas.openxmlformats.org/drawingml/2006/main" noGrp="1"/>
          </p:cNvSpPr>
          <p:nvPr/>
        </p:nvSpPr>
        <p:spPr>
          <a:xfrm xmlns:a="http://schemas.openxmlformats.org/drawingml/2006/main">
            <a:off x="5300721"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4105C4E0-E3BC-4358-AA98-4B3CA2470481}"/>
              </a:ext>
            </a:extLst>
          </p:cNvPr>
          <p:cNvSpPr>
            <a:spLocks xmlns:a="http://schemas.openxmlformats.org/drawingml/2006/main" noGrp="1"/>
          </p:cNvSpPr>
          <p:nvPr/>
        </p:nvSpPr>
        <p:spPr>
          <a:xfrm xmlns:a="http://schemas.openxmlformats.org/drawingml/2006/main">
            <a:off x="530072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C79D5093-A6A1-428B-B4AF-AA330C33BE30}"/>
              </a:ext>
            </a:extLst>
          </p:cNvPr>
          <p:cNvSpPr>
            <a:spLocks xmlns:a="http://schemas.openxmlformats.org/drawingml/2006/main" noGrp="1"/>
          </p:cNvSpPr>
          <p:nvPr/>
        </p:nvSpPr>
        <p:spPr>
          <a:xfrm xmlns:a="http://schemas.openxmlformats.org/drawingml/2006/main">
            <a:off x="5300721"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D8A6B30F-B5D3-47A3-B2FC-253BE3FA19FE}"/>
              </a:ext>
            </a:extLst>
          </p:cNvPr>
          <p:cNvSpPr>
            <a:spLocks xmlns:a="http://schemas.openxmlformats.org/drawingml/2006/main" noGrp="1"/>
          </p:cNvSpPr>
          <p:nvPr/>
        </p:nvSpPr>
        <p:spPr>
          <a:xfrm xmlns:a="http://schemas.openxmlformats.org/drawingml/2006/main">
            <a:off x="5300721"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707EA082-9B15-4AE0-80F6-4970FE018FE9}"/>
              </a:ext>
            </a:extLst>
          </p:cNvPr>
          <p:cNvSpPr>
            <a:spLocks xmlns:a="http://schemas.openxmlformats.org/drawingml/2006/main" noGrp="1"/>
          </p:cNvSpPr>
          <p:nvPr/>
        </p:nvSpPr>
        <p:spPr>
          <a:xfrm xmlns:a="http://schemas.openxmlformats.org/drawingml/2006/main">
            <a:off x="5300721"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6A92E3A0-3EC1-437C-9818-E754EF201862}"/>
              </a:ext>
            </a:extLst>
          </p:cNvPr>
          <p:cNvSpPr>
            <a:spLocks xmlns:a="http://schemas.openxmlformats.org/drawingml/2006/main" noGrp="1"/>
          </p:cNvSpPr>
          <p:nvPr/>
        </p:nvSpPr>
        <p:spPr>
          <a:xfrm xmlns:a="http://schemas.openxmlformats.org/drawingml/2006/main">
            <a:off x="5300721"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5E34A06D-62EB-4240-9215-F3E06A955485}"/>
              </a:ext>
            </a:extLst>
          </p:cNvPr>
          <p:cNvSpPr>
            <a:spLocks xmlns:a="http://schemas.openxmlformats.org/drawingml/2006/main" noGrp="1"/>
          </p:cNvSpPr>
          <p:nvPr/>
        </p:nvSpPr>
        <p:spPr>
          <a:xfrm xmlns:a="http://schemas.openxmlformats.org/drawingml/2006/main">
            <a:off x="5300721" y="256515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1F66ED31-57F8-4A37-9F7C-8BBA9091DF1A}"/>
              </a:ext>
            </a:extLst>
          </p:cNvPr>
          <p:cNvSpPr>
            <a:spLocks xmlns:a="http://schemas.openxmlformats.org/drawingml/2006/main" noGrp="1"/>
          </p:cNvSpPr>
          <p:nvPr/>
        </p:nvSpPr>
        <p:spPr>
          <a:xfrm xmlns:a="http://schemas.openxmlformats.org/drawingml/2006/main">
            <a:off x="5361612"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69A65886-A183-4790-A697-0D2864A0666B}"/>
              </a:ext>
            </a:extLst>
          </p:cNvPr>
          <p:cNvSpPr>
            <a:spLocks xmlns:a="http://schemas.openxmlformats.org/drawingml/2006/main" noGrp="1"/>
          </p:cNvSpPr>
          <p:nvPr/>
        </p:nvSpPr>
        <p:spPr>
          <a:xfrm xmlns:a="http://schemas.openxmlformats.org/drawingml/2006/main">
            <a:off x="5361612"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D648574E-EA66-4D2E-B3DF-9B1C67ADF82A}"/>
              </a:ext>
            </a:extLst>
          </p:cNvPr>
          <p:cNvSpPr>
            <a:spLocks xmlns:a="http://schemas.openxmlformats.org/drawingml/2006/main" noGrp="1"/>
          </p:cNvSpPr>
          <p:nvPr/>
        </p:nvSpPr>
        <p:spPr>
          <a:xfrm xmlns:a="http://schemas.openxmlformats.org/drawingml/2006/main">
            <a:off x="5361612"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0EBCF0B9-F0F1-4856-A3F5-AAC8F7DF1D45}"/>
              </a:ext>
            </a:extLst>
          </p:cNvPr>
          <p:cNvSpPr>
            <a:spLocks xmlns:a="http://schemas.openxmlformats.org/drawingml/2006/main" noGrp="1"/>
          </p:cNvSpPr>
          <p:nvPr/>
        </p:nvSpPr>
        <p:spPr>
          <a:xfrm xmlns:a="http://schemas.openxmlformats.org/drawingml/2006/main">
            <a:off x="5361612"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7482893F-6F04-485E-B4B7-8F35990AC358}"/>
              </a:ext>
            </a:extLst>
          </p:cNvPr>
          <p:cNvSpPr>
            <a:spLocks xmlns:a="http://schemas.openxmlformats.org/drawingml/2006/main" noGrp="1"/>
          </p:cNvSpPr>
          <p:nvPr/>
        </p:nvSpPr>
        <p:spPr>
          <a:xfrm xmlns:a="http://schemas.openxmlformats.org/drawingml/2006/main">
            <a:off x="5361612"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300D4586-97CB-4185-A4AA-5973BD89A64D}"/>
              </a:ext>
            </a:extLst>
          </p:cNvPr>
          <p:cNvSpPr>
            <a:spLocks xmlns:a="http://schemas.openxmlformats.org/drawingml/2006/main" noGrp="1"/>
          </p:cNvSpPr>
          <p:nvPr/>
        </p:nvSpPr>
        <p:spPr>
          <a:xfrm xmlns:a="http://schemas.openxmlformats.org/drawingml/2006/main">
            <a:off x="5422504"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28B96690-C583-4358-A0E9-14A7175617FF}"/>
              </a:ext>
            </a:extLst>
          </p:cNvPr>
          <p:cNvSpPr>
            <a:spLocks xmlns:a="http://schemas.openxmlformats.org/drawingml/2006/main" noGrp="1"/>
          </p:cNvSpPr>
          <p:nvPr/>
        </p:nvSpPr>
        <p:spPr>
          <a:xfrm xmlns:a="http://schemas.openxmlformats.org/drawingml/2006/main">
            <a:off x="5422504"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B4729C42-882B-4767-B2A5-2F1AFCF8D08F}"/>
              </a:ext>
            </a:extLst>
          </p:cNvPr>
          <p:cNvSpPr>
            <a:spLocks xmlns:a="http://schemas.openxmlformats.org/drawingml/2006/main" noGrp="1"/>
          </p:cNvSpPr>
          <p:nvPr/>
        </p:nvSpPr>
        <p:spPr>
          <a:xfrm xmlns:a="http://schemas.openxmlformats.org/drawingml/2006/main">
            <a:off x="5422504"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0DF5EA53-7A38-4569-9458-6B01A2879FD4}"/>
              </a:ext>
            </a:extLst>
          </p:cNvPr>
          <p:cNvSpPr>
            <a:spLocks xmlns:a="http://schemas.openxmlformats.org/drawingml/2006/main" noGrp="1"/>
          </p:cNvSpPr>
          <p:nvPr/>
        </p:nvSpPr>
        <p:spPr>
          <a:xfrm xmlns:a="http://schemas.openxmlformats.org/drawingml/2006/main">
            <a:off x="5422504"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2D2F9FAE-7664-4526-BC28-203560A5FD0C}"/>
              </a:ext>
            </a:extLst>
          </p:cNvPr>
          <p:cNvSpPr>
            <a:spLocks xmlns:a="http://schemas.openxmlformats.org/drawingml/2006/main" noGrp="1"/>
          </p:cNvSpPr>
          <p:nvPr/>
        </p:nvSpPr>
        <p:spPr>
          <a:xfrm xmlns:a="http://schemas.openxmlformats.org/drawingml/2006/main">
            <a:off x="5483396"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76832B2F-CA96-43F5-B4B6-D67586DC5E09}"/>
              </a:ext>
            </a:extLst>
          </p:cNvPr>
          <p:cNvSpPr>
            <a:spLocks xmlns:a="http://schemas.openxmlformats.org/drawingml/2006/main" noGrp="1"/>
          </p:cNvSpPr>
          <p:nvPr/>
        </p:nvSpPr>
        <p:spPr>
          <a:xfrm xmlns:a="http://schemas.openxmlformats.org/drawingml/2006/main">
            <a:off x="5483396"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3CE9C086-5773-422E-90E5-4A36008B8798}"/>
              </a:ext>
            </a:extLst>
          </p:cNvPr>
          <p:cNvSpPr>
            <a:spLocks xmlns:a="http://schemas.openxmlformats.org/drawingml/2006/main" noGrp="1"/>
          </p:cNvSpPr>
          <p:nvPr/>
        </p:nvSpPr>
        <p:spPr>
          <a:xfrm xmlns:a="http://schemas.openxmlformats.org/drawingml/2006/main">
            <a:off x="5483396"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3F916F28-9F19-4D00-B989-401446454A3F}"/>
              </a:ext>
            </a:extLst>
          </p:cNvPr>
          <p:cNvSpPr>
            <a:spLocks xmlns:a="http://schemas.openxmlformats.org/drawingml/2006/main" noGrp="1"/>
          </p:cNvSpPr>
          <p:nvPr/>
        </p:nvSpPr>
        <p:spPr>
          <a:xfrm xmlns:a="http://schemas.openxmlformats.org/drawingml/2006/main">
            <a:off x="5483396"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C564ACC5-29C4-4A5E-ADE2-33273322AC77}"/>
              </a:ext>
            </a:extLst>
          </p:cNvPr>
          <p:cNvSpPr>
            <a:spLocks xmlns:a="http://schemas.openxmlformats.org/drawingml/2006/main" noGrp="1"/>
          </p:cNvSpPr>
          <p:nvPr/>
        </p:nvSpPr>
        <p:spPr>
          <a:xfrm xmlns:a="http://schemas.openxmlformats.org/drawingml/2006/main">
            <a:off x="5483396"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C31DFAA3-D099-4DAE-BDB7-4F81F02D4EDD}"/>
              </a:ext>
            </a:extLst>
          </p:cNvPr>
          <p:cNvSpPr>
            <a:spLocks xmlns:a="http://schemas.openxmlformats.org/drawingml/2006/main" noGrp="1"/>
          </p:cNvSpPr>
          <p:nvPr/>
        </p:nvSpPr>
        <p:spPr>
          <a:xfrm xmlns:a="http://schemas.openxmlformats.org/drawingml/2006/main">
            <a:off x="5544288"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C43E83DC-BBBE-40AB-B8A1-6CE6A8CB7D61}"/>
              </a:ext>
            </a:extLst>
          </p:cNvPr>
          <p:cNvSpPr>
            <a:spLocks xmlns:a="http://schemas.openxmlformats.org/drawingml/2006/main" noGrp="1"/>
          </p:cNvSpPr>
          <p:nvPr/>
        </p:nvSpPr>
        <p:spPr>
          <a:xfrm xmlns:a="http://schemas.openxmlformats.org/drawingml/2006/main">
            <a:off x="5544288"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391A49E6-A46A-49F1-B4BC-0FCC42ED6065}"/>
              </a:ext>
            </a:extLst>
          </p:cNvPr>
          <p:cNvSpPr>
            <a:spLocks xmlns:a="http://schemas.openxmlformats.org/drawingml/2006/main" noGrp="1"/>
          </p:cNvSpPr>
          <p:nvPr/>
        </p:nvSpPr>
        <p:spPr>
          <a:xfrm xmlns:a="http://schemas.openxmlformats.org/drawingml/2006/main">
            <a:off x="5544288"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DDBF4CE0-162E-465B-8B09-14F96773A7D0}"/>
              </a:ext>
            </a:extLst>
          </p:cNvPr>
          <p:cNvSpPr>
            <a:spLocks xmlns:a="http://schemas.openxmlformats.org/drawingml/2006/main" noGrp="1"/>
          </p:cNvSpPr>
          <p:nvPr/>
        </p:nvSpPr>
        <p:spPr>
          <a:xfrm xmlns:a="http://schemas.openxmlformats.org/drawingml/2006/main">
            <a:off x="5544288"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A3682995-03F3-4A3A-A09E-B18CEAC15FD9}"/>
              </a:ext>
            </a:extLst>
          </p:cNvPr>
          <p:cNvSpPr>
            <a:spLocks xmlns:a="http://schemas.openxmlformats.org/drawingml/2006/main" noGrp="1"/>
          </p:cNvSpPr>
          <p:nvPr/>
        </p:nvSpPr>
        <p:spPr>
          <a:xfrm xmlns:a="http://schemas.openxmlformats.org/drawingml/2006/main">
            <a:off x="5605180" y="366859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C452CA84-1226-4C0D-8D75-0803CB5B6391}"/>
              </a:ext>
            </a:extLst>
          </p:cNvPr>
          <p:cNvSpPr>
            <a:spLocks xmlns:a="http://schemas.openxmlformats.org/drawingml/2006/main" noGrp="1"/>
          </p:cNvSpPr>
          <p:nvPr/>
        </p:nvSpPr>
        <p:spPr>
          <a:xfrm xmlns:a="http://schemas.openxmlformats.org/drawingml/2006/main">
            <a:off x="5605180"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CA6E9EEA-9013-4DA4-97BD-5C54F9612EBE}"/>
              </a:ext>
            </a:extLst>
          </p:cNvPr>
          <p:cNvSpPr>
            <a:spLocks xmlns:a="http://schemas.openxmlformats.org/drawingml/2006/main" noGrp="1"/>
          </p:cNvSpPr>
          <p:nvPr/>
        </p:nvSpPr>
        <p:spPr>
          <a:xfrm xmlns:a="http://schemas.openxmlformats.org/drawingml/2006/main">
            <a:off x="5605180"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5A4CFD91-85B0-48F3-A2CC-72CC3AAB6692}"/>
              </a:ext>
            </a:extLst>
          </p:cNvPr>
          <p:cNvSpPr>
            <a:spLocks xmlns:a="http://schemas.openxmlformats.org/drawingml/2006/main" noGrp="1"/>
          </p:cNvSpPr>
          <p:nvPr/>
        </p:nvSpPr>
        <p:spPr>
          <a:xfrm xmlns:a="http://schemas.openxmlformats.org/drawingml/2006/main">
            <a:off x="5605180"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7CBBA7F7-1B1F-4008-888E-622DA00A0D45}"/>
              </a:ext>
            </a:extLst>
          </p:cNvPr>
          <p:cNvSpPr>
            <a:spLocks xmlns:a="http://schemas.openxmlformats.org/drawingml/2006/main" noGrp="1"/>
          </p:cNvSpPr>
          <p:nvPr/>
        </p:nvSpPr>
        <p:spPr>
          <a:xfrm xmlns:a="http://schemas.openxmlformats.org/drawingml/2006/main">
            <a:off x="5605180"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CC1B29A9-C571-4669-AA45-1625DF08C56A}"/>
              </a:ext>
            </a:extLst>
          </p:cNvPr>
          <p:cNvSpPr>
            <a:spLocks xmlns:a="http://schemas.openxmlformats.org/drawingml/2006/main" noGrp="1"/>
          </p:cNvSpPr>
          <p:nvPr/>
        </p:nvSpPr>
        <p:spPr>
          <a:xfrm xmlns:a="http://schemas.openxmlformats.org/drawingml/2006/main">
            <a:off x="5605180"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56ED0A50-41BE-46DE-8260-668AAFF36FA4}"/>
              </a:ext>
            </a:extLst>
          </p:cNvPr>
          <p:cNvSpPr>
            <a:spLocks xmlns:a="http://schemas.openxmlformats.org/drawingml/2006/main" noGrp="1"/>
          </p:cNvSpPr>
          <p:nvPr/>
        </p:nvSpPr>
        <p:spPr>
          <a:xfrm xmlns:a="http://schemas.openxmlformats.org/drawingml/2006/main">
            <a:off x="5666072"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0B37BE84-1B92-49A3-AAB7-2E071549B809}"/>
              </a:ext>
            </a:extLst>
          </p:cNvPr>
          <p:cNvSpPr>
            <a:spLocks xmlns:a="http://schemas.openxmlformats.org/drawingml/2006/main" noGrp="1"/>
          </p:cNvSpPr>
          <p:nvPr/>
        </p:nvSpPr>
        <p:spPr>
          <a:xfrm xmlns:a="http://schemas.openxmlformats.org/drawingml/2006/main">
            <a:off x="5666072"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D8778BC0-FF4B-4427-A018-672260313295}"/>
              </a:ext>
            </a:extLst>
          </p:cNvPr>
          <p:cNvSpPr>
            <a:spLocks xmlns:a="http://schemas.openxmlformats.org/drawingml/2006/main" noGrp="1"/>
          </p:cNvSpPr>
          <p:nvPr/>
        </p:nvSpPr>
        <p:spPr>
          <a:xfrm xmlns:a="http://schemas.openxmlformats.org/drawingml/2006/main">
            <a:off x="5666072"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46CDD6B9-3DA5-447E-855D-80197EC60E46}"/>
              </a:ext>
            </a:extLst>
          </p:cNvPr>
          <p:cNvSpPr>
            <a:spLocks xmlns:a="http://schemas.openxmlformats.org/drawingml/2006/main" noGrp="1"/>
          </p:cNvSpPr>
          <p:nvPr/>
        </p:nvSpPr>
        <p:spPr>
          <a:xfrm xmlns:a="http://schemas.openxmlformats.org/drawingml/2006/main">
            <a:off x="5666072"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E7115504-AB3D-45C5-A57C-ADADC40D30C1}"/>
              </a:ext>
            </a:extLst>
          </p:cNvPr>
          <p:cNvSpPr>
            <a:spLocks xmlns:a="http://schemas.openxmlformats.org/drawingml/2006/main" noGrp="1"/>
          </p:cNvSpPr>
          <p:nvPr/>
        </p:nvSpPr>
        <p:spPr>
          <a:xfrm xmlns:a="http://schemas.openxmlformats.org/drawingml/2006/main">
            <a:off x="5666072"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5A36B1D0-1992-4ACA-8FE2-5D70A5974A46}"/>
              </a:ext>
            </a:extLst>
          </p:cNvPr>
          <p:cNvSpPr>
            <a:spLocks xmlns:a="http://schemas.openxmlformats.org/drawingml/2006/main" noGrp="1"/>
          </p:cNvSpPr>
          <p:nvPr/>
        </p:nvSpPr>
        <p:spPr>
          <a:xfrm xmlns:a="http://schemas.openxmlformats.org/drawingml/2006/main">
            <a:off x="5726964"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80AE245F-34C8-490D-9062-78762DA5D18C}"/>
              </a:ext>
            </a:extLst>
          </p:cNvPr>
          <p:cNvSpPr>
            <a:spLocks xmlns:a="http://schemas.openxmlformats.org/drawingml/2006/main" noGrp="1"/>
          </p:cNvSpPr>
          <p:nvPr/>
        </p:nvSpPr>
        <p:spPr>
          <a:xfrm xmlns:a="http://schemas.openxmlformats.org/drawingml/2006/main">
            <a:off x="5726964"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9EC3BDF1-1E84-4AD0-BBB3-E5F77DF5DD13}"/>
              </a:ext>
            </a:extLst>
          </p:cNvPr>
          <p:cNvSpPr>
            <a:spLocks xmlns:a="http://schemas.openxmlformats.org/drawingml/2006/main" noGrp="1"/>
          </p:cNvSpPr>
          <p:nvPr/>
        </p:nvSpPr>
        <p:spPr>
          <a:xfrm xmlns:a="http://schemas.openxmlformats.org/drawingml/2006/main">
            <a:off x="5726964"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ADCB99CB-05F9-41BB-AB99-89D440F66470}"/>
              </a:ext>
            </a:extLst>
          </p:cNvPr>
          <p:cNvSpPr>
            <a:spLocks xmlns:a="http://schemas.openxmlformats.org/drawingml/2006/main" noGrp="1"/>
          </p:cNvSpPr>
          <p:nvPr/>
        </p:nvSpPr>
        <p:spPr>
          <a:xfrm xmlns:a="http://schemas.openxmlformats.org/drawingml/2006/main">
            <a:off x="5787856"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20E66D35-DE03-4E66-AB1E-75F3CF04582D}"/>
              </a:ext>
            </a:extLst>
          </p:cNvPr>
          <p:cNvSpPr>
            <a:spLocks xmlns:a="http://schemas.openxmlformats.org/drawingml/2006/main" noGrp="1"/>
          </p:cNvSpPr>
          <p:nvPr/>
        </p:nvSpPr>
        <p:spPr>
          <a:xfrm xmlns:a="http://schemas.openxmlformats.org/drawingml/2006/main">
            <a:off x="5787856" y="379119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99FA477C-455A-4667-AE2A-38347EB9854E}"/>
              </a:ext>
            </a:extLst>
          </p:cNvPr>
          <p:cNvSpPr>
            <a:spLocks xmlns:a="http://schemas.openxmlformats.org/drawingml/2006/main" noGrp="1"/>
          </p:cNvSpPr>
          <p:nvPr/>
        </p:nvSpPr>
        <p:spPr>
          <a:xfrm xmlns:a="http://schemas.openxmlformats.org/drawingml/2006/main">
            <a:off x="5787856"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BACBDFCC-D7A4-4355-BAEB-64B4369CB697}"/>
              </a:ext>
            </a:extLst>
          </p:cNvPr>
          <p:cNvSpPr>
            <a:spLocks xmlns:a="http://schemas.openxmlformats.org/drawingml/2006/main" noGrp="1"/>
          </p:cNvSpPr>
          <p:nvPr/>
        </p:nvSpPr>
        <p:spPr>
          <a:xfrm xmlns:a="http://schemas.openxmlformats.org/drawingml/2006/main">
            <a:off x="5787856"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4A8A9153-FE27-473C-A6D7-7F1DB9DEBB2B}"/>
              </a:ext>
            </a:extLst>
          </p:cNvPr>
          <p:cNvSpPr>
            <a:spLocks xmlns:a="http://schemas.openxmlformats.org/drawingml/2006/main" noGrp="1"/>
          </p:cNvSpPr>
          <p:nvPr/>
        </p:nvSpPr>
        <p:spPr>
          <a:xfrm xmlns:a="http://schemas.openxmlformats.org/drawingml/2006/main">
            <a:off x="5787856"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F812CDF9-1CB6-4593-93D6-F2EBEC3CA5D3}"/>
              </a:ext>
            </a:extLst>
          </p:cNvPr>
          <p:cNvSpPr>
            <a:spLocks xmlns:a="http://schemas.openxmlformats.org/drawingml/2006/main" noGrp="1"/>
          </p:cNvSpPr>
          <p:nvPr/>
        </p:nvSpPr>
        <p:spPr>
          <a:xfrm xmlns:a="http://schemas.openxmlformats.org/drawingml/2006/main">
            <a:off x="5787856"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5896B513-15FC-4B2C-9E68-8BA6DD63D388}"/>
              </a:ext>
            </a:extLst>
          </p:cNvPr>
          <p:cNvSpPr>
            <a:spLocks xmlns:a="http://schemas.openxmlformats.org/drawingml/2006/main" noGrp="1"/>
          </p:cNvSpPr>
          <p:nvPr/>
        </p:nvSpPr>
        <p:spPr>
          <a:xfrm xmlns:a="http://schemas.openxmlformats.org/drawingml/2006/main">
            <a:off x="5787856"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7CFBB662-696C-4057-B89B-DC8929FB5F5E}"/>
              </a:ext>
            </a:extLst>
          </p:cNvPr>
          <p:cNvSpPr>
            <a:spLocks xmlns:a="http://schemas.openxmlformats.org/drawingml/2006/main" noGrp="1"/>
          </p:cNvSpPr>
          <p:nvPr/>
        </p:nvSpPr>
        <p:spPr>
          <a:xfrm xmlns:a="http://schemas.openxmlformats.org/drawingml/2006/main">
            <a:off x="584874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F8B4FBCF-17BA-4306-A29B-81F5F1255C12}"/>
              </a:ext>
            </a:extLst>
          </p:cNvPr>
          <p:cNvSpPr>
            <a:spLocks xmlns:a="http://schemas.openxmlformats.org/drawingml/2006/main" noGrp="1"/>
          </p:cNvSpPr>
          <p:nvPr/>
        </p:nvSpPr>
        <p:spPr>
          <a:xfrm xmlns:a="http://schemas.openxmlformats.org/drawingml/2006/main">
            <a:off x="5848747"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26C768A4-07B5-42CD-9016-DEC0036C2CA3}"/>
              </a:ext>
            </a:extLst>
          </p:cNvPr>
          <p:cNvSpPr>
            <a:spLocks xmlns:a="http://schemas.openxmlformats.org/drawingml/2006/main" noGrp="1"/>
          </p:cNvSpPr>
          <p:nvPr/>
        </p:nvSpPr>
        <p:spPr>
          <a:xfrm xmlns:a="http://schemas.openxmlformats.org/drawingml/2006/main">
            <a:off x="584874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C65F226B-053F-4B85-90EC-365EBFD30A48}"/>
              </a:ext>
            </a:extLst>
          </p:cNvPr>
          <p:cNvSpPr>
            <a:spLocks xmlns:a="http://schemas.openxmlformats.org/drawingml/2006/main" noGrp="1"/>
          </p:cNvSpPr>
          <p:nvPr/>
        </p:nvSpPr>
        <p:spPr>
          <a:xfrm xmlns:a="http://schemas.openxmlformats.org/drawingml/2006/main">
            <a:off x="584874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1791CAF7-B150-4C0A-96CD-1C0B3A10FD4B}"/>
              </a:ext>
            </a:extLst>
          </p:cNvPr>
          <p:cNvSpPr>
            <a:spLocks xmlns:a="http://schemas.openxmlformats.org/drawingml/2006/main" noGrp="1"/>
          </p:cNvSpPr>
          <p:nvPr/>
        </p:nvSpPr>
        <p:spPr>
          <a:xfrm xmlns:a="http://schemas.openxmlformats.org/drawingml/2006/main">
            <a:off x="5848747"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F43C6DDB-D4BC-413D-93D2-E3E4289C2461}"/>
              </a:ext>
            </a:extLst>
          </p:cNvPr>
          <p:cNvSpPr>
            <a:spLocks xmlns:a="http://schemas.openxmlformats.org/drawingml/2006/main" noGrp="1"/>
          </p:cNvSpPr>
          <p:nvPr/>
        </p:nvSpPr>
        <p:spPr>
          <a:xfrm xmlns:a="http://schemas.openxmlformats.org/drawingml/2006/main">
            <a:off x="5848747"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3D7E87CE-9EB7-4FDF-A65B-E6340B9000FD}"/>
              </a:ext>
            </a:extLst>
          </p:cNvPr>
          <p:cNvSpPr>
            <a:spLocks xmlns:a="http://schemas.openxmlformats.org/drawingml/2006/main" noGrp="1"/>
          </p:cNvSpPr>
          <p:nvPr/>
        </p:nvSpPr>
        <p:spPr>
          <a:xfrm xmlns:a="http://schemas.openxmlformats.org/drawingml/2006/main">
            <a:off x="5848747"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4345B8B4-22DB-4A21-B8CE-D7CB1F43BD06}"/>
              </a:ext>
            </a:extLst>
          </p:cNvPr>
          <p:cNvSpPr>
            <a:spLocks xmlns:a="http://schemas.openxmlformats.org/drawingml/2006/main" noGrp="1"/>
          </p:cNvSpPr>
          <p:nvPr/>
        </p:nvSpPr>
        <p:spPr>
          <a:xfrm xmlns:a="http://schemas.openxmlformats.org/drawingml/2006/main">
            <a:off x="5848747"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D18FD3B4-D199-4182-B0A0-531ED2E82653}"/>
              </a:ext>
            </a:extLst>
          </p:cNvPr>
          <p:cNvSpPr>
            <a:spLocks xmlns:a="http://schemas.openxmlformats.org/drawingml/2006/main" noGrp="1"/>
          </p:cNvSpPr>
          <p:nvPr/>
        </p:nvSpPr>
        <p:spPr>
          <a:xfrm xmlns:a="http://schemas.openxmlformats.org/drawingml/2006/main">
            <a:off x="5909639"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A7DBE530-65D7-46AE-8CFD-3977B66D6575}"/>
              </a:ext>
            </a:extLst>
          </p:cNvPr>
          <p:cNvSpPr>
            <a:spLocks xmlns:a="http://schemas.openxmlformats.org/drawingml/2006/main" noGrp="1"/>
          </p:cNvSpPr>
          <p:nvPr/>
        </p:nvSpPr>
        <p:spPr>
          <a:xfrm xmlns:a="http://schemas.openxmlformats.org/drawingml/2006/main">
            <a:off x="5909639"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D3FC0AB2-3E44-4B6B-AE7D-212A98854293}"/>
              </a:ext>
            </a:extLst>
          </p:cNvPr>
          <p:cNvSpPr>
            <a:spLocks xmlns:a="http://schemas.openxmlformats.org/drawingml/2006/main" noGrp="1"/>
          </p:cNvSpPr>
          <p:nvPr/>
        </p:nvSpPr>
        <p:spPr>
          <a:xfrm xmlns:a="http://schemas.openxmlformats.org/drawingml/2006/main">
            <a:off x="5909639"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201EA6DB-C168-4D45-BA54-59B881CBFBDD}"/>
              </a:ext>
            </a:extLst>
          </p:cNvPr>
          <p:cNvSpPr>
            <a:spLocks xmlns:a="http://schemas.openxmlformats.org/drawingml/2006/main" noGrp="1"/>
          </p:cNvSpPr>
          <p:nvPr/>
        </p:nvSpPr>
        <p:spPr>
          <a:xfrm xmlns:a="http://schemas.openxmlformats.org/drawingml/2006/main">
            <a:off x="5909639"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2C203BF9-9554-4990-B99C-F5410CFD3CFC}"/>
              </a:ext>
            </a:extLst>
          </p:cNvPr>
          <p:cNvSpPr>
            <a:spLocks xmlns:a="http://schemas.openxmlformats.org/drawingml/2006/main" noGrp="1"/>
          </p:cNvSpPr>
          <p:nvPr/>
        </p:nvSpPr>
        <p:spPr>
          <a:xfrm xmlns:a="http://schemas.openxmlformats.org/drawingml/2006/main">
            <a:off x="590963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2E8D8460-D0A7-4DB5-8EC9-D435C013A01A}"/>
              </a:ext>
            </a:extLst>
          </p:cNvPr>
          <p:cNvSpPr>
            <a:spLocks xmlns:a="http://schemas.openxmlformats.org/drawingml/2006/main" noGrp="1"/>
          </p:cNvSpPr>
          <p:nvPr/>
        </p:nvSpPr>
        <p:spPr>
          <a:xfrm xmlns:a="http://schemas.openxmlformats.org/drawingml/2006/main">
            <a:off x="590963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4044F022-D6B9-48EE-A9A3-49961DC7680E}"/>
              </a:ext>
            </a:extLst>
          </p:cNvPr>
          <p:cNvSpPr>
            <a:spLocks xmlns:a="http://schemas.openxmlformats.org/drawingml/2006/main" noGrp="1"/>
          </p:cNvSpPr>
          <p:nvPr/>
        </p:nvSpPr>
        <p:spPr>
          <a:xfrm xmlns:a="http://schemas.openxmlformats.org/drawingml/2006/main">
            <a:off x="590963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0874F186-C633-4AE9-9607-4B24D3C7EB67}"/>
              </a:ext>
            </a:extLst>
          </p:cNvPr>
          <p:cNvSpPr>
            <a:spLocks xmlns:a="http://schemas.openxmlformats.org/drawingml/2006/main" noGrp="1"/>
          </p:cNvSpPr>
          <p:nvPr/>
        </p:nvSpPr>
        <p:spPr>
          <a:xfrm xmlns:a="http://schemas.openxmlformats.org/drawingml/2006/main">
            <a:off x="5909639"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6AA54274-5672-4CFB-A53A-E629A7188171}"/>
              </a:ext>
            </a:extLst>
          </p:cNvPr>
          <p:cNvSpPr>
            <a:spLocks xmlns:a="http://schemas.openxmlformats.org/drawingml/2006/main" noGrp="1"/>
          </p:cNvSpPr>
          <p:nvPr/>
        </p:nvSpPr>
        <p:spPr>
          <a:xfrm xmlns:a="http://schemas.openxmlformats.org/drawingml/2006/main">
            <a:off x="5909639"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969A26C8-C31C-4392-96EF-2F14FD6FA4B6}"/>
              </a:ext>
            </a:extLst>
          </p:cNvPr>
          <p:cNvSpPr>
            <a:spLocks xmlns:a="http://schemas.openxmlformats.org/drawingml/2006/main" noGrp="1"/>
          </p:cNvSpPr>
          <p:nvPr/>
        </p:nvSpPr>
        <p:spPr>
          <a:xfrm xmlns:a="http://schemas.openxmlformats.org/drawingml/2006/main">
            <a:off x="5909639"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2408E33F-3DDA-42E3-9FDD-98CBEF03ADD0}"/>
              </a:ext>
            </a:extLst>
          </p:cNvPr>
          <p:cNvSpPr>
            <a:spLocks xmlns:a="http://schemas.openxmlformats.org/drawingml/2006/main" noGrp="1"/>
          </p:cNvSpPr>
          <p:nvPr/>
        </p:nvSpPr>
        <p:spPr>
          <a:xfrm xmlns:a="http://schemas.openxmlformats.org/drawingml/2006/main">
            <a:off x="5970531"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FE189810-2605-4B15-876A-C8DEB4749197}"/>
              </a:ext>
            </a:extLst>
          </p:cNvPr>
          <p:cNvSpPr>
            <a:spLocks xmlns:a="http://schemas.openxmlformats.org/drawingml/2006/main" noGrp="1"/>
          </p:cNvSpPr>
          <p:nvPr/>
        </p:nvSpPr>
        <p:spPr>
          <a:xfrm xmlns:a="http://schemas.openxmlformats.org/drawingml/2006/main">
            <a:off x="5970531"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85E9D84B-E4D8-4D16-9D84-366D7D876920}"/>
              </a:ext>
            </a:extLst>
          </p:cNvPr>
          <p:cNvSpPr>
            <a:spLocks xmlns:a="http://schemas.openxmlformats.org/drawingml/2006/main" noGrp="1"/>
          </p:cNvSpPr>
          <p:nvPr/>
        </p:nvSpPr>
        <p:spPr>
          <a:xfrm xmlns:a="http://schemas.openxmlformats.org/drawingml/2006/main">
            <a:off x="5970531"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5757DDB8-5340-46F5-A544-10AA24F73E83}"/>
              </a:ext>
            </a:extLst>
          </p:cNvPr>
          <p:cNvSpPr>
            <a:spLocks xmlns:a="http://schemas.openxmlformats.org/drawingml/2006/main" noGrp="1"/>
          </p:cNvSpPr>
          <p:nvPr/>
        </p:nvSpPr>
        <p:spPr>
          <a:xfrm xmlns:a="http://schemas.openxmlformats.org/drawingml/2006/main">
            <a:off x="5970531"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A4DFA630-87DF-40AA-A40F-F4C930ED3B38}"/>
              </a:ext>
            </a:extLst>
          </p:cNvPr>
          <p:cNvSpPr>
            <a:spLocks xmlns:a="http://schemas.openxmlformats.org/drawingml/2006/main" noGrp="1"/>
          </p:cNvSpPr>
          <p:nvPr/>
        </p:nvSpPr>
        <p:spPr>
          <a:xfrm xmlns:a="http://schemas.openxmlformats.org/drawingml/2006/main">
            <a:off x="5970531"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7A945664-0E48-4AA2-A446-263F723FF557}"/>
              </a:ext>
            </a:extLst>
          </p:cNvPr>
          <p:cNvSpPr>
            <a:spLocks xmlns:a="http://schemas.openxmlformats.org/drawingml/2006/main" noGrp="1"/>
          </p:cNvSpPr>
          <p:nvPr/>
        </p:nvSpPr>
        <p:spPr>
          <a:xfrm xmlns:a="http://schemas.openxmlformats.org/drawingml/2006/main">
            <a:off x="5970531"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D6F4DDB1-C11E-45EA-A9FF-F1D0588D7848}"/>
              </a:ext>
            </a:extLst>
          </p:cNvPr>
          <p:cNvSpPr>
            <a:spLocks xmlns:a="http://schemas.openxmlformats.org/drawingml/2006/main" noGrp="1"/>
          </p:cNvSpPr>
          <p:nvPr/>
        </p:nvSpPr>
        <p:spPr>
          <a:xfrm xmlns:a="http://schemas.openxmlformats.org/drawingml/2006/main">
            <a:off x="5970531" y="238125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BAF4FB60-FA78-4CFB-B8D1-89118D98F7EA}"/>
              </a:ext>
            </a:extLst>
          </p:cNvPr>
          <p:cNvSpPr>
            <a:spLocks xmlns:a="http://schemas.openxmlformats.org/drawingml/2006/main" noGrp="1"/>
          </p:cNvSpPr>
          <p:nvPr/>
        </p:nvSpPr>
        <p:spPr>
          <a:xfrm xmlns:a="http://schemas.openxmlformats.org/drawingml/2006/main">
            <a:off x="6031423" y="397510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FF74DF63-AF5D-42D0-9448-7AEE23686E67}"/>
              </a:ext>
            </a:extLst>
          </p:cNvPr>
          <p:cNvSpPr>
            <a:spLocks xmlns:a="http://schemas.openxmlformats.org/drawingml/2006/main" noGrp="1"/>
          </p:cNvSpPr>
          <p:nvPr/>
        </p:nvSpPr>
        <p:spPr>
          <a:xfrm xmlns:a="http://schemas.openxmlformats.org/drawingml/2006/main">
            <a:off x="6031423"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8F087DE5-14B2-4F4F-9212-82C8A42982DA}"/>
              </a:ext>
            </a:extLst>
          </p:cNvPr>
          <p:cNvSpPr>
            <a:spLocks xmlns:a="http://schemas.openxmlformats.org/drawingml/2006/main" noGrp="1"/>
          </p:cNvSpPr>
          <p:nvPr/>
        </p:nvSpPr>
        <p:spPr>
          <a:xfrm xmlns:a="http://schemas.openxmlformats.org/drawingml/2006/main">
            <a:off x="6031423"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18B2AC9F-E411-488F-9C79-BDCC615C6043}"/>
              </a:ext>
            </a:extLst>
          </p:cNvPr>
          <p:cNvSpPr>
            <a:spLocks xmlns:a="http://schemas.openxmlformats.org/drawingml/2006/main" noGrp="1"/>
          </p:cNvSpPr>
          <p:nvPr/>
        </p:nvSpPr>
        <p:spPr>
          <a:xfrm xmlns:a="http://schemas.openxmlformats.org/drawingml/2006/main">
            <a:off x="6031423"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DC0021FA-F4F2-4E6E-AA8B-F7A2452A1568}"/>
              </a:ext>
            </a:extLst>
          </p:cNvPr>
          <p:cNvSpPr>
            <a:spLocks xmlns:a="http://schemas.openxmlformats.org/drawingml/2006/main" noGrp="1"/>
          </p:cNvSpPr>
          <p:nvPr/>
        </p:nvSpPr>
        <p:spPr>
          <a:xfrm xmlns:a="http://schemas.openxmlformats.org/drawingml/2006/main">
            <a:off x="6031423" y="250385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FF14C6F8-A0E2-43A1-9FC7-0EF8EDB13E22}"/>
              </a:ext>
            </a:extLst>
          </p:cNvPr>
          <p:cNvSpPr>
            <a:spLocks xmlns:a="http://schemas.openxmlformats.org/drawingml/2006/main" noGrp="1"/>
          </p:cNvSpPr>
          <p:nvPr/>
        </p:nvSpPr>
        <p:spPr>
          <a:xfrm xmlns:a="http://schemas.openxmlformats.org/drawingml/2006/main">
            <a:off x="6031423" y="244255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3A171E4C-A585-4A81-8CFB-4739B921723E}"/>
              </a:ext>
            </a:extLst>
          </p:cNvPr>
          <p:cNvSpPr>
            <a:spLocks xmlns:a="http://schemas.openxmlformats.org/drawingml/2006/main" noGrp="1"/>
          </p:cNvSpPr>
          <p:nvPr/>
        </p:nvSpPr>
        <p:spPr>
          <a:xfrm xmlns:a="http://schemas.openxmlformats.org/drawingml/2006/main">
            <a:off x="6092315" y="391379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274E5BEF-7FBF-4700-83C6-7A1897EDAFA4}"/>
              </a:ext>
            </a:extLst>
          </p:cNvPr>
          <p:cNvSpPr>
            <a:spLocks xmlns:a="http://schemas.openxmlformats.org/drawingml/2006/main" noGrp="1"/>
          </p:cNvSpPr>
          <p:nvPr/>
        </p:nvSpPr>
        <p:spPr>
          <a:xfrm xmlns:a="http://schemas.openxmlformats.org/drawingml/2006/main">
            <a:off x="6092315" y="385249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57174D28-0EE1-4CA5-BD62-554219EA6161}"/>
              </a:ext>
            </a:extLst>
          </p:cNvPr>
          <p:cNvSpPr>
            <a:spLocks xmlns:a="http://schemas.openxmlformats.org/drawingml/2006/main" noGrp="1"/>
          </p:cNvSpPr>
          <p:nvPr/>
        </p:nvSpPr>
        <p:spPr>
          <a:xfrm xmlns:a="http://schemas.openxmlformats.org/drawingml/2006/main">
            <a:off x="6092315"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94C08ADE-CA76-44DB-9FB7-57D9E33903D3}"/>
              </a:ext>
            </a:extLst>
          </p:cNvPr>
          <p:cNvSpPr>
            <a:spLocks xmlns:a="http://schemas.openxmlformats.org/drawingml/2006/main" noGrp="1"/>
          </p:cNvSpPr>
          <p:nvPr/>
        </p:nvSpPr>
        <p:spPr>
          <a:xfrm xmlns:a="http://schemas.openxmlformats.org/drawingml/2006/main">
            <a:off x="6092315"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C92B5DCD-FBBA-4C4C-A6BD-D67FF9027CA0}"/>
              </a:ext>
            </a:extLst>
          </p:cNvPr>
          <p:cNvSpPr>
            <a:spLocks xmlns:a="http://schemas.openxmlformats.org/drawingml/2006/main" noGrp="1"/>
          </p:cNvSpPr>
          <p:nvPr/>
        </p:nvSpPr>
        <p:spPr>
          <a:xfrm xmlns:a="http://schemas.openxmlformats.org/drawingml/2006/main">
            <a:off x="6153207"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18D39CD3-9309-46AD-BF41-B2CF4C756DC0}"/>
              </a:ext>
            </a:extLst>
          </p:cNvPr>
          <p:cNvSpPr>
            <a:spLocks xmlns:a="http://schemas.openxmlformats.org/drawingml/2006/main" noGrp="1"/>
          </p:cNvSpPr>
          <p:nvPr/>
        </p:nvSpPr>
        <p:spPr>
          <a:xfrm xmlns:a="http://schemas.openxmlformats.org/drawingml/2006/main">
            <a:off x="6214099" y="372989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438F3CEF-CBC4-4393-80F0-82AE71BBEFE1}"/>
              </a:ext>
            </a:extLst>
          </p:cNvPr>
          <p:cNvSpPr>
            <a:spLocks xmlns:a="http://schemas.openxmlformats.org/drawingml/2006/main" noGrp="1"/>
          </p:cNvSpPr>
          <p:nvPr/>
        </p:nvSpPr>
        <p:spPr>
          <a:xfrm xmlns:a="http://schemas.openxmlformats.org/drawingml/2006/main">
            <a:off x="6214099"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EE8AEF7B-2C36-4B80-AD49-AE510A282C61}"/>
              </a:ext>
            </a:extLst>
          </p:cNvPr>
          <p:cNvSpPr>
            <a:spLocks xmlns:a="http://schemas.openxmlformats.org/drawingml/2006/main" noGrp="1"/>
          </p:cNvSpPr>
          <p:nvPr/>
        </p:nvSpPr>
        <p:spPr>
          <a:xfrm xmlns:a="http://schemas.openxmlformats.org/drawingml/2006/main">
            <a:off x="6214099"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E176E072-147A-436F-BC42-870D6E1B5D3B}"/>
              </a:ext>
            </a:extLst>
          </p:cNvPr>
          <p:cNvSpPr>
            <a:spLocks xmlns:a="http://schemas.openxmlformats.org/drawingml/2006/main" noGrp="1"/>
          </p:cNvSpPr>
          <p:nvPr/>
        </p:nvSpPr>
        <p:spPr>
          <a:xfrm xmlns:a="http://schemas.openxmlformats.org/drawingml/2006/main">
            <a:off x="6214099"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6015B538-F067-4B79-BBAA-9ABBC4855A48}"/>
              </a:ext>
            </a:extLst>
          </p:cNvPr>
          <p:cNvSpPr>
            <a:spLocks xmlns:a="http://schemas.openxmlformats.org/drawingml/2006/main" noGrp="1"/>
          </p:cNvSpPr>
          <p:nvPr/>
        </p:nvSpPr>
        <p:spPr>
          <a:xfrm xmlns:a="http://schemas.openxmlformats.org/drawingml/2006/main">
            <a:off x="6274991"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82B2836E-7E7D-43AC-893E-2C4E0ABDE0CD}"/>
              </a:ext>
            </a:extLst>
          </p:cNvPr>
          <p:cNvSpPr>
            <a:spLocks xmlns:a="http://schemas.openxmlformats.org/drawingml/2006/main" noGrp="1"/>
          </p:cNvSpPr>
          <p:nvPr/>
        </p:nvSpPr>
        <p:spPr>
          <a:xfrm xmlns:a="http://schemas.openxmlformats.org/drawingml/2006/main">
            <a:off x="6274991" y="2810364"/>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57EF6109-AF3E-4D07-AD46-96787D55976D}"/>
              </a:ext>
            </a:extLst>
          </p:cNvPr>
          <p:cNvSpPr>
            <a:spLocks xmlns:a="http://schemas.openxmlformats.org/drawingml/2006/main" noGrp="1"/>
          </p:cNvSpPr>
          <p:nvPr/>
        </p:nvSpPr>
        <p:spPr>
          <a:xfrm xmlns:a="http://schemas.openxmlformats.org/drawingml/2006/main">
            <a:off x="6274991"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CE7E0CD4-7FAD-4C88-B1E3-B8259F8B3C91}"/>
              </a:ext>
            </a:extLst>
          </p:cNvPr>
          <p:cNvSpPr>
            <a:spLocks xmlns:a="http://schemas.openxmlformats.org/drawingml/2006/main" noGrp="1"/>
          </p:cNvSpPr>
          <p:nvPr/>
        </p:nvSpPr>
        <p:spPr>
          <a:xfrm xmlns:a="http://schemas.openxmlformats.org/drawingml/2006/main">
            <a:off x="6274991"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8674CD65-E24E-49AD-A4E5-ABBF7368F65E}"/>
              </a:ext>
            </a:extLst>
          </p:cNvPr>
          <p:cNvSpPr>
            <a:spLocks xmlns:a="http://schemas.openxmlformats.org/drawingml/2006/main" noGrp="1"/>
          </p:cNvSpPr>
          <p:nvPr/>
        </p:nvSpPr>
        <p:spPr>
          <a:xfrm xmlns:a="http://schemas.openxmlformats.org/drawingml/2006/main">
            <a:off x="6274991" y="262645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B4A785C0-00FC-4361-9008-EBF146B98776}"/>
              </a:ext>
            </a:extLst>
          </p:cNvPr>
          <p:cNvSpPr>
            <a:spLocks xmlns:a="http://schemas.openxmlformats.org/drawingml/2006/main" noGrp="1"/>
          </p:cNvSpPr>
          <p:nvPr/>
        </p:nvSpPr>
        <p:spPr>
          <a:xfrm xmlns:a="http://schemas.openxmlformats.org/drawingml/2006/main">
            <a:off x="6335882" y="360728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16406CEE-6717-42E1-9BB2-1CE0EF94AE9A}"/>
              </a:ext>
            </a:extLst>
          </p:cNvPr>
          <p:cNvSpPr>
            <a:spLocks xmlns:a="http://schemas.openxmlformats.org/drawingml/2006/main" noGrp="1"/>
          </p:cNvSpPr>
          <p:nvPr/>
        </p:nvSpPr>
        <p:spPr>
          <a:xfrm xmlns:a="http://schemas.openxmlformats.org/drawingml/2006/main">
            <a:off x="6335882"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BCD4A6F0-9FC8-4C1A-8FF3-9A50206A5ACE}"/>
              </a:ext>
            </a:extLst>
          </p:cNvPr>
          <p:cNvSpPr>
            <a:spLocks xmlns:a="http://schemas.openxmlformats.org/drawingml/2006/main" noGrp="1"/>
          </p:cNvSpPr>
          <p:nvPr/>
        </p:nvSpPr>
        <p:spPr>
          <a:xfrm xmlns:a="http://schemas.openxmlformats.org/drawingml/2006/main">
            <a:off x="6335882" y="2687760"/>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05584879-6CA4-4856-9BCD-BA4ED31F620E}"/>
              </a:ext>
            </a:extLst>
          </p:cNvPr>
          <p:cNvSpPr>
            <a:spLocks xmlns:a="http://schemas.openxmlformats.org/drawingml/2006/main" noGrp="1"/>
          </p:cNvSpPr>
          <p:nvPr/>
        </p:nvSpPr>
        <p:spPr>
          <a:xfrm xmlns:a="http://schemas.openxmlformats.org/drawingml/2006/main">
            <a:off x="6396774"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65BC4E77-82E7-4570-9BD2-ABC9FB6F2FFD}"/>
              </a:ext>
            </a:extLst>
          </p:cNvPr>
          <p:cNvSpPr>
            <a:spLocks xmlns:a="http://schemas.openxmlformats.org/drawingml/2006/main" noGrp="1"/>
          </p:cNvSpPr>
          <p:nvPr/>
        </p:nvSpPr>
        <p:spPr>
          <a:xfrm xmlns:a="http://schemas.openxmlformats.org/drawingml/2006/main">
            <a:off x="6518558"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AD032AA3-5402-4A8B-A56A-887FBC35BB9C}"/>
              </a:ext>
            </a:extLst>
          </p:cNvPr>
          <p:cNvSpPr>
            <a:spLocks xmlns:a="http://schemas.openxmlformats.org/drawingml/2006/main" noGrp="1"/>
          </p:cNvSpPr>
          <p:nvPr/>
        </p:nvSpPr>
        <p:spPr>
          <a:xfrm xmlns:a="http://schemas.openxmlformats.org/drawingml/2006/main">
            <a:off x="6518558"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CAE3A82E-36C9-43CE-862C-494C5932CDBF}"/>
              </a:ext>
            </a:extLst>
          </p:cNvPr>
          <p:cNvSpPr>
            <a:spLocks xmlns:a="http://schemas.openxmlformats.org/drawingml/2006/main" noGrp="1"/>
          </p:cNvSpPr>
          <p:nvPr/>
        </p:nvSpPr>
        <p:spPr>
          <a:xfrm xmlns:a="http://schemas.openxmlformats.org/drawingml/2006/main">
            <a:off x="6518558"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E0EDEB18-52F0-441C-B53E-0AE4FF862887}"/>
              </a:ext>
            </a:extLst>
          </p:cNvPr>
          <p:cNvSpPr>
            <a:spLocks xmlns:a="http://schemas.openxmlformats.org/drawingml/2006/main" noGrp="1"/>
          </p:cNvSpPr>
          <p:nvPr/>
        </p:nvSpPr>
        <p:spPr>
          <a:xfrm xmlns:a="http://schemas.openxmlformats.org/drawingml/2006/main">
            <a:off x="6518558" y="2749062"/>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21399E4B-DB0B-4C05-9BC5-9659CEE16847}"/>
              </a:ext>
            </a:extLst>
          </p:cNvPr>
          <p:cNvSpPr>
            <a:spLocks xmlns:a="http://schemas.openxmlformats.org/drawingml/2006/main" noGrp="1"/>
          </p:cNvSpPr>
          <p:nvPr/>
        </p:nvSpPr>
        <p:spPr>
          <a:xfrm xmlns:a="http://schemas.openxmlformats.org/drawingml/2006/main">
            <a:off x="6579450" y="354598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25F38B92-BA81-40A7-A505-CAA5796CE6C9}"/>
              </a:ext>
            </a:extLst>
          </p:cNvPr>
          <p:cNvSpPr>
            <a:spLocks xmlns:a="http://schemas.openxmlformats.org/drawingml/2006/main" noGrp="1"/>
          </p:cNvSpPr>
          <p:nvPr/>
        </p:nvSpPr>
        <p:spPr>
          <a:xfrm xmlns:a="http://schemas.openxmlformats.org/drawingml/2006/main">
            <a:off x="6579450"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3A02DF39-0C05-472C-8A0A-434D9357CC9D}"/>
              </a:ext>
            </a:extLst>
          </p:cNvPr>
          <p:cNvSpPr>
            <a:spLocks xmlns:a="http://schemas.openxmlformats.org/drawingml/2006/main" noGrp="1"/>
          </p:cNvSpPr>
          <p:nvPr/>
        </p:nvSpPr>
        <p:spPr>
          <a:xfrm xmlns:a="http://schemas.openxmlformats.org/drawingml/2006/main">
            <a:off x="6579450"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EABD99BF-E358-47E2-9452-7B1127F36056}"/>
              </a:ext>
            </a:extLst>
          </p:cNvPr>
          <p:cNvSpPr>
            <a:spLocks xmlns:a="http://schemas.openxmlformats.org/drawingml/2006/main" noGrp="1"/>
          </p:cNvSpPr>
          <p:nvPr/>
        </p:nvSpPr>
        <p:spPr>
          <a:xfrm xmlns:a="http://schemas.openxmlformats.org/drawingml/2006/main">
            <a:off x="6579450"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86800B8B-A73E-41ED-9086-01BE5A699400}"/>
              </a:ext>
            </a:extLst>
          </p:cNvPr>
          <p:cNvSpPr>
            <a:spLocks xmlns:a="http://schemas.openxmlformats.org/drawingml/2006/main" noGrp="1"/>
          </p:cNvSpPr>
          <p:nvPr/>
        </p:nvSpPr>
        <p:spPr>
          <a:xfrm xmlns:a="http://schemas.openxmlformats.org/drawingml/2006/main">
            <a:off x="6579450"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B7D27249-57AD-4C8A-991A-E30A56123127}"/>
              </a:ext>
            </a:extLst>
          </p:cNvPr>
          <p:cNvSpPr>
            <a:spLocks xmlns:a="http://schemas.openxmlformats.org/drawingml/2006/main" noGrp="1"/>
          </p:cNvSpPr>
          <p:nvPr/>
        </p:nvSpPr>
        <p:spPr>
          <a:xfrm xmlns:a="http://schemas.openxmlformats.org/drawingml/2006/main">
            <a:off x="6579450"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1545CE90-C3A2-4033-8984-236DD194BACC}"/>
              </a:ext>
            </a:extLst>
          </p:cNvPr>
          <p:cNvSpPr>
            <a:spLocks xmlns:a="http://schemas.openxmlformats.org/drawingml/2006/main" noGrp="1"/>
          </p:cNvSpPr>
          <p:nvPr/>
        </p:nvSpPr>
        <p:spPr>
          <a:xfrm xmlns:a="http://schemas.openxmlformats.org/drawingml/2006/main">
            <a:off x="6579450"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881544D7-4D73-4D90-9838-E3E889244389}"/>
              </a:ext>
            </a:extLst>
          </p:cNvPr>
          <p:cNvSpPr>
            <a:spLocks xmlns:a="http://schemas.openxmlformats.org/drawingml/2006/main" noGrp="1"/>
          </p:cNvSpPr>
          <p:nvPr/>
        </p:nvSpPr>
        <p:spPr>
          <a:xfrm xmlns:a="http://schemas.openxmlformats.org/drawingml/2006/main">
            <a:off x="6640342"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6327893F-7A19-4868-948D-932A4FB5251C}"/>
              </a:ext>
            </a:extLst>
          </p:cNvPr>
          <p:cNvSpPr>
            <a:spLocks xmlns:a="http://schemas.openxmlformats.org/drawingml/2006/main" noGrp="1"/>
          </p:cNvSpPr>
          <p:nvPr/>
        </p:nvSpPr>
        <p:spPr>
          <a:xfrm xmlns:a="http://schemas.openxmlformats.org/drawingml/2006/main">
            <a:off x="6640342" y="2871666"/>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2CF78D95-0260-414B-A7C3-0625C3F68642}"/>
              </a:ext>
            </a:extLst>
          </p:cNvPr>
          <p:cNvSpPr>
            <a:spLocks xmlns:a="http://schemas.openxmlformats.org/drawingml/2006/main" noGrp="1"/>
          </p:cNvSpPr>
          <p:nvPr/>
        </p:nvSpPr>
        <p:spPr>
          <a:xfrm xmlns:a="http://schemas.openxmlformats.org/drawingml/2006/main">
            <a:off x="6701234"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847D9A37-12EA-43D0-A50B-0F427F266C8F}"/>
              </a:ext>
            </a:extLst>
          </p:cNvPr>
          <p:cNvSpPr>
            <a:spLocks xmlns:a="http://schemas.openxmlformats.org/drawingml/2006/main" noGrp="1"/>
          </p:cNvSpPr>
          <p:nvPr/>
        </p:nvSpPr>
        <p:spPr>
          <a:xfrm xmlns:a="http://schemas.openxmlformats.org/drawingml/2006/main">
            <a:off x="6762126"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C54A7AE2-5671-4206-8A0B-4AB62716F1BA}"/>
              </a:ext>
            </a:extLst>
          </p:cNvPr>
          <p:cNvSpPr>
            <a:spLocks xmlns:a="http://schemas.openxmlformats.org/drawingml/2006/main" noGrp="1"/>
          </p:cNvSpPr>
          <p:nvPr/>
        </p:nvSpPr>
        <p:spPr>
          <a:xfrm xmlns:a="http://schemas.openxmlformats.org/drawingml/2006/main">
            <a:off x="6823017"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581EC231-3D05-4CEC-97B5-A3921229C6B3}"/>
              </a:ext>
            </a:extLst>
          </p:cNvPr>
          <p:cNvSpPr>
            <a:spLocks xmlns:a="http://schemas.openxmlformats.org/drawingml/2006/main" noGrp="1"/>
          </p:cNvSpPr>
          <p:nvPr/>
        </p:nvSpPr>
        <p:spPr>
          <a:xfrm xmlns:a="http://schemas.openxmlformats.org/drawingml/2006/main">
            <a:off x="6823017"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BCCF5CCF-C3C7-4492-9E36-D7C40CF0AE67}"/>
              </a:ext>
            </a:extLst>
          </p:cNvPr>
          <p:cNvSpPr>
            <a:spLocks xmlns:a="http://schemas.openxmlformats.org/drawingml/2006/main" noGrp="1"/>
          </p:cNvSpPr>
          <p:nvPr/>
        </p:nvSpPr>
        <p:spPr>
          <a:xfrm xmlns:a="http://schemas.openxmlformats.org/drawingml/2006/main">
            <a:off x="6883909"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D2CC1FD3-1B03-42A9-B224-C4AAF8A2A346}"/>
              </a:ext>
            </a:extLst>
          </p:cNvPr>
          <p:cNvSpPr>
            <a:spLocks xmlns:a="http://schemas.openxmlformats.org/drawingml/2006/main" noGrp="1"/>
          </p:cNvSpPr>
          <p:nvPr/>
        </p:nvSpPr>
        <p:spPr>
          <a:xfrm xmlns:a="http://schemas.openxmlformats.org/drawingml/2006/main">
            <a:off x="6883909"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A4278882-1AC3-4357-A021-6C8748DA1ACE}"/>
              </a:ext>
            </a:extLst>
          </p:cNvPr>
          <p:cNvSpPr>
            <a:spLocks xmlns:a="http://schemas.openxmlformats.org/drawingml/2006/main" noGrp="1"/>
          </p:cNvSpPr>
          <p:nvPr/>
        </p:nvSpPr>
        <p:spPr>
          <a:xfrm xmlns:a="http://schemas.openxmlformats.org/drawingml/2006/main">
            <a:off x="694480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43496EEF-4C26-4E0E-8C39-0A35B3EFCC42}"/>
              </a:ext>
            </a:extLst>
          </p:cNvPr>
          <p:cNvSpPr>
            <a:spLocks xmlns:a="http://schemas.openxmlformats.org/drawingml/2006/main" noGrp="1"/>
          </p:cNvSpPr>
          <p:nvPr/>
        </p:nvSpPr>
        <p:spPr>
          <a:xfrm xmlns:a="http://schemas.openxmlformats.org/drawingml/2006/main">
            <a:off x="6944801"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6BAC0B49-C0AF-402B-AD84-BB7828E1615A}"/>
              </a:ext>
            </a:extLst>
          </p:cNvPr>
          <p:cNvSpPr>
            <a:spLocks xmlns:a="http://schemas.openxmlformats.org/drawingml/2006/main" noGrp="1"/>
          </p:cNvSpPr>
          <p:nvPr/>
        </p:nvSpPr>
        <p:spPr>
          <a:xfrm xmlns:a="http://schemas.openxmlformats.org/drawingml/2006/main">
            <a:off x="694480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4947F27E-6210-4FDC-9BE8-E2EE16D837B3}"/>
              </a:ext>
            </a:extLst>
          </p:cNvPr>
          <p:cNvSpPr>
            <a:spLocks xmlns:a="http://schemas.openxmlformats.org/drawingml/2006/main" noGrp="1"/>
          </p:cNvSpPr>
          <p:nvPr/>
        </p:nvSpPr>
        <p:spPr>
          <a:xfrm xmlns:a="http://schemas.openxmlformats.org/drawingml/2006/main">
            <a:off x="6944801"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8F9EC18A-2B46-48A0-BF66-DAA75E60C082}"/>
              </a:ext>
            </a:extLst>
          </p:cNvPr>
          <p:cNvSpPr>
            <a:spLocks xmlns:a="http://schemas.openxmlformats.org/drawingml/2006/main" noGrp="1"/>
          </p:cNvSpPr>
          <p:nvPr/>
        </p:nvSpPr>
        <p:spPr>
          <a:xfrm xmlns:a="http://schemas.openxmlformats.org/drawingml/2006/main">
            <a:off x="7005693" y="336208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566F2573-94AC-47BC-915D-377B02D36739}"/>
              </a:ext>
            </a:extLst>
          </p:cNvPr>
          <p:cNvSpPr>
            <a:spLocks xmlns:a="http://schemas.openxmlformats.org/drawingml/2006/main" noGrp="1"/>
          </p:cNvSpPr>
          <p:nvPr/>
        </p:nvSpPr>
        <p:spPr>
          <a:xfrm xmlns:a="http://schemas.openxmlformats.org/drawingml/2006/main">
            <a:off x="7005693"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257B542A-D242-4145-9F5B-751F06AC3FA1}"/>
              </a:ext>
            </a:extLst>
          </p:cNvPr>
          <p:cNvSpPr>
            <a:spLocks xmlns:a="http://schemas.openxmlformats.org/drawingml/2006/main" noGrp="1"/>
          </p:cNvSpPr>
          <p:nvPr/>
        </p:nvSpPr>
        <p:spPr>
          <a:xfrm xmlns:a="http://schemas.openxmlformats.org/drawingml/2006/main">
            <a:off x="7005693"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B3A01DE0-8338-4817-97BA-A450E717C368}"/>
              </a:ext>
            </a:extLst>
          </p:cNvPr>
          <p:cNvSpPr>
            <a:spLocks xmlns:a="http://schemas.openxmlformats.org/drawingml/2006/main" noGrp="1"/>
          </p:cNvSpPr>
          <p:nvPr/>
        </p:nvSpPr>
        <p:spPr>
          <a:xfrm xmlns:a="http://schemas.openxmlformats.org/drawingml/2006/main">
            <a:off x="7066585"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6707D87E-BE5B-4489-8EAB-E6B86287FD8D}"/>
              </a:ext>
            </a:extLst>
          </p:cNvPr>
          <p:cNvSpPr>
            <a:spLocks xmlns:a="http://schemas.openxmlformats.org/drawingml/2006/main" noGrp="1"/>
          </p:cNvSpPr>
          <p:nvPr/>
        </p:nvSpPr>
        <p:spPr>
          <a:xfrm xmlns:a="http://schemas.openxmlformats.org/drawingml/2006/main">
            <a:off x="7066585"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9F66E2D8-355B-475B-933D-8A2483CB7F48}"/>
              </a:ext>
            </a:extLst>
          </p:cNvPr>
          <p:cNvSpPr>
            <a:spLocks xmlns:a="http://schemas.openxmlformats.org/drawingml/2006/main" noGrp="1"/>
          </p:cNvSpPr>
          <p:nvPr/>
        </p:nvSpPr>
        <p:spPr>
          <a:xfrm xmlns:a="http://schemas.openxmlformats.org/drawingml/2006/main">
            <a:off x="7066585" y="330077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02527B7B-3DD7-40D3-897D-E2F1560B8874}"/>
              </a:ext>
            </a:extLst>
          </p:cNvPr>
          <p:cNvSpPr>
            <a:spLocks xmlns:a="http://schemas.openxmlformats.org/drawingml/2006/main" noGrp="1"/>
          </p:cNvSpPr>
          <p:nvPr/>
        </p:nvSpPr>
        <p:spPr>
          <a:xfrm xmlns:a="http://schemas.openxmlformats.org/drawingml/2006/main">
            <a:off x="7066585" y="3239477"/>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98695DD6-C9BE-4837-A2F2-C7101E7E7446}"/>
              </a:ext>
            </a:extLst>
          </p:cNvPr>
          <p:cNvSpPr>
            <a:spLocks xmlns:a="http://schemas.openxmlformats.org/drawingml/2006/main" noGrp="1"/>
          </p:cNvSpPr>
          <p:nvPr/>
        </p:nvSpPr>
        <p:spPr>
          <a:xfrm xmlns:a="http://schemas.openxmlformats.org/drawingml/2006/main">
            <a:off x="7066585"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77512C05-F63C-4C2B-98BA-F8FEB4892855}"/>
              </a:ext>
            </a:extLst>
          </p:cNvPr>
          <p:cNvSpPr>
            <a:spLocks xmlns:a="http://schemas.openxmlformats.org/drawingml/2006/main" noGrp="1"/>
          </p:cNvSpPr>
          <p:nvPr/>
        </p:nvSpPr>
        <p:spPr>
          <a:xfrm xmlns:a="http://schemas.openxmlformats.org/drawingml/2006/main">
            <a:off x="7066585" y="2994269"/>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1577E9DE-F38D-49C6-8115-04B2F4F0C9A1}"/>
              </a:ext>
            </a:extLst>
          </p:cNvPr>
          <p:cNvSpPr>
            <a:spLocks xmlns:a="http://schemas.openxmlformats.org/drawingml/2006/main" noGrp="1"/>
          </p:cNvSpPr>
          <p:nvPr/>
        </p:nvSpPr>
        <p:spPr>
          <a:xfrm xmlns:a="http://schemas.openxmlformats.org/drawingml/2006/main">
            <a:off x="7066585"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82A2C85B-A9DA-4E50-80C1-2CD7442A07E9}"/>
              </a:ext>
            </a:extLst>
          </p:cNvPr>
          <p:cNvSpPr>
            <a:spLocks xmlns:a="http://schemas.openxmlformats.org/drawingml/2006/main" noGrp="1"/>
          </p:cNvSpPr>
          <p:nvPr/>
        </p:nvSpPr>
        <p:spPr>
          <a:xfrm xmlns:a="http://schemas.openxmlformats.org/drawingml/2006/main">
            <a:off x="7127477" y="348468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2E4DCAE3-E52E-452D-A965-783A6E0BCD0B}"/>
              </a:ext>
            </a:extLst>
          </p:cNvPr>
          <p:cNvSpPr>
            <a:spLocks xmlns:a="http://schemas.openxmlformats.org/drawingml/2006/main" noGrp="1"/>
          </p:cNvSpPr>
          <p:nvPr/>
        </p:nvSpPr>
        <p:spPr>
          <a:xfrm xmlns:a="http://schemas.openxmlformats.org/drawingml/2006/main">
            <a:off x="7127477"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3BD7EE1E-42E7-44D3-BFCA-1761A9738FA7}"/>
              </a:ext>
            </a:extLst>
          </p:cNvPr>
          <p:cNvSpPr>
            <a:spLocks xmlns:a="http://schemas.openxmlformats.org/drawingml/2006/main" noGrp="1"/>
          </p:cNvSpPr>
          <p:nvPr/>
        </p:nvSpPr>
        <p:spPr>
          <a:xfrm xmlns:a="http://schemas.openxmlformats.org/drawingml/2006/main">
            <a:off x="7127477" y="3178175"/>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EBCB7737-6A21-42AB-BB4D-31E38AD99139}"/>
              </a:ext>
            </a:extLst>
          </p:cNvPr>
          <p:cNvSpPr>
            <a:spLocks xmlns:a="http://schemas.openxmlformats.org/drawingml/2006/main" noGrp="1"/>
          </p:cNvSpPr>
          <p:nvPr/>
        </p:nvSpPr>
        <p:spPr>
          <a:xfrm xmlns:a="http://schemas.openxmlformats.org/drawingml/2006/main">
            <a:off x="7127477"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C2BE4061-0095-4B76-A518-D418E258D1ED}"/>
              </a:ext>
            </a:extLst>
          </p:cNvPr>
          <p:cNvSpPr>
            <a:spLocks xmlns:a="http://schemas.openxmlformats.org/drawingml/2006/main" noGrp="1"/>
          </p:cNvSpPr>
          <p:nvPr/>
        </p:nvSpPr>
        <p:spPr>
          <a:xfrm xmlns:a="http://schemas.openxmlformats.org/drawingml/2006/main">
            <a:off x="7127477"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8A06A197-BF87-4201-9C46-2886117233D8}"/>
              </a:ext>
            </a:extLst>
          </p:cNvPr>
          <p:cNvSpPr>
            <a:spLocks xmlns:a="http://schemas.openxmlformats.org/drawingml/2006/main" noGrp="1"/>
          </p:cNvSpPr>
          <p:nvPr/>
        </p:nvSpPr>
        <p:spPr>
          <a:xfrm xmlns:a="http://schemas.openxmlformats.org/drawingml/2006/main">
            <a:off x="7127477" y="2932968"/>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BB1A3D3E-F015-4AFD-89E2-9F975333B77A}"/>
              </a:ext>
            </a:extLst>
          </p:cNvPr>
          <p:cNvSpPr>
            <a:spLocks xmlns:a="http://schemas.openxmlformats.org/drawingml/2006/main" noGrp="1"/>
          </p:cNvSpPr>
          <p:nvPr/>
        </p:nvSpPr>
        <p:spPr>
          <a:xfrm xmlns:a="http://schemas.openxmlformats.org/drawingml/2006/main">
            <a:off x="7188369"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16A8572F-5D61-484A-AEC3-9DF735F0233E}"/>
              </a:ext>
            </a:extLst>
          </p:cNvPr>
          <p:cNvSpPr>
            <a:spLocks xmlns:a="http://schemas.openxmlformats.org/drawingml/2006/main" noGrp="1"/>
          </p:cNvSpPr>
          <p:nvPr/>
        </p:nvSpPr>
        <p:spPr>
          <a:xfrm xmlns:a="http://schemas.openxmlformats.org/drawingml/2006/main">
            <a:off x="7188369"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9B20243A-0593-435F-860D-4299A7BE0FA6}"/>
              </a:ext>
            </a:extLst>
          </p:cNvPr>
          <p:cNvSpPr>
            <a:spLocks xmlns:a="http://schemas.openxmlformats.org/drawingml/2006/main" noGrp="1"/>
          </p:cNvSpPr>
          <p:nvPr/>
        </p:nvSpPr>
        <p:spPr>
          <a:xfrm xmlns:a="http://schemas.openxmlformats.org/drawingml/2006/main">
            <a:off x="7188369" y="3055571"/>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8FFC6347-60D5-4283-9814-2BC107B2EA64}"/>
              </a:ext>
            </a:extLst>
          </p:cNvPr>
          <p:cNvSpPr>
            <a:spLocks xmlns:a="http://schemas.openxmlformats.org/drawingml/2006/main" noGrp="1"/>
          </p:cNvSpPr>
          <p:nvPr/>
        </p:nvSpPr>
        <p:spPr>
          <a:xfrm xmlns:a="http://schemas.openxmlformats.org/drawingml/2006/main">
            <a:off x="7249261" y="342338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B3301C1D-04FE-4C32-9933-9F56D1CB8C92}"/>
              </a:ext>
            </a:extLst>
          </p:cNvPr>
          <p:cNvSpPr>
            <a:spLocks xmlns:a="http://schemas.openxmlformats.org/drawingml/2006/main" noGrp="1"/>
          </p:cNvSpPr>
          <p:nvPr/>
        </p:nvSpPr>
        <p:spPr>
          <a:xfrm xmlns:a="http://schemas.openxmlformats.org/drawingml/2006/main">
            <a:off x="7249261" y="3116873"/>
            <a:ext cx="60892" cy="61302"/>
          </a:xfrm>
          <a:custGeom xmlns:a="http://schemas.openxmlformats.org/drawingml/2006/main">
            <a:pathLst>
              <a:path w="64818" h="65255">
                <a:moveTo>
                  <a:pt x="0" y="65255"/>
                </a:moveTo>
                <a:lnTo>
                  <a:pt x="64818" y="65255"/>
                </a:lnTo>
                <a:lnTo>
                  <a:pt x="64818" y="0"/>
                </a:lnTo>
                <a:lnTo>
                  <a:pt x="0" y="0"/>
                </a:lnTo>
                <a:close/>
              </a:path>
            </a:pathLst>
          </a:custGeom>
          <a:solidFill xmlns:a="http://schemas.openxmlformats.org/drawingml/2006/main">
            <a:srgbClr val="F2F4F7"/>
          </a:solidFill>
          <a:ln xmlns:a="http://schemas.openxmlformats.org/drawingml/2006/main" w="2684">
            <a:solidFill>
              <a:srgbClr val="FBFCFE"/>
            </a:solidFill>
            <a:prstDash val="solid"/>
          </a:ln>
        </p:spPr>
      </p:sp>
      <p:sp>
        <p:nvSpPr>
          <p:cNvPr id="701" name="">
            <a:extLst xmlns:a="http://schemas.openxmlformats.org/drawingml/2006/main">
              <a:ext uri="{FF2B5EF4-FFF2-40B4-BE49-F238E27FC236}">
                <a16:creationId xmlns:a16="http://schemas.microsoft.com/office/drawing/2014/main" id="{6311032F-8541-4E6B-875B-B99D5B51A3F3}"/>
              </a:ext>
            </a:extLst>
          </p:cNvPr>
          <p:cNvSpPr>
            <a:spLocks xmlns:a="http://schemas.openxmlformats.org/drawingml/2006/main" noGrp="1"/>
          </p:cNvSpPr>
          <p:nvPr/>
        </p:nvSpPr>
        <p:spPr>
          <a:xfrm xmlns:a="http://schemas.openxmlformats.org/drawingml/2006/main">
            <a:off x="1238250" y="4638675"/>
            <a:ext cx="161925" cy="47625"/>
          </a:xfrm>
          <a:prstGeom xmlns:a="http://schemas.openxmlformats.org/drawingml/2006/main" prst="rect">
            <a:avLst/>
          </a:prstGeom>
          <a:solidFill xmlns:a="http://schemas.openxmlformats.org/drawingml/2006/main">
            <a:srgbClr val="E4EAF4"/>
          </a:solidFill>
          <a:ln xmlns:a="http://schemas.openxmlformats.org/drawingml/2006/main" w="0">
            <a:noFill/>
          </a:ln>
        </p:spPr>
      </p:sp>
      <p:sp>
        <p:nvSpPr>
          <p:cNvPr id="702" name="">
            <a:extLst xmlns:a="http://schemas.openxmlformats.org/drawingml/2006/main">
              <a:ext uri="{FF2B5EF4-FFF2-40B4-BE49-F238E27FC236}">
                <a16:creationId xmlns:a16="http://schemas.microsoft.com/office/drawing/2014/main" id="{E66C3267-8F27-4549-B6DD-0E85C07F3FE5}"/>
              </a:ext>
            </a:extLst>
          </p:cNvPr>
          <p:cNvSpPr>
            <a:spLocks xmlns:a="http://schemas.openxmlformats.org/drawingml/2006/main" noGrp="1"/>
          </p:cNvSpPr>
          <p:nvPr/>
        </p:nvSpPr>
        <p:spPr>
          <a:xfrm xmlns:a="http://schemas.openxmlformats.org/drawingml/2006/main">
            <a:off x="1466850" y="4572000"/>
            <a:ext cx="96107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Not analysed</a:t>
            </a:r>
          </a:p>
        </p:txBody>
      </p:sp>
      <p:sp>
        <p:nvSpPr>
          <p:cNvPr id="703" name="">
            <a:extLst xmlns:a="http://schemas.openxmlformats.org/drawingml/2006/main">
              <a:ext uri="{FF2B5EF4-FFF2-40B4-BE49-F238E27FC236}">
                <a16:creationId xmlns:a16="http://schemas.microsoft.com/office/drawing/2014/main" id="{CF0ACDF2-8503-4D7E-9FA5-347F20C1669F}"/>
              </a:ext>
            </a:extLst>
          </p:cNvPr>
          <p:cNvSpPr>
            <a:spLocks xmlns:a="http://schemas.openxmlformats.org/drawingml/2006/main" noGrp="1"/>
          </p:cNvSpPr>
          <p:nvPr/>
        </p:nvSpPr>
        <p:spPr>
          <a:xfrm xmlns:a="http://schemas.openxmlformats.org/drawingml/2006/main">
            <a:off x="1666875" y="5219700"/>
            <a:ext cx="111204" cy="95250"/>
          </a:xfrm>
          <a:prstGeom xmlns:a="http://schemas.openxmlformats.org/drawingml/2006/main" prst="rect">
            <a:avLst/>
          </a:prstGeom>
          <a:solidFill xmlns:a="http://schemas.openxmlformats.org/drawingml/2006/main">
            <a:srgbClr val="C1473E"/>
          </a:solidFill>
          <a:ln xmlns:a="http://schemas.openxmlformats.org/drawingml/2006/main" w="0">
            <a:noFill/>
          </a:ln>
        </p:spPr>
      </p:sp>
      <p:sp>
        <p:nvSpPr>
          <p:cNvPr id="704" name="">
            <a:extLst xmlns:a="http://schemas.openxmlformats.org/drawingml/2006/main">
              <a:ext uri="{FF2B5EF4-FFF2-40B4-BE49-F238E27FC236}">
                <a16:creationId xmlns:a16="http://schemas.microsoft.com/office/drawing/2014/main" id="{B0C501D6-9A67-4953-856F-6D49EB4078E7}"/>
              </a:ext>
            </a:extLst>
          </p:cNvPr>
          <p:cNvSpPr>
            <a:spLocks xmlns:a="http://schemas.openxmlformats.org/drawingml/2006/main" noGrp="1"/>
          </p:cNvSpPr>
          <p:nvPr/>
        </p:nvSpPr>
        <p:spPr>
          <a:xfrm xmlns:a="http://schemas.openxmlformats.org/drawingml/2006/main">
            <a:off x="1777603" y="5219700"/>
            <a:ext cx="111204" cy="95250"/>
          </a:xfrm>
          <a:prstGeom xmlns:a="http://schemas.openxmlformats.org/drawingml/2006/main" prst="rect">
            <a:avLst/>
          </a:prstGeom>
          <a:solidFill xmlns:a="http://schemas.openxmlformats.org/drawingml/2006/main">
            <a:srgbClr val="C24C43"/>
          </a:solidFill>
          <a:ln xmlns:a="http://schemas.openxmlformats.org/drawingml/2006/main" w="0">
            <a:noFill/>
          </a:ln>
        </p:spPr>
      </p:sp>
      <p:sp>
        <p:nvSpPr>
          <p:cNvPr id="705" name="">
            <a:extLst xmlns:a="http://schemas.openxmlformats.org/drawingml/2006/main">
              <a:ext uri="{FF2B5EF4-FFF2-40B4-BE49-F238E27FC236}">
                <a16:creationId xmlns:a16="http://schemas.microsoft.com/office/drawing/2014/main" id="{637D0046-1535-4628-858F-1EA5D5BB1961}"/>
              </a:ext>
            </a:extLst>
          </p:cNvPr>
          <p:cNvSpPr>
            <a:spLocks xmlns:a="http://schemas.openxmlformats.org/drawingml/2006/main" noGrp="1"/>
          </p:cNvSpPr>
          <p:nvPr/>
        </p:nvSpPr>
        <p:spPr>
          <a:xfrm xmlns:a="http://schemas.openxmlformats.org/drawingml/2006/main">
            <a:off x="1888331" y="5219700"/>
            <a:ext cx="111204" cy="95250"/>
          </a:xfrm>
          <a:prstGeom xmlns:a="http://schemas.openxmlformats.org/drawingml/2006/main" prst="rect">
            <a:avLst/>
          </a:prstGeom>
          <a:solidFill xmlns:a="http://schemas.openxmlformats.org/drawingml/2006/main">
            <a:srgbClr val="C45148"/>
          </a:solidFill>
          <a:ln xmlns:a="http://schemas.openxmlformats.org/drawingml/2006/main" w="0">
            <a:noFill/>
          </a:ln>
        </p:spPr>
      </p:sp>
      <p:sp>
        <p:nvSpPr>
          <p:cNvPr id="706" name="">
            <a:extLst xmlns:a="http://schemas.openxmlformats.org/drawingml/2006/main">
              <a:ext uri="{FF2B5EF4-FFF2-40B4-BE49-F238E27FC236}">
                <a16:creationId xmlns:a16="http://schemas.microsoft.com/office/drawing/2014/main" id="{80A97D9C-9CD6-42C1-A9F1-97319E6CA1B6}"/>
              </a:ext>
            </a:extLst>
          </p:cNvPr>
          <p:cNvSpPr>
            <a:spLocks xmlns:a="http://schemas.openxmlformats.org/drawingml/2006/main" noGrp="1"/>
          </p:cNvSpPr>
          <p:nvPr/>
        </p:nvSpPr>
        <p:spPr>
          <a:xfrm xmlns:a="http://schemas.openxmlformats.org/drawingml/2006/main">
            <a:off x="1999059" y="5219700"/>
            <a:ext cx="111204" cy="95250"/>
          </a:xfrm>
          <a:prstGeom xmlns:a="http://schemas.openxmlformats.org/drawingml/2006/main" prst="rect">
            <a:avLst/>
          </a:prstGeom>
          <a:solidFill xmlns:a="http://schemas.openxmlformats.org/drawingml/2006/main">
            <a:srgbClr val="C6554D"/>
          </a:solidFill>
          <a:ln xmlns:a="http://schemas.openxmlformats.org/drawingml/2006/main" w="0">
            <a:noFill/>
          </a:ln>
        </p:spPr>
      </p:sp>
      <p:sp>
        <p:nvSpPr>
          <p:cNvPr id="707" name="">
            <a:extLst xmlns:a="http://schemas.openxmlformats.org/drawingml/2006/main">
              <a:ext uri="{FF2B5EF4-FFF2-40B4-BE49-F238E27FC236}">
                <a16:creationId xmlns:a16="http://schemas.microsoft.com/office/drawing/2014/main" id="{7C9FEE14-978C-4A8E-9252-8577F84EDDBB}"/>
              </a:ext>
            </a:extLst>
          </p:cNvPr>
          <p:cNvSpPr>
            <a:spLocks xmlns:a="http://schemas.openxmlformats.org/drawingml/2006/main" noGrp="1"/>
          </p:cNvSpPr>
          <p:nvPr/>
        </p:nvSpPr>
        <p:spPr>
          <a:xfrm xmlns:a="http://schemas.openxmlformats.org/drawingml/2006/main">
            <a:off x="2109788" y="5219700"/>
            <a:ext cx="111204" cy="95250"/>
          </a:xfrm>
          <a:prstGeom xmlns:a="http://schemas.openxmlformats.org/drawingml/2006/main" prst="rect">
            <a:avLst/>
          </a:prstGeom>
          <a:solidFill xmlns:a="http://schemas.openxmlformats.org/drawingml/2006/main">
            <a:srgbClr val="C75A52"/>
          </a:solidFill>
          <a:ln xmlns:a="http://schemas.openxmlformats.org/drawingml/2006/main" w="0">
            <a:noFill/>
          </a:ln>
        </p:spPr>
      </p:sp>
      <p:sp>
        <p:nvSpPr>
          <p:cNvPr id="708" name="">
            <a:extLst xmlns:a="http://schemas.openxmlformats.org/drawingml/2006/main">
              <a:ext uri="{FF2B5EF4-FFF2-40B4-BE49-F238E27FC236}">
                <a16:creationId xmlns:a16="http://schemas.microsoft.com/office/drawing/2014/main" id="{B6775942-4AD3-4938-9FA2-4EDFFB504772}"/>
              </a:ext>
            </a:extLst>
          </p:cNvPr>
          <p:cNvSpPr>
            <a:spLocks xmlns:a="http://schemas.openxmlformats.org/drawingml/2006/main" noGrp="1"/>
          </p:cNvSpPr>
          <p:nvPr/>
        </p:nvSpPr>
        <p:spPr>
          <a:xfrm xmlns:a="http://schemas.openxmlformats.org/drawingml/2006/main">
            <a:off x="2220516" y="5219700"/>
            <a:ext cx="111204" cy="95250"/>
          </a:xfrm>
          <a:prstGeom xmlns:a="http://schemas.openxmlformats.org/drawingml/2006/main" prst="rect">
            <a:avLst/>
          </a:prstGeom>
          <a:solidFill xmlns:a="http://schemas.openxmlformats.org/drawingml/2006/main">
            <a:srgbClr val="C95F57"/>
          </a:solidFill>
          <a:ln xmlns:a="http://schemas.openxmlformats.org/drawingml/2006/main" w="0">
            <a:noFill/>
          </a:ln>
        </p:spPr>
      </p:sp>
      <p:sp>
        <p:nvSpPr>
          <p:cNvPr id="709" name="">
            <a:extLst xmlns:a="http://schemas.openxmlformats.org/drawingml/2006/main">
              <a:ext uri="{FF2B5EF4-FFF2-40B4-BE49-F238E27FC236}">
                <a16:creationId xmlns:a16="http://schemas.microsoft.com/office/drawing/2014/main" id="{E842D341-8068-4732-9D6A-B23599502518}"/>
              </a:ext>
            </a:extLst>
          </p:cNvPr>
          <p:cNvSpPr>
            <a:spLocks xmlns:a="http://schemas.openxmlformats.org/drawingml/2006/main" noGrp="1"/>
          </p:cNvSpPr>
          <p:nvPr/>
        </p:nvSpPr>
        <p:spPr>
          <a:xfrm xmlns:a="http://schemas.openxmlformats.org/drawingml/2006/main">
            <a:off x="2331244" y="5219700"/>
            <a:ext cx="111204" cy="95250"/>
          </a:xfrm>
          <a:prstGeom xmlns:a="http://schemas.openxmlformats.org/drawingml/2006/main" prst="rect">
            <a:avLst/>
          </a:prstGeom>
          <a:solidFill xmlns:a="http://schemas.openxmlformats.org/drawingml/2006/main">
            <a:srgbClr val="CA635C"/>
          </a:solidFill>
          <a:ln xmlns:a="http://schemas.openxmlformats.org/drawingml/2006/main" w="0">
            <a:noFill/>
          </a:ln>
        </p:spPr>
      </p:sp>
      <p:sp>
        <p:nvSpPr>
          <p:cNvPr id="710" name="">
            <a:extLst xmlns:a="http://schemas.openxmlformats.org/drawingml/2006/main">
              <a:ext uri="{FF2B5EF4-FFF2-40B4-BE49-F238E27FC236}">
                <a16:creationId xmlns:a16="http://schemas.microsoft.com/office/drawing/2014/main" id="{1A3D0C23-2BE8-4778-8362-C4F3367D1C2D}"/>
              </a:ext>
            </a:extLst>
          </p:cNvPr>
          <p:cNvSpPr>
            <a:spLocks xmlns:a="http://schemas.openxmlformats.org/drawingml/2006/main" noGrp="1"/>
          </p:cNvSpPr>
          <p:nvPr/>
        </p:nvSpPr>
        <p:spPr>
          <a:xfrm xmlns:a="http://schemas.openxmlformats.org/drawingml/2006/main">
            <a:off x="2441972" y="5219700"/>
            <a:ext cx="111204" cy="95250"/>
          </a:xfrm>
          <a:prstGeom xmlns:a="http://schemas.openxmlformats.org/drawingml/2006/main" prst="rect">
            <a:avLst/>
          </a:prstGeom>
          <a:solidFill xmlns:a="http://schemas.openxmlformats.org/drawingml/2006/main">
            <a:srgbClr val="CC6861"/>
          </a:solidFill>
          <a:ln xmlns:a="http://schemas.openxmlformats.org/drawingml/2006/main" w="0">
            <a:noFill/>
          </a:ln>
        </p:spPr>
      </p:sp>
      <p:sp>
        <p:nvSpPr>
          <p:cNvPr id="711" name="">
            <a:extLst xmlns:a="http://schemas.openxmlformats.org/drawingml/2006/main">
              <a:ext uri="{FF2B5EF4-FFF2-40B4-BE49-F238E27FC236}">
                <a16:creationId xmlns:a16="http://schemas.microsoft.com/office/drawing/2014/main" id="{2783D1F1-90E7-47C5-9DE1-CCA2DFB58BEC}"/>
              </a:ext>
            </a:extLst>
          </p:cNvPr>
          <p:cNvSpPr>
            <a:spLocks xmlns:a="http://schemas.openxmlformats.org/drawingml/2006/main" noGrp="1"/>
          </p:cNvSpPr>
          <p:nvPr/>
        </p:nvSpPr>
        <p:spPr>
          <a:xfrm xmlns:a="http://schemas.openxmlformats.org/drawingml/2006/main">
            <a:off x="2552700" y="5219700"/>
            <a:ext cx="111204" cy="95250"/>
          </a:xfrm>
          <a:prstGeom xmlns:a="http://schemas.openxmlformats.org/drawingml/2006/main" prst="rect">
            <a:avLst/>
          </a:prstGeom>
          <a:solidFill xmlns:a="http://schemas.openxmlformats.org/drawingml/2006/main">
            <a:srgbClr val="CD6D65"/>
          </a:solidFill>
          <a:ln xmlns:a="http://schemas.openxmlformats.org/drawingml/2006/main" w="0">
            <a:noFill/>
          </a:ln>
        </p:spPr>
      </p:sp>
      <p:sp>
        <p:nvSpPr>
          <p:cNvPr id="712" name="">
            <a:extLst xmlns:a="http://schemas.openxmlformats.org/drawingml/2006/main">
              <a:ext uri="{FF2B5EF4-FFF2-40B4-BE49-F238E27FC236}">
                <a16:creationId xmlns:a16="http://schemas.microsoft.com/office/drawing/2014/main" id="{C225539D-669C-48AD-B8EB-C1F5DBB48D8B}"/>
              </a:ext>
            </a:extLst>
          </p:cNvPr>
          <p:cNvSpPr>
            <a:spLocks xmlns:a="http://schemas.openxmlformats.org/drawingml/2006/main" noGrp="1"/>
          </p:cNvSpPr>
          <p:nvPr/>
        </p:nvSpPr>
        <p:spPr>
          <a:xfrm xmlns:a="http://schemas.openxmlformats.org/drawingml/2006/main">
            <a:off x="2663428" y="5219700"/>
            <a:ext cx="111204" cy="95250"/>
          </a:xfrm>
          <a:prstGeom xmlns:a="http://schemas.openxmlformats.org/drawingml/2006/main" prst="rect">
            <a:avLst/>
          </a:prstGeom>
          <a:solidFill xmlns:a="http://schemas.openxmlformats.org/drawingml/2006/main">
            <a:srgbClr val="CF716A"/>
          </a:solidFill>
          <a:ln xmlns:a="http://schemas.openxmlformats.org/drawingml/2006/main" w="0">
            <a:noFill/>
          </a:ln>
        </p:spPr>
      </p:sp>
      <p:sp>
        <p:nvSpPr>
          <p:cNvPr id="713" name="">
            <a:extLst xmlns:a="http://schemas.openxmlformats.org/drawingml/2006/main">
              <a:ext uri="{FF2B5EF4-FFF2-40B4-BE49-F238E27FC236}">
                <a16:creationId xmlns:a16="http://schemas.microsoft.com/office/drawing/2014/main" id="{BD22C94A-1BF0-4777-9206-0B8BEEDEAA56}"/>
              </a:ext>
            </a:extLst>
          </p:cNvPr>
          <p:cNvSpPr>
            <a:spLocks xmlns:a="http://schemas.openxmlformats.org/drawingml/2006/main" noGrp="1"/>
          </p:cNvSpPr>
          <p:nvPr/>
        </p:nvSpPr>
        <p:spPr>
          <a:xfrm xmlns:a="http://schemas.openxmlformats.org/drawingml/2006/main">
            <a:off x="2774156" y="5219700"/>
            <a:ext cx="111204" cy="95250"/>
          </a:xfrm>
          <a:prstGeom xmlns:a="http://schemas.openxmlformats.org/drawingml/2006/main" prst="rect">
            <a:avLst/>
          </a:prstGeom>
          <a:solidFill xmlns:a="http://schemas.openxmlformats.org/drawingml/2006/main">
            <a:srgbClr val="D1766F"/>
          </a:solidFill>
          <a:ln xmlns:a="http://schemas.openxmlformats.org/drawingml/2006/main" w="0">
            <a:noFill/>
          </a:ln>
        </p:spPr>
      </p:sp>
      <p:sp>
        <p:nvSpPr>
          <p:cNvPr id="714" name="">
            <a:extLst xmlns:a="http://schemas.openxmlformats.org/drawingml/2006/main">
              <a:ext uri="{FF2B5EF4-FFF2-40B4-BE49-F238E27FC236}">
                <a16:creationId xmlns:a16="http://schemas.microsoft.com/office/drawing/2014/main" id="{7B4DBD4E-5CE0-4283-9AF3-0EA3BE411E77}"/>
              </a:ext>
            </a:extLst>
          </p:cNvPr>
          <p:cNvSpPr>
            <a:spLocks xmlns:a="http://schemas.openxmlformats.org/drawingml/2006/main" noGrp="1"/>
          </p:cNvSpPr>
          <p:nvPr/>
        </p:nvSpPr>
        <p:spPr>
          <a:xfrm xmlns:a="http://schemas.openxmlformats.org/drawingml/2006/main">
            <a:off x="2884884" y="5219700"/>
            <a:ext cx="111204" cy="95250"/>
          </a:xfrm>
          <a:prstGeom xmlns:a="http://schemas.openxmlformats.org/drawingml/2006/main" prst="rect">
            <a:avLst/>
          </a:prstGeom>
          <a:solidFill xmlns:a="http://schemas.openxmlformats.org/drawingml/2006/main">
            <a:srgbClr val="D27A74"/>
          </a:solidFill>
          <a:ln xmlns:a="http://schemas.openxmlformats.org/drawingml/2006/main" w="0">
            <a:noFill/>
          </a:ln>
        </p:spPr>
      </p:sp>
      <p:sp>
        <p:nvSpPr>
          <p:cNvPr id="715" name="">
            <a:extLst xmlns:a="http://schemas.openxmlformats.org/drawingml/2006/main">
              <a:ext uri="{FF2B5EF4-FFF2-40B4-BE49-F238E27FC236}">
                <a16:creationId xmlns:a16="http://schemas.microsoft.com/office/drawing/2014/main" id="{F145CB67-4D7F-4F85-B034-314F94013A3C}"/>
              </a:ext>
            </a:extLst>
          </p:cNvPr>
          <p:cNvSpPr>
            <a:spLocks xmlns:a="http://schemas.openxmlformats.org/drawingml/2006/main" noGrp="1"/>
          </p:cNvSpPr>
          <p:nvPr/>
        </p:nvSpPr>
        <p:spPr>
          <a:xfrm xmlns:a="http://schemas.openxmlformats.org/drawingml/2006/main">
            <a:off x="2995613" y="5219700"/>
            <a:ext cx="111204" cy="95250"/>
          </a:xfrm>
          <a:prstGeom xmlns:a="http://schemas.openxmlformats.org/drawingml/2006/main" prst="rect">
            <a:avLst/>
          </a:prstGeom>
          <a:solidFill xmlns:a="http://schemas.openxmlformats.org/drawingml/2006/main">
            <a:srgbClr val="D47F79"/>
          </a:solidFill>
          <a:ln xmlns:a="http://schemas.openxmlformats.org/drawingml/2006/main" w="0">
            <a:noFill/>
          </a:ln>
        </p:spPr>
      </p:sp>
      <p:sp>
        <p:nvSpPr>
          <p:cNvPr id="716" name="">
            <a:extLst xmlns:a="http://schemas.openxmlformats.org/drawingml/2006/main">
              <a:ext uri="{FF2B5EF4-FFF2-40B4-BE49-F238E27FC236}">
                <a16:creationId xmlns:a16="http://schemas.microsoft.com/office/drawing/2014/main" id="{D8E8CAFC-93F5-4D1A-96BB-CE3C04D96A37}"/>
              </a:ext>
            </a:extLst>
          </p:cNvPr>
          <p:cNvSpPr>
            <a:spLocks xmlns:a="http://schemas.openxmlformats.org/drawingml/2006/main" noGrp="1"/>
          </p:cNvSpPr>
          <p:nvPr/>
        </p:nvSpPr>
        <p:spPr>
          <a:xfrm xmlns:a="http://schemas.openxmlformats.org/drawingml/2006/main">
            <a:off x="3106341" y="5219700"/>
            <a:ext cx="111204" cy="95250"/>
          </a:xfrm>
          <a:prstGeom xmlns:a="http://schemas.openxmlformats.org/drawingml/2006/main" prst="rect">
            <a:avLst/>
          </a:prstGeom>
          <a:solidFill xmlns:a="http://schemas.openxmlformats.org/drawingml/2006/main">
            <a:srgbClr val="D5847E"/>
          </a:solidFill>
          <a:ln xmlns:a="http://schemas.openxmlformats.org/drawingml/2006/main" w="0">
            <a:noFill/>
          </a:ln>
        </p:spPr>
      </p:sp>
      <p:sp>
        <p:nvSpPr>
          <p:cNvPr id="717" name="">
            <a:extLst xmlns:a="http://schemas.openxmlformats.org/drawingml/2006/main">
              <a:ext uri="{FF2B5EF4-FFF2-40B4-BE49-F238E27FC236}">
                <a16:creationId xmlns:a16="http://schemas.microsoft.com/office/drawing/2014/main" id="{81B6CC96-805A-4A1D-8A1E-11AF9D47989A}"/>
              </a:ext>
            </a:extLst>
          </p:cNvPr>
          <p:cNvSpPr>
            <a:spLocks xmlns:a="http://schemas.openxmlformats.org/drawingml/2006/main" noGrp="1"/>
          </p:cNvSpPr>
          <p:nvPr/>
        </p:nvSpPr>
        <p:spPr>
          <a:xfrm xmlns:a="http://schemas.openxmlformats.org/drawingml/2006/main">
            <a:off x="3217069" y="5219700"/>
            <a:ext cx="111204" cy="95250"/>
          </a:xfrm>
          <a:prstGeom xmlns:a="http://schemas.openxmlformats.org/drawingml/2006/main" prst="rect">
            <a:avLst/>
          </a:prstGeom>
          <a:solidFill xmlns:a="http://schemas.openxmlformats.org/drawingml/2006/main">
            <a:srgbClr val="D78883"/>
          </a:solidFill>
          <a:ln xmlns:a="http://schemas.openxmlformats.org/drawingml/2006/main" w="0">
            <a:noFill/>
          </a:ln>
        </p:spPr>
      </p:sp>
      <p:sp>
        <p:nvSpPr>
          <p:cNvPr id="718" name="">
            <a:extLst xmlns:a="http://schemas.openxmlformats.org/drawingml/2006/main">
              <a:ext uri="{FF2B5EF4-FFF2-40B4-BE49-F238E27FC236}">
                <a16:creationId xmlns:a16="http://schemas.microsoft.com/office/drawing/2014/main" id="{9F5497A0-C3EC-4BC8-A181-3BB14EDCB176}"/>
              </a:ext>
            </a:extLst>
          </p:cNvPr>
          <p:cNvSpPr>
            <a:spLocks xmlns:a="http://schemas.openxmlformats.org/drawingml/2006/main" noGrp="1"/>
          </p:cNvSpPr>
          <p:nvPr/>
        </p:nvSpPr>
        <p:spPr>
          <a:xfrm xmlns:a="http://schemas.openxmlformats.org/drawingml/2006/main">
            <a:off x="3327797" y="5219700"/>
            <a:ext cx="111204" cy="95250"/>
          </a:xfrm>
          <a:prstGeom xmlns:a="http://schemas.openxmlformats.org/drawingml/2006/main" prst="rect">
            <a:avLst/>
          </a:prstGeom>
          <a:solidFill xmlns:a="http://schemas.openxmlformats.org/drawingml/2006/main">
            <a:srgbClr val="D88D88"/>
          </a:solidFill>
          <a:ln xmlns:a="http://schemas.openxmlformats.org/drawingml/2006/main" w="0">
            <a:noFill/>
          </a:ln>
        </p:spPr>
      </p:sp>
      <p:sp>
        <p:nvSpPr>
          <p:cNvPr id="719" name="">
            <a:extLst xmlns:a="http://schemas.openxmlformats.org/drawingml/2006/main">
              <a:ext uri="{FF2B5EF4-FFF2-40B4-BE49-F238E27FC236}">
                <a16:creationId xmlns:a16="http://schemas.microsoft.com/office/drawing/2014/main" id="{17DE58AB-DFD9-4238-A7B7-CDB7B8FA65D6}"/>
              </a:ext>
            </a:extLst>
          </p:cNvPr>
          <p:cNvSpPr>
            <a:spLocks xmlns:a="http://schemas.openxmlformats.org/drawingml/2006/main" noGrp="1"/>
          </p:cNvSpPr>
          <p:nvPr/>
        </p:nvSpPr>
        <p:spPr>
          <a:xfrm xmlns:a="http://schemas.openxmlformats.org/drawingml/2006/main">
            <a:off x="3438525" y="5219700"/>
            <a:ext cx="111204" cy="95250"/>
          </a:xfrm>
          <a:prstGeom xmlns:a="http://schemas.openxmlformats.org/drawingml/2006/main" prst="rect">
            <a:avLst/>
          </a:prstGeom>
          <a:solidFill xmlns:a="http://schemas.openxmlformats.org/drawingml/2006/main">
            <a:srgbClr val="DA928C"/>
          </a:solidFill>
          <a:ln xmlns:a="http://schemas.openxmlformats.org/drawingml/2006/main" w="0">
            <a:noFill/>
          </a:ln>
        </p:spPr>
      </p:sp>
      <p:sp>
        <p:nvSpPr>
          <p:cNvPr id="720" name="">
            <a:extLst xmlns:a="http://schemas.openxmlformats.org/drawingml/2006/main">
              <a:ext uri="{FF2B5EF4-FFF2-40B4-BE49-F238E27FC236}">
                <a16:creationId xmlns:a16="http://schemas.microsoft.com/office/drawing/2014/main" id="{A9DA1948-C6F9-42CC-AF28-4478D7C86FFD}"/>
              </a:ext>
            </a:extLst>
          </p:cNvPr>
          <p:cNvSpPr>
            <a:spLocks xmlns:a="http://schemas.openxmlformats.org/drawingml/2006/main" noGrp="1"/>
          </p:cNvSpPr>
          <p:nvPr/>
        </p:nvSpPr>
        <p:spPr>
          <a:xfrm xmlns:a="http://schemas.openxmlformats.org/drawingml/2006/main">
            <a:off x="3549253" y="5219700"/>
            <a:ext cx="111204" cy="95250"/>
          </a:xfrm>
          <a:prstGeom xmlns:a="http://schemas.openxmlformats.org/drawingml/2006/main" prst="rect">
            <a:avLst/>
          </a:prstGeom>
          <a:solidFill xmlns:a="http://schemas.openxmlformats.org/drawingml/2006/main">
            <a:srgbClr val="DC9691"/>
          </a:solidFill>
          <a:ln xmlns:a="http://schemas.openxmlformats.org/drawingml/2006/main" w="0">
            <a:noFill/>
          </a:ln>
        </p:spPr>
      </p:sp>
      <p:sp>
        <p:nvSpPr>
          <p:cNvPr id="721" name="">
            <a:extLst xmlns:a="http://schemas.openxmlformats.org/drawingml/2006/main">
              <a:ext uri="{FF2B5EF4-FFF2-40B4-BE49-F238E27FC236}">
                <a16:creationId xmlns:a16="http://schemas.microsoft.com/office/drawing/2014/main" id="{7DE5D71C-C992-4893-96C9-8F663220E118}"/>
              </a:ext>
            </a:extLst>
          </p:cNvPr>
          <p:cNvSpPr>
            <a:spLocks xmlns:a="http://schemas.openxmlformats.org/drawingml/2006/main" noGrp="1"/>
          </p:cNvSpPr>
          <p:nvPr/>
        </p:nvSpPr>
        <p:spPr>
          <a:xfrm xmlns:a="http://schemas.openxmlformats.org/drawingml/2006/main">
            <a:off x="3659981" y="5219700"/>
            <a:ext cx="111204" cy="95250"/>
          </a:xfrm>
          <a:prstGeom xmlns:a="http://schemas.openxmlformats.org/drawingml/2006/main" prst="rect">
            <a:avLst/>
          </a:prstGeom>
          <a:solidFill xmlns:a="http://schemas.openxmlformats.org/drawingml/2006/main">
            <a:srgbClr val="DD9B96"/>
          </a:solidFill>
          <a:ln xmlns:a="http://schemas.openxmlformats.org/drawingml/2006/main" w="0">
            <a:noFill/>
          </a:ln>
        </p:spPr>
      </p:sp>
      <p:sp>
        <p:nvSpPr>
          <p:cNvPr id="722" name="">
            <a:extLst xmlns:a="http://schemas.openxmlformats.org/drawingml/2006/main">
              <a:ext uri="{FF2B5EF4-FFF2-40B4-BE49-F238E27FC236}">
                <a16:creationId xmlns:a16="http://schemas.microsoft.com/office/drawing/2014/main" id="{6A62BED9-DC95-46AD-8AD6-2AB92DCEF451}"/>
              </a:ext>
            </a:extLst>
          </p:cNvPr>
          <p:cNvSpPr>
            <a:spLocks xmlns:a="http://schemas.openxmlformats.org/drawingml/2006/main" noGrp="1"/>
          </p:cNvSpPr>
          <p:nvPr/>
        </p:nvSpPr>
        <p:spPr>
          <a:xfrm xmlns:a="http://schemas.openxmlformats.org/drawingml/2006/main">
            <a:off x="3770709" y="5219700"/>
            <a:ext cx="111204" cy="95250"/>
          </a:xfrm>
          <a:prstGeom xmlns:a="http://schemas.openxmlformats.org/drawingml/2006/main" prst="rect">
            <a:avLst/>
          </a:prstGeom>
          <a:solidFill xmlns:a="http://schemas.openxmlformats.org/drawingml/2006/main">
            <a:srgbClr val="DFA09B"/>
          </a:solidFill>
          <a:ln xmlns:a="http://schemas.openxmlformats.org/drawingml/2006/main" w="0">
            <a:noFill/>
          </a:ln>
        </p:spPr>
      </p:sp>
      <p:sp>
        <p:nvSpPr>
          <p:cNvPr id="723" name="">
            <a:extLst xmlns:a="http://schemas.openxmlformats.org/drawingml/2006/main">
              <a:ext uri="{FF2B5EF4-FFF2-40B4-BE49-F238E27FC236}">
                <a16:creationId xmlns:a16="http://schemas.microsoft.com/office/drawing/2014/main" id="{E7CC1F10-DAF2-4093-8F4F-77C695B6DAC6}"/>
              </a:ext>
            </a:extLst>
          </p:cNvPr>
          <p:cNvSpPr>
            <a:spLocks xmlns:a="http://schemas.openxmlformats.org/drawingml/2006/main" noGrp="1"/>
          </p:cNvSpPr>
          <p:nvPr/>
        </p:nvSpPr>
        <p:spPr>
          <a:xfrm xmlns:a="http://schemas.openxmlformats.org/drawingml/2006/main">
            <a:off x="3881438" y="5219700"/>
            <a:ext cx="111204" cy="95250"/>
          </a:xfrm>
          <a:prstGeom xmlns:a="http://schemas.openxmlformats.org/drawingml/2006/main" prst="rect">
            <a:avLst/>
          </a:prstGeom>
          <a:solidFill xmlns:a="http://schemas.openxmlformats.org/drawingml/2006/main">
            <a:srgbClr val="E0A4A0"/>
          </a:solidFill>
          <a:ln xmlns:a="http://schemas.openxmlformats.org/drawingml/2006/main" w="0">
            <a:noFill/>
          </a:ln>
        </p:spPr>
      </p:sp>
      <p:sp>
        <p:nvSpPr>
          <p:cNvPr id="724" name="">
            <a:extLst xmlns:a="http://schemas.openxmlformats.org/drawingml/2006/main">
              <a:ext uri="{FF2B5EF4-FFF2-40B4-BE49-F238E27FC236}">
                <a16:creationId xmlns:a16="http://schemas.microsoft.com/office/drawing/2014/main" id="{6ED13EFA-ABBE-42C4-8633-D9ED9E791FB6}"/>
              </a:ext>
            </a:extLst>
          </p:cNvPr>
          <p:cNvSpPr>
            <a:spLocks xmlns:a="http://schemas.openxmlformats.org/drawingml/2006/main" noGrp="1"/>
          </p:cNvSpPr>
          <p:nvPr/>
        </p:nvSpPr>
        <p:spPr>
          <a:xfrm xmlns:a="http://schemas.openxmlformats.org/drawingml/2006/main">
            <a:off x="3992166" y="5219700"/>
            <a:ext cx="111204" cy="95250"/>
          </a:xfrm>
          <a:prstGeom xmlns:a="http://schemas.openxmlformats.org/drawingml/2006/main" prst="rect">
            <a:avLst/>
          </a:prstGeom>
          <a:solidFill xmlns:a="http://schemas.openxmlformats.org/drawingml/2006/main">
            <a:srgbClr val="E2A9A5"/>
          </a:solidFill>
          <a:ln xmlns:a="http://schemas.openxmlformats.org/drawingml/2006/main" w="0">
            <a:noFill/>
          </a:ln>
        </p:spPr>
      </p:sp>
      <p:sp>
        <p:nvSpPr>
          <p:cNvPr id="725" name="">
            <a:extLst xmlns:a="http://schemas.openxmlformats.org/drawingml/2006/main">
              <a:ext uri="{FF2B5EF4-FFF2-40B4-BE49-F238E27FC236}">
                <a16:creationId xmlns:a16="http://schemas.microsoft.com/office/drawing/2014/main" id="{DB7096FD-50ED-473C-9944-6EF900E416A2}"/>
              </a:ext>
            </a:extLst>
          </p:cNvPr>
          <p:cNvSpPr>
            <a:spLocks xmlns:a="http://schemas.openxmlformats.org/drawingml/2006/main" noGrp="1"/>
          </p:cNvSpPr>
          <p:nvPr/>
        </p:nvSpPr>
        <p:spPr>
          <a:xfrm xmlns:a="http://schemas.openxmlformats.org/drawingml/2006/main">
            <a:off x="4102894" y="5219700"/>
            <a:ext cx="111204" cy="95250"/>
          </a:xfrm>
          <a:prstGeom xmlns:a="http://schemas.openxmlformats.org/drawingml/2006/main" prst="rect">
            <a:avLst/>
          </a:prstGeom>
          <a:solidFill xmlns:a="http://schemas.openxmlformats.org/drawingml/2006/main">
            <a:srgbClr val="E3AEAA"/>
          </a:solidFill>
          <a:ln xmlns:a="http://schemas.openxmlformats.org/drawingml/2006/main" w="0">
            <a:noFill/>
          </a:ln>
        </p:spPr>
      </p:sp>
      <p:sp>
        <p:nvSpPr>
          <p:cNvPr id="726" name="">
            <a:extLst xmlns:a="http://schemas.openxmlformats.org/drawingml/2006/main">
              <a:ext uri="{FF2B5EF4-FFF2-40B4-BE49-F238E27FC236}">
                <a16:creationId xmlns:a16="http://schemas.microsoft.com/office/drawing/2014/main" id="{A0B0DEC6-F48C-49CB-A21A-FEE0E2E5B631}"/>
              </a:ext>
            </a:extLst>
          </p:cNvPr>
          <p:cNvSpPr>
            <a:spLocks xmlns:a="http://schemas.openxmlformats.org/drawingml/2006/main" noGrp="1"/>
          </p:cNvSpPr>
          <p:nvPr/>
        </p:nvSpPr>
        <p:spPr>
          <a:xfrm xmlns:a="http://schemas.openxmlformats.org/drawingml/2006/main">
            <a:off x="4213622" y="5219700"/>
            <a:ext cx="111204" cy="95250"/>
          </a:xfrm>
          <a:prstGeom xmlns:a="http://schemas.openxmlformats.org/drawingml/2006/main" prst="rect">
            <a:avLst/>
          </a:prstGeom>
          <a:solidFill xmlns:a="http://schemas.openxmlformats.org/drawingml/2006/main">
            <a:srgbClr val="E5B2AF"/>
          </a:solidFill>
          <a:ln xmlns:a="http://schemas.openxmlformats.org/drawingml/2006/main" w="0">
            <a:noFill/>
          </a:ln>
        </p:spPr>
      </p:sp>
      <p:sp>
        <p:nvSpPr>
          <p:cNvPr id="727" name="">
            <a:extLst xmlns:a="http://schemas.openxmlformats.org/drawingml/2006/main">
              <a:ext uri="{FF2B5EF4-FFF2-40B4-BE49-F238E27FC236}">
                <a16:creationId xmlns:a16="http://schemas.microsoft.com/office/drawing/2014/main" id="{B552F24B-85AD-42F6-804B-3421CEFF1AE7}"/>
              </a:ext>
            </a:extLst>
          </p:cNvPr>
          <p:cNvSpPr>
            <a:spLocks xmlns:a="http://schemas.openxmlformats.org/drawingml/2006/main" noGrp="1"/>
          </p:cNvSpPr>
          <p:nvPr/>
        </p:nvSpPr>
        <p:spPr>
          <a:xfrm xmlns:a="http://schemas.openxmlformats.org/drawingml/2006/main">
            <a:off x="4324350" y="5219700"/>
            <a:ext cx="111204" cy="95250"/>
          </a:xfrm>
          <a:prstGeom xmlns:a="http://schemas.openxmlformats.org/drawingml/2006/main" prst="rect">
            <a:avLst/>
          </a:prstGeom>
          <a:solidFill xmlns:a="http://schemas.openxmlformats.org/drawingml/2006/main">
            <a:srgbClr val="E7B7B3"/>
          </a:solidFill>
          <a:ln xmlns:a="http://schemas.openxmlformats.org/drawingml/2006/main" w="0">
            <a:noFill/>
          </a:ln>
        </p:spPr>
      </p:sp>
      <p:sp>
        <p:nvSpPr>
          <p:cNvPr id="728" name="">
            <a:extLst xmlns:a="http://schemas.openxmlformats.org/drawingml/2006/main">
              <a:ext uri="{FF2B5EF4-FFF2-40B4-BE49-F238E27FC236}">
                <a16:creationId xmlns:a16="http://schemas.microsoft.com/office/drawing/2014/main" id="{9CAD119A-0E34-47A7-A512-0509B16EE4A6}"/>
              </a:ext>
            </a:extLst>
          </p:cNvPr>
          <p:cNvSpPr>
            <a:spLocks xmlns:a="http://schemas.openxmlformats.org/drawingml/2006/main" noGrp="1"/>
          </p:cNvSpPr>
          <p:nvPr/>
        </p:nvSpPr>
        <p:spPr>
          <a:xfrm xmlns:a="http://schemas.openxmlformats.org/drawingml/2006/main">
            <a:off x="4435078" y="5219700"/>
            <a:ext cx="111204" cy="95250"/>
          </a:xfrm>
          <a:prstGeom xmlns:a="http://schemas.openxmlformats.org/drawingml/2006/main" prst="rect">
            <a:avLst/>
          </a:prstGeom>
          <a:solidFill xmlns:a="http://schemas.openxmlformats.org/drawingml/2006/main">
            <a:srgbClr val="E8BCB8"/>
          </a:solidFill>
          <a:ln xmlns:a="http://schemas.openxmlformats.org/drawingml/2006/main" w="0">
            <a:noFill/>
          </a:ln>
        </p:spPr>
      </p:sp>
      <p:sp>
        <p:nvSpPr>
          <p:cNvPr id="729" name="">
            <a:extLst xmlns:a="http://schemas.openxmlformats.org/drawingml/2006/main">
              <a:ext uri="{FF2B5EF4-FFF2-40B4-BE49-F238E27FC236}">
                <a16:creationId xmlns:a16="http://schemas.microsoft.com/office/drawing/2014/main" id="{AED9260E-187A-4F86-9110-7975640EF770}"/>
              </a:ext>
            </a:extLst>
          </p:cNvPr>
          <p:cNvSpPr>
            <a:spLocks xmlns:a="http://schemas.openxmlformats.org/drawingml/2006/main" noGrp="1"/>
          </p:cNvSpPr>
          <p:nvPr/>
        </p:nvSpPr>
        <p:spPr>
          <a:xfrm xmlns:a="http://schemas.openxmlformats.org/drawingml/2006/main">
            <a:off x="4545806" y="5219700"/>
            <a:ext cx="111204" cy="95250"/>
          </a:xfrm>
          <a:prstGeom xmlns:a="http://schemas.openxmlformats.org/drawingml/2006/main" prst="rect">
            <a:avLst/>
          </a:prstGeom>
          <a:solidFill xmlns:a="http://schemas.openxmlformats.org/drawingml/2006/main">
            <a:srgbClr val="EAC0BD"/>
          </a:solidFill>
          <a:ln xmlns:a="http://schemas.openxmlformats.org/drawingml/2006/main" w="0">
            <a:noFill/>
          </a:ln>
        </p:spPr>
      </p:sp>
      <p:sp>
        <p:nvSpPr>
          <p:cNvPr id="730" name="">
            <a:extLst xmlns:a="http://schemas.openxmlformats.org/drawingml/2006/main">
              <a:ext uri="{FF2B5EF4-FFF2-40B4-BE49-F238E27FC236}">
                <a16:creationId xmlns:a16="http://schemas.microsoft.com/office/drawing/2014/main" id="{6DF80944-6749-4CF9-B3F2-6BC4F7A4331B}"/>
              </a:ext>
            </a:extLst>
          </p:cNvPr>
          <p:cNvSpPr>
            <a:spLocks xmlns:a="http://schemas.openxmlformats.org/drawingml/2006/main" noGrp="1"/>
          </p:cNvSpPr>
          <p:nvPr/>
        </p:nvSpPr>
        <p:spPr>
          <a:xfrm xmlns:a="http://schemas.openxmlformats.org/drawingml/2006/main">
            <a:off x="4656534" y="5219700"/>
            <a:ext cx="111204" cy="95250"/>
          </a:xfrm>
          <a:prstGeom xmlns:a="http://schemas.openxmlformats.org/drawingml/2006/main" prst="rect">
            <a:avLst/>
          </a:prstGeom>
          <a:solidFill xmlns:a="http://schemas.openxmlformats.org/drawingml/2006/main">
            <a:srgbClr val="EBC5C2"/>
          </a:solidFill>
          <a:ln xmlns:a="http://schemas.openxmlformats.org/drawingml/2006/main" w="0">
            <a:noFill/>
          </a:ln>
        </p:spPr>
      </p:sp>
      <p:sp>
        <p:nvSpPr>
          <p:cNvPr id="731" name="">
            <a:extLst xmlns:a="http://schemas.openxmlformats.org/drawingml/2006/main">
              <a:ext uri="{FF2B5EF4-FFF2-40B4-BE49-F238E27FC236}">
                <a16:creationId xmlns:a16="http://schemas.microsoft.com/office/drawing/2014/main" id="{0FB9963F-5DB9-4147-9225-8CA2E84512F2}"/>
              </a:ext>
            </a:extLst>
          </p:cNvPr>
          <p:cNvSpPr>
            <a:spLocks xmlns:a="http://schemas.openxmlformats.org/drawingml/2006/main" noGrp="1"/>
          </p:cNvSpPr>
          <p:nvPr/>
        </p:nvSpPr>
        <p:spPr>
          <a:xfrm xmlns:a="http://schemas.openxmlformats.org/drawingml/2006/main">
            <a:off x="4767263" y="5219700"/>
            <a:ext cx="111204" cy="95250"/>
          </a:xfrm>
          <a:prstGeom xmlns:a="http://schemas.openxmlformats.org/drawingml/2006/main" prst="rect">
            <a:avLst/>
          </a:prstGeom>
          <a:solidFill xmlns:a="http://schemas.openxmlformats.org/drawingml/2006/main">
            <a:srgbClr val="EDCAC7"/>
          </a:solidFill>
          <a:ln xmlns:a="http://schemas.openxmlformats.org/drawingml/2006/main" w="0">
            <a:noFill/>
          </a:ln>
        </p:spPr>
      </p:sp>
      <p:sp>
        <p:nvSpPr>
          <p:cNvPr id="732" name="">
            <a:extLst xmlns:a="http://schemas.openxmlformats.org/drawingml/2006/main">
              <a:ext uri="{FF2B5EF4-FFF2-40B4-BE49-F238E27FC236}">
                <a16:creationId xmlns:a16="http://schemas.microsoft.com/office/drawing/2014/main" id="{911BB474-E474-4D13-AC05-250CBC692056}"/>
              </a:ext>
            </a:extLst>
          </p:cNvPr>
          <p:cNvSpPr>
            <a:spLocks xmlns:a="http://schemas.openxmlformats.org/drawingml/2006/main" noGrp="1"/>
          </p:cNvSpPr>
          <p:nvPr/>
        </p:nvSpPr>
        <p:spPr>
          <a:xfrm xmlns:a="http://schemas.openxmlformats.org/drawingml/2006/main">
            <a:off x="4877991" y="5219700"/>
            <a:ext cx="111204" cy="95250"/>
          </a:xfrm>
          <a:prstGeom xmlns:a="http://schemas.openxmlformats.org/drawingml/2006/main" prst="rect">
            <a:avLst/>
          </a:prstGeom>
          <a:solidFill xmlns:a="http://schemas.openxmlformats.org/drawingml/2006/main">
            <a:srgbClr val="EECECC"/>
          </a:solidFill>
          <a:ln xmlns:a="http://schemas.openxmlformats.org/drawingml/2006/main" w="0">
            <a:noFill/>
          </a:ln>
        </p:spPr>
      </p:sp>
      <p:sp>
        <p:nvSpPr>
          <p:cNvPr id="733" name="">
            <a:extLst xmlns:a="http://schemas.openxmlformats.org/drawingml/2006/main">
              <a:ext uri="{FF2B5EF4-FFF2-40B4-BE49-F238E27FC236}">
                <a16:creationId xmlns:a16="http://schemas.microsoft.com/office/drawing/2014/main" id="{045F0498-A946-4C3F-AF7A-3F19BE8CA46D}"/>
              </a:ext>
            </a:extLst>
          </p:cNvPr>
          <p:cNvSpPr>
            <a:spLocks xmlns:a="http://schemas.openxmlformats.org/drawingml/2006/main" noGrp="1"/>
          </p:cNvSpPr>
          <p:nvPr/>
        </p:nvSpPr>
        <p:spPr>
          <a:xfrm xmlns:a="http://schemas.openxmlformats.org/drawingml/2006/main">
            <a:off x="4988719" y="5219700"/>
            <a:ext cx="111204" cy="95250"/>
          </a:xfrm>
          <a:prstGeom xmlns:a="http://schemas.openxmlformats.org/drawingml/2006/main" prst="rect">
            <a:avLst/>
          </a:prstGeom>
          <a:solidFill xmlns:a="http://schemas.openxmlformats.org/drawingml/2006/main">
            <a:srgbClr val="F0D3D1"/>
          </a:solidFill>
          <a:ln xmlns:a="http://schemas.openxmlformats.org/drawingml/2006/main" w="0">
            <a:noFill/>
          </a:ln>
        </p:spPr>
      </p:sp>
      <p:sp>
        <p:nvSpPr>
          <p:cNvPr id="734" name="">
            <a:extLst xmlns:a="http://schemas.openxmlformats.org/drawingml/2006/main">
              <a:ext uri="{FF2B5EF4-FFF2-40B4-BE49-F238E27FC236}">
                <a16:creationId xmlns:a16="http://schemas.microsoft.com/office/drawing/2014/main" id="{F92D7319-C58A-417F-9526-89F60465F05F}"/>
              </a:ext>
            </a:extLst>
          </p:cNvPr>
          <p:cNvSpPr>
            <a:spLocks xmlns:a="http://schemas.openxmlformats.org/drawingml/2006/main" noGrp="1"/>
          </p:cNvSpPr>
          <p:nvPr/>
        </p:nvSpPr>
        <p:spPr>
          <a:xfrm xmlns:a="http://schemas.openxmlformats.org/drawingml/2006/main">
            <a:off x="5099447" y="5219700"/>
            <a:ext cx="111204" cy="95250"/>
          </a:xfrm>
          <a:prstGeom xmlns:a="http://schemas.openxmlformats.org/drawingml/2006/main" prst="rect">
            <a:avLst/>
          </a:prstGeom>
          <a:solidFill xmlns:a="http://schemas.openxmlformats.org/drawingml/2006/main">
            <a:srgbClr val="F2D7D6"/>
          </a:solidFill>
          <a:ln xmlns:a="http://schemas.openxmlformats.org/drawingml/2006/main" w="0">
            <a:noFill/>
          </a:ln>
        </p:spPr>
      </p:sp>
      <p:sp>
        <p:nvSpPr>
          <p:cNvPr id="735" name="">
            <a:extLst xmlns:a="http://schemas.openxmlformats.org/drawingml/2006/main">
              <a:ext uri="{FF2B5EF4-FFF2-40B4-BE49-F238E27FC236}">
                <a16:creationId xmlns:a16="http://schemas.microsoft.com/office/drawing/2014/main" id="{A9C88360-B3F2-47B3-B1E8-B5BC8F8CE11B}"/>
              </a:ext>
            </a:extLst>
          </p:cNvPr>
          <p:cNvSpPr>
            <a:spLocks xmlns:a="http://schemas.openxmlformats.org/drawingml/2006/main" noGrp="1"/>
          </p:cNvSpPr>
          <p:nvPr/>
        </p:nvSpPr>
        <p:spPr>
          <a:xfrm xmlns:a="http://schemas.openxmlformats.org/drawingml/2006/main">
            <a:off x="5210175" y="5219700"/>
            <a:ext cx="111204" cy="95250"/>
          </a:xfrm>
          <a:prstGeom xmlns:a="http://schemas.openxmlformats.org/drawingml/2006/main" prst="rect">
            <a:avLst/>
          </a:prstGeom>
          <a:solidFill xmlns:a="http://schemas.openxmlformats.org/drawingml/2006/main">
            <a:srgbClr val="F3DCDA"/>
          </a:solidFill>
          <a:ln xmlns:a="http://schemas.openxmlformats.org/drawingml/2006/main" w="0">
            <a:noFill/>
          </a:ln>
        </p:spPr>
      </p:sp>
      <p:sp>
        <p:nvSpPr>
          <p:cNvPr id="736" name="">
            <a:extLst xmlns:a="http://schemas.openxmlformats.org/drawingml/2006/main">
              <a:ext uri="{FF2B5EF4-FFF2-40B4-BE49-F238E27FC236}">
                <a16:creationId xmlns:a16="http://schemas.microsoft.com/office/drawing/2014/main" id="{088DE282-5F68-453A-B10F-0E72DC6ED2BE}"/>
              </a:ext>
            </a:extLst>
          </p:cNvPr>
          <p:cNvSpPr>
            <a:spLocks xmlns:a="http://schemas.openxmlformats.org/drawingml/2006/main" noGrp="1"/>
          </p:cNvSpPr>
          <p:nvPr/>
        </p:nvSpPr>
        <p:spPr>
          <a:xfrm xmlns:a="http://schemas.openxmlformats.org/drawingml/2006/main">
            <a:off x="5320903" y="5219700"/>
            <a:ext cx="111204" cy="95250"/>
          </a:xfrm>
          <a:prstGeom xmlns:a="http://schemas.openxmlformats.org/drawingml/2006/main" prst="rect">
            <a:avLst/>
          </a:prstGeom>
          <a:solidFill xmlns:a="http://schemas.openxmlformats.org/drawingml/2006/main">
            <a:srgbClr val="F5E1DF"/>
          </a:solidFill>
          <a:ln xmlns:a="http://schemas.openxmlformats.org/drawingml/2006/main" w="0">
            <a:noFill/>
          </a:ln>
        </p:spPr>
      </p:sp>
      <p:sp>
        <p:nvSpPr>
          <p:cNvPr id="737" name="">
            <a:extLst xmlns:a="http://schemas.openxmlformats.org/drawingml/2006/main">
              <a:ext uri="{FF2B5EF4-FFF2-40B4-BE49-F238E27FC236}">
                <a16:creationId xmlns:a16="http://schemas.microsoft.com/office/drawing/2014/main" id="{69CBA870-4B80-4593-A8C4-AC44982FAAD7}"/>
              </a:ext>
            </a:extLst>
          </p:cNvPr>
          <p:cNvSpPr>
            <a:spLocks xmlns:a="http://schemas.openxmlformats.org/drawingml/2006/main" noGrp="1"/>
          </p:cNvSpPr>
          <p:nvPr/>
        </p:nvSpPr>
        <p:spPr>
          <a:xfrm xmlns:a="http://schemas.openxmlformats.org/drawingml/2006/main">
            <a:off x="5431631" y="5219700"/>
            <a:ext cx="111204" cy="95250"/>
          </a:xfrm>
          <a:prstGeom xmlns:a="http://schemas.openxmlformats.org/drawingml/2006/main" prst="rect">
            <a:avLst/>
          </a:prstGeom>
          <a:solidFill xmlns:a="http://schemas.openxmlformats.org/drawingml/2006/main">
            <a:srgbClr val="F6E5E4"/>
          </a:solidFill>
          <a:ln xmlns:a="http://schemas.openxmlformats.org/drawingml/2006/main" w="0">
            <a:noFill/>
          </a:ln>
        </p:spPr>
      </p:sp>
      <p:sp>
        <p:nvSpPr>
          <p:cNvPr id="738" name="">
            <a:extLst xmlns:a="http://schemas.openxmlformats.org/drawingml/2006/main">
              <a:ext uri="{FF2B5EF4-FFF2-40B4-BE49-F238E27FC236}">
                <a16:creationId xmlns:a16="http://schemas.microsoft.com/office/drawing/2014/main" id="{4AE1295C-626F-45B9-8977-B651BF5A8A1A}"/>
              </a:ext>
            </a:extLst>
          </p:cNvPr>
          <p:cNvSpPr>
            <a:spLocks xmlns:a="http://schemas.openxmlformats.org/drawingml/2006/main" noGrp="1"/>
          </p:cNvSpPr>
          <p:nvPr/>
        </p:nvSpPr>
        <p:spPr>
          <a:xfrm xmlns:a="http://schemas.openxmlformats.org/drawingml/2006/main">
            <a:off x="5542359" y="5219700"/>
            <a:ext cx="111204" cy="95250"/>
          </a:xfrm>
          <a:prstGeom xmlns:a="http://schemas.openxmlformats.org/drawingml/2006/main" prst="rect">
            <a:avLst/>
          </a:prstGeom>
          <a:solidFill xmlns:a="http://schemas.openxmlformats.org/drawingml/2006/main">
            <a:srgbClr val="F8EAE9"/>
          </a:solidFill>
          <a:ln xmlns:a="http://schemas.openxmlformats.org/drawingml/2006/main" w="0">
            <a:noFill/>
          </a:ln>
        </p:spPr>
      </p:sp>
      <p:sp>
        <p:nvSpPr>
          <p:cNvPr id="739" name="">
            <a:extLst xmlns:a="http://schemas.openxmlformats.org/drawingml/2006/main">
              <a:ext uri="{FF2B5EF4-FFF2-40B4-BE49-F238E27FC236}">
                <a16:creationId xmlns:a16="http://schemas.microsoft.com/office/drawing/2014/main" id="{7CC0AD8A-4467-4864-911C-015E89A09DFE}"/>
              </a:ext>
            </a:extLst>
          </p:cNvPr>
          <p:cNvSpPr>
            <a:spLocks xmlns:a="http://schemas.openxmlformats.org/drawingml/2006/main" noGrp="1"/>
          </p:cNvSpPr>
          <p:nvPr/>
        </p:nvSpPr>
        <p:spPr>
          <a:xfrm xmlns:a="http://schemas.openxmlformats.org/drawingml/2006/main">
            <a:off x="5653088" y="5219700"/>
            <a:ext cx="111204" cy="95250"/>
          </a:xfrm>
          <a:prstGeom xmlns:a="http://schemas.openxmlformats.org/drawingml/2006/main" prst="rect">
            <a:avLst/>
          </a:prstGeom>
          <a:solidFill xmlns:a="http://schemas.openxmlformats.org/drawingml/2006/main">
            <a:srgbClr val="F9EFEE"/>
          </a:solidFill>
          <a:ln xmlns:a="http://schemas.openxmlformats.org/drawingml/2006/main" w="0">
            <a:noFill/>
          </a:ln>
        </p:spPr>
      </p:sp>
      <p:sp>
        <p:nvSpPr>
          <p:cNvPr id="740" name="">
            <a:extLst xmlns:a="http://schemas.openxmlformats.org/drawingml/2006/main">
              <a:ext uri="{FF2B5EF4-FFF2-40B4-BE49-F238E27FC236}">
                <a16:creationId xmlns:a16="http://schemas.microsoft.com/office/drawing/2014/main" id="{93C4E384-EB63-4FC9-AF28-4B421C5B02DC}"/>
              </a:ext>
            </a:extLst>
          </p:cNvPr>
          <p:cNvSpPr>
            <a:spLocks xmlns:a="http://schemas.openxmlformats.org/drawingml/2006/main" noGrp="1"/>
          </p:cNvSpPr>
          <p:nvPr/>
        </p:nvSpPr>
        <p:spPr>
          <a:xfrm xmlns:a="http://schemas.openxmlformats.org/drawingml/2006/main">
            <a:off x="5763816" y="5219700"/>
            <a:ext cx="111204" cy="95250"/>
          </a:xfrm>
          <a:prstGeom xmlns:a="http://schemas.openxmlformats.org/drawingml/2006/main" prst="rect">
            <a:avLst/>
          </a:prstGeom>
          <a:solidFill xmlns:a="http://schemas.openxmlformats.org/drawingml/2006/main">
            <a:srgbClr val="FBF3F3"/>
          </a:solidFill>
          <a:ln xmlns:a="http://schemas.openxmlformats.org/drawingml/2006/main" w="0">
            <a:noFill/>
          </a:ln>
        </p:spPr>
      </p:sp>
      <p:sp>
        <p:nvSpPr>
          <p:cNvPr id="741" name="">
            <a:extLst xmlns:a="http://schemas.openxmlformats.org/drawingml/2006/main">
              <a:ext uri="{FF2B5EF4-FFF2-40B4-BE49-F238E27FC236}">
                <a16:creationId xmlns:a16="http://schemas.microsoft.com/office/drawing/2014/main" id="{B07591ED-33DE-4000-9D3F-A4DCC97D19A2}"/>
              </a:ext>
            </a:extLst>
          </p:cNvPr>
          <p:cNvSpPr>
            <a:spLocks xmlns:a="http://schemas.openxmlformats.org/drawingml/2006/main" noGrp="1"/>
          </p:cNvSpPr>
          <p:nvPr/>
        </p:nvSpPr>
        <p:spPr>
          <a:xfrm xmlns:a="http://schemas.openxmlformats.org/drawingml/2006/main">
            <a:off x="5874544" y="5219700"/>
            <a:ext cx="111204" cy="95250"/>
          </a:xfrm>
          <a:prstGeom xmlns:a="http://schemas.openxmlformats.org/drawingml/2006/main" prst="rect">
            <a:avLst/>
          </a:prstGeom>
          <a:solidFill xmlns:a="http://schemas.openxmlformats.org/drawingml/2006/main">
            <a:srgbClr val="FDF8F8"/>
          </a:solidFill>
          <a:ln xmlns:a="http://schemas.openxmlformats.org/drawingml/2006/main" w="0">
            <a:noFill/>
          </a:ln>
        </p:spPr>
      </p:sp>
      <p:sp>
        <p:nvSpPr>
          <p:cNvPr id="742" name="">
            <a:extLst xmlns:a="http://schemas.openxmlformats.org/drawingml/2006/main">
              <a:ext uri="{FF2B5EF4-FFF2-40B4-BE49-F238E27FC236}">
                <a16:creationId xmlns:a16="http://schemas.microsoft.com/office/drawing/2014/main" id="{29F4CA55-2EC2-4EAE-8DEA-1EDBD3744E92}"/>
              </a:ext>
            </a:extLst>
          </p:cNvPr>
          <p:cNvSpPr>
            <a:spLocks xmlns:a="http://schemas.openxmlformats.org/drawingml/2006/main" noGrp="1"/>
          </p:cNvSpPr>
          <p:nvPr/>
        </p:nvSpPr>
        <p:spPr>
          <a:xfrm xmlns:a="http://schemas.openxmlformats.org/drawingml/2006/main">
            <a:off x="5985272" y="5219700"/>
            <a:ext cx="111204" cy="95250"/>
          </a:xfrm>
          <a:prstGeom xmlns:a="http://schemas.openxmlformats.org/drawingml/2006/main" prst="rect">
            <a:avLst/>
          </a:prstGeom>
          <a:solidFill xmlns:a="http://schemas.openxmlformats.org/drawingml/2006/main">
            <a:srgbClr val="FEFDFD"/>
          </a:solidFill>
          <a:ln xmlns:a="http://schemas.openxmlformats.org/drawingml/2006/main" w="0">
            <a:noFill/>
          </a:ln>
        </p:spPr>
      </p:sp>
      <p:sp>
        <p:nvSpPr>
          <p:cNvPr id="743" name="">
            <a:extLst xmlns:a="http://schemas.openxmlformats.org/drawingml/2006/main">
              <a:ext uri="{FF2B5EF4-FFF2-40B4-BE49-F238E27FC236}">
                <a16:creationId xmlns:a16="http://schemas.microsoft.com/office/drawing/2014/main" id="{A6B0BE52-85B5-481D-B6D3-9A941ACD0177}"/>
              </a:ext>
            </a:extLst>
          </p:cNvPr>
          <p:cNvSpPr>
            <a:spLocks xmlns:a="http://schemas.openxmlformats.org/drawingml/2006/main" noGrp="1"/>
          </p:cNvSpPr>
          <p:nvPr/>
        </p:nvSpPr>
        <p:spPr>
          <a:xfrm xmlns:a="http://schemas.openxmlformats.org/drawingml/2006/main">
            <a:off x="6096000" y="5219700"/>
            <a:ext cx="111204" cy="95250"/>
          </a:xfrm>
          <a:prstGeom xmlns:a="http://schemas.openxmlformats.org/drawingml/2006/main" prst="rect">
            <a:avLst/>
          </a:prstGeom>
          <a:solidFill xmlns:a="http://schemas.openxmlformats.org/drawingml/2006/main">
            <a:srgbClr val="FCFDFE"/>
          </a:solidFill>
          <a:ln xmlns:a="http://schemas.openxmlformats.org/drawingml/2006/main" w="0">
            <a:noFill/>
          </a:ln>
        </p:spPr>
      </p:sp>
      <p:sp>
        <p:nvSpPr>
          <p:cNvPr id="744" name="">
            <a:extLst xmlns:a="http://schemas.openxmlformats.org/drawingml/2006/main">
              <a:ext uri="{FF2B5EF4-FFF2-40B4-BE49-F238E27FC236}">
                <a16:creationId xmlns:a16="http://schemas.microsoft.com/office/drawing/2014/main" id="{99727CB2-3C73-4EC1-B2BF-097F3D2102F4}"/>
              </a:ext>
            </a:extLst>
          </p:cNvPr>
          <p:cNvSpPr>
            <a:spLocks xmlns:a="http://schemas.openxmlformats.org/drawingml/2006/main" noGrp="1"/>
          </p:cNvSpPr>
          <p:nvPr/>
        </p:nvSpPr>
        <p:spPr>
          <a:xfrm xmlns:a="http://schemas.openxmlformats.org/drawingml/2006/main">
            <a:off x="6206728" y="5219700"/>
            <a:ext cx="111204" cy="95250"/>
          </a:xfrm>
          <a:prstGeom xmlns:a="http://schemas.openxmlformats.org/drawingml/2006/main" prst="rect">
            <a:avLst/>
          </a:prstGeom>
          <a:solidFill xmlns:a="http://schemas.openxmlformats.org/drawingml/2006/main">
            <a:srgbClr val="F7F9FC"/>
          </a:solidFill>
          <a:ln xmlns:a="http://schemas.openxmlformats.org/drawingml/2006/main" w="0">
            <a:noFill/>
          </a:ln>
        </p:spPr>
      </p:sp>
      <p:sp>
        <p:nvSpPr>
          <p:cNvPr id="745" name="">
            <a:extLst xmlns:a="http://schemas.openxmlformats.org/drawingml/2006/main">
              <a:ext uri="{FF2B5EF4-FFF2-40B4-BE49-F238E27FC236}">
                <a16:creationId xmlns:a16="http://schemas.microsoft.com/office/drawing/2014/main" id="{A00DDB94-BDDB-44D9-9D8A-0A0AD86D178C}"/>
              </a:ext>
            </a:extLst>
          </p:cNvPr>
          <p:cNvSpPr>
            <a:spLocks xmlns:a="http://schemas.openxmlformats.org/drawingml/2006/main" noGrp="1"/>
          </p:cNvSpPr>
          <p:nvPr/>
        </p:nvSpPr>
        <p:spPr>
          <a:xfrm xmlns:a="http://schemas.openxmlformats.org/drawingml/2006/main">
            <a:off x="6317456" y="5219700"/>
            <a:ext cx="111204" cy="95250"/>
          </a:xfrm>
          <a:prstGeom xmlns:a="http://schemas.openxmlformats.org/drawingml/2006/main" prst="rect">
            <a:avLst/>
          </a:prstGeom>
          <a:solidFill xmlns:a="http://schemas.openxmlformats.org/drawingml/2006/main">
            <a:srgbClr val="F2F5FA"/>
          </a:solidFill>
          <a:ln xmlns:a="http://schemas.openxmlformats.org/drawingml/2006/main" w="0">
            <a:noFill/>
          </a:ln>
        </p:spPr>
      </p:sp>
      <p:sp>
        <p:nvSpPr>
          <p:cNvPr id="746" name="">
            <a:extLst xmlns:a="http://schemas.openxmlformats.org/drawingml/2006/main">
              <a:ext uri="{FF2B5EF4-FFF2-40B4-BE49-F238E27FC236}">
                <a16:creationId xmlns:a16="http://schemas.microsoft.com/office/drawing/2014/main" id="{A8142524-2ADF-46C7-966E-8F6807FAB2C2}"/>
              </a:ext>
            </a:extLst>
          </p:cNvPr>
          <p:cNvSpPr>
            <a:spLocks xmlns:a="http://schemas.openxmlformats.org/drawingml/2006/main" noGrp="1"/>
          </p:cNvSpPr>
          <p:nvPr/>
        </p:nvSpPr>
        <p:spPr>
          <a:xfrm xmlns:a="http://schemas.openxmlformats.org/drawingml/2006/main">
            <a:off x="6428184" y="5219700"/>
            <a:ext cx="111204" cy="95250"/>
          </a:xfrm>
          <a:prstGeom xmlns:a="http://schemas.openxmlformats.org/drawingml/2006/main" prst="rect">
            <a:avLst/>
          </a:prstGeom>
          <a:solidFill xmlns:a="http://schemas.openxmlformats.org/drawingml/2006/main">
            <a:srgbClr val="EDF1F8"/>
          </a:solidFill>
          <a:ln xmlns:a="http://schemas.openxmlformats.org/drawingml/2006/main" w="0">
            <a:noFill/>
          </a:ln>
        </p:spPr>
      </p:sp>
      <p:sp>
        <p:nvSpPr>
          <p:cNvPr id="747" name="">
            <a:extLst xmlns:a="http://schemas.openxmlformats.org/drawingml/2006/main">
              <a:ext uri="{FF2B5EF4-FFF2-40B4-BE49-F238E27FC236}">
                <a16:creationId xmlns:a16="http://schemas.microsoft.com/office/drawing/2014/main" id="{3B936BAB-62B8-4730-AF2A-1F1402FC7346}"/>
              </a:ext>
            </a:extLst>
          </p:cNvPr>
          <p:cNvSpPr>
            <a:spLocks xmlns:a="http://schemas.openxmlformats.org/drawingml/2006/main" noGrp="1"/>
          </p:cNvSpPr>
          <p:nvPr/>
        </p:nvSpPr>
        <p:spPr>
          <a:xfrm xmlns:a="http://schemas.openxmlformats.org/drawingml/2006/main">
            <a:off x="6538913" y="5219700"/>
            <a:ext cx="111204" cy="95250"/>
          </a:xfrm>
          <a:prstGeom xmlns:a="http://schemas.openxmlformats.org/drawingml/2006/main" prst="rect">
            <a:avLst/>
          </a:prstGeom>
          <a:solidFill xmlns:a="http://schemas.openxmlformats.org/drawingml/2006/main">
            <a:srgbClr val="E7EDF5"/>
          </a:solidFill>
          <a:ln xmlns:a="http://schemas.openxmlformats.org/drawingml/2006/main" w="0">
            <a:noFill/>
          </a:ln>
        </p:spPr>
      </p:sp>
      <p:sp>
        <p:nvSpPr>
          <p:cNvPr id="748" name="">
            <a:extLst xmlns:a="http://schemas.openxmlformats.org/drawingml/2006/main">
              <a:ext uri="{FF2B5EF4-FFF2-40B4-BE49-F238E27FC236}">
                <a16:creationId xmlns:a16="http://schemas.microsoft.com/office/drawing/2014/main" id="{0A1A6E5C-5B02-4B21-A761-08B87E57C3C6}"/>
              </a:ext>
            </a:extLst>
          </p:cNvPr>
          <p:cNvSpPr>
            <a:spLocks xmlns:a="http://schemas.openxmlformats.org/drawingml/2006/main" noGrp="1"/>
          </p:cNvSpPr>
          <p:nvPr/>
        </p:nvSpPr>
        <p:spPr>
          <a:xfrm xmlns:a="http://schemas.openxmlformats.org/drawingml/2006/main">
            <a:off x="6649641" y="5219700"/>
            <a:ext cx="111204" cy="95250"/>
          </a:xfrm>
          <a:prstGeom xmlns:a="http://schemas.openxmlformats.org/drawingml/2006/main" prst="rect">
            <a:avLst/>
          </a:prstGeom>
          <a:solidFill xmlns:a="http://schemas.openxmlformats.org/drawingml/2006/main">
            <a:srgbClr val="E2E9F3"/>
          </a:solidFill>
          <a:ln xmlns:a="http://schemas.openxmlformats.org/drawingml/2006/main" w="0">
            <a:noFill/>
          </a:ln>
        </p:spPr>
      </p:sp>
      <p:sp>
        <p:nvSpPr>
          <p:cNvPr id="749" name="">
            <a:extLst xmlns:a="http://schemas.openxmlformats.org/drawingml/2006/main">
              <a:ext uri="{FF2B5EF4-FFF2-40B4-BE49-F238E27FC236}">
                <a16:creationId xmlns:a16="http://schemas.microsoft.com/office/drawing/2014/main" id="{9E508B8C-4968-4E57-AB96-A7112E2DFA50}"/>
              </a:ext>
            </a:extLst>
          </p:cNvPr>
          <p:cNvSpPr>
            <a:spLocks xmlns:a="http://schemas.openxmlformats.org/drawingml/2006/main" noGrp="1"/>
          </p:cNvSpPr>
          <p:nvPr/>
        </p:nvSpPr>
        <p:spPr>
          <a:xfrm xmlns:a="http://schemas.openxmlformats.org/drawingml/2006/main">
            <a:off x="6760369" y="5219700"/>
            <a:ext cx="111204" cy="95250"/>
          </a:xfrm>
          <a:prstGeom xmlns:a="http://schemas.openxmlformats.org/drawingml/2006/main" prst="rect">
            <a:avLst/>
          </a:prstGeom>
          <a:solidFill xmlns:a="http://schemas.openxmlformats.org/drawingml/2006/main">
            <a:srgbClr val="DDE5F1"/>
          </a:solidFill>
          <a:ln xmlns:a="http://schemas.openxmlformats.org/drawingml/2006/main" w="0">
            <a:noFill/>
          </a:ln>
        </p:spPr>
      </p:sp>
      <p:sp>
        <p:nvSpPr>
          <p:cNvPr id="750" name="">
            <a:extLst xmlns:a="http://schemas.openxmlformats.org/drawingml/2006/main">
              <a:ext uri="{FF2B5EF4-FFF2-40B4-BE49-F238E27FC236}">
                <a16:creationId xmlns:a16="http://schemas.microsoft.com/office/drawing/2014/main" id="{DDA9363D-DDA7-4B77-B732-B4BAAA7A7E8E}"/>
              </a:ext>
            </a:extLst>
          </p:cNvPr>
          <p:cNvSpPr>
            <a:spLocks xmlns:a="http://schemas.openxmlformats.org/drawingml/2006/main" noGrp="1"/>
          </p:cNvSpPr>
          <p:nvPr/>
        </p:nvSpPr>
        <p:spPr>
          <a:xfrm xmlns:a="http://schemas.openxmlformats.org/drawingml/2006/main">
            <a:off x="6871097" y="5219700"/>
            <a:ext cx="111204" cy="95250"/>
          </a:xfrm>
          <a:prstGeom xmlns:a="http://schemas.openxmlformats.org/drawingml/2006/main" prst="rect">
            <a:avLst/>
          </a:prstGeom>
          <a:solidFill xmlns:a="http://schemas.openxmlformats.org/drawingml/2006/main">
            <a:srgbClr val="D7E1EF"/>
          </a:solidFill>
          <a:ln xmlns:a="http://schemas.openxmlformats.org/drawingml/2006/main" w="0">
            <a:noFill/>
          </a:ln>
        </p:spPr>
      </p:sp>
      <p:sp>
        <p:nvSpPr>
          <p:cNvPr id="751" name="">
            <a:extLst xmlns:a="http://schemas.openxmlformats.org/drawingml/2006/main">
              <a:ext uri="{FF2B5EF4-FFF2-40B4-BE49-F238E27FC236}">
                <a16:creationId xmlns:a16="http://schemas.microsoft.com/office/drawing/2014/main" id="{B227392E-C8AA-456B-B8F5-4BFAF7A00DF5}"/>
              </a:ext>
            </a:extLst>
          </p:cNvPr>
          <p:cNvSpPr>
            <a:spLocks xmlns:a="http://schemas.openxmlformats.org/drawingml/2006/main" noGrp="1"/>
          </p:cNvSpPr>
          <p:nvPr/>
        </p:nvSpPr>
        <p:spPr>
          <a:xfrm xmlns:a="http://schemas.openxmlformats.org/drawingml/2006/main">
            <a:off x="6981825" y="5219700"/>
            <a:ext cx="111204" cy="95250"/>
          </a:xfrm>
          <a:prstGeom xmlns:a="http://schemas.openxmlformats.org/drawingml/2006/main" prst="rect">
            <a:avLst/>
          </a:prstGeom>
          <a:solidFill xmlns:a="http://schemas.openxmlformats.org/drawingml/2006/main">
            <a:srgbClr val="D2DDED"/>
          </a:solidFill>
          <a:ln xmlns:a="http://schemas.openxmlformats.org/drawingml/2006/main" w="0">
            <a:noFill/>
          </a:ln>
        </p:spPr>
      </p:sp>
      <p:sp>
        <p:nvSpPr>
          <p:cNvPr id="752" name="">
            <a:extLst xmlns:a="http://schemas.openxmlformats.org/drawingml/2006/main">
              <a:ext uri="{FF2B5EF4-FFF2-40B4-BE49-F238E27FC236}">
                <a16:creationId xmlns:a16="http://schemas.microsoft.com/office/drawing/2014/main" id="{EDDAC213-C7BE-428D-8AB2-DBC81F315D36}"/>
              </a:ext>
            </a:extLst>
          </p:cNvPr>
          <p:cNvSpPr>
            <a:spLocks xmlns:a="http://schemas.openxmlformats.org/drawingml/2006/main" noGrp="1"/>
          </p:cNvSpPr>
          <p:nvPr/>
        </p:nvSpPr>
        <p:spPr>
          <a:xfrm xmlns:a="http://schemas.openxmlformats.org/drawingml/2006/main">
            <a:off x="7092553" y="5219700"/>
            <a:ext cx="111204" cy="95250"/>
          </a:xfrm>
          <a:prstGeom xmlns:a="http://schemas.openxmlformats.org/drawingml/2006/main" prst="rect">
            <a:avLst/>
          </a:prstGeom>
          <a:solidFill xmlns:a="http://schemas.openxmlformats.org/drawingml/2006/main">
            <a:srgbClr val="CDD9EB"/>
          </a:solidFill>
          <a:ln xmlns:a="http://schemas.openxmlformats.org/drawingml/2006/main" w="0">
            <a:noFill/>
          </a:ln>
        </p:spPr>
      </p:sp>
      <p:sp>
        <p:nvSpPr>
          <p:cNvPr id="753" name="">
            <a:extLst xmlns:a="http://schemas.openxmlformats.org/drawingml/2006/main">
              <a:ext uri="{FF2B5EF4-FFF2-40B4-BE49-F238E27FC236}">
                <a16:creationId xmlns:a16="http://schemas.microsoft.com/office/drawing/2014/main" id="{023F2543-F93E-4BFA-B4F3-9DC53DBD99B2}"/>
              </a:ext>
            </a:extLst>
          </p:cNvPr>
          <p:cNvSpPr>
            <a:spLocks xmlns:a="http://schemas.openxmlformats.org/drawingml/2006/main" noGrp="1"/>
          </p:cNvSpPr>
          <p:nvPr/>
        </p:nvSpPr>
        <p:spPr>
          <a:xfrm xmlns:a="http://schemas.openxmlformats.org/drawingml/2006/main">
            <a:off x="7203281" y="5219700"/>
            <a:ext cx="111204" cy="95250"/>
          </a:xfrm>
          <a:prstGeom xmlns:a="http://schemas.openxmlformats.org/drawingml/2006/main" prst="rect">
            <a:avLst/>
          </a:prstGeom>
          <a:solidFill xmlns:a="http://schemas.openxmlformats.org/drawingml/2006/main">
            <a:srgbClr val="C8D5E9"/>
          </a:solidFill>
          <a:ln xmlns:a="http://schemas.openxmlformats.org/drawingml/2006/main" w="0">
            <a:noFill/>
          </a:ln>
        </p:spPr>
      </p:sp>
      <p:sp>
        <p:nvSpPr>
          <p:cNvPr id="754" name="">
            <a:extLst xmlns:a="http://schemas.openxmlformats.org/drawingml/2006/main">
              <a:ext uri="{FF2B5EF4-FFF2-40B4-BE49-F238E27FC236}">
                <a16:creationId xmlns:a16="http://schemas.microsoft.com/office/drawing/2014/main" id="{D4FE0EA6-10BC-4553-93CB-79AAF445CFC4}"/>
              </a:ext>
            </a:extLst>
          </p:cNvPr>
          <p:cNvSpPr>
            <a:spLocks xmlns:a="http://schemas.openxmlformats.org/drawingml/2006/main" noGrp="1"/>
          </p:cNvSpPr>
          <p:nvPr/>
        </p:nvSpPr>
        <p:spPr>
          <a:xfrm xmlns:a="http://schemas.openxmlformats.org/drawingml/2006/main">
            <a:off x="7314009" y="5219700"/>
            <a:ext cx="111204" cy="95250"/>
          </a:xfrm>
          <a:prstGeom xmlns:a="http://schemas.openxmlformats.org/drawingml/2006/main" prst="rect">
            <a:avLst/>
          </a:prstGeom>
          <a:solidFill xmlns:a="http://schemas.openxmlformats.org/drawingml/2006/main">
            <a:srgbClr val="C2D1E7"/>
          </a:solidFill>
          <a:ln xmlns:a="http://schemas.openxmlformats.org/drawingml/2006/main" w="0">
            <a:noFill/>
          </a:ln>
        </p:spPr>
      </p:sp>
      <p:sp>
        <p:nvSpPr>
          <p:cNvPr id="755" name="">
            <a:extLst xmlns:a="http://schemas.openxmlformats.org/drawingml/2006/main">
              <a:ext uri="{FF2B5EF4-FFF2-40B4-BE49-F238E27FC236}">
                <a16:creationId xmlns:a16="http://schemas.microsoft.com/office/drawing/2014/main" id="{0416E500-B9A9-46A7-B223-59A26EAB18D6}"/>
              </a:ext>
            </a:extLst>
          </p:cNvPr>
          <p:cNvSpPr>
            <a:spLocks xmlns:a="http://schemas.openxmlformats.org/drawingml/2006/main" noGrp="1"/>
          </p:cNvSpPr>
          <p:nvPr/>
        </p:nvSpPr>
        <p:spPr>
          <a:xfrm xmlns:a="http://schemas.openxmlformats.org/drawingml/2006/main">
            <a:off x="7424738" y="5219700"/>
            <a:ext cx="111204" cy="95250"/>
          </a:xfrm>
          <a:prstGeom xmlns:a="http://schemas.openxmlformats.org/drawingml/2006/main" prst="rect">
            <a:avLst/>
          </a:prstGeom>
          <a:solidFill xmlns:a="http://schemas.openxmlformats.org/drawingml/2006/main">
            <a:srgbClr val="BDCDE4"/>
          </a:solidFill>
          <a:ln xmlns:a="http://schemas.openxmlformats.org/drawingml/2006/main" w="0">
            <a:noFill/>
          </a:ln>
        </p:spPr>
      </p:sp>
      <p:sp>
        <p:nvSpPr>
          <p:cNvPr id="756" name="">
            <a:extLst xmlns:a="http://schemas.openxmlformats.org/drawingml/2006/main">
              <a:ext uri="{FF2B5EF4-FFF2-40B4-BE49-F238E27FC236}">
                <a16:creationId xmlns:a16="http://schemas.microsoft.com/office/drawing/2014/main" id="{4DB95EFC-D03B-4A5A-85DE-8B0DB2C39E68}"/>
              </a:ext>
            </a:extLst>
          </p:cNvPr>
          <p:cNvSpPr>
            <a:spLocks xmlns:a="http://schemas.openxmlformats.org/drawingml/2006/main" noGrp="1"/>
          </p:cNvSpPr>
          <p:nvPr/>
        </p:nvSpPr>
        <p:spPr>
          <a:xfrm xmlns:a="http://schemas.openxmlformats.org/drawingml/2006/main">
            <a:off x="7535466" y="5219700"/>
            <a:ext cx="111204" cy="95250"/>
          </a:xfrm>
          <a:prstGeom xmlns:a="http://schemas.openxmlformats.org/drawingml/2006/main" prst="rect">
            <a:avLst/>
          </a:prstGeom>
          <a:solidFill xmlns:a="http://schemas.openxmlformats.org/drawingml/2006/main">
            <a:srgbClr val="B8C9E2"/>
          </a:solidFill>
          <a:ln xmlns:a="http://schemas.openxmlformats.org/drawingml/2006/main" w="0">
            <a:noFill/>
          </a:ln>
        </p:spPr>
      </p:sp>
      <p:sp>
        <p:nvSpPr>
          <p:cNvPr id="757" name="">
            <a:extLst xmlns:a="http://schemas.openxmlformats.org/drawingml/2006/main">
              <a:ext uri="{FF2B5EF4-FFF2-40B4-BE49-F238E27FC236}">
                <a16:creationId xmlns:a16="http://schemas.microsoft.com/office/drawing/2014/main" id="{6C6881D0-5866-4EE1-8CF8-334BE3247EC9}"/>
              </a:ext>
            </a:extLst>
          </p:cNvPr>
          <p:cNvSpPr>
            <a:spLocks xmlns:a="http://schemas.openxmlformats.org/drawingml/2006/main" noGrp="1"/>
          </p:cNvSpPr>
          <p:nvPr/>
        </p:nvSpPr>
        <p:spPr>
          <a:xfrm xmlns:a="http://schemas.openxmlformats.org/drawingml/2006/main">
            <a:off x="7646194" y="5219700"/>
            <a:ext cx="111204" cy="95250"/>
          </a:xfrm>
          <a:prstGeom xmlns:a="http://schemas.openxmlformats.org/drawingml/2006/main" prst="rect">
            <a:avLst/>
          </a:prstGeom>
          <a:solidFill xmlns:a="http://schemas.openxmlformats.org/drawingml/2006/main">
            <a:srgbClr val="B3C5E0"/>
          </a:solidFill>
          <a:ln xmlns:a="http://schemas.openxmlformats.org/drawingml/2006/main" w="0">
            <a:noFill/>
          </a:ln>
        </p:spPr>
      </p:sp>
      <p:sp>
        <p:nvSpPr>
          <p:cNvPr id="758" name="">
            <a:extLst xmlns:a="http://schemas.openxmlformats.org/drawingml/2006/main">
              <a:ext uri="{FF2B5EF4-FFF2-40B4-BE49-F238E27FC236}">
                <a16:creationId xmlns:a16="http://schemas.microsoft.com/office/drawing/2014/main" id="{C4984830-11ED-47D2-9D08-6EECCCB8FCB8}"/>
              </a:ext>
            </a:extLst>
          </p:cNvPr>
          <p:cNvSpPr>
            <a:spLocks xmlns:a="http://schemas.openxmlformats.org/drawingml/2006/main" noGrp="1"/>
          </p:cNvSpPr>
          <p:nvPr/>
        </p:nvSpPr>
        <p:spPr>
          <a:xfrm xmlns:a="http://schemas.openxmlformats.org/drawingml/2006/main">
            <a:off x="7756922" y="5219700"/>
            <a:ext cx="111204" cy="95250"/>
          </a:xfrm>
          <a:prstGeom xmlns:a="http://schemas.openxmlformats.org/drawingml/2006/main" prst="rect">
            <a:avLst/>
          </a:prstGeom>
          <a:solidFill xmlns:a="http://schemas.openxmlformats.org/drawingml/2006/main">
            <a:srgbClr val="ADC1DE"/>
          </a:solidFill>
          <a:ln xmlns:a="http://schemas.openxmlformats.org/drawingml/2006/main" w="0">
            <a:noFill/>
          </a:ln>
        </p:spPr>
      </p:sp>
      <p:sp>
        <p:nvSpPr>
          <p:cNvPr id="759" name="">
            <a:extLst xmlns:a="http://schemas.openxmlformats.org/drawingml/2006/main">
              <a:ext uri="{FF2B5EF4-FFF2-40B4-BE49-F238E27FC236}">
                <a16:creationId xmlns:a16="http://schemas.microsoft.com/office/drawing/2014/main" id="{4734758E-8B46-44A4-8CE0-C65E7D18D3D4}"/>
              </a:ext>
            </a:extLst>
          </p:cNvPr>
          <p:cNvSpPr>
            <a:spLocks xmlns:a="http://schemas.openxmlformats.org/drawingml/2006/main" noGrp="1"/>
          </p:cNvSpPr>
          <p:nvPr/>
        </p:nvSpPr>
        <p:spPr>
          <a:xfrm xmlns:a="http://schemas.openxmlformats.org/drawingml/2006/main">
            <a:off x="7867650" y="5219700"/>
            <a:ext cx="111204" cy="95250"/>
          </a:xfrm>
          <a:prstGeom xmlns:a="http://schemas.openxmlformats.org/drawingml/2006/main" prst="rect">
            <a:avLst/>
          </a:prstGeom>
          <a:solidFill xmlns:a="http://schemas.openxmlformats.org/drawingml/2006/main">
            <a:srgbClr val="A8BDDC"/>
          </a:solidFill>
          <a:ln xmlns:a="http://schemas.openxmlformats.org/drawingml/2006/main" w="0">
            <a:noFill/>
          </a:ln>
        </p:spPr>
      </p:sp>
      <p:sp>
        <p:nvSpPr>
          <p:cNvPr id="760" name="">
            <a:extLst xmlns:a="http://schemas.openxmlformats.org/drawingml/2006/main">
              <a:ext uri="{FF2B5EF4-FFF2-40B4-BE49-F238E27FC236}">
                <a16:creationId xmlns:a16="http://schemas.microsoft.com/office/drawing/2014/main" id="{C2161BB5-AF36-4C15-818C-E84BBCC63E5C}"/>
              </a:ext>
            </a:extLst>
          </p:cNvPr>
          <p:cNvSpPr>
            <a:spLocks xmlns:a="http://schemas.openxmlformats.org/drawingml/2006/main" noGrp="1"/>
          </p:cNvSpPr>
          <p:nvPr/>
        </p:nvSpPr>
        <p:spPr>
          <a:xfrm xmlns:a="http://schemas.openxmlformats.org/drawingml/2006/main">
            <a:off x="7978378" y="5219700"/>
            <a:ext cx="111204" cy="95250"/>
          </a:xfrm>
          <a:prstGeom xmlns:a="http://schemas.openxmlformats.org/drawingml/2006/main" prst="rect">
            <a:avLst/>
          </a:prstGeom>
          <a:solidFill xmlns:a="http://schemas.openxmlformats.org/drawingml/2006/main">
            <a:srgbClr val="A3B9DA"/>
          </a:solidFill>
          <a:ln xmlns:a="http://schemas.openxmlformats.org/drawingml/2006/main" w="0">
            <a:noFill/>
          </a:ln>
        </p:spPr>
      </p:sp>
      <p:sp>
        <p:nvSpPr>
          <p:cNvPr id="761" name="">
            <a:extLst xmlns:a="http://schemas.openxmlformats.org/drawingml/2006/main">
              <a:ext uri="{FF2B5EF4-FFF2-40B4-BE49-F238E27FC236}">
                <a16:creationId xmlns:a16="http://schemas.microsoft.com/office/drawing/2014/main" id="{6E0236A5-ABA5-414E-A464-38A095245D80}"/>
              </a:ext>
            </a:extLst>
          </p:cNvPr>
          <p:cNvSpPr>
            <a:spLocks xmlns:a="http://schemas.openxmlformats.org/drawingml/2006/main" noGrp="1"/>
          </p:cNvSpPr>
          <p:nvPr/>
        </p:nvSpPr>
        <p:spPr>
          <a:xfrm xmlns:a="http://schemas.openxmlformats.org/drawingml/2006/main">
            <a:off x="8089106" y="5219700"/>
            <a:ext cx="111204" cy="95250"/>
          </a:xfrm>
          <a:prstGeom xmlns:a="http://schemas.openxmlformats.org/drawingml/2006/main" prst="rect">
            <a:avLst/>
          </a:prstGeom>
          <a:solidFill xmlns:a="http://schemas.openxmlformats.org/drawingml/2006/main">
            <a:srgbClr val="9DB5D8"/>
          </a:solidFill>
          <a:ln xmlns:a="http://schemas.openxmlformats.org/drawingml/2006/main" w="0">
            <a:noFill/>
          </a:ln>
        </p:spPr>
      </p:sp>
      <p:sp>
        <p:nvSpPr>
          <p:cNvPr id="762" name="">
            <a:extLst xmlns:a="http://schemas.openxmlformats.org/drawingml/2006/main">
              <a:ext uri="{FF2B5EF4-FFF2-40B4-BE49-F238E27FC236}">
                <a16:creationId xmlns:a16="http://schemas.microsoft.com/office/drawing/2014/main" id="{9907406F-46BC-48D3-9A11-589B89A127B2}"/>
              </a:ext>
            </a:extLst>
          </p:cNvPr>
          <p:cNvSpPr>
            <a:spLocks xmlns:a="http://schemas.openxmlformats.org/drawingml/2006/main" noGrp="1"/>
          </p:cNvSpPr>
          <p:nvPr/>
        </p:nvSpPr>
        <p:spPr>
          <a:xfrm xmlns:a="http://schemas.openxmlformats.org/drawingml/2006/main">
            <a:off x="8199834" y="5219700"/>
            <a:ext cx="111204" cy="95250"/>
          </a:xfrm>
          <a:prstGeom xmlns:a="http://schemas.openxmlformats.org/drawingml/2006/main" prst="rect">
            <a:avLst/>
          </a:prstGeom>
          <a:solidFill xmlns:a="http://schemas.openxmlformats.org/drawingml/2006/main">
            <a:srgbClr val="98B1D6"/>
          </a:solidFill>
          <a:ln xmlns:a="http://schemas.openxmlformats.org/drawingml/2006/main" w="0">
            <a:noFill/>
          </a:ln>
        </p:spPr>
      </p:sp>
      <p:sp>
        <p:nvSpPr>
          <p:cNvPr id="763" name="">
            <a:extLst xmlns:a="http://schemas.openxmlformats.org/drawingml/2006/main">
              <a:ext uri="{FF2B5EF4-FFF2-40B4-BE49-F238E27FC236}">
                <a16:creationId xmlns:a16="http://schemas.microsoft.com/office/drawing/2014/main" id="{F5615279-17E1-40FC-8E34-C2658E017DA8}"/>
              </a:ext>
            </a:extLst>
          </p:cNvPr>
          <p:cNvSpPr>
            <a:spLocks xmlns:a="http://schemas.openxmlformats.org/drawingml/2006/main" noGrp="1"/>
          </p:cNvSpPr>
          <p:nvPr/>
        </p:nvSpPr>
        <p:spPr>
          <a:xfrm xmlns:a="http://schemas.openxmlformats.org/drawingml/2006/main">
            <a:off x="8310563" y="5219700"/>
            <a:ext cx="111204" cy="95250"/>
          </a:xfrm>
          <a:prstGeom xmlns:a="http://schemas.openxmlformats.org/drawingml/2006/main" prst="rect">
            <a:avLst/>
          </a:prstGeom>
          <a:solidFill xmlns:a="http://schemas.openxmlformats.org/drawingml/2006/main">
            <a:srgbClr val="93ACD3"/>
          </a:solidFill>
          <a:ln xmlns:a="http://schemas.openxmlformats.org/drawingml/2006/main" w="0">
            <a:noFill/>
          </a:ln>
        </p:spPr>
      </p:sp>
      <p:sp>
        <p:nvSpPr>
          <p:cNvPr id="764" name="">
            <a:extLst xmlns:a="http://schemas.openxmlformats.org/drawingml/2006/main">
              <a:ext uri="{FF2B5EF4-FFF2-40B4-BE49-F238E27FC236}">
                <a16:creationId xmlns:a16="http://schemas.microsoft.com/office/drawing/2014/main" id="{01167493-093B-4B9A-A905-B3FBE598BB92}"/>
              </a:ext>
            </a:extLst>
          </p:cNvPr>
          <p:cNvSpPr>
            <a:spLocks xmlns:a="http://schemas.openxmlformats.org/drawingml/2006/main" noGrp="1"/>
          </p:cNvSpPr>
          <p:nvPr/>
        </p:nvSpPr>
        <p:spPr>
          <a:xfrm xmlns:a="http://schemas.openxmlformats.org/drawingml/2006/main">
            <a:off x="8421291" y="5219700"/>
            <a:ext cx="111204" cy="95250"/>
          </a:xfrm>
          <a:prstGeom xmlns:a="http://schemas.openxmlformats.org/drawingml/2006/main" prst="rect">
            <a:avLst/>
          </a:prstGeom>
          <a:solidFill xmlns:a="http://schemas.openxmlformats.org/drawingml/2006/main">
            <a:srgbClr val="8EA8D1"/>
          </a:solidFill>
          <a:ln xmlns:a="http://schemas.openxmlformats.org/drawingml/2006/main" w="0">
            <a:noFill/>
          </a:ln>
        </p:spPr>
      </p:sp>
      <p:sp>
        <p:nvSpPr>
          <p:cNvPr id="765" name="">
            <a:extLst xmlns:a="http://schemas.openxmlformats.org/drawingml/2006/main">
              <a:ext uri="{FF2B5EF4-FFF2-40B4-BE49-F238E27FC236}">
                <a16:creationId xmlns:a16="http://schemas.microsoft.com/office/drawing/2014/main" id="{1D23E782-D1CC-4E29-9811-437A72CA00E2}"/>
              </a:ext>
            </a:extLst>
          </p:cNvPr>
          <p:cNvSpPr>
            <a:spLocks xmlns:a="http://schemas.openxmlformats.org/drawingml/2006/main" noGrp="1"/>
          </p:cNvSpPr>
          <p:nvPr/>
        </p:nvSpPr>
        <p:spPr>
          <a:xfrm xmlns:a="http://schemas.openxmlformats.org/drawingml/2006/main">
            <a:off x="8532019" y="5219700"/>
            <a:ext cx="111204" cy="95250"/>
          </a:xfrm>
          <a:prstGeom xmlns:a="http://schemas.openxmlformats.org/drawingml/2006/main" prst="rect">
            <a:avLst/>
          </a:prstGeom>
          <a:solidFill xmlns:a="http://schemas.openxmlformats.org/drawingml/2006/main">
            <a:srgbClr val="88A4CF"/>
          </a:solidFill>
          <a:ln xmlns:a="http://schemas.openxmlformats.org/drawingml/2006/main" w="0">
            <a:noFill/>
          </a:ln>
        </p:spPr>
      </p:sp>
      <p:sp>
        <p:nvSpPr>
          <p:cNvPr id="766" name="">
            <a:extLst xmlns:a="http://schemas.openxmlformats.org/drawingml/2006/main">
              <a:ext uri="{FF2B5EF4-FFF2-40B4-BE49-F238E27FC236}">
                <a16:creationId xmlns:a16="http://schemas.microsoft.com/office/drawing/2014/main" id="{9FC86AB7-04C2-4FE1-B707-5CC716970508}"/>
              </a:ext>
            </a:extLst>
          </p:cNvPr>
          <p:cNvSpPr>
            <a:spLocks xmlns:a="http://schemas.openxmlformats.org/drawingml/2006/main" noGrp="1"/>
          </p:cNvSpPr>
          <p:nvPr/>
        </p:nvSpPr>
        <p:spPr>
          <a:xfrm xmlns:a="http://schemas.openxmlformats.org/drawingml/2006/main">
            <a:off x="8642747" y="5219700"/>
            <a:ext cx="111204" cy="95250"/>
          </a:xfrm>
          <a:prstGeom xmlns:a="http://schemas.openxmlformats.org/drawingml/2006/main" prst="rect">
            <a:avLst/>
          </a:prstGeom>
          <a:solidFill xmlns:a="http://schemas.openxmlformats.org/drawingml/2006/main">
            <a:srgbClr val="83A0CD"/>
          </a:solidFill>
          <a:ln xmlns:a="http://schemas.openxmlformats.org/drawingml/2006/main" w="0">
            <a:noFill/>
          </a:ln>
        </p:spPr>
      </p:sp>
      <p:sp>
        <p:nvSpPr>
          <p:cNvPr id="767" name="">
            <a:extLst xmlns:a="http://schemas.openxmlformats.org/drawingml/2006/main">
              <a:ext uri="{FF2B5EF4-FFF2-40B4-BE49-F238E27FC236}">
                <a16:creationId xmlns:a16="http://schemas.microsoft.com/office/drawing/2014/main" id="{AF53DF7F-D779-40C4-99C5-907A86566BF1}"/>
              </a:ext>
            </a:extLst>
          </p:cNvPr>
          <p:cNvSpPr>
            <a:spLocks xmlns:a="http://schemas.openxmlformats.org/drawingml/2006/main" noGrp="1"/>
          </p:cNvSpPr>
          <p:nvPr/>
        </p:nvSpPr>
        <p:spPr>
          <a:xfrm xmlns:a="http://schemas.openxmlformats.org/drawingml/2006/main">
            <a:off x="8753475" y="5219700"/>
            <a:ext cx="111204" cy="95250"/>
          </a:xfrm>
          <a:prstGeom xmlns:a="http://schemas.openxmlformats.org/drawingml/2006/main" prst="rect">
            <a:avLst/>
          </a:prstGeom>
          <a:solidFill xmlns:a="http://schemas.openxmlformats.org/drawingml/2006/main">
            <a:srgbClr val="7E9CCB"/>
          </a:solidFill>
          <a:ln xmlns:a="http://schemas.openxmlformats.org/drawingml/2006/main" w="0">
            <a:noFill/>
          </a:ln>
        </p:spPr>
      </p:sp>
      <p:sp>
        <p:nvSpPr>
          <p:cNvPr id="768" name="">
            <a:extLst xmlns:a="http://schemas.openxmlformats.org/drawingml/2006/main">
              <a:ext uri="{FF2B5EF4-FFF2-40B4-BE49-F238E27FC236}">
                <a16:creationId xmlns:a16="http://schemas.microsoft.com/office/drawing/2014/main" id="{F64AFA0B-8710-4A3D-8B68-7B101D662D4C}"/>
              </a:ext>
            </a:extLst>
          </p:cNvPr>
          <p:cNvSpPr>
            <a:spLocks xmlns:a="http://schemas.openxmlformats.org/drawingml/2006/main" noGrp="1"/>
          </p:cNvSpPr>
          <p:nvPr/>
        </p:nvSpPr>
        <p:spPr>
          <a:xfrm xmlns:a="http://schemas.openxmlformats.org/drawingml/2006/main">
            <a:off x="8864203" y="5219700"/>
            <a:ext cx="111204" cy="95250"/>
          </a:xfrm>
          <a:prstGeom xmlns:a="http://schemas.openxmlformats.org/drawingml/2006/main" prst="rect">
            <a:avLst/>
          </a:prstGeom>
          <a:solidFill xmlns:a="http://schemas.openxmlformats.org/drawingml/2006/main">
            <a:srgbClr val="7898C9"/>
          </a:solidFill>
          <a:ln xmlns:a="http://schemas.openxmlformats.org/drawingml/2006/main" w="0">
            <a:noFill/>
          </a:ln>
        </p:spPr>
      </p:sp>
      <p:sp>
        <p:nvSpPr>
          <p:cNvPr id="769" name="">
            <a:extLst xmlns:a="http://schemas.openxmlformats.org/drawingml/2006/main">
              <a:ext uri="{FF2B5EF4-FFF2-40B4-BE49-F238E27FC236}">
                <a16:creationId xmlns:a16="http://schemas.microsoft.com/office/drawing/2014/main" id="{7A66AFBA-5847-487F-9F48-992A63E937E0}"/>
              </a:ext>
            </a:extLst>
          </p:cNvPr>
          <p:cNvSpPr>
            <a:spLocks xmlns:a="http://schemas.openxmlformats.org/drawingml/2006/main" noGrp="1"/>
          </p:cNvSpPr>
          <p:nvPr/>
        </p:nvSpPr>
        <p:spPr>
          <a:xfrm xmlns:a="http://schemas.openxmlformats.org/drawingml/2006/main">
            <a:off x="8974931" y="5219700"/>
            <a:ext cx="111204" cy="95250"/>
          </a:xfrm>
          <a:prstGeom xmlns:a="http://schemas.openxmlformats.org/drawingml/2006/main" prst="rect">
            <a:avLst/>
          </a:prstGeom>
          <a:solidFill xmlns:a="http://schemas.openxmlformats.org/drawingml/2006/main">
            <a:srgbClr val="7394C7"/>
          </a:solidFill>
          <a:ln xmlns:a="http://schemas.openxmlformats.org/drawingml/2006/main" w="0">
            <a:noFill/>
          </a:ln>
        </p:spPr>
      </p:sp>
      <p:sp>
        <p:nvSpPr>
          <p:cNvPr id="770" name="">
            <a:extLst xmlns:a="http://schemas.openxmlformats.org/drawingml/2006/main">
              <a:ext uri="{FF2B5EF4-FFF2-40B4-BE49-F238E27FC236}">
                <a16:creationId xmlns:a16="http://schemas.microsoft.com/office/drawing/2014/main" id="{B98D062C-DDA0-4AD2-ABB9-FA373B8096CD}"/>
              </a:ext>
            </a:extLst>
          </p:cNvPr>
          <p:cNvSpPr>
            <a:spLocks xmlns:a="http://schemas.openxmlformats.org/drawingml/2006/main" noGrp="1"/>
          </p:cNvSpPr>
          <p:nvPr/>
        </p:nvSpPr>
        <p:spPr>
          <a:xfrm xmlns:a="http://schemas.openxmlformats.org/drawingml/2006/main">
            <a:off x="9085659" y="5219700"/>
            <a:ext cx="111204" cy="95250"/>
          </a:xfrm>
          <a:prstGeom xmlns:a="http://schemas.openxmlformats.org/drawingml/2006/main" prst="rect">
            <a:avLst/>
          </a:prstGeom>
          <a:solidFill xmlns:a="http://schemas.openxmlformats.org/drawingml/2006/main">
            <a:srgbClr val="6E90C5"/>
          </a:solidFill>
          <a:ln xmlns:a="http://schemas.openxmlformats.org/drawingml/2006/main" w="0">
            <a:noFill/>
          </a:ln>
        </p:spPr>
      </p:sp>
      <p:sp>
        <p:nvSpPr>
          <p:cNvPr id="771" name="">
            <a:extLst xmlns:a="http://schemas.openxmlformats.org/drawingml/2006/main">
              <a:ext uri="{FF2B5EF4-FFF2-40B4-BE49-F238E27FC236}">
                <a16:creationId xmlns:a16="http://schemas.microsoft.com/office/drawing/2014/main" id="{AA3A8163-AB70-4E41-838B-44E7EFF84454}"/>
              </a:ext>
            </a:extLst>
          </p:cNvPr>
          <p:cNvSpPr>
            <a:spLocks xmlns:a="http://schemas.openxmlformats.org/drawingml/2006/main" noGrp="1"/>
          </p:cNvSpPr>
          <p:nvPr/>
        </p:nvSpPr>
        <p:spPr>
          <a:xfrm xmlns:a="http://schemas.openxmlformats.org/drawingml/2006/main">
            <a:off x="9196388" y="5219700"/>
            <a:ext cx="111204" cy="95250"/>
          </a:xfrm>
          <a:prstGeom xmlns:a="http://schemas.openxmlformats.org/drawingml/2006/main" prst="rect">
            <a:avLst/>
          </a:prstGeom>
          <a:solidFill xmlns:a="http://schemas.openxmlformats.org/drawingml/2006/main">
            <a:srgbClr val="698CC2"/>
          </a:solidFill>
          <a:ln xmlns:a="http://schemas.openxmlformats.org/drawingml/2006/main" w="0">
            <a:noFill/>
          </a:ln>
        </p:spPr>
      </p:sp>
      <p:sp>
        <p:nvSpPr>
          <p:cNvPr id="772" name="">
            <a:extLst xmlns:a="http://schemas.openxmlformats.org/drawingml/2006/main">
              <a:ext uri="{FF2B5EF4-FFF2-40B4-BE49-F238E27FC236}">
                <a16:creationId xmlns:a16="http://schemas.microsoft.com/office/drawing/2014/main" id="{65062841-2DEE-4B2B-99A9-8CE14C89DBDD}"/>
              </a:ext>
            </a:extLst>
          </p:cNvPr>
          <p:cNvSpPr>
            <a:spLocks xmlns:a="http://schemas.openxmlformats.org/drawingml/2006/main" noGrp="1"/>
          </p:cNvSpPr>
          <p:nvPr/>
        </p:nvSpPr>
        <p:spPr>
          <a:xfrm xmlns:a="http://schemas.openxmlformats.org/drawingml/2006/main">
            <a:off x="9307116" y="5219700"/>
            <a:ext cx="111204" cy="95250"/>
          </a:xfrm>
          <a:prstGeom xmlns:a="http://schemas.openxmlformats.org/drawingml/2006/main" prst="rect">
            <a:avLst/>
          </a:prstGeom>
          <a:solidFill xmlns:a="http://schemas.openxmlformats.org/drawingml/2006/main">
            <a:srgbClr val="6388C0"/>
          </a:solidFill>
          <a:ln xmlns:a="http://schemas.openxmlformats.org/drawingml/2006/main" w="0">
            <a:noFill/>
          </a:ln>
        </p:spPr>
      </p:sp>
      <p:sp>
        <p:nvSpPr>
          <p:cNvPr id="773" name="">
            <a:extLst xmlns:a="http://schemas.openxmlformats.org/drawingml/2006/main">
              <a:ext uri="{FF2B5EF4-FFF2-40B4-BE49-F238E27FC236}">
                <a16:creationId xmlns:a16="http://schemas.microsoft.com/office/drawing/2014/main" id="{C06E9CBC-6305-4F83-A0E6-5E1BAA527492}"/>
              </a:ext>
            </a:extLst>
          </p:cNvPr>
          <p:cNvSpPr>
            <a:spLocks xmlns:a="http://schemas.openxmlformats.org/drawingml/2006/main" noGrp="1"/>
          </p:cNvSpPr>
          <p:nvPr/>
        </p:nvSpPr>
        <p:spPr>
          <a:xfrm xmlns:a="http://schemas.openxmlformats.org/drawingml/2006/main">
            <a:off x="9417844" y="5219700"/>
            <a:ext cx="111204" cy="95250"/>
          </a:xfrm>
          <a:prstGeom xmlns:a="http://schemas.openxmlformats.org/drawingml/2006/main" prst="rect">
            <a:avLst/>
          </a:prstGeom>
          <a:solidFill xmlns:a="http://schemas.openxmlformats.org/drawingml/2006/main">
            <a:srgbClr val="5E84BE"/>
          </a:solidFill>
          <a:ln xmlns:a="http://schemas.openxmlformats.org/drawingml/2006/main" w="0">
            <a:noFill/>
          </a:ln>
        </p:spPr>
      </p:sp>
      <p:sp>
        <p:nvSpPr>
          <p:cNvPr id="774" name="">
            <a:extLst xmlns:a="http://schemas.openxmlformats.org/drawingml/2006/main">
              <a:ext uri="{FF2B5EF4-FFF2-40B4-BE49-F238E27FC236}">
                <a16:creationId xmlns:a16="http://schemas.microsoft.com/office/drawing/2014/main" id="{D407AA84-AE0D-4A32-80A7-74087050E2FE}"/>
              </a:ext>
            </a:extLst>
          </p:cNvPr>
          <p:cNvSpPr>
            <a:spLocks xmlns:a="http://schemas.openxmlformats.org/drawingml/2006/main" noGrp="1"/>
          </p:cNvSpPr>
          <p:nvPr/>
        </p:nvSpPr>
        <p:spPr>
          <a:xfrm xmlns:a="http://schemas.openxmlformats.org/drawingml/2006/main">
            <a:off x="9528572" y="5219700"/>
            <a:ext cx="111204" cy="95250"/>
          </a:xfrm>
          <a:prstGeom xmlns:a="http://schemas.openxmlformats.org/drawingml/2006/main" prst="rect">
            <a:avLst/>
          </a:prstGeom>
          <a:solidFill xmlns:a="http://schemas.openxmlformats.org/drawingml/2006/main">
            <a:srgbClr val="5980BC"/>
          </a:solidFill>
          <a:ln xmlns:a="http://schemas.openxmlformats.org/drawingml/2006/main" w="0">
            <a:noFill/>
          </a:ln>
        </p:spPr>
      </p:sp>
      <p:sp>
        <p:nvSpPr>
          <p:cNvPr id="775" name="">
            <a:extLst xmlns:a="http://schemas.openxmlformats.org/drawingml/2006/main">
              <a:ext uri="{FF2B5EF4-FFF2-40B4-BE49-F238E27FC236}">
                <a16:creationId xmlns:a16="http://schemas.microsoft.com/office/drawing/2014/main" id="{43DE397C-BBD8-4F39-9A0A-12FC916AAF68}"/>
              </a:ext>
            </a:extLst>
          </p:cNvPr>
          <p:cNvSpPr>
            <a:spLocks xmlns:a="http://schemas.openxmlformats.org/drawingml/2006/main" noGrp="1"/>
          </p:cNvSpPr>
          <p:nvPr/>
        </p:nvSpPr>
        <p:spPr>
          <a:xfrm xmlns:a="http://schemas.openxmlformats.org/drawingml/2006/main">
            <a:off x="9639300" y="5219700"/>
            <a:ext cx="111204" cy="95250"/>
          </a:xfrm>
          <a:prstGeom xmlns:a="http://schemas.openxmlformats.org/drawingml/2006/main" prst="rect">
            <a:avLst/>
          </a:prstGeom>
          <a:solidFill xmlns:a="http://schemas.openxmlformats.org/drawingml/2006/main">
            <a:srgbClr val="547CBA"/>
          </a:solidFill>
          <a:ln xmlns:a="http://schemas.openxmlformats.org/drawingml/2006/main" w="0">
            <a:noFill/>
          </a:ln>
        </p:spPr>
      </p:sp>
      <p:sp>
        <p:nvSpPr>
          <p:cNvPr id="776" name="">
            <a:extLst xmlns:a="http://schemas.openxmlformats.org/drawingml/2006/main">
              <a:ext uri="{FF2B5EF4-FFF2-40B4-BE49-F238E27FC236}">
                <a16:creationId xmlns:a16="http://schemas.microsoft.com/office/drawing/2014/main" id="{E093CE57-D579-42F8-A60E-A428431561EC}"/>
              </a:ext>
            </a:extLst>
          </p:cNvPr>
          <p:cNvSpPr>
            <a:spLocks xmlns:a="http://schemas.openxmlformats.org/drawingml/2006/main" noGrp="1"/>
          </p:cNvSpPr>
          <p:nvPr/>
        </p:nvSpPr>
        <p:spPr>
          <a:xfrm xmlns:a="http://schemas.openxmlformats.org/drawingml/2006/main">
            <a:off x="9750028" y="5219700"/>
            <a:ext cx="111204" cy="95250"/>
          </a:xfrm>
          <a:prstGeom xmlns:a="http://schemas.openxmlformats.org/drawingml/2006/main" prst="rect">
            <a:avLst/>
          </a:prstGeom>
          <a:solidFill xmlns:a="http://schemas.openxmlformats.org/drawingml/2006/main">
            <a:srgbClr val="4E78B8"/>
          </a:solidFill>
          <a:ln xmlns:a="http://schemas.openxmlformats.org/drawingml/2006/main" w="0">
            <a:noFill/>
          </a:ln>
        </p:spPr>
      </p:sp>
      <p:sp>
        <p:nvSpPr>
          <p:cNvPr id="777" name="">
            <a:extLst xmlns:a="http://schemas.openxmlformats.org/drawingml/2006/main">
              <a:ext uri="{FF2B5EF4-FFF2-40B4-BE49-F238E27FC236}">
                <a16:creationId xmlns:a16="http://schemas.microsoft.com/office/drawing/2014/main" id="{F1D51D7B-9BC2-471D-911E-AEF46EFE2863}"/>
              </a:ext>
            </a:extLst>
          </p:cNvPr>
          <p:cNvSpPr>
            <a:spLocks xmlns:a="http://schemas.openxmlformats.org/drawingml/2006/main" noGrp="1"/>
          </p:cNvSpPr>
          <p:nvPr/>
        </p:nvSpPr>
        <p:spPr>
          <a:xfrm xmlns:a="http://schemas.openxmlformats.org/drawingml/2006/main">
            <a:off x="9860756" y="5219700"/>
            <a:ext cx="111204" cy="95250"/>
          </a:xfrm>
          <a:prstGeom xmlns:a="http://schemas.openxmlformats.org/drawingml/2006/main" prst="rect">
            <a:avLst/>
          </a:prstGeom>
          <a:solidFill xmlns:a="http://schemas.openxmlformats.org/drawingml/2006/main">
            <a:srgbClr val="4974B6"/>
          </a:solidFill>
          <a:ln xmlns:a="http://schemas.openxmlformats.org/drawingml/2006/main" w="0">
            <a:noFill/>
          </a:ln>
        </p:spPr>
      </p:sp>
      <p:sp>
        <p:nvSpPr>
          <p:cNvPr id="778" name="">
            <a:extLst xmlns:a="http://schemas.openxmlformats.org/drawingml/2006/main">
              <a:ext uri="{FF2B5EF4-FFF2-40B4-BE49-F238E27FC236}">
                <a16:creationId xmlns:a16="http://schemas.microsoft.com/office/drawing/2014/main" id="{5745625F-661B-4124-993C-081767A27A96}"/>
              </a:ext>
            </a:extLst>
          </p:cNvPr>
          <p:cNvSpPr>
            <a:spLocks xmlns:a="http://schemas.openxmlformats.org/drawingml/2006/main" noGrp="1"/>
          </p:cNvSpPr>
          <p:nvPr/>
        </p:nvSpPr>
        <p:spPr>
          <a:xfrm xmlns:a="http://schemas.openxmlformats.org/drawingml/2006/main">
            <a:off x="9971484" y="5219700"/>
            <a:ext cx="111204" cy="95250"/>
          </a:xfrm>
          <a:prstGeom xmlns:a="http://schemas.openxmlformats.org/drawingml/2006/main" prst="rect">
            <a:avLst/>
          </a:prstGeom>
          <a:solidFill xmlns:a="http://schemas.openxmlformats.org/drawingml/2006/main">
            <a:srgbClr val="4470B4"/>
          </a:solidFill>
          <a:ln xmlns:a="http://schemas.openxmlformats.org/drawingml/2006/main" w="0">
            <a:noFill/>
          </a:ln>
        </p:spPr>
      </p:sp>
      <p:sp>
        <p:nvSpPr>
          <p:cNvPr id="779" name="">
            <a:extLst xmlns:a="http://schemas.openxmlformats.org/drawingml/2006/main">
              <a:ext uri="{FF2B5EF4-FFF2-40B4-BE49-F238E27FC236}">
                <a16:creationId xmlns:a16="http://schemas.microsoft.com/office/drawing/2014/main" id="{9238DDD1-8814-4075-A924-2434A5CB97AF}"/>
              </a:ext>
            </a:extLst>
          </p:cNvPr>
          <p:cNvSpPr>
            <a:spLocks xmlns:a="http://schemas.openxmlformats.org/drawingml/2006/main" noGrp="1"/>
          </p:cNvSpPr>
          <p:nvPr/>
        </p:nvSpPr>
        <p:spPr>
          <a:xfrm xmlns:a="http://schemas.openxmlformats.org/drawingml/2006/main">
            <a:off x="10082213" y="5219700"/>
            <a:ext cx="111204" cy="95250"/>
          </a:xfrm>
          <a:prstGeom xmlns:a="http://schemas.openxmlformats.org/drawingml/2006/main" prst="rect">
            <a:avLst/>
          </a:prstGeom>
          <a:solidFill xmlns:a="http://schemas.openxmlformats.org/drawingml/2006/main">
            <a:srgbClr val="3E6CB1"/>
          </a:solidFill>
          <a:ln xmlns:a="http://schemas.openxmlformats.org/drawingml/2006/main" w="0">
            <a:noFill/>
          </a:ln>
        </p:spPr>
      </p:sp>
      <p:sp>
        <p:nvSpPr>
          <p:cNvPr id="780" name="">
            <a:extLst xmlns:a="http://schemas.openxmlformats.org/drawingml/2006/main">
              <a:ext uri="{FF2B5EF4-FFF2-40B4-BE49-F238E27FC236}">
                <a16:creationId xmlns:a16="http://schemas.microsoft.com/office/drawing/2014/main" id="{DD89F97A-A889-49F4-9AF6-A24E561A2F89}"/>
              </a:ext>
            </a:extLst>
          </p:cNvPr>
          <p:cNvSpPr>
            <a:spLocks xmlns:a="http://schemas.openxmlformats.org/drawingml/2006/main" noGrp="1"/>
          </p:cNvSpPr>
          <p:nvPr/>
        </p:nvSpPr>
        <p:spPr>
          <a:xfrm xmlns:a="http://schemas.openxmlformats.org/drawingml/2006/main">
            <a:off x="10192941" y="5219700"/>
            <a:ext cx="111204" cy="95250"/>
          </a:xfrm>
          <a:prstGeom xmlns:a="http://schemas.openxmlformats.org/drawingml/2006/main" prst="rect">
            <a:avLst/>
          </a:prstGeom>
          <a:solidFill xmlns:a="http://schemas.openxmlformats.org/drawingml/2006/main">
            <a:srgbClr val="3968AF"/>
          </a:solidFill>
          <a:ln xmlns:a="http://schemas.openxmlformats.org/drawingml/2006/main" w="0">
            <a:noFill/>
          </a:ln>
        </p:spPr>
      </p:sp>
      <p:sp>
        <p:nvSpPr>
          <p:cNvPr id="781" name="">
            <a:extLst xmlns:a="http://schemas.openxmlformats.org/drawingml/2006/main">
              <a:ext uri="{FF2B5EF4-FFF2-40B4-BE49-F238E27FC236}">
                <a16:creationId xmlns:a16="http://schemas.microsoft.com/office/drawing/2014/main" id="{5D68C283-20E0-4CDD-BF82-88B514F6EF49}"/>
              </a:ext>
            </a:extLst>
          </p:cNvPr>
          <p:cNvSpPr>
            <a:spLocks xmlns:a="http://schemas.openxmlformats.org/drawingml/2006/main" noGrp="1"/>
          </p:cNvSpPr>
          <p:nvPr/>
        </p:nvSpPr>
        <p:spPr>
          <a:xfrm xmlns:a="http://schemas.openxmlformats.org/drawingml/2006/main">
            <a:off x="10303669" y="5219700"/>
            <a:ext cx="111204" cy="95250"/>
          </a:xfrm>
          <a:prstGeom xmlns:a="http://schemas.openxmlformats.org/drawingml/2006/main" prst="rect">
            <a:avLst/>
          </a:prstGeom>
          <a:solidFill xmlns:a="http://schemas.openxmlformats.org/drawingml/2006/main">
            <a:srgbClr val="3464AD"/>
          </a:solidFill>
          <a:ln xmlns:a="http://schemas.openxmlformats.org/drawingml/2006/main" w="0">
            <a:noFill/>
          </a:ln>
        </p:spPr>
      </p:sp>
      <p:sp>
        <p:nvSpPr>
          <p:cNvPr id="782" name="">
            <a:extLst xmlns:a="http://schemas.openxmlformats.org/drawingml/2006/main">
              <a:ext uri="{FF2B5EF4-FFF2-40B4-BE49-F238E27FC236}">
                <a16:creationId xmlns:a16="http://schemas.microsoft.com/office/drawing/2014/main" id="{CCAB644F-3512-41CA-BD7A-FAD7DCB73EB2}"/>
              </a:ext>
            </a:extLst>
          </p:cNvPr>
          <p:cNvSpPr>
            <a:spLocks xmlns:a="http://schemas.openxmlformats.org/drawingml/2006/main" noGrp="1"/>
          </p:cNvSpPr>
          <p:nvPr/>
        </p:nvSpPr>
        <p:spPr>
          <a:xfrm xmlns:a="http://schemas.openxmlformats.org/drawingml/2006/main">
            <a:off x="10414397" y="5219700"/>
            <a:ext cx="111204" cy="95250"/>
          </a:xfrm>
          <a:prstGeom xmlns:a="http://schemas.openxmlformats.org/drawingml/2006/main" prst="rect">
            <a:avLst/>
          </a:prstGeom>
          <a:solidFill xmlns:a="http://schemas.openxmlformats.org/drawingml/2006/main">
            <a:srgbClr val="2F60AB"/>
          </a:solidFill>
          <a:ln xmlns:a="http://schemas.openxmlformats.org/drawingml/2006/main" w="0">
            <a:noFill/>
          </a:ln>
        </p:spPr>
      </p:sp>
      <p:sp>
        <p:nvSpPr>
          <p:cNvPr id="783" name="">
            <a:extLst xmlns:a="http://schemas.openxmlformats.org/drawingml/2006/main">
              <a:ext uri="{FF2B5EF4-FFF2-40B4-BE49-F238E27FC236}">
                <a16:creationId xmlns:a16="http://schemas.microsoft.com/office/drawing/2014/main" id="{E4865A30-3DB8-408A-B88F-CAAEDD3C9515}"/>
              </a:ext>
            </a:extLst>
          </p:cNvPr>
          <p:cNvSpPr>
            <a:spLocks xmlns:a="http://schemas.openxmlformats.org/drawingml/2006/main" noGrp="1"/>
          </p:cNvSpPr>
          <p:nvPr/>
        </p:nvSpPr>
        <p:spPr>
          <a:xfrm xmlns:a="http://schemas.openxmlformats.org/drawingml/2006/main">
            <a:off x="142875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784" name="">
            <a:extLst xmlns:a="http://schemas.openxmlformats.org/drawingml/2006/main">
              <a:ext uri="{FF2B5EF4-FFF2-40B4-BE49-F238E27FC236}">
                <a16:creationId xmlns:a16="http://schemas.microsoft.com/office/drawing/2014/main" id="{43AF08B2-DE15-4ED5-AB19-8A6C172A818A}"/>
              </a:ext>
            </a:extLst>
          </p:cNvPr>
          <p:cNvSpPr>
            <a:spLocks xmlns:a="http://schemas.openxmlformats.org/drawingml/2006/main" noGrp="1"/>
          </p:cNvSpPr>
          <p:nvPr/>
        </p:nvSpPr>
        <p:spPr>
          <a:xfrm xmlns:a="http://schemas.openxmlformats.org/drawingml/2006/main">
            <a:off x="3643313"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785" name="">
            <a:extLst xmlns:a="http://schemas.openxmlformats.org/drawingml/2006/main">
              <a:ext uri="{FF2B5EF4-FFF2-40B4-BE49-F238E27FC236}">
                <a16:creationId xmlns:a16="http://schemas.microsoft.com/office/drawing/2014/main" id="{8490123F-3C75-46EF-8CEE-13C6F4BC147B}"/>
              </a:ext>
            </a:extLst>
          </p:cNvPr>
          <p:cNvSpPr>
            <a:spLocks xmlns:a="http://schemas.openxmlformats.org/drawingml/2006/main" noGrp="1"/>
          </p:cNvSpPr>
          <p:nvPr/>
        </p:nvSpPr>
        <p:spPr>
          <a:xfrm xmlns:a="http://schemas.openxmlformats.org/drawingml/2006/main">
            <a:off x="5857875"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0</a:t>
            </a:r>
          </a:p>
        </p:txBody>
      </p:sp>
      <p:sp>
        <p:nvSpPr>
          <p:cNvPr id="786" name="">
            <a:extLst xmlns:a="http://schemas.openxmlformats.org/drawingml/2006/main">
              <a:ext uri="{FF2B5EF4-FFF2-40B4-BE49-F238E27FC236}">
                <a16:creationId xmlns:a16="http://schemas.microsoft.com/office/drawing/2014/main" id="{90AA796D-F534-4B20-ACB0-7E9C4F8EDF3E}"/>
              </a:ext>
            </a:extLst>
          </p:cNvPr>
          <p:cNvSpPr>
            <a:spLocks xmlns:a="http://schemas.openxmlformats.org/drawingml/2006/main" noGrp="1"/>
          </p:cNvSpPr>
          <p:nvPr/>
        </p:nvSpPr>
        <p:spPr>
          <a:xfrm xmlns:a="http://schemas.openxmlformats.org/drawingml/2006/main">
            <a:off x="8072438"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787" name="">
            <a:extLst xmlns:a="http://schemas.openxmlformats.org/drawingml/2006/main">
              <a:ext uri="{FF2B5EF4-FFF2-40B4-BE49-F238E27FC236}">
                <a16:creationId xmlns:a16="http://schemas.microsoft.com/office/drawing/2014/main" id="{8BAA3D45-6743-4E61-B618-3147EFB22FB0}"/>
              </a:ext>
            </a:extLst>
          </p:cNvPr>
          <p:cNvSpPr>
            <a:spLocks xmlns:a="http://schemas.openxmlformats.org/drawingml/2006/main" noGrp="1"/>
          </p:cNvSpPr>
          <p:nvPr/>
        </p:nvSpPr>
        <p:spPr>
          <a:xfrm xmlns:a="http://schemas.openxmlformats.org/drawingml/2006/main">
            <a:off x="1028700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788" name="">
            <a:extLst xmlns:a="http://schemas.openxmlformats.org/drawingml/2006/main">
              <a:ext uri="{FF2B5EF4-FFF2-40B4-BE49-F238E27FC236}">
                <a16:creationId xmlns:a16="http://schemas.microsoft.com/office/drawing/2014/main" id="{8745E488-3607-4B1F-BAF2-1893CF16ABC5}"/>
              </a:ext>
            </a:extLst>
          </p:cNvPr>
          <p:cNvSpPr>
            <a:spLocks xmlns:a="http://schemas.openxmlformats.org/drawingml/2006/main" noGrp="1"/>
          </p:cNvSpPr>
          <p:nvPr/>
        </p:nvSpPr>
        <p:spPr>
          <a:xfrm xmlns:a="http://schemas.openxmlformats.org/drawingml/2006/main">
            <a:off x="1524000" y="5629275"/>
            <a:ext cx="9144000" cy="3048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 vacant taxis vs normal</a:t>
            </a:r>
          </a:p>
        </p:txBody>
      </p:sp>
    </p:spTree>
    <p:extLst>
      <p:ext uri="{BB962C8B-B14F-4D97-AF65-F5344CB8AC3E}">
        <p14:creationId xmlns:p14="http://schemas.microsoft.com/office/powerpoint/2010/main" val="597896415"/>
      </p:ext>
    </p:extLst>
  </p:cSld>
</p:sld>
</file>

<file path=ppt/slides/slide29.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SUPPLY PATTERNS BY TIME AND RAIN</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Ratios use each cell’s expected supply. Shaded bands are saved day-bootstrap intervals.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29</a:t>
            </a:r>
            <a:endParaRPr sz="1200"/>
          </a:p>
        </p:txBody>
      </p:sp>
      <p:sp>
        <p:nvSpPr>
          <p:cNvPr id="14" name="">
            <a:extLst xmlns:a="http://schemas.openxmlformats.org/drawingml/2006/main">
              <a:ext uri="{FF2B5EF4-FFF2-40B4-BE49-F238E27FC236}">
                <a16:creationId xmlns:a16="http://schemas.microsoft.com/office/drawing/2014/main" id="{B781508D-89EB-45BA-B77C-51BB870506F5}"/>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2361389A-99F7-4312-8C99-5AF42CD32D5D}"/>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Weekday</a:t>
            </a:r>
          </a:p>
        </p:txBody>
      </p:sp>
      <p:sp>
        <p:nvSpPr>
          <p:cNvPr id="16" name="">
            <a:extLst xmlns:a="http://schemas.openxmlformats.org/drawingml/2006/main">
              <a:ext uri="{FF2B5EF4-FFF2-40B4-BE49-F238E27FC236}">
                <a16:creationId xmlns:a16="http://schemas.microsoft.com/office/drawing/2014/main" id="{C3EFCA16-BBB7-48CA-B8DF-6F8E89B32F07}"/>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as % of expected level</a:t>
            </a:r>
          </a:p>
        </p:txBody>
      </p:sp>
      <p:sp>
        <p:nvSpPr>
          <p:cNvPr id="17" name="Editable chart path">
            <a:extLst xmlns:a="http://schemas.openxmlformats.org/drawingml/2006/main">
              <a:ext uri="{FF2B5EF4-FFF2-40B4-BE49-F238E27FC236}">
                <a16:creationId xmlns:a16="http://schemas.microsoft.com/office/drawing/2014/main" id="{2B5019AE-BB55-4819-A996-924748372D7E}"/>
              </a:ext>
            </a:extLst>
          </p:cNvPr>
          <p:cNvSpPr>
            <a:spLocks xmlns:a="http://schemas.openxmlformats.org/drawingml/2006/main" noGrp="1"/>
          </p:cNvSpPr>
          <p:nvPr/>
        </p:nvSpPr>
        <p:spPr>
          <a:xfrm xmlns:a="http://schemas.openxmlformats.org/drawingml/2006/main">
            <a:off x="1843112" y="2986895"/>
            <a:ext cx="3615904" cy="138065"/>
          </a:xfrm>
          <a:custGeom xmlns:a="http://schemas.openxmlformats.org/drawingml/2006/main">
            <a:pathLst>
              <a:path w="3132218" h="119596">
                <a:moveTo>
                  <a:pt x="0" y="39757"/>
                </a:moveTo>
                <a:lnTo>
                  <a:pt x="0" y="106117"/>
                </a:lnTo>
                <a:lnTo>
                  <a:pt x="284747" y="111710"/>
                </a:lnTo>
                <a:lnTo>
                  <a:pt x="569494" y="109568"/>
                </a:lnTo>
                <a:lnTo>
                  <a:pt x="854241" y="94319"/>
                </a:lnTo>
                <a:lnTo>
                  <a:pt x="1138988" y="119596"/>
                </a:lnTo>
                <a:lnTo>
                  <a:pt x="1423736" y="98957"/>
                </a:lnTo>
                <a:lnTo>
                  <a:pt x="1708483" y="91520"/>
                </a:lnTo>
                <a:lnTo>
                  <a:pt x="1993230" y="84337"/>
                </a:lnTo>
                <a:lnTo>
                  <a:pt x="2277977" y="67574"/>
                </a:lnTo>
                <a:lnTo>
                  <a:pt x="2562724" y="95099"/>
                </a:lnTo>
                <a:lnTo>
                  <a:pt x="2847471" y="87974"/>
                </a:lnTo>
                <a:lnTo>
                  <a:pt x="3132218" y="97462"/>
                </a:lnTo>
                <a:lnTo>
                  <a:pt x="3132218" y="32470"/>
                </a:lnTo>
                <a:lnTo>
                  <a:pt x="3132218" y="32470"/>
                </a:lnTo>
                <a:lnTo>
                  <a:pt x="2847471" y="24789"/>
                </a:lnTo>
                <a:lnTo>
                  <a:pt x="2562724" y="21683"/>
                </a:lnTo>
                <a:lnTo>
                  <a:pt x="2277977" y="0"/>
                </a:lnTo>
                <a:lnTo>
                  <a:pt x="1993230" y="13477"/>
                </a:lnTo>
                <a:lnTo>
                  <a:pt x="1708483" y="24819"/>
                </a:lnTo>
                <a:lnTo>
                  <a:pt x="1423736" y="25883"/>
                </a:lnTo>
                <a:lnTo>
                  <a:pt x="1138988" y="31695"/>
                </a:lnTo>
                <a:lnTo>
                  <a:pt x="854241" y="26743"/>
                </a:lnTo>
                <a:lnTo>
                  <a:pt x="569494" y="28347"/>
                </a:lnTo>
                <a:lnTo>
                  <a:pt x="284747" y="40574"/>
                </a:lnTo>
                <a:lnTo>
                  <a:pt x="0" y="39757"/>
                </a:lnTo>
                <a:close/>
              </a:path>
            </a:pathLst>
          </a:custGeom>
          <a:solidFill xmlns:a="http://schemas.openxmlformats.org/drawingml/2006/main">
            <a:srgbClr val="E4EAF4">
              <a:alpha val="25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AFBA8322-F2FA-42C0-9C6C-867ADD6C0422}"/>
              </a:ext>
            </a:extLst>
          </p:cNvPr>
          <p:cNvSpPr>
            <a:spLocks xmlns:a="http://schemas.openxmlformats.org/drawingml/2006/main" noGrp="1"/>
          </p:cNvSpPr>
          <p:nvPr/>
        </p:nvSpPr>
        <p:spPr>
          <a:xfrm xmlns:a="http://schemas.openxmlformats.org/drawingml/2006/main">
            <a:off x="1843112" y="2855925"/>
            <a:ext cx="3615904" cy="809710"/>
          </a:xfrm>
          <a:custGeom xmlns:a="http://schemas.openxmlformats.org/drawingml/2006/main">
            <a:pathLst>
              <a:path w="3132218" h="701398">
                <a:moveTo>
                  <a:pt x="0" y="146977"/>
                </a:moveTo>
                <a:lnTo>
                  <a:pt x="0" y="402270"/>
                </a:lnTo>
                <a:lnTo>
                  <a:pt x="284747" y="383442"/>
                </a:lnTo>
                <a:lnTo>
                  <a:pt x="569494" y="510534"/>
                </a:lnTo>
                <a:lnTo>
                  <a:pt x="854241" y="634344"/>
                </a:lnTo>
                <a:lnTo>
                  <a:pt x="1138988" y="701398"/>
                </a:lnTo>
                <a:lnTo>
                  <a:pt x="1423736" y="480899"/>
                </a:lnTo>
                <a:lnTo>
                  <a:pt x="1708483" y="392713"/>
                </a:lnTo>
                <a:lnTo>
                  <a:pt x="1993230" y="467663"/>
                </a:lnTo>
                <a:lnTo>
                  <a:pt x="2277977" y="529113"/>
                </a:lnTo>
                <a:lnTo>
                  <a:pt x="2562724" y="620305"/>
                </a:lnTo>
                <a:lnTo>
                  <a:pt x="2847471" y="529139"/>
                </a:lnTo>
                <a:lnTo>
                  <a:pt x="3132218" y="407159"/>
                </a:lnTo>
                <a:lnTo>
                  <a:pt x="3132218" y="166391"/>
                </a:lnTo>
                <a:lnTo>
                  <a:pt x="3132218" y="166391"/>
                </a:lnTo>
                <a:lnTo>
                  <a:pt x="2847471" y="315130"/>
                </a:lnTo>
                <a:lnTo>
                  <a:pt x="2562724" y="448161"/>
                </a:lnTo>
                <a:lnTo>
                  <a:pt x="2277977" y="351650"/>
                </a:lnTo>
                <a:lnTo>
                  <a:pt x="1993230" y="285885"/>
                </a:lnTo>
                <a:lnTo>
                  <a:pt x="1708483" y="229864"/>
                </a:lnTo>
                <a:lnTo>
                  <a:pt x="1423736" y="270513"/>
                </a:lnTo>
                <a:lnTo>
                  <a:pt x="1138988" y="386714"/>
                </a:lnTo>
                <a:lnTo>
                  <a:pt x="854241" y="347136"/>
                </a:lnTo>
                <a:lnTo>
                  <a:pt x="569494" y="242478"/>
                </a:lnTo>
                <a:lnTo>
                  <a:pt x="284747" y="0"/>
                </a:lnTo>
                <a:lnTo>
                  <a:pt x="0" y="146977"/>
                </a:lnTo>
                <a:close/>
              </a:path>
            </a:pathLst>
          </a:custGeom>
          <a:solidFill xmlns:a="http://schemas.openxmlformats.org/drawingml/2006/main">
            <a:srgbClr val="BBD2F3">
              <a:alpha val="25000"/>
            </a:srgbClr>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705BE559-EDF3-46AB-9AED-A8F891CC69F6}"/>
              </a:ext>
            </a:extLst>
          </p:cNvPr>
          <p:cNvSpPr>
            <a:spLocks xmlns:a="http://schemas.openxmlformats.org/drawingml/2006/main" noGrp="1"/>
          </p:cNvSpPr>
          <p:nvPr/>
        </p:nvSpPr>
        <p:spPr>
          <a:xfrm xmlns:a="http://schemas.openxmlformats.org/drawingml/2006/main">
            <a:off x="1843112" y="2985375"/>
            <a:ext cx="3615904" cy="817618"/>
          </a:xfrm>
          <a:custGeom xmlns:a="http://schemas.openxmlformats.org/drawingml/2006/main">
            <a:pathLst>
              <a:path w="3132218" h="708249">
                <a:moveTo>
                  <a:pt x="0" y="0"/>
                </a:moveTo>
                <a:lnTo>
                  <a:pt x="0" y="525714"/>
                </a:lnTo>
                <a:lnTo>
                  <a:pt x="284747" y="687967"/>
                </a:lnTo>
                <a:lnTo>
                  <a:pt x="569494" y="563348"/>
                </a:lnTo>
                <a:lnTo>
                  <a:pt x="854241" y="645893"/>
                </a:lnTo>
                <a:lnTo>
                  <a:pt x="1138988" y="708249"/>
                </a:lnTo>
                <a:lnTo>
                  <a:pt x="1423736" y="440983"/>
                </a:lnTo>
                <a:lnTo>
                  <a:pt x="1708483" y="365708"/>
                </a:lnTo>
                <a:lnTo>
                  <a:pt x="1993230" y="411112"/>
                </a:lnTo>
                <a:lnTo>
                  <a:pt x="2277977" y="525871"/>
                </a:lnTo>
                <a:lnTo>
                  <a:pt x="2562724" y="546474"/>
                </a:lnTo>
                <a:lnTo>
                  <a:pt x="2847471" y="607166"/>
                </a:lnTo>
                <a:lnTo>
                  <a:pt x="3132218" y="596914"/>
                </a:lnTo>
                <a:lnTo>
                  <a:pt x="3132218" y="275257"/>
                </a:lnTo>
                <a:lnTo>
                  <a:pt x="3132218" y="275257"/>
                </a:lnTo>
                <a:lnTo>
                  <a:pt x="2847471" y="310840"/>
                </a:lnTo>
                <a:lnTo>
                  <a:pt x="2562724" y="375459"/>
                </a:lnTo>
                <a:lnTo>
                  <a:pt x="2277977" y="301970"/>
                </a:lnTo>
                <a:lnTo>
                  <a:pt x="1993230" y="270853"/>
                </a:lnTo>
                <a:lnTo>
                  <a:pt x="1708483" y="115050"/>
                </a:lnTo>
                <a:lnTo>
                  <a:pt x="1423736" y="217995"/>
                </a:lnTo>
                <a:lnTo>
                  <a:pt x="1138988" y="405691"/>
                </a:lnTo>
                <a:lnTo>
                  <a:pt x="854241" y="354333"/>
                </a:lnTo>
                <a:lnTo>
                  <a:pt x="569494" y="136349"/>
                </a:lnTo>
                <a:lnTo>
                  <a:pt x="284747" y="266016"/>
                </a:lnTo>
                <a:lnTo>
                  <a:pt x="0" y="0"/>
                </a:lnTo>
                <a:close/>
              </a:path>
            </a:pathLst>
          </a:custGeom>
          <a:solidFill xmlns:a="http://schemas.openxmlformats.org/drawingml/2006/main">
            <a:srgbClr val="2C5EAA">
              <a:alpha val="25000"/>
            </a:srgbClr>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03E0462D-6660-40D8-B5CA-DDB1DF4D5417}"/>
              </a:ext>
            </a:extLst>
          </p:cNvPr>
          <p:cNvSpPr>
            <a:spLocks xmlns:a="http://schemas.openxmlformats.org/drawingml/2006/main" noGrp="1"/>
          </p:cNvSpPr>
          <p:nvPr/>
        </p:nvSpPr>
        <p:spPr>
          <a:xfrm xmlns:a="http://schemas.openxmlformats.org/drawingml/2006/main">
            <a:off x="1843112" y="2932676"/>
            <a:ext cx="3615904" cy="965885"/>
          </a:xfrm>
          <a:custGeom xmlns:a="http://schemas.openxmlformats.org/drawingml/2006/main">
            <a:pathLst>
              <a:path w="3132218" h="836682">
                <a:moveTo>
                  <a:pt x="0" y="91971"/>
                </a:moveTo>
                <a:lnTo>
                  <a:pt x="0" y="757458"/>
                </a:lnTo>
                <a:lnTo>
                  <a:pt x="284747" y="799778"/>
                </a:lnTo>
                <a:lnTo>
                  <a:pt x="569494" y="653672"/>
                </a:lnTo>
                <a:lnTo>
                  <a:pt x="854241" y="795533"/>
                </a:lnTo>
                <a:lnTo>
                  <a:pt x="1138988" y="785035"/>
                </a:lnTo>
                <a:lnTo>
                  <a:pt x="1423736" y="546026"/>
                </a:lnTo>
                <a:lnTo>
                  <a:pt x="1708483" y="552674"/>
                </a:lnTo>
                <a:lnTo>
                  <a:pt x="1993230" y="558919"/>
                </a:lnTo>
                <a:lnTo>
                  <a:pt x="2277977" y="615465"/>
                </a:lnTo>
                <a:lnTo>
                  <a:pt x="2562724" y="698110"/>
                </a:lnTo>
                <a:lnTo>
                  <a:pt x="2847471" y="836682"/>
                </a:lnTo>
                <a:lnTo>
                  <a:pt x="3132218" y="631080"/>
                </a:lnTo>
                <a:lnTo>
                  <a:pt x="3132218" y="0"/>
                </a:lnTo>
                <a:lnTo>
                  <a:pt x="3132218" y="0"/>
                </a:lnTo>
                <a:lnTo>
                  <a:pt x="2847471" y="376500"/>
                </a:lnTo>
                <a:lnTo>
                  <a:pt x="2562724" y="510997"/>
                </a:lnTo>
                <a:lnTo>
                  <a:pt x="2277977" y="441857"/>
                </a:lnTo>
                <a:lnTo>
                  <a:pt x="1993230" y="377775"/>
                </a:lnTo>
                <a:lnTo>
                  <a:pt x="1708483" y="311295"/>
                </a:lnTo>
                <a:lnTo>
                  <a:pt x="1423736" y="242056"/>
                </a:lnTo>
                <a:lnTo>
                  <a:pt x="1138988" y="560913"/>
                </a:lnTo>
                <a:lnTo>
                  <a:pt x="854241" y="290667"/>
                </a:lnTo>
                <a:lnTo>
                  <a:pt x="569494" y="65532"/>
                </a:lnTo>
                <a:lnTo>
                  <a:pt x="284747" y="363010"/>
                </a:lnTo>
                <a:lnTo>
                  <a:pt x="0" y="91971"/>
                </a:lnTo>
                <a:close/>
              </a:path>
            </a:pathLst>
          </a:custGeom>
          <a:solidFill xmlns:a="http://schemas.openxmlformats.org/drawingml/2006/main">
            <a:srgbClr val="14295B">
              <a:alpha val="25000"/>
            </a:srgbClr>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BBDA2A09-9C02-4B4A-82F2-4C36F185C8C0}"/>
              </a:ext>
            </a:extLst>
          </p:cNvPr>
          <p:cNvSpPr>
            <a:spLocks xmlns:a="http://schemas.openxmlformats.org/drawingml/2006/main" noGrp="1"/>
          </p:cNvSpPr>
          <p:nvPr/>
        </p:nvSpPr>
        <p:spPr>
          <a:xfrm xmlns:a="http://schemas.openxmlformats.org/drawingml/2006/main">
            <a:off x="1843112" y="4886051"/>
            <a:ext cx="95" cy="384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22" name="">
            <a:extLst xmlns:a="http://schemas.openxmlformats.org/drawingml/2006/main">
              <a:ext uri="{FF2B5EF4-FFF2-40B4-BE49-F238E27FC236}">
                <a16:creationId xmlns:a16="http://schemas.microsoft.com/office/drawing/2014/main" id="{7F79C866-2032-402F-8D2F-60B3CD400AC9}"/>
              </a:ext>
            </a:extLst>
          </p:cNvPr>
          <p:cNvSpPr>
            <a:spLocks xmlns:a="http://schemas.openxmlformats.org/drawingml/2006/main" noGrp="1"/>
          </p:cNvSpPr>
          <p:nvPr/>
        </p:nvSpPr>
        <p:spPr>
          <a:xfrm xmlns:a="http://schemas.openxmlformats.org/drawingml/2006/main" rot="0">
            <a:off x="1648444" y="4910517"/>
            <a:ext cx="3851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00:00</a:t>
            </a:r>
          </a:p>
        </p:txBody>
      </p:sp>
      <p:sp>
        <p:nvSpPr>
          <p:cNvPr id="23" name="Editable chart path">
            <a:extLst xmlns:a="http://schemas.openxmlformats.org/drawingml/2006/main">
              <a:ext uri="{FF2B5EF4-FFF2-40B4-BE49-F238E27FC236}">
                <a16:creationId xmlns:a16="http://schemas.microsoft.com/office/drawing/2014/main" id="{AA94594D-861F-4D77-BC0C-FBF4EF2BF738}"/>
              </a:ext>
            </a:extLst>
          </p:cNvPr>
          <p:cNvSpPr>
            <a:spLocks xmlns:a="http://schemas.openxmlformats.org/drawingml/2006/main" noGrp="1"/>
          </p:cNvSpPr>
          <p:nvPr/>
        </p:nvSpPr>
        <p:spPr>
          <a:xfrm xmlns:a="http://schemas.openxmlformats.org/drawingml/2006/main">
            <a:off x="2336190" y="4886051"/>
            <a:ext cx="95" cy="384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24" name="">
            <a:extLst xmlns:a="http://schemas.openxmlformats.org/drawingml/2006/main">
              <a:ext uri="{FF2B5EF4-FFF2-40B4-BE49-F238E27FC236}">
                <a16:creationId xmlns:a16="http://schemas.microsoft.com/office/drawing/2014/main" id="{8000AF39-59E9-4B0F-97C7-65F8855EBB0C}"/>
              </a:ext>
            </a:extLst>
          </p:cNvPr>
          <p:cNvSpPr>
            <a:spLocks xmlns:a="http://schemas.openxmlformats.org/drawingml/2006/main" noGrp="1"/>
          </p:cNvSpPr>
          <p:nvPr/>
        </p:nvSpPr>
        <p:spPr>
          <a:xfrm xmlns:a="http://schemas.openxmlformats.org/drawingml/2006/main" rot="0">
            <a:off x="2144237" y="4910517"/>
            <a:ext cx="37976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03:00</a:t>
            </a:r>
          </a:p>
        </p:txBody>
      </p:sp>
      <p:sp>
        <p:nvSpPr>
          <p:cNvPr id="25" name="Editable chart path">
            <a:extLst xmlns:a="http://schemas.openxmlformats.org/drawingml/2006/main">
              <a:ext uri="{FF2B5EF4-FFF2-40B4-BE49-F238E27FC236}">
                <a16:creationId xmlns:a16="http://schemas.microsoft.com/office/drawing/2014/main" id="{0C3B80FC-F9F4-4A1F-8D26-48C50FFF9522}"/>
              </a:ext>
            </a:extLst>
          </p:cNvPr>
          <p:cNvSpPr>
            <a:spLocks xmlns:a="http://schemas.openxmlformats.org/drawingml/2006/main" noGrp="1"/>
          </p:cNvSpPr>
          <p:nvPr/>
        </p:nvSpPr>
        <p:spPr>
          <a:xfrm xmlns:a="http://schemas.openxmlformats.org/drawingml/2006/main">
            <a:off x="2829268" y="4886051"/>
            <a:ext cx="95" cy="384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26" name="">
            <a:extLst xmlns:a="http://schemas.openxmlformats.org/drawingml/2006/main">
              <a:ext uri="{FF2B5EF4-FFF2-40B4-BE49-F238E27FC236}">
                <a16:creationId xmlns:a16="http://schemas.microsoft.com/office/drawing/2014/main" id="{045E62E7-C578-4EFC-8A04-EC5A16C61778}"/>
              </a:ext>
            </a:extLst>
          </p:cNvPr>
          <p:cNvSpPr>
            <a:spLocks xmlns:a="http://schemas.openxmlformats.org/drawingml/2006/main" noGrp="1"/>
          </p:cNvSpPr>
          <p:nvPr/>
        </p:nvSpPr>
        <p:spPr>
          <a:xfrm xmlns:a="http://schemas.openxmlformats.org/drawingml/2006/main" rot="0">
            <a:off x="2634124" y="4910517"/>
            <a:ext cx="3861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06:00</a:t>
            </a:r>
          </a:p>
        </p:txBody>
      </p:sp>
      <p:sp>
        <p:nvSpPr>
          <p:cNvPr id="27" name="Editable chart path">
            <a:extLst xmlns:a="http://schemas.openxmlformats.org/drawingml/2006/main">
              <a:ext uri="{FF2B5EF4-FFF2-40B4-BE49-F238E27FC236}">
                <a16:creationId xmlns:a16="http://schemas.microsoft.com/office/drawing/2014/main" id="{685A9BCF-B53E-4CC9-9D0E-C1B69850527B}"/>
              </a:ext>
            </a:extLst>
          </p:cNvPr>
          <p:cNvSpPr>
            <a:spLocks xmlns:a="http://schemas.openxmlformats.org/drawingml/2006/main" noGrp="1"/>
          </p:cNvSpPr>
          <p:nvPr/>
        </p:nvSpPr>
        <p:spPr>
          <a:xfrm xmlns:a="http://schemas.openxmlformats.org/drawingml/2006/main">
            <a:off x="3322345" y="4886051"/>
            <a:ext cx="95" cy="384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28" name="">
            <a:extLst xmlns:a="http://schemas.openxmlformats.org/drawingml/2006/main">
              <a:ext uri="{FF2B5EF4-FFF2-40B4-BE49-F238E27FC236}">
                <a16:creationId xmlns:a16="http://schemas.microsoft.com/office/drawing/2014/main" id="{3F809134-B435-4011-9A6A-C5159928AC0A}"/>
              </a:ext>
            </a:extLst>
          </p:cNvPr>
          <p:cNvSpPr>
            <a:spLocks xmlns:a="http://schemas.openxmlformats.org/drawingml/2006/main" noGrp="1"/>
          </p:cNvSpPr>
          <p:nvPr/>
        </p:nvSpPr>
        <p:spPr>
          <a:xfrm xmlns:a="http://schemas.openxmlformats.org/drawingml/2006/main" rot="0">
            <a:off x="3127535" y="4910517"/>
            <a:ext cx="38547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09:00</a:t>
            </a:r>
          </a:p>
        </p:txBody>
      </p:sp>
      <p:sp>
        <p:nvSpPr>
          <p:cNvPr id="29" name="Editable chart path">
            <a:extLst xmlns:a="http://schemas.openxmlformats.org/drawingml/2006/main">
              <a:ext uri="{FF2B5EF4-FFF2-40B4-BE49-F238E27FC236}">
                <a16:creationId xmlns:a16="http://schemas.microsoft.com/office/drawing/2014/main" id="{4ECCB8C2-8DD4-4E41-993E-2B7DE8B768D8}"/>
              </a:ext>
            </a:extLst>
          </p:cNvPr>
          <p:cNvSpPr>
            <a:spLocks xmlns:a="http://schemas.openxmlformats.org/drawingml/2006/main" noGrp="1"/>
          </p:cNvSpPr>
          <p:nvPr/>
        </p:nvSpPr>
        <p:spPr>
          <a:xfrm xmlns:a="http://schemas.openxmlformats.org/drawingml/2006/main">
            <a:off x="3815423" y="4886051"/>
            <a:ext cx="95" cy="384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30" name="">
            <a:extLst xmlns:a="http://schemas.openxmlformats.org/drawingml/2006/main">
              <a:ext uri="{FF2B5EF4-FFF2-40B4-BE49-F238E27FC236}">
                <a16:creationId xmlns:a16="http://schemas.microsoft.com/office/drawing/2014/main" id="{4FDB7559-89BA-4DE3-B31E-8E42D0D9BF7A}"/>
              </a:ext>
            </a:extLst>
          </p:cNvPr>
          <p:cNvSpPr>
            <a:spLocks xmlns:a="http://schemas.openxmlformats.org/drawingml/2006/main" noGrp="1"/>
          </p:cNvSpPr>
          <p:nvPr/>
        </p:nvSpPr>
        <p:spPr>
          <a:xfrm xmlns:a="http://schemas.openxmlformats.org/drawingml/2006/main" rot="0">
            <a:off x="3645949" y="4910517"/>
            <a:ext cx="33480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12:00</a:t>
            </a:r>
          </a:p>
        </p:txBody>
      </p:sp>
      <p:sp>
        <p:nvSpPr>
          <p:cNvPr id="31" name="Editable chart path">
            <a:extLst xmlns:a="http://schemas.openxmlformats.org/drawingml/2006/main">
              <a:ext uri="{FF2B5EF4-FFF2-40B4-BE49-F238E27FC236}">
                <a16:creationId xmlns:a16="http://schemas.microsoft.com/office/drawing/2014/main" id="{50C2F3C5-C800-4EC7-8E87-FCE7DFDA2E76}"/>
              </a:ext>
            </a:extLst>
          </p:cNvPr>
          <p:cNvSpPr>
            <a:spLocks xmlns:a="http://schemas.openxmlformats.org/drawingml/2006/main" noGrp="1"/>
          </p:cNvSpPr>
          <p:nvPr/>
        </p:nvSpPr>
        <p:spPr>
          <a:xfrm xmlns:a="http://schemas.openxmlformats.org/drawingml/2006/main">
            <a:off x="4308501" y="4886051"/>
            <a:ext cx="95" cy="384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32" name="">
            <a:extLst xmlns:a="http://schemas.openxmlformats.org/drawingml/2006/main">
              <a:ext uri="{FF2B5EF4-FFF2-40B4-BE49-F238E27FC236}">
                <a16:creationId xmlns:a16="http://schemas.microsoft.com/office/drawing/2014/main" id="{11D5CEB2-C099-4B26-A350-B8D41BDA29E9}"/>
              </a:ext>
            </a:extLst>
          </p:cNvPr>
          <p:cNvSpPr>
            <a:spLocks xmlns:a="http://schemas.openxmlformats.org/drawingml/2006/main" noGrp="1"/>
          </p:cNvSpPr>
          <p:nvPr/>
        </p:nvSpPr>
        <p:spPr>
          <a:xfrm xmlns:a="http://schemas.openxmlformats.org/drawingml/2006/main" rot="0">
            <a:off x="4135360" y="4910517"/>
            <a:ext cx="34213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15:00</a:t>
            </a:r>
          </a:p>
        </p:txBody>
      </p:sp>
      <p:sp>
        <p:nvSpPr>
          <p:cNvPr id="33" name="Editable chart path">
            <a:extLst xmlns:a="http://schemas.openxmlformats.org/drawingml/2006/main">
              <a:ext uri="{FF2B5EF4-FFF2-40B4-BE49-F238E27FC236}">
                <a16:creationId xmlns:a16="http://schemas.microsoft.com/office/drawing/2014/main" id="{C63858D4-D645-407F-9F7F-9EDBFFBA2180}"/>
              </a:ext>
            </a:extLst>
          </p:cNvPr>
          <p:cNvSpPr>
            <a:spLocks xmlns:a="http://schemas.openxmlformats.org/drawingml/2006/main" noGrp="1"/>
          </p:cNvSpPr>
          <p:nvPr/>
        </p:nvSpPr>
        <p:spPr>
          <a:xfrm xmlns:a="http://schemas.openxmlformats.org/drawingml/2006/main">
            <a:off x="4801579" y="4886051"/>
            <a:ext cx="95" cy="384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34" name="">
            <a:extLst xmlns:a="http://schemas.openxmlformats.org/drawingml/2006/main">
              <a:ext uri="{FF2B5EF4-FFF2-40B4-BE49-F238E27FC236}">
                <a16:creationId xmlns:a16="http://schemas.microsoft.com/office/drawing/2014/main" id="{7835474C-7718-44A8-964B-C5E63F4F2EFD}"/>
              </a:ext>
            </a:extLst>
          </p:cNvPr>
          <p:cNvSpPr>
            <a:spLocks xmlns:a="http://schemas.openxmlformats.org/drawingml/2006/main" noGrp="1"/>
          </p:cNvSpPr>
          <p:nvPr/>
        </p:nvSpPr>
        <p:spPr>
          <a:xfrm xmlns:a="http://schemas.openxmlformats.org/drawingml/2006/main" rot="0">
            <a:off x="4628199" y="4910517"/>
            <a:ext cx="3426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18:00</a:t>
            </a:r>
          </a:p>
        </p:txBody>
      </p:sp>
      <p:sp>
        <p:nvSpPr>
          <p:cNvPr id="35" name="Editable chart path">
            <a:extLst xmlns:a="http://schemas.openxmlformats.org/drawingml/2006/main">
              <a:ext uri="{FF2B5EF4-FFF2-40B4-BE49-F238E27FC236}">
                <a16:creationId xmlns:a16="http://schemas.microsoft.com/office/drawing/2014/main" id="{9CF3CB1D-9409-47C9-A570-A667F24A2F5E}"/>
              </a:ext>
            </a:extLst>
          </p:cNvPr>
          <p:cNvSpPr>
            <a:spLocks xmlns:a="http://schemas.openxmlformats.org/drawingml/2006/main" noGrp="1"/>
          </p:cNvSpPr>
          <p:nvPr/>
        </p:nvSpPr>
        <p:spPr>
          <a:xfrm xmlns:a="http://schemas.openxmlformats.org/drawingml/2006/main">
            <a:off x="5294656" y="4886051"/>
            <a:ext cx="95" cy="384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36" name="">
            <a:extLst xmlns:a="http://schemas.openxmlformats.org/drawingml/2006/main">
              <a:ext uri="{FF2B5EF4-FFF2-40B4-BE49-F238E27FC236}">
                <a16:creationId xmlns:a16="http://schemas.microsoft.com/office/drawing/2014/main" id="{B835A942-462A-4FA8-B27C-7B001D7199EE}"/>
              </a:ext>
            </a:extLst>
          </p:cNvPr>
          <p:cNvSpPr>
            <a:spLocks xmlns:a="http://schemas.openxmlformats.org/drawingml/2006/main" noGrp="1"/>
          </p:cNvSpPr>
          <p:nvPr/>
        </p:nvSpPr>
        <p:spPr>
          <a:xfrm xmlns:a="http://schemas.openxmlformats.org/drawingml/2006/main" rot="0">
            <a:off x="5125182" y="4910517"/>
            <a:ext cx="33480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21:00</a:t>
            </a:r>
          </a:p>
        </p:txBody>
      </p:sp>
      <p:sp>
        <p:nvSpPr>
          <p:cNvPr id="37" name="">
            <a:extLst xmlns:a="http://schemas.openxmlformats.org/drawingml/2006/main">
              <a:ext uri="{FF2B5EF4-FFF2-40B4-BE49-F238E27FC236}">
                <a16:creationId xmlns:a16="http://schemas.microsoft.com/office/drawing/2014/main" id="{52A4BBC0-BCE1-4A29-8032-51025D036D9B}"/>
              </a:ext>
            </a:extLst>
          </p:cNvPr>
          <p:cNvSpPr>
            <a:spLocks xmlns:a="http://schemas.openxmlformats.org/drawingml/2006/main" noGrp="1"/>
          </p:cNvSpPr>
          <p:nvPr/>
        </p:nvSpPr>
        <p:spPr>
          <a:xfrm xmlns:a="http://schemas.openxmlformats.org/drawingml/2006/main" rot="0">
            <a:off x="2311712" y="5069792"/>
            <a:ext cx="267404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 of day (2-hour blocks, start time)</a:t>
            </a:r>
          </a:p>
        </p:txBody>
      </p:sp>
      <p:sp>
        <p:nvSpPr>
          <p:cNvPr id="38" name="Editable chart path">
            <a:extLst xmlns:a="http://schemas.openxmlformats.org/drawingml/2006/main">
              <a:ext uri="{FF2B5EF4-FFF2-40B4-BE49-F238E27FC236}">
                <a16:creationId xmlns:a16="http://schemas.microsoft.com/office/drawing/2014/main" id="{A510EF3E-DB78-4284-861A-240E7925AF03}"/>
              </a:ext>
            </a:extLst>
          </p:cNvPr>
          <p:cNvSpPr>
            <a:spLocks xmlns:a="http://schemas.openxmlformats.org/drawingml/2006/main" noGrp="1"/>
          </p:cNvSpPr>
          <p:nvPr/>
        </p:nvSpPr>
        <p:spPr>
          <a:xfrm xmlns:a="http://schemas.openxmlformats.org/drawingml/2006/main">
            <a:off x="1662317" y="4678422"/>
            <a:ext cx="3977494"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6598">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D7A5F84C-C789-48F5-90C1-067A7663E79E}"/>
              </a:ext>
            </a:extLst>
          </p:cNvPr>
          <p:cNvSpPr>
            <a:spLocks xmlns:a="http://schemas.openxmlformats.org/drawingml/2006/main" noGrp="1"/>
          </p:cNvSpPr>
          <p:nvPr/>
        </p:nvSpPr>
        <p:spPr>
          <a:xfrm xmlns:a="http://schemas.openxmlformats.org/drawingml/2006/main">
            <a:off x="1623831" y="4678422"/>
            <a:ext cx="384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40" name="">
            <a:extLst xmlns:a="http://schemas.openxmlformats.org/drawingml/2006/main">
              <a:ext uri="{FF2B5EF4-FFF2-40B4-BE49-F238E27FC236}">
                <a16:creationId xmlns:a16="http://schemas.microsoft.com/office/drawing/2014/main" id="{E769A3C5-C278-4727-BAC8-D5A76C086F28}"/>
              </a:ext>
            </a:extLst>
          </p:cNvPr>
          <p:cNvSpPr>
            <a:spLocks xmlns:a="http://schemas.openxmlformats.org/drawingml/2006/main" noGrp="1"/>
          </p:cNvSpPr>
          <p:nvPr/>
        </p:nvSpPr>
        <p:spPr>
          <a:xfrm xmlns:a="http://schemas.openxmlformats.org/drawingml/2006/main" rot="0">
            <a:off x="1401084" y="4578810"/>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41" name="Editable chart path">
            <a:extLst xmlns:a="http://schemas.openxmlformats.org/drawingml/2006/main">
              <a:ext uri="{FF2B5EF4-FFF2-40B4-BE49-F238E27FC236}">
                <a16:creationId xmlns:a16="http://schemas.microsoft.com/office/drawing/2014/main" id="{4C919896-BC20-4123-9D8D-FE7175C33967}"/>
              </a:ext>
            </a:extLst>
          </p:cNvPr>
          <p:cNvSpPr>
            <a:spLocks xmlns:a="http://schemas.openxmlformats.org/drawingml/2006/main" noGrp="1"/>
          </p:cNvSpPr>
          <p:nvPr/>
        </p:nvSpPr>
        <p:spPr>
          <a:xfrm xmlns:a="http://schemas.openxmlformats.org/drawingml/2006/main">
            <a:off x="1662317" y="4358940"/>
            <a:ext cx="3977494"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6598">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6022633F-B132-425F-AA00-70A983CAD0E9}"/>
              </a:ext>
            </a:extLst>
          </p:cNvPr>
          <p:cNvSpPr>
            <a:spLocks xmlns:a="http://schemas.openxmlformats.org/drawingml/2006/main" noGrp="1"/>
          </p:cNvSpPr>
          <p:nvPr/>
        </p:nvSpPr>
        <p:spPr>
          <a:xfrm xmlns:a="http://schemas.openxmlformats.org/drawingml/2006/main">
            <a:off x="1623831" y="4358940"/>
            <a:ext cx="384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43" name="">
            <a:extLst xmlns:a="http://schemas.openxmlformats.org/drawingml/2006/main">
              <a:ext uri="{FF2B5EF4-FFF2-40B4-BE49-F238E27FC236}">
                <a16:creationId xmlns:a16="http://schemas.microsoft.com/office/drawing/2014/main" id="{E06C9B12-C2CC-43F7-BFD6-C9E5CE836E45}"/>
              </a:ext>
            </a:extLst>
          </p:cNvPr>
          <p:cNvSpPr>
            <a:spLocks xmlns:a="http://schemas.openxmlformats.org/drawingml/2006/main" noGrp="1"/>
          </p:cNvSpPr>
          <p:nvPr/>
        </p:nvSpPr>
        <p:spPr>
          <a:xfrm xmlns:a="http://schemas.openxmlformats.org/drawingml/2006/main" rot="0">
            <a:off x="1400131" y="4259328"/>
            <a:ext cx="1810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44" name="Editable chart path">
            <a:extLst xmlns:a="http://schemas.openxmlformats.org/drawingml/2006/main">
              <a:ext uri="{FF2B5EF4-FFF2-40B4-BE49-F238E27FC236}">
                <a16:creationId xmlns:a16="http://schemas.microsoft.com/office/drawing/2014/main" id="{E363BC69-E1A5-4A44-8A07-2F0273B62FCA}"/>
              </a:ext>
            </a:extLst>
          </p:cNvPr>
          <p:cNvSpPr>
            <a:spLocks xmlns:a="http://schemas.openxmlformats.org/drawingml/2006/main" noGrp="1"/>
          </p:cNvSpPr>
          <p:nvPr/>
        </p:nvSpPr>
        <p:spPr>
          <a:xfrm xmlns:a="http://schemas.openxmlformats.org/drawingml/2006/main">
            <a:off x="1662317" y="4039459"/>
            <a:ext cx="3977494"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6598">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99DD984E-5B0B-45BA-8B5C-9B2752B91F1E}"/>
              </a:ext>
            </a:extLst>
          </p:cNvPr>
          <p:cNvSpPr>
            <a:spLocks xmlns:a="http://schemas.openxmlformats.org/drawingml/2006/main" noGrp="1"/>
          </p:cNvSpPr>
          <p:nvPr/>
        </p:nvSpPr>
        <p:spPr>
          <a:xfrm xmlns:a="http://schemas.openxmlformats.org/drawingml/2006/main">
            <a:off x="1623831" y="4039459"/>
            <a:ext cx="384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46" name="">
            <a:extLst xmlns:a="http://schemas.openxmlformats.org/drawingml/2006/main">
              <a:ext uri="{FF2B5EF4-FFF2-40B4-BE49-F238E27FC236}">
                <a16:creationId xmlns:a16="http://schemas.microsoft.com/office/drawing/2014/main" id="{A82323D8-BF51-464D-98E6-DA3C74125F29}"/>
              </a:ext>
            </a:extLst>
          </p:cNvPr>
          <p:cNvSpPr>
            <a:spLocks xmlns:a="http://schemas.openxmlformats.org/drawingml/2006/main" noGrp="1"/>
          </p:cNvSpPr>
          <p:nvPr/>
        </p:nvSpPr>
        <p:spPr>
          <a:xfrm xmlns:a="http://schemas.openxmlformats.org/drawingml/2006/main" rot="0">
            <a:off x="1412514" y="3939847"/>
            <a:ext cx="168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70</a:t>
            </a:r>
          </a:p>
        </p:txBody>
      </p:sp>
      <p:sp>
        <p:nvSpPr>
          <p:cNvPr id="47" name="Editable chart path">
            <a:extLst xmlns:a="http://schemas.openxmlformats.org/drawingml/2006/main">
              <a:ext uri="{FF2B5EF4-FFF2-40B4-BE49-F238E27FC236}">
                <a16:creationId xmlns:a16="http://schemas.microsoft.com/office/drawing/2014/main" id="{3EA3B584-79D0-4CF8-AEED-695B498509B8}"/>
              </a:ext>
            </a:extLst>
          </p:cNvPr>
          <p:cNvSpPr>
            <a:spLocks xmlns:a="http://schemas.openxmlformats.org/drawingml/2006/main" noGrp="1"/>
          </p:cNvSpPr>
          <p:nvPr/>
        </p:nvSpPr>
        <p:spPr>
          <a:xfrm xmlns:a="http://schemas.openxmlformats.org/drawingml/2006/main">
            <a:off x="1662317" y="3719977"/>
            <a:ext cx="3977494"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6598">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1A45BB44-DE46-4652-8667-003B76E61D4D}"/>
              </a:ext>
            </a:extLst>
          </p:cNvPr>
          <p:cNvSpPr>
            <a:spLocks xmlns:a="http://schemas.openxmlformats.org/drawingml/2006/main" noGrp="1"/>
          </p:cNvSpPr>
          <p:nvPr/>
        </p:nvSpPr>
        <p:spPr>
          <a:xfrm xmlns:a="http://schemas.openxmlformats.org/drawingml/2006/main">
            <a:off x="1623831" y="3719977"/>
            <a:ext cx="384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49" name="">
            <a:extLst xmlns:a="http://schemas.openxmlformats.org/drawingml/2006/main">
              <a:ext uri="{FF2B5EF4-FFF2-40B4-BE49-F238E27FC236}">
                <a16:creationId xmlns:a16="http://schemas.microsoft.com/office/drawing/2014/main" id="{B8DE1531-2286-4B8A-9FB7-14037CD96C64}"/>
              </a:ext>
            </a:extLst>
          </p:cNvPr>
          <p:cNvSpPr>
            <a:spLocks xmlns:a="http://schemas.openxmlformats.org/drawingml/2006/main" noGrp="1"/>
          </p:cNvSpPr>
          <p:nvPr/>
        </p:nvSpPr>
        <p:spPr>
          <a:xfrm xmlns:a="http://schemas.openxmlformats.org/drawingml/2006/main" rot="0">
            <a:off x="1400703" y="3620365"/>
            <a:ext cx="18049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80</a:t>
            </a:r>
          </a:p>
        </p:txBody>
      </p:sp>
      <p:sp>
        <p:nvSpPr>
          <p:cNvPr id="50" name="Editable chart path">
            <a:extLst xmlns:a="http://schemas.openxmlformats.org/drawingml/2006/main">
              <a:ext uri="{FF2B5EF4-FFF2-40B4-BE49-F238E27FC236}">
                <a16:creationId xmlns:a16="http://schemas.microsoft.com/office/drawing/2014/main" id="{1681C7A9-5378-47AD-9AEF-31DF0D16D546}"/>
              </a:ext>
            </a:extLst>
          </p:cNvPr>
          <p:cNvSpPr>
            <a:spLocks xmlns:a="http://schemas.openxmlformats.org/drawingml/2006/main" noGrp="1"/>
          </p:cNvSpPr>
          <p:nvPr/>
        </p:nvSpPr>
        <p:spPr>
          <a:xfrm xmlns:a="http://schemas.openxmlformats.org/drawingml/2006/main">
            <a:off x="1662317" y="3400496"/>
            <a:ext cx="3977494"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6598">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3E910A21-27C6-4008-8B4D-CBDF7315785B}"/>
              </a:ext>
            </a:extLst>
          </p:cNvPr>
          <p:cNvSpPr>
            <a:spLocks xmlns:a="http://schemas.openxmlformats.org/drawingml/2006/main" noGrp="1"/>
          </p:cNvSpPr>
          <p:nvPr/>
        </p:nvSpPr>
        <p:spPr>
          <a:xfrm xmlns:a="http://schemas.openxmlformats.org/drawingml/2006/main">
            <a:off x="1623831" y="3400496"/>
            <a:ext cx="384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52" name="">
            <a:extLst xmlns:a="http://schemas.openxmlformats.org/drawingml/2006/main">
              <a:ext uri="{FF2B5EF4-FFF2-40B4-BE49-F238E27FC236}">
                <a16:creationId xmlns:a16="http://schemas.microsoft.com/office/drawing/2014/main" id="{9FE46369-7266-49BD-B8EB-7772FABD00B7}"/>
              </a:ext>
            </a:extLst>
          </p:cNvPr>
          <p:cNvSpPr>
            <a:spLocks xmlns:a="http://schemas.openxmlformats.org/drawingml/2006/main" noGrp="1"/>
          </p:cNvSpPr>
          <p:nvPr/>
        </p:nvSpPr>
        <p:spPr>
          <a:xfrm xmlns:a="http://schemas.openxmlformats.org/drawingml/2006/main" rot="0">
            <a:off x="1400798" y="3300884"/>
            <a:ext cx="18040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90</a:t>
            </a:r>
          </a:p>
        </p:txBody>
      </p:sp>
      <p:sp>
        <p:nvSpPr>
          <p:cNvPr id="53" name="Editable chart path">
            <a:extLst xmlns:a="http://schemas.openxmlformats.org/drawingml/2006/main">
              <a:ext uri="{FF2B5EF4-FFF2-40B4-BE49-F238E27FC236}">
                <a16:creationId xmlns:a16="http://schemas.microsoft.com/office/drawing/2014/main" id="{AE5F4A82-5F8D-46B9-BE79-8F1B1FA85778}"/>
              </a:ext>
            </a:extLst>
          </p:cNvPr>
          <p:cNvSpPr>
            <a:spLocks xmlns:a="http://schemas.openxmlformats.org/drawingml/2006/main" noGrp="1"/>
          </p:cNvSpPr>
          <p:nvPr/>
        </p:nvSpPr>
        <p:spPr>
          <a:xfrm xmlns:a="http://schemas.openxmlformats.org/drawingml/2006/main">
            <a:off x="1662317" y="3081014"/>
            <a:ext cx="3977494"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6598">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32A3D505-0002-4C24-AF2D-F60038E89830}"/>
              </a:ext>
            </a:extLst>
          </p:cNvPr>
          <p:cNvSpPr>
            <a:spLocks xmlns:a="http://schemas.openxmlformats.org/drawingml/2006/main" noGrp="1"/>
          </p:cNvSpPr>
          <p:nvPr/>
        </p:nvSpPr>
        <p:spPr>
          <a:xfrm xmlns:a="http://schemas.openxmlformats.org/drawingml/2006/main">
            <a:off x="1623831" y="3081014"/>
            <a:ext cx="384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55" name="">
            <a:extLst xmlns:a="http://schemas.openxmlformats.org/drawingml/2006/main">
              <a:ext uri="{FF2B5EF4-FFF2-40B4-BE49-F238E27FC236}">
                <a16:creationId xmlns:a16="http://schemas.microsoft.com/office/drawing/2014/main" id="{4BFB3E7C-2146-423F-9426-ECD6434B8577}"/>
              </a:ext>
            </a:extLst>
          </p:cNvPr>
          <p:cNvSpPr>
            <a:spLocks xmlns:a="http://schemas.openxmlformats.org/drawingml/2006/main" noGrp="1"/>
          </p:cNvSpPr>
          <p:nvPr/>
        </p:nvSpPr>
        <p:spPr>
          <a:xfrm xmlns:a="http://schemas.openxmlformats.org/drawingml/2006/main" rot="0">
            <a:off x="1356412" y="2981402"/>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56" name="Editable chart path">
            <a:extLst xmlns:a="http://schemas.openxmlformats.org/drawingml/2006/main">
              <a:ext uri="{FF2B5EF4-FFF2-40B4-BE49-F238E27FC236}">
                <a16:creationId xmlns:a16="http://schemas.microsoft.com/office/drawing/2014/main" id="{07821D76-0859-4A51-B741-15D77BD225F5}"/>
              </a:ext>
            </a:extLst>
          </p:cNvPr>
          <p:cNvSpPr>
            <a:spLocks xmlns:a="http://schemas.openxmlformats.org/drawingml/2006/main" noGrp="1"/>
          </p:cNvSpPr>
          <p:nvPr/>
        </p:nvSpPr>
        <p:spPr>
          <a:xfrm xmlns:a="http://schemas.openxmlformats.org/drawingml/2006/main">
            <a:off x="1662317" y="2761533"/>
            <a:ext cx="3977494"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6598">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AD270CC2-1207-4E72-9597-3ABFB57CA8F9}"/>
              </a:ext>
            </a:extLst>
          </p:cNvPr>
          <p:cNvSpPr>
            <a:spLocks xmlns:a="http://schemas.openxmlformats.org/drawingml/2006/main" noGrp="1"/>
          </p:cNvSpPr>
          <p:nvPr/>
        </p:nvSpPr>
        <p:spPr>
          <a:xfrm xmlns:a="http://schemas.openxmlformats.org/drawingml/2006/main">
            <a:off x="1623831" y="2761533"/>
            <a:ext cx="384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97">
            <a:solidFill>
              <a:srgbClr val="5A6683"/>
            </a:solidFill>
            <a:prstDash val="solid"/>
          </a:ln>
        </p:spPr>
      </p:sp>
      <p:sp>
        <p:nvSpPr>
          <p:cNvPr id="58" name="">
            <a:extLst xmlns:a="http://schemas.openxmlformats.org/drawingml/2006/main">
              <a:ext uri="{FF2B5EF4-FFF2-40B4-BE49-F238E27FC236}">
                <a16:creationId xmlns:a16="http://schemas.microsoft.com/office/drawing/2014/main" id="{B06453C1-B0D2-4BA5-82CF-542713EE51F7}"/>
              </a:ext>
            </a:extLst>
          </p:cNvPr>
          <p:cNvSpPr>
            <a:spLocks xmlns:a="http://schemas.openxmlformats.org/drawingml/2006/main" noGrp="1"/>
          </p:cNvSpPr>
          <p:nvPr/>
        </p:nvSpPr>
        <p:spPr>
          <a:xfrm xmlns:a="http://schemas.openxmlformats.org/drawingml/2006/main" rot="0">
            <a:off x="1399465" y="2661921"/>
            <a:ext cx="18173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110</a:t>
            </a:r>
          </a:p>
        </p:txBody>
      </p:sp>
      <p:sp>
        <p:nvSpPr>
          <p:cNvPr id="59" name="Editable chart path">
            <a:extLst xmlns:a="http://schemas.openxmlformats.org/drawingml/2006/main">
              <a:ext uri="{FF2B5EF4-FFF2-40B4-BE49-F238E27FC236}">
                <a16:creationId xmlns:a16="http://schemas.microsoft.com/office/drawing/2014/main" id="{BB420364-D5AA-4992-B047-0171A901A8CD}"/>
              </a:ext>
            </a:extLst>
          </p:cNvPr>
          <p:cNvSpPr>
            <a:spLocks xmlns:a="http://schemas.openxmlformats.org/drawingml/2006/main" noGrp="1"/>
          </p:cNvSpPr>
          <p:nvPr/>
        </p:nvSpPr>
        <p:spPr>
          <a:xfrm xmlns:a="http://schemas.openxmlformats.org/drawingml/2006/main">
            <a:off x="1843112" y="3025747"/>
            <a:ext cx="3615904" cy="44617"/>
          </a:xfrm>
          <a:custGeom xmlns:a="http://schemas.openxmlformats.org/drawingml/2006/main">
            <a:pathLst>
              <a:path w="3132218" h="38649">
                <a:moveTo>
                  <a:pt x="0" y="38082"/>
                </a:moveTo>
                <a:lnTo>
                  <a:pt x="284747" y="38649"/>
                </a:lnTo>
                <a:lnTo>
                  <a:pt x="569494" y="30475"/>
                </a:lnTo>
                <a:lnTo>
                  <a:pt x="854241" y="25363"/>
                </a:lnTo>
                <a:lnTo>
                  <a:pt x="1138988" y="38307"/>
                </a:lnTo>
                <a:lnTo>
                  <a:pt x="1423736" y="27832"/>
                </a:lnTo>
                <a:lnTo>
                  <a:pt x="1708483" y="28044"/>
                </a:lnTo>
                <a:lnTo>
                  <a:pt x="1993230" y="16094"/>
                </a:lnTo>
                <a:lnTo>
                  <a:pt x="2277977" y="0"/>
                </a:lnTo>
                <a:lnTo>
                  <a:pt x="2562724" y="19473"/>
                </a:lnTo>
                <a:lnTo>
                  <a:pt x="2847471" y="18725"/>
                </a:lnTo>
                <a:lnTo>
                  <a:pt x="3132218" y="29274"/>
                </a:lnTo>
              </a:path>
            </a:pathLst>
          </a:custGeom>
          <a:noFill xmlns:a="http://schemas.openxmlformats.org/drawingml/2006/main"/>
          <a:ln xmlns:a="http://schemas.openxmlformats.org/drawingml/2006/main" w="21992">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EB590321-313D-4592-AB90-9BF1FCCC9246}"/>
              </a:ext>
            </a:extLst>
          </p:cNvPr>
          <p:cNvSpPr>
            <a:spLocks xmlns:a="http://schemas.openxmlformats.org/drawingml/2006/main" noGrp="1"/>
          </p:cNvSpPr>
          <p:nvPr/>
        </p:nvSpPr>
        <p:spPr>
          <a:xfrm xmlns:a="http://schemas.openxmlformats.org/drawingml/2006/main">
            <a:off x="1843112" y="3085245"/>
            <a:ext cx="3615904" cy="390866"/>
          </a:xfrm>
          <a:custGeom xmlns:a="http://schemas.openxmlformats.org/drawingml/2006/main">
            <a:pathLst>
              <a:path w="3132218" h="338582">
                <a:moveTo>
                  <a:pt x="0" y="69129"/>
                </a:moveTo>
                <a:lnTo>
                  <a:pt x="284747" y="0"/>
                </a:lnTo>
                <a:lnTo>
                  <a:pt x="569494" y="167877"/>
                </a:lnTo>
                <a:lnTo>
                  <a:pt x="854241" y="299003"/>
                </a:lnTo>
                <a:lnTo>
                  <a:pt x="1138988" y="338582"/>
                </a:lnTo>
                <a:lnTo>
                  <a:pt x="1423736" y="169041"/>
                </a:lnTo>
                <a:lnTo>
                  <a:pt x="1708483" y="112052"/>
                </a:lnTo>
                <a:lnTo>
                  <a:pt x="1993230" y="170854"/>
                </a:lnTo>
                <a:lnTo>
                  <a:pt x="2277977" y="238531"/>
                </a:lnTo>
                <a:lnTo>
                  <a:pt x="2562724" y="331081"/>
                </a:lnTo>
                <a:lnTo>
                  <a:pt x="2847471" y="227058"/>
                </a:lnTo>
                <a:lnTo>
                  <a:pt x="3132218" y="87045"/>
                </a:lnTo>
              </a:path>
            </a:pathLst>
          </a:custGeom>
          <a:noFill xmlns:a="http://schemas.openxmlformats.org/drawingml/2006/main"/>
          <a:ln xmlns:a="http://schemas.openxmlformats.org/drawingml/2006/main" w="21992">
            <a:solidFill>
              <a:srgbClr val="BBD2F3"/>
            </a:solidFill>
            <a:prstDash val="solid"/>
          </a:ln>
        </p:spPr>
      </p:sp>
      <p:sp>
        <p:nvSpPr>
          <p:cNvPr id="61" name="Editable chart path">
            <a:extLst xmlns:a="http://schemas.openxmlformats.org/drawingml/2006/main">
              <a:ext uri="{FF2B5EF4-FFF2-40B4-BE49-F238E27FC236}">
                <a16:creationId xmlns:a16="http://schemas.microsoft.com/office/drawing/2014/main" id="{2C5BBC94-62BF-4BFE-BE26-25BF8CC8E42C}"/>
              </a:ext>
            </a:extLst>
          </p:cNvPr>
          <p:cNvSpPr>
            <a:spLocks xmlns:a="http://schemas.openxmlformats.org/drawingml/2006/main" noGrp="1"/>
          </p:cNvSpPr>
          <p:nvPr/>
        </p:nvSpPr>
        <p:spPr>
          <a:xfrm xmlns:a="http://schemas.openxmlformats.org/drawingml/2006/main">
            <a:off x="1843112" y="3277545"/>
            <a:ext cx="3615904" cy="348023"/>
          </a:xfrm>
          <a:custGeom xmlns:a="http://schemas.openxmlformats.org/drawingml/2006/main">
            <a:pathLst>
              <a:path w="3132218" h="301469">
                <a:moveTo>
                  <a:pt x="0" y="97279"/>
                </a:moveTo>
                <a:lnTo>
                  <a:pt x="284747" y="233200"/>
                </a:lnTo>
                <a:lnTo>
                  <a:pt x="569494" y="101208"/>
                </a:lnTo>
                <a:lnTo>
                  <a:pt x="854241" y="252109"/>
                </a:lnTo>
                <a:lnTo>
                  <a:pt x="1138988" y="301469"/>
                </a:lnTo>
                <a:lnTo>
                  <a:pt x="1423736" y="80219"/>
                </a:lnTo>
                <a:lnTo>
                  <a:pt x="1708483" y="0"/>
                </a:lnTo>
                <a:lnTo>
                  <a:pt x="1993230" y="88519"/>
                </a:lnTo>
                <a:lnTo>
                  <a:pt x="2277977" y="172962"/>
                </a:lnTo>
                <a:lnTo>
                  <a:pt x="2562724" y="214895"/>
                </a:lnTo>
                <a:lnTo>
                  <a:pt x="2847471" y="207410"/>
                </a:lnTo>
                <a:lnTo>
                  <a:pt x="3132218" y="224136"/>
                </a:lnTo>
              </a:path>
            </a:pathLst>
          </a:custGeom>
          <a:noFill xmlns:a="http://schemas.openxmlformats.org/drawingml/2006/main"/>
          <a:ln xmlns:a="http://schemas.openxmlformats.org/drawingml/2006/main" w="21992">
            <a:solidFill>
              <a:srgbClr val="2C5EAA"/>
            </a:solidFill>
            <a:prstDash val="solid"/>
          </a:ln>
        </p:spPr>
      </p:sp>
      <p:sp>
        <p:nvSpPr>
          <p:cNvPr id="62" name="Editable chart path">
            <a:extLst xmlns:a="http://schemas.openxmlformats.org/drawingml/2006/main">
              <a:ext uri="{FF2B5EF4-FFF2-40B4-BE49-F238E27FC236}">
                <a16:creationId xmlns:a16="http://schemas.microsoft.com/office/drawing/2014/main" id="{1344CCCA-1C7F-4F50-8D1C-A115814B93F6}"/>
              </a:ext>
            </a:extLst>
          </p:cNvPr>
          <p:cNvSpPr>
            <a:spLocks xmlns:a="http://schemas.openxmlformats.org/drawingml/2006/main" noGrp="1"/>
          </p:cNvSpPr>
          <p:nvPr/>
        </p:nvSpPr>
        <p:spPr>
          <a:xfrm xmlns:a="http://schemas.openxmlformats.org/drawingml/2006/main">
            <a:off x="1843112" y="3288537"/>
            <a:ext cx="3615904" cy="426384"/>
          </a:xfrm>
          <a:custGeom xmlns:a="http://schemas.openxmlformats.org/drawingml/2006/main">
            <a:pathLst>
              <a:path w="3132218" h="369348">
                <a:moveTo>
                  <a:pt x="0" y="150434"/>
                </a:moveTo>
                <a:lnTo>
                  <a:pt x="284747" y="278692"/>
                </a:lnTo>
                <a:lnTo>
                  <a:pt x="569494" y="59296"/>
                </a:lnTo>
                <a:lnTo>
                  <a:pt x="854241" y="241071"/>
                </a:lnTo>
                <a:lnTo>
                  <a:pt x="1138988" y="369348"/>
                </a:lnTo>
                <a:lnTo>
                  <a:pt x="1423736" y="100884"/>
                </a:lnTo>
                <a:lnTo>
                  <a:pt x="1708483" y="133816"/>
                </a:lnTo>
                <a:lnTo>
                  <a:pt x="1993230" y="155909"/>
                </a:lnTo>
                <a:lnTo>
                  <a:pt x="2277977" y="232339"/>
                </a:lnTo>
                <a:lnTo>
                  <a:pt x="2562724" y="288744"/>
                </a:lnTo>
                <a:lnTo>
                  <a:pt x="2847471" y="363374"/>
                </a:lnTo>
                <a:lnTo>
                  <a:pt x="3132218" y="0"/>
                </a:lnTo>
              </a:path>
            </a:pathLst>
          </a:custGeom>
          <a:noFill xmlns:a="http://schemas.openxmlformats.org/drawingml/2006/main"/>
          <a:ln xmlns:a="http://schemas.openxmlformats.org/drawingml/2006/main" w="21992">
            <a:solidFill>
              <a:srgbClr val="14295B"/>
            </a:solidFill>
            <a:prstDash val="solid"/>
          </a:ln>
        </p:spPr>
      </p:sp>
      <p:sp>
        <p:nvSpPr>
          <p:cNvPr id="63" name="Editable chart path">
            <a:extLst xmlns:a="http://schemas.openxmlformats.org/drawingml/2006/main">
              <a:ext uri="{FF2B5EF4-FFF2-40B4-BE49-F238E27FC236}">
                <a16:creationId xmlns:a16="http://schemas.microsoft.com/office/drawing/2014/main" id="{E695BF55-3EBB-4B8C-95C9-12B0E6FF3569}"/>
              </a:ext>
            </a:extLst>
          </p:cNvPr>
          <p:cNvSpPr>
            <a:spLocks xmlns:a="http://schemas.openxmlformats.org/drawingml/2006/main" noGrp="1"/>
          </p:cNvSpPr>
          <p:nvPr/>
        </p:nvSpPr>
        <p:spPr>
          <a:xfrm xmlns:a="http://schemas.openxmlformats.org/drawingml/2006/main">
            <a:off x="1662317" y="3081014"/>
            <a:ext cx="3977494"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8797">
            <a:solidFill>
              <a:srgbClr val="5A6683"/>
            </a:solidFill>
            <a:prstDash val="dash"/>
          </a:ln>
        </p:spPr>
      </p:sp>
      <p:sp>
        <p:nvSpPr>
          <p:cNvPr id="64" name="Editable chart path">
            <a:extLst xmlns:a="http://schemas.openxmlformats.org/drawingml/2006/main">
              <a:ext uri="{FF2B5EF4-FFF2-40B4-BE49-F238E27FC236}">
                <a16:creationId xmlns:a16="http://schemas.microsoft.com/office/drawing/2014/main" id="{6AAB40D0-BAC8-4E25-8AD6-8ADF243DA84E}"/>
              </a:ext>
            </a:extLst>
          </p:cNvPr>
          <p:cNvSpPr>
            <a:spLocks xmlns:a="http://schemas.openxmlformats.org/drawingml/2006/main" noGrp="1"/>
          </p:cNvSpPr>
          <p:nvPr/>
        </p:nvSpPr>
        <p:spPr>
          <a:xfrm xmlns:a="http://schemas.openxmlformats.org/drawingml/2006/main">
            <a:off x="1662317" y="2691379"/>
            <a:ext cx="95" cy="2194672"/>
          </a:xfrm>
          <a:custGeom xmlns:a="http://schemas.openxmlformats.org/drawingml/2006/main">
            <a:pathLst>
              <a:path w="95" h="1901100">
                <a:moveTo>
                  <a:pt x="0" y="1901100"/>
                </a:moveTo>
                <a:lnTo>
                  <a:pt x="0" y="0"/>
                </a:lnTo>
              </a:path>
            </a:pathLst>
          </a:custGeom>
          <a:noFill xmlns:a="http://schemas.openxmlformats.org/drawingml/2006/main"/>
          <a:ln xmlns:a="http://schemas.openxmlformats.org/drawingml/2006/main" w="8797">
            <a:solidFill>
              <a:srgbClr val="5A6683"/>
            </a:solidFill>
            <a:prstDash val="solid"/>
          </a:ln>
        </p:spPr>
      </p:sp>
      <p:sp>
        <p:nvSpPr>
          <p:cNvPr id="65" name="Editable chart path">
            <a:extLst xmlns:a="http://schemas.openxmlformats.org/drawingml/2006/main">
              <a:ext uri="{FF2B5EF4-FFF2-40B4-BE49-F238E27FC236}">
                <a16:creationId xmlns:a16="http://schemas.microsoft.com/office/drawing/2014/main" id="{09FA0BBB-6A9E-4A0D-825C-21A2A83ACC1B}"/>
              </a:ext>
            </a:extLst>
          </p:cNvPr>
          <p:cNvSpPr>
            <a:spLocks xmlns:a="http://schemas.openxmlformats.org/drawingml/2006/main" noGrp="1"/>
          </p:cNvSpPr>
          <p:nvPr/>
        </p:nvSpPr>
        <p:spPr>
          <a:xfrm xmlns:a="http://schemas.openxmlformats.org/drawingml/2006/main">
            <a:off x="1662317" y="4886051"/>
            <a:ext cx="3977494"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8797">
            <a:solidFill>
              <a:srgbClr val="5A6683"/>
            </a:solidFill>
            <a:prstDash val="solid"/>
          </a:ln>
        </p:spPr>
      </p:sp>
      <p:sp>
        <p:nvSpPr>
          <p:cNvPr id="66" name="">
            <a:extLst xmlns:a="http://schemas.openxmlformats.org/drawingml/2006/main">
              <a:ext uri="{FF2B5EF4-FFF2-40B4-BE49-F238E27FC236}">
                <a16:creationId xmlns:a16="http://schemas.microsoft.com/office/drawing/2014/main" id="{36C32D2B-2CF4-4D6E-AF9B-7C6BB74E5671}"/>
              </a:ext>
            </a:extLst>
          </p:cNvPr>
          <p:cNvSpPr>
            <a:spLocks xmlns:a="http://schemas.openxmlformats.org/drawingml/2006/main" noGrp="1"/>
          </p:cNvSpPr>
          <p:nvPr/>
        </p:nvSpPr>
        <p:spPr>
          <a:xfrm xmlns:a="http://schemas.openxmlformats.org/drawingml/2006/main">
            <a:off x="1143000" y="5334000"/>
            <a:ext cx="1667161"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Rain in previous 30 min</a:t>
            </a:r>
          </a:p>
        </p:txBody>
      </p:sp>
      <p:sp>
        <p:nvSpPr>
          <p:cNvPr id="67" name="">
            <a:extLst xmlns:a="http://schemas.openxmlformats.org/drawingml/2006/main">
              <a:ext uri="{FF2B5EF4-FFF2-40B4-BE49-F238E27FC236}">
                <a16:creationId xmlns:a16="http://schemas.microsoft.com/office/drawing/2014/main" id="{62C19317-6CA4-46F2-8C39-36957C8ECA13}"/>
              </a:ext>
            </a:extLst>
          </p:cNvPr>
          <p:cNvSpPr>
            <a:spLocks xmlns:a="http://schemas.openxmlformats.org/drawingml/2006/main" noGrp="1"/>
          </p:cNvSpPr>
          <p:nvPr/>
        </p:nvSpPr>
        <p:spPr>
          <a:xfrm xmlns:a="http://schemas.openxmlformats.org/drawingml/2006/main">
            <a:off x="3019711" y="5400675"/>
            <a:ext cx="161925" cy="47625"/>
          </a:xfrm>
          <a:prstGeom xmlns:a="http://schemas.openxmlformats.org/drawingml/2006/main" prst="rect">
            <a:avLst/>
          </a:prstGeom>
          <a:solidFill xmlns:a="http://schemas.openxmlformats.org/drawingml/2006/main">
            <a:srgbClr val="E4EAF4"/>
          </a:solidFill>
          <a:ln xmlns:a="http://schemas.openxmlformats.org/drawingml/2006/main" w="0">
            <a:noFill/>
          </a:ln>
        </p:spPr>
      </p:sp>
      <p:sp>
        <p:nvSpPr>
          <p:cNvPr id="68" name="">
            <a:extLst xmlns:a="http://schemas.openxmlformats.org/drawingml/2006/main">
              <a:ext uri="{FF2B5EF4-FFF2-40B4-BE49-F238E27FC236}">
                <a16:creationId xmlns:a16="http://schemas.microsoft.com/office/drawing/2014/main" id="{3D390E9C-86C4-45B6-9C45-F20A8AF9C56B}"/>
              </a:ext>
            </a:extLst>
          </p:cNvPr>
          <p:cNvSpPr>
            <a:spLocks xmlns:a="http://schemas.openxmlformats.org/drawingml/2006/main" noGrp="1"/>
          </p:cNvSpPr>
          <p:nvPr/>
        </p:nvSpPr>
        <p:spPr>
          <a:xfrm xmlns:a="http://schemas.openxmlformats.org/drawingml/2006/main">
            <a:off x="3248311" y="5334000"/>
            <a:ext cx="253841"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Dry</a:t>
            </a:r>
          </a:p>
        </p:txBody>
      </p:sp>
      <p:sp>
        <p:nvSpPr>
          <p:cNvPr id="69" name="">
            <a:extLst xmlns:a="http://schemas.openxmlformats.org/drawingml/2006/main">
              <a:ext uri="{FF2B5EF4-FFF2-40B4-BE49-F238E27FC236}">
                <a16:creationId xmlns:a16="http://schemas.microsoft.com/office/drawing/2014/main" id="{95745ABF-612B-4945-A856-164F52EE52E2}"/>
              </a:ext>
            </a:extLst>
          </p:cNvPr>
          <p:cNvSpPr>
            <a:spLocks xmlns:a="http://schemas.openxmlformats.org/drawingml/2006/main" noGrp="1"/>
          </p:cNvSpPr>
          <p:nvPr/>
        </p:nvSpPr>
        <p:spPr>
          <a:xfrm xmlns:a="http://schemas.openxmlformats.org/drawingml/2006/main">
            <a:off x="3711702" y="5400675"/>
            <a:ext cx="161925" cy="47625"/>
          </a:xfrm>
          <a:prstGeom xmlns:a="http://schemas.openxmlformats.org/drawingml/2006/main" prst="rect">
            <a:avLst/>
          </a:prstGeom>
          <a:solidFill xmlns:a="http://schemas.openxmlformats.org/drawingml/2006/main">
            <a:srgbClr val="BBD2F3"/>
          </a:solidFill>
          <a:ln xmlns:a="http://schemas.openxmlformats.org/drawingml/2006/main" w="0">
            <a:noFill/>
          </a:ln>
        </p:spPr>
      </p:sp>
      <p:sp>
        <p:nvSpPr>
          <p:cNvPr id="70" name="">
            <a:extLst xmlns:a="http://schemas.openxmlformats.org/drawingml/2006/main">
              <a:ext uri="{FF2B5EF4-FFF2-40B4-BE49-F238E27FC236}">
                <a16:creationId xmlns:a16="http://schemas.microsoft.com/office/drawing/2014/main" id="{9FBB8967-0A20-4913-A442-630FD38CD7D8}"/>
              </a:ext>
            </a:extLst>
          </p:cNvPr>
          <p:cNvSpPr>
            <a:spLocks xmlns:a="http://schemas.openxmlformats.org/drawingml/2006/main" noGrp="1"/>
          </p:cNvSpPr>
          <p:nvPr/>
        </p:nvSpPr>
        <p:spPr>
          <a:xfrm xmlns:a="http://schemas.openxmlformats.org/drawingml/2006/main">
            <a:off x="3940302" y="5334000"/>
            <a:ext cx="35594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Light</a:t>
            </a:r>
          </a:p>
        </p:txBody>
      </p:sp>
      <p:sp>
        <p:nvSpPr>
          <p:cNvPr id="71" name="">
            <a:extLst xmlns:a="http://schemas.openxmlformats.org/drawingml/2006/main">
              <a:ext uri="{FF2B5EF4-FFF2-40B4-BE49-F238E27FC236}">
                <a16:creationId xmlns:a16="http://schemas.microsoft.com/office/drawing/2014/main" id="{7B4B34C1-EC9B-402D-8B4D-B282287E9A46}"/>
              </a:ext>
            </a:extLst>
          </p:cNvPr>
          <p:cNvSpPr>
            <a:spLocks xmlns:a="http://schemas.openxmlformats.org/drawingml/2006/main" noGrp="1"/>
          </p:cNvSpPr>
          <p:nvPr/>
        </p:nvSpPr>
        <p:spPr>
          <a:xfrm xmlns:a="http://schemas.openxmlformats.org/drawingml/2006/main">
            <a:off x="4505801"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72" name="">
            <a:extLst xmlns:a="http://schemas.openxmlformats.org/drawingml/2006/main">
              <a:ext uri="{FF2B5EF4-FFF2-40B4-BE49-F238E27FC236}">
                <a16:creationId xmlns:a16="http://schemas.microsoft.com/office/drawing/2014/main" id="{62B4B157-7072-49A1-9335-6487940356E2}"/>
              </a:ext>
            </a:extLst>
          </p:cNvPr>
          <p:cNvSpPr>
            <a:spLocks xmlns:a="http://schemas.openxmlformats.org/drawingml/2006/main" noGrp="1"/>
          </p:cNvSpPr>
          <p:nvPr/>
        </p:nvSpPr>
        <p:spPr>
          <a:xfrm xmlns:a="http://schemas.openxmlformats.org/drawingml/2006/main">
            <a:off x="4734401" y="5334000"/>
            <a:ext cx="70913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Moderate</a:t>
            </a:r>
          </a:p>
        </p:txBody>
      </p:sp>
      <p:sp>
        <p:nvSpPr>
          <p:cNvPr id="73" name="">
            <a:extLst xmlns:a="http://schemas.openxmlformats.org/drawingml/2006/main">
              <a:ext uri="{FF2B5EF4-FFF2-40B4-BE49-F238E27FC236}">
                <a16:creationId xmlns:a16="http://schemas.microsoft.com/office/drawing/2014/main" id="{45C58F3B-D3CF-4C72-91C5-A40622AB0ED4}"/>
              </a:ext>
            </a:extLst>
          </p:cNvPr>
          <p:cNvSpPr>
            <a:spLocks xmlns:a="http://schemas.openxmlformats.org/drawingml/2006/main" noGrp="1"/>
          </p:cNvSpPr>
          <p:nvPr/>
        </p:nvSpPr>
        <p:spPr>
          <a:xfrm xmlns:a="http://schemas.openxmlformats.org/drawingml/2006/main">
            <a:off x="1143000" y="5619750"/>
            <a:ext cx="161925" cy="47625"/>
          </a:xfrm>
          <a:prstGeom xmlns:a="http://schemas.openxmlformats.org/drawingml/2006/main" prst="rect">
            <a:avLst/>
          </a:prstGeom>
          <a:solidFill xmlns:a="http://schemas.openxmlformats.org/drawingml/2006/main">
            <a:srgbClr val="14295B"/>
          </a:solidFill>
          <a:ln xmlns:a="http://schemas.openxmlformats.org/drawingml/2006/main" w="0">
            <a:noFill/>
          </a:ln>
        </p:spPr>
      </p:sp>
      <p:sp>
        <p:nvSpPr>
          <p:cNvPr id="74" name="">
            <a:extLst xmlns:a="http://schemas.openxmlformats.org/drawingml/2006/main">
              <a:ext uri="{FF2B5EF4-FFF2-40B4-BE49-F238E27FC236}">
                <a16:creationId xmlns:a16="http://schemas.microsoft.com/office/drawing/2014/main" id="{7D9E5B7D-05FF-463C-9753-58103D58D4BB}"/>
              </a:ext>
            </a:extLst>
          </p:cNvPr>
          <p:cNvSpPr>
            <a:spLocks xmlns:a="http://schemas.openxmlformats.org/drawingml/2006/main" noGrp="1"/>
          </p:cNvSpPr>
          <p:nvPr/>
        </p:nvSpPr>
        <p:spPr>
          <a:xfrm xmlns:a="http://schemas.openxmlformats.org/drawingml/2006/main">
            <a:off x="1371600" y="5553075"/>
            <a:ext cx="46367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Heavy</a:t>
            </a:r>
          </a:p>
        </p:txBody>
      </p:sp>
      <p:sp>
        <p:nvSpPr>
          <p:cNvPr id="75" name="">
            <a:extLst xmlns:a="http://schemas.openxmlformats.org/drawingml/2006/main">
              <a:ext uri="{FF2B5EF4-FFF2-40B4-BE49-F238E27FC236}">
                <a16:creationId xmlns:a16="http://schemas.microsoft.com/office/drawing/2014/main" id="{03D1069F-2712-45BC-A106-3146ECD0E2EB}"/>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Weekend or holiday</a:t>
            </a:r>
          </a:p>
        </p:txBody>
      </p:sp>
      <p:sp>
        <p:nvSpPr>
          <p:cNvPr id="76" name="Editable chart path">
            <a:extLst xmlns:a="http://schemas.openxmlformats.org/drawingml/2006/main">
              <a:ext uri="{FF2B5EF4-FFF2-40B4-BE49-F238E27FC236}">
                <a16:creationId xmlns:a16="http://schemas.microsoft.com/office/drawing/2014/main" id="{ADBC60CB-D0F0-44DC-B531-06C6BC921789}"/>
              </a:ext>
            </a:extLst>
          </p:cNvPr>
          <p:cNvSpPr>
            <a:spLocks xmlns:a="http://schemas.openxmlformats.org/drawingml/2006/main" noGrp="1"/>
          </p:cNvSpPr>
          <p:nvPr/>
        </p:nvSpPr>
        <p:spPr>
          <a:xfrm xmlns:a="http://schemas.openxmlformats.org/drawingml/2006/main">
            <a:off x="6683170" y="2664603"/>
            <a:ext cx="4059996" cy="291322"/>
          </a:xfrm>
          <a:custGeom xmlns:a="http://schemas.openxmlformats.org/drawingml/2006/main">
            <a:pathLst>
              <a:path w="3132218" h="224750">
                <a:moveTo>
                  <a:pt x="0" y="82267"/>
                </a:moveTo>
                <a:lnTo>
                  <a:pt x="0" y="176973"/>
                </a:lnTo>
                <a:lnTo>
                  <a:pt x="284747" y="169840"/>
                </a:lnTo>
                <a:lnTo>
                  <a:pt x="569494" y="166976"/>
                </a:lnTo>
                <a:lnTo>
                  <a:pt x="854241" y="151474"/>
                </a:lnTo>
                <a:lnTo>
                  <a:pt x="1138988" y="98604"/>
                </a:lnTo>
                <a:lnTo>
                  <a:pt x="1423736" y="178355"/>
                </a:lnTo>
                <a:lnTo>
                  <a:pt x="1708483" y="183160"/>
                </a:lnTo>
                <a:lnTo>
                  <a:pt x="1993230" y="167627"/>
                </a:lnTo>
                <a:lnTo>
                  <a:pt x="2277977" y="188053"/>
                </a:lnTo>
                <a:lnTo>
                  <a:pt x="2562724" y="150235"/>
                </a:lnTo>
                <a:lnTo>
                  <a:pt x="2847471" y="224750"/>
                </a:lnTo>
                <a:lnTo>
                  <a:pt x="3132218" y="208828"/>
                </a:lnTo>
                <a:lnTo>
                  <a:pt x="3132218" y="92744"/>
                </a:lnTo>
                <a:lnTo>
                  <a:pt x="3132218" y="92744"/>
                </a:lnTo>
                <a:lnTo>
                  <a:pt x="2847471" y="108114"/>
                </a:lnTo>
                <a:lnTo>
                  <a:pt x="2562724" y="40894"/>
                </a:lnTo>
                <a:lnTo>
                  <a:pt x="2277977" y="57157"/>
                </a:lnTo>
                <a:lnTo>
                  <a:pt x="1993230" y="32772"/>
                </a:lnTo>
                <a:lnTo>
                  <a:pt x="1708483" y="52305"/>
                </a:lnTo>
                <a:lnTo>
                  <a:pt x="1423736" y="55286"/>
                </a:lnTo>
                <a:lnTo>
                  <a:pt x="1138988" y="0"/>
                </a:lnTo>
                <a:lnTo>
                  <a:pt x="854241" y="55612"/>
                </a:lnTo>
                <a:lnTo>
                  <a:pt x="569494" y="76591"/>
                </a:lnTo>
                <a:lnTo>
                  <a:pt x="284747" y="76875"/>
                </a:lnTo>
                <a:lnTo>
                  <a:pt x="0" y="82267"/>
                </a:lnTo>
                <a:close/>
              </a:path>
            </a:pathLst>
          </a:custGeom>
          <a:solidFill xmlns:a="http://schemas.openxmlformats.org/drawingml/2006/main">
            <a:srgbClr val="E4EAF4">
              <a:alpha val="25000"/>
            </a:srgbClr>
          </a:solidFill>
          <a:ln xmlns:a="http://schemas.openxmlformats.org/drawingml/2006/main" w="0">
            <a:noFill/>
            <a:prstDash val="solid"/>
          </a:ln>
        </p:spPr>
      </p:sp>
      <p:sp>
        <p:nvSpPr>
          <p:cNvPr id="77" name="Editable chart path">
            <a:extLst xmlns:a="http://schemas.openxmlformats.org/drawingml/2006/main">
              <a:ext uri="{FF2B5EF4-FFF2-40B4-BE49-F238E27FC236}">
                <a16:creationId xmlns:a16="http://schemas.microsoft.com/office/drawing/2014/main" id="{7E0A050D-33FB-4E03-ACCB-15FF7EC63E3F}"/>
              </a:ext>
            </a:extLst>
          </p:cNvPr>
          <p:cNvSpPr>
            <a:spLocks xmlns:a="http://schemas.openxmlformats.org/drawingml/2006/main" noGrp="1"/>
          </p:cNvSpPr>
          <p:nvPr/>
        </p:nvSpPr>
        <p:spPr>
          <a:xfrm xmlns:a="http://schemas.openxmlformats.org/drawingml/2006/main">
            <a:off x="6683170" y="2657399"/>
            <a:ext cx="4059996" cy="1096116"/>
          </a:xfrm>
          <a:custGeom xmlns:a="http://schemas.openxmlformats.org/drawingml/2006/main">
            <a:pathLst>
              <a:path w="3132218" h="845635">
                <a:moveTo>
                  <a:pt x="0" y="219359"/>
                </a:moveTo>
                <a:lnTo>
                  <a:pt x="0" y="703188"/>
                </a:lnTo>
                <a:lnTo>
                  <a:pt x="284747" y="405286"/>
                </a:lnTo>
                <a:lnTo>
                  <a:pt x="569494" y="405455"/>
                </a:lnTo>
                <a:lnTo>
                  <a:pt x="854241" y="402230"/>
                </a:lnTo>
                <a:lnTo>
                  <a:pt x="1138988" y="352942"/>
                </a:lnTo>
                <a:lnTo>
                  <a:pt x="1423736" y="431493"/>
                </a:lnTo>
                <a:lnTo>
                  <a:pt x="1708483" y="489988"/>
                </a:lnTo>
                <a:lnTo>
                  <a:pt x="1993230" y="476805"/>
                </a:lnTo>
                <a:lnTo>
                  <a:pt x="2277977" y="439486"/>
                </a:lnTo>
                <a:lnTo>
                  <a:pt x="2562724" y="369518"/>
                </a:lnTo>
                <a:lnTo>
                  <a:pt x="2847471" y="512847"/>
                </a:lnTo>
                <a:lnTo>
                  <a:pt x="3132218" y="845635"/>
                </a:lnTo>
                <a:lnTo>
                  <a:pt x="3132218" y="274490"/>
                </a:lnTo>
                <a:lnTo>
                  <a:pt x="3132218" y="274490"/>
                </a:lnTo>
                <a:lnTo>
                  <a:pt x="2847471" y="166833"/>
                </a:lnTo>
                <a:lnTo>
                  <a:pt x="2562724" y="125242"/>
                </a:lnTo>
                <a:lnTo>
                  <a:pt x="2277977" y="124438"/>
                </a:lnTo>
                <a:lnTo>
                  <a:pt x="1993230" y="210838"/>
                </a:lnTo>
                <a:lnTo>
                  <a:pt x="1708483" y="176024"/>
                </a:lnTo>
                <a:lnTo>
                  <a:pt x="1423736" y="147958"/>
                </a:lnTo>
                <a:lnTo>
                  <a:pt x="1138988" y="86629"/>
                </a:lnTo>
                <a:lnTo>
                  <a:pt x="854241" y="165324"/>
                </a:lnTo>
                <a:lnTo>
                  <a:pt x="569494" y="14379"/>
                </a:lnTo>
                <a:lnTo>
                  <a:pt x="284747" y="0"/>
                </a:lnTo>
                <a:lnTo>
                  <a:pt x="0" y="219359"/>
                </a:lnTo>
                <a:close/>
              </a:path>
            </a:pathLst>
          </a:custGeom>
          <a:solidFill xmlns:a="http://schemas.openxmlformats.org/drawingml/2006/main">
            <a:srgbClr val="BBD2F3">
              <a:alpha val="25000"/>
            </a:srgbClr>
          </a:solidFill>
          <a:ln xmlns:a="http://schemas.openxmlformats.org/drawingml/2006/main" w="0">
            <a:noFill/>
            <a:prstDash val="solid"/>
          </a:ln>
        </p:spPr>
      </p:sp>
      <p:sp>
        <p:nvSpPr>
          <p:cNvPr id="78" name="Editable chart path">
            <a:extLst xmlns:a="http://schemas.openxmlformats.org/drawingml/2006/main">
              <a:ext uri="{FF2B5EF4-FFF2-40B4-BE49-F238E27FC236}">
                <a16:creationId xmlns:a16="http://schemas.microsoft.com/office/drawing/2014/main" id="{3EA25F7F-7064-403B-BD50-B0C8F07D75F0}"/>
              </a:ext>
            </a:extLst>
          </p:cNvPr>
          <p:cNvSpPr>
            <a:spLocks xmlns:a="http://schemas.openxmlformats.org/drawingml/2006/main" noGrp="1"/>
          </p:cNvSpPr>
          <p:nvPr/>
        </p:nvSpPr>
        <p:spPr>
          <a:xfrm xmlns:a="http://schemas.openxmlformats.org/drawingml/2006/main">
            <a:off x="6683170" y="2668505"/>
            <a:ext cx="4059996" cy="1334757"/>
          </a:xfrm>
          <a:custGeom xmlns:a="http://schemas.openxmlformats.org/drawingml/2006/main">
            <a:pathLst>
              <a:path w="3132218" h="1029742">
                <a:moveTo>
                  <a:pt x="0" y="156726"/>
                </a:moveTo>
                <a:lnTo>
                  <a:pt x="0" y="735388"/>
                </a:lnTo>
                <a:lnTo>
                  <a:pt x="284747" y="767875"/>
                </a:lnTo>
                <a:lnTo>
                  <a:pt x="569494" y="551108"/>
                </a:lnTo>
                <a:lnTo>
                  <a:pt x="854241" y="520095"/>
                </a:lnTo>
                <a:lnTo>
                  <a:pt x="1138988" y="417046"/>
                </a:lnTo>
                <a:lnTo>
                  <a:pt x="1423736" y="442293"/>
                </a:lnTo>
                <a:lnTo>
                  <a:pt x="1708483" y="473891"/>
                </a:lnTo>
                <a:lnTo>
                  <a:pt x="1993230" y="584501"/>
                </a:lnTo>
                <a:lnTo>
                  <a:pt x="2277977" y="560106"/>
                </a:lnTo>
                <a:lnTo>
                  <a:pt x="2562724" y="510975"/>
                </a:lnTo>
                <a:lnTo>
                  <a:pt x="2847471" y="1029742"/>
                </a:lnTo>
                <a:lnTo>
                  <a:pt x="3132218" y="708071"/>
                </a:lnTo>
                <a:lnTo>
                  <a:pt x="3132218" y="38816"/>
                </a:lnTo>
                <a:lnTo>
                  <a:pt x="3132218" y="38816"/>
                </a:lnTo>
                <a:lnTo>
                  <a:pt x="2847471" y="365369"/>
                </a:lnTo>
                <a:lnTo>
                  <a:pt x="2562724" y="209923"/>
                </a:lnTo>
                <a:lnTo>
                  <a:pt x="2277977" y="262026"/>
                </a:lnTo>
                <a:lnTo>
                  <a:pt x="1993230" y="272703"/>
                </a:lnTo>
                <a:lnTo>
                  <a:pt x="1708483" y="156689"/>
                </a:lnTo>
                <a:lnTo>
                  <a:pt x="1423736" y="72726"/>
                </a:lnTo>
                <a:lnTo>
                  <a:pt x="1138988" y="20648"/>
                </a:lnTo>
                <a:lnTo>
                  <a:pt x="854241" y="125933"/>
                </a:lnTo>
                <a:lnTo>
                  <a:pt x="569494" y="0"/>
                </a:lnTo>
                <a:lnTo>
                  <a:pt x="284747" y="48342"/>
                </a:lnTo>
                <a:lnTo>
                  <a:pt x="0" y="156726"/>
                </a:lnTo>
                <a:close/>
              </a:path>
            </a:pathLst>
          </a:custGeom>
          <a:solidFill xmlns:a="http://schemas.openxmlformats.org/drawingml/2006/main">
            <a:srgbClr val="2C5EAA">
              <a:alpha val="25000"/>
            </a:srgbClr>
          </a:solidFill>
          <a:ln xmlns:a="http://schemas.openxmlformats.org/drawingml/2006/main" w="0">
            <a:noFill/>
            <a:prstDash val="solid"/>
          </a:ln>
        </p:spPr>
      </p:sp>
      <p:sp>
        <p:nvSpPr>
          <p:cNvPr id="79" name="Editable chart path">
            <a:extLst xmlns:a="http://schemas.openxmlformats.org/drawingml/2006/main">
              <a:ext uri="{FF2B5EF4-FFF2-40B4-BE49-F238E27FC236}">
                <a16:creationId xmlns:a16="http://schemas.microsoft.com/office/drawing/2014/main" id="{FA45FB90-2EEB-4C4F-84C8-4C824F0CB170}"/>
              </a:ext>
            </a:extLst>
          </p:cNvPr>
          <p:cNvSpPr>
            <a:spLocks xmlns:a="http://schemas.openxmlformats.org/drawingml/2006/main" noGrp="1"/>
          </p:cNvSpPr>
          <p:nvPr/>
        </p:nvSpPr>
        <p:spPr>
          <a:xfrm xmlns:a="http://schemas.openxmlformats.org/drawingml/2006/main">
            <a:off x="6683170" y="2493260"/>
            <a:ext cx="4059996" cy="2240195"/>
          </a:xfrm>
          <a:custGeom xmlns:a="http://schemas.openxmlformats.org/drawingml/2006/main">
            <a:pathLst>
              <a:path w="3132218" h="1728272">
                <a:moveTo>
                  <a:pt x="0" y="7053"/>
                </a:moveTo>
                <a:lnTo>
                  <a:pt x="0" y="1150192"/>
                </a:lnTo>
                <a:lnTo>
                  <a:pt x="284747" y="728752"/>
                </a:lnTo>
                <a:lnTo>
                  <a:pt x="569494" y="709972"/>
                </a:lnTo>
                <a:lnTo>
                  <a:pt x="854241" y="669854"/>
                </a:lnTo>
                <a:lnTo>
                  <a:pt x="1138988" y="643630"/>
                </a:lnTo>
                <a:lnTo>
                  <a:pt x="1423736" y="567996"/>
                </a:lnTo>
                <a:lnTo>
                  <a:pt x="1708483" y="633446"/>
                </a:lnTo>
                <a:lnTo>
                  <a:pt x="1993230" y="689358"/>
                </a:lnTo>
                <a:lnTo>
                  <a:pt x="2277977" y="800891"/>
                </a:lnTo>
                <a:lnTo>
                  <a:pt x="2562724" y="845364"/>
                </a:lnTo>
                <a:lnTo>
                  <a:pt x="2847471" y="1728272"/>
                </a:lnTo>
                <a:lnTo>
                  <a:pt x="3132218" y="965937"/>
                </a:lnTo>
                <a:lnTo>
                  <a:pt x="3132218" y="0"/>
                </a:lnTo>
                <a:lnTo>
                  <a:pt x="3132218" y="0"/>
                </a:lnTo>
                <a:lnTo>
                  <a:pt x="2847471" y="564174"/>
                </a:lnTo>
                <a:lnTo>
                  <a:pt x="2562724" y="285270"/>
                </a:lnTo>
                <a:lnTo>
                  <a:pt x="2277977" y="507073"/>
                </a:lnTo>
                <a:lnTo>
                  <a:pt x="1993230" y="416637"/>
                </a:lnTo>
                <a:lnTo>
                  <a:pt x="1708483" y="132083"/>
                </a:lnTo>
                <a:lnTo>
                  <a:pt x="1423736" y="164676"/>
                </a:lnTo>
                <a:lnTo>
                  <a:pt x="1138988" y="355541"/>
                </a:lnTo>
                <a:lnTo>
                  <a:pt x="854241" y="305464"/>
                </a:lnTo>
                <a:lnTo>
                  <a:pt x="569494" y="162643"/>
                </a:lnTo>
                <a:lnTo>
                  <a:pt x="284747" y="161162"/>
                </a:lnTo>
                <a:lnTo>
                  <a:pt x="0" y="7053"/>
                </a:lnTo>
                <a:close/>
              </a:path>
            </a:pathLst>
          </a:custGeom>
          <a:solidFill xmlns:a="http://schemas.openxmlformats.org/drawingml/2006/main">
            <a:srgbClr val="14295B">
              <a:alpha val="25000"/>
            </a:srgbClr>
          </a:solidFill>
          <a:ln xmlns:a="http://schemas.openxmlformats.org/drawingml/2006/main" w="0">
            <a:noFill/>
            <a:prstDash val="solid"/>
          </a:ln>
        </p:spPr>
      </p:sp>
      <p:sp>
        <p:nvSpPr>
          <p:cNvPr id="80" name="Editable chart path">
            <a:extLst xmlns:a="http://schemas.openxmlformats.org/drawingml/2006/main">
              <a:ext uri="{FF2B5EF4-FFF2-40B4-BE49-F238E27FC236}">
                <a16:creationId xmlns:a16="http://schemas.microsoft.com/office/drawing/2014/main" id="{4128A793-2569-40CB-BECE-4F9E3B9F0ADD}"/>
              </a:ext>
            </a:extLst>
          </p:cNvPr>
          <p:cNvSpPr>
            <a:spLocks xmlns:a="http://schemas.openxmlformats.org/drawingml/2006/main" noGrp="1"/>
          </p:cNvSpPr>
          <p:nvPr/>
        </p:nvSpPr>
        <p:spPr>
          <a:xfrm xmlns:a="http://schemas.openxmlformats.org/drawingml/2006/main">
            <a:off x="6683170" y="4845464"/>
            <a:ext cx="95" cy="4321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81" name="">
            <a:extLst xmlns:a="http://schemas.openxmlformats.org/drawingml/2006/main">
              <a:ext uri="{FF2B5EF4-FFF2-40B4-BE49-F238E27FC236}">
                <a16:creationId xmlns:a16="http://schemas.microsoft.com/office/drawing/2014/main" id="{185F4F1A-0690-42EC-A8DD-CA564507C257}"/>
              </a:ext>
            </a:extLst>
          </p:cNvPr>
          <p:cNvSpPr>
            <a:spLocks xmlns:a="http://schemas.openxmlformats.org/drawingml/2006/main" noGrp="1"/>
          </p:cNvSpPr>
          <p:nvPr/>
        </p:nvSpPr>
        <p:spPr>
          <a:xfrm xmlns:a="http://schemas.openxmlformats.org/drawingml/2006/main" rot="0">
            <a:off x="6488248" y="4890954"/>
            <a:ext cx="3851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00:00</a:t>
            </a:r>
          </a:p>
        </p:txBody>
      </p:sp>
      <p:sp>
        <p:nvSpPr>
          <p:cNvPr id="82" name="Editable chart path">
            <a:extLst xmlns:a="http://schemas.openxmlformats.org/drawingml/2006/main">
              <a:ext uri="{FF2B5EF4-FFF2-40B4-BE49-F238E27FC236}">
                <a16:creationId xmlns:a16="http://schemas.microsoft.com/office/drawing/2014/main" id="{0D673BD8-0382-4662-BA53-3F52A63FDDB0}"/>
              </a:ext>
            </a:extLst>
          </p:cNvPr>
          <p:cNvSpPr>
            <a:spLocks xmlns:a="http://schemas.openxmlformats.org/drawingml/2006/main" noGrp="1"/>
          </p:cNvSpPr>
          <p:nvPr/>
        </p:nvSpPr>
        <p:spPr>
          <a:xfrm xmlns:a="http://schemas.openxmlformats.org/drawingml/2006/main">
            <a:off x="7236806" y="4845464"/>
            <a:ext cx="95" cy="4321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83" name="">
            <a:extLst xmlns:a="http://schemas.openxmlformats.org/drawingml/2006/main">
              <a:ext uri="{FF2B5EF4-FFF2-40B4-BE49-F238E27FC236}">
                <a16:creationId xmlns:a16="http://schemas.microsoft.com/office/drawing/2014/main" id="{A0D8AD89-6D40-4E3D-9966-0F5E3EF37409}"/>
              </a:ext>
            </a:extLst>
          </p:cNvPr>
          <p:cNvSpPr>
            <a:spLocks xmlns:a="http://schemas.openxmlformats.org/drawingml/2006/main" noGrp="1"/>
          </p:cNvSpPr>
          <p:nvPr/>
        </p:nvSpPr>
        <p:spPr>
          <a:xfrm xmlns:a="http://schemas.openxmlformats.org/drawingml/2006/main" rot="0">
            <a:off x="7044599" y="4890954"/>
            <a:ext cx="37976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03:00</a:t>
            </a:r>
          </a:p>
        </p:txBody>
      </p:sp>
      <p:sp>
        <p:nvSpPr>
          <p:cNvPr id="84" name="Editable chart path">
            <a:extLst xmlns:a="http://schemas.openxmlformats.org/drawingml/2006/main">
              <a:ext uri="{FF2B5EF4-FFF2-40B4-BE49-F238E27FC236}">
                <a16:creationId xmlns:a16="http://schemas.microsoft.com/office/drawing/2014/main" id="{DF4CC7D7-7EF2-4E9B-8F92-89947E211CB7}"/>
              </a:ext>
            </a:extLst>
          </p:cNvPr>
          <p:cNvSpPr>
            <a:spLocks xmlns:a="http://schemas.openxmlformats.org/drawingml/2006/main" noGrp="1"/>
          </p:cNvSpPr>
          <p:nvPr/>
        </p:nvSpPr>
        <p:spPr>
          <a:xfrm xmlns:a="http://schemas.openxmlformats.org/drawingml/2006/main">
            <a:off x="7790442" y="4845464"/>
            <a:ext cx="95" cy="4321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85" name="">
            <a:extLst xmlns:a="http://schemas.openxmlformats.org/drawingml/2006/main">
              <a:ext uri="{FF2B5EF4-FFF2-40B4-BE49-F238E27FC236}">
                <a16:creationId xmlns:a16="http://schemas.microsoft.com/office/drawing/2014/main" id="{6D838D7D-2E3B-4E0F-A7F4-AAAB74C6452D}"/>
              </a:ext>
            </a:extLst>
          </p:cNvPr>
          <p:cNvSpPr>
            <a:spLocks xmlns:a="http://schemas.openxmlformats.org/drawingml/2006/main" noGrp="1"/>
          </p:cNvSpPr>
          <p:nvPr/>
        </p:nvSpPr>
        <p:spPr>
          <a:xfrm xmlns:a="http://schemas.openxmlformats.org/drawingml/2006/main" rot="0">
            <a:off x="7595044" y="4890954"/>
            <a:ext cx="3861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06:00</a:t>
            </a:r>
          </a:p>
        </p:txBody>
      </p:sp>
      <p:sp>
        <p:nvSpPr>
          <p:cNvPr id="86" name="Editable chart path">
            <a:extLst xmlns:a="http://schemas.openxmlformats.org/drawingml/2006/main">
              <a:ext uri="{FF2B5EF4-FFF2-40B4-BE49-F238E27FC236}">
                <a16:creationId xmlns:a16="http://schemas.microsoft.com/office/drawing/2014/main" id="{E3688A66-3B1B-4742-A9A6-D8424CD81285}"/>
              </a:ext>
            </a:extLst>
          </p:cNvPr>
          <p:cNvSpPr>
            <a:spLocks xmlns:a="http://schemas.openxmlformats.org/drawingml/2006/main" noGrp="1"/>
          </p:cNvSpPr>
          <p:nvPr/>
        </p:nvSpPr>
        <p:spPr>
          <a:xfrm xmlns:a="http://schemas.openxmlformats.org/drawingml/2006/main">
            <a:off x="8344078" y="4845464"/>
            <a:ext cx="95" cy="4321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87" name="">
            <a:extLst xmlns:a="http://schemas.openxmlformats.org/drawingml/2006/main">
              <a:ext uri="{FF2B5EF4-FFF2-40B4-BE49-F238E27FC236}">
                <a16:creationId xmlns:a16="http://schemas.microsoft.com/office/drawing/2014/main" id="{BBB6E6DA-0701-4CCA-B18A-286D5C888B0E}"/>
              </a:ext>
            </a:extLst>
          </p:cNvPr>
          <p:cNvSpPr>
            <a:spLocks xmlns:a="http://schemas.openxmlformats.org/drawingml/2006/main" noGrp="1"/>
          </p:cNvSpPr>
          <p:nvPr/>
        </p:nvSpPr>
        <p:spPr>
          <a:xfrm xmlns:a="http://schemas.openxmlformats.org/drawingml/2006/main" rot="0">
            <a:off x="8149013" y="4890954"/>
            <a:ext cx="38547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09:00</a:t>
            </a:r>
          </a:p>
        </p:txBody>
      </p:sp>
      <p:sp>
        <p:nvSpPr>
          <p:cNvPr id="88" name="Editable chart path">
            <a:extLst xmlns:a="http://schemas.openxmlformats.org/drawingml/2006/main">
              <a:ext uri="{FF2B5EF4-FFF2-40B4-BE49-F238E27FC236}">
                <a16:creationId xmlns:a16="http://schemas.microsoft.com/office/drawing/2014/main" id="{BA5424D8-454D-4AEF-924E-8357B471975D}"/>
              </a:ext>
            </a:extLst>
          </p:cNvPr>
          <p:cNvSpPr>
            <a:spLocks xmlns:a="http://schemas.openxmlformats.org/drawingml/2006/main" noGrp="1"/>
          </p:cNvSpPr>
          <p:nvPr/>
        </p:nvSpPr>
        <p:spPr>
          <a:xfrm xmlns:a="http://schemas.openxmlformats.org/drawingml/2006/main">
            <a:off x="8897714" y="4845464"/>
            <a:ext cx="95" cy="4321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89" name="">
            <a:extLst xmlns:a="http://schemas.openxmlformats.org/drawingml/2006/main">
              <a:ext uri="{FF2B5EF4-FFF2-40B4-BE49-F238E27FC236}">
                <a16:creationId xmlns:a16="http://schemas.microsoft.com/office/drawing/2014/main" id="{EE3CE1EC-5DBC-413F-B20F-7A9CBADB43E3}"/>
              </a:ext>
            </a:extLst>
          </p:cNvPr>
          <p:cNvSpPr>
            <a:spLocks xmlns:a="http://schemas.openxmlformats.org/drawingml/2006/main" noGrp="1"/>
          </p:cNvSpPr>
          <p:nvPr/>
        </p:nvSpPr>
        <p:spPr>
          <a:xfrm xmlns:a="http://schemas.openxmlformats.org/drawingml/2006/main" rot="0">
            <a:off x="8727986" y="4890954"/>
            <a:ext cx="33480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12:00</a:t>
            </a:r>
          </a:p>
        </p:txBody>
      </p:sp>
      <p:sp>
        <p:nvSpPr>
          <p:cNvPr id="90" name="Editable chart path">
            <a:extLst xmlns:a="http://schemas.openxmlformats.org/drawingml/2006/main">
              <a:ext uri="{FF2B5EF4-FFF2-40B4-BE49-F238E27FC236}">
                <a16:creationId xmlns:a16="http://schemas.microsoft.com/office/drawing/2014/main" id="{E93620EF-C940-4A08-A9F8-B54F7AF004E0}"/>
              </a:ext>
            </a:extLst>
          </p:cNvPr>
          <p:cNvSpPr>
            <a:spLocks xmlns:a="http://schemas.openxmlformats.org/drawingml/2006/main" noGrp="1"/>
          </p:cNvSpPr>
          <p:nvPr/>
        </p:nvSpPr>
        <p:spPr>
          <a:xfrm xmlns:a="http://schemas.openxmlformats.org/drawingml/2006/main">
            <a:off x="9451350" y="4845464"/>
            <a:ext cx="95" cy="4321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91" name="">
            <a:extLst xmlns:a="http://schemas.openxmlformats.org/drawingml/2006/main">
              <a:ext uri="{FF2B5EF4-FFF2-40B4-BE49-F238E27FC236}">
                <a16:creationId xmlns:a16="http://schemas.microsoft.com/office/drawing/2014/main" id="{B9B092F6-3008-45DC-A184-9F7E305BF234}"/>
              </a:ext>
            </a:extLst>
          </p:cNvPr>
          <p:cNvSpPr>
            <a:spLocks xmlns:a="http://schemas.openxmlformats.org/drawingml/2006/main" noGrp="1"/>
          </p:cNvSpPr>
          <p:nvPr/>
        </p:nvSpPr>
        <p:spPr>
          <a:xfrm xmlns:a="http://schemas.openxmlformats.org/drawingml/2006/main" rot="0">
            <a:off x="9277954" y="4890954"/>
            <a:ext cx="34213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15:00</a:t>
            </a:r>
          </a:p>
        </p:txBody>
      </p:sp>
      <p:sp>
        <p:nvSpPr>
          <p:cNvPr id="92" name="Editable chart path">
            <a:extLst xmlns:a="http://schemas.openxmlformats.org/drawingml/2006/main">
              <a:ext uri="{FF2B5EF4-FFF2-40B4-BE49-F238E27FC236}">
                <a16:creationId xmlns:a16="http://schemas.microsoft.com/office/drawing/2014/main" id="{3DCB8E29-71CA-4DA9-B06D-E16B208F049F}"/>
              </a:ext>
            </a:extLst>
          </p:cNvPr>
          <p:cNvSpPr>
            <a:spLocks xmlns:a="http://schemas.openxmlformats.org/drawingml/2006/main" noGrp="1"/>
          </p:cNvSpPr>
          <p:nvPr/>
        </p:nvSpPr>
        <p:spPr>
          <a:xfrm xmlns:a="http://schemas.openxmlformats.org/drawingml/2006/main">
            <a:off x="10004986" y="4845464"/>
            <a:ext cx="95" cy="4321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93" name="">
            <a:extLst xmlns:a="http://schemas.openxmlformats.org/drawingml/2006/main">
              <a:ext uri="{FF2B5EF4-FFF2-40B4-BE49-F238E27FC236}">
                <a16:creationId xmlns:a16="http://schemas.microsoft.com/office/drawing/2014/main" id="{B67B574F-8F4E-4CCE-AC7B-498F63D70D3B}"/>
              </a:ext>
            </a:extLst>
          </p:cNvPr>
          <p:cNvSpPr>
            <a:spLocks xmlns:a="http://schemas.openxmlformats.org/drawingml/2006/main" noGrp="1"/>
          </p:cNvSpPr>
          <p:nvPr/>
        </p:nvSpPr>
        <p:spPr>
          <a:xfrm xmlns:a="http://schemas.openxmlformats.org/drawingml/2006/main" rot="0">
            <a:off x="9831352" y="4890954"/>
            <a:ext cx="3426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18:00</a:t>
            </a:r>
          </a:p>
        </p:txBody>
      </p:sp>
      <p:sp>
        <p:nvSpPr>
          <p:cNvPr id="94" name="Editable chart path">
            <a:extLst xmlns:a="http://schemas.openxmlformats.org/drawingml/2006/main">
              <a:ext uri="{FF2B5EF4-FFF2-40B4-BE49-F238E27FC236}">
                <a16:creationId xmlns:a16="http://schemas.microsoft.com/office/drawing/2014/main" id="{F9375D3D-083F-4AD3-96D3-1789808590D0}"/>
              </a:ext>
            </a:extLst>
          </p:cNvPr>
          <p:cNvSpPr>
            <a:spLocks xmlns:a="http://schemas.openxmlformats.org/drawingml/2006/main" noGrp="1"/>
          </p:cNvSpPr>
          <p:nvPr/>
        </p:nvSpPr>
        <p:spPr>
          <a:xfrm xmlns:a="http://schemas.openxmlformats.org/drawingml/2006/main">
            <a:off x="10558621" y="4845464"/>
            <a:ext cx="95" cy="4321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95" name="">
            <a:extLst xmlns:a="http://schemas.openxmlformats.org/drawingml/2006/main">
              <a:ext uri="{FF2B5EF4-FFF2-40B4-BE49-F238E27FC236}">
                <a16:creationId xmlns:a16="http://schemas.microsoft.com/office/drawing/2014/main" id="{1203A6A2-7931-48B8-8636-91E233336168}"/>
              </a:ext>
            </a:extLst>
          </p:cNvPr>
          <p:cNvSpPr>
            <a:spLocks xmlns:a="http://schemas.openxmlformats.org/drawingml/2006/main" noGrp="1"/>
          </p:cNvSpPr>
          <p:nvPr/>
        </p:nvSpPr>
        <p:spPr>
          <a:xfrm xmlns:a="http://schemas.openxmlformats.org/drawingml/2006/main" rot="0">
            <a:off x="10388893" y="4890954"/>
            <a:ext cx="33480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21:00</a:t>
            </a:r>
          </a:p>
        </p:txBody>
      </p:sp>
      <p:sp>
        <p:nvSpPr>
          <p:cNvPr id="96" name="">
            <a:extLst xmlns:a="http://schemas.openxmlformats.org/drawingml/2006/main">
              <a:ext uri="{FF2B5EF4-FFF2-40B4-BE49-F238E27FC236}">
                <a16:creationId xmlns:a16="http://schemas.microsoft.com/office/drawing/2014/main" id="{152116B4-DDAF-40D1-9D5F-15EBB9F6401F}"/>
              </a:ext>
            </a:extLst>
          </p:cNvPr>
          <p:cNvSpPr>
            <a:spLocks xmlns:a="http://schemas.openxmlformats.org/drawingml/2006/main" noGrp="1"/>
          </p:cNvSpPr>
          <p:nvPr/>
        </p:nvSpPr>
        <p:spPr>
          <a:xfrm xmlns:a="http://schemas.openxmlformats.org/drawingml/2006/main" rot="0">
            <a:off x="7373531" y="5069791"/>
            <a:ext cx="267404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 of day (2-hour blocks, start time)</a:t>
            </a:r>
          </a:p>
        </p:txBody>
      </p:sp>
      <p:sp>
        <p:nvSpPr>
          <p:cNvPr id="97" name="Editable chart path">
            <a:extLst xmlns:a="http://schemas.openxmlformats.org/drawingml/2006/main">
              <a:ext uri="{FF2B5EF4-FFF2-40B4-BE49-F238E27FC236}">
                <a16:creationId xmlns:a16="http://schemas.microsoft.com/office/drawing/2014/main" id="{05FF3F68-F83D-4086-B985-AFF46A4C8BC3}"/>
              </a:ext>
            </a:extLst>
          </p:cNvPr>
          <p:cNvSpPr>
            <a:spLocks xmlns:a="http://schemas.openxmlformats.org/drawingml/2006/main" noGrp="1"/>
          </p:cNvSpPr>
          <p:nvPr/>
        </p:nvSpPr>
        <p:spPr>
          <a:xfrm xmlns:a="http://schemas.openxmlformats.org/drawingml/2006/main">
            <a:off x="6480171" y="4612334"/>
            <a:ext cx="4465996"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7408">
            <a:solidFill>
              <a:srgbClr val="E4EAF4"/>
            </a:solidFill>
            <a:prstDash val="solid"/>
          </a:ln>
        </p:spPr>
      </p:sp>
      <p:sp>
        <p:nvSpPr>
          <p:cNvPr id="98" name="Editable chart path">
            <a:extLst xmlns:a="http://schemas.openxmlformats.org/drawingml/2006/main">
              <a:ext uri="{FF2B5EF4-FFF2-40B4-BE49-F238E27FC236}">
                <a16:creationId xmlns:a16="http://schemas.microsoft.com/office/drawing/2014/main" id="{3452D8C7-25DE-4D70-BA87-6286C3CAAC88}"/>
              </a:ext>
            </a:extLst>
          </p:cNvPr>
          <p:cNvSpPr>
            <a:spLocks xmlns:a="http://schemas.openxmlformats.org/drawingml/2006/main" noGrp="1"/>
          </p:cNvSpPr>
          <p:nvPr/>
        </p:nvSpPr>
        <p:spPr>
          <a:xfrm xmlns:a="http://schemas.openxmlformats.org/drawingml/2006/main">
            <a:off x="6436958" y="4612334"/>
            <a:ext cx="4321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99" name="Editable chart path">
            <a:extLst xmlns:a="http://schemas.openxmlformats.org/drawingml/2006/main">
              <a:ext uri="{FF2B5EF4-FFF2-40B4-BE49-F238E27FC236}">
                <a16:creationId xmlns:a16="http://schemas.microsoft.com/office/drawing/2014/main" id="{954C909C-8CBF-4950-95F6-E34CA3C08356}"/>
              </a:ext>
            </a:extLst>
          </p:cNvPr>
          <p:cNvSpPr>
            <a:spLocks xmlns:a="http://schemas.openxmlformats.org/drawingml/2006/main" noGrp="1"/>
          </p:cNvSpPr>
          <p:nvPr/>
        </p:nvSpPr>
        <p:spPr>
          <a:xfrm xmlns:a="http://schemas.openxmlformats.org/drawingml/2006/main">
            <a:off x="6480171" y="4253615"/>
            <a:ext cx="4465996"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7408">
            <a:solidFill>
              <a:srgbClr val="E4EAF4"/>
            </a:solidFill>
            <a:prstDash val="solid"/>
          </a:ln>
        </p:spPr>
      </p:sp>
      <p:sp>
        <p:nvSpPr>
          <p:cNvPr id="100" name="Editable chart path">
            <a:extLst xmlns:a="http://schemas.openxmlformats.org/drawingml/2006/main">
              <a:ext uri="{FF2B5EF4-FFF2-40B4-BE49-F238E27FC236}">
                <a16:creationId xmlns:a16="http://schemas.microsoft.com/office/drawing/2014/main" id="{4A536212-0790-40E4-826A-C1EE909A0F7E}"/>
              </a:ext>
            </a:extLst>
          </p:cNvPr>
          <p:cNvSpPr>
            <a:spLocks xmlns:a="http://schemas.openxmlformats.org/drawingml/2006/main" noGrp="1"/>
          </p:cNvSpPr>
          <p:nvPr/>
        </p:nvSpPr>
        <p:spPr>
          <a:xfrm xmlns:a="http://schemas.openxmlformats.org/drawingml/2006/main">
            <a:off x="6436958" y="4253615"/>
            <a:ext cx="4321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101" name="Editable chart path">
            <a:extLst xmlns:a="http://schemas.openxmlformats.org/drawingml/2006/main">
              <a:ext uri="{FF2B5EF4-FFF2-40B4-BE49-F238E27FC236}">
                <a16:creationId xmlns:a16="http://schemas.microsoft.com/office/drawing/2014/main" id="{D3E01CC7-1E4D-4FC3-8417-7638259E229F}"/>
              </a:ext>
            </a:extLst>
          </p:cNvPr>
          <p:cNvSpPr>
            <a:spLocks xmlns:a="http://schemas.openxmlformats.org/drawingml/2006/main" noGrp="1"/>
          </p:cNvSpPr>
          <p:nvPr/>
        </p:nvSpPr>
        <p:spPr>
          <a:xfrm xmlns:a="http://schemas.openxmlformats.org/drawingml/2006/main">
            <a:off x="6480171" y="3894896"/>
            <a:ext cx="4465996"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7408">
            <a:solidFill>
              <a:srgbClr val="E4EAF4"/>
            </a:solidFill>
            <a:prstDash val="solid"/>
          </a:ln>
        </p:spPr>
      </p:sp>
      <p:sp>
        <p:nvSpPr>
          <p:cNvPr id="102" name="Editable chart path">
            <a:extLst xmlns:a="http://schemas.openxmlformats.org/drawingml/2006/main">
              <a:ext uri="{FF2B5EF4-FFF2-40B4-BE49-F238E27FC236}">
                <a16:creationId xmlns:a16="http://schemas.microsoft.com/office/drawing/2014/main" id="{52F01A70-BABD-46D7-ACC3-E323E7F47A40}"/>
              </a:ext>
            </a:extLst>
          </p:cNvPr>
          <p:cNvSpPr>
            <a:spLocks xmlns:a="http://schemas.openxmlformats.org/drawingml/2006/main" noGrp="1"/>
          </p:cNvSpPr>
          <p:nvPr/>
        </p:nvSpPr>
        <p:spPr>
          <a:xfrm xmlns:a="http://schemas.openxmlformats.org/drawingml/2006/main">
            <a:off x="6436958" y="3894896"/>
            <a:ext cx="4321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103" name="Editable chart path">
            <a:extLst xmlns:a="http://schemas.openxmlformats.org/drawingml/2006/main">
              <a:ext uri="{FF2B5EF4-FFF2-40B4-BE49-F238E27FC236}">
                <a16:creationId xmlns:a16="http://schemas.microsoft.com/office/drawing/2014/main" id="{73F43320-CC17-4EB6-8040-6C9828621484}"/>
              </a:ext>
            </a:extLst>
          </p:cNvPr>
          <p:cNvSpPr>
            <a:spLocks xmlns:a="http://schemas.openxmlformats.org/drawingml/2006/main" noGrp="1"/>
          </p:cNvSpPr>
          <p:nvPr/>
        </p:nvSpPr>
        <p:spPr>
          <a:xfrm xmlns:a="http://schemas.openxmlformats.org/drawingml/2006/main">
            <a:off x="6480171" y="3536177"/>
            <a:ext cx="4465996"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7408">
            <a:solidFill>
              <a:srgbClr val="E4EAF4"/>
            </a:solidFill>
            <a:prstDash val="solid"/>
          </a:ln>
        </p:spPr>
      </p:sp>
      <p:sp>
        <p:nvSpPr>
          <p:cNvPr id="104" name="Editable chart path">
            <a:extLst xmlns:a="http://schemas.openxmlformats.org/drawingml/2006/main">
              <a:ext uri="{FF2B5EF4-FFF2-40B4-BE49-F238E27FC236}">
                <a16:creationId xmlns:a16="http://schemas.microsoft.com/office/drawing/2014/main" id="{3B903C98-FCB3-439B-B8BB-B36F01FD9E25}"/>
              </a:ext>
            </a:extLst>
          </p:cNvPr>
          <p:cNvSpPr>
            <a:spLocks xmlns:a="http://schemas.openxmlformats.org/drawingml/2006/main" noGrp="1"/>
          </p:cNvSpPr>
          <p:nvPr/>
        </p:nvSpPr>
        <p:spPr>
          <a:xfrm xmlns:a="http://schemas.openxmlformats.org/drawingml/2006/main">
            <a:off x="6436958" y="3536177"/>
            <a:ext cx="4321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105" name="Editable chart path">
            <a:extLst xmlns:a="http://schemas.openxmlformats.org/drawingml/2006/main">
              <a:ext uri="{FF2B5EF4-FFF2-40B4-BE49-F238E27FC236}">
                <a16:creationId xmlns:a16="http://schemas.microsoft.com/office/drawing/2014/main" id="{C25C4AB5-BD31-4C21-9555-B1C165F09DBA}"/>
              </a:ext>
            </a:extLst>
          </p:cNvPr>
          <p:cNvSpPr>
            <a:spLocks xmlns:a="http://schemas.openxmlformats.org/drawingml/2006/main" noGrp="1"/>
          </p:cNvSpPr>
          <p:nvPr/>
        </p:nvSpPr>
        <p:spPr>
          <a:xfrm xmlns:a="http://schemas.openxmlformats.org/drawingml/2006/main">
            <a:off x="6480171" y="3177458"/>
            <a:ext cx="4465996"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7408">
            <a:solidFill>
              <a:srgbClr val="E4EAF4"/>
            </a:solidFill>
            <a:prstDash val="solid"/>
          </a:ln>
        </p:spPr>
      </p:sp>
      <p:sp>
        <p:nvSpPr>
          <p:cNvPr id="106" name="Editable chart path">
            <a:extLst xmlns:a="http://schemas.openxmlformats.org/drawingml/2006/main">
              <a:ext uri="{FF2B5EF4-FFF2-40B4-BE49-F238E27FC236}">
                <a16:creationId xmlns:a16="http://schemas.microsoft.com/office/drawing/2014/main" id="{4C37D9AA-80F1-4B6E-AE87-F3D012C55F09}"/>
              </a:ext>
            </a:extLst>
          </p:cNvPr>
          <p:cNvSpPr>
            <a:spLocks xmlns:a="http://schemas.openxmlformats.org/drawingml/2006/main" noGrp="1"/>
          </p:cNvSpPr>
          <p:nvPr/>
        </p:nvSpPr>
        <p:spPr>
          <a:xfrm xmlns:a="http://schemas.openxmlformats.org/drawingml/2006/main">
            <a:off x="6436958" y="3177458"/>
            <a:ext cx="4321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107" name="Editable chart path">
            <a:extLst xmlns:a="http://schemas.openxmlformats.org/drawingml/2006/main">
              <a:ext uri="{FF2B5EF4-FFF2-40B4-BE49-F238E27FC236}">
                <a16:creationId xmlns:a16="http://schemas.microsoft.com/office/drawing/2014/main" id="{41BE8447-CCEA-4666-9A58-90AA15162534}"/>
              </a:ext>
            </a:extLst>
          </p:cNvPr>
          <p:cNvSpPr>
            <a:spLocks xmlns:a="http://schemas.openxmlformats.org/drawingml/2006/main" noGrp="1"/>
          </p:cNvSpPr>
          <p:nvPr/>
        </p:nvSpPr>
        <p:spPr>
          <a:xfrm xmlns:a="http://schemas.openxmlformats.org/drawingml/2006/main">
            <a:off x="6480171" y="2818739"/>
            <a:ext cx="4465996"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7408">
            <a:solidFill>
              <a:srgbClr val="E4EAF4"/>
            </a:solidFill>
            <a:prstDash val="solid"/>
          </a:ln>
        </p:spPr>
      </p:sp>
      <p:sp>
        <p:nvSpPr>
          <p:cNvPr id="108" name="Editable chart path">
            <a:extLst xmlns:a="http://schemas.openxmlformats.org/drawingml/2006/main">
              <a:ext uri="{FF2B5EF4-FFF2-40B4-BE49-F238E27FC236}">
                <a16:creationId xmlns:a16="http://schemas.microsoft.com/office/drawing/2014/main" id="{CCC1C3CA-0375-4500-9320-89ED5932CF1D}"/>
              </a:ext>
            </a:extLst>
          </p:cNvPr>
          <p:cNvSpPr>
            <a:spLocks xmlns:a="http://schemas.openxmlformats.org/drawingml/2006/main" noGrp="1"/>
          </p:cNvSpPr>
          <p:nvPr/>
        </p:nvSpPr>
        <p:spPr>
          <a:xfrm xmlns:a="http://schemas.openxmlformats.org/drawingml/2006/main">
            <a:off x="6436958" y="2818739"/>
            <a:ext cx="4321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109" name="Editable chart path">
            <a:extLst xmlns:a="http://schemas.openxmlformats.org/drawingml/2006/main">
              <a:ext uri="{FF2B5EF4-FFF2-40B4-BE49-F238E27FC236}">
                <a16:creationId xmlns:a16="http://schemas.microsoft.com/office/drawing/2014/main" id="{F0A8718D-A9B6-4AD6-A18A-60D1949BE365}"/>
              </a:ext>
            </a:extLst>
          </p:cNvPr>
          <p:cNvSpPr>
            <a:spLocks xmlns:a="http://schemas.openxmlformats.org/drawingml/2006/main" noGrp="1"/>
          </p:cNvSpPr>
          <p:nvPr/>
        </p:nvSpPr>
        <p:spPr>
          <a:xfrm xmlns:a="http://schemas.openxmlformats.org/drawingml/2006/main">
            <a:off x="6480171" y="2460020"/>
            <a:ext cx="4465996"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7408">
            <a:solidFill>
              <a:srgbClr val="E4EAF4"/>
            </a:solidFill>
            <a:prstDash val="solid"/>
          </a:ln>
        </p:spPr>
      </p:sp>
      <p:sp>
        <p:nvSpPr>
          <p:cNvPr id="110" name="Editable chart path">
            <a:extLst xmlns:a="http://schemas.openxmlformats.org/drawingml/2006/main">
              <a:ext uri="{FF2B5EF4-FFF2-40B4-BE49-F238E27FC236}">
                <a16:creationId xmlns:a16="http://schemas.microsoft.com/office/drawing/2014/main" id="{2594E4DF-773A-4B8F-8A88-B24AFC2E7F81}"/>
              </a:ext>
            </a:extLst>
          </p:cNvPr>
          <p:cNvSpPr>
            <a:spLocks xmlns:a="http://schemas.openxmlformats.org/drawingml/2006/main" noGrp="1"/>
          </p:cNvSpPr>
          <p:nvPr/>
        </p:nvSpPr>
        <p:spPr>
          <a:xfrm xmlns:a="http://schemas.openxmlformats.org/drawingml/2006/main">
            <a:off x="6436958" y="2460020"/>
            <a:ext cx="4321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77">
            <a:solidFill>
              <a:srgbClr val="5A6683"/>
            </a:solidFill>
            <a:prstDash val="solid"/>
          </a:ln>
        </p:spPr>
      </p:sp>
      <p:sp>
        <p:nvSpPr>
          <p:cNvPr id="111" name="Editable chart path">
            <a:extLst xmlns:a="http://schemas.openxmlformats.org/drawingml/2006/main">
              <a:ext uri="{FF2B5EF4-FFF2-40B4-BE49-F238E27FC236}">
                <a16:creationId xmlns:a16="http://schemas.microsoft.com/office/drawing/2014/main" id="{E7CD1050-EC28-4957-B614-1A4CE21790ED}"/>
              </a:ext>
            </a:extLst>
          </p:cNvPr>
          <p:cNvSpPr>
            <a:spLocks xmlns:a="http://schemas.openxmlformats.org/drawingml/2006/main" noGrp="1"/>
          </p:cNvSpPr>
          <p:nvPr/>
        </p:nvSpPr>
        <p:spPr>
          <a:xfrm xmlns:a="http://schemas.openxmlformats.org/drawingml/2006/main">
            <a:off x="6683170" y="2733905"/>
            <a:ext cx="4059996" cy="139336"/>
          </a:xfrm>
          <a:custGeom xmlns:a="http://schemas.openxmlformats.org/drawingml/2006/main">
            <a:pathLst>
              <a:path w="3132218" h="107495">
                <a:moveTo>
                  <a:pt x="0" y="76278"/>
                </a:moveTo>
                <a:lnTo>
                  <a:pt x="284747" y="67214"/>
                </a:lnTo>
                <a:lnTo>
                  <a:pt x="569494" y="70751"/>
                </a:lnTo>
                <a:lnTo>
                  <a:pt x="854241" y="55749"/>
                </a:lnTo>
                <a:lnTo>
                  <a:pt x="1138988" y="0"/>
                </a:lnTo>
                <a:lnTo>
                  <a:pt x="1423736" y="64624"/>
                </a:lnTo>
                <a:lnTo>
                  <a:pt x="1708483" y="64784"/>
                </a:lnTo>
                <a:lnTo>
                  <a:pt x="1993230" y="45964"/>
                </a:lnTo>
                <a:lnTo>
                  <a:pt x="2277977" y="63333"/>
                </a:lnTo>
                <a:lnTo>
                  <a:pt x="2562724" y="39057"/>
                </a:lnTo>
                <a:lnTo>
                  <a:pt x="2847471" y="107495"/>
                </a:lnTo>
                <a:lnTo>
                  <a:pt x="3132218" y="97749"/>
                </a:lnTo>
              </a:path>
            </a:pathLst>
          </a:custGeom>
          <a:noFill xmlns:a="http://schemas.openxmlformats.org/drawingml/2006/main"/>
          <a:ln xmlns:a="http://schemas.openxmlformats.org/drawingml/2006/main" w="24693">
            <a:solidFill>
              <a:srgbClr val="E4EAF4"/>
            </a:solidFill>
            <a:prstDash val="solid"/>
          </a:ln>
        </p:spPr>
      </p:sp>
      <p:sp>
        <p:nvSpPr>
          <p:cNvPr id="112" name="Editable chart path">
            <a:extLst xmlns:a="http://schemas.openxmlformats.org/drawingml/2006/main">
              <a:ext uri="{FF2B5EF4-FFF2-40B4-BE49-F238E27FC236}">
                <a16:creationId xmlns:a16="http://schemas.microsoft.com/office/drawing/2014/main" id="{9932B5E5-BB8E-4DA8-B6DB-369AAB592056}"/>
              </a:ext>
            </a:extLst>
          </p:cNvPr>
          <p:cNvSpPr>
            <a:spLocks xmlns:a="http://schemas.openxmlformats.org/drawingml/2006/main" noGrp="1"/>
          </p:cNvSpPr>
          <p:nvPr/>
        </p:nvSpPr>
        <p:spPr>
          <a:xfrm xmlns:a="http://schemas.openxmlformats.org/drawingml/2006/main">
            <a:off x="6683170" y="2928286"/>
            <a:ext cx="4059996" cy="462354"/>
          </a:xfrm>
          <a:custGeom xmlns:a="http://schemas.openxmlformats.org/drawingml/2006/main">
            <a:pathLst>
              <a:path w="3132218" h="356698">
                <a:moveTo>
                  <a:pt x="0" y="260493"/>
                </a:moveTo>
                <a:lnTo>
                  <a:pt x="284747" y="0"/>
                </a:lnTo>
                <a:lnTo>
                  <a:pt x="569494" y="1062"/>
                </a:lnTo>
                <a:lnTo>
                  <a:pt x="854241" y="77885"/>
                </a:lnTo>
                <a:lnTo>
                  <a:pt x="1138988" y="6936"/>
                </a:lnTo>
                <a:lnTo>
                  <a:pt x="1423736" y="74127"/>
                </a:lnTo>
                <a:lnTo>
                  <a:pt x="1708483" y="121487"/>
                </a:lnTo>
                <a:lnTo>
                  <a:pt x="1993230" y="134916"/>
                </a:lnTo>
                <a:lnTo>
                  <a:pt x="2277977" y="75835"/>
                </a:lnTo>
                <a:lnTo>
                  <a:pt x="2562724" y="24732"/>
                </a:lnTo>
                <a:lnTo>
                  <a:pt x="2847471" y="119071"/>
                </a:lnTo>
                <a:lnTo>
                  <a:pt x="3132218" y="356698"/>
                </a:lnTo>
              </a:path>
            </a:pathLst>
          </a:custGeom>
          <a:noFill xmlns:a="http://schemas.openxmlformats.org/drawingml/2006/main"/>
          <a:ln xmlns:a="http://schemas.openxmlformats.org/drawingml/2006/main" w="24693">
            <a:solidFill>
              <a:srgbClr val="BBD2F3"/>
            </a:solidFill>
            <a:prstDash val="solid"/>
          </a:ln>
        </p:spPr>
      </p:sp>
      <p:sp>
        <p:nvSpPr>
          <p:cNvPr id="113" name="Editable chart path">
            <a:extLst xmlns:a="http://schemas.openxmlformats.org/drawingml/2006/main">
              <a:ext uri="{FF2B5EF4-FFF2-40B4-BE49-F238E27FC236}">
                <a16:creationId xmlns:a16="http://schemas.microsoft.com/office/drawing/2014/main" id="{0084B198-56CD-482D-8CBF-8DA9AED60DB3}"/>
              </a:ext>
            </a:extLst>
          </p:cNvPr>
          <p:cNvSpPr>
            <a:spLocks xmlns:a="http://schemas.openxmlformats.org/drawingml/2006/main" noGrp="1"/>
          </p:cNvSpPr>
          <p:nvPr/>
        </p:nvSpPr>
        <p:spPr>
          <a:xfrm xmlns:a="http://schemas.openxmlformats.org/drawingml/2006/main">
            <a:off x="6683170" y="2920650"/>
            <a:ext cx="4059996" cy="657382"/>
          </a:xfrm>
          <a:custGeom xmlns:a="http://schemas.openxmlformats.org/drawingml/2006/main">
            <a:pathLst>
              <a:path w="3132218" h="507159">
                <a:moveTo>
                  <a:pt x="0" y="256035"/>
                </a:moveTo>
                <a:lnTo>
                  <a:pt x="284747" y="265821"/>
                </a:lnTo>
                <a:lnTo>
                  <a:pt x="569494" y="125220"/>
                </a:lnTo>
                <a:lnTo>
                  <a:pt x="854241" y="168336"/>
                </a:lnTo>
                <a:lnTo>
                  <a:pt x="1138988" y="0"/>
                </a:lnTo>
                <a:lnTo>
                  <a:pt x="1423736" y="50395"/>
                </a:lnTo>
                <a:lnTo>
                  <a:pt x="1708483" y="116712"/>
                </a:lnTo>
                <a:lnTo>
                  <a:pt x="1993230" y="245932"/>
                </a:lnTo>
                <a:lnTo>
                  <a:pt x="2277977" y="228996"/>
                </a:lnTo>
                <a:lnTo>
                  <a:pt x="2562724" y="166797"/>
                </a:lnTo>
                <a:lnTo>
                  <a:pt x="2847471" y="507159"/>
                </a:lnTo>
                <a:lnTo>
                  <a:pt x="3132218" y="261987"/>
                </a:lnTo>
              </a:path>
            </a:pathLst>
          </a:custGeom>
          <a:noFill xmlns:a="http://schemas.openxmlformats.org/drawingml/2006/main"/>
          <a:ln xmlns:a="http://schemas.openxmlformats.org/drawingml/2006/main" w="24693">
            <a:solidFill>
              <a:srgbClr val="2C5EAA"/>
            </a:solidFill>
            <a:prstDash val="solid"/>
          </a:ln>
        </p:spPr>
      </p:sp>
      <p:sp>
        <p:nvSpPr>
          <p:cNvPr id="114" name="Editable chart path">
            <a:extLst xmlns:a="http://schemas.openxmlformats.org/drawingml/2006/main">
              <a:ext uri="{FF2B5EF4-FFF2-40B4-BE49-F238E27FC236}">
                <a16:creationId xmlns:a16="http://schemas.microsoft.com/office/drawing/2014/main" id="{1C9FF95D-4981-42B4-A568-724E3B587D58}"/>
              </a:ext>
            </a:extLst>
          </p:cNvPr>
          <p:cNvSpPr>
            <a:spLocks xmlns:a="http://schemas.openxmlformats.org/drawingml/2006/main" noGrp="1"/>
          </p:cNvSpPr>
          <p:nvPr/>
        </p:nvSpPr>
        <p:spPr>
          <a:xfrm xmlns:a="http://schemas.openxmlformats.org/drawingml/2006/main">
            <a:off x="6683170" y="2968578"/>
            <a:ext cx="4059996" cy="1101025"/>
          </a:xfrm>
          <a:custGeom xmlns:a="http://schemas.openxmlformats.org/drawingml/2006/main">
            <a:pathLst>
              <a:path w="3132218" h="849422">
                <a:moveTo>
                  <a:pt x="0" y="323400"/>
                </a:moveTo>
                <a:lnTo>
                  <a:pt x="284747" y="63794"/>
                </a:lnTo>
                <a:lnTo>
                  <a:pt x="569494" y="142621"/>
                </a:lnTo>
                <a:lnTo>
                  <a:pt x="854241" y="132713"/>
                </a:lnTo>
                <a:lnTo>
                  <a:pt x="1138988" y="138210"/>
                </a:lnTo>
                <a:lnTo>
                  <a:pt x="1423736" y="13250"/>
                </a:lnTo>
                <a:lnTo>
                  <a:pt x="1708483" y="40545"/>
                </a:lnTo>
                <a:lnTo>
                  <a:pt x="1993230" y="181463"/>
                </a:lnTo>
                <a:lnTo>
                  <a:pt x="2277977" y="288499"/>
                </a:lnTo>
                <a:lnTo>
                  <a:pt x="2562724" y="157996"/>
                </a:lnTo>
                <a:lnTo>
                  <a:pt x="2847471" y="849422"/>
                </a:lnTo>
                <a:lnTo>
                  <a:pt x="3132218" y="0"/>
                </a:lnTo>
              </a:path>
            </a:pathLst>
          </a:custGeom>
          <a:noFill xmlns:a="http://schemas.openxmlformats.org/drawingml/2006/main"/>
          <a:ln xmlns:a="http://schemas.openxmlformats.org/drawingml/2006/main" w="24693">
            <a:solidFill>
              <a:srgbClr val="14295B"/>
            </a:solidFill>
            <a:prstDash val="solid"/>
          </a:ln>
        </p:spPr>
      </p:sp>
      <p:sp>
        <p:nvSpPr>
          <p:cNvPr id="115" name="Editable chart path">
            <a:extLst xmlns:a="http://schemas.openxmlformats.org/drawingml/2006/main">
              <a:ext uri="{FF2B5EF4-FFF2-40B4-BE49-F238E27FC236}">
                <a16:creationId xmlns:a16="http://schemas.microsoft.com/office/drawing/2014/main" id="{936A1CF1-5840-4AC8-9CAA-5336FC5D0BE3}"/>
              </a:ext>
            </a:extLst>
          </p:cNvPr>
          <p:cNvSpPr>
            <a:spLocks xmlns:a="http://schemas.openxmlformats.org/drawingml/2006/main" noGrp="1"/>
          </p:cNvSpPr>
          <p:nvPr/>
        </p:nvSpPr>
        <p:spPr>
          <a:xfrm xmlns:a="http://schemas.openxmlformats.org/drawingml/2006/main">
            <a:off x="6480171" y="2818739"/>
            <a:ext cx="4465996"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9877">
            <a:solidFill>
              <a:srgbClr val="5A6683"/>
            </a:solidFill>
            <a:prstDash val="dash"/>
          </a:ln>
        </p:spPr>
      </p:sp>
      <p:sp>
        <p:nvSpPr>
          <p:cNvPr id="116" name="Editable chart path">
            <a:extLst xmlns:a="http://schemas.openxmlformats.org/drawingml/2006/main">
              <a:ext uri="{FF2B5EF4-FFF2-40B4-BE49-F238E27FC236}">
                <a16:creationId xmlns:a16="http://schemas.microsoft.com/office/drawing/2014/main" id="{1A31A353-CFDE-4600-A1D6-1B1F8BC3BFB2}"/>
              </a:ext>
            </a:extLst>
          </p:cNvPr>
          <p:cNvSpPr>
            <a:spLocks xmlns:a="http://schemas.openxmlformats.org/drawingml/2006/main" noGrp="1"/>
          </p:cNvSpPr>
          <p:nvPr/>
        </p:nvSpPr>
        <p:spPr>
          <a:xfrm xmlns:a="http://schemas.openxmlformats.org/drawingml/2006/main">
            <a:off x="6480171" y="2381250"/>
            <a:ext cx="95" cy="2464214"/>
          </a:xfrm>
          <a:custGeom xmlns:a="http://schemas.openxmlformats.org/drawingml/2006/main">
            <a:pathLst>
              <a:path w="95" h="1901100">
                <a:moveTo>
                  <a:pt x="0" y="1901100"/>
                </a:moveTo>
                <a:lnTo>
                  <a:pt x="0" y="0"/>
                </a:lnTo>
              </a:path>
            </a:pathLst>
          </a:custGeom>
          <a:noFill xmlns:a="http://schemas.openxmlformats.org/drawingml/2006/main"/>
          <a:ln xmlns:a="http://schemas.openxmlformats.org/drawingml/2006/main" w="9877">
            <a:solidFill>
              <a:srgbClr val="5A6683"/>
            </a:solidFill>
            <a:prstDash val="solid"/>
          </a:ln>
        </p:spPr>
      </p:sp>
      <p:sp>
        <p:nvSpPr>
          <p:cNvPr id="117" name="Editable chart path">
            <a:extLst xmlns:a="http://schemas.openxmlformats.org/drawingml/2006/main">
              <a:ext uri="{FF2B5EF4-FFF2-40B4-BE49-F238E27FC236}">
                <a16:creationId xmlns:a16="http://schemas.microsoft.com/office/drawing/2014/main" id="{5F562566-113E-4D80-ADCA-3CC181A4E5F2}"/>
              </a:ext>
            </a:extLst>
          </p:cNvPr>
          <p:cNvSpPr>
            <a:spLocks xmlns:a="http://schemas.openxmlformats.org/drawingml/2006/main" noGrp="1"/>
          </p:cNvSpPr>
          <p:nvPr/>
        </p:nvSpPr>
        <p:spPr>
          <a:xfrm xmlns:a="http://schemas.openxmlformats.org/drawingml/2006/main">
            <a:off x="6480171" y="4845464"/>
            <a:ext cx="4465996" cy="95"/>
          </a:xfrm>
          <a:custGeom xmlns:a="http://schemas.openxmlformats.org/drawingml/2006/main">
            <a:pathLst>
              <a:path w="3445440" h="95">
                <a:moveTo>
                  <a:pt x="0" y="0"/>
                </a:moveTo>
                <a:lnTo>
                  <a:pt x="3445440" y="0"/>
                </a:lnTo>
              </a:path>
            </a:pathLst>
          </a:custGeom>
          <a:noFill xmlns:a="http://schemas.openxmlformats.org/drawingml/2006/main"/>
          <a:ln xmlns:a="http://schemas.openxmlformats.org/drawingml/2006/main" w="9877">
            <a:solidFill>
              <a:srgbClr val="5A6683"/>
            </a:solidFill>
            <a:prstDash val="solid"/>
          </a:ln>
        </p:spPr>
      </p:sp>
      <p:sp>
        <p:nvSpPr>
          <p:cNvPr id="118" name="">
            <a:extLst xmlns:a="http://schemas.openxmlformats.org/drawingml/2006/main">
              <a:ext uri="{FF2B5EF4-FFF2-40B4-BE49-F238E27FC236}">
                <a16:creationId xmlns:a16="http://schemas.microsoft.com/office/drawing/2014/main" id="{4F6393C0-9D32-437A-92CD-8B690E52922E}"/>
              </a:ext>
            </a:extLst>
          </p:cNvPr>
          <p:cNvSpPr>
            <a:spLocks xmlns:a="http://schemas.openxmlformats.org/drawingml/2006/main" noGrp="1"/>
          </p:cNvSpPr>
          <p:nvPr/>
        </p:nvSpPr>
        <p:spPr>
          <a:xfrm xmlns:a="http://schemas.openxmlformats.org/drawingml/2006/main">
            <a:off x="6334125" y="5334000"/>
            <a:ext cx="1667161"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Rain in previous 30 min</a:t>
            </a:r>
          </a:p>
        </p:txBody>
      </p:sp>
      <p:sp>
        <p:nvSpPr>
          <p:cNvPr id="119" name="">
            <a:extLst xmlns:a="http://schemas.openxmlformats.org/drawingml/2006/main">
              <a:ext uri="{FF2B5EF4-FFF2-40B4-BE49-F238E27FC236}">
                <a16:creationId xmlns:a16="http://schemas.microsoft.com/office/drawing/2014/main" id="{3A2BB825-84CC-499C-810A-C63F08FDF13A}"/>
              </a:ext>
            </a:extLst>
          </p:cNvPr>
          <p:cNvSpPr>
            <a:spLocks xmlns:a="http://schemas.openxmlformats.org/drawingml/2006/main" noGrp="1"/>
          </p:cNvSpPr>
          <p:nvPr/>
        </p:nvSpPr>
        <p:spPr>
          <a:xfrm xmlns:a="http://schemas.openxmlformats.org/drawingml/2006/main">
            <a:off x="8210836" y="5400675"/>
            <a:ext cx="161925" cy="47625"/>
          </a:xfrm>
          <a:prstGeom xmlns:a="http://schemas.openxmlformats.org/drawingml/2006/main" prst="rect">
            <a:avLst/>
          </a:prstGeom>
          <a:solidFill xmlns:a="http://schemas.openxmlformats.org/drawingml/2006/main">
            <a:srgbClr val="E4EAF4"/>
          </a:solidFill>
          <a:ln xmlns:a="http://schemas.openxmlformats.org/drawingml/2006/main" w="0">
            <a:noFill/>
          </a:ln>
        </p:spPr>
      </p:sp>
      <p:sp>
        <p:nvSpPr>
          <p:cNvPr id="120" name="">
            <a:extLst xmlns:a="http://schemas.openxmlformats.org/drawingml/2006/main">
              <a:ext uri="{FF2B5EF4-FFF2-40B4-BE49-F238E27FC236}">
                <a16:creationId xmlns:a16="http://schemas.microsoft.com/office/drawing/2014/main" id="{F9F95113-8D0C-4F69-A6D5-DB8516D77A91}"/>
              </a:ext>
            </a:extLst>
          </p:cNvPr>
          <p:cNvSpPr>
            <a:spLocks xmlns:a="http://schemas.openxmlformats.org/drawingml/2006/main" noGrp="1"/>
          </p:cNvSpPr>
          <p:nvPr/>
        </p:nvSpPr>
        <p:spPr>
          <a:xfrm xmlns:a="http://schemas.openxmlformats.org/drawingml/2006/main">
            <a:off x="8439436" y="5334000"/>
            <a:ext cx="253841"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Dry</a:t>
            </a:r>
          </a:p>
        </p:txBody>
      </p:sp>
      <p:sp>
        <p:nvSpPr>
          <p:cNvPr id="121" name="">
            <a:extLst xmlns:a="http://schemas.openxmlformats.org/drawingml/2006/main">
              <a:ext uri="{FF2B5EF4-FFF2-40B4-BE49-F238E27FC236}">
                <a16:creationId xmlns:a16="http://schemas.microsoft.com/office/drawing/2014/main" id="{E2E5DCC4-9A59-4398-A0E6-49CC2E7F5593}"/>
              </a:ext>
            </a:extLst>
          </p:cNvPr>
          <p:cNvSpPr>
            <a:spLocks xmlns:a="http://schemas.openxmlformats.org/drawingml/2006/main" noGrp="1"/>
          </p:cNvSpPr>
          <p:nvPr/>
        </p:nvSpPr>
        <p:spPr>
          <a:xfrm xmlns:a="http://schemas.openxmlformats.org/drawingml/2006/main">
            <a:off x="8902827" y="5400675"/>
            <a:ext cx="161925" cy="47625"/>
          </a:xfrm>
          <a:prstGeom xmlns:a="http://schemas.openxmlformats.org/drawingml/2006/main" prst="rect">
            <a:avLst/>
          </a:prstGeom>
          <a:solidFill xmlns:a="http://schemas.openxmlformats.org/drawingml/2006/main">
            <a:srgbClr val="BBD2F3"/>
          </a:solidFill>
          <a:ln xmlns:a="http://schemas.openxmlformats.org/drawingml/2006/main" w="0">
            <a:noFill/>
          </a:ln>
        </p:spPr>
      </p:sp>
      <p:sp>
        <p:nvSpPr>
          <p:cNvPr id="122" name="">
            <a:extLst xmlns:a="http://schemas.openxmlformats.org/drawingml/2006/main">
              <a:ext uri="{FF2B5EF4-FFF2-40B4-BE49-F238E27FC236}">
                <a16:creationId xmlns:a16="http://schemas.microsoft.com/office/drawing/2014/main" id="{7F0778A2-D003-4F2D-BD9E-EF00AB9F41F2}"/>
              </a:ext>
            </a:extLst>
          </p:cNvPr>
          <p:cNvSpPr>
            <a:spLocks xmlns:a="http://schemas.openxmlformats.org/drawingml/2006/main" noGrp="1"/>
          </p:cNvSpPr>
          <p:nvPr/>
        </p:nvSpPr>
        <p:spPr>
          <a:xfrm xmlns:a="http://schemas.openxmlformats.org/drawingml/2006/main">
            <a:off x="9131427" y="5334000"/>
            <a:ext cx="35594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Light</a:t>
            </a:r>
          </a:p>
        </p:txBody>
      </p:sp>
      <p:sp>
        <p:nvSpPr>
          <p:cNvPr id="123" name="">
            <a:extLst xmlns:a="http://schemas.openxmlformats.org/drawingml/2006/main">
              <a:ext uri="{FF2B5EF4-FFF2-40B4-BE49-F238E27FC236}">
                <a16:creationId xmlns:a16="http://schemas.microsoft.com/office/drawing/2014/main" id="{F7D8180D-F5AD-4D5A-884D-A420F2268B13}"/>
              </a:ext>
            </a:extLst>
          </p:cNvPr>
          <p:cNvSpPr>
            <a:spLocks xmlns:a="http://schemas.openxmlformats.org/drawingml/2006/main" noGrp="1"/>
          </p:cNvSpPr>
          <p:nvPr/>
        </p:nvSpPr>
        <p:spPr>
          <a:xfrm xmlns:a="http://schemas.openxmlformats.org/drawingml/2006/main">
            <a:off x="9696926"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24" name="">
            <a:extLst xmlns:a="http://schemas.openxmlformats.org/drawingml/2006/main">
              <a:ext uri="{FF2B5EF4-FFF2-40B4-BE49-F238E27FC236}">
                <a16:creationId xmlns:a16="http://schemas.microsoft.com/office/drawing/2014/main" id="{0A21F8E4-F62E-468D-A398-F3A7D860CB8D}"/>
              </a:ext>
            </a:extLst>
          </p:cNvPr>
          <p:cNvSpPr>
            <a:spLocks xmlns:a="http://schemas.openxmlformats.org/drawingml/2006/main" noGrp="1"/>
          </p:cNvSpPr>
          <p:nvPr/>
        </p:nvSpPr>
        <p:spPr>
          <a:xfrm xmlns:a="http://schemas.openxmlformats.org/drawingml/2006/main">
            <a:off x="9925526" y="5334000"/>
            <a:ext cx="70913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Moderate</a:t>
            </a:r>
          </a:p>
        </p:txBody>
      </p:sp>
      <p:sp>
        <p:nvSpPr>
          <p:cNvPr id="125" name="">
            <a:extLst xmlns:a="http://schemas.openxmlformats.org/drawingml/2006/main">
              <a:ext uri="{FF2B5EF4-FFF2-40B4-BE49-F238E27FC236}">
                <a16:creationId xmlns:a16="http://schemas.microsoft.com/office/drawing/2014/main" id="{E2035F5E-0607-46A0-839B-05AD8D5AAF9C}"/>
              </a:ext>
            </a:extLst>
          </p:cNvPr>
          <p:cNvSpPr>
            <a:spLocks xmlns:a="http://schemas.openxmlformats.org/drawingml/2006/main" noGrp="1"/>
          </p:cNvSpPr>
          <p:nvPr/>
        </p:nvSpPr>
        <p:spPr>
          <a:xfrm xmlns:a="http://schemas.openxmlformats.org/drawingml/2006/main">
            <a:off x="6334125" y="5619750"/>
            <a:ext cx="161925" cy="47625"/>
          </a:xfrm>
          <a:prstGeom xmlns:a="http://schemas.openxmlformats.org/drawingml/2006/main" prst="rect">
            <a:avLst/>
          </a:prstGeom>
          <a:solidFill xmlns:a="http://schemas.openxmlformats.org/drawingml/2006/main">
            <a:srgbClr val="14295B"/>
          </a:solidFill>
          <a:ln xmlns:a="http://schemas.openxmlformats.org/drawingml/2006/main" w="0">
            <a:noFill/>
          </a:ln>
        </p:spPr>
      </p:sp>
      <p:sp>
        <p:nvSpPr>
          <p:cNvPr id="126" name="">
            <a:extLst xmlns:a="http://schemas.openxmlformats.org/drawingml/2006/main">
              <a:ext uri="{FF2B5EF4-FFF2-40B4-BE49-F238E27FC236}">
                <a16:creationId xmlns:a16="http://schemas.microsoft.com/office/drawing/2014/main" id="{3AA9A9B8-502F-406B-A573-43A452437008}"/>
              </a:ext>
            </a:extLst>
          </p:cNvPr>
          <p:cNvSpPr>
            <a:spLocks xmlns:a="http://schemas.openxmlformats.org/drawingml/2006/main" noGrp="1"/>
          </p:cNvSpPr>
          <p:nvPr/>
        </p:nvSpPr>
        <p:spPr>
          <a:xfrm xmlns:a="http://schemas.openxmlformats.org/drawingml/2006/main">
            <a:off x="6562725" y="5553075"/>
            <a:ext cx="46367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Heavy</a:t>
            </a:r>
          </a:p>
        </p:txBody>
      </p:sp>
    </p:spTree>
    <p:extLst>
      <p:ext uri="{BB962C8B-B14F-4D97-AF65-F5344CB8AC3E}">
        <p14:creationId xmlns:p14="http://schemas.microsoft.com/office/powerpoint/2010/main" val="597896415"/>
      </p:ext>
    </p:extLst>
  </p:cSld>
</p:sld>
</file>

<file path=ppt/slides/slide30.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RAIN EXPOSURE IN THE ANALYSED SAMPLE</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Rain categories use the registered 30-minute gauge window.</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30</a:t>
            </a:r>
            <a:endParaRPr sz="1200"/>
          </a:p>
        </p:txBody>
      </p:sp>
      <p:sp>
        <p:nvSpPr>
          <p:cNvPr id="14" name="">
            <a:extLst xmlns:a="http://schemas.openxmlformats.org/drawingml/2006/main">
              <a:ext uri="{FF2B5EF4-FFF2-40B4-BE49-F238E27FC236}">
                <a16:creationId xmlns:a16="http://schemas.microsoft.com/office/drawing/2014/main" id="{984972AF-AA9F-4246-883B-96F4A79F4CBD}"/>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A63C6238-F00A-438C-A947-0D948F058E3A}"/>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Rain is rare in any given half hour: 6.0% of cell-snapshots are wet</a:t>
            </a:r>
          </a:p>
        </p:txBody>
      </p:sp>
      <p:sp>
        <p:nvSpPr>
          <p:cNvPr id="16" name="">
            <a:extLst xmlns:a="http://schemas.openxmlformats.org/drawingml/2006/main">
              <a:ext uri="{FF2B5EF4-FFF2-40B4-BE49-F238E27FC236}">
                <a16:creationId xmlns:a16="http://schemas.microsoft.com/office/drawing/2014/main" id="{A667B591-5F0E-4409-8EE6-0B9910A89BC4}"/>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of cell-snapshots</a:t>
            </a:r>
          </a:p>
        </p:txBody>
      </p:sp>
      <p:sp>
        <p:nvSpPr>
          <p:cNvPr id="17" name="Editable chart path">
            <a:extLst xmlns:a="http://schemas.openxmlformats.org/drawingml/2006/main">
              <a:ext uri="{FF2B5EF4-FFF2-40B4-BE49-F238E27FC236}">
                <a16:creationId xmlns:a16="http://schemas.microsoft.com/office/drawing/2014/main" id="{86A578B4-7C9F-4858-8BF3-7AD5876721A6}"/>
              </a:ext>
            </a:extLst>
          </p:cNvPr>
          <p:cNvSpPr>
            <a:spLocks xmlns:a="http://schemas.openxmlformats.org/drawingml/2006/main" noGrp="1"/>
          </p:cNvSpPr>
          <p:nvPr/>
        </p:nvSpPr>
        <p:spPr>
          <a:xfrm xmlns:a="http://schemas.openxmlformats.org/drawingml/2006/main">
            <a:off x="3841954" y="2835417"/>
            <a:ext cx="194944" cy="2206261"/>
          </a:xfrm>
          <a:custGeom xmlns:a="http://schemas.openxmlformats.org/drawingml/2006/main">
            <a:pathLst>
              <a:path w="165342" h="1871245">
                <a:moveTo>
                  <a:pt x="0" y="1871245"/>
                </a:moveTo>
                <a:lnTo>
                  <a:pt x="165342" y="1871245"/>
                </a:lnTo>
                <a:lnTo>
                  <a:pt x="165342" y="0"/>
                </a:lnTo>
                <a:lnTo>
                  <a:pt x="0" y="0"/>
                </a:lnTo>
                <a:close/>
              </a:path>
            </a:pathLst>
          </a:custGeom>
          <a:solidFill xmlns:a="http://schemas.openxmlformats.org/drawingml/2006/main">
            <a:srgbClr val="BBD2F3"/>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E1DAE615-A72E-4B49-B65A-7D2265E4548F}"/>
              </a:ext>
            </a:extLst>
          </p:cNvPr>
          <p:cNvSpPr>
            <a:spLocks xmlns:a="http://schemas.openxmlformats.org/drawingml/2006/main" noGrp="1"/>
          </p:cNvSpPr>
          <p:nvPr/>
        </p:nvSpPr>
        <p:spPr>
          <a:xfrm xmlns:a="http://schemas.openxmlformats.org/drawingml/2006/main">
            <a:off x="4654222" y="2948458"/>
            <a:ext cx="194944" cy="2093219"/>
          </a:xfrm>
          <a:custGeom xmlns:a="http://schemas.openxmlformats.org/drawingml/2006/main">
            <a:pathLst>
              <a:path w="165342" h="1775369">
                <a:moveTo>
                  <a:pt x="0" y="1775369"/>
                </a:moveTo>
                <a:lnTo>
                  <a:pt x="165342" y="1775369"/>
                </a:lnTo>
                <a:lnTo>
                  <a:pt x="165342" y="0"/>
                </a:lnTo>
                <a:lnTo>
                  <a:pt x="0" y="0"/>
                </a:lnTo>
                <a:close/>
              </a:path>
            </a:pathLst>
          </a:custGeom>
          <a:solidFill xmlns:a="http://schemas.openxmlformats.org/drawingml/2006/main">
            <a:srgbClr val="BBD2F3"/>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78D819AC-C256-43D2-8290-37D7B4DE988A}"/>
              </a:ext>
            </a:extLst>
          </p:cNvPr>
          <p:cNvSpPr>
            <a:spLocks xmlns:a="http://schemas.openxmlformats.org/drawingml/2006/main" noGrp="1"/>
          </p:cNvSpPr>
          <p:nvPr/>
        </p:nvSpPr>
        <p:spPr>
          <a:xfrm xmlns:a="http://schemas.openxmlformats.org/drawingml/2006/main">
            <a:off x="5466490" y="3129619"/>
            <a:ext cx="194944" cy="1912058"/>
          </a:xfrm>
          <a:custGeom xmlns:a="http://schemas.openxmlformats.org/drawingml/2006/main">
            <a:pathLst>
              <a:path w="165342" h="1621717">
                <a:moveTo>
                  <a:pt x="0" y="1621717"/>
                </a:moveTo>
                <a:lnTo>
                  <a:pt x="165342" y="1621717"/>
                </a:lnTo>
                <a:lnTo>
                  <a:pt x="165342" y="0"/>
                </a:lnTo>
                <a:lnTo>
                  <a:pt x="0" y="0"/>
                </a:lnTo>
                <a:close/>
              </a:path>
            </a:pathLst>
          </a:custGeom>
          <a:solidFill xmlns:a="http://schemas.openxmlformats.org/drawingml/2006/main">
            <a:srgbClr val="BBD2F3"/>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5E4324DA-1992-4249-9A1D-98352ACBE09D}"/>
              </a:ext>
            </a:extLst>
          </p:cNvPr>
          <p:cNvSpPr>
            <a:spLocks xmlns:a="http://schemas.openxmlformats.org/drawingml/2006/main" noGrp="1"/>
          </p:cNvSpPr>
          <p:nvPr/>
        </p:nvSpPr>
        <p:spPr>
          <a:xfrm xmlns:a="http://schemas.openxmlformats.org/drawingml/2006/main">
            <a:off x="6278757" y="3070184"/>
            <a:ext cx="194944" cy="1971494"/>
          </a:xfrm>
          <a:custGeom xmlns:a="http://schemas.openxmlformats.org/drawingml/2006/main">
            <a:pathLst>
              <a:path w="165342" h="1672127">
                <a:moveTo>
                  <a:pt x="0" y="1672127"/>
                </a:moveTo>
                <a:lnTo>
                  <a:pt x="165342" y="1672127"/>
                </a:lnTo>
                <a:lnTo>
                  <a:pt x="165342" y="0"/>
                </a:lnTo>
                <a:lnTo>
                  <a:pt x="0" y="0"/>
                </a:lnTo>
                <a:close/>
              </a:path>
            </a:pathLst>
          </a:custGeom>
          <a:solidFill xmlns:a="http://schemas.openxmlformats.org/drawingml/2006/main">
            <a:srgbClr val="BBD2F3"/>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D8F28701-B7F2-4A98-8764-732826B739BE}"/>
              </a:ext>
            </a:extLst>
          </p:cNvPr>
          <p:cNvSpPr>
            <a:spLocks xmlns:a="http://schemas.openxmlformats.org/drawingml/2006/main" noGrp="1"/>
          </p:cNvSpPr>
          <p:nvPr/>
        </p:nvSpPr>
        <p:spPr>
          <a:xfrm xmlns:a="http://schemas.openxmlformats.org/drawingml/2006/main">
            <a:off x="7091025" y="3083235"/>
            <a:ext cx="194944" cy="1958443"/>
          </a:xfrm>
          <a:custGeom xmlns:a="http://schemas.openxmlformats.org/drawingml/2006/main">
            <a:pathLst>
              <a:path w="165342" h="1661058">
                <a:moveTo>
                  <a:pt x="0" y="1661058"/>
                </a:moveTo>
                <a:lnTo>
                  <a:pt x="165342" y="1661058"/>
                </a:lnTo>
                <a:lnTo>
                  <a:pt x="165342" y="0"/>
                </a:lnTo>
                <a:lnTo>
                  <a:pt x="0" y="0"/>
                </a:lnTo>
                <a:close/>
              </a:path>
            </a:pathLst>
          </a:custGeom>
          <a:solidFill xmlns:a="http://schemas.openxmlformats.org/drawingml/2006/main">
            <a:srgbClr val="BBD2F3"/>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A7770E72-F95A-4BC7-BD2A-36617836BF72}"/>
              </a:ext>
            </a:extLst>
          </p:cNvPr>
          <p:cNvSpPr>
            <a:spLocks xmlns:a="http://schemas.openxmlformats.org/drawingml/2006/main" noGrp="1"/>
          </p:cNvSpPr>
          <p:nvPr/>
        </p:nvSpPr>
        <p:spPr>
          <a:xfrm xmlns:a="http://schemas.openxmlformats.org/drawingml/2006/main">
            <a:off x="7903293" y="3975147"/>
            <a:ext cx="194944" cy="1066531"/>
          </a:xfrm>
          <a:custGeom xmlns:a="http://schemas.openxmlformats.org/drawingml/2006/main">
            <a:pathLst>
              <a:path w="165342" h="904581">
                <a:moveTo>
                  <a:pt x="0" y="904581"/>
                </a:moveTo>
                <a:lnTo>
                  <a:pt x="165342" y="904581"/>
                </a:lnTo>
                <a:lnTo>
                  <a:pt x="165342" y="0"/>
                </a:lnTo>
                <a:lnTo>
                  <a:pt x="0" y="0"/>
                </a:lnTo>
                <a:close/>
              </a:path>
            </a:pathLst>
          </a:custGeom>
          <a:solidFill xmlns:a="http://schemas.openxmlformats.org/drawingml/2006/main">
            <a:srgbClr val="BBD2F3"/>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97CA75CD-4ECB-4FCF-B7CD-415F0F25BDEF}"/>
              </a:ext>
            </a:extLst>
          </p:cNvPr>
          <p:cNvSpPr>
            <a:spLocks xmlns:a="http://schemas.openxmlformats.org/drawingml/2006/main" noGrp="1"/>
          </p:cNvSpPr>
          <p:nvPr/>
        </p:nvSpPr>
        <p:spPr>
          <a:xfrm xmlns:a="http://schemas.openxmlformats.org/drawingml/2006/main">
            <a:off x="4053143" y="4368825"/>
            <a:ext cx="194944" cy="672853"/>
          </a:xfrm>
          <a:custGeom xmlns:a="http://schemas.openxmlformats.org/drawingml/2006/main">
            <a:pathLst>
              <a:path w="165342" h="570682">
                <a:moveTo>
                  <a:pt x="0" y="570682"/>
                </a:moveTo>
                <a:lnTo>
                  <a:pt x="165342" y="570682"/>
                </a:lnTo>
                <a:lnTo>
                  <a:pt x="165342" y="0"/>
                </a:lnTo>
                <a:lnTo>
                  <a:pt x="0" y="0"/>
                </a:lnTo>
                <a:close/>
              </a:path>
            </a:pathLst>
          </a:custGeom>
          <a:solidFill xmlns:a="http://schemas.openxmlformats.org/drawingml/2006/main">
            <a:srgbClr val="2C5EAA"/>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843B2B65-A895-42CC-B416-BE41C40E4EDD}"/>
              </a:ext>
            </a:extLst>
          </p:cNvPr>
          <p:cNvSpPr>
            <a:spLocks xmlns:a="http://schemas.openxmlformats.org/drawingml/2006/main" noGrp="1"/>
          </p:cNvSpPr>
          <p:nvPr/>
        </p:nvSpPr>
        <p:spPr>
          <a:xfrm xmlns:a="http://schemas.openxmlformats.org/drawingml/2006/main">
            <a:off x="4865411" y="4372248"/>
            <a:ext cx="194944" cy="669430"/>
          </a:xfrm>
          <a:custGeom xmlns:a="http://schemas.openxmlformats.org/drawingml/2006/main">
            <a:pathLst>
              <a:path w="165342" h="567778">
                <a:moveTo>
                  <a:pt x="0" y="567778"/>
                </a:moveTo>
                <a:lnTo>
                  <a:pt x="165342" y="567778"/>
                </a:lnTo>
                <a:lnTo>
                  <a:pt x="165342" y="0"/>
                </a:lnTo>
                <a:lnTo>
                  <a:pt x="0" y="0"/>
                </a:lnTo>
                <a:close/>
              </a:path>
            </a:pathLst>
          </a:custGeom>
          <a:solidFill xmlns:a="http://schemas.openxmlformats.org/drawingml/2006/main">
            <a:srgbClr val="2C5EAA"/>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FF1E8659-E700-4C41-9E1B-5757B856C484}"/>
              </a:ext>
            </a:extLst>
          </p:cNvPr>
          <p:cNvSpPr>
            <a:spLocks xmlns:a="http://schemas.openxmlformats.org/drawingml/2006/main" noGrp="1"/>
          </p:cNvSpPr>
          <p:nvPr/>
        </p:nvSpPr>
        <p:spPr>
          <a:xfrm xmlns:a="http://schemas.openxmlformats.org/drawingml/2006/main">
            <a:off x="5677679" y="4427188"/>
            <a:ext cx="194944" cy="614489"/>
          </a:xfrm>
          <a:custGeom xmlns:a="http://schemas.openxmlformats.org/drawingml/2006/main">
            <a:pathLst>
              <a:path w="165342" h="521180">
                <a:moveTo>
                  <a:pt x="0" y="521180"/>
                </a:moveTo>
                <a:lnTo>
                  <a:pt x="165342" y="521180"/>
                </a:lnTo>
                <a:lnTo>
                  <a:pt x="165342" y="0"/>
                </a:lnTo>
                <a:lnTo>
                  <a:pt x="0" y="0"/>
                </a:lnTo>
                <a:close/>
              </a:path>
            </a:pathLst>
          </a:custGeom>
          <a:solidFill xmlns:a="http://schemas.openxmlformats.org/drawingml/2006/main">
            <a:srgbClr val="2C5EAA"/>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EE19F3F8-B5B3-4A01-85CE-C29ABD2A9BD1}"/>
              </a:ext>
            </a:extLst>
          </p:cNvPr>
          <p:cNvSpPr>
            <a:spLocks xmlns:a="http://schemas.openxmlformats.org/drawingml/2006/main" noGrp="1"/>
          </p:cNvSpPr>
          <p:nvPr/>
        </p:nvSpPr>
        <p:spPr>
          <a:xfrm xmlns:a="http://schemas.openxmlformats.org/drawingml/2006/main">
            <a:off x="6489947" y="4353332"/>
            <a:ext cx="194944" cy="688346"/>
          </a:xfrm>
          <a:custGeom xmlns:a="http://schemas.openxmlformats.org/drawingml/2006/main">
            <a:pathLst>
              <a:path w="165342" h="583822">
                <a:moveTo>
                  <a:pt x="0" y="583822"/>
                </a:moveTo>
                <a:lnTo>
                  <a:pt x="165342" y="583822"/>
                </a:lnTo>
                <a:lnTo>
                  <a:pt x="165342" y="0"/>
                </a:lnTo>
                <a:lnTo>
                  <a:pt x="0" y="0"/>
                </a:lnTo>
                <a:close/>
              </a:path>
            </a:pathLst>
          </a:custGeom>
          <a:solidFill xmlns:a="http://schemas.openxmlformats.org/drawingml/2006/main">
            <a:srgbClr val="2C5EAA"/>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E2FAF03F-B13D-4BDF-B594-4E3663CE21E4}"/>
              </a:ext>
            </a:extLst>
          </p:cNvPr>
          <p:cNvSpPr>
            <a:spLocks xmlns:a="http://schemas.openxmlformats.org/drawingml/2006/main" noGrp="1"/>
          </p:cNvSpPr>
          <p:nvPr/>
        </p:nvSpPr>
        <p:spPr>
          <a:xfrm xmlns:a="http://schemas.openxmlformats.org/drawingml/2006/main">
            <a:off x="7302215" y="4282006"/>
            <a:ext cx="194944" cy="759671"/>
          </a:xfrm>
          <a:custGeom xmlns:a="http://schemas.openxmlformats.org/drawingml/2006/main">
            <a:pathLst>
              <a:path w="165342" h="644317">
                <a:moveTo>
                  <a:pt x="0" y="644317"/>
                </a:moveTo>
                <a:lnTo>
                  <a:pt x="165342" y="644317"/>
                </a:lnTo>
                <a:lnTo>
                  <a:pt x="165342" y="0"/>
                </a:lnTo>
                <a:lnTo>
                  <a:pt x="0" y="0"/>
                </a:lnTo>
                <a:close/>
              </a:path>
            </a:pathLst>
          </a:custGeom>
          <a:solidFill xmlns:a="http://schemas.openxmlformats.org/drawingml/2006/main">
            <a:srgbClr val="2C5EAA"/>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ED1C6460-B359-47F8-BEE0-DFE0DD7DB33A}"/>
              </a:ext>
            </a:extLst>
          </p:cNvPr>
          <p:cNvSpPr>
            <a:spLocks xmlns:a="http://schemas.openxmlformats.org/drawingml/2006/main" noGrp="1"/>
          </p:cNvSpPr>
          <p:nvPr/>
        </p:nvSpPr>
        <p:spPr>
          <a:xfrm xmlns:a="http://schemas.openxmlformats.org/drawingml/2006/main">
            <a:off x="8114483" y="4612965"/>
            <a:ext cx="194944" cy="428712"/>
          </a:xfrm>
          <a:custGeom xmlns:a="http://schemas.openxmlformats.org/drawingml/2006/main">
            <a:pathLst>
              <a:path w="165342" h="363613">
                <a:moveTo>
                  <a:pt x="0" y="363613"/>
                </a:moveTo>
                <a:lnTo>
                  <a:pt x="165342" y="363613"/>
                </a:lnTo>
                <a:lnTo>
                  <a:pt x="165342" y="0"/>
                </a:lnTo>
                <a:lnTo>
                  <a:pt x="0" y="0"/>
                </a:lnTo>
                <a:close/>
              </a:path>
            </a:pathLst>
          </a:custGeom>
          <a:solidFill xmlns:a="http://schemas.openxmlformats.org/drawingml/2006/main">
            <a:srgbClr val="2C5EAA"/>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DEF9994F-3AEF-448B-97D1-6C88F56410BA}"/>
              </a:ext>
            </a:extLst>
          </p:cNvPr>
          <p:cNvSpPr>
            <a:spLocks xmlns:a="http://schemas.openxmlformats.org/drawingml/2006/main" noGrp="1"/>
          </p:cNvSpPr>
          <p:nvPr/>
        </p:nvSpPr>
        <p:spPr>
          <a:xfrm xmlns:a="http://schemas.openxmlformats.org/drawingml/2006/main">
            <a:off x="4264333" y="4649850"/>
            <a:ext cx="194944" cy="391828"/>
          </a:xfrm>
          <a:custGeom xmlns:a="http://schemas.openxmlformats.org/drawingml/2006/main">
            <a:pathLst>
              <a:path w="165342" h="332330">
                <a:moveTo>
                  <a:pt x="0" y="332330"/>
                </a:moveTo>
                <a:lnTo>
                  <a:pt x="165342" y="332330"/>
                </a:lnTo>
                <a:lnTo>
                  <a:pt x="165342" y="0"/>
                </a:lnTo>
                <a:lnTo>
                  <a:pt x="0" y="0"/>
                </a:lnTo>
                <a:close/>
              </a:path>
            </a:pathLst>
          </a:custGeom>
          <a:solidFill xmlns:a="http://schemas.openxmlformats.org/drawingml/2006/main">
            <a:srgbClr val="14295B"/>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2A5BCCD4-84E9-4FD2-A01D-C5230673E5BE}"/>
              </a:ext>
            </a:extLst>
          </p:cNvPr>
          <p:cNvSpPr>
            <a:spLocks xmlns:a="http://schemas.openxmlformats.org/drawingml/2006/main" noGrp="1"/>
          </p:cNvSpPr>
          <p:nvPr/>
        </p:nvSpPr>
        <p:spPr>
          <a:xfrm xmlns:a="http://schemas.openxmlformats.org/drawingml/2006/main">
            <a:off x="5076601" y="4577412"/>
            <a:ext cx="194944" cy="464266"/>
          </a:xfrm>
          <a:custGeom xmlns:a="http://schemas.openxmlformats.org/drawingml/2006/main">
            <a:pathLst>
              <a:path w="165342" h="393768">
                <a:moveTo>
                  <a:pt x="0" y="393768"/>
                </a:moveTo>
                <a:lnTo>
                  <a:pt x="165342" y="393768"/>
                </a:lnTo>
                <a:lnTo>
                  <a:pt x="165342" y="0"/>
                </a:lnTo>
                <a:lnTo>
                  <a:pt x="0" y="0"/>
                </a:lnTo>
                <a:close/>
              </a:path>
            </a:pathLst>
          </a:custGeom>
          <a:solidFill xmlns:a="http://schemas.openxmlformats.org/drawingml/2006/main">
            <a:srgbClr val="14295B"/>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5E81A8E7-A317-4FEB-848A-38F64FC88D1B}"/>
              </a:ext>
            </a:extLst>
          </p:cNvPr>
          <p:cNvSpPr>
            <a:spLocks xmlns:a="http://schemas.openxmlformats.org/drawingml/2006/main" noGrp="1"/>
          </p:cNvSpPr>
          <p:nvPr/>
        </p:nvSpPr>
        <p:spPr>
          <a:xfrm xmlns:a="http://schemas.openxmlformats.org/drawingml/2006/main">
            <a:off x="5888869" y="4650621"/>
            <a:ext cx="194944" cy="391056"/>
          </a:xfrm>
          <a:custGeom xmlns:a="http://schemas.openxmlformats.org/drawingml/2006/main">
            <a:pathLst>
              <a:path w="165342" h="331675">
                <a:moveTo>
                  <a:pt x="0" y="331675"/>
                </a:moveTo>
                <a:lnTo>
                  <a:pt x="165342" y="331675"/>
                </a:lnTo>
                <a:lnTo>
                  <a:pt x="165342" y="0"/>
                </a:lnTo>
                <a:lnTo>
                  <a:pt x="0" y="0"/>
                </a:lnTo>
                <a:close/>
              </a:path>
            </a:pathLst>
          </a:custGeom>
          <a:solidFill xmlns:a="http://schemas.openxmlformats.org/drawingml/2006/main">
            <a:srgbClr val="14295B"/>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E4BFA659-6D37-4F2F-B341-1EFDF1DEBC8C}"/>
              </a:ext>
            </a:extLst>
          </p:cNvPr>
          <p:cNvSpPr>
            <a:spLocks xmlns:a="http://schemas.openxmlformats.org/drawingml/2006/main" noGrp="1"/>
          </p:cNvSpPr>
          <p:nvPr/>
        </p:nvSpPr>
        <p:spPr>
          <a:xfrm xmlns:a="http://schemas.openxmlformats.org/drawingml/2006/main">
            <a:off x="6701137" y="4637217"/>
            <a:ext cx="194944" cy="404460"/>
          </a:xfrm>
          <a:custGeom xmlns:a="http://schemas.openxmlformats.org/drawingml/2006/main">
            <a:pathLst>
              <a:path w="165342" h="343044">
                <a:moveTo>
                  <a:pt x="0" y="343044"/>
                </a:moveTo>
                <a:lnTo>
                  <a:pt x="165342" y="343044"/>
                </a:lnTo>
                <a:lnTo>
                  <a:pt x="165342" y="0"/>
                </a:lnTo>
                <a:lnTo>
                  <a:pt x="0" y="0"/>
                </a:lnTo>
                <a:close/>
              </a:path>
            </a:pathLst>
          </a:custGeom>
          <a:solidFill xmlns:a="http://schemas.openxmlformats.org/drawingml/2006/main">
            <a:srgbClr val="14295B"/>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2103D50E-BD21-485A-95E9-67C949B6D155}"/>
              </a:ext>
            </a:extLst>
          </p:cNvPr>
          <p:cNvSpPr>
            <a:spLocks xmlns:a="http://schemas.openxmlformats.org/drawingml/2006/main" noGrp="1"/>
          </p:cNvSpPr>
          <p:nvPr/>
        </p:nvSpPr>
        <p:spPr>
          <a:xfrm xmlns:a="http://schemas.openxmlformats.org/drawingml/2006/main">
            <a:off x="7513405" y="4557133"/>
            <a:ext cx="194944" cy="484544"/>
          </a:xfrm>
          <a:custGeom xmlns:a="http://schemas.openxmlformats.org/drawingml/2006/main">
            <a:pathLst>
              <a:path w="165342" h="410967">
                <a:moveTo>
                  <a:pt x="0" y="410967"/>
                </a:moveTo>
                <a:lnTo>
                  <a:pt x="165342" y="410967"/>
                </a:lnTo>
                <a:lnTo>
                  <a:pt x="165342" y="0"/>
                </a:lnTo>
                <a:lnTo>
                  <a:pt x="0" y="0"/>
                </a:lnTo>
                <a:close/>
              </a:path>
            </a:pathLst>
          </a:custGeom>
          <a:solidFill xmlns:a="http://schemas.openxmlformats.org/drawingml/2006/main">
            <a:srgbClr val="14295B"/>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95681F0E-B7E6-4F90-8A1C-BA1EF373FD73}"/>
              </a:ext>
            </a:extLst>
          </p:cNvPr>
          <p:cNvSpPr>
            <a:spLocks xmlns:a="http://schemas.openxmlformats.org/drawingml/2006/main" noGrp="1"/>
          </p:cNvSpPr>
          <p:nvPr/>
        </p:nvSpPr>
        <p:spPr>
          <a:xfrm xmlns:a="http://schemas.openxmlformats.org/drawingml/2006/main">
            <a:off x="8325673" y="4745465"/>
            <a:ext cx="194944" cy="296213"/>
          </a:xfrm>
          <a:custGeom xmlns:a="http://schemas.openxmlformats.org/drawingml/2006/main">
            <a:pathLst>
              <a:path w="165342" h="251233">
                <a:moveTo>
                  <a:pt x="0" y="251233"/>
                </a:moveTo>
                <a:lnTo>
                  <a:pt x="165342" y="251233"/>
                </a:lnTo>
                <a:lnTo>
                  <a:pt x="165342" y="0"/>
                </a:lnTo>
                <a:lnTo>
                  <a:pt x="0" y="0"/>
                </a:lnTo>
                <a:close/>
              </a:path>
            </a:pathLst>
          </a:custGeom>
          <a:solidFill xmlns:a="http://schemas.openxmlformats.org/drawingml/2006/main">
            <a:srgbClr val="14295B"/>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7006F82F-E0B8-4314-AE0B-F5A35221B972}"/>
              </a:ext>
            </a:extLst>
          </p:cNvPr>
          <p:cNvSpPr>
            <a:spLocks xmlns:a="http://schemas.openxmlformats.org/drawingml/2006/main" noGrp="1"/>
          </p:cNvSpPr>
          <p:nvPr/>
        </p:nvSpPr>
        <p:spPr>
          <a:xfrm xmlns:a="http://schemas.openxmlformats.org/drawingml/2006/main">
            <a:off x="4150616" y="5041677"/>
            <a:ext cx="95" cy="3930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36" name="">
            <a:extLst xmlns:a="http://schemas.openxmlformats.org/drawingml/2006/main">
              <a:ext uri="{FF2B5EF4-FFF2-40B4-BE49-F238E27FC236}">
                <a16:creationId xmlns:a16="http://schemas.microsoft.com/office/drawing/2014/main" id="{373CF719-3FB4-4A8B-BB3E-A9ED09070716}"/>
              </a:ext>
            </a:extLst>
          </p:cNvPr>
          <p:cNvSpPr>
            <a:spLocks xmlns:a="http://schemas.openxmlformats.org/drawingml/2006/main" noGrp="1"/>
          </p:cNvSpPr>
          <p:nvPr/>
        </p:nvSpPr>
        <p:spPr>
          <a:xfrm xmlns:a="http://schemas.openxmlformats.org/drawingml/2006/main" rot="0">
            <a:off x="3966662" y="5069792"/>
            <a:ext cx="36547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2021*</a:t>
            </a:r>
          </a:p>
        </p:txBody>
      </p:sp>
      <p:sp>
        <p:nvSpPr>
          <p:cNvPr id="37" name="Editable chart path">
            <a:extLst xmlns:a="http://schemas.openxmlformats.org/drawingml/2006/main">
              <a:ext uri="{FF2B5EF4-FFF2-40B4-BE49-F238E27FC236}">
                <a16:creationId xmlns:a16="http://schemas.microsoft.com/office/drawing/2014/main" id="{221470B7-9D32-400A-8F93-8525930F50BD}"/>
              </a:ext>
            </a:extLst>
          </p:cNvPr>
          <p:cNvSpPr>
            <a:spLocks xmlns:a="http://schemas.openxmlformats.org/drawingml/2006/main" noGrp="1"/>
          </p:cNvSpPr>
          <p:nvPr/>
        </p:nvSpPr>
        <p:spPr>
          <a:xfrm xmlns:a="http://schemas.openxmlformats.org/drawingml/2006/main">
            <a:off x="4962883" y="5041677"/>
            <a:ext cx="95" cy="3930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38" name="">
            <a:extLst xmlns:a="http://schemas.openxmlformats.org/drawingml/2006/main">
              <a:ext uri="{FF2B5EF4-FFF2-40B4-BE49-F238E27FC236}">
                <a16:creationId xmlns:a16="http://schemas.microsoft.com/office/drawing/2014/main" id="{90FFA592-6A3C-4FBB-978B-DEA6E7E8D50D}"/>
              </a:ext>
            </a:extLst>
          </p:cNvPr>
          <p:cNvSpPr>
            <a:spLocks xmlns:a="http://schemas.openxmlformats.org/drawingml/2006/main" noGrp="1"/>
          </p:cNvSpPr>
          <p:nvPr/>
        </p:nvSpPr>
        <p:spPr>
          <a:xfrm xmlns:a="http://schemas.openxmlformats.org/drawingml/2006/main" rot="0">
            <a:off x="4793117" y="5069792"/>
            <a:ext cx="3332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2022</a:t>
            </a:r>
          </a:p>
        </p:txBody>
      </p:sp>
      <p:sp>
        <p:nvSpPr>
          <p:cNvPr id="39" name="Editable chart path">
            <a:extLst xmlns:a="http://schemas.openxmlformats.org/drawingml/2006/main">
              <a:ext uri="{FF2B5EF4-FFF2-40B4-BE49-F238E27FC236}">
                <a16:creationId xmlns:a16="http://schemas.microsoft.com/office/drawing/2014/main" id="{675CA0B8-080C-4777-A448-7E4CC4D66BBB}"/>
              </a:ext>
            </a:extLst>
          </p:cNvPr>
          <p:cNvSpPr>
            <a:spLocks xmlns:a="http://schemas.openxmlformats.org/drawingml/2006/main" noGrp="1"/>
          </p:cNvSpPr>
          <p:nvPr/>
        </p:nvSpPr>
        <p:spPr>
          <a:xfrm xmlns:a="http://schemas.openxmlformats.org/drawingml/2006/main">
            <a:off x="5775151" y="5041677"/>
            <a:ext cx="95" cy="3930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40" name="">
            <a:extLst xmlns:a="http://schemas.openxmlformats.org/drawingml/2006/main">
              <a:ext uri="{FF2B5EF4-FFF2-40B4-BE49-F238E27FC236}">
                <a16:creationId xmlns:a16="http://schemas.microsoft.com/office/drawing/2014/main" id="{94B2566F-1AAC-4728-9E7B-9BDEBE5D6FA1}"/>
              </a:ext>
            </a:extLst>
          </p:cNvPr>
          <p:cNvSpPr>
            <a:spLocks xmlns:a="http://schemas.openxmlformats.org/drawingml/2006/main" noGrp="1"/>
          </p:cNvSpPr>
          <p:nvPr/>
        </p:nvSpPr>
        <p:spPr>
          <a:xfrm xmlns:a="http://schemas.openxmlformats.org/drawingml/2006/main" rot="0">
            <a:off x="5605237" y="5069792"/>
            <a:ext cx="3351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2023</a:t>
            </a:r>
          </a:p>
        </p:txBody>
      </p:sp>
      <p:sp>
        <p:nvSpPr>
          <p:cNvPr id="41" name="Editable chart path">
            <a:extLst xmlns:a="http://schemas.openxmlformats.org/drawingml/2006/main">
              <a:ext uri="{FF2B5EF4-FFF2-40B4-BE49-F238E27FC236}">
                <a16:creationId xmlns:a16="http://schemas.microsoft.com/office/drawing/2014/main" id="{70513F69-81E2-49B1-8E99-40607E9C1F13}"/>
              </a:ext>
            </a:extLst>
          </p:cNvPr>
          <p:cNvSpPr>
            <a:spLocks xmlns:a="http://schemas.openxmlformats.org/drawingml/2006/main" noGrp="1"/>
          </p:cNvSpPr>
          <p:nvPr/>
        </p:nvSpPr>
        <p:spPr>
          <a:xfrm xmlns:a="http://schemas.openxmlformats.org/drawingml/2006/main">
            <a:off x="6587419" y="5041677"/>
            <a:ext cx="95" cy="3930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42" name="">
            <a:extLst xmlns:a="http://schemas.openxmlformats.org/drawingml/2006/main">
              <a:ext uri="{FF2B5EF4-FFF2-40B4-BE49-F238E27FC236}">
                <a16:creationId xmlns:a16="http://schemas.microsoft.com/office/drawing/2014/main" id="{5590E2EF-825D-4EE0-A79E-0CE0E21136FC}"/>
              </a:ext>
            </a:extLst>
          </p:cNvPr>
          <p:cNvSpPr>
            <a:spLocks xmlns:a="http://schemas.openxmlformats.org/drawingml/2006/main" noGrp="1"/>
          </p:cNvSpPr>
          <p:nvPr/>
        </p:nvSpPr>
        <p:spPr>
          <a:xfrm xmlns:a="http://schemas.openxmlformats.org/drawingml/2006/main" rot="0">
            <a:off x="6414948" y="5069792"/>
            <a:ext cx="34080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2024</a:t>
            </a:r>
          </a:p>
        </p:txBody>
      </p:sp>
      <p:sp>
        <p:nvSpPr>
          <p:cNvPr id="43" name="Editable chart path">
            <a:extLst xmlns:a="http://schemas.openxmlformats.org/drawingml/2006/main">
              <a:ext uri="{FF2B5EF4-FFF2-40B4-BE49-F238E27FC236}">
                <a16:creationId xmlns:a16="http://schemas.microsoft.com/office/drawing/2014/main" id="{83333757-9EBB-4049-A92A-9BC2CCB0E8A2}"/>
              </a:ext>
            </a:extLst>
          </p:cNvPr>
          <p:cNvSpPr>
            <a:spLocks xmlns:a="http://schemas.openxmlformats.org/drawingml/2006/main" noGrp="1"/>
          </p:cNvSpPr>
          <p:nvPr/>
        </p:nvSpPr>
        <p:spPr>
          <a:xfrm xmlns:a="http://schemas.openxmlformats.org/drawingml/2006/main">
            <a:off x="7399687" y="5041677"/>
            <a:ext cx="95" cy="3930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44" name="">
            <a:extLst xmlns:a="http://schemas.openxmlformats.org/drawingml/2006/main">
              <a:ext uri="{FF2B5EF4-FFF2-40B4-BE49-F238E27FC236}">
                <a16:creationId xmlns:a16="http://schemas.microsoft.com/office/drawing/2014/main" id="{47542ACC-F5FF-43AB-B4E3-49C52D7B0A64}"/>
              </a:ext>
            </a:extLst>
          </p:cNvPr>
          <p:cNvSpPr>
            <a:spLocks xmlns:a="http://schemas.openxmlformats.org/drawingml/2006/main" noGrp="1"/>
          </p:cNvSpPr>
          <p:nvPr/>
        </p:nvSpPr>
        <p:spPr>
          <a:xfrm xmlns:a="http://schemas.openxmlformats.org/drawingml/2006/main" rot="0">
            <a:off x="7227011" y="5069792"/>
            <a:ext cx="3406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2025</a:t>
            </a:r>
          </a:p>
        </p:txBody>
      </p:sp>
      <p:sp>
        <p:nvSpPr>
          <p:cNvPr id="45" name="Editable chart path">
            <a:extLst xmlns:a="http://schemas.openxmlformats.org/drawingml/2006/main">
              <a:ext uri="{FF2B5EF4-FFF2-40B4-BE49-F238E27FC236}">
                <a16:creationId xmlns:a16="http://schemas.microsoft.com/office/drawing/2014/main" id="{323EC4CF-B0BA-4FE3-93A8-6958A317004E}"/>
              </a:ext>
            </a:extLst>
          </p:cNvPr>
          <p:cNvSpPr>
            <a:spLocks xmlns:a="http://schemas.openxmlformats.org/drawingml/2006/main" noGrp="1"/>
          </p:cNvSpPr>
          <p:nvPr/>
        </p:nvSpPr>
        <p:spPr>
          <a:xfrm xmlns:a="http://schemas.openxmlformats.org/drawingml/2006/main">
            <a:off x="8211955" y="5041677"/>
            <a:ext cx="95" cy="3930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46" name="">
            <a:extLst xmlns:a="http://schemas.openxmlformats.org/drawingml/2006/main">
              <a:ext uri="{FF2B5EF4-FFF2-40B4-BE49-F238E27FC236}">
                <a16:creationId xmlns:a16="http://schemas.microsoft.com/office/drawing/2014/main" id="{6B9B326C-9C58-43EF-B578-6547CEA00ECC}"/>
              </a:ext>
            </a:extLst>
          </p:cNvPr>
          <p:cNvSpPr>
            <a:spLocks xmlns:a="http://schemas.openxmlformats.org/drawingml/2006/main" noGrp="1"/>
          </p:cNvSpPr>
          <p:nvPr/>
        </p:nvSpPr>
        <p:spPr>
          <a:xfrm xmlns:a="http://schemas.openxmlformats.org/drawingml/2006/main" rot="0">
            <a:off x="8005999" y="5069792"/>
            <a:ext cx="4094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2026*</a:t>
            </a:r>
          </a:p>
        </p:txBody>
      </p:sp>
      <p:sp>
        <p:nvSpPr>
          <p:cNvPr id="47" name="Editable chart path">
            <a:extLst xmlns:a="http://schemas.openxmlformats.org/drawingml/2006/main">
              <a:ext uri="{FF2B5EF4-FFF2-40B4-BE49-F238E27FC236}">
                <a16:creationId xmlns:a16="http://schemas.microsoft.com/office/drawing/2014/main" id="{E3F16771-C534-484D-A134-7A71CA980F3E}"/>
              </a:ext>
            </a:extLst>
          </p:cNvPr>
          <p:cNvSpPr>
            <a:spLocks xmlns:a="http://schemas.openxmlformats.org/drawingml/2006/main" noGrp="1"/>
          </p:cNvSpPr>
          <p:nvPr/>
        </p:nvSpPr>
        <p:spPr>
          <a:xfrm xmlns:a="http://schemas.openxmlformats.org/drawingml/2006/main">
            <a:off x="3608021" y="5041677"/>
            <a:ext cx="5146530" cy="95"/>
          </a:xfrm>
          <a:custGeom xmlns:a="http://schemas.openxmlformats.org/drawingml/2006/main">
            <a:pathLst>
              <a:path w="4365041" h="95">
                <a:moveTo>
                  <a:pt x="0" y="0"/>
                </a:moveTo>
                <a:lnTo>
                  <a:pt x="4365041" y="0"/>
                </a:lnTo>
              </a:path>
            </a:pathLst>
          </a:custGeom>
          <a:noFill xmlns:a="http://schemas.openxmlformats.org/drawingml/2006/main"/>
          <a:ln xmlns:a="http://schemas.openxmlformats.org/drawingml/2006/main" w="6738">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E3F47B14-B94F-47E6-A31F-A36362E7DA71}"/>
              </a:ext>
            </a:extLst>
          </p:cNvPr>
          <p:cNvSpPr>
            <a:spLocks xmlns:a="http://schemas.openxmlformats.org/drawingml/2006/main" noGrp="1"/>
          </p:cNvSpPr>
          <p:nvPr/>
        </p:nvSpPr>
        <p:spPr>
          <a:xfrm xmlns:a="http://schemas.openxmlformats.org/drawingml/2006/main">
            <a:off x="3568715" y="5041677"/>
            <a:ext cx="3930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49" name="">
            <a:extLst xmlns:a="http://schemas.openxmlformats.org/drawingml/2006/main">
              <a:ext uri="{FF2B5EF4-FFF2-40B4-BE49-F238E27FC236}">
                <a16:creationId xmlns:a16="http://schemas.microsoft.com/office/drawing/2014/main" id="{4C3B067F-0DE4-48D4-83BD-D5A884DEBDB4}"/>
              </a:ext>
            </a:extLst>
          </p:cNvPr>
          <p:cNvSpPr>
            <a:spLocks xmlns:a="http://schemas.openxmlformats.org/drawingml/2006/main" noGrp="1"/>
          </p:cNvSpPr>
          <p:nvPr/>
        </p:nvSpPr>
        <p:spPr>
          <a:xfrm xmlns:a="http://schemas.openxmlformats.org/drawingml/2006/main" rot="0">
            <a:off x="3432784" y="494307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50" name="Editable chart path">
            <a:extLst xmlns:a="http://schemas.openxmlformats.org/drawingml/2006/main">
              <a:ext uri="{FF2B5EF4-FFF2-40B4-BE49-F238E27FC236}">
                <a16:creationId xmlns:a16="http://schemas.microsoft.com/office/drawing/2014/main" id="{BF464734-C885-4357-8EAB-462FCA5A572E}"/>
              </a:ext>
            </a:extLst>
          </p:cNvPr>
          <p:cNvSpPr>
            <a:spLocks xmlns:a="http://schemas.openxmlformats.org/drawingml/2006/main" noGrp="1"/>
          </p:cNvSpPr>
          <p:nvPr/>
        </p:nvSpPr>
        <p:spPr>
          <a:xfrm xmlns:a="http://schemas.openxmlformats.org/drawingml/2006/main">
            <a:off x="3608021" y="4556328"/>
            <a:ext cx="5146530" cy="95"/>
          </a:xfrm>
          <a:custGeom xmlns:a="http://schemas.openxmlformats.org/drawingml/2006/main">
            <a:pathLst>
              <a:path w="4365041" h="95">
                <a:moveTo>
                  <a:pt x="0" y="0"/>
                </a:moveTo>
                <a:lnTo>
                  <a:pt x="4365041" y="0"/>
                </a:lnTo>
              </a:path>
            </a:pathLst>
          </a:custGeom>
          <a:noFill xmlns:a="http://schemas.openxmlformats.org/drawingml/2006/main"/>
          <a:ln xmlns:a="http://schemas.openxmlformats.org/drawingml/2006/main" w="6738">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AC68A7AB-AA59-4EC8-A032-AE4F7C49EE55}"/>
              </a:ext>
            </a:extLst>
          </p:cNvPr>
          <p:cNvSpPr>
            <a:spLocks xmlns:a="http://schemas.openxmlformats.org/drawingml/2006/main" noGrp="1"/>
          </p:cNvSpPr>
          <p:nvPr/>
        </p:nvSpPr>
        <p:spPr>
          <a:xfrm xmlns:a="http://schemas.openxmlformats.org/drawingml/2006/main">
            <a:off x="3568715" y="4556328"/>
            <a:ext cx="3930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52" name="">
            <a:extLst xmlns:a="http://schemas.openxmlformats.org/drawingml/2006/main">
              <a:ext uri="{FF2B5EF4-FFF2-40B4-BE49-F238E27FC236}">
                <a16:creationId xmlns:a16="http://schemas.microsoft.com/office/drawing/2014/main" id="{028FCF04-F48A-48D6-8BED-74EFF49DAA81}"/>
              </a:ext>
            </a:extLst>
          </p:cNvPr>
          <p:cNvSpPr>
            <a:spLocks xmlns:a="http://schemas.openxmlformats.org/drawingml/2006/main" noGrp="1"/>
          </p:cNvSpPr>
          <p:nvPr/>
        </p:nvSpPr>
        <p:spPr>
          <a:xfrm xmlns:a="http://schemas.openxmlformats.org/drawingml/2006/main" rot="0">
            <a:off x="3459759" y="4457720"/>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53" name="Editable chart path">
            <a:extLst xmlns:a="http://schemas.openxmlformats.org/drawingml/2006/main">
              <a:ext uri="{FF2B5EF4-FFF2-40B4-BE49-F238E27FC236}">
                <a16:creationId xmlns:a16="http://schemas.microsoft.com/office/drawing/2014/main" id="{A169FE38-4F73-4133-8137-164A6C3CB7CE}"/>
              </a:ext>
            </a:extLst>
          </p:cNvPr>
          <p:cNvSpPr>
            <a:spLocks xmlns:a="http://schemas.openxmlformats.org/drawingml/2006/main" noGrp="1"/>
          </p:cNvSpPr>
          <p:nvPr/>
        </p:nvSpPr>
        <p:spPr>
          <a:xfrm xmlns:a="http://schemas.openxmlformats.org/drawingml/2006/main">
            <a:off x="3608021" y="4070978"/>
            <a:ext cx="5146530" cy="95"/>
          </a:xfrm>
          <a:custGeom xmlns:a="http://schemas.openxmlformats.org/drawingml/2006/main">
            <a:pathLst>
              <a:path w="4365041" h="95">
                <a:moveTo>
                  <a:pt x="0" y="0"/>
                </a:moveTo>
                <a:lnTo>
                  <a:pt x="4365041" y="0"/>
                </a:lnTo>
              </a:path>
            </a:pathLst>
          </a:custGeom>
          <a:noFill xmlns:a="http://schemas.openxmlformats.org/drawingml/2006/main"/>
          <a:ln xmlns:a="http://schemas.openxmlformats.org/drawingml/2006/main" w="6738">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ACA7665A-FCD9-4B40-9A64-81E20AB36638}"/>
              </a:ext>
            </a:extLst>
          </p:cNvPr>
          <p:cNvSpPr>
            <a:spLocks xmlns:a="http://schemas.openxmlformats.org/drawingml/2006/main" noGrp="1"/>
          </p:cNvSpPr>
          <p:nvPr/>
        </p:nvSpPr>
        <p:spPr>
          <a:xfrm xmlns:a="http://schemas.openxmlformats.org/drawingml/2006/main">
            <a:off x="3568715" y="4070978"/>
            <a:ext cx="3930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55" name="">
            <a:extLst xmlns:a="http://schemas.openxmlformats.org/drawingml/2006/main">
              <a:ext uri="{FF2B5EF4-FFF2-40B4-BE49-F238E27FC236}">
                <a16:creationId xmlns:a16="http://schemas.microsoft.com/office/drawing/2014/main" id="{52062B74-5803-456A-8C7E-2C46F9E301DA}"/>
              </a:ext>
            </a:extLst>
          </p:cNvPr>
          <p:cNvSpPr>
            <a:spLocks xmlns:a="http://schemas.openxmlformats.org/drawingml/2006/main" noGrp="1"/>
          </p:cNvSpPr>
          <p:nvPr/>
        </p:nvSpPr>
        <p:spPr>
          <a:xfrm xmlns:a="http://schemas.openxmlformats.org/drawingml/2006/main" rot="0">
            <a:off x="3438096" y="3972370"/>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56" name="Editable chart path">
            <a:extLst xmlns:a="http://schemas.openxmlformats.org/drawingml/2006/main">
              <a:ext uri="{FF2B5EF4-FFF2-40B4-BE49-F238E27FC236}">
                <a16:creationId xmlns:a16="http://schemas.microsoft.com/office/drawing/2014/main" id="{C3A9FF10-6AC6-426E-95FC-3A8D09F01413}"/>
              </a:ext>
            </a:extLst>
          </p:cNvPr>
          <p:cNvSpPr>
            <a:spLocks xmlns:a="http://schemas.openxmlformats.org/drawingml/2006/main" noGrp="1"/>
          </p:cNvSpPr>
          <p:nvPr/>
        </p:nvSpPr>
        <p:spPr>
          <a:xfrm xmlns:a="http://schemas.openxmlformats.org/drawingml/2006/main">
            <a:off x="3608021" y="3585628"/>
            <a:ext cx="5146530" cy="95"/>
          </a:xfrm>
          <a:custGeom xmlns:a="http://schemas.openxmlformats.org/drawingml/2006/main">
            <a:pathLst>
              <a:path w="4365041" h="95">
                <a:moveTo>
                  <a:pt x="0" y="0"/>
                </a:moveTo>
                <a:lnTo>
                  <a:pt x="4365041" y="0"/>
                </a:lnTo>
              </a:path>
            </a:pathLst>
          </a:custGeom>
          <a:noFill xmlns:a="http://schemas.openxmlformats.org/drawingml/2006/main"/>
          <a:ln xmlns:a="http://schemas.openxmlformats.org/drawingml/2006/main" w="6738">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05552E70-6581-402D-A93E-B7886E3D612A}"/>
              </a:ext>
            </a:extLst>
          </p:cNvPr>
          <p:cNvSpPr>
            <a:spLocks xmlns:a="http://schemas.openxmlformats.org/drawingml/2006/main" noGrp="1"/>
          </p:cNvSpPr>
          <p:nvPr/>
        </p:nvSpPr>
        <p:spPr>
          <a:xfrm xmlns:a="http://schemas.openxmlformats.org/drawingml/2006/main">
            <a:off x="3568715" y="3585628"/>
            <a:ext cx="3930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58" name="">
            <a:extLst xmlns:a="http://schemas.openxmlformats.org/drawingml/2006/main">
              <a:ext uri="{FF2B5EF4-FFF2-40B4-BE49-F238E27FC236}">
                <a16:creationId xmlns:a16="http://schemas.microsoft.com/office/drawing/2014/main" id="{9FD220B0-75EB-4A00-99BA-1AE8D57E8C15}"/>
              </a:ext>
            </a:extLst>
          </p:cNvPr>
          <p:cNvSpPr>
            <a:spLocks xmlns:a="http://schemas.openxmlformats.org/drawingml/2006/main" noGrp="1"/>
          </p:cNvSpPr>
          <p:nvPr/>
        </p:nvSpPr>
        <p:spPr>
          <a:xfrm xmlns:a="http://schemas.openxmlformats.org/drawingml/2006/main" rot="0">
            <a:off x="3437802" y="3487020"/>
            <a:ext cx="8696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a:t>
            </a:r>
          </a:p>
        </p:txBody>
      </p:sp>
      <p:sp>
        <p:nvSpPr>
          <p:cNvPr id="59" name="Editable chart path">
            <a:extLst xmlns:a="http://schemas.openxmlformats.org/drawingml/2006/main">
              <a:ext uri="{FF2B5EF4-FFF2-40B4-BE49-F238E27FC236}">
                <a16:creationId xmlns:a16="http://schemas.microsoft.com/office/drawing/2014/main" id="{34B1B6EB-256E-408D-B2A0-EF36E82F4237}"/>
              </a:ext>
            </a:extLst>
          </p:cNvPr>
          <p:cNvSpPr>
            <a:spLocks xmlns:a="http://schemas.openxmlformats.org/drawingml/2006/main" noGrp="1"/>
          </p:cNvSpPr>
          <p:nvPr/>
        </p:nvSpPr>
        <p:spPr>
          <a:xfrm xmlns:a="http://schemas.openxmlformats.org/drawingml/2006/main">
            <a:off x="3608021" y="3100278"/>
            <a:ext cx="5146530" cy="95"/>
          </a:xfrm>
          <a:custGeom xmlns:a="http://schemas.openxmlformats.org/drawingml/2006/main">
            <a:pathLst>
              <a:path w="4365041" h="95">
                <a:moveTo>
                  <a:pt x="0" y="0"/>
                </a:moveTo>
                <a:lnTo>
                  <a:pt x="4365041" y="0"/>
                </a:lnTo>
              </a:path>
            </a:pathLst>
          </a:custGeom>
          <a:noFill xmlns:a="http://schemas.openxmlformats.org/drawingml/2006/main"/>
          <a:ln xmlns:a="http://schemas.openxmlformats.org/drawingml/2006/main" w="6738">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DAC528EB-8331-4ABF-BEF5-EA873FC0528B}"/>
              </a:ext>
            </a:extLst>
          </p:cNvPr>
          <p:cNvSpPr>
            <a:spLocks xmlns:a="http://schemas.openxmlformats.org/drawingml/2006/main" noGrp="1"/>
          </p:cNvSpPr>
          <p:nvPr/>
        </p:nvSpPr>
        <p:spPr>
          <a:xfrm xmlns:a="http://schemas.openxmlformats.org/drawingml/2006/main">
            <a:off x="3568715" y="3100278"/>
            <a:ext cx="3930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984">
            <a:solidFill>
              <a:srgbClr val="5A6683"/>
            </a:solidFill>
            <a:prstDash val="solid"/>
          </a:ln>
        </p:spPr>
      </p:sp>
      <p:sp>
        <p:nvSpPr>
          <p:cNvPr id="61" name="">
            <a:extLst xmlns:a="http://schemas.openxmlformats.org/drawingml/2006/main">
              <a:ext uri="{FF2B5EF4-FFF2-40B4-BE49-F238E27FC236}">
                <a16:creationId xmlns:a16="http://schemas.microsoft.com/office/drawing/2014/main" id="{724D6CA7-F76D-410A-8CED-8A41148D93CA}"/>
              </a:ext>
            </a:extLst>
          </p:cNvPr>
          <p:cNvSpPr>
            <a:spLocks xmlns:a="http://schemas.openxmlformats.org/drawingml/2006/main" noGrp="1"/>
          </p:cNvSpPr>
          <p:nvPr/>
        </p:nvSpPr>
        <p:spPr>
          <a:xfrm xmlns:a="http://schemas.openxmlformats.org/drawingml/2006/main" rot="0">
            <a:off x="3432688" y="3001670"/>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62" name="Editable chart path">
            <a:extLst xmlns:a="http://schemas.openxmlformats.org/drawingml/2006/main">
              <a:ext uri="{FF2B5EF4-FFF2-40B4-BE49-F238E27FC236}">
                <a16:creationId xmlns:a16="http://schemas.microsoft.com/office/drawing/2014/main" id="{AB739B63-AF34-479A-AAB7-8B335C3F2D4E}"/>
              </a:ext>
            </a:extLst>
          </p:cNvPr>
          <p:cNvSpPr>
            <a:spLocks xmlns:a="http://schemas.openxmlformats.org/drawingml/2006/main" noGrp="1"/>
          </p:cNvSpPr>
          <p:nvPr/>
        </p:nvSpPr>
        <p:spPr>
          <a:xfrm xmlns:a="http://schemas.openxmlformats.org/drawingml/2006/main">
            <a:off x="3608021" y="2725104"/>
            <a:ext cx="95" cy="2316574"/>
          </a:xfrm>
          <a:custGeom xmlns:a="http://schemas.openxmlformats.org/drawingml/2006/main">
            <a:pathLst>
              <a:path w="95" h="1964807">
                <a:moveTo>
                  <a:pt x="0" y="1964807"/>
                </a:moveTo>
                <a:lnTo>
                  <a:pt x="0" y="0"/>
                </a:lnTo>
              </a:path>
            </a:pathLst>
          </a:custGeom>
          <a:noFill xmlns:a="http://schemas.openxmlformats.org/drawingml/2006/main"/>
          <a:ln xmlns:a="http://schemas.openxmlformats.org/drawingml/2006/main" w="8984">
            <a:solidFill>
              <a:srgbClr val="5A6683"/>
            </a:solidFill>
            <a:prstDash val="solid"/>
          </a:ln>
        </p:spPr>
      </p:sp>
      <p:sp>
        <p:nvSpPr>
          <p:cNvPr id="63" name="Editable chart path">
            <a:extLst xmlns:a="http://schemas.openxmlformats.org/drawingml/2006/main">
              <a:ext uri="{FF2B5EF4-FFF2-40B4-BE49-F238E27FC236}">
                <a16:creationId xmlns:a16="http://schemas.microsoft.com/office/drawing/2014/main" id="{8950C56D-9287-4C14-AB7E-14244E99693C}"/>
              </a:ext>
            </a:extLst>
          </p:cNvPr>
          <p:cNvSpPr>
            <a:spLocks xmlns:a="http://schemas.openxmlformats.org/drawingml/2006/main" noGrp="1"/>
          </p:cNvSpPr>
          <p:nvPr/>
        </p:nvSpPr>
        <p:spPr>
          <a:xfrm xmlns:a="http://schemas.openxmlformats.org/drawingml/2006/main">
            <a:off x="3608021" y="5041677"/>
            <a:ext cx="5146530" cy="95"/>
          </a:xfrm>
          <a:custGeom xmlns:a="http://schemas.openxmlformats.org/drawingml/2006/main">
            <a:pathLst>
              <a:path w="4365041" h="95">
                <a:moveTo>
                  <a:pt x="0" y="0"/>
                </a:moveTo>
                <a:lnTo>
                  <a:pt x="4365041" y="0"/>
                </a:lnTo>
              </a:path>
            </a:pathLst>
          </a:custGeom>
          <a:noFill xmlns:a="http://schemas.openxmlformats.org/drawingml/2006/main"/>
          <a:ln xmlns:a="http://schemas.openxmlformats.org/drawingml/2006/main" w="8984">
            <a:solidFill>
              <a:srgbClr val="5A6683"/>
            </a:solidFill>
            <a:prstDash val="solid"/>
          </a:ln>
        </p:spPr>
      </p:sp>
      <p:sp>
        <p:nvSpPr>
          <p:cNvPr id="64" name="">
            <a:extLst xmlns:a="http://schemas.openxmlformats.org/drawingml/2006/main">
              <a:ext uri="{FF2B5EF4-FFF2-40B4-BE49-F238E27FC236}">
                <a16:creationId xmlns:a16="http://schemas.microsoft.com/office/drawing/2014/main" id="{3D02226B-D606-45FD-B109-D8AC65FF6529}"/>
              </a:ext>
            </a:extLst>
          </p:cNvPr>
          <p:cNvSpPr>
            <a:spLocks xmlns:a="http://schemas.openxmlformats.org/drawingml/2006/main" noGrp="1"/>
          </p:cNvSpPr>
          <p:nvPr/>
        </p:nvSpPr>
        <p:spPr>
          <a:xfrm xmlns:a="http://schemas.openxmlformats.org/drawingml/2006/main" rot="0">
            <a:off x="3888699" y="2661920"/>
            <a:ext cx="2095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4.5</a:t>
            </a:r>
          </a:p>
        </p:txBody>
      </p:sp>
      <p:sp>
        <p:nvSpPr>
          <p:cNvPr id="65" name="">
            <a:extLst xmlns:a="http://schemas.openxmlformats.org/drawingml/2006/main">
              <a:ext uri="{FF2B5EF4-FFF2-40B4-BE49-F238E27FC236}">
                <a16:creationId xmlns:a16="http://schemas.microsoft.com/office/drawing/2014/main" id="{555DB3DA-CEC4-49B7-85EF-0382BAA83387}"/>
              </a:ext>
            </a:extLst>
          </p:cNvPr>
          <p:cNvSpPr>
            <a:spLocks xmlns:a="http://schemas.openxmlformats.org/drawingml/2006/main" noGrp="1"/>
          </p:cNvSpPr>
          <p:nvPr/>
        </p:nvSpPr>
        <p:spPr>
          <a:xfrm xmlns:a="http://schemas.openxmlformats.org/drawingml/2006/main" rot="0">
            <a:off x="4700967" y="2774961"/>
            <a:ext cx="20412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4.3</a:t>
            </a:r>
          </a:p>
        </p:txBody>
      </p:sp>
      <p:sp>
        <p:nvSpPr>
          <p:cNvPr id="66" name="">
            <a:extLst xmlns:a="http://schemas.openxmlformats.org/drawingml/2006/main">
              <a:ext uri="{FF2B5EF4-FFF2-40B4-BE49-F238E27FC236}">
                <a16:creationId xmlns:a16="http://schemas.microsoft.com/office/drawing/2014/main" id="{C8CCC126-B604-426D-97C3-F19DBF4E53E4}"/>
              </a:ext>
            </a:extLst>
          </p:cNvPr>
          <p:cNvSpPr>
            <a:spLocks xmlns:a="http://schemas.openxmlformats.org/drawingml/2006/main" noGrp="1"/>
          </p:cNvSpPr>
          <p:nvPr/>
        </p:nvSpPr>
        <p:spPr>
          <a:xfrm xmlns:a="http://schemas.openxmlformats.org/drawingml/2006/main" rot="0">
            <a:off x="5513235" y="2956122"/>
            <a:ext cx="20421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3.9</a:t>
            </a:r>
          </a:p>
        </p:txBody>
      </p:sp>
      <p:sp>
        <p:nvSpPr>
          <p:cNvPr id="67" name="">
            <a:extLst xmlns:a="http://schemas.openxmlformats.org/drawingml/2006/main">
              <a:ext uri="{FF2B5EF4-FFF2-40B4-BE49-F238E27FC236}">
                <a16:creationId xmlns:a16="http://schemas.microsoft.com/office/drawing/2014/main" id="{51CAF7EF-2297-430B-BFD4-81F5E309A1F7}"/>
              </a:ext>
            </a:extLst>
          </p:cNvPr>
          <p:cNvSpPr>
            <a:spLocks xmlns:a="http://schemas.openxmlformats.org/drawingml/2006/main" noGrp="1"/>
          </p:cNvSpPr>
          <p:nvPr/>
        </p:nvSpPr>
        <p:spPr>
          <a:xfrm xmlns:a="http://schemas.openxmlformats.org/drawingml/2006/main" rot="0">
            <a:off x="6325502" y="2896687"/>
            <a:ext cx="1665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4.1</a:t>
            </a:r>
          </a:p>
        </p:txBody>
      </p:sp>
      <p:sp>
        <p:nvSpPr>
          <p:cNvPr id="68" name="">
            <a:extLst xmlns:a="http://schemas.openxmlformats.org/drawingml/2006/main">
              <a:ext uri="{FF2B5EF4-FFF2-40B4-BE49-F238E27FC236}">
                <a16:creationId xmlns:a16="http://schemas.microsoft.com/office/drawing/2014/main" id="{54A3D847-09C2-484B-B18D-BE22D7D7268E}"/>
              </a:ext>
            </a:extLst>
          </p:cNvPr>
          <p:cNvSpPr>
            <a:spLocks xmlns:a="http://schemas.openxmlformats.org/drawingml/2006/main" noGrp="1"/>
          </p:cNvSpPr>
          <p:nvPr/>
        </p:nvSpPr>
        <p:spPr>
          <a:xfrm xmlns:a="http://schemas.openxmlformats.org/drawingml/2006/main" rot="0">
            <a:off x="7137770" y="2909738"/>
            <a:ext cx="2095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69" name="">
            <a:extLst xmlns:a="http://schemas.openxmlformats.org/drawingml/2006/main">
              <a:ext uri="{FF2B5EF4-FFF2-40B4-BE49-F238E27FC236}">
                <a16:creationId xmlns:a16="http://schemas.microsoft.com/office/drawing/2014/main" id="{D186191F-3D96-4F4E-8864-38922A845657}"/>
              </a:ext>
            </a:extLst>
          </p:cNvPr>
          <p:cNvSpPr>
            <a:spLocks xmlns:a="http://schemas.openxmlformats.org/drawingml/2006/main" noGrp="1"/>
          </p:cNvSpPr>
          <p:nvPr/>
        </p:nvSpPr>
        <p:spPr>
          <a:xfrm xmlns:a="http://schemas.openxmlformats.org/drawingml/2006/main" rot="0">
            <a:off x="7950038" y="3801650"/>
            <a:ext cx="1945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2.2</a:t>
            </a:r>
          </a:p>
        </p:txBody>
      </p:sp>
      <p:sp>
        <p:nvSpPr>
          <p:cNvPr id="70" name="">
            <a:extLst xmlns:a="http://schemas.openxmlformats.org/drawingml/2006/main">
              <a:ext uri="{FF2B5EF4-FFF2-40B4-BE49-F238E27FC236}">
                <a16:creationId xmlns:a16="http://schemas.microsoft.com/office/drawing/2014/main" id="{B69DA42D-BF55-4538-8092-DBC0A09BE9D7}"/>
              </a:ext>
            </a:extLst>
          </p:cNvPr>
          <p:cNvSpPr>
            <a:spLocks xmlns:a="http://schemas.openxmlformats.org/drawingml/2006/main" noGrp="1"/>
          </p:cNvSpPr>
          <p:nvPr/>
        </p:nvSpPr>
        <p:spPr>
          <a:xfrm xmlns:a="http://schemas.openxmlformats.org/drawingml/2006/main" rot="0">
            <a:off x="4099888" y="4195328"/>
            <a:ext cx="1665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a:t>
            </a:r>
          </a:p>
        </p:txBody>
      </p:sp>
      <p:sp>
        <p:nvSpPr>
          <p:cNvPr id="71" name="">
            <a:extLst xmlns:a="http://schemas.openxmlformats.org/drawingml/2006/main">
              <a:ext uri="{FF2B5EF4-FFF2-40B4-BE49-F238E27FC236}">
                <a16:creationId xmlns:a16="http://schemas.microsoft.com/office/drawing/2014/main" id="{C4E65010-E449-40FA-9083-CE49A46DCF57}"/>
              </a:ext>
            </a:extLst>
          </p:cNvPr>
          <p:cNvSpPr>
            <a:spLocks xmlns:a="http://schemas.openxmlformats.org/drawingml/2006/main" noGrp="1"/>
          </p:cNvSpPr>
          <p:nvPr/>
        </p:nvSpPr>
        <p:spPr>
          <a:xfrm xmlns:a="http://schemas.openxmlformats.org/drawingml/2006/main" rot="0">
            <a:off x="4912156" y="4198751"/>
            <a:ext cx="1665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a:t>
            </a:r>
          </a:p>
        </p:txBody>
      </p:sp>
      <p:sp>
        <p:nvSpPr>
          <p:cNvPr id="72" name="">
            <a:extLst xmlns:a="http://schemas.openxmlformats.org/drawingml/2006/main">
              <a:ext uri="{FF2B5EF4-FFF2-40B4-BE49-F238E27FC236}">
                <a16:creationId xmlns:a16="http://schemas.microsoft.com/office/drawing/2014/main" id="{AD2F2319-E620-4DE9-8087-93ED31923806}"/>
              </a:ext>
            </a:extLst>
          </p:cNvPr>
          <p:cNvSpPr>
            <a:spLocks xmlns:a="http://schemas.openxmlformats.org/drawingml/2006/main" noGrp="1"/>
          </p:cNvSpPr>
          <p:nvPr/>
        </p:nvSpPr>
        <p:spPr>
          <a:xfrm xmlns:a="http://schemas.openxmlformats.org/drawingml/2006/main" rot="0">
            <a:off x="5724424" y="4253691"/>
            <a:ext cx="16097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a:t>
            </a:r>
          </a:p>
        </p:txBody>
      </p:sp>
      <p:sp>
        <p:nvSpPr>
          <p:cNvPr id="73" name="">
            <a:extLst xmlns:a="http://schemas.openxmlformats.org/drawingml/2006/main">
              <a:ext uri="{FF2B5EF4-FFF2-40B4-BE49-F238E27FC236}">
                <a16:creationId xmlns:a16="http://schemas.microsoft.com/office/drawing/2014/main" id="{21F0E4FC-A1F6-4595-A065-F9B152D9C0E6}"/>
              </a:ext>
            </a:extLst>
          </p:cNvPr>
          <p:cNvSpPr>
            <a:spLocks xmlns:a="http://schemas.openxmlformats.org/drawingml/2006/main" noGrp="1"/>
          </p:cNvSpPr>
          <p:nvPr/>
        </p:nvSpPr>
        <p:spPr>
          <a:xfrm xmlns:a="http://schemas.openxmlformats.org/drawingml/2006/main" rot="0">
            <a:off x="6536692" y="4179835"/>
            <a:ext cx="1665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a:t>
            </a:r>
          </a:p>
        </p:txBody>
      </p:sp>
      <p:sp>
        <p:nvSpPr>
          <p:cNvPr id="74" name="">
            <a:extLst xmlns:a="http://schemas.openxmlformats.org/drawingml/2006/main">
              <a:ext uri="{FF2B5EF4-FFF2-40B4-BE49-F238E27FC236}">
                <a16:creationId xmlns:a16="http://schemas.microsoft.com/office/drawing/2014/main" id="{49FC96CB-BBEA-49A4-8EF7-F5DBDD56A1B8}"/>
              </a:ext>
            </a:extLst>
          </p:cNvPr>
          <p:cNvSpPr>
            <a:spLocks xmlns:a="http://schemas.openxmlformats.org/drawingml/2006/main" noGrp="1"/>
          </p:cNvSpPr>
          <p:nvPr/>
        </p:nvSpPr>
        <p:spPr>
          <a:xfrm xmlns:a="http://schemas.openxmlformats.org/drawingml/2006/main" rot="0">
            <a:off x="7348960" y="4108509"/>
            <a:ext cx="16735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75" name="">
            <a:extLst xmlns:a="http://schemas.openxmlformats.org/drawingml/2006/main">
              <a:ext uri="{FF2B5EF4-FFF2-40B4-BE49-F238E27FC236}">
                <a16:creationId xmlns:a16="http://schemas.microsoft.com/office/drawing/2014/main" id="{1C2BC170-94F7-4280-8E71-E149210DFE86}"/>
              </a:ext>
            </a:extLst>
          </p:cNvPr>
          <p:cNvSpPr>
            <a:spLocks xmlns:a="http://schemas.openxmlformats.org/drawingml/2006/main" noGrp="1"/>
          </p:cNvSpPr>
          <p:nvPr/>
        </p:nvSpPr>
        <p:spPr>
          <a:xfrm xmlns:a="http://schemas.openxmlformats.org/drawingml/2006/main" rot="0">
            <a:off x="8161228" y="4439468"/>
            <a:ext cx="20974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0.9</a:t>
            </a:r>
          </a:p>
        </p:txBody>
      </p:sp>
      <p:sp>
        <p:nvSpPr>
          <p:cNvPr id="76" name="">
            <a:extLst xmlns:a="http://schemas.openxmlformats.org/drawingml/2006/main">
              <a:ext uri="{FF2B5EF4-FFF2-40B4-BE49-F238E27FC236}">
                <a16:creationId xmlns:a16="http://schemas.microsoft.com/office/drawing/2014/main" id="{C556DE34-A01F-4442-BF67-14D396E0E7C5}"/>
              </a:ext>
            </a:extLst>
          </p:cNvPr>
          <p:cNvSpPr>
            <a:spLocks xmlns:a="http://schemas.openxmlformats.org/drawingml/2006/main" noGrp="1"/>
          </p:cNvSpPr>
          <p:nvPr/>
        </p:nvSpPr>
        <p:spPr>
          <a:xfrm xmlns:a="http://schemas.openxmlformats.org/drawingml/2006/main" rot="0">
            <a:off x="4311078" y="4476353"/>
            <a:ext cx="20983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0.8</a:t>
            </a:r>
          </a:p>
        </p:txBody>
      </p:sp>
      <p:sp>
        <p:nvSpPr>
          <p:cNvPr id="77" name="">
            <a:extLst xmlns:a="http://schemas.openxmlformats.org/drawingml/2006/main">
              <a:ext uri="{FF2B5EF4-FFF2-40B4-BE49-F238E27FC236}">
                <a16:creationId xmlns:a16="http://schemas.microsoft.com/office/drawing/2014/main" id="{5AEB99A0-D951-41A5-8270-A1C8F2A0FA18}"/>
              </a:ext>
            </a:extLst>
          </p:cNvPr>
          <p:cNvSpPr>
            <a:spLocks xmlns:a="http://schemas.openxmlformats.org/drawingml/2006/main" noGrp="1"/>
          </p:cNvSpPr>
          <p:nvPr/>
        </p:nvSpPr>
        <p:spPr>
          <a:xfrm xmlns:a="http://schemas.openxmlformats.org/drawingml/2006/main" rot="0">
            <a:off x="5123346" y="4403915"/>
            <a:ext cx="1664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78" name="">
            <a:extLst xmlns:a="http://schemas.openxmlformats.org/drawingml/2006/main">
              <a:ext uri="{FF2B5EF4-FFF2-40B4-BE49-F238E27FC236}">
                <a16:creationId xmlns:a16="http://schemas.microsoft.com/office/drawing/2014/main" id="{5D9603A8-8C05-40E1-96B5-CA196293B467}"/>
              </a:ext>
            </a:extLst>
          </p:cNvPr>
          <p:cNvSpPr>
            <a:spLocks xmlns:a="http://schemas.openxmlformats.org/drawingml/2006/main" noGrp="1"/>
          </p:cNvSpPr>
          <p:nvPr/>
        </p:nvSpPr>
        <p:spPr>
          <a:xfrm xmlns:a="http://schemas.openxmlformats.org/drawingml/2006/main" rot="0">
            <a:off x="5935614" y="4477124"/>
            <a:ext cx="20983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0.8</a:t>
            </a:r>
          </a:p>
        </p:txBody>
      </p:sp>
      <p:sp>
        <p:nvSpPr>
          <p:cNvPr id="79" name="">
            <a:extLst xmlns:a="http://schemas.openxmlformats.org/drawingml/2006/main">
              <a:ext uri="{FF2B5EF4-FFF2-40B4-BE49-F238E27FC236}">
                <a16:creationId xmlns:a16="http://schemas.microsoft.com/office/drawing/2014/main" id="{BF3E2345-17C3-498B-A0B8-9D89132A1A24}"/>
              </a:ext>
            </a:extLst>
          </p:cNvPr>
          <p:cNvSpPr>
            <a:spLocks xmlns:a="http://schemas.openxmlformats.org/drawingml/2006/main" noGrp="1"/>
          </p:cNvSpPr>
          <p:nvPr/>
        </p:nvSpPr>
        <p:spPr>
          <a:xfrm xmlns:a="http://schemas.openxmlformats.org/drawingml/2006/main" rot="0">
            <a:off x="6747882" y="4463720"/>
            <a:ext cx="20983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0.8</a:t>
            </a:r>
          </a:p>
        </p:txBody>
      </p:sp>
      <p:sp>
        <p:nvSpPr>
          <p:cNvPr id="80" name="">
            <a:extLst xmlns:a="http://schemas.openxmlformats.org/drawingml/2006/main">
              <a:ext uri="{FF2B5EF4-FFF2-40B4-BE49-F238E27FC236}">
                <a16:creationId xmlns:a16="http://schemas.microsoft.com/office/drawing/2014/main" id="{EBDB8B7C-DA70-48F2-B379-0CBE62819D92}"/>
              </a:ext>
            </a:extLst>
          </p:cNvPr>
          <p:cNvSpPr>
            <a:spLocks xmlns:a="http://schemas.openxmlformats.org/drawingml/2006/main" noGrp="1"/>
          </p:cNvSpPr>
          <p:nvPr/>
        </p:nvSpPr>
        <p:spPr>
          <a:xfrm xmlns:a="http://schemas.openxmlformats.org/drawingml/2006/main" rot="0">
            <a:off x="7560150" y="4383636"/>
            <a:ext cx="1664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81" name="">
            <a:extLst xmlns:a="http://schemas.openxmlformats.org/drawingml/2006/main">
              <a:ext uri="{FF2B5EF4-FFF2-40B4-BE49-F238E27FC236}">
                <a16:creationId xmlns:a16="http://schemas.microsoft.com/office/drawing/2014/main" id="{77A96F50-8B99-4FF4-91BB-0667F3E883F6}"/>
              </a:ext>
            </a:extLst>
          </p:cNvPr>
          <p:cNvSpPr>
            <a:spLocks xmlns:a="http://schemas.openxmlformats.org/drawingml/2006/main" noGrp="1"/>
          </p:cNvSpPr>
          <p:nvPr/>
        </p:nvSpPr>
        <p:spPr>
          <a:xfrm xmlns:a="http://schemas.openxmlformats.org/drawingml/2006/main" rot="0">
            <a:off x="8372418" y="4571968"/>
            <a:ext cx="2104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0.6</a:t>
            </a:r>
          </a:p>
        </p:txBody>
      </p:sp>
      <p:sp>
        <p:nvSpPr>
          <p:cNvPr id="82" name="">
            <a:extLst xmlns:a="http://schemas.openxmlformats.org/drawingml/2006/main">
              <a:ext uri="{FF2B5EF4-FFF2-40B4-BE49-F238E27FC236}">
                <a16:creationId xmlns:a16="http://schemas.microsoft.com/office/drawing/2014/main" id="{7D09663C-4C32-4DBB-ABFA-AC3EE35C1A0C}"/>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BBD2F3"/>
          </a:solidFill>
          <a:ln xmlns:a="http://schemas.openxmlformats.org/drawingml/2006/main" w="0">
            <a:noFill/>
          </a:ln>
        </p:spPr>
      </p:sp>
      <p:sp>
        <p:nvSpPr>
          <p:cNvPr id="83" name="">
            <a:extLst xmlns:a="http://schemas.openxmlformats.org/drawingml/2006/main">
              <a:ext uri="{FF2B5EF4-FFF2-40B4-BE49-F238E27FC236}">
                <a16:creationId xmlns:a16="http://schemas.microsoft.com/office/drawing/2014/main" id="{BDA46421-EE08-4070-B8E0-092BA592BF34}"/>
              </a:ext>
            </a:extLst>
          </p:cNvPr>
          <p:cNvSpPr>
            <a:spLocks xmlns:a="http://schemas.openxmlformats.org/drawingml/2006/main" noGrp="1"/>
          </p:cNvSpPr>
          <p:nvPr/>
        </p:nvSpPr>
        <p:spPr>
          <a:xfrm xmlns:a="http://schemas.openxmlformats.org/drawingml/2006/main">
            <a:off x="1466850" y="5334000"/>
            <a:ext cx="35594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Light</a:t>
            </a:r>
          </a:p>
        </p:txBody>
      </p:sp>
      <p:sp>
        <p:nvSpPr>
          <p:cNvPr id="84" name="">
            <a:extLst xmlns:a="http://schemas.openxmlformats.org/drawingml/2006/main">
              <a:ext uri="{FF2B5EF4-FFF2-40B4-BE49-F238E27FC236}">
                <a16:creationId xmlns:a16="http://schemas.microsoft.com/office/drawing/2014/main" id="{4D497F39-E692-422A-967A-07F39FA9EE8D}"/>
              </a:ext>
            </a:extLst>
          </p:cNvPr>
          <p:cNvSpPr>
            <a:spLocks xmlns:a="http://schemas.openxmlformats.org/drawingml/2006/main" noGrp="1"/>
          </p:cNvSpPr>
          <p:nvPr/>
        </p:nvSpPr>
        <p:spPr>
          <a:xfrm xmlns:a="http://schemas.openxmlformats.org/drawingml/2006/main">
            <a:off x="2032349"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5" name="">
            <a:extLst xmlns:a="http://schemas.openxmlformats.org/drawingml/2006/main">
              <a:ext uri="{FF2B5EF4-FFF2-40B4-BE49-F238E27FC236}">
                <a16:creationId xmlns:a16="http://schemas.microsoft.com/office/drawing/2014/main" id="{9CBAE4A6-7242-4F3F-B77A-6CA1BDD114D3}"/>
              </a:ext>
            </a:extLst>
          </p:cNvPr>
          <p:cNvSpPr>
            <a:spLocks xmlns:a="http://schemas.openxmlformats.org/drawingml/2006/main" noGrp="1"/>
          </p:cNvSpPr>
          <p:nvPr/>
        </p:nvSpPr>
        <p:spPr>
          <a:xfrm xmlns:a="http://schemas.openxmlformats.org/drawingml/2006/main">
            <a:off x="2260949" y="5334000"/>
            <a:ext cx="70913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Moderate</a:t>
            </a:r>
          </a:p>
        </p:txBody>
      </p:sp>
      <p:sp>
        <p:nvSpPr>
          <p:cNvPr id="86" name="">
            <a:extLst xmlns:a="http://schemas.openxmlformats.org/drawingml/2006/main">
              <a:ext uri="{FF2B5EF4-FFF2-40B4-BE49-F238E27FC236}">
                <a16:creationId xmlns:a16="http://schemas.microsoft.com/office/drawing/2014/main" id="{7279CED9-9277-46BB-A67D-ED332D4E8D2C}"/>
              </a:ext>
            </a:extLst>
          </p:cNvPr>
          <p:cNvSpPr>
            <a:spLocks xmlns:a="http://schemas.openxmlformats.org/drawingml/2006/main" noGrp="1"/>
          </p:cNvSpPr>
          <p:nvPr/>
        </p:nvSpPr>
        <p:spPr>
          <a:xfrm xmlns:a="http://schemas.openxmlformats.org/drawingml/2006/main">
            <a:off x="3179635" y="5400675"/>
            <a:ext cx="161925" cy="47625"/>
          </a:xfrm>
          <a:prstGeom xmlns:a="http://schemas.openxmlformats.org/drawingml/2006/main" prst="rect">
            <a:avLst/>
          </a:prstGeom>
          <a:solidFill xmlns:a="http://schemas.openxmlformats.org/drawingml/2006/main">
            <a:srgbClr val="14295B"/>
          </a:solidFill>
          <a:ln xmlns:a="http://schemas.openxmlformats.org/drawingml/2006/main" w="0">
            <a:noFill/>
          </a:ln>
        </p:spPr>
      </p:sp>
      <p:sp>
        <p:nvSpPr>
          <p:cNvPr id="87" name="">
            <a:extLst xmlns:a="http://schemas.openxmlformats.org/drawingml/2006/main">
              <a:ext uri="{FF2B5EF4-FFF2-40B4-BE49-F238E27FC236}">
                <a16:creationId xmlns:a16="http://schemas.microsoft.com/office/drawing/2014/main" id="{58D3DFA1-B50A-444D-8BDE-F3791EEF0D34}"/>
              </a:ext>
            </a:extLst>
          </p:cNvPr>
          <p:cNvSpPr>
            <a:spLocks xmlns:a="http://schemas.openxmlformats.org/drawingml/2006/main" noGrp="1"/>
          </p:cNvSpPr>
          <p:nvPr/>
        </p:nvSpPr>
        <p:spPr>
          <a:xfrm xmlns:a="http://schemas.openxmlformats.org/drawingml/2006/main">
            <a:off x="3408235" y="5334000"/>
            <a:ext cx="46367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Heavy</a:t>
            </a:r>
          </a:p>
        </p:txBody>
      </p:sp>
    </p:spTree>
    <p:extLst>
      <p:ext uri="{BB962C8B-B14F-4D97-AF65-F5344CB8AC3E}">
        <p14:creationId xmlns:p14="http://schemas.microsoft.com/office/powerpoint/2010/main" val="597896415"/>
      </p:ext>
    </p:extLst>
  </p:cSld>
</p:sld>
</file>

<file path=ppt/slides/slide31.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A STORM SNAPSHOT ON 20 JULY 2023</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09:30 Singapore time. Count ratios are descriptive comparisons to saved expected supply.</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31</a:t>
            </a:r>
            <a:endParaRPr sz="1200"/>
          </a:p>
        </p:txBody>
      </p:sp>
      <p:sp>
        <p:nvSpPr>
          <p:cNvPr id="14" name="">
            <a:extLst xmlns:a="http://schemas.openxmlformats.org/drawingml/2006/main">
              <a:ext uri="{FF2B5EF4-FFF2-40B4-BE49-F238E27FC236}">
                <a16:creationId xmlns:a16="http://schemas.microsoft.com/office/drawing/2014/main" id="{C935B05A-2638-44AA-84E8-9E94D4637653}"/>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B0191864-1DAE-40C1-9491-12CF8F0A0A5D}"/>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Rain in previous 30 min (mm/h), 20 Jul 2023 09:30</a:t>
            </a:r>
          </a:p>
        </p:txBody>
      </p:sp>
      <p:sp>
        <p:nvSpPr>
          <p:cNvPr id="16" name="Editable chart path">
            <a:extLst xmlns:a="http://schemas.openxmlformats.org/drawingml/2006/main">
              <a:ext uri="{FF2B5EF4-FFF2-40B4-BE49-F238E27FC236}">
                <a16:creationId xmlns:a16="http://schemas.microsoft.com/office/drawing/2014/main" id="{B95FA5AD-417E-49C7-BF05-898BA3F73DE7}"/>
              </a:ext>
            </a:extLst>
          </p:cNvPr>
          <p:cNvSpPr>
            <a:spLocks xmlns:a="http://schemas.openxmlformats.org/drawingml/2006/main" noGrp="1"/>
          </p:cNvSpPr>
          <p:nvPr/>
        </p:nvSpPr>
        <p:spPr>
          <a:xfrm xmlns:a="http://schemas.openxmlformats.org/drawingml/2006/main">
            <a:off x="1411251" y="2422818"/>
            <a:ext cx="3790172" cy="2252016"/>
          </a:xfrm>
          <a:custGeom xmlns:a="http://schemas.openxmlformats.org/drawingml/2006/main">
            <a:pathLst>
              <a:path w="2821047" h="1676188">
                <a:moveTo>
                  <a:pt x="590056" y="1051879"/>
                </a:moveTo>
                <a:lnTo>
                  <a:pt x="576914" y="1049237"/>
                </a:lnTo>
                <a:lnTo>
                  <a:pt x="580393" y="1057228"/>
                </a:lnTo>
                <a:lnTo>
                  <a:pt x="587672" y="1059032"/>
                </a:lnTo>
                <a:lnTo>
                  <a:pt x="603521" y="1078816"/>
                </a:lnTo>
                <a:lnTo>
                  <a:pt x="603714" y="1103497"/>
                </a:lnTo>
                <a:lnTo>
                  <a:pt x="582905" y="1102917"/>
                </a:lnTo>
                <a:lnTo>
                  <a:pt x="583034" y="1099888"/>
                </a:lnTo>
                <a:lnTo>
                  <a:pt x="579233" y="1097310"/>
                </a:lnTo>
                <a:lnTo>
                  <a:pt x="577171" y="1080104"/>
                </a:lnTo>
                <a:lnTo>
                  <a:pt x="571244" y="1068827"/>
                </a:lnTo>
                <a:lnTo>
                  <a:pt x="573177" y="1062447"/>
                </a:lnTo>
                <a:lnTo>
                  <a:pt x="578975" y="1057743"/>
                </a:lnTo>
                <a:lnTo>
                  <a:pt x="575690" y="1049817"/>
                </a:lnTo>
                <a:lnTo>
                  <a:pt x="569054" y="1057872"/>
                </a:lnTo>
                <a:lnTo>
                  <a:pt x="565962" y="1067667"/>
                </a:lnTo>
                <a:lnTo>
                  <a:pt x="567250" y="1094410"/>
                </a:lnTo>
                <a:lnTo>
                  <a:pt x="549340" y="1101177"/>
                </a:lnTo>
                <a:lnTo>
                  <a:pt x="535747" y="1100275"/>
                </a:lnTo>
                <a:lnTo>
                  <a:pt x="503664" y="1106268"/>
                </a:lnTo>
                <a:lnTo>
                  <a:pt x="494838" y="1042793"/>
                </a:lnTo>
                <a:lnTo>
                  <a:pt x="491166" y="1041117"/>
                </a:lnTo>
                <a:lnTo>
                  <a:pt x="483564" y="1043179"/>
                </a:lnTo>
                <a:lnTo>
                  <a:pt x="490908" y="1113356"/>
                </a:lnTo>
                <a:lnTo>
                  <a:pt x="479441" y="1118640"/>
                </a:lnTo>
                <a:lnTo>
                  <a:pt x="477250" y="1116063"/>
                </a:lnTo>
                <a:lnTo>
                  <a:pt x="468618" y="1122314"/>
                </a:lnTo>
                <a:lnTo>
                  <a:pt x="433700" y="1083520"/>
                </a:lnTo>
                <a:lnTo>
                  <a:pt x="431767" y="1056583"/>
                </a:lnTo>
                <a:lnTo>
                  <a:pt x="406449" y="1059741"/>
                </a:lnTo>
                <a:lnTo>
                  <a:pt x="411023" y="1097697"/>
                </a:lnTo>
                <a:lnTo>
                  <a:pt x="442204" y="1129853"/>
                </a:lnTo>
                <a:lnTo>
                  <a:pt x="439949" y="1128887"/>
                </a:lnTo>
                <a:lnTo>
                  <a:pt x="441753" y="1131915"/>
                </a:lnTo>
                <a:lnTo>
                  <a:pt x="432476" y="1141775"/>
                </a:lnTo>
                <a:lnTo>
                  <a:pt x="392276" y="1173416"/>
                </a:lnTo>
                <a:lnTo>
                  <a:pt x="383321" y="1162590"/>
                </a:lnTo>
                <a:lnTo>
                  <a:pt x="384867" y="1160205"/>
                </a:lnTo>
                <a:lnTo>
                  <a:pt x="380357" y="1152794"/>
                </a:lnTo>
                <a:lnTo>
                  <a:pt x="341059" y="1133204"/>
                </a:lnTo>
                <a:lnTo>
                  <a:pt x="343507" y="1127920"/>
                </a:lnTo>
                <a:lnTo>
                  <a:pt x="335003" y="1121154"/>
                </a:lnTo>
                <a:lnTo>
                  <a:pt x="327916" y="1127082"/>
                </a:lnTo>
                <a:lnTo>
                  <a:pt x="323213" y="1121862"/>
                </a:lnTo>
                <a:lnTo>
                  <a:pt x="329334" y="1116578"/>
                </a:lnTo>
                <a:lnTo>
                  <a:pt x="309556" y="1093830"/>
                </a:lnTo>
                <a:lnTo>
                  <a:pt x="296864" y="1104592"/>
                </a:lnTo>
                <a:lnTo>
                  <a:pt x="284173" y="1089577"/>
                </a:lnTo>
                <a:lnTo>
                  <a:pt x="333650" y="1035640"/>
                </a:lnTo>
                <a:lnTo>
                  <a:pt x="331524" y="1028873"/>
                </a:lnTo>
                <a:lnTo>
                  <a:pt x="324566" y="1026360"/>
                </a:lnTo>
                <a:lnTo>
                  <a:pt x="291066" y="1062512"/>
                </a:lnTo>
                <a:lnTo>
                  <a:pt x="281080" y="1065927"/>
                </a:lnTo>
                <a:lnTo>
                  <a:pt x="264652" y="1050075"/>
                </a:lnTo>
                <a:lnTo>
                  <a:pt x="261818" y="1042019"/>
                </a:lnTo>
                <a:lnTo>
                  <a:pt x="297444" y="1005094"/>
                </a:lnTo>
                <a:lnTo>
                  <a:pt x="298797" y="1001743"/>
                </a:lnTo>
                <a:lnTo>
                  <a:pt x="295189" y="997490"/>
                </a:lnTo>
                <a:lnTo>
                  <a:pt x="283077" y="987953"/>
                </a:lnTo>
                <a:lnTo>
                  <a:pt x="262140" y="1011023"/>
                </a:lnTo>
                <a:lnTo>
                  <a:pt x="241717" y="1027069"/>
                </a:lnTo>
                <a:lnTo>
                  <a:pt x="226256" y="1016629"/>
                </a:lnTo>
                <a:lnTo>
                  <a:pt x="205769" y="996073"/>
                </a:lnTo>
                <a:lnTo>
                  <a:pt x="185798" y="1024685"/>
                </a:lnTo>
                <a:lnTo>
                  <a:pt x="208153" y="1043566"/>
                </a:lnTo>
                <a:lnTo>
                  <a:pt x="253378" y="1096473"/>
                </a:lnTo>
                <a:lnTo>
                  <a:pt x="262784" y="1153439"/>
                </a:lnTo>
                <a:lnTo>
                  <a:pt x="283400" y="1191459"/>
                </a:lnTo>
                <a:lnTo>
                  <a:pt x="286492" y="1201899"/>
                </a:lnTo>
                <a:lnTo>
                  <a:pt x="283464" y="1218911"/>
                </a:lnTo>
                <a:lnTo>
                  <a:pt x="270450" y="1232057"/>
                </a:lnTo>
                <a:lnTo>
                  <a:pt x="258339" y="1235215"/>
                </a:lnTo>
                <a:lnTo>
                  <a:pt x="225612" y="1232960"/>
                </a:lnTo>
                <a:lnTo>
                  <a:pt x="223808" y="1235280"/>
                </a:lnTo>
                <a:lnTo>
                  <a:pt x="219298" y="1295017"/>
                </a:lnTo>
                <a:lnTo>
                  <a:pt x="242555" y="1295017"/>
                </a:lnTo>
                <a:lnTo>
                  <a:pt x="242619" y="1352756"/>
                </a:lnTo>
                <a:lnTo>
                  <a:pt x="74989" y="1352756"/>
                </a:lnTo>
                <a:lnTo>
                  <a:pt x="74989" y="1397028"/>
                </a:lnTo>
                <a:lnTo>
                  <a:pt x="248997" y="1397028"/>
                </a:lnTo>
                <a:lnTo>
                  <a:pt x="248997" y="1435822"/>
                </a:lnTo>
                <a:lnTo>
                  <a:pt x="206735" y="1454703"/>
                </a:lnTo>
                <a:lnTo>
                  <a:pt x="74989" y="1454703"/>
                </a:lnTo>
                <a:lnTo>
                  <a:pt x="74989" y="1499039"/>
                </a:lnTo>
                <a:lnTo>
                  <a:pt x="284366" y="1499039"/>
                </a:lnTo>
                <a:lnTo>
                  <a:pt x="284366" y="1556714"/>
                </a:lnTo>
                <a:lnTo>
                  <a:pt x="75054" y="1556714"/>
                </a:lnTo>
                <a:lnTo>
                  <a:pt x="75054" y="1605689"/>
                </a:lnTo>
                <a:lnTo>
                  <a:pt x="329978" y="1605625"/>
                </a:lnTo>
                <a:lnTo>
                  <a:pt x="340672" y="1634237"/>
                </a:lnTo>
                <a:lnTo>
                  <a:pt x="272899" y="1659305"/>
                </a:lnTo>
                <a:lnTo>
                  <a:pt x="251123" y="1672386"/>
                </a:lnTo>
                <a:lnTo>
                  <a:pt x="236950" y="1676188"/>
                </a:lnTo>
                <a:lnTo>
                  <a:pt x="23257" y="1622509"/>
                </a:lnTo>
                <a:lnTo>
                  <a:pt x="7989" y="1614196"/>
                </a:lnTo>
                <a:lnTo>
                  <a:pt x="838" y="1601307"/>
                </a:lnTo>
                <a:lnTo>
                  <a:pt x="0" y="1463403"/>
                </a:lnTo>
                <a:lnTo>
                  <a:pt x="43357" y="1463403"/>
                </a:lnTo>
                <a:lnTo>
                  <a:pt x="43422" y="1445939"/>
                </a:lnTo>
                <a:lnTo>
                  <a:pt x="20293" y="1445939"/>
                </a:lnTo>
                <a:lnTo>
                  <a:pt x="20293" y="1403665"/>
                </a:lnTo>
                <a:lnTo>
                  <a:pt x="40522" y="1403665"/>
                </a:lnTo>
                <a:lnTo>
                  <a:pt x="40522" y="1386202"/>
                </a:lnTo>
                <a:lnTo>
                  <a:pt x="26092" y="1386202"/>
                </a:lnTo>
                <a:lnTo>
                  <a:pt x="26092" y="1356752"/>
                </a:lnTo>
                <a:lnTo>
                  <a:pt x="64" y="1356752"/>
                </a:lnTo>
                <a:lnTo>
                  <a:pt x="773" y="1345217"/>
                </a:lnTo>
                <a:lnTo>
                  <a:pt x="36786" y="1248748"/>
                </a:lnTo>
                <a:lnTo>
                  <a:pt x="45870" y="1239855"/>
                </a:lnTo>
                <a:lnTo>
                  <a:pt x="64681" y="1232895"/>
                </a:lnTo>
                <a:lnTo>
                  <a:pt x="76986" y="1224904"/>
                </a:lnTo>
                <a:lnTo>
                  <a:pt x="86263" y="1214014"/>
                </a:lnTo>
                <a:lnTo>
                  <a:pt x="91868" y="1201899"/>
                </a:lnTo>
                <a:lnTo>
                  <a:pt x="94187" y="1187722"/>
                </a:lnTo>
                <a:lnTo>
                  <a:pt x="92319" y="1173093"/>
                </a:lnTo>
                <a:lnTo>
                  <a:pt x="80658" y="1143322"/>
                </a:lnTo>
                <a:lnTo>
                  <a:pt x="76084" y="1142806"/>
                </a:lnTo>
                <a:lnTo>
                  <a:pt x="77180" y="1136040"/>
                </a:lnTo>
                <a:lnTo>
                  <a:pt x="75118" y="1138553"/>
                </a:lnTo>
                <a:lnTo>
                  <a:pt x="78081" y="1121540"/>
                </a:lnTo>
                <a:lnTo>
                  <a:pt x="79177" y="1124505"/>
                </a:lnTo>
                <a:lnTo>
                  <a:pt x="80207" y="1118769"/>
                </a:lnTo>
                <a:lnTo>
                  <a:pt x="83751" y="1119349"/>
                </a:lnTo>
                <a:lnTo>
                  <a:pt x="166084" y="899088"/>
                </a:lnTo>
                <a:lnTo>
                  <a:pt x="174073" y="868414"/>
                </a:lnTo>
                <a:lnTo>
                  <a:pt x="187280" y="837675"/>
                </a:lnTo>
                <a:lnTo>
                  <a:pt x="184380" y="833229"/>
                </a:lnTo>
                <a:lnTo>
                  <a:pt x="187602" y="829813"/>
                </a:lnTo>
                <a:lnTo>
                  <a:pt x="185733" y="828074"/>
                </a:lnTo>
                <a:lnTo>
                  <a:pt x="193142" y="820405"/>
                </a:lnTo>
                <a:lnTo>
                  <a:pt x="198489" y="807710"/>
                </a:lnTo>
                <a:lnTo>
                  <a:pt x="197716" y="804810"/>
                </a:lnTo>
                <a:lnTo>
                  <a:pt x="191467" y="807517"/>
                </a:lnTo>
                <a:lnTo>
                  <a:pt x="186442" y="801975"/>
                </a:lnTo>
                <a:lnTo>
                  <a:pt x="183092" y="790891"/>
                </a:lnTo>
                <a:lnTo>
                  <a:pt x="185282" y="780065"/>
                </a:lnTo>
                <a:lnTo>
                  <a:pt x="176972" y="774716"/>
                </a:lnTo>
                <a:lnTo>
                  <a:pt x="177809" y="773105"/>
                </a:lnTo>
                <a:lnTo>
                  <a:pt x="186055" y="778582"/>
                </a:lnTo>
                <a:lnTo>
                  <a:pt x="192949" y="771043"/>
                </a:lnTo>
                <a:lnTo>
                  <a:pt x="202033" y="767434"/>
                </a:lnTo>
                <a:lnTo>
                  <a:pt x="206607" y="769432"/>
                </a:lnTo>
                <a:lnTo>
                  <a:pt x="209441" y="775296"/>
                </a:lnTo>
                <a:lnTo>
                  <a:pt x="213178" y="758348"/>
                </a:lnTo>
                <a:lnTo>
                  <a:pt x="221939" y="737662"/>
                </a:lnTo>
                <a:lnTo>
                  <a:pt x="223486" y="726063"/>
                </a:lnTo>
                <a:lnTo>
                  <a:pt x="225289" y="728834"/>
                </a:lnTo>
                <a:lnTo>
                  <a:pt x="237401" y="719167"/>
                </a:lnTo>
                <a:lnTo>
                  <a:pt x="245196" y="709050"/>
                </a:lnTo>
                <a:lnTo>
                  <a:pt x="264781" y="664779"/>
                </a:lnTo>
                <a:lnTo>
                  <a:pt x="279470" y="643191"/>
                </a:lnTo>
                <a:lnTo>
                  <a:pt x="281209" y="632365"/>
                </a:lnTo>
                <a:lnTo>
                  <a:pt x="292226" y="628949"/>
                </a:lnTo>
                <a:lnTo>
                  <a:pt x="291259" y="621538"/>
                </a:lnTo>
                <a:lnTo>
                  <a:pt x="294416" y="619025"/>
                </a:lnTo>
                <a:lnTo>
                  <a:pt x="302856" y="629980"/>
                </a:lnTo>
                <a:lnTo>
                  <a:pt x="302920" y="619412"/>
                </a:lnTo>
                <a:lnTo>
                  <a:pt x="308460" y="618316"/>
                </a:lnTo>
                <a:lnTo>
                  <a:pt x="317609" y="595053"/>
                </a:lnTo>
                <a:lnTo>
                  <a:pt x="331911" y="570372"/>
                </a:lnTo>
                <a:lnTo>
                  <a:pt x="330171" y="562381"/>
                </a:lnTo>
                <a:lnTo>
                  <a:pt x="336871" y="563348"/>
                </a:lnTo>
                <a:lnTo>
                  <a:pt x="333457" y="557677"/>
                </a:lnTo>
                <a:lnTo>
                  <a:pt x="344280" y="547817"/>
                </a:lnTo>
                <a:lnTo>
                  <a:pt x="348596" y="546657"/>
                </a:lnTo>
                <a:lnTo>
                  <a:pt x="349112" y="552199"/>
                </a:lnTo>
                <a:lnTo>
                  <a:pt x="350851" y="551942"/>
                </a:lnTo>
                <a:lnTo>
                  <a:pt x="352655" y="546335"/>
                </a:lnTo>
                <a:lnTo>
                  <a:pt x="348725" y="539891"/>
                </a:lnTo>
                <a:lnTo>
                  <a:pt x="352526" y="533125"/>
                </a:lnTo>
                <a:lnTo>
                  <a:pt x="360128" y="527841"/>
                </a:lnTo>
                <a:lnTo>
                  <a:pt x="360193" y="517014"/>
                </a:lnTo>
                <a:lnTo>
                  <a:pt x="367472" y="504255"/>
                </a:lnTo>
                <a:lnTo>
                  <a:pt x="365089" y="489176"/>
                </a:lnTo>
                <a:lnTo>
                  <a:pt x="368181" y="473387"/>
                </a:lnTo>
                <a:lnTo>
                  <a:pt x="363027" y="464237"/>
                </a:lnTo>
                <a:lnTo>
                  <a:pt x="367150" y="454377"/>
                </a:lnTo>
                <a:lnTo>
                  <a:pt x="369598" y="456117"/>
                </a:lnTo>
                <a:lnTo>
                  <a:pt x="370758" y="453991"/>
                </a:lnTo>
                <a:lnTo>
                  <a:pt x="367408" y="451606"/>
                </a:lnTo>
                <a:lnTo>
                  <a:pt x="368954" y="446644"/>
                </a:lnTo>
                <a:lnTo>
                  <a:pt x="374817" y="443422"/>
                </a:lnTo>
                <a:lnTo>
                  <a:pt x="369341" y="435045"/>
                </a:lnTo>
                <a:lnTo>
                  <a:pt x="365862" y="420416"/>
                </a:lnTo>
                <a:lnTo>
                  <a:pt x="377587" y="415390"/>
                </a:lnTo>
                <a:lnTo>
                  <a:pt x="382548" y="406110"/>
                </a:lnTo>
                <a:lnTo>
                  <a:pt x="382934" y="398571"/>
                </a:lnTo>
                <a:lnTo>
                  <a:pt x="394079" y="395800"/>
                </a:lnTo>
                <a:lnTo>
                  <a:pt x="401681" y="399731"/>
                </a:lnTo>
                <a:lnTo>
                  <a:pt x="403356" y="394447"/>
                </a:lnTo>
                <a:lnTo>
                  <a:pt x="411603" y="390193"/>
                </a:lnTo>
                <a:lnTo>
                  <a:pt x="413149" y="385038"/>
                </a:lnTo>
                <a:lnTo>
                  <a:pt x="418109" y="380656"/>
                </a:lnTo>
                <a:lnTo>
                  <a:pt x="416241" y="372988"/>
                </a:lnTo>
                <a:lnTo>
                  <a:pt x="417981" y="370474"/>
                </a:lnTo>
                <a:lnTo>
                  <a:pt x="421910" y="367768"/>
                </a:lnTo>
                <a:lnTo>
                  <a:pt x="427902" y="369121"/>
                </a:lnTo>
                <a:lnTo>
                  <a:pt x="431703" y="367188"/>
                </a:lnTo>
                <a:lnTo>
                  <a:pt x="425840" y="361839"/>
                </a:lnTo>
                <a:lnTo>
                  <a:pt x="424101" y="353397"/>
                </a:lnTo>
                <a:lnTo>
                  <a:pt x="428159" y="339993"/>
                </a:lnTo>
                <a:lnTo>
                  <a:pt x="433700" y="341540"/>
                </a:lnTo>
                <a:lnTo>
                  <a:pt x="434151" y="336643"/>
                </a:lnTo>
                <a:lnTo>
                  <a:pt x="428868" y="332067"/>
                </a:lnTo>
                <a:lnTo>
                  <a:pt x="439562" y="326267"/>
                </a:lnTo>
                <a:lnTo>
                  <a:pt x="445361" y="332003"/>
                </a:lnTo>
                <a:lnTo>
                  <a:pt x="442397" y="327234"/>
                </a:lnTo>
                <a:lnTo>
                  <a:pt x="446005" y="322594"/>
                </a:lnTo>
                <a:lnTo>
                  <a:pt x="440915" y="323819"/>
                </a:lnTo>
                <a:lnTo>
                  <a:pt x="436857" y="314217"/>
                </a:lnTo>
                <a:lnTo>
                  <a:pt x="441946" y="293789"/>
                </a:lnTo>
                <a:lnTo>
                  <a:pt x="452447" y="287023"/>
                </a:lnTo>
                <a:lnTo>
                  <a:pt x="458761" y="287925"/>
                </a:lnTo>
                <a:lnTo>
                  <a:pt x="455475" y="286507"/>
                </a:lnTo>
                <a:lnTo>
                  <a:pt x="456506" y="282705"/>
                </a:lnTo>
                <a:lnTo>
                  <a:pt x="466169" y="268399"/>
                </a:lnTo>
                <a:lnTo>
                  <a:pt x="472225" y="272201"/>
                </a:lnTo>
                <a:lnTo>
                  <a:pt x="487687" y="268270"/>
                </a:lnTo>
                <a:lnTo>
                  <a:pt x="499992" y="255188"/>
                </a:lnTo>
                <a:lnTo>
                  <a:pt x="506756" y="259442"/>
                </a:lnTo>
                <a:lnTo>
                  <a:pt x="514229" y="260086"/>
                </a:lnTo>
                <a:lnTo>
                  <a:pt x="516227" y="262921"/>
                </a:lnTo>
                <a:lnTo>
                  <a:pt x="516549" y="252869"/>
                </a:lnTo>
                <a:lnTo>
                  <a:pt x="520672" y="250098"/>
                </a:lnTo>
                <a:lnTo>
                  <a:pt x="528789" y="251709"/>
                </a:lnTo>
                <a:lnTo>
                  <a:pt x="534072" y="243138"/>
                </a:lnTo>
                <a:lnTo>
                  <a:pt x="564158" y="239851"/>
                </a:lnTo>
                <a:lnTo>
                  <a:pt x="570665" y="234632"/>
                </a:lnTo>
                <a:lnTo>
                  <a:pt x="582390" y="230443"/>
                </a:lnTo>
                <a:lnTo>
                  <a:pt x="582325" y="227736"/>
                </a:lnTo>
                <a:lnTo>
                  <a:pt x="608159" y="201122"/>
                </a:lnTo>
                <a:lnTo>
                  <a:pt x="623943" y="192100"/>
                </a:lnTo>
                <a:lnTo>
                  <a:pt x="649326" y="167226"/>
                </a:lnTo>
                <a:lnTo>
                  <a:pt x="650099" y="160524"/>
                </a:lnTo>
                <a:lnTo>
                  <a:pt x="654866" y="163617"/>
                </a:lnTo>
                <a:lnTo>
                  <a:pt x="671165" y="148151"/>
                </a:lnTo>
                <a:lnTo>
                  <a:pt x="688495" y="138420"/>
                </a:lnTo>
                <a:lnTo>
                  <a:pt x="716004" y="130365"/>
                </a:lnTo>
                <a:lnTo>
                  <a:pt x="720127" y="131783"/>
                </a:lnTo>
                <a:lnTo>
                  <a:pt x="721996" y="129527"/>
                </a:lnTo>
                <a:lnTo>
                  <a:pt x="745832" y="125403"/>
                </a:lnTo>
                <a:lnTo>
                  <a:pt x="783907" y="126241"/>
                </a:lnTo>
                <a:lnTo>
                  <a:pt x="794794" y="129012"/>
                </a:lnTo>
                <a:lnTo>
                  <a:pt x="809870" y="140998"/>
                </a:lnTo>
                <a:lnTo>
                  <a:pt x="810900" y="145767"/>
                </a:lnTo>
                <a:lnTo>
                  <a:pt x="807872" y="140418"/>
                </a:lnTo>
                <a:lnTo>
                  <a:pt x="807937" y="144542"/>
                </a:lnTo>
                <a:lnTo>
                  <a:pt x="804716" y="147507"/>
                </a:lnTo>
                <a:lnTo>
                  <a:pt x="809032" y="146411"/>
                </a:lnTo>
                <a:lnTo>
                  <a:pt x="817729" y="152533"/>
                </a:lnTo>
                <a:lnTo>
                  <a:pt x="808839" y="158784"/>
                </a:lnTo>
                <a:lnTo>
                  <a:pt x="813928" y="154531"/>
                </a:lnTo>
                <a:lnTo>
                  <a:pt x="818567" y="154273"/>
                </a:lnTo>
                <a:lnTo>
                  <a:pt x="814121" y="158204"/>
                </a:lnTo>
                <a:lnTo>
                  <a:pt x="815925" y="157108"/>
                </a:lnTo>
                <a:lnTo>
                  <a:pt x="817922" y="159622"/>
                </a:lnTo>
                <a:lnTo>
                  <a:pt x="817987" y="155691"/>
                </a:lnTo>
                <a:lnTo>
                  <a:pt x="823270" y="158204"/>
                </a:lnTo>
                <a:lnTo>
                  <a:pt x="825074" y="164777"/>
                </a:lnTo>
                <a:lnTo>
                  <a:pt x="830356" y="164197"/>
                </a:lnTo>
                <a:lnTo>
                  <a:pt x="851680" y="180565"/>
                </a:lnTo>
                <a:lnTo>
                  <a:pt x="852582" y="184818"/>
                </a:lnTo>
                <a:lnTo>
                  <a:pt x="842983" y="195580"/>
                </a:lnTo>
                <a:lnTo>
                  <a:pt x="844594" y="206471"/>
                </a:lnTo>
                <a:lnTo>
                  <a:pt x="846978" y="206535"/>
                </a:lnTo>
                <a:lnTo>
                  <a:pt x="847751" y="199704"/>
                </a:lnTo>
                <a:lnTo>
                  <a:pt x="853613" y="191456"/>
                </a:lnTo>
                <a:lnTo>
                  <a:pt x="856899" y="205375"/>
                </a:lnTo>
                <a:lnTo>
                  <a:pt x="879769" y="205311"/>
                </a:lnTo>
                <a:lnTo>
                  <a:pt x="882539" y="202926"/>
                </a:lnTo>
                <a:lnTo>
                  <a:pt x="884343" y="206600"/>
                </a:lnTo>
                <a:lnTo>
                  <a:pt x="884214" y="163101"/>
                </a:lnTo>
                <a:lnTo>
                  <a:pt x="889819" y="157753"/>
                </a:lnTo>
                <a:lnTo>
                  <a:pt x="980721" y="176376"/>
                </a:lnTo>
                <a:lnTo>
                  <a:pt x="1006104" y="170254"/>
                </a:lnTo>
                <a:lnTo>
                  <a:pt x="1021566" y="176828"/>
                </a:lnTo>
                <a:lnTo>
                  <a:pt x="1039540" y="171350"/>
                </a:lnTo>
                <a:lnTo>
                  <a:pt x="1038122" y="166066"/>
                </a:lnTo>
                <a:lnTo>
                  <a:pt x="1041537" y="156980"/>
                </a:lnTo>
                <a:lnTo>
                  <a:pt x="1051845" y="148344"/>
                </a:lnTo>
                <a:lnTo>
                  <a:pt x="1057192" y="138743"/>
                </a:lnTo>
                <a:lnTo>
                  <a:pt x="1052360" y="117799"/>
                </a:lnTo>
                <a:lnTo>
                  <a:pt x="1054679" y="116510"/>
                </a:lnTo>
                <a:lnTo>
                  <a:pt x="1064021" y="143576"/>
                </a:lnTo>
                <a:lnTo>
                  <a:pt x="1076712" y="134167"/>
                </a:lnTo>
                <a:lnTo>
                  <a:pt x="1099261" y="125725"/>
                </a:lnTo>
                <a:lnTo>
                  <a:pt x="1140298" y="98789"/>
                </a:lnTo>
                <a:lnTo>
                  <a:pt x="1145259" y="97887"/>
                </a:lnTo>
                <a:lnTo>
                  <a:pt x="1159497" y="83065"/>
                </a:lnTo>
                <a:lnTo>
                  <a:pt x="1183655" y="65795"/>
                </a:lnTo>
                <a:lnTo>
                  <a:pt x="1193577" y="61606"/>
                </a:lnTo>
                <a:lnTo>
                  <a:pt x="1243247" y="25326"/>
                </a:lnTo>
                <a:lnTo>
                  <a:pt x="1250978" y="25583"/>
                </a:lnTo>
                <a:lnTo>
                  <a:pt x="1261930" y="14757"/>
                </a:lnTo>
                <a:lnTo>
                  <a:pt x="1271336" y="11213"/>
                </a:lnTo>
                <a:lnTo>
                  <a:pt x="1307413" y="1289"/>
                </a:lnTo>
                <a:lnTo>
                  <a:pt x="1314242" y="6380"/>
                </a:lnTo>
                <a:lnTo>
                  <a:pt x="1328738" y="2642"/>
                </a:lnTo>
                <a:lnTo>
                  <a:pt x="1363333" y="0"/>
                </a:lnTo>
                <a:lnTo>
                  <a:pt x="1389811" y="9860"/>
                </a:lnTo>
                <a:lnTo>
                  <a:pt x="1394578" y="13726"/>
                </a:lnTo>
                <a:lnTo>
                  <a:pt x="1382338" y="22297"/>
                </a:lnTo>
                <a:lnTo>
                  <a:pt x="1371515" y="37441"/>
                </a:lnTo>
                <a:lnTo>
                  <a:pt x="1376733" y="40663"/>
                </a:lnTo>
                <a:lnTo>
                  <a:pt x="1384013" y="29772"/>
                </a:lnTo>
                <a:lnTo>
                  <a:pt x="1398959" y="23263"/>
                </a:lnTo>
                <a:lnTo>
                  <a:pt x="1396833" y="30996"/>
                </a:lnTo>
                <a:lnTo>
                  <a:pt x="1402438" y="32156"/>
                </a:lnTo>
                <a:lnTo>
                  <a:pt x="1391422" y="51875"/>
                </a:lnTo>
                <a:lnTo>
                  <a:pt x="1394707" y="53615"/>
                </a:lnTo>
                <a:lnTo>
                  <a:pt x="1408236" y="32479"/>
                </a:lnTo>
                <a:lnTo>
                  <a:pt x="1402116" y="43498"/>
                </a:lnTo>
                <a:lnTo>
                  <a:pt x="1404564" y="45174"/>
                </a:lnTo>
                <a:lnTo>
                  <a:pt x="1395287" y="61542"/>
                </a:lnTo>
                <a:lnTo>
                  <a:pt x="1397606" y="62830"/>
                </a:lnTo>
                <a:lnTo>
                  <a:pt x="1406626" y="46398"/>
                </a:lnTo>
                <a:lnTo>
                  <a:pt x="1409911" y="48009"/>
                </a:lnTo>
                <a:lnTo>
                  <a:pt x="1429174" y="14048"/>
                </a:lnTo>
                <a:lnTo>
                  <a:pt x="1472724" y="39052"/>
                </a:lnTo>
                <a:lnTo>
                  <a:pt x="1457585" y="66117"/>
                </a:lnTo>
                <a:lnTo>
                  <a:pt x="1463705" y="69661"/>
                </a:lnTo>
                <a:lnTo>
                  <a:pt x="1478973" y="42725"/>
                </a:lnTo>
                <a:lnTo>
                  <a:pt x="1485931" y="42531"/>
                </a:lnTo>
                <a:lnTo>
                  <a:pt x="1492116" y="38407"/>
                </a:lnTo>
                <a:lnTo>
                  <a:pt x="1574063" y="72432"/>
                </a:lnTo>
                <a:lnTo>
                  <a:pt x="1600670" y="85707"/>
                </a:lnTo>
                <a:lnTo>
                  <a:pt x="1626632" y="102526"/>
                </a:lnTo>
                <a:lnTo>
                  <a:pt x="1625730" y="109228"/>
                </a:lnTo>
                <a:lnTo>
                  <a:pt x="1606339" y="117799"/>
                </a:lnTo>
                <a:lnTo>
                  <a:pt x="1623282" y="159042"/>
                </a:lnTo>
                <a:lnTo>
                  <a:pt x="1630240" y="182821"/>
                </a:lnTo>
                <a:lnTo>
                  <a:pt x="1660004" y="221228"/>
                </a:lnTo>
                <a:lnTo>
                  <a:pt x="1656267" y="224256"/>
                </a:lnTo>
                <a:lnTo>
                  <a:pt x="1661550" y="236243"/>
                </a:lnTo>
                <a:lnTo>
                  <a:pt x="1670118" y="233021"/>
                </a:lnTo>
                <a:lnTo>
                  <a:pt x="1672824" y="238756"/>
                </a:lnTo>
                <a:lnTo>
                  <a:pt x="1666704" y="251386"/>
                </a:lnTo>
                <a:lnTo>
                  <a:pt x="1633912" y="278516"/>
                </a:lnTo>
                <a:lnTo>
                  <a:pt x="1626375" y="280836"/>
                </a:lnTo>
                <a:lnTo>
                  <a:pt x="1623991" y="285089"/>
                </a:lnTo>
                <a:lnTo>
                  <a:pt x="1662710" y="302553"/>
                </a:lnTo>
                <a:lnTo>
                  <a:pt x="1671600" y="297913"/>
                </a:lnTo>
                <a:lnTo>
                  <a:pt x="1682874" y="296302"/>
                </a:lnTo>
                <a:lnTo>
                  <a:pt x="1697563" y="283414"/>
                </a:lnTo>
                <a:lnTo>
                  <a:pt x="1697821" y="276454"/>
                </a:lnTo>
                <a:lnTo>
                  <a:pt x="1702137" y="270912"/>
                </a:lnTo>
                <a:lnTo>
                  <a:pt x="1726231" y="255188"/>
                </a:lnTo>
                <a:lnTo>
                  <a:pt x="1741564" y="250226"/>
                </a:lnTo>
                <a:lnTo>
                  <a:pt x="1757863" y="251386"/>
                </a:lnTo>
                <a:lnTo>
                  <a:pt x="1768429" y="255962"/>
                </a:lnTo>
                <a:lnTo>
                  <a:pt x="1819452" y="289987"/>
                </a:lnTo>
                <a:lnTo>
                  <a:pt x="1809338" y="304035"/>
                </a:lnTo>
                <a:lnTo>
                  <a:pt x="1813976" y="306742"/>
                </a:lnTo>
                <a:lnTo>
                  <a:pt x="1823060" y="292113"/>
                </a:lnTo>
                <a:lnTo>
                  <a:pt x="1875823" y="323174"/>
                </a:lnTo>
                <a:lnTo>
                  <a:pt x="1880204" y="328910"/>
                </a:lnTo>
                <a:lnTo>
                  <a:pt x="1882008" y="337545"/>
                </a:lnTo>
                <a:lnTo>
                  <a:pt x="1873310" y="357457"/>
                </a:lnTo>
                <a:lnTo>
                  <a:pt x="1883940" y="361130"/>
                </a:lnTo>
                <a:lnTo>
                  <a:pt x="1894441" y="343409"/>
                </a:lnTo>
                <a:lnTo>
                  <a:pt x="1920791" y="326203"/>
                </a:lnTo>
                <a:lnTo>
                  <a:pt x="1930583" y="324785"/>
                </a:lnTo>
                <a:lnTo>
                  <a:pt x="1940826" y="327041"/>
                </a:lnTo>
                <a:lnTo>
                  <a:pt x="1947076" y="320532"/>
                </a:lnTo>
                <a:lnTo>
                  <a:pt x="1964856" y="317439"/>
                </a:lnTo>
                <a:lnTo>
                  <a:pt x="1977033" y="320017"/>
                </a:lnTo>
                <a:lnTo>
                  <a:pt x="1985665" y="336771"/>
                </a:lnTo>
                <a:lnTo>
                  <a:pt x="1986889" y="351335"/>
                </a:lnTo>
                <a:lnTo>
                  <a:pt x="1992816" y="350497"/>
                </a:lnTo>
                <a:lnTo>
                  <a:pt x="1996166" y="344633"/>
                </a:lnTo>
                <a:lnTo>
                  <a:pt x="2000998" y="345020"/>
                </a:lnTo>
                <a:lnTo>
                  <a:pt x="2016331" y="359261"/>
                </a:lnTo>
                <a:lnTo>
                  <a:pt x="2015880" y="364932"/>
                </a:lnTo>
                <a:lnTo>
                  <a:pt x="2019101" y="368219"/>
                </a:lnTo>
                <a:lnTo>
                  <a:pt x="2033468" y="374147"/>
                </a:lnTo>
                <a:lnTo>
                  <a:pt x="2047383" y="383878"/>
                </a:lnTo>
                <a:lnTo>
                  <a:pt x="2094863" y="431114"/>
                </a:lnTo>
                <a:lnTo>
                  <a:pt x="2095765" y="440844"/>
                </a:lnTo>
                <a:lnTo>
                  <a:pt x="2088034" y="445742"/>
                </a:lnTo>
                <a:lnTo>
                  <a:pt x="2090032" y="447740"/>
                </a:lnTo>
                <a:lnTo>
                  <a:pt x="2090160" y="457986"/>
                </a:lnTo>
                <a:lnTo>
                  <a:pt x="2117863" y="448513"/>
                </a:lnTo>
                <a:lnTo>
                  <a:pt x="2143890" y="472679"/>
                </a:lnTo>
                <a:lnTo>
                  <a:pt x="2144598" y="478027"/>
                </a:lnTo>
                <a:lnTo>
                  <a:pt x="2130361" y="492655"/>
                </a:lnTo>
                <a:lnTo>
                  <a:pt x="2128879" y="498584"/>
                </a:lnTo>
                <a:lnTo>
                  <a:pt x="2130747" y="501162"/>
                </a:lnTo>
                <a:lnTo>
                  <a:pt x="2138027" y="499551"/>
                </a:lnTo>
                <a:lnTo>
                  <a:pt x="2155357" y="485631"/>
                </a:lnTo>
                <a:lnTo>
                  <a:pt x="2172429" y="500517"/>
                </a:lnTo>
                <a:lnTo>
                  <a:pt x="2174491" y="505995"/>
                </a:lnTo>
                <a:lnTo>
                  <a:pt x="2170754" y="527647"/>
                </a:lnTo>
                <a:lnTo>
                  <a:pt x="2172172" y="535445"/>
                </a:lnTo>
                <a:lnTo>
                  <a:pt x="2177905" y="541760"/>
                </a:lnTo>
                <a:lnTo>
                  <a:pt x="2213210" y="565668"/>
                </a:lnTo>
                <a:lnTo>
                  <a:pt x="2245293" y="573465"/>
                </a:lnTo>
                <a:lnTo>
                  <a:pt x="2270353" y="576301"/>
                </a:lnTo>
                <a:lnTo>
                  <a:pt x="2313195" y="571467"/>
                </a:lnTo>
                <a:lnTo>
                  <a:pt x="2322601" y="581005"/>
                </a:lnTo>
                <a:lnTo>
                  <a:pt x="2330912" y="577912"/>
                </a:lnTo>
                <a:lnTo>
                  <a:pt x="2332844" y="572047"/>
                </a:lnTo>
                <a:lnTo>
                  <a:pt x="2330010" y="564186"/>
                </a:lnTo>
                <a:lnTo>
                  <a:pt x="2342121" y="556646"/>
                </a:lnTo>
                <a:lnTo>
                  <a:pt x="2351463" y="545304"/>
                </a:lnTo>
                <a:lnTo>
                  <a:pt x="2364798" y="537829"/>
                </a:lnTo>
                <a:lnTo>
                  <a:pt x="2371949" y="517208"/>
                </a:lnTo>
                <a:lnTo>
                  <a:pt x="2377039" y="516177"/>
                </a:lnTo>
                <a:lnTo>
                  <a:pt x="2380969" y="509346"/>
                </a:lnTo>
                <a:lnTo>
                  <a:pt x="2389473" y="504835"/>
                </a:lnTo>
                <a:lnTo>
                  <a:pt x="2415113" y="503031"/>
                </a:lnTo>
                <a:lnTo>
                  <a:pt x="2420396" y="499164"/>
                </a:lnTo>
                <a:lnTo>
                  <a:pt x="2418141" y="498133"/>
                </a:lnTo>
                <a:lnTo>
                  <a:pt x="2428707" y="496135"/>
                </a:lnTo>
                <a:lnTo>
                  <a:pt x="2426581" y="497553"/>
                </a:lnTo>
                <a:lnTo>
                  <a:pt x="2431735" y="499680"/>
                </a:lnTo>
                <a:lnTo>
                  <a:pt x="2438113" y="500131"/>
                </a:lnTo>
                <a:lnTo>
                  <a:pt x="2438563" y="497875"/>
                </a:lnTo>
                <a:lnTo>
                  <a:pt x="2463109" y="500324"/>
                </a:lnTo>
                <a:lnTo>
                  <a:pt x="2495836" y="510312"/>
                </a:lnTo>
                <a:lnTo>
                  <a:pt x="2508463" y="511472"/>
                </a:lnTo>
                <a:lnTo>
                  <a:pt x="2534619" y="527389"/>
                </a:lnTo>
                <a:lnTo>
                  <a:pt x="2579909" y="620314"/>
                </a:lnTo>
                <a:lnTo>
                  <a:pt x="2589250" y="626952"/>
                </a:lnTo>
                <a:lnTo>
                  <a:pt x="2597303" y="625921"/>
                </a:lnTo>
                <a:lnTo>
                  <a:pt x="2596273" y="632687"/>
                </a:lnTo>
                <a:lnTo>
                  <a:pt x="2584161" y="633202"/>
                </a:lnTo>
                <a:lnTo>
                  <a:pt x="2576752" y="652406"/>
                </a:lnTo>
                <a:lnTo>
                  <a:pt x="2580682" y="654533"/>
                </a:lnTo>
                <a:lnTo>
                  <a:pt x="2582293" y="650731"/>
                </a:lnTo>
                <a:lnTo>
                  <a:pt x="2605356" y="658077"/>
                </a:lnTo>
                <a:lnTo>
                  <a:pt x="2627905" y="648733"/>
                </a:lnTo>
                <a:lnTo>
                  <a:pt x="2720610" y="689975"/>
                </a:lnTo>
                <a:lnTo>
                  <a:pt x="2765127" y="716654"/>
                </a:lnTo>
                <a:lnTo>
                  <a:pt x="2806616" y="747135"/>
                </a:lnTo>
                <a:lnTo>
                  <a:pt x="2816215" y="760088"/>
                </a:lnTo>
                <a:lnTo>
                  <a:pt x="2821047" y="777229"/>
                </a:lnTo>
                <a:lnTo>
                  <a:pt x="2818534" y="786315"/>
                </a:lnTo>
                <a:lnTo>
                  <a:pt x="2810674" y="785864"/>
                </a:lnTo>
                <a:lnTo>
                  <a:pt x="2809644" y="781031"/>
                </a:lnTo>
                <a:lnTo>
                  <a:pt x="2815248" y="771107"/>
                </a:lnTo>
                <a:lnTo>
                  <a:pt x="2812414" y="759379"/>
                </a:lnTo>
                <a:lnTo>
                  <a:pt x="2805649" y="750422"/>
                </a:lnTo>
                <a:lnTo>
                  <a:pt x="2784132" y="733602"/>
                </a:lnTo>
                <a:lnTo>
                  <a:pt x="2776530" y="732829"/>
                </a:lnTo>
                <a:lnTo>
                  <a:pt x="2763967" y="724452"/>
                </a:lnTo>
                <a:lnTo>
                  <a:pt x="2755657" y="721938"/>
                </a:lnTo>
                <a:lnTo>
                  <a:pt x="2745542" y="724194"/>
                </a:lnTo>
                <a:lnTo>
                  <a:pt x="2741741" y="729414"/>
                </a:lnTo>
                <a:lnTo>
                  <a:pt x="2748183" y="733925"/>
                </a:lnTo>
                <a:lnTo>
                  <a:pt x="2750052" y="740433"/>
                </a:lnTo>
                <a:lnTo>
                  <a:pt x="2676544" y="913845"/>
                </a:lnTo>
                <a:lnTo>
                  <a:pt x="2673516" y="924543"/>
                </a:lnTo>
                <a:lnTo>
                  <a:pt x="2673967" y="935111"/>
                </a:lnTo>
                <a:lnTo>
                  <a:pt x="2678026" y="943746"/>
                </a:lnTo>
                <a:lnTo>
                  <a:pt x="2749923" y="941942"/>
                </a:lnTo>
                <a:lnTo>
                  <a:pt x="2751147" y="984538"/>
                </a:lnTo>
                <a:lnTo>
                  <a:pt x="2756365" y="988146"/>
                </a:lnTo>
                <a:lnTo>
                  <a:pt x="2750825" y="996202"/>
                </a:lnTo>
                <a:lnTo>
                  <a:pt x="2727439" y="996846"/>
                </a:lnTo>
                <a:lnTo>
                  <a:pt x="2726730" y="969136"/>
                </a:lnTo>
                <a:lnTo>
                  <a:pt x="2686208" y="970232"/>
                </a:lnTo>
                <a:lnTo>
                  <a:pt x="2686981" y="997877"/>
                </a:lnTo>
                <a:lnTo>
                  <a:pt x="2609415" y="1002388"/>
                </a:lnTo>
                <a:lnTo>
                  <a:pt x="2573273" y="1026682"/>
                </a:lnTo>
                <a:lnTo>
                  <a:pt x="2554204" y="1033384"/>
                </a:lnTo>
                <a:lnTo>
                  <a:pt x="2535263" y="1030871"/>
                </a:lnTo>
                <a:lnTo>
                  <a:pt x="2483982" y="1008832"/>
                </a:lnTo>
                <a:lnTo>
                  <a:pt x="2436566" y="1023009"/>
                </a:lnTo>
                <a:lnTo>
                  <a:pt x="2442944" y="1019143"/>
                </a:lnTo>
                <a:lnTo>
                  <a:pt x="2444941" y="1014116"/>
                </a:lnTo>
                <a:lnTo>
                  <a:pt x="2438370" y="993108"/>
                </a:lnTo>
                <a:lnTo>
                  <a:pt x="2429544" y="995364"/>
                </a:lnTo>
                <a:lnTo>
                  <a:pt x="2406867" y="993559"/>
                </a:lnTo>
                <a:lnTo>
                  <a:pt x="2390117" y="1001035"/>
                </a:lnTo>
                <a:lnTo>
                  <a:pt x="2389730" y="995815"/>
                </a:lnTo>
                <a:lnTo>
                  <a:pt x="2362801" y="996910"/>
                </a:lnTo>
                <a:lnTo>
                  <a:pt x="2354169" y="1000390"/>
                </a:lnTo>
                <a:lnTo>
                  <a:pt x="2350110" y="998070"/>
                </a:lnTo>
                <a:lnTo>
                  <a:pt x="2339351" y="1003226"/>
                </a:lnTo>
                <a:lnTo>
                  <a:pt x="2335615" y="1001808"/>
                </a:lnTo>
                <a:lnTo>
                  <a:pt x="2312680" y="1009541"/>
                </a:lnTo>
                <a:lnTo>
                  <a:pt x="2300182" y="1006383"/>
                </a:lnTo>
                <a:lnTo>
                  <a:pt x="2290067" y="1013150"/>
                </a:lnTo>
                <a:lnTo>
                  <a:pt x="2289165" y="1011087"/>
                </a:lnTo>
                <a:lnTo>
                  <a:pt x="2285300" y="1012247"/>
                </a:lnTo>
                <a:lnTo>
                  <a:pt x="2272093" y="1021205"/>
                </a:lnTo>
                <a:lnTo>
                  <a:pt x="2268356" y="1019852"/>
                </a:lnTo>
                <a:lnTo>
                  <a:pt x="2255149" y="1028293"/>
                </a:lnTo>
                <a:lnTo>
                  <a:pt x="2254505" y="1025909"/>
                </a:lnTo>
                <a:lnTo>
                  <a:pt x="2250575" y="1025587"/>
                </a:lnTo>
                <a:lnTo>
                  <a:pt x="2239881" y="1030420"/>
                </a:lnTo>
                <a:lnTo>
                  <a:pt x="2238013" y="1028938"/>
                </a:lnTo>
                <a:lnTo>
                  <a:pt x="2225901" y="1032740"/>
                </a:lnTo>
                <a:lnTo>
                  <a:pt x="2221907" y="1030807"/>
                </a:lnTo>
                <a:lnTo>
                  <a:pt x="2208893" y="1033642"/>
                </a:lnTo>
                <a:lnTo>
                  <a:pt x="2179967" y="1041182"/>
                </a:lnTo>
                <a:lnTo>
                  <a:pt x="2173460" y="1045628"/>
                </a:lnTo>
                <a:lnTo>
                  <a:pt x="2170368" y="1044339"/>
                </a:lnTo>
                <a:lnTo>
                  <a:pt x="2162315" y="1047948"/>
                </a:lnTo>
                <a:lnTo>
                  <a:pt x="2161542" y="1046015"/>
                </a:lnTo>
                <a:lnTo>
                  <a:pt x="2161864" y="1048206"/>
                </a:lnTo>
                <a:lnTo>
                  <a:pt x="2152458" y="1053426"/>
                </a:lnTo>
                <a:lnTo>
                  <a:pt x="2132938" y="1060450"/>
                </a:lnTo>
                <a:lnTo>
                  <a:pt x="2130232" y="1059032"/>
                </a:lnTo>
                <a:lnTo>
                  <a:pt x="2112193" y="1069020"/>
                </a:lnTo>
                <a:lnTo>
                  <a:pt x="2112064" y="1067087"/>
                </a:lnTo>
                <a:lnTo>
                  <a:pt x="2103367" y="1064381"/>
                </a:lnTo>
                <a:lnTo>
                  <a:pt x="2076889" y="1076947"/>
                </a:lnTo>
                <a:lnTo>
                  <a:pt x="2067741" y="1076882"/>
                </a:lnTo>
                <a:lnTo>
                  <a:pt x="2063553" y="1080040"/>
                </a:lnTo>
                <a:lnTo>
                  <a:pt x="2062329" y="1077462"/>
                </a:lnTo>
                <a:lnTo>
                  <a:pt x="2058335" y="1077333"/>
                </a:lnTo>
                <a:lnTo>
                  <a:pt x="2049767" y="1082360"/>
                </a:lnTo>
                <a:lnTo>
                  <a:pt x="2045901" y="1079847"/>
                </a:lnTo>
                <a:lnTo>
                  <a:pt x="2023353" y="1088740"/>
                </a:lnTo>
                <a:lnTo>
                  <a:pt x="2008665" y="1088868"/>
                </a:lnTo>
                <a:lnTo>
                  <a:pt x="1972587" y="1105817"/>
                </a:lnTo>
                <a:lnTo>
                  <a:pt x="1931034" y="1115161"/>
                </a:lnTo>
                <a:lnTo>
                  <a:pt x="1888192" y="1129853"/>
                </a:lnTo>
                <a:lnTo>
                  <a:pt x="1868221" y="1138682"/>
                </a:lnTo>
                <a:lnTo>
                  <a:pt x="1862809" y="1144159"/>
                </a:lnTo>
                <a:lnTo>
                  <a:pt x="1858171" y="1141453"/>
                </a:lnTo>
                <a:lnTo>
                  <a:pt x="1853017" y="1142097"/>
                </a:lnTo>
                <a:lnTo>
                  <a:pt x="1832144" y="1162396"/>
                </a:lnTo>
                <a:lnTo>
                  <a:pt x="1823124" y="1159690"/>
                </a:lnTo>
                <a:lnTo>
                  <a:pt x="1801929" y="1179344"/>
                </a:lnTo>
                <a:lnTo>
                  <a:pt x="1797355" y="1177153"/>
                </a:lnTo>
                <a:lnTo>
                  <a:pt x="1792008" y="1178764"/>
                </a:lnTo>
                <a:lnTo>
                  <a:pt x="1768880" y="1204348"/>
                </a:lnTo>
                <a:lnTo>
                  <a:pt x="1740984" y="1224260"/>
                </a:lnTo>
                <a:lnTo>
                  <a:pt x="1750455" y="1222778"/>
                </a:lnTo>
                <a:lnTo>
                  <a:pt x="1750970" y="1225613"/>
                </a:lnTo>
                <a:lnTo>
                  <a:pt x="1742144" y="1225742"/>
                </a:lnTo>
                <a:lnTo>
                  <a:pt x="1726876" y="1215238"/>
                </a:lnTo>
                <a:lnTo>
                  <a:pt x="1711994" y="1226193"/>
                </a:lnTo>
                <a:lnTo>
                  <a:pt x="1712767" y="1229351"/>
                </a:lnTo>
                <a:lnTo>
                  <a:pt x="1714571" y="1228191"/>
                </a:lnTo>
                <a:lnTo>
                  <a:pt x="1712831" y="1229480"/>
                </a:lnTo>
                <a:lnTo>
                  <a:pt x="1716310" y="1239017"/>
                </a:lnTo>
                <a:lnTo>
                  <a:pt x="1712960" y="1250166"/>
                </a:lnTo>
                <a:lnTo>
                  <a:pt x="1638100" y="1308034"/>
                </a:lnTo>
                <a:lnTo>
                  <a:pt x="1649438" y="1323822"/>
                </a:lnTo>
                <a:lnTo>
                  <a:pt x="1643769" y="1327946"/>
                </a:lnTo>
                <a:lnTo>
                  <a:pt x="1632495" y="1312158"/>
                </a:lnTo>
                <a:lnTo>
                  <a:pt x="1620190" y="1320600"/>
                </a:lnTo>
                <a:lnTo>
                  <a:pt x="1611622" y="1321889"/>
                </a:lnTo>
                <a:lnTo>
                  <a:pt x="1604020" y="1318860"/>
                </a:lnTo>
                <a:lnTo>
                  <a:pt x="1590684" y="1305972"/>
                </a:lnTo>
                <a:lnTo>
                  <a:pt x="1583984" y="1305972"/>
                </a:lnTo>
                <a:lnTo>
                  <a:pt x="1585466" y="1335228"/>
                </a:lnTo>
                <a:lnTo>
                  <a:pt x="1578186" y="1338644"/>
                </a:lnTo>
                <a:lnTo>
                  <a:pt x="1587205" y="1348826"/>
                </a:lnTo>
                <a:lnTo>
                  <a:pt x="1581987" y="1353530"/>
                </a:lnTo>
                <a:lnTo>
                  <a:pt x="1546167" y="1314156"/>
                </a:lnTo>
                <a:lnTo>
                  <a:pt x="1537019" y="1322533"/>
                </a:lnTo>
                <a:lnTo>
                  <a:pt x="1552803" y="1342575"/>
                </a:lnTo>
                <a:lnTo>
                  <a:pt x="1547713" y="1348310"/>
                </a:lnTo>
                <a:lnTo>
                  <a:pt x="1505902" y="1309130"/>
                </a:lnTo>
                <a:lnTo>
                  <a:pt x="1458422" y="1310483"/>
                </a:lnTo>
                <a:lnTo>
                  <a:pt x="1407141" y="1338386"/>
                </a:lnTo>
                <a:lnTo>
                  <a:pt x="1409009" y="1357010"/>
                </a:lnTo>
                <a:lnTo>
                  <a:pt x="1447728" y="1334842"/>
                </a:lnTo>
                <a:lnTo>
                  <a:pt x="1484256" y="1333424"/>
                </a:lnTo>
                <a:lnTo>
                  <a:pt x="1525423" y="1372024"/>
                </a:lnTo>
                <a:lnTo>
                  <a:pt x="1485996" y="1391679"/>
                </a:lnTo>
                <a:lnTo>
                  <a:pt x="1453140" y="1381304"/>
                </a:lnTo>
                <a:lnTo>
                  <a:pt x="1457263" y="1376535"/>
                </a:lnTo>
                <a:lnTo>
                  <a:pt x="1453655" y="1375440"/>
                </a:lnTo>
                <a:lnTo>
                  <a:pt x="1453075" y="1377244"/>
                </a:lnTo>
                <a:lnTo>
                  <a:pt x="1452946" y="1375182"/>
                </a:lnTo>
                <a:lnTo>
                  <a:pt x="1452302" y="1376986"/>
                </a:lnTo>
                <a:lnTo>
                  <a:pt x="1451851" y="1374731"/>
                </a:lnTo>
                <a:lnTo>
                  <a:pt x="1448243" y="1379177"/>
                </a:lnTo>
                <a:lnTo>
                  <a:pt x="1436647" y="1376729"/>
                </a:lnTo>
                <a:lnTo>
                  <a:pt x="1434972" y="1379693"/>
                </a:lnTo>
                <a:lnTo>
                  <a:pt x="1431042" y="1378082"/>
                </a:lnTo>
                <a:lnTo>
                  <a:pt x="1435681" y="1378791"/>
                </a:lnTo>
                <a:lnTo>
                  <a:pt x="1436518" y="1376600"/>
                </a:lnTo>
                <a:lnTo>
                  <a:pt x="1420412" y="1371509"/>
                </a:lnTo>
                <a:lnTo>
                  <a:pt x="1406497" y="1357203"/>
                </a:lnTo>
                <a:lnTo>
                  <a:pt x="1406432" y="1381755"/>
                </a:lnTo>
                <a:lnTo>
                  <a:pt x="1409074" y="1384268"/>
                </a:lnTo>
                <a:lnTo>
                  <a:pt x="1414228" y="1388715"/>
                </a:lnTo>
                <a:lnTo>
                  <a:pt x="1427241" y="1392839"/>
                </a:lnTo>
                <a:lnTo>
                  <a:pt x="1462803" y="1393226"/>
                </a:lnTo>
                <a:lnTo>
                  <a:pt x="1476976" y="1401668"/>
                </a:lnTo>
                <a:lnTo>
                  <a:pt x="1491085" y="1402119"/>
                </a:lnTo>
                <a:lnTo>
                  <a:pt x="1498816" y="1396383"/>
                </a:lnTo>
                <a:lnTo>
                  <a:pt x="1511894" y="1399992"/>
                </a:lnTo>
                <a:lnTo>
                  <a:pt x="1519689" y="1398961"/>
                </a:lnTo>
                <a:lnTo>
                  <a:pt x="1521235" y="1407403"/>
                </a:lnTo>
                <a:lnTo>
                  <a:pt x="1524070" y="1408498"/>
                </a:lnTo>
                <a:lnTo>
                  <a:pt x="1548680" y="1401796"/>
                </a:lnTo>
                <a:lnTo>
                  <a:pt x="1563691" y="1409078"/>
                </a:lnTo>
                <a:lnTo>
                  <a:pt x="1561371" y="1417585"/>
                </a:lnTo>
                <a:lnTo>
                  <a:pt x="1536504" y="1454639"/>
                </a:lnTo>
                <a:lnTo>
                  <a:pt x="1507706" y="1484346"/>
                </a:lnTo>
                <a:lnTo>
                  <a:pt x="1492180" y="1495043"/>
                </a:lnTo>
                <a:lnTo>
                  <a:pt x="1486318" y="1496203"/>
                </a:lnTo>
                <a:lnTo>
                  <a:pt x="1490763" y="1492337"/>
                </a:lnTo>
                <a:lnTo>
                  <a:pt x="1488315" y="1490855"/>
                </a:lnTo>
                <a:lnTo>
                  <a:pt x="1476525" y="1493690"/>
                </a:lnTo>
                <a:lnTo>
                  <a:pt x="1465058" y="1501230"/>
                </a:lnTo>
                <a:lnTo>
                  <a:pt x="1455137" y="1497041"/>
                </a:lnTo>
                <a:lnTo>
                  <a:pt x="1446890" y="1489050"/>
                </a:lnTo>
                <a:lnTo>
                  <a:pt x="1443734" y="1489566"/>
                </a:lnTo>
                <a:lnTo>
                  <a:pt x="1443669" y="1486537"/>
                </a:lnTo>
                <a:lnTo>
                  <a:pt x="1447341" y="1487310"/>
                </a:lnTo>
                <a:lnTo>
                  <a:pt x="1447084" y="1482735"/>
                </a:lnTo>
                <a:lnTo>
                  <a:pt x="1444571" y="1479191"/>
                </a:lnTo>
                <a:lnTo>
                  <a:pt x="1439353" y="1477902"/>
                </a:lnTo>
                <a:lnTo>
                  <a:pt x="1435423" y="1470233"/>
                </a:lnTo>
                <a:lnTo>
                  <a:pt x="1428014" y="1469202"/>
                </a:lnTo>
                <a:lnTo>
                  <a:pt x="1426275" y="1471264"/>
                </a:lnTo>
                <a:lnTo>
                  <a:pt x="1428981" y="1473069"/>
                </a:lnTo>
                <a:lnTo>
                  <a:pt x="1426661" y="1474809"/>
                </a:lnTo>
                <a:lnTo>
                  <a:pt x="1403147" y="1449483"/>
                </a:lnTo>
                <a:lnTo>
                  <a:pt x="1401858" y="1445037"/>
                </a:lnTo>
                <a:lnTo>
                  <a:pt x="1405144" y="1447099"/>
                </a:lnTo>
                <a:lnTo>
                  <a:pt x="1406883" y="1443232"/>
                </a:lnTo>
                <a:lnTo>
                  <a:pt x="1404757" y="1438013"/>
                </a:lnTo>
                <a:lnTo>
                  <a:pt x="1396769" y="1434984"/>
                </a:lnTo>
                <a:lnTo>
                  <a:pt x="1387170" y="1424415"/>
                </a:lnTo>
                <a:lnTo>
                  <a:pt x="1380792" y="1425253"/>
                </a:lnTo>
                <a:lnTo>
                  <a:pt x="1383691" y="1427895"/>
                </a:lnTo>
                <a:lnTo>
                  <a:pt x="1379761" y="1430408"/>
                </a:lnTo>
                <a:lnTo>
                  <a:pt x="1365717" y="1422611"/>
                </a:lnTo>
                <a:lnTo>
                  <a:pt x="1361722" y="1416554"/>
                </a:lnTo>
                <a:lnTo>
                  <a:pt x="1355087" y="1413976"/>
                </a:lnTo>
                <a:lnTo>
                  <a:pt x="1356697" y="1412300"/>
                </a:lnTo>
                <a:lnTo>
                  <a:pt x="1353798" y="1407725"/>
                </a:lnTo>
                <a:lnTo>
                  <a:pt x="1347420" y="1405985"/>
                </a:lnTo>
                <a:lnTo>
                  <a:pt x="1344392" y="1399863"/>
                </a:lnTo>
                <a:lnTo>
                  <a:pt x="1338401" y="1397994"/>
                </a:lnTo>
                <a:lnTo>
                  <a:pt x="1335889" y="1392452"/>
                </a:lnTo>
                <a:lnTo>
                  <a:pt x="1328931" y="1389681"/>
                </a:lnTo>
                <a:lnTo>
                  <a:pt x="1322939" y="1383108"/>
                </a:lnTo>
                <a:lnTo>
                  <a:pt x="1316046" y="1382786"/>
                </a:lnTo>
                <a:lnTo>
                  <a:pt x="1318623" y="1387748"/>
                </a:lnTo>
                <a:lnTo>
                  <a:pt x="1322166" y="1388844"/>
                </a:lnTo>
                <a:lnTo>
                  <a:pt x="1319267" y="1391744"/>
                </a:lnTo>
                <a:lnTo>
                  <a:pt x="1308315" y="1374989"/>
                </a:lnTo>
                <a:lnTo>
                  <a:pt x="1294980" y="1362036"/>
                </a:lnTo>
                <a:lnTo>
                  <a:pt x="1295108" y="1359329"/>
                </a:lnTo>
                <a:lnTo>
                  <a:pt x="1308186" y="1357912"/>
                </a:lnTo>
                <a:lnTo>
                  <a:pt x="1332216" y="1364485"/>
                </a:lnTo>
                <a:lnTo>
                  <a:pt x="1346712" y="1365774"/>
                </a:lnTo>
                <a:lnTo>
                  <a:pt x="1356375" y="1359652"/>
                </a:lnTo>
                <a:lnTo>
                  <a:pt x="1367005" y="1358105"/>
                </a:lnTo>
                <a:lnTo>
                  <a:pt x="1377764" y="1362487"/>
                </a:lnTo>
                <a:lnTo>
                  <a:pt x="1378924" y="1365387"/>
                </a:lnTo>
                <a:lnTo>
                  <a:pt x="1379181" y="1362938"/>
                </a:lnTo>
                <a:lnTo>
                  <a:pt x="1380276" y="1364807"/>
                </a:lnTo>
                <a:lnTo>
                  <a:pt x="1381372" y="1363325"/>
                </a:lnTo>
                <a:lnTo>
                  <a:pt x="1388265" y="1372733"/>
                </a:lnTo>
                <a:lnTo>
                  <a:pt x="1388909" y="1368609"/>
                </a:lnTo>
                <a:lnTo>
                  <a:pt x="1400054" y="1373571"/>
                </a:lnTo>
                <a:lnTo>
                  <a:pt x="1402116" y="1362874"/>
                </a:lnTo>
                <a:lnTo>
                  <a:pt x="1401536" y="1338450"/>
                </a:lnTo>
                <a:lnTo>
                  <a:pt x="1380019" y="1338322"/>
                </a:lnTo>
                <a:lnTo>
                  <a:pt x="1379697" y="1345668"/>
                </a:lnTo>
                <a:lnTo>
                  <a:pt x="1368100" y="1345603"/>
                </a:lnTo>
                <a:lnTo>
                  <a:pt x="1378215" y="1344250"/>
                </a:lnTo>
                <a:lnTo>
                  <a:pt x="1377828" y="1337355"/>
                </a:lnTo>
                <a:lnTo>
                  <a:pt x="1353283" y="1333488"/>
                </a:lnTo>
                <a:lnTo>
                  <a:pt x="1348709" y="1329815"/>
                </a:lnTo>
                <a:lnTo>
                  <a:pt x="1336211" y="1335486"/>
                </a:lnTo>
                <a:lnTo>
                  <a:pt x="1338143" y="1339030"/>
                </a:lnTo>
                <a:lnTo>
                  <a:pt x="1324614" y="1341608"/>
                </a:lnTo>
                <a:lnTo>
                  <a:pt x="1323906" y="1339224"/>
                </a:lnTo>
                <a:lnTo>
                  <a:pt x="1318816" y="1338257"/>
                </a:lnTo>
                <a:lnTo>
                  <a:pt x="1317979" y="1334519"/>
                </a:lnTo>
                <a:lnTo>
                  <a:pt x="1323133" y="1332071"/>
                </a:lnTo>
                <a:lnTo>
                  <a:pt x="1326289" y="1326915"/>
                </a:lnTo>
                <a:lnTo>
                  <a:pt x="1330026" y="1326915"/>
                </a:lnTo>
                <a:lnTo>
                  <a:pt x="1332088" y="1330846"/>
                </a:lnTo>
                <a:lnTo>
                  <a:pt x="1335115" y="1329751"/>
                </a:lnTo>
                <a:lnTo>
                  <a:pt x="1335631" y="1334584"/>
                </a:lnTo>
                <a:lnTo>
                  <a:pt x="1348000" y="1329171"/>
                </a:lnTo>
                <a:lnTo>
                  <a:pt x="1334471" y="1316991"/>
                </a:lnTo>
                <a:lnTo>
                  <a:pt x="1326096" y="1316734"/>
                </a:lnTo>
                <a:lnTo>
                  <a:pt x="1317399" y="1326078"/>
                </a:lnTo>
                <a:lnTo>
                  <a:pt x="1307091" y="1326013"/>
                </a:lnTo>
                <a:lnTo>
                  <a:pt x="1298265" y="1320342"/>
                </a:lnTo>
                <a:lnTo>
                  <a:pt x="1292209" y="1325949"/>
                </a:lnTo>
                <a:lnTo>
                  <a:pt x="1293820" y="1328011"/>
                </a:lnTo>
                <a:lnTo>
                  <a:pt x="1288086" y="1335164"/>
                </a:lnTo>
                <a:lnTo>
                  <a:pt x="1286411" y="1334133"/>
                </a:lnTo>
                <a:lnTo>
                  <a:pt x="1284865" y="1343412"/>
                </a:lnTo>
                <a:lnTo>
                  <a:pt x="1258194" y="1320278"/>
                </a:lnTo>
                <a:lnTo>
                  <a:pt x="1260126" y="1316669"/>
                </a:lnTo>
                <a:lnTo>
                  <a:pt x="1246662" y="1305392"/>
                </a:lnTo>
                <a:lnTo>
                  <a:pt x="1240864" y="1315509"/>
                </a:lnTo>
                <a:lnTo>
                  <a:pt x="1213033" y="1298883"/>
                </a:lnTo>
                <a:lnTo>
                  <a:pt x="1158401" y="1390390"/>
                </a:lnTo>
                <a:lnTo>
                  <a:pt x="1113691" y="1363518"/>
                </a:lnTo>
                <a:lnTo>
                  <a:pt x="1165617" y="1275813"/>
                </a:lnTo>
                <a:lnTo>
                  <a:pt x="1102739" y="1237922"/>
                </a:lnTo>
                <a:lnTo>
                  <a:pt x="1062797" y="1305134"/>
                </a:lnTo>
                <a:lnTo>
                  <a:pt x="931179" y="1226193"/>
                </a:lnTo>
                <a:lnTo>
                  <a:pt x="949025" y="1195390"/>
                </a:lnTo>
                <a:lnTo>
                  <a:pt x="971444" y="1191653"/>
                </a:lnTo>
                <a:lnTo>
                  <a:pt x="1052875" y="1240242"/>
                </a:lnTo>
                <a:lnTo>
                  <a:pt x="1073233" y="1205830"/>
                </a:lnTo>
                <a:lnTo>
                  <a:pt x="998760" y="1161043"/>
                </a:lnTo>
                <a:lnTo>
                  <a:pt x="1013770" y="1136168"/>
                </a:lnTo>
                <a:lnTo>
                  <a:pt x="984844" y="1105043"/>
                </a:lnTo>
                <a:lnTo>
                  <a:pt x="964164" y="1119027"/>
                </a:lnTo>
                <a:lnTo>
                  <a:pt x="923706" y="1123022"/>
                </a:lnTo>
                <a:lnTo>
                  <a:pt x="891945" y="1113034"/>
                </a:lnTo>
                <a:lnTo>
                  <a:pt x="890270" y="1106332"/>
                </a:lnTo>
                <a:lnTo>
                  <a:pt x="896326" y="1094797"/>
                </a:lnTo>
                <a:lnTo>
                  <a:pt x="887307" y="1091962"/>
                </a:lnTo>
                <a:lnTo>
                  <a:pt x="870750" y="1108136"/>
                </a:lnTo>
                <a:lnTo>
                  <a:pt x="798531" y="1089964"/>
                </a:lnTo>
                <a:lnTo>
                  <a:pt x="785389" y="1098728"/>
                </a:lnTo>
                <a:lnTo>
                  <a:pt x="752532" y="1082682"/>
                </a:lnTo>
                <a:lnTo>
                  <a:pt x="709626" y="1046208"/>
                </a:lnTo>
                <a:lnTo>
                  <a:pt x="686112" y="1046079"/>
                </a:lnTo>
                <a:lnTo>
                  <a:pt x="688882" y="1058774"/>
                </a:lnTo>
                <a:lnTo>
                  <a:pt x="706470" y="1062447"/>
                </a:lnTo>
                <a:lnTo>
                  <a:pt x="742289" y="1092864"/>
                </a:lnTo>
                <a:lnTo>
                  <a:pt x="738939" y="1101692"/>
                </a:lnTo>
                <a:lnTo>
                  <a:pt x="753950" y="1102594"/>
                </a:lnTo>
                <a:lnTo>
                  <a:pt x="684050" y="1102981"/>
                </a:lnTo>
                <a:lnTo>
                  <a:pt x="683599" y="1145126"/>
                </a:lnTo>
                <a:lnTo>
                  <a:pt x="686820" y="1153052"/>
                </a:lnTo>
                <a:lnTo>
                  <a:pt x="719741" y="1160592"/>
                </a:lnTo>
                <a:lnTo>
                  <a:pt x="724508" y="1152086"/>
                </a:lnTo>
                <a:lnTo>
                  <a:pt x="735009" y="1155437"/>
                </a:lnTo>
                <a:lnTo>
                  <a:pt x="729082" y="1164974"/>
                </a:lnTo>
                <a:lnTo>
                  <a:pt x="737651" y="1157563"/>
                </a:lnTo>
                <a:lnTo>
                  <a:pt x="742805" y="1156274"/>
                </a:lnTo>
                <a:lnTo>
                  <a:pt x="765482" y="1167487"/>
                </a:lnTo>
                <a:lnTo>
                  <a:pt x="774372" y="1182760"/>
                </a:lnTo>
                <a:lnTo>
                  <a:pt x="777980" y="1202479"/>
                </a:lnTo>
                <a:lnTo>
                  <a:pt x="795567" y="1223229"/>
                </a:lnTo>
                <a:lnTo>
                  <a:pt x="798016" y="1225098"/>
                </a:lnTo>
                <a:lnTo>
                  <a:pt x="803105" y="1223293"/>
                </a:lnTo>
                <a:lnTo>
                  <a:pt x="802847" y="1225807"/>
                </a:lnTo>
                <a:lnTo>
                  <a:pt x="806519" y="1226838"/>
                </a:lnTo>
                <a:lnTo>
                  <a:pt x="806455" y="1233604"/>
                </a:lnTo>
                <a:lnTo>
                  <a:pt x="811029" y="1231091"/>
                </a:lnTo>
                <a:lnTo>
                  <a:pt x="813348" y="1237986"/>
                </a:lnTo>
                <a:lnTo>
                  <a:pt x="838538" y="1241981"/>
                </a:lnTo>
                <a:lnTo>
                  <a:pt x="865467" y="1269305"/>
                </a:lnTo>
                <a:lnTo>
                  <a:pt x="866047" y="1273816"/>
                </a:lnTo>
                <a:lnTo>
                  <a:pt x="855868" y="1284384"/>
                </a:lnTo>
                <a:lnTo>
                  <a:pt x="846849" y="1289797"/>
                </a:lnTo>
                <a:lnTo>
                  <a:pt x="831451" y="1293084"/>
                </a:lnTo>
                <a:lnTo>
                  <a:pt x="819147" y="1298754"/>
                </a:lnTo>
                <a:lnTo>
                  <a:pt x="811158" y="1291215"/>
                </a:lnTo>
                <a:lnTo>
                  <a:pt x="798853" y="1290442"/>
                </a:lnTo>
                <a:lnTo>
                  <a:pt x="776112" y="1283031"/>
                </a:lnTo>
                <a:lnTo>
                  <a:pt x="759297" y="1298561"/>
                </a:lnTo>
                <a:lnTo>
                  <a:pt x="763356" y="1299850"/>
                </a:lnTo>
                <a:lnTo>
                  <a:pt x="776627" y="1287606"/>
                </a:lnTo>
                <a:lnTo>
                  <a:pt x="781137" y="1287799"/>
                </a:lnTo>
                <a:lnTo>
                  <a:pt x="808903" y="1294115"/>
                </a:lnTo>
                <a:lnTo>
                  <a:pt x="819598" y="1304490"/>
                </a:lnTo>
                <a:lnTo>
                  <a:pt x="820886" y="1309774"/>
                </a:lnTo>
                <a:lnTo>
                  <a:pt x="808130" y="1336904"/>
                </a:lnTo>
                <a:lnTo>
                  <a:pt x="796341" y="1345926"/>
                </a:lnTo>
                <a:lnTo>
                  <a:pt x="752468" y="1364936"/>
                </a:lnTo>
                <a:lnTo>
                  <a:pt x="721867" y="1339095"/>
                </a:lnTo>
                <a:lnTo>
                  <a:pt x="677092" y="1314800"/>
                </a:lnTo>
                <a:lnTo>
                  <a:pt x="676448" y="1305263"/>
                </a:lnTo>
                <a:lnTo>
                  <a:pt x="673163" y="1298432"/>
                </a:lnTo>
                <a:lnTo>
                  <a:pt x="663821" y="1313447"/>
                </a:lnTo>
                <a:lnTo>
                  <a:pt x="646942" y="1304425"/>
                </a:lnTo>
                <a:lnTo>
                  <a:pt x="638503" y="1322211"/>
                </a:lnTo>
                <a:lnTo>
                  <a:pt x="696613" y="1356816"/>
                </a:lnTo>
                <a:lnTo>
                  <a:pt x="698223" y="1364549"/>
                </a:lnTo>
                <a:lnTo>
                  <a:pt x="647007" y="1393483"/>
                </a:lnTo>
                <a:lnTo>
                  <a:pt x="569634" y="1421000"/>
                </a:lnTo>
                <a:lnTo>
                  <a:pt x="545733" y="1336388"/>
                </a:lnTo>
                <a:lnTo>
                  <a:pt x="510686" y="1304103"/>
                </a:lnTo>
                <a:lnTo>
                  <a:pt x="479505" y="1338515"/>
                </a:lnTo>
                <a:lnTo>
                  <a:pt x="516742" y="1372862"/>
                </a:lnTo>
                <a:lnTo>
                  <a:pt x="545539" y="1474229"/>
                </a:lnTo>
                <a:lnTo>
                  <a:pt x="545604" y="1486924"/>
                </a:lnTo>
                <a:lnTo>
                  <a:pt x="541610" y="1495301"/>
                </a:lnTo>
                <a:lnTo>
                  <a:pt x="529176" y="1508447"/>
                </a:lnTo>
                <a:lnTo>
                  <a:pt x="523571" y="1502712"/>
                </a:lnTo>
                <a:lnTo>
                  <a:pt x="495353" y="1532935"/>
                </a:lnTo>
                <a:lnTo>
                  <a:pt x="498188" y="1539508"/>
                </a:lnTo>
                <a:lnTo>
                  <a:pt x="442655" y="1595701"/>
                </a:lnTo>
                <a:lnTo>
                  <a:pt x="436148" y="1599116"/>
                </a:lnTo>
                <a:lnTo>
                  <a:pt x="428868" y="1598150"/>
                </a:lnTo>
                <a:lnTo>
                  <a:pt x="423457" y="1593188"/>
                </a:lnTo>
                <a:lnTo>
                  <a:pt x="412956" y="1571149"/>
                </a:lnTo>
                <a:lnTo>
                  <a:pt x="412054" y="1561998"/>
                </a:lnTo>
                <a:lnTo>
                  <a:pt x="414051" y="1562320"/>
                </a:lnTo>
                <a:lnTo>
                  <a:pt x="415210" y="1570247"/>
                </a:lnTo>
                <a:lnTo>
                  <a:pt x="425583" y="1591963"/>
                </a:lnTo>
                <a:lnTo>
                  <a:pt x="428159" y="1592930"/>
                </a:lnTo>
                <a:lnTo>
                  <a:pt x="453027" y="1568571"/>
                </a:lnTo>
                <a:lnTo>
                  <a:pt x="454315" y="1559872"/>
                </a:lnTo>
                <a:lnTo>
                  <a:pt x="443492" y="1536995"/>
                </a:lnTo>
                <a:lnTo>
                  <a:pt x="439047" y="1533902"/>
                </a:lnTo>
                <a:lnTo>
                  <a:pt x="432991" y="1522624"/>
                </a:lnTo>
                <a:lnTo>
                  <a:pt x="406513" y="1520240"/>
                </a:lnTo>
                <a:lnTo>
                  <a:pt x="382354" y="1470104"/>
                </a:lnTo>
                <a:lnTo>
                  <a:pt x="369276" y="1455025"/>
                </a:lnTo>
                <a:lnTo>
                  <a:pt x="309427" y="1306616"/>
                </a:lnTo>
                <a:lnTo>
                  <a:pt x="309427" y="1275040"/>
                </a:lnTo>
                <a:lnTo>
                  <a:pt x="341832" y="1249650"/>
                </a:lnTo>
                <a:lnTo>
                  <a:pt x="354974" y="1268016"/>
                </a:lnTo>
                <a:lnTo>
                  <a:pt x="458052" y="1195777"/>
                </a:lnTo>
                <a:lnTo>
                  <a:pt x="501602" y="1169678"/>
                </a:lnTo>
                <a:lnTo>
                  <a:pt x="534394" y="1159625"/>
                </a:lnTo>
                <a:lnTo>
                  <a:pt x="560808" y="1160463"/>
                </a:lnTo>
                <a:lnTo>
                  <a:pt x="584000" y="1157048"/>
                </a:lnTo>
                <a:lnTo>
                  <a:pt x="587608" y="1161107"/>
                </a:lnTo>
                <a:lnTo>
                  <a:pt x="553657" y="1198419"/>
                </a:lnTo>
                <a:lnTo>
                  <a:pt x="549662" y="1212854"/>
                </a:lnTo>
                <a:lnTo>
                  <a:pt x="525246" y="1236697"/>
                </a:lnTo>
                <a:lnTo>
                  <a:pt x="505919" y="1251712"/>
                </a:lnTo>
                <a:lnTo>
                  <a:pt x="530593" y="1276071"/>
                </a:lnTo>
                <a:lnTo>
                  <a:pt x="556556" y="1248232"/>
                </a:lnTo>
                <a:lnTo>
                  <a:pt x="564802" y="1255128"/>
                </a:lnTo>
                <a:lnTo>
                  <a:pt x="574143" y="1249263"/>
                </a:lnTo>
                <a:lnTo>
                  <a:pt x="579942" y="1249070"/>
                </a:lnTo>
                <a:lnTo>
                  <a:pt x="577751" y="1244624"/>
                </a:lnTo>
                <a:lnTo>
                  <a:pt x="581101" y="1244430"/>
                </a:lnTo>
                <a:lnTo>
                  <a:pt x="581745" y="1247137"/>
                </a:lnTo>
                <a:lnTo>
                  <a:pt x="585611" y="1245526"/>
                </a:lnTo>
                <a:lnTo>
                  <a:pt x="579040" y="1234828"/>
                </a:lnTo>
                <a:lnTo>
                  <a:pt x="583871" y="1223487"/>
                </a:lnTo>
                <a:lnTo>
                  <a:pt x="579942" y="1220329"/>
                </a:lnTo>
                <a:lnTo>
                  <a:pt x="594437" y="1206474"/>
                </a:lnTo>
                <a:lnTo>
                  <a:pt x="633478" y="1159174"/>
                </a:lnTo>
                <a:lnTo>
                  <a:pt x="641659" y="1158272"/>
                </a:lnTo>
                <a:lnTo>
                  <a:pt x="642819" y="1152666"/>
                </a:lnTo>
                <a:lnTo>
                  <a:pt x="648810" y="1149057"/>
                </a:lnTo>
                <a:lnTo>
                  <a:pt x="662275" y="1147381"/>
                </a:lnTo>
                <a:lnTo>
                  <a:pt x="683857" y="1154599"/>
                </a:lnTo>
                <a:lnTo>
                  <a:pt x="680249" y="1144546"/>
                </a:lnTo>
                <a:lnTo>
                  <a:pt x="681151" y="1055552"/>
                </a:lnTo>
                <a:lnTo>
                  <a:pt x="677157" y="1046273"/>
                </a:lnTo>
                <a:lnTo>
                  <a:pt x="670843" y="1050526"/>
                </a:lnTo>
                <a:lnTo>
                  <a:pt x="661566" y="1051363"/>
                </a:lnTo>
                <a:lnTo>
                  <a:pt x="662082" y="1065734"/>
                </a:lnTo>
                <a:lnTo>
                  <a:pt x="657894" y="1069149"/>
                </a:lnTo>
                <a:lnTo>
                  <a:pt x="654802" y="1081780"/>
                </a:lnTo>
                <a:lnTo>
                  <a:pt x="657443" y="1081651"/>
                </a:lnTo>
                <a:lnTo>
                  <a:pt x="657636" y="1087193"/>
                </a:lnTo>
                <a:lnTo>
                  <a:pt x="623041" y="1088611"/>
                </a:lnTo>
                <a:lnTo>
                  <a:pt x="622397" y="1074627"/>
                </a:lnTo>
                <a:lnTo>
                  <a:pt x="603134" y="1068118"/>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E197B8B1-8C13-419E-8EBF-DED0AACBD908}"/>
              </a:ext>
            </a:extLst>
          </p:cNvPr>
          <p:cNvSpPr>
            <a:spLocks xmlns:a="http://schemas.openxmlformats.org/drawingml/2006/main" noGrp="1"/>
          </p:cNvSpPr>
          <p:nvPr/>
        </p:nvSpPr>
        <p:spPr>
          <a:xfrm xmlns:a="http://schemas.openxmlformats.org/drawingml/2006/main">
            <a:off x="4186994" y="2792253"/>
            <a:ext cx="664312" cy="247963"/>
          </a:xfrm>
          <a:custGeom xmlns:a="http://schemas.openxmlformats.org/drawingml/2006/main">
            <a:pathLst>
              <a:path w="494451" h="184561">
                <a:moveTo>
                  <a:pt x="10694" y="54324"/>
                </a:moveTo>
                <a:lnTo>
                  <a:pt x="12047" y="51038"/>
                </a:lnTo>
                <a:lnTo>
                  <a:pt x="7795" y="48009"/>
                </a:lnTo>
                <a:lnTo>
                  <a:pt x="7022" y="40405"/>
                </a:lnTo>
                <a:lnTo>
                  <a:pt x="0" y="36861"/>
                </a:lnTo>
                <a:lnTo>
                  <a:pt x="1739" y="29708"/>
                </a:lnTo>
                <a:lnTo>
                  <a:pt x="64" y="28676"/>
                </a:lnTo>
                <a:lnTo>
                  <a:pt x="17974" y="24294"/>
                </a:lnTo>
                <a:lnTo>
                  <a:pt x="26349" y="13082"/>
                </a:lnTo>
                <a:lnTo>
                  <a:pt x="38719" y="9344"/>
                </a:lnTo>
                <a:lnTo>
                  <a:pt x="47158" y="0"/>
                </a:lnTo>
                <a:lnTo>
                  <a:pt x="76793" y="10246"/>
                </a:lnTo>
                <a:lnTo>
                  <a:pt x="106621" y="24230"/>
                </a:lnTo>
                <a:lnTo>
                  <a:pt x="124789" y="27259"/>
                </a:lnTo>
                <a:lnTo>
                  <a:pt x="139799" y="35250"/>
                </a:lnTo>
                <a:lnTo>
                  <a:pt x="146113" y="41887"/>
                </a:lnTo>
                <a:lnTo>
                  <a:pt x="148625" y="49878"/>
                </a:lnTo>
                <a:lnTo>
                  <a:pt x="173364" y="60704"/>
                </a:lnTo>
                <a:lnTo>
                  <a:pt x="174975" y="57353"/>
                </a:lnTo>
                <a:lnTo>
                  <a:pt x="186571" y="58126"/>
                </a:lnTo>
                <a:lnTo>
                  <a:pt x="191081" y="67019"/>
                </a:lnTo>
                <a:lnTo>
                  <a:pt x="211374" y="65537"/>
                </a:lnTo>
                <a:lnTo>
                  <a:pt x="225547" y="67277"/>
                </a:lnTo>
                <a:lnTo>
                  <a:pt x="242491" y="60962"/>
                </a:lnTo>
                <a:lnTo>
                  <a:pt x="276120" y="58126"/>
                </a:lnTo>
                <a:lnTo>
                  <a:pt x="283722" y="54195"/>
                </a:lnTo>
                <a:lnTo>
                  <a:pt x="299312" y="57417"/>
                </a:lnTo>
                <a:lnTo>
                  <a:pt x="307752" y="63733"/>
                </a:lnTo>
                <a:lnTo>
                  <a:pt x="317415" y="62251"/>
                </a:lnTo>
                <a:lnTo>
                  <a:pt x="337709" y="67470"/>
                </a:lnTo>
                <a:lnTo>
                  <a:pt x="368632" y="65795"/>
                </a:lnTo>
                <a:lnTo>
                  <a:pt x="377394" y="62702"/>
                </a:lnTo>
                <a:lnTo>
                  <a:pt x="382161" y="57933"/>
                </a:lnTo>
                <a:lnTo>
                  <a:pt x="435182" y="56451"/>
                </a:lnTo>
                <a:lnTo>
                  <a:pt x="454766" y="65021"/>
                </a:lnTo>
                <a:lnTo>
                  <a:pt x="469004" y="80487"/>
                </a:lnTo>
                <a:lnTo>
                  <a:pt x="482791" y="112966"/>
                </a:lnTo>
                <a:lnTo>
                  <a:pt x="494451" y="156335"/>
                </a:lnTo>
                <a:lnTo>
                  <a:pt x="491681" y="160846"/>
                </a:lnTo>
                <a:lnTo>
                  <a:pt x="484079" y="163037"/>
                </a:lnTo>
                <a:lnTo>
                  <a:pt x="451288" y="154917"/>
                </a:lnTo>
                <a:lnTo>
                  <a:pt x="401746" y="154660"/>
                </a:lnTo>
                <a:lnTo>
                  <a:pt x="397494" y="163488"/>
                </a:lnTo>
                <a:lnTo>
                  <a:pt x="392791" y="159879"/>
                </a:lnTo>
                <a:lnTo>
                  <a:pt x="394273" y="155626"/>
                </a:lnTo>
                <a:lnTo>
                  <a:pt x="390665" y="154595"/>
                </a:lnTo>
                <a:lnTo>
                  <a:pt x="333779" y="154209"/>
                </a:lnTo>
                <a:lnTo>
                  <a:pt x="311102" y="165164"/>
                </a:lnTo>
                <a:lnTo>
                  <a:pt x="299505" y="158719"/>
                </a:lnTo>
                <a:lnTo>
                  <a:pt x="295640" y="163681"/>
                </a:lnTo>
                <a:lnTo>
                  <a:pt x="285590" y="167548"/>
                </a:lnTo>
                <a:lnTo>
                  <a:pt x="283400" y="164519"/>
                </a:lnTo>
                <a:lnTo>
                  <a:pt x="278954" y="165872"/>
                </a:lnTo>
                <a:lnTo>
                  <a:pt x="269033" y="173863"/>
                </a:lnTo>
                <a:lnTo>
                  <a:pt x="262397" y="175539"/>
                </a:lnTo>
                <a:lnTo>
                  <a:pt x="256599" y="173799"/>
                </a:lnTo>
                <a:lnTo>
                  <a:pt x="231216" y="182756"/>
                </a:lnTo>
                <a:lnTo>
                  <a:pt x="206478" y="184561"/>
                </a:lnTo>
                <a:lnTo>
                  <a:pt x="188246" y="163101"/>
                </a:lnTo>
                <a:lnTo>
                  <a:pt x="183865" y="149504"/>
                </a:lnTo>
                <a:lnTo>
                  <a:pt x="174524" y="143833"/>
                </a:lnTo>
                <a:lnTo>
                  <a:pt x="155261" y="145251"/>
                </a:lnTo>
                <a:lnTo>
                  <a:pt x="143536" y="123148"/>
                </a:lnTo>
                <a:lnTo>
                  <a:pt x="144760" y="116961"/>
                </a:lnTo>
                <a:lnTo>
                  <a:pt x="141925" y="118121"/>
                </a:lnTo>
                <a:lnTo>
                  <a:pt x="130716" y="110259"/>
                </a:lnTo>
                <a:lnTo>
                  <a:pt x="117766" y="109164"/>
                </a:lnTo>
                <a:lnTo>
                  <a:pt x="113128" y="104395"/>
                </a:lnTo>
                <a:lnTo>
                  <a:pt x="94832" y="99111"/>
                </a:lnTo>
                <a:lnTo>
                  <a:pt x="80916" y="89058"/>
                </a:lnTo>
                <a:lnTo>
                  <a:pt x="76793" y="87512"/>
                </a:lnTo>
                <a:lnTo>
                  <a:pt x="77695" y="90025"/>
                </a:lnTo>
                <a:lnTo>
                  <a:pt x="73056" y="89445"/>
                </a:lnTo>
                <a:lnTo>
                  <a:pt x="67903" y="83194"/>
                </a:lnTo>
                <a:lnTo>
                  <a:pt x="51732" y="80165"/>
                </a:lnTo>
                <a:lnTo>
                  <a:pt x="46900" y="70048"/>
                </a:lnTo>
                <a:lnTo>
                  <a:pt x="37108" y="68308"/>
                </a:lnTo>
                <a:lnTo>
                  <a:pt x="33436" y="71530"/>
                </a:lnTo>
                <a:lnTo>
                  <a:pt x="27509" y="70370"/>
                </a:lnTo>
                <a:lnTo>
                  <a:pt x="15333" y="57611"/>
                </a:lnTo>
                <a:lnTo>
                  <a:pt x="12820" y="58706"/>
                </a:lnTo>
                <a:lnTo>
                  <a:pt x="13980" y="54453"/>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341CE385-52EC-438A-869A-E36AE7A1A095}"/>
              </a:ext>
            </a:extLst>
          </p:cNvPr>
          <p:cNvSpPr>
            <a:spLocks xmlns:a="http://schemas.openxmlformats.org/drawingml/2006/main" noGrp="1"/>
          </p:cNvSpPr>
          <p:nvPr/>
        </p:nvSpPr>
        <p:spPr>
          <a:xfrm xmlns:a="http://schemas.openxmlformats.org/drawingml/2006/main">
            <a:off x="3466681" y="4485659"/>
            <a:ext cx="140566" cy="165799"/>
          </a:xfrm>
          <a:custGeom xmlns:a="http://schemas.openxmlformats.org/drawingml/2006/main">
            <a:pathLst>
              <a:path w="104624" h="123406">
                <a:moveTo>
                  <a:pt x="35691" y="10504"/>
                </a:moveTo>
                <a:lnTo>
                  <a:pt x="41038" y="18237"/>
                </a:lnTo>
                <a:lnTo>
                  <a:pt x="44710" y="14370"/>
                </a:lnTo>
                <a:lnTo>
                  <a:pt x="51603" y="14628"/>
                </a:lnTo>
                <a:lnTo>
                  <a:pt x="55082" y="12115"/>
                </a:lnTo>
                <a:lnTo>
                  <a:pt x="51281" y="8764"/>
                </a:lnTo>
                <a:lnTo>
                  <a:pt x="50379" y="10568"/>
                </a:lnTo>
                <a:lnTo>
                  <a:pt x="52634" y="6444"/>
                </a:lnTo>
                <a:lnTo>
                  <a:pt x="94252" y="1160"/>
                </a:lnTo>
                <a:lnTo>
                  <a:pt x="97860" y="3738"/>
                </a:lnTo>
                <a:lnTo>
                  <a:pt x="97860" y="9344"/>
                </a:lnTo>
                <a:lnTo>
                  <a:pt x="91417" y="19912"/>
                </a:lnTo>
                <a:lnTo>
                  <a:pt x="75376" y="25970"/>
                </a:lnTo>
                <a:lnTo>
                  <a:pt x="76213" y="22490"/>
                </a:lnTo>
                <a:lnTo>
                  <a:pt x="70351" y="21781"/>
                </a:lnTo>
                <a:lnTo>
                  <a:pt x="66099" y="26034"/>
                </a:lnTo>
                <a:lnTo>
                  <a:pt x="64746" y="32414"/>
                </a:lnTo>
                <a:lnTo>
                  <a:pt x="70673" y="44722"/>
                </a:lnTo>
                <a:lnTo>
                  <a:pt x="77630" y="44787"/>
                </a:lnTo>
                <a:lnTo>
                  <a:pt x="79048" y="42338"/>
                </a:lnTo>
                <a:lnTo>
                  <a:pt x="76793" y="40791"/>
                </a:lnTo>
                <a:lnTo>
                  <a:pt x="81754" y="42531"/>
                </a:lnTo>
                <a:lnTo>
                  <a:pt x="84717" y="57224"/>
                </a:lnTo>
                <a:lnTo>
                  <a:pt x="97537" y="68179"/>
                </a:lnTo>
                <a:lnTo>
                  <a:pt x="100114" y="75074"/>
                </a:lnTo>
                <a:lnTo>
                  <a:pt x="104366" y="78039"/>
                </a:lnTo>
                <a:lnTo>
                  <a:pt x="104624" y="82227"/>
                </a:lnTo>
                <a:lnTo>
                  <a:pt x="101725" y="79521"/>
                </a:lnTo>
                <a:lnTo>
                  <a:pt x="97344" y="81454"/>
                </a:lnTo>
                <a:lnTo>
                  <a:pt x="94638" y="89252"/>
                </a:lnTo>
                <a:lnTo>
                  <a:pt x="98310" y="92216"/>
                </a:lnTo>
                <a:lnTo>
                  <a:pt x="89033" y="96147"/>
                </a:lnTo>
                <a:lnTo>
                  <a:pt x="91159" y="94342"/>
                </a:lnTo>
                <a:lnTo>
                  <a:pt x="84073" y="90863"/>
                </a:lnTo>
                <a:lnTo>
                  <a:pt x="79499" y="83967"/>
                </a:lnTo>
                <a:lnTo>
                  <a:pt x="68289" y="75268"/>
                </a:lnTo>
                <a:lnTo>
                  <a:pt x="60107" y="63539"/>
                </a:lnTo>
                <a:lnTo>
                  <a:pt x="52312" y="75139"/>
                </a:lnTo>
                <a:lnTo>
                  <a:pt x="54180" y="86738"/>
                </a:lnTo>
                <a:lnTo>
                  <a:pt x="54116" y="82872"/>
                </a:lnTo>
                <a:lnTo>
                  <a:pt x="48898" y="83774"/>
                </a:lnTo>
                <a:lnTo>
                  <a:pt x="51281" y="96533"/>
                </a:lnTo>
                <a:lnTo>
                  <a:pt x="53600" y="97307"/>
                </a:lnTo>
                <a:lnTo>
                  <a:pt x="54438" y="94987"/>
                </a:lnTo>
                <a:lnTo>
                  <a:pt x="55147" y="105813"/>
                </a:lnTo>
                <a:lnTo>
                  <a:pt x="52248" y="105169"/>
                </a:lnTo>
                <a:lnTo>
                  <a:pt x="51539" y="111806"/>
                </a:lnTo>
                <a:lnTo>
                  <a:pt x="54116" y="114641"/>
                </a:lnTo>
                <a:lnTo>
                  <a:pt x="57401" y="113417"/>
                </a:lnTo>
                <a:lnTo>
                  <a:pt x="58239" y="118444"/>
                </a:lnTo>
                <a:lnTo>
                  <a:pt x="54180" y="123406"/>
                </a:lnTo>
                <a:lnTo>
                  <a:pt x="45934" y="114899"/>
                </a:lnTo>
                <a:lnTo>
                  <a:pt x="39621" y="113288"/>
                </a:lnTo>
                <a:lnTo>
                  <a:pt x="32276" y="100658"/>
                </a:lnTo>
                <a:lnTo>
                  <a:pt x="0" y="66633"/>
                </a:lnTo>
                <a:lnTo>
                  <a:pt x="7538" y="59931"/>
                </a:lnTo>
                <a:lnTo>
                  <a:pt x="15268" y="58255"/>
                </a:lnTo>
                <a:lnTo>
                  <a:pt x="19585" y="59866"/>
                </a:lnTo>
                <a:lnTo>
                  <a:pt x="17459" y="60317"/>
                </a:lnTo>
                <a:lnTo>
                  <a:pt x="20680" y="63217"/>
                </a:lnTo>
                <a:lnTo>
                  <a:pt x="23579" y="63282"/>
                </a:lnTo>
                <a:lnTo>
                  <a:pt x="23064" y="61284"/>
                </a:lnTo>
                <a:lnTo>
                  <a:pt x="27380" y="65666"/>
                </a:lnTo>
                <a:lnTo>
                  <a:pt x="34982" y="66955"/>
                </a:lnTo>
                <a:lnTo>
                  <a:pt x="33307" y="70950"/>
                </a:lnTo>
                <a:lnTo>
                  <a:pt x="45419" y="77588"/>
                </a:lnTo>
                <a:lnTo>
                  <a:pt x="47673" y="73979"/>
                </a:lnTo>
                <a:lnTo>
                  <a:pt x="42842" y="70112"/>
                </a:lnTo>
                <a:lnTo>
                  <a:pt x="51732" y="74430"/>
                </a:lnTo>
                <a:lnTo>
                  <a:pt x="58690" y="63088"/>
                </a:lnTo>
                <a:lnTo>
                  <a:pt x="57401" y="57353"/>
                </a:lnTo>
                <a:lnTo>
                  <a:pt x="59592" y="53873"/>
                </a:lnTo>
                <a:lnTo>
                  <a:pt x="57015" y="49878"/>
                </a:lnTo>
                <a:lnTo>
                  <a:pt x="54889" y="51489"/>
                </a:lnTo>
                <a:lnTo>
                  <a:pt x="45483" y="43434"/>
                </a:lnTo>
                <a:lnTo>
                  <a:pt x="50959" y="38536"/>
                </a:lnTo>
                <a:lnTo>
                  <a:pt x="54696" y="41629"/>
                </a:lnTo>
                <a:lnTo>
                  <a:pt x="58303" y="40276"/>
                </a:lnTo>
                <a:lnTo>
                  <a:pt x="57788" y="29708"/>
                </a:lnTo>
                <a:lnTo>
                  <a:pt x="45548" y="30223"/>
                </a:lnTo>
                <a:lnTo>
                  <a:pt x="43937" y="21652"/>
                </a:lnTo>
                <a:lnTo>
                  <a:pt x="31890" y="37569"/>
                </a:lnTo>
                <a:lnTo>
                  <a:pt x="23321" y="38665"/>
                </a:lnTo>
                <a:lnTo>
                  <a:pt x="24417" y="33574"/>
                </a:lnTo>
                <a:lnTo>
                  <a:pt x="37366" y="28612"/>
                </a:lnTo>
                <a:lnTo>
                  <a:pt x="40265" y="19204"/>
                </a:lnTo>
                <a:lnTo>
                  <a:pt x="32534" y="10633"/>
                </a:lnTo>
                <a:lnTo>
                  <a:pt x="30086" y="13919"/>
                </a:lnTo>
                <a:lnTo>
                  <a:pt x="31632" y="15079"/>
                </a:lnTo>
                <a:lnTo>
                  <a:pt x="27316" y="14564"/>
                </a:lnTo>
                <a:lnTo>
                  <a:pt x="15075" y="2449"/>
                </a:lnTo>
                <a:lnTo>
                  <a:pt x="17394" y="0"/>
                </a:lnTo>
                <a:lnTo>
                  <a:pt x="34145" y="5155"/>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B48B1049-B0C9-4D4A-B8D3-0F70FD00F9FF}"/>
              </a:ext>
            </a:extLst>
          </p:cNvPr>
          <p:cNvSpPr>
            <a:spLocks xmlns:a="http://schemas.openxmlformats.org/drawingml/2006/main" noGrp="1"/>
          </p:cNvSpPr>
          <p:nvPr/>
        </p:nvSpPr>
        <p:spPr>
          <a:xfrm xmlns:a="http://schemas.openxmlformats.org/drawingml/2006/main">
            <a:off x="3480184" y="4372932"/>
            <a:ext cx="92268" cy="67445"/>
          </a:xfrm>
          <a:custGeom xmlns:a="http://schemas.openxmlformats.org/drawingml/2006/main">
            <a:pathLst>
              <a:path w="68676" h="50200">
                <a:moveTo>
                  <a:pt x="68676" y="29901"/>
                </a:moveTo>
                <a:lnTo>
                  <a:pt x="67194" y="38665"/>
                </a:lnTo>
                <a:lnTo>
                  <a:pt x="60172" y="42982"/>
                </a:lnTo>
                <a:lnTo>
                  <a:pt x="35497" y="32285"/>
                </a:lnTo>
                <a:lnTo>
                  <a:pt x="27767" y="34927"/>
                </a:lnTo>
                <a:lnTo>
                  <a:pt x="8375" y="50200"/>
                </a:lnTo>
                <a:lnTo>
                  <a:pt x="2963" y="50007"/>
                </a:lnTo>
                <a:lnTo>
                  <a:pt x="0" y="45625"/>
                </a:lnTo>
                <a:lnTo>
                  <a:pt x="3028" y="36989"/>
                </a:lnTo>
                <a:lnTo>
                  <a:pt x="29313" y="19268"/>
                </a:lnTo>
                <a:lnTo>
                  <a:pt x="47416" y="0"/>
                </a:lnTo>
                <a:lnTo>
                  <a:pt x="53729" y="2127"/>
                </a:lnTo>
                <a:lnTo>
                  <a:pt x="61009" y="9537"/>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1665D50A-E61B-4A39-9097-C5F94B84F3A7}"/>
              </a:ext>
            </a:extLst>
          </p:cNvPr>
          <p:cNvSpPr>
            <a:spLocks xmlns:a="http://schemas.openxmlformats.org/drawingml/2006/main" noGrp="1"/>
          </p:cNvSpPr>
          <p:nvPr/>
        </p:nvSpPr>
        <p:spPr>
          <a:xfrm xmlns:a="http://schemas.openxmlformats.org/drawingml/2006/main">
            <a:off x="3398735" y="4465918"/>
            <a:ext cx="45788" cy="62857"/>
          </a:xfrm>
          <a:custGeom xmlns:a="http://schemas.openxmlformats.org/drawingml/2006/main">
            <a:pathLst>
              <a:path w="34080" h="46785">
                <a:moveTo>
                  <a:pt x="34080" y="39052"/>
                </a:moveTo>
                <a:lnTo>
                  <a:pt x="32598" y="45496"/>
                </a:lnTo>
                <a:lnTo>
                  <a:pt x="28991" y="46785"/>
                </a:lnTo>
                <a:lnTo>
                  <a:pt x="11790" y="37054"/>
                </a:lnTo>
                <a:lnTo>
                  <a:pt x="0" y="12115"/>
                </a:lnTo>
                <a:lnTo>
                  <a:pt x="4123" y="0"/>
                </a:lnTo>
                <a:lnTo>
                  <a:pt x="15526" y="3480"/>
                </a:lnTo>
                <a:lnTo>
                  <a:pt x="25705" y="16497"/>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66128728-9965-4BF5-844D-A9917A896594}"/>
              </a:ext>
            </a:extLst>
          </p:cNvPr>
          <p:cNvSpPr>
            <a:spLocks xmlns:a="http://schemas.openxmlformats.org/drawingml/2006/main" noGrp="1"/>
          </p:cNvSpPr>
          <p:nvPr/>
        </p:nvSpPr>
        <p:spPr>
          <a:xfrm xmlns:a="http://schemas.openxmlformats.org/drawingml/2006/main">
            <a:off x="3595042" y="4546870"/>
            <a:ext cx="41200" cy="40086"/>
          </a:xfrm>
          <a:custGeom xmlns:a="http://schemas.openxmlformats.org/drawingml/2006/main">
            <a:pathLst>
              <a:path w="30666" h="29836">
                <a:moveTo>
                  <a:pt x="16750" y="7411"/>
                </a:moveTo>
                <a:lnTo>
                  <a:pt x="21904" y="5606"/>
                </a:lnTo>
                <a:lnTo>
                  <a:pt x="18425" y="2964"/>
                </a:lnTo>
                <a:lnTo>
                  <a:pt x="21324" y="4704"/>
                </a:lnTo>
                <a:lnTo>
                  <a:pt x="28926" y="16690"/>
                </a:lnTo>
                <a:lnTo>
                  <a:pt x="30666" y="22812"/>
                </a:lnTo>
                <a:lnTo>
                  <a:pt x="25641" y="29836"/>
                </a:lnTo>
                <a:lnTo>
                  <a:pt x="22033" y="28419"/>
                </a:lnTo>
                <a:lnTo>
                  <a:pt x="25512" y="29579"/>
                </a:lnTo>
                <a:lnTo>
                  <a:pt x="29442" y="24423"/>
                </a:lnTo>
                <a:lnTo>
                  <a:pt x="28475" y="25841"/>
                </a:lnTo>
                <a:lnTo>
                  <a:pt x="15591" y="20106"/>
                </a:lnTo>
                <a:lnTo>
                  <a:pt x="15591" y="18301"/>
                </a:lnTo>
                <a:lnTo>
                  <a:pt x="16686" y="21975"/>
                </a:lnTo>
                <a:lnTo>
                  <a:pt x="10437" y="13146"/>
                </a:lnTo>
                <a:lnTo>
                  <a:pt x="13851" y="13984"/>
                </a:lnTo>
                <a:lnTo>
                  <a:pt x="15397" y="11084"/>
                </a:lnTo>
                <a:lnTo>
                  <a:pt x="10115" y="9537"/>
                </a:lnTo>
                <a:lnTo>
                  <a:pt x="7666" y="12953"/>
                </a:lnTo>
                <a:lnTo>
                  <a:pt x="0" y="3931"/>
                </a:lnTo>
                <a:lnTo>
                  <a:pt x="773" y="580"/>
                </a:lnTo>
                <a:lnTo>
                  <a:pt x="7022" y="0"/>
                </a:lnTo>
                <a:lnTo>
                  <a:pt x="7344" y="2320"/>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0D1E5B88-C865-48C7-B45E-67B2C28B5F49}"/>
              </a:ext>
            </a:extLst>
          </p:cNvPr>
          <p:cNvSpPr>
            <a:spLocks xmlns:a="http://schemas.openxmlformats.org/drawingml/2006/main" noGrp="1"/>
          </p:cNvSpPr>
          <p:nvPr/>
        </p:nvSpPr>
        <p:spPr>
          <a:xfrm xmlns:a="http://schemas.openxmlformats.org/drawingml/2006/main">
            <a:off x="3382376" y="4632237"/>
            <a:ext cx="27784" cy="28138"/>
          </a:xfrm>
          <a:custGeom xmlns:a="http://schemas.openxmlformats.org/drawingml/2006/main">
            <a:pathLst>
              <a:path w="20680" h="20943">
                <a:moveTo>
                  <a:pt x="9986" y="0"/>
                </a:moveTo>
                <a:lnTo>
                  <a:pt x="18296" y="5091"/>
                </a:lnTo>
                <a:lnTo>
                  <a:pt x="20680" y="9924"/>
                </a:lnTo>
                <a:lnTo>
                  <a:pt x="19392" y="7475"/>
                </a:lnTo>
                <a:lnTo>
                  <a:pt x="16557" y="8442"/>
                </a:lnTo>
                <a:lnTo>
                  <a:pt x="11016" y="18044"/>
                </a:lnTo>
                <a:lnTo>
                  <a:pt x="13336" y="19526"/>
                </a:lnTo>
                <a:lnTo>
                  <a:pt x="5798" y="20943"/>
                </a:lnTo>
                <a:lnTo>
                  <a:pt x="0" y="13533"/>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20CBE9F0-E4C0-4B6B-89D3-4EB92000F769}"/>
              </a:ext>
            </a:extLst>
          </p:cNvPr>
          <p:cNvSpPr>
            <a:spLocks xmlns:a="http://schemas.openxmlformats.org/drawingml/2006/main" noGrp="1"/>
          </p:cNvSpPr>
          <p:nvPr/>
        </p:nvSpPr>
        <p:spPr>
          <a:xfrm xmlns:a="http://schemas.openxmlformats.org/drawingml/2006/main">
            <a:off x="3367229" y="4619510"/>
            <a:ext cx="17398" cy="19827"/>
          </a:xfrm>
          <a:custGeom xmlns:a="http://schemas.openxmlformats.org/drawingml/2006/main">
            <a:pathLst>
              <a:path w="12949" h="14757">
                <a:moveTo>
                  <a:pt x="2770" y="0"/>
                </a:moveTo>
                <a:lnTo>
                  <a:pt x="9535" y="1547"/>
                </a:lnTo>
                <a:lnTo>
                  <a:pt x="12949" y="5091"/>
                </a:lnTo>
                <a:lnTo>
                  <a:pt x="5476" y="14757"/>
                </a:lnTo>
                <a:lnTo>
                  <a:pt x="580" y="9602"/>
                </a:lnTo>
                <a:lnTo>
                  <a:pt x="0" y="3222"/>
                </a:lnTo>
                <a:lnTo>
                  <a:pt x="451" y="5349"/>
                </a:lnTo>
                <a:lnTo>
                  <a:pt x="2770" y="3415"/>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8ABE34C5-1FAD-48AF-ADC8-ADF7EE14D237}"/>
              </a:ext>
            </a:extLst>
          </p:cNvPr>
          <p:cNvSpPr>
            <a:spLocks xmlns:a="http://schemas.openxmlformats.org/drawingml/2006/main" noGrp="1"/>
          </p:cNvSpPr>
          <p:nvPr/>
        </p:nvSpPr>
        <p:spPr>
          <a:xfrm xmlns:a="http://schemas.openxmlformats.org/drawingml/2006/main">
            <a:off x="3591840" y="2579181"/>
            <a:ext cx="130006" cy="150388"/>
          </a:xfrm>
          <a:custGeom xmlns:a="http://schemas.openxmlformats.org/drawingml/2006/main">
            <a:pathLst>
              <a:path w="96764" h="111935">
                <a:moveTo>
                  <a:pt x="94896" y="81583"/>
                </a:moveTo>
                <a:lnTo>
                  <a:pt x="96764" y="89380"/>
                </a:lnTo>
                <a:lnTo>
                  <a:pt x="94187" y="95180"/>
                </a:lnTo>
                <a:lnTo>
                  <a:pt x="76535" y="109100"/>
                </a:lnTo>
                <a:lnTo>
                  <a:pt x="63328" y="111935"/>
                </a:lnTo>
                <a:lnTo>
                  <a:pt x="51539" y="107746"/>
                </a:lnTo>
                <a:lnTo>
                  <a:pt x="38783" y="93698"/>
                </a:lnTo>
                <a:lnTo>
                  <a:pt x="26349" y="71466"/>
                </a:lnTo>
                <a:lnTo>
                  <a:pt x="14689" y="62702"/>
                </a:lnTo>
                <a:lnTo>
                  <a:pt x="13593" y="43949"/>
                </a:lnTo>
                <a:lnTo>
                  <a:pt x="1353" y="19461"/>
                </a:lnTo>
                <a:lnTo>
                  <a:pt x="0" y="8506"/>
                </a:lnTo>
                <a:lnTo>
                  <a:pt x="17652" y="0"/>
                </a:lnTo>
                <a:lnTo>
                  <a:pt x="25061" y="1353"/>
                </a:lnTo>
                <a:lnTo>
                  <a:pt x="56242" y="34476"/>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BBC80529-FA89-46EF-88B8-20F408D2724F}"/>
              </a:ext>
            </a:extLst>
          </p:cNvPr>
          <p:cNvSpPr>
            <a:spLocks xmlns:a="http://schemas.openxmlformats.org/drawingml/2006/main" noGrp="1"/>
          </p:cNvSpPr>
          <p:nvPr/>
        </p:nvSpPr>
        <p:spPr>
          <a:xfrm xmlns:a="http://schemas.openxmlformats.org/drawingml/2006/main">
            <a:off x="4902894" y="2684375"/>
            <a:ext cx="686730" cy="891681"/>
          </a:xfrm>
          <a:custGeom xmlns:a="http://schemas.openxmlformats.org/drawingml/2006/main">
            <a:pathLst>
              <a:path w="511137" h="663683">
                <a:moveTo>
                  <a:pt x="289778" y="53164"/>
                </a:moveTo>
                <a:lnTo>
                  <a:pt x="294609" y="59480"/>
                </a:lnTo>
                <a:lnTo>
                  <a:pt x="300730" y="56193"/>
                </a:lnTo>
                <a:lnTo>
                  <a:pt x="316707" y="57804"/>
                </a:lnTo>
                <a:lnTo>
                  <a:pt x="351367" y="69661"/>
                </a:lnTo>
                <a:lnTo>
                  <a:pt x="364767" y="76299"/>
                </a:lnTo>
                <a:lnTo>
                  <a:pt x="365153" y="78619"/>
                </a:lnTo>
                <a:lnTo>
                  <a:pt x="367150" y="77330"/>
                </a:lnTo>
                <a:lnTo>
                  <a:pt x="391245" y="86803"/>
                </a:lnTo>
                <a:lnTo>
                  <a:pt x="409734" y="98273"/>
                </a:lnTo>
                <a:lnTo>
                  <a:pt x="442848" y="128561"/>
                </a:lnTo>
                <a:lnTo>
                  <a:pt x="460049" y="139000"/>
                </a:lnTo>
                <a:lnTo>
                  <a:pt x="489555" y="196031"/>
                </a:lnTo>
                <a:lnTo>
                  <a:pt x="489491" y="203571"/>
                </a:lnTo>
                <a:lnTo>
                  <a:pt x="479892" y="213108"/>
                </a:lnTo>
                <a:lnTo>
                  <a:pt x="480729" y="215106"/>
                </a:lnTo>
                <a:lnTo>
                  <a:pt x="499090" y="221034"/>
                </a:lnTo>
                <a:lnTo>
                  <a:pt x="509784" y="236049"/>
                </a:lnTo>
                <a:lnTo>
                  <a:pt x="511137" y="262535"/>
                </a:lnTo>
                <a:lnTo>
                  <a:pt x="506241" y="285734"/>
                </a:lnTo>
                <a:lnTo>
                  <a:pt x="494774" y="310350"/>
                </a:lnTo>
                <a:lnTo>
                  <a:pt x="466105" y="357135"/>
                </a:lnTo>
                <a:lnTo>
                  <a:pt x="453736" y="382847"/>
                </a:lnTo>
                <a:lnTo>
                  <a:pt x="432154" y="444195"/>
                </a:lnTo>
                <a:lnTo>
                  <a:pt x="421975" y="499293"/>
                </a:lnTo>
                <a:lnTo>
                  <a:pt x="422361" y="530354"/>
                </a:lnTo>
                <a:lnTo>
                  <a:pt x="427837" y="552522"/>
                </a:lnTo>
                <a:lnTo>
                  <a:pt x="451223" y="596342"/>
                </a:lnTo>
                <a:lnTo>
                  <a:pt x="483048" y="644673"/>
                </a:lnTo>
                <a:lnTo>
                  <a:pt x="482533" y="655564"/>
                </a:lnTo>
                <a:lnTo>
                  <a:pt x="473643" y="663425"/>
                </a:lnTo>
                <a:lnTo>
                  <a:pt x="465976" y="663683"/>
                </a:lnTo>
                <a:lnTo>
                  <a:pt x="460049" y="660654"/>
                </a:lnTo>
                <a:lnTo>
                  <a:pt x="150751" y="397926"/>
                </a:lnTo>
                <a:lnTo>
                  <a:pt x="80401" y="334000"/>
                </a:lnTo>
                <a:lnTo>
                  <a:pt x="56177" y="297784"/>
                </a:lnTo>
                <a:lnTo>
                  <a:pt x="46643" y="274263"/>
                </a:lnTo>
                <a:lnTo>
                  <a:pt x="41489" y="253449"/>
                </a:lnTo>
                <a:lnTo>
                  <a:pt x="47802" y="248422"/>
                </a:lnTo>
                <a:lnTo>
                  <a:pt x="101918" y="249969"/>
                </a:lnTo>
                <a:lnTo>
                  <a:pt x="115254" y="246811"/>
                </a:lnTo>
                <a:lnTo>
                  <a:pt x="125111" y="241140"/>
                </a:lnTo>
                <a:lnTo>
                  <a:pt x="132326" y="231023"/>
                </a:lnTo>
                <a:lnTo>
                  <a:pt x="131617" y="224063"/>
                </a:lnTo>
                <a:lnTo>
                  <a:pt x="125046" y="217748"/>
                </a:lnTo>
                <a:lnTo>
                  <a:pt x="123951" y="209048"/>
                </a:lnTo>
                <a:lnTo>
                  <a:pt x="135805" y="187911"/>
                </a:lnTo>
                <a:lnTo>
                  <a:pt x="125948" y="183336"/>
                </a:lnTo>
                <a:lnTo>
                  <a:pt x="115125" y="184367"/>
                </a:lnTo>
                <a:lnTo>
                  <a:pt x="99857" y="200091"/>
                </a:lnTo>
                <a:lnTo>
                  <a:pt x="85812" y="205762"/>
                </a:lnTo>
                <a:lnTo>
                  <a:pt x="33951" y="203377"/>
                </a:lnTo>
                <a:lnTo>
                  <a:pt x="25705" y="198609"/>
                </a:lnTo>
                <a:lnTo>
                  <a:pt x="20229" y="191714"/>
                </a:lnTo>
                <a:lnTo>
                  <a:pt x="1160" y="140998"/>
                </a:lnTo>
                <a:lnTo>
                  <a:pt x="0" y="116575"/>
                </a:lnTo>
                <a:lnTo>
                  <a:pt x="10759" y="94278"/>
                </a:lnTo>
                <a:lnTo>
                  <a:pt x="78404" y="33252"/>
                </a:lnTo>
                <a:lnTo>
                  <a:pt x="99148" y="22103"/>
                </a:lnTo>
                <a:lnTo>
                  <a:pt x="176070" y="709"/>
                </a:lnTo>
                <a:lnTo>
                  <a:pt x="201517" y="0"/>
                </a:lnTo>
                <a:lnTo>
                  <a:pt x="223163" y="6251"/>
                </a:lnTo>
                <a:lnTo>
                  <a:pt x="242813" y="35572"/>
                </a:lnTo>
                <a:lnTo>
                  <a:pt x="286621" y="43820"/>
                </a:lnTo>
                <a:lnTo>
                  <a:pt x="291453" y="47687"/>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2D845C43-713F-437D-8BFE-3F2547EAA8F8}"/>
              </a:ext>
            </a:extLst>
          </p:cNvPr>
          <p:cNvSpPr>
            <a:spLocks xmlns:a="http://schemas.openxmlformats.org/drawingml/2006/main" noGrp="1"/>
          </p:cNvSpPr>
          <p:nvPr/>
        </p:nvSpPr>
        <p:spPr>
          <a:xfrm xmlns:a="http://schemas.openxmlformats.org/drawingml/2006/main">
            <a:off x="4339938" y="2964546"/>
            <a:ext cx="90537" cy="83636"/>
          </a:xfrm>
          <a:custGeom xmlns:a="http://schemas.openxmlformats.org/drawingml/2006/main">
            <a:pathLst>
              <a:path w="67387" h="62251">
                <a:moveTo>
                  <a:pt x="19069" y="3931"/>
                </a:moveTo>
                <a:lnTo>
                  <a:pt x="35433" y="25519"/>
                </a:lnTo>
                <a:lnTo>
                  <a:pt x="61267" y="33832"/>
                </a:lnTo>
                <a:lnTo>
                  <a:pt x="67387" y="56322"/>
                </a:lnTo>
                <a:lnTo>
                  <a:pt x="64746" y="61864"/>
                </a:lnTo>
                <a:lnTo>
                  <a:pt x="61267" y="62251"/>
                </a:lnTo>
                <a:lnTo>
                  <a:pt x="52892" y="55098"/>
                </a:lnTo>
                <a:lnTo>
                  <a:pt x="4896" y="8249"/>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7EA9EA96-EA80-472C-93BB-E8D18D1C84C0}"/>
              </a:ext>
            </a:extLst>
          </p:cNvPr>
          <p:cNvSpPr>
            <a:spLocks xmlns:a="http://schemas.openxmlformats.org/drawingml/2006/main" noGrp="1"/>
          </p:cNvSpPr>
          <p:nvPr/>
        </p:nvSpPr>
        <p:spPr>
          <a:xfrm xmlns:a="http://schemas.openxmlformats.org/drawingml/2006/main">
            <a:off x="2726460" y="4617952"/>
            <a:ext cx="208598" cy="250474"/>
          </a:xfrm>
          <a:custGeom xmlns:a="http://schemas.openxmlformats.org/drawingml/2006/main">
            <a:pathLst>
              <a:path w="155261" h="186429">
                <a:moveTo>
                  <a:pt x="15140" y="26937"/>
                </a:moveTo>
                <a:lnTo>
                  <a:pt x="24932" y="28097"/>
                </a:lnTo>
                <a:lnTo>
                  <a:pt x="21711" y="34863"/>
                </a:lnTo>
                <a:lnTo>
                  <a:pt x="24868" y="46205"/>
                </a:lnTo>
                <a:lnTo>
                  <a:pt x="20551" y="47493"/>
                </a:lnTo>
                <a:lnTo>
                  <a:pt x="27509" y="45367"/>
                </a:lnTo>
                <a:lnTo>
                  <a:pt x="28669" y="47365"/>
                </a:lnTo>
                <a:lnTo>
                  <a:pt x="31374" y="43885"/>
                </a:lnTo>
                <a:lnTo>
                  <a:pt x="33887" y="47042"/>
                </a:lnTo>
                <a:lnTo>
                  <a:pt x="30601" y="55677"/>
                </a:lnTo>
                <a:lnTo>
                  <a:pt x="34531" y="58255"/>
                </a:lnTo>
                <a:lnTo>
                  <a:pt x="25705" y="63475"/>
                </a:lnTo>
                <a:lnTo>
                  <a:pt x="20616" y="59866"/>
                </a:lnTo>
                <a:lnTo>
                  <a:pt x="19134" y="61091"/>
                </a:lnTo>
                <a:lnTo>
                  <a:pt x="25318" y="64055"/>
                </a:lnTo>
                <a:lnTo>
                  <a:pt x="35948" y="59866"/>
                </a:lnTo>
                <a:lnTo>
                  <a:pt x="31310" y="64119"/>
                </a:lnTo>
                <a:lnTo>
                  <a:pt x="37301" y="63282"/>
                </a:lnTo>
                <a:lnTo>
                  <a:pt x="35884" y="71595"/>
                </a:lnTo>
                <a:lnTo>
                  <a:pt x="38203" y="65215"/>
                </a:lnTo>
                <a:lnTo>
                  <a:pt x="53536" y="58513"/>
                </a:lnTo>
                <a:lnTo>
                  <a:pt x="61976" y="57675"/>
                </a:lnTo>
                <a:lnTo>
                  <a:pt x="79692" y="62186"/>
                </a:lnTo>
                <a:lnTo>
                  <a:pt x="100630" y="51231"/>
                </a:lnTo>
                <a:lnTo>
                  <a:pt x="113643" y="47365"/>
                </a:lnTo>
                <a:lnTo>
                  <a:pt x="113643" y="44722"/>
                </a:lnTo>
                <a:lnTo>
                  <a:pt x="146693" y="44207"/>
                </a:lnTo>
                <a:lnTo>
                  <a:pt x="153844" y="73721"/>
                </a:lnTo>
                <a:lnTo>
                  <a:pt x="155261" y="99498"/>
                </a:lnTo>
                <a:lnTo>
                  <a:pt x="152684" y="109744"/>
                </a:lnTo>
                <a:lnTo>
                  <a:pt x="144051" y="120312"/>
                </a:lnTo>
                <a:lnTo>
                  <a:pt x="119506" y="133716"/>
                </a:lnTo>
                <a:lnTo>
                  <a:pt x="113837" y="160717"/>
                </a:lnTo>
                <a:lnTo>
                  <a:pt x="99277" y="174894"/>
                </a:lnTo>
                <a:lnTo>
                  <a:pt x="86006" y="183658"/>
                </a:lnTo>
                <a:lnTo>
                  <a:pt x="71446" y="186429"/>
                </a:lnTo>
                <a:lnTo>
                  <a:pt x="57079" y="181725"/>
                </a:lnTo>
                <a:lnTo>
                  <a:pt x="19005" y="143318"/>
                </a:lnTo>
                <a:lnTo>
                  <a:pt x="18490" y="135134"/>
                </a:lnTo>
                <a:lnTo>
                  <a:pt x="35304" y="114319"/>
                </a:lnTo>
                <a:lnTo>
                  <a:pt x="39363" y="101109"/>
                </a:lnTo>
                <a:lnTo>
                  <a:pt x="36335" y="86223"/>
                </a:lnTo>
                <a:lnTo>
                  <a:pt x="33243" y="91185"/>
                </a:lnTo>
                <a:lnTo>
                  <a:pt x="31825" y="86158"/>
                </a:lnTo>
                <a:lnTo>
                  <a:pt x="25254" y="84290"/>
                </a:lnTo>
                <a:lnTo>
                  <a:pt x="31890" y="87189"/>
                </a:lnTo>
                <a:lnTo>
                  <a:pt x="32212" y="92602"/>
                </a:lnTo>
                <a:lnTo>
                  <a:pt x="25705" y="98596"/>
                </a:lnTo>
                <a:lnTo>
                  <a:pt x="21002" y="92023"/>
                </a:lnTo>
                <a:lnTo>
                  <a:pt x="19649" y="97564"/>
                </a:lnTo>
                <a:lnTo>
                  <a:pt x="12885" y="104460"/>
                </a:lnTo>
                <a:lnTo>
                  <a:pt x="4896" y="91056"/>
                </a:lnTo>
                <a:lnTo>
                  <a:pt x="0" y="71723"/>
                </a:lnTo>
                <a:lnTo>
                  <a:pt x="2513" y="54002"/>
                </a:lnTo>
                <a:lnTo>
                  <a:pt x="7344" y="47751"/>
                </a:lnTo>
                <a:lnTo>
                  <a:pt x="10050" y="33123"/>
                </a:lnTo>
                <a:lnTo>
                  <a:pt x="7344" y="322"/>
                </a:lnTo>
                <a:lnTo>
                  <a:pt x="9213"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F2FF775F-8F55-4207-9F33-11D11DB80162}"/>
              </a:ext>
            </a:extLst>
          </p:cNvPr>
          <p:cNvSpPr>
            <a:spLocks xmlns:a="http://schemas.openxmlformats.org/drawingml/2006/main" noGrp="1"/>
          </p:cNvSpPr>
          <p:nvPr/>
        </p:nvSpPr>
        <p:spPr>
          <a:xfrm xmlns:a="http://schemas.openxmlformats.org/drawingml/2006/main">
            <a:off x="2289009" y="4651718"/>
            <a:ext cx="229718" cy="93765"/>
          </a:xfrm>
          <a:custGeom xmlns:a="http://schemas.openxmlformats.org/drawingml/2006/main">
            <a:pathLst>
              <a:path w="170980" h="69790">
                <a:moveTo>
                  <a:pt x="100823" y="129"/>
                </a:moveTo>
                <a:lnTo>
                  <a:pt x="114610" y="4382"/>
                </a:lnTo>
                <a:lnTo>
                  <a:pt x="105977" y="1804"/>
                </a:lnTo>
                <a:lnTo>
                  <a:pt x="104044" y="7862"/>
                </a:lnTo>
                <a:lnTo>
                  <a:pt x="110229" y="17528"/>
                </a:lnTo>
                <a:lnTo>
                  <a:pt x="117251" y="21652"/>
                </a:lnTo>
                <a:lnTo>
                  <a:pt x="128396" y="20492"/>
                </a:lnTo>
                <a:lnTo>
                  <a:pt x="137609" y="14177"/>
                </a:lnTo>
                <a:lnTo>
                  <a:pt x="138575" y="12566"/>
                </a:lnTo>
                <a:lnTo>
                  <a:pt x="135225" y="10568"/>
                </a:lnTo>
                <a:lnTo>
                  <a:pt x="142892" y="14564"/>
                </a:lnTo>
                <a:lnTo>
                  <a:pt x="151524" y="34992"/>
                </a:lnTo>
                <a:lnTo>
                  <a:pt x="147466" y="25326"/>
                </a:lnTo>
                <a:lnTo>
                  <a:pt x="142312" y="23779"/>
                </a:lnTo>
                <a:lnTo>
                  <a:pt x="134968" y="26937"/>
                </a:lnTo>
                <a:lnTo>
                  <a:pt x="130587" y="34863"/>
                </a:lnTo>
                <a:lnTo>
                  <a:pt x="137287" y="41887"/>
                </a:lnTo>
                <a:lnTo>
                  <a:pt x="145211" y="42725"/>
                </a:lnTo>
                <a:lnTo>
                  <a:pt x="158031" y="52198"/>
                </a:lnTo>
                <a:lnTo>
                  <a:pt x="162927" y="51167"/>
                </a:lnTo>
                <a:lnTo>
                  <a:pt x="160222" y="47493"/>
                </a:lnTo>
                <a:lnTo>
                  <a:pt x="170980" y="63088"/>
                </a:lnTo>
                <a:lnTo>
                  <a:pt x="158804" y="64570"/>
                </a:lnTo>
                <a:lnTo>
                  <a:pt x="161059" y="61026"/>
                </a:lnTo>
                <a:lnTo>
                  <a:pt x="158675" y="57289"/>
                </a:lnTo>
                <a:lnTo>
                  <a:pt x="146306" y="54324"/>
                </a:lnTo>
                <a:lnTo>
                  <a:pt x="145404" y="65795"/>
                </a:lnTo>
                <a:lnTo>
                  <a:pt x="153006" y="64893"/>
                </a:lnTo>
                <a:lnTo>
                  <a:pt x="127494" y="69790"/>
                </a:lnTo>
                <a:lnTo>
                  <a:pt x="103593" y="64893"/>
                </a:lnTo>
                <a:lnTo>
                  <a:pt x="62877" y="69468"/>
                </a:lnTo>
                <a:lnTo>
                  <a:pt x="4316" y="59673"/>
                </a:lnTo>
                <a:lnTo>
                  <a:pt x="0" y="55484"/>
                </a:lnTo>
                <a:lnTo>
                  <a:pt x="2255" y="49169"/>
                </a:lnTo>
                <a:lnTo>
                  <a:pt x="22935" y="36216"/>
                </a:lnTo>
                <a:lnTo>
                  <a:pt x="43486" y="13662"/>
                </a:lnTo>
                <a:lnTo>
                  <a:pt x="90258"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8F6E32AF-D3FA-446D-B0E9-863763C4F174}"/>
              </a:ext>
            </a:extLst>
          </p:cNvPr>
          <p:cNvSpPr>
            <a:spLocks xmlns:a="http://schemas.openxmlformats.org/drawingml/2006/main" noGrp="1"/>
          </p:cNvSpPr>
          <p:nvPr/>
        </p:nvSpPr>
        <p:spPr>
          <a:xfrm xmlns:a="http://schemas.openxmlformats.org/drawingml/2006/main">
            <a:off x="2570833" y="4444187"/>
            <a:ext cx="269274" cy="106493"/>
          </a:xfrm>
          <a:custGeom xmlns:a="http://schemas.openxmlformats.org/drawingml/2006/main">
            <a:pathLst>
              <a:path w="200422" h="79263">
                <a:moveTo>
                  <a:pt x="70028" y="7991"/>
                </a:moveTo>
                <a:lnTo>
                  <a:pt x="95411" y="19461"/>
                </a:lnTo>
                <a:lnTo>
                  <a:pt x="98504" y="12502"/>
                </a:lnTo>
                <a:lnTo>
                  <a:pt x="108232" y="4962"/>
                </a:lnTo>
                <a:lnTo>
                  <a:pt x="114223" y="4124"/>
                </a:lnTo>
                <a:lnTo>
                  <a:pt x="117058" y="6831"/>
                </a:lnTo>
                <a:lnTo>
                  <a:pt x="126850" y="36667"/>
                </a:lnTo>
                <a:lnTo>
                  <a:pt x="130007" y="39309"/>
                </a:lnTo>
                <a:lnTo>
                  <a:pt x="154230" y="48524"/>
                </a:lnTo>
                <a:lnTo>
                  <a:pt x="162605" y="46076"/>
                </a:lnTo>
                <a:lnTo>
                  <a:pt x="177874" y="46849"/>
                </a:lnTo>
                <a:lnTo>
                  <a:pt x="193980" y="56193"/>
                </a:lnTo>
                <a:lnTo>
                  <a:pt x="200422" y="63604"/>
                </a:lnTo>
                <a:lnTo>
                  <a:pt x="188310" y="79263"/>
                </a:lnTo>
                <a:lnTo>
                  <a:pt x="155648" y="77910"/>
                </a:lnTo>
                <a:lnTo>
                  <a:pt x="124982" y="71208"/>
                </a:lnTo>
                <a:lnTo>
                  <a:pt x="80272" y="48009"/>
                </a:lnTo>
                <a:lnTo>
                  <a:pt x="36013" y="38343"/>
                </a:lnTo>
                <a:lnTo>
                  <a:pt x="19327" y="38472"/>
                </a:lnTo>
                <a:lnTo>
                  <a:pt x="3157" y="28548"/>
                </a:lnTo>
                <a:lnTo>
                  <a:pt x="0" y="20557"/>
                </a:lnTo>
                <a:lnTo>
                  <a:pt x="2190" y="15466"/>
                </a:lnTo>
                <a:lnTo>
                  <a:pt x="23643" y="3673"/>
                </a:lnTo>
                <a:lnTo>
                  <a:pt x="42648" y="0"/>
                </a:lnTo>
                <a:lnTo>
                  <a:pt x="62169" y="2127"/>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9E536323-EABD-4035-BD8C-494E149A55B4}"/>
              </a:ext>
            </a:extLst>
          </p:cNvPr>
          <p:cNvSpPr>
            <a:spLocks xmlns:a="http://schemas.openxmlformats.org/drawingml/2006/main" noGrp="1"/>
          </p:cNvSpPr>
          <p:nvPr/>
        </p:nvSpPr>
        <p:spPr>
          <a:xfrm xmlns:a="http://schemas.openxmlformats.org/drawingml/2006/main">
            <a:off x="2743511" y="4417694"/>
            <a:ext cx="168350" cy="141211"/>
          </a:xfrm>
          <a:custGeom xmlns:a="http://schemas.openxmlformats.org/drawingml/2006/main">
            <a:pathLst>
              <a:path w="125304" h="105104">
                <a:moveTo>
                  <a:pt x="10308" y="0"/>
                </a:moveTo>
                <a:lnTo>
                  <a:pt x="34853" y="4382"/>
                </a:lnTo>
                <a:lnTo>
                  <a:pt x="63135" y="28225"/>
                </a:lnTo>
                <a:lnTo>
                  <a:pt x="70028" y="39889"/>
                </a:lnTo>
                <a:lnTo>
                  <a:pt x="75182" y="42789"/>
                </a:lnTo>
                <a:lnTo>
                  <a:pt x="77824" y="38987"/>
                </a:lnTo>
                <a:lnTo>
                  <a:pt x="80465" y="41371"/>
                </a:lnTo>
                <a:lnTo>
                  <a:pt x="79048" y="42982"/>
                </a:lnTo>
                <a:lnTo>
                  <a:pt x="84266" y="47751"/>
                </a:lnTo>
                <a:lnTo>
                  <a:pt x="85812" y="46398"/>
                </a:lnTo>
                <a:lnTo>
                  <a:pt x="89742" y="50200"/>
                </a:lnTo>
                <a:lnTo>
                  <a:pt x="88260" y="51682"/>
                </a:lnTo>
                <a:lnTo>
                  <a:pt x="93092" y="56451"/>
                </a:lnTo>
                <a:lnTo>
                  <a:pt x="94960" y="54711"/>
                </a:lnTo>
                <a:lnTo>
                  <a:pt x="109262" y="69983"/>
                </a:lnTo>
                <a:lnTo>
                  <a:pt x="112677" y="75139"/>
                </a:lnTo>
                <a:lnTo>
                  <a:pt x="110680" y="82485"/>
                </a:lnTo>
                <a:lnTo>
                  <a:pt x="116220" y="84869"/>
                </a:lnTo>
                <a:lnTo>
                  <a:pt x="125304" y="102011"/>
                </a:lnTo>
                <a:lnTo>
                  <a:pt x="124789" y="105104"/>
                </a:lnTo>
                <a:lnTo>
                  <a:pt x="107523" y="100529"/>
                </a:lnTo>
                <a:lnTo>
                  <a:pt x="87938" y="99562"/>
                </a:lnTo>
                <a:lnTo>
                  <a:pt x="83235" y="81583"/>
                </a:lnTo>
                <a:lnTo>
                  <a:pt x="71897" y="71079"/>
                </a:lnTo>
                <a:lnTo>
                  <a:pt x="48318" y="62057"/>
                </a:lnTo>
                <a:lnTo>
                  <a:pt x="21646" y="59415"/>
                </a:lnTo>
                <a:lnTo>
                  <a:pt x="7022" y="50973"/>
                </a:lnTo>
                <a:lnTo>
                  <a:pt x="0" y="9924"/>
                </a:lnTo>
                <a:lnTo>
                  <a:pt x="3286" y="8055"/>
                </a:lnTo>
                <a:lnTo>
                  <a:pt x="2899" y="3287"/>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49829A92-72E3-4DDA-836F-41FB3B35DF09}"/>
              </a:ext>
            </a:extLst>
          </p:cNvPr>
          <p:cNvSpPr>
            <a:spLocks xmlns:a="http://schemas.openxmlformats.org/drawingml/2006/main" noGrp="1"/>
          </p:cNvSpPr>
          <p:nvPr/>
        </p:nvSpPr>
        <p:spPr>
          <a:xfrm xmlns:a="http://schemas.openxmlformats.org/drawingml/2006/main">
            <a:off x="2376257" y="4834314"/>
            <a:ext cx="125851" cy="105281"/>
          </a:xfrm>
          <a:custGeom xmlns:a="http://schemas.openxmlformats.org/drawingml/2006/main">
            <a:pathLst>
              <a:path w="93672" h="78361">
                <a:moveTo>
                  <a:pt x="62298" y="0"/>
                </a:moveTo>
                <a:lnTo>
                  <a:pt x="77630" y="1482"/>
                </a:lnTo>
                <a:lnTo>
                  <a:pt x="79821" y="5349"/>
                </a:lnTo>
                <a:lnTo>
                  <a:pt x="69449" y="8506"/>
                </a:lnTo>
                <a:lnTo>
                  <a:pt x="68353" y="11793"/>
                </a:lnTo>
                <a:lnTo>
                  <a:pt x="76149" y="6637"/>
                </a:lnTo>
                <a:lnTo>
                  <a:pt x="83622" y="7475"/>
                </a:lnTo>
                <a:lnTo>
                  <a:pt x="93285" y="23586"/>
                </a:lnTo>
                <a:lnTo>
                  <a:pt x="88389" y="27839"/>
                </a:lnTo>
                <a:lnTo>
                  <a:pt x="88905" y="29901"/>
                </a:lnTo>
                <a:lnTo>
                  <a:pt x="90000" y="27710"/>
                </a:lnTo>
                <a:lnTo>
                  <a:pt x="93672" y="28032"/>
                </a:lnTo>
                <a:lnTo>
                  <a:pt x="92448" y="35958"/>
                </a:lnTo>
                <a:lnTo>
                  <a:pt x="85619" y="34412"/>
                </a:lnTo>
                <a:lnTo>
                  <a:pt x="78081" y="40340"/>
                </a:lnTo>
                <a:lnTo>
                  <a:pt x="71768" y="25454"/>
                </a:lnTo>
                <a:lnTo>
                  <a:pt x="71639" y="29385"/>
                </a:lnTo>
                <a:lnTo>
                  <a:pt x="77373" y="36989"/>
                </a:lnTo>
                <a:lnTo>
                  <a:pt x="75376" y="41114"/>
                </a:lnTo>
                <a:lnTo>
                  <a:pt x="71639" y="33638"/>
                </a:lnTo>
                <a:lnTo>
                  <a:pt x="66099" y="31963"/>
                </a:lnTo>
                <a:lnTo>
                  <a:pt x="61074" y="34283"/>
                </a:lnTo>
                <a:lnTo>
                  <a:pt x="66550" y="32350"/>
                </a:lnTo>
                <a:lnTo>
                  <a:pt x="71510" y="34090"/>
                </a:lnTo>
                <a:lnTo>
                  <a:pt x="74152" y="39245"/>
                </a:lnTo>
                <a:lnTo>
                  <a:pt x="72154" y="57289"/>
                </a:lnTo>
                <a:lnTo>
                  <a:pt x="63071" y="56644"/>
                </a:lnTo>
                <a:lnTo>
                  <a:pt x="53149" y="62251"/>
                </a:lnTo>
                <a:lnTo>
                  <a:pt x="49477" y="58062"/>
                </a:lnTo>
                <a:lnTo>
                  <a:pt x="46256" y="58062"/>
                </a:lnTo>
                <a:lnTo>
                  <a:pt x="30923" y="67470"/>
                </a:lnTo>
                <a:lnTo>
                  <a:pt x="31374" y="69468"/>
                </a:lnTo>
                <a:lnTo>
                  <a:pt x="25769" y="71015"/>
                </a:lnTo>
                <a:lnTo>
                  <a:pt x="22935" y="67792"/>
                </a:lnTo>
                <a:lnTo>
                  <a:pt x="12240" y="78361"/>
                </a:lnTo>
                <a:lnTo>
                  <a:pt x="14431" y="73528"/>
                </a:lnTo>
                <a:lnTo>
                  <a:pt x="11339" y="59737"/>
                </a:lnTo>
                <a:lnTo>
                  <a:pt x="4510" y="39632"/>
                </a:lnTo>
                <a:lnTo>
                  <a:pt x="0" y="37054"/>
                </a:lnTo>
                <a:lnTo>
                  <a:pt x="515" y="33767"/>
                </a:lnTo>
                <a:lnTo>
                  <a:pt x="26414" y="29965"/>
                </a:lnTo>
                <a:lnTo>
                  <a:pt x="33178" y="35250"/>
                </a:lnTo>
                <a:lnTo>
                  <a:pt x="34918" y="33961"/>
                </a:lnTo>
                <a:lnTo>
                  <a:pt x="31503" y="25841"/>
                </a:lnTo>
                <a:lnTo>
                  <a:pt x="42391" y="7217"/>
                </a:lnTo>
                <a:lnTo>
                  <a:pt x="51539" y="1998"/>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11C30D20-DF4F-477B-806E-E493C896B752}"/>
              </a:ext>
            </a:extLst>
          </p:cNvPr>
          <p:cNvSpPr>
            <a:spLocks xmlns:a="http://schemas.openxmlformats.org/drawingml/2006/main" noGrp="1"/>
          </p:cNvSpPr>
          <p:nvPr/>
        </p:nvSpPr>
        <p:spPr>
          <a:xfrm xmlns:a="http://schemas.openxmlformats.org/drawingml/2006/main">
            <a:off x="2471641" y="4971455"/>
            <a:ext cx="114686" cy="86320"/>
          </a:xfrm>
          <a:custGeom xmlns:a="http://schemas.openxmlformats.org/drawingml/2006/main">
            <a:pathLst>
              <a:path w="85361" h="64248">
                <a:moveTo>
                  <a:pt x="29828" y="0"/>
                </a:moveTo>
                <a:lnTo>
                  <a:pt x="40716" y="4769"/>
                </a:lnTo>
                <a:lnTo>
                  <a:pt x="43228" y="10375"/>
                </a:lnTo>
                <a:lnTo>
                  <a:pt x="54953" y="5284"/>
                </a:lnTo>
                <a:lnTo>
                  <a:pt x="54051" y="15530"/>
                </a:lnTo>
                <a:lnTo>
                  <a:pt x="55662" y="5155"/>
                </a:lnTo>
                <a:lnTo>
                  <a:pt x="60880" y="3866"/>
                </a:lnTo>
                <a:lnTo>
                  <a:pt x="72799" y="7862"/>
                </a:lnTo>
                <a:lnTo>
                  <a:pt x="75698" y="13468"/>
                </a:lnTo>
                <a:lnTo>
                  <a:pt x="77437" y="11406"/>
                </a:lnTo>
                <a:lnTo>
                  <a:pt x="85361" y="13017"/>
                </a:lnTo>
                <a:lnTo>
                  <a:pt x="84975" y="19719"/>
                </a:lnTo>
                <a:lnTo>
                  <a:pt x="78855" y="28032"/>
                </a:lnTo>
                <a:lnTo>
                  <a:pt x="70544" y="23779"/>
                </a:lnTo>
                <a:lnTo>
                  <a:pt x="66743" y="26937"/>
                </a:lnTo>
                <a:lnTo>
                  <a:pt x="71768" y="25712"/>
                </a:lnTo>
                <a:lnTo>
                  <a:pt x="74603" y="29192"/>
                </a:lnTo>
                <a:lnTo>
                  <a:pt x="73314" y="40018"/>
                </a:lnTo>
                <a:lnTo>
                  <a:pt x="70802" y="42016"/>
                </a:lnTo>
                <a:lnTo>
                  <a:pt x="73572" y="58964"/>
                </a:lnTo>
                <a:lnTo>
                  <a:pt x="63393" y="64248"/>
                </a:lnTo>
                <a:lnTo>
                  <a:pt x="54825" y="62895"/>
                </a:lnTo>
                <a:lnTo>
                  <a:pt x="45290" y="56644"/>
                </a:lnTo>
                <a:lnTo>
                  <a:pt x="42326" y="59995"/>
                </a:lnTo>
                <a:lnTo>
                  <a:pt x="37108" y="59866"/>
                </a:lnTo>
                <a:lnTo>
                  <a:pt x="24739" y="45238"/>
                </a:lnTo>
                <a:lnTo>
                  <a:pt x="18683" y="27130"/>
                </a:lnTo>
                <a:lnTo>
                  <a:pt x="13593" y="23650"/>
                </a:lnTo>
                <a:lnTo>
                  <a:pt x="9599" y="24874"/>
                </a:lnTo>
                <a:lnTo>
                  <a:pt x="580" y="21846"/>
                </a:lnTo>
                <a:lnTo>
                  <a:pt x="0" y="16948"/>
                </a:lnTo>
                <a:lnTo>
                  <a:pt x="8504" y="6960"/>
                </a:lnTo>
                <a:lnTo>
                  <a:pt x="12305" y="8700"/>
                </a:lnTo>
                <a:lnTo>
                  <a:pt x="20487" y="644"/>
                </a:lnTo>
                <a:lnTo>
                  <a:pt x="22484" y="3866"/>
                </a:lnTo>
                <a:lnTo>
                  <a:pt x="23128" y="1353"/>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7A38B3FC-AEFB-477A-88A5-F5F3EFDCD99F}"/>
              </a:ext>
            </a:extLst>
          </p:cNvPr>
          <p:cNvSpPr>
            <a:spLocks xmlns:a="http://schemas.openxmlformats.org/drawingml/2006/main" noGrp="1"/>
          </p:cNvSpPr>
          <p:nvPr/>
        </p:nvSpPr>
        <p:spPr>
          <a:xfrm xmlns:a="http://schemas.openxmlformats.org/drawingml/2006/main">
            <a:off x="3022306" y="4673363"/>
            <a:ext cx="82660" cy="87965"/>
          </a:xfrm>
          <a:custGeom xmlns:a="http://schemas.openxmlformats.org/drawingml/2006/main">
            <a:pathLst>
              <a:path w="61525" h="65473">
                <a:moveTo>
                  <a:pt x="7731" y="1804"/>
                </a:moveTo>
                <a:lnTo>
                  <a:pt x="22548" y="15724"/>
                </a:lnTo>
                <a:lnTo>
                  <a:pt x="30795" y="18817"/>
                </a:lnTo>
                <a:lnTo>
                  <a:pt x="42326" y="39052"/>
                </a:lnTo>
                <a:lnTo>
                  <a:pt x="61202" y="58191"/>
                </a:lnTo>
                <a:lnTo>
                  <a:pt x="61525" y="65473"/>
                </a:lnTo>
                <a:lnTo>
                  <a:pt x="42520" y="60575"/>
                </a:lnTo>
                <a:lnTo>
                  <a:pt x="10952" y="40663"/>
                </a:lnTo>
                <a:lnTo>
                  <a:pt x="451" y="18817"/>
                </a:lnTo>
                <a:lnTo>
                  <a:pt x="0" y="1740"/>
                </a:lnTo>
                <a:lnTo>
                  <a:pt x="3737"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F374B05B-71C8-43EF-863C-EB82839725FF}"/>
              </a:ext>
            </a:extLst>
          </p:cNvPr>
          <p:cNvSpPr>
            <a:spLocks xmlns:a="http://schemas.openxmlformats.org/drawingml/2006/main" noGrp="1"/>
          </p:cNvSpPr>
          <p:nvPr/>
        </p:nvSpPr>
        <p:spPr>
          <a:xfrm xmlns:a="http://schemas.openxmlformats.org/drawingml/2006/main">
            <a:off x="2631941" y="4521935"/>
            <a:ext cx="31766" cy="46233"/>
          </a:xfrm>
          <a:custGeom xmlns:a="http://schemas.openxmlformats.org/drawingml/2006/main">
            <a:pathLst>
              <a:path w="23643" h="34412">
                <a:moveTo>
                  <a:pt x="4188" y="0"/>
                </a:moveTo>
                <a:lnTo>
                  <a:pt x="10888" y="2191"/>
                </a:lnTo>
                <a:lnTo>
                  <a:pt x="2190" y="709"/>
                </a:lnTo>
                <a:lnTo>
                  <a:pt x="5218" y="13211"/>
                </a:lnTo>
                <a:lnTo>
                  <a:pt x="22291" y="16304"/>
                </a:lnTo>
                <a:lnTo>
                  <a:pt x="16943" y="26679"/>
                </a:lnTo>
                <a:lnTo>
                  <a:pt x="23643" y="31190"/>
                </a:lnTo>
                <a:lnTo>
                  <a:pt x="12369" y="34412"/>
                </a:lnTo>
                <a:lnTo>
                  <a:pt x="1224" y="26163"/>
                </a:lnTo>
                <a:lnTo>
                  <a:pt x="6507" y="28161"/>
                </a:lnTo>
                <a:lnTo>
                  <a:pt x="8440" y="24746"/>
                </a:lnTo>
                <a:lnTo>
                  <a:pt x="3994" y="17850"/>
                </a:lnTo>
                <a:lnTo>
                  <a:pt x="1546" y="17721"/>
                </a:lnTo>
                <a:lnTo>
                  <a:pt x="0" y="21395"/>
                </a:lnTo>
                <a:lnTo>
                  <a:pt x="3157" y="11277"/>
                </a:lnTo>
                <a:lnTo>
                  <a:pt x="580" y="1869"/>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9C8A700F-D497-4926-8C92-16A63EFF2695}"/>
              </a:ext>
            </a:extLst>
          </p:cNvPr>
          <p:cNvSpPr>
            <a:spLocks xmlns:a="http://schemas.openxmlformats.org/drawingml/2006/main" noGrp="1"/>
          </p:cNvSpPr>
          <p:nvPr/>
        </p:nvSpPr>
        <p:spPr>
          <a:xfrm xmlns:a="http://schemas.openxmlformats.org/drawingml/2006/main">
            <a:off x="2706552" y="4791024"/>
            <a:ext cx="30467" cy="8052"/>
          </a:xfrm>
          <a:custGeom xmlns:a="http://schemas.openxmlformats.org/drawingml/2006/main">
            <a:pathLst>
              <a:path w="22677" h="5993">
                <a:moveTo>
                  <a:pt x="12176" y="0"/>
                </a:moveTo>
                <a:lnTo>
                  <a:pt x="22677" y="0"/>
                </a:lnTo>
                <a:lnTo>
                  <a:pt x="22677" y="5993"/>
                </a:lnTo>
                <a:lnTo>
                  <a:pt x="0" y="5993"/>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ABA2318E-8CB8-43C1-87E9-6CC80EB75AA8}"/>
              </a:ext>
            </a:extLst>
          </p:cNvPr>
          <p:cNvSpPr>
            <a:spLocks xmlns:a="http://schemas.openxmlformats.org/drawingml/2006/main" noGrp="1"/>
          </p:cNvSpPr>
          <p:nvPr/>
        </p:nvSpPr>
        <p:spPr>
          <a:xfrm xmlns:a="http://schemas.openxmlformats.org/drawingml/2006/main">
            <a:off x="2653667" y="4527217"/>
            <a:ext cx="40854" cy="37402"/>
          </a:xfrm>
          <a:custGeom xmlns:a="http://schemas.openxmlformats.org/drawingml/2006/main">
            <a:pathLst>
              <a:path w="30408" h="27839">
                <a:moveTo>
                  <a:pt x="19520" y="9731"/>
                </a:moveTo>
                <a:lnTo>
                  <a:pt x="30408" y="19848"/>
                </a:lnTo>
                <a:lnTo>
                  <a:pt x="26027" y="15595"/>
                </a:lnTo>
                <a:lnTo>
                  <a:pt x="23128" y="20815"/>
                </a:lnTo>
                <a:lnTo>
                  <a:pt x="23708" y="25326"/>
                </a:lnTo>
                <a:lnTo>
                  <a:pt x="30021" y="23714"/>
                </a:lnTo>
                <a:lnTo>
                  <a:pt x="13078" y="27839"/>
                </a:lnTo>
                <a:lnTo>
                  <a:pt x="19392" y="24617"/>
                </a:lnTo>
                <a:lnTo>
                  <a:pt x="14882" y="10440"/>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7861F3AC-A34F-426F-ADB6-17FAE0BA6061}"/>
              </a:ext>
            </a:extLst>
          </p:cNvPr>
          <p:cNvSpPr>
            <a:spLocks xmlns:a="http://schemas.openxmlformats.org/drawingml/2006/main" noGrp="1"/>
          </p:cNvSpPr>
          <p:nvPr/>
        </p:nvSpPr>
        <p:spPr>
          <a:xfrm xmlns:a="http://schemas.openxmlformats.org/drawingml/2006/main">
            <a:off x="2534999" y="4844184"/>
            <a:ext cx="20167" cy="21039"/>
          </a:xfrm>
          <a:custGeom xmlns:a="http://schemas.openxmlformats.org/drawingml/2006/main">
            <a:pathLst>
              <a:path w="15011" h="15659">
                <a:moveTo>
                  <a:pt x="8246" y="14757"/>
                </a:moveTo>
                <a:lnTo>
                  <a:pt x="3286" y="15659"/>
                </a:lnTo>
                <a:lnTo>
                  <a:pt x="0" y="13404"/>
                </a:lnTo>
                <a:lnTo>
                  <a:pt x="4123" y="10375"/>
                </a:lnTo>
                <a:lnTo>
                  <a:pt x="5154" y="5671"/>
                </a:lnTo>
                <a:lnTo>
                  <a:pt x="15011"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B2E3288D-4DF6-4765-BC82-D30ADB625851}"/>
              </a:ext>
            </a:extLst>
          </p:cNvPr>
          <p:cNvSpPr>
            <a:spLocks xmlns:a="http://schemas.openxmlformats.org/drawingml/2006/main" noGrp="1"/>
          </p:cNvSpPr>
          <p:nvPr/>
        </p:nvSpPr>
        <p:spPr>
          <a:xfrm xmlns:a="http://schemas.openxmlformats.org/drawingml/2006/main">
            <a:off x="1883757" y="3042121"/>
            <a:ext cx="14022" cy="21039"/>
          </a:xfrm>
          <a:custGeom xmlns:a="http://schemas.openxmlformats.org/drawingml/2006/main">
            <a:pathLst>
              <a:path w="10437" h="15659">
                <a:moveTo>
                  <a:pt x="5412" y="15659"/>
                </a:moveTo>
                <a:lnTo>
                  <a:pt x="0" y="13919"/>
                </a:lnTo>
                <a:lnTo>
                  <a:pt x="6185" y="0"/>
                </a:lnTo>
                <a:lnTo>
                  <a:pt x="10437" y="8442"/>
                </a:lnTo>
                <a:lnTo>
                  <a:pt x="10243" y="11793"/>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7BA82782-0F77-4675-925A-16C15B5D0146}"/>
              </a:ext>
            </a:extLst>
          </p:cNvPr>
          <p:cNvSpPr>
            <a:spLocks xmlns:a="http://schemas.openxmlformats.org/drawingml/2006/main" noGrp="1"/>
          </p:cNvSpPr>
          <p:nvPr/>
        </p:nvSpPr>
        <p:spPr>
          <a:xfrm xmlns:a="http://schemas.openxmlformats.org/drawingml/2006/main">
            <a:off x="1411251" y="2422818"/>
            <a:ext cx="3790172" cy="2252016"/>
          </a:xfrm>
          <a:custGeom xmlns:a="http://schemas.openxmlformats.org/drawingml/2006/main">
            <a:pathLst>
              <a:path w="2821047" h="1676188">
                <a:moveTo>
                  <a:pt x="590056" y="1051879"/>
                </a:moveTo>
                <a:lnTo>
                  <a:pt x="576914" y="1049237"/>
                </a:lnTo>
                <a:lnTo>
                  <a:pt x="580393" y="1057228"/>
                </a:lnTo>
                <a:lnTo>
                  <a:pt x="587672" y="1059032"/>
                </a:lnTo>
                <a:lnTo>
                  <a:pt x="603521" y="1078816"/>
                </a:lnTo>
                <a:lnTo>
                  <a:pt x="603714" y="1103497"/>
                </a:lnTo>
                <a:lnTo>
                  <a:pt x="582905" y="1102917"/>
                </a:lnTo>
                <a:lnTo>
                  <a:pt x="583034" y="1099888"/>
                </a:lnTo>
                <a:lnTo>
                  <a:pt x="579233" y="1097310"/>
                </a:lnTo>
                <a:lnTo>
                  <a:pt x="577171" y="1080104"/>
                </a:lnTo>
                <a:lnTo>
                  <a:pt x="571244" y="1068827"/>
                </a:lnTo>
                <a:lnTo>
                  <a:pt x="573177" y="1062447"/>
                </a:lnTo>
                <a:lnTo>
                  <a:pt x="578975" y="1057743"/>
                </a:lnTo>
                <a:lnTo>
                  <a:pt x="575690" y="1049817"/>
                </a:lnTo>
                <a:lnTo>
                  <a:pt x="569054" y="1057872"/>
                </a:lnTo>
                <a:lnTo>
                  <a:pt x="565962" y="1067667"/>
                </a:lnTo>
                <a:lnTo>
                  <a:pt x="567250" y="1094410"/>
                </a:lnTo>
                <a:lnTo>
                  <a:pt x="549340" y="1101177"/>
                </a:lnTo>
                <a:lnTo>
                  <a:pt x="535747" y="1100275"/>
                </a:lnTo>
                <a:lnTo>
                  <a:pt x="503664" y="1106268"/>
                </a:lnTo>
                <a:lnTo>
                  <a:pt x="494838" y="1042793"/>
                </a:lnTo>
                <a:lnTo>
                  <a:pt x="491166" y="1041117"/>
                </a:lnTo>
                <a:lnTo>
                  <a:pt x="483564" y="1043179"/>
                </a:lnTo>
                <a:lnTo>
                  <a:pt x="490908" y="1113356"/>
                </a:lnTo>
                <a:lnTo>
                  <a:pt x="479441" y="1118640"/>
                </a:lnTo>
                <a:lnTo>
                  <a:pt x="477250" y="1116063"/>
                </a:lnTo>
                <a:lnTo>
                  <a:pt x="468618" y="1122314"/>
                </a:lnTo>
                <a:lnTo>
                  <a:pt x="433700" y="1083520"/>
                </a:lnTo>
                <a:lnTo>
                  <a:pt x="431767" y="1056583"/>
                </a:lnTo>
                <a:lnTo>
                  <a:pt x="406449" y="1059741"/>
                </a:lnTo>
                <a:lnTo>
                  <a:pt x="411023" y="1097697"/>
                </a:lnTo>
                <a:lnTo>
                  <a:pt x="442204" y="1129853"/>
                </a:lnTo>
                <a:lnTo>
                  <a:pt x="439949" y="1128887"/>
                </a:lnTo>
                <a:lnTo>
                  <a:pt x="441753" y="1131915"/>
                </a:lnTo>
                <a:lnTo>
                  <a:pt x="432476" y="1141775"/>
                </a:lnTo>
                <a:lnTo>
                  <a:pt x="392276" y="1173416"/>
                </a:lnTo>
                <a:lnTo>
                  <a:pt x="383321" y="1162590"/>
                </a:lnTo>
                <a:lnTo>
                  <a:pt x="384867" y="1160205"/>
                </a:lnTo>
                <a:lnTo>
                  <a:pt x="380357" y="1152794"/>
                </a:lnTo>
                <a:lnTo>
                  <a:pt x="341059" y="1133204"/>
                </a:lnTo>
                <a:lnTo>
                  <a:pt x="343507" y="1127920"/>
                </a:lnTo>
                <a:lnTo>
                  <a:pt x="335003" y="1121154"/>
                </a:lnTo>
                <a:lnTo>
                  <a:pt x="327916" y="1127082"/>
                </a:lnTo>
                <a:lnTo>
                  <a:pt x="323213" y="1121862"/>
                </a:lnTo>
                <a:lnTo>
                  <a:pt x="329334" y="1116578"/>
                </a:lnTo>
                <a:lnTo>
                  <a:pt x="309556" y="1093830"/>
                </a:lnTo>
                <a:lnTo>
                  <a:pt x="296864" y="1104592"/>
                </a:lnTo>
                <a:lnTo>
                  <a:pt x="284173" y="1089577"/>
                </a:lnTo>
                <a:lnTo>
                  <a:pt x="333650" y="1035640"/>
                </a:lnTo>
                <a:lnTo>
                  <a:pt x="331524" y="1028873"/>
                </a:lnTo>
                <a:lnTo>
                  <a:pt x="324566" y="1026360"/>
                </a:lnTo>
                <a:lnTo>
                  <a:pt x="291066" y="1062512"/>
                </a:lnTo>
                <a:lnTo>
                  <a:pt x="281080" y="1065927"/>
                </a:lnTo>
                <a:lnTo>
                  <a:pt x="264652" y="1050075"/>
                </a:lnTo>
                <a:lnTo>
                  <a:pt x="261818" y="1042019"/>
                </a:lnTo>
                <a:lnTo>
                  <a:pt x="297444" y="1005094"/>
                </a:lnTo>
                <a:lnTo>
                  <a:pt x="298797" y="1001743"/>
                </a:lnTo>
                <a:lnTo>
                  <a:pt x="295189" y="997490"/>
                </a:lnTo>
                <a:lnTo>
                  <a:pt x="283077" y="987953"/>
                </a:lnTo>
                <a:lnTo>
                  <a:pt x="262140" y="1011023"/>
                </a:lnTo>
                <a:lnTo>
                  <a:pt x="241717" y="1027069"/>
                </a:lnTo>
                <a:lnTo>
                  <a:pt x="226256" y="1016629"/>
                </a:lnTo>
                <a:lnTo>
                  <a:pt x="205769" y="996073"/>
                </a:lnTo>
                <a:lnTo>
                  <a:pt x="185798" y="1024685"/>
                </a:lnTo>
                <a:lnTo>
                  <a:pt x="208153" y="1043566"/>
                </a:lnTo>
                <a:lnTo>
                  <a:pt x="253378" y="1096473"/>
                </a:lnTo>
                <a:lnTo>
                  <a:pt x="262784" y="1153439"/>
                </a:lnTo>
                <a:lnTo>
                  <a:pt x="283400" y="1191459"/>
                </a:lnTo>
                <a:lnTo>
                  <a:pt x="286492" y="1201899"/>
                </a:lnTo>
                <a:lnTo>
                  <a:pt x="283464" y="1218911"/>
                </a:lnTo>
                <a:lnTo>
                  <a:pt x="270450" y="1232057"/>
                </a:lnTo>
                <a:lnTo>
                  <a:pt x="258339" y="1235215"/>
                </a:lnTo>
                <a:lnTo>
                  <a:pt x="225612" y="1232960"/>
                </a:lnTo>
                <a:lnTo>
                  <a:pt x="223808" y="1235280"/>
                </a:lnTo>
                <a:lnTo>
                  <a:pt x="219298" y="1295017"/>
                </a:lnTo>
                <a:lnTo>
                  <a:pt x="242555" y="1295017"/>
                </a:lnTo>
                <a:lnTo>
                  <a:pt x="242619" y="1352756"/>
                </a:lnTo>
                <a:lnTo>
                  <a:pt x="74989" y="1352756"/>
                </a:lnTo>
                <a:lnTo>
                  <a:pt x="74989" y="1397028"/>
                </a:lnTo>
                <a:lnTo>
                  <a:pt x="248997" y="1397028"/>
                </a:lnTo>
                <a:lnTo>
                  <a:pt x="248997" y="1435822"/>
                </a:lnTo>
                <a:lnTo>
                  <a:pt x="206735" y="1454703"/>
                </a:lnTo>
                <a:lnTo>
                  <a:pt x="74989" y="1454703"/>
                </a:lnTo>
                <a:lnTo>
                  <a:pt x="74989" y="1499039"/>
                </a:lnTo>
                <a:lnTo>
                  <a:pt x="284366" y="1499039"/>
                </a:lnTo>
                <a:lnTo>
                  <a:pt x="284366" y="1556714"/>
                </a:lnTo>
                <a:lnTo>
                  <a:pt x="75054" y="1556714"/>
                </a:lnTo>
                <a:lnTo>
                  <a:pt x="75054" y="1605689"/>
                </a:lnTo>
                <a:lnTo>
                  <a:pt x="329978" y="1605625"/>
                </a:lnTo>
                <a:lnTo>
                  <a:pt x="340672" y="1634237"/>
                </a:lnTo>
                <a:lnTo>
                  <a:pt x="272899" y="1659305"/>
                </a:lnTo>
                <a:lnTo>
                  <a:pt x="251123" y="1672386"/>
                </a:lnTo>
                <a:lnTo>
                  <a:pt x="236950" y="1676188"/>
                </a:lnTo>
                <a:lnTo>
                  <a:pt x="23257" y="1622509"/>
                </a:lnTo>
                <a:lnTo>
                  <a:pt x="7989" y="1614196"/>
                </a:lnTo>
                <a:lnTo>
                  <a:pt x="838" y="1601307"/>
                </a:lnTo>
                <a:lnTo>
                  <a:pt x="0" y="1463403"/>
                </a:lnTo>
                <a:lnTo>
                  <a:pt x="43357" y="1463403"/>
                </a:lnTo>
                <a:lnTo>
                  <a:pt x="43422" y="1445939"/>
                </a:lnTo>
                <a:lnTo>
                  <a:pt x="20293" y="1445939"/>
                </a:lnTo>
                <a:lnTo>
                  <a:pt x="20293" y="1403665"/>
                </a:lnTo>
                <a:lnTo>
                  <a:pt x="40522" y="1403665"/>
                </a:lnTo>
                <a:lnTo>
                  <a:pt x="40522" y="1386202"/>
                </a:lnTo>
                <a:lnTo>
                  <a:pt x="26092" y="1386202"/>
                </a:lnTo>
                <a:lnTo>
                  <a:pt x="26092" y="1356752"/>
                </a:lnTo>
                <a:lnTo>
                  <a:pt x="64" y="1356752"/>
                </a:lnTo>
                <a:lnTo>
                  <a:pt x="773" y="1345217"/>
                </a:lnTo>
                <a:lnTo>
                  <a:pt x="36786" y="1248748"/>
                </a:lnTo>
                <a:lnTo>
                  <a:pt x="45870" y="1239855"/>
                </a:lnTo>
                <a:lnTo>
                  <a:pt x="64681" y="1232895"/>
                </a:lnTo>
                <a:lnTo>
                  <a:pt x="76986" y="1224904"/>
                </a:lnTo>
                <a:lnTo>
                  <a:pt x="86263" y="1214014"/>
                </a:lnTo>
                <a:lnTo>
                  <a:pt x="91868" y="1201899"/>
                </a:lnTo>
                <a:lnTo>
                  <a:pt x="94187" y="1187722"/>
                </a:lnTo>
                <a:lnTo>
                  <a:pt x="92319" y="1173093"/>
                </a:lnTo>
                <a:lnTo>
                  <a:pt x="80658" y="1143322"/>
                </a:lnTo>
                <a:lnTo>
                  <a:pt x="76084" y="1142806"/>
                </a:lnTo>
                <a:lnTo>
                  <a:pt x="77180" y="1136040"/>
                </a:lnTo>
                <a:lnTo>
                  <a:pt x="75118" y="1138553"/>
                </a:lnTo>
                <a:lnTo>
                  <a:pt x="78081" y="1121540"/>
                </a:lnTo>
                <a:lnTo>
                  <a:pt x="79177" y="1124505"/>
                </a:lnTo>
                <a:lnTo>
                  <a:pt x="80207" y="1118769"/>
                </a:lnTo>
                <a:lnTo>
                  <a:pt x="83751" y="1119349"/>
                </a:lnTo>
                <a:lnTo>
                  <a:pt x="166084" y="899088"/>
                </a:lnTo>
                <a:lnTo>
                  <a:pt x="174073" y="868414"/>
                </a:lnTo>
                <a:lnTo>
                  <a:pt x="187280" y="837675"/>
                </a:lnTo>
                <a:lnTo>
                  <a:pt x="184380" y="833229"/>
                </a:lnTo>
                <a:lnTo>
                  <a:pt x="187602" y="829813"/>
                </a:lnTo>
                <a:lnTo>
                  <a:pt x="185733" y="828074"/>
                </a:lnTo>
                <a:lnTo>
                  <a:pt x="193142" y="820405"/>
                </a:lnTo>
                <a:lnTo>
                  <a:pt x="198489" y="807710"/>
                </a:lnTo>
                <a:lnTo>
                  <a:pt x="197716" y="804810"/>
                </a:lnTo>
                <a:lnTo>
                  <a:pt x="191467" y="807517"/>
                </a:lnTo>
                <a:lnTo>
                  <a:pt x="186442" y="801975"/>
                </a:lnTo>
                <a:lnTo>
                  <a:pt x="183092" y="790891"/>
                </a:lnTo>
                <a:lnTo>
                  <a:pt x="185282" y="780065"/>
                </a:lnTo>
                <a:lnTo>
                  <a:pt x="176972" y="774716"/>
                </a:lnTo>
                <a:lnTo>
                  <a:pt x="177809" y="773105"/>
                </a:lnTo>
                <a:lnTo>
                  <a:pt x="186055" y="778582"/>
                </a:lnTo>
                <a:lnTo>
                  <a:pt x="192949" y="771043"/>
                </a:lnTo>
                <a:lnTo>
                  <a:pt x="202033" y="767434"/>
                </a:lnTo>
                <a:lnTo>
                  <a:pt x="206607" y="769432"/>
                </a:lnTo>
                <a:lnTo>
                  <a:pt x="209441" y="775296"/>
                </a:lnTo>
                <a:lnTo>
                  <a:pt x="213178" y="758348"/>
                </a:lnTo>
                <a:lnTo>
                  <a:pt x="221939" y="737662"/>
                </a:lnTo>
                <a:lnTo>
                  <a:pt x="223486" y="726063"/>
                </a:lnTo>
                <a:lnTo>
                  <a:pt x="225289" y="728834"/>
                </a:lnTo>
                <a:lnTo>
                  <a:pt x="237401" y="719167"/>
                </a:lnTo>
                <a:lnTo>
                  <a:pt x="245196" y="709050"/>
                </a:lnTo>
                <a:lnTo>
                  <a:pt x="264781" y="664779"/>
                </a:lnTo>
                <a:lnTo>
                  <a:pt x="279470" y="643191"/>
                </a:lnTo>
                <a:lnTo>
                  <a:pt x="281209" y="632365"/>
                </a:lnTo>
                <a:lnTo>
                  <a:pt x="292226" y="628949"/>
                </a:lnTo>
                <a:lnTo>
                  <a:pt x="291259" y="621538"/>
                </a:lnTo>
                <a:lnTo>
                  <a:pt x="294416" y="619025"/>
                </a:lnTo>
                <a:lnTo>
                  <a:pt x="302856" y="629980"/>
                </a:lnTo>
                <a:lnTo>
                  <a:pt x="302920" y="619412"/>
                </a:lnTo>
                <a:lnTo>
                  <a:pt x="308460" y="618316"/>
                </a:lnTo>
                <a:lnTo>
                  <a:pt x="317609" y="595053"/>
                </a:lnTo>
                <a:lnTo>
                  <a:pt x="331911" y="570372"/>
                </a:lnTo>
                <a:lnTo>
                  <a:pt x="330171" y="562381"/>
                </a:lnTo>
                <a:lnTo>
                  <a:pt x="336871" y="563348"/>
                </a:lnTo>
                <a:lnTo>
                  <a:pt x="333457" y="557677"/>
                </a:lnTo>
                <a:lnTo>
                  <a:pt x="344280" y="547817"/>
                </a:lnTo>
                <a:lnTo>
                  <a:pt x="348596" y="546657"/>
                </a:lnTo>
                <a:lnTo>
                  <a:pt x="349112" y="552199"/>
                </a:lnTo>
                <a:lnTo>
                  <a:pt x="350851" y="551942"/>
                </a:lnTo>
                <a:lnTo>
                  <a:pt x="352655" y="546335"/>
                </a:lnTo>
                <a:lnTo>
                  <a:pt x="348725" y="539891"/>
                </a:lnTo>
                <a:lnTo>
                  <a:pt x="352526" y="533125"/>
                </a:lnTo>
                <a:lnTo>
                  <a:pt x="360128" y="527841"/>
                </a:lnTo>
                <a:lnTo>
                  <a:pt x="360193" y="517014"/>
                </a:lnTo>
                <a:lnTo>
                  <a:pt x="367472" y="504255"/>
                </a:lnTo>
                <a:lnTo>
                  <a:pt x="365089" y="489176"/>
                </a:lnTo>
                <a:lnTo>
                  <a:pt x="368181" y="473387"/>
                </a:lnTo>
                <a:lnTo>
                  <a:pt x="363027" y="464237"/>
                </a:lnTo>
                <a:lnTo>
                  <a:pt x="367150" y="454377"/>
                </a:lnTo>
                <a:lnTo>
                  <a:pt x="369598" y="456117"/>
                </a:lnTo>
                <a:lnTo>
                  <a:pt x="370758" y="453991"/>
                </a:lnTo>
                <a:lnTo>
                  <a:pt x="367408" y="451606"/>
                </a:lnTo>
                <a:lnTo>
                  <a:pt x="368954" y="446644"/>
                </a:lnTo>
                <a:lnTo>
                  <a:pt x="374817" y="443422"/>
                </a:lnTo>
                <a:lnTo>
                  <a:pt x="369341" y="435045"/>
                </a:lnTo>
                <a:lnTo>
                  <a:pt x="365862" y="420416"/>
                </a:lnTo>
                <a:lnTo>
                  <a:pt x="377587" y="415390"/>
                </a:lnTo>
                <a:lnTo>
                  <a:pt x="382548" y="406110"/>
                </a:lnTo>
                <a:lnTo>
                  <a:pt x="382934" y="398571"/>
                </a:lnTo>
                <a:lnTo>
                  <a:pt x="394079" y="395800"/>
                </a:lnTo>
                <a:lnTo>
                  <a:pt x="401681" y="399731"/>
                </a:lnTo>
                <a:lnTo>
                  <a:pt x="403356" y="394447"/>
                </a:lnTo>
                <a:lnTo>
                  <a:pt x="411603" y="390193"/>
                </a:lnTo>
                <a:lnTo>
                  <a:pt x="413149" y="385038"/>
                </a:lnTo>
                <a:lnTo>
                  <a:pt x="418109" y="380656"/>
                </a:lnTo>
                <a:lnTo>
                  <a:pt x="416241" y="372988"/>
                </a:lnTo>
                <a:lnTo>
                  <a:pt x="417981" y="370474"/>
                </a:lnTo>
                <a:lnTo>
                  <a:pt x="421910" y="367768"/>
                </a:lnTo>
                <a:lnTo>
                  <a:pt x="427902" y="369121"/>
                </a:lnTo>
                <a:lnTo>
                  <a:pt x="431703" y="367188"/>
                </a:lnTo>
                <a:lnTo>
                  <a:pt x="425840" y="361839"/>
                </a:lnTo>
                <a:lnTo>
                  <a:pt x="424101" y="353397"/>
                </a:lnTo>
                <a:lnTo>
                  <a:pt x="428159" y="339993"/>
                </a:lnTo>
                <a:lnTo>
                  <a:pt x="433700" y="341540"/>
                </a:lnTo>
                <a:lnTo>
                  <a:pt x="434151" y="336643"/>
                </a:lnTo>
                <a:lnTo>
                  <a:pt x="428868" y="332067"/>
                </a:lnTo>
                <a:lnTo>
                  <a:pt x="439562" y="326267"/>
                </a:lnTo>
                <a:lnTo>
                  <a:pt x="445361" y="332003"/>
                </a:lnTo>
                <a:lnTo>
                  <a:pt x="442397" y="327234"/>
                </a:lnTo>
                <a:lnTo>
                  <a:pt x="446005" y="322594"/>
                </a:lnTo>
                <a:lnTo>
                  <a:pt x="440915" y="323819"/>
                </a:lnTo>
                <a:lnTo>
                  <a:pt x="436857" y="314217"/>
                </a:lnTo>
                <a:lnTo>
                  <a:pt x="441946" y="293789"/>
                </a:lnTo>
                <a:lnTo>
                  <a:pt x="452447" y="287023"/>
                </a:lnTo>
                <a:lnTo>
                  <a:pt x="458761" y="287925"/>
                </a:lnTo>
                <a:lnTo>
                  <a:pt x="455475" y="286507"/>
                </a:lnTo>
                <a:lnTo>
                  <a:pt x="456506" y="282705"/>
                </a:lnTo>
                <a:lnTo>
                  <a:pt x="466169" y="268399"/>
                </a:lnTo>
                <a:lnTo>
                  <a:pt x="472225" y="272201"/>
                </a:lnTo>
                <a:lnTo>
                  <a:pt x="487687" y="268270"/>
                </a:lnTo>
                <a:lnTo>
                  <a:pt x="499992" y="255188"/>
                </a:lnTo>
                <a:lnTo>
                  <a:pt x="506756" y="259442"/>
                </a:lnTo>
                <a:lnTo>
                  <a:pt x="514229" y="260086"/>
                </a:lnTo>
                <a:lnTo>
                  <a:pt x="516227" y="262921"/>
                </a:lnTo>
                <a:lnTo>
                  <a:pt x="516549" y="252869"/>
                </a:lnTo>
                <a:lnTo>
                  <a:pt x="520672" y="250098"/>
                </a:lnTo>
                <a:lnTo>
                  <a:pt x="528789" y="251709"/>
                </a:lnTo>
                <a:lnTo>
                  <a:pt x="534072" y="243138"/>
                </a:lnTo>
                <a:lnTo>
                  <a:pt x="564158" y="239851"/>
                </a:lnTo>
                <a:lnTo>
                  <a:pt x="570665" y="234632"/>
                </a:lnTo>
                <a:lnTo>
                  <a:pt x="582390" y="230443"/>
                </a:lnTo>
                <a:lnTo>
                  <a:pt x="582325" y="227736"/>
                </a:lnTo>
                <a:lnTo>
                  <a:pt x="608159" y="201122"/>
                </a:lnTo>
                <a:lnTo>
                  <a:pt x="623943" y="192100"/>
                </a:lnTo>
                <a:lnTo>
                  <a:pt x="649326" y="167226"/>
                </a:lnTo>
                <a:lnTo>
                  <a:pt x="650099" y="160524"/>
                </a:lnTo>
                <a:lnTo>
                  <a:pt x="654866" y="163617"/>
                </a:lnTo>
                <a:lnTo>
                  <a:pt x="671165" y="148151"/>
                </a:lnTo>
                <a:lnTo>
                  <a:pt x="688495" y="138420"/>
                </a:lnTo>
                <a:lnTo>
                  <a:pt x="716004" y="130365"/>
                </a:lnTo>
                <a:lnTo>
                  <a:pt x="720127" y="131783"/>
                </a:lnTo>
                <a:lnTo>
                  <a:pt x="721996" y="129527"/>
                </a:lnTo>
                <a:lnTo>
                  <a:pt x="745832" y="125403"/>
                </a:lnTo>
                <a:lnTo>
                  <a:pt x="783907" y="126241"/>
                </a:lnTo>
                <a:lnTo>
                  <a:pt x="794794" y="129012"/>
                </a:lnTo>
                <a:lnTo>
                  <a:pt x="809870" y="140998"/>
                </a:lnTo>
                <a:lnTo>
                  <a:pt x="810900" y="145767"/>
                </a:lnTo>
                <a:lnTo>
                  <a:pt x="807872" y="140418"/>
                </a:lnTo>
                <a:lnTo>
                  <a:pt x="807937" y="144542"/>
                </a:lnTo>
                <a:lnTo>
                  <a:pt x="804716" y="147507"/>
                </a:lnTo>
                <a:lnTo>
                  <a:pt x="809032" y="146411"/>
                </a:lnTo>
                <a:lnTo>
                  <a:pt x="817729" y="152533"/>
                </a:lnTo>
                <a:lnTo>
                  <a:pt x="808839" y="158784"/>
                </a:lnTo>
                <a:lnTo>
                  <a:pt x="813928" y="154531"/>
                </a:lnTo>
                <a:lnTo>
                  <a:pt x="818567" y="154273"/>
                </a:lnTo>
                <a:lnTo>
                  <a:pt x="814121" y="158204"/>
                </a:lnTo>
                <a:lnTo>
                  <a:pt x="815925" y="157108"/>
                </a:lnTo>
                <a:lnTo>
                  <a:pt x="817922" y="159622"/>
                </a:lnTo>
                <a:lnTo>
                  <a:pt x="817987" y="155691"/>
                </a:lnTo>
                <a:lnTo>
                  <a:pt x="823270" y="158204"/>
                </a:lnTo>
                <a:lnTo>
                  <a:pt x="825074" y="164777"/>
                </a:lnTo>
                <a:lnTo>
                  <a:pt x="830356" y="164197"/>
                </a:lnTo>
                <a:lnTo>
                  <a:pt x="851680" y="180565"/>
                </a:lnTo>
                <a:lnTo>
                  <a:pt x="852582" y="184818"/>
                </a:lnTo>
                <a:lnTo>
                  <a:pt x="842983" y="195580"/>
                </a:lnTo>
                <a:lnTo>
                  <a:pt x="844594" y="206471"/>
                </a:lnTo>
                <a:lnTo>
                  <a:pt x="846978" y="206535"/>
                </a:lnTo>
                <a:lnTo>
                  <a:pt x="847751" y="199704"/>
                </a:lnTo>
                <a:lnTo>
                  <a:pt x="853613" y="191456"/>
                </a:lnTo>
                <a:lnTo>
                  <a:pt x="856899" y="205375"/>
                </a:lnTo>
                <a:lnTo>
                  <a:pt x="879769" y="205311"/>
                </a:lnTo>
                <a:lnTo>
                  <a:pt x="882539" y="202926"/>
                </a:lnTo>
                <a:lnTo>
                  <a:pt x="884343" y="206600"/>
                </a:lnTo>
                <a:lnTo>
                  <a:pt x="884214" y="163101"/>
                </a:lnTo>
                <a:lnTo>
                  <a:pt x="889819" y="157753"/>
                </a:lnTo>
                <a:lnTo>
                  <a:pt x="980721" y="176376"/>
                </a:lnTo>
                <a:lnTo>
                  <a:pt x="1006104" y="170254"/>
                </a:lnTo>
                <a:lnTo>
                  <a:pt x="1021566" y="176828"/>
                </a:lnTo>
                <a:lnTo>
                  <a:pt x="1039540" y="171350"/>
                </a:lnTo>
                <a:lnTo>
                  <a:pt x="1038122" y="166066"/>
                </a:lnTo>
                <a:lnTo>
                  <a:pt x="1041537" y="156980"/>
                </a:lnTo>
                <a:lnTo>
                  <a:pt x="1051845" y="148344"/>
                </a:lnTo>
                <a:lnTo>
                  <a:pt x="1057192" y="138743"/>
                </a:lnTo>
                <a:lnTo>
                  <a:pt x="1052360" y="117799"/>
                </a:lnTo>
                <a:lnTo>
                  <a:pt x="1054679" y="116510"/>
                </a:lnTo>
                <a:lnTo>
                  <a:pt x="1064021" y="143576"/>
                </a:lnTo>
                <a:lnTo>
                  <a:pt x="1076712" y="134167"/>
                </a:lnTo>
                <a:lnTo>
                  <a:pt x="1099261" y="125725"/>
                </a:lnTo>
                <a:lnTo>
                  <a:pt x="1140298" y="98789"/>
                </a:lnTo>
                <a:lnTo>
                  <a:pt x="1145259" y="97887"/>
                </a:lnTo>
                <a:lnTo>
                  <a:pt x="1159497" y="83065"/>
                </a:lnTo>
                <a:lnTo>
                  <a:pt x="1183655" y="65795"/>
                </a:lnTo>
                <a:lnTo>
                  <a:pt x="1193577" y="61606"/>
                </a:lnTo>
                <a:lnTo>
                  <a:pt x="1243247" y="25326"/>
                </a:lnTo>
                <a:lnTo>
                  <a:pt x="1250978" y="25583"/>
                </a:lnTo>
                <a:lnTo>
                  <a:pt x="1261930" y="14757"/>
                </a:lnTo>
                <a:lnTo>
                  <a:pt x="1271336" y="11213"/>
                </a:lnTo>
                <a:lnTo>
                  <a:pt x="1307413" y="1289"/>
                </a:lnTo>
                <a:lnTo>
                  <a:pt x="1314242" y="6380"/>
                </a:lnTo>
                <a:lnTo>
                  <a:pt x="1328738" y="2642"/>
                </a:lnTo>
                <a:lnTo>
                  <a:pt x="1363333" y="0"/>
                </a:lnTo>
                <a:lnTo>
                  <a:pt x="1389811" y="9860"/>
                </a:lnTo>
                <a:lnTo>
                  <a:pt x="1394578" y="13726"/>
                </a:lnTo>
                <a:lnTo>
                  <a:pt x="1382338" y="22297"/>
                </a:lnTo>
                <a:lnTo>
                  <a:pt x="1371515" y="37441"/>
                </a:lnTo>
                <a:lnTo>
                  <a:pt x="1376733" y="40663"/>
                </a:lnTo>
                <a:lnTo>
                  <a:pt x="1384013" y="29772"/>
                </a:lnTo>
                <a:lnTo>
                  <a:pt x="1398959" y="23263"/>
                </a:lnTo>
                <a:lnTo>
                  <a:pt x="1396833" y="30996"/>
                </a:lnTo>
                <a:lnTo>
                  <a:pt x="1402438" y="32156"/>
                </a:lnTo>
                <a:lnTo>
                  <a:pt x="1391422" y="51875"/>
                </a:lnTo>
                <a:lnTo>
                  <a:pt x="1394707" y="53615"/>
                </a:lnTo>
                <a:lnTo>
                  <a:pt x="1408236" y="32479"/>
                </a:lnTo>
                <a:lnTo>
                  <a:pt x="1402116" y="43498"/>
                </a:lnTo>
                <a:lnTo>
                  <a:pt x="1404564" y="45174"/>
                </a:lnTo>
                <a:lnTo>
                  <a:pt x="1395287" y="61542"/>
                </a:lnTo>
                <a:lnTo>
                  <a:pt x="1397606" y="62830"/>
                </a:lnTo>
                <a:lnTo>
                  <a:pt x="1406626" y="46398"/>
                </a:lnTo>
                <a:lnTo>
                  <a:pt x="1409911" y="48009"/>
                </a:lnTo>
                <a:lnTo>
                  <a:pt x="1429174" y="14048"/>
                </a:lnTo>
                <a:lnTo>
                  <a:pt x="1472724" y="39052"/>
                </a:lnTo>
                <a:lnTo>
                  <a:pt x="1457585" y="66117"/>
                </a:lnTo>
                <a:lnTo>
                  <a:pt x="1463705" y="69661"/>
                </a:lnTo>
                <a:lnTo>
                  <a:pt x="1478973" y="42725"/>
                </a:lnTo>
                <a:lnTo>
                  <a:pt x="1485931" y="42531"/>
                </a:lnTo>
                <a:lnTo>
                  <a:pt x="1492116" y="38407"/>
                </a:lnTo>
                <a:lnTo>
                  <a:pt x="1574063" y="72432"/>
                </a:lnTo>
                <a:lnTo>
                  <a:pt x="1600670" y="85707"/>
                </a:lnTo>
                <a:lnTo>
                  <a:pt x="1626632" y="102526"/>
                </a:lnTo>
                <a:lnTo>
                  <a:pt x="1625730" y="109228"/>
                </a:lnTo>
                <a:lnTo>
                  <a:pt x="1606339" y="117799"/>
                </a:lnTo>
                <a:lnTo>
                  <a:pt x="1623282" y="159042"/>
                </a:lnTo>
                <a:lnTo>
                  <a:pt x="1630240" y="182821"/>
                </a:lnTo>
                <a:lnTo>
                  <a:pt x="1660004" y="221228"/>
                </a:lnTo>
                <a:lnTo>
                  <a:pt x="1656267" y="224256"/>
                </a:lnTo>
                <a:lnTo>
                  <a:pt x="1661550" y="236243"/>
                </a:lnTo>
                <a:lnTo>
                  <a:pt x="1670118" y="233021"/>
                </a:lnTo>
                <a:lnTo>
                  <a:pt x="1672824" y="238756"/>
                </a:lnTo>
                <a:lnTo>
                  <a:pt x="1666704" y="251386"/>
                </a:lnTo>
                <a:lnTo>
                  <a:pt x="1633912" y="278516"/>
                </a:lnTo>
                <a:lnTo>
                  <a:pt x="1626375" y="280836"/>
                </a:lnTo>
                <a:lnTo>
                  <a:pt x="1623991" y="285089"/>
                </a:lnTo>
                <a:lnTo>
                  <a:pt x="1662710" y="302553"/>
                </a:lnTo>
                <a:lnTo>
                  <a:pt x="1671600" y="297913"/>
                </a:lnTo>
                <a:lnTo>
                  <a:pt x="1682874" y="296302"/>
                </a:lnTo>
                <a:lnTo>
                  <a:pt x="1697563" y="283414"/>
                </a:lnTo>
                <a:lnTo>
                  <a:pt x="1697821" y="276454"/>
                </a:lnTo>
                <a:lnTo>
                  <a:pt x="1702137" y="270912"/>
                </a:lnTo>
                <a:lnTo>
                  <a:pt x="1726231" y="255188"/>
                </a:lnTo>
                <a:lnTo>
                  <a:pt x="1741564" y="250226"/>
                </a:lnTo>
                <a:lnTo>
                  <a:pt x="1757863" y="251386"/>
                </a:lnTo>
                <a:lnTo>
                  <a:pt x="1768429" y="255962"/>
                </a:lnTo>
                <a:lnTo>
                  <a:pt x="1819452" y="289987"/>
                </a:lnTo>
                <a:lnTo>
                  <a:pt x="1809338" y="304035"/>
                </a:lnTo>
                <a:lnTo>
                  <a:pt x="1813976" y="306742"/>
                </a:lnTo>
                <a:lnTo>
                  <a:pt x="1823060" y="292113"/>
                </a:lnTo>
                <a:lnTo>
                  <a:pt x="1875823" y="323174"/>
                </a:lnTo>
                <a:lnTo>
                  <a:pt x="1880204" y="328910"/>
                </a:lnTo>
                <a:lnTo>
                  <a:pt x="1882008" y="337545"/>
                </a:lnTo>
                <a:lnTo>
                  <a:pt x="1873310" y="357457"/>
                </a:lnTo>
                <a:lnTo>
                  <a:pt x="1883940" y="361130"/>
                </a:lnTo>
                <a:lnTo>
                  <a:pt x="1894441" y="343409"/>
                </a:lnTo>
                <a:lnTo>
                  <a:pt x="1920791" y="326203"/>
                </a:lnTo>
                <a:lnTo>
                  <a:pt x="1930583" y="324785"/>
                </a:lnTo>
                <a:lnTo>
                  <a:pt x="1940826" y="327041"/>
                </a:lnTo>
                <a:lnTo>
                  <a:pt x="1947076" y="320532"/>
                </a:lnTo>
                <a:lnTo>
                  <a:pt x="1964856" y="317439"/>
                </a:lnTo>
                <a:lnTo>
                  <a:pt x="1977033" y="320017"/>
                </a:lnTo>
                <a:lnTo>
                  <a:pt x="1985665" y="336771"/>
                </a:lnTo>
                <a:lnTo>
                  <a:pt x="1986889" y="351335"/>
                </a:lnTo>
                <a:lnTo>
                  <a:pt x="1992816" y="350497"/>
                </a:lnTo>
                <a:lnTo>
                  <a:pt x="1996166" y="344633"/>
                </a:lnTo>
                <a:lnTo>
                  <a:pt x="2000998" y="345020"/>
                </a:lnTo>
                <a:lnTo>
                  <a:pt x="2016331" y="359261"/>
                </a:lnTo>
                <a:lnTo>
                  <a:pt x="2015880" y="364932"/>
                </a:lnTo>
                <a:lnTo>
                  <a:pt x="2019101" y="368219"/>
                </a:lnTo>
                <a:lnTo>
                  <a:pt x="2033468" y="374147"/>
                </a:lnTo>
                <a:lnTo>
                  <a:pt x="2047383" y="383878"/>
                </a:lnTo>
                <a:lnTo>
                  <a:pt x="2094863" y="431114"/>
                </a:lnTo>
                <a:lnTo>
                  <a:pt x="2095765" y="440844"/>
                </a:lnTo>
                <a:lnTo>
                  <a:pt x="2088034" y="445742"/>
                </a:lnTo>
                <a:lnTo>
                  <a:pt x="2090032" y="447740"/>
                </a:lnTo>
                <a:lnTo>
                  <a:pt x="2090160" y="457986"/>
                </a:lnTo>
                <a:lnTo>
                  <a:pt x="2117863" y="448513"/>
                </a:lnTo>
                <a:lnTo>
                  <a:pt x="2143890" y="472679"/>
                </a:lnTo>
                <a:lnTo>
                  <a:pt x="2144598" y="478027"/>
                </a:lnTo>
                <a:lnTo>
                  <a:pt x="2130361" y="492655"/>
                </a:lnTo>
                <a:lnTo>
                  <a:pt x="2128879" y="498584"/>
                </a:lnTo>
                <a:lnTo>
                  <a:pt x="2130747" y="501162"/>
                </a:lnTo>
                <a:lnTo>
                  <a:pt x="2138027" y="499551"/>
                </a:lnTo>
                <a:lnTo>
                  <a:pt x="2155357" y="485631"/>
                </a:lnTo>
                <a:lnTo>
                  <a:pt x="2172429" y="500517"/>
                </a:lnTo>
                <a:lnTo>
                  <a:pt x="2174491" y="505995"/>
                </a:lnTo>
                <a:lnTo>
                  <a:pt x="2170754" y="527647"/>
                </a:lnTo>
                <a:lnTo>
                  <a:pt x="2172172" y="535445"/>
                </a:lnTo>
                <a:lnTo>
                  <a:pt x="2177905" y="541760"/>
                </a:lnTo>
                <a:lnTo>
                  <a:pt x="2213210" y="565668"/>
                </a:lnTo>
                <a:lnTo>
                  <a:pt x="2245293" y="573465"/>
                </a:lnTo>
                <a:lnTo>
                  <a:pt x="2270353" y="576301"/>
                </a:lnTo>
                <a:lnTo>
                  <a:pt x="2313195" y="571467"/>
                </a:lnTo>
                <a:lnTo>
                  <a:pt x="2322601" y="581005"/>
                </a:lnTo>
                <a:lnTo>
                  <a:pt x="2330912" y="577912"/>
                </a:lnTo>
                <a:lnTo>
                  <a:pt x="2332844" y="572047"/>
                </a:lnTo>
                <a:lnTo>
                  <a:pt x="2330010" y="564186"/>
                </a:lnTo>
                <a:lnTo>
                  <a:pt x="2342121" y="556646"/>
                </a:lnTo>
                <a:lnTo>
                  <a:pt x="2351463" y="545304"/>
                </a:lnTo>
                <a:lnTo>
                  <a:pt x="2364798" y="537829"/>
                </a:lnTo>
                <a:lnTo>
                  <a:pt x="2371949" y="517208"/>
                </a:lnTo>
                <a:lnTo>
                  <a:pt x="2377039" y="516177"/>
                </a:lnTo>
                <a:lnTo>
                  <a:pt x="2380969" y="509346"/>
                </a:lnTo>
                <a:lnTo>
                  <a:pt x="2389473" y="504835"/>
                </a:lnTo>
                <a:lnTo>
                  <a:pt x="2415113" y="503031"/>
                </a:lnTo>
                <a:lnTo>
                  <a:pt x="2420396" y="499164"/>
                </a:lnTo>
                <a:lnTo>
                  <a:pt x="2418141" y="498133"/>
                </a:lnTo>
                <a:lnTo>
                  <a:pt x="2428707" y="496135"/>
                </a:lnTo>
                <a:lnTo>
                  <a:pt x="2426581" y="497553"/>
                </a:lnTo>
                <a:lnTo>
                  <a:pt x="2431735" y="499680"/>
                </a:lnTo>
                <a:lnTo>
                  <a:pt x="2438113" y="500131"/>
                </a:lnTo>
                <a:lnTo>
                  <a:pt x="2438563" y="497875"/>
                </a:lnTo>
                <a:lnTo>
                  <a:pt x="2463109" y="500324"/>
                </a:lnTo>
                <a:lnTo>
                  <a:pt x="2495836" y="510312"/>
                </a:lnTo>
                <a:lnTo>
                  <a:pt x="2508463" y="511472"/>
                </a:lnTo>
                <a:lnTo>
                  <a:pt x="2534619" y="527389"/>
                </a:lnTo>
                <a:lnTo>
                  <a:pt x="2579909" y="620314"/>
                </a:lnTo>
                <a:lnTo>
                  <a:pt x="2589250" y="626952"/>
                </a:lnTo>
                <a:lnTo>
                  <a:pt x="2597303" y="625921"/>
                </a:lnTo>
                <a:lnTo>
                  <a:pt x="2596273" y="632687"/>
                </a:lnTo>
                <a:lnTo>
                  <a:pt x="2584161" y="633202"/>
                </a:lnTo>
                <a:lnTo>
                  <a:pt x="2576752" y="652406"/>
                </a:lnTo>
                <a:lnTo>
                  <a:pt x="2580682" y="654533"/>
                </a:lnTo>
                <a:lnTo>
                  <a:pt x="2582293" y="650731"/>
                </a:lnTo>
                <a:lnTo>
                  <a:pt x="2605356" y="658077"/>
                </a:lnTo>
                <a:lnTo>
                  <a:pt x="2627905" y="648733"/>
                </a:lnTo>
                <a:lnTo>
                  <a:pt x="2720610" y="689975"/>
                </a:lnTo>
                <a:lnTo>
                  <a:pt x="2765127" y="716654"/>
                </a:lnTo>
                <a:lnTo>
                  <a:pt x="2806616" y="747135"/>
                </a:lnTo>
                <a:lnTo>
                  <a:pt x="2816215" y="760088"/>
                </a:lnTo>
                <a:lnTo>
                  <a:pt x="2821047" y="777229"/>
                </a:lnTo>
                <a:lnTo>
                  <a:pt x="2818534" y="786315"/>
                </a:lnTo>
                <a:lnTo>
                  <a:pt x="2810674" y="785864"/>
                </a:lnTo>
                <a:lnTo>
                  <a:pt x="2809644" y="781031"/>
                </a:lnTo>
                <a:lnTo>
                  <a:pt x="2815248" y="771107"/>
                </a:lnTo>
                <a:lnTo>
                  <a:pt x="2812414" y="759379"/>
                </a:lnTo>
                <a:lnTo>
                  <a:pt x="2805649" y="750422"/>
                </a:lnTo>
                <a:lnTo>
                  <a:pt x="2784132" y="733602"/>
                </a:lnTo>
                <a:lnTo>
                  <a:pt x="2776530" y="732829"/>
                </a:lnTo>
                <a:lnTo>
                  <a:pt x="2763967" y="724452"/>
                </a:lnTo>
                <a:lnTo>
                  <a:pt x="2755657" y="721938"/>
                </a:lnTo>
                <a:lnTo>
                  <a:pt x="2745542" y="724194"/>
                </a:lnTo>
                <a:lnTo>
                  <a:pt x="2741741" y="729414"/>
                </a:lnTo>
                <a:lnTo>
                  <a:pt x="2748183" y="733925"/>
                </a:lnTo>
                <a:lnTo>
                  <a:pt x="2750052" y="740433"/>
                </a:lnTo>
                <a:lnTo>
                  <a:pt x="2676544" y="913845"/>
                </a:lnTo>
                <a:lnTo>
                  <a:pt x="2673516" y="924543"/>
                </a:lnTo>
                <a:lnTo>
                  <a:pt x="2673967" y="935111"/>
                </a:lnTo>
                <a:lnTo>
                  <a:pt x="2678026" y="943746"/>
                </a:lnTo>
                <a:lnTo>
                  <a:pt x="2749923" y="941942"/>
                </a:lnTo>
                <a:lnTo>
                  <a:pt x="2751147" y="984538"/>
                </a:lnTo>
                <a:lnTo>
                  <a:pt x="2756365" y="988146"/>
                </a:lnTo>
                <a:lnTo>
                  <a:pt x="2750825" y="996202"/>
                </a:lnTo>
                <a:lnTo>
                  <a:pt x="2727439" y="996846"/>
                </a:lnTo>
                <a:lnTo>
                  <a:pt x="2726730" y="969136"/>
                </a:lnTo>
                <a:lnTo>
                  <a:pt x="2686208" y="970232"/>
                </a:lnTo>
                <a:lnTo>
                  <a:pt x="2686981" y="997877"/>
                </a:lnTo>
                <a:lnTo>
                  <a:pt x="2609415" y="1002388"/>
                </a:lnTo>
                <a:lnTo>
                  <a:pt x="2573273" y="1026682"/>
                </a:lnTo>
                <a:lnTo>
                  <a:pt x="2554204" y="1033384"/>
                </a:lnTo>
                <a:lnTo>
                  <a:pt x="2535263" y="1030871"/>
                </a:lnTo>
                <a:lnTo>
                  <a:pt x="2483982" y="1008832"/>
                </a:lnTo>
                <a:lnTo>
                  <a:pt x="2436566" y="1023009"/>
                </a:lnTo>
                <a:lnTo>
                  <a:pt x="2442944" y="1019143"/>
                </a:lnTo>
                <a:lnTo>
                  <a:pt x="2444941" y="1014116"/>
                </a:lnTo>
                <a:lnTo>
                  <a:pt x="2438370" y="993108"/>
                </a:lnTo>
                <a:lnTo>
                  <a:pt x="2429544" y="995364"/>
                </a:lnTo>
                <a:lnTo>
                  <a:pt x="2406867" y="993559"/>
                </a:lnTo>
                <a:lnTo>
                  <a:pt x="2390117" y="1001035"/>
                </a:lnTo>
                <a:lnTo>
                  <a:pt x="2389730" y="995815"/>
                </a:lnTo>
                <a:lnTo>
                  <a:pt x="2362801" y="996910"/>
                </a:lnTo>
                <a:lnTo>
                  <a:pt x="2354169" y="1000390"/>
                </a:lnTo>
                <a:lnTo>
                  <a:pt x="2350110" y="998070"/>
                </a:lnTo>
                <a:lnTo>
                  <a:pt x="2339351" y="1003226"/>
                </a:lnTo>
                <a:lnTo>
                  <a:pt x="2335615" y="1001808"/>
                </a:lnTo>
                <a:lnTo>
                  <a:pt x="2312680" y="1009541"/>
                </a:lnTo>
                <a:lnTo>
                  <a:pt x="2300182" y="1006383"/>
                </a:lnTo>
                <a:lnTo>
                  <a:pt x="2290067" y="1013150"/>
                </a:lnTo>
                <a:lnTo>
                  <a:pt x="2289165" y="1011087"/>
                </a:lnTo>
                <a:lnTo>
                  <a:pt x="2285300" y="1012247"/>
                </a:lnTo>
                <a:lnTo>
                  <a:pt x="2272093" y="1021205"/>
                </a:lnTo>
                <a:lnTo>
                  <a:pt x="2268356" y="1019852"/>
                </a:lnTo>
                <a:lnTo>
                  <a:pt x="2255149" y="1028293"/>
                </a:lnTo>
                <a:lnTo>
                  <a:pt x="2254505" y="1025909"/>
                </a:lnTo>
                <a:lnTo>
                  <a:pt x="2250575" y="1025587"/>
                </a:lnTo>
                <a:lnTo>
                  <a:pt x="2239881" y="1030420"/>
                </a:lnTo>
                <a:lnTo>
                  <a:pt x="2238013" y="1028938"/>
                </a:lnTo>
                <a:lnTo>
                  <a:pt x="2225901" y="1032740"/>
                </a:lnTo>
                <a:lnTo>
                  <a:pt x="2221907" y="1030807"/>
                </a:lnTo>
                <a:lnTo>
                  <a:pt x="2208893" y="1033642"/>
                </a:lnTo>
                <a:lnTo>
                  <a:pt x="2179967" y="1041182"/>
                </a:lnTo>
                <a:lnTo>
                  <a:pt x="2173460" y="1045628"/>
                </a:lnTo>
                <a:lnTo>
                  <a:pt x="2170368" y="1044339"/>
                </a:lnTo>
                <a:lnTo>
                  <a:pt x="2162315" y="1047948"/>
                </a:lnTo>
                <a:lnTo>
                  <a:pt x="2161542" y="1046015"/>
                </a:lnTo>
                <a:lnTo>
                  <a:pt x="2161864" y="1048206"/>
                </a:lnTo>
                <a:lnTo>
                  <a:pt x="2152458" y="1053426"/>
                </a:lnTo>
                <a:lnTo>
                  <a:pt x="2132938" y="1060450"/>
                </a:lnTo>
                <a:lnTo>
                  <a:pt x="2130232" y="1059032"/>
                </a:lnTo>
                <a:lnTo>
                  <a:pt x="2112193" y="1069020"/>
                </a:lnTo>
                <a:lnTo>
                  <a:pt x="2112064" y="1067087"/>
                </a:lnTo>
                <a:lnTo>
                  <a:pt x="2103367" y="1064381"/>
                </a:lnTo>
                <a:lnTo>
                  <a:pt x="2076889" y="1076947"/>
                </a:lnTo>
                <a:lnTo>
                  <a:pt x="2067741" y="1076882"/>
                </a:lnTo>
                <a:lnTo>
                  <a:pt x="2063553" y="1080040"/>
                </a:lnTo>
                <a:lnTo>
                  <a:pt x="2062329" y="1077462"/>
                </a:lnTo>
                <a:lnTo>
                  <a:pt x="2058335" y="1077333"/>
                </a:lnTo>
                <a:lnTo>
                  <a:pt x="2049767" y="1082360"/>
                </a:lnTo>
                <a:lnTo>
                  <a:pt x="2045901" y="1079847"/>
                </a:lnTo>
                <a:lnTo>
                  <a:pt x="2023353" y="1088740"/>
                </a:lnTo>
                <a:lnTo>
                  <a:pt x="2008665" y="1088868"/>
                </a:lnTo>
                <a:lnTo>
                  <a:pt x="1972587" y="1105817"/>
                </a:lnTo>
                <a:lnTo>
                  <a:pt x="1931034" y="1115161"/>
                </a:lnTo>
                <a:lnTo>
                  <a:pt x="1888192" y="1129853"/>
                </a:lnTo>
                <a:lnTo>
                  <a:pt x="1868221" y="1138682"/>
                </a:lnTo>
                <a:lnTo>
                  <a:pt x="1862809" y="1144159"/>
                </a:lnTo>
                <a:lnTo>
                  <a:pt x="1858171" y="1141453"/>
                </a:lnTo>
                <a:lnTo>
                  <a:pt x="1853017" y="1142097"/>
                </a:lnTo>
                <a:lnTo>
                  <a:pt x="1832144" y="1162396"/>
                </a:lnTo>
                <a:lnTo>
                  <a:pt x="1823124" y="1159690"/>
                </a:lnTo>
                <a:lnTo>
                  <a:pt x="1801929" y="1179344"/>
                </a:lnTo>
                <a:lnTo>
                  <a:pt x="1797355" y="1177153"/>
                </a:lnTo>
                <a:lnTo>
                  <a:pt x="1792008" y="1178764"/>
                </a:lnTo>
                <a:lnTo>
                  <a:pt x="1768880" y="1204348"/>
                </a:lnTo>
                <a:lnTo>
                  <a:pt x="1740984" y="1224260"/>
                </a:lnTo>
                <a:lnTo>
                  <a:pt x="1750455" y="1222778"/>
                </a:lnTo>
                <a:lnTo>
                  <a:pt x="1750970" y="1225613"/>
                </a:lnTo>
                <a:lnTo>
                  <a:pt x="1742144" y="1225742"/>
                </a:lnTo>
                <a:lnTo>
                  <a:pt x="1726876" y="1215238"/>
                </a:lnTo>
                <a:lnTo>
                  <a:pt x="1711994" y="1226193"/>
                </a:lnTo>
                <a:lnTo>
                  <a:pt x="1712767" y="1229351"/>
                </a:lnTo>
                <a:lnTo>
                  <a:pt x="1714571" y="1228191"/>
                </a:lnTo>
                <a:lnTo>
                  <a:pt x="1712831" y="1229480"/>
                </a:lnTo>
                <a:lnTo>
                  <a:pt x="1716310" y="1239017"/>
                </a:lnTo>
                <a:lnTo>
                  <a:pt x="1712960" y="1250166"/>
                </a:lnTo>
                <a:lnTo>
                  <a:pt x="1638100" y="1308034"/>
                </a:lnTo>
                <a:lnTo>
                  <a:pt x="1649438" y="1323822"/>
                </a:lnTo>
                <a:lnTo>
                  <a:pt x="1643769" y="1327946"/>
                </a:lnTo>
                <a:lnTo>
                  <a:pt x="1632495" y="1312158"/>
                </a:lnTo>
                <a:lnTo>
                  <a:pt x="1620190" y="1320600"/>
                </a:lnTo>
                <a:lnTo>
                  <a:pt x="1611622" y="1321889"/>
                </a:lnTo>
                <a:lnTo>
                  <a:pt x="1604020" y="1318860"/>
                </a:lnTo>
                <a:lnTo>
                  <a:pt x="1590684" y="1305972"/>
                </a:lnTo>
                <a:lnTo>
                  <a:pt x="1583984" y="1305972"/>
                </a:lnTo>
                <a:lnTo>
                  <a:pt x="1585466" y="1335228"/>
                </a:lnTo>
                <a:lnTo>
                  <a:pt x="1578186" y="1338644"/>
                </a:lnTo>
                <a:lnTo>
                  <a:pt x="1587205" y="1348826"/>
                </a:lnTo>
                <a:lnTo>
                  <a:pt x="1581987" y="1353530"/>
                </a:lnTo>
                <a:lnTo>
                  <a:pt x="1546167" y="1314156"/>
                </a:lnTo>
                <a:lnTo>
                  <a:pt x="1537019" y="1322533"/>
                </a:lnTo>
                <a:lnTo>
                  <a:pt x="1552803" y="1342575"/>
                </a:lnTo>
                <a:lnTo>
                  <a:pt x="1547713" y="1348310"/>
                </a:lnTo>
                <a:lnTo>
                  <a:pt x="1505902" y="1309130"/>
                </a:lnTo>
                <a:lnTo>
                  <a:pt x="1458422" y="1310483"/>
                </a:lnTo>
                <a:lnTo>
                  <a:pt x="1407141" y="1338386"/>
                </a:lnTo>
                <a:lnTo>
                  <a:pt x="1409009" y="1357010"/>
                </a:lnTo>
                <a:lnTo>
                  <a:pt x="1447728" y="1334842"/>
                </a:lnTo>
                <a:lnTo>
                  <a:pt x="1484256" y="1333424"/>
                </a:lnTo>
                <a:lnTo>
                  <a:pt x="1525423" y="1372024"/>
                </a:lnTo>
                <a:lnTo>
                  <a:pt x="1485996" y="1391679"/>
                </a:lnTo>
                <a:lnTo>
                  <a:pt x="1453140" y="1381304"/>
                </a:lnTo>
                <a:lnTo>
                  <a:pt x="1457263" y="1376535"/>
                </a:lnTo>
                <a:lnTo>
                  <a:pt x="1453655" y="1375440"/>
                </a:lnTo>
                <a:lnTo>
                  <a:pt x="1453075" y="1377244"/>
                </a:lnTo>
                <a:lnTo>
                  <a:pt x="1452946" y="1375182"/>
                </a:lnTo>
                <a:lnTo>
                  <a:pt x="1452302" y="1376986"/>
                </a:lnTo>
                <a:lnTo>
                  <a:pt x="1451851" y="1374731"/>
                </a:lnTo>
                <a:lnTo>
                  <a:pt x="1448243" y="1379177"/>
                </a:lnTo>
                <a:lnTo>
                  <a:pt x="1436647" y="1376729"/>
                </a:lnTo>
                <a:lnTo>
                  <a:pt x="1434972" y="1379693"/>
                </a:lnTo>
                <a:lnTo>
                  <a:pt x="1431042" y="1378082"/>
                </a:lnTo>
                <a:lnTo>
                  <a:pt x="1435681" y="1378791"/>
                </a:lnTo>
                <a:lnTo>
                  <a:pt x="1436518" y="1376600"/>
                </a:lnTo>
                <a:lnTo>
                  <a:pt x="1420412" y="1371509"/>
                </a:lnTo>
                <a:lnTo>
                  <a:pt x="1406497" y="1357203"/>
                </a:lnTo>
                <a:lnTo>
                  <a:pt x="1406432" y="1381755"/>
                </a:lnTo>
                <a:lnTo>
                  <a:pt x="1414228" y="1388715"/>
                </a:lnTo>
                <a:lnTo>
                  <a:pt x="1427241" y="1392839"/>
                </a:lnTo>
                <a:lnTo>
                  <a:pt x="1462803" y="1393226"/>
                </a:lnTo>
                <a:lnTo>
                  <a:pt x="1476976" y="1401668"/>
                </a:lnTo>
                <a:lnTo>
                  <a:pt x="1491085" y="1402119"/>
                </a:lnTo>
                <a:lnTo>
                  <a:pt x="1498816" y="1396383"/>
                </a:lnTo>
                <a:lnTo>
                  <a:pt x="1511894" y="1399992"/>
                </a:lnTo>
                <a:lnTo>
                  <a:pt x="1519689" y="1398961"/>
                </a:lnTo>
                <a:lnTo>
                  <a:pt x="1521235" y="1407403"/>
                </a:lnTo>
                <a:lnTo>
                  <a:pt x="1524070" y="1408498"/>
                </a:lnTo>
                <a:lnTo>
                  <a:pt x="1548680" y="1401796"/>
                </a:lnTo>
                <a:lnTo>
                  <a:pt x="1563691" y="1409078"/>
                </a:lnTo>
                <a:lnTo>
                  <a:pt x="1561371" y="1417585"/>
                </a:lnTo>
                <a:lnTo>
                  <a:pt x="1536504" y="1454639"/>
                </a:lnTo>
                <a:lnTo>
                  <a:pt x="1507706" y="1484346"/>
                </a:lnTo>
                <a:lnTo>
                  <a:pt x="1492180" y="1495043"/>
                </a:lnTo>
                <a:lnTo>
                  <a:pt x="1486318" y="1496203"/>
                </a:lnTo>
                <a:lnTo>
                  <a:pt x="1490763" y="1492337"/>
                </a:lnTo>
                <a:lnTo>
                  <a:pt x="1488315" y="1490855"/>
                </a:lnTo>
                <a:lnTo>
                  <a:pt x="1476525" y="1493690"/>
                </a:lnTo>
                <a:lnTo>
                  <a:pt x="1465058" y="1501230"/>
                </a:lnTo>
                <a:lnTo>
                  <a:pt x="1455137" y="1497041"/>
                </a:lnTo>
                <a:lnTo>
                  <a:pt x="1446890" y="1489050"/>
                </a:lnTo>
                <a:lnTo>
                  <a:pt x="1443734" y="1489566"/>
                </a:lnTo>
                <a:lnTo>
                  <a:pt x="1443669" y="1486537"/>
                </a:lnTo>
                <a:lnTo>
                  <a:pt x="1447341" y="1487310"/>
                </a:lnTo>
                <a:lnTo>
                  <a:pt x="1447084" y="1482735"/>
                </a:lnTo>
                <a:lnTo>
                  <a:pt x="1444571" y="1479191"/>
                </a:lnTo>
                <a:lnTo>
                  <a:pt x="1439353" y="1477902"/>
                </a:lnTo>
                <a:lnTo>
                  <a:pt x="1435423" y="1470233"/>
                </a:lnTo>
                <a:lnTo>
                  <a:pt x="1428014" y="1469202"/>
                </a:lnTo>
                <a:lnTo>
                  <a:pt x="1426275" y="1471264"/>
                </a:lnTo>
                <a:lnTo>
                  <a:pt x="1428981" y="1473069"/>
                </a:lnTo>
                <a:lnTo>
                  <a:pt x="1426661" y="1474809"/>
                </a:lnTo>
                <a:lnTo>
                  <a:pt x="1403147" y="1449483"/>
                </a:lnTo>
                <a:lnTo>
                  <a:pt x="1401858" y="1445037"/>
                </a:lnTo>
                <a:lnTo>
                  <a:pt x="1405144" y="1447099"/>
                </a:lnTo>
                <a:lnTo>
                  <a:pt x="1406883" y="1443232"/>
                </a:lnTo>
                <a:lnTo>
                  <a:pt x="1404757" y="1438013"/>
                </a:lnTo>
                <a:lnTo>
                  <a:pt x="1396769" y="1434984"/>
                </a:lnTo>
                <a:lnTo>
                  <a:pt x="1387170" y="1424415"/>
                </a:lnTo>
                <a:lnTo>
                  <a:pt x="1380792" y="1425253"/>
                </a:lnTo>
                <a:lnTo>
                  <a:pt x="1383691" y="1427895"/>
                </a:lnTo>
                <a:lnTo>
                  <a:pt x="1379761" y="1430408"/>
                </a:lnTo>
                <a:lnTo>
                  <a:pt x="1365717" y="1422611"/>
                </a:lnTo>
                <a:lnTo>
                  <a:pt x="1361722" y="1416554"/>
                </a:lnTo>
                <a:lnTo>
                  <a:pt x="1355087" y="1413976"/>
                </a:lnTo>
                <a:lnTo>
                  <a:pt x="1356697" y="1412300"/>
                </a:lnTo>
                <a:lnTo>
                  <a:pt x="1353798" y="1407725"/>
                </a:lnTo>
                <a:lnTo>
                  <a:pt x="1347420" y="1405985"/>
                </a:lnTo>
                <a:lnTo>
                  <a:pt x="1344392" y="1399863"/>
                </a:lnTo>
                <a:lnTo>
                  <a:pt x="1338401" y="1397994"/>
                </a:lnTo>
                <a:lnTo>
                  <a:pt x="1335889" y="1392452"/>
                </a:lnTo>
                <a:lnTo>
                  <a:pt x="1328931" y="1389681"/>
                </a:lnTo>
                <a:lnTo>
                  <a:pt x="1322939" y="1383108"/>
                </a:lnTo>
                <a:lnTo>
                  <a:pt x="1316046" y="1382786"/>
                </a:lnTo>
                <a:lnTo>
                  <a:pt x="1318623" y="1387748"/>
                </a:lnTo>
                <a:lnTo>
                  <a:pt x="1322166" y="1388844"/>
                </a:lnTo>
                <a:lnTo>
                  <a:pt x="1319267" y="1391744"/>
                </a:lnTo>
                <a:lnTo>
                  <a:pt x="1308315" y="1374989"/>
                </a:lnTo>
                <a:lnTo>
                  <a:pt x="1294980" y="1362036"/>
                </a:lnTo>
                <a:lnTo>
                  <a:pt x="1295108" y="1359329"/>
                </a:lnTo>
                <a:lnTo>
                  <a:pt x="1308186" y="1357912"/>
                </a:lnTo>
                <a:lnTo>
                  <a:pt x="1332216" y="1364485"/>
                </a:lnTo>
                <a:lnTo>
                  <a:pt x="1346712" y="1365774"/>
                </a:lnTo>
                <a:lnTo>
                  <a:pt x="1356375" y="1359652"/>
                </a:lnTo>
                <a:lnTo>
                  <a:pt x="1367005" y="1358105"/>
                </a:lnTo>
                <a:lnTo>
                  <a:pt x="1377764" y="1362487"/>
                </a:lnTo>
                <a:lnTo>
                  <a:pt x="1378924" y="1365387"/>
                </a:lnTo>
                <a:lnTo>
                  <a:pt x="1379181" y="1362938"/>
                </a:lnTo>
                <a:lnTo>
                  <a:pt x="1380276" y="1364807"/>
                </a:lnTo>
                <a:lnTo>
                  <a:pt x="1381372" y="1363325"/>
                </a:lnTo>
                <a:lnTo>
                  <a:pt x="1388265" y="1372733"/>
                </a:lnTo>
                <a:lnTo>
                  <a:pt x="1388909" y="1368609"/>
                </a:lnTo>
                <a:lnTo>
                  <a:pt x="1400054" y="1373571"/>
                </a:lnTo>
                <a:lnTo>
                  <a:pt x="1402116" y="1362874"/>
                </a:lnTo>
                <a:lnTo>
                  <a:pt x="1401536" y="1338450"/>
                </a:lnTo>
                <a:lnTo>
                  <a:pt x="1380019" y="1338322"/>
                </a:lnTo>
                <a:lnTo>
                  <a:pt x="1379697" y="1345668"/>
                </a:lnTo>
                <a:lnTo>
                  <a:pt x="1368100" y="1345603"/>
                </a:lnTo>
                <a:lnTo>
                  <a:pt x="1378215" y="1344250"/>
                </a:lnTo>
                <a:lnTo>
                  <a:pt x="1377828" y="1337355"/>
                </a:lnTo>
                <a:lnTo>
                  <a:pt x="1353283" y="1333488"/>
                </a:lnTo>
                <a:lnTo>
                  <a:pt x="1348709" y="1329815"/>
                </a:lnTo>
                <a:lnTo>
                  <a:pt x="1336211" y="1335486"/>
                </a:lnTo>
                <a:lnTo>
                  <a:pt x="1338143" y="1339030"/>
                </a:lnTo>
                <a:lnTo>
                  <a:pt x="1324614" y="1341608"/>
                </a:lnTo>
                <a:lnTo>
                  <a:pt x="1323906" y="1339224"/>
                </a:lnTo>
                <a:lnTo>
                  <a:pt x="1318816" y="1338257"/>
                </a:lnTo>
                <a:lnTo>
                  <a:pt x="1317979" y="1334519"/>
                </a:lnTo>
                <a:lnTo>
                  <a:pt x="1323133" y="1332071"/>
                </a:lnTo>
                <a:lnTo>
                  <a:pt x="1326289" y="1326915"/>
                </a:lnTo>
                <a:lnTo>
                  <a:pt x="1330026" y="1326915"/>
                </a:lnTo>
                <a:lnTo>
                  <a:pt x="1332088" y="1330846"/>
                </a:lnTo>
                <a:lnTo>
                  <a:pt x="1335115" y="1329751"/>
                </a:lnTo>
                <a:lnTo>
                  <a:pt x="1335631" y="1334584"/>
                </a:lnTo>
                <a:lnTo>
                  <a:pt x="1348000" y="1329171"/>
                </a:lnTo>
                <a:lnTo>
                  <a:pt x="1334471" y="1316991"/>
                </a:lnTo>
                <a:lnTo>
                  <a:pt x="1326096" y="1316734"/>
                </a:lnTo>
                <a:lnTo>
                  <a:pt x="1317399" y="1326078"/>
                </a:lnTo>
                <a:lnTo>
                  <a:pt x="1307091" y="1326013"/>
                </a:lnTo>
                <a:lnTo>
                  <a:pt x="1298265" y="1320342"/>
                </a:lnTo>
                <a:lnTo>
                  <a:pt x="1292209" y="1325949"/>
                </a:lnTo>
                <a:lnTo>
                  <a:pt x="1293820" y="1328011"/>
                </a:lnTo>
                <a:lnTo>
                  <a:pt x="1288086" y="1335164"/>
                </a:lnTo>
                <a:lnTo>
                  <a:pt x="1286411" y="1334133"/>
                </a:lnTo>
                <a:lnTo>
                  <a:pt x="1284865" y="1343412"/>
                </a:lnTo>
                <a:lnTo>
                  <a:pt x="1258194" y="1320278"/>
                </a:lnTo>
                <a:lnTo>
                  <a:pt x="1260126" y="1316669"/>
                </a:lnTo>
                <a:lnTo>
                  <a:pt x="1246662" y="1305392"/>
                </a:lnTo>
                <a:lnTo>
                  <a:pt x="1240864" y="1315509"/>
                </a:lnTo>
                <a:lnTo>
                  <a:pt x="1213033" y="1298883"/>
                </a:lnTo>
                <a:lnTo>
                  <a:pt x="1158401" y="1390390"/>
                </a:lnTo>
                <a:lnTo>
                  <a:pt x="1113691" y="1363518"/>
                </a:lnTo>
                <a:lnTo>
                  <a:pt x="1165617" y="1275813"/>
                </a:lnTo>
                <a:lnTo>
                  <a:pt x="1102739" y="1237922"/>
                </a:lnTo>
                <a:lnTo>
                  <a:pt x="1062797" y="1305134"/>
                </a:lnTo>
                <a:lnTo>
                  <a:pt x="931179" y="1226193"/>
                </a:lnTo>
                <a:lnTo>
                  <a:pt x="949025" y="1195390"/>
                </a:lnTo>
                <a:lnTo>
                  <a:pt x="971444" y="1191653"/>
                </a:lnTo>
                <a:lnTo>
                  <a:pt x="1052875" y="1240242"/>
                </a:lnTo>
                <a:lnTo>
                  <a:pt x="1073233" y="1205830"/>
                </a:lnTo>
                <a:lnTo>
                  <a:pt x="998760" y="1161043"/>
                </a:lnTo>
                <a:lnTo>
                  <a:pt x="1013770" y="1136168"/>
                </a:lnTo>
                <a:lnTo>
                  <a:pt x="984844" y="1105043"/>
                </a:lnTo>
                <a:lnTo>
                  <a:pt x="964164" y="1119027"/>
                </a:lnTo>
                <a:lnTo>
                  <a:pt x="923706" y="1123022"/>
                </a:lnTo>
                <a:lnTo>
                  <a:pt x="891945" y="1113034"/>
                </a:lnTo>
                <a:lnTo>
                  <a:pt x="890270" y="1106332"/>
                </a:lnTo>
                <a:lnTo>
                  <a:pt x="896326" y="1094797"/>
                </a:lnTo>
                <a:lnTo>
                  <a:pt x="887307" y="1091962"/>
                </a:lnTo>
                <a:lnTo>
                  <a:pt x="870750" y="1108136"/>
                </a:lnTo>
                <a:lnTo>
                  <a:pt x="798531" y="1089964"/>
                </a:lnTo>
                <a:lnTo>
                  <a:pt x="785389" y="1098728"/>
                </a:lnTo>
                <a:lnTo>
                  <a:pt x="752532" y="1082682"/>
                </a:lnTo>
                <a:lnTo>
                  <a:pt x="709626" y="1046208"/>
                </a:lnTo>
                <a:lnTo>
                  <a:pt x="686112" y="1046079"/>
                </a:lnTo>
                <a:lnTo>
                  <a:pt x="688882" y="1058774"/>
                </a:lnTo>
                <a:lnTo>
                  <a:pt x="706470" y="1062447"/>
                </a:lnTo>
                <a:lnTo>
                  <a:pt x="742289" y="1092864"/>
                </a:lnTo>
                <a:lnTo>
                  <a:pt x="738939" y="1101692"/>
                </a:lnTo>
                <a:lnTo>
                  <a:pt x="753950" y="1102594"/>
                </a:lnTo>
                <a:lnTo>
                  <a:pt x="684050" y="1102981"/>
                </a:lnTo>
                <a:lnTo>
                  <a:pt x="683599" y="1145126"/>
                </a:lnTo>
                <a:lnTo>
                  <a:pt x="686820" y="1153052"/>
                </a:lnTo>
                <a:lnTo>
                  <a:pt x="719741" y="1160592"/>
                </a:lnTo>
                <a:lnTo>
                  <a:pt x="724508" y="1152086"/>
                </a:lnTo>
                <a:lnTo>
                  <a:pt x="735009" y="1155437"/>
                </a:lnTo>
                <a:lnTo>
                  <a:pt x="729082" y="1164974"/>
                </a:lnTo>
                <a:lnTo>
                  <a:pt x="737651" y="1157563"/>
                </a:lnTo>
                <a:lnTo>
                  <a:pt x="742805" y="1156274"/>
                </a:lnTo>
                <a:lnTo>
                  <a:pt x="765482" y="1167487"/>
                </a:lnTo>
                <a:lnTo>
                  <a:pt x="774372" y="1182760"/>
                </a:lnTo>
                <a:lnTo>
                  <a:pt x="777980" y="1202479"/>
                </a:lnTo>
                <a:lnTo>
                  <a:pt x="798016" y="1225098"/>
                </a:lnTo>
                <a:lnTo>
                  <a:pt x="803105" y="1223293"/>
                </a:lnTo>
                <a:lnTo>
                  <a:pt x="802847" y="1225807"/>
                </a:lnTo>
                <a:lnTo>
                  <a:pt x="806519" y="1226838"/>
                </a:lnTo>
                <a:lnTo>
                  <a:pt x="806455" y="1233604"/>
                </a:lnTo>
                <a:lnTo>
                  <a:pt x="811029" y="1231091"/>
                </a:lnTo>
                <a:lnTo>
                  <a:pt x="813348" y="1237986"/>
                </a:lnTo>
                <a:lnTo>
                  <a:pt x="838538" y="1241981"/>
                </a:lnTo>
                <a:lnTo>
                  <a:pt x="865467" y="1269305"/>
                </a:lnTo>
                <a:lnTo>
                  <a:pt x="866047" y="1273816"/>
                </a:lnTo>
                <a:lnTo>
                  <a:pt x="855868" y="1284384"/>
                </a:lnTo>
                <a:lnTo>
                  <a:pt x="846849" y="1289797"/>
                </a:lnTo>
                <a:lnTo>
                  <a:pt x="831451" y="1293084"/>
                </a:lnTo>
                <a:lnTo>
                  <a:pt x="819147" y="1298754"/>
                </a:lnTo>
                <a:lnTo>
                  <a:pt x="811158" y="1291215"/>
                </a:lnTo>
                <a:lnTo>
                  <a:pt x="798853" y="1290442"/>
                </a:lnTo>
                <a:lnTo>
                  <a:pt x="776112" y="1283031"/>
                </a:lnTo>
                <a:lnTo>
                  <a:pt x="759297" y="1298561"/>
                </a:lnTo>
                <a:lnTo>
                  <a:pt x="763356" y="1299850"/>
                </a:lnTo>
                <a:lnTo>
                  <a:pt x="776627" y="1287606"/>
                </a:lnTo>
                <a:lnTo>
                  <a:pt x="781137" y="1287799"/>
                </a:lnTo>
                <a:lnTo>
                  <a:pt x="808903" y="1294115"/>
                </a:lnTo>
                <a:lnTo>
                  <a:pt x="819598" y="1304490"/>
                </a:lnTo>
                <a:lnTo>
                  <a:pt x="820886" y="1309774"/>
                </a:lnTo>
                <a:lnTo>
                  <a:pt x="808130" y="1336904"/>
                </a:lnTo>
                <a:lnTo>
                  <a:pt x="796341" y="1345926"/>
                </a:lnTo>
                <a:lnTo>
                  <a:pt x="752468" y="1364936"/>
                </a:lnTo>
                <a:lnTo>
                  <a:pt x="721867" y="1339095"/>
                </a:lnTo>
                <a:lnTo>
                  <a:pt x="677092" y="1314800"/>
                </a:lnTo>
                <a:lnTo>
                  <a:pt x="676448" y="1305263"/>
                </a:lnTo>
                <a:lnTo>
                  <a:pt x="673163" y="1298432"/>
                </a:lnTo>
                <a:lnTo>
                  <a:pt x="663821" y="1313447"/>
                </a:lnTo>
                <a:lnTo>
                  <a:pt x="646942" y="1304425"/>
                </a:lnTo>
                <a:lnTo>
                  <a:pt x="638503" y="1322211"/>
                </a:lnTo>
                <a:lnTo>
                  <a:pt x="696613" y="1356816"/>
                </a:lnTo>
                <a:lnTo>
                  <a:pt x="698223" y="1364549"/>
                </a:lnTo>
                <a:lnTo>
                  <a:pt x="647007" y="1393483"/>
                </a:lnTo>
                <a:lnTo>
                  <a:pt x="569634" y="1421000"/>
                </a:lnTo>
                <a:lnTo>
                  <a:pt x="545733" y="1336388"/>
                </a:lnTo>
                <a:lnTo>
                  <a:pt x="510686" y="1304103"/>
                </a:lnTo>
                <a:lnTo>
                  <a:pt x="479505" y="1338515"/>
                </a:lnTo>
                <a:lnTo>
                  <a:pt x="516742" y="1372862"/>
                </a:lnTo>
                <a:lnTo>
                  <a:pt x="545539" y="1474229"/>
                </a:lnTo>
                <a:lnTo>
                  <a:pt x="545604" y="1486924"/>
                </a:lnTo>
                <a:lnTo>
                  <a:pt x="541610" y="1495301"/>
                </a:lnTo>
                <a:lnTo>
                  <a:pt x="529176" y="1508447"/>
                </a:lnTo>
                <a:lnTo>
                  <a:pt x="523571" y="1502712"/>
                </a:lnTo>
                <a:lnTo>
                  <a:pt x="495353" y="1532935"/>
                </a:lnTo>
                <a:lnTo>
                  <a:pt x="498188" y="1539508"/>
                </a:lnTo>
                <a:lnTo>
                  <a:pt x="442655" y="1595701"/>
                </a:lnTo>
                <a:lnTo>
                  <a:pt x="436148" y="1599116"/>
                </a:lnTo>
                <a:lnTo>
                  <a:pt x="428868" y="1598150"/>
                </a:lnTo>
                <a:lnTo>
                  <a:pt x="423457" y="1593188"/>
                </a:lnTo>
                <a:lnTo>
                  <a:pt x="412956" y="1571149"/>
                </a:lnTo>
                <a:lnTo>
                  <a:pt x="412054" y="1561998"/>
                </a:lnTo>
                <a:lnTo>
                  <a:pt x="414051" y="1562320"/>
                </a:lnTo>
                <a:lnTo>
                  <a:pt x="415210" y="1570247"/>
                </a:lnTo>
                <a:lnTo>
                  <a:pt x="425583" y="1591963"/>
                </a:lnTo>
                <a:lnTo>
                  <a:pt x="428159" y="1592930"/>
                </a:lnTo>
                <a:lnTo>
                  <a:pt x="453027" y="1568571"/>
                </a:lnTo>
                <a:lnTo>
                  <a:pt x="454315" y="1559872"/>
                </a:lnTo>
                <a:lnTo>
                  <a:pt x="443492" y="1536995"/>
                </a:lnTo>
                <a:lnTo>
                  <a:pt x="439047" y="1533902"/>
                </a:lnTo>
                <a:lnTo>
                  <a:pt x="432991" y="1522624"/>
                </a:lnTo>
                <a:lnTo>
                  <a:pt x="406513" y="1520240"/>
                </a:lnTo>
                <a:lnTo>
                  <a:pt x="382354" y="1470104"/>
                </a:lnTo>
                <a:lnTo>
                  <a:pt x="369276" y="1455025"/>
                </a:lnTo>
                <a:lnTo>
                  <a:pt x="309427" y="1306616"/>
                </a:lnTo>
                <a:lnTo>
                  <a:pt x="309427" y="1275040"/>
                </a:lnTo>
                <a:lnTo>
                  <a:pt x="341832" y="1249650"/>
                </a:lnTo>
                <a:lnTo>
                  <a:pt x="354974" y="1268016"/>
                </a:lnTo>
                <a:lnTo>
                  <a:pt x="458052" y="1195777"/>
                </a:lnTo>
                <a:lnTo>
                  <a:pt x="501602" y="1169678"/>
                </a:lnTo>
                <a:lnTo>
                  <a:pt x="534394" y="1159625"/>
                </a:lnTo>
                <a:lnTo>
                  <a:pt x="560808" y="1160463"/>
                </a:lnTo>
                <a:lnTo>
                  <a:pt x="584000" y="1157048"/>
                </a:lnTo>
                <a:lnTo>
                  <a:pt x="587608" y="1161107"/>
                </a:lnTo>
                <a:lnTo>
                  <a:pt x="553657" y="1198419"/>
                </a:lnTo>
                <a:lnTo>
                  <a:pt x="549662" y="1212854"/>
                </a:lnTo>
                <a:lnTo>
                  <a:pt x="525246" y="1236697"/>
                </a:lnTo>
                <a:lnTo>
                  <a:pt x="505919" y="1251712"/>
                </a:lnTo>
                <a:lnTo>
                  <a:pt x="530593" y="1276071"/>
                </a:lnTo>
                <a:lnTo>
                  <a:pt x="556556" y="1248232"/>
                </a:lnTo>
                <a:lnTo>
                  <a:pt x="564802" y="1255128"/>
                </a:lnTo>
                <a:lnTo>
                  <a:pt x="574143" y="1249263"/>
                </a:lnTo>
                <a:lnTo>
                  <a:pt x="579942" y="1249070"/>
                </a:lnTo>
                <a:lnTo>
                  <a:pt x="577751" y="1244624"/>
                </a:lnTo>
                <a:lnTo>
                  <a:pt x="581101" y="1244430"/>
                </a:lnTo>
                <a:lnTo>
                  <a:pt x="581745" y="1247137"/>
                </a:lnTo>
                <a:lnTo>
                  <a:pt x="585611" y="1245526"/>
                </a:lnTo>
                <a:lnTo>
                  <a:pt x="579040" y="1234828"/>
                </a:lnTo>
                <a:lnTo>
                  <a:pt x="583871" y="1223487"/>
                </a:lnTo>
                <a:lnTo>
                  <a:pt x="579942" y="1220329"/>
                </a:lnTo>
                <a:lnTo>
                  <a:pt x="594437" y="1206474"/>
                </a:lnTo>
                <a:lnTo>
                  <a:pt x="633478" y="1159174"/>
                </a:lnTo>
                <a:lnTo>
                  <a:pt x="641659" y="1158272"/>
                </a:lnTo>
                <a:lnTo>
                  <a:pt x="642819" y="1152666"/>
                </a:lnTo>
                <a:lnTo>
                  <a:pt x="648810" y="1149057"/>
                </a:lnTo>
                <a:lnTo>
                  <a:pt x="662275" y="1147381"/>
                </a:lnTo>
                <a:lnTo>
                  <a:pt x="683857" y="1154599"/>
                </a:lnTo>
                <a:lnTo>
                  <a:pt x="680249" y="1144546"/>
                </a:lnTo>
                <a:lnTo>
                  <a:pt x="681151" y="1055552"/>
                </a:lnTo>
                <a:lnTo>
                  <a:pt x="677157" y="1046273"/>
                </a:lnTo>
                <a:lnTo>
                  <a:pt x="670843" y="1050526"/>
                </a:lnTo>
                <a:lnTo>
                  <a:pt x="661566" y="1051363"/>
                </a:lnTo>
                <a:lnTo>
                  <a:pt x="662082" y="1065734"/>
                </a:lnTo>
                <a:lnTo>
                  <a:pt x="657894" y="1069149"/>
                </a:lnTo>
                <a:lnTo>
                  <a:pt x="654802" y="1081780"/>
                </a:lnTo>
                <a:lnTo>
                  <a:pt x="657443" y="1081651"/>
                </a:lnTo>
                <a:lnTo>
                  <a:pt x="657636" y="1087193"/>
                </a:lnTo>
                <a:lnTo>
                  <a:pt x="623041" y="1088611"/>
                </a:lnTo>
                <a:lnTo>
                  <a:pt x="622397" y="1074627"/>
                </a:lnTo>
                <a:lnTo>
                  <a:pt x="603134" y="1068118"/>
                </a:lnTo>
                <a:lnTo>
                  <a:pt x="590056" y="1051879"/>
                </a:lnTo>
                <a:lnTo>
                  <a:pt x="590056" y="1051879"/>
                </a:lnTo>
              </a:path>
            </a:pathLst>
          </a:custGeom>
          <a:noFill xmlns:a="http://schemas.openxmlformats.org/drawingml/2006/main"/>
          <a:ln xmlns:a="http://schemas.openxmlformats.org/drawingml/2006/main" w="5119">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3B45503B-DE07-4912-8D71-9927D9430B47}"/>
              </a:ext>
            </a:extLst>
          </p:cNvPr>
          <p:cNvSpPr>
            <a:spLocks xmlns:a="http://schemas.openxmlformats.org/drawingml/2006/main" noGrp="1"/>
          </p:cNvSpPr>
          <p:nvPr/>
        </p:nvSpPr>
        <p:spPr>
          <a:xfrm xmlns:a="http://schemas.openxmlformats.org/drawingml/2006/main">
            <a:off x="4186994" y="2792253"/>
            <a:ext cx="664312" cy="247963"/>
          </a:xfrm>
          <a:custGeom xmlns:a="http://schemas.openxmlformats.org/drawingml/2006/main">
            <a:pathLst>
              <a:path w="494451" h="184561">
                <a:moveTo>
                  <a:pt x="10694" y="54324"/>
                </a:moveTo>
                <a:lnTo>
                  <a:pt x="12047" y="51038"/>
                </a:lnTo>
                <a:lnTo>
                  <a:pt x="7795" y="48009"/>
                </a:lnTo>
                <a:lnTo>
                  <a:pt x="7022" y="40405"/>
                </a:lnTo>
                <a:lnTo>
                  <a:pt x="0" y="36861"/>
                </a:lnTo>
                <a:lnTo>
                  <a:pt x="1739" y="29708"/>
                </a:lnTo>
                <a:lnTo>
                  <a:pt x="64" y="28676"/>
                </a:lnTo>
                <a:lnTo>
                  <a:pt x="17974" y="24294"/>
                </a:lnTo>
                <a:lnTo>
                  <a:pt x="26349" y="13082"/>
                </a:lnTo>
                <a:lnTo>
                  <a:pt x="38719" y="9344"/>
                </a:lnTo>
                <a:lnTo>
                  <a:pt x="47158" y="0"/>
                </a:lnTo>
                <a:lnTo>
                  <a:pt x="76793" y="10246"/>
                </a:lnTo>
                <a:lnTo>
                  <a:pt x="106621" y="24230"/>
                </a:lnTo>
                <a:lnTo>
                  <a:pt x="124789" y="27259"/>
                </a:lnTo>
                <a:lnTo>
                  <a:pt x="139799" y="35250"/>
                </a:lnTo>
                <a:lnTo>
                  <a:pt x="146113" y="41887"/>
                </a:lnTo>
                <a:lnTo>
                  <a:pt x="148625" y="49878"/>
                </a:lnTo>
                <a:lnTo>
                  <a:pt x="173364" y="60704"/>
                </a:lnTo>
                <a:lnTo>
                  <a:pt x="174975" y="57353"/>
                </a:lnTo>
                <a:lnTo>
                  <a:pt x="186571" y="58126"/>
                </a:lnTo>
                <a:lnTo>
                  <a:pt x="191081" y="67019"/>
                </a:lnTo>
                <a:lnTo>
                  <a:pt x="211374" y="65537"/>
                </a:lnTo>
                <a:lnTo>
                  <a:pt x="225547" y="67277"/>
                </a:lnTo>
                <a:lnTo>
                  <a:pt x="242491" y="60962"/>
                </a:lnTo>
                <a:lnTo>
                  <a:pt x="276120" y="58126"/>
                </a:lnTo>
                <a:lnTo>
                  <a:pt x="283722" y="54195"/>
                </a:lnTo>
                <a:lnTo>
                  <a:pt x="299312" y="57417"/>
                </a:lnTo>
                <a:lnTo>
                  <a:pt x="307752" y="63733"/>
                </a:lnTo>
                <a:lnTo>
                  <a:pt x="317415" y="62251"/>
                </a:lnTo>
                <a:lnTo>
                  <a:pt x="337709" y="67470"/>
                </a:lnTo>
                <a:lnTo>
                  <a:pt x="368632" y="65795"/>
                </a:lnTo>
                <a:lnTo>
                  <a:pt x="377394" y="62702"/>
                </a:lnTo>
                <a:lnTo>
                  <a:pt x="382161" y="57933"/>
                </a:lnTo>
                <a:lnTo>
                  <a:pt x="435182" y="56451"/>
                </a:lnTo>
                <a:lnTo>
                  <a:pt x="454766" y="65021"/>
                </a:lnTo>
                <a:lnTo>
                  <a:pt x="469004" y="80487"/>
                </a:lnTo>
                <a:lnTo>
                  <a:pt x="482791" y="112966"/>
                </a:lnTo>
                <a:lnTo>
                  <a:pt x="494451" y="156335"/>
                </a:lnTo>
                <a:lnTo>
                  <a:pt x="491681" y="160846"/>
                </a:lnTo>
                <a:lnTo>
                  <a:pt x="484079" y="163037"/>
                </a:lnTo>
                <a:lnTo>
                  <a:pt x="451288" y="154917"/>
                </a:lnTo>
                <a:lnTo>
                  <a:pt x="401746" y="154660"/>
                </a:lnTo>
                <a:lnTo>
                  <a:pt x="397494" y="163488"/>
                </a:lnTo>
                <a:lnTo>
                  <a:pt x="392791" y="159879"/>
                </a:lnTo>
                <a:lnTo>
                  <a:pt x="394273" y="155626"/>
                </a:lnTo>
                <a:lnTo>
                  <a:pt x="390665" y="154595"/>
                </a:lnTo>
                <a:lnTo>
                  <a:pt x="333779" y="154209"/>
                </a:lnTo>
                <a:lnTo>
                  <a:pt x="311102" y="165164"/>
                </a:lnTo>
                <a:lnTo>
                  <a:pt x="299505" y="158719"/>
                </a:lnTo>
                <a:lnTo>
                  <a:pt x="295640" y="163681"/>
                </a:lnTo>
                <a:lnTo>
                  <a:pt x="285590" y="167548"/>
                </a:lnTo>
                <a:lnTo>
                  <a:pt x="283400" y="164519"/>
                </a:lnTo>
                <a:lnTo>
                  <a:pt x="278954" y="165872"/>
                </a:lnTo>
                <a:lnTo>
                  <a:pt x="269033" y="173863"/>
                </a:lnTo>
                <a:lnTo>
                  <a:pt x="262397" y="175539"/>
                </a:lnTo>
                <a:lnTo>
                  <a:pt x="256599" y="173799"/>
                </a:lnTo>
                <a:lnTo>
                  <a:pt x="231216" y="182756"/>
                </a:lnTo>
                <a:lnTo>
                  <a:pt x="206478" y="184561"/>
                </a:lnTo>
                <a:lnTo>
                  <a:pt x="188246" y="163101"/>
                </a:lnTo>
                <a:lnTo>
                  <a:pt x="183865" y="149504"/>
                </a:lnTo>
                <a:lnTo>
                  <a:pt x="174524" y="143833"/>
                </a:lnTo>
                <a:lnTo>
                  <a:pt x="155261" y="145251"/>
                </a:lnTo>
                <a:lnTo>
                  <a:pt x="143536" y="123148"/>
                </a:lnTo>
                <a:lnTo>
                  <a:pt x="144760" y="116961"/>
                </a:lnTo>
                <a:lnTo>
                  <a:pt x="141925" y="118121"/>
                </a:lnTo>
                <a:lnTo>
                  <a:pt x="130716" y="110259"/>
                </a:lnTo>
                <a:lnTo>
                  <a:pt x="117766" y="109164"/>
                </a:lnTo>
                <a:lnTo>
                  <a:pt x="113128" y="104395"/>
                </a:lnTo>
                <a:lnTo>
                  <a:pt x="94832" y="99111"/>
                </a:lnTo>
                <a:lnTo>
                  <a:pt x="80916" y="89058"/>
                </a:lnTo>
                <a:lnTo>
                  <a:pt x="76793" y="87512"/>
                </a:lnTo>
                <a:lnTo>
                  <a:pt x="77695" y="90025"/>
                </a:lnTo>
                <a:lnTo>
                  <a:pt x="73056" y="89445"/>
                </a:lnTo>
                <a:lnTo>
                  <a:pt x="67903" y="83194"/>
                </a:lnTo>
                <a:lnTo>
                  <a:pt x="51732" y="80165"/>
                </a:lnTo>
                <a:lnTo>
                  <a:pt x="46900" y="70048"/>
                </a:lnTo>
                <a:lnTo>
                  <a:pt x="37108" y="68308"/>
                </a:lnTo>
                <a:lnTo>
                  <a:pt x="33436" y="71530"/>
                </a:lnTo>
                <a:lnTo>
                  <a:pt x="27509" y="70370"/>
                </a:lnTo>
                <a:lnTo>
                  <a:pt x="15333" y="57611"/>
                </a:lnTo>
                <a:lnTo>
                  <a:pt x="12820" y="58706"/>
                </a:lnTo>
                <a:lnTo>
                  <a:pt x="13980" y="54453"/>
                </a:lnTo>
                <a:lnTo>
                  <a:pt x="10694" y="54324"/>
                </a:lnTo>
              </a:path>
            </a:pathLst>
          </a:custGeom>
          <a:noFill xmlns:a="http://schemas.openxmlformats.org/drawingml/2006/main"/>
          <a:ln xmlns:a="http://schemas.openxmlformats.org/drawingml/2006/main" w="5119">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CC4080E4-EB2B-417A-B6EA-10EA71963DFC}"/>
              </a:ext>
            </a:extLst>
          </p:cNvPr>
          <p:cNvSpPr>
            <a:spLocks xmlns:a="http://schemas.openxmlformats.org/drawingml/2006/main" noGrp="1"/>
          </p:cNvSpPr>
          <p:nvPr/>
        </p:nvSpPr>
        <p:spPr>
          <a:xfrm xmlns:a="http://schemas.openxmlformats.org/drawingml/2006/main">
            <a:off x="3466681" y="4485659"/>
            <a:ext cx="140566" cy="165799"/>
          </a:xfrm>
          <a:custGeom xmlns:a="http://schemas.openxmlformats.org/drawingml/2006/main">
            <a:pathLst>
              <a:path w="104624" h="123406">
                <a:moveTo>
                  <a:pt x="35691" y="10504"/>
                </a:moveTo>
                <a:lnTo>
                  <a:pt x="41038" y="18237"/>
                </a:lnTo>
                <a:lnTo>
                  <a:pt x="44710" y="14370"/>
                </a:lnTo>
                <a:lnTo>
                  <a:pt x="51603" y="14628"/>
                </a:lnTo>
                <a:lnTo>
                  <a:pt x="55082" y="12115"/>
                </a:lnTo>
                <a:lnTo>
                  <a:pt x="51281" y="8764"/>
                </a:lnTo>
                <a:lnTo>
                  <a:pt x="50379" y="10568"/>
                </a:lnTo>
                <a:lnTo>
                  <a:pt x="52634" y="6444"/>
                </a:lnTo>
                <a:lnTo>
                  <a:pt x="94252" y="1160"/>
                </a:lnTo>
                <a:lnTo>
                  <a:pt x="97860" y="3738"/>
                </a:lnTo>
                <a:lnTo>
                  <a:pt x="97860" y="9344"/>
                </a:lnTo>
                <a:lnTo>
                  <a:pt x="91417" y="19912"/>
                </a:lnTo>
                <a:lnTo>
                  <a:pt x="75376" y="25970"/>
                </a:lnTo>
                <a:lnTo>
                  <a:pt x="76213" y="22490"/>
                </a:lnTo>
                <a:lnTo>
                  <a:pt x="70351" y="21781"/>
                </a:lnTo>
                <a:lnTo>
                  <a:pt x="66099" y="26034"/>
                </a:lnTo>
                <a:lnTo>
                  <a:pt x="64746" y="32414"/>
                </a:lnTo>
                <a:lnTo>
                  <a:pt x="70673" y="44722"/>
                </a:lnTo>
                <a:lnTo>
                  <a:pt x="77630" y="44787"/>
                </a:lnTo>
                <a:lnTo>
                  <a:pt x="79048" y="42338"/>
                </a:lnTo>
                <a:lnTo>
                  <a:pt x="76793" y="40791"/>
                </a:lnTo>
                <a:lnTo>
                  <a:pt x="81754" y="42531"/>
                </a:lnTo>
                <a:lnTo>
                  <a:pt x="84717" y="57224"/>
                </a:lnTo>
                <a:lnTo>
                  <a:pt x="97537" y="68179"/>
                </a:lnTo>
                <a:lnTo>
                  <a:pt x="100114" y="75074"/>
                </a:lnTo>
                <a:lnTo>
                  <a:pt x="104366" y="78039"/>
                </a:lnTo>
                <a:lnTo>
                  <a:pt x="104624" y="82227"/>
                </a:lnTo>
                <a:lnTo>
                  <a:pt x="101725" y="79521"/>
                </a:lnTo>
                <a:lnTo>
                  <a:pt x="97344" y="81454"/>
                </a:lnTo>
                <a:lnTo>
                  <a:pt x="94638" y="89252"/>
                </a:lnTo>
                <a:lnTo>
                  <a:pt x="98310" y="92216"/>
                </a:lnTo>
                <a:lnTo>
                  <a:pt x="89033" y="96147"/>
                </a:lnTo>
                <a:lnTo>
                  <a:pt x="91159" y="94342"/>
                </a:lnTo>
                <a:lnTo>
                  <a:pt x="84073" y="90863"/>
                </a:lnTo>
                <a:lnTo>
                  <a:pt x="79499" y="83967"/>
                </a:lnTo>
                <a:lnTo>
                  <a:pt x="68289" y="75268"/>
                </a:lnTo>
                <a:lnTo>
                  <a:pt x="60107" y="63539"/>
                </a:lnTo>
                <a:lnTo>
                  <a:pt x="52312" y="75139"/>
                </a:lnTo>
                <a:lnTo>
                  <a:pt x="54180" y="86738"/>
                </a:lnTo>
                <a:lnTo>
                  <a:pt x="54116" y="82872"/>
                </a:lnTo>
                <a:lnTo>
                  <a:pt x="48898" y="83774"/>
                </a:lnTo>
                <a:lnTo>
                  <a:pt x="51281" y="96533"/>
                </a:lnTo>
                <a:lnTo>
                  <a:pt x="53600" y="97307"/>
                </a:lnTo>
                <a:lnTo>
                  <a:pt x="54438" y="94987"/>
                </a:lnTo>
                <a:lnTo>
                  <a:pt x="55147" y="105813"/>
                </a:lnTo>
                <a:lnTo>
                  <a:pt x="52248" y="105169"/>
                </a:lnTo>
                <a:lnTo>
                  <a:pt x="51539" y="111806"/>
                </a:lnTo>
                <a:lnTo>
                  <a:pt x="54116" y="114641"/>
                </a:lnTo>
                <a:lnTo>
                  <a:pt x="57401" y="113417"/>
                </a:lnTo>
                <a:lnTo>
                  <a:pt x="58239" y="118444"/>
                </a:lnTo>
                <a:lnTo>
                  <a:pt x="54180" y="123406"/>
                </a:lnTo>
                <a:lnTo>
                  <a:pt x="45934" y="114899"/>
                </a:lnTo>
                <a:lnTo>
                  <a:pt x="39621" y="113288"/>
                </a:lnTo>
                <a:lnTo>
                  <a:pt x="32276" y="100658"/>
                </a:lnTo>
                <a:lnTo>
                  <a:pt x="0" y="66633"/>
                </a:lnTo>
                <a:lnTo>
                  <a:pt x="7538" y="59931"/>
                </a:lnTo>
                <a:lnTo>
                  <a:pt x="15268" y="58255"/>
                </a:lnTo>
                <a:lnTo>
                  <a:pt x="19585" y="59866"/>
                </a:lnTo>
                <a:lnTo>
                  <a:pt x="17459" y="60317"/>
                </a:lnTo>
                <a:lnTo>
                  <a:pt x="20680" y="63217"/>
                </a:lnTo>
                <a:lnTo>
                  <a:pt x="23579" y="63282"/>
                </a:lnTo>
                <a:lnTo>
                  <a:pt x="23064" y="61284"/>
                </a:lnTo>
                <a:lnTo>
                  <a:pt x="27380" y="65666"/>
                </a:lnTo>
                <a:lnTo>
                  <a:pt x="34982" y="66955"/>
                </a:lnTo>
                <a:lnTo>
                  <a:pt x="33307" y="70950"/>
                </a:lnTo>
                <a:lnTo>
                  <a:pt x="45419" y="77588"/>
                </a:lnTo>
                <a:lnTo>
                  <a:pt x="47673" y="73979"/>
                </a:lnTo>
                <a:lnTo>
                  <a:pt x="42842" y="70112"/>
                </a:lnTo>
                <a:lnTo>
                  <a:pt x="51732" y="74430"/>
                </a:lnTo>
                <a:lnTo>
                  <a:pt x="58690" y="63088"/>
                </a:lnTo>
                <a:lnTo>
                  <a:pt x="57401" y="57353"/>
                </a:lnTo>
                <a:lnTo>
                  <a:pt x="59592" y="53873"/>
                </a:lnTo>
                <a:lnTo>
                  <a:pt x="57015" y="49878"/>
                </a:lnTo>
                <a:lnTo>
                  <a:pt x="54889" y="51489"/>
                </a:lnTo>
                <a:lnTo>
                  <a:pt x="45483" y="43434"/>
                </a:lnTo>
                <a:lnTo>
                  <a:pt x="50959" y="38536"/>
                </a:lnTo>
                <a:lnTo>
                  <a:pt x="54696" y="41629"/>
                </a:lnTo>
                <a:lnTo>
                  <a:pt x="58303" y="40276"/>
                </a:lnTo>
                <a:lnTo>
                  <a:pt x="57788" y="29708"/>
                </a:lnTo>
                <a:lnTo>
                  <a:pt x="45548" y="30223"/>
                </a:lnTo>
                <a:lnTo>
                  <a:pt x="43937" y="21652"/>
                </a:lnTo>
                <a:lnTo>
                  <a:pt x="31890" y="37569"/>
                </a:lnTo>
                <a:lnTo>
                  <a:pt x="23321" y="38665"/>
                </a:lnTo>
                <a:lnTo>
                  <a:pt x="24417" y="33574"/>
                </a:lnTo>
                <a:lnTo>
                  <a:pt x="37366" y="28612"/>
                </a:lnTo>
                <a:lnTo>
                  <a:pt x="40265" y="19204"/>
                </a:lnTo>
                <a:lnTo>
                  <a:pt x="32534" y="10633"/>
                </a:lnTo>
                <a:lnTo>
                  <a:pt x="30086" y="13919"/>
                </a:lnTo>
                <a:lnTo>
                  <a:pt x="31632" y="15079"/>
                </a:lnTo>
                <a:lnTo>
                  <a:pt x="27316" y="14564"/>
                </a:lnTo>
                <a:lnTo>
                  <a:pt x="15075" y="2449"/>
                </a:lnTo>
                <a:lnTo>
                  <a:pt x="17394" y="0"/>
                </a:lnTo>
                <a:lnTo>
                  <a:pt x="34145" y="5155"/>
                </a:lnTo>
                <a:lnTo>
                  <a:pt x="35691" y="10504"/>
                </a:lnTo>
              </a:path>
            </a:pathLst>
          </a:custGeom>
          <a:noFill xmlns:a="http://schemas.openxmlformats.org/drawingml/2006/main"/>
          <a:ln xmlns:a="http://schemas.openxmlformats.org/drawingml/2006/main" w="5119">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34CCCEAC-A376-4A89-80B6-75C25DA0CD94}"/>
              </a:ext>
            </a:extLst>
          </p:cNvPr>
          <p:cNvSpPr>
            <a:spLocks xmlns:a="http://schemas.openxmlformats.org/drawingml/2006/main" noGrp="1"/>
          </p:cNvSpPr>
          <p:nvPr/>
        </p:nvSpPr>
        <p:spPr>
          <a:xfrm xmlns:a="http://schemas.openxmlformats.org/drawingml/2006/main">
            <a:off x="3480184" y="4372932"/>
            <a:ext cx="92268" cy="67445"/>
          </a:xfrm>
          <a:custGeom xmlns:a="http://schemas.openxmlformats.org/drawingml/2006/main">
            <a:pathLst>
              <a:path w="68676" h="50200">
                <a:moveTo>
                  <a:pt x="68676" y="29901"/>
                </a:moveTo>
                <a:lnTo>
                  <a:pt x="67194" y="38665"/>
                </a:lnTo>
                <a:lnTo>
                  <a:pt x="60172" y="42982"/>
                </a:lnTo>
                <a:lnTo>
                  <a:pt x="35497" y="32285"/>
                </a:lnTo>
                <a:lnTo>
                  <a:pt x="27767" y="34927"/>
                </a:lnTo>
                <a:lnTo>
                  <a:pt x="8375" y="50200"/>
                </a:lnTo>
                <a:lnTo>
                  <a:pt x="2963" y="50007"/>
                </a:lnTo>
                <a:lnTo>
                  <a:pt x="0" y="45625"/>
                </a:lnTo>
                <a:lnTo>
                  <a:pt x="3028" y="36989"/>
                </a:lnTo>
                <a:lnTo>
                  <a:pt x="29313" y="19268"/>
                </a:lnTo>
                <a:lnTo>
                  <a:pt x="47416" y="0"/>
                </a:lnTo>
                <a:lnTo>
                  <a:pt x="53729" y="2127"/>
                </a:lnTo>
                <a:lnTo>
                  <a:pt x="61009" y="9537"/>
                </a:lnTo>
                <a:lnTo>
                  <a:pt x="68676" y="29901"/>
                </a:lnTo>
              </a:path>
            </a:pathLst>
          </a:custGeom>
          <a:noFill xmlns:a="http://schemas.openxmlformats.org/drawingml/2006/main"/>
          <a:ln xmlns:a="http://schemas.openxmlformats.org/drawingml/2006/main" w="5119">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63BD9BF6-A6BF-43E8-A803-5BC0FF6375D5}"/>
              </a:ext>
            </a:extLst>
          </p:cNvPr>
          <p:cNvSpPr>
            <a:spLocks xmlns:a="http://schemas.openxmlformats.org/drawingml/2006/main" noGrp="1"/>
          </p:cNvSpPr>
          <p:nvPr/>
        </p:nvSpPr>
        <p:spPr>
          <a:xfrm xmlns:a="http://schemas.openxmlformats.org/drawingml/2006/main">
            <a:off x="3398735" y="4465918"/>
            <a:ext cx="45788" cy="62857"/>
          </a:xfrm>
          <a:custGeom xmlns:a="http://schemas.openxmlformats.org/drawingml/2006/main">
            <a:pathLst>
              <a:path w="34080" h="46785">
                <a:moveTo>
                  <a:pt x="34080" y="39052"/>
                </a:moveTo>
                <a:lnTo>
                  <a:pt x="32598" y="45496"/>
                </a:lnTo>
                <a:lnTo>
                  <a:pt x="28991" y="46785"/>
                </a:lnTo>
                <a:lnTo>
                  <a:pt x="11790" y="37054"/>
                </a:lnTo>
                <a:lnTo>
                  <a:pt x="0" y="12115"/>
                </a:lnTo>
                <a:lnTo>
                  <a:pt x="4123" y="0"/>
                </a:lnTo>
                <a:lnTo>
                  <a:pt x="15526" y="3480"/>
                </a:lnTo>
                <a:lnTo>
                  <a:pt x="25705" y="16497"/>
                </a:lnTo>
                <a:lnTo>
                  <a:pt x="34080" y="39052"/>
                </a:lnTo>
              </a:path>
            </a:pathLst>
          </a:custGeom>
          <a:noFill xmlns:a="http://schemas.openxmlformats.org/drawingml/2006/main"/>
          <a:ln xmlns:a="http://schemas.openxmlformats.org/drawingml/2006/main" w="5119">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F90F69E7-75E2-43FF-A42C-DB03B19681CE}"/>
              </a:ext>
            </a:extLst>
          </p:cNvPr>
          <p:cNvSpPr>
            <a:spLocks xmlns:a="http://schemas.openxmlformats.org/drawingml/2006/main" noGrp="1"/>
          </p:cNvSpPr>
          <p:nvPr/>
        </p:nvSpPr>
        <p:spPr>
          <a:xfrm xmlns:a="http://schemas.openxmlformats.org/drawingml/2006/main">
            <a:off x="3595042" y="4546870"/>
            <a:ext cx="41200" cy="40086"/>
          </a:xfrm>
          <a:custGeom xmlns:a="http://schemas.openxmlformats.org/drawingml/2006/main">
            <a:pathLst>
              <a:path w="30666" h="29836">
                <a:moveTo>
                  <a:pt x="16750" y="7411"/>
                </a:moveTo>
                <a:lnTo>
                  <a:pt x="21904" y="5606"/>
                </a:lnTo>
                <a:lnTo>
                  <a:pt x="18425" y="2964"/>
                </a:lnTo>
                <a:lnTo>
                  <a:pt x="21324" y="4704"/>
                </a:lnTo>
                <a:lnTo>
                  <a:pt x="28926" y="16690"/>
                </a:lnTo>
                <a:lnTo>
                  <a:pt x="30666" y="22812"/>
                </a:lnTo>
                <a:lnTo>
                  <a:pt x="25641" y="29836"/>
                </a:lnTo>
                <a:lnTo>
                  <a:pt x="22033" y="28419"/>
                </a:lnTo>
                <a:lnTo>
                  <a:pt x="25512" y="29579"/>
                </a:lnTo>
                <a:lnTo>
                  <a:pt x="29442" y="24423"/>
                </a:lnTo>
                <a:lnTo>
                  <a:pt x="28475" y="25841"/>
                </a:lnTo>
                <a:lnTo>
                  <a:pt x="15591" y="20106"/>
                </a:lnTo>
                <a:lnTo>
                  <a:pt x="15591" y="18301"/>
                </a:lnTo>
                <a:lnTo>
                  <a:pt x="16686" y="21975"/>
                </a:lnTo>
                <a:lnTo>
                  <a:pt x="10437" y="13146"/>
                </a:lnTo>
                <a:lnTo>
                  <a:pt x="13851" y="13984"/>
                </a:lnTo>
                <a:lnTo>
                  <a:pt x="15397" y="11084"/>
                </a:lnTo>
                <a:lnTo>
                  <a:pt x="10115" y="9537"/>
                </a:lnTo>
                <a:lnTo>
                  <a:pt x="7666" y="12953"/>
                </a:lnTo>
                <a:lnTo>
                  <a:pt x="0" y="3931"/>
                </a:lnTo>
                <a:lnTo>
                  <a:pt x="773" y="580"/>
                </a:lnTo>
                <a:lnTo>
                  <a:pt x="7022" y="0"/>
                </a:lnTo>
                <a:lnTo>
                  <a:pt x="7344" y="2320"/>
                </a:lnTo>
                <a:lnTo>
                  <a:pt x="16750" y="7411"/>
                </a:lnTo>
              </a:path>
            </a:pathLst>
          </a:custGeom>
          <a:noFill xmlns:a="http://schemas.openxmlformats.org/drawingml/2006/main"/>
          <a:ln xmlns:a="http://schemas.openxmlformats.org/drawingml/2006/main" w="5119">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9DD3152C-8DA3-4C49-836D-1EC65B003BDC}"/>
              </a:ext>
            </a:extLst>
          </p:cNvPr>
          <p:cNvSpPr>
            <a:spLocks xmlns:a="http://schemas.openxmlformats.org/drawingml/2006/main" noGrp="1"/>
          </p:cNvSpPr>
          <p:nvPr/>
        </p:nvSpPr>
        <p:spPr>
          <a:xfrm xmlns:a="http://schemas.openxmlformats.org/drawingml/2006/main">
            <a:off x="3382376" y="4632237"/>
            <a:ext cx="27784" cy="28138"/>
          </a:xfrm>
          <a:custGeom xmlns:a="http://schemas.openxmlformats.org/drawingml/2006/main">
            <a:pathLst>
              <a:path w="20680" h="20943">
                <a:moveTo>
                  <a:pt x="9986" y="0"/>
                </a:moveTo>
                <a:lnTo>
                  <a:pt x="18296" y="5091"/>
                </a:lnTo>
                <a:lnTo>
                  <a:pt x="20680" y="9924"/>
                </a:lnTo>
                <a:lnTo>
                  <a:pt x="19392" y="7475"/>
                </a:lnTo>
                <a:lnTo>
                  <a:pt x="16557" y="8442"/>
                </a:lnTo>
                <a:lnTo>
                  <a:pt x="11016" y="18044"/>
                </a:lnTo>
                <a:lnTo>
                  <a:pt x="13336" y="19526"/>
                </a:lnTo>
                <a:lnTo>
                  <a:pt x="5798" y="20943"/>
                </a:lnTo>
                <a:lnTo>
                  <a:pt x="0" y="13533"/>
                </a:lnTo>
                <a:lnTo>
                  <a:pt x="9986" y="0"/>
                </a:lnTo>
              </a:path>
            </a:pathLst>
          </a:custGeom>
          <a:noFill xmlns:a="http://schemas.openxmlformats.org/drawingml/2006/main"/>
          <a:ln xmlns:a="http://schemas.openxmlformats.org/drawingml/2006/main" w="5119">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517F7FE9-AF10-439E-A1F8-8BEACADFB7DD}"/>
              </a:ext>
            </a:extLst>
          </p:cNvPr>
          <p:cNvSpPr>
            <a:spLocks xmlns:a="http://schemas.openxmlformats.org/drawingml/2006/main" noGrp="1"/>
          </p:cNvSpPr>
          <p:nvPr/>
        </p:nvSpPr>
        <p:spPr>
          <a:xfrm xmlns:a="http://schemas.openxmlformats.org/drawingml/2006/main">
            <a:off x="3367229" y="4619510"/>
            <a:ext cx="17398" cy="19827"/>
          </a:xfrm>
          <a:custGeom xmlns:a="http://schemas.openxmlformats.org/drawingml/2006/main">
            <a:pathLst>
              <a:path w="12949" h="14757">
                <a:moveTo>
                  <a:pt x="2770" y="0"/>
                </a:moveTo>
                <a:lnTo>
                  <a:pt x="9535" y="1547"/>
                </a:lnTo>
                <a:lnTo>
                  <a:pt x="12949" y="5091"/>
                </a:lnTo>
                <a:lnTo>
                  <a:pt x="5476" y="14757"/>
                </a:lnTo>
                <a:lnTo>
                  <a:pt x="580" y="9602"/>
                </a:lnTo>
                <a:lnTo>
                  <a:pt x="0" y="3222"/>
                </a:lnTo>
                <a:lnTo>
                  <a:pt x="451" y="5349"/>
                </a:lnTo>
                <a:lnTo>
                  <a:pt x="2770" y="3415"/>
                </a:lnTo>
                <a:lnTo>
                  <a:pt x="2770" y="0"/>
                </a:lnTo>
              </a:path>
            </a:pathLst>
          </a:custGeom>
          <a:noFill xmlns:a="http://schemas.openxmlformats.org/drawingml/2006/main"/>
          <a:ln xmlns:a="http://schemas.openxmlformats.org/drawingml/2006/main" w="5119">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245CFF51-B4E2-4B57-9978-EA31167C8941}"/>
              </a:ext>
            </a:extLst>
          </p:cNvPr>
          <p:cNvSpPr>
            <a:spLocks xmlns:a="http://schemas.openxmlformats.org/drawingml/2006/main" noGrp="1"/>
          </p:cNvSpPr>
          <p:nvPr/>
        </p:nvSpPr>
        <p:spPr>
          <a:xfrm xmlns:a="http://schemas.openxmlformats.org/drawingml/2006/main">
            <a:off x="3591840" y="2579181"/>
            <a:ext cx="130006" cy="150388"/>
          </a:xfrm>
          <a:custGeom xmlns:a="http://schemas.openxmlformats.org/drawingml/2006/main">
            <a:pathLst>
              <a:path w="96764" h="111935">
                <a:moveTo>
                  <a:pt x="94896" y="81583"/>
                </a:moveTo>
                <a:lnTo>
                  <a:pt x="96764" y="89380"/>
                </a:lnTo>
                <a:lnTo>
                  <a:pt x="94187" y="95180"/>
                </a:lnTo>
                <a:lnTo>
                  <a:pt x="76535" y="109100"/>
                </a:lnTo>
                <a:lnTo>
                  <a:pt x="63328" y="111935"/>
                </a:lnTo>
                <a:lnTo>
                  <a:pt x="51539" y="107746"/>
                </a:lnTo>
                <a:lnTo>
                  <a:pt x="38783" y="93698"/>
                </a:lnTo>
                <a:lnTo>
                  <a:pt x="26349" y="71466"/>
                </a:lnTo>
                <a:lnTo>
                  <a:pt x="14689" y="62702"/>
                </a:lnTo>
                <a:lnTo>
                  <a:pt x="13593" y="43949"/>
                </a:lnTo>
                <a:lnTo>
                  <a:pt x="1353" y="19461"/>
                </a:lnTo>
                <a:lnTo>
                  <a:pt x="0" y="8506"/>
                </a:lnTo>
                <a:lnTo>
                  <a:pt x="17652" y="0"/>
                </a:lnTo>
                <a:lnTo>
                  <a:pt x="25061" y="1353"/>
                </a:lnTo>
                <a:lnTo>
                  <a:pt x="56242" y="34476"/>
                </a:lnTo>
                <a:lnTo>
                  <a:pt x="94896" y="81583"/>
                </a:lnTo>
              </a:path>
            </a:pathLst>
          </a:custGeom>
          <a:noFill xmlns:a="http://schemas.openxmlformats.org/drawingml/2006/main"/>
          <a:ln xmlns:a="http://schemas.openxmlformats.org/drawingml/2006/main" w="5119">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8997CB78-41E5-4071-B36F-160B6FB70EC8}"/>
              </a:ext>
            </a:extLst>
          </p:cNvPr>
          <p:cNvSpPr>
            <a:spLocks xmlns:a="http://schemas.openxmlformats.org/drawingml/2006/main" noGrp="1"/>
          </p:cNvSpPr>
          <p:nvPr/>
        </p:nvSpPr>
        <p:spPr>
          <a:xfrm xmlns:a="http://schemas.openxmlformats.org/drawingml/2006/main">
            <a:off x="4902894" y="2684375"/>
            <a:ext cx="686730" cy="891681"/>
          </a:xfrm>
          <a:custGeom xmlns:a="http://schemas.openxmlformats.org/drawingml/2006/main">
            <a:pathLst>
              <a:path w="511137" h="663683">
                <a:moveTo>
                  <a:pt x="289778" y="53164"/>
                </a:moveTo>
                <a:lnTo>
                  <a:pt x="294609" y="59480"/>
                </a:lnTo>
                <a:lnTo>
                  <a:pt x="300730" y="56193"/>
                </a:lnTo>
                <a:lnTo>
                  <a:pt x="316707" y="57804"/>
                </a:lnTo>
                <a:lnTo>
                  <a:pt x="351367" y="69661"/>
                </a:lnTo>
                <a:lnTo>
                  <a:pt x="364767" y="76299"/>
                </a:lnTo>
                <a:lnTo>
                  <a:pt x="365153" y="78619"/>
                </a:lnTo>
                <a:lnTo>
                  <a:pt x="367150" y="77330"/>
                </a:lnTo>
                <a:lnTo>
                  <a:pt x="391245" y="86803"/>
                </a:lnTo>
                <a:lnTo>
                  <a:pt x="409734" y="98273"/>
                </a:lnTo>
                <a:lnTo>
                  <a:pt x="442848" y="128561"/>
                </a:lnTo>
                <a:lnTo>
                  <a:pt x="460049" y="139000"/>
                </a:lnTo>
                <a:lnTo>
                  <a:pt x="489555" y="196031"/>
                </a:lnTo>
                <a:lnTo>
                  <a:pt x="489491" y="203571"/>
                </a:lnTo>
                <a:lnTo>
                  <a:pt x="479892" y="213108"/>
                </a:lnTo>
                <a:lnTo>
                  <a:pt x="480729" y="215106"/>
                </a:lnTo>
                <a:lnTo>
                  <a:pt x="499090" y="221034"/>
                </a:lnTo>
                <a:lnTo>
                  <a:pt x="509784" y="236049"/>
                </a:lnTo>
                <a:lnTo>
                  <a:pt x="511137" y="262535"/>
                </a:lnTo>
                <a:lnTo>
                  <a:pt x="506241" y="285734"/>
                </a:lnTo>
                <a:lnTo>
                  <a:pt x="494774" y="310350"/>
                </a:lnTo>
                <a:lnTo>
                  <a:pt x="466105" y="357135"/>
                </a:lnTo>
                <a:lnTo>
                  <a:pt x="453736" y="382847"/>
                </a:lnTo>
                <a:lnTo>
                  <a:pt x="432154" y="444195"/>
                </a:lnTo>
                <a:lnTo>
                  <a:pt x="421975" y="499293"/>
                </a:lnTo>
                <a:lnTo>
                  <a:pt x="422361" y="530354"/>
                </a:lnTo>
                <a:lnTo>
                  <a:pt x="427837" y="552522"/>
                </a:lnTo>
                <a:lnTo>
                  <a:pt x="451223" y="596342"/>
                </a:lnTo>
                <a:lnTo>
                  <a:pt x="483048" y="644673"/>
                </a:lnTo>
                <a:lnTo>
                  <a:pt x="482533" y="655564"/>
                </a:lnTo>
                <a:lnTo>
                  <a:pt x="473643" y="663425"/>
                </a:lnTo>
                <a:lnTo>
                  <a:pt x="465976" y="663683"/>
                </a:lnTo>
                <a:lnTo>
                  <a:pt x="460049" y="660654"/>
                </a:lnTo>
                <a:lnTo>
                  <a:pt x="150751" y="397926"/>
                </a:lnTo>
                <a:lnTo>
                  <a:pt x="80401" y="334000"/>
                </a:lnTo>
                <a:lnTo>
                  <a:pt x="56177" y="297784"/>
                </a:lnTo>
                <a:lnTo>
                  <a:pt x="46643" y="274263"/>
                </a:lnTo>
                <a:lnTo>
                  <a:pt x="41489" y="253449"/>
                </a:lnTo>
                <a:lnTo>
                  <a:pt x="47802" y="248422"/>
                </a:lnTo>
                <a:lnTo>
                  <a:pt x="101918" y="249969"/>
                </a:lnTo>
                <a:lnTo>
                  <a:pt x="115254" y="246811"/>
                </a:lnTo>
                <a:lnTo>
                  <a:pt x="125111" y="241140"/>
                </a:lnTo>
                <a:lnTo>
                  <a:pt x="132326" y="231023"/>
                </a:lnTo>
                <a:lnTo>
                  <a:pt x="131617" y="224063"/>
                </a:lnTo>
                <a:lnTo>
                  <a:pt x="125046" y="217748"/>
                </a:lnTo>
                <a:lnTo>
                  <a:pt x="123951" y="209048"/>
                </a:lnTo>
                <a:lnTo>
                  <a:pt x="135805" y="187911"/>
                </a:lnTo>
                <a:lnTo>
                  <a:pt x="125948" y="183336"/>
                </a:lnTo>
                <a:lnTo>
                  <a:pt x="115125" y="184367"/>
                </a:lnTo>
                <a:lnTo>
                  <a:pt x="99857" y="200091"/>
                </a:lnTo>
                <a:lnTo>
                  <a:pt x="85812" y="205762"/>
                </a:lnTo>
                <a:lnTo>
                  <a:pt x="33951" y="203377"/>
                </a:lnTo>
                <a:lnTo>
                  <a:pt x="25705" y="198609"/>
                </a:lnTo>
                <a:lnTo>
                  <a:pt x="20229" y="191714"/>
                </a:lnTo>
                <a:lnTo>
                  <a:pt x="1160" y="140998"/>
                </a:lnTo>
                <a:lnTo>
                  <a:pt x="0" y="116575"/>
                </a:lnTo>
                <a:lnTo>
                  <a:pt x="10759" y="94278"/>
                </a:lnTo>
                <a:lnTo>
                  <a:pt x="78404" y="33252"/>
                </a:lnTo>
                <a:lnTo>
                  <a:pt x="99148" y="22103"/>
                </a:lnTo>
                <a:lnTo>
                  <a:pt x="176070" y="709"/>
                </a:lnTo>
                <a:lnTo>
                  <a:pt x="201517" y="0"/>
                </a:lnTo>
                <a:lnTo>
                  <a:pt x="223163" y="6251"/>
                </a:lnTo>
                <a:lnTo>
                  <a:pt x="242813" y="35572"/>
                </a:lnTo>
                <a:lnTo>
                  <a:pt x="286621" y="43820"/>
                </a:lnTo>
                <a:lnTo>
                  <a:pt x="291453" y="47687"/>
                </a:lnTo>
                <a:lnTo>
                  <a:pt x="289778" y="53164"/>
                </a:lnTo>
              </a:path>
            </a:pathLst>
          </a:custGeom>
          <a:noFill xmlns:a="http://schemas.openxmlformats.org/drawingml/2006/main"/>
          <a:ln xmlns:a="http://schemas.openxmlformats.org/drawingml/2006/main" w="5119">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83132DA8-7496-4C5D-B72E-96125F5A4D79}"/>
              </a:ext>
            </a:extLst>
          </p:cNvPr>
          <p:cNvSpPr>
            <a:spLocks xmlns:a="http://schemas.openxmlformats.org/drawingml/2006/main" noGrp="1"/>
          </p:cNvSpPr>
          <p:nvPr/>
        </p:nvSpPr>
        <p:spPr>
          <a:xfrm xmlns:a="http://schemas.openxmlformats.org/drawingml/2006/main">
            <a:off x="4339938" y="2964546"/>
            <a:ext cx="90537" cy="83636"/>
          </a:xfrm>
          <a:custGeom xmlns:a="http://schemas.openxmlformats.org/drawingml/2006/main">
            <a:pathLst>
              <a:path w="67387" h="62251">
                <a:moveTo>
                  <a:pt x="19069" y="3931"/>
                </a:moveTo>
                <a:lnTo>
                  <a:pt x="35433" y="25519"/>
                </a:lnTo>
                <a:lnTo>
                  <a:pt x="61267" y="33832"/>
                </a:lnTo>
                <a:lnTo>
                  <a:pt x="67387" y="56322"/>
                </a:lnTo>
                <a:lnTo>
                  <a:pt x="64746" y="61864"/>
                </a:lnTo>
                <a:lnTo>
                  <a:pt x="61267" y="62251"/>
                </a:lnTo>
                <a:lnTo>
                  <a:pt x="52892" y="55098"/>
                </a:lnTo>
                <a:lnTo>
                  <a:pt x="4896" y="8249"/>
                </a:lnTo>
                <a:lnTo>
                  <a:pt x="0" y="0"/>
                </a:lnTo>
                <a:lnTo>
                  <a:pt x="19069" y="3931"/>
                </a:lnTo>
              </a:path>
            </a:pathLst>
          </a:custGeom>
          <a:noFill xmlns:a="http://schemas.openxmlformats.org/drawingml/2006/main"/>
          <a:ln xmlns:a="http://schemas.openxmlformats.org/drawingml/2006/main" w="5119">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A4E73DFF-8A87-498D-8986-EAE740D62B82}"/>
              </a:ext>
            </a:extLst>
          </p:cNvPr>
          <p:cNvSpPr>
            <a:spLocks xmlns:a="http://schemas.openxmlformats.org/drawingml/2006/main" noGrp="1"/>
          </p:cNvSpPr>
          <p:nvPr/>
        </p:nvSpPr>
        <p:spPr>
          <a:xfrm xmlns:a="http://schemas.openxmlformats.org/drawingml/2006/main">
            <a:off x="2726460" y="4617952"/>
            <a:ext cx="208598" cy="250474"/>
          </a:xfrm>
          <a:custGeom xmlns:a="http://schemas.openxmlformats.org/drawingml/2006/main">
            <a:pathLst>
              <a:path w="155261" h="186429">
                <a:moveTo>
                  <a:pt x="15140" y="26937"/>
                </a:moveTo>
                <a:lnTo>
                  <a:pt x="24932" y="28097"/>
                </a:lnTo>
                <a:lnTo>
                  <a:pt x="21711" y="34863"/>
                </a:lnTo>
                <a:lnTo>
                  <a:pt x="24868" y="46205"/>
                </a:lnTo>
                <a:lnTo>
                  <a:pt x="20551" y="47493"/>
                </a:lnTo>
                <a:lnTo>
                  <a:pt x="27509" y="45367"/>
                </a:lnTo>
                <a:lnTo>
                  <a:pt x="28669" y="47365"/>
                </a:lnTo>
                <a:lnTo>
                  <a:pt x="31374" y="43885"/>
                </a:lnTo>
                <a:lnTo>
                  <a:pt x="33887" y="47042"/>
                </a:lnTo>
                <a:lnTo>
                  <a:pt x="30601" y="55677"/>
                </a:lnTo>
                <a:lnTo>
                  <a:pt x="34531" y="58255"/>
                </a:lnTo>
                <a:lnTo>
                  <a:pt x="25705" y="63475"/>
                </a:lnTo>
                <a:lnTo>
                  <a:pt x="20616" y="59866"/>
                </a:lnTo>
                <a:lnTo>
                  <a:pt x="19134" y="61091"/>
                </a:lnTo>
                <a:lnTo>
                  <a:pt x="25318" y="64055"/>
                </a:lnTo>
                <a:lnTo>
                  <a:pt x="35948" y="59866"/>
                </a:lnTo>
                <a:lnTo>
                  <a:pt x="31310" y="64119"/>
                </a:lnTo>
                <a:lnTo>
                  <a:pt x="37301" y="63282"/>
                </a:lnTo>
                <a:lnTo>
                  <a:pt x="35884" y="71595"/>
                </a:lnTo>
                <a:lnTo>
                  <a:pt x="38203" y="65215"/>
                </a:lnTo>
                <a:lnTo>
                  <a:pt x="53536" y="58513"/>
                </a:lnTo>
                <a:lnTo>
                  <a:pt x="61976" y="57675"/>
                </a:lnTo>
                <a:lnTo>
                  <a:pt x="79692" y="62186"/>
                </a:lnTo>
                <a:lnTo>
                  <a:pt x="100630" y="51231"/>
                </a:lnTo>
                <a:lnTo>
                  <a:pt x="113643" y="47365"/>
                </a:lnTo>
                <a:lnTo>
                  <a:pt x="113643" y="44722"/>
                </a:lnTo>
                <a:lnTo>
                  <a:pt x="146693" y="44207"/>
                </a:lnTo>
                <a:lnTo>
                  <a:pt x="153844" y="73721"/>
                </a:lnTo>
                <a:lnTo>
                  <a:pt x="155261" y="99498"/>
                </a:lnTo>
                <a:lnTo>
                  <a:pt x="152684" y="109744"/>
                </a:lnTo>
                <a:lnTo>
                  <a:pt x="144051" y="120312"/>
                </a:lnTo>
                <a:lnTo>
                  <a:pt x="119506" y="133716"/>
                </a:lnTo>
                <a:lnTo>
                  <a:pt x="113837" y="160717"/>
                </a:lnTo>
                <a:lnTo>
                  <a:pt x="99277" y="174894"/>
                </a:lnTo>
                <a:lnTo>
                  <a:pt x="86006" y="183658"/>
                </a:lnTo>
                <a:lnTo>
                  <a:pt x="71446" y="186429"/>
                </a:lnTo>
                <a:lnTo>
                  <a:pt x="57079" y="181725"/>
                </a:lnTo>
                <a:lnTo>
                  <a:pt x="19005" y="143318"/>
                </a:lnTo>
                <a:lnTo>
                  <a:pt x="18490" y="135134"/>
                </a:lnTo>
                <a:lnTo>
                  <a:pt x="35304" y="114319"/>
                </a:lnTo>
                <a:lnTo>
                  <a:pt x="39363" y="101109"/>
                </a:lnTo>
                <a:lnTo>
                  <a:pt x="36335" y="86223"/>
                </a:lnTo>
                <a:lnTo>
                  <a:pt x="33243" y="91185"/>
                </a:lnTo>
                <a:lnTo>
                  <a:pt x="31825" y="86158"/>
                </a:lnTo>
                <a:lnTo>
                  <a:pt x="25254" y="84290"/>
                </a:lnTo>
                <a:lnTo>
                  <a:pt x="31890" y="87189"/>
                </a:lnTo>
                <a:lnTo>
                  <a:pt x="32212" y="92602"/>
                </a:lnTo>
                <a:lnTo>
                  <a:pt x="25705" y="98596"/>
                </a:lnTo>
                <a:lnTo>
                  <a:pt x="21002" y="92023"/>
                </a:lnTo>
                <a:lnTo>
                  <a:pt x="19649" y="97564"/>
                </a:lnTo>
                <a:lnTo>
                  <a:pt x="12885" y="104460"/>
                </a:lnTo>
                <a:lnTo>
                  <a:pt x="4896" y="91056"/>
                </a:lnTo>
                <a:lnTo>
                  <a:pt x="0" y="71723"/>
                </a:lnTo>
                <a:lnTo>
                  <a:pt x="2513" y="54002"/>
                </a:lnTo>
                <a:lnTo>
                  <a:pt x="7344" y="47751"/>
                </a:lnTo>
                <a:lnTo>
                  <a:pt x="10050" y="33123"/>
                </a:lnTo>
                <a:lnTo>
                  <a:pt x="7344" y="322"/>
                </a:lnTo>
                <a:lnTo>
                  <a:pt x="9213" y="0"/>
                </a:lnTo>
                <a:lnTo>
                  <a:pt x="15140" y="26937"/>
                </a:lnTo>
              </a:path>
            </a:pathLst>
          </a:custGeom>
          <a:noFill xmlns:a="http://schemas.openxmlformats.org/drawingml/2006/main"/>
          <a:ln xmlns:a="http://schemas.openxmlformats.org/drawingml/2006/main" w="5119">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6CB0A303-7D8F-4A47-8846-E6267A1F5FD7}"/>
              </a:ext>
            </a:extLst>
          </p:cNvPr>
          <p:cNvSpPr>
            <a:spLocks xmlns:a="http://schemas.openxmlformats.org/drawingml/2006/main" noGrp="1"/>
          </p:cNvSpPr>
          <p:nvPr/>
        </p:nvSpPr>
        <p:spPr>
          <a:xfrm xmlns:a="http://schemas.openxmlformats.org/drawingml/2006/main">
            <a:off x="2289009" y="4651718"/>
            <a:ext cx="229718" cy="93765"/>
          </a:xfrm>
          <a:custGeom xmlns:a="http://schemas.openxmlformats.org/drawingml/2006/main">
            <a:pathLst>
              <a:path w="170980" h="69790">
                <a:moveTo>
                  <a:pt x="100823" y="129"/>
                </a:moveTo>
                <a:lnTo>
                  <a:pt x="114610" y="4382"/>
                </a:lnTo>
                <a:lnTo>
                  <a:pt x="105977" y="1804"/>
                </a:lnTo>
                <a:lnTo>
                  <a:pt x="104044" y="7862"/>
                </a:lnTo>
                <a:lnTo>
                  <a:pt x="110229" y="17528"/>
                </a:lnTo>
                <a:lnTo>
                  <a:pt x="117251" y="21652"/>
                </a:lnTo>
                <a:lnTo>
                  <a:pt x="128396" y="20492"/>
                </a:lnTo>
                <a:lnTo>
                  <a:pt x="137609" y="14177"/>
                </a:lnTo>
                <a:lnTo>
                  <a:pt x="138575" y="12566"/>
                </a:lnTo>
                <a:lnTo>
                  <a:pt x="135225" y="10568"/>
                </a:lnTo>
                <a:lnTo>
                  <a:pt x="142892" y="14564"/>
                </a:lnTo>
                <a:lnTo>
                  <a:pt x="151524" y="34992"/>
                </a:lnTo>
                <a:lnTo>
                  <a:pt x="147466" y="25326"/>
                </a:lnTo>
                <a:lnTo>
                  <a:pt x="142312" y="23779"/>
                </a:lnTo>
                <a:lnTo>
                  <a:pt x="134968" y="26937"/>
                </a:lnTo>
                <a:lnTo>
                  <a:pt x="130587" y="34863"/>
                </a:lnTo>
                <a:lnTo>
                  <a:pt x="137287" y="41887"/>
                </a:lnTo>
                <a:lnTo>
                  <a:pt x="145211" y="42725"/>
                </a:lnTo>
                <a:lnTo>
                  <a:pt x="158031" y="52198"/>
                </a:lnTo>
                <a:lnTo>
                  <a:pt x="162927" y="51167"/>
                </a:lnTo>
                <a:lnTo>
                  <a:pt x="160222" y="47493"/>
                </a:lnTo>
                <a:lnTo>
                  <a:pt x="170980" y="63088"/>
                </a:lnTo>
                <a:lnTo>
                  <a:pt x="158804" y="64570"/>
                </a:lnTo>
                <a:lnTo>
                  <a:pt x="161059" y="61026"/>
                </a:lnTo>
                <a:lnTo>
                  <a:pt x="158675" y="57289"/>
                </a:lnTo>
                <a:lnTo>
                  <a:pt x="146306" y="54324"/>
                </a:lnTo>
                <a:lnTo>
                  <a:pt x="145404" y="65795"/>
                </a:lnTo>
                <a:lnTo>
                  <a:pt x="153006" y="64893"/>
                </a:lnTo>
                <a:lnTo>
                  <a:pt x="127494" y="69790"/>
                </a:lnTo>
                <a:lnTo>
                  <a:pt x="103593" y="64893"/>
                </a:lnTo>
                <a:lnTo>
                  <a:pt x="62877" y="69468"/>
                </a:lnTo>
                <a:lnTo>
                  <a:pt x="4316" y="59673"/>
                </a:lnTo>
                <a:lnTo>
                  <a:pt x="0" y="55484"/>
                </a:lnTo>
                <a:lnTo>
                  <a:pt x="2255" y="49169"/>
                </a:lnTo>
                <a:lnTo>
                  <a:pt x="22935" y="36216"/>
                </a:lnTo>
                <a:lnTo>
                  <a:pt x="43486" y="13662"/>
                </a:lnTo>
                <a:lnTo>
                  <a:pt x="90258" y="0"/>
                </a:lnTo>
                <a:lnTo>
                  <a:pt x="100823" y="129"/>
                </a:lnTo>
              </a:path>
            </a:pathLst>
          </a:custGeom>
          <a:noFill xmlns:a="http://schemas.openxmlformats.org/drawingml/2006/main"/>
          <a:ln xmlns:a="http://schemas.openxmlformats.org/drawingml/2006/main" w="5119">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E06E0044-EC86-4A8E-9015-CE46E82ABD8B}"/>
              </a:ext>
            </a:extLst>
          </p:cNvPr>
          <p:cNvSpPr>
            <a:spLocks xmlns:a="http://schemas.openxmlformats.org/drawingml/2006/main" noGrp="1"/>
          </p:cNvSpPr>
          <p:nvPr/>
        </p:nvSpPr>
        <p:spPr>
          <a:xfrm xmlns:a="http://schemas.openxmlformats.org/drawingml/2006/main">
            <a:off x="2570833" y="4444187"/>
            <a:ext cx="269274" cy="106493"/>
          </a:xfrm>
          <a:custGeom xmlns:a="http://schemas.openxmlformats.org/drawingml/2006/main">
            <a:pathLst>
              <a:path w="200422" h="79263">
                <a:moveTo>
                  <a:pt x="70028" y="7991"/>
                </a:moveTo>
                <a:lnTo>
                  <a:pt x="95411" y="19461"/>
                </a:lnTo>
                <a:lnTo>
                  <a:pt x="98504" y="12502"/>
                </a:lnTo>
                <a:lnTo>
                  <a:pt x="108232" y="4962"/>
                </a:lnTo>
                <a:lnTo>
                  <a:pt x="114223" y="4124"/>
                </a:lnTo>
                <a:lnTo>
                  <a:pt x="117058" y="6831"/>
                </a:lnTo>
                <a:lnTo>
                  <a:pt x="126850" y="36667"/>
                </a:lnTo>
                <a:lnTo>
                  <a:pt x="130007" y="39309"/>
                </a:lnTo>
                <a:lnTo>
                  <a:pt x="154230" y="48524"/>
                </a:lnTo>
                <a:lnTo>
                  <a:pt x="162605" y="46076"/>
                </a:lnTo>
                <a:lnTo>
                  <a:pt x="177874" y="46849"/>
                </a:lnTo>
                <a:lnTo>
                  <a:pt x="193980" y="56193"/>
                </a:lnTo>
                <a:lnTo>
                  <a:pt x="200422" y="63604"/>
                </a:lnTo>
                <a:lnTo>
                  <a:pt x="188310" y="79263"/>
                </a:lnTo>
                <a:lnTo>
                  <a:pt x="155648" y="77910"/>
                </a:lnTo>
                <a:lnTo>
                  <a:pt x="124982" y="71208"/>
                </a:lnTo>
                <a:lnTo>
                  <a:pt x="80272" y="48009"/>
                </a:lnTo>
                <a:lnTo>
                  <a:pt x="36013" y="38343"/>
                </a:lnTo>
                <a:lnTo>
                  <a:pt x="19327" y="38472"/>
                </a:lnTo>
                <a:lnTo>
                  <a:pt x="3157" y="28548"/>
                </a:lnTo>
                <a:lnTo>
                  <a:pt x="0" y="20557"/>
                </a:lnTo>
                <a:lnTo>
                  <a:pt x="2190" y="15466"/>
                </a:lnTo>
                <a:lnTo>
                  <a:pt x="23643" y="3673"/>
                </a:lnTo>
                <a:lnTo>
                  <a:pt x="42648" y="0"/>
                </a:lnTo>
                <a:lnTo>
                  <a:pt x="62169" y="2127"/>
                </a:lnTo>
                <a:lnTo>
                  <a:pt x="70028" y="7991"/>
                </a:lnTo>
              </a:path>
            </a:pathLst>
          </a:custGeom>
          <a:noFill xmlns:a="http://schemas.openxmlformats.org/drawingml/2006/main"/>
          <a:ln xmlns:a="http://schemas.openxmlformats.org/drawingml/2006/main" w="5119">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64E77EA0-0135-4DFC-9F9F-F05C4D8FD5A9}"/>
              </a:ext>
            </a:extLst>
          </p:cNvPr>
          <p:cNvSpPr>
            <a:spLocks xmlns:a="http://schemas.openxmlformats.org/drawingml/2006/main" noGrp="1"/>
          </p:cNvSpPr>
          <p:nvPr/>
        </p:nvSpPr>
        <p:spPr>
          <a:xfrm xmlns:a="http://schemas.openxmlformats.org/drawingml/2006/main">
            <a:off x="2743511" y="4417694"/>
            <a:ext cx="168350" cy="141211"/>
          </a:xfrm>
          <a:custGeom xmlns:a="http://schemas.openxmlformats.org/drawingml/2006/main">
            <a:pathLst>
              <a:path w="125304" h="105104">
                <a:moveTo>
                  <a:pt x="10308" y="0"/>
                </a:moveTo>
                <a:lnTo>
                  <a:pt x="34853" y="4382"/>
                </a:lnTo>
                <a:lnTo>
                  <a:pt x="63135" y="28225"/>
                </a:lnTo>
                <a:lnTo>
                  <a:pt x="70028" y="39889"/>
                </a:lnTo>
                <a:lnTo>
                  <a:pt x="75182" y="42789"/>
                </a:lnTo>
                <a:lnTo>
                  <a:pt x="77824" y="38987"/>
                </a:lnTo>
                <a:lnTo>
                  <a:pt x="80465" y="41371"/>
                </a:lnTo>
                <a:lnTo>
                  <a:pt x="79048" y="42982"/>
                </a:lnTo>
                <a:lnTo>
                  <a:pt x="84266" y="47751"/>
                </a:lnTo>
                <a:lnTo>
                  <a:pt x="85812" y="46398"/>
                </a:lnTo>
                <a:lnTo>
                  <a:pt x="89742" y="50200"/>
                </a:lnTo>
                <a:lnTo>
                  <a:pt x="88260" y="51682"/>
                </a:lnTo>
                <a:lnTo>
                  <a:pt x="93092" y="56451"/>
                </a:lnTo>
                <a:lnTo>
                  <a:pt x="94960" y="54711"/>
                </a:lnTo>
                <a:lnTo>
                  <a:pt x="109262" y="69983"/>
                </a:lnTo>
                <a:lnTo>
                  <a:pt x="112677" y="75139"/>
                </a:lnTo>
                <a:lnTo>
                  <a:pt x="110680" y="82485"/>
                </a:lnTo>
                <a:lnTo>
                  <a:pt x="116220" y="84869"/>
                </a:lnTo>
                <a:lnTo>
                  <a:pt x="125304" y="102011"/>
                </a:lnTo>
                <a:lnTo>
                  <a:pt x="124789" y="105104"/>
                </a:lnTo>
                <a:lnTo>
                  <a:pt x="107523" y="100529"/>
                </a:lnTo>
                <a:lnTo>
                  <a:pt x="87938" y="99562"/>
                </a:lnTo>
                <a:lnTo>
                  <a:pt x="83235" y="81583"/>
                </a:lnTo>
                <a:lnTo>
                  <a:pt x="71897" y="71079"/>
                </a:lnTo>
                <a:lnTo>
                  <a:pt x="48318" y="62057"/>
                </a:lnTo>
                <a:lnTo>
                  <a:pt x="21646" y="59415"/>
                </a:lnTo>
                <a:lnTo>
                  <a:pt x="7022" y="50973"/>
                </a:lnTo>
                <a:lnTo>
                  <a:pt x="0" y="9924"/>
                </a:lnTo>
                <a:lnTo>
                  <a:pt x="3286" y="8055"/>
                </a:lnTo>
                <a:lnTo>
                  <a:pt x="2899" y="3287"/>
                </a:lnTo>
                <a:lnTo>
                  <a:pt x="10308" y="0"/>
                </a:lnTo>
              </a:path>
            </a:pathLst>
          </a:custGeom>
          <a:noFill xmlns:a="http://schemas.openxmlformats.org/drawingml/2006/main"/>
          <a:ln xmlns:a="http://schemas.openxmlformats.org/drawingml/2006/main" w="5119">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94EA6059-35B3-41A7-B17B-9C718BE030D2}"/>
              </a:ext>
            </a:extLst>
          </p:cNvPr>
          <p:cNvSpPr>
            <a:spLocks xmlns:a="http://schemas.openxmlformats.org/drawingml/2006/main" noGrp="1"/>
          </p:cNvSpPr>
          <p:nvPr/>
        </p:nvSpPr>
        <p:spPr>
          <a:xfrm xmlns:a="http://schemas.openxmlformats.org/drawingml/2006/main">
            <a:off x="2376257" y="4834314"/>
            <a:ext cx="125851" cy="105281"/>
          </a:xfrm>
          <a:custGeom xmlns:a="http://schemas.openxmlformats.org/drawingml/2006/main">
            <a:pathLst>
              <a:path w="93672" h="78361">
                <a:moveTo>
                  <a:pt x="62298" y="0"/>
                </a:moveTo>
                <a:lnTo>
                  <a:pt x="77630" y="1482"/>
                </a:lnTo>
                <a:lnTo>
                  <a:pt x="79821" y="5349"/>
                </a:lnTo>
                <a:lnTo>
                  <a:pt x="69449" y="8506"/>
                </a:lnTo>
                <a:lnTo>
                  <a:pt x="68353" y="11793"/>
                </a:lnTo>
                <a:lnTo>
                  <a:pt x="76149" y="6637"/>
                </a:lnTo>
                <a:lnTo>
                  <a:pt x="83622" y="7475"/>
                </a:lnTo>
                <a:lnTo>
                  <a:pt x="93285" y="23586"/>
                </a:lnTo>
                <a:lnTo>
                  <a:pt x="88389" y="27839"/>
                </a:lnTo>
                <a:lnTo>
                  <a:pt x="88905" y="29901"/>
                </a:lnTo>
                <a:lnTo>
                  <a:pt x="90000" y="27710"/>
                </a:lnTo>
                <a:lnTo>
                  <a:pt x="93672" y="28032"/>
                </a:lnTo>
                <a:lnTo>
                  <a:pt x="92448" y="35958"/>
                </a:lnTo>
                <a:lnTo>
                  <a:pt x="85619" y="34412"/>
                </a:lnTo>
                <a:lnTo>
                  <a:pt x="78081" y="40340"/>
                </a:lnTo>
                <a:lnTo>
                  <a:pt x="71768" y="25454"/>
                </a:lnTo>
                <a:lnTo>
                  <a:pt x="71639" y="29385"/>
                </a:lnTo>
                <a:lnTo>
                  <a:pt x="77373" y="36989"/>
                </a:lnTo>
                <a:lnTo>
                  <a:pt x="75376" y="41114"/>
                </a:lnTo>
                <a:lnTo>
                  <a:pt x="71639" y="33638"/>
                </a:lnTo>
                <a:lnTo>
                  <a:pt x="66099" y="31963"/>
                </a:lnTo>
                <a:lnTo>
                  <a:pt x="61074" y="34283"/>
                </a:lnTo>
                <a:lnTo>
                  <a:pt x="66550" y="32350"/>
                </a:lnTo>
                <a:lnTo>
                  <a:pt x="71510" y="34090"/>
                </a:lnTo>
                <a:lnTo>
                  <a:pt x="74152" y="39245"/>
                </a:lnTo>
                <a:lnTo>
                  <a:pt x="72154" y="57289"/>
                </a:lnTo>
                <a:lnTo>
                  <a:pt x="63071" y="56644"/>
                </a:lnTo>
                <a:lnTo>
                  <a:pt x="53149" y="62251"/>
                </a:lnTo>
                <a:lnTo>
                  <a:pt x="49477" y="58062"/>
                </a:lnTo>
                <a:lnTo>
                  <a:pt x="46256" y="58062"/>
                </a:lnTo>
                <a:lnTo>
                  <a:pt x="30923" y="67470"/>
                </a:lnTo>
                <a:lnTo>
                  <a:pt x="31374" y="69468"/>
                </a:lnTo>
                <a:lnTo>
                  <a:pt x="25769" y="71015"/>
                </a:lnTo>
                <a:lnTo>
                  <a:pt x="22935" y="67792"/>
                </a:lnTo>
                <a:lnTo>
                  <a:pt x="12240" y="78361"/>
                </a:lnTo>
                <a:lnTo>
                  <a:pt x="14431" y="73528"/>
                </a:lnTo>
                <a:lnTo>
                  <a:pt x="11339" y="59737"/>
                </a:lnTo>
                <a:lnTo>
                  <a:pt x="4510" y="39632"/>
                </a:lnTo>
                <a:lnTo>
                  <a:pt x="0" y="37054"/>
                </a:lnTo>
                <a:lnTo>
                  <a:pt x="515" y="33767"/>
                </a:lnTo>
                <a:lnTo>
                  <a:pt x="26414" y="29965"/>
                </a:lnTo>
                <a:lnTo>
                  <a:pt x="33178" y="35250"/>
                </a:lnTo>
                <a:lnTo>
                  <a:pt x="34918" y="33961"/>
                </a:lnTo>
                <a:lnTo>
                  <a:pt x="31503" y="25841"/>
                </a:lnTo>
                <a:lnTo>
                  <a:pt x="42391" y="7217"/>
                </a:lnTo>
                <a:lnTo>
                  <a:pt x="51539" y="1998"/>
                </a:lnTo>
                <a:lnTo>
                  <a:pt x="62298" y="0"/>
                </a:lnTo>
              </a:path>
            </a:pathLst>
          </a:custGeom>
          <a:noFill xmlns:a="http://schemas.openxmlformats.org/drawingml/2006/main"/>
          <a:ln xmlns:a="http://schemas.openxmlformats.org/drawingml/2006/main" w="5119">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82310507-E4D4-48E7-9805-3AAF7E8AEEBE}"/>
              </a:ext>
            </a:extLst>
          </p:cNvPr>
          <p:cNvSpPr>
            <a:spLocks xmlns:a="http://schemas.openxmlformats.org/drawingml/2006/main" noGrp="1"/>
          </p:cNvSpPr>
          <p:nvPr/>
        </p:nvSpPr>
        <p:spPr>
          <a:xfrm xmlns:a="http://schemas.openxmlformats.org/drawingml/2006/main">
            <a:off x="2471641" y="4971455"/>
            <a:ext cx="114686" cy="86320"/>
          </a:xfrm>
          <a:custGeom xmlns:a="http://schemas.openxmlformats.org/drawingml/2006/main">
            <a:pathLst>
              <a:path w="85361" h="64248">
                <a:moveTo>
                  <a:pt x="29828" y="0"/>
                </a:moveTo>
                <a:lnTo>
                  <a:pt x="40716" y="4769"/>
                </a:lnTo>
                <a:lnTo>
                  <a:pt x="43228" y="10375"/>
                </a:lnTo>
                <a:lnTo>
                  <a:pt x="54953" y="5284"/>
                </a:lnTo>
                <a:lnTo>
                  <a:pt x="54051" y="15530"/>
                </a:lnTo>
                <a:lnTo>
                  <a:pt x="55662" y="5155"/>
                </a:lnTo>
                <a:lnTo>
                  <a:pt x="60880" y="3866"/>
                </a:lnTo>
                <a:lnTo>
                  <a:pt x="72799" y="7862"/>
                </a:lnTo>
                <a:lnTo>
                  <a:pt x="75698" y="13468"/>
                </a:lnTo>
                <a:lnTo>
                  <a:pt x="77437" y="11406"/>
                </a:lnTo>
                <a:lnTo>
                  <a:pt x="85361" y="13017"/>
                </a:lnTo>
                <a:lnTo>
                  <a:pt x="84975" y="19719"/>
                </a:lnTo>
                <a:lnTo>
                  <a:pt x="78855" y="28032"/>
                </a:lnTo>
                <a:lnTo>
                  <a:pt x="70544" y="23779"/>
                </a:lnTo>
                <a:lnTo>
                  <a:pt x="66743" y="26937"/>
                </a:lnTo>
                <a:lnTo>
                  <a:pt x="71768" y="25712"/>
                </a:lnTo>
                <a:lnTo>
                  <a:pt x="74603" y="29192"/>
                </a:lnTo>
                <a:lnTo>
                  <a:pt x="73314" y="40018"/>
                </a:lnTo>
                <a:lnTo>
                  <a:pt x="70802" y="42016"/>
                </a:lnTo>
                <a:lnTo>
                  <a:pt x="73572" y="58964"/>
                </a:lnTo>
                <a:lnTo>
                  <a:pt x="63393" y="64248"/>
                </a:lnTo>
                <a:lnTo>
                  <a:pt x="54825" y="62895"/>
                </a:lnTo>
                <a:lnTo>
                  <a:pt x="45290" y="56644"/>
                </a:lnTo>
                <a:lnTo>
                  <a:pt x="42326" y="59995"/>
                </a:lnTo>
                <a:lnTo>
                  <a:pt x="37108" y="59866"/>
                </a:lnTo>
                <a:lnTo>
                  <a:pt x="24739" y="45238"/>
                </a:lnTo>
                <a:lnTo>
                  <a:pt x="18683" y="27130"/>
                </a:lnTo>
                <a:lnTo>
                  <a:pt x="13593" y="23650"/>
                </a:lnTo>
                <a:lnTo>
                  <a:pt x="9599" y="24874"/>
                </a:lnTo>
                <a:lnTo>
                  <a:pt x="580" y="21846"/>
                </a:lnTo>
                <a:lnTo>
                  <a:pt x="0" y="16948"/>
                </a:lnTo>
                <a:lnTo>
                  <a:pt x="8504" y="6960"/>
                </a:lnTo>
                <a:lnTo>
                  <a:pt x="12305" y="8700"/>
                </a:lnTo>
                <a:lnTo>
                  <a:pt x="20487" y="644"/>
                </a:lnTo>
                <a:lnTo>
                  <a:pt x="22484" y="3866"/>
                </a:lnTo>
                <a:lnTo>
                  <a:pt x="23128" y="1353"/>
                </a:lnTo>
                <a:lnTo>
                  <a:pt x="29828" y="0"/>
                </a:lnTo>
              </a:path>
            </a:pathLst>
          </a:custGeom>
          <a:noFill xmlns:a="http://schemas.openxmlformats.org/drawingml/2006/main"/>
          <a:ln xmlns:a="http://schemas.openxmlformats.org/drawingml/2006/main" w="5119">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0785A20E-47AF-4C14-88D4-68AF3B4CA258}"/>
              </a:ext>
            </a:extLst>
          </p:cNvPr>
          <p:cNvSpPr>
            <a:spLocks xmlns:a="http://schemas.openxmlformats.org/drawingml/2006/main" noGrp="1"/>
          </p:cNvSpPr>
          <p:nvPr/>
        </p:nvSpPr>
        <p:spPr>
          <a:xfrm xmlns:a="http://schemas.openxmlformats.org/drawingml/2006/main">
            <a:off x="3022306" y="4673363"/>
            <a:ext cx="82660" cy="87965"/>
          </a:xfrm>
          <a:custGeom xmlns:a="http://schemas.openxmlformats.org/drawingml/2006/main">
            <a:pathLst>
              <a:path w="61525" h="65473">
                <a:moveTo>
                  <a:pt x="7731" y="1804"/>
                </a:moveTo>
                <a:lnTo>
                  <a:pt x="22548" y="15724"/>
                </a:lnTo>
                <a:lnTo>
                  <a:pt x="30795" y="18817"/>
                </a:lnTo>
                <a:lnTo>
                  <a:pt x="42326" y="39052"/>
                </a:lnTo>
                <a:lnTo>
                  <a:pt x="61202" y="58191"/>
                </a:lnTo>
                <a:lnTo>
                  <a:pt x="61525" y="65473"/>
                </a:lnTo>
                <a:lnTo>
                  <a:pt x="42520" y="60575"/>
                </a:lnTo>
                <a:lnTo>
                  <a:pt x="10952" y="40663"/>
                </a:lnTo>
                <a:lnTo>
                  <a:pt x="451" y="18817"/>
                </a:lnTo>
                <a:lnTo>
                  <a:pt x="0" y="1740"/>
                </a:lnTo>
                <a:lnTo>
                  <a:pt x="3737" y="0"/>
                </a:lnTo>
                <a:lnTo>
                  <a:pt x="7731" y="1804"/>
                </a:lnTo>
              </a:path>
            </a:pathLst>
          </a:custGeom>
          <a:noFill xmlns:a="http://schemas.openxmlformats.org/drawingml/2006/main"/>
          <a:ln xmlns:a="http://schemas.openxmlformats.org/drawingml/2006/main" w="5119">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A61A1C49-15AC-437C-8D6C-AAF85B594696}"/>
              </a:ext>
            </a:extLst>
          </p:cNvPr>
          <p:cNvSpPr>
            <a:spLocks xmlns:a="http://schemas.openxmlformats.org/drawingml/2006/main" noGrp="1"/>
          </p:cNvSpPr>
          <p:nvPr/>
        </p:nvSpPr>
        <p:spPr>
          <a:xfrm xmlns:a="http://schemas.openxmlformats.org/drawingml/2006/main">
            <a:off x="2631941" y="4521935"/>
            <a:ext cx="31766" cy="46233"/>
          </a:xfrm>
          <a:custGeom xmlns:a="http://schemas.openxmlformats.org/drawingml/2006/main">
            <a:pathLst>
              <a:path w="23643" h="34412">
                <a:moveTo>
                  <a:pt x="4188" y="0"/>
                </a:moveTo>
                <a:lnTo>
                  <a:pt x="10888" y="2191"/>
                </a:lnTo>
                <a:lnTo>
                  <a:pt x="2190" y="709"/>
                </a:lnTo>
                <a:lnTo>
                  <a:pt x="5218" y="13211"/>
                </a:lnTo>
                <a:lnTo>
                  <a:pt x="22291" y="16304"/>
                </a:lnTo>
                <a:lnTo>
                  <a:pt x="16943" y="26679"/>
                </a:lnTo>
                <a:lnTo>
                  <a:pt x="23643" y="31190"/>
                </a:lnTo>
                <a:lnTo>
                  <a:pt x="12369" y="34412"/>
                </a:lnTo>
                <a:lnTo>
                  <a:pt x="1224" y="26163"/>
                </a:lnTo>
                <a:lnTo>
                  <a:pt x="6507" y="28161"/>
                </a:lnTo>
                <a:lnTo>
                  <a:pt x="8440" y="24746"/>
                </a:lnTo>
                <a:lnTo>
                  <a:pt x="3994" y="17850"/>
                </a:lnTo>
                <a:lnTo>
                  <a:pt x="1546" y="17721"/>
                </a:lnTo>
                <a:lnTo>
                  <a:pt x="0" y="21395"/>
                </a:lnTo>
                <a:lnTo>
                  <a:pt x="3157" y="11277"/>
                </a:lnTo>
                <a:lnTo>
                  <a:pt x="580" y="1869"/>
                </a:lnTo>
                <a:lnTo>
                  <a:pt x="4188" y="0"/>
                </a:lnTo>
              </a:path>
            </a:pathLst>
          </a:custGeom>
          <a:noFill xmlns:a="http://schemas.openxmlformats.org/drawingml/2006/main"/>
          <a:ln xmlns:a="http://schemas.openxmlformats.org/drawingml/2006/main" w="5119">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F042F925-AAD9-4AFA-88EB-C02CB0E26C99}"/>
              </a:ext>
            </a:extLst>
          </p:cNvPr>
          <p:cNvSpPr>
            <a:spLocks xmlns:a="http://schemas.openxmlformats.org/drawingml/2006/main" noGrp="1"/>
          </p:cNvSpPr>
          <p:nvPr/>
        </p:nvSpPr>
        <p:spPr>
          <a:xfrm xmlns:a="http://schemas.openxmlformats.org/drawingml/2006/main">
            <a:off x="2706552" y="4791024"/>
            <a:ext cx="30467" cy="8052"/>
          </a:xfrm>
          <a:custGeom xmlns:a="http://schemas.openxmlformats.org/drawingml/2006/main">
            <a:pathLst>
              <a:path w="22677" h="5993">
                <a:moveTo>
                  <a:pt x="12176" y="0"/>
                </a:moveTo>
                <a:lnTo>
                  <a:pt x="22677" y="0"/>
                </a:lnTo>
                <a:lnTo>
                  <a:pt x="22677" y="5993"/>
                </a:lnTo>
                <a:lnTo>
                  <a:pt x="0" y="5993"/>
                </a:lnTo>
                <a:lnTo>
                  <a:pt x="0" y="0"/>
                </a:lnTo>
                <a:lnTo>
                  <a:pt x="12176" y="0"/>
                </a:lnTo>
              </a:path>
            </a:pathLst>
          </a:custGeom>
          <a:noFill xmlns:a="http://schemas.openxmlformats.org/drawingml/2006/main"/>
          <a:ln xmlns:a="http://schemas.openxmlformats.org/drawingml/2006/main" w="5119">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CAD06A11-7794-4908-A702-07534001AD99}"/>
              </a:ext>
            </a:extLst>
          </p:cNvPr>
          <p:cNvSpPr>
            <a:spLocks xmlns:a="http://schemas.openxmlformats.org/drawingml/2006/main" noGrp="1"/>
          </p:cNvSpPr>
          <p:nvPr/>
        </p:nvSpPr>
        <p:spPr>
          <a:xfrm xmlns:a="http://schemas.openxmlformats.org/drawingml/2006/main">
            <a:off x="2653667" y="4527217"/>
            <a:ext cx="40854" cy="37402"/>
          </a:xfrm>
          <a:custGeom xmlns:a="http://schemas.openxmlformats.org/drawingml/2006/main">
            <a:pathLst>
              <a:path w="30408" h="27839">
                <a:moveTo>
                  <a:pt x="19520" y="9731"/>
                </a:moveTo>
                <a:lnTo>
                  <a:pt x="30408" y="19848"/>
                </a:lnTo>
                <a:lnTo>
                  <a:pt x="26027" y="15595"/>
                </a:lnTo>
                <a:lnTo>
                  <a:pt x="23128" y="20815"/>
                </a:lnTo>
                <a:lnTo>
                  <a:pt x="23708" y="25326"/>
                </a:lnTo>
                <a:lnTo>
                  <a:pt x="30021" y="23714"/>
                </a:lnTo>
                <a:lnTo>
                  <a:pt x="13078" y="27839"/>
                </a:lnTo>
                <a:lnTo>
                  <a:pt x="19392" y="24617"/>
                </a:lnTo>
                <a:lnTo>
                  <a:pt x="14882" y="10440"/>
                </a:lnTo>
                <a:lnTo>
                  <a:pt x="0" y="0"/>
                </a:lnTo>
                <a:lnTo>
                  <a:pt x="19520" y="9731"/>
                </a:lnTo>
              </a:path>
            </a:pathLst>
          </a:custGeom>
          <a:noFill xmlns:a="http://schemas.openxmlformats.org/drawingml/2006/main"/>
          <a:ln xmlns:a="http://schemas.openxmlformats.org/drawingml/2006/main" w="5119">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6C0B8A97-A829-4212-8231-AD7BD0315EBE}"/>
              </a:ext>
            </a:extLst>
          </p:cNvPr>
          <p:cNvSpPr>
            <a:spLocks xmlns:a="http://schemas.openxmlformats.org/drawingml/2006/main" noGrp="1"/>
          </p:cNvSpPr>
          <p:nvPr/>
        </p:nvSpPr>
        <p:spPr>
          <a:xfrm xmlns:a="http://schemas.openxmlformats.org/drawingml/2006/main">
            <a:off x="2534999" y="4844184"/>
            <a:ext cx="20167" cy="21039"/>
          </a:xfrm>
          <a:custGeom xmlns:a="http://schemas.openxmlformats.org/drawingml/2006/main">
            <a:pathLst>
              <a:path w="15011" h="15659">
                <a:moveTo>
                  <a:pt x="8246" y="14757"/>
                </a:moveTo>
                <a:lnTo>
                  <a:pt x="3286" y="15659"/>
                </a:lnTo>
                <a:lnTo>
                  <a:pt x="0" y="13404"/>
                </a:lnTo>
                <a:lnTo>
                  <a:pt x="4123" y="10375"/>
                </a:lnTo>
                <a:lnTo>
                  <a:pt x="5154" y="5671"/>
                </a:lnTo>
                <a:lnTo>
                  <a:pt x="15011" y="0"/>
                </a:lnTo>
                <a:lnTo>
                  <a:pt x="8246" y="14757"/>
                </a:lnTo>
              </a:path>
            </a:pathLst>
          </a:custGeom>
          <a:noFill xmlns:a="http://schemas.openxmlformats.org/drawingml/2006/main"/>
          <a:ln xmlns:a="http://schemas.openxmlformats.org/drawingml/2006/main" w="5119">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845ABE10-7B8E-45A0-90E9-ED467944F65D}"/>
              </a:ext>
            </a:extLst>
          </p:cNvPr>
          <p:cNvSpPr>
            <a:spLocks xmlns:a="http://schemas.openxmlformats.org/drawingml/2006/main" noGrp="1"/>
          </p:cNvSpPr>
          <p:nvPr/>
        </p:nvSpPr>
        <p:spPr>
          <a:xfrm xmlns:a="http://schemas.openxmlformats.org/drawingml/2006/main">
            <a:off x="1883757" y="3042121"/>
            <a:ext cx="14022" cy="21039"/>
          </a:xfrm>
          <a:custGeom xmlns:a="http://schemas.openxmlformats.org/drawingml/2006/main">
            <a:pathLst>
              <a:path w="10437" h="15659">
                <a:moveTo>
                  <a:pt x="5412" y="15659"/>
                </a:moveTo>
                <a:lnTo>
                  <a:pt x="0" y="13919"/>
                </a:lnTo>
                <a:lnTo>
                  <a:pt x="6185" y="0"/>
                </a:lnTo>
                <a:lnTo>
                  <a:pt x="10437" y="8442"/>
                </a:lnTo>
                <a:lnTo>
                  <a:pt x="10243" y="11793"/>
                </a:lnTo>
                <a:lnTo>
                  <a:pt x="5412" y="15659"/>
                </a:lnTo>
              </a:path>
            </a:pathLst>
          </a:custGeom>
          <a:noFill xmlns:a="http://schemas.openxmlformats.org/drawingml/2006/main"/>
          <a:ln xmlns:a="http://schemas.openxmlformats.org/drawingml/2006/main" w="5119">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DEC0014B-F903-428F-8690-805A3765BBA3}"/>
              </a:ext>
            </a:extLst>
          </p:cNvPr>
          <p:cNvSpPr>
            <a:spLocks xmlns:a="http://schemas.openxmlformats.org/drawingml/2006/main" noGrp="1"/>
          </p:cNvSpPr>
          <p:nvPr/>
        </p:nvSpPr>
        <p:spPr>
          <a:xfrm xmlns:a="http://schemas.openxmlformats.org/drawingml/2006/main">
            <a:off x="1551342"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C1093494-616A-4E0D-B64E-B8880A48D13D}"/>
              </a:ext>
            </a:extLst>
          </p:cNvPr>
          <p:cNvSpPr>
            <a:spLocks xmlns:a="http://schemas.openxmlformats.org/drawingml/2006/main" noGrp="1"/>
          </p:cNvSpPr>
          <p:nvPr/>
        </p:nvSpPr>
        <p:spPr>
          <a:xfrm xmlns:a="http://schemas.openxmlformats.org/drawingml/2006/main">
            <a:off x="1629118"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5CC5D582-95A8-4081-AF04-196F6F2AB3D4}"/>
              </a:ext>
            </a:extLst>
          </p:cNvPr>
          <p:cNvSpPr>
            <a:spLocks xmlns:a="http://schemas.openxmlformats.org/drawingml/2006/main" noGrp="1"/>
          </p:cNvSpPr>
          <p:nvPr/>
        </p:nvSpPr>
        <p:spPr>
          <a:xfrm xmlns:a="http://schemas.openxmlformats.org/drawingml/2006/main">
            <a:off x="170689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1B9C18D9-73DA-4023-B6A6-F68B3E1AB080}"/>
              </a:ext>
            </a:extLst>
          </p:cNvPr>
          <p:cNvSpPr>
            <a:spLocks xmlns:a="http://schemas.openxmlformats.org/drawingml/2006/main" noGrp="1"/>
          </p:cNvSpPr>
          <p:nvPr/>
        </p:nvSpPr>
        <p:spPr>
          <a:xfrm xmlns:a="http://schemas.openxmlformats.org/drawingml/2006/main">
            <a:off x="1784669"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06858DDE-72BB-4332-9E6B-2C89D433B609}"/>
              </a:ext>
            </a:extLst>
          </p:cNvPr>
          <p:cNvSpPr>
            <a:spLocks xmlns:a="http://schemas.openxmlformats.org/drawingml/2006/main" noGrp="1"/>
          </p:cNvSpPr>
          <p:nvPr/>
        </p:nvSpPr>
        <p:spPr>
          <a:xfrm xmlns:a="http://schemas.openxmlformats.org/drawingml/2006/main">
            <a:off x="1862444"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9B13CECA-3EA5-45D7-B428-5EC131C2C2AB}"/>
              </a:ext>
            </a:extLst>
          </p:cNvPr>
          <p:cNvSpPr>
            <a:spLocks xmlns:a="http://schemas.openxmlformats.org/drawingml/2006/main" noGrp="1"/>
          </p:cNvSpPr>
          <p:nvPr/>
        </p:nvSpPr>
        <p:spPr>
          <a:xfrm xmlns:a="http://schemas.openxmlformats.org/drawingml/2006/main">
            <a:off x="1862444"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83C889E0-01BD-4D13-A01B-4F97792F5810}"/>
              </a:ext>
            </a:extLst>
          </p:cNvPr>
          <p:cNvSpPr>
            <a:spLocks xmlns:a="http://schemas.openxmlformats.org/drawingml/2006/main" noGrp="1"/>
          </p:cNvSpPr>
          <p:nvPr/>
        </p:nvSpPr>
        <p:spPr>
          <a:xfrm xmlns:a="http://schemas.openxmlformats.org/drawingml/2006/main">
            <a:off x="1940220"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DB5852C9-D0FD-4B3F-B74A-BDB894C34AA4}"/>
              </a:ext>
            </a:extLst>
          </p:cNvPr>
          <p:cNvSpPr>
            <a:spLocks xmlns:a="http://schemas.openxmlformats.org/drawingml/2006/main" noGrp="1"/>
          </p:cNvSpPr>
          <p:nvPr/>
        </p:nvSpPr>
        <p:spPr>
          <a:xfrm xmlns:a="http://schemas.openxmlformats.org/drawingml/2006/main">
            <a:off x="2017996"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1329A667-E9EF-489E-A9A0-B33F6E6BDCC7}"/>
              </a:ext>
            </a:extLst>
          </p:cNvPr>
          <p:cNvSpPr>
            <a:spLocks xmlns:a="http://schemas.openxmlformats.org/drawingml/2006/main" noGrp="1"/>
          </p:cNvSpPr>
          <p:nvPr/>
        </p:nvSpPr>
        <p:spPr>
          <a:xfrm xmlns:a="http://schemas.openxmlformats.org/drawingml/2006/main">
            <a:off x="2017996"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D8FB7FC4-4BF4-4733-9A55-2DECE5A33BE3}"/>
              </a:ext>
            </a:extLst>
          </p:cNvPr>
          <p:cNvSpPr>
            <a:spLocks xmlns:a="http://schemas.openxmlformats.org/drawingml/2006/main" noGrp="1"/>
          </p:cNvSpPr>
          <p:nvPr/>
        </p:nvSpPr>
        <p:spPr>
          <a:xfrm xmlns:a="http://schemas.openxmlformats.org/drawingml/2006/main">
            <a:off x="2095771"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F7DC3504-C8FA-485D-BFFD-BF003FBCAD2A}"/>
              </a:ext>
            </a:extLst>
          </p:cNvPr>
          <p:cNvSpPr>
            <a:spLocks xmlns:a="http://schemas.openxmlformats.org/drawingml/2006/main" noGrp="1"/>
          </p:cNvSpPr>
          <p:nvPr/>
        </p:nvSpPr>
        <p:spPr>
          <a:xfrm xmlns:a="http://schemas.openxmlformats.org/drawingml/2006/main">
            <a:off x="2095771"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CFD55CB8-6AEF-4039-A307-A1E6047813FB}"/>
              </a:ext>
            </a:extLst>
          </p:cNvPr>
          <p:cNvSpPr>
            <a:spLocks xmlns:a="http://schemas.openxmlformats.org/drawingml/2006/main" noGrp="1"/>
          </p:cNvSpPr>
          <p:nvPr/>
        </p:nvSpPr>
        <p:spPr>
          <a:xfrm xmlns:a="http://schemas.openxmlformats.org/drawingml/2006/main">
            <a:off x="2095771"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5294F92B-71A7-4112-B259-377E61223B36}"/>
              </a:ext>
            </a:extLst>
          </p:cNvPr>
          <p:cNvSpPr>
            <a:spLocks xmlns:a="http://schemas.openxmlformats.org/drawingml/2006/main" noGrp="1"/>
          </p:cNvSpPr>
          <p:nvPr/>
        </p:nvSpPr>
        <p:spPr>
          <a:xfrm xmlns:a="http://schemas.openxmlformats.org/drawingml/2006/main">
            <a:off x="2173547"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B0B1ACE8-4ED8-4637-A52F-7CD43855E28C}"/>
              </a:ext>
            </a:extLst>
          </p:cNvPr>
          <p:cNvSpPr>
            <a:spLocks xmlns:a="http://schemas.openxmlformats.org/drawingml/2006/main" noGrp="1"/>
          </p:cNvSpPr>
          <p:nvPr/>
        </p:nvSpPr>
        <p:spPr>
          <a:xfrm xmlns:a="http://schemas.openxmlformats.org/drawingml/2006/main">
            <a:off x="2173547"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A8067563-6BCB-45A9-B3BE-A5110848BECE}"/>
              </a:ext>
            </a:extLst>
          </p:cNvPr>
          <p:cNvSpPr>
            <a:spLocks xmlns:a="http://schemas.openxmlformats.org/drawingml/2006/main" noGrp="1"/>
          </p:cNvSpPr>
          <p:nvPr/>
        </p:nvSpPr>
        <p:spPr>
          <a:xfrm xmlns:a="http://schemas.openxmlformats.org/drawingml/2006/main">
            <a:off x="2173547"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4D1B1152-E52C-4A93-868D-C2AC5B936D04}"/>
              </a:ext>
            </a:extLst>
          </p:cNvPr>
          <p:cNvSpPr>
            <a:spLocks xmlns:a="http://schemas.openxmlformats.org/drawingml/2006/main" noGrp="1"/>
          </p:cNvSpPr>
          <p:nvPr/>
        </p:nvSpPr>
        <p:spPr>
          <a:xfrm xmlns:a="http://schemas.openxmlformats.org/drawingml/2006/main">
            <a:off x="2173547"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1FD5F881-6E45-4207-B59D-25531EF0C944}"/>
              </a:ext>
            </a:extLst>
          </p:cNvPr>
          <p:cNvSpPr>
            <a:spLocks xmlns:a="http://schemas.openxmlformats.org/drawingml/2006/main" noGrp="1"/>
          </p:cNvSpPr>
          <p:nvPr/>
        </p:nvSpPr>
        <p:spPr>
          <a:xfrm xmlns:a="http://schemas.openxmlformats.org/drawingml/2006/main">
            <a:off x="2173547"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56A1F532-5A33-4F60-8EE9-C1C97D8D1DC3}"/>
              </a:ext>
            </a:extLst>
          </p:cNvPr>
          <p:cNvSpPr>
            <a:spLocks xmlns:a="http://schemas.openxmlformats.org/drawingml/2006/main" noGrp="1"/>
          </p:cNvSpPr>
          <p:nvPr/>
        </p:nvSpPr>
        <p:spPr>
          <a:xfrm xmlns:a="http://schemas.openxmlformats.org/drawingml/2006/main">
            <a:off x="2251322"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F93031D5-E9B9-440C-8F7F-64C5DD33DEA9}"/>
              </a:ext>
            </a:extLst>
          </p:cNvPr>
          <p:cNvSpPr>
            <a:spLocks xmlns:a="http://schemas.openxmlformats.org/drawingml/2006/main" noGrp="1"/>
          </p:cNvSpPr>
          <p:nvPr/>
        </p:nvSpPr>
        <p:spPr>
          <a:xfrm xmlns:a="http://schemas.openxmlformats.org/drawingml/2006/main">
            <a:off x="2251322"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9AF2BF22-7667-4637-B24F-F580B987E070}"/>
              </a:ext>
            </a:extLst>
          </p:cNvPr>
          <p:cNvSpPr>
            <a:spLocks xmlns:a="http://schemas.openxmlformats.org/drawingml/2006/main" noGrp="1"/>
          </p:cNvSpPr>
          <p:nvPr/>
        </p:nvSpPr>
        <p:spPr>
          <a:xfrm xmlns:a="http://schemas.openxmlformats.org/drawingml/2006/main">
            <a:off x="2251322"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F3DDA42F-5AD4-4446-99CD-3A2ABCA19781}"/>
              </a:ext>
            </a:extLst>
          </p:cNvPr>
          <p:cNvSpPr>
            <a:spLocks xmlns:a="http://schemas.openxmlformats.org/drawingml/2006/main" noGrp="1"/>
          </p:cNvSpPr>
          <p:nvPr/>
        </p:nvSpPr>
        <p:spPr>
          <a:xfrm xmlns:a="http://schemas.openxmlformats.org/drawingml/2006/main">
            <a:off x="2251322"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4BA4DF42-9FA4-432C-AE5F-AE9563097DB9}"/>
              </a:ext>
            </a:extLst>
          </p:cNvPr>
          <p:cNvSpPr>
            <a:spLocks xmlns:a="http://schemas.openxmlformats.org/drawingml/2006/main" noGrp="1"/>
          </p:cNvSpPr>
          <p:nvPr/>
        </p:nvSpPr>
        <p:spPr>
          <a:xfrm xmlns:a="http://schemas.openxmlformats.org/drawingml/2006/main">
            <a:off x="2251322"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CD450D63-AABA-4E41-828C-1127D9EFF092}"/>
              </a:ext>
            </a:extLst>
          </p:cNvPr>
          <p:cNvSpPr>
            <a:spLocks xmlns:a="http://schemas.openxmlformats.org/drawingml/2006/main" noGrp="1"/>
          </p:cNvSpPr>
          <p:nvPr/>
        </p:nvSpPr>
        <p:spPr>
          <a:xfrm xmlns:a="http://schemas.openxmlformats.org/drawingml/2006/main">
            <a:off x="232909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09A46E40-A47D-4349-8D13-6A1C932CF9AC}"/>
              </a:ext>
            </a:extLst>
          </p:cNvPr>
          <p:cNvSpPr>
            <a:spLocks xmlns:a="http://schemas.openxmlformats.org/drawingml/2006/main" noGrp="1"/>
          </p:cNvSpPr>
          <p:nvPr/>
        </p:nvSpPr>
        <p:spPr>
          <a:xfrm xmlns:a="http://schemas.openxmlformats.org/drawingml/2006/main">
            <a:off x="232909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024F516B-A3BA-44DD-A114-D897AF256E63}"/>
              </a:ext>
            </a:extLst>
          </p:cNvPr>
          <p:cNvSpPr>
            <a:spLocks xmlns:a="http://schemas.openxmlformats.org/drawingml/2006/main" noGrp="1"/>
          </p:cNvSpPr>
          <p:nvPr/>
        </p:nvSpPr>
        <p:spPr>
          <a:xfrm xmlns:a="http://schemas.openxmlformats.org/drawingml/2006/main">
            <a:off x="232909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6F40361F-2CEF-4497-A11F-671B257B1AD8}"/>
              </a:ext>
            </a:extLst>
          </p:cNvPr>
          <p:cNvSpPr>
            <a:spLocks xmlns:a="http://schemas.openxmlformats.org/drawingml/2006/main" noGrp="1"/>
          </p:cNvSpPr>
          <p:nvPr/>
        </p:nvSpPr>
        <p:spPr>
          <a:xfrm xmlns:a="http://schemas.openxmlformats.org/drawingml/2006/main">
            <a:off x="232909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8C16FF08-200E-44B4-8E15-5718E8E612CE}"/>
              </a:ext>
            </a:extLst>
          </p:cNvPr>
          <p:cNvSpPr>
            <a:spLocks xmlns:a="http://schemas.openxmlformats.org/drawingml/2006/main" noGrp="1"/>
          </p:cNvSpPr>
          <p:nvPr/>
        </p:nvSpPr>
        <p:spPr>
          <a:xfrm xmlns:a="http://schemas.openxmlformats.org/drawingml/2006/main">
            <a:off x="2329098"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669D036A-BE37-4747-9E45-E1E681F28CBE}"/>
              </a:ext>
            </a:extLst>
          </p:cNvPr>
          <p:cNvSpPr>
            <a:spLocks xmlns:a="http://schemas.openxmlformats.org/drawingml/2006/main" noGrp="1"/>
          </p:cNvSpPr>
          <p:nvPr/>
        </p:nvSpPr>
        <p:spPr>
          <a:xfrm xmlns:a="http://schemas.openxmlformats.org/drawingml/2006/main">
            <a:off x="2329098"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1AE1555C-6959-46AD-B150-7321DDE18F4D}"/>
              </a:ext>
            </a:extLst>
          </p:cNvPr>
          <p:cNvSpPr>
            <a:spLocks xmlns:a="http://schemas.openxmlformats.org/drawingml/2006/main" noGrp="1"/>
          </p:cNvSpPr>
          <p:nvPr/>
        </p:nvSpPr>
        <p:spPr>
          <a:xfrm xmlns:a="http://schemas.openxmlformats.org/drawingml/2006/main">
            <a:off x="240687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D918AEF9-4924-4A95-889E-FEF971AED0F6}"/>
              </a:ext>
            </a:extLst>
          </p:cNvPr>
          <p:cNvSpPr>
            <a:spLocks xmlns:a="http://schemas.openxmlformats.org/drawingml/2006/main" noGrp="1"/>
          </p:cNvSpPr>
          <p:nvPr/>
        </p:nvSpPr>
        <p:spPr>
          <a:xfrm xmlns:a="http://schemas.openxmlformats.org/drawingml/2006/main">
            <a:off x="240687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DA34338B-0000-4DB9-A355-48180B3136B8}"/>
              </a:ext>
            </a:extLst>
          </p:cNvPr>
          <p:cNvSpPr>
            <a:spLocks xmlns:a="http://schemas.openxmlformats.org/drawingml/2006/main" noGrp="1"/>
          </p:cNvSpPr>
          <p:nvPr/>
        </p:nvSpPr>
        <p:spPr>
          <a:xfrm xmlns:a="http://schemas.openxmlformats.org/drawingml/2006/main">
            <a:off x="240687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2DBA05E5-1020-40C8-9E6C-71C4EB914667}"/>
              </a:ext>
            </a:extLst>
          </p:cNvPr>
          <p:cNvSpPr>
            <a:spLocks xmlns:a="http://schemas.openxmlformats.org/drawingml/2006/main" noGrp="1"/>
          </p:cNvSpPr>
          <p:nvPr/>
        </p:nvSpPr>
        <p:spPr>
          <a:xfrm xmlns:a="http://schemas.openxmlformats.org/drawingml/2006/main">
            <a:off x="2406873"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FD5DDE76-1D89-4A73-A1BB-742A5F3F22B4}"/>
              </a:ext>
            </a:extLst>
          </p:cNvPr>
          <p:cNvSpPr>
            <a:spLocks xmlns:a="http://schemas.openxmlformats.org/drawingml/2006/main" noGrp="1"/>
          </p:cNvSpPr>
          <p:nvPr/>
        </p:nvSpPr>
        <p:spPr>
          <a:xfrm xmlns:a="http://schemas.openxmlformats.org/drawingml/2006/main">
            <a:off x="2484649"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A4F310A9-14ED-47FC-8067-D48C161BDF3A}"/>
              </a:ext>
            </a:extLst>
          </p:cNvPr>
          <p:cNvSpPr>
            <a:spLocks xmlns:a="http://schemas.openxmlformats.org/drawingml/2006/main" noGrp="1"/>
          </p:cNvSpPr>
          <p:nvPr/>
        </p:nvSpPr>
        <p:spPr>
          <a:xfrm xmlns:a="http://schemas.openxmlformats.org/drawingml/2006/main">
            <a:off x="2484649"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04DB7F7F-C9D0-4D25-8201-8DA6E008829F}"/>
              </a:ext>
            </a:extLst>
          </p:cNvPr>
          <p:cNvSpPr>
            <a:spLocks xmlns:a="http://schemas.openxmlformats.org/drawingml/2006/main" noGrp="1"/>
          </p:cNvSpPr>
          <p:nvPr/>
        </p:nvSpPr>
        <p:spPr>
          <a:xfrm xmlns:a="http://schemas.openxmlformats.org/drawingml/2006/main">
            <a:off x="2484649"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C565FF09-5999-4182-A4FB-59EEDBFDE744}"/>
              </a:ext>
            </a:extLst>
          </p:cNvPr>
          <p:cNvSpPr>
            <a:spLocks xmlns:a="http://schemas.openxmlformats.org/drawingml/2006/main" noGrp="1"/>
          </p:cNvSpPr>
          <p:nvPr/>
        </p:nvSpPr>
        <p:spPr>
          <a:xfrm xmlns:a="http://schemas.openxmlformats.org/drawingml/2006/main">
            <a:off x="2484649"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1B3E1256-A0AB-4B54-B8B5-2E5B2DD6F07D}"/>
              </a:ext>
            </a:extLst>
          </p:cNvPr>
          <p:cNvSpPr>
            <a:spLocks xmlns:a="http://schemas.openxmlformats.org/drawingml/2006/main" noGrp="1"/>
          </p:cNvSpPr>
          <p:nvPr/>
        </p:nvSpPr>
        <p:spPr>
          <a:xfrm xmlns:a="http://schemas.openxmlformats.org/drawingml/2006/main">
            <a:off x="2484649"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2CB1C4D5-6821-4124-BC3E-86EA6A01001C}"/>
              </a:ext>
            </a:extLst>
          </p:cNvPr>
          <p:cNvSpPr>
            <a:spLocks xmlns:a="http://schemas.openxmlformats.org/drawingml/2006/main" noGrp="1"/>
          </p:cNvSpPr>
          <p:nvPr/>
        </p:nvSpPr>
        <p:spPr>
          <a:xfrm xmlns:a="http://schemas.openxmlformats.org/drawingml/2006/main">
            <a:off x="2484649"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F4B373F0-F7FB-4EB9-AF05-158F9ABEB3B7}"/>
              </a:ext>
            </a:extLst>
          </p:cNvPr>
          <p:cNvSpPr>
            <a:spLocks xmlns:a="http://schemas.openxmlformats.org/drawingml/2006/main" noGrp="1"/>
          </p:cNvSpPr>
          <p:nvPr/>
        </p:nvSpPr>
        <p:spPr>
          <a:xfrm xmlns:a="http://schemas.openxmlformats.org/drawingml/2006/main">
            <a:off x="2562424"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A9BE248C-8D74-4266-9A10-8F818D43FD11}"/>
              </a:ext>
            </a:extLst>
          </p:cNvPr>
          <p:cNvSpPr>
            <a:spLocks xmlns:a="http://schemas.openxmlformats.org/drawingml/2006/main" noGrp="1"/>
          </p:cNvSpPr>
          <p:nvPr/>
        </p:nvSpPr>
        <p:spPr>
          <a:xfrm xmlns:a="http://schemas.openxmlformats.org/drawingml/2006/main">
            <a:off x="2562424"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9F4C6126-FA9A-4407-A0DF-C6432179D1B7}"/>
              </a:ext>
            </a:extLst>
          </p:cNvPr>
          <p:cNvSpPr>
            <a:spLocks xmlns:a="http://schemas.openxmlformats.org/drawingml/2006/main" noGrp="1"/>
          </p:cNvSpPr>
          <p:nvPr/>
        </p:nvSpPr>
        <p:spPr>
          <a:xfrm xmlns:a="http://schemas.openxmlformats.org/drawingml/2006/main">
            <a:off x="2562424"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6ACCD369-CF95-43B7-85FE-A1FA80825C74}"/>
              </a:ext>
            </a:extLst>
          </p:cNvPr>
          <p:cNvSpPr>
            <a:spLocks xmlns:a="http://schemas.openxmlformats.org/drawingml/2006/main" noGrp="1"/>
          </p:cNvSpPr>
          <p:nvPr/>
        </p:nvSpPr>
        <p:spPr>
          <a:xfrm xmlns:a="http://schemas.openxmlformats.org/drawingml/2006/main">
            <a:off x="2562424"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C54365AC-D035-4060-88B3-995DC34FD8A0}"/>
              </a:ext>
            </a:extLst>
          </p:cNvPr>
          <p:cNvSpPr>
            <a:spLocks xmlns:a="http://schemas.openxmlformats.org/drawingml/2006/main" noGrp="1"/>
          </p:cNvSpPr>
          <p:nvPr/>
        </p:nvSpPr>
        <p:spPr>
          <a:xfrm xmlns:a="http://schemas.openxmlformats.org/drawingml/2006/main">
            <a:off x="2562424"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2D6AC477-8E06-4786-A6CB-42039A43EF05}"/>
              </a:ext>
            </a:extLst>
          </p:cNvPr>
          <p:cNvSpPr>
            <a:spLocks xmlns:a="http://schemas.openxmlformats.org/drawingml/2006/main" noGrp="1"/>
          </p:cNvSpPr>
          <p:nvPr/>
        </p:nvSpPr>
        <p:spPr>
          <a:xfrm xmlns:a="http://schemas.openxmlformats.org/drawingml/2006/main">
            <a:off x="2562424"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6CA7123D-7F59-4DD1-91A5-140EC919F4D8}"/>
              </a:ext>
            </a:extLst>
          </p:cNvPr>
          <p:cNvSpPr>
            <a:spLocks xmlns:a="http://schemas.openxmlformats.org/drawingml/2006/main" noGrp="1"/>
          </p:cNvSpPr>
          <p:nvPr/>
        </p:nvSpPr>
        <p:spPr>
          <a:xfrm xmlns:a="http://schemas.openxmlformats.org/drawingml/2006/main">
            <a:off x="2562424"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68FAC392-7027-4683-8637-FC4F1A7B7569}"/>
              </a:ext>
            </a:extLst>
          </p:cNvPr>
          <p:cNvSpPr>
            <a:spLocks xmlns:a="http://schemas.openxmlformats.org/drawingml/2006/main" noGrp="1"/>
          </p:cNvSpPr>
          <p:nvPr/>
        </p:nvSpPr>
        <p:spPr>
          <a:xfrm xmlns:a="http://schemas.openxmlformats.org/drawingml/2006/main">
            <a:off x="2562424"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138403F9-1A94-4337-B236-CF99F6DDE8B4}"/>
              </a:ext>
            </a:extLst>
          </p:cNvPr>
          <p:cNvSpPr>
            <a:spLocks xmlns:a="http://schemas.openxmlformats.org/drawingml/2006/main" noGrp="1"/>
          </p:cNvSpPr>
          <p:nvPr/>
        </p:nvSpPr>
        <p:spPr>
          <a:xfrm xmlns:a="http://schemas.openxmlformats.org/drawingml/2006/main">
            <a:off x="2562424"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0DF22540-CCF3-434D-A2A6-ED71AB0A98C5}"/>
              </a:ext>
            </a:extLst>
          </p:cNvPr>
          <p:cNvSpPr>
            <a:spLocks xmlns:a="http://schemas.openxmlformats.org/drawingml/2006/main" noGrp="1"/>
          </p:cNvSpPr>
          <p:nvPr/>
        </p:nvSpPr>
        <p:spPr>
          <a:xfrm xmlns:a="http://schemas.openxmlformats.org/drawingml/2006/main">
            <a:off x="2562424"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87D3753F-67DA-420D-A01F-8E81021C938A}"/>
              </a:ext>
            </a:extLst>
          </p:cNvPr>
          <p:cNvSpPr>
            <a:spLocks xmlns:a="http://schemas.openxmlformats.org/drawingml/2006/main" noGrp="1"/>
          </p:cNvSpPr>
          <p:nvPr/>
        </p:nvSpPr>
        <p:spPr>
          <a:xfrm xmlns:a="http://schemas.openxmlformats.org/drawingml/2006/main">
            <a:off x="2562424"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32AEDDEB-24AA-4A75-B9B2-F03A4B39A655}"/>
              </a:ext>
            </a:extLst>
          </p:cNvPr>
          <p:cNvSpPr>
            <a:spLocks xmlns:a="http://schemas.openxmlformats.org/drawingml/2006/main" noGrp="1"/>
          </p:cNvSpPr>
          <p:nvPr/>
        </p:nvSpPr>
        <p:spPr>
          <a:xfrm xmlns:a="http://schemas.openxmlformats.org/drawingml/2006/main">
            <a:off x="2640200"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FB5B6E82-C826-4C10-8880-0DB6D1DE2768}"/>
              </a:ext>
            </a:extLst>
          </p:cNvPr>
          <p:cNvSpPr>
            <a:spLocks xmlns:a="http://schemas.openxmlformats.org/drawingml/2006/main" noGrp="1"/>
          </p:cNvSpPr>
          <p:nvPr/>
        </p:nvSpPr>
        <p:spPr>
          <a:xfrm xmlns:a="http://schemas.openxmlformats.org/drawingml/2006/main">
            <a:off x="2640200"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6066DFFC-4FC5-4EBE-A0A0-B90416CCC0D7}"/>
              </a:ext>
            </a:extLst>
          </p:cNvPr>
          <p:cNvSpPr>
            <a:spLocks xmlns:a="http://schemas.openxmlformats.org/drawingml/2006/main" noGrp="1"/>
          </p:cNvSpPr>
          <p:nvPr/>
        </p:nvSpPr>
        <p:spPr>
          <a:xfrm xmlns:a="http://schemas.openxmlformats.org/drawingml/2006/main">
            <a:off x="2640200"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9F062261-DD55-4973-A583-73FD374BF728}"/>
              </a:ext>
            </a:extLst>
          </p:cNvPr>
          <p:cNvSpPr>
            <a:spLocks xmlns:a="http://schemas.openxmlformats.org/drawingml/2006/main" noGrp="1"/>
          </p:cNvSpPr>
          <p:nvPr/>
        </p:nvSpPr>
        <p:spPr>
          <a:xfrm xmlns:a="http://schemas.openxmlformats.org/drawingml/2006/main">
            <a:off x="2640200"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6510451C-02B8-44D5-8BA8-EB0C071DDFFB}"/>
              </a:ext>
            </a:extLst>
          </p:cNvPr>
          <p:cNvSpPr>
            <a:spLocks xmlns:a="http://schemas.openxmlformats.org/drawingml/2006/main" noGrp="1"/>
          </p:cNvSpPr>
          <p:nvPr/>
        </p:nvSpPr>
        <p:spPr>
          <a:xfrm xmlns:a="http://schemas.openxmlformats.org/drawingml/2006/main">
            <a:off x="2640200"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E3FF14BA-72EF-44AE-978E-8F6E00FF70CF}"/>
              </a:ext>
            </a:extLst>
          </p:cNvPr>
          <p:cNvSpPr>
            <a:spLocks xmlns:a="http://schemas.openxmlformats.org/drawingml/2006/main" noGrp="1"/>
          </p:cNvSpPr>
          <p:nvPr/>
        </p:nvSpPr>
        <p:spPr>
          <a:xfrm xmlns:a="http://schemas.openxmlformats.org/drawingml/2006/main">
            <a:off x="2640200"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AE24F19F-D74F-4B22-834E-6A7122C27405}"/>
              </a:ext>
            </a:extLst>
          </p:cNvPr>
          <p:cNvSpPr>
            <a:spLocks xmlns:a="http://schemas.openxmlformats.org/drawingml/2006/main" noGrp="1"/>
          </p:cNvSpPr>
          <p:nvPr/>
        </p:nvSpPr>
        <p:spPr>
          <a:xfrm xmlns:a="http://schemas.openxmlformats.org/drawingml/2006/main">
            <a:off x="2640200"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B2C91C99-FEFA-4396-9638-EAF38BC22C55}"/>
              </a:ext>
            </a:extLst>
          </p:cNvPr>
          <p:cNvSpPr>
            <a:spLocks xmlns:a="http://schemas.openxmlformats.org/drawingml/2006/main" noGrp="1"/>
          </p:cNvSpPr>
          <p:nvPr/>
        </p:nvSpPr>
        <p:spPr>
          <a:xfrm xmlns:a="http://schemas.openxmlformats.org/drawingml/2006/main">
            <a:off x="2640200"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7BD6DAB1-782E-478E-A705-9691EC5339F3}"/>
              </a:ext>
            </a:extLst>
          </p:cNvPr>
          <p:cNvSpPr>
            <a:spLocks xmlns:a="http://schemas.openxmlformats.org/drawingml/2006/main" noGrp="1"/>
          </p:cNvSpPr>
          <p:nvPr/>
        </p:nvSpPr>
        <p:spPr>
          <a:xfrm xmlns:a="http://schemas.openxmlformats.org/drawingml/2006/main">
            <a:off x="2640200"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6F64D24F-020C-477C-B091-C0B77B872109}"/>
              </a:ext>
            </a:extLst>
          </p:cNvPr>
          <p:cNvSpPr>
            <a:spLocks xmlns:a="http://schemas.openxmlformats.org/drawingml/2006/main" noGrp="1"/>
          </p:cNvSpPr>
          <p:nvPr/>
        </p:nvSpPr>
        <p:spPr>
          <a:xfrm xmlns:a="http://schemas.openxmlformats.org/drawingml/2006/main">
            <a:off x="2640200"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05C57D67-1A39-486E-A203-F04AA7A6A728}"/>
              </a:ext>
            </a:extLst>
          </p:cNvPr>
          <p:cNvSpPr>
            <a:spLocks xmlns:a="http://schemas.openxmlformats.org/drawingml/2006/main" noGrp="1"/>
          </p:cNvSpPr>
          <p:nvPr/>
        </p:nvSpPr>
        <p:spPr>
          <a:xfrm xmlns:a="http://schemas.openxmlformats.org/drawingml/2006/main">
            <a:off x="2640200"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E58718ED-161E-41B1-A580-F7C8EE124007}"/>
              </a:ext>
            </a:extLst>
          </p:cNvPr>
          <p:cNvSpPr>
            <a:spLocks xmlns:a="http://schemas.openxmlformats.org/drawingml/2006/main" noGrp="1"/>
          </p:cNvSpPr>
          <p:nvPr/>
        </p:nvSpPr>
        <p:spPr>
          <a:xfrm xmlns:a="http://schemas.openxmlformats.org/drawingml/2006/main">
            <a:off x="2640200"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31364AE7-8452-4717-A8EF-4E2A35F4B3CF}"/>
              </a:ext>
            </a:extLst>
          </p:cNvPr>
          <p:cNvSpPr>
            <a:spLocks xmlns:a="http://schemas.openxmlformats.org/drawingml/2006/main" noGrp="1"/>
          </p:cNvSpPr>
          <p:nvPr/>
        </p:nvSpPr>
        <p:spPr>
          <a:xfrm xmlns:a="http://schemas.openxmlformats.org/drawingml/2006/main">
            <a:off x="2717975"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BA4E6E83-1BC0-4337-9358-DA87E0980C6C}"/>
              </a:ext>
            </a:extLst>
          </p:cNvPr>
          <p:cNvSpPr>
            <a:spLocks xmlns:a="http://schemas.openxmlformats.org/drawingml/2006/main" noGrp="1"/>
          </p:cNvSpPr>
          <p:nvPr/>
        </p:nvSpPr>
        <p:spPr>
          <a:xfrm xmlns:a="http://schemas.openxmlformats.org/drawingml/2006/main">
            <a:off x="2717975"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02EA21BF-88F5-46CC-9AF6-D5C276766791}"/>
              </a:ext>
            </a:extLst>
          </p:cNvPr>
          <p:cNvSpPr>
            <a:spLocks xmlns:a="http://schemas.openxmlformats.org/drawingml/2006/main" noGrp="1"/>
          </p:cNvSpPr>
          <p:nvPr/>
        </p:nvSpPr>
        <p:spPr>
          <a:xfrm xmlns:a="http://schemas.openxmlformats.org/drawingml/2006/main">
            <a:off x="2717975"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E94B8CF5-70A4-4D61-AC55-7D5CB334C370}"/>
              </a:ext>
            </a:extLst>
          </p:cNvPr>
          <p:cNvSpPr>
            <a:spLocks xmlns:a="http://schemas.openxmlformats.org/drawingml/2006/main" noGrp="1"/>
          </p:cNvSpPr>
          <p:nvPr/>
        </p:nvSpPr>
        <p:spPr>
          <a:xfrm xmlns:a="http://schemas.openxmlformats.org/drawingml/2006/main">
            <a:off x="2717975"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24274363-6F94-4B20-BDE2-60CDB98886A1}"/>
              </a:ext>
            </a:extLst>
          </p:cNvPr>
          <p:cNvSpPr>
            <a:spLocks xmlns:a="http://schemas.openxmlformats.org/drawingml/2006/main" noGrp="1"/>
          </p:cNvSpPr>
          <p:nvPr/>
        </p:nvSpPr>
        <p:spPr>
          <a:xfrm xmlns:a="http://schemas.openxmlformats.org/drawingml/2006/main">
            <a:off x="2717975"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34FED74D-146D-45E2-8717-3AD6F49C308D}"/>
              </a:ext>
            </a:extLst>
          </p:cNvPr>
          <p:cNvSpPr>
            <a:spLocks xmlns:a="http://schemas.openxmlformats.org/drawingml/2006/main" noGrp="1"/>
          </p:cNvSpPr>
          <p:nvPr/>
        </p:nvSpPr>
        <p:spPr>
          <a:xfrm xmlns:a="http://schemas.openxmlformats.org/drawingml/2006/main">
            <a:off x="2717975"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992F3E94-3259-4B4C-A8B1-CAA12FEE388C}"/>
              </a:ext>
            </a:extLst>
          </p:cNvPr>
          <p:cNvSpPr>
            <a:spLocks xmlns:a="http://schemas.openxmlformats.org/drawingml/2006/main" noGrp="1"/>
          </p:cNvSpPr>
          <p:nvPr/>
        </p:nvSpPr>
        <p:spPr>
          <a:xfrm xmlns:a="http://schemas.openxmlformats.org/drawingml/2006/main">
            <a:off x="2717975"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F053C042-5A07-4F08-AD21-D97B1F58F4D3}"/>
              </a:ext>
            </a:extLst>
          </p:cNvPr>
          <p:cNvSpPr>
            <a:spLocks xmlns:a="http://schemas.openxmlformats.org/drawingml/2006/main" noGrp="1"/>
          </p:cNvSpPr>
          <p:nvPr/>
        </p:nvSpPr>
        <p:spPr>
          <a:xfrm xmlns:a="http://schemas.openxmlformats.org/drawingml/2006/main">
            <a:off x="2717975"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21A960A6-9E47-4D6D-99E4-D7E1762D3DF6}"/>
              </a:ext>
            </a:extLst>
          </p:cNvPr>
          <p:cNvSpPr>
            <a:spLocks xmlns:a="http://schemas.openxmlformats.org/drawingml/2006/main" noGrp="1"/>
          </p:cNvSpPr>
          <p:nvPr/>
        </p:nvSpPr>
        <p:spPr>
          <a:xfrm xmlns:a="http://schemas.openxmlformats.org/drawingml/2006/main">
            <a:off x="2717975"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CE90C253-DBAC-4C33-BDFB-D0EA2685377E}"/>
              </a:ext>
            </a:extLst>
          </p:cNvPr>
          <p:cNvSpPr>
            <a:spLocks xmlns:a="http://schemas.openxmlformats.org/drawingml/2006/main" noGrp="1"/>
          </p:cNvSpPr>
          <p:nvPr/>
        </p:nvSpPr>
        <p:spPr>
          <a:xfrm xmlns:a="http://schemas.openxmlformats.org/drawingml/2006/main">
            <a:off x="2717975"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76D12B55-B63F-47F5-9693-7A4521575B6E}"/>
              </a:ext>
            </a:extLst>
          </p:cNvPr>
          <p:cNvSpPr>
            <a:spLocks xmlns:a="http://schemas.openxmlformats.org/drawingml/2006/main" noGrp="1"/>
          </p:cNvSpPr>
          <p:nvPr/>
        </p:nvSpPr>
        <p:spPr>
          <a:xfrm xmlns:a="http://schemas.openxmlformats.org/drawingml/2006/main">
            <a:off x="2717975"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E8275C8B-E56D-46B4-85E0-4BAE1438ECC3}"/>
              </a:ext>
            </a:extLst>
          </p:cNvPr>
          <p:cNvSpPr>
            <a:spLocks xmlns:a="http://schemas.openxmlformats.org/drawingml/2006/main" noGrp="1"/>
          </p:cNvSpPr>
          <p:nvPr/>
        </p:nvSpPr>
        <p:spPr>
          <a:xfrm xmlns:a="http://schemas.openxmlformats.org/drawingml/2006/main">
            <a:off x="2717975"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AF4BFBA7-D66D-4E3C-86AD-75259C11C8C4}"/>
              </a:ext>
            </a:extLst>
          </p:cNvPr>
          <p:cNvSpPr>
            <a:spLocks xmlns:a="http://schemas.openxmlformats.org/drawingml/2006/main" noGrp="1"/>
          </p:cNvSpPr>
          <p:nvPr/>
        </p:nvSpPr>
        <p:spPr>
          <a:xfrm xmlns:a="http://schemas.openxmlformats.org/drawingml/2006/main">
            <a:off x="2795751"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7B976780-F6D3-424D-8A05-6C08495E4D05}"/>
              </a:ext>
            </a:extLst>
          </p:cNvPr>
          <p:cNvSpPr>
            <a:spLocks xmlns:a="http://schemas.openxmlformats.org/drawingml/2006/main" noGrp="1"/>
          </p:cNvSpPr>
          <p:nvPr/>
        </p:nvSpPr>
        <p:spPr>
          <a:xfrm xmlns:a="http://schemas.openxmlformats.org/drawingml/2006/main">
            <a:off x="2795751"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4FCD9158-B5E7-4928-840E-AAD33F150616}"/>
              </a:ext>
            </a:extLst>
          </p:cNvPr>
          <p:cNvSpPr>
            <a:spLocks xmlns:a="http://schemas.openxmlformats.org/drawingml/2006/main" noGrp="1"/>
          </p:cNvSpPr>
          <p:nvPr/>
        </p:nvSpPr>
        <p:spPr>
          <a:xfrm xmlns:a="http://schemas.openxmlformats.org/drawingml/2006/main">
            <a:off x="2795751"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6064C8C1-4E2C-45ED-89CF-D79C83061B2E}"/>
              </a:ext>
            </a:extLst>
          </p:cNvPr>
          <p:cNvSpPr>
            <a:spLocks xmlns:a="http://schemas.openxmlformats.org/drawingml/2006/main" noGrp="1"/>
          </p:cNvSpPr>
          <p:nvPr/>
        </p:nvSpPr>
        <p:spPr>
          <a:xfrm xmlns:a="http://schemas.openxmlformats.org/drawingml/2006/main">
            <a:off x="2795751"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4FC92E01-81F6-48EE-B630-21F803B4D982}"/>
              </a:ext>
            </a:extLst>
          </p:cNvPr>
          <p:cNvSpPr>
            <a:spLocks xmlns:a="http://schemas.openxmlformats.org/drawingml/2006/main" noGrp="1"/>
          </p:cNvSpPr>
          <p:nvPr/>
        </p:nvSpPr>
        <p:spPr>
          <a:xfrm xmlns:a="http://schemas.openxmlformats.org/drawingml/2006/main">
            <a:off x="2795751"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223754CD-FFC1-4EAF-BC53-67A6CF1A8D44}"/>
              </a:ext>
            </a:extLst>
          </p:cNvPr>
          <p:cNvSpPr>
            <a:spLocks xmlns:a="http://schemas.openxmlformats.org/drawingml/2006/main" noGrp="1"/>
          </p:cNvSpPr>
          <p:nvPr/>
        </p:nvSpPr>
        <p:spPr>
          <a:xfrm xmlns:a="http://schemas.openxmlformats.org/drawingml/2006/main">
            <a:off x="2795751"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9381799F-421D-40A0-B849-C75AA478FBF3}"/>
              </a:ext>
            </a:extLst>
          </p:cNvPr>
          <p:cNvSpPr>
            <a:spLocks xmlns:a="http://schemas.openxmlformats.org/drawingml/2006/main" noGrp="1"/>
          </p:cNvSpPr>
          <p:nvPr/>
        </p:nvSpPr>
        <p:spPr>
          <a:xfrm xmlns:a="http://schemas.openxmlformats.org/drawingml/2006/main">
            <a:off x="2795751"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DA9E044D-9AE5-4318-9748-583C81D96EC8}"/>
              </a:ext>
            </a:extLst>
          </p:cNvPr>
          <p:cNvSpPr>
            <a:spLocks xmlns:a="http://schemas.openxmlformats.org/drawingml/2006/main" noGrp="1"/>
          </p:cNvSpPr>
          <p:nvPr/>
        </p:nvSpPr>
        <p:spPr>
          <a:xfrm xmlns:a="http://schemas.openxmlformats.org/drawingml/2006/main">
            <a:off x="2795751"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39DBB867-1ECA-4D51-93CC-4FF3F29C4F43}"/>
              </a:ext>
            </a:extLst>
          </p:cNvPr>
          <p:cNvSpPr>
            <a:spLocks xmlns:a="http://schemas.openxmlformats.org/drawingml/2006/main" noGrp="1"/>
          </p:cNvSpPr>
          <p:nvPr/>
        </p:nvSpPr>
        <p:spPr>
          <a:xfrm xmlns:a="http://schemas.openxmlformats.org/drawingml/2006/main">
            <a:off x="2795751"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AFDAAF03-8D51-4264-B5B3-3F9177890F64}"/>
              </a:ext>
            </a:extLst>
          </p:cNvPr>
          <p:cNvSpPr>
            <a:spLocks xmlns:a="http://schemas.openxmlformats.org/drawingml/2006/main" noGrp="1"/>
          </p:cNvSpPr>
          <p:nvPr/>
        </p:nvSpPr>
        <p:spPr>
          <a:xfrm xmlns:a="http://schemas.openxmlformats.org/drawingml/2006/main">
            <a:off x="2795751"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B703D171-8065-4A2F-8B82-5F24C7C9466B}"/>
              </a:ext>
            </a:extLst>
          </p:cNvPr>
          <p:cNvSpPr>
            <a:spLocks xmlns:a="http://schemas.openxmlformats.org/drawingml/2006/main" noGrp="1"/>
          </p:cNvSpPr>
          <p:nvPr/>
        </p:nvSpPr>
        <p:spPr>
          <a:xfrm xmlns:a="http://schemas.openxmlformats.org/drawingml/2006/main">
            <a:off x="2795751"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C298F154-B6C7-48D3-A82A-B76A355B7317}"/>
              </a:ext>
            </a:extLst>
          </p:cNvPr>
          <p:cNvSpPr>
            <a:spLocks xmlns:a="http://schemas.openxmlformats.org/drawingml/2006/main" noGrp="1"/>
          </p:cNvSpPr>
          <p:nvPr/>
        </p:nvSpPr>
        <p:spPr>
          <a:xfrm xmlns:a="http://schemas.openxmlformats.org/drawingml/2006/main">
            <a:off x="2795751"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270DD96B-425A-496A-A558-A3972F123DB0}"/>
              </a:ext>
            </a:extLst>
          </p:cNvPr>
          <p:cNvSpPr>
            <a:spLocks xmlns:a="http://schemas.openxmlformats.org/drawingml/2006/main" noGrp="1"/>
          </p:cNvSpPr>
          <p:nvPr/>
        </p:nvSpPr>
        <p:spPr>
          <a:xfrm xmlns:a="http://schemas.openxmlformats.org/drawingml/2006/main">
            <a:off x="2795751"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09725C3C-034E-48CF-939B-EAD5D944EA12}"/>
              </a:ext>
            </a:extLst>
          </p:cNvPr>
          <p:cNvSpPr>
            <a:spLocks xmlns:a="http://schemas.openxmlformats.org/drawingml/2006/main" noGrp="1"/>
          </p:cNvSpPr>
          <p:nvPr/>
        </p:nvSpPr>
        <p:spPr>
          <a:xfrm xmlns:a="http://schemas.openxmlformats.org/drawingml/2006/main">
            <a:off x="2795751"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A8CE0296-EE82-43D3-BAE5-EDFBFE524D0C}"/>
              </a:ext>
            </a:extLst>
          </p:cNvPr>
          <p:cNvSpPr>
            <a:spLocks xmlns:a="http://schemas.openxmlformats.org/drawingml/2006/main" noGrp="1"/>
          </p:cNvSpPr>
          <p:nvPr/>
        </p:nvSpPr>
        <p:spPr>
          <a:xfrm xmlns:a="http://schemas.openxmlformats.org/drawingml/2006/main">
            <a:off x="2795751"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B06DBC9C-A70C-4F8C-A0C6-BCE2AE813524}"/>
              </a:ext>
            </a:extLst>
          </p:cNvPr>
          <p:cNvSpPr>
            <a:spLocks xmlns:a="http://schemas.openxmlformats.org/drawingml/2006/main" noGrp="1"/>
          </p:cNvSpPr>
          <p:nvPr/>
        </p:nvSpPr>
        <p:spPr>
          <a:xfrm xmlns:a="http://schemas.openxmlformats.org/drawingml/2006/main">
            <a:off x="2795751"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9C883D8D-2B2C-4D6D-95AB-541418D49B53}"/>
              </a:ext>
            </a:extLst>
          </p:cNvPr>
          <p:cNvSpPr>
            <a:spLocks xmlns:a="http://schemas.openxmlformats.org/drawingml/2006/main" noGrp="1"/>
          </p:cNvSpPr>
          <p:nvPr/>
        </p:nvSpPr>
        <p:spPr>
          <a:xfrm xmlns:a="http://schemas.openxmlformats.org/drawingml/2006/main">
            <a:off x="2873526"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9942E406-21D2-47F8-964F-43F17470B9DF}"/>
              </a:ext>
            </a:extLst>
          </p:cNvPr>
          <p:cNvSpPr>
            <a:spLocks xmlns:a="http://schemas.openxmlformats.org/drawingml/2006/main" noGrp="1"/>
          </p:cNvSpPr>
          <p:nvPr/>
        </p:nvSpPr>
        <p:spPr>
          <a:xfrm xmlns:a="http://schemas.openxmlformats.org/drawingml/2006/main">
            <a:off x="2873526"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F6521E3B-8D48-4A8A-B3E1-D74A65DF6AFB}"/>
              </a:ext>
            </a:extLst>
          </p:cNvPr>
          <p:cNvSpPr>
            <a:spLocks xmlns:a="http://schemas.openxmlformats.org/drawingml/2006/main" noGrp="1"/>
          </p:cNvSpPr>
          <p:nvPr/>
        </p:nvSpPr>
        <p:spPr>
          <a:xfrm xmlns:a="http://schemas.openxmlformats.org/drawingml/2006/main">
            <a:off x="2873526"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F0404EBD-9ACD-41BC-BA33-037155ACB8B5}"/>
              </a:ext>
            </a:extLst>
          </p:cNvPr>
          <p:cNvSpPr>
            <a:spLocks xmlns:a="http://schemas.openxmlformats.org/drawingml/2006/main" noGrp="1"/>
          </p:cNvSpPr>
          <p:nvPr/>
        </p:nvSpPr>
        <p:spPr>
          <a:xfrm xmlns:a="http://schemas.openxmlformats.org/drawingml/2006/main">
            <a:off x="2873526"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74C69E86-7AD3-4BAD-9525-1A9A0F6643B8}"/>
              </a:ext>
            </a:extLst>
          </p:cNvPr>
          <p:cNvSpPr>
            <a:spLocks xmlns:a="http://schemas.openxmlformats.org/drawingml/2006/main" noGrp="1"/>
          </p:cNvSpPr>
          <p:nvPr/>
        </p:nvSpPr>
        <p:spPr>
          <a:xfrm xmlns:a="http://schemas.openxmlformats.org/drawingml/2006/main">
            <a:off x="2873526"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115721B2-4010-4194-AB3F-3A9F52884EF4}"/>
              </a:ext>
            </a:extLst>
          </p:cNvPr>
          <p:cNvSpPr>
            <a:spLocks xmlns:a="http://schemas.openxmlformats.org/drawingml/2006/main" noGrp="1"/>
          </p:cNvSpPr>
          <p:nvPr/>
        </p:nvSpPr>
        <p:spPr>
          <a:xfrm xmlns:a="http://schemas.openxmlformats.org/drawingml/2006/main">
            <a:off x="2873526"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7AF56E6B-9BC1-4AC5-877C-092B1E575C1E}"/>
              </a:ext>
            </a:extLst>
          </p:cNvPr>
          <p:cNvSpPr>
            <a:spLocks xmlns:a="http://schemas.openxmlformats.org/drawingml/2006/main" noGrp="1"/>
          </p:cNvSpPr>
          <p:nvPr/>
        </p:nvSpPr>
        <p:spPr>
          <a:xfrm xmlns:a="http://schemas.openxmlformats.org/drawingml/2006/main">
            <a:off x="2873526"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C7FFD8F9-4E00-42C0-821E-97C6781994AF}"/>
              </a:ext>
            </a:extLst>
          </p:cNvPr>
          <p:cNvSpPr>
            <a:spLocks xmlns:a="http://schemas.openxmlformats.org/drawingml/2006/main" noGrp="1"/>
          </p:cNvSpPr>
          <p:nvPr/>
        </p:nvSpPr>
        <p:spPr>
          <a:xfrm xmlns:a="http://schemas.openxmlformats.org/drawingml/2006/main">
            <a:off x="2873526"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44E95765-1457-42B0-9252-E73A6F7CD89E}"/>
              </a:ext>
            </a:extLst>
          </p:cNvPr>
          <p:cNvSpPr>
            <a:spLocks xmlns:a="http://schemas.openxmlformats.org/drawingml/2006/main" noGrp="1"/>
          </p:cNvSpPr>
          <p:nvPr/>
        </p:nvSpPr>
        <p:spPr>
          <a:xfrm xmlns:a="http://schemas.openxmlformats.org/drawingml/2006/main">
            <a:off x="2873526"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DF3CAFD2-8069-4C27-9981-B81742734CFD}"/>
              </a:ext>
            </a:extLst>
          </p:cNvPr>
          <p:cNvSpPr>
            <a:spLocks xmlns:a="http://schemas.openxmlformats.org/drawingml/2006/main" noGrp="1"/>
          </p:cNvSpPr>
          <p:nvPr/>
        </p:nvSpPr>
        <p:spPr>
          <a:xfrm xmlns:a="http://schemas.openxmlformats.org/drawingml/2006/main">
            <a:off x="2873526"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1F286CE2-EAFA-4490-AFFB-F82003AB5E5F}"/>
              </a:ext>
            </a:extLst>
          </p:cNvPr>
          <p:cNvSpPr>
            <a:spLocks xmlns:a="http://schemas.openxmlformats.org/drawingml/2006/main" noGrp="1"/>
          </p:cNvSpPr>
          <p:nvPr/>
        </p:nvSpPr>
        <p:spPr>
          <a:xfrm xmlns:a="http://schemas.openxmlformats.org/drawingml/2006/main">
            <a:off x="2873526"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5DCA0F06-129F-4973-9EBC-4FCD1F2235CF}"/>
              </a:ext>
            </a:extLst>
          </p:cNvPr>
          <p:cNvSpPr>
            <a:spLocks xmlns:a="http://schemas.openxmlformats.org/drawingml/2006/main" noGrp="1"/>
          </p:cNvSpPr>
          <p:nvPr/>
        </p:nvSpPr>
        <p:spPr>
          <a:xfrm xmlns:a="http://schemas.openxmlformats.org/drawingml/2006/main">
            <a:off x="2873526"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51EF857C-F580-4CBD-86FF-99ED7FB6A9A3}"/>
              </a:ext>
            </a:extLst>
          </p:cNvPr>
          <p:cNvSpPr>
            <a:spLocks xmlns:a="http://schemas.openxmlformats.org/drawingml/2006/main" noGrp="1"/>
          </p:cNvSpPr>
          <p:nvPr/>
        </p:nvSpPr>
        <p:spPr>
          <a:xfrm xmlns:a="http://schemas.openxmlformats.org/drawingml/2006/main">
            <a:off x="2873526"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FE7636D2-6520-41B4-BB6C-6CA8C111B7E1}"/>
              </a:ext>
            </a:extLst>
          </p:cNvPr>
          <p:cNvSpPr>
            <a:spLocks xmlns:a="http://schemas.openxmlformats.org/drawingml/2006/main" noGrp="1"/>
          </p:cNvSpPr>
          <p:nvPr/>
        </p:nvSpPr>
        <p:spPr>
          <a:xfrm xmlns:a="http://schemas.openxmlformats.org/drawingml/2006/main">
            <a:off x="2951302"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DD67DA46-284E-4528-A90D-7DA6C88CF06A}"/>
              </a:ext>
            </a:extLst>
          </p:cNvPr>
          <p:cNvSpPr>
            <a:spLocks xmlns:a="http://schemas.openxmlformats.org/drawingml/2006/main" noGrp="1"/>
          </p:cNvSpPr>
          <p:nvPr/>
        </p:nvSpPr>
        <p:spPr>
          <a:xfrm xmlns:a="http://schemas.openxmlformats.org/drawingml/2006/main">
            <a:off x="2951302"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8AAFD7A4-B20E-4E3E-AF8B-814D20E97637}"/>
              </a:ext>
            </a:extLst>
          </p:cNvPr>
          <p:cNvSpPr>
            <a:spLocks xmlns:a="http://schemas.openxmlformats.org/drawingml/2006/main" noGrp="1"/>
          </p:cNvSpPr>
          <p:nvPr/>
        </p:nvSpPr>
        <p:spPr>
          <a:xfrm xmlns:a="http://schemas.openxmlformats.org/drawingml/2006/main">
            <a:off x="2951302"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C2088619-6FD1-4817-8D64-854D130DC001}"/>
              </a:ext>
            </a:extLst>
          </p:cNvPr>
          <p:cNvSpPr>
            <a:spLocks xmlns:a="http://schemas.openxmlformats.org/drawingml/2006/main" noGrp="1"/>
          </p:cNvSpPr>
          <p:nvPr/>
        </p:nvSpPr>
        <p:spPr>
          <a:xfrm xmlns:a="http://schemas.openxmlformats.org/drawingml/2006/main">
            <a:off x="2951302"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9E455437-CC7D-4B60-B8F6-919944DA6BC3}"/>
              </a:ext>
            </a:extLst>
          </p:cNvPr>
          <p:cNvSpPr>
            <a:spLocks xmlns:a="http://schemas.openxmlformats.org/drawingml/2006/main" noGrp="1"/>
          </p:cNvSpPr>
          <p:nvPr/>
        </p:nvSpPr>
        <p:spPr>
          <a:xfrm xmlns:a="http://schemas.openxmlformats.org/drawingml/2006/main">
            <a:off x="2951302"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D2BC7750-81A3-4D73-B9DB-6EC1DC77B4E4}"/>
              </a:ext>
            </a:extLst>
          </p:cNvPr>
          <p:cNvSpPr>
            <a:spLocks xmlns:a="http://schemas.openxmlformats.org/drawingml/2006/main" noGrp="1"/>
          </p:cNvSpPr>
          <p:nvPr/>
        </p:nvSpPr>
        <p:spPr>
          <a:xfrm xmlns:a="http://schemas.openxmlformats.org/drawingml/2006/main">
            <a:off x="2951302"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CFDC02C9-F756-43E0-90F3-FD6CC0494CF1}"/>
              </a:ext>
            </a:extLst>
          </p:cNvPr>
          <p:cNvSpPr>
            <a:spLocks xmlns:a="http://schemas.openxmlformats.org/drawingml/2006/main" noGrp="1"/>
          </p:cNvSpPr>
          <p:nvPr/>
        </p:nvSpPr>
        <p:spPr>
          <a:xfrm xmlns:a="http://schemas.openxmlformats.org/drawingml/2006/main">
            <a:off x="2951302"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6EBD843D-8181-43C8-9313-B9DC153C36D7}"/>
              </a:ext>
            </a:extLst>
          </p:cNvPr>
          <p:cNvSpPr>
            <a:spLocks xmlns:a="http://schemas.openxmlformats.org/drawingml/2006/main" noGrp="1"/>
          </p:cNvSpPr>
          <p:nvPr/>
        </p:nvSpPr>
        <p:spPr>
          <a:xfrm xmlns:a="http://schemas.openxmlformats.org/drawingml/2006/main">
            <a:off x="2951302"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3D888756-E18F-4238-A11E-8EBE451C3AEC}"/>
              </a:ext>
            </a:extLst>
          </p:cNvPr>
          <p:cNvSpPr>
            <a:spLocks xmlns:a="http://schemas.openxmlformats.org/drawingml/2006/main" noGrp="1"/>
          </p:cNvSpPr>
          <p:nvPr/>
        </p:nvSpPr>
        <p:spPr>
          <a:xfrm xmlns:a="http://schemas.openxmlformats.org/drawingml/2006/main">
            <a:off x="2951302"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D7B6051C-D8E4-4B20-805B-8B3E5A7A3698}"/>
              </a:ext>
            </a:extLst>
          </p:cNvPr>
          <p:cNvSpPr>
            <a:spLocks xmlns:a="http://schemas.openxmlformats.org/drawingml/2006/main" noGrp="1"/>
          </p:cNvSpPr>
          <p:nvPr/>
        </p:nvSpPr>
        <p:spPr>
          <a:xfrm xmlns:a="http://schemas.openxmlformats.org/drawingml/2006/main">
            <a:off x="2951302"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2D0A9927-689A-4229-B2B8-395695D1BC1D}"/>
              </a:ext>
            </a:extLst>
          </p:cNvPr>
          <p:cNvSpPr>
            <a:spLocks xmlns:a="http://schemas.openxmlformats.org/drawingml/2006/main" noGrp="1"/>
          </p:cNvSpPr>
          <p:nvPr/>
        </p:nvSpPr>
        <p:spPr>
          <a:xfrm xmlns:a="http://schemas.openxmlformats.org/drawingml/2006/main">
            <a:off x="2951302"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7868F357-3F78-4858-A6AA-AC9164DEF216}"/>
              </a:ext>
            </a:extLst>
          </p:cNvPr>
          <p:cNvSpPr>
            <a:spLocks xmlns:a="http://schemas.openxmlformats.org/drawingml/2006/main" noGrp="1"/>
          </p:cNvSpPr>
          <p:nvPr/>
        </p:nvSpPr>
        <p:spPr>
          <a:xfrm xmlns:a="http://schemas.openxmlformats.org/drawingml/2006/main">
            <a:off x="2951302"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D8C7B345-4792-47DA-AFA8-3DECF25E6D84}"/>
              </a:ext>
            </a:extLst>
          </p:cNvPr>
          <p:cNvSpPr>
            <a:spLocks xmlns:a="http://schemas.openxmlformats.org/drawingml/2006/main" noGrp="1"/>
          </p:cNvSpPr>
          <p:nvPr/>
        </p:nvSpPr>
        <p:spPr>
          <a:xfrm xmlns:a="http://schemas.openxmlformats.org/drawingml/2006/main">
            <a:off x="3029077"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A1EDB00F-991E-48D0-832C-7EE6EFC09530}"/>
              </a:ext>
            </a:extLst>
          </p:cNvPr>
          <p:cNvSpPr>
            <a:spLocks xmlns:a="http://schemas.openxmlformats.org/drawingml/2006/main" noGrp="1"/>
          </p:cNvSpPr>
          <p:nvPr/>
        </p:nvSpPr>
        <p:spPr>
          <a:xfrm xmlns:a="http://schemas.openxmlformats.org/drawingml/2006/main">
            <a:off x="3029077"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2A386BF1-7D1F-4EBA-B7E1-6AA201142979}"/>
              </a:ext>
            </a:extLst>
          </p:cNvPr>
          <p:cNvSpPr>
            <a:spLocks xmlns:a="http://schemas.openxmlformats.org/drawingml/2006/main" noGrp="1"/>
          </p:cNvSpPr>
          <p:nvPr/>
        </p:nvSpPr>
        <p:spPr>
          <a:xfrm xmlns:a="http://schemas.openxmlformats.org/drawingml/2006/main">
            <a:off x="3029077"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E7244B50-BB55-44B5-B45D-AE92F49F4E51}"/>
              </a:ext>
            </a:extLst>
          </p:cNvPr>
          <p:cNvSpPr>
            <a:spLocks xmlns:a="http://schemas.openxmlformats.org/drawingml/2006/main" noGrp="1"/>
          </p:cNvSpPr>
          <p:nvPr/>
        </p:nvSpPr>
        <p:spPr>
          <a:xfrm xmlns:a="http://schemas.openxmlformats.org/drawingml/2006/main">
            <a:off x="3029077"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F25495C8-A6D0-45F7-8B83-AA944F536E92}"/>
              </a:ext>
            </a:extLst>
          </p:cNvPr>
          <p:cNvSpPr>
            <a:spLocks xmlns:a="http://schemas.openxmlformats.org/drawingml/2006/main" noGrp="1"/>
          </p:cNvSpPr>
          <p:nvPr/>
        </p:nvSpPr>
        <p:spPr>
          <a:xfrm xmlns:a="http://schemas.openxmlformats.org/drawingml/2006/main">
            <a:off x="3029077"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6EBF100E-FDC0-4BF7-B4BD-3FAACEAA7CBF}"/>
              </a:ext>
            </a:extLst>
          </p:cNvPr>
          <p:cNvSpPr>
            <a:spLocks xmlns:a="http://schemas.openxmlformats.org/drawingml/2006/main" noGrp="1"/>
          </p:cNvSpPr>
          <p:nvPr/>
        </p:nvSpPr>
        <p:spPr>
          <a:xfrm xmlns:a="http://schemas.openxmlformats.org/drawingml/2006/main">
            <a:off x="3029077"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2CCA1989-97B2-4D89-8CB8-FEF0301E5FAF}"/>
              </a:ext>
            </a:extLst>
          </p:cNvPr>
          <p:cNvSpPr>
            <a:spLocks xmlns:a="http://schemas.openxmlformats.org/drawingml/2006/main" noGrp="1"/>
          </p:cNvSpPr>
          <p:nvPr/>
        </p:nvSpPr>
        <p:spPr>
          <a:xfrm xmlns:a="http://schemas.openxmlformats.org/drawingml/2006/main">
            <a:off x="3029077"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9E8D3ED2-4F3D-4CF3-84A7-71C8CA5DBEF1}"/>
              </a:ext>
            </a:extLst>
          </p:cNvPr>
          <p:cNvSpPr>
            <a:spLocks xmlns:a="http://schemas.openxmlformats.org/drawingml/2006/main" noGrp="1"/>
          </p:cNvSpPr>
          <p:nvPr/>
        </p:nvSpPr>
        <p:spPr>
          <a:xfrm xmlns:a="http://schemas.openxmlformats.org/drawingml/2006/main">
            <a:off x="3029077"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54436D3A-D22C-437C-BF27-4F89DDB50FD3}"/>
              </a:ext>
            </a:extLst>
          </p:cNvPr>
          <p:cNvSpPr>
            <a:spLocks xmlns:a="http://schemas.openxmlformats.org/drawingml/2006/main" noGrp="1"/>
          </p:cNvSpPr>
          <p:nvPr/>
        </p:nvSpPr>
        <p:spPr>
          <a:xfrm xmlns:a="http://schemas.openxmlformats.org/drawingml/2006/main">
            <a:off x="3029077"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D5F84015-59AC-4712-8A95-4FD061FCF3EB}"/>
              </a:ext>
            </a:extLst>
          </p:cNvPr>
          <p:cNvSpPr>
            <a:spLocks xmlns:a="http://schemas.openxmlformats.org/drawingml/2006/main" noGrp="1"/>
          </p:cNvSpPr>
          <p:nvPr/>
        </p:nvSpPr>
        <p:spPr>
          <a:xfrm xmlns:a="http://schemas.openxmlformats.org/drawingml/2006/main">
            <a:off x="3029077"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C90F784E-5CF9-4031-97AA-3F5880D87090}"/>
              </a:ext>
            </a:extLst>
          </p:cNvPr>
          <p:cNvSpPr>
            <a:spLocks xmlns:a="http://schemas.openxmlformats.org/drawingml/2006/main" noGrp="1"/>
          </p:cNvSpPr>
          <p:nvPr/>
        </p:nvSpPr>
        <p:spPr>
          <a:xfrm xmlns:a="http://schemas.openxmlformats.org/drawingml/2006/main">
            <a:off x="3029077"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8622F658-7D9E-4C74-AABD-532E13DC1995}"/>
              </a:ext>
            </a:extLst>
          </p:cNvPr>
          <p:cNvSpPr>
            <a:spLocks xmlns:a="http://schemas.openxmlformats.org/drawingml/2006/main" noGrp="1"/>
          </p:cNvSpPr>
          <p:nvPr/>
        </p:nvSpPr>
        <p:spPr>
          <a:xfrm xmlns:a="http://schemas.openxmlformats.org/drawingml/2006/main">
            <a:off x="3029077"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C2EAA275-A201-468A-A61A-1BF1E1D7A2ED}"/>
              </a:ext>
            </a:extLst>
          </p:cNvPr>
          <p:cNvSpPr>
            <a:spLocks xmlns:a="http://schemas.openxmlformats.org/drawingml/2006/main" noGrp="1"/>
          </p:cNvSpPr>
          <p:nvPr/>
        </p:nvSpPr>
        <p:spPr>
          <a:xfrm xmlns:a="http://schemas.openxmlformats.org/drawingml/2006/main">
            <a:off x="3029077"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0BC7E132-D748-4F34-834C-B7FF6B17AD7A}"/>
              </a:ext>
            </a:extLst>
          </p:cNvPr>
          <p:cNvSpPr>
            <a:spLocks xmlns:a="http://schemas.openxmlformats.org/drawingml/2006/main" noGrp="1"/>
          </p:cNvSpPr>
          <p:nvPr/>
        </p:nvSpPr>
        <p:spPr>
          <a:xfrm xmlns:a="http://schemas.openxmlformats.org/drawingml/2006/main">
            <a:off x="3106853"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13F358EA-B1A8-47C8-A9E1-FB329F88F579}"/>
              </a:ext>
            </a:extLst>
          </p:cNvPr>
          <p:cNvSpPr>
            <a:spLocks xmlns:a="http://schemas.openxmlformats.org/drawingml/2006/main" noGrp="1"/>
          </p:cNvSpPr>
          <p:nvPr/>
        </p:nvSpPr>
        <p:spPr>
          <a:xfrm xmlns:a="http://schemas.openxmlformats.org/drawingml/2006/main">
            <a:off x="3106853"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C0E3E69A-D76F-4482-87DD-017AACE389B4}"/>
              </a:ext>
            </a:extLst>
          </p:cNvPr>
          <p:cNvSpPr>
            <a:spLocks xmlns:a="http://schemas.openxmlformats.org/drawingml/2006/main" noGrp="1"/>
          </p:cNvSpPr>
          <p:nvPr/>
        </p:nvSpPr>
        <p:spPr>
          <a:xfrm xmlns:a="http://schemas.openxmlformats.org/drawingml/2006/main">
            <a:off x="3106853"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9031F464-81C3-4BEF-8435-FC9A3AD722E3}"/>
              </a:ext>
            </a:extLst>
          </p:cNvPr>
          <p:cNvSpPr>
            <a:spLocks xmlns:a="http://schemas.openxmlformats.org/drawingml/2006/main" noGrp="1"/>
          </p:cNvSpPr>
          <p:nvPr/>
        </p:nvSpPr>
        <p:spPr>
          <a:xfrm xmlns:a="http://schemas.openxmlformats.org/drawingml/2006/main">
            <a:off x="3106853"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E03CF74D-5E5E-436B-93BA-EEA35C287BA3}"/>
              </a:ext>
            </a:extLst>
          </p:cNvPr>
          <p:cNvSpPr>
            <a:spLocks xmlns:a="http://schemas.openxmlformats.org/drawingml/2006/main" noGrp="1"/>
          </p:cNvSpPr>
          <p:nvPr/>
        </p:nvSpPr>
        <p:spPr>
          <a:xfrm xmlns:a="http://schemas.openxmlformats.org/drawingml/2006/main">
            <a:off x="3106853"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56527811-FC02-4150-ACD9-F8B9678C31E9}"/>
              </a:ext>
            </a:extLst>
          </p:cNvPr>
          <p:cNvSpPr>
            <a:spLocks xmlns:a="http://schemas.openxmlformats.org/drawingml/2006/main" noGrp="1"/>
          </p:cNvSpPr>
          <p:nvPr/>
        </p:nvSpPr>
        <p:spPr>
          <a:xfrm xmlns:a="http://schemas.openxmlformats.org/drawingml/2006/main">
            <a:off x="310685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5845F844-323D-4B9D-B0A7-4E28AE6330BF}"/>
              </a:ext>
            </a:extLst>
          </p:cNvPr>
          <p:cNvSpPr>
            <a:spLocks xmlns:a="http://schemas.openxmlformats.org/drawingml/2006/main" noGrp="1"/>
          </p:cNvSpPr>
          <p:nvPr/>
        </p:nvSpPr>
        <p:spPr>
          <a:xfrm xmlns:a="http://schemas.openxmlformats.org/drawingml/2006/main">
            <a:off x="310685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1429BAC5-0645-4040-99CA-951F5F2CC547}"/>
              </a:ext>
            </a:extLst>
          </p:cNvPr>
          <p:cNvSpPr>
            <a:spLocks xmlns:a="http://schemas.openxmlformats.org/drawingml/2006/main" noGrp="1"/>
          </p:cNvSpPr>
          <p:nvPr/>
        </p:nvSpPr>
        <p:spPr>
          <a:xfrm xmlns:a="http://schemas.openxmlformats.org/drawingml/2006/main">
            <a:off x="310685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2FB591C1-56CD-44B9-8942-FF9FAAFC5660}"/>
              </a:ext>
            </a:extLst>
          </p:cNvPr>
          <p:cNvSpPr>
            <a:spLocks xmlns:a="http://schemas.openxmlformats.org/drawingml/2006/main" noGrp="1"/>
          </p:cNvSpPr>
          <p:nvPr/>
        </p:nvSpPr>
        <p:spPr>
          <a:xfrm xmlns:a="http://schemas.openxmlformats.org/drawingml/2006/main">
            <a:off x="310685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8B953F0C-6631-4BCD-B802-4FCB3036DD05}"/>
              </a:ext>
            </a:extLst>
          </p:cNvPr>
          <p:cNvSpPr>
            <a:spLocks xmlns:a="http://schemas.openxmlformats.org/drawingml/2006/main" noGrp="1"/>
          </p:cNvSpPr>
          <p:nvPr/>
        </p:nvSpPr>
        <p:spPr>
          <a:xfrm xmlns:a="http://schemas.openxmlformats.org/drawingml/2006/main">
            <a:off x="3106853"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521C1105-79A5-4384-8FD3-364F3289BE8D}"/>
              </a:ext>
            </a:extLst>
          </p:cNvPr>
          <p:cNvSpPr>
            <a:spLocks xmlns:a="http://schemas.openxmlformats.org/drawingml/2006/main" noGrp="1"/>
          </p:cNvSpPr>
          <p:nvPr/>
        </p:nvSpPr>
        <p:spPr>
          <a:xfrm xmlns:a="http://schemas.openxmlformats.org/drawingml/2006/main">
            <a:off x="3106853"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AE840619-B62A-4AE2-9EBE-0DB22D2CB84F}"/>
              </a:ext>
            </a:extLst>
          </p:cNvPr>
          <p:cNvSpPr>
            <a:spLocks xmlns:a="http://schemas.openxmlformats.org/drawingml/2006/main" noGrp="1"/>
          </p:cNvSpPr>
          <p:nvPr/>
        </p:nvSpPr>
        <p:spPr>
          <a:xfrm xmlns:a="http://schemas.openxmlformats.org/drawingml/2006/main">
            <a:off x="3106853"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CAAAD032-CB09-4F9C-B207-0F3BB9A7D51F}"/>
              </a:ext>
            </a:extLst>
          </p:cNvPr>
          <p:cNvSpPr>
            <a:spLocks xmlns:a="http://schemas.openxmlformats.org/drawingml/2006/main" noGrp="1"/>
          </p:cNvSpPr>
          <p:nvPr/>
        </p:nvSpPr>
        <p:spPr>
          <a:xfrm xmlns:a="http://schemas.openxmlformats.org/drawingml/2006/main">
            <a:off x="3106853"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8291322C-5809-4E0B-B2F6-02C6171236C2}"/>
              </a:ext>
            </a:extLst>
          </p:cNvPr>
          <p:cNvSpPr>
            <a:spLocks xmlns:a="http://schemas.openxmlformats.org/drawingml/2006/main" noGrp="1"/>
          </p:cNvSpPr>
          <p:nvPr/>
        </p:nvSpPr>
        <p:spPr>
          <a:xfrm xmlns:a="http://schemas.openxmlformats.org/drawingml/2006/main">
            <a:off x="3184628"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FBD6F941-DF54-43C7-847D-479F0A92C4EC}"/>
              </a:ext>
            </a:extLst>
          </p:cNvPr>
          <p:cNvSpPr>
            <a:spLocks xmlns:a="http://schemas.openxmlformats.org/drawingml/2006/main" noGrp="1"/>
          </p:cNvSpPr>
          <p:nvPr/>
        </p:nvSpPr>
        <p:spPr>
          <a:xfrm xmlns:a="http://schemas.openxmlformats.org/drawingml/2006/main">
            <a:off x="3184628"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2BF895E3-5D98-4F27-AF2D-D034AC822D92}"/>
              </a:ext>
            </a:extLst>
          </p:cNvPr>
          <p:cNvSpPr>
            <a:spLocks xmlns:a="http://schemas.openxmlformats.org/drawingml/2006/main" noGrp="1"/>
          </p:cNvSpPr>
          <p:nvPr/>
        </p:nvSpPr>
        <p:spPr>
          <a:xfrm xmlns:a="http://schemas.openxmlformats.org/drawingml/2006/main">
            <a:off x="3184628"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CB25567C-F44D-473A-8D91-6D8B53DE7F2B}"/>
              </a:ext>
            </a:extLst>
          </p:cNvPr>
          <p:cNvSpPr>
            <a:spLocks xmlns:a="http://schemas.openxmlformats.org/drawingml/2006/main" noGrp="1"/>
          </p:cNvSpPr>
          <p:nvPr/>
        </p:nvSpPr>
        <p:spPr>
          <a:xfrm xmlns:a="http://schemas.openxmlformats.org/drawingml/2006/main">
            <a:off x="3184628"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907785F6-3BC2-4389-8E80-CD6BA369B600}"/>
              </a:ext>
            </a:extLst>
          </p:cNvPr>
          <p:cNvSpPr>
            <a:spLocks xmlns:a="http://schemas.openxmlformats.org/drawingml/2006/main" noGrp="1"/>
          </p:cNvSpPr>
          <p:nvPr/>
        </p:nvSpPr>
        <p:spPr>
          <a:xfrm xmlns:a="http://schemas.openxmlformats.org/drawingml/2006/main">
            <a:off x="3184628"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2F8B912B-29F1-4BB9-95CB-FB98A7DEF74E}"/>
              </a:ext>
            </a:extLst>
          </p:cNvPr>
          <p:cNvSpPr>
            <a:spLocks xmlns:a="http://schemas.openxmlformats.org/drawingml/2006/main" noGrp="1"/>
          </p:cNvSpPr>
          <p:nvPr/>
        </p:nvSpPr>
        <p:spPr>
          <a:xfrm xmlns:a="http://schemas.openxmlformats.org/drawingml/2006/main">
            <a:off x="3184628"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4E6F6D73-10A0-48A3-B2C4-917ADF40320E}"/>
              </a:ext>
            </a:extLst>
          </p:cNvPr>
          <p:cNvSpPr>
            <a:spLocks xmlns:a="http://schemas.openxmlformats.org/drawingml/2006/main" noGrp="1"/>
          </p:cNvSpPr>
          <p:nvPr/>
        </p:nvSpPr>
        <p:spPr>
          <a:xfrm xmlns:a="http://schemas.openxmlformats.org/drawingml/2006/main">
            <a:off x="3184628"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17E38827-90D8-436E-B73C-09B5476B1103}"/>
              </a:ext>
            </a:extLst>
          </p:cNvPr>
          <p:cNvSpPr>
            <a:spLocks xmlns:a="http://schemas.openxmlformats.org/drawingml/2006/main" noGrp="1"/>
          </p:cNvSpPr>
          <p:nvPr/>
        </p:nvSpPr>
        <p:spPr>
          <a:xfrm xmlns:a="http://schemas.openxmlformats.org/drawingml/2006/main">
            <a:off x="318462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9F7D4F98-67FA-4D0C-8336-62DB006900A4}"/>
              </a:ext>
            </a:extLst>
          </p:cNvPr>
          <p:cNvSpPr>
            <a:spLocks xmlns:a="http://schemas.openxmlformats.org/drawingml/2006/main" noGrp="1"/>
          </p:cNvSpPr>
          <p:nvPr/>
        </p:nvSpPr>
        <p:spPr>
          <a:xfrm xmlns:a="http://schemas.openxmlformats.org/drawingml/2006/main">
            <a:off x="318462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F0C40DA8-CE6E-43B9-BDDB-BC9B8F1C8800}"/>
              </a:ext>
            </a:extLst>
          </p:cNvPr>
          <p:cNvSpPr>
            <a:spLocks xmlns:a="http://schemas.openxmlformats.org/drawingml/2006/main" noGrp="1"/>
          </p:cNvSpPr>
          <p:nvPr/>
        </p:nvSpPr>
        <p:spPr>
          <a:xfrm xmlns:a="http://schemas.openxmlformats.org/drawingml/2006/main">
            <a:off x="3184628"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8C2EB06D-24C6-4A7F-B994-0E6A0F0C9620}"/>
              </a:ext>
            </a:extLst>
          </p:cNvPr>
          <p:cNvSpPr>
            <a:spLocks xmlns:a="http://schemas.openxmlformats.org/drawingml/2006/main" noGrp="1"/>
          </p:cNvSpPr>
          <p:nvPr/>
        </p:nvSpPr>
        <p:spPr>
          <a:xfrm xmlns:a="http://schemas.openxmlformats.org/drawingml/2006/main">
            <a:off x="3184628"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EF691E76-1D9B-492B-B438-0F15D412C44C}"/>
              </a:ext>
            </a:extLst>
          </p:cNvPr>
          <p:cNvSpPr>
            <a:spLocks xmlns:a="http://schemas.openxmlformats.org/drawingml/2006/main" noGrp="1"/>
          </p:cNvSpPr>
          <p:nvPr/>
        </p:nvSpPr>
        <p:spPr>
          <a:xfrm xmlns:a="http://schemas.openxmlformats.org/drawingml/2006/main">
            <a:off x="3184628"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76924B04-CE4B-465B-A1B5-A2E80EF671CE}"/>
              </a:ext>
            </a:extLst>
          </p:cNvPr>
          <p:cNvSpPr>
            <a:spLocks xmlns:a="http://schemas.openxmlformats.org/drawingml/2006/main" noGrp="1"/>
          </p:cNvSpPr>
          <p:nvPr/>
        </p:nvSpPr>
        <p:spPr>
          <a:xfrm xmlns:a="http://schemas.openxmlformats.org/drawingml/2006/main">
            <a:off x="3184628"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ACA60EA5-3BF8-4F8A-8398-0FF5DD064054}"/>
              </a:ext>
            </a:extLst>
          </p:cNvPr>
          <p:cNvSpPr>
            <a:spLocks xmlns:a="http://schemas.openxmlformats.org/drawingml/2006/main" noGrp="1"/>
          </p:cNvSpPr>
          <p:nvPr/>
        </p:nvSpPr>
        <p:spPr>
          <a:xfrm xmlns:a="http://schemas.openxmlformats.org/drawingml/2006/main">
            <a:off x="3262404"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87F7FB97-1391-4F04-9815-36EFE472E772}"/>
              </a:ext>
            </a:extLst>
          </p:cNvPr>
          <p:cNvSpPr>
            <a:spLocks xmlns:a="http://schemas.openxmlformats.org/drawingml/2006/main" noGrp="1"/>
          </p:cNvSpPr>
          <p:nvPr/>
        </p:nvSpPr>
        <p:spPr>
          <a:xfrm xmlns:a="http://schemas.openxmlformats.org/drawingml/2006/main">
            <a:off x="3262404"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9CCDA44E-868A-426B-ADA9-73B82BAAC3BE}"/>
              </a:ext>
            </a:extLst>
          </p:cNvPr>
          <p:cNvSpPr>
            <a:spLocks xmlns:a="http://schemas.openxmlformats.org/drawingml/2006/main" noGrp="1"/>
          </p:cNvSpPr>
          <p:nvPr/>
        </p:nvSpPr>
        <p:spPr>
          <a:xfrm xmlns:a="http://schemas.openxmlformats.org/drawingml/2006/main">
            <a:off x="3262404"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100E2264-4199-4658-9D81-8549646D29EC}"/>
              </a:ext>
            </a:extLst>
          </p:cNvPr>
          <p:cNvSpPr>
            <a:spLocks xmlns:a="http://schemas.openxmlformats.org/drawingml/2006/main" noGrp="1"/>
          </p:cNvSpPr>
          <p:nvPr/>
        </p:nvSpPr>
        <p:spPr>
          <a:xfrm xmlns:a="http://schemas.openxmlformats.org/drawingml/2006/main">
            <a:off x="3262404"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8C378A00-8717-4FE7-B882-275202764673}"/>
              </a:ext>
            </a:extLst>
          </p:cNvPr>
          <p:cNvSpPr>
            <a:spLocks xmlns:a="http://schemas.openxmlformats.org/drawingml/2006/main" noGrp="1"/>
          </p:cNvSpPr>
          <p:nvPr/>
        </p:nvSpPr>
        <p:spPr>
          <a:xfrm xmlns:a="http://schemas.openxmlformats.org/drawingml/2006/main">
            <a:off x="3262404"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46E101EC-0610-4D34-BB9A-622DAC6EA4BA}"/>
              </a:ext>
            </a:extLst>
          </p:cNvPr>
          <p:cNvSpPr>
            <a:spLocks xmlns:a="http://schemas.openxmlformats.org/drawingml/2006/main" noGrp="1"/>
          </p:cNvSpPr>
          <p:nvPr/>
        </p:nvSpPr>
        <p:spPr>
          <a:xfrm xmlns:a="http://schemas.openxmlformats.org/drawingml/2006/main">
            <a:off x="3262404"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A0D6736E-6F72-442A-AF86-B9B28AF3C342}"/>
              </a:ext>
            </a:extLst>
          </p:cNvPr>
          <p:cNvSpPr>
            <a:spLocks xmlns:a="http://schemas.openxmlformats.org/drawingml/2006/main" noGrp="1"/>
          </p:cNvSpPr>
          <p:nvPr/>
        </p:nvSpPr>
        <p:spPr>
          <a:xfrm xmlns:a="http://schemas.openxmlformats.org/drawingml/2006/main">
            <a:off x="3262404"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1F32CB8C-349A-4298-9792-37A59118A0F7}"/>
              </a:ext>
            </a:extLst>
          </p:cNvPr>
          <p:cNvSpPr>
            <a:spLocks xmlns:a="http://schemas.openxmlformats.org/drawingml/2006/main" noGrp="1"/>
          </p:cNvSpPr>
          <p:nvPr/>
        </p:nvSpPr>
        <p:spPr>
          <a:xfrm xmlns:a="http://schemas.openxmlformats.org/drawingml/2006/main">
            <a:off x="3262404"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F919D814-70E0-4055-BE70-713DF3523A6A}"/>
              </a:ext>
            </a:extLst>
          </p:cNvPr>
          <p:cNvSpPr>
            <a:spLocks xmlns:a="http://schemas.openxmlformats.org/drawingml/2006/main" noGrp="1"/>
          </p:cNvSpPr>
          <p:nvPr/>
        </p:nvSpPr>
        <p:spPr>
          <a:xfrm xmlns:a="http://schemas.openxmlformats.org/drawingml/2006/main">
            <a:off x="3262404"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3A114594-3E54-4BD3-83D4-ED0B8D945368}"/>
              </a:ext>
            </a:extLst>
          </p:cNvPr>
          <p:cNvSpPr>
            <a:spLocks xmlns:a="http://schemas.openxmlformats.org/drawingml/2006/main" noGrp="1"/>
          </p:cNvSpPr>
          <p:nvPr/>
        </p:nvSpPr>
        <p:spPr>
          <a:xfrm xmlns:a="http://schemas.openxmlformats.org/drawingml/2006/main">
            <a:off x="3262404"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8F70138B-CDA7-4FE4-A640-5BDA791E5A8C}"/>
              </a:ext>
            </a:extLst>
          </p:cNvPr>
          <p:cNvSpPr>
            <a:spLocks xmlns:a="http://schemas.openxmlformats.org/drawingml/2006/main" noGrp="1"/>
          </p:cNvSpPr>
          <p:nvPr/>
        </p:nvSpPr>
        <p:spPr>
          <a:xfrm xmlns:a="http://schemas.openxmlformats.org/drawingml/2006/main">
            <a:off x="3262404"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4970A272-C3EB-4F84-B798-BAF08826809C}"/>
              </a:ext>
            </a:extLst>
          </p:cNvPr>
          <p:cNvSpPr>
            <a:spLocks xmlns:a="http://schemas.openxmlformats.org/drawingml/2006/main" noGrp="1"/>
          </p:cNvSpPr>
          <p:nvPr/>
        </p:nvSpPr>
        <p:spPr>
          <a:xfrm xmlns:a="http://schemas.openxmlformats.org/drawingml/2006/main">
            <a:off x="3262404"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C5BB6A39-1CBA-46CC-9976-F540B10F5370}"/>
              </a:ext>
            </a:extLst>
          </p:cNvPr>
          <p:cNvSpPr>
            <a:spLocks xmlns:a="http://schemas.openxmlformats.org/drawingml/2006/main" noGrp="1"/>
          </p:cNvSpPr>
          <p:nvPr/>
        </p:nvSpPr>
        <p:spPr>
          <a:xfrm xmlns:a="http://schemas.openxmlformats.org/drawingml/2006/main">
            <a:off x="3262404"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B475D10D-04DB-4D24-BAC4-49E57A5D0572}"/>
              </a:ext>
            </a:extLst>
          </p:cNvPr>
          <p:cNvSpPr>
            <a:spLocks xmlns:a="http://schemas.openxmlformats.org/drawingml/2006/main" noGrp="1"/>
          </p:cNvSpPr>
          <p:nvPr/>
        </p:nvSpPr>
        <p:spPr>
          <a:xfrm xmlns:a="http://schemas.openxmlformats.org/drawingml/2006/main">
            <a:off x="3262404"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E2AAFC7B-81F7-4E6D-BF5D-F7153852B7D7}"/>
              </a:ext>
            </a:extLst>
          </p:cNvPr>
          <p:cNvSpPr>
            <a:spLocks xmlns:a="http://schemas.openxmlformats.org/drawingml/2006/main" noGrp="1"/>
          </p:cNvSpPr>
          <p:nvPr/>
        </p:nvSpPr>
        <p:spPr>
          <a:xfrm xmlns:a="http://schemas.openxmlformats.org/drawingml/2006/main">
            <a:off x="3262404"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3EC225F3-54AB-4D7F-9523-5670D5BFF358}"/>
              </a:ext>
            </a:extLst>
          </p:cNvPr>
          <p:cNvSpPr>
            <a:spLocks xmlns:a="http://schemas.openxmlformats.org/drawingml/2006/main" noGrp="1"/>
          </p:cNvSpPr>
          <p:nvPr/>
        </p:nvSpPr>
        <p:spPr>
          <a:xfrm xmlns:a="http://schemas.openxmlformats.org/drawingml/2006/main">
            <a:off x="3262404"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C3523A7F-6CA5-4A1E-B108-136FB3473EEA}"/>
              </a:ext>
            </a:extLst>
          </p:cNvPr>
          <p:cNvSpPr>
            <a:spLocks xmlns:a="http://schemas.openxmlformats.org/drawingml/2006/main" noGrp="1"/>
          </p:cNvSpPr>
          <p:nvPr/>
        </p:nvSpPr>
        <p:spPr>
          <a:xfrm xmlns:a="http://schemas.openxmlformats.org/drawingml/2006/main">
            <a:off x="3340180"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6E630423-CAF9-47FE-9CB5-1B09B587F8F8}"/>
              </a:ext>
            </a:extLst>
          </p:cNvPr>
          <p:cNvSpPr>
            <a:spLocks xmlns:a="http://schemas.openxmlformats.org/drawingml/2006/main" noGrp="1"/>
          </p:cNvSpPr>
          <p:nvPr/>
        </p:nvSpPr>
        <p:spPr>
          <a:xfrm xmlns:a="http://schemas.openxmlformats.org/drawingml/2006/main">
            <a:off x="3340180"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000A399E-2A38-4F41-9AC8-564787837A63}"/>
              </a:ext>
            </a:extLst>
          </p:cNvPr>
          <p:cNvSpPr>
            <a:spLocks xmlns:a="http://schemas.openxmlformats.org/drawingml/2006/main" noGrp="1"/>
          </p:cNvSpPr>
          <p:nvPr/>
        </p:nvSpPr>
        <p:spPr>
          <a:xfrm xmlns:a="http://schemas.openxmlformats.org/drawingml/2006/main">
            <a:off x="3340180"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FE20CE5F-AF53-4F2B-BDAE-367470C2A049}"/>
              </a:ext>
            </a:extLst>
          </p:cNvPr>
          <p:cNvSpPr>
            <a:spLocks xmlns:a="http://schemas.openxmlformats.org/drawingml/2006/main" noGrp="1"/>
          </p:cNvSpPr>
          <p:nvPr/>
        </p:nvSpPr>
        <p:spPr>
          <a:xfrm xmlns:a="http://schemas.openxmlformats.org/drawingml/2006/main">
            <a:off x="3340180"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E6D06CCA-BF79-49E2-9144-FFE625D48DB9}"/>
              </a:ext>
            </a:extLst>
          </p:cNvPr>
          <p:cNvSpPr>
            <a:spLocks xmlns:a="http://schemas.openxmlformats.org/drawingml/2006/main" noGrp="1"/>
          </p:cNvSpPr>
          <p:nvPr/>
        </p:nvSpPr>
        <p:spPr>
          <a:xfrm xmlns:a="http://schemas.openxmlformats.org/drawingml/2006/main">
            <a:off x="3340180"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F695FAB0-5D1E-450E-9371-D8CDDE31BCAF}"/>
              </a:ext>
            </a:extLst>
          </p:cNvPr>
          <p:cNvSpPr>
            <a:spLocks xmlns:a="http://schemas.openxmlformats.org/drawingml/2006/main" noGrp="1"/>
          </p:cNvSpPr>
          <p:nvPr/>
        </p:nvSpPr>
        <p:spPr>
          <a:xfrm xmlns:a="http://schemas.openxmlformats.org/drawingml/2006/main">
            <a:off x="3340180"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127BB7CB-BD00-4A9D-AC50-3BA4867E43C4}"/>
              </a:ext>
            </a:extLst>
          </p:cNvPr>
          <p:cNvSpPr>
            <a:spLocks xmlns:a="http://schemas.openxmlformats.org/drawingml/2006/main" noGrp="1"/>
          </p:cNvSpPr>
          <p:nvPr/>
        </p:nvSpPr>
        <p:spPr>
          <a:xfrm xmlns:a="http://schemas.openxmlformats.org/drawingml/2006/main">
            <a:off x="3340180"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E89506D0-150A-4DC5-9E03-F6B43FB449BC}"/>
              </a:ext>
            </a:extLst>
          </p:cNvPr>
          <p:cNvSpPr>
            <a:spLocks xmlns:a="http://schemas.openxmlformats.org/drawingml/2006/main" noGrp="1"/>
          </p:cNvSpPr>
          <p:nvPr/>
        </p:nvSpPr>
        <p:spPr>
          <a:xfrm xmlns:a="http://schemas.openxmlformats.org/drawingml/2006/main">
            <a:off x="3340180"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9B54E2A1-4A1A-43DD-985C-1CD381D33D6B}"/>
              </a:ext>
            </a:extLst>
          </p:cNvPr>
          <p:cNvSpPr>
            <a:spLocks xmlns:a="http://schemas.openxmlformats.org/drawingml/2006/main" noGrp="1"/>
          </p:cNvSpPr>
          <p:nvPr/>
        </p:nvSpPr>
        <p:spPr>
          <a:xfrm xmlns:a="http://schemas.openxmlformats.org/drawingml/2006/main">
            <a:off x="3340180"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66F0DA3A-C24C-4D54-B78E-941AE6CBAED3}"/>
              </a:ext>
            </a:extLst>
          </p:cNvPr>
          <p:cNvSpPr>
            <a:spLocks xmlns:a="http://schemas.openxmlformats.org/drawingml/2006/main" noGrp="1"/>
          </p:cNvSpPr>
          <p:nvPr/>
        </p:nvSpPr>
        <p:spPr>
          <a:xfrm xmlns:a="http://schemas.openxmlformats.org/drawingml/2006/main">
            <a:off x="3340180"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A39B0925-3199-46D4-9F5A-51A4FAD6E2BB}"/>
              </a:ext>
            </a:extLst>
          </p:cNvPr>
          <p:cNvSpPr>
            <a:spLocks xmlns:a="http://schemas.openxmlformats.org/drawingml/2006/main" noGrp="1"/>
          </p:cNvSpPr>
          <p:nvPr/>
        </p:nvSpPr>
        <p:spPr>
          <a:xfrm xmlns:a="http://schemas.openxmlformats.org/drawingml/2006/main">
            <a:off x="3340180"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3BCA0ECE-9C6A-4DE3-B76F-D3B6758CF604}"/>
              </a:ext>
            </a:extLst>
          </p:cNvPr>
          <p:cNvSpPr>
            <a:spLocks xmlns:a="http://schemas.openxmlformats.org/drawingml/2006/main" noGrp="1"/>
          </p:cNvSpPr>
          <p:nvPr/>
        </p:nvSpPr>
        <p:spPr>
          <a:xfrm xmlns:a="http://schemas.openxmlformats.org/drawingml/2006/main">
            <a:off x="3340180"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8D3B4E89-6A9B-44D5-B062-9E1E5D8E651E}"/>
              </a:ext>
            </a:extLst>
          </p:cNvPr>
          <p:cNvSpPr>
            <a:spLocks xmlns:a="http://schemas.openxmlformats.org/drawingml/2006/main" noGrp="1"/>
          </p:cNvSpPr>
          <p:nvPr/>
        </p:nvSpPr>
        <p:spPr>
          <a:xfrm xmlns:a="http://schemas.openxmlformats.org/drawingml/2006/main">
            <a:off x="3340180"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E9D14FA1-7FBF-4F0A-A8FD-E3B66631B12D}"/>
              </a:ext>
            </a:extLst>
          </p:cNvPr>
          <p:cNvSpPr>
            <a:spLocks xmlns:a="http://schemas.openxmlformats.org/drawingml/2006/main" noGrp="1"/>
          </p:cNvSpPr>
          <p:nvPr/>
        </p:nvSpPr>
        <p:spPr>
          <a:xfrm xmlns:a="http://schemas.openxmlformats.org/drawingml/2006/main">
            <a:off x="3340180"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88DB4E0E-40B0-4530-9DE6-528514B53A9C}"/>
              </a:ext>
            </a:extLst>
          </p:cNvPr>
          <p:cNvSpPr>
            <a:spLocks xmlns:a="http://schemas.openxmlformats.org/drawingml/2006/main" noGrp="1"/>
          </p:cNvSpPr>
          <p:nvPr/>
        </p:nvSpPr>
        <p:spPr>
          <a:xfrm xmlns:a="http://schemas.openxmlformats.org/drawingml/2006/main">
            <a:off x="3340180"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CACB53DB-525D-4C06-87A6-0742FE78730D}"/>
              </a:ext>
            </a:extLst>
          </p:cNvPr>
          <p:cNvSpPr>
            <a:spLocks xmlns:a="http://schemas.openxmlformats.org/drawingml/2006/main" noGrp="1"/>
          </p:cNvSpPr>
          <p:nvPr/>
        </p:nvSpPr>
        <p:spPr>
          <a:xfrm xmlns:a="http://schemas.openxmlformats.org/drawingml/2006/main">
            <a:off x="3340180"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61154CF4-0AE3-4861-A119-7F1F59B38C27}"/>
              </a:ext>
            </a:extLst>
          </p:cNvPr>
          <p:cNvSpPr>
            <a:spLocks xmlns:a="http://schemas.openxmlformats.org/drawingml/2006/main" noGrp="1"/>
          </p:cNvSpPr>
          <p:nvPr/>
        </p:nvSpPr>
        <p:spPr>
          <a:xfrm xmlns:a="http://schemas.openxmlformats.org/drawingml/2006/main">
            <a:off x="3340180"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A4006C2D-2287-40D2-B298-36D3C5327740}"/>
              </a:ext>
            </a:extLst>
          </p:cNvPr>
          <p:cNvSpPr>
            <a:spLocks xmlns:a="http://schemas.openxmlformats.org/drawingml/2006/main" noGrp="1"/>
          </p:cNvSpPr>
          <p:nvPr/>
        </p:nvSpPr>
        <p:spPr>
          <a:xfrm xmlns:a="http://schemas.openxmlformats.org/drawingml/2006/main">
            <a:off x="3340180"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81211518-8E27-42AF-B3EF-AD815D714705}"/>
              </a:ext>
            </a:extLst>
          </p:cNvPr>
          <p:cNvSpPr>
            <a:spLocks xmlns:a="http://schemas.openxmlformats.org/drawingml/2006/main" noGrp="1"/>
          </p:cNvSpPr>
          <p:nvPr/>
        </p:nvSpPr>
        <p:spPr>
          <a:xfrm xmlns:a="http://schemas.openxmlformats.org/drawingml/2006/main">
            <a:off x="3340180"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BCFEB03C-0004-4CFE-A36B-F408042CB999}"/>
              </a:ext>
            </a:extLst>
          </p:cNvPr>
          <p:cNvSpPr>
            <a:spLocks xmlns:a="http://schemas.openxmlformats.org/drawingml/2006/main" noGrp="1"/>
          </p:cNvSpPr>
          <p:nvPr/>
        </p:nvSpPr>
        <p:spPr>
          <a:xfrm xmlns:a="http://schemas.openxmlformats.org/drawingml/2006/main">
            <a:off x="3417955"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AE0B4485-9DC3-4F0A-852E-E4577E6C17ED}"/>
              </a:ext>
            </a:extLst>
          </p:cNvPr>
          <p:cNvSpPr>
            <a:spLocks xmlns:a="http://schemas.openxmlformats.org/drawingml/2006/main" noGrp="1"/>
          </p:cNvSpPr>
          <p:nvPr/>
        </p:nvSpPr>
        <p:spPr>
          <a:xfrm xmlns:a="http://schemas.openxmlformats.org/drawingml/2006/main">
            <a:off x="3417955"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C885431E-DFE5-4B91-AA21-E3259480A739}"/>
              </a:ext>
            </a:extLst>
          </p:cNvPr>
          <p:cNvSpPr>
            <a:spLocks xmlns:a="http://schemas.openxmlformats.org/drawingml/2006/main" noGrp="1"/>
          </p:cNvSpPr>
          <p:nvPr/>
        </p:nvSpPr>
        <p:spPr>
          <a:xfrm xmlns:a="http://schemas.openxmlformats.org/drawingml/2006/main">
            <a:off x="3417955"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E8F26A64-DA45-4BCD-8C44-B050935D62CD}"/>
              </a:ext>
            </a:extLst>
          </p:cNvPr>
          <p:cNvSpPr>
            <a:spLocks xmlns:a="http://schemas.openxmlformats.org/drawingml/2006/main" noGrp="1"/>
          </p:cNvSpPr>
          <p:nvPr/>
        </p:nvSpPr>
        <p:spPr>
          <a:xfrm xmlns:a="http://schemas.openxmlformats.org/drawingml/2006/main">
            <a:off x="3417955"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118245B4-7188-4410-B197-729637DB4BD7}"/>
              </a:ext>
            </a:extLst>
          </p:cNvPr>
          <p:cNvSpPr>
            <a:spLocks xmlns:a="http://schemas.openxmlformats.org/drawingml/2006/main" noGrp="1"/>
          </p:cNvSpPr>
          <p:nvPr/>
        </p:nvSpPr>
        <p:spPr>
          <a:xfrm xmlns:a="http://schemas.openxmlformats.org/drawingml/2006/main">
            <a:off x="3417955"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45A1EBDF-94C7-491D-9B74-6229CBAAEDF6}"/>
              </a:ext>
            </a:extLst>
          </p:cNvPr>
          <p:cNvSpPr>
            <a:spLocks xmlns:a="http://schemas.openxmlformats.org/drawingml/2006/main" noGrp="1"/>
          </p:cNvSpPr>
          <p:nvPr/>
        </p:nvSpPr>
        <p:spPr>
          <a:xfrm xmlns:a="http://schemas.openxmlformats.org/drawingml/2006/main">
            <a:off x="3417955"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4D5E43AD-D5BC-4D88-95E0-205E14BDF8A6}"/>
              </a:ext>
            </a:extLst>
          </p:cNvPr>
          <p:cNvSpPr>
            <a:spLocks xmlns:a="http://schemas.openxmlformats.org/drawingml/2006/main" noGrp="1"/>
          </p:cNvSpPr>
          <p:nvPr/>
        </p:nvSpPr>
        <p:spPr>
          <a:xfrm xmlns:a="http://schemas.openxmlformats.org/drawingml/2006/main">
            <a:off x="3417955"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71C92B38-F3A8-41C9-90EB-DA03D838F2C3}"/>
              </a:ext>
            </a:extLst>
          </p:cNvPr>
          <p:cNvSpPr>
            <a:spLocks xmlns:a="http://schemas.openxmlformats.org/drawingml/2006/main" noGrp="1"/>
          </p:cNvSpPr>
          <p:nvPr/>
        </p:nvSpPr>
        <p:spPr>
          <a:xfrm xmlns:a="http://schemas.openxmlformats.org/drawingml/2006/main">
            <a:off x="3417955"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3E9F440B-D529-4024-96FE-5B65972B9E59}"/>
              </a:ext>
            </a:extLst>
          </p:cNvPr>
          <p:cNvSpPr>
            <a:spLocks xmlns:a="http://schemas.openxmlformats.org/drawingml/2006/main" noGrp="1"/>
          </p:cNvSpPr>
          <p:nvPr/>
        </p:nvSpPr>
        <p:spPr>
          <a:xfrm xmlns:a="http://schemas.openxmlformats.org/drawingml/2006/main">
            <a:off x="3417955"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6BB729D0-1F2B-4A5C-B873-7B283D3AFD9E}"/>
              </a:ext>
            </a:extLst>
          </p:cNvPr>
          <p:cNvSpPr>
            <a:spLocks xmlns:a="http://schemas.openxmlformats.org/drawingml/2006/main" noGrp="1"/>
          </p:cNvSpPr>
          <p:nvPr/>
        </p:nvSpPr>
        <p:spPr>
          <a:xfrm xmlns:a="http://schemas.openxmlformats.org/drawingml/2006/main">
            <a:off x="3417955"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46360B10-2971-4B5F-9C16-4AD0B22BA92E}"/>
              </a:ext>
            </a:extLst>
          </p:cNvPr>
          <p:cNvSpPr>
            <a:spLocks xmlns:a="http://schemas.openxmlformats.org/drawingml/2006/main" noGrp="1"/>
          </p:cNvSpPr>
          <p:nvPr/>
        </p:nvSpPr>
        <p:spPr>
          <a:xfrm xmlns:a="http://schemas.openxmlformats.org/drawingml/2006/main">
            <a:off x="3417955"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FF874AB6-017C-48E7-80D7-D48D710C980A}"/>
              </a:ext>
            </a:extLst>
          </p:cNvPr>
          <p:cNvSpPr>
            <a:spLocks xmlns:a="http://schemas.openxmlformats.org/drawingml/2006/main" noGrp="1"/>
          </p:cNvSpPr>
          <p:nvPr/>
        </p:nvSpPr>
        <p:spPr>
          <a:xfrm xmlns:a="http://schemas.openxmlformats.org/drawingml/2006/main">
            <a:off x="3417955"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2C3F5C8F-B90A-4C75-BA53-BC6AB9CBA8EA}"/>
              </a:ext>
            </a:extLst>
          </p:cNvPr>
          <p:cNvSpPr>
            <a:spLocks xmlns:a="http://schemas.openxmlformats.org/drawingml/2006/main" noGrp="1"/>
          </p:cNvSpPr>
          <p:nvPr/>
        </p:nvSpPr>
        <p:spPr>
          <a:xfrm xmlns:a="http://schemas.openxmlformats.org/drawingml/2006/main">
            <a:off x="3417955"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33B75DB4-CEA8-4A80-9728-3A85BF66E502}"/>
              </a:ext>
            </a:extLst>
          </p:cNvPr>
          <p:cNvSpPr>
            <a:spLocks xmlns:a="http://schemas.openxmlformats.org/drawingml/2006/main" noGrp="1"/>
          </p:cNvSpPr>
          <p:nvPr/>
        </p:nvSpPr>
        <p:spPr>
          <a:xfrm xmlns:a="http://schemas.openxmlformats.org/drawingml/2006/main">
            <a:off x="3417955"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01CD1315-68FB-4CF3-92D4-DF6594EF8ED6}"/>
              </a:ext>
            </a:extLst>
          </p:cNvPr>
          <p:cNvSpPr>
            <a:spLocks xmlns:a="http://schemas.openxmlformats.org/drawingml/2006/main" noGrp="1"/>
          </p:cNvSpPr>
          <p:nvPr/>
        </p:nvSpPr>
        <p:spPr>
          <a:xfrm xmlns:a="http://schemas.openxmlformats.org/drawingml/2006/main">
            <a:off x="3417955"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3E633793-9761-4034-B0DB-2B3744DCFB46}"/>
              </a:ext>
            </a:extLst>
          </p:cNvPr>
          <p:cNvSpPr>
            <a:spLocks xmlns:a="http://schemas.openxmlformats.org/drawingml/2006/main" noGrp="1"/>
          </p:cNvSpPr>
          <p:nvPr/>
        </p:nvSpPr>
        <p:spPr>
          <a:xfrm xmlns:a="http://schemas.openxmlformats.org/drawingml/2006/main">
            <a:off x="3417955"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A87DCA67-6F0C-4B9D-A2CA-2CB2C1A36868}"/>
              </a:ext>
            </a:extLst>
          </p:cNvPr>
          <p:cNvSpPr>
            <a:spLocks xmlns:a="http://schemas.openxmlformats.org/drawingml/2006/main" noGrp="1"/>
          </p:cNvSpPr>
          <p:nvPr/>
        </p:nvSpPr>
        <p:spPr>
          <a:xfrm xmlns:a="http://schemas.openxmlformats.org/drawingml/2006/main">
            <a:off x="3417955"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EACCA4AF-3BFF-4ED4-B55F-02219C391CE1}"/>
              </a:ext>
            </a:extLst>
          </p:cNvPr>
          <p:cNvSpPr>
            <a:spLocks xmlns:a="http://schemas.openxmlformats.org/drawingml/2006/main" noGrp="1"/>
          </p:cNvSpPr>
          <p:nvPr/>
        </p:nvSpPr>
        <p:spPr>
          <a:xfrm xmlns:a="http://schemas.openxmlformats.org/drawingml/2006/main">
            <a:off x="3417955"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7B90151B-B4E3-4EEF-8E46-19787C809D97}"/>
              </a:ext>
            </a:extLst>
          </p:cNvPr>
          <p:cNvSpPr>
            <a:spLocks xmlns:a="http://schemas.openxmlformats.org/drawingml/2006/main" noGrp="1"/>
          </p:cNvSpPr>
          <p:nvPr/>
        </p:nvSpPr>
        <p:spPr>
          <a:xfrm xmlns:a="http://schemas.openxmlformats.org/drawingml/2006/main">
            <a:off x="3417955"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8A7143B4-B014-43B3-8AED-8B3318049FF1}"/>
              </a:ext>
            </a:extLst>
          </p:cNvPr>
          <p:cNvSpPr>
            <a:spLocks xmlns:a="http://schemas.openxmlformats.org/drawingml/2006/main" noGrp="1"/>
          </p:cNvSpPr>
          <p:nvPr/>
        </p:nvSpPr>
        <p:spPr>
          <a:xfrm xmlns:a="http://schemas.openxmlformats.org/drawingml/2006/main">
            <a:off x="3495731"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A700869B-62F5-4F8E-B31F-DE371E0C2E46}"/>
              </a:ext>
            </a:extLst>
          </p:cNvPr>
          <p:cNvSpPr>
            <a:spLocks xmlns:a="http://schemas.openxmlformats.org/drawingml/2006/main" noGrp="1"/>
          </p:cNvSpPr>
          <p:nvPr/>
        </p:nvSpPr>
        <p:spPr>
          <a:xfrm xmlns:a="http://schemas.openxmlformats.org/drawingml/2006/main">
            <a:off x="3495731"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2858099A-D4CA-4C7A-AED3-F00F28AE024A}"/>
              </a:ext>
            </a:extLst>
          </p:cNvPr>
          <p:cNvSpPr>
            <a:spLocks xmlns:a="http://schemas.openxmlformats.org/drawingml/2006/main" noGrp="1"/>
          </p:cNvSpPr>
          <p:nvPr/>
        </p:nvSpPr>
        <p:spPr>
          <a:xfrm xmlns:a="http://schemas.openxmlformats.org/drawingml/2006/main">
            <a:off x="3495731"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E1E1D59B-7704-441C-B938-6325CAE363CF}"/>
              </a:ext>
            </a:extLst>
          </p:cNvPr>
          <p:cNvSpPr>
            <a:spLocks xmlns:a="http://schemas.openxmlformats.org/drawingml/2006/main" noGrp="1"/>
          </p:cNvSpPr>
          <p:nvPr/>
        </p:nvSpPr>
        <p:spPr>
          <a:xfrm xmlns:a="http://schemas.openxmlformats.org/drawingml/2006/main">
            <a:off x="3495731"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CA706A2D-B571-4333-8E72-CAA081DB59B5}"/>
              </a:ext>
            </a:extLst>
          </p:cNvPr>
          <p:cNvSpPr>
            <a:spLocks xmlns:a="http://schemas.openxmlformats.org/drawingml/2006/main" noGrp="1"/>
          </p:cNvSpPr>
          <p:nvPr/>
        </p:nvSpPr>
        <p:spPr>
          <a:xfrm xmlns:a="http://schemas.openxmlformats.org/drawingml/2006/main">
            <a:off x="3495731"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EB226165-C19B-4E7D-8209-8141B2013B7C}"/>
              </a:ext>
            </a:extLst>
          </p:cNvPr>
          <p:cNvSpPr>
            <a:spLocks xmlns:a="http://schemas.openxmlformats.org/drawingml/2006/main" noGrp="1"/>
          </p:cNvSpPr>
          <p:nvPr/>
        </p:nvSpPr>
        <p:spPr>
          <a:xfrm xmlns:a="http://schemas.openxmlformats.org/drawingml/2006/main">
            <a:off x="3495731"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2FEE8D0F-8106-41A8-8433-0CAA2442C414}"/>
              </a:ext>
            </a:extLst>
          </p:cNvPr>
          <p:cNvSpPr>
            <a:spLocks xmlns:a="http://schemas.openxmlformats.org/drawingml/2006/main" noGrp="1"/>
          </p:cNvSpPr>
          <p:nvPr/>
        </p:nvSpPr>
        <p:spPr>
          <a:xfrm xmlns:a="http://schemas.openxmlformats.org/drawingml/2006/main">
            <a:off x="3495731"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E97DD90D-0466-4DAF-BAC5-BC79FA2E0A15}"/>
              </a:ext>
            </a:extLst>
          </p:cNvPr>
          <p:cNvSpPr>
            <a:spLocks xmlns:a="http://schemas.openxmlformats.org/drawingml/2006/main" noGrp="1"/>
          </p:cNvSpPr>
          <p:nvPr/>
        </p:nvSpPr>
        <p:spPr>
          <a:xfrm xmlns:a="http://schemas.openxmlformats.org/drawingml/2006/main">
            <a:off x="3495731"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35E4CF31-8FB6-4C01-86E3-3CB6D45869AC}"/>
              </a:ext>
            </a:extLst>
          </p:cNvPr>
          <p:cNvSpPr>
            <a:spLocks xmlns:a="http://schemas.openxmlformats.org/drawingml/2006/main" noGrp="1"/>
          </p:cNvSpPr>
          <p:nvPr/>
        </p:nvSpPr>
        <p:spPr>
          <a:xfrm xmlns:a="http://schemas.openxmlformats.org/drawingml/2006/main">
            <a:off x="3495731"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CB59CCD8-9031-4519-8FBC-71F3F4BB3443}"/>
              </a:ext>
            </a:extLst>
          </p:cNvPr>
          <p:cNvSpPr>
            <a:spLocks xmlns:a="http://schemas.openxmlformats.org/drawingml/2006/main" noGrp="1"/>
          </p:cNvSpPr>
          <p:nvPr/>
        </p:nvSpPr>
        <p:spPr>
          <a:xfrm xmlns:a="http://schemas.openxmlformats.org/drawingml/2006/main">
            <a:off x="3495731"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344DE591-C461-4A8F-9296-941DAC8E6838}"/>
              </a:ext>
            </a:extLst>
          </p:cNvPr>
          <p:cNvSpPr>
            <a:spLocks xmlns:a="http://schemas.openxmlformats.org/drawingml/2006/main" noGrp="1"/>
          </p:cNvSpPr>
          <p:nvPr/>
        </p:nvSpPr>
        <p:spPr>
          <a:xfrm xmlns:a="http://schemas.openxmlformats.org/drawingml/2006/main">
            <a:off x="3495731"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47C9F196-8DB3-49E3-9A3E-F90BF3EC45A2}"/>
              </a:ext>
            </a:extLst>
          </p:cNvPr>
          <p:cNvSpPr>
            <a:spLocks xmlns:a="http://schemas.openxmlformats.org/drawingml/2006/main" noGrp="1"/>
          </p:cNvSpPr>
          <p:nvPr/>
        </p:nvSpPr>
        <p:spPr>
          <a:xfrm xmlns:a="http://schemas.openxmlformats.org/drawingml/2006/main">
            <a:off x="3495731"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28DE65AD-F924-4252-841D-9DFDB294220E}"/>
              </a:ext>
            </a:extLst>
          </p:cNvPr>
          <p:cNvSpPr>
            <a:spLocks xmlns:a="http://schemas.openxmlformats.org/drawingml/2006/main" noGrp="1"/>
          </p:cNvSpPr>
          <p:nvPr/>
        </p:nvSpPr>
        <p:spPr>
          <a:xfrm xmlns:a="http://schemas.openxmlformats.org/drawingml/2006/main">
            <a:off x="3495731"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5DF9A856-8C52-4D50-85E1-3B3D10D6162A}"/>
              </a:ext>
            </a:extLst>
          </p:cNvPr>
          <p:cNvSpPr>
            <a:spLocks xmlns:a="http://schemas.openxmlformats.org/drawingml/2006/main" noGrp="1"/>
          </p:cNvSpPr>
          <p:nvPr/>
        </p:nvSpPr>
        <p:spPr>
          <a:xfrm xmlns:a="http://schemas.openxmlformats.org/drawingml/2006/main">
            <a:off x="3495731"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FE8F9D84-824C-4B53-B54C-F9B2B2C94D4C}"/>
              </a:ext>
            </a:extLst>
          </p:cNvPr>
          <p:cNvSpPr>
            <a:spLocks xmlns:a="http://schemas.openxmlformats.org/drawingml/2006/main" noGrp="1"/>
          </p:cNvSpPr>
          <p:nvPr/>
        </p:nvSpPr>
        <p:spPr>
          <a:xfrm xmlns:a="http://schemas.openxmlformats.org/drawingml/2006/main">
            <a:off x="3495731"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20B128AE-D115-488D-98C1-6FFC448FEDB2}"/>
              </a:ext>
            </a:extLst>
          </p:cNvPr>
          <p:cNvSpPr>
            <a:spLocks xmlns:a="http://schemas.openxmlformats.org/drawingml/2006/main" noGrp="1"/>
          </p:cNvSpPr>
          <p:nvPr/>
        </p:nvSpPr>
        <p:spPr>
          <a:xfrm xmlns:a="http://schemas.openxmlformats.org/drawingml/2006/main">
            <a:off x="3495731"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2B091901-8383-4010-9A4A-BF59A7930510}"/>
              </a:ext>
            </a:extLst>
          </p:cNvPr>
          <p:cNvSpPr>
            <a:spLocks xmlns:a="http://schemas.openxmlformats.org/drawingml/2006/main" noGrp="1"/>
          </p:cNvSpPr>
          <p:nvPr/>
        </p:nvSpPr>
        <p:spPr>
          <a:xfrm xmlns:a="http://schemas.openxmlformats.org/drawingml/2006/main">
            <a:off x="3495731"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BF0270D9-0DAD-4220-AE3F-9637626A44B1}"/>
              </a:ext>
            </a:extLst>
          </p:cNvPr>
          <p:cNvSpPr>
            <a:spLocks xmlns:a="http://schemas.openxmlformats.org/drawingml/2006/main" noGrp="1"/>
          </p:cNvSpPr>
          <p:nvPr/>
        </p:nvSpPr>
        <p:spPr>
          <a:xfrm xmlns:a="http://schemas.openxmlformats.org/drawingml/2006/main">
            <a:off x="3573506"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C31510AF-BB20-45C4-9F9B-8336C06D6511}"/>
              </a:ext>
            </a:extLst>
          </p:cNvPr>
          <p:cNvSpPr>
            <a:spLocks xmlns:a="http://schemas.openxmlformats.org/drawingml/2006/main" noGrp="1"/>
          </p:cNvSpPr>
          <p:nvPr/>
        </p:nvSpPr>
        <p:spPr>
          <a:xfrm xmlns:a="http://schemas.openxmlformats.org/drawingml/2006/main">
            <a:off x="3573506"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398E55FB-7EE1-400E-B00A-5E8087A4BC3E}"/>
              </a:ext>
            </a:extLst>
          </p:cNvPr>
          <p:cNvSpPr>
            <a:spLocks xmlns:a="http://schemas.openxmlformats.org/drawingml/2006/main" noGrp="1"/>
          </p:cNvSpPr>
          <p:nvPr/>
        </p:nvSpPr>
        <p:spPr>
          <a:xfrm xmlns:a="http://schemas.openxmlformats.org/drawingml/2006/main">
            <a:off x="3573506"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7E85D6C3-668E-41CC-9236-4F6E381231C4}"/>
              </a:ext>
            </a:extLst>
          </p:cNvPr>
          <p:cNvSpPr>
            <a:spLocks xmlns:a="http://schemas.openxmlformats.org/drawingml/2006/main" noGrp="1"/>
          </p:cNvSpPr>
          <p:nvPr/>
        </p:nvSpPr>
        <p:spPr>
          <a:xfrm xmlns:a="http://schemas.openxmlformats.org/drawingml/2006/main">
            <a:off x="3573506"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B78373CE-0CB5-4DB5-9BAD-3BD0152A381C}"/>
              </a:ext>
            </a:extLst>
          </p:cNvPr>
          <p:cNvSpPr>
            <a:spLocks xmlns:a="http://schemas.openxmlformats.org/drawingml/2006/main" noGrp="1"/>
          </p:cNvSpPr>
          <p:nvPr/>
        </p:nvSpPr>
        <p:spPr>
          <a:xfrm xmlns:a="http://schemas.openxmlformats.org/drawingml/2006/main">
            <a:off x="3573506"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F5ADDFDD-BE29-4F33-A93C-5469C066F62D}"/>
              </a:ext>
            </a:extLst>
          </p:cNvPr>
          <p:cNvSpPr>
            <a:spLocks xmlns:a="http://schemas.openxmlformats.org/drawingml/2006/main" noGrp="1"/>
          </p:cNvSpPr>
          <p:nvPr/>
        </p:nvSpPr>
        <p:spPr>
          <a:xfrm xmlns:a="http://schemas.openxmlformats.org/drawingml/2006/main">
            <a:off x="3573506"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B460F94C-D4B5-40A5-95BB-62EDB7F8DFD3}"/>
              </a:ext>
            </a:extLst>
          </p:cNvPr>
          <p:cNvSpPr>
            <a:spLocks xmlns:a="http://schemas.openxmlformats.org/drawingml/2006/main" noGrp="1"/>
          </p:cNvSpPr>
          <p:nvPr/>
        </p:nvSpPr>
        <p:spPr>
          <a:xfrm xmlns:a="http://schemas.openxmlformats.org/drawingml/2006/main">
            <a:off x="3573506"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381950A7-16D1-4F3D-B05F-A85CDEBF2230}"/>
              </a:ext>
            </a:extLst>
          </p:cNvPr>
          <p:cNvSpPr>
            <a:spLocks xmlns:a="http://schemas.openxmlformats.org/drawingml/2006/main" noGrp="1"/>
          </p:cNvSpPr>
          <p:nvPr/>
        </p:nvSpPr>
        <p:spPr>
          <a:xfrm xmlns:a="http://schemas.openxmlformats.org/drawingml/2006/main">
            <a:off x="3573506"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DC6C6B50-58E7-44D5-91DD-211FC7FC50B4}"/>
              </a:ext>
            </a:extLst>
          </p:cNvPr>
          <p:cNvSpPr>
            <a:spLocks xmlns:a="http://schemas.openxmlformats.org/drawingml/2006/main" noGrp="1"/>
          </p:cNvSpPr>
          <p:nvPr/>
        </p:nvSpPr>
        <p:spPr>
          <a:xfrm xmlns:a="http://schemas.openxmlformats.org/drawingml/2006/main">
            <a:off x="3573506"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AD439B7A-BDF5-4535-9FB8-29040A7D1E46}"/>
              </a:ext>
            </a:extLst>
          </p:cNvPr>
          <p:cNvSpPr>
            <a:spLocks xmlns:a="http://schemas.openxmlformats.org/drawingml/2006/main" noGrp="1"/>
          </p:cNvSpPr>
          <p:nvPr/>
        </p:nvSpPr>
        <p:spPr>
          <a:xfrm xmlns:a="http://schemas.openxmlformats.org/drawingml/2006/main">
            <a:off x="3573506"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71F8A2D7-8E46-484A-9868-945423B243DE}"/>
              </a:ext>
            </a:extLst>
          </p:cNvPr>
          <p:cNvSpPr>
            <a:spLocks xmlns:a="http://schemas.openxmlformats.org/drawingml/2006/main" noGrp="1"/>
          </p:cNvSpPr>
          <p:nvPr/>
        </p:nvSpPr>
        <p:spPr>
          <a:xfrm xmlns:a="http://schemas.openxmlformats.org/drawingml/2006/main">
            <a:off x="3573506"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F451869B-F057-42C4-9B1B-9EF5AD4D0537}"/>
              </a:ext>
            </a:extLst>
          </p:cNvPr>
          <p:cNvSpPr>
            <a:spLocks xmlns:a="http://schemas.openxmlformats.org/drawingml/2006/main" noGrp="1"/>
          </p:cNvSpPr>
          <p:nvPr/>
        </p:nvSpPr>
        <p:spPr>
          <a:xfrm xmlns:a="http://schemas.openxmlformats.org/drawingml/2006/main">
            <a:off x="3573506"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5DB9DD24-A0E3-487B-B7C1-29FA333961DC}"/>
              </a:ext>
            </a:extLst>
          </p:cNvPr>
          <p:cNvSpPr>
            <a:spLocks xmlns:a="http://schemas.openxmlformats.org/drawingml/2006/main" noGrp="1"/>
          </p:cNvSpPr>
          <p:nvPr/>
        </p:nvSpPr>
        <p:spPr>
          <a:xfrm xmlns:a="http://schemas.openxmlformats.org/drawingml/2006/main">
            <a:off x="3573506"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43811AF4-5D28-4A9A-B296-CFA9CF027DA3}"/>
              </a:ext>
            </a:extLst>
          </p:cNvPr>
          <p:cNvSpPr>
            <a:spLocks xmlns:a="http://schemas.openxmlformats.org/drawingml/2006/main" noGrp="1"/>
          </p:cNvSpPr>
          <p:nvPr/>
        </p:nvSpPr>
        <p:spPr>
          <a:xfrm xmlns:a="http://schemas.openxmlformats.org/drawingml/2006/main">
            <a:off x="3573506"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20EE9FBB-AC81-4984-867D-05C54C8E4125}"/>
              </a:ext>
            </a:extLst>
          </p:cNvPr>
          <p:cNvSpPr>
            <a:spLocks xmlns:a="http://schemas.openxmlformats.org/drawingml/2006/main" noGrp="1"/>
          </p:cNvSpPr>
          <p:nvPr/>
        </p:nvSpPr>
        <p:spPr>
          <a:xfrm xmlns:a="http://schemas.openxmlformats.org/drawingml/2006/main">
            <a:off x="3573506"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EE20EF33-1FFB-41A0-B24E-165D97C33E83}"/>
              </a:ext>
            </a:extLst>
          </p:cNvPr>
          <p:cNvSpPr>
            <a:spLocks xmlns:a="http://schemas.openxmlformats.org/drawingml/2006/main" noGrp="1"/>
          </p:cNvSpPr>
          <p:nvPr/>
        </p:nvSpPr>
        <p:spPr>
          <a:xfrm xmlns:a="http://schemas.openxmlformats.org/drawingml/2006/main">
            <a:off x="3573506"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AD409382-1C45-45D4-B860-F6F58C04B0C1}"/>
              </a:ext>
            </a:extLst>
          </p:cNvPr>
          <p:cNvSpPr>
            <a:spLocks xmlns:a="http://schemas.openxmlformats.org/drawingml/2006/main" noGrp="1"/>
          </p:cNvSpPr>
          <p:nvPr/>
        </p:nvSpPr>
        <p:spPr>
          <a:xfrm xmlns:a="http://schemas.openxmlformats.org/drawingml/2006/main">
            <a:off x="3573506"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40B71841-86B7-4488-AA4C-5ADEE3098D49}"/>
              </a:ext>
            </a:extLst>
          </p:cNvPr>
          <p:cNvSpPr>
            <a:spLocks xmlns:a="http://schemas.openxmlformats.org/drawingml/2006/main" noGrp="1"/>
          </p:cNvSpPr>
          <p:nvPr/>
        </p:nvSpPr>
        <p:spPr>
          <a:xfrm xmlns:a="http://schemas.openxmlformats.org/drawingml/2006/main">
            <a:off x="3573506"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916EC6C5-07CE-4F3E-B838-B6555A83E62C}"/>
              </a:ext>
            </a:extLst>
          </p:cNvPr>
          <p:cNvSpPr>
            <a:spLocks xmlns:a="http://schemas.openxmlformats.org/drawingml/2006/main" noGrp="1"/>
          </p:cNvSpPr>
          <p:nvPr/>
        </p:nvSpPr>
        <p:spPr>
          <a:xfrm xmlns:a="http://schemas.openxmlformats.org/drawingml/2006/main">
            <a:off x="3651282"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12540BB6-5EF5-4783-B7C2-412C59267416}"/>
              </a:ext>
            </a:extLst>
          </p:cNvPr>
          <p:cNvSpPr>
            <a:spLocks xmlns:a="http://schemas.openxmlformats.org/drawingml/2006/main" noGrp="1"/>
          </p:cNvSpPr>
          <p:nvPr/>
        </p:nvSpPr>
        <p:spPr>
          <a:xfrm xmlns:a="http://schemas.openxmlformats.org/drawingml/2006/main">
            <a:off x="3651282"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B2760E00-B90E-406B-B5F0-8EB4C019A02D}"/>
              </a:ext>
            </a:extLst>
          </p:cNvPr>
          <p:cNvSpPr>
            <a:spLocks xmlns:a="http://schemas.openxmlformats.org/drawingml/2006/main" noGrp="1"/>
          </p:cNvSpPr>
          <p:nvPr/>
        </p:nvSpPr>
        <p:spPr>
          <a:xfrm xmlns:a="http://schemas.openxmlformats.org/drawingml/2006/main">
            <a:off x="3651282"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E194EFD1-D064-4A68-9202-A95D2D279813}"/>
              </a:ext>
            </a:extLst>
          </p:cNvPr>
          <p:cNvSpPr>
            <a:spLocks xmlns:a="http://schemas.openxmlformats.org/drawingml/2006/main" noGrp="1"/>
          </p:cNvSpPr>
          <p:nvPr/>
        </p:nvSpPr>
        <p:spPr>
          <a:xfrm xmlns:a="http://schemas.openxmlformats.org/drawingml/2006/main">
            <a:off x="3651282"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6537880F-9226-4557-8BF9-B7B95314C50B}"/>
              </a:ext>
            </a:extLst>
          </p:cNvPr>
          <p:cNvSpPr>
            <a:spLocks xmlns:a="http://schemas.openxmlformats.org/drawingml/2006/main" noGrp="1"/>
          </p:cNvSpPr>
          <p:nvPr/>
        </p:nvSpPr>
        <p:spPr>
          <a:xfrm xmlns:a="http://schemas.openxmlformats.org/drawingml/2006/main">
            <a:off x="3651282"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E03F0380-D0A1-42C0-9759-B791BC179CEF}"/>
              </a:ext>
            </a:extLst>
          </p:cNvPr>
          <p:cNvSpPr>
            <a:spLocks xmlns:a="http://schemas.openxmlformats.org/drawingml/2006/main" noGrp="1"/>
          </p:cNvSpPr>
          <p:nvPr/>
        </p:nvSpPr>
        <p:spPr>
          <a:xfrm xmlns:a="http://schemas.openxmlformats.org/drawingml/2006/main">
            <a:off x="3651282"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02F7975C-93FA-4DC3-A499-6EBEA22673DE}"/>
              </a:ext>
            </a:extLst>
          </p:cNvPr>
          <p:cNvSpPr>
            <a:spLocks xmlns:a="http://schemas.openxmlformats.org/drawingml/2006/main" noGrp="1"/>
          </p:cNvSpPr>
          <p:nvPr/>
        </p:nvSpPr>
        <p:spPr>
          <a:xfrm xmlns:a="http://schemas.openxmlformats.org/drawingml/2006/main">
            <a:off x="3651282"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DDE44074-FA18-4788-A3C5-9A6D0FF31560}"/>
              </a:ext>
            </a:extLst>
          </p:cNvPr>
          <p:cNvSpPr>
            <a:spLocks xmlns:a="http://schemas.openxmlformats.org/drawingml/2006/main" noGrp="1"/>
          </p:cNvSpPr>
          <p:nvPr/>
        </p:nvSpPr>
        <p:spPr>
          <a:xfrm xmlns:a="http://schemas.openxmlformats.org/drawingml/2006/main">
            <a:off x="3651282"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14295B"/>
          </a:solidFill>
          <a:ln xmlns:a="http://schemas.openxmlformats.org/drawingml/2006/main" w="3839">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D0EDF4EE-03BF-4BC6-9771-7F485344CB22}"/>
              </a:ext>
            </a:extLst>
          </p:cNvPr>
          <p:cNvSpPr>
            <a:spLocks xmlns:a="http://schemas.openxmlformats.org/drawingml/2006/main" noGrp="1"/>
          </p:cNvSpPr>
          <p:nvPr/>
        </p:nvSpPr>
        <p:spPr>
          <a:xfrm xmlns:a="http://schemas.openxmlformats.org/drawingml/2006/main">
            <a:off x="3651282"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BE804A7C-6398-4AB8-ADF1-B8EDC4056C18}"/>
              </a:ext>
            </a:extLst>
          </p:cNvPr>
          <p:cNvSpPr>
            <a:spLocks xmlns:a="http://schemas.openxmlformats.org/drawingml/2006/main" noGrp="1"/>
          </p:cNvSpPr>
          <p:nvPr/>
        </p:nvSpPr>
        <p:spPr>
          <a:xfrm xmlns:a="http://schemas.openxmlformats.org/drawingml/2006/main">
            <a:off x="3651282"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1AAC0696-CE24-4C64-AD9F-AE6DD475FA4B}"/>
              </a:ext>
            </a:extLst>
          </p:cNvPr>
          <p:cNvSpPr>
            <a:spLocks xmlns:a="http://schemas.openxmlformats.org/drawingml/2006/main" noGrp="1"/>
          </p:cNvSpPr>
          <p:nvPr/>
        </p:nvSpPr>
        <p:spPr>
          <a:xfrm xmlns:a="http://schemas.openxmlformats.org/drawingml/2006/main">
            <a:off x="3651282"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7E718EEC-8CE3-4C61-879C-6902CD624FE8}"/>
              </a:ext>
            </a:extLst>
          </p:cNvPr>
          <p:cNvSpPr>
            <a:spLocks xmlns:a="http://schemas.openxmlformats.org/drawingml/2006/main" noGrp="1"/>
          </p:cNvSpPr>
          <p:nvPr/>
        </p:nvSpPr>
        <p:spPr>
          <a:xfrm xmlns:a="http://schemas.openxmlformats.org/drawingml/2006/main">
            <a:off x="3651282"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D108BBFA-E9E7-4C90-9A0B-7CC3F3C92DA4}"/>
              </a:ext>
            </a:extLst>
          </p:cNvPr>
          <p:cNvSpPr>
            <a:spLocks xmlns:a="http://schemas.openxmlformats.org/drawingml/2006/main" noGrp="1"/>
          </p:cNvSpPr>
          <p:nvPr/>
        </p:nvSpPr>
        <p:spPr>
          <a:xfrm xmlns:a="http://schemas.openxmlformats.org/drawingml/2006/main">
            <a:off x="3651282"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8E663E79-5206-4072-ACF0-D3CCCBE3992E}"/>
              </a:ext>
            </a:extLst>
          </p:cNvPr>
          <p:cNvSpPr>
            <a:spLocks xmlns:a="http://schemas.openxmlformats.org/drawingml/2006/main" noGrp="1"/>
          </p:cNvSpPr>
          <p:nvPr/>
        </p:nvSpPr>
        <p:spPr>
          <a:xfrm xmlns:a="http://schemas.openxmlformats.org/drawingml/2006/main">
            <a:off x="3651282"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68723DC1-5FA9-4E46-9E50-282A5F0B49C3}"/>
              </a:ext>
            </a:extLst>
          </p:cNvPr>
          <p:cNvSpPr>
            <a:spLocks xmlns:a="http://schemas.openxmlformats.org/drawingml/2006/main" noGrp="1"/>
          </p:cNvSpPr>
          <p:nvPr/>
        </p:nvSpPr>
        <p:spPr>
          <a:xfrm xmlns:a="http://schemas.openxmlformats.org/drawingml/2006/main">
            <a:off x="3729057"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DAB0CA13-9C42-452F-BBD2-C7ED96201D1F}"/>
              </a:ext>
            </a:extLst>
          </p:cNvPr>
          <p:cNvSpPr>
            <a:spLocks xmlns:a="http://schemas.openxmlformats.org/drawingml/2006/main" noGrp="1"/>
          </p:cNvSpPr>
          <p:nvPr/>
        </p:nvSpPr>
        <p:spPr>
          <a:xfrm xmlns:a="http://schemas.openxmlformats.org/drawingml/2006/main">
            <a:off x="3729057"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2D3435A4-E005-48C1-BD19-9BCD444EEC12}"/>
              </a:ext>
            </a:extLst>
          </p:cNvPr>
          <p:cNvSpPr>
            <a:spLocks xmlns:a="http://schemas.openxmlformats.org/drawingml/2006/main" noGrp="1"/>
          </p:cNvSpPr>
          <p:nvPr/>
        </p:nvSpPr>
        <p:spPr>
          <a:xfrm xmlns:a="http://schemas.openxmlformats.org/drawingml/2006/main">
            <a:off x="3729057"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E4464306-0F20-40B8-BFF6-A70C162235B2}"/>
              </a:ext>
            </a:extLst>
          </p:cNvPr>
          <p:cNvSpPr>
            <a:spLocks xmlns:a="http://schemas.openxmlformats.org/drawingml/2006/main" noGrp="1"/>
          </p:cNvSpPr>
          <p:nvPr/>
        </p:nvSpPr>
        <p:spPr>
          <a:xfrm xmlns:a="http://schemas.openxmlformats.org/drawingml/2006/main">
            <a:off x="3729057"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A8C6C0EC-0FAC-4C21-B19F-D2E66A59E748}"/>
              </a:ext>
            </a:extLst>
          </p:cNvPr>
          <p:cNvSpPr>
            <a:spLocks xmlns:a="http://schemas.openxmlformats.org/drawingml/2006/main" noGrp="1"/>
          </p:cNvSpPr>
          <p:nvPr/>
        </p:nvSpPr>
        <p:spPr>
          <a:xfrm xmlns:a="http://schemas.openxmlformats.org/drawingml/2006/main">
            <a:off x="3729057"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3E5EE405-E4F6-4D5C-8B32-1A4410E5A496}"/>
              </a:ext>
            </a:extLst>
          </p:cNvPr>
          <p:cNvSpPr>
            <a:spLocks xmlns:a="http://schemas.openxmlformats.org/drawingml/2006/main" noGrp="1"/>
          </p:cNvSpPr>
          <p:nvPr/>
        </p:nvSpPr>
        <p:spPr>
          <a:xfrm xmlns:a="http://schemas.openxmlformats.org/drawingml/2006/main">
            <a:off x="3729057"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9CADFEFF-1027-4918-B19D-C0F50AD17705}"/>
              </a:ext>
            </a:extLst>
          </p:cNvPr>
          <p:cNvSpPr>
            <a:spLocks xmlns:a="http://schemas.openxmlformats.org/drawingml/2006/main" noGrp="1"/>
          </p:cNvSpPr>
          <p:nvPr/>
        </p:nvSpPr>
        <p:spPr>
          <a:xfrm xmlns:a="http://schemas.openxmlformats.org/drawingml/2006/main">
            <a:off x="3729057"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A989B735-8A13-4CF3-A7D3-1A2B2C437EC1}"/>
              </a:ext>
            </a:extLst>
          </p:cNvPr>
          <p:cNvSpPr>
            <a:spLocks xmlns:a="http://schemas.openxmlformats.org/drawingml/2006/main" noGrp="1"/>
          </p:cNvSpPr>
          <p:nvPr/>
        </p:nvSpPr>
        <p:spPr>
          <a:xfrm xmlns:a="http://schemas.openxmlformats.org/drawingml/2006/main">
            <a:off x="3729057"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02867594-305F-4218-B7F5-E6DDC8E5B2D2}"/>
              </a:ext>
            </a:extLst>
          </p:cNvPr>
          <p:cNvSpPr>
            <a:spLocks xmlns:a="http://schemas.openxmlformats.org/drawingml/2006/main" noGrp="1"/>
          </p:cNvSpPr>
          <p:nvPr/>
        </p:nvSpPr>
        <p:spPr>
          <a:xfrm xmlns:a="http://schemas.openxmlformats.org/drawingml/2006/main">
            <a:off x="3729057"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4B3FB740-BEFF-426E-9902-38D65850959C}"/>
              </a:ext>
            </a:extLst>
          </p:cNvPr>
          <p:cNvSpPr>
            <a:spLocks xmlns:a="http://schemas.openxmlformats.org/drawingml/2006/main" noGrp="1"/>
          </p:cNvSpPr>
          <p:nvPr/>
        </p:nvSpPr>
        <p:spPr>
          <a:xfrm xmlns:a="http://schemas.openxmlformats.org/drawingml/2006/main">
            <a:off x="3729057"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8B75AD6E-3936-4D64-9022-6A8C673F5BE4}"/>
              </a:ext>
            </a:extLst>
          </p:cNvPr>
          <p:cNvSpPr>
            <a:spLocks xmlns:a="http://schemas.openxmlformats.org/drawingml/2006/main" noGrp="1"/>
          </p:cNvSpPr>
          <p:nvPr/>
        </p:nvSpPr>
        <p:spPr>
          <a:xfrm xmlns:a="http://schemas.openxmlformats.org/drawingml/2006/main">
            <a:off x="3729057"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4BA17C69-0996-4D83-BDC6-8B201BBFCD67}"/>
              </a:ext>
            </a:extLst>
          </p:cNvPr>
          <p:cNvSpPr>
            <a:spLocks xmlns:a="http://schemas.openxmlformats.org/drawingml/2006/main" noGrp="1"/>
          </p:cNvSpPr>
          <p:nvPr/>
        </p:nvSpPr>
        <p:spPr>
          <a:xfrm xmlns:a="http://schemas.openxmlformats.org/drawingml/2006/main">
            <a:off x="3729057"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F53EB653-1C12-43D0-80EF-8429AAF126DE}"/>
              </a:ext>
            </a:extLst>
          </p:cNvPr>
          <p:cNvSpPr>
            <a:spLocks xmlns:a="http://schemas.openxmlformats.org/drawingml/2006/main" noGrp="1"/>
          </p:cNvSpPr>
          <p:nvPr/>
        </p:nvSpPr>
        <p:spPr>
          <a:xfrm xmlns:a="http://schemas.openxmlformats.org/drawingml/2006/main">
            <a:off x="3806833"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F2F7DF64-AC01-45F9-8198-AC6C6BDEA36D}"/>
              </a:ext>
            </a:extLst>
          </p:cNvPr>
          <p:cNvSpPr>
            <a:spLocks xmlns:a="http://schemas.openxmlformats.org/drawingml/2006/main" noGrp="1"/>
          </p:cNvSpPr>
          <p:nvPr/>
        </p:nvSpPr>
        <p:spPr>
          <a:xfrm xmlns:a="http://schemas.openxmlformats.org/drawingml/2006/main">
            <a:off x="3806833"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A235B9F2-C116-4C91-B12E-C5ECEE529E25}"/>
              </a:ext>
            </a:extLst>
          </p:cNvPr>
          <p:cNvSpPr>
            <a:spLocks xmlns:a="http://schemas.openxmlformats.org/drawingml/2006/main" noGrp="1"/>
          </p:cNvSpPr>
          <p:nvPr/>
        </p:nvSpPr>
        <p:spPr>
          <a:xfrm xmlns:a="http://schemas.openxmlformats.org/drawingml/2006/main">
            <a:off x="380683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6C0F20A7-C6CB-4525-892F-33DA63ADE9D7}"/>
              </a:ext>
            </a:extLst>
          </p:cNvPr>
          <p:cNvSpPr>
            <a:spLocks xmlns:a="http://schemas.openxmlformats.org/drawingml/2006/main" noGrp="1"/>
          </p:cNvSpPr>
          <p:nvPr/>
        </p:nvSpPr>
        <p:spPr>
          <a:xfrm xmlns:a="http://schemas.openxmlformats.org/drawingml/2006/main">
            <a:off x="380683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2FF0B192-B56B-47CF-953E-8EFB24B5B47E}"/>
              </a:ext>
            </a:extLst>
          </p:cNvPr>
          <p:cNvSpPr>
            <a:spLocks xmlns:a="http://schemas.openxmlformats.org/drawingml/2006/main" noGrp="1"/>
          </p:cNvSpPr>
          <p:nvPr/>
        </p:nvSpPr>
        <p:spPr>
          <a:xfrm xmlns:a="http://schemas.openxmlformats.org/drawingml/2006/main">
            <a:off x="380683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DA4B300C-924E-4CFF-912A-5191F280E423}"/>
              </a:ext>
            </a:extLst>
          </p:cNvPr>
          <p:cNvSpPr>
            <a:spLocks xmlns:a="http://schemas.openxmlformats.org/drawingml/2006/main" noGrp="1"/>
          </p:cNvSpPr>
          <p:nvPr/>
        </p:nvSpPr>
        <p:spPr>
          <a:xfrm xmlns:a="http://schemas.openxmlformats.org/drawingml/2006/main">
            <a:off x="380683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BCA316B3-79FD-45EA-B85F-BABB0DD01DA6}"/>
              </a:ext>
            </a:extLst>
          </p:cNvPr>
          <p:cNvSpPr>
            <a:spLocks xmlns:a="http://schemas.openxmlformats.org/drawingml/2006/main" noGrp="1"/>
          </p:cNvSpPr>
          <p:nvPr/>
        </p:nvSpPr>
        <p:spPr>
          <a:xfrm xmlns:a="http://schemas.openxmlformats.org/drawingml/2006/main">
            <a:off x="3806833"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B7681CF2-43F3-4E07-B3B7-C3BF5B1DA345}"/>
              </a:ext>
            </a:extLst>
          </p:cNvPr>
          <p:cNvSpPr>
            <a:spLocks xmlns:a="http://schemas.openxmlformats.org/drawingml/2006/main" noGrp="1"/>
          </p:cNvSpPr>
          <p:nvPr/>
        </p:nvSpPr>
        <p:spPr>
          <a:xfrm xmlns:a="http://schemas.openxmlformats.org/drawingml/2006/main">
            <a:off x="3806833"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F8C74186-C00B-4F5A-8BE2-9E97FC89E666}"/>
              </a:ext>
            </a:extLst>
          </p:cNvPr>
          <p:cNvSpPr>
            <a:spLocks xmlns:a="http://schemas.openxmlformats.org/drawingml/2006/main" noGrp="1"/>
          </p:cNvSpPr>
          <p:nvPr/>
        </p:nvSpPr>
        <p:spPr>
          <a:xfrm xmlns:a="http://schemas.openxmlformats.org/drawingml/2006/main">
            <a:off x="3806833"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8FAB345D-5AE2-4C3C-B76A-A528109AB127}"/>
              </a:ext>
            </a:extLst>
          </p:cNvPr>
          <p:cNvSpPr>
            <a:spLocks xmlns:a="http://schemas.openxmlformats.org/drawingml/2006/main" noGrp="1"/>
          </p:cNvSpPr>
          <p:nvPr/>
        </p:nvSpPr>
        <p:spPr>
          <a:xfrm xmlns:a="http://schemas.openxmlformats.org/drawingml/2006/main">
            <a:off x="3806833"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6BE55DCE-1BC9-41A2-8386-C6C9A5AD737F}"/>
              </a:ext>
            </a:extLst>
          </p:cNvPr>
          <p:cNvSpPr>
            <a:spLocks xmlns:a="http://schemas.openxmlformats.org/drawingml/2006/main" noGrp="1"/>
          </p:cNvSpPr>
          <p:nvPr/>
        </p:nvSpPr>
        <p:spPr>
          <a:xfrm xmlns:a="http://schemas.openxmlformats.org/drawingml/2006/main">
            <a:off x="3806833"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8554422F-3582-425E-BD62-E0986372AEB1}"/>
              </a:ext>
            </a:extLst>
          </p:cNvPr>
          <p:cNvSpPr>
            <a:spLocks xmlns:a="http://schemas.openxmlformats.org/drawingml/2006/main" noGrp="1"/>
          </p:cNvSpPr>
          <p:nvPr/>
        </p:nvSpPr>
        <p:spPr>
          <a:xfrm xmlns:a="http://schemas.openxmlformats.org/drawingml/2006/main">
            <a:off x="3806833"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31015CBB-2A6A-47D8-9977-3831816616E9}"/>
              </a:ext>
            </a:extLst>
          </p:cNvPr>
          <p:cNvSpPr>
            <a:spLocks xmlns:a="http://schemas.openxmlformats.org/drawingml/2006/main" noGrp="1"/>
          </p:cNvSpPr>
          <p:nvPr/>
        </p:nvSpPr>
        <p:spPr>
          <a:xfrm xmlns:a="http://schemas.openxmlformats.org/drawingml/2006/main">
            <a:off x="3884608"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5872D313-2D12-4FAE-95FB-40DCBCA25EF4}"/>
              </a:ext>
            </a:extLst>
          </p:cNvPr>
          <p:cNvSpPr>
            <a:spLocks xmlns:a="http://schemas.openxmlformats.org/drawingml/2006/main" noGrp="1"/>
          </p:cNvSpPr>
          <p:nvPr/>
        </p:nvSpPr>
        <p:spPr>
          <a:xfrm xmlns:a="http://schemas.openxmlformats.org/drawingml/2006/main">
            <a:off x="3884608"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992280E6-6AA9-441C-89D4-0EED4B73AC79}"/>
              </a:ext>
            </a:extLst>
          </p:cNvPr>
          <p:cNvSpPr>
            <a:spLocks xmlns:a="http://schemas.openxmlformats.org/drawingml/2006/main" noGrp="1"/>
          </p:cNvSpPr>
          <p:nvPr/>
        </p:nvSpPr>
        <p:spPr>
          <a:xfrm xmlns:a="http://schemas.openxmlformats.org/drawingml/2006/main">
            <a:off x="388460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28574E96-A7FF-4F55-A438-3855CA3D7034}"/>
              </a:ext>
            </a:extLst>
          </p:cNvPr>
          <p:cNvSpPr>
            <a:spLocks xmlns:a="http://schemas.openxmlformats.org/drawingml/2006/main" noGrp="1"/>
          </p:cNvSpPr>
          <p:nvPr/>
        </p:nvSpPr>
        <p:spPr>
          <a:xfrm xmlns:a="http://schemas.openxmlformats.org/drawingml/2006/main">
            <a:off x="388460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9A1AD829-8B3F-4469-9E33-2E558B8C2695}"/>
              </a:ext>
            </a:extLst>
          </p:cNvPr>
          <p:cNvSpPr>
            <a:spLocks xmlns:a="http://schemas.openxmlformats.org/drawingml/2006/main" noGrp="1"/>
          </p:cNvSpPr>
          <p:nvPr/>
        </p:nvSpPr>
        <p:spPr>
          <a:xfrm xmlns:a="http://schemas.openxmlformats.org/drawingml/2006/main">
            <a:off x="388460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AA0F525D-3729-4F42-B567-7C02DCB474F4}"/>
              </a:ext>
            </a:extLst>
          </p:cNvPr>
          <p:cNvSpPr>
            <a:spLocks xmlns:a="http://schemas.openxmlformats.org/drawingml/2006/main" noGrp="1"/>
          </p:cNvSpPr>
          <p:nvPr/>
        </p:nvSpPr>
        <p:spPr>
          <a:xfrm xmlns:a="http://schemas.openxmlformats.org/drawingml/2006/main">
            <a:off x="388460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C4C1370F-8FA3-4463-A5F9-FCEF4AF79B9B}"/>
              </a:ext>
            </a:extLst>
          </p:cNvPr>
          <p:cNvSpPr>
            <a:spLocks xmlns:a="http://schemas.openxmlformats.org/drawingml/2006/main" noGrp="1"/>
          </p:cNvSpPr>
          <p:nvPr/>
        </p:nvSpPr>
        <p:spPr>
          <a:xfrm xmlns:a="http://schemas.openxmlformats.org/drawingml/2006/main">
            <a:off x="3884608"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C7611C97-56B9-43CD-99A7-54D991DAC7AD}"/>
              </a:ext>
            </a:extLst>
          </p:cNvPr>
          <p:cNvSpPr>
            <a:spLocks xmlns:a="http://schemas.openxmlformats.org/drawingml/2006/main" noGrp="1"/>
          </p:cNvSpPr>
          <p:nvPr/>
        </p:nvSpPr>
        <p:spPr>
          <a:xfrm xmlns:a="http://schemas.openxmlformats.org/drawingml/2006/main">
            <a:off x="3884608"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22C4CB46-26D6-4D1F-BF90-53F18C6A9327}"/>
              </a:ext>
            </a:extLst>
          </p:cNvPr>
          <p:cNvSpPr>
            <a:spLocks xmlns:a="http://schemas.openxmlformats.org/drawingml/2006/main" noGrp="1"/>
          </p:cNvSpPr>
          <p:nvPr/>
        </p:nvSpPr>
        <p:spPr>
          <a:xfrm xmlns:a="http://schemas.openxmlformats.org/drawingml/2006/main">
            <a:off x="3884608"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C991F106-B843-4550-853C-12A06DD36CD8}"/>
              </a:ext>
            </a:extLst>
          </p:cNvPr>
          <p:cNvSpPr>
            <a:spLocks xmlns:a="http://schemas.openxmlformats.org/drawingml/2006/main" noGrp="1"/>
          </p:cNvSpPr>
          <p:nvPr/>
        </p:nvSpPr>
        <p:spPr>
          <a:xfrm xmlns:a="http://schemas.openxmlformats.org/drawingml/2006/main">
            <a:off x="3884608"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D3DCBC6E-51B7-4F1A-8A7F-9059E99186A5}"/>
              </a:ext>
            </a:extLst>
          </p:cNvPr>
          <p:cNvSpPr>
            <a:spLocks xmlns:a="http://schemas.openxmlformats.org/drawingml/2006/main" noGrp="1"/>
          </p:cNvSpPr>
          <p:nvPr/>
        </p:nvSpPr>
        <p:spPr>
          <a:xfrm xmlns:a="http://schemas.openxmlformats.org/drawingml/2006/main">
            <a:off x="3884608"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482E95A7-6A9A-414F-B0F2-382135D45E48}"/>
              </a:ext>
            </a:extLst>
          </p:cNvPr>
          <p:cNvSpPr>
            <a:spLocks xmlns:a="http://schemas.openxmlformats.org/drawingml/2006/main" noGrp="1"/>
          </p:cNvSpPr>
          <p:nvPr/>
        </p:nvSpPr>
        <p:spPr>
          <a:xfrm xmlns:a="http://schemas.openxmlformats.org/drawingml/2006/main">
            <a:off x="3884608"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7E5AF907-F5EC-404D-BC8F-FBEDF968C978}"/>
              </a:ext>
            </a:extLst>
          </p:cNvPr>
          <p:cNvSpPr>
            <a:spLocks xmlns:a="http://schemas.openxmlformats.org/drawingml/2006/main" noGrp="1"/>
          </p:cNvSpPr>
          <p:nvPr/>
        </p:nvSpPr>
        <p:spPr>
          <a:xfrm xmlns:a="http://schemas.openxmlformats.org/drawingml/2006/main">
            <a:off x="3884608"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E0FEE7D9-6ECF-4427-857B-153378C728EB}"/>
              </a:ext>
            </a:extLst>
          </p:cNvPr>
          <p:cNvSpPr>
            <a:spLocks xmlns:a="http://schemas.openxmlformats.org/drawingml/2006/main" noGrp="1"/>
          </p:cNvSpPr>
          <p:nvPr/>
        </p:nvSpPr>
        <p:spPr>
          <a:xfrm xmlns:a="http://schemas.openxmlformats.org/drawingml/2006/main">
            <a:off x="3962384"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FD217D31-82D8-46A7-8806-076A2DE41230}"/>
              </a:ext>
            </a:extLst>
          </p:cNvPr>
          <p:cNvSpPr>
            <a:spLocks xmlns:a="http://schemas.openxmlformats.org/drawingml/2006/main" noGrp="1"/>
          </p:cNvSpPr>
          <p:nvPr/>
        </p:nvSpPr>
        <p:spPr>
          <a:xfrm xmlns:a="http://schemas.openxmlformats.org/drawingml/2006/main">
            <a:off x="3962384"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54B34198-D78C-48D1-8C6D-A0D6EBE3C927}"/>
              </a:ext>
            </a:extLst>
          </p:cNvPr>
          <p:cNvSpPr>
            <a:spLocks xmlns:a="http://schemas.openxmlformats.org/drawingml/2006/main" noGrp="1"/>
          </p:cNvSpPr>
          <p:nvPr/>
        </p:nvSpPr>
        <p:spPr>
          <a:xfrm xmlns:a="http://schemas.openxmlformats.org/drawingml/2006/main">
            <a:off x="3962384"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3DCF932C-BE6A-4388-A37B-38788902EBFE}"/>
              </a:ext>
            </a:extLst>
          </p:cNvPr>
          <p:cNvSpPr>
            <a:spLocks xmlns:a="http://schemas.openxmlformats.org/drawingml/2006/main" noGrp="1"/>
          </p:cNvSpPr>
          <p:nvPr/>
        </p:nvSpPr>
        <p:spPr>
          <a:xfrm xmlns:a="http://schemas.openxmlformats.org/drawingml/2006/main">
            <a:off x="3962384"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5469A19B-8625-4A7C-BE0E-3B83F3EC5351}"/>
              </a:ext>
            </a:extLst>
          </p:cNvPr>
          <p:cNvSpPr>
            <a:spLocks xmlns:a="http://schemas.openxmlformats.org/drawingml/2006/main" noGrp="1"/>
          </p:cNvSpPr>
          <p:nvPr/>
        </p:nvSpPr>
        <p:spPr>
          <a:xfrm xmlns:a="http://schemas.openxmlformats.org/drawingml/2006/main">
            <a:off x="3962384"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344710E4-4C4F-400E-A89D-C392BE62C6A6}"/>
              </a:ext>
            </a:extLst>
          </p:cNvPr>
          <p:cNvSpPr>
            <a:spLocks xmlns:a="http://schemas.openxmlformats.org/drawingml/2006/main" noGrp="1"/>
          </p:cNvSpPr>
          <p:nvPr/>
        </p:nvSpPr>
        <p:spPr>
          <a:xfrm xmlns:a="http://schemas.openxmlformats.org/drawingml/2006/main">
            <a:off x="3962384"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74111773-1F1A-436A-97F5-15D1A22BEDB2}"/>
              </a:ext>
            </a:extLst>
          </p:cNvPr>
          <p:cNvSpPr>
            <a:spLocks xmlns:a="http://schemas.openxmlformats.org/drawingml/2006/main" noGrp="1"/>
          </p:cNvSpPr>
          <p:nvPr/>
        </p:nvSpPr>
        <p:spPr>
          <a:xfrm xmlns:a="http://schemas.openxmlformats.org/drawingml/2006/main">
            <a:off x="3962384"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D8788179-0F05-4BCC-8E4D-19440A9DE1D9}"/>
              </a:ext>
            </a:extLst>
          </p:cNvPr>
          <p:cNvSpPr>
            <a:spLocks xmlns:a="http://schemas.openxmlformats.org/drawingml/2006/main" noGrp="1"/>
          </p:cNvSpPr>
          <p:nvPr/>
        </p:nvSpPr>
        <p:spPr>
          <a:xfrm xmlns:a="http://schemas.openxmlformats.org/drawingml/2006/main">
            <a:off x="3962384"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AB8943B7-2E39-4314-A608-1E8AAA4D1C25}"/>
              </a:ext>
            </a:extLst>
          </p:cNvPr>
          <p:cNvSpPr>
            <a:spLocks xmlns:a="http://schemas.openxmlformats.org/drawingml/2006/main" noGrp="1"/>
          </p:cNvSpPr>
          <p:nvPr/>
        </p:nvSpPr>
        <p:spPr>
          <a:xfrm xmlns:a="http://schemas.openxmlformats.org/drawingml/2006/main">
            <a:off x="3962384"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50749E1C-93DE-4646-8EC0-399C4CE101C7}"/>
              </a:ext>
            </a:extLst>
          </p:cNvPr>
          <p:cNvSpPr>
            <a:spLocks xmlns:a="http://schemas.openxmlformats.org/drawingml/2006/main" noGrp="1"/>
          </p:cNvSpPr>
          <p:nvPr/>
        </p:nvSpPr>
        <p:spPr>
          <a:xfrm xmlns:a="http://schemas.openxmlformats.org/drawingml/2006/main">
            <a:off x="3962384"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EFE6FE89-A52A-4711-8B92-E7C731BD7896}"/>
              </a:ext>
            </a:extLst>
          </p:cNvPr>
          <p:cNvSpPr>
            <a:spLocks xmlns:a="http://schemas.openxmlformats.org/drawingml/2006/main" noGrp="1"/>
          </p:cNvSpPr>
          <p:nvPr/>
        </p:nvSpPr>
        <p:spPr>
          <a:xfrm xmlns:a="http://schemas.openxmlformats.org/drawingml/2006/main">
            <a:off x="3962384"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E18E8C11-53C1-4218-87C6-8411D9FDB3F3}"/>
              </a:ext>
            </a:extLst>
          </p:cNvPr>
          <p:cNvSpPr>
            <a:spLocks xmlns:a="http://schemas.openxmlformats.org/drawingml/2006/main" noGrp="1"/>
          </p:cNvSpPr>
          <p:nvPr/>
        </p:nvSpPr>
        <p:spPr>
          <a:xfrm xmlns:a="http://schemas.openxmlformats.org/drawingml/2006/main">
            <a:off x="3962384"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ECDB3199-AE9C-4A67-A4B8-A98AB838C015}"/>
              </a:ext>
            </a:extLst>
          </p:cNvPr>
          <p:cNvSpPr>
            <a:spLocks xmlns:a="http://schemas.openxmlformats.org/drawingml/2006/main" noGrp="1"/>
          </p:cNvSpPr>
          <p:nvPr/>
        </p:nvSpPr>
        <p:spPr>
          <a:xfrm xmlns:a="http://schemas.openxmlformats.org/drawingml/2006/main">
            <a:off x="3962384"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13BC1447-0063-4857-BFDA-5B3F4382253F}"/>
              </a:ext>
            </a:extLst>
          </p:cNvPr>
          <p:cNvSpPr>
            <a:spLocks xmlns:a="http://schemas.openxmlformats.org/drawingml/2006/main" noGrp="1"/>
          </p:cNvSpPr>
          <p:nvPr/>
        </p:nvSpPr>
        <p:spPr>
          <a:xfrm xmlns:a="http://schemas.openxmlformats.org/drawingml/2006/main">
            <a:off x="4040159"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93FBC1F1-E442-4C1A-A4E5-487E11EE2125}"/>
              </a:ext>
            </a:extLst>
          </p:cNvPr>
          <p:cNvSpPr>
            <a:spLocks xmlns:a="http://schemas.openxmlformats.org/drawingml/2006/main" noGrp="1"/>
          </p:cNvSpPr>
          <p:nvPr/>
        </p:nvSpPr>
        <p:spPr>
          <a:xfrm xmlns:a="http://schemas.openxmlformats.org/drawingml/2006/main">
            <a:off x="4040159"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6D9D1667-81B6-4CB6-9D77-2A3FD0E2F75C}"/>
              </a:ext>
            </a:extLst>
          </p:cNvPr>
          <p:cNvSpPr>
            <a:spLocks xmlns:a="http://schemas.openxmlformats.org/drawingml/2006/main" noGrp="1"/>
          </p:cNvSpPr>
          <p:nvPr/>
        </p:nvSpPr>
        <p:spPr>
          <a:xfrm xmlns:a="http://schemas.openxmlformats.org/drawingml/2006/main">
            <a:off x="4040159"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086C78C5-504E-4B8E-B871-78373C74DE13}"/>
              </a:ext>
            </a:extLst>
          </p:cNvPr>
          <p:cNvSpPr>
            <a:spLocks xmlns:a="http://schemas.openxmlformats.org/drawingml/2006/main" noGrp="1"/>
          </p:cNvSpPr>
          <p:nvPr/>
        </p:nvSpPr>
        <p:spPr>
          <a:xfrm xmlns:a="http://schemas.openxmlformats.org/drawingml/2006/main">
            <a:off x="4040159"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ED935541-90C6-482A-81A9-2BD651A8C8B5}"/>
              </a:ext>
            </a:extLst>
          </p:cNvPr>
          <p:cNvSpPr>
            <a:spLocks xmlns:a="http://schemas.openxmlformats.org/drawingml/2006/main" noGrp="1"/>
          </p:cNvSpPr>
          <p:nvPr/>
        </p:nvSpPr>
        <p:spPr>
          <a:xfrm xmlns:a="http://schemas.openxmlformats.org/drawingml/2006/main">
            <a:off x="4040159"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69C23975-5EA0-4A0D-8932-0A6139841ADF}"/>
              </a:ext>
            </a:extLst>
          </p:cNvPr>
          <p:cNvSpPr>
            <a:spLocks xmlns:a="http://schemas.openxmlformats.org/drawingml/2006/main" noGrp="1"/>
          </p:cNvSpPr>
          <p:nvPr/>
        </p:nvSpPr>
        <p:spPr>
          <a:xfrm xmlns:a="http://schemas.openxmlformats.org/drawingml/2006/main">
            <a:off x="4040159"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FB31973B-E6C8-4643-83D1-57AF2CF7A6EC}"/>
              </a:ext>
            </a:extLst>
          </p:cNvPr>
          <p:cNvSpPr>
            <a:spLocks xmlns:a="http://schemas.openxmlformats.org/drawingml/2006/main" noGrp="1"/>
          </p:cNvSpPr>
          <p:nvPr/>
        </p:nvSpPr>
        <p:spPr>
          <a:xfrm xmlns:a="http://schemas.openxmlformats.org/drawingml/2006/main">
            <a:off x="4040159"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13BD5BEA-F692-43BF-BEF4-20467D24785A}"/>
              </a:ext>
            </a:extLst>
          </p:cNvPr>
          <p:cNvSpPr>
            <a:spLocks xmlns:a="http://schemas.openxmlformats.org/drawingml/2006/main" noGrp="1"/>
          </p:cNvSpPr>
          <p:nvPr/>
        </p:nvSpPr>
        <p:spPr>
          <a:xfrm xmlns:a="http://schemas.openxmlformats.org/drawingml/2006/main">
            <a:off x="4040159"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0FE7F57A-B2B9-47DE-83D1-A03EBDDC4FD1}"/>
              </a:ext>
            </a:extLst>
          </p:cNvPr>
          <p:cNvSpPr>
            <a:spLocks xmlns:a="http://schemas.openxmlformats.org/drawingml/2006/main" noGrp="1"/>
          </p:cNvSpPr>
          <p:nvPr/>
        </p:nvSpPr>
        <p:spPr>
          <a:xfrm xmlns:a="http://schemas.openxmlformats.org/drawingml/2006/main">
            <a:off x="4040159"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87704A25-768E-439A-A066-BFB4604028DE}"/>
              </a:ext>
            </a:extLst>
          </p:cNvPr>
          <p:cNvSpPr>
            <a:spLocks xmlns:a="http://schemas.openxmlformats.org/drawingml/2006/main" noGrp="1"/>
          </p:cNvSpPr>
          <p:nvPr/>
        </p:nvSpPr>
        <p:spPr>
          <a:xfrm xmlns:a="http://schemas.openxmlformats.org/drawingml/2006/main">
            <a:off x="4040159"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C50EC7C6-571C-4985-9652-FB17079928CC}"/>
              </a:ext>
            </a:extLst>
          </p:cNvPr>
          <p:cNvSpPr>
            <a:spLocks xmlns:a="http://schemas.openxmlformats.org/drawingml/2006/main" noGrp="1"/>
          </p:cNvSpPr>
          <p:nvPr/>
        </p:nvSpPr>
        <p:spPr>
          <a:xfrm xmlns:a="http://schemas.openxmlformats.org/drawingml/2006/main">
            <a:off x="4117935"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5B602961-2E91-4377-9F70-560983BAD364}"/>
              </a:ext>
            </a:extLst>
          </p:cNvPr>
          <p:cNvSpPr>
            <a:spLocks xmlns:a="http://schemas.openxmlformats.org/drawingml/2006/main" noGrp="1"/>
          </p:cNvSpPr>
          <p:nvPr/>
        </p:nvSpPr>
        <p:spPr>
          <a:xfrm xmlns:a="http://schemas.openxmlformats.org/drawingml/2006/main">
            <a:off x="4117935"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967029E4-3F60-46D9-958D-64716A38CD70}"/>
              </a:ext>
            </a:extLst>
          </p:cNvPr>
          <p:cNvSpPr>
            <a:spLocks xmlns:a="http://schemas.openxmlformats.org/drawingml/2006/main" noGrp="1"/>
          </p:cNvSpPr>
          <p:nvPr/>
        </p:nvSpPr>
        <p:spPr>
          <a:xfrm xmlns:a="http://schemas.openxmlformats.org/drawingml/2006/main">
            <a:off x="4117935"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6DB03050-4944-494A-A3D8-3E723AD995CF}"/>
              </a:ext>
            </a:extLst>
          </p:cNvPr>
          <p:cNvSpPr>
            <a:spLocks xmlns:a="http://schemas.openxmlformats.org/drawingml/2006/main" noGrp="1"/>
          </p:cNvSpPr>
          <p:nvPr/>
        </p:nvSpPr>
        <p:spPr>
          <a:xfrm xmlns:a="http://schemas.openxmlformats.org/drawingml/2006/main">
            <a:off x="4117935"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3222FD73-7A5D-4230-B7B0-ECF0467E9432}"/>
              </a:ext>
            </a:extLst>
          </p:cNvPr>
          <p:cNvSpPr>
            <a:spLocks xmlns:a="http://schemas.openxmlformats.org/drawingml/2006/main" noGrp="1"/>
          </p:cNvSpPr>
          <p:nvPr/>
        </p:nvSpPr>
        <p:spPr>
          <a:xfrm xmlns:a="http://schemas.openxmlformats.org/drawingml/2006/main">
            <a:off x="4117935"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FD153375-3977-41F6-A6DE-0C12E8276DF2}"/>
              </a:ext>
            </a:extLst>
          </p:cNvPr>
          <p:cNvSpPr>
            <a:spLocks xmlns:a="http://schemas.openxmlformats.org/drawingml/2006/main" noGrp="1"/>
          </p:cNvSpPr>
          <p:nvPr/>
        </p:nvSpPr>
        <p:spPr>
          <a:xfrm xmlns:a="http://schemas.openxmlformats.org/drawingml/2006/main">
            <a:off x="4195710"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CD3E5538-3487-4AC4-BE17-57DB4E63FCD5}"/>
              </a:ext>
            </a:extLst>
          </p:cNvPr>
          <p:cNvSpPr>
            <a:spLocks xmlns:a="http://schemas.openxmlformats.org/drawingml/2006/main" noGrp="1"/>
          </p:cNvSpPr>
          <p:nvPr/>
        </p:nvSpPr>
        <p:spPr>
          <a:xfrm xmlns:a="http://schemas.openxmlformats.org/drawingml/2006/main">
            <a:off x="4195710"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9D85A8C4-9D16-4D30-8EDD-36780F1F83C5}"/>
              </a:ext>
            </a:extLst>
          </p:cNvPr>
          <p:cNvSpPr>
            <a:spLocks xmlns:a="http://schemas.openxmlformats.org/drawingml/2006/main" noGrp="1"/>
          </p:cNvSpPr>
          <p:nvPr/>
        </p:nvSpPr>
        <p:spPr>
          <a:xfrm xmlns:a="http://schemas.openxmlformats.org/drawingml/2006/main">
            <a:off x="4195710"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5976C8B1-B3A1-4808-BECA-78310E8267E6}"/>
              </a:ext>
            </a:extLst>
          </p:cNvPr>
          <p:cNvSpPr>
            <a:spLocks xmlns:a="http://schemas.openxmlformats.org/drawingml/2006/main" noGrp="1"/>
          </p:cNvSpPr>
          <p:nvPr/>
        </p:nvSpPr>
        <p:spPr>
          <a:xfrm xmlns:a="http://schemas.openxmlformats.org/drawingml/2006/main">
            <a:off x="4195710"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2BDC33D1-44D4-420D-BAAC-287EB1186A0E}"/>
              </a:ext>
            </a:extLst>
          </p:cNvPr>
          <p:cNvSpPr>
            <a:spLocks xmlns:a="http://schemas.openxmlformats.org/drawingml/2006/main" noGrp="1"/>
          </p:cNvSpPr>
          <p:nvPr/>
        </p:nvSpPr>
        <p:spPr>
          <a:xfrm xmlns:a="http://schemas.openxmlformats.org/drawingml/2006/main">
            <a:off x="4195710"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E102601E-BDCC-42AB-B6EB-99EA06D9B2BC}"/>
              </a:ext>
            </a:extLst>
          </p:cNvPr>
          <p:cNvSpPr>
            <a:spLocks xmlns:a="http://schemas.openxmlformats.org/drawingml/2006/main" noGrp="1"/>
          </p:cNvSpPr>
          <p:nvPr/>
        </p:nvSpPr>
        <p:spPr>
          <a:xfrm xmlns:a="http://schemas.openxmlformats.org/drawingml/2006/main">
            <a:off x="4195710"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12C01F15-2296-4F98-934D-2B54F2B53454}"/>
              </a:ext>
            </a:extLst>
          </p:cNvPr>
          <p:cNvSpPr>
            <a:spLocks xmlns:a="http://schemas.openxmlformats.org/drawingml/2006/main" noGrp="1"/>
          </p:cNvSpPr>
          <p:nvPr/>
        </p:nvSpPr>
        <p:spPr>
          <a:xfrm xmlns:a="http://schemas.openxmlformats.org/drawingml/2006/main">
            <a:off x="4195710"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2567D745-06B7-4A77-AB68-F69A6B6DD7FF}"/>
              </a:ext>
            </a:extLst>
          </p:cNvPr>
          <p:cNvSpPr>
            <a:spLocks xmlns:a="http://schemas.openxmlformats.org/drawingml/2006/main" noGrp="1"/>
          </p:cNvSpPr>
          <p:nvPr/>
        </p:nvSpPr>
        <p:spPr>
          <a:xfrm xmlns:a="http://schemas.openxmlformats.org/drawingml/2006/main">
            <a:off x="4195710"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C20B6F74-27DB-4F69-A8D6-42AF1CD12D4E}"/>
              </a:ext>
            </a:extLst>
          </p:cNvPr>
          <p:cNvSpPr>
            <a:spLocks xmlns:a="http://schemas.openxmlformats.org/drawingml/2006/main" noGrp="1"/>
          </p:cNvSpPr>
          <p:nvPr/>
        </p:nvSpPr>
        <p:spPr>
          <a:xfrm xmlns:a="http://schemas.openxmlformats.org/drawingml/2006/main">
            <a:off x="4195710"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75299"/>
          </a:solidFill>
          <a:ln xmlns:a="http://schemas.openxmlformats.org/drawingml/2006/main" w="3839">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8B2F0BD5-AA55-4F54-81FD-881291B0706C}"/>
              </a:ext>
            </a:extLst>
          </p:cNvPr>
          <p:cNvSpPr>
            <a:spLocks xmlns:a="http://schemas.openxmlformats.org/drawingml/2006/main" noGrp="1"/>
          </p:cNvSpPr>
          <p:nvPr/>
        </p:nvSpPr>
        <p:spPr>
          <a:xfrm xmlns:a="http://schemas.openxmlformats.org/drawingml/2006/main">
            <a:off x="4273486"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5E36A552-A878-42B5-A7DB-92210A07F98A}"/>
              </a:ext>
            </a:extLst>
          </p:cNvPr>
          <p:cNvSpPr>
            <a:spLocks xmlns:a="http://schemas.openxmlformats.org/drawingml/2006/main" noGrp="1"/>
          </p:cNvSpPr>
          <p:nvPr/>
        </p:nvSpPr>
        <p:spPr>
          <a:xfrm xmlns:a="http://schemas.openxmlformats.org/drawingml/2006/main">
            <a:off x="4273486"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508EBEE3-0C5E-4D6F-A283-8EC0978C2B64}"/>
              </a:ext>
            </a:extLst>
          </p:cNvPr>
          <p:cNvSpPr>
            <a:spLocks xmlns:a="http://schemas.openxmlformats.org/drawingml/2006/main" noGrp="1"/>
          </p:cNvSpPr>
          <p:nvPr/>
        </p:nvSpPr>
        <p:spPr>
          <a:xfrm xmlns:a="http://schemas.openxmlformats.org/drawingml/2006/main">
            <a:off x="4273486"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C7F3"/>
          </a:solidFill>
          <a:ln xmlns:a="http://schemas.openxmlformats.org/drawingml/2006/main" w="3839">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4F682716-A08C-4D6E-9E82-897DDD7942E4}"/>
              </a:ext>
            </a:extLst>
          </p:cNvPr>
          <p:cNvSpPr>
            <a:spLocks xmlns:a="http://schemas.openxmlformats.org/drawingml/2006/main" noGrp="1"/>
          </p:cNvSpPr>
          <p:nvPr/>
        </p:nvSpPr>
        <p:spPr>
          <a:xfrm xmlns:a="http://schemas.openxmlformats.org/drawingml/2006/main">
            <a:off x="4273486"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49357136-96BA-436F-9092-A2FEDD3A57DD}"/>
              </a:ext>
            </a:extLst>
          </p:cNvPr>
          <p:cNvSpPr>
            <a:spLocks xmlns:a="http://schemas.openxmlformats.org/drawingml/2006/main" noGrp="1"/>
          </p:cNvSpPr>
          <p:nvPr/>
        </p:nvSpPr>
        <p:spPr>
          <a:xfrm xmlns:a="http://schemas.openxmlformats.org/drawingml/2006/main">
            <a:off x="4273486"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EA47ABEB-6425-4A4F-9096-11152E76A037}"/>
              </a:ext>
            </a:extLst>
          </p:cNvPr>
          <p:cNvSpPr>
            <a:spLocks xmlns:a="http://schemas.openxmlformats.org/drawingml/2006/main" noGrp="1"/>
          </p:cNvSpPr>
          <p:nvPr/>
        </p:nvSpPr>
        <p:spPr>
          <a:xfrm xmlns:a="http://schemas.openxmlformats.org/drawingml/2006/main">
            <a:off x="4273486"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144AF0BC-A5B9-4C77-BFF0-D904D4219EE4}"/>
              </a:ext>
            </a:extLst>
          </p:cNvPr>
          <p:cNvSpPr>
            <a:spLocks xmlns:a="http://schemas.openxmlformats.org/drawingml/2006/main" noGrp="1"/>
          </p:cNvSpPr>
          <p:nvPr/>
        </p:nvSpPr>
        <p:spPr>
          <a:xfrm xmlns:a="http://schemas.openxmlformats.org/drawingml/2006/main">
            <a:off x="4273486"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FB03D1C2-26FF-4741-A96C-CC805ABDB960}"/>
              </a:ext>
            </a:extLst>
          </p:cNvPr>
          <p:cNvSpPr>
            <a:spLocks xmlns:a="http://schemas.openxmlformats.org/drawingml/2006/main" noGrp="1"/>
          </p:cNvSpPr>
          <p:nvPr/>
        </p:nvSpPr>
        <p:spPr>
          <a:xfrm xmlns:a="http://schemas.openxmlformats.org/drawingml/2006/main">
            <a:off x="4273486"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2ADD7189-A6F2-42A6-9ABA-C81ABC48E0DD}"/>
              </a:ext>
            </a:extLst>
          </p:cNvPr>
          <p:cNvSpPr>
            <a:spLocks xmlns:a="http://schemas.openxmlformats.org/drawingml/2006/main" noGrp="1"/>
          </p:cNvSpPr>
          <p:nvPr/>
        </p:nvSpPr>
        <p:spPr>
          <a:xfrm xmlns:a="http://schemas.openxmlformats.org/drawingml/2006/main">
            <a:off x="4273486"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BD18185B-3E77-4C37-AEF9-C229854ECF79}"/>
              </a:ext>
            </a:extLst>
          </p:cNvPr>
          <p:cNvSpPr>
            <a:spLocks xmlns:a="http://schemas.openxmlformats.org/drawingml/2006/main" noGrp="1"/>
          </p:cNvSpPr>
          <p:nvPr/>
        </p:nvSpPr>
        <p:spPr>
          <a:xfrm xmlns:a="http://schemas.openxmlformats.org/drawingml/2006/main">
            <a:off x="4351261"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DDF4"/>
          </a:solidFill>
          <a:ln xmlns:a="http://schemas.openxmlformats.org/drawingml/2006/main" w="3839">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95BE0863-E415-4019-93F8-3F010E01F2D5}"/>
              </a:ext>
            </a:extLst>
          </p:cNvPr>
          <p:cNvSpPr>
            <a:spLocks xmlns:a="http://schemas.openxmlformats.org/drawingml/2006/main" noGrp="1"/>
          </p:cNvSpPr>
          <p:nvPr/>
        </p:nvSpPr>
        <p:spPr>
          <a:xfrm xmlns:a="http://schemas.openxmlformats.org/drawingml/2006/main">
            <a:off x="4351261"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DDF4"/>
          </a:solidFill>
          <a:ln xmlns:a="http://schemas.openxmlformats.org/drawingml/2006/main" w="3839">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543F6957-5366-4AFF-89DC-4085D41644EE}"/>
              </a:ext>
            </a:extLst>
          </p:cNvPr>
          <p:cNvSpPr>
            <a:spLocks xmlns:a="http://schemas.openxmlformats.org/drawingml/2006/main" noGrp="1"/>
          </p:cNvSpPr>
          <p:nvPr/>
        </p:nvSpPr>
        <p:spPr>
          <a:xfrm xmlns:a="http://schemas.openxmlformats.org/drawingml/2006/main">
            <a:off x="4351261"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DDF4"/>
          </a:solidFill>
          <a:ln xmlns:a="http://schemas.openxmlformats.org/drawingml/2006/main" w="3839">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4FA738D0-B82F-4661-94BA-88BDA439C363}"/>
              </a:ext>
            </a:extLst>
          </p:cNvPr>
          <p:cNvSpPr>
            <a:spLocks xmlns:a="http://schemas.openxmlformats.org/drawingml/2006/main" noGrp="1"/>
          </p:cNvSpPr>
          <p:nvPr/>
        </p:nvSpPr>
        <p:spPr>
          <a:xfrm xmlns:a="http://schemas.openxmlformats.org/drawingml/2006/main">
            <a:off x="4351261"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8C9414BB-A29D-4026-9C78-1538F2DF2265}"/>
              </a:ext>
            </a:extLst>
          </p:cNvPr>
          <p:cNvSpPr>
            <a:spLocks xmlns:a="http://schemas.openxmlformats.org/drawingml/2006/main" noGrp="1"/>
          </p:cNvSpPr>
          <p:nvPr/>
        </p:nvSpPr>
        <p:spPr>
          <a:xfrm xmlns:a="http://schemas.openxmlformats.org/drawingml/2006/main">
            <a:off x="4351261"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168795CD-9C28-4A06-ACC0-B4559AA431B6}"/>
              </a:ext>
            </a:extLst>
          </p:cNvPr>
          <p:cNvSpPr>
            <a:spLocks xmlns:a="http://schemas.openxmlformats.org/drawingml/2006/main" noGrp="1"/>
          </p:cNvSpPr>
          <p:nvPr/>
        </p:nvSpPr>
        <p:spPr>
          <a:xfrm xmlns:a="http://schemas.openxmlformats.org/drawingml/2006/main">
            <a:off x="4351261"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D7CA563B-BFD5-4057-B8C6-2ABAF5FEEC31}"/>
              </a:ext>
            </a:extLst>
          </p:cNvPr>
          <p:cNvSpPr>
            <a:spLocks xmlns:a="http://schemas.openxmlformats.org/drawingml/2006/main" noGrp="1"/>
          </p:cNvSpPr>
          <p:nvPr/>
        </p:nvSpPr>
        <p:spPr>
          <a:xfrm xmlns:a="http://schemas.openxmlformats.org/drawingml/2006/main">
            <a:off x="4351261"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45404533-9AED-4DDD-A76E-C6EC003BFE5D}"/>
              </a:ext>
            </a:extLst>
          </p:cNvPr>
          <p:cNvSpPr>
            <a:spLocks xmlns:a="http://schemas.openxmlformats.org/drawingml/2006/main" noGrp="1"/>
          </p:cNvSpPr>
          <p:nvPr/>
        </p:nvSpPr>
        <p:spPr>
          <a:xfrm xmlns:a="http://schemas.openxmlformats.org/drawingml/2006/main">
            <a:off x="4351261"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54963980-F645-49FE-BAEA-898FFB1C04D4}"/>
              </a:ext>
            </a:extLst>
          </p:cNvPr>
          <p:cNvSpPr>
            <a:spLocks xmlns:a="http://schemas.openxmlformats.org/drawingml/2006/main" noGrp="1"/>
          </p:cNvSpPr>
          <p:nvPr/>
        </p:nvSpPr>
        <p:spPr>
          <a:xfrm xmlns:a="http://schemas.openxmlformats.org/drawingml/2006/main">
            <a:off x="4429037"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DDF4"/>
          </a:solidFill>
          <a:ln xmlns:a="http://schemas.openxmlformats.org/drawingml/2006/main" w="3839">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A9DC8D06-562C-438C-BA0C-68C07E17C42C}"/>
              </a:ext>
            </a:extLst>
          </p:cNvPr>
          <p:cNvSpPr>
            <a:spLocks xmlns:a="http://schemas.openxmlformats.org/drawingml/2006/main" noGrp="1"/>
          </p:cNvSpPr>
          <p:nvPr/>
        </p:nvSpPr>
        <p:spPr>
          <a:xfrm xmlns:a="http://schemas.openxmlformats.org/drawingml/2006/main">
            <a:off x="4429037"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DDF4"/>
          </a:solidFill>
          <a:ln xmlns:a="http://schemas.openxmlformats.org/drawingml/2006/main" w="3839">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6C9032BE-C73C-467C-BE69-CBD7C1370DFB}"/>
              </a:ext>
            </a:extLst>
          </p:cNvPr>
          <p:cNvSpPr>
            <a:spLocks xmlns:a="http://schemas.openxmlformats.org/drawingml/2006/main" noGrp="1"/>
          </p:cNvSpPr>
          <p:nvPr/>
        </p:nvSpPr>
        <p:spPr>
          <a:xfrm xmlns:a="http://schemas.openxmlformats.org/drawingml/2006/main">
            <a:off x="4429037"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628FD1"/>
          </a:solidFill>
          <a:ln xmlns:a="http://schemas.openxmlformats.org/drawingml/2006/main" w="3839">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C5C45C88-36FD-43C1-ACEF-C15A72E62FB1}"/>
              </a:ext>
            </a:extLst>
          </p:cNvPr>
          <p:cNvSpPr>
            <a:spLocks xmlns:a="http://schemas.openxmlformats.org/drawingml/2006/main" noGrp="1"/>
          </p:cNvSpPr>
          <p:nvPr/>
        </p:nvSpPr>
        <p:spPr>
          <a:xfrm xmlns:a="http://schemas.openxmlformats.org/drawingml/2006/main">
            <a:off x="4429037"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AFC87B8A-BD1A-4C60-9597-64B76E5DD162}"/>
              </a:ext>
            </a:extLst>
          </p:cNvPr>
          <p:cNvSpPr>
            <a:spLocks xmlns:a="http://schemas.openxmlformats.org/drawingml/2006/main" noGrp="1"/>
          </p:cNvSpPr>
          <p:nvPr/>
        </p:nvSpPr>
        <p:spPr>
          <a:xfrm xmlns:a="http://schemas.openxmlformats.org/drawingml/2006/main">
            <a:off x="4429037"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09E163C3-8B82-4B8D-92C0-9DF23FD68868}"/>
              </a:ext>
            </a:extLst>
          </p:cNvPr>
          <p:cNvSpPr>
            <a:spLocks xmlns:a="http://schemas.openxmlformats.org/drawingml/2006/main" noGrp="1"/>
          </p:cNvSpPr>
          <p:nvPr/>
        </p:nvSpPr>
        <p:spPr>
          <a:xfrm xmlns:a="http://schemas.openxmlformats.org/drawingml/2006/main">
            <a:off x="4429037"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397B635C-83D9-47FB-A12D-E4CD63EFCC65}"/>
              </a:ext>
            </a:extLst>
          </p:cNvPr>
          <p:cNvSpPr>
            <a:spLocks xmlns:a="http://schemas.openxmlformats.org/drawingml/2006/main" noGrp="1"/>
          </p:cNvSpPr>
          <p:nvPr/>
        </p:nvSpPr>
        <p:spPr>
          <a:xfrm xmlns:a="http://schemas.openxmlformats.org/drawingml/2006/main">
            <a:off x="450681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DDF4"/>
          </a:solidFill>
          <a:ln xmlns:a="http://schemas.openxmlformats.org/drawingml/2006/main" w="3839">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5D6A0FB0-66FE-4B0B-ADFE-3660A572E52C}"/>
              </a:ext>
            </a:extLst>
          </p:cNvPr>
          <p:cNvSpPr>
            <a:spLocks xmlns:a="http://schemas.openxmlformats.org/drawingml/2006/main" noGrp="1"/>
          </p:cNvSpPr>
          <p:nvPr/>
        </p:nvSpPr>
        <p:spPr>
          <a:xfrm xmlns:a="http://schemas.openxmlformats.org/drawingml/2006/main">
            <a:off x="450681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DDF4"/>
          </a:solidFill>
          <a:ln xmlns:a="http://schemas.openxmlformats.org/drawingml/2006/main" w="3839">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BA11F599-EC43-4C51-821F-CCC20B2B48D4}"/>
              </a:ext>
            </a:extLst>
          </p:cNvPr>
          <p:cNvSpPr>
            <a:spLocks xmlns:a="http://schemas.openxmlformats.org/drawingml/2006/main" noGrp="1"/>
          </p:cNvSpPr>
          <p:nvPr/>
        </p:nvSpPr>
        <p:spPr>
          <a:xfrm xmlns:a="http://schemas.openxmlformats.org/drawingml/2006/main">
            <a:off x="450681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DDF4"/>
          </a:solidFill>
          <a:ln xmlns:a="http://schemas.openxmlformats.org/drawingml/2006/main" w="3839">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71B45DC8-B876-44D0-A440-63AD8E02B3D1}"/>
              </a:ext>
            </a:extLst>
          </p:cNvPr>
          <p:cNvSpPr>
            <a:spLocks xmlns:a="http://schemas.openxmlformats.org/drawingml/2006/main" noGrp="1"/>
          </p:cNvSpPr>
          <p:nvPr/>
        </p:nvSpPr>
        <p:spPr>
          <a:xfrm xmlns:a="http://schemas.openxmlformats.org/drawingml/2006/main">
            <a:off x="450681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52A2DD32-B5D0-4C85-A8FD-E0A02D81F487}"/>
              </a:ext>
            </a:extLst>
          </p:cNvPr>
          <p:cNvSpPr>
            <a:spLocks xmlns:a="http://schemas.openxmlformats.org/drawingml/2006/main" noGrp="1"/>
          </p:cNvSpPr>
          <p:nvPr/>
        </p:nvSpPr>
        <p:spPr>
          <a:xfrm xmlns:a="http://schemas.openxmlformats.org/drawingml/2006/main">
            <a:off x="4506813"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B232CD0F-44FA-4C40-A064-540BCC9F4FF9}"/>
              </a:ext>
            </a:extLst>
          </p:cNvPr>
          <p:cNvSpPr>
            <a:spLocks xmlns:a="http://schemas.openxmlformats.org/drawingml/2006/main" noGrp="1"/>
          </p:cNvSpPr>
          <p:nvPr/>
        </p:nvSpPr>
        <p:spPr>
          <a:xfrm xmlns:a="http://schemas.openxmlformats.org/drawingml/2006/main">
            <a:off x="4506813"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0D4A0EBC-1BDC-4711-8110-E5389C4B5927}"/>
              </a:ext>
            </a:extLst>
          </p:cNvPr>
          <p:cNvSpPr>
            <a:spLocks xmlns:a="http://schemas.openxmlformats.org/drawingml/2006/main" noGrp="1"/>
          </p:cNvSpPr>
          <p:nvPr/>
        </p:nvSpPr>
        <p:spPr>
          <a:xfrm xmlns:a="http://schemas.openxmlformats.org/drawingml/2006/main">
            <a:off x="4506813"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87E91F44-615D-44BD-BF94-54B4F1AE92BC}"/>
              </a:ext>
            </a:extLst>
          </p:cNvPr>
          <p:cNvSpPr>
            <a:spLocks xmlns:a="http://schemas.openxmlformats.org/drawingml/2006/main" noGrp="1"/>
          </p:cNvSpPr>
          <p:nvPr/>
        </p:nvSpPr>
        <p:spPr>
          <a:xfrm xmlns:a="http://schemas.openxmlformats.org/drawingml/2006/main">
            <a:off x="458458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DDF4"/>
          </a:solidFill>
          <a:ln xmlns:a="http://schemas.openxmlformats.org/drawingml/2006/main" w="3839">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38318DCC-0F18-4756-905B-CE415FB9D5EC}"/>
              </a:ext>
            </a:extLst>
          </p:cNvPr>
          <p:cNvSpPr>
            <a:spLocks xmlns:a="http://schemas.openxmlformats.org/drawingml/2006/main" noGrp="1"/>
          </p:cNvSpPr>
          <p:nvPr/>
        </p:nvSpPr>
        <p:spPr>
          <a:xfrm xmlns:a="http://schemas.openxmlformats.org/drawingml/2006/main">
            <a:off x="458458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B8ED130E-DC35-4E7A-A63C-EA798EC79D8A}"/>
              </a:ext>
            </a:extLst>
          </p:cNvPr>
          <p:cNvSpPr>
            <a:spLocks xmlns:a="http://schemas.openxmlformats.org/drawingml/2006/main" noGrp="1"/>
          </p:cNvSpPr>
          <p:nvPr/>
        </p:nvSpPr>
        <p:spPr>
          <a:xfrm xmlns:a="http://schemas.openxmlformats.org/drawingml/2006/main">
            <a:off x="458458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B4ABDDAD-2C06-4921-B93B-1F95ABD1B7C6}"/>
              </a:ext>
            </a:extLst>
          </p:cNvPr>
          <p:cNvSpPr>
            <a:spLocks xmlns:a="http://schemas.openxmlformats.org/drawingml/2006/main" noGrp="1"/>
          </p:cNvSpPr>
          <p:nvPr/>
        </p:nvSpPr>
        <p:spPr>
          <a:xfrm xmlns:a="http://schemas.openxmlformats.org/drawingml/2006/main">
            <a:off x="4584588"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9A4F965F-1ED5-4BC9-B6F6-BF2E0256D2E0}"/>
              </a:ext>
            </a:extLst>
          </p:cNvPr>
          <p:cNvSpPr>
            <a:spLocks xmlns:a="http://schemas.openxmlformats.org/drawingml/2006/main" noGrp="1"/>
          </p:cNvSpPr>
          <p:nvPr/>
        </p:nvSpPr>
        <p:spPr>
          <a:xfrm xmlns:a="http://schemas.openxmlformats.org/drawingml/2006/main">
            <a:off x="4584588"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BC755762-8655-4A0D-80BE-8B1275686749}"/>
              </a:ext>
            </a:extLst>
          </p:cNvPr>
          <p:cNvSpPr>
            <a:spLocks xmlns:a="http://schemas.openxmlformats.org/drawingml/2006/main" noGrp="1"/>
          </p:cNvSpPr>
          <p:nvPr/>
        </p:nvSpPr>
        <p:spPr>
          <a:xfrm xmlns:a="http://schemas.openxmlformats.org/drawingml/2006/main">
            <a:off x="4662364"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88541059-4DCB-4CE2-99A9-EF3533566C2F}"/>
              </a:ext>
            </a:extLst>
          </p:cNvPr>
          <p:cNvSpPr>
            <a:spLocks xmlns:a="http://schemas.openxmlformats.org/drawingml/2006/main" noGrp="1"/>
          </p:cNvSpPr>
          <p:nvPr/>
        </p:nvSpPr>
        <p:spPr>
          <a:xfrm xmlns:a="http://schemas.openxmlformats.org/drawingml/2006/main">
            <a:off x="4662364"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E6B88D99-2DD1-4A1C-BBB0-FB5F8C6D80D0}"/>
              </a:ext>
            </a:extLst>
          </p:cNvPr>
          <p:cNvSpPr>
            <a:spLocks xmlns:a="http://schemas.openxmlformats.org/drawingml/2006/main" noGrp="1"/>
          </p:cNvSpPr>
          <p:nvPr/>
        </p:nvSpPr>
        <p:spPr>
          <a:xfrm xmlns:a="http://schemas.openxmlformats.org/drawingml/2006/main">
            <a:off x="4662364"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30D4DE7D-BAD3-44E7-AF17-D0BE7AAE075C}"/>
              </a:ext>
            </a:extLst>
          </p:cNvPr>
          <p:cNvSpPr>
            <a:spLocks xmlns:a="http://schemas.openxmlformats.org/drawingml/2006/main" noGrp="1"/>
          </p:cNvSpPr>
          <p:nvPr/>
        </p:nvSpPr>
        <p:spPr>
          <a:xfrm xmlns:a="http://schemas.openxmlformats.org/drawingml/2006/main">
            <a:off x="4662364"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C8C68EFE-9735-4E81-B0C7-7EB4E16CD4BD}"/>
              </a:ext>
            </a:extLst>
          </p:cNvPr>
          <p:cNvSpPr>
            <a:spLocks xmlns:a="http://schemas.openxmlformats.org/drawingml/2006/main" noGrp="1"/>
          </p:cNvSpPr>
          <p:nvPr/>
        </p:nvSpPr>
        <p:spPr>
          <a:xfrm xmlns:a="http://schemas.openxmlformats.org/drawingml/2006/main">
            <a:off x="4662364"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4EAA39C0-D980-45E8-9DB2-99810BFC88FB}"/>
              </a:ext>
            </a:extLst>
          </p:cNvPr>
          <p:cNvSpPr>
            <a:spLocks xmlns:a="http://schemas.openxmlformats.org/drawingml/2006/main" noGrp="1"/>
          </p:cNvSpPr>
          <p:nvPr/>
        </p:nvSpPr>
        <p:spPr>
          <a:xfrm xmlns:a="http://schemas.openxmlformats.org/drawingml/2006/main">
            <a:off x="4662364"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C54A4FB8-F5FD-4C3F-B8F9-65CFC3231377}"/>
              </a:ext>
            </a:extLst>
          </p:cNvPr>
          <p:cNvSpPr>
            <a:spLocks xmlns:a="http://schemas.openxmlformats.org/drawingml/2006/main" noGrp="1"/>
          </p:cNvSpPr>
          <p:nvPr/>
        </p:nvSpPr>
        <p:spPr>
          <a:xfrm xmlns:a="http://schemas.openxmlformats.org/drawingml/2006/main">
            <a:off x="4740139"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5E87335A-250F-4E48-B12A-1DBFAFC2FF63}"/>
              </a:ext>
            </a:extLst>
          </p:cNvPr>
          <p:cNvSpPr>
            <a:spLocks xmlns:a="http://schemas.openxmlformats.org/drawingml/2006/main" noGrp="1"/>
          </p:cNvSpPr>
          <p:nvPr/>
        </p:nvSpPr>
        <p:spPr>
          <a:xfrm xmlns:a="http://schemas.openxmlformats.org/drawingml/2006/main">
            <a:off x="4740139"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930A529E-C7E9-43B7-A690-1AC59857135B}"/>
              </a:ext>
            </a:extLst>
          </p:cNvPr>
          <p:cNvSpPr>
            <a:spLocks xmlns:a="http://schemas.openxmlformats.org/drawingml/2006/main" noGrp="1"/>
          </p:cNvSpPr>
          <p:nvPr/>
        </p:nvSpPr>
        <p:spPr>
          <a:xfrm xmlns:a="http://schemas.openxmlformats.org/drawingml/2006/main">
            <a:off x="4817915"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E"/>
          </a:solidFill>
          <a:ln xmlns:a="http://schemas.openxmlformats.org/drawingml/2006/main" w="3839">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0C4BE575-9420-4D6F-BBB1-C376AD4D1AD7}"/>
              </a:ext>
            </a:extLst>
          </p:cNvPr>
          <p:cNvSpPr>
            <a:spLocks xmlns:a="http://schemas.openxmlformats.org/drawingml/2006/main" noGrp="1"/>
          </p:cNvSpPr>
          <p:nvPr/>
        </p:nvSpPr>
        <p:spPr>
          <a:xfrm xmlns:a="http://schemas.openxmlformats.org/drawingml/2006/main">
            <a:off x="1473567"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5211EA22-D7C7-48E6-9DD5-C8C66BAFC249}"/>
              </a:ext>
            </a:extLst>
          </p:cNvPr>
          <p:cNvSpPr>
            <a:spLocks xmlns:a="http://schemas.openxmlformats.org/drawingml/2006/main" noGrp="1"/>
          </p:cNvSpPr>
          <p:nvPr/>
        </p:nvSpPr>
        <p:spPr>
          <a:xfrm xmlns:a="http://schemas.openxmlformats.org/drawingml/2006/main">
            <a:off x="1473567"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9A020DBA-7E04-488F-9768-BC740EB58A13}"/>
              </a:ext>
            </a:extLst>
          </p:cNvPr>
          <p:cNvSpPr>
            <a:spLocks xmlns:a="http://schemas.openxmlformats.org/drawingml/2006/main" noGrp="1"/>
          </p:cNvSpPr>
          <p:nvPr/>
        </p:nvSpPr>
        <p:spPr>
          <a:xfrm xmlns:a="http://schemas.openxmlformats.org/drawingml/2006/main">
            <a:off x="1473567"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538752CD-3CC8-4BF2-8E1B-4E0B3C5BD3EF}"/>
              </a:ext>
            </a:extLst>
          </p:cNvPr>
          <p:cNvSpPr>
            <a:spLocks xmlns:a="http://schemas.openxmlformats.org/drawingml/2006/main" noGrp="1"/>
          </p:cNvSpPr>
          <p:nvPr/>
        </p:nvSpPr>
        <p:spPr>
          <a:xfrm xmlns:a="http://schemas.openxmlformats.org/drawingml/2006/main">
            <a:off x="1473567"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D062A8BF-A7A9-4EAA-A248-432062B45371}"/>
              </a:ext>
            </a:extLst>
          </p:cNvPr>
          <p:cNvSpPr>
            <a:spLocks xmlns:a="http://schemas.openxmlformats.org/drawingml/2006/main" noGrp="1"/>
          </p:cNvSpPr>
          <p:nvPr/>
        </p:nvSpPr>
        <p:spPr>
          <a:xfrm xmlns:a="http://schemas.openxmlformats.org/drawingml/2006/main">
            <a:off x="1473567"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761BED93-120B-4F4D-BBD6-0B2AABEBAB06}"/>
              </a:ext>
            </a:extLst>
          </p:cNvPr>
          <p:cNvSpPr>
            <a:spLocks xmlns:a="http://schemas.openxmlformats.org/drawingml/2006/main" noGrp="1"/>
          </p:cNvSpPr>
          <p:nvPr/>
        </p:nvSpPr>
        <p:spPr>
          <a:xfrm xmlns:a="http://schemas.openxmlformats.org/drawingml/2006/main">
            <a:off x="1473567"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33046BE4-084B-432C-AD42-77E3A6C4E809}"/>
              </a:ext>
            </a:extLst>
          </p:cNvPr>
          <p:cNvSpPr>
            <a:spLocks xmlns:a="http://schemas.openxmlformats.org/drawingml/2006/main" noGrp="1"/>
          </p:cNvSpPr>
          <p:nvPr/>
        </p:nvSpPr>
        <p:spPr>
          <a:xfrm xmlns:a="http://schemas.openxmlformats.org/drawingml/2006/main">
            <a:off x="1473567"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33DB6D5F-453D-462C-A879-6F27121AA6FA}"/>
              </a:ext>
            </a:extLst>
          </p:cNvPr>
          <p:cNvSpPr>
            <a:spLocks xmlns:a="http://schemas.openxmlformats.org/drawingml/2006/main" noGrp="1"/>
          </p:cNvSpPr>
          <p:nvPr/>
        </p:nvSpPr>
        <p:spPr>
          <a:xfrm xmlns:a="http://schemas.openxmlformats.org/drawingml/2006/main">
            <a:off x="1551342"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8ABF130C-4DEB-4718-B766-AE1F196CE620}"/>
              </a:ext>
            </a:extLst>
          </p:cNvPr>
          <p:cNvSpPr>
            <a:spLocks xmlns:a="http://schemas.openxmlformats.org/drawingml/2006/main" noGrp="1"/>
          </p:cNvSpPr>
          <p:nvPr/>
        </p:nvSpPr>
        <p:spPr>
          <a:xfrm xmlns:a="http://schemas.openxmlformats.org/drawingml/2006/main">
            <a:off x="1551342"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5B282C4D-6DD1-416D-AEA8-82B4E011887A}"/>
              </a:ext>
            </a:extLst>
          </p:cNvPr>
          <p:cNvSpPr>
            <a:spLocks xmlns:a="http://schemas.openxmlformats.org/drawingml/2006/main" noGrp="1"/>
          </p:cNvSpPr>
          <p:nvPr/>
        </p:nvSpPr>
        <p:spPr>
          <a:xfrm xmlns:a="http://schemas.openxmlformats.org/drawingml/2006/main">
            <a:off x="1551342"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28248909-791A-4976-9EA2-CC99BBA0F2BF}"/>
              </a:ext>
            </a:extLst>
          </p:cNvPr>
          <p:cNvSpPr>
            <a:spLocks xmlns:a="http://schemas.openxmlformats.org/drawingml/2006/main" noGrp="1"/>
          </p:cNvSpPr>
          <p:nvPr/>
        </p:nvSpPr>
        <p:spPr>
          <a:xfrm xmlns:a="http://schemas.openxmlformats.org/drawingml/2006/main">
            <a:off x="1551342"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2D0FEB3D-672D-4803-AA9F-AE0E6A978CE4}"/>
              </a:ext>
            </a:extLst>
          </p:cNvPr>
          <p:cNvSpPr>
            <a:spLocks xmlns:a="http://schemas.openxmlformats.org/drawingml/2006/main" noGrp="1"/>
          </p:cNvSpPr>
          <p:nvPr/>
        </p:nvSpPr>
        <p:spPr>
          <a:xfrm xmlns:a="http://schemas.openxmlformats.org/drawingml/2006/main">
            <a:off x="1551342"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3D0B67D6-9957-4BF9-81C6-097E5A81A4E6}"/>
              </a:ext>
            </a:extLst>
          </p:cNvPr>
          <p:cNvSpPr>
            <a:spLocks xmlns:a="http://schemas.openxmlformats.org/drawingml/2006/main" noGrp="1"/>
          </p:cNvSpPr>
          <p:nvPr/>
        </p:nvSpPr>
        <p:spPr>
          <a:xfrm xmlns:a="http://schemas.openxmlformats.org/drawingml/2006/main">
            <a:off x="1551342"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D449DEEC-CBE0-406C-A994-EFA9972743BF}"/>
              </a:ext>
            </a:extLst>
          </p:cNvPr>
          <p:cNvSpPr>
            <a:spLocks xmlns:a="http://schemas.openxmlformats.org/drawingml/2006/main" noGrp="1"/>
          </p:cNvSpPr>
          <p:nvPr/>
        </p:nvSpPr>
        <p:spPr>
          <a:xfrm xmlns:a="http://schemas.openxmlformats.org/drawingml/2006/main">
            <a:off x="1551342"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FF131B7C-596D-426E-B973-523E9301E822}"/>
              </a:ext>
            </a:extLst>
          </p:cNvPr>
          <p:cNvSpPr>
            <a:spLocks xmlns:a="http://schemas.openxmlformats.org/drawingml/2006/main" noGrp="1"/>
          </p:cNvSpPr>
          <p:nvPr/>
        </p:nvSpPr>
        <p:spPr>
          <a:xfrm xmlns:a="http://schemas.openxmlformats.org/drawingml/2006/main">
            <a:off x="1629118"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63CD9CEB-D169-4F38-8211-D130E72EDBFC}"/>
              </a:ext>
            </a:extLst>
          </p:cNvPr>
          <p:cNvSpPr>
            <a:spLocks xmlns:a="http://schemas.openxmlformats.org/drawingml/2006/main" noGrp="1"/>
          </p:cNvSpPr>
          <p:nvPr/>
        </p:nvSpPr>
        <p:spPr>
          <a:xfrm xmlns:a="http://schemas.openxmlformats.org/drawingml/2006/main">
            <a:off x="1629118"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CA634A5C-4825-4B7C-860F-0532BDBD5915}"/>
              </a:ext>
            </a:extLst>
          </p:cNvPr>
          <p:cNvSpPr>
            <a:spLocks xmlns:a="http://schemas.openxmlformats.org/drawingml/2006/main" noGrp="1"/>
          </p:cNvSpPr>
          <p:nvPr/>
        </p:nvSpPr>
        <p:spPr>
          <a:xfrm xmlns:a="http://schemas.openxmlformats.org/drawingml/2006/main">
            <a:off x="1629118"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EA0BB0E6-325E-4900-A5DA-9F7FADCDABF0}"/>
              </a:ext>
            </a:extLst>
          </p:cNvPr>
          <p:cNvSpPr>
            <a:spLocks xmlns:a="http://schemas.openxmlformats.org/drawingml/2006/main" noGrp="1"/>
          </p:cNvSpPr>
          <p:nvPr/>
        </p:nvSpPr>
        <p:spPr>
          <a:xfrm xmlns:a="http://schemas.openxmlformats.org/drawingml/2006/main">
            <a:off x="1629118"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409F3E52-B343-43FB-A802-8125E5D9801F}"/>
              </a:ext>
            </a:extLst>
          </p:cNvPr>
          <p:cNvSpPr>
            <a:spLocks xmlns:a="http://schemas.openxmlformats.org/drawingml/2006/main" noGrp="1"/>
          </p:cNvSpPr>
          <p:nvPr/>
        </p:nvSpPr>
        <p:spPr>
          <a:xfrm xmlns:a="http://schemas.openxmlformats.org/drawingml/2006/main">
            <a:off x="162911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C24EFBC0-ECD5-49CE-8FF7-22E3937EA31B}"/>
              </a:ext>
            </a:extLst>
          </p:cNvPr>
          <p:cNvSpPr>
            <a:spLocks xmlns:a="http://schemas.openxmlformats.org/drawingml/2006/main" noGrp="1"/>
          </p:cNvSpPr>
          <p:nvPr/>
        </p:nvSpPr>
        <p:spPr>
          <a:xfrm xmlns:a="http://schemas.openxmlformats.org/drawingml/2006/main">
            <a:off x="162911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A052B8E0-CFFE-44CD-BCD6-04322F1F2973}"/>
              </a:ext>
            </a:extLst>
          </p:cNvPr>
          <p:cNvSpPr>
            <a:spLocks xmlns:a="http://schemas.openxmlformats.org/drawingml/2006/main" noGrp="1"/>
          </p:cNvSpPr>
          <p:nvPr/>
        </p:nvSpPr>
        <p:spPr>
          <a:xfrm xmlns:a="http://schemas.openxmlformats.org/drawingml/2006/main">
            <a:off x="162911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C96C7CB5-B043-4086-AAE0-ABD4E3B11598}"/>
              </a:ext>
            </a:extLst>
          </p:cNvPr>
          <p:cNvSpPr>
            <a:spLocks xmlns:a="http://schemas.openxmlformats.org/drawingml/2006/main" noGrp="1"/>
          </p:cNvSpPr>
          <p:nvPr/>
        </p:nvSpPr>
        <p:spPr>
          <a:xfrm xmlns:a="http://schemas.openxmlformats.org/drawingml/2006/main">
            <a:off x="162911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32FB7767-4506-4E81-9DEF-2DA224C328B7}"/>
              </a:ext>
            </a:extLst>
          </p:cNvPr>
          <p:cNvSpPr>
            <a:spLocks xmlns:a="http://schemas.openxmlformats.org/drawingml/2006/main" noGrp="1"/>
          </p:cNvSpPr>
          <p:nvPr/>
        </p:nvSpPr>
        <p:spPr>
          <a:xfrm xmlns:a="http://schemas.openxmlformats.org/drawingml/2006/main">
            <a:off x="1629118"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6EA2D526-06D2-40E0-8469-0448FAB32B18}"/>
              </a:ext>
            </a:extLst>
          </p:cNvPr>
          <p:cNvSpPr>
            <a:spLocks xmlns:a="http://schemas.openxmlformats.org/drawingml/2006/main" noGrp="1"/>
          </p:cNvSpPr>
          <p:nvPr/>
        </p:nvSpPr>
        <p:spPr>
          <a:xfrm xmlns:a="http://schemas.openxmlformats.org/drawingml/2006/main">
            <a:off x="1706893"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F75EC3BF-74F3-4CEA-AB9E-6B0BDE63B0B6}"/>
              </a:ext>
            </a:extLst>
          </p:cNvPr>
          <p:cNvSpPr>
            <a:spLocks xmlns:a="http://schemas.openxmlformats.org/drawingml/2006/main" noGrp="1"/>
          </p:cNvSpPr>
          <p:nvPr/>
        </p:nvSpPr>
        <p:spPr>
          <a:xfrm xmlns:a="http://schemas.openxmlformats.org/drawingml/2006/main">
            <a:off x="1706893"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27578D42-FCC3-4AA2-B5A7-8396D07C6193}"/>
              </a:ext>
            </a:extLst>
          </p:cNvPr>
          <p:cNvSpPr>
            <a:spLocks xmlns:a="http://schemas.openxmlformats.org/drawingml/2006/main" noGrp="1"/>
          </p:cNvSpPr>
          <p:nvPr/>
        </p:nvSpPr>
        <p:spPr>
          <a:xfrm xmlns:a="http://schemas.openxmlformats.org/drawingml/2006/main">
            <a:off x="1706893"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CF354138-17F0-41E7-ADBD-BB9B4BF0C624}"/>
              </a:ext>
            </a:extLst>
          </p:cNvPr>
          <p:cNvSpPr>
            <a:spLocks xmlns:a="http://schemas.openxmlformats.org/drawingml/2006/main" noGrp="1"/>
          </p:cNvSpPr>
          <p:nvPr/>
        </p:nvSpPr>
        <p:spPr>
          <a:xfrm xmlns:a="http://schemas.openxmlformats.org/drawingml/2006/main">
            <a:off x="170689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70C73FCD-FE06-4329-9348-0BF53EDC8CFB}"/>
              </a:ext>
            </a:extLst>
          </p:cNvPr>
          <p:cNvSpPr>
            <a:spLocks xmlns:a="http://schemas.openxmlformats.org/drawingml/2006/main" noGrp="1"/>
          </p:cNvSpPr>
          <p:nvPr/>
        </p:nvSpPr>
        <p:spPr>
          <a:xfrm xmlns:a="http://schemas.openxmlformats.org/drawingml/2006/main">
            <a:off x="170689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EF25D9CC-7EF8-48D0-B187-ED8E35303C13}"/>
              </a:ext>
            </a:extLst>
          </p:cNvPr>
          <p:cNvSpPr>
            <a:spLocks xmlns:a="http://schemas.openxmlformats.org/drawingml/2006/main" noGrp="1"/>
          </p:cNvSpPr>
          <p:nvPr/>
        </p:nvSpPr>
        <p:spPr>
          <a:xfrm xmlns:a="http://schemas.openxmlformats.org/drawingml/2006/main">
            <a:off x="170689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84DE79A7-132A-4F06-B5ED-12BF9242A2C5}"/>
              </a:ext>
            </a:extLst>
          </p:cNvPr>
          <p:cNvSpPr>
            <a:spLocks xmlns:a="http://schemas.openxmlformats.org/drawingml/2006/main" noGrp="1"/>
          </p:cNvSpPr>
          <p:nvPr/>
        </p:nvSpPr>
        <p:spPr>
          <a:xfrm xmlns:a="http://schemas.openxmlformats.org/drawingml/2006/main">
            <a:off x="1784669"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C18E4029-A4D1-4C5A-9140-4EE29E97368B}"/>
              </a:ext>
            </a:extLst>
          </p:cNvPr>
          <p:cNvSpPr>
            <a:spLocks xmlns:a="http://schemas.openxmlformats.org/drawingml/2006/main" noGrp="1"/>
          </p:cNvSpPr>
          <p:nvPr/>
        </p:nvSpPr>
        <p:spPr>
          <a:xfrm xmlns:a="http://schemas.openxmlformats.org/drawingml/2006/main">
            <a:off x="1784669"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F58FE877-D602-470E-BFFB-9BD9D556C9B9}"/>
              </a:ext>
            </a:extLst>
          </p:cNvPr>
          <p:cNvSpPr>
            <a:spLocks xmlns:a="http://schemas.openxmlformats.org/drawingml/2006/main" noGrp="1"/>
          </p:cNvSpPr>
          <p:nvPr/>
        </p:nvSpPr>
        <p:spPr>
          <a:xfrm xmlns:a="http://schemas.openxmlformats.org/drawingml/2006/main">
            <a:off x="1784669"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B0A60E3A-EE15-4808-B203-B446EAE0EF4D}"/>
              </a:ext>
            </a:extLst>
          </p:cNvPr>
          <p:cNvSpPr>
            <a:spLocks xmlns:a="http://schemas.openxmlformats.org/drawingml/2006/main" noGrp="1"/>
          </p:cNvSpPr>
          <p:nvPr/>
        </p:nvSpPr>
        <p:spPr>
          <a:xfrm xmlns:a="http://schemas.openxmlformats.org/drawingml/2006/main">
            <a:off x="1784669"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E0334413-5DC0-4BBF-989D-EC24AFBEA35C}"/>
              </a:ext>
            </a:extLst>
          </p:cNvPr>
          <p:cNvSpPr>
            <a:spLocks xmlns:a="http://schemas.openxmlformats.org/drawingml/2006/main" noGrp="1"/>
          </p:cNvSpPr>
          <p:nvPr/>
        </p:nvSpPr>
        <p:spPr>
          <a:xfrm xmlns:a="http://schemas.openxmlformats.org/drawingml/2006/main">
            <a:off x="1862444"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A024D49F-6433-4519-8475-69FE580C4A4E}"/>
              </a:ext>
            </a:extLst>
          </p:cNvPr>
          <p:cNvSpPr>
            <a:spLocks xmlns:a="http://schemas.openxmlformats.org/drawingml/2006/main" noGrp="1"/>
          </p:cNvSpPr>
          <p:nvPr/>
        </p:nvSpPr>
        <p:spPr>
          <a:xfrm xmlns:a="http://schemas.openxmlformats.org/drawingml/2006/main">
            <a:off x="1862444"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E574C51F-C253-45A1-A37A-E258A784677C}"/>
              </a:ext>
            </a:extLst>
          </p:cNvPr>
          <p:cNvSpPr>
            <a:spLocks xmlns:a="http://schemas.openxmlformats.org/drawingml/2006/main" noGrp="1"/>
          </p:cNvSpPr>
          <p:nvPr/>
        </p:nvSpPr>
        <p:spPr>
          <a:xfrm xmlns:a="http://schemas.openxmlformats.org/drawingml/2006/main">
            <a:off x="1862444"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35E9ACBE-AD2A-4F57-B9DE-2C530B98D069}"/>
              </a:ext>
            </a:extLst>
          </p:cNvPr>
          <p:cNvSpPr>
            <a:spLocks xmlns:a="http://schemas.openxmlformats.org/drawingml/2006/main" noGrp="1"/>
          </p:cNvSpPr>
          <p:nvPr/>
        </p:nvSpPr>
        <p:spPr>
          <a:xfrm xmlns:a="http://schemas.openxmlformats.org/drawingml/2006/main">
            <a:off x="1862444"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37A7940E-5C42-4326-9664-78FB56AFC6E1}"/>
              </a:ext>
            </a:extLst>
          </p:cNvPr>
          <p:cNvSpPr>
            <a:spLocks xmlns:a="http://schemas.openxmlformats.org/drawingml/2006/main" noGrp="1"/>
          </p:cNvSpPr>
          <p:nvPr/>
        </p:nvSpPr>
        <p:spPr>
          <a:xfrm xmlns:a="http://schemas.openxmlformats.org/drawingml/2006/main">
            <a:off x="1862444"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82F63C32-C0CE-4135-827D-3CC92D33D60B}"/>
              </a:ext>
            </a:extLst>
          </p:cNvPr>
          <p:cNvSpPr>
            <a:spLocks xmlns:a="http://schemas.openxmlformats.org/drawingml/2006/main" noGrp="1"/>
          </p:cNvSpPr>
          <p:nvPr/>
        </p:nvSpPr>
        <p:spPr>
          <a:xfrm xmlns:a="http://schemas.openxmlformats.org/drawingml/2006/main">
            <a:off x="1862444"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3923A7E1-F858-4257-B35D-7C224FE168E3}"/>
              </a:ext>
            </a:extLst>
          </p:cNvPr>
          <p:cNvSpPr>
            <a:spLocks xmlns:a="http://schemas.openxmlformats.org/drawingml/2006/main" noGrp="1"/>
          </p:cNvSpPr>
          <p:nvPr/>
        </p:nvSpPr>
        <p:spPr>
          <a:xfrm xmlns:a="http://schemas.openxmlformats.org/drawingml/2006/main">
            <a:off x="1940220" y="441703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03761E3F-9666-42A3-80DD-4A5DE18CDD61}"/>
              </a:ext>
            </a:extLst>
          </p:cNvPr>
          <p:cNvSpPr>
            <a:spLocks xmlns:a="http://schemas.openxmlformats.org/drawingml/2006/main" noGrp="1"/>
          </p:cNvSpPr>
          <p:nvPr/>
        </p:nvSpPr>
        <p:spPr>
          <a:xfrm xmlns:a="http://schemas.openxmlformats.org/drawingml/2006/main">
            <a:off x="1940220"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27A930D5-446C-4CCC-9C32-FEDE7BCBC820}"/>
              </a:ext>
            </a:extLst>
          </p:cNvPr>
          <p:cNvSpPr>
            <a:spLocks xmlns:a="http://schemas.openxmlformats.org/drawingml/2006/main" noGrp="1"/>
          </p:cNvSpPr>
          <p:nvPr/>
        </p:nvSpPr>
        <p:spPr>
          <a:xfrm xmlns:a="http://schemas.openxmlformats.org/drawingml/2006/main">
            <a:off x="1940220"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F65308EE-A7C2-47E6-BE98-F044C67007B9}"/>
              </a:ext>
            </a:extLst>
          </p:cNvPr>
          <p:cNvSpPr>
            <a:spLocks xmlns:a="http://schemas.openxmlformats.org/drawingml/2006/main" noGrp="1"/>
          </p:cNvSpPr>
          <p:nvPr/>
        </p:nvSpPr>
        <p:spPr>
          <a:xfrm xmlns:a="http://schemas.openxmlformats.org/drawingml/2006/main">
            <a:off x="1940220"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7805F64F-7FE7-491B-9928-681CF747A9EF}"/>
              </a:ext>
            </a:extLst>
          </p:cNvPr>
          <p:cNvSpPr>
            <a:spLocks xmlns:a="http://schemas.openxmlformats.org/drawingml/2006/main" noGrp="1"/>
          </p:cNvSpPr>
          <p:nvPr/>
        </p:nvSpPr>
        <p:spPr>
          <a:xfrm xmlns:a="http://schemas.openxmlformats.org/drawingml/2006/main">
            <a:off x="1940220"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0B86A2BE-C176-4C7A-8AE2-4004DBEF9B9F}"/>
              </a:ext>
            </a:extLst>
          </p:cNvPr>
          <p:cNvSpPr>
            <a:spLocks xmlns:a="http://schemas.openxmlformats.org/drawingml/2006/main" noGrp="1"/>
          </p:cNvSpPr>
          <p:nvPr/>
        </p:nvSpPr>
        <p:spPr>
          <a:xfrm xmlns:a="http://schemas.openxmlformats.org/drawingml/2006/main">
            <a:off x="1940220"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4FC160E4-59E1-4254-9598-6E86F153EB0C}"/>
              </a:ext>
            </a:extLst>
          </p:cNvPr>
          <p:cNvSpPr>
            <a:spLocks xmlns:a="http://schemas.openxmlformats.org/drawingml/2006/main" noGrp="1"/>
          </p:cNvSpPr>
          <p:nvPr/>
        </p:nvSpPr>
        <p:spPr>
          <a:xfrm xmlns:a="http://schemas.openxmlformats.org/drawingml/2006/main">
            <a:off x="1940220"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F4DDECF5-33D1-4564-9F9D-9787F8A58572}"/>
              </a:ext>
            </a:extLst>
          </p:cNvPr>
          <p:cNvSpPr>
            <a:spLocks xmlns:a="http://schemas.openxmlformats.org/drawingml/2006/main" noGrp="1"/>
          </p:cNvSpPr>
          <p:nvPr/>
        </p:nvSpPr>
        <p:spPr>
          <a:xfrm xmlns:a="http://schemas.openxmlformats.org/drawingml/2006/main">
            <a:off x="1940220"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2309576A-237D-4800-A640-2465CFCD9D8D}"/>
              </a:ext>
            </a:extLst>
          </p:cNvPr>
          <p:cNvSpPr>
            <a:spLocks xmlns:a="http://schemas.openxmlformats.org/drawingml/2006/main" noGrp="1"/>
          </p:cNvSpPr>
          <p:nvPr/>
        </p:nvSpPr>
        <p:spPr>
          <a:xfrm xmlns:a="http://schemas.openxmlformats.org/drawingml/2006/main">
            <a:off x="1940220"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6F445111-F8C4-42BC-A05B-BE12ABFEC9BC}"/>
              </a:ext>
            </a:extLst>
          </p:cNvPr>
          <p:cNvSpPr>
            <a:spLocks xmlns:a="http://schemas.openxmlformats.org/drawingml/2006/main" noGrp="1"/>
          </p:cNvSpPr>
          <p:nvPr/>
        </p:nvSpPr>
        <p:spPr>
          <a:xfrm xmlns:a="http://schemas.openxmlformats.org/drawingml/2006/main">
            <a:off x="1940220"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D20CB636-7D8F-4FEA-89EB-1449AEB9FADF}"/>
              </a:ext>
            </a:extLst>
          </p:cNvPr>
          <p:cNvSpPr>
            <a:spLocks xmlns:a="http://schemas.openxmlformats.org/drawingml/2006/main" noGrp="1"/>
          </p:cNvSpPr>
          <p:nvPr/>
        </p:nvSpPr>
        <p:spPr>
          <a:xfrm xmlns:a="http://schemas.openxmlformats.org/drawingml/2006/main">
            <a:off x="2017996" y="441703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F60DC3A5-2C45-49E9-8787-56941A375E29}"/>
              </a:ext>
            </a:extLst>
          </p:cNvPr>
          <p:cNvSpPr>
            <a:spLocks xmlns:a="http://schemas.openxmlformats.org/drawingml/2006/main" noGrp="1"/>
          </p:cNvSpPr>
          <p:nvPr/>
        </p:nvSpPr>
        <p:spPr>
          <a:xfrm xmlns:a="http://schemas.openxmlformats.org/drawingml/2006/main">
            <a:off x="2017996"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7ACC39F1-ADB8-4AD0-89EE-624154B2DE94}"/>
              </a:ext>
            </a:extLst>
          </p:cNvPr>
          <p:cNvSpPr>
            <a:spLocks xmlns:a="http://schemas.openxmlformats.org/drawingml/2006/main" noGrp="1"/>
          </p:cNvSpPr>
          <p:nvPr/>
        </p:nvSpPr>
        <p:spPr>
          <a:xfrm xmlns:a="http://schemas.openxmlformats.org/drawingml/2006/main">
            <a:off x="2017996"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44B3BA0F-A464-4E12-A3D4-5A625E33EB0C}"/>
              </a:ext>
            </a:extLst>
          </p:cNvPr>
          <p:cNvSpPr>
            <a:spLocks xmlns:a="http://schemas.openxmlformats.org/drawingml/2006/main" noGrp="1"/>
          </p:cNvSpPr>
          <p:nvPr/>
        </p:nvSpPr>
        <p:spPr>
          <a:xfrm xmlns:a="http://schemas.openxmlformats.org/drawingml/2006/main">
            <a:off x="2017996"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6E52B98B-4AA4-4D0C-B410-3518CC2BF498}"/>
              </a:ext>
            </a:extLst>
          </p:cNvPr>
          <p:cNvSpPr>
            <a:spLocks xmlns:a="http://schemas.openxmlformats.org/drawingml/2006/main" noGrp="1"/>
          </p:cNvSpPr>
          <p:nvPr/>
        </p:nvSpPr>
        <p:spPr>
          <a:xfrm xmlns:a="http://schemas.openxmlformats.org/drawingml/2006/main">
            <a:off x="2017996"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AF5A0893-13C3-40A1-81CC-AA0B8781487E}"/>
              </a:ext>
            </a:extLst>
          </p:cNvPr>
          <p:cNvSpPr>
            <a:spLocks xmlns:a="http://schemas.openxmlformats.org/drawingml/2006/main" noGrp="1"/>
          </p:cNvSpPr>
          <p:nvPr/>
        </p:nvSpPr>
        <p:spPr>
          <a:xfrm xmlns:a="http://schemas.openxmlformats.org/drawingml/2006/main">
            <a:off x="2017996"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73CD1405-516D-4DE8-A7C6-25406E72F026}"/>
              </a:ext>
            </a:extLst>
          </p:cNvPr>
          <p:cNvSpPr>
            <a:spLocks xmlns:a="http://schemas.openxmlformats.org/drawingml/2006/main" noGrp="1"/>
          </p:cNvSpPr>
          <p:nvPr/>
        </p:nvSpPr>
        <p:spPr>
          <a:xfrm xmlns:a="http://schemas.openxmlformats.org/drawingml/2006/main">
            <a:off x="2017996"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E016659A-DF52-4BEC-BF96-376E67483D30}"/>
              </a:ext>
            </a:extLst>
          </p:cNvPr>
          <p:cNvSpPr>
            <a:spLocks xmlns:a="http://schemas.openxmlformats.org/drawingml/2006/main" noGrp="1"/>
          </p:cNvSpPr>
          <p:nvPr/>
        </p:nvSpPr>
        <p:spPr>
          <a:xfrm xmlns:a="http://schemas.openxmlformats.org/drawingml/2006/main">
            <a:off x="2017996"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D26384EE-7332-43CD-B030-375C47CCE187}"/>
              </a:ext>
            </a:extLst>
          </p:cNvPr>
          <p:cNvSpPr>
            <a:spLocks xmlns:a="http://schemas.openxmlformats.org/drawingml/2006/main" noGrp="1"/>
          </p:cNvSpPr>
          <p:nvPr/>
        </p:nvSpPr>
        <p:spPr>
          <a:xfrm xmlns:a="http://schemas.openxmlformats.org/drawingml/2006/main">
            <a:off x="2017996"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0EEFECB4-4EB2-4EA3-AA70-A56AB9B3BD60}"/>
              </a:ext>
            </a:extLst>
          </p:cNvPr>
          <p:cNvSpPr>
            <a:spLocks xmlns:a="http://schemas.openxmlformats.org/drawingml/2006/main" noGrp="1"/>
          </p:cNvSpPr>
          <p:nvPr/>
        </p:nvSpPr>
        <p:spPr>
          <a:xfrm xmlns:a="http://schemas.openxmlformats.org/drawingml/2006/main">
            <a:off x="2017996"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B6342338-CA7F-4D06-B7C9-F979FF78A872}"/>
              </a:ext>
            </a:extLst>
          </p:cNvPr>
          <p:cNvSpPr>
            <a:spLocks xmlns:a="http://schemas.openxmlformats.org/drawingml/2006/main" noGrp="1"/>
          </p:cNvSpPr>
          <p:nvPr/>
        </p:nvSpPr>
        <p:spPr>
          <a:xfrm xmlns:a="http://schemas.openxmlformats.org/drawingml/2006/main">
            <a:off x="2017996"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D50A371E-FA93-4B85-BA74-3258149EB218}"/>
              </a:ext>
            </a:extLst>
          </p:cNvPr>
          <p:cNvSpPr>
            <a:spLocks xmlns:a="http://schemas.openxmlformats.org/drawingml/2006/main" noGrp="1"/>
          </p:cNvSpPr>
          <p:nvPr/>
        </p:nvSpPr>
        <p:spPr>
          <a:xfrm xmlns:a="http://schemas.openxmlformats.org/drawingml/2006/main">
            <a:off x="2017996"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1772F063-0DB6-4746-8F4B-B7AB53C92A53}"/>
              </a:ext>
            </a:extLst>
          </p:cNvPr>
          <p:cNvSpPr>
            <a:spLocks xmlns:a="http://schemas.openxmlformats.org/drawingml/2006/main" noGrp="1"/>
          </p:cNvSpPr>
          <p:nvPr/>
        </p:nvSpPr>
        <p:spPr>
          <a:xfrm xmlns:a="http://schemas.openxmlformats.org/drawingml/2006/main">
            <a:off x="2017996"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6827B6D5-3C5A-4385-B518-DA1D34DA885B}"/>
              </a:ext>
            </a:extLst>
          </p:cNvPr>
          <p:cNvSpPr>
            <a:spLocks xmlns:a="http://schemas.openxmlformats.org/drawingml/2006/main" noGrp="1"/>
          </p:cNvSpPr>
          <p:nvPr/>
        </p:nvSpPr>
        <p:spPr>
          <a:xfrm xmlns:a="http://schemas.openxmlformats.org/drawingml/2006/main">
            <a:off x="2095771"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CF47C8E3-4B56-4962-B93E-C70B5CFC5EFC}"/>
              </a:ext>
            </a:extLst>
          </p:cNvPr>
          <p:cNvSpPr>
            <a:spLocks xmlns:a="http://schemas.openxmlformats.org/drawingml/2006/main" noGrp="1"/>
          </p:cNvSpPr>
          <p:nvPr/>
        </p:nvSpPr>
        <p:spPr>
          <a:xfrm xmlns:a="http://schemas.openxmlformats.org/drawingml/2006/main">
            <a:off x="2095771"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5CA9C88F-1495-4966-A66D-CFA403D1D2FD}"/>
              </a:ext>
            </a:extLst>
          </p:cNvPr>
          <p:cNvSpPr>
            <a:spLocks xmlns:a="http://schemas.openxmlformats.org/drawingml/2006/main" noGrp="1"/>
          </p:cNvSpPr>
          <p:nvPr/>
        </p:nvSpPr>
        <p:spPr>
          <a:xfrm xmlns:a="http://schemas.openxmlformats.org/drawingml/2006/main">
            <a:off x="2095771"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1CBCD986-FC55-49AF-A3E8-5F96D514E9CA}"/>
              </a:ext>
            </a:extLst>
          </p:cNvPr>
          <p:cNvSpPr>
            <a:spLocks xmlns:a="http://schemas.openxmlformats.org/drawingml/2006/main" noGrp="1"/>
          </p:cNvSpPr>
          <p:nvPr/>
        </p:nvSpPr>
        <p:spPr>
          <a:xfrm xmlns:a="http://schemas.openxmlformats.org/drawingml/2006/main">
            <a:off x="2095771"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377BA4B3-877A-49BF-AA30-E8AC49326B5C}"/>
              </a:ext>
            </a:extLst>
          </p:cNvPr>
          <p:cNvSpPr>
            <a:spLocks xmlns:a="http://schemas.openxmlformats.org/drawingml/2006/main" noGrp="1"/>
          </p:cNvSpPr>
          <p:nvPr/>
        </p:nvSpPr>
        <p:spPr>
          <a:xfrm xmlns:a="http://schemas.openxmlformats.org/drawingml/2006/main">
            <a:off x="2095771"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59E8424F-4291-4F07-B826-6FB423F5624A}"/>
              </a:ext>
            </a:extLst>
          </p:cNvPr>
          <p:cNvSpPr>
            <a:spLocks xmlns:a="http://schemas.openxmlformats.org/drawingml/2006/main" noGrp="1"/>
          </p:cNvSpPr>
          <p:nvPr/>
        </p:nvSpPr>
        <p:spPr>
          <a:xfrm xmlns:a="http://schemas.openxmlformats.org/drawingml/2006/main">
            <a:off x="2095771"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F5035C15-721B-41FF-8264-1AD31B2203A7}"/>
              </a:ext>
            </a:extLst>
          </p:cNvPr>
          <p:cNvSpPr>
            <a:spLocks xmlns:a="http://schemas.openxmlformats.org/drawingml/2006/main" noGrp="1"/>
          </p:cNvSpPr>
          <p:nvPr/>
        </p:nvSpPr>
        <p:spPr>
          <a:xfrm xmlns:a="http://schemas.openxmlformats.org/drawingml/2006/main">
            <a:off x="2095771"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71E831B9-4C63-470B-8D6D-709CBD4BAF7A}"/>
              </a:ext>
            </a:extLst>
          </p:cNvPr>
          <p:cNvSpPr>
            <a:spLocks xmlns:a="http://schemas.openxmlformats.org/drawingml/2006/main" noGrp="1"/>
          </p:cNvSpPr>
          <p:nvPr/>
        </p:nvSpPr>
        <p:spPr>
          <a:xfrm xmlns:a="http://schemas.openxmlformats.org/drawingml/2006/main">
            <a:off x="2095771"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D1D7A5C7-BD84-4455-905C-9415491AE940}"/>
              </a:ext>
            </a:extLst>
          </p:cNvPr>
          <p:cNvSpPr>
            <a:spLocks xmlns:a="http://schemas.openxmlformats.org/drawingml/2006/main" noGrp="1"/>
          </p:cNvSpPr>
          <p:nvPr/>
        </p:nvSpPr>
        <p:spPr>
          <a:xfrm xmlns:a="http://schemas.openxmlformats.org/drawingml/2006/main">
            <a:off x="2095771"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C9B4B1A8-D6EE-439E-AA63-D514FD1C3699}"/>
              </a:ext>
            </a:extLst>
          </p:cNvPr>
          <p:cNvSpPr>
            <a:spLocks xmlns:a="http://schemas.openxmlformats.org/drawingml/2006/main" noGrp="1"/>
          </p:cNvSpPr>
          <p:nvPr/>
        </p:nvSpPr>
        <p:spPr>
          <a:xfrm xmlns:a="http://schemas.openxmlformats.org/drawingml/2006/main">
            <a:off x="2095771"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D9046BEF-7BE1-49EC-BEA8-D2D1B24F4674}"/>
              </a:ext>
            </a:extLst>
          </p:cNvPr>
          <p:cNvSpPr>
            <a:spLocks xmlns:a="http://schemas.openxmlformats.org/drawingml/2006/main" noGrp="1"/>
          </p:cNvSpPr>
          <p:nvPr/>
        </p:nvSpPr>
        <p:spPr>
          <a:xfrm xmlns:a="http://schemas.openxmlformats.org/drawingml/2006/main">
            <a:off x="2095771"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B3EECC4E-54AD-434B-B5C7-DEA47290356C}"/>
              </a:ext>
            </a:extLst>
          </p:cNvPr>
          <p:cNvSpPr>
            <a:spLocks xmlns:a="http://schemas.openxmlformats.org/drawingml/2006/main" noGrp="1"/>
          </p:cNvSpPr>
          <p:nvPr/>
        </p:nvSpPr>
        <p:spPr>
          <a:xfrm xmlns:a="http://schemas.openxmlformats.org/drawingml/2006/main">
            <a:off x="2095771"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FFFFEE27-53E5-403F-9DD2-E68DDE1437B0}"/>
              </a:ext>
            </a:extLst>
          </p:cNvPr>
          <p:cNvSpPr>
            <a:spLocks xmlns:a="http://schemas.openxmlformats.org/drawingml/2006/main" noGrp="1"/>
          </p:cNvSpPr>
          <p:nvPr/>
        </p:nvSpPr>
        <p:spPr>
          <a:xfrm xmlns:a="http://schemas.openxmlformats.org/drawingml/2006/main">
            <a:off x="2173547"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B9D5241B-F365-4A07-B08D-E546FAAD0B57}"/>
              </a:ext>
            </a:extLst>
          </p:cNvPr>
          <p:cNvSpPr>
            <a:spLocks xmlns:a="http://schemas.openxmlformats.org/drawingml/2006/main" noGrp="1"/>
          </p:cNvSpPr>
          <p:nvPr/>
        </p:nvSpPr>
        <p:spPr>
          <a:xfrm xmlns:a="http://schemas.openxmlformats.org/drawingml/2006/main">
            <a:off x="2173547"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ED2BB05C-0FD0-4D93-8192-0B5520DBB876}"/>
              </a:ext>
            </a:extLst>
          </p:cNvPr>
          <p:cNvSpPr>
            <a:spLocks xmlns:a="http://schemas.openxmlformats.org/drawingml/2006/main" noGrp="1"/>
          </p:cNvSpPr>
          <p:nvPr/>
        </p:nvSpPr>
        <p:spPr>
          <a:xfrm xmlns:a="http://schemas.openxmlformats.org/drawingml/2006/main">
            <a:off x="2173547"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1CDF60AA-2EC1-40BA-A8BA-C6C339F76E63}"/>
              </a:ext>
            </a:extLst>
          </p:cNvPr>
          <p:cNvSpPr>
            <a:spLocks xmlns:a="http://schemas.openxmlformats.org/drawingml/2006/main" noGrp="1"/>
          </p:cNvSpPr>
          <p:nvPr/>
        </p:nvSpPr>
        <p:spPr>
          <a:xfrm xmlns:a="http://schemas.openxmlformats.org/drawingml/2006/main">
            <a:off x="2173547"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17FC88CB-B040-41D3-B609-7ECC10275756}"/>
              </a:ext>
            </a:extLst>
          </p:cNvPr>
          <p:cNvSpPr>
            <a:spLocks xmlns:a="http://schemas.openxmlformats.org/drawingml/2006/main" noGrp="1"/>
          </p:cNvSpPr>
          <p:nvPr/>
        </p:nvSpPr>
        <p:spPr>
          <a:xfrm xmlns:a="http://schemas.openxmlformats.org/drawingml/2006/main">
            <a:off x="2173547"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7A4C8512-122D-4F39-9533-C44812A41722}"/>
              </a:ext>
            </a:extLst>
          </p:cNvPr>
          <p:cNvSpPr>
            <a:spLocks xmlns:a="http://schemas.openxmlformats.org/drawingml/2006/main" noGrp="1"/>
          </p:cNvSpPr>
          <p:nvPr/>
        </p:nvSpPr>
        <p:spPr>
          <a:xfrm xmlns:a="http://schemas.openxmlformats.org/drawingml/2006/main">
            <a:off x="2173547"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658A861B-268A-495F-A280-FE4DC06D279A}"/>
              </a:ext>
            </a:extLst>
          </p:cNvPr>
          <p:cNvSpPr>
            <a:spLocks xmlns:a="http://schemas.openxmlformats.org/drawingml/2006/main" noGrp="1"/>
          </p:cNvSpPr>
          <p:nvPr/>
        </p:nvSpPr>
        <p:spPr>
          <a:xfrm xmlns:a="http://schemas.openxmlformats.org/drawingml/2006/main">
            <a:off x="2173547"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A4674CB5-58EB-412B-87AA-E9C3CAE48F1F}"/>
              </a:ext>
            </a:extLst>
          </p:cNvPr>
          <p:cNvSpPr>
            <a:spLocks xmlns:a="http://schemas.openxmlformats.org/drawingml/2006/main" noGrp="1"/>
          </p:cNvSpPr>
          <p:nvPr/>
        </p:nvSpPr>
        <p:spPr>
          <a:xfrm xmlns:a="http://schemas.openxmlformats.org/drawingml/2006/main">
            <a:off x="2173547"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BC79C6E0-5706-4BA4-8B21-538782F56555}"/>
              </a:ext>
            </a:extLst>
          </p:cNvPr>
          <p:cNvSpPr>
            <a:spLocks xmlns:a="http://schemas.openxmlformats.org/drawingml/2006/main" noGrp="1"/>
          </p:cNvSpPr>
          <p:nvPr/>
        </p:nvSpPr>
        <p:spPr>
          <a:xfrm xmlns:a="http://schemas.openxmlformats.org/drawingml/2006/main">
            <a:off x="2173547"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DADA913B-5B08-4E97-BF76-8F51A46754C7}"/>
              </a:ext>
            </a:extLst>
          </p:cNvPr>
          <p:cNvSpPr>
            <a:spLocks xmlns:a="http://schemas.openxmlformats.org/drawingml/2006/main" noGrp="1"/>
          </p:cNvSpPr>
          <p:nvPr/>
        </p:nvSpPr>
        <p:spPr>
          <a:xfrm xmlns:a="http://schemas.openxmlformats.org/drawingml/2006/main">
            <a:off x="2173547"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BE6DB115-A0F5-4B09-8175-28D7045CED5C}"/>
              </a:ext>
            </a:extLst>
          </p:cNvPr>
          <p:cNvSpPr>
            <a:spLocks xmlns:a="http://schemas.openxmlformats.org/drawingml/2006/main" noGrp="1"/>
          </p:cNvSpPr>
          <p:nvPr/>
        </p:nvSpPr>
        <p:spPr>
          <a:xfrm xmlns:a="http://schemas.openxmlformats.org/drawingml/2006/main">
            <a:off x="2173547"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8685F1BB-4594-4E25-9E90-C879C3DE2ABC}"/>
              </a:ext>
            </a:extLst>
          </p:cNvPr>
          <p:cNvSpPr>
            <a:spLocks xmlns:a="http://schemas.openxmlformats.org/drawingml/2006/main" noGrp="1"/>
          </p:cNvSpPr>
          <p:nvPr/>
        </p:nvSpPr>
        <p:spPr>
          <a:xfrm xmlns:a="http://schemas.openxmlformats.org/drawingml/2006/main">
            <a:off x="2173547"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60440E45-8F4A-48CB-ADE4-A4428F19CA81}"/>
              </a:ext>
            </a:extLst>
          </p:cNvPr>
          <p:cNvSpPr>
            <a:spLocks xmlns:a="http://schemas.openxmlformats.org/drawingml/2006/main" noGrp="1"/>
          </p:cNvSpPr>
          <p:nvPr/>
        </p:nvSpPr>
        <p:spPr>
          <a:xfrm xmlns:a="http://schemas.openxmlformats.org/drawingml/2006/main">
            <a:off x="2173547"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70AC769A-9F0C-4E45-8F21-5BBD477286CB}"/>
              </a:ext>
            </a:extLst>
          </p:cNvPr>
          <p:cNvSpPr>
            <a:spLocks xmlns:a="http://schemas.openxmlformats.org/drawingml/2006/main" noGrp="1"/>
          </p:cNvSpPr>
          <p:nvPr/>
        </p:nvSpPr>
        <p:spPr>
          <a:xfrm xmlns:a="http://schemas.openxmlformats.org/drawingml/2006/main">
            <a:off x="2251322"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D79988CD-4B92-458A-8F28-2BC1DEA72EAC}"/>
              </a:ext>
            </a:extLst>
          </p:cNvPr>
          <p:cNvSpPr>
            <a:spLocks xmlns:a="http://schemas.openxmlformats.org/drawingml/2006/main" noGrp="1"/>
          </p:cNvSpPr>
          <p:nvPr/>
        </p:nvSpPr>
        <p:spPr>
          <a:xfrm xmlns:a="http://schemas.openxmlformats.org/drawingml/2006/main">
            <a:off x="2251322"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3FA94E2F-01D7-4BCE-8F46-95B81A0846B1}"/>
              </a:ext>
            </a:extLst>
          </p:cNvPr>
          <p:cNvSpPr>
            <a:spLocks xmlns:a="http://schemas.openxmlformats.org/drawingml/2006/main" noGrp="1"/>
          </p:cNvSpPr>
          <p:nvPr/>
        </p:nvSpPr>
        <p:spPr>
          <a:xfrm xmlns:a="http://schemas.openxmlformats.org/drawingml/2006/main">
            <a:off x="2251322"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9598F95A-846A-466A-91B6-B77730F1E26D}"/>
              </a:ext>
            </a:extLst>
          </p:cNvPr>
          <p:cNvSpPr>
            <a:spLocks xmlns:a="http://schemas.openxmlformats.org/drawingml/2006/main" noGrp="1"/>
          </p:cNvSpPr>
          <p:nvPr/>
        </p:nvSpPr>
        <p:spPr>
          <a:xfrm xmlns:a="http://schemas.openxmlformats.org/drawingml/2006/main">
            <a:off x="2251322"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B1024898-8BA6-488A-B095-03D4C44CA7A7}"/>
              </a:ext>
            </a:extLst>
          </p:cNvPr>
          <p:cNvSpPr>
            <a:spLocks xmlns:a="http://schemas.openxmlformats.org/drawingml/2006/main" noGrp="1"/>
          </p:cNvSpPr>
          <p:nvPr/>
        </p:nvSpPr>
        <p:spPr>
          <a:xfrm xmlns:a="http://schemas.openxmlformats.org/drawingml/2006/main">
            <a:off x="2251322"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DBB8D233-409D-4486-9ECF-307D032CA08E}"/>
              </a:ext>
            </a:extLst>
          </p:cNvPr>
          <p:cNvSpPr>
            <a:spLocks xmlns:a="http://schemas.openxmlformats.org/drawingml/2006/main" noGrp="1"/>
          </p:cNvSpPr>
          <p:nvPr/>
        </p:nvSpPr>
        <p:spPr>
          <a:xfrm xmlns:a="http://schemas.openxmlformats.org/drawingml/2006/main">
            <a:off x="2251322"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480E1ADE-9D66-4DE5-9E0C-030B9B0D082C}"/>
              </a:ext>
            </a:extLst>
          </p:cNvPr>
          <p:cNvSpPr>
            <a:spLocks xmlns:a="http://schemas.openxmlformats.org/drawingml/2006/main" noGrp="1"/>
          </p:cNvSpPr>
          <p:nvPr/>
        </p:nvSpPr>
        <p:spPr>
          <a:xfrm xmlns:a="http://schemas.openxmlformats.org/drawingml/2006/main">
            <a:off x="2251322"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40A1157E-E622-42A1-8CFF-9D2AF8F4E951}"/>
              </a:ext>
            </a:extLst>
          </p:cNvPr>
          <p:cNvSpPr>
            <a:spLocks xmlns:a="http://schemas.openxmlformats.org/drawingml/2006/main" noGrp="1"/>
          </p:cNvSpPr>
          <p:nvPr/>
        </p:nvSpPr>
        <p:spPr>
          <a:xfrm xmlns:a="http://schemas.openxmlformats.org/drawingml/2006/main">
            <a:off x="2251322"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B30EE503-12BA-4C77-8032-19EA2A0AE291}"/>
              </a:ext>
            </a:extLst>
          </p:cNvPr>
          <p:cNvSpPr>
            <a:spLocks xmlns:a="http://schemas.openxmlformats.org/drawingml/2006/main" noGrp="1"/>
          </p:cNvSpPr>
          <p:nvPr/>
        </p:nvSpPr>
        <p:spPr>
          <a:xfrm xmlns:a="http://schemas.openxmlformats.org/drawingml/2006/main">
            <a:off x="2251322"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E767A62A-485F-4D58-B977-B4574130B75D}"/>
              </a:ext>
            </a:extLst>
          </p:cNvPr>
          <p:cNvSpPr>
            <a:spLocks xmlns:a="http://schemas.openxmlformats.org/drawingml/2006/main" noGrp="1"/>
          </p:cNvSpPr>
          <p:nvPr/>
        </p:nvSpPr>
        <p:spPr>
          <a:xfrm xmlns:a="http://schemas.openxmlformats.org/drawingml/2006/main">
            <a:off x="2251322"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3F96863B-E06D-4947-ABE6-FB00EA9BF33B}"/>
              </a:ext>
            </a:extLst>
          </p:cNvPr>
          <p:cNvSpPr>
            <a:spLocks xmlns:a="http://schemas.openxmlformats.org/drawingml/2006/main" noGrp="1"/>
          </p:cNvSpPr>
          <p:nvPr/>
        </p:nvSpPr>
        <p:spPr>
          <a:xfrm xmlns:a="http://schemas.openxmlformats.org/drawingml/2006/main">
            <a:off x="2251322"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91DBF568-AD9E-4589-9C79-6701A289E13E}"/>
              </a:ext>
            </a:extLst>
          </p:cNvPr>
          <p:cNvSpPr>
            <a:spLocks xmlns:a="http://schemas.openxmlformats.org/drawingml/2006/main" noGrp="1"/>
          </p:cNvSpPr>
          <p:nvPr/>
        </p:nvSpPr>
        <p:spPr>
          <a:xfrm xmlns:a="http://schemas.openxmlformats.org/drawingml/2006/main">
            <a:off x="2251322"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A72FFA3B-30E1-4363-943E-E14990672FBB}"/>
              </a:ext>
            </a:extLst>
          </p:cNvPr>
          <p:cNvSpPr>
            <a:spLocks xmlns:a="http://schemas.openxmlformats.org/drawingml/2006/main" noGrp="1"/>
          </p:cNvSpPr>
          <p:nvPr/>
        </p:nvSpPr>
        <p:spPr>
          <a:xfrm xmlns:a="http://schemas.openxmlformats.org/drawingml/2006/main">
            <a:off x="2251322"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4D9873EF-9BEF-4CC9-8CC7-10045683C0FB}"/>
              </a:ext>
            </a:extLst>
          </p:cNvPr>
          <p:cNvSpPr>
            <a:spLocks xmlns:a="http://schemas.openxmlformats.org/drawingml/2006/main" noGrp="1"/>
          </p:cNvSpPr>
          <p:nvPr/>
        </p:nvSpPr>
        <p:spPr>
          <a:xfrm xmlns:a="http://schemas.openxmlformats.org/drawingml/2006/main">
            <a:off x="2251322"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CF5B6660-FAC0-4883-BB69-0821823E2E66}"/>
              </a:ext>
            </a:extLst>
          </p:cNvPr>
          <p:cNvSpPr>
            <a:spLocks xmlns:a="http://schemas.openxmlformats.org/drawingml/2006/main" noGrp="1"/>
          </p:cNvSpPr>
          <p:nvPr/>
        </p:nvSpPr>
        <p:spPr>
          <a:xfrm xmlns:a="http://schemas.openxmlformats.org/drawingml/2006/main">
            <a:off x="2329098"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1C2FAD28-876E-4063-A5FB-FEF28A14BB3D}"/>
              </a:ext>
            </a:extLst>
          </p:cNvPr>
          <p:cNvSpPr>
            <a:spLocks xmlns:a="http://schemas.openxmlformats.org/drawingml/2006/main" noGrp="1"/>
          </p:cNvSpPr>
          <p:nvPr/>
        </p:nvSpPr>
        <p:spPr>
          <a:xfrm xmlns:a="http://schemas.openxmlformats.org/drawingml/2006/main">
            <a:off x="2329098"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2BD95B96-496C-41DE-AE49-BF6199D54B78}"/>
              </a:ext>
            </a:extLst>
          </p:cNvPr>
          <p:cNvSpPr>
            <a:spLocks xmlns:a="http://schemas.openxmlformats.org/drawingml/2006/main" noGrp="1"/>
          </p:cNvSpPr>
          <p:nvPr/>
        </p:nvSpPr>
        <p:spPr>
          <a:xfrm xmlns:a="http://schemas.openxmlformats.org/drawingml/2006/main">
            <a:off x="2329098"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2B0F6DA0-5C88-4284-B5A8-FEC7C015AA1D}"/>
              </a:ext>
            </a:extLst>
          </p:cNvPr>
          <p:cNvSpPr>
            <a:spLocks xmlns:a="http://schemas.openxmlformats.org/drawingml/2006/main" noGrp="1"/>
          </p:cNvSpPr>
          <p:nvPr/>
        </p:nvSpPr>
        <p:spPr>
          <a:xfrm xmlns:a="http://schemas.openxmlformats.org/drawingml/2006/main">
            <a:off x="2329098"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980D21AA-5778-4505-8349-864D4EC6E4FC}"/>
              </a:ext>
            </a:extLst>
          </p:cNvPr>
          <p:cNvSpPr>
            <a:spLocks xmlns:a="http://schemas.openxmlformats.org/drawingml/2006/main" noGrp="1"/>
          </p:cNvSpPr>
          <p:nvPr/>
        </p:nvSpPr>
        <p:spPr>
          <a:xfrm xmlns:a="http://schemas.openxmlformats.org/drawingml/2006/main">
            <a:off x="2329098"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042C917C-7B03-45AA-BAF5-B9E03325E9E3}"/>
              </a:ext>
            </a:extLst>
          </p:cNvPr>
          <p:cNvSpPr>
            <a:spLocks xmlns:a="http://schemas.openxmlformats.org/drawingml/2006/main" noGrp="1"/>
          </p:cNvSpPr>
          <p:nvPr/>
        </p:nvSpPr>
        <p:spPr>
          <a:xfrm xmlns:a="http://schemas.openxmlformats.org/drawingml/2006/main">
            <a:off x="2329098"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33E08B93-3DA7-40B6-8763-7CEF136B6E15}"/>
              </a:ext>
            </a:extLst>
          </p:cNvPr>
          <p:cNvSpPr>
            <a:spLocks xmlns:a="http://schemas.openxmlformats.org/drawingml/2006/main" noGrp="1"/>
          </p:cNvSpPr>
          <p:nvPr/>
        </p:nvSpPr>
        <p:spPr>
          <a:xfrm xmlns:a="http://schemas.openxmlformats.org/drawingml/2006/main">
            <a:off x="2329098"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983B0E90-51BD-47F0-B901-B270861CDF04}"/>
              </a:ext>
            </a:extLst>
          </p:cNvPr>
          <p:cNvSpPr>
            <a:spLocks xmlns:a="http://schemas.openxmlformats.org/drawingml/2006/main" noGrp="1"/>
          </p:cNvSpPr>
          <p:nvPr/>
        </p:nvSpPr>
        <p:spPr>
          <a:xfrm xmlns:a="http://schemas.openxmlformats.org/drawingml/2006/main">
            <a:off x="2329098"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B1E5A5E8-42F5-424E-8FCF-182499640A93}"/>
              </a:ext>
            </a:extLst>
          </p:cNvPr>
          <p:cNvSpPr>
            <a:spLocks xmlns:a="http://schemas.openxmlformats.org/drawingml/2006/main" noGrp="1"/>
          </p:cNvSpPr>
          <p:nvPr/>
        </p:nvSpPr>
        <p:spPr>
          <a:xfrm xmlns:a="http://schemas.openxmlformats.org/drawingml/2006/main">
            <a:off x="2329098"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97E831D1-11FE-471D-AF9D-A80541183592}"/>
              </a:ext>
            </a:extLst>
          </p:cNvPr>
          <p:cNvSpPr>
            <a:spLocks xmlns:a="http://schemas.openxmlformats.org/drawingml/2006/main" noGrp="1"/>
          </p:cNvSpPr>
          <p:nvPr/>
        </p:nvSpPr>
        <p:spPr>
          <a:xfrm xmlns:a="http://schemas.openxmlformats.org/drawingml/2006/main">
            <a:off x="2329098"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EB15ACFF-0A39-4006-B2BF-0AC2E0BD6DCF}"/>
              </a:ext>
            </a:extLst>
          </p:cNvPr>
          <p:cNvSpPr>
            <a:spLocks xmlns:a="http://schemas.openxmlformats.org/drawingml/2006/main" noGrp="1"/>
          </p:cNvSpPr>
          <p:nvPr/>
        </p:nvSpPr>
        <p:spPr>
          <a:xfrm xmlns:a="http://schemas.openxmlformats.org/drawingml/2006/main">
            <a:off x="2406873"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E783FEF3-CAA3-485F-8A24-4357DD1F695B}"/>
              </a:ext>
            </a:extLst>
          </p:cNvPr>
          <p:cNvSpPr>
            <a:spLocks xmlns:a="http://schemas.openxmlformats.org/drawingml/2006/main" noGrp="1"/>
          </p:cNvSpPr>
          <p:nvPr/>
        </p:nvSpPr>
        <p:spPr>
          <a:xfrm xmlns:a="http://schemas.openxmlformats.org/drawingml/2006/main">
            <a:off x="2406873"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5BBCA005-8976-4558-8035-9EDFC2C1DF64}"/>
              </a:ext>
            </a:extLst>
          </p:cNvPr>
          <p:cNvSpPr>
            <a:spLocks xmlns:a="http://schemas.openxmlformats.org/drawingml/2006/main" noGrp="1"/>
          </p:cNvSpPr>
          <p:nvPr/>
        </p:nvSpPr>
        <p:spPr>
          <a:xfrm xmlns:a="http://schemas.openxmlformats.org/drawingml/2006/main">
            <a:off x="2406873"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FF832FF1-1CE0-4D90-B098-7FA32D57739B}"/>
              </a:ext>
            </a:extLst>
          </p:cNvPr>
          <p:cNvSpPr>
            <a:spLocks xmlns:a="http://schemas.openxmlformats.org/drawingml/2006/main" noGrp="1"/>
          </p:cNvSpPr>
          <p:nvPr/>
        </p:nvSpPr>
        <p:spPr>
          <a:xfrm xmlns:a="http://schemas.openxmlformats.org/drawingml/2006/main">
            <a:off x="2406873"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9C05678C-4056-45B9-8B07-A1753016FED0}"/>
              </a:ext>
            </a:extLst>
          </p:cNvPr>
          <p:cNvSpPr>
            <a:spLocks xmlns:a="http://schemas.openxmlformats.org/drawingml/2006/main" noGrp="1"/>
          </p:cNvSpPr>
          <p:nvPr/>
        </p:nvSpPr>
        <p:spPr>
          <a:xfrm xmlns:a="http://schemas.openxmlformats.org/drawingml/2006/main">
            <a:off x="240687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EE0700D3-7986-4D19-A48A-61ED3EAEAC6E}"/>
              </a:ext>
            </a:extLst>
          </p:cNvPr>
          <p:cNvSpPr>
            <a:spLocks xmlns:a="http://schemas.openxmlformats.org/drawingml/2006/main" noGrp="1"/>
          </p:cNvSpPr>
          <p:nvPr/>
        </p:nvSpPr>
        <p:spPr>
          <a:xfrm xmlns:a="http://schemas.openxmlformats.org/drawingml/2006/main">
            <a:off x="2406873"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EC898614-2B81-468B-B69C-7A2F25FA7E71}"/>
              </a:ext>
            </a:extLst>
          </p:cNvPr>
          <p:cNvSpPr>
            <a:spLocks xmlns:a="http://schemas.openxmlformats.org/drawingml/2006/main" noGrp="1"/>
          </p:cNvSpPr>
          <p:nvPr/>
        </p:nvSpPr>
        <p:spPr>
          <a:xfrm xmlns:a="http://schemas.openxmlformats.org/drawingml/2006/main">
            <a:off x="2406873"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C7ABFAA4-0E70-4C22-B641-1B651B5FEF46}"/>
              </a:ext>
            </a:extLst>
          </p:cNvPr>
          <p:cNvSpPr>
            <a:spLocks xmlns:a="http://schemas.openxmlformats.org/drawingml/2006/main" noGrp="1"/>
          </p:cNvSpPr>
          <p:nvPr/>
        </p:nvSpPr>
        <p:spPr>
          <a:xfrm xmlns:a="http://schemas.openxmlformats.org/drawingml/2006/main">
            <a:off x="2406873"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BCA32E3F-1F6D-4A85-9486-94DCBC22FF45}"/>
              </a:ext>
            </a:extLst>
          </p:cNvPr>
          <p:cNvSpPr>
            <a:spLocks xmlns:a="http://schemas.openxmlformats.org/drawingml/2006/main" noGrp="1"/>
          </p:cNvSpPr>
          <p:nvPr/>
        </p:nvSpPr>
        <p:spPr>
          <a:xfrm xmlns:a="http://schemas.openxmlformats.org/drawingml/2006/main">
            <a:off x="2406873"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D662F990-AEBE-418D-8687-7F1A1B0812AF}"/>
              </a:ext>
            </a:extLst>
          </p:cNvPr>
          <p:cNvSpPr>
            <a:spLocks xmlns:a="http://schemas.openxmlformats.org/drawingml/2006/main" noGrp="1"/>
          </p:cNvSpPr>
          <p:nvPr/>
        </p:nvSpPr>
        <p:spPr>
          <a:xfrm xmlns:a="http://schemas.openxmlformats.org/drawingml/2006/main">
            <a:off x="2406873"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CC82C9FE-398D-487B-92CB-36779187C670}"/>
              </a:ext>
            </a:extLst>
          </p:cNvPr>
          <p:cNvSpPr>
            <a:spLocks xmlns:a="http://schemas.openxmlformats.org/drawingml/2006/main" noGrp="1"/>
          </p:cNvSpPr>
          <p:nvPr/>
        </p:nvSpPr>
        <p:spPr>
          <a:xfrm xmlns:a="http://schemas.openxmlformats.org/drawingml/2006/main">
            <a:off x="2406873"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99B24870-8905-451C-A169-C845899FADD7}"/>
              </a:ext>
            </a:extLst>
          </p:cNvPr>
          <p:cNvSpPr>
            <a:spLocks xmlns:a="http://schemas.openxmlformats.org/drawingml/2006/main" noGrp="1"/>
          </p:cNvSpPr>
          <p:nvPr/>
        </p:nvSpPr>
        <p:spPr>
          <a:xfrm xmlns:a="http://schemas.openxmlformats.org/drawingml/2006/main">
            <a:off x="2406873"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696B31E4-7874-42CD-840A-4FA70D49ABD2}"/>
              </a:ext>
            </a:extLst>
          </p:cNvPr>
          <p:cNvSpPr>
            <a:spLocks xmlns:a="http://schemas.openxmlformats.org/drawingml/2006/main" noGrp="1"/>
          </p:cNvSpPr>
          <p:nvPr/>
        </p:nvSpPr>
        <p:spPr>
          <a:xfrm xmlns:a="http://schemas.openxmlformats.org/drawingml/2006/main">
            <a:off x="2484649"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3D3FF30F-3EA9-4BB7-978D-BE3C74FDF137}"/>
              </a:ext>
            </a:extLst>
          </p:cNvPr>
          <p:cNvSpPr>
            <a:spLocks xmlns:a="http://schemas.openxmlformats.org/drawingml/2006/main" noGrp="1"/>
          </p:cNvSpPr>
          <p:nvPr/>
        </p:nvSpPr>
        <p:spPr>
          <a:xfrm xmlns:a="http://schemas.openxmlformats.org/drawingml/2006/main">
            <a:off x="2484649"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B2E6F5FE-738F-4711-A46B-49BF34AEDB38}"/>
              </a:ext>
            </a:extLst>
          </p:cNvPr>
          <p:cNvSpPr>
            <a:spLocks xmlns:a="http://schemas.openxmlformats.org/drawingml/2006/main" noGrp="1"/>
          </p:cNvSpPr>
          <p:nvPr/>
        </p:nvSpPr>
        <p:spPr>
          <a:xfrm xmlns:a="http://schemas.openxmlformats.org/drawingml/2006/main">
            <a:off x="2484649"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42CDC790-B302-4F87-9CA5-4C8032D7A373}"/>
              </a:ext>
            </a:extLst>
          </p:cNvPr>
          <p:cNvSpPr>
            <a:spLocks xmlns:a="http://schemas.openxmlformats.org/drawingml/2006/main" noGrp="1"/>
          </p:cNvSpPr>
          <p:nvPr/>
        </p:nvSpPr>
        <p:spPr>
          <a:xfrm xmlns:a="http://schemas.openxmlformats.org/drawingml/2006/main">
            <a:off x="2484649"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AF7346ED-582B-4B79-98D9-129E7FB778DF}"/>
              </a:ext>
            </a:extLst>
          </p:cNvPr>
          <p:cNvSpPr>
            <a:spLocks xmlns:a="http://schemas.openxmlformats.org/drawingml/2006/main" noGrp="1"/>
          </p:cNvSpPr>
          <p:nvPr/>
        </p:nvSpPr>
        <p:spPr>
          <a:xfrm xmlns:a="http://schemas.openxmlformats.org/drawingml/2006/main">
            <a:off x="2484649"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D46EE963-30C2-4991-8CA4-5B6F86A8E022}"/>
              </a:ext>
            </a:extLst>
          </p:cNvPr>
          <p:cNvSpPr>
            <a:spLocks xmlns:a="http://schemas.openxmlformats.org/drawingml/2006/main" noGrp="1"/>
          </p:cNvSpPr>
          <p:nvPr/>
        </p:nvSpPr>
        <p:spPr>
          <a:xfrm xmlns:a="http://schemas.openxmlformats.org/drawingml/2006/main">
            <a:off x="2484649"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09A1AA10-4E2F-456D-9EAB-6EC6CCB1F599}"/>
              </a:ext>
            </a:extLst>
          </p:cNvPr>
          <p:cNvSpPr>
            <a:spLocks xmlns:a="http://schemas.openxmlformats.org/drawingml/2006/main" noGrp="1"/>
          </p:cNvSpPr>
          <p:nvPr/>
        </p:nvSpPr>
        <p:spPr>
          <a:xfrm xmlns:a="http://schemas.openxmlformats.org/drawingml/2006/main">
            <a:off x="2484649"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383FDCD3-F2B6-456F-B3E1-7609A0153E36}"/>
              </a:ext>
            </a:extLst>
          </p:cNvPr>
          <p:cNvSpPr>
            <a:spLocks xmlns:a="http://schemas.openxmlformats.org/drawingml/2006/main" noGrp="1"/>
          </p:cNvSpPr>
          <p:nvPr/>
        </p:nvSpPr>
        <p:spPr>
          <a:xfrm xmlns:a="http://schemas.openxmlformats.org/drawingml/2006/main">
            <a:off x="2484649"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2FAF6E9C-9810-4930-9315-606F8A347B2A}"/>
              </a:ext>
            </a:extLst>
          </p:cNvPr>
          <p:cNvSpPr>
            <a:spLocks xmlns:a="http://schemas.openxmlformats.org/drawingml/2006/main" noGrp="1"/>
          </p:cNvSpPr>
          <p:nvPr/>
        </p:nvSpPr>
        <p:spPr>
          <a:xfrm xmlns:a="http://schemas.openxmlformats.org/drawingml/2006/main">
            <a:off x="2484649"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D8153724-0F87-44B7-A093-1CD40BB4C1C4}"/>
              </a:ext>
            </a:extLst>
          </p:cNvPr>
          <p:cNvSpPr>
            <a:spLocks xmlns:a="http://schemas.openxmlformats.org/drawingml/2006/main" noGrp="1"/>
          </p:cNvSpPr>
          <p:nvPr/>
        </p:nvSpPr>
        <p:spPr>
          <a:xfrm xmlns:a="http://schemas.openxmlformats.org/drawingml/2006/main">
            <a:off x="2484649"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B706BA79-2E0F-4A7F-A578-8F01E444F627}"/>
              </a:ext>
            </a:extLst>
          </p:cNvPr>
          <p:cNvSpPr>
            <a:spLocks xmlns:a="http://schemas.openxmlformats.org/drawingml/2006/main" noGrp="1"/>
          </p:cNvSpPr>
          <p:nvPr/>
        </p:nvSpPr>
        <p:spPr>
          <a:xfrm xmlns:a="http://schemas.openxmlformats.org/drawingml/2006/main">
            <a:off x="2562424"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35FCA7F5-3BE6-494D-9348-071F552C7020}"/>
              </a:ext>
            </a:extLst>
          </p:cNvPr>
          <p:cNvSpPr>
            <a:spLocks xmlns:a="http://schemas.openxmlformats.org/drawingml/2006/main" noGrp="1"/>
          </p:cNvSpPr>
          <p:nvPr/>
        </p:nvSpPr>
        <p:spPr>
          <a:xfrm xmlns:a="http://schemas.openxmlformats.org/drawingml/2006/main">
            <a:off x="2562424"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69FB2E5B-1CD7-4170-8814-48B3CC2217F3}"/>
              </a:ext>
            </a:extLst>
          </p:cNvPr>
          <p:cNvSpPr>
            <a:spLocks xmlns:a="http://schemas.openxmlformats.org/drawingml/2006/main" noGrp="1"/>
          </p:cNvSpPr>
          <p:nvPr/>
        </p:nvSpPr>
        <p:spPr>
          <a:xfrm xmlns:a="http://schemas.openxmlformats.org/drawingml/2006/main">
            <a:off x="2562424"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F2462E8D-38A8-4234-8669-2785341F62A1}"/>
              </a:ext>
            </a:extLst>
          </p:cNvPr>
          <p:cNvSpPr>
            <a:spLocks xmlns:a="http://schemas.openxmlformats.org/drawingml/2006/main" noGrp="1"/>
          </p:cNvSpPr>
          <p:nvPr/>
        </p:nvSpPr>
        <p:spPr>
          <a:xfrm xmlns:a="http://schemas.openxmlformats.org/drawingml/2006/main">
            <a:off x="2562424"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E7D61EC6-F3E1-43D9-B484-BA8D6ADA8CB8}"/>
              </a:ext>
            </a:extLst>
          </p:cNvPr>
          <p:cNvSpPr>
            <a:spLocks xmlns:a="http://schemas.openxmlformats.org/drawingml/2006/main" noGrp="1"/>
          </p:cNvSpPr>
          <p:nvPr/>
        </p:nvSpPr>
        <p:spPr>
          <a:xfrm xmlns:a="http://schemas.openxmlformats.org/drawingml/2006/main">
            <a:off x="2562424"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6672840E-0865-4793-8770-D3D9F43F2FA4}"/>
              </a:ext>
            </a:extLst>
          </p:cNvPr>
          <p:cNvSpPr>
            <a:spLocks xmlns:a="http://schemas.openxmlformats.org/drawingml/2006/main" noGrp="1"/>
          </p:cNvSpPr>
          <p:nvPr/>
        </p:nvSpPr>
        <p:spPr>
          <a:xfrm xmlns:a="http://schemas.openxmlformats.org/drawingml/2006/main">
            <a:off x="2640200"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5870522D-70BB-493F-ADE0-42904C8ED0C9}"/>
              </a:ext>
            </a:extLst>
          </p:cNvPr>
          <p:cNvSpPr>
            <a:spLocks xmlns:a="http://schemas.openxmlformats.org/drawingml/2006/main" noGrp="1"/>
          </p:cNvSpPr>
          <p:nvPr/>
        </p:nvSpPr>
        <p:spPr>
          <a:xfrm xmlns:a="http://schemas.openxmlformats.org/drawingml/2006/main">
            <a:off x="2640200"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4537D8B6-CC1C-40FA-AA1A-FB9DCE196CE9}"/>
              </a:ext>
            </a:extLst>
          </p:cNvPr>
          <p:cNvSpPr>
            <a:spLocks xmlns:a="http://schemas.openxmlformats.org/drawingml/2006/main" noGrp="1"/>
          </p:cNvSpPr>
          <p:nvPr/>
        </p:nvSpPr>
        <p:spPr>
          <a:xfrm xmlns:a="http://schemas.openxmlformats.org/drawingml/2006/main">
            <a:off x="2640200"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A167323A-127F-4D70-9045-8B5E4DA00215}"/>
              </a:ext>
            </a:extLst>
          </p:cNvPr>
          <p:cNvSpPr>
            <a:spLocks xmlns:a="http://schemas.openxmlformats.org/drawingml/2006/main" noGrp="1"/>
          </p:cNvSpPr>
          <p:nvPr/>
        </p:nvSpPr>
        <p:spPr>
          <a:xfrm xmlns:a="http://schemas.openxmlformats.org/drawingml/2006/main">
            <a:off x="2640200"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4BFE5C55-0BBB-49F3-8F99-BDC4389A174D}"/>
              </a:ext>
            </a:extLst>
          </p:cNvPr>
          <p:cNvSpPr>
            <a:spLocks xmlns:a="http://schemas.openxmlformats.org/drawingml/2006/main" noGrp="1"/>
          </p:cNvSpPr>
          <p:nvPr/>
        </p:nvSpPr>
        <p:spPr>
          <a:xfrm xmlns:a="http://schemas.openxmlformats.org/drawingml/2006/main">
            <a:off x="2717975"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68192E78-9846-4070-9170-6D9E0702851C}"/>
              </a:ext>
            </a:extLst>
          </p:cNvPr>
          <p:cNvSpPr>
            <a:spLocks xmlns:a="http://schemas.openxmlformats.org/drawingml/2006/main" noGrp="1"/>
          </p:cNvSpPr>
          <p:nvPr/>
        </p:nvSpPr>
        <p:spPr>
          <a:xfrm xmlns:a="http://schemas.openxmlformats.org/drawingml/2006/main">
            <a:off x="2717975"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3408E0B7-2942-4A91-866F-FE5BE9F436A6}"/>
              </a:ext>
            </a:extLst>
          </p:cNvPr>
          <p:cNvSpPr>
            <a:spLocks xmlns:a="http://schemas.openxmlformats.org/drawingml/2006/main" noGrp="1"/>
          </p:cNvSpPr>
          <p:nvPr/>
        </p:nvSpPr>
        <p:spPr>
          <a:xfrm xmlns:a="http://schemas.openxmlformats.org/drawingml/2006/main">
            <a:off x="2717975"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1A19ACAC-0174-42B5-B471-A88E00A3B9C4}"/>
              </a:ext>
            </a:extLst>
          </p:cNvPr>
          <p:cNvSpPr>
            <a:spLocks xmlns:a="http://schemas.openxmlformats.org/drawingml/2006/main" noGrp="1"/>
          </p:cNvSpPr>
          <p:nvPr/>
        </p:nvSpPr>
        <p:spPr>
          <a:xfrm xmlns:a="http://schemas.openxmlformats.org/drawingml/2006/main">
            <a:off x="2717975"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62C9C59C-5976-41C8-93AF-7DCECB61896C}"/>
              </a:ext>
            </a:extLst>
          </p:cNvPr>
          <p:cNvSpPr>
            <a:spLocks xmlns:a="http://schemas.openxmlformats.org/drawingml/2006/main" noGrp="1"/>
          </p:cNvSpPr>
          <p:nvPr/>
        </p:nvSpPr>
        <p:spPr>
          <a:xfrm xmlns:a="http://schemas.openxmlformats.org/drawingml/2006/main">
            <a:off x="2717975"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ECDCEC63-E5C8-4F9E-9CCD-CB655115137F}"/>
              </a:ext>
            </a:extLst>
          </p:cNvPr>
          <p:cNvSpPr>
            <a:spLocks xmlns:a="http://schemas.openxmlformats.org/drawingml/2006/main" noGrp="1"/>
          </p:cNvSpPr>
          <p:nvPr/>
        </p:nvSpPr>
        <p:spPr>
          <a:xfrm xmlns:a="http://schemas.openxmlformats.org/drawingml/2006/main">
            <a:off x="2795751"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6239EEF2-33E2-42D2-A3AC-F184744F8FE5}"/>
              </a:ext>
            </a:extLst>
          </p:cNvPr>
          <p:cNvSpPr>
            <a:spLocks xmlns:a="http://schemas.openxmlformats.org/drawingml/2006/main" noGrp="1"/>
          </p:cNvSpPr>
          <p:nvPr/>
        </p:nvSpPr>
        <p:spPr>
          <a:xfrm xmlns:a="http://schemas.openxmlformats.org/drawingml/2006/main">
            <a:off x="2795751"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DE842A84-FF94-41B7-8C63-BBC1C51DFA45}"/>
              </a:ext>
            </a:extLst>
          </p:cNvPr>
          <p:cNvSpPr>
            <a:spLocks xmlns:a="http://schemas.openxmlformats.org/drawingml/2006/main" noGrp="1"/>
          </p:cNvSpPr>
          <p:nvPr/>
        </p:nvSpPr>
        <p:spPr>
          <a:xfrm xmlns:a="http://schemas.openxmlformats.org/drawingml/2006/main">
            <a:off x="2795751"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62CF5889-5044-4ED6-A4D6-3B02ED462D9E}"/>
              </a:ext>
            </a:extLst>
          </p:cNvPr>
          <p:cNvSpPr>
            <a:spLocks xmlns:a="http://schemas.openxmlformats.org/drawingml/2006/main" noGrp="1"/>
          </p:cNvSpPr>
          <p:nvPr/>
        </p:nvSpPr>
        <p:spPr>
          <a:xfrm xmlns:a="http://schemas.openxmlformats.org/drawingml/2006/main">
            <a:off x="2795751"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3CEF8114-B9CF-46C7-951D-39983ABEB3B7}"/>
              </a:ext>
            </a:extLst>
          </p:cNvPr>
          <p:cNvSpPr>
            <a:spLocks xmlns:a="http://schemas.openxmlformats.org/drawingml/2006/main" noGrp="1"/>
          </p:cNvSpPr>
          <p:nvPr/>
        </p:nvSpPr>
        <p:spPr>
          <a:xfrm xmlns:a="http://schemas.openxmlformats.org/drawingml/2006/main">
            <a:off x="2873526"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7A1482D3-AD60-4D18-B216-7BEF064E0FBD}"/>
              </a:ext>
            </a:extLst>
          </p:cNvPr>
          <p:cNvSpPr>
            <a:spLocks xmlns:a="http://schemas.openxmlformats.org/drawingml/2006/main" noGrp="1"/>
          </p:cNvSpPr>
          <p:nvPr/>
        </p:nvSpPr>
        <p:spPr>
          <a:xfrm xmlns:a="http://schemas.openxmlformats.org/drawingml/2006/main">
            <a:off x="2873526"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697FD6ED-EB05-43E6-A9B3-88AC43CAAE87}"/>
              </a:ext>
            </a:extLst>
          </p:cNvPr>
          <p:cNvSpPr>
            <a:spLocks xmlns:a="http://schemas.openxmlformats.org/drawingml/2006/main" noGrp="1"/>
          </p:cNvSpPr>
          <p:nvPr/>
        </p:nvSpPr>
        <p:spPr>
          <a:xfrm xmlns:a="http://schemas.openxmlformats.org/drawingml/2006/main">
            <a:off x="2873526"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A381DC77-37D6-4CCC-8BA2-41C5B675082C}"/>
              </a:ext>
            </a:extLst>
          </p:cNvPr>
          <p:cNvSpPr>
            <a:spLocks xmlns:a="http://schemas.openxmlformats.org/drawingml/2006/main" noGrp="1"/>
          </p:cNvSpPr>
          <p:nvPr/>
        </p:nvSpPr>
        <p:spPr>
          <a:xfrm xmlns:a="http://schemas.openxmlformats.org/drawingml/2006/main">
            <a:off x="2873526"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E58C70EF-5CF0-497C-A7EB-133FD5CB2D3A}"/>
              </a:ext>
            </a:extLst>
          </p:cNvPr>
          <p:cNvSpPr>
            <a:spLocks xmlns:a="http://schemas.openxmlformats.org/drawingml/2006/main" noGrp="1"/>
          </p:cNvSpPr>
          <p:nvPr/>
        </p:nvSpPr>
        <p:spPr>
          <a:xfrm xmlns:a="http://schemas.openxmlformats.org/drawingml/2006/main">
            <a:off x="2873526"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D554A029-E038-4FF9-8913-35C7CF1A5BA6}"/>
              </a:ext>
            </a:extLst>
          </p:cNvPr>
          <p:cNvSpPr>
            <a:spLocks xmlns:a="http://schemas.openxmlformats.org/drawingml/2006/main" noGrp="1"/>
          </p:cNvSpPr>
          <p:nvPr/>
        </p:nvSpPr>
        <p:spPr>
          <a:xfrm xmlns:a="http://schemas.openxmlformats.org/drawingml/2006/main">
            <a:off x="2873526"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22F9FCE6-BE69-4361-8E2C-520443B628A1}"/>
              </a:ext>
            </a:extLst>
          </p:cNvPr>
          <p:cNvSpPr>
            <a:spLocks xmlns:a="http://schemas.openxmlformats.org/drawingml/2006/main" noGrp="1"/>
          </p:cNvSpPr>
          <p:nvPr/>
        </p:nvSpPr>
        <p:spPr>
          <a:xfrm xmlns:a="http://schemas.openxmlformats.org/drawingml/2006/main">
            <a:off x="2951302"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B3F7C844-ED9A-450F-851C-70756402FD24}"/>
              </a:ext>
            </a:extLst>
          </p:cNvPr>
          <p:cNvSpPr>
            <a:spLocks xmlns:a="http://schemas.openxmlformats.org/drawingml/2006/main" noGrp="1"/>
          </p:cNvSpPr>
          <p:nvPr/>
        </p:nvSpPr>
        <p:spPr>
          <a:xfrm xmlns:a="http://schemas.openxmlformats.org/drawingml/2006/main">
            <a:off x="2951302"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FB31361E-AF1A-4CEC-B9AB-94CCE43CE5C4}"/>
              </a:ext>
            </a:extLst>
          </p:cNvPr>
          <p:cNvSpPr>
            <a:spLocks xmlns:a="http://schemas.openxmlformats.org/drawingml/2006/main" noGrp="1"/>
          </p:cNvSpPr>
          <p:nvPr/>
        </p:nvSpPr>
        <p:spPr>
          <a:xfrm xmlns:a="http://schemas.openxmlformats.org/drawingml/2006/main">
            <a:off x="2951302"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4C7BE164-0AF7-49F6-9E36-C7C701CDEBA5}"/>
              </a:ext>
            </a:extLst>
          </p:cNvPr>
          <p:cNvSpPr>
            <a:spLocks xmlns:a="http://schemas.openxmlformats.org/drawingml/2006/main" noGrp="1"/>
          </p:cNvSpPr>
          <p:nvPr/>
        </p:nvSpPr>
        <p:spPr>
          <a:xfrm xmlns:a="http://schemas.openxmlformats.org/drawingml/2006/main">
            <a:off x="2951302"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15845886-5D4F-4A89-A04D-804A3365F312}"/>
              </a:ext>
            </a:extLst>
          </p:cNvPr>
          <p:cNvSpPr>
            <a:spLocks xmlns:a="http://schemas.openxmlformats.org/drawingml/2006/main" noGrp="1"/>
          </p:cNvSpPr>
          <p:nvPr/>
        </p:nvSpPr>
        <p:spPr>
          <a:xfrm xmlns:a="http://schemas.openxmlformats.org/drawingml/2006/main">
            <a:off x="2951302"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CBF98E4C-3A63-451A-AA16-548710BE6643}"/>
              </a:ext>
            </a:extLst>
          </p:cNvPr>
          <p:cNvSpPr>
            <a:spLocks xmlns:a="http://schemas.openxmlformats.org/drawingml/2006/main" noGrp="1"/>
          </p:cNvSpPr>
          <p:nvPr/>
        </p:nvSpPr>
        <p:spPr>
          <a:xfrm xmlns:a="http://schemas.openxmlformats.org/drawingml/2006/main">
            <a:off x="3029077"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0B236B4F-3D55-48ED-95FC-79B25D5B67C5}"/>
              </a:ext>
            </a:extLst>
          </p:cNvPr>
          <p:cNvSpPr>
            <a:spLocks xmlns:a="http://schemas.openxmlformats.org/drawingml/2006/main" noGrp="1"/>
          </p:cNvSpPr>
          <p:nvPr/>
        </p:nvSpPr>
        <p:spPr>
          <a:xfrm xmlns:a="http://schemas.openxmlformats.org/drawingml/2006/main">
            <a:off x="3029077"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BFD5543E-352B-4D1F-8D2E-5B2B8CA03581}"/>
              </a:ext>
            </a:extLst>
          </p:cNvPr>
          <p:cNvSpPr>
            <a:spLocks xmlns:a="http://schemas.openxmlformats.org/drawingml/2006/main" noGrp="1"/>
          </p:cNvSpPr>
          <p:nvPr/>
        </p:nvSpPr>
        <p:spPr>
          <a:xfrm xmlns:a="http://schemas.openxmlformats.org/drawingml/2006/main">
            <a:off x="3029077"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5FA4ED79-13C6-4CED-83B5-1E6948C4A13E}"/>
              </a:ext>
            </a:extLst>
          </p:cNvPr>
          <p:cNvSpPr>
            <a:spLocks xmlns:a="http://schemas.openxmlformats.org/drawingml/2006/main" noGrp="1"/>
          </p:cNvSpPr>
          <p:nvPr/>
        </p:nvSpPr>
        <p:spPr>
          <a:xfrm xmlns:a="http://schemas.openxmlformats.org/drawingml/2006/main">
            <a:off x="3106853"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36B8BE30-C580-4F17-B059-4DBE1F4C88CB}"/>
              </a:ext>
            </a:extLst>
          </p:cNvPr>
          <p:cNvSpPr>
            <a:spLocks xmlns:a="http://schemas.openxmlformats.org/drawingml/2006/main" noGrp="1"/>
          </p:cNvSpPr>
          <p:nvPr/>
        </p:nvSpPr>
        <p:spPr>
          <a:xfrm xmlns:a="http://schemas.openxmlformats.org/drawingml/2006/main">
            <a:off x="3106853"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6F774D4E-FAC6-41D4-A6F0-7A7A4BFB634D}"/>
              </a:ext>
            </a:extLst>
          </p:cNvPr>
          <p:cNvSpPr>
            <a:spLocks xmlns:a="http://schemas.openxmlformats.org/drawingml/2006/main" noGrp="1"/>
          </p:cNvSpPr>
          <p:nvPr/>
        </p:nvSpPr>
        <p:spPr>
          <a:xfrm xmlns:a="http://schemas.openxmlformats.org/drawingml/2006/main">
            <a:off x="3106853"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B7BBCF24-B45B-4CBA-890C-4660C58DEC80}"/>
              </a:ext>
            </a:extLst>
          </p:cNvPr>
          <p:cNvSpPr>
            <a:spLocks xmlns:a="http://schemas.openxmlformats.org/drawingml/2006/main" noGrp="1"/>
          </p:cNvSpPr>
          <p:nvPr/>
        </p:nvSpPr>
        <p:spPr>
          <a:xfrm xmlns:a="http://schemas.openxmlformats.org/drawingml/2006/main">
            <a:off x="3106853"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B6F03B4B-A9F7-4D55-B33F-061BB71AC46C}"/>
              </a:ext>
            </a:extLst>
          </p:cNvPr>
          <p:cNvSpPr>
            <a:spLocks xmlns:a="http://schemas.openxmlformats.org/drawingml/2006/main" noGrp="1"/>
          </p:cNvSpPr>
          <p:nvPr/>
        </p:nvSpPr>
        <p:spPr>
          <a:xfrm xmlns:a="http://schemas.openxmlformats.org/drawingml/2006/main">
            <a:off x="3106853"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905CECF0-1FD0-48D3-ADC6-938166F887D7}"/>
              </a:ext>
            </a:extLst>
          </p:cNvPr>
          <p:cNvSpPr>
            <a:spLocks xmlns:a="http://schemas.openxmlformats.org/drawingml/2006/main" noGrp="1"/>
          </p:cNvSpPr>
          <p:nvPr/>
        </p:nvSpPr>
        <p:spPr>
          <a:xfrm xmlns:a="http://schemas.openxmlformats.org/drawingml/2006/main">
            <a:off x="3106853"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673AE815-49DA-4B8B-86E1-2EA42D2DC325}"/>
              </a:ext>
            </a:extLst>
          </p:cNvPr>
          <p:cNvSpPr>
            <a:spLocks xmlns:a="http://schemas.openxmlformats.org/drawingml/2006/main" noGrp="1"/>
          </p:cNvSpPr>
          <p:nvPr/>
        </p:nvSpPr>
        <p:spPr>
          <a:xfrm xmlns:a="http://schemas.openxmlformats.org/drawingml/2006/main">
            <a:off x="3106853" y="238125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3F6E22E5-6201-4C0C-ADFF-EB3902B73A08}"/>
              </a:ext>
            </a:extLst>
          </p:cNvPr>
          <p:cNvSpPr>
            <a:spLocks xmlns:a="http://schemas.openxmlformats.org/drawingml/2006/main" noGrp="1"/>
          </p:cNvSpPr>
          <p:nvPr/>
        </p:nvSpPr>
        <p:spPr>
          <a:xfrm xmlns:a="http://schemas.openxmlformats.org/drawingml/2006/main">
            <a:off x="318462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E71A9FC9-5DAC-4F2B-B137-571E8F12B346}"/>
              </a:ext>
            </a:extLst>
          </p:cNvPr>
          <p:cNvSpPr>
            <a:spLocks xmlns:a="http://schemas.openxmlformats.org/drawingml/2006/main" noGrp="1"/>
          </p:cNvSpPr>
          <p:nvPr/>
        </p:nvSpPr>
        <p:spPr>
          <a:xfrm xmlns:a="http://schemas.openxmlformats.org/drawingml/2006/main">
            <a:off x="318462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F55FF7E6-D117-4E5E-BD91-E4E5A9F19164}"/>
              </a:ext>
            </a:extLst>
          </p:cNvPr>
          <p:cNvSpPr>
            <a:spLocks xmlns:a="http://schemas.openxmlformats.org/drawingml/2006/main" noGrp="1"/>
          </p:cNvSpPr>
          <p:nvPr/>
        </p:nvSpPr>
        <p:spPr>
          <a:xfrm xmlns:a="http://schemas.openxmlformats.org/drawingml/2006/main">
            <a:off x="3184628"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A874D7B4-A671-40E6-AFBE-3E65BCE592E7}"/>
              </a:ext>
            </a:extLst>
          </p:cNvPr>
          <p:cNvSpPr>
            <a:spLocks xmlns:a="http://schemas.openxmlformats.org/drawingml/2006/main" noGrp="1"/>
          </p:cNvSpPr>
          <p:nvPr/>
        </p:nvSpPr>
        <p:spPr>
          <a:xfrm xmlns:a="http://schemas.openxmlformats.org/drawingml/2006/main">
            <a:off x="3184628"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72BDCD97-E6FB-407A-BD1D-22CCE4002E82}"/>
              </a:ext>
            </a:extLst>
          </p:cNvPr>
          <p:cNvSpPr>
            <a:spLocks xmlns:a="http://schemas.openxmlformats.org/drawingml/2006/main" noGrp="1"/>
          </p:cNvSpPr>
          <p:nvPr/>
        </p:nvSpPr>
        <p:spPr>
          <a:xfrm xmlns:a="http://schemas.openxmlformats.org/drawingml/2006/main">
            <a:off x="3184628"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09E16322-EF50-41D1-95EA-43442A7E9A5D}"/>
              </a:ext>
            </a:extLst>
          </p:cNvPr>
          <p:cNvSpPr>
            <a:spLocks xmlns:a="http://schemas.openxmlformats.org/drawingml/2006/main" noGrp="1"/>
          </p:cNvSpPr>
          <p:nvPr/>
        </p:nvSpPr>
        <p:spPr>
          <a:xfrm xmlns:a="http://schemas.openxmlformats.org/drawingml/2006/main">
            <a:off x="3184628"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7D3E33A5-EAA3-418E-B919-C2B9A876E5F1}"/>
              </a:ext>
            </a:extLst>
          </p:cNvPr>
          <p:cNvSpPr>
            <a:spLocks xmlns:a="http://schemas.openxmlformats.org/drawingml/2006/main" noGrp="1"/>
          </p:cNvSpPr>
          <p:nvPr/>
        </p:nvSpPr>
        <p:spPr>
          <a:xfrm xmlns:a="http://schemas.openxmlformats.org/drawingml/2006/main">
            <a:off x="3184628"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B3BF1791-F798-4CC0-AC3D-53DB49BB68F6}"/>
              </a:ext>
            </a:extLst>
          </p:cNvPr>
          <p:cNvSpPr>
            <a:spLocks xmlns:a="http://schemas.openxmlformats.org/drawingml/2006/main" noGrp="1"/>
          </p:cNvSpPr>
          <p:nvPr/>
        </p:nvSpPr>
        <p:spPr>
          <a:xfrm xmlns:a="http://schemas.openxmlformats.org/drawingml/2006/main">
            <a:off x="3184628" y="238125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2087EAE5-2066-40CD-ADF1-476FC7B23BE3}"/>
              </a:ext>
            </a:extLst>
          </p:cNvPr>
          <p:cNvSpPr>
            <a:spLocks xmlns:a="http://schemas.openxmlformats.org/drawingml/2006/main" noGrp="1"/>
          </p:cNvSpPr>
          <p:nvPr/>
        </p:nvSpPr>
        <p:spPr>
          <a:xfrm xmlns:a="http://schemas.openxmlformats.org/drawingml/2006/main">
            <a:off x="3262404"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7FEDF26E-6C9C-4C06-89FD-D0D1B62376B5}"/>
              </a:ext>
            </a:extLst>
          </p:cNvPr>
          <p:cNvSpPr>
            <a:spLocks xmlns:a="http://schemas.openxmlformats.org/drawingml/2006/main" noGrp="1"/>
          </p:cNvSpPr>
          <p:nvPr/>
        </p:nvSpPr>
        <p:spPr>
          <a:xfrm xmlns:a="http://schemas.openxmlformats.org/drawingml/2006/main">
            <a:off x="3262404"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35E2A74F-D4A1-43B8-B04E-01250BEACE51}"/>
              </a:ext>
            </a:extLst>
          </p:cNvPr>
          <p:cNvSpPr>
            <a:spLocks xmlns:a="http://schemas.openxmlformats.org/drawingml/2006/main" noGrp="1"/>
          </p:cNvSpPr>
          <p:nvPr/>
        </p:nvSpPr>
        <p:spPr>
          <a:xfrm xmlns:a="http://schemas.openxmlformats.org/drawingml/2006/main">
            <a:off x="3262404"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61F4B45F-D460-4FF0-B9AE-9A5B4B51A092}"/>
              </a:ext>
            </a:extLst>
          </p:cNvPr>
          <p:cNvSpPr>
            <a:spLocks xmlns:a="http://schemas.openxmlformats.org/drawingml/2006/main" noGrp="1"/>
          </p:cNvSpPr>
          <p:nvPr/>
        </p:nvSpPr>
        <p:spPr>
          <a:xfrm xmlns:a="http://schemas.openxmlformats.org/drawingml/2006/main">
            <a:off x="3262404"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972383CD-C324-43D7-874E-4E95EFF82745}"/>
              </a:ext>
            </a:extLst>
          </p:cNvPr>
          <p:cNvSpPr>
            <a:spLocks xmlns:a="http://schemas.openxmlformats.org/drawingml/2006/main" noGrp="1"/>
          </p:cNvSpPr>
          <p:nvPr/>
        </p:nvSpPr>
        <p:spPr>
          <a:xfrm xmlns:a="http://schemas.openxmlformats.org/drawingml/2006/main">
            <a:off x="3262404"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DCBE8A9B-FA43-4226-BE26-030A63A85D1A}"/>
              </a:ext>
            </a:extLst>
          </p:cNvPr>
          <p:cNvSpPr>
            <a:spLocks xmlns:a="http://schemas.openxmlformats.org/drawingml/2006/main" noGrp="1"/>
          </p:cNvSpPr>
          <p:nvPr/>
        </p:nvSpPr>
        <p:spPr>
          <a:xfrm xmlns:a="http://schemas.openxmlformats.org/drawingml/2006/main">
            <a:off x="3262404"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1EBF9CE3-5D2E-4908-86B5-11E69DFB9E28}"/>
              </a:ext>
            </a:extLst>
          </p:cNvPr>
          <p:cNvSpPr>
            <a:spLocks xmlns:a="http://schemas.openxmlformats.org/drawingml/2006/main" noGrp="1"/>
          </p:cNvSpPr>
          <p:nvPr/>
        </p:nvSpPr>
        <p:spPr>
          <a:xfrm xmlns:a="http://schemas.openxmlformats.org/drawingml/2006/main">
            <a:off x="3262404"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DEE68FD2-AAB6-42D1-8E3A-94C0B6534428}"/>
              </a:ext>
            </a:extLst>
          </p:cNvPr>
          <p:cNvSpPr>
            <a:spLocks xmlns:a="http://schemas.openxmlformats.org/drawingml/2006/main" noGrp="1"/>
          </p:cNvSpPr>
          <p:nvPr/>
        </p:nvSpPr>
        <p:spPr>
          <a:xfrm xmlns:a="http://schemas.openxmlformats.org/drawingml/2006/main">
            <a:off x="3262404"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CE48D574-69D2-4CA6-9064-D4CC3E1DD352}"/>
              </a:ext>
            </a:extLst>
          </p:cNvPr>
          <p:cNvSpPr>
            <a:spLocks xmlns:a="http://schemas.openxmlformats.org/drawingml/2006/main" noGrp="1"/>
          </p:cNvSpPr>
          <p:nvPr/>
        </p:nvSpPr>
        <p:spPr>
          <a:xfrm xmlns:a="http://schemas.openxmlformats.org/drawingml/2006/main">
            <a:off x="3262404"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5E76B0F8-5FED-48A7-BC33-E59F3895DDC1}"/>
              </a:ext>
            </a:extLst>
          </p:cNvPr>
          <p:cNvSpPr>
            <a:spLocks xmlns:a="http://schemas.openxmlformats.org/drawingml/2006/main" noGrp="1"/>
          </p:cNvSpPr>
          <p:nvPr/>
        </p:nvSpPr>
        <p:spPr>
          <a:xfrm xmlns:a="http://schemas.openxmlformats.org/drawingml/2006/main">
            <a:off x="3262404" y="238125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356EBDB9-E9C0-4C6A-8DC1-EE1F498CBFAE}"/>
              </a:ext>
            </a:extLst>
          </p:cNvPr>
          <p:cNvSpPr>
            <a:spLocks xmlns:a="http://schemas.openxmlformats.org/drawingml/2006/main" noGrp="1"/>
          </p:cNvSpPr>
          <p:nvPr/>
        </p:nvSpPr>
        <p:spPr>
          <a:xfrm xmlns:a="http://schemas.openxmlformats.org/drawingml/2006/main">
            <a:off x="3340180" y="441703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43F5560C-2CD4-452F-A221-EEC8F1F55FBF}"/>
              </a:ext>
            </a:extLst>
          </p:cNvPr>
          <p:cNvSpPr>
            <a:spLocks xmlns:a="http://schemas.openxmlformats.org/drawingml/2006/main" noGrp="1"/>
          </p:cNvSpPr>
          <p:nvPr/>
        </p:nvSpPr>
        <p:spPr>
          <a:xfrm xmlns:a="http://schemas.openxmlformats.org/drawingml/2006/main">
            <a:off x="3340180"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321666A0-1C82-4A19-B7C1-82356D1822E5}"/>
              </a:ext>
            </a:extLst>
          </p:cNvPr>
          <p:cNvSpPr>
            <a:spLocks xmlns:a="http://schemas.openxmlformats.org/drawingml/2006/main" noGrp="1"/>
          </p:cNvSpPr>
          <p:nvPr/>
        </p:nvSpPr>
        <p:spPr>
          <a:xfrm xmlns:a="http://schemas.openxmlformats.org/drawingml/2006/main">
            <a:off x="3340180"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3D21524E-BC0E-4EAD-87EF-DF387F115505}"/>
              </a:ext>
            </a:extLst>
          </p:cNvPr>
          <p:cNvSpPr>
            <a:spLocks xmlns:a="http://schemas.openxmlformats.org/drawingml/2006/main" noGrp="1"/>
          </p:cNvSpPr>
          <p:nvPr/>
        </p:nvSpPr>
        <p:spPr>
          <a:xfrm xmlns:a="http://schemas.openxmlformats.org/drawingml/2006/main">
            <a:off x="3340180"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38B110C8-D160-4AB5-A57C-87BD034107DD}"/>
              </a:ext>
            </a:extLst>
          </p:cNvPr>
          <p:cNvSpPr>
            <a:spLocks xmlns:a="http://schemas.openxmlformats.org/drawingml/2006/main" noGrp="1"/>
          </p:cNvSpPr>
          <p:nvPr/>
        </p:nvSpPr>
        <p:spPr>
          <a:xfrm xmlns:a="http://schemas.openxmlformats.org/drawingml/2006/main">
            <a:off x="3340180"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BC279C17-93EA-49A4-A987-0BA772615171}"/>
              </a:ext>
            </a:extLst>
          </p:cNvPr>
          <p:cNvSpPr>
            <a:spLocks xmlns:a="http://schemas.openxmlformats.org/drawingml/2006/main" noGrp="1"/>
          </p:cNvSpPr>
          <p:nvPr/>
        </p:nvSpPr>
        <p:spPr>
          <a:xfrm xmlns:a="http://schemas.openxmlformats.org/drawingml/2006/main">
            <a:off x="3340180"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A8D4BEFC-1915-4532-BA78-D357469BA882}"/>
              </a:ext>
            </a:extLst>
          </p:cNvPr>
          <p:cNvSpPr>
            <a:spLocks xmlns:a="http://schemas.openxmlformats.org/drawingml/2006/main" noGrp="1"/>
          </p:cNvSpPr>
          <p:nvPr/>
        </p:nvSpPr>
        <p:spPr>
          <a:xfrm xmlns:a="http://schemas.openxmlformats.org/drawingml/2006/main">
            <a:off x="3340180" y="238125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3782308C-E114-4184-AFE6-EADA401A53C3}"/>
              </a:ext>
            </a:extLst>
          </p:cNvPr>
          <p:cNvSpPr>
            <a:spLocks xmlns:a="http://schemas.openxmlformats.org/drawingml/2006/main" noGrp="1"/>
          </p:cNvSpPr>
          <p:nvPr/>
        </p:nvSpPr>
        <p:spPr>
          <a:xfrm xmlns:a="http://schemas.openxmlformats.org/drawingml/2006/main">
            <a:off x="3417955" y="441703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4160B202-33BE-4591-9BC0-F34F6B7150C9}"/>
              </a:ext>
            </a:extLst>
          </p:cNvPr>
          <p:cNvSpPr>
            <a:spLocks xmlns:a="http://schemas.openxmlformats.org/drawingml/2006/main" noGrp="1"/>
          </p:cNvSpPr>
          <p:nvPr/>
        </p:nvSpPr>
        <p:spPr>
          <a:xfrm xmlns:a="http://schemas.openxmlformats.org/drawingml/2006/main">
            <a:off x="3417955"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F10F73E7-33B0-4A1F-986E-AF8809DC55FF}"/>
              </a:ext>
            </a:extLst>
          </p:cNvPr>
          <p:cNvSpPr>
            <a:spLocks xmlns:a="http://schemas.openxmlformats.org/drawingml/2006/main" noGrp="1"/>
          </p:cNvSpPr>
          <p:nvPr/>
        </p:nvSpPr>
        <p:spPr>
          <a:xfrm xmlns:a="http://schemas.openxmlformats.org/drawingml/2006/main">
            <a:off x="3417955"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6A1FDA30-B0DB-4756-9F7A-EB4FE77F78E8}"/>
              </a:ext>
            </a:extLst>
          </p:cNvPr>
          <p:cNvSpPr>
            <a:spLocks xmlns:a="http://schemas.openxmlformats.org/drawingml/2006/main" noGrp="1"/>
          </p:cNvSpPr>
          <p:nvPr/>
        </p:nvSpPr>
        <p:spPr>
          <a:xfrm xmlns:a="http://schemas.openxmlformats.org/drawingml/2006/main">
            <a:off x="3417955"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A9C6F1B5-94B8-4C1B-B46C-DEB1EBCE92FA}"/>
              </a:ext>
            </a:extLst>
          </p:cNvPr>
          <p:cNvSpPr>
            <a:spLocks xmlns:a="http://schemas.openxmlformats.org/drawingml/2006/main" noGrp="1"/>
          </p:cNvSpPr>
          <p:nvPr/>
        </p:nvSpPr>
        <p:spPr>
          <a:xfrm xmlns:a="http://schemas.openxmlformats.org/drawingml/2006/main">
            <a:off x="3417955"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7180C7D0-3904-4BA8-9F30-54B7244BDAA6}"/>
              </a:ext>
            </a:extLst>
          </p:cNvPr>
          <p:cNvSpPr>
            <a:spLocks xmlns:a="http://schemas.openxmlformats.org/drawingml/2006/main" noGrp="1"/>
          </p:cNvSpPr>
          <p:nvPr/>
        </p:nvSpPr>
        <p:spPr>
          <a:xfrm xmlns:a="http://schemas.openxmlformats.org/drawingml/2006/main">
            <a:off x="3417955"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CF79FD35-7320-4031-8E60-1D657376268A}"/>
              </a:ext>
            </a:extLst>
          </p:cNvPr>
          <p:cNvSpPr>
            <a:spLocks xmlns:a="http://schemas.openxmlformats.org/drawingml/2006/main" noGrp="1"/>
          </p:cNvSpPr>
          <p:nvPr/>
        </p:nvSpPr>
        <p:spPr>
          <a:xfrm xmlns:a="http://schemas.openxmlformats.org/drawingml/2006/main">
            <a:off x="3495731"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BAE853A3-73D9-4E9F-964B-824E7FF6FA24}"/>
              </a:ext>
            </a:extLst>
          </p:cNvPr>
          <p:cNvSpPr>
            <a:spLocks xmlns:a="http://schemas.openxmlformats.org/drawingml/2006/main" noGrp="1"/>
          </p:cNvSpPr>
          <p:nvPr/>
        </p:nvSpPr>
        <p:spPr>
          <a:xfrm xmlns:a="http://schemas.openxmlformats.org/drawingml/2006/main">
            <a:off x="3495731"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3A35CB09-51D3-4320-A25F-FBEC1E1CD65E}"/>
              </a:ext>
            </a:extLst>
          </p:cNvPr>
          <p:cNvSpPr>
            <a:spLocks xmlns:a="http://schemas.openxmlformats.org/drawingml/2006/main" noGrp="1"/>
          </p:cNvSpPr>
          <p:nvPr/>
        </p:nvSpPr>
        <p:spPr>
          <a:xfrm xmlns:a="http://schemas.openxmlformats.org/drawingml/2006/main">
            <a:off x="3495731"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F2D50DD6-C210-491F-A6A6-8C7611F2C514}"/>
              </a:ext>
            </a:extLst>
          </p:cNvPr>
          <p:cNvSpPr>
            <a:spLocks xmlns:a="http://schemas.openxmlformats.org/drawingml/2006/main" noGrp="1"/>
          </p:cNvSpPr>
          <p:nvPr/>
        </p:nvSpPr>
        <p:spPr>
          <a:xfrm xmlns:a="http://schemas.openxmlformats.org/drawingml/2006/main">
            <a:off x="3495731"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B7866533-E508-4EFE-B456-12809385BA19}"/>
              </a:ext>
            </a:extLst>
          </p:cNvPr>
          <p:cNvSpPr>
            <a:spLocks xmlns:a="http://schemas.openxmlformats.org/drawingml/2006/main" noGrp="1"/>
          </p:cNvSpPr>
          <p:nvPr/>
        </p:nvSpPr>
        <p:spPr>
          <a:xfrm xmlns:a="http://schemas.openxmlformats.org/drawingml/2006/main">
            <a:off x="3573506"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142B2FC5-32AA-40C8-9879-E07DC1FAA163}"/>
              </a:ext>
            </a:extLst>
          </p:cNvPr>
          <p:cNvSpPr>
            <a:spLocks xmlns:a="http://schemas.openxmlformats.org/drawingml/2006/main" noGrp="1"/>
          </p:cNvSpPr>
          <p:nvPr/>
        </p:nvSpPr>
        <p:spPr>
          <a:xfrm xmlns:a="http://schemas.openxmlformats.org/drawingml/2006/main">
            <a:off x="3651282"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C7841DC4-9704-4294-BBC9-74D876EEB404}"/>
              </a:ext>
            </a:extLst>
          </p:cNvPr>
          <p:cNvSpPr>
            <a:spLocks xmlns:a="http://schemas.openxmlformats.org/drawingml/2006/main" noGrp="1"/>
          </p:cNvSpPr>
          <p:nvPr/>
        </p:nvSpPr>
        <p:spPr>
          <a:xfrm xmlns:a="http://schemas.openxmlformats.org/drawingml/2006/main">
            <a:off x="3651282"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593E8E89-C7EA-435A-8AAF-9B76B19EF43B}"/>
              </a:ext>
            </a:extLst>
          </p:cNvPr>
          <p:cNvSpPr>
            <a:spLocks xmlns:a="http://schemas.openxmlformats.org/drawingml/2006/main" noGrp="1"/>
          </p:cNvSpPr>
          <p:nvPr/>
        </p:nvSpPr>
        <p:spPr>
          <a:xfrm xmlns:a="http://schemas.openxmlformats.org/drawingml/2006/main">
            <a:off x="3651282"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EBD8FFE5-5BA9-4C02-8F86-0F9524EC41DB}"/>
              </a:ext>
            </a:extLst>
          </p:cNvPr>
          <p:cNvSpPr>
            <a:spLocks xmlns:a="http://schemas.openxmlformats.org/drawingml/2006/main" noGrp="1"/>
          </p:cNvSpPr>
          <p:nvPr/>
        </p:nvSpPr>
        <p:spPr>
          <a:xfrm xmlns:a="http://schemas.openxmlformats.org/drawingml/2006/main">
            <a:off x="3651282"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35553842-C374-4296-B2EF-B7B58ABAE368}"/>
              </a:ext>
            </a:extLst>
          </p:cNvPr>
          <p:cNvSpPr>
            <a:spLocks xmlns:a="http://schemas.openxmlformats.org/drawingml/2006/main" noGrp="1"/>
          </p:cNvSpPr>
          <p:nvPr/>
        </p:nvSpPr>
        <p:spPr>
          <a:xfrm xmlns:a="http://schemas.openxmlformats.org/drawingml/2006/main">
            <a:off x="3729057"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324C5F04-2302-48A8-85A5-DB593DCC4484}"/>
              </a:ext>
            </a:extLst>
          </p:cNvPr>
          <p:cNvSpPr>
            <a:spLocks xmlns:a="http://schemas.openxmlformats.org/drawingml/2006/main" noGrp="1"/>
          </p:cNvSpPr>
          <p:nvPr/>
        </p:nvSpPr>
        <p:spPr>
          <a:xfrm xmlns:a="http://schemas.openxmlformats.org/drawingml/2006/main">
            <a:off x="3729057"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8CB2E5D4-0AD8-4928-BA34-81CACD43A46C}"/>
              </a:ext>
            </a:extLst>
          </p:cNvPr>
          <p:cNvSpPr>
            <a:spLocks xmlns:a="http://schemas.openxmlformats.org/drawingml/2006/main" noGrp="1"/>
          </p:cNvSpPr>
          <p:nvPr/>
        </p:nvSpPr>
        <p:spPr>
          <a:xfrm xmlns:a="http://schemas.openxmlformats.org/drawingml/2006/main">
            <a:off x="3729057"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6C97C92B-2157-4ABF-8415-1B5E05EB5F9A}"/>
              </a:ext>
            </a:extLst>
          </p:cNvPr>
          <p:cNvSpPr>
            <a:spLocks xmlns:a="http://schemas.openxmlformats.org/drawingml/2006/main" noGrp="1"/>
          </p:cNvSpPr>
          <p:nvPr/>
        </p:nvSpPr>
        <p:spPr>
          <a:xfrm xmlns:a="http://schemas.openxmlformats.org/drawingml/2006/main">
            <a:off x="3729057"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D9438A2A-3C62-40C0-95EB-D3CB37295781}"/>
              </a:ext>
            </a:extLst>
          </p:cNvPr>
          <p:cNvSpPr>
            <a:spLocks xmlns:a="http://schemas.openxmlformats.org/drawingml/2006/main" noGrp="1"/>
          </p:cNvSpPr>
          <p:nvPr/>
        </p:nvSpPr>
        <p:spPr>
          <a:xfrm xmlns:a="http://schemas.openxmlformats.org/drawingml/2006/main">
            <a:off x="3729057"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AF5BC7C4-F0E9-4FF3-ADA0-E8F92A97297F}"/>
              </a:ext>
            </a:extLst>
          </p:cNvPr>
          <p:cNvSpPr>
            <a:spLocks xmlns:a="http://schemas.openxmlformats.org/drawingml/2006/main" noGrp="1"/>
          </p:cNvSpPr>
          <p:nvPr/>
        </p:nvSpPr>
        <p:spPr>
          <a:xfrm xmlns:a="http://schemas.openxmlformats.org/drawingml/2006/main">
            <a:off x="3806833"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AC5570B3-0C10-49B2-9D72-2F8BBBD1BA5D}"/>
              </a:ext>
            </a:extLst>
          </p:cNvPr>
          <p:cNvSpPr>
            <a:spLocks xmlns:a="http://schemas.openxmlformats.org/drawingml/2006/main" noGrp="1"/>
          </p:cNvSpPr>
          <p:nvPr/>
        </p:nvSpPr>
        <p:spPr>
          <a:xfrm xmlns:a="http://schemas.openxmlformats.org/drawingml/2006/main">
            <a:off x="3806833"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EFE5DF6E-6DAC-4D29-A20B-13A0B55259C3}"/>
              </a:ext>
            </a:extLst>
          </p:cNvPr>
          <p:cNvSpPr>
            <a:spLocks xmlns:a="http://schemas.openxmlformats.org/drawingml/2006/main" noGrp="1"/>
          </p:cNvSpPr>
          <p:nvPr/>
        </p:nvSpPr>
        <p:spPr>
          <a:xfrm xmlns:a="http://schemas.openxmlformats.org/drawingml/2006/main">
            <a:off x="3806833"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816667E3-2B59-4730-AC63-061BE67E11D2}"/>
              </a:ext>
            </a:extLst>
          </p:cNvPr>
          <p:cNvSpPr>
            <a:spLocks xmlns:a="http://schemas.openxmlformats.org/drawingml/2006/main" noGrp="1"/>
          </p:cNvSpPr>
          <p:nvPr/>
        </p:nvSpPr>
        <p:spPr>
          <a:xfrm xmlns:a="http://schemas.openxmlformats.org/drawingml/2006/main">
            <a:off x="3884608"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9A5A75BD-2453-4FC3-B67C-9FC2CEFF07DE}"/>
              </a:ext>
            </a:extLst>
          </p:cNvPr>
          <p:cNvSpPr>
            <a:spLocks xmlns:a="http://schemas.openxmlformats.org/drawingml/2006/main" noGrp="1"/>
          </p:cNvSpPr>
          <p:nvPr/>
        </p:nvSpPr>
        <p:spPr>
          <a:xfrm xmlns:a="http://schemas.openxmlformats.org/drawingml/2006/main">
            <a:off x="4040159"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8DD815FE-8178-40D0-9ABF-6F9F34E4851C}"/>
              </a:ext>
            </a:extLst>
          </p:cNvPr>
          <p:cNvSpPr>
            <a:spLocks xmlns:a="http://schemas.openxmlformats.org/drawingml/2006/main" noGrp="1"/>
          </p:cNvSpPr>
          <p:nvPr/>
        </p:nvSpPr>
        <p:spPr>
          <a:xfrm xmlns:a="http://schemas.openxmlformats.org/drawingml/2006/main">
            <a:off x="4040159"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441BA7EB-23C7-4E14-92AE-270BFE6B3CF2}"/>
              </a:ext>
            </a:extLst>
          </p:cNvPr>
          <p:cNvSpPr>
            <a:spLocks xmlns:a="http://schemas.openxmlformats.org/drawingml/2006/main" noGrp="1"/>
          </p:cNvSpPr>
          <p:nvPr/>
        </p:nvSpPr>
        <p:spPr>
          <a:xfrm xmlns:a="http://schemas.openxmlformats.org/drawingml/2006/main">
            <a:off x="4040159"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C84A89E0-8FFE-4626-98BA-8362EA059245}"/>
              </a:ext>
            </a:extLst>
          </p:cNvPr>
          <p:cNvSpPr>
            <a:spLocks xmlns:a="http://schemas.openxmlformats.org/drawingml/2006/main" noGrp="1"/>
          </p:cNvSpPr>
          <p:nvPr/>
        </p:nvSpPr>
        <p:spPr>
          <a:xfrm xmlns:a="http://schemas.openxmlformats.org/drawingml/2006/main">
            <a:off x="4040159"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A4D32FCE-16B5-49DC-9D19-A895E506EC37}"/>
              </a:ext>
            </a:extLst>
          </p:cNvPr>
          <p:cNvSpPr>
            <a:spLocks xmlns:a="http://schemas.openxmlformats.org/drawingml/2006/main" noGrp="1"/>
          </p:cNvSpPr>
          <p:nvPr/>
        </p:nvSpPr>
        <p:spPr>
          <a:xfrm xmlns:a="http://schemas.openxmlformats.org/drawingml/2006/main">
            <a:off x="4117935"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362E060B-AA73-422C-88A0-795DC0A1683F}"/>
              </a:ext>
            </a:extLst>
          </p:cNvPr>
          <p:cNvSpPr>
            <a:spLocks xmlns:a="http://schemas.openxmlformats.org/drawingml/2006/main" noGrp="1"/>
          </p:cNvSpPr>
          <p:nvPr/>
        </p:nvSpPr>
        <p:spPr>
          <a:xfrm xmlns:a="http://schemas.openxmlformats.org/drawingml/2006/main">
            <a:off x="4117935"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3DC3F9BC-763E-46A6-99FA-6DD8406376D0}"/>
              </a:ext>
            </a:extLst>
          </p:cNvPr>
          <p:cNvSpPr>
            <a:spLocks xmlns:a="http://schemas.openxmlformats.org/drawingml/2006/main" noGrp="1"/>
          </p:cNvSpPr>
          <p:nvPr/>
        </p:nvSpPr>
        <p:spPr>
          <a:xfrm xmlns:a="http://schemas.openxmlformats.org/drawingml/2006/main">
            <a:off x="4117935"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873482DC-6C8C-45EB-9814-10E487B439F2}"/>
              </a:ext>
            </a:extLst>
          </p:cNvPr>
          <p:cNvSpPr>
            <a:spLocks xmlns:a="http://schemas.openxmlformats.org/drawingml/2006/main" noGrp="1"/>
          </p:cNvSpPr>
          <p:nvPr/>
        </p:nvSpPr>
        <p:spPr>
          <a:xfrm xmlns:a="http://schemas.openxmlformats.org/drawingml/2006/main">
            <a:off x="4117935"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0168549C-4B36-43E5-8EC1-03DE94C5FA1E}"/>
              </a:ext>
            </a:extLst>
          </p:cNvPr>
          <p:cNvSpPr>
            <a:spLocks xmlns:a="http://schemas.openxmlformats.org/drawingml/2006/main" noGrp="1"/>
          </p:cNvSpPr>
          <p:nvPr/>
        </p:nvSpPr>
        <p:spPr>
          <a:xfrm xmlns:a="http://schemas.openxmlformats.org/drawingml/2006/main">
            <a:off x="4117935"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B07F8624-453F-4019-84EA-A1CC2B280B84}"/>
              </a:ext>
            </a:extLst>
          </p:cNvPr>
          <p:cNvSpPr>
            <a:spLocks xmlns:a="http://schemas.openxmlformats.org/drawingml/2006/main" noGrp="1"/>
          </p:cNvSpPr>
          <p:nvPr/>
        </p:nvSpPr>
        <p:spPr>
          <a:xfrm xmlns:a="http://schemas.openxmlformats.org/drawingml/2006/main">
            <a:off x="4117935"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F4A9F331-57E6-40F5-8B9C-1276E4946F52}"/>
              </a:ext>
            </a:extLst>
          </p:cNvPr>
          <p:cNvSpPr>
            <a:spLocks xmlns:a="http://schemas.openxmlformats.org/drawingml/2006/main" noGrp="1"/>
          </p:cNvSpPr>
          <p:nvPr/>
        </p:nvSpPr>
        <p:spPr>
          <a:xfrm xmlns:a="http://schemas.openxmlformats.org/drawingml/2006/main">
            <a:off x="4117935"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FFC2329B-D14F-448D-A1F7-EB07D05F8312}"/>
              </a:ext>
            </a:extLst>
          </p:cNvPr>
          <p:cNvSpPr>
            <a:spLocks xmlns:a="http://schemas.openxmlformats.org/drawingml/2006/main" noGrp="1"/>
          </p:cNvSpPr>
          <p:nvPr/>
        </p:nvSpPr>
        <p:spPr>
          <a:xfrm xmlns:a="http://schemas.openxmlformats.org/drawingml/2006/main">
            <a:off x="4195710"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AB355777-3239-492D-A09C-3FFCA1AA6BF8}"/>
              </a:ext>
            </a:extLst>
          </p:cNvPr>
          <p:cNvSpPr>
            <a:spLocks xmlns:a="http://schemas.openxmlformats.org/drawingml/2006/main" noGrp="1"/>
          </p:cNvSpPr>
          <p:nvPr/>
        </p:nvSpPr>
        <p:spPr>
          <a:xfrm xmlns:a="http://schemas.openxmlformats.org/drawingml/2006/main">
            <a:off x="4195710"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5A091E75-A7F6-42A2-9B17-E1E92E1C6F80}"/>
              </a:ext>
            </a:extLst>
          </p:cNvPr>
          <p:cNvSpPr>
            <a:spLocks xmlns:a="http://schemas.openxmlformats.org/drawingml/2006/main" noGrp="1"/>
          </p:cNvSpPr>
          <p:nvPr/>
        </p:nvSpPr>
        <p:spPr>
          <a:xfrm xmlns:a="http://schemas.openxmlformats.org/drawingml/2006/main">
            <a:off x="4273486"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734A8847-6171-4D5B-BBCD-F707AE2419D2}"/>
              </a:ext>
            </a:extLst>
          </p:cNvPr>
          <p:cNvSpPr>
            <a:spLocks xmlns:a="http://schemas.openxmlformats.org/drawingml/2006/main" noGrp="1"/>
          </p:cNvSpPr>
          <p:nvPr/>
        </p:nvSpPr>
        <p:spPr>
          <a:xfrm xmlns:a="http://schemas.openxmlformats.org/drawingml/2006/main">
            <a:off x="4351261"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0D21E1E0-438E-431B-A65F-2260EF41BA9B}"/>
              </a:ext>
            </a:extLst>
          </p:cNvPr>
          <p:cNvSpPr>
            <a:spLocks xmlns:a="http://schemas.openxmlformats.org/drawingml/2006/main" noGrp="1"/>
          </p:cNvSpPr>
          <p:nvPr/>
        </p:nvSpPr>
        <p:spPr>
          <a:xfrm xmlns:a="http://schemas.openxmlformats.org/drawingml/2006/main">
            <a:off x="4429037"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F2E408AC-9D76-4003-B82C-9CF6005B8DC8}"/>
              </a:ext>
            </a:extLst>
          </p:cNvPr>
          <p:cNvSpPr>
            <a:spLocks xmlns:a="http://schemas.openxmlformats.org/drawingml/2006/main" noGrp="1"/>
          </p:cNvSpPr>
          <p:nvPr/>
        </p:nvSpPr>
        <p:spPr>
          <a:xfrm xmlns:a="http://schemas.openxmlformats.org/drawingml/2006/main">
            <a:off x="4429037"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9E31CB19-90C7-4A33-BB87-F3B9EBACD083}"/>
              </a:ext>
            </a:extLst>
          </p:cNvPr>
          <p:cNvSpPr>
            <a:spLocks xmlns:a="http://schemas.openxmlformats.org/drawingml/2006/main" noGrp="1"/>
          </p:cNvSpPr>
          <p:nvPr/>
        </p:nvSpPr>
        <p:spPr>
          <a:xfrm xmlns:a="http://schemas.openxmlformats.org/drawingml/2006/main">
            <a:off x="4506813"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B8C6E8CD-B576-43D1-8418-BED5B9F0C7AA}"/>
              </a:ext>
            </a:extLst>
          </p:cNvPr>
          <p:cNvSpPr>
            <a:spLocks xmlns:a="http://schemas.openxmlformats.org/drawingml/2006/main" noGrp="1"/>
          </p:cNvSpPr>
          <p:nvPr/>
        </p:nvSpPr>
        <p:spPr>
          <a:xfrm xmlns:a="http://schemas.openxmlformats.org/drawingml/2006/main">
            <a:off x="4506813"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22BCFE14-1C8F-4EEA-9A95-A2B776512051}"/>
              </a:ext>
            </a:extLst>
          </p:cNvPr>
          <p:cNvSpPr>
            <a:spLocks xmlns:a="http://schemas.openxmlformats.org/drawingml/2006/main" noGrp="1"/>
          </p:cNvSpPr>
          <p:nvPr/>
        </p:nvSpPr>
        <p:spPr>
          <a:xfrm xmlns:a="http://schemas.openxmlformats.org/drawingml/2006/main">
            <a:off x="458458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BF773175-1F9B-411A-B20B-F96D840BE534}"/>
              </a:ext>
            </a:extLst>
          </p:cNvPr>
          <p:cNvSpPr>
            <a:spLocks xmlns:a="http://schemas.openxmlformats.org/drawingml/2006/main" noGrp="1"/>
          </p:cNvSpPr>
          <p:nvPr/>
        </p:nvSpPr>
        <p:spPr>
          <a:xfrm xmlns:a="http://schemas.openxmlformats.org/drawingml/2006/main">
            <a:off x="4584588"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902BEA73-FB26-4141-BE87-02BD6F68D034}"/>
              </a:ext>
            </a:extLst>
          </p:cNvPr>
          <p:cNvSpPr>
            <a:spLocks xmlns:a="http://schemas.openxmlformats.org/drawingml/2006/main" noGrp="1"/>
          </p:cNvSpPr>
          <p:nvPr/>
        </p:nvSpPr>
        <p:spPr>
          <a:xfrm xmlns:a="http://schemas.openxmlformats.org/drawingml/2006/main">
            <a:off x="4584588"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EC18908A-74CC-4CC5-A50B-B271B4341E09}"/>
              </a:ext>
            </a:extLst>
          </p:cNvPr>
          <p:cNvSpPr>
            <a:spLocks xmlns:a="http://schemas.openxmlformats.org/drawingml/2006/main" noGrp="1"/>
          </p:cNvSpPr>
          <p:nvPr/>
        </p:nvSpPr>
        <p:spPr>
          <a:xfrm xmlns:a="http://schemas.openxmlformats.org/drawingml/2006/main">
            <a:off x="4584588"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146309A7-49A3-4947-A18D-FE5DDDD24857}"/>
              </a:ext>
            </a:extLst>
          </p:cNvPr>
          <p:cNvSpPr>
            <a:spLocks xmlns:a="http://schemas.openxmlformats.org/drawingml/2006/main" noGrp="1"/>
          </p:cNvSpPr>
          <p:nvPr/>
        </p:nvSpPr>
        <p:spPr>
          <a:xfrm xmlns:a="http://schemas.openxmlformats.org/drawingml/2006/main">
            <a:off x="4662364"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9E043AEC-4507-460D-B2EC-C66120DA6725}"/>
              </a:ext>
            </a:extLst>
          </p:cNvPr>
          <p:cNvSpPr>
            <a:spLocks xmlns:a="http://schemas.openxmlformats.org/drawingml/2006/main" noGrp="1"/>
          </p:cNvSpPr>
          <p:nvPr/>
        </p:nvSpPr>
        <p:spPr>
          <a:xfrm xmlns:a="http://schemas.openxmlformats.org/drawingml/2006/main">
            <a:off x="4662364"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0B23A801-20EB-4332-875B-62BAC7FFD8A0}"/>
              </a:ext>
            </a:extLst>
          </p:cNvPr>
          <p:cNvSpPr>
            <a:spLocks xmlns:a="http://schemas.openxmlformats.org/drawingml/2006/main" noGrp="1"/>
          </p:cNvSpPr>
          <p:nvPr/>
        </p:nvSpPr>
        <p:spPr>
          <a:xfrm xmlns:a="http://schemas.openxmlformats.org/drawingml/2006/main">
            <a:off x="4662364"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A114C306-D17C-43C5-AC12-632B207B063F}"/>
              </a:ext>
            </a:extLst>
          </p:cNvPr>
          <p:cNvSpPr>
            <a:spLocks xmlns:a="http://schemas.openxmlformats.org/drawingml/2006/main" noGrp="1"/>
          </p:cNvSpPr>
          <p:nvPr/>
        </p:nvSpPr>
        <p:spPr>
          <a:xfrm xmlns:a="http://schemas.openxmlformats.org/drawingml/2006/main">
            <a:off x="4740139"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AE08762F-E5E7-4A27-840B-59D55DB9218A}"/>
              </a:ext>
            </a:extLst>
          </p:cNvPr>
          <p:cNvSpPr>
            <a:spLocks xmlns:a="http://schemas.openxmlformats.org/drawingml/2006/main" noGrp="1"/>
          </p:cNvSpPr>
          <p:nvPr/>
        </p:nvSpPr>
        <p:spPr>
          <a:xfrm xmlns:a="http://schemas.openxmlformats.org/drawingml/2006/main">
            <a:off x="4740139"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A45A7B37-1C59-44E6-A30B-960359BCA76C}"/>
              </a:ext>
            </a:extLst>
          </p:cNvPr>
          <p:cNvSpPr>
            <a:spLocks xmlns:a="http://schemas.openxmlformats.org/drawingml/2006/main" noGrp="1"/>
          </p:cNvSpPr>
          <p:nvPr/>
        </p:nvSpPr>
        <p:spPr>
          <a:xfrm xmlns:a="http://schemas.openxmlformats.org/drawingml/2006/main">
            <a:off x="4740139"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D9BA56C4-54C2-4731-B321-F7A68441FFB6}"/>
              </a:ext>
            </a:extLst>
          </p:cNvPr>
          <p:cNvSpPr>
            <a:spLocks xmlns:a="http://schemas.openxmlformats.org/drawingml/2006/main" noGrp="1"/>
          </p:cNvSpPr>
          <p:nvPr/>
        </p:nvSpPr>
        <p:spPr>
          <a:xfrm xmlns:a="http://schemas.openxmlformats.org/drawingml/2006/main">
            <a:off x="4740139"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3001A1DA-976D-4566-B2B6-C3E86F7FADB9}"/>
              </a:ext>
            </a:extLst>
          </p:cNvPr>
          <p:cNvSpPr>
            <a:spLocks xmlns:a="http://schemas.openxmlformats.org/drawingml/2006/main" noGrp="1"/>
          </p:cNvSpPr>
          <p:nvPr/>
        </p:nvSpPr>
        <p:spPr>
          <a:xfrm xmlns:a="http://schemas.openxmlformats.org/drawingml/2006/main">
            <a:off x="4740139"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54A72502-BB23-4B1B-8BB4-1F837A9AA4FB}"/>
              </a:ext>
            </a:extLst>
          </p:cNvPr>
          <p:cNvSpPr>
            <a:spLocks xmlns:a="http://schemas.openxmlformats.org/drawingml/2006/main" noGrp="1"/>
          </p:cNvSpPr>
          <p:nvPr/>
        </p:nvSpPr>
        <p:spPr>
          <a:xfrm xmlns:a="http://schemas.openxmlformats.org/drawingml/2006/main">
            <a:off x="4740139"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6807E974-404A-4823-8ABB-735C8085AECB}"/>
              </a:ext>
            </a:extLst>
          </p:cNvPr>
          <p:cNvSpPr>
            <a:spLocks xmlns:a="http://schemas.openxmlformats.org/drawingml/2006/main" noGrp="1"/>
          </p:cNvSpPr>
          <p:nvPr/>
        </p:nvSpPr>
        <p:spPr>
          <a:xfrm xmlns:a="http://schemas.openxmlformats.org/drawingml/2006/main">
            <a:off x="4740139"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6073730A-042C-4B64-99C0-95B36DB93AE2}"/>
              </a:ext>
            </a:extLst>
          </p:cNvPr>
          <p:cNvSpPr>
            <a:spLocks xmlns:a="http://schemas.openxmlformats.org/drawingml/2006/main" noGrp="1"/>
          </p:cNvSpPr>
          <p:nvPr/>
        </p:nvSpPr>
        <p:spPr>
          <a:xfrm xmlns:a="http://schemas.openxmlformats.org/drawingml/2006/main">
            <a:off x="4817915"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364506AC-5B92-4348-BE4D-CDA44B3D3A96}"/>
              </a:ext>
            </a:extLst>
          </p:cNvPr>
          <p:cNvSpPr>
            <a:spLocks xmlns:a="http://schemas.openxmlformats.org/drawingml/2006/main" noGrp="1"/>
          </p:cNvSpPr>
          <p:nvPr/>
        </p:nvSpPr>
        <p:spPr>
          <a:xfrm xmlns:a="http://schemas.openxmlformats.org/drawingml/2006/main">
            <a:off x="4817915"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DBDC5102-C13D-4AFA-89E7-7453A5B9CF00}"/>
              </a:ext>
            </a:extLst>
          </p:cNvPr>
          <p:cNvSpPr>
            <a:spLocks xmlns:a="http://schemas.openxmlformats.org/drawingml/2006/main" noGrp="1"/>
          </p:cNvSpPr>
          <p:nvPr/>
        </p:nvSpPr>
        <p:spPr>
          <a:xfrm xmlns:a="http://schemas.openxmlformats.org/drawingml/2006/main">
            <a:off x="4817915"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31B8EC15-1D21-4CDF-B4D2-6460A271C0E7}"/>
              </a:ext>
            </a:extLst>
          </p:cNvPr>
          <p:cNvSpPr>
            <a:spLocks xmlns:a="http://schemas.openxmlformats.org/drawingml/2006/main" noGrp="1"/>
          </p:cNvSpPr>
          <p:nvPr/>
        </p:nvSpPr>
        <p:spPr>
          <a:xfrm xmlns:a="http://schemas.openxmlformats.org/drawingml/2006/main">
            <a:off x="4817915"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7B220459-1C5E-45F9-8D85-DCAE9531EDAC}"/>
              </a:ext>
            </a:extLst>
          </p:cNvPr>
          <p:cNvSpPr>
            <a:spLocks xmlns:a="http://schemas.openxmlformats.org/drawingml/2006/main" noGrp="1"/>
          </p:cNvSpPr>
          <p:nvPr/>
        </p:nvSpPr>
        <p:spPr>
          <a:xfrm xmlns:a="http://schemas.openxmlformats.org/drawingml/2006/main">
            <a:off x="4817915"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A01FF2AE-5409-42AB-B20C-9F73F04E65CA}"/>
              </a:ext>
            </a:extLst>
          </p:cNvPr>
          <p:cNvSpPr>
            <a:spLocks xmlns:a="http://schemas.openxmlformats.org/drawingml/2006/main" noGrp="1"/>
          </p:cNvSpPr>
          <p:nvPr/>
        </p:nvSpPr>
        <p:spPr>
          <a:xfrm xmlns:a="http://schemas.openxmlformats.org/drawingml/2006/main">
            <a:off x="4817915"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BFCDDDC7-84F5-4E71-98C6-CEF1DB162450}"/>
              </a:ext>
            </a:extLst>
          </p:cNvPr>
          <p:cNvSpPr>
            <a:spLocks xmlns:a="http://schemas.openxmlformats.org/drawingml/2006/main" noGrp="1"/>
          </p:cNvSpPr>
          <p:nvPr/>
        </p:nvSpPr>
        <p:spPr>
          <a:xfrm xmlns:a="http://schemas.openxmlformats.org/drawingml/2006/main">
            <a:off x="4895690"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550B856A-BA77-4807-9936-65E4D3FD65A6}"/>
              </a:ext>
            </a:extLst>
          </p:cNvPr>
          <p:cNvSpPr>
            <a:spLocks xmlns:a="http://schemas.openxmlformats.org/drawingml/2006/main" noGrp="1"/>
          </p:cNvSpPr>
          <p:nvPr/>
        </p:nvSpPr>
        <p:spPr>
          <a:xfrm xmlns:a="http://schemas.openxmlformats.org/drawingml/2006/main">
            <a:off x="4895690"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D1F0318E-925D-467D-AFCC-10E99688C0E0}"/>
              </a:ext>
            </a:extLst>
          </p:cNvPr>
          <p:cNvSpPr>
            <a:spLocks xmlns:a="http://schemas.openxmlformats.org/drawingml/2006/main" noGrp="1"/>
          </p:cNvSpPr>
          <p:nvPr/>
        </p:nvSpPr>
        <p:spPr>
          <a:xfrm xmlns:a="http://schemas.openxmlformats.org/drawingml/2006/main">
            <a:off x="4895690"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9841C548-9CFE-46A0-A078-3652E5CEAF0D}"/>
              </a:ext>
            </a:extLst>
          </p:cNvPr>
          <p:cNvSpPr>
            <a:spLocks xmlns:a="http://schemas.openxmlformats.org/drawingml/2006/main" noGrp="1"/>
          </p:cNvSpPr>
          <p:nvPr/>
        </p:nvSpPr>
        <p:spPr>
          <a:xfrm xmlns:a="http://schemas.openxmlformats.org/drawingml/2006/main">
            <a:off x="4973466"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6F2BE76A-A9B1-4C6D-8AD0-D74BFCE5428C}"/>
              </a:ext>
            </a:extLst>
          </p:cNvPr>
          <p:cNvSpPr>
            <a:spLocks xmlns:a="http://schemas.openxmlformats.org/drawingml/2006/main" noGrp="1"/>
          </p:cNvSpPr>
          <p:nvPr/>
        </p:nvSpPr>
        <p:spPr>
          <a:xfrm xmlns:a="http://schemas.openxmlformats.org/drawingml/2006/main">
            <a:off x="4973466"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EAF4"/>
          </a:solidFill>
          <a:ln xmlns:a="http://schemas.openxmlformats.org/drawingml/2006/main" w="3839">
            <a:solidFill>
              <a:srgbClr val="FBFCFE"/>
            </a:solidFill>
            <a:prstDash val="solid"/>
          </a:ln>
        </p:spPr>
      </p:sp>
      <p:sp>
        <p:nvSpPr>
          <p:cNvPr id="701" name="Editable chart path">
            <a:extLst xmlns:a="http://schemas.openxmlformats.org/drawingml/2006/main">
              <a:ext uri="{FF2B5EF4-FFF2-40B4-BE49-F238E27FC236}">
                <a16:creationId xmlns:a16="http://schemas.microsoft.com/office/drawing/2014/main" id="{21EE3365-75EE-4316-868C-3EBC3A3D7DFF}"/>
              </a:ext>
            </a:extLst>
          </p:cNvPr>
          <p:cNvSpPr>
            <a:spLocks xmlns:a="http://schemas.openxmlformats.org/drawingml/2006/main" noGrp="1"/>
          </p:cNvSpPr>
          <p:nvPr/>
        </p:nvSpPr>
        <p:spPr>
          <a:xfrm xmlns:a="http://schemas.openxmlformats.org/drawingml/2006/main">
            <a:off x="4814645" y="5143500"/>
            <a:ext cx="133430" cy="140102"/>
          </a:xfrm>
          <a:custGeom xmlns:a="http://schemas.openxmlformats.org/drawingml/2006/main">
            <a:pathLst>
              <a:path w="115672" h="121455">
                <a:moveTo>
                  <a:pt x="0" y="121455"/>
                </a:moveTo>
                <a:lnTo>
                  <a:pt x="115672" y="60728"/>
                </a:lnTo>
                <a:lnTo>
                  <a:pt x="0" y="0"/>
                </a:lnTo>
              </a:path>
            </a:pathLst>
          </a:custGeom>
          <a:solidFill xmlns:a="http://schemas.openxmlformats.org/drawingml/2006/main">
            <a:srgbClr val="14295B"/>
          </a:solidFill>
          <a:ln xmlns:a="http://schemas.openxmlformats.org/drawingml/2006/main" w="0">
            <a:noFill/>
            <a:prstDash val="solid"/>
          </a:ln>
        </p:spPr>
      </p:sp>
      <p:sp>
        <p:nvSpPr>
          <p:cNvPr id="702" name="Editable chart path">
            <a:extLst xmlns:a="http://schemas.openxmlformats.org/drawingml/2006/main">
              <a:ext uri="{FF2B5EF4-FFF2-40B4-BE49-F238E27FC236}">
                <a16:creationId xmlns:a16="http://schemas.microsoft.com/office/drawing/2014/main" id="{8B852FA0-5D4D-4E1A-B6BF-487F664E2CC9}"/>
              </a:ext>
            </a:extLst>
          </p:cNvPr>
          <p:cNvSpPr>
            <a:spLocks xmlns:a="http://schemas.openxmlformats.org/drawingml/2006/main" noGrp="1"/>
          </p:cNvSpPr>
          <p:nvPr/>
        </p:nvSpPr>
        <p:spPr>
          <a:xfrm xmlns:a="http://schemas.openxmlformats.org/drawingml/2006/main">
            <a:off x="2146037" y="5143500"/>
            <a:ext cx="533722" cy="140102"/>
          </a:xfrm>
          <a:custGeom xmlns:a="http://schemas.openxmlformats.org/drawingml/2006/main">
            <a:pathLst>
              <a:path w="462686" h="121455">
                <a:moveTo>
                  <a:pt x="0" y="121455"/>
                </a:moveTo>
                <a:lnTo>
                  <a:pt x="0" y="0"/>
                </a:lnTo>
                <a:lnTo>
                  <a:pt x="462686" y="0"/>
                </a:lnTo>
                <a:lnTo>
                  <a:pt x="462686" y="121455"/>
                </a:lnTo>
                <a:lnTo>
                  <a:pt x="0" y="121455"/>
                </a:lnTo>
              </a:path>
            </a:pathLst>
          </a:custGeom>
          <a:solidFill xmlns:a="http://schemas.openxmlformats.org/drawingml/2006/main">
            <a:srgbClr val="FBFCFE"/>
          </a:solidFill>
          <a:ln xmlns:a="http://schemas.openxmlformats.org/drawingml/2006/main" w="0">
            <a:noFill/>
            <a:prstDash val="solid"/>
          </a:ln>
        </p:spPr>
      </p:sp>
      <p:sp>
        <p:nvSpPr>
          <p:cNvPr id="703" name="Editable chart path">
            <a:extLst xmlns:a="http://schemas.openxmlformats.org/drawingml/2006/main">
              <a:ext uri="{FF2B5EF4-FFF2-40B4-BE49-F238E27FC236}">
                <a16:creationId xmlns:a16="http://schemas.microsoft.com/office/drawing/2014/main" id="{234DF8C0-62AD-49A6-A341-8CD9C0D67693}"/>
              </a:ext>
            </a:extLst>
          </p:cNvPr>
          <p:cNvSpPr>
            <a:spLocks xmlns:a="http://schemas.openxmlformats.org/drawingml/2006/main" noGrp="1"/>
          </p:cNvSpPr>
          <p:nvPr/>
        </p:nvSpPr>
        <p:spPr>
          <a:xfrm xmlns:a="http://schemas.openxmlformats.org/drawingml/2006/main">
            <a:off x="2679759" y="5143500"/>
            <a:ext cx="533722" cy="140102"/>
          </a:xfrm>
          <a:custGeom xmlns:a="http://schemas.openxmlformats.org/drawingml/2006/main">
            <a:pathLst>
              <a:path w="462686" h="121455">
                <a:moveTo>
                  <a:pt x="0" y="121455"/>
                </a:moveTo>
                <a:lnTo>
                  <a:pt x="0" y="0"/>
                </a:lnTo>
                <a:lnTo>
                  <a:pt x="462686" y="0"/>
                </a:lnTo>
                <a:lnTo>
                  <a:pt x="462686" y="121455"/>
                </a:lnTo>
                <a:lnTo>
                  <a:pt x="0" y="121455"/>
                </a:lnTo>
              </a:path>
            </a:pathLst>
          </a:custGeom>
          <a:solidFill xmlns:a="http://schemas.openxmlformats.org/drawingml/2006/main">
            <a:srgbClr val="CDDDF4"/>
          </a:solidFill>
          <a:ln xmlns:a="http://schemas.openxmlformats.org/drawingml/2006/main" w="0">
            <a:noFill/>
            <a:prstDash val="solid"/>
          </a:ln>
        </p:spPr>
      </p:sp>
      <p:sp>
        <p:nvSpPr>
          <p:cNvPr id="704" name="Editable chart path">
            <a:extLst xmlns:a="http://schemas.openxmlformats.org/drawingml/2006/main">
              <a:ext uri="{FF2B5EF4-FFF2-40B4-BE49-F238E27FC236}">
                <a16:creationId xmlns:a16="http://schemas.microsoft.com/office/drawing/2014/main" id="{03465E91-2255-4988-96FA-2061F418D75F}"/>
              </a:ext>
            </a:extLst>
          </p:cNvPr>
          <p:cNvSpPr>
            <a:spLocks xmlns:a="http://schemas.openxmlformats.org/drawingml/2006/main" noGrp="1"/>
          </p:cNvSpPr>
          <p:nvPr/>
        </p:nvSpPr>
        <p:spPr>
          <a:xfrm xmlns:a="http://schemas.openxmlformats.org/drawingml/2006/main">
            <a:off x="3213480" y="5143500"/>
            <a:ext cx="533722" cy="140102"/>
          </a:xfrm>
          <a:custGeom xmlns:a="http://schemas.openxmlformats.org/drawingml/2006/main">
            <a:pathLst>
              <a:path w="462686" h="121455">
                <a:moveTo>
                  <a:pt x="0" y="121455"/>
                </a:moveTo>
                <a:lnTo>
                  <a:pt x="0" y="0"/>
                </a:lnTo>
                <a:lnTo>
                  <a:pt x="462686" y="0"/>
                </a:lnTo>
                <a:lnTo>
                  <a:pt x="462686" y="121455"/>
                </a:lnTo>
                <a:lnTo>
                  <a:pt x="0" y="121455"/>
                </a:lnTo>
              </a:path>
            </a:pathLst>
          </a:custGeom>
          <a:solidFill xmlns:a="http://schemas.openxmlformats.org/drawingml/2006/main">
            <a:srgbClr val="A8C7F3"/>
          </a:solidFill>
          <a:ln xmlns:a="http://schemas.openxmlformats.org/drawingml/2006/main" w="0">
            <a:noFill/>
            <a:prstDash val="solid"/>
          </a:ln>
        </p:spPr>
      </p:sp>
      <p:sp>
        <p:nvSpPr>
          <p:cNvPr id="705" name="Editable chart path">
            <a:extLst xmlns:a="http://schemas.openxmlformats.org/drawingml/2006/main">
              <a:ext uri="{FF2B5EF4-FFF2-40B4-BE49-F238E27FC236}">
                <a16:creationId xmlns:a16="http://schemas.microsoft.com/office/drawing/2014/main" id="{CCE5F20E-E7AB-4510-B54C-DD2109E96922}"/>
              </a:ext>
            </a:extLst>
          </p:cNvPr>
          <p:cNvSpPr>
            <a:spLocks xmlns:a="http://schemas.openxmlformats.org/drawingml/2006/main" noGrp="1"/>
          </p:cNvSpPr>
          <p:nvPr/>
        </p:nvSpPr>
        <p:spPr>
          <a:xfrm xmlns:a="http://schemas.openxmlformats.org/drawingml/2006/main">
            <a:off x="3747202" y="5143500"/>
            <a:ext cx="533722" cy="140102"/>
          </a:xfrm>
          <a:custGeom xmlns:a="http://schemas.openxmlformats.org/drawingml/2006/main">
            <a:pathLst>
              <a:path w="462686" h="121455">
                <a:moveTo>
                  <a:pt x="0" y="121455"/>
                </a:moveTo>
                <a:lnTo>
                  <a:pt x="0" y="0"/>
                </a:lnTo>
                <a:lnTo>
                  <a:pt x="462686" y="0"/>
                </a:lnTo>
                <a:lnTo>
                  <a:pt x="462686" y="121455"/>
                </a:lnTo>
                <a:lnTo>
                  <a:pt x="0" y="121455"/>
                </a:lnTo>
              </a:path>
            </a:pathLst>
          </a:custGeom>
          <a:solidFill xmlns:a="http://schemas.openxmlformats.org/drawingml/2006/main">
            <a:srgbClr val="628FD1"/>
          </a:solidFill>
          <a:ln xmlns:a="http://schemas.openxmlformats.org/drawingml/2006/main" w="0">
            <a:noFill/>
            <a:prstDash val="solid"/>
          </a:ln>
        </p:spPr>
      </p:sp>
      <p:sp>
        <p:nvSpPr>
          <p:cNvPr id="706" name="Editable chart path">
            <a:extLst xmlns:a="http://schemas.openxmlformats.org/drawingml/2006/main">
              <a:ext uri="{FF2B5EF4-FFF2-40B4-BE49-F238E27FC236}">
                <a16:creationId xmlns:a16="http://schemas.microsoft.com/office/drawing/2014/main" id="{B3A5C177-E2FA-44D2-B83A-DF4B8606C64A}"/>
              </a:ext>
            </a:extLst>
          </p:cNvPr>
          <p:cNvSpPr>
            <a:spLocks xmlns:a="http://schemas.openxmlformats.org/drawingml/2006/main" noGrp="1"/>
          </p:cNvSpPr>
          <p:nvPr/>
        </p:nvSpPr>
        <p:spPr>
          <a:xfrm xmlns:a="http://schemas.openxmlformats.org/drawingml/2006/main">
            <a:off x="4280923" y="5143500"/>
            <a:ext cx="533722" cy="140102"/>
          </a:xfrm>
          <a:custGeom xmlns:a="http://schemas.openxmlformats.org/drawingml/2006/main">
            <a:pathLst>
              <a:path w="462686" h="121455">
                <a:moveTo>
                  <a:pt x="0" y="121455"/>
                </a:moveTo>
                <a:lnTo>
                  <a:pt x="0" y="0"/>
                </a:lnTo>
                <a:lnTo>
                  <a:pt x="462686" y="0"/>
                </a:lnTo>
                <a:lnTo>
                  <a:pt x="462686" y="121455"/>
                </a:lnTo>
                <a:lnTo>
                  <a:pt x="0" y="121455"/>
                </a:lnTo>
              </a:path>
            </a:pathLst>
          </a:custGeom>
          <a:solidFill xmlns:a="http://schemas.openxmlformats.org/drawingml/2006/main">
            <a:srgbClr val="275299"/>
          </a:solidFill>
          <a:ln xmlns:a="http://schemas.openxmlformats.org/drawingml/2006/main" w="0">
            <a:noFill/>
            <a:prstDash val="solid"/>
          </a:ln>
        </p:spPr>
      </p:sp>
      <p:sp>
        <p:nvSpPr>
          <p:cNvPr id="707" name="Editable chart path">
            <a:extLst xmlns:a="http://schemas.openxmlformats.org/drawingml/2006/main">
              <a:ext uri="{FF2B5EF4-FFF2-40B4-BE49-F238E27FC236}">
                <a16:creationId xmlns:a16="http://schemas.microsoft.com/office/drawing/2014/main" id="{63395D02-2EFB-401C-9E8F-3393B2E1EAA2}"/>
              </a:ext>
            </a:extLst>
          </p:cNvPr>
          <p:cNvSpPr>
            <a:spLocks xmlns:a="http://schemas.openxmlformats.org/drawingml/2006/main" noGrp="1"/>
          </p:cNvSpPr>
          <p:nvPr/>
        </p:nvSpPr>
        <p:spPr>
          <a:xfrm xmlns:a="http://schemas.openxmlformats.org/drawingml/2006/main">
            <a:off x="2146037" y="5283602"/>
            <a:ext cx="95" cy="3845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0">
            <a:solidFill>
              <a:srgbClr val="5A6683"/>
            </a:solidFill>
            <a:prstDash val="solid"/>
          </a:ln>
        </p:spPr>
      </p:sp>
      <p:sp>
        <p:nvSpPr>
          <p:cNvPr id="708" name="">
            <a:extLst xmlns:a="http://schemas.openxmlformats.org/drawingml/2006/main">
              <a:ext uri="{FF2B5EF4-FFF2-40B4-BE49-F238E27FC236}">
                <a16:creationId xmlns:a16="http://schemas.microsoft.com/office/drawing/2014/main" id="{5F56E5F7-F0EF-43E6-8C4E-F5C0E49E1153}"/>
              </a:ext>
            </a:extLst>
          </p:cNvPr>
          <p:cNvSpPr>
            <a:spLocks xmlns:a="http://schemas.openxmlformats.org/drawingml/2006/main" noGrp="1"/>
          </p:cNvSpPr>
          <p:nvPr/>
        </p:nvSpPr>
        <p:spPr>
          <a:xfrm xmlns:a="http://schemas.openxmlformats.org/drawingml/2006/main" rot="0">
            <a:off x="1995424" y="5307935"/>
            <a:ext cx="2970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a:t>
            </a:r>
          </a:p>
        </p:txBody>
      </p:sp>
      <p:sp>
        <p:nvSpPr>
          <p:cNvPr id="709" name="Editable chart path">
            <a:extLst xmlns:a="http://schemas.openxmlformats.org/drawingml/2006/main">
              <a:ext uri="{FF2B5EF4-FFF2-40B4-BE49-F238E27FC236}">
                <a16:creationId xmlns:a16="http://schemas.microsoft.com/office/drawing/2014/main" id="{F2B0B6F5-E930-4711-B587-3E97983D8BF2}"/>
              </a:ext>
            </a:extLst>
          </p:cNvPr>
          <p:cNvSpPr>
            <a:spLocks xmlns:a="http://schemas.openxmlformats.org/drawingml/2006/main" noGrp="1"/>
          </p:cNvSpPr>
          <p:nvPr/>
        </p:nvSpPr>
        <p:spPr>
          <a:xfrm xmlns:a="http://schemas.openxmlformats.org/drawingml/2006/main">
            <a:off x="2679759" y="5283602"/>
            <a:ext cx="95" cy="3845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0">
            <a:solidFill>
              <a:srgbClr val="5A6683"/>
            </a:solidFill>
            <a:prstDash val="solid"/>
          </a:ln>
        </p:spPr>
      </p:sp>
      <p:sp>
        <p:nvSpPr>
          <p:cNvPr id="710" name="">
            <a:extLst xmlns:a="http://schemas.openxmlformats.org/drawingml/2006/main">
              <a:ext uri="{FF2B5EF4-FFF2-40B4-BE49-F238E27FC236}">
                <a16:creationId xmlns:a16="http://schemas.microsoft.com/office/drawing/2014/main" id="{EF49064A-5CAE-4045-ADC2-61E7E862EA36}"/>
              </a:ext>
            </a:extLst>
          </p:cNvPr>
          <p:cNvSpPr>
            <a:spLocks xmlns:a="http://schemas.openxmlformats.org/drawingml/2006/main" noGrp="1"/>
          </p:cNvSpPr>
          <p:nvPr/>
        </p:nvSpPr>
        <p:spPr>
          <a:xfrm xmlns:a="http://schemas.openxmlformats.org/drawingml/2006/main" rot="0">
            <a:off x="2542806" y="5307935"/>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a:t>
            </a:r>
          </a:p>
        </p:txBody>
      </p:sp>
      <p:sp>
        <p:nvSpPr>
          <p:cNvPr id="711" name="Editable chart path">
            <a:extLst xmlns:a="http://schemas.openxmlformats.org/drawingml/2006/main">
              <a:ext uri="{FF2B5EF4-FFF2-40B4-BE49-F238E27FC236}">
                <a16:creationId xmlns:a16="http://schemas.microsoft.com/office/drawing/2014/main" id="{17F6FB6C-0AF0-47FA-82AA-878596116726}"/>
              </a:ext>
            </a:extLst>
          </p:cNvPr>
          <p:cNvSpPr>
            <a:spLocks xmlns:a="http://schemas.openxmlformats.org/drawingml/2006/main" noGrp="1"/>
          </p:cNvSpPr>
          <p:nvPr/>
        </p:nvSpPr>
        <p:spPr>
          <a:xfrm xmlns:a="http://schemas.openxmlformats.org/drawingml/2006/main">
            <a:off x="3213480" y="5283602"/>
            <a:ext cx="95" cy="3845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0">
            <a:solidFill>
              <a:srgbClr val="5A6683"/>
            </a:solidFill>
            <a:prstDash val="solid"/>
          </a:ln>
        </p:spPr>
      </p:sp>
      <p:sp>
        <p:nvSpPr>
          <p:cNvPr id="712" name="">
            <a:extLst xmlns:a="http://schemas.openxmlformats.org/drawingml/2006/main">
              <a:ext uri="{FF2B5EF4-FFF2-40B4-BE49-F238E27FC236}">
                <a16:creationId xmlns:a16="http://schemas.microsoft.com/office/drawing/2014/main" id="{A5CDC4DD-22F1-4EF0-AA8C-3EE2E06DD307}"/>
              </a:ext>
            </a:extLst>
          </p:cNvPr>
          <p:cNvSpPr>
            <a:spLocks xmlns:a="http://schemas.openxmlformats.org/drawingml/2006/main" noGrp="1"/>
          </p:cNvSpPr>
          <p:nvPr/>
        </p:nvSpPr>
        <p:spPr>
          <a:xfrm xmlns:a="http://schemas.openxmlformats.org/drawingml/2006/main" rot="0">
            <a:off x="3066582" y="5307935"/>
            <a:ext cx="2896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2.50</a:t>
            </a:r>
          </a:p>
        </p:txBody>
      </p:sp>
      <p:sp>
        <p:nvSpPr>
          <p:cNvPr id="713" name="Editable chart path">
            <a:extLst xmlns:a="http://schemas.openxmlformats.org/drawingml/2006/main">
              <a:ext uri="{FF2B5EF4-FFF2-40B4-BE49-F238E27FC236}">
                <a16:creationId xmlns:a16="http://schemas.microsoft.com/office/drawing/2014/main" id="{4FBD9D38-9D91-4F00-AF58-75C94DD28D07}"/>
              </a:ext>
            </a:extLst>
          </p:cNvPr>
          <p:cNvSpPr>
            <a:spLocks xmlns:a="http://schemas.openxmlformats.org/drawingml/2006/main" noGrp="1"/>
          </p:cNvSpPr>
          <p:nvPr/>
        </p:nvSpPr>
        <p:spPr>
          <a:xfrm xmlns:a="http://schemas.openxmlformats.org/drawingml/2006/main">
            <a:off x="3747202" y="5283602"/>
            <a:ext cx="95" cy="3845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0">
            <a:solidFill>
              <a:srgbClr val="5A6683"/>
            </a:solidFill>
            <a:prstDash val="solid"/>
          </a:ln>
        </p:spPr>
      </p:sp>
      <p:sp>
        <p:nvSpPr>
          <p:cNvPr id="714" name="">
            <a:extLst xmlns:a="http://schemas.openxmlformats.org/drawingml/2006/main">
              <a:ext uri="{FF2B5EF4-FFF2-40B4-BE49-F238E27FC236}">
                <a16:creationId xmlns:a16="http://schemas.microsoft.com/office/drawing/2014/main" id="{7EB5F905-399A-4994-B055-67690A8AFD75}"/>
              </a:ext>
            </a:extLst>
          </p:cNvPr>
          <p:cNvSpPr>
            <a:spLocks xmlns:a="http://schemas.openxmlformats.org/drawingml/2006/main" noGrp="1"/>
          </p:cNvSpPr>
          <p:nvPr/>
        </p:nvSpPr>
        <p:spPr>
          <a:xfrm xmlns:a="http://schemas.openxmlformats.org/drawingml/2006/main" rot="0">
            <a:off x="3574253" y="5307935"/>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10.00</a:t>
            </a:r>
          </a:p>
        </p:txBody>
      </p:sp>
      <p:sp>
        <p:nvSpPr>
          <p:cNvPr id="715" name="Editable chart path">
            <a:extLst xmlns:a="http://schemas.openxmlformats.org/drawingml/2006/main">
              <a:ext uri="{FF2B5EF4-FFF2-40B4-BE49-F238E27FC236}">
                <a16:creationId xmlns:a16="http://schemas.microsoft.com/office/drawing/2014/main" id="{312750D2-EC43-44F2-8F46-689D020FEFF9}"/>
              </a:ext>
            </a:extLst>
          </p:cNvPr>
          <p:cNvSpPr>
            <a:spLocks xmlns:a="http://schemas.openxmlformats.org/drawingml/2006/main" noGrp="1"/>
          </p:cNvSpPr>
          <p:nvPr/>
        </p:nvSpPr>
        <p:spPr>
          <a:xfrm xmlns:a="http://schemas.openxmlformats.org/drawingml/2006/main">
            <a:off x="4280923" y="5283602"/>
            <a:ext cx="95" cy="3845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0">
            <a:solidFill>
              <a:srgbClr val="5A6683"/>
            </a:solidFill>
            <a:prstDash val="solid"/>
          </a:ln>
        </p:spPr>
      </p:sp>
      <p:sp>
        <p:nvSpPr>
          <p:cNvPr id="716" name="">
            <a:extLst xmlns:a="http://schemas.openxmlformats.org/drawingml/2006/main">
              <a:ext uri="{FF2B5EF4-FFF2-40B4-BE49-F238E27FC236}">
                <a16:creationId xmlns:a16="http://schemas.microsoft.com/office/drawing/2014/main" id="{D43D8B7E-4866-4051-8C74-4CFE1FC8727D}"/>
              </a:ext>
            </a:extLst>
          </p:cNvPr>
          <p:cNvSpPr>
            <a:spLocks xmlns:a="http://schemas.openxmlformats.org/drawingml/2006/main" noGrp="1"/>
          </p:cNvSpPr>
          <p:nvPr/>
        </p:nvSpPr>
        <p:spPr>
          <a:xfrm xmlns:a="http://schemas.openxmlformats.org/drawingml/2006/main" rot="0">
            <a:off x="4089210" y="5307935"/>
            <a:ext cx="3792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30.00</a:t>
            </a:r>
          </a:p>
        </p:txBody>
      </p:sp>
      <p:sp>
        <p:nvSpPr>
          <p:cNvPr id="717" name="Editable chart path">
            <a:extLst xmlns:a="http://schemas.openxmlformats.org/drawingml/2006/main">
              <a:ext uri="{FF2B5EF4-FFF2-40B4-BE49-F238E27FC236}">
                <a16:creationId xmlns:a16="http://schemas.microsoft.com/office/drawing/2014/main" id="{10B76609-FFD4-443B-A63B-3371E8237B24}"/>
              </a:ext>
            </a:extLst>
          </p:cNvPr>
          <p:cNvSpPr>
            <a:spLocks xmlns:a="http://schemas.openxmlformats.org/drawingml/2006/main" noGrp="1"/>
          </p:cNvSpPr>
          <p:nvPr/>
        </p:nvSpPr>
        <p:spPr>
          <a:xfrm xmlns:a="http://schemas.openxmlformats.org/drawingml/2006/main">
            <a:off x="4814645" y="5283602"/>
            <a:ext cx="95" cy="3845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90">
            <a:solidFill>
              <a:srgbClr val="5A6683"/>
            </a:solidFill>
            <a:prstDash val="solid"/>
          </a:ln>
        </p:spPr>
      </p:sp>
      <p:sp>
        <p:nvSpPr>
          <p:cNvPr id="718" name="">
            <a:extLst xmlns:a="http://schemas.openxmlformats.org/drawingml/2006/main">
              <a:ext uri="{FF2B5EF4-FFF2-40B4-BE49-F238E27FC236}">
                <a16:creationId xmlns:a16="http://schemas.microsoft.com/office/drawing/2014/main" id="{0DA2A9A6-A323-4FC9-A4B1-2B3F8717C3B5}"/>
              </a:ext>
            </a:extLst>
          </p:cNvPr>
          <p:cNvSpPr>
            <a:spLocks xmlns:a="http://schemas.openxmlformats.org/drawingml/2006/main" noGrp="1"/>
          </p:cNvSpPr>
          <p:nvPr/>
        </p:nvSpPr>
        <p:spPr>
          <a:xfrm xmlns:a="http://schemas.openxmlformats.org/drawingml/2006/main" rot="0">
            <a:off x="4619693" y="5307935"/>
            <a:ext cx="38576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60.00</a:t>
            </a:r>
          </a:p>
        </p:txBody>
      </p:sp>
      <p:sp>
        <p:nvSpPr>
          <p:cNvPr id="719" name="Editable chart path">
            <a:extLst xmlns:a="http://schemas.openxmlformats.org/drawingml/2006/main">
              <a:ext uri="{FF2B5EF4-FFF2-40B4-BE49-F238E27FC236}">
                <a16:creationId xmlns:a16="http://schemas.microsoft.com/office/drawing/2014/main" id="{202AFA28-1F04-4B2C-9142-C28C0A147D69}"/>
              </a:ext>
            </a:extLst>
          </p:cNvPr>
          <p:cNvSpPr>
            <a:spLocks xmlns:a="http://schemas.openxmlformats.org/drawingml/2006/main" noGrp="1"/>
          </p:cNvSpPr>
          <p:nvPr/>
        </p:nvSpPr>
        <p:spPr>
          <a:xfrm xmlns:a="http://schemas.openxmlformats.org/drawingml/2006/main">
            <a:off x="2146037" y="5143500"/>
            <a:ext cx="2802038" cy="140102"/>
          </a:xfrm>
          <a:custGeom xmlns:a="http://schemas.openxmlformats.org/drawingml/2006/main">
            <a:pathLst>
              <a:path w="2429104" h="121455">
                <a:moveTo>
                  <a:pt x="0" y="121455"/>
                </a:moveTo>
                <a:lnTo>
                  <a:pt x="0" y="60728"/>
                </a:lnTo>
                <a:lnTo>
                  <a:pt x="0" y="0"/>
                </a:lnTo>
                <a:lnTo>
                  <a:pt x="2313432" y="0"/>
                </a:lnTo>
                <a:lnTo>
                  <a:pt x="2429104" y="60728"/>
                </a:lnTo>
                <a:lnTo>
                  <a:pt x="2313432" y="121455"/>
                </a:lnTo>
                <a:lnTo>
                  <a:pt x="0" y="121455"/>
                </a:lnTo>
                <a:close/>
              </a:path>
            </a:pathLst>
          </a:custGeom>
          <a:noFill xmlns:a="http://schemas.openxmlformats.org/drawingml/2006/main"/>
          <a:ln xmlns:a="http://schemas.openxmlformats.org/drawingml/2006/main" w="8790">
            <a:solidFill>
              <a:srgbClr val="5A6683"/>
            </a:solidFill>
            <a:prstDash val="solid"/>
          </a:ln>
        </p:spPr>
      </p:sp>
      <p:sp>
        <p:nvSpPr>
          <p:cNvPr id="720" name="">
            <a:extLst xmlns:a="http://schemas.openxmlformats.org/drawingml/2006/main">
              <a:ext uri="{FF2B5EF4-FFF2-40B4-BE49-F238E27FC236}">
                <a16:creationId xmlns:a16="http://schemas.microsoft.com/office/drawing/2014/main" id="{C1491DD3-289A-49B3-9516-B878FA35D719}"/>
              </a:ext>
            </a:extLst>
          </p:cNvPr>
          <p:cNvSpPr>
            <a:spLocks xmlns:a="http://schemas.openxmlformats.org/drawingml/2006/main" noGrp="1"/>
          </p:cNvSpPr>
          <p:nvPr/>
        </p:nvSpPr>
        <p:spPr>
          <a:xfrm xmlns:a="http://schemas.openxmlformats.org/drawingml/2006/main">
            <a:off x="1000125" y="5572125"/>
            <a:ext cx="5000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mm/h at nearest working gauge</a:t>
            </a:r>
          </a:p>
        </p:txBody>
      </p:sp>
      <p:sp>
        <p:nvSpPr>
          <p:cNvPr id="721" name="">
            <a:extLst xmlns:a="http://schemas.openxmlformats.org/drawingml/2006/main">
              <a:ext uri="{FF2B5EF4-FFF2-40B4-BE49-F238E27FC236}">
                <a16:creationId xmlns:a16="http://schemas.microsoft.com/office/drawing/2014/main" id="{ADA9C9B4-0BE9-4C44-9BC7-20BECD97B6E6}"/>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Vacant taxis vs expected (%), 09:30</a:t>
            </a:r>
          </a:p>
        </p:txBody>
      </p:sp>
      <p:sp>
        <p:nvSpPr>
          <p:cNvPr id="722" name="Editable chart path">
            <a:extLst xmlns:a="http://schemas.openxmlformats.org/drawingml/2006/main">
              <a:ext uri="{FF2B5EF4-FFF2-40B4-BE49-F238E27FC236}">
                <a16:creationId xmlns:a16="http://schemas.microsoft.com/office/drawing/2014/main" id="{4C298390-EDA1-419C-999F-69CB199C34E5}"/>
              </a:ext>
            </a:extLst>
          </p:cNvPr>
          <p:cNvSpPr>
            <a:spLocks xmlns:a="http://schemas.openxmlformats.org/drawingml/2006/main" noGrp="1"/>
          </p:cNvSpPr>
          <p:nvPr/>
        </p:nvSpPr>
        <p:spPr>
          <a:xfrm xmlns:a="http://schemas.openxmlformats.org/drawingml/2006/main">
            <a:off x="6602376" y="2422818"/>
            <a:ext cx="3790172" cy="2252016"/>
          </a:xfrm>
          <a:custGeom xmlns:a="http://schemas.openxmlformats.org/drawingml/2006/main">
            <a:pathLst>
              <a:path w="2821047" h="1676188">
                <a:moveTo>
                  <a:pt x="590056" y="1051879"/>
                </a:moveTo>
                <a:lnTo>
                  <a:pt x="576914" y="1049237"/>
                </a:lnTo>
                <a:lnTo>
                  <a:pt x="580393" y="1057228"/>
                </a:lnTo>
                <a:lnTo>
                  <a:pt x="587672" y="1059032"/>
                </a:lnTo>
                <a:lnTo>
                  <a:pt x="603521" y="1078816"/>
                </a:lnTo>
                <a:lnTo>
                  <a:pt x="603714" y="1103497"/>
                </a:lnTo>
                <a:lnTo>
                  <a:pt x="582905" y="1102917"/>
                </a:lnTo>
                <a:lnTo>
                  <a:pt x="583034" y="1099888"/>
                </a:lnTo>
                <a:lnTo>
                  <a:pt x="579233" y="1097310"/>
                </a:lnTo>
                <a:lnTo>
                  <a:pt x="577171" y="1080104"/>
                </a:lnTo>
                <a:lnTo>
                  <a:pt x="571244" y="1068827"/>
                </a:lnTo>
                <a:lnTo>
                  <a:pt x="573177" y="1062447"/>
                </a:lnTo>
                <a:lnTo>
                  <a:pt x="578975" y="1057743"/>
                </a:lnTo>
                <a:lnTo>
                  <a:pt x="575690" y="1049817"/>
                </a:lnTo>
                <a:lnTo>
                  <a:pt x="569054" y="1057872"/>
                </a:lnTo>
                <a:lnTo>
                  <a:pt x="565962" y="1067667"/>
                </a:lnTo>
                <a:lnTo>
                  <a:pt x="567250" y="1094410"/>
                </a:lnTo>
                <a:lnTo>
                  <a:pt x="549340" y="1101177"/>
                </a:lnTo>
                <a:lnTo>
                  <a:pt x="535747" y="1100275"/>
                </a:lnTo>
                <a:lnTo>
                  <a:pt x="503664" y="1106268"/>
                </a:lnTo>
                <a:lnTo>
                  <a:pt x="494838" y="1042793"/>
                </a:lnTo>
                <a:lnTo>
                  <a:pt x="491166" y="1041117"/>
                </a:lnTo>
                <a:lnTo>
                  <a:pt x="483564" y="1043179"/>
                </a:lnTo>
                <a:lnTo>
                  <a:pt x="490908" y="1113356"/>
                </a:lnTo>
                <a:lnTo>
                  <a:pt x="479441" y="1118640"/>
                </a:lnTo>
                <a:lnTo>
                  <a:pt x="477250" y="1116063"/>
                </a:lnTo>
                <a:lnTo>
                  <a:pt x="468618" y="1122314"/>
                </a:lnTo>
                <a:lnTo>
                  <a:pt x="433700" y="1083520"/>
                </a:lnTo>
                <a:lnTo>
                  <a:pt x="431767" y="1056583"/>
                </a:lnTo>
                <a:lnTo>
                  <a:pt x="406449" y="1059741"/>
                </a:lnTo>
                <a:lnTo>
                  <a:pt x="411023" y="1097697"/>
                </a:lnTo>
                <a:lnTo>
                  <a:pt x="442204" y="1129853"/>
                </a:lnTo>
                <a:lnTo>
                  <a:pt x="439949" y="1128887"/>
                </a:lnTo>
                <a:lnTo>
                  <a:pt x="441753" y="1131915"/>
                </a:lnTo>
                <a:lnTo>
                  <a:pt x="432476" y="1141775"/>
                </a:lnTo>
                <a:lnTo>
                  <a:pt x="392276" y="1173416"/>
                </a:lnTo>
                <a:lnTo>
                  <a:pt x="383321" y="1162590"/>
                </a:lnTo>
                <a:lnTo>
                  <a:pt x="384867" y="1160205"/>
                </a:lnTo>
                <a:lnTo>
                  <a:pt x="380357" y="1152794"/>
                </a:lnTo>
                <a:lnTo>
                  <a:pt x="341059" y="1133204"/>
                </a:lnTo>
                <a:lnTo>
                  <a:pt x="343507" y="1127920"/>
                </a:lnTo>
                <a:lnTo>
                  <a:pt x="335003" y="1121154"/>
                </a:lnTo>
                <a:lnTo>
                  <a:pt x="327916" y="1127082"/>
                </a:lnTo>
                <a:lnTo>
                  <a:pt x="323213" y="1121862"/>
                </a:lnTo>
                <a:lnTo>
                  <a:pt x="329334" y="1116578"/>
                </a:lnTo>
                <a:lnTo>
                  <a:pt x="309556" y="1093830"/>
                </a:lnTo>
                <a:lnTo>
                  <a:pt x="296864" y="1104592"/>
                </a:lnTo>
                <a:lnTo>
                  <a:pt x="284173" y="1089577"/>
                </a:lnTo>
                <a:lnTo>
                  <a:pt x="333650" y="1035640"/>
                </a:lnTo>
                <a:lnTo>
                  <a:pt x="331524" y="1028873"/>
                </a:lnTo>
                <a:lnTo>
                  <a:pt x="324566" y="1026360"/>
                </a:lnTo>
                <a:lnTo>
                  <a:pt x="291066" y="1062512"/>
                </a:lnTo>
                <a:lnTo>
                  <a:pt x="281080" y="1065927"/>
                </a:lnTo>
                <a:lnTo>
                  <a:pt x="264652" y="1050075"/>
                </a:lnTo>
                <a:lnTo>
                  <a:pt x="261818" y="1042019"/>
                </a:lnTo>
                <a:lnTo>
                  <a:pt x="297444" y="1005094"/>
                </a:lnTo>
                <a:lnTo>
                  <a:pt x="298797" y="1001743"/>
                </a:lnTo>
                <a:lnTo>
                  <a:pt x="295189" y="997490"/>
                </a:lnTo>
                <a:lnTo>
                  <a:pt x="283077" y="987953"/>
                </a:lnTo>
                <a:lnTo>
                  <a:pt x="262140" y="1011023"/>
                </a:lnTo>
                <a:lnTo>
                  <a:pt x="241717" y="1027069"/>
                </a:lnTo>
                <a:lnTo>
                  <a:pt x="226256" y="1016629"/>
                </a:lnTo>
                <a:lnTo>
                  <a:pt x="205769" y="996073"/>
                </a:lnTo>
                <a:lnTo>
                  <a:pt x="185798" y="1024685"/>
                </a:lnTo>
                <a:lnTo>
                  <a:pt x="208153" y="1043566"/>
                </a:lnTo>
                <a:lnTo>
                  <a:pt x="253378" y="1096473"/>
                </a:lnTo>
                <a:lnTo>
                  <a:pt x="262784" y="1153439"/>
                </a:lnTo>
                <a:lnTo>
                  <a:pt x="283400" y="1191459"/>
                </a:lnTo>
                <a:lnTo>
                  <a:pt x="286492" y="1201899"/>
                </a:lnTo>
                <a:lnTo>
                  <a:pt x="283464" y="1218911"/>
                </a:lnTo>
                <a:lnTo>
                  <a:pt x="270450" y="1232057"/>
                </a:lnTo>
                <a:lnTo>
                  <a:pt x="258339" y="1235215"/>
                </a:lnTo>
                <a:lnTo>
                  <a:pt x="225612" y="1232960"/>
                </a:lnTo>
                <a:lnTo>
                  <a:pt x="223808" y="1235280"/>
                </a:lnTo>
                <a:lnTo>
                  <a:pt x="219298" y="1295017"/>
                </a:lnTo>
                <a:lnTo>
                  <a:pt x="242555" y="1295017"/>
                </a:lnTo>
                <a:lnTo>
                  <a:pt x="242619" y="1352756"/>
                </a:lnTo>
                <a:lnTo>
                  <a:pt x="74989" y="1352756"/>
                </a:lnTo>
                <a:lnTo>
                  <a:pt x="74989" y="1397028"/>
                </a:lnTo>
                <a:lnTo>
                  <a:pt x="248997" y="1397028"/>
                </a:lnTo>
                <a:lnTo>
                  <a:pt x="248997" y="1435822"/>
                </a:lnTo>
                <a:lnTo>
                  <a:pt x="206735" y="1454703"/>
                </a:lnTo>
                <a:lnTo>
                  <a:pt x="74989" y="1454703"/>
                </a:lnTo>
                <a:lnTo>
                  <a:pt x="74989" y="1499039"/>
                </a:lnTo>
                <a:lnTo>
                  <a:pt x="284366" y="1499039"/>
                </a:lnTo>
                <a:lnTo>
                  <a:pt x="284366" y="1556714"/>
                </a:lnTo>
                <a:lnTo>
                  <a:pt x="75054" y="1556714"/>
                </a:lnTo>
                <a:lnTo>
                  <a:pt x="75054" y="1605689"/>
                </a:lnTo>
                <a:lnTo>
                  <a:pt x="329978" y="1605625"/>
                </a:lnTo>
                <a:lnTo>
                  <a:pt x="340672" y="1634237"/>
                </a:lnTo>
                <a:lnTo>
                  <a:pt x="272899" y="1659305"/>
                </a:lnTo>
                <a:lnTo>
                  <a:pt x="251123" y="1672386"/>
                </a:lnTo>
                <a:lnTo>
                  <a:pt x="236950" y="1676188"/>
                </a:lnTo>
                <a:lnTo>
                  <a:pt x="23257" y="1622509"/>
                </a:lnTo>
                <a:lnTo>
                  <a:pt x="7989" y="1614196"/>
                </a:lnTo>
                <a:lnTo>
                  <a:pt x="838" y="1601307"/>
                </a:lnTo>
                <a:lnTo>
                  <a:pt x="0" y="1463403"/>
                </a:lnTo>
                <a:lnTo>
                  <a:pt x="43357" y="1463403"/>
                </a:lnTo>
                <a:lnTo>
                  <a:pt x="43422" y="1445939"/>
                </a:lnTo>
                <a:lnTo>
                  <a:pt x="20293" y="1445939"/>
                </a:lnTo>
                <a:lnTo>
                  <a:pt x="20293" y="1403665"/>
                </a:lnTo>
                <a:lnTo>
                  <a:pt x="40522" y="1403665"/>
                </a:lnTo>
                <a:lnTo>
                  <a:pt x="40522" y="1386202"/>
                </a:lnTo>
                <a:lnTo>
                  <a:pt x="26092" y="1386202"/>
                </a:lnTo>
                <a:lnTo>
                  <a:pt x="26092" y="1356752"/>
                </a:lnTo>
                <a:lnTo>
                  <a:pt x="64" y="1356752"/>
                </a:lnTo>
                <a:lnTo>
                  <a:pt x="773" y="1345217"/>
                </a:lnTo>
                <a:lnTo>
                  <a:pt x="36786" y="1248748"/>
                </a:lnTo>
                <a:lnTo>
                  <a:pt x="45870" y="1239855"/>
                </a:lnTo>
                <a:lnTo>
                  <a:pt x="64681" y="1232895"/>
                </a:lnTo>
                <a:lnTo>
                  <a:pt x="76986" y="1224904"/>
                </a:lnTo>
                <a:lnTo>
                  <a:pt x="86263" y="1214014"/>
                </a:lnTo>
                <a:lnTo>
                  <a:pt x="91868" y="1201899"/>
                </a:lnTo>
                <a:lnTo>
                  <a:pt x="94187" y="1187722"/>
                </a:lnTo>
                <a:lnTo>
                  <a:pt x="92319" y="1173093"/>
                </a:lnTo>
                <a:lnTo>
                  <a:pt x="80658" y="1143322"/>
                </a:lnTo>
                <a:lnTo>
                  <a:pt x="76084" y="1142806"/>
                </a:lnTo>
                <a:lnTo>
                  <a:pt x="77180" y="1136040"/>
                </a:lnTo>
                <a:lnTo>
                  <a:pt x="75118" y="1138553"/>
                </a:lnTo>
                <a:lnTo>
                  <a:pt x="78081" y="1121540"/>
                </a:lnTo>
                <a:lnTo>
                  <a:pt x="79177" y="1124505"/>
                </a:lnTo>
                <a:lnTo>
                  <a:pt x="80207" y="1118769"/>
                </a:lnTo>
                <a:lnTo>
                  <a:pt x="83751" y="1119349"/>
                </a:lnTo>
                <a:lnTo>
                  <a:pt x="166084" y="899088"/>
                </a:lnTo>
                <a:lnTo>
                  <a:pt x="174073" y="868414"/>
                </a:lnTo>
                <a:lnTo>
                  <a:pt x="187280" y="837675"/>
                </a:lnTo>
                <a:lnTo>
                  <a:pt x="184380" y="833229"/>
                </a:lnTo>
                <a:lnTo>
                  <a:pt x="187602" y="829813"/>
                </a:lnTo>
                <a:lnTo>
                  <a:pt x="185733" y="828074"/>
                </a:lnTo>
                <a:lnTo>
                  <a:pt x="193142" y="820405"/>
                </a:lnTo>
                <a:lnTo>
                  <a:pt x="198489" y="807710"/>
                </a:lnTo>
                <a:lnTo>
                  <a:pt x="197716" y="804810"/>
                </a:lnTo>
                <a:lnTo>
                  <a:pt x="191467" y="807517"/>
                </a:lnTo>
                <a:lnTo>
                  <a:pt x="186442" y="801975"/>
                </a:lnTo>
                <a:lnTo>
                  <a:pt x="183092" y="790891"/>
                </a:lnTo>
                <a:lnTo>
                  <a:pt x="185282" y="780065"/>
                </a:lnTo>
                <a:lnTo>
                  <a:pt x="176972" y="774716"/>
                </a:lnTo>
                <a:lnTo>
                  <a:pt x="177809" y="773105"/>
                </a:lnTo>
                <a:lnTo>
                  <a:pt x="186055" y="778582"/>
                </a:lnTo>
                <a:lnTo>
                  <a:pt x="192949" y="771043"/>
                </a:lnTo>
                <a:lnTo>
                  <a:pt x="202033" y="767434"/>
                </a:lnTo>
                <a:lnTo>
                  <a:pt x="206607" y="769432"/>
                </a:lnTo>
                <a:lnTo>
                  <a:pt x="209441" y="775296"/>
                </a:lnTo>
                <a:lnTo>
                  <a:pt x="213178" y="758348"/>
                </a:lnTo>
                <a:lnTo>
                  <a:pt x="221939" y="737662"/>
                </a:lnTo>
                <a:lnTo>
                  <a:pt x="223486" y="726063"/>
                </a:lnTo>
                <a:lnTo>
                  <a:pt x="225289" y="728834"/>
                </a:lnTo>
                <a:lnTo>
                  <a:pt x="237401" y="719167"/>
                </a:lnTo>
                <a:lnTo>
                  <a:pt x="245196" y="709050"/>
                </a:lnTo>
                <a:lnTo>
                  <a:pt x="264781" y="664779"/>
                </a:lnTo>
                <a:lnTo>
                  <a:pt x="279470" y="643191"/>
                </a:lnTo>
                <a:lnTo>
                  <a:pt x="281209" y="632365"/>
                </a:lnTo>
                <a:lnTo>
                  <a:pt x="292226" y="628949"/>
                </a:lnTo>
                <a:lnTo>
                  <a:pt x="291259" y="621538"/>
                </a:lnTo>
                <a:lnTo>
                  <a:pt x="294416" y="619025"/>
                </a:lnTo>
                <a:lnTo>
                  <a:pt x="302856" y="629980"/>
                </a:lnTo>
                <a:lnTo>
                  <a:pt x="302920" y="619412"/>
                </a:lnTo>
                <a:lnTo>
                  <a:pt x="308460" y="618316"/>
                </a:lnTo>
                <a:lnTo>
                  <a:pt x="317609" y="595053"/>
                </a:lnTo>
                <a:lnTo>
                  <a:pt x="331911" y="570372"/>
                </a:lnTo>
                <a:lnTo>
                  <a:pt x="330171" y="562381"/>
                </a:lnTo>
                <a:lnTo>
                  <a:pt x="336871" y="563348"/>
                </a:lnTo>
                <a:lnTo>
                  <a:pt x="333457" y="557677"/>
                </a:lnTo>
                <a:lnTo>
                  <a:pt x="344280" y="547817"/>
                </a:lnTo>
                <a:lnTo>
                  <a:pt x="348596" y="546657"/>
                </a:lnTo>
                <a:lnTo>
                  <a:pt x="349112" y="552199"/>
                </a:lnTo>
                <a:lnTo>
                  <a:pt x="350851" y="551942"/>
                </a:lnTo>
                <a:lnTo>
                  <a:pt x="352655" y="546335"/>
                </a:lnTo>
                <a:lnTo>
                  <a:pt x="348725" y="539891"/>
                </a:lnTo>
                <a:lnTo>
                  <a:pt x="352526" y="533125"/>
                </a:lnTo>
                <a:lnTo>
                  <a:pt x="360128" y="527841"/>
                </a:lnTo>
                <a:lnTo>
                  <a:pt x="360193" y="517014"/>
                </a:lnTo>
                <a:lnTo>
                  <a:pt x="367472" y="504255"/>
                </a:lnTo>
                <a:lnTo>
                  <a:pt x="365089" y="489176"/>
                </a:lnTo>
                <a:lnTo>
                  <a:pt x="368181" y="473387"/>
                </a:lnTo>
                <a:lnTo>
                  <a:pt x="363027" y="464237"/>
                </a:lnTo>
                <a:lnTo>
                  <a:pt x="367150" y="454377"/>
                </a:lnTo>
                <a:lnTo>
                  <a:pt x="369598" y="456117"/>
                </a:lnTo>
                <a:lnTo>
                  <a:pt x="370758" y="453991"/>
                </a:lnTo>
                <a:lnTo>
                  <a:pt x="367408" y="451606"/>
                </a:lnTo>
                <a:lnTo>
                  <a:pt x="368954" y="446644"/>
                </a:lnTo>
                <a:lnTo>
                  <a:pt x="374817" y="443422"/>
                </a:lnTo>
                <a:lnTo>
                  <a:pt x="369341" y="435045"/>
                </a:lnTo>
                <a:lnTo>
                  <a:pt x="365862" y="420416"/>
                </a:lnTo>
                <a:lnTo>
                  <a:pt x="377587" y="415390"/>
                </a:lnTo>
                <a:lnTo>
                  <a:pt x="382548" y="406110"/>
                </a:lnTo>
                <a:lnTo>
                  <a:pt x="382934" y="398571"/>
                </a:lnTo>
                <a:lnTo>
                  <a:pt x="394079" y="395800"/>
                </a:lnTo>
                <a:lnTo>
                  <a:pt x="401681" y="399731"/>
                </a:lnTo>
                <a:lnTo>
                  <a:pt x="403356" y="394447"/>
                </a:lnTo>
                <a:lnTo>
                  <a:pt x="411603" y="390193"/>
                </a:lnTo>
                <a:lnTo>
                  <a:pt x="413149" y="385038"/>
                </a:lnTo>
                <a:lnTo>
                  <a:pt x="418109" y="380656"/>
                </a:lnTo>
                <a:lnTo>
                  <a:pt x="416241" y="372988"/>
                </a:lnTo>
                <a:lnTo>
                  <a:pt x="417981" y="370474"/>
                </a:lnTo>
                <a:lnTo>
                  <a:pt x="421910" y="367768"/>
                </a:lnTo>
                <a:lnTo>
                  <a:pt x="427902" y="369121"/>
                </a:lnTo>
                <a:lnTo>
                  <a:pt x="431703" y="367188"/>
                </a:lnTo>
                <a:lnTo>
                  <a:pt x="425840" y="361839"/>
                </a:lnTo>
                <a:lnTo>
                  <a:pt x="424101" y="353397"/>
                </a:lnTo>
                <a:lnTo>
                  <a:pt x="428159" y="339993"/>
                </a:lnTo>
                <a:lnTo>
                  <a:pt x="433700" y="341540"/>
                </a:lnTo>
                <a:lnTo>
                  <a:pt x="434151" y="336643"/>
                </a:lnTo>
                <a:lnTo>
                  <a:pt x="428868" y="332067"/>
                </a:lnTo>
                <a:lnTo>
                  <a:pt x="439562" y="326267"/>
                </a:lnTo>
                <a:lnTo>
                  <a:pt x="445361" y="332003"/>
                </a:lnTo>
                <a:lnTo>
                  <a:pt x="442397" y="327234"/>
                </a:lnTo>
                <a:lnTo>
                  <a:pt x="446005" y="322594"/>
                </a:lnTo>
                <a:lnTo>
                  <a:pt x="440915" y="323819"/>
                </a:lnTo>
                <a:lnTo>
                  <a:pt x="436857" y="314217"/>
                </a:lnTo>
                <a:lnTo>
                  <a:pt x="441946" y="293789"/>
                </a:lnTo>
                <a:lnTo>
                  <a:pt x="452447" y="287023"/>
                </a:lnTo>
                <a:lnTo>
                  <a:pt x="458761" y="287925"/>
                </a:lnTo>
                <a:lnTo>
                  <a:pt x="455475" y="286507"/>
                </a:lnTo>
                <a:lnTo>
                  <a:pt x="456506" y="282705"/>
                </a:lnTo>
                <a:lnTo>
                  <a:pt x="466169" y="268399"/>
                </a:lnTo>
                <a:lnTo>
                  <a:pt x="472225" y="272201"/>
                </a:lnTo>
                <a:lnTo>
                  <a:pt x="487687" y="268270"/>
                </a:lnTo>
                <a:lnTo>
                  <a:pt x="499992" y="255188"/>
                </a:lnTo>
                <a:lnTo>
                  <a:pt x="506756" y="259442"/>
                </a:lnTo>
                <a:lnTo>
                  <a:pt x="514229" y="260086"/>
                </a:lnTo>
                <a:lnTo>
                  <a:pt x="516227" y="262921"/>
                </a:lnTo>
                <a:lnTo>
                  <a:pt x="516549" y="252869"/>
                </a:lnTo>
                <a:lnTo>
                  <a:pt x="520672" y="250098"/>
                </a:lnTo>
                <a:lnTo>
                  <a:pt x="528789" y="251709"/>
                </a:lnTo>
                <a:lnTo>
                  <a:pt x="534072" y="243138"/>
                </a:lnTo>
                <a:lnTo>
                  <a:pt x="564158" y="239851"/>
                </a:lnTo>
                <a:lnTo>
                  <a:pt x="570665" y="234632"/>
                </a:lnTo>
                <a:lnTo>
                  <a:pt x="582390" y="230443"/>
                </a:lnTo>
                <a:lnTo>
                  <a:pt x="582325" y="227736"/>
                </a:lnTo>
                <a:lnTo>
                  <a:pt x="608159" y="201122"/>
                </a:lnTo>
                <a:lnTo>
                  <a:pt x="623943" y="192100"/>
                </a:lnTo>
                <a:lnTo>
                  <a:pt x="649326" y="167226"/>
                </a:lnTo>
                <a:lnTo>
                  <a:pt x="650099" y="160524"/>
                </a:lnTo>
                <a:lnTo>
                  <a:pt x="654866" y="163617"/>
                </a:lnTo>
                <a:lnTo>
                  <a:pt x="671165" y="148151"/>
                </a:lnTo>
                <a:lnTo>
                  <a:pt x="688495" y="138420"/>
                </a:lnTo>
                <a:lnTo>
                  <a:pt x="716004" y="130365"/>
                </a:lnTo>
                <a:lnTo>
                  <a:pt x="720127" y="131783"/>
                </a:lnTo>
                <a:lnTo>
                  <a:pt x="721996" y="129527"/>
                </a:lnTo>
                <a:lnTo>
                  <a:pt x="745832" y="125403"/>
                </a:lnTo>
                <a:lnTo>
                  <a:pt x="783907" y="126241"/>
                </a:lnTo>
                <a:lnTo>
                  <a:pt x="794794" y="129012"/>
                </a:lnTo>
                <a:lnTo>
                  <a:pt x="809870" y="140998"/>
                </a:lnTo>
                <a:lnTo>
                  <a:pt x="810900" y="145767"/>
                </a:lnTo>
                <a:lnTo>
                  <a:pt x="807872" y="140418"/>
                </a:lnTo>
                <a:lnTo>
                  <a:pt x="807937" y="144542"/>
                </a:lnTo>
                <a:lnTo>
                  <a:pt x="804716" y="147507"/>
                </a:lnTo>
                <a:lnTo>
                  <a:pt x="809032" y="146411"/>
                </a:lnTo>
                <a:lnTo>
                  <a:pt x="817729" y="152533"/>
                </a:lnTo>
                <a:lnTo>
                  <a:pt x="808839" y="158784"/>
                </a:lnTo>
                <a:lnTo>
                  <a:pt x="813928" y="154531"/>
                </a:lnTo>
                <a:lnTo>
                  <a:pt x="818567" y="154273"/>
                </a:lnTo>
                <a:lnTo>
                  <a:pt x="814121" y="158204"/>
                </a:lnTo>
                <a:lnTo>
                  <a:pt x="815925" y="157108"/>
                </a:lnTo>
                <a:lnTo>
                  <a:pt x="817922" y="159622"/>
                </a:lnTo>
                <a:lnTo>
                  <a:pt x="817987" y="155691"/>
                </a:lnTo>
                <a:lnTo>
                  <a:pt x="823270" y="158204"/>
                </a:lnTo>
                <a:lnTo>
                  <a:pt x="825074" y="164777"/>
                </a:lnTo>
                <a:lnTo>
                  <a:pt x="830356" y="164197"/>
                </a:lnTo>
                <a:lnTo>
                  <a:pt x="851680" y="180565"/>
                </a:lnTo>
                <a:lnTo>
                  <a:pt x="852582" y="184818"/>
                </a:lnTo>
                <a:lnTo>
                  <a:pt x="842983" y="195580"/>
                </a:lnTo>
                <a:lnTo>
                  <a:pt x="844594" y="206471"/>
                </a:lnTo>
                <a:lnTo>
                  <a:pt x="846978" y="206535"/>
                </a:lnTo>
                <a:lnTo>
                  <a:pt x="847751" y="199704"/>
                </a:lnTo>
                <a:lnTo>
                  <a:pt x="853613" y="191456"/>
                </a:lnTo>
                <a:lnTo>
                  <a:pt x="856899" y="205375"/>
                </a:lnTo>
                <a:lnTo>
                  <a:pt x="879769" y="205311"/>
                </a:lnTo>
                <a:lnTo>
                  <a:pt x="882539" y="202926"/>
                </a:lnTo>
                <a:lnTo>
                  <a:pt x="884343" y="206600"/>
                </a:lnTo>
                <a:lnTo>
                  <a:pt x="884214" y="163101"/>
                </a:lnTo>
                <a:lnTo>
                  <a:pt x="889819" y="157753"/>
                </a:lnTo>
                <a:lnTo>
                  <a:pt x="980721" y="176376"/>
                </a:lnTo>
                <a:lnTo>
                  <a:pt x="1006104" y="170254"/>
                </a:lnTo>
                <a:lnTo>
                  <a:pt x="1021566" y="176828"/>
                </a:lnTo>
                <a:lnTo>
                  <a:pt x="1039540" y="171350"/>
                </a:lnTo>
                <a:lnTo>
                  <a:pt x="1038122" y="166066"/>
                </a:lnTo>
                <a:lnTo>
                  <a:pt x="1041537" y="156980"/>
                </a:lnTo>
                <a:lnTo>
                  <a:pt x="1051845" y="148344"/>
                </a:lnTo>
                <a:lnTo>
                  <a:pt x="1057192" y="138743"/>
                </a:lnTo>
                <a:lnTo>
                  <a:pt x="1052360" y="117799"/>
                </a:lnTo>
                <a:lnTo>
                  <a:pt x="1054679" y="116510"/>
                </a:lnTo>
                <a:lnTo>
                  <a:pt x="1064021" y="143576"/>
                </a:lnTo>
                <a:lnTo>
                  <a:pt x="1076712" y="134167"/>
                </a:lnTo>
                <a:lnTo>
                  <a:pt x="1099261" y="125725"/>
                </a:lnTo>
                <a:lnTo>
                  <a:pt x="1140298" y="98789"/>
                </a:lnTo>
                <a:lnTo>
                  <a:pt x="1145259" y="97887"/>
                </a:lnTo>
                <a:lnTo>
                  <a:pt x="1159497" y="83065"/>
                </a:lnTo>
                <a:lnTo>
                  <a:pt x="1183655" y="65795"/>
                </a:lnTo>
                <a:lnTo>
                  <a:pt x="1193577" y="61606"/>
                </a:lnTo>
                <a:lnTo>
                  <a:pt x="1243247" y="25326"/>
                </a:lnTo>
                <a:lnTo>
                  <a:pt x="1250978" y="25583"/>
                </a:lnTo>
                <a:lnTo>
                  <a:pt x="1261930" y="14757"/>
                </a:lnTo>
                <a:lnTo>
                  <a:pt x="1271336" y="11213"/>
                </a:lnTo>
                <a:lnTo>
                  <a:pt x="1307413" y="1289"/>
                </a:lnTo>
                <a:lnTo>
                  <a:pt x="1314242" y="6380"/>
                </a:lnTo>
                <a:lnTo>
                  <a:pt x="1328738" y="2642"/>
                </a:lnTo>
                <a:lnTo>
                  <a:pt x="1363333" y="0"/>
                </a:lnTo>
                <a:lnTo>
                  <a:pt x="1389811" y="9860"/>
                </a:lnTo>
                <a:lnTo>
                  <a:pt x="1394578" y="13726"/>
                </a:lnTo>
                <a:lnTo>
                  <a:pt x="1382338" y="22297"/>
                </a:lnTo>
                <a:lnTo>
                  <a:pt x="1371515" y="37441"/>
                </a:lnTo>
                <a:lnTo>
                  <a:pt x="1376733" y="40663"/>
                </a:lnTo>
                <a:lnTo>
                  <a:pt x="1384013" y="29772"/>
                </a:lnTo>
                <a:lnTo>
                  <a:pt x="1398959" y="23263"/>
                </a:lnTo>
                <a:lnTo>
                  <a:pt x="1396833" y="30996"/>
                </a:lnTo>
                <a:lnTo>
                  <a:pt x="1402438" y="32156"/>
                </a:lnTo>
                <a:lnTo>
                  <a:pt x="1391422" y="51875"/>
                </a:lnTo>
                <a:lnTo>
                  <a:pt x="1394707" y="53615"/>
                </a:lnTo>
                <a:lnTo>
                  <a:pt x="1408236" y="32479"/>
                </a:lnTo>
                <a:lnTo>
                  <a:pt x="1402116" y="43498"/>
                </a:lnTo>
                <a:lnTo>
                  <a:pt x="1404564" y="45174"/>
                </a:lnTo>
                <a:lnTo>
                  <a:pt x="1395287" y="61542"/>
                </a:lnTo>
                <a:lnTo>
                  <a:pt x="1397606" y="62830"/>
                </a:lnTo>
                <a:lnTo>
                  <a:pt x="1406626" y="46398"/>
                </a:lnTo>
                <a:lnTo>
                  <a:pt x="1409911" y="48009"/>
                </a:lnTo>
                <a:lnTo>
                  <a:pt x="1429174" y="14048"/>
                </a:lnTo>
                <a:lnTo>
                  <a:pt x="1472724" y="39052"/>
                </a:lnTo>
                <a:lnTo>
                  <a:pt x="1457585" y="66117"/>
                </a:lnTo>
                <a:lnTo>
                  <a:pt x="1463705" y="69661"/>
                </a:lnTo>
                <a:lnTo>
                  <a:pt x="1478973" y="42725"/>
                </a:lnTo>
                <a:lnTo>
                  <a:pt x="1485931" y="42531"/>
                </a:lnTo>
                <a:lnTo>
                  <a:pt x="1492116" y="38407"/>
                </a:lnTo>
                <a:lnTo>
                  <a:pt x="1574063" y="72432"/>
                </a:lnTo>
                <a:lnTo>
                  <a:pt x="1600670" y="85707"/>
                </a:lnTo>
                <a:lnTo>
                  <a:pt x="1626632" y="102526"/>
                </a:lnTo>
                <a:lnTo>
                  <a:pt x="1625730" y="109228"/>
                </a:lnTo>
                <a:lnTo>
                  <a:pt x="1606339" y="117799"/>
                </a:lnTo>
                <a:lnTo>
                  <a:pt x="1623282" y="159042"/>
                </a:lnTo>
                <a:lnTo>
                  <a:pt x="1630240" y="182821"/>
                </a:lnTo>
                <a:lnTo>
                  <a:pt x="1660004" y="221228"/>
                </a:lnTo>
                <a:lnTo>
                  <a:pt x="1656267" y="224256"/>
                </a:lnTo>
                <a:lnTo>
                  <a:pt x="1661550" y="236243"/>
                </a:lnTo>
                <a:lnTo>
                  <a:pt x="1670118" y="233021"/>
                </a:lnTo>
                <a:lnTo>
                  <a:pt x="1672824" y="238756"/>
                </a:lnTo>
                <a:lnTo>
                  <a:pt x="1666704" y="251386"/>
                </a:lnTo>
                <a:lnTo>
                  <a:pt x="1633912" y="278516"/>
                </a:lnTo>
                <a:lnTo>
                  <a:pt x="1626375" y="280836"/>
                </a:lnTo>
                <a:lnTo>
                  <a:pt x="1623991" y="285089"/>
                </a:lnTo>
                <a:lnTo>
                  <a:pt x="1662710" y="302553"/>
                </a:lnTo>
                <a:lnTo>
                  <a:pt x="1671600" y="297913"/>
                </a:lnTo>
                <a:lnTo>
                  <a:pt x="1682874" y="296302"/>
                </a:lnTo>
                <a:lnTo>
                  <a:pt x="1697563" y="283414"/>
                </a:lnTo>
                <a:lnTo>
                  <a:pt x="1697821" y="276454"/>
                </a:lnTo>
                <a:lnTo>
                  <a:pt x="1702137" y="270912"/>
                </a:lnTo>
                <a:lnTo>
                  <a:pt x="1726231" y="255188"/>
                </a:lnTo>
                <a:lnTo>
                  <a:pt x="1741564" y="250226"/>
                </a:lnTo>
                <a:lnTo>
                  <a:pt x="1757863" y="251386"/>
                </a:lnTo>
                <a:lnTo>
                  <a:pt x="1768429" y="255962"/>
                </a:lnTo>
                <a:lnTo>
                  <a:pt x="1819452" y="289987"/>
                </a:lnTo>
                <a:lnTo>
                  <a:pt x="1809338" y="304035"/>
                </a:lnTo>
                <a:lnTo>
                  <a:pt x="1813976" y="306742"/>
                </a:lnTo>
                <a:lnTo>
                  <a:pt x="1823060" y="292113"/>
                </a:lnTo>
                <a:lnTo>
                  <a:pt x="1875823" y="323174"/>
                </a:lnTo>
                <a:lnTo>
                  <a:pt x="1880204" y="328910"/>
                </a:lnTo>
                <a:lnTo>
                  <a:pt x="1882008" y="337545"/>
                </a:lnTo>
                <a:lnTo>
                  <a:pt x="1873311" y="357457"/>
                </a:lnTo>
                <a:lnTo>
                  <a:pt x="1883940" y="361130"/>
                </a:lnTo>
                <a:lnTo>
                  <a:pt x="1894441" y="343409"/>
                </a:lnTo>
                <a:lnTo>
                  <a:pt x="1920791" y="326203"/>
                </a:lnTo>
                <a:lnTo>
                  <a:pt x="1930583" y="324785"/>
                </a:lnTo>
                <a:lnTo>
                  <a:pt x="1940826" y="327041"/>
                </a:lnTo>
                <a:lnTo>
                  <a:pt x="1947076" y="320532"/>
                </a:lnTo>
                <a:lnTo>
                  <a:pt x="1964856" y="317439"/>
                </a:lnTo>
                <a:lnTo>
                  <a:pt x="1977033" y="320017"/>
                </a:lnTo>
                <a:lnTo>
                  <a:pt x="1985665" y="336771"/>
                </a:lnTo>
                <a:lnTo>
                  <a:pt x="1986889" y="351335"/>
                </a:lnTo>
                <a:lnTo>
                  <a:pt x="1992816" y="350497"/>
                </a:lnTo>
                <a:lnTo>
                  <a:pt x="1996166" y="344633"/>
                </a:lnTo>
                <a:lnTo>
                  <a:pt x="2000998" y="345020"/>
                </a:lnTo>
                <a:lnTo>
                  <a:pt x="2016331" y="359261"/>
                </a:lnTo>
                <a:lnTo>
                  <a:pt x="2015880" y="364932"/>
                </a:lnTo>
                <a:lnTo>
                  <a:pt x="2019101" y="368219"/>
                </a:lnTo>
                <a:lnTo>
                  <a:pt x="2033468" y="374147"/>
                </a:lnTo>
                <a:lnTo>
                  <a:pt x="2047383" y="383878"/>
                </a:lnTo>
                <a:lnTo>
                  <a:pt x="2094863" y="431114"/>
                </a:lnTo>
                <a:lnTo>
                  <a:pt x="2095765" y="440844"/>
                </a:lnTo>
                <a:lnTo>
                  <a:pt x="2088034" y="445742"/>
                </a:lnTo>
                <a:lnTo>
                  <a:pt x="2090032" y="447740"/>
                </a:lnTo>
                <a:lnTo>
                  <a:pt x="2090160" y="457986"/>
                </a:lnTo>
                <a:lnTo>
                  <a:pt x="2117863" y="448513"/>
                </a:lnTo>
                <a:lnTo>
                  <a:pt x="2143890" y="472679"/>
                </a:lnTo>
                <a:lnTo>
                  <a:pt x="2144598" y="478027"/>
                </a:lnTo>
                <a:lnTo>
                  <a:pt x="2130361" y="492655"/>
                </a:lnTo>
                <a:lnTo>
                  <a:pt x="2128879" y="498584"/>
                </a:lnTo>
                <a:lnTo>
                  <a:pt x="2130747" y="501162"/>
                </a:lnTo>
                <a:lnTo>
                  <a:pt x="2138027" y="499551"/>
                </a:lnTo>
                <a:lnTo>
                  <a:pt x="2155357" y="485631"/>
                </a:lnTo>
                <a:lnTo>
                  <a:pt x="2172429" y="500517"/>
                </a:lnTo>
                <a:lnTo>
                  <a:pt x="2174491" y="505995"/>
                </a:lnTo>
                <a:lnTo>
                  <a:pt x="2170754" y="527647"/>
                </a:lnTo>
                <a:lnTo>
                  <a:pt x="2172172" y="535445"/>
                </a:lnTo>
                <a:lnTo>
                  <a:pt x="2177905" y="541760"/>
                </a:lnTo>
                <a:lnTo>
                  <a:pt x="2213210" y="565668"/>
                </a:lnTo>
                <a:lnTo>
                  <a:pt x="2245293" y="573465"/>
                </a:lnTo>
                <a:lnTo>
                  <a:pt x="2270353" y="576301"/>
                </a:lnTo>
                <a:lnTo>
                  <a:pt x="2313195" y="571467"/>
                </a:lnTo>
                <a:lnTo>
                  <a:pt x="2322601" y="581005"/>
                </a:lnTo>
                <a:lnTo>
                  <a:pt x="2330912" y="577912"/>
                </a:lnTo>
                <a:lnTo>
                  <a:pt x="2332844" y="572047"/>
                </a:lnTo>
                <a:lnTo>
                  <a:pt x="2330010" y="564186"/>
                </a:lnTo>
                <a:lnTo>
                  <a:pt x="2342121" y="556646"/>
                </a:lnTo>
                <a:lnTo>
                  <a:pt x="2351463" y="545304"/>
                </a:lnTo>
                <a:lnTo>
                  <a:pt x="2364798" y="537829"/>
                </a:lnTo>
                <a:lnTo>
                  <a:pt x="2371949" y="517208"/>
                </a:lnTo>
                <a:lnTo>
                  <a:pt x="2377039" y="516177"/>
                </a:lnTo>
                <a:lnTo>
                  <a:pt x="2380969" y="509346"/>
                </a:lnTo>
                <a:lnTo>
                  <a:pt x="2389473" y="504835"/>
                </a:lnTo>
                <a:lnTo>
                  <a:pt x="2415113" y="503031"/>
                </a:lnTo>
                <a:lnTo>
                  <a:pt x="2420396" y="499164"/>
                </a:lnTo>
                <a:lnTo>
                  <a:pt x="2418141" y="498133"/>
                </a:lnTo>
                <a:lnTo>
                  <a:pt x="2428707" y="496135"/>
                </a:lnTo>
                <a:lnTo>
                  <a:pt x="2426581" y="497553"/>
                </a:lnTo>
                <a:lnTo>
                  <a:pt x="2431735" y="499680"/>
                </a:lnTo>
                <a:lnTo>
                  <a:pt x="2438113" y="500131"/>
                </a:lnTo>
                <a:lnTo>
                  <a:pt x="2438563" y="497875"/>
                </a:lnTo>
                <a:lnTo>
                  <a:pt x="2463109" y="500324"/>
                </a:lnTo>
                <a:lnTo>
                  <a:pt x="2495836" y="510312"/>
                </a:lnTo>
                <a:lnTo>
                  <a:pt x="2508463" y="511472"/>
                </a:lnTo>
                <a:lnTo>
                  <a:pt x="2534619" y="527389"/>
                </a:lnTo>
                <a:lnTo>
                  <a:pt x="2579909" y="620314"/>
                </a:lnTo>
                <a:lnTo>
                  <a:pt x="2589250" y="626952"/>
                </a:lnTo>
                <a:lnTo>
                  <a:pt x="2597303" y="625921"/>
                </a:lnTo>
                <a:lnTo>
                  <a:pt x="2596273" y="632687"/>
                </a:lnTo>
                <a:lnTo>
                  <a:pt x="2584161" y="633202"/>
                </a:lnTo>
                <a:lnTo>
                  <a:pt x="2576752" y="652406"/>
                </a:lnTo>
                <a:lnTo>
                  <a:pt x="2580682" y="654533"/>
                </a:lnTo>
                <a:lnTo>
                  <a:pt x="2582293" y="650731"/>
                </a:lnTo>
                <a:lnTo>
                  <a:pt x="2605356" y="658077"/>
                </a:lnTo>
                <a:lnTo>
                  <a:pt x="2627905" y="648733"/>
                </a:lnTo>
                <a:lnTo>
                  <a:pt x="2720610" y="689975"/>
                </a:lnTo>
                <a:lnTo>
                  <a:pt x="2765127" y="716654"/>
                </a:lnTo>
                <a:lnTo>
                  <a:pt x="2806616" y="747135"/>
                </a:lnTo>
                <a:lnTo>
                  <a:pt x="2816215" y="760088"/>
                </a:lnTo>
                <a:lnTo>
                  <a:pt x="2821047" y="777229"/>
                </a:lnTo>
                <a:lnTo>
                  <a:pt x="2818534" y="786315"/>
                </a:lnTo>
                <a:lnTo>
                  <a:pt x="2810674" y="785864"/>
                </a:lnTo>
                <a:lnTo>
                  <a:pt x="2809644" y="781031"/>
                </a:lnTo>
                <a:lnTo>
                  <a:pt x="2815248" y="771107"/>
                </a:lnTo>
                <a:lnTo>
                  <a:pt x="2812414" y="759379"/>
                </a:lnTo>
                <a:lnTo>
                  <a:pt x="2805649" y="750422"/>
                </a:lnTo>
                <a:lnTo>
                  <a:pt x="2784132" y="733602"/>
                </a:lnTo>
                <a:lnTo>
                  <a:pt x="2776530" y="732829"/>
                </a:lnTo>
                <a:lnTo>
                  <a:pt x="2763967" y="724452"/>
                </a:lnTo>
                <a:lnTo>
                  <a:pt x="2755657" y="721938"/>
                </a:lnTo>
                <a:lnTo>
                  <a:pt x="2745542" y="724194"/>
                </a:lnTo>
                <a:lnTo>
                  <a:pt x="2741741" y="729414"/>
                </a:lnTo>
                <a:lnTo>
                  <a:pt x="2748183" y="733925"/>
                </a:lnTo>
                <a:lnTo>
                  <a:pt x="2750052" y="740433"/>
                </a:lnTo>
                <a:lnTo>
                  <a:pt x="2676544" y="913845"/>
                </a:lnTo>
                <a:lnTo>
                  <a:pt x="2673516" y="924543"/>
                </a:lnTo>
                <a:lnTo>
                  <a:pt x="2673967" y="935111"/>
                </a:lnTo>
                <a:lnTo>
                  <a:pt x="2678026" y="943746"/>
                </a:lnTo>
                <a:lnTo>
                  <a:pt x="2749923" y="941942"/>
                </a:lnTo>
                <a:lnTo>
                  <a:pt x="2751147" y="984538"/>
                </a:lnTo>
                <a:lnTo>
                  <a:pt x="2756365" y="988146"/>
                </a:lnTo>
                <a:lnTo>
                  <a:pt x="2750825" y="996202"/>
                </a:lnTo>
                <a:lnTo>
                  <a:pt x="2727439" y="996846"/>
                </a:lnTo>
                <a:lnTo>
                  <a:pt x="2726730" y="969136"/>
                </a:lnTo>
                <a:lnTo>
                  <a:pt x="2686208" y="970232"/>
                </a:lnTo>
                <a:lnTo>
                  <a:pt x="2686981" y="997877"/>
                </a:lnTo>
                <a:lnTo>
                  <a:pt x="2609415" y="1002388"/>
                </a:lnTo>
                <a:lnTo>
                  <a:pt x="2573273" y="1026682"/>
                </a:lnTo>
                <a:lnTo>
                  <a:pt x="2554204" y="1033384"/>
                </a:lnTo>
                <a:lnTo>
                  <a:pt x="2535263" y="1030871"/>
                </a:lnTo>
                <a:lnTo>
                  <a:pt x="2483982" y="1008832"/>
                </a:lnTo>
                <a:lnTo>
                  <a:pt x="2436566" y="1023009"/>
                </a:lnTo>
                <a:lnTo>
                  <a:pt x="2442944" y="1019143"/>
                </a:lnTo>
                <a:lnTo>
                  <a:pt x="2444941" y="1014116"/>
                </a:lnTo>
                <a:lnTo>
                  <a:pt x="2438370" y="993108"/>
                </a:lnTo>
                <a:lnTo>
                  <a:pt x="2429544" y="995364"/>
                </a:lnTo>
                <a:lnTo>
                  <a:pt x="2406867" y="993559"/>
                </a:lnTo>
                <a:lnTo>
                  <a:pt x="2390117" y="1001035"/>
                </a:lnTo>
                <a:lnTo>
                  <a:pt x="2389730" y="995815"/>
                </a:lnTo>
                <a:lnTo>
                  <a:pt x="2362801" y="996910"/>
                </a:lnTo>
                <a:lnTo>
                  <a:pt x="2354169" y="1000390"/>
                </a:lnTo>
                <a:lnTo>
                  <a:pt x="2350110" y="998070"/>
                </a:lnTo>
                <a:lnTo>
                  <a:pt x="2339351" y="1003226"/>
                </a:lnTo>
                <a:lnTo>
                  <a:pt x="2335615" y="1001808"/>
                </a:lnTo>
                <a:lnTo>
                  <a:pt x="2312680" y="1009541"/>
                </a:lnTo>
                <a:lnTo>
                  <a:pt x="2300182" y="1006383"/>
                </a:lnTo>
                <a:lnTo>
                  <a:pt x="2290067" y="1013150"/>
                </a:lnTo>
                <a:lnTo>
                  <a:pt x="2289165" y="1011087"/>
                </a:lnTo>
                <a:lnTo>
                  <a:pt x="2285300" y="1012247"/>
                </a:lnTo>
                <a:lnTo>
                  <a:pt x="2272093" y="1021205"/>
                </a:lnTo>
                <a:lnTo>
                  <a:pt x="2268356" y="1019852"/>
                </a:lnTo>
                <a:lnTo>
                  <a:pt x="2255149" y="1028293"/>
                </a:lnTo>
                <a:lnTo>
                  <a:pt x="2254505" y="1025909"/>
                </a:lnTo>
                <a:lnTo>
                  <a:pt x="2250575" y="1025587"/>
                </a:lnTo>
                <a:lnTo>
                  <a:pt x="2239881" y="1030420"/>
                </a:lnTo>
                <a:lnTo>
                  <a:pt x="2238013" y="1028938"/>
                </a:lnTo>
                <a:lnTo>
                  <a:pt x="2225901" y="1032740"/>
                </a:lnTo>
                <a:lnTo>
                  <a:pt x="2221907" y="1030807"/>
                </a:lnTo>
                <a:lnTo>
                  <a:pt x="2208893" y="1033642"/>
                </a:lnTo>
                <a:lnTo>
                  <a:pt x="2179967" y="1041182"/>
                </a:lnTo>
                <a:lnTo>
                  <a:pt x="2173460" y="1045628"/>
                </a:lnTo>
                <a:lnTo>
                  <a:pt x="2170368" y="1044339"/>
                </a:lnTo>
                <a:lnTo>
                  <a:pt x="2162315" y="1047948"/>
                </a:lnTo>
                <a:lnTo>
                  <a:pt x="2161542" y="1046015"/>
                </a:lnTo>
                <a:lnTo>
                  <a:pt x="2161864" y="1048206"/>
                </a:lnTo>
                <a:lnTo>
                  <a:pt x="2152458" y="1053426"/>
                </a:lnTo>
                <a:lnTo>
                  <a:pt x="2132938" y="1060450"/>
                </a:lnTo>
                <a:lnTo>
                  <a:pt x="2130232" y="1059032"/>
                </a:lnTo>
                <a:lnTo>
                  <a:pt x="2112193" y="1069020"/>
                </a:lnTo>
                <a:lnTo>
                  <a:pt x="2112064" y="1067087"/>
                </a:lnTo>
                <a:lnTo>
                  <a:pt x="2103367" y="1064381"/>
                </a:lnTo>
                <a:lnTo>
                  <a:pt x="2076889" y="1076947"/>
                </a:lnTo>
                <a:lnTo>
                  <a:pt x="2067741" y="1076882"/>
                </a:lnTo>
                <a:lnTo>
                  <a:pt x="2063554" y="1080040"/>
                </a:lnTo>
                <a:lnTo>
                  <a:pt x="2062329" y="1077462"/>
                </a:lnTo>
                <a:lnTo>
                  <a:pt x="2058335" y="1077333"/>
                </a:lnTo>
                <a:lnTo>
                  <a:pt x="2049767" y="1082360"/>
                </a:lnTo>
                <a:lnTo>
                  <a:pt x="2045901" y="1079847"/>
                </a:lnTo>
                <a:lnTo>
                  <a:pt x="2023353" y="1088740"/>
                </a:lnTo>
                <a:lnTo>
                  <a:pt x="2008665" y="1088868"/>
                </a:lnTo>
                <a:lnTo>
                  <a:pt x="1972587" y="1105817"/>
                </a:lnTo>
                <a:lnTo>
                  <a:pt x="1931034" y="1115161"/>
                </a:lnTo>
                <a:lnTo>
                  <a:pt x="1888192" y="1129853"/>
                </a:lnTo>
                <a:lnTo>
                  <a:pt x="1868221" y="1138682"/>
                </a:lnTo>
                <a:lnTo>
                  <a:pt x="1862809" y="1144159"/>
                </a:lnTo>
                <a:lnTo>
                  <a:pt x="1858171" y="1141453"/>
                </a:lnTo>
                <a:lnTo>
                  <a:pt x="1853017" y="1142097"/>
                </a:lnTo>
                <a:lnTo>
                  <a:pt x="1832144" y="1162396"/>
                </a:lnTo>
                <a:lnTo>
                  <a:pt x="1823124" y="1159690"/>
                </a:lnTo>
                <a:lnTo>
                  <a:pt x="1801929" y="1179344"/>
                </a:lnTo>
                <a:lnTo>
                  <a:pt x="1797355" y="1177153"/>
                </a:lnTo>
                <a:lnTo>
                  <a:pt x="1792008" y="1178764"/>
                </a:lnTo>
                <a:lnTo>
                  <a:pt x="1768880" y="1204348"/>
                </a:lnTo>
                <a:lnTo>
                  <a:pt x="1740984" y="1224260"/>
                </a:lnTo>
                <a:lnTo>
                  <a:pt x="1750455" y="1222778"/>
                </a:lnTo>
                <a:lnTo>
                  <a:pt x="1750970" y="1225613"/>
                </a:lnTo>
                <a:lnTo>
                  <a:pt x="1742144" y="1225742"/>
                </a:lnTo>
                <a:lnTo>
                  <a:pt x="1726876" y="1215238"/>
                </a:lnTo>
                <a:lnTo>
                  <a:pt x="1711994" y="1226193"/>
                </a:lnTo>
                <a:lnTo>
                  <a:pt x="1712767" y="1229351"/>
                </a:lnTo>
                <a:lnTo>
                  <a:pt x="1714571" y="1228191"/>
                </a:lnTo>
                <a:lnTo>
                  <a:pt x="1712831" y="1229480"/>
                </a:lnTo>
                <a:lnTo>
                  <a:pt x="1716310" y="1239017"/>
                </a:lnTo>
                <a:lnTo>
                  <a:pt x="1712960" y="1250166"/>
                </a:lnTo>
                <a:lnTo>
                  <a:pt x="1638100" y="1308034"/>
                </a:lnTo>
                <a:lnTo>
                  <a:pt x="1649438" y="1323822"/>
                </a:lnTo>
                <a:lnTo>
                  <a:pt x="1643769" y="1327946"/>
                </a:lnTo>
                <a:lnTo>
                  <a:pt x="1632495" y="1312158"/>
                </a:lnTo>
                <a:lnTo>
                  <a:pt x="1620190" y="1320600"/>
                </a:lnTo>
                <a:lnTo>
                  <a:pt x="1611622" y="1321889"/>
                </a:lnTo>
                <a:lnTo>
                  <a:pt x="1604020" y="1318860"/>
                </a:lnTo>
                <a:lnTo>
                  <a:pt x="1590684" y="1305972"/>
                </a:lnTo>
                <a:lnTo>
                  <a:pt x="1583984" y="1305972"/>
                </a:lnTo>
                <a:lnTo>
                  <a:pt x="1585466" y="1335228"/>
                </a:lnTo>
                <a:lnTo>
                  <a:pt x="1578186" y="1338644"/>
                </a:lnTo>
                <a:lnTo>
                  <a:pt x="1587205" y="1348826"/>
                </a:lnTo>
                <a:lnTo>
                  <a:pt x="1581987" y="1353530"/>
                </a:lnTo>
                <a:lnTo>
                  <a:pt x="1546167" y="1314156"/>
                </a:lnTo>
                <a:lnTo>
                  <a:pt x="1537019" y="1322533"/>
                </a:lnTo>
                <a:lnTo>
                  <a:pt x="1552803" y="1342575"/>
                </a:lnTo>
                <a:lnTo>
                  <a:pt x="1547713" y="1348310"/>
                </a:lnTo>
                <a:lnTo>
                  <a:pt x="1505902" y="1309130"/>
                </a:lnTo>
                <a:lnTo>
                  <a:pt x="1458422" y="1310483"/>
                </a:lnTo>
                <a:lnTo>
                  <a:pt x="1407141" y="1338386"/>
                </a:lnTo>
                <a:lnTo>
                  <a:pt x="1409009" y="1357010"/>
                </a:lnTo>
                <a:lnTo>
                  <a:pt x="1447728" y="1334842"/>
                </a:lnTo>
                <a:lnTo>
                  <a:pt x="1484256" y="1333424"/>
                </a:lnTo>
                <a:lnTo>
                  <a:pt x="1525423" y="1372024"/>
                </a:lnTo>
                <a:lnTo>
                  <a:pt x="1485996" y="1391679"/>
                </a:lnTo>
                <a:lnTo>
                  <a:pt x="1453140" y="1381304"/>
                </a:lnTo>
                <a:lnTo>
                  <a:pt x="1457263" y="1376535"/>
                </a:lnTo>
                <a:lnTo>
                  <a:pt x="1453655" y="1375440"/>
                </a:lnTo>
                <a:lnTo>
                  <a:pt x="1453075" y="1377244"/>
                </a:lnTo>
                <a:lnTo>
                  <a:pt x="1452946" y="1375182"/>
                </a:lnTo>
                <a:lnTo>
                  <a:pt x="1452302" y="1376986"/>
                </a:lnTo>
                <a:lnTo>
                  <a:pt x="1451851" y="1374731"/>
                </a:lnTo>
                <a:lnTo>
                  <a:pt x="1448243" y="1379177"/>
                </a:lnTo>
                <a:lnTo>
                  <a:pt x="1436647" y="1376729"/>
                </a:lnTo>
                <a:lnTo>
                  <a:pt x="1434972" y="1379693"/>
                </a:lnTo>
                <a:lnTo>
                  <a:pt x="1431042" y="1378082"/>
                </a:lnTo>
                <a:lnTo>
                  <a:pt x="1435681" y="1378791"/>
                </a:lnTo>
                <a:lnTo>
                  <a:pt x="1436518" y="1376600"/>
                </a:lnTo>
                <a:lnTo>
                  <a:pt x="1420412" y="1371509"/>
                </a:lnTo>
                <a:lnTo>
                  <a:pt x="1406497" y="1357203"/>
                </a:lnTo>
                <a:lnTo>
                  <a:pt x="1406432" y="1381755"/>
                </a:lnTo>
                <a:lnTo>
                  <a:pt x="1409074" y="1384268"/>
                </a:lnTo>
                <a:lnTo>
                  <a:pt x="1414228" y="1388715"/>
                </a:lnTo>
                <a:lnTo>
                  <a:pt x="1427241" y="1392839"/>
                </a:lnTo>
                <a:lnTo>
                  <a:pt x="1462803" y="1393226"/>
                </a:lnTo>
                <a:lnTo>
                  <a:pt x="1476976" y="1401668"/>
                </a:lnTo>
                <a:lnTo>
                  <a:pt x="1491085" y="1402119"/>
                </a:lnTo>
                <a:lnTo>
                  <a:pt x="1498816" y="1396383"/>
                </a:lnTo>
                <a:lnTo>
                  <a:pt x="1511894" y="1399992"/>
                </a:lnTo>
                <a:lnTo>
                  <a:pt x="1519689" y="1398961"/>
                </a:lnTo>
                <a:lnTo>
                  <a:pt x="1521235" y="1407403"/>
                </a:lnTo>
                <a:lnTo>
                  <a:pt x="1524070" y="1408498"/>
                </a:lnTo>
                <a:lnTo>
                  <a:pt x="1548680" y="1401796"/>
                </a:lnTo>
                <a:lnTo>
                  <a:pt x="1563691" y="1409078"/>
                </a:lnTo>
                <a:lnTo>
                  <a:pt x="1561371" y="1417585"/>
                </a:lnTo>
                <a:lnTo>
                  <a:pt x="1536504" y="1454639"/>
                </a:lnTo>
                <a:lnTo>
                  <a:pt x="1507706" y="1484346"/>
                </a:lnTo>
                <a:lnTo>
                  <a:pt x="1492180" y="1495043"/>
                </a:lnTo>
                <a:lnTo>
                  <a:pt x="1486318" y="1496203"/>
                </a:lnTo>
                <a:lnTo>
                  <a:pt x="1490763" y="1492337"/>
                </a:lnTo>
                <a:lnTo>
                  <a:pt x="1488315" y="1490855"/>
                </a:lnTo>
                <a:lnTo>
                  <a:pt x="1476525" y="1493690"/>
                </a:lnTo>
                <a:lnTo>
                  <a:pt x="1465058" y="1501230"/>
                </a:lnTo>
                <a:lnTo>
                  <a:pt x="1455137" y="1497041"/>
                </a:lnTo>
                <a:lnTo>
                  <a:pt x="1446890" y="1489050"/>
                </a:lnTo>
                <a:lnTo>
                  <a:pt x="1443734" y="1489566"/>
                </a:lnTo>
                <a:lnTo>
                  <a:pt x="1443669" y="1486537"/>
                </a:lnTo>
                <a:lnTo>
                  <a:pt x="1447341" y="1487310"/>
                </a:lnTo>
                <a:lnTo>
                  <a:pt x="1447084" y="1482735"/>
                </a:lnTo>
                <a:lnTo>
                  <a:pt x="1444571" y="1479191"/>
                </a:lnTo>
                <a:lnTo>
                  <a:pt x="1439353" y="1477902"/>
                </a:lnTo>
                <a:lnTo>
                  <a:pt x="1435423" y="1470233"/>
                </a:lnTo>
                <a:lnTo>
                  <a:pt x="1428014" y="1469202"/>
                </a:lnTo>
                <a:lnTo>
                  <a:pt x="1426275" y="1471264"/>
                </a:lnTo>
                <a:lnTo>
                  <a:pt x="1428981" y="1473069"/>
                </a:lnTo>
                <a:lnTo>
                  <a:pt x="1426661" y="1474809"/>
                </a:lnTo>
                <a:lnTo>
                  <a:pt x="1403147" y="1449483"/>
                </a:lnTo>
                <a:lnTo>
                  <a:pt x="1401858" y="1445037"/>
                </a:lnTo>
                <a:lnTo>
                  <a:pt x="1405144" y="1447099"/>
                </a:lnTo>
                <a:lnTo>
                  <a:pt x="1406883" y="1443232"/>
                </a:lnTo>
                <a:lnTo>
                  <a:pt x="1404757" y="1438013"/>
                </a:lnTo>
                <a:lnTo>
                  <a:pt x="1396769" y="1434984"/>
                </a:lnTo>
                <a:lnTo>
                  <a:pt x="1387170" y="1424415"/>
                </a:lnTo>
                <a:lnTo>
                  <a:pt x="1380792" y="1425253"/>
                </a:lnTo>
                <a:lnTo>
                  <a:pt x="1383691" y="1427895"/>
                </a:lnTo>
                <a:lnTo>
                  <a:pt x="1379761" y="1430408"/>
                </a:lnTo>
                <a:lnTo>
                  <a:pt x="1365717" y="1422611"/>
                </a:lnTo>
                <a:lnTo>
                  <a:pt x="1361722" y="1416554"/>
                </a:lnTo>
                <a:lnTo>
                  <a:pt x="1355087" y="1413976"/>
                </a:lnTo>
                <a:lnTo>
                  <a:pt x="1356697" y="1412300"/>
                </a:lnTo>
                <a:lnTo>
                  <a:pt x="1353798" y="1407725"/>
                </a:lnTo>
                <a:lnTo>
                  <a:pt x="1347420" y="1405985"/>
                </a:lnTo>
                <a:lnTo>
                  <a:pt x="1344392" y="1399863"/>
                </a:lnTo>
                <a:lnTo>
                  <a:pt x="1338401" y="1397994"/>
                </a:lnTo>
                <a:lnTo>
                  <a:pt x="1335889" y="1392452"/>
                </a:lnTo>
                <a:lnTo>
                  <a:pt x="1328931" y="1389681"/>
                </a:lnTo>
                <a:lnTo>
                  <a:pt x="1322939" y="1383108"/>
                </a:lnTo>
                <a:lnTo>
                  <a:pt x="1316046" y="1382786"/>
                </a:lnTo>
                <a:lnTo>
                  <a:pt x="1318623" y="1387748"/>
                </a:lnTo>
                <a:lnTo>
                  <a:pt x="1322166" y="1388844"/>
                </a:lnTo>
                <a:lnTo>
                  <a:pt x="1319267" y="1391744"/>
                </a:lnTo>
                <a:lnTo>
                  <a:pt x="1308315" y="1374989"/>
                </a:lnTo>
                <a:lnTo>
                  <a:pt x="1294980" y="1362036"/>
                </a:lnTo>
                <a:lnTo>
                  <a:pt x="1295108" y="1359329"/>
                </a:lnTo>
                <a:lnTo>
                  <a:pt x="1308186" y="1357912"/>
                </a:lnTo>
                <a:lnTo>
                  <a:pt x="1332216" y="1364485"/>
                </a:lnTo>
                <a:lnTo>
                  <a:pt x="1346712" y="1365774"/>
                </a:lnTo>
                <a:lnTo>
                  <a:pt x="1356375" y="1359652"/>
                </a:lnTo>
                <a:lnTo>
                  <a:pt x="1367005" y="1358105"/>
                </a:lnTo>
                <a:lnTo>
                  <a:pt x="1377764" y="1362487"/>
                </a:lnTo>
                <a:lnTo>
                  <a:pt x="1378924" y="1365387"/>
                </a:lnTo>
                <a:lnTo>
                  <a:pt x="1379181" y="1362938"/>
                </a:lnTo>
                <a:lnTo>
                  <a:pt x="1380276" y="1364807"/>
                </a:lnTo>
                <a:lnTo>
                  <a:pt x="1381372" y="1363325"/>
                </a:lnTo>
                <a:lnTo>
                  <a:pt x="1388265" y="1372733"/>
                </a:lnTo>
                <a:lnTo>
                  <a:pt x="1388909" y="1368609"/>
                </a:lnTo>
                <a:lnTo>
                  <a:pt x="1400054" y="1373571"/>
                </a:lnTo>
                <a:lnTo>
                  <a:pt x="1402116" y="1362874"/>
                </a:lnTo>
                <a:lnTo>
                  <a:pt x="1401536" y="1338450"/>
                </a:lnTo>
                <a:lnTo>
                  <a:pt x="1380019" y="1338322"/>
                </a:lnTo>
                <a:lnTo>
                  <a:pt x="1379697" y="1345668"/>
                </a:lnTo>
                <a:lnTo>
                  <a:pt x="1368100" y="1345603"/>
                </a:lnTo>
                <a:lnTo>
                  <a:pt x="1378215" y="1344250"/>
                </a:lnTo>
                <a:lnTo>
                  <a:pt x="1377828" y="1337355"/>
                </a:lnTo>
                <a:lnTo>
                  <a:pt x="1353283" y="1333488"/>
                </a:lnTo>
                <a:lnTo>
                  <a:pt x="1348709" y="1329815"/>
                </a:lnTo>
                <a:lnTo>
                  <a:pt x="1336211" y="1335486"/>
                </a:lnTo>
                <a:lnTo>
                  <a:pt x="1338143" y="1339030"/>
                </a:lnTo>
                <a:lnTo>
                  <a:pt x="1324614" y="1341608"/>
                </a:lnTo>
                <a:lnTo>
                  <a:pt x="1323906" y="1339224"/>
                </a:lnTo>
                <a:lnTo>
                  <a:pt x="1318816" y="1338257"/>
                </a:lnTo>
                <a:lnTo>
                  <a:pt x="1317979" y="1334519"/>
                </a:lnTo>
                <a:lnTo>
                  <a:pt x="1323133" y="1332071"/>
                </a:lnTo>
                <a:lnTo>
                  <a:pt x="1326289" y="1326915"/>
                </a:lnTo>
                <a:lnTo>
                  <a:pt x="1330026" y="1326915"/>
                </a:lnTo>
                <a:lnTo>
                  <a:pt x="1332088" y="1330846"/>
                </a:lnTo>
                <a:lnTo>
                  <a:pt x="1335115" y="1329751"/>
                </a:lnTo>
                <a:lnTo>
                  <a:pt x="1335631" y="1334584"/>
                </a:lnTo>
                <a:lnTo>
                  <a:pt x="1348000" y="1329171"/>
                </a:lnTo>
                <a:lnTo>
                  <a:pt x="1334471" y="1316991"/>
                </a:lnTo>
                <a:lnTo>
                  <a:pt x="1326096" y="1316734"/>
                </a:lnTo>
                <a:lnTo>
                  <a:pt x="1317399" y="1326078"/>
                </a:lnTo>
                <a:lnTo>
                  <a:pt x="1307091" y="1326013"/>
                </a:lnTo>
                <a:lnTo>
                  <a:pt x="1298265" y="1320342"/>
                </a:lnTo>
                <a:lnTo>
                  <a:pt x="1292209" y="1325949"/>
                </a:lnTo>
                <a:lnTo>
                  <a:pt x="1293820" y="1328011"/>
                </a:lnTo>
                <a:lnTo>
                  <a:pt x="1288086" y="1335164"/>
                </a:lnTo>
                <a:lnTo>
                  <a:pt x="1286411" y="1334133"/>
                </a:lnTo>
                <a:lnTo>
                  <a:pt x="1284865" y="1343412"/>
                </a:lnTo>
                <a:lnTo>
                  <a:pt x="1258194" y="1320278"/>
                </a:lnTo>
                <a:lnTo>
                  <a:pt x="1260126" y="1316669"/>
                </a:lnTo>
                <a:lnTo>
                  <a:pt x="1246662" y="1305392"/>
                </a:lnTo>
                <a:lnTo>
                  <a:pt x="1240864" y="1315509"/>
                </a:lnTo>
                <a:lnTo>
                  <a:pt x="1213033" y="1298883"/>
                </a:lnTo>
                <a:lnTo>
                  <a:pt x="1158401" y="1390390"/>
                </a:lnTo>
                <a:lnTo>
                  <a:pt x="1113691" y="1363518"/>
                </a:lnTo>
                <a:lnTo>
                  <a:pt x="1165617" y="1275813"/>
                </a:lnTo>
                <a:lnTo>
                  <a:pt x="1102739" y="1237922"/>
                </a:lnTo>
                <a:lnTo>
                  <a:pt x="1062797" y="1305134"/>
                </a:lnTo>
                <a:lnTo>
                  <a:pt x="931179" y="1226193"/>
                </a:lnTo>
                <a:lnTo>
                  <a:pt x="949025" y="1195390"/>
                </a:lnTo>
                <a:lnTo>
                  <a:pt x="971444" y="1191653"/>
                </a:lnTo>
                <a:lnTo>
                  <a:pt x="1052875" y="1240242"/>
                </a:lnTo>
                <a:lnTo>
                  <a:pt x="1073233" y="1205830"/>
                </a:lnTo>
                <a:lnTo>
                  <a:pt x="998760" y="1161043"/>
                </a:lnTo>
                <a:lnTo>
                  <a:pt x="1013770" y="1136168"/>
                </a:lnTo>
                <a:lnTo>
                  <a:pt x="984844" y="1105043"/>
                </a:lnTo>
                <a:lnTo>
                  <a:pt x="964164" y="1119027"/>
                </a:lnTo>
                <a:lnTo>
                  <a:pt x="923706" y="1123022"/>
                </a:lnTo>
                <a:lnTo>
                  <a:pt x="891945" y="1113034"/>
                </a:lnTo>
                <a:lnTo>
                  <a:pt x="890270" y="1106332"/>
                </a:lnTo>
                <a:lnTo>
                  <a:pt x="896326" y="1094797"/>
                </a:lnTo>
                <a:lnTo>
                  <a:pt x="887307" y="1091962"/>
                </a:lnTo>
                <a:lnTo>
                  <a:pt x="870750" y="1108136"/>
                </a:lnTo>
                <a:lnTo>
                  <a:pt x="798531" y="1089964"/>
                </a:lnTo>
                <a:lnTo>
                  <a:pt x="785389" y="1098728"/>
                </a:lnTo>
                <a:lnTo>
                  <a:pt x="752533" y="1082682"/>
                </a:lnTo>
                <a:lnTo>
                  <a:pt x="709626" y="1046208"/>
                </a:lnTo>
                <a:lnTo>
                  <a:pt x="686112" y="1046079"/>
                </a:lnTo>
                <a:lnTo>
                  <a:pt x="688882" y="1058774"/>
                </a:lnTo>
                <a:lnTo>
                  <a:pt x="706470" y="1062447"/>
                </a:lnTo>
                <a:lnTo>
                  <a:pt x="742289" y="1092864"/>
                </a:lnTo>
                <a:lnTo>
                  <a:pt x="738939" y="1101692"/>
                </a:lnTo>
                <a:lnTo>
                  <a:pt x="753950" y="1102594"/>
                </a:lnTo>
                <a:lnTo>
                  <a:pt x="684050" y="1102981"/>
                </a:lnTo>
                <a:lnTo>
                  <a:pt x="683599" y="1145126"/>
                </a:lnTo>
                <a:lnTo>
                  <a:pt x="686820" y="1153052"/>
                </a:lnTo>
                <a:lnTo>
                  <a:pt x="719741" y="1160592"/>
                </a:lnTo>
                <a:lnTo>
                  <a:pt x="724508" y="1152086"/>
                </a:lnTo>
                <a:lnTo>
                  <a:pt x="735009" y="1155437"/>
                </a:lnTo>
                <a:lnTo>
                  <a:pt x="729082" y="1164974"/>
                </a:lnTo>
                <a:lnTo>
                  <a:pt x="737651" y="1157563"/>
                </a:lnTo>
                <a:lnTo>
                  <a:pt x="742805" y="1156274"/>
                </a:lnTo>
                <a:lnTo>
                  <a:pt x="765482" y="1167487"/>
                </a:lnTo>
                <a:lnTo>
                  <a:pt x="774372" y="1182760"/>
                </a:lnTo>
                <a:lnTo>
                  <a:pt x="777980" y="1202479"/>
                </a:lnTo>
                <a:lnTo>
                  <a:pt x="795567" y="1223229"/>
                </a:lnTo>
                <a:lnTo>
                  <a:pt x="798016" y="1225098"/>
                </a:lnTo>
                <a:lnTo>
                  <a:pt x="803105" y="1223293"/>
                </a:lnTo>
                <a:lnTo>
                  <a:pt x="802847" y="1225807"/>
                </a:lnTo>
                <a:lnTo>
                  <a:pt x="806520" y="1226838"/>
                </a:lnTo>
                <a:lnTo>
                  <a:pt x="806455" y="1233604"/>
                </a:lnTo>
                <a:lnTo>
                  <a:pt x="811029" y="1231091"/>
                </a:lnTo>
                <a:lnTo>
                  <a:pt x="813348" y="1237986"/>
                </a:lnTo>
                <a:lnTo>
                  <a:pt x="838538" y="1241981"/>
                </a:lnTo>
                <a:lnTo>
                  <a:pt x="865467" y="1269305"/>
                </a:lnTo>
                <a:lnTo>
                  <a:pt x="866047" y="1273816"/>
                </a:lnTo>
                <a:lnTo>
                  <a:pt x="855868" y="1284384"/>
                </a:lnTo>
                <a:lnTo>
                  <a:pt x="846849" y="1289797"/>
                </a:lnTo>
                <a:lnTo>
                  <a:pt x="831451" y="1293084"/>
                </a:lnTo>
                <a:lnTo>
                  <a:pt x="819147" y="1298754"/>
                </a:lnTo>
                <a:lnTo>
                  <a:pt x="811158" y="1291215"/>
                </a:lnTo>
                <a:lnTo>
                  <a:pt x="798853" y="1290442"/>
                </a:lnTo>
                <a:lnTo>
                  <a:pt x="776112" y="1283031"/>
                </a:lnTo>
                <a:lnTo>
                  <a:pt x="759297" y="1298561"/>
                </a:lnTo>
                <a:lnTo>
                  <a:pt x="763356" y="1299850"/>
                </a:lnTo>
                <a:lnTo>
                  <a:pt x="776627" y="1287606"/>
                </a:lnTo>
                <a:lnTo>
                  <a:pt x="781137" y="1287799"/>
                </a:lnTo>
                <a:lnTo>
                  <a:pt x="808903" y="1294115"/>
                </a:lnTo>
                <a:lnTo>
                  <a:pt x="819598" y="1304490"/>
                </a:lnTo>
                <a:lnTo>
                  <a:pt x="820886" y="1309774"/>
                </a:lnTo>
                <a:lnTo>
                  <a:pt x="808130" y="1336904"/>
                </a:lnTo>
                <a:lnTo>
                  <a:pt x="796341" y="1345926"/>
                </a:lnTo>
                <a:lnTo>
                  <a:pt x="752468" y="1364936"/>
                </a:lnTo>
                <a:lnTo>
                  <a:pt x="721867" y="1339095"/>
                </a:lnTo>
                <a:lnTo>
                  <a:pt x="677092" y="1314800"/>
                </a:lnTo>
                <a:lnTo>
                  <a:pt x="676448" y="1305263"/>
                </a:lnTo>
                <a:lnTo>
                  <a:pt x="673163" y="1298432"/>
                </a:lnTo>
                <a:lnTo>
                  <a:pt x="663821" y="1313447"/>
                </a:lnTo>
                <a:lnTo>
                  <a:pt x="646942" y="1304425"/>
                </a:lnTo>
                <a:lnTo>
                  <a:pt x="638503" y="1322211"/>
                </a:lnTo>
                <a:lnTo>
                  <a:pt x="696613" y="1356816"/>
                </a:lnTo>
                <a:lnTo>
                  <a:pt x="698223" y="1364549"/>
                </a:lnTo>
                <a:lnTo>
                  <a:pt x="647007" y="1393483"/>
                </a:lnTo>
                <a:lnTo>
                  <a:pt x="569634" y="1421000"/>
                </a:lnTo>
                <a:lnTo>
                  <a:pt x="545733" y="1336388"/>
                </a:lnTo>
                <a:lnTo>
                  <a:pt x="510686" y="1304103"/>
                </a:lnTo>
                <a:lnTo>
                  <a:pt x="479505" y="1338515"/>
                </a:lnTo>
                <a:lnTo>
                  <a:pt x="516742" y="1372862"/>
                </a:lnTo>
                <a:lnTo>
                  <a:pt x="545539" y="1474229"/>
                </a:lnTo>
                <a:lnTo>
                  <a:pt x="545604" y="1486924"/>
                </a:lnTo>
                <a:lnTo>
                  <a:pt x="541610" y="1495301"/>
                </a:lnTo>
                <a:lnTo>
                  <a:pt x="529176" y="1508447"/>
                </a:lnTo>
                <a:lnTo>
                  <a:pt x="523571" y="1502712"/>
                </a:lnTo>
                <a:lnTo>
                  <a:pt x="495353" y="1532935"/>
                </a:lnTo>
                <a:lnTo>
                  <a:pt x="498188" y="1539508"/>
                </a:lnTo>
                <a:lnTo>
                  <a:pt x="442655" y="1595701"/>
                </a:lnTo>
                <a:lnTo>
                  <a:pt x="436148" y="1599116"/>
                </a:lnTo>
                <a:lnTo>
                  <a:pt x="428868" y="1598150"/>
                </a:lnTo>
                <a:lnTo>
                  <a:pt x="423457" y="1593188"/>
                </a:lnTo>
                <a:lnTo>
                  <a:pt x="412956" y="1571149"/>
                </a:lnTo>
                <a:lnTo>
                  <a:pt x="412054" y="1561998"/>
                </a:lnTo>
                <a:lnTo>
                  <a:pt x="414051" y="1562320"/>
                </a:lnTo>
                <a:lnTo>
                  <a:pt x="415210" y="1570247"/>
                </a:lnTo>
                <a:lnTo>
                  <a:pt x="425583" y="1591963"/>
                </a:lnTo>
                <a:lnTo>
                  <a:pt x="428159" y="1592930"/>
                </a:lnTo>
                <a:lnTo>
                  <a:pt x="453027" y="1568571"/>
                </a:lnTo>
                <a:lnTo>
                  <a:pt x="454315" y="1559872"/>
                </a:lnTo>
                <a:lnTo>
                  <a:pt x="443492" y="1536995"/>
                </a:lnTo>
                <a:lnTo>
                  <a:pt x="439047" y="1533902"/>
                </a:lnTo>
                <a:lnTo>
                  <a:pt x="432991" y="1522624"/>
                </a:lnTo>
                <a:lnTo>
                  <a:pt x="406513" y="1520240"/>
                </a:lnTo>
                <a:lnTo>
                  <a:pt x="382354" y="1470104"/>
                </a:lnTo>
                <a:lnTo>
                  <a:pt x="369276" y="1455025"/>
                </a:lnTo>
                <a:lnTo>
                  <a:pt x="309427" y="1306616"/>
                </a:lnTo>
                <a:lnTo>
                  <a:pt x="309427" y="1275040"/>
                </a:lnTo>
                <a:lnTo>
                  <a:pt x="341832" y="1249650"/>
                </a:lnTo>
                <a:lnTo>
                  <a:pt x="354974" y="1268016"/>
                </a:lnTo>
                <a:lnTo>
                  <a:pt x="458052" y="1195777"/>
                </a:lnTo>
                <a:lnTo>
                  <a:pt x="501602" y="1169678"/>
                </a:lnTo>
                <a:lnTo>
                  <a:pt x="534394" y="1159625"/>
                </a:lnTo>
                <a:lnTo>
                  <a:pt x="560808" y="1160463"/>
                </a:lnTo>
                <a:lnTo>
                  <a:pt x="584000" y="1157048"/>
                </a:lnTo>
                <a:lnTo>
                  <a:pt x="587608" y="1161107"/>
                </a:lnTo>
                <a:lnTo>
                  <a:pt x="553657" y="1198419"/>
                </a:lnTo>
                <a:lnTo>
                  <a:pt x="549662" y="1212854"/>
                </a:lnTo>
                <a:lnTo>
                  <a:pt x="525246" y="1236697"/>
                </a:lnTo>
                <a:lnTo>
                  <a:pt x="505919" y="1251712"/>
                </a:lnTo>
                <a:lnTo>
                  <a:pt x="530593" y="1276071"/>
                </a:lnTo>
                <a:lnTo>
                  <a:pt x="556556" y="1248232"/>
                </a:lnTo>
                <a:lnTo>
                  <a:pt x="564802" y="1255128"/>
                </a:lnTo>
                <a:lnTo>
                  <a:pt x="574143" y="1249263"/>
                </a:lnTo>
                <a:lnTo>
                  <a:pt x="579942" y="1249070"/>
                </a:lnTo>
                <a:lnTo>
                  <a:pt x="577751" y="1244624"/>
                </a:lnTo>
                <a:lnTo>
                  <a:pt x="581101" y="1244430"/>
                </a:lnTo>
                <a:lnTo>
                  <a:pt x="581745" y="1247137"/>
                </a:lnTo>
                <a:lnTo>
                  <a:pt x="585611" y="1245526"/>
                </a:lnTo>
                <a:lnTo>
                  <a:pt x="579040" y="1234828"/>
                </a:lnTo>
                <a:lnTo>
                  <a:pt x="583871" y="1223487"/>
                </a:lnTo>
                <a:lnTo>
                  <a:pt x="579942" y="1220329"/>
                </a:lnTo>
                <a:lnTo>
                  <a:pt x="594437" y="1206474"/>
                </a:lnTo>
                <a:lnTo>
                  <a:pt x="633478" y="1159174"/>
                </a:lnTo>
                <a:lnTo>
                  <a:pt x="641659" y="1158272"/>
                </a:lnTo>
                <a:lnTo>
                  <a:pt x="642819" y="1152666"/>
                </a:lnTo>
                <a:lnTo>
                  <a:pt x="648810" y="1149057"/>
                </a:lnTo>
                <a:lnTo>
                  <a:pt x="662275" y="1147381"/>
                </a:lnTo>
                <a:lnTo>
                  <a:pt x="683857" y="1154599"/>
                </a:lnTo>
                <a:lnTo>
                  <a:pt x="680249" y="1144546"/>
                </a:lnTo>
                <a:lnTo>
                  <a:pt x="681151" y="1055552"/>
                </a:lnTo>
                <a:lnTo>
                  <a:pt x="677157" y="1046273"/>
                </a:lnTo>
                <a:lnTo>
                  <a:pt x="670843" y="1050526"/>
                </a:lnTo>
                <a:lnTo>
                  <a:pt x="661566" y="1051363"/>
                </a:lnTo>
                <a:lnTo>
                  <a:pt x="662082" y="1065734"/>
                </a:lnTo>
                <a:lnTo>
                  <a:pt x="657894" y="1069149"/>
                </a:lnTo>
                <a:lnTo>
                  <a:pt x="654802" y="1081780"/>
                </a:lnTo>
                <a:lnTo>
                  <a:pt x="657443" y="1081651"/>
                </a:lnTo>
                <a:lnTo>
                  <a:pt x="657636" y="1087193"/>
                </a:lnTo>
                <a:lnTo>
                  <a:pt x="623041" y="1088611"/>
                </a:lnTo>
                <a:lnTo>
                  <a:pt x="622397" y="1074627"/>
                </a:lnTo>
                <a:lnTo>
                  <a:pt x="603134" y="1068118"/>
                </a:lnTo>
                <a:close/>
              </a:path>
            </a:pathLst>
          </a:custGeom>
          <a:solidFill xmlns:a="http://schemas.openxmlformats.org/drawingml/2006/main">
            <a:srgbClr val="E4EAF4"/>
          </a:solidFill>
          <a:ln xmlns:a="http://schemas.openxmlformats.org/drawingml/2006/main" w="0">
            <a:noFill/>
            <a:prstDash val="solid"/>
          </a:ln>
        </p:spPr>
      </p:sp>
      <p:sp>
        <p:nvSpPr>
          <p:cNvPr id="723" name="Editable chart path">
            <a:extLst xmlns:a="http://schemas.openxmlformats.org/drawingml/2006/main">
              <a:ext uri="{FF2B5EF4-FFF2-40B4-BE49-F238E27FC236}">
                <a16:creationId xmlns:a16="http://schemas.microsoft.com/office/drawing/2014/main" id="{AD677293-703B-43E9-880B-4B7015501B71}"/>
              </a:ext>
            </a:extLst>
          </p:cNvPr>
          <p:cNvSpPr>
            <a:spLocks xmlns:a="http://schemas.openxmlformats.org/drawingml/2006/main" noGrp="1"/>
          </p:cNvSpPr>
          <p:nvPr/>
        </p:nvSpPr>
        <p:spPr>
          <a:xfrm xmlns:a="http://schemas.openxmlformats.org/drawingml/2006/main">
            <a:off x="9378119" y="2792253"/>
            <a:ext cx="664312" cy="247963"/>
          </a:xfrm>
          <a:custGeom xmlns:a="http://schemas.openxmlformats.org/drawingml/2006/main">
            <a:pathLst>
              <a:path w="494451" h="184561">
                <a:moveTo>
                  <a:pt x="10694" y="54324"/>
                </a:moveTo>
                <a:lnTo>
                  <a:pt x="12047" y="51038"/>
                </a:lnTo>
                <a:lnTo>
                  <a:pt x="7795" y="48009"/>
                </a:lnTo>
                <a:lnTo>
                  <a:pt x="7022" y="40405"/>
                </a:lnTo>
                <a:lnTo>
                  <a:pt x="0" y="36861"/>
                </a:lnTo>
                <a:lnTo>
                  <a:pt x="1739" y="29708"/>
                </a:lnTo>
                <a:lnTo>
                  <a:pt x="64" y="28676"/>
                </a:lnTo>
                <a:lnTo>
                  <a:pt x="17974" y="24294"/>
                </a:lnTo>
                <a:lnTo>
                  <a:pt x="26349" y="13082"/>
                </a:lnTo>
                <a:lnTo>
                  <a:pt x="38719" y="9344"/>
                </a:lnTo>
                <a:lnTo>
                  <a:pt x="47158" y="0"/>
                </a:lnTo>
                <a:lnTo>
                  <a:pt x="76793" y="10246"/>
                </a:lnTo>
                <a:lnTo>
                  <a:pt x="106621" y="24230"/>
                </a:lnTo>
                <a:lnTo>
                  <a:pt x="124789" y="27259"/>
                </a:lnTo>
                <a:lnTo>
                  <a:pt x="139799" y="35250"/>
                </a:lnTo>
                <a:lnTo>
                  <a:pt x="146113" y="41887"/>
                </a:lnTo>
                <a:lnTo>
                  <a:pt x="148625" y="49878"/>
                </a:lnTo>
                <a:lnTo>
                  <a:pt x="173364" y="60704"/>
                </a:lnTo>
                <a:lnTo>
                  <a:pt x="174975" y="57353"/>
                </a:lnTo>
                <a:lnTo>
                  <a:pt x="186571" y="58126"/>
                </a:lnTo>
                <a:lnTo>
                  <a:pt x="191081" y="67019"/>
                </a:lnTo>
                <a:lnTo>
                  <a:pt x="211374" y="65537"/>
                </a:lnTo>
                <a:lnTo>
                  <a:pt x="225547" y="67277"/>
                </a:lnTo>
                <a:lnTo>
                  <a:pt x="242491" y="60962"/>
                </a:lnTo>
                <a:lnTo>
                  <a:pt x="276120" y="58126"/>
                </a:lnTo>
                <a:lnTo>
                  <a:pt x="283722" y="54195"/>
                </a:lnTo>
                <a:lnTo>
                  <a:pt x="299312" y="57417"/>
                </a:lnTo>
                <a:lnTo>
                  <a:pt x="307752" y="63733"/>
                </a:lnTo>
                <a:lnTo>
                  <a:pt x="317415" y="62251"/>
                </a:lnTo>
                <a:lnTo>
                  <a:pt x="337709" y="67470"/>
                </a:lnTo>
                <a:lnTo>
                  <a:pt x="368632" y="65795"/>
                </a:lnTo>
                <a:lnTo>
                  <a:pt x="377394" y="62702"/>
                </a:lnTo>
                <a:lnTo>
                  <a:pt x="382161" y="57933"/>
                </a:lnTo>
                <a:lnTo>
                  <a:pt x="435182" y="56451"/>
                </a:lnTo>
                <a:lnTo>
                  <a:pt x="454766" y="65021"/>
                </a:lnTo>
                <a:lnTo>
                  <a:pt x="469004" y="80487"/>
                </a:lnTo>
                <a:lnTo>
                  <a:pt x="482791" y="112966"/>
                </a:lnTo>
                <a:lnTo>
                  <a:pt x="494451" y="156335"/>
                </a:lnTo>
                <a:lnTo>
                  <a:pt x="491681" y="160846"/>
                </a:lnTo>
                <a:lnTo>
                  <a:pt x="484079" y="163037"/>
                </a:lnTo>
                <a:lnTo>
                  <a:pt x="451288" y="154917"/>
                </a:lnTo>
                <a:lnTo>
                  <a:pt x="401746" y="154660"/>
                </a:lnTo>
                <a:lnTo>
                  <a:pt x="397494" y="163488"/>
                </a:lnTo>
                <a:lnTo>
                  <a:pt x="392791" y="159879"/>
                </a:lnTo>
                <a:lnTo>
                  <a:pt x="394273" y="155626"/>
                </a:lnTo>
                <a:lnTo>
                  <a:pt x="390665" y="154595"/>
                </a:lnTo>
                <a:lnTo>
                  <a:pt x="333779" y="154209"/>
                </a:lnTo>
                <a:lnTo>
                  <a:pt x="311102" y="165164"/>
                </a:lnTo>
                <a:lnTo>
                  <a:pt x="299505" y="158719"/>
                </a:lnTo>
                <a:lnTo>
                  <a:pt x="295640" y="163681"/>
                </a:lnTo>
                <a:lnTo>
                  <a:pt x="285590" y="167548"/>
                </a:lnTo>
                <a:lnTo>
                  <a:pt x="283400" y="164519"/>
                </a:lnTo>
                <a:lnTo>
                  <a:pt x="278954" y="165872"/>
                </a:lnTo>
                <a:lnTo>
                  <a:pt x="269033" y="173863"/>
                </a:lnTo>
                <a:lnTo>
                  <a:pt x="262397" y="175539"/>
                </a:lnTo>
                <a:lnTo>
                  <a:pt x="256599" y="173799"/>
                </a:lnTo>
                <a:lnTo>
                  <a:pt x="231216" y="182756"/>
                </a:lnTo>
                <a:lnTo>
                  <a:pt x="206478" y="184561"/>
                </a:lnTo>
                <a:lnTo>
                  <a:pt x="188246" y="163101"/>
                </a:lnTo>
                <a:lnTo>
                  <a:pt x="183865" y="149504"/>
                </a:lnTo>
                <a:lnTo>
                  <a:pt x="174524" y="143833"/>
                </a:lnTo>
                <a:lnTo>
                  <a:pt x="155261" y="145251"/>
                </a:lnTo>
                <a:lnTo>
                  <a:pt x="143536" y="123148"/>
                </a:lnTo>
                <a:lnTo>
                  <a:pt x="144760" y="116961"/>
                </a:lnTo>
                <a:lnTo>
                  <a:pt x="141925" y="118121"/>
                </a:lnTo>
                <a:lnTo>
                  <a:pt x="130716" y="110259"/>
                </a:lnTo>
                <a:lnTo>
                  <a:pt x="117766" y="109164"/>
                </a:lnTo>
                <a:lnTo>
                  <a:pt x="113128" y="104395"/>
                </a:lnTo>
                <a:lnTo>
                  <a:pt x="94832" y="99111"/>
                </a:lnTo>
                <a:lnTo>
                  <a:pt x="80916" y="89058"/>
                </a:lnTo>
                <a:lnTo>
                  <a:pt x="76793" y="87512"/>
                </a:lnTo>
                <a:lnTo>
                  <a:pt x="77695" y="90025"/>
                </a:lnTo>
                <a:lnTo>
                  <a:pt x="73056" y="89445"/>
                </a:lnTo>
                <a:lnTo>
                  <a:pt x="67903" y="83194"/>
                </a:lnTo>
                <a:lnTo>
                  <a:pt x="51732" y="80165"/>
                </a:lnTo>
                <a:lnTo>
                  <a:pt x="46900" y="70048"/>
                </a:lnTo>
                <a:lnTo>
                  <a:pt x="37108" y="68308"/>
                </a:lnTo>
                <a:lnTo>
                  <a:pt x="33436" y="71530"/>
                </a:lnTo>
                <a:lnTo>
                  <a:pt x="27509" y="70370"/>
                </a:lnTo>
                <a:lnTo>
                  <a:pt x="15333" y="57611"/>
                </a:lnTo>
                <a:lnTo>
                  <a:pt x="12820" y="58706"/>
                </a:lnTo>
                <a:lnTo>
                  <a:pt x="13980" y="54453"/>
                </a:lnTo>
                <a:close/>
              </a:path>
            </a:pathLst>
          </a:custGeom>
          <a:solidFill xmlns:a="http://schemas.openxmlformats.org/drawingml/2006/main">
            <a:srgbClr val="E4EAF4"/>
          </a:solidFill>
          <a:ln xmlns:a="http://schemas.openxmlformats.org/drawingml/2006/main" w="0">
            <a:noFill/>
            <a:prstDash val="solid"/>
          </a:ln>
        </p:spPr>
      </p:sp>
      <p:sp>
        <p:nvSpPr>
          <p:cNvPr id="724" name="Editable chart path">
            <a:extLst xmlns:a="http://schemas.openxmlformats.org/drawingml/2006/main">
              <a:ext uri="{FF2B5EF4-FFF2-40B4-BE49-F238E27FC236}">
                <a16:creationId xmlns:a16="http://schemas.microsoft.com/office/drawing/2014/main" id="{619A9E6B-FDE1-4028-9303-82F617B426C6}"/>
              </a:ext>
            </a:extLst>
          </p:cNvPr>
          <p:cNvSpPr>
            <a:spLocks xmlns:a="http://schemas.openxmlformats.org/drawingml/2006/main" noGrp="1"/>
          </p:cNvSpPr>
          <p:nvPr/>
        </p:nvSpPr>
        <p:spPr>
          <a:xfrm xmlns:a="http://schemas.openxmlformats.org/drawingml/2006/main">
            <a:off x="8657806" y="4485659"/>
            <a:ext cx="140566" cy="165799"/>
          </a:xfrm>
          <a:custGeom xmlns:a="http://schemas.openxmlformats.org/drawingml/2006/main">
            <a:pathLst>
              <a:path w="104624" h="123406">
                <a:moveTo>
                  <a:pt x="35691" y="10504"/>
                </a:moveTo>
                <a:lnTo>
                  <a:pt x="41038" y="18237"/>
                </a:lnTo>
                <a:lnTo>
                  <a:pt x="44710" y="14370"/>
                </a:lnTo>
                <a:lnTo>
                  <a:pt x="51603" y="14628"/>
                </a:lnTo>
                <a:lnTo>
                  <a:pt x="55082" y="12115"/>
                </a:lnTo>
                <a:lnTo>
                  <a:pt x="51281" y="8764"/>
                </a:lnTo>
                <a:lnTo>
                  <a:pt x="50379" y="10568"/>
                </a:lnTo>
                <a:lnTo>
                  <a:pt x="52634" y="6444"/>
                </a:lnTo>
                <a:lnTo>
                  <a:pt x="94252" y="1160"/>
                </a:lnTo>
                <a:lnTo>
                  <a:pt x="97860" y="3738"/>
                </a:lnTo>
                <a:lnTo>
                  <a:pt x="97860" y="9344"/>
                </a:lnTo>
                <a:lnTo>
                  <a:pt x="91417" y="19912"/>
                </a:lnTo>
                <a:lnTo>
                  <a:pt x="75376" y="25970"/>
                </a:lnTo>
                <a:lnTo>
                  <a:pt x="76213" y="22490"/>
                </a:lnTo>
                <a:lnTo>
                  <a:pt x="70351" y="21781"/>
                </a:lnTo>
                <a:lnTo>
                  <a:pt x="66099" y="26034"/>
                </a:lnTo>
                <a:lnTo>
                  <a:pt x="64746" y="32414"/>
                </a:lnTo>
                <a:lnTo>
                  <a:pt x="70673" y="44722"/>
                </a:lnTo>
                <a:lnTo>
                  <a:pt x="77630" y="44787"/>
                </a:lnTo>
                <a:lnTo>
                  <a:pt x="79048" y="42338"/>
                </a:lnTo>
                <a:lnTo>
                  <a:pt x="76793" y="40791"/>
                </a:lnTo>
                <a:lnTo>
                  <a:pt x="81754" y="42531"/>
                </a:lnTo>
                <a:lnTo>
                  <a:pt x="84717" y="57224"/>
                </a:lnTo>
                <a:lnTo>
                  <a:pt x="97537" y="68179"/>
                </a:lnTo>
                <a:lnTo>
                  <a:pt x="100114" y="75074"/>
                </a:lnTo>
                <a:lnTo>
                  <a:pt x="104366" y="78039"/>
                </a:lnTo>
                <a:lnTo>
                  <a:pt x="104624" y="82227"/>
                </a:lnTo>
                <a:lnTo>
                  <a:pt x="101725" y="79521"/>
                </a:lnTo>
                <a:lnTo>
                  <a:pt x="97344" y="81454"/>
                </a:lnTo>
                <a:lnTo>
                  <a:pt x="94638" y="89252"/>
                </a:lnTo>
                <a:lnTo>
                  <a:pt x="98310" y="92216"/>
                </a:lnTo>
                <a:lnTo>
                  <a:pt x="89033" y="96147"/>
                </a:lnTo>
                <a:lnTo>
                  <a:pt x="91159" y="94342"/>
                </a:lnTo>
                <a:lnTo>
                  <a:pt x="84073" y="90863"/>
                </a:lnTo>
                <a:lnTo>
                  <a:pt x="79499" y="83967"/>
                </a:lnTo>
                <a:lnTo>
                  <a:pt x="68289" y="75268"/>
                </a:lnTo>
                <a:lnTo>
                  <a:pt x="60107" y="63539"/>
                </a:lnTo>
                <a:lnTo>
                  <a:pt x="52312" y="75139"/>
                </a:lnTo>
                <a:lnTo>
                  <a:pt x="54180" y="86738"/>
                </a:lnTo>
                <a:lnTo>
                  <a:pt x="54116" y="82872"/>
                </a:lnTo>
                <a:lnTo>
                  <a:pt x="48898" y="83774"/>
                </a:lnTo>
                <a:lnTo>
                  <a:pt x="51281" y="96533"/>
                </a:lnTo>
                <a:lnTo>
                  <a:pt x="53600" y="97307"/>
                </a:lnTo>
                <a:lnTo>
                  <a:pt x="54438" y="94987"/>
                </a:lnTo>
                <a:lnTo>
                  <a:pt x="55147" y="105813"/>
                </a:lnTo>
                <a:lnTo>
                  <a:pt x="52248" y="105169"/>
                </a:lnTo>
                <a:lnTo>
                  <a:pt x="51539" y="111806"/>
                </a:lnTo>
                <a:lnTo>
                  <a:pt x="54116" y="114641"/>
                </a:lnTo>
                <a:lnTo>
                  <a:pt x="57401" y="113417"/>
                </a:lnTo>
                <a:lnTo>
                  <a:pt x="58239" y="118444"/>
                </a:lnTo>
                <a:lnTo>
                  <a:pt x="54180" y="123406"/>
                </a:lnTo>
                <a:lnTo>
                  <a:pt x="45934" y="114899"/>
                </a:lnTo>
                <a:lnTo>
                  <a:pt x="39621" y="113288"/>
                </a:lnTo>
                <a:lnTo>
                  <a:pt x="32276" y="100658"/>
                </a:lnTo>
                <a:lnTo>
                  <a:pt x="0" y="66633"/>
                </a:lnTo>
                <a:lnTo>
                  <a:pt x="7538" y="59931"/>
                </a:lnTo>
                <a:lnTo>
                  <a:pt x="15268" y="58255"/>
                </a:lnTo>
                <a:lnTo>
                  <a:pt x="19585" y="59866"/>
                </a:lnTo>
                <a:lnTo>
                  <a:pt x="17459" y="60317"/>
                </a:lnTo>
                <a:lnTo>
                  <a:pt x="20680" y="63217"/>
                </a:lnTo>
                <a:lnTo>
                  <a:pt x="23579" y="63282"/>
                </a:lnTo>
                <a:lnTo>
                  <a:pt x="23064" y="61284"/>
                </a:lnTo>
                <a:lnTo>
                  <a:pt x="27380" y="65666"/>
                </a:lnTo>
                <a:lnTo>
                  <a:pt x="34982" y="66955"/>
                </a:lnTo>
                <a:lnTo>
                  <a:pt x="33307" y="70950"/>
                </a:lnTo>
                <a:lnTo>
                  <a:pt x="45419" y="77588"/>
                </a:lnTo>
                <a:lnTo>
                  <a:pt x="47673" y="73979"/>
                </a:lnTo>
                <a:lnTo>
                  <a:pt x="42842" y="70112"/>
                </a:lnTo>
                <a:lnTo>
                  <a:pt x="51732" y="74430"/>
                </a:lnTo>
                <a:lnTo>
                  <a:pt x="58690" y="63088"/>
                </a:lnTo>
                <a:lnTo>
                  <a:pt x="57401" y="57353"/>
                </a:lnTo>
                <a:lnTo>
                  <a:pt x="59592" y="53873"/>
                </a:lnTo>
                <a:lnTo>
                  <a:pt x="57015" y="49878"/>
                </a:lnTo>
                <a:lnTo>
                  <a:pt x="54889" y="51489"/>
                </a:lnTo>
                <a:lnTo>
                  <a:pt x="45483" y="43434"/>
                </a:lnTo>
                <a:lnTo>
                  <a:pt x="50959" y="38536"/>
                </a:lnTo>
                <a:lnTo>
                  <a:pt x="54696" y="41629"/>
                </a:lnTo>
                <a:lnTo>
                  <a:pt x="58303" y="40276"/>
                </a:lnTo>
                <a:lnTo>
                  <a:pt x="57788" y="29708"/>
                </a:lnTo>
                <a:lnTo>
                  <a:pt x="45548" y="30223"/>
                </a:lnTo>
                <a:lnTo>
                  <a:pt x="43937" y="21652"/>
                </a:lnTo>
                <a:lnTo>
                  <a:pt x="31890" y="37569"/>
                </a:lnTo>
                <a:lnTo>
                  <a:pt x="23321" y="38665"/>
                </a:lnTo>
                <a:lnTo>
                  <a:pt x="24417" y="33574"/>
                </a:lnTo>
                <a:lnTo>
                  <a:pt x="37366" y="28612"/>
                </a:lnTo>
                <a:lnTo>
                  <a:pt x="40265" y="19204"/>
                </a:lnTo>
                <a:lnTo>
                  <a:pt x="32534" y="10633"/>
                </a:lnTo>
                <a:lnTo>
                  <a:pt x="30086" y="13919"/>
                </a:lnTo>
                <a:lnTo>
                  <a:pt x="31632" y="15079"/>
                </a:lnTo>
                <a:lnTo>
                  <a:pt x="27316" y="14564"/>
                </a:lnTo>
                <a:lnTo>
                  <a:pt x="15075" y="2449"/>
                </a:lnTo>
                <a:lnTo>
                  <a:pt x="17394" y="0"/>
                </a:lnTo>
                <a:lnTo>
                  <a:pt x="34145" y="5155"/>
                </a:lnTo>
                <a:close/>
              </a:path>
            </a:pathLst>
          </a:custGeom>
          <a:solidFill xmlns:a="http://schemas.openxmlformats.org/drawingml/2006/main">
            <a:srgbClr val="E4EAF4"/>
          </a:solidFill>
          <a:ln xmlns:a="http://schemas.openxmlformats.org/drawingml/2006/main" w="0">
            <a:noFill/>
            <a:prstDash val="solid"/>
          </a:ln>
        </p:spPr>
      </p:sp>
      <p:sp>
        <p:nvSpPr>
          <p:cNvPr id="725" name="Editable chart path">
            <a:extLst xmlns:a="http://schemas.openxmlformats.org/drawingml/2006/main">
              <a:ext uri="{FF2B5EF4-FFF2-40B4-BE49-F238E27FC236}">
                <a16:creationId xmlns:a16="http://schemas.microsoft.com/office/drawing/2014/main" id="{32C1D0C0-BAD5-4ECA-B7BB-E8B8EBD9F270}"/>
              </a:ext>
            </a:extLst>
          </p:cNvPr>
          <p:cNvSpPr>
            <a:spLocks xmlns:a="http://schemas.openxmlformats.org/drawingml/2006/main" noGrp="1"/>
          </p:cNvSpPr>
          <p:nvPr/>
        </p:nvSpPr>
        <p:spPr>
          <a:xfrm xmlns:a="http://schemas.openxmlformats.org/drawingml/2006/main">
            <a:off x="8671309" y="4372932"/>
            <a:ext cx="92268" cy="67445"/>
          </a:xfrm>
          <a:custGeom xmlns:a="http://schemas.openxmlformats.org/drawingml/2006/main">
            <a:pathLst>
              <a:path w="68676" h="50200">
                <a:moveTo>
                  <a:pt x="68676" y="29901"/>
                </a:moveTo>
                <a:lnTo>
                  <a:pt x="67194" y="38665"/>
                </a:lnTo>
                <a:lnTo>
                  <a:pt x="60172" y="42982"/>
                </a:lnTo>
                <a:lnTo>
                  <a:pt x="35497" y="32285"/>
                </a:lnTo>
                <a:lnTo>
                  <a:pt x="27767" y="34927"/>
                </a:lnTo>
                <a:lnTo>
                  <a:pt x="8375" y="50200"/>
                </a:lnTo>
                <a:lnTo>
                  <a:pt x="2963" y="50007"/>
                </a:lnTo>
                <a:lnTo>
                  <a:pt x="0" y="45625"/>
                </a:lnTo>
                <a:lnTo>
                  <a:pt x="3028" y="36989"/>
                </a:lnTo>
                <a:lnTo>
                  <a:pt x="29313" y="19268"/>
                </a:lnTo>
                <a:lnTo>
                  <a:pt x="47416" y="0"/>
                </a:lnTo>
                <a:lnTo>
                  <a:pt x="53729" y="2127"/>
                </a:lnTo>
                <a:lnTo>
                  <a:pt x="61009" y="9537"/>
                </a:lnTo>
                <a:close/>
              </a:path>
            </a:pathLst>
          </a:custGeom>
          <a:solidFill xmlns:a="http://schemas.openxmlformats.org/drawingml/2006/main">
            <a:srgbClr val="E4EAF4"/>
          </a:solidFill>
          <a:ln xmlns:a="http://schemas.openxmlformats.org/drawingml/2006/main" w="0">
            <a:noFill/>
            <a:prstDash val="solid"/>
          </a:ln>
        </p:spPr>
      </p:sp>
      <p:sp>
        <p:nvSpPr>
          <p:cNvPr id="726" name="Editable chart path">
            <a:extLst xmlns:a="http://schemas.openxmlformats.org/drawingml/2006/main">
              <a:ext uri="{FF2B5EF4-FFF2-40B4-BE49-F238E27FC236}">
                <a16:creationId xmlns:a16="http://schemas.microsoft.com/office/drawing/2014/main" id="{D39A47A0-040D-45EB-BB12-BE368FA2A195}"/>
              </a:ext>
            </a:extLst>
          </p:cNvPr>
          <p:cNvSpPr>
            <a:spLocks xmlns:a="http://schemas.openxmlformats.org/drawingml/2006/main" noGrp="1"/>
          </p:cNvSpPr>
          <p:nvPr/>
        </p:nvSpPr>
        <p:spPr>
          <a:xfrm xmlns:a="http://schemas.openxmlformats.org/drawingml/2006/main">
            <a:off x="8589860" y="4465918"/>
            <a:ext cx="45788" cy="62857"/>
          </a:xfrm>
          <a:custGeom xmlns:a="http://schemas.openxmlformats.org/drawingml/2006/main">
            <a:pathLst>
              <a:path w="34080" h="46785">
                <a:moveTo>
                  <a:pt x="34080" y="39052"/>
                </a:moveTo>
                <a:lnTo>
                  <a:pt x="32598" y="45496"/>
                </a:lnTo>
                <a:lnTo>
                  <a:pt x="28991" y="46785"/>
                </a:lnTo>
                <a:lnTo>
                  <a:pt x="11790" y="37054"/>
                </a:lnTo>
                <a:lnTo>
                  <a:pt x="0" y="12115"/>
                </a:lnTo>
                <a:lnTo>
                  <a:pt x="4123" y="0"/>
                </a:lnTo>
                <a:lnTo>
                  <a:pt x="15526" y="3480"/>
                </a:lnTo>
                <a:lnTo>
                  <a:pt x="25705" y="16497"/>
                </a:lnTo>
                <a:close/>
              </a:path>
            </a:pathLst>
          </a:custGeom>
          <a:solidFill xmlns:a="http://schemas.openxmlformats.org/drawingml/2006/main">
            <a:srgbClr val="E4EAF4"/>
          </a:solidFill>
          <a:ln xmlns:a="http://schemas.openxmlformats.org/drawingml/2006/main" w="0">
            <a:noFill/>
            <a:prstDash val="solid"/>
          </a:ln>
        </p:spPr>
      </p:sp>
      <p:sp>
        <p:nvSpPr>
          <p:cNvPr id="727" name="Editable chart path">
            <a:extLst xmlns:a="http://schemas.openxmlformats.org/drawingml/2006/main">
              <a:ext uri="{FF2B5EF4-FFF2-40B4-BE49-F238E27FC236}">
                <a16:creationId xmlns:a16="http://schemas.microsoft.com/office/drawing/2014/main" id="{DFF4A673-D16D-480D-9200-0ABBE4004E45}"/>
              </a:ext>
            </a:extLst>
          </p:cNvPr>
          <p:cNvSpPr>
            <a:spLocks xmlns:a="http://schemas.openxmlformats.org/drawingml/2006/main" noGrp="1"/>
          </p:cNvSpPr>
          <p:nvPr/>
        </p:nvSpPr>
        <p:spPr>
          <a:xfrm xmlns:a="http://schemas.openxmlformats.org/drawingml/2006/main">
            <a:off x="8786167" y="4546870"/>
            <a:ext cx="41200" cy="40086"/>
          </a:xfrm>
          <a:custGeom xmlns:a="http://schemas.openxmlformats.org/drawingml/2006/main">
            <a:pathLst>
              <a:path w="30666" h="29836">
                <a:moveTo>
                  <a:pt x="16750" y="7411"/>
                </a:moveTo>
                <a:lnTo>
                  <a:pt x="21904" y="5606"/>
                </a:lnTo>
                <a:lnTo>
                  <a:pt x="18425" y="2964"/>
                </a:lnTo>
                <a:lnTo>
                  <a:pt x="21324" y="4704"/>
                </a:lnTo>
                <a:lnTo>
                  <a:pt x="28926" y="16690"/>
                </a:lnTo>
                <a:lnTo>
                  <a:pt x="30666" y="22812"/>
                </a:lnTo>
                <a:lnTo>
                  <a:pt x="25641" y="29836"/>
                </a:lnTo>
                <a:lnTo>
                  <a:pt x="22033" y="28419"/>
                </a:lnTo>
                <a:lnTo>
                  <a:pt x="25512" y="29579"/>
                </a:lnTo>
                <a:lnTo>
                  <a:pt x="29442" y="24423"/>
                </a:lnTo>
                <a:lnTo>
                  <a:pt x="28475" y="25841"/>
                </a:lnTo>
                <a:lnTo>
                  <a:pt x="15591" y="20106"/>
                </a:lnTo>
                <a:lnTo>
                  <a:pt x="15591" y="18301"/>
                </a:lnTo>
                <a:lnTo>
                  <a:pt x="16686" y="21975"/>
                </a:lnTo>
                <a:lnTo>
                  <a:pt x="10437" y="13146"/>
                </a:lnTo>
                <a:lnTo>
                  <a:pt x="13851" y="13984"/>
                </a:lnTo>
                <a:lnTo>
                  <a:pt x="15397" y="11084"/>
                </a:lnTo>
                <a:lnTo>
                  <a:pt x="10115" y="9537"/>
                </a:lnTo>
                <a:lnTo>
                  <a:pt x="7666" y="12953"/>
                </a:lnTo>
                <a:lnTo>
                  <a:pt x="0" y="3931"/>
                </a:lnTo>
                <a:lnTo>
                  <a:pt x="773" y="580"/>
                </a:lnTo>
                <a:lnTo>
                  <a:pt x="7022" y="0"/>
                </a:lnTo>
                <a:lnTo>
                  <a:pt x="7344" y="2320"/>
                </a:lnTo>
                <a:close/>
              </a:path>
            </a:pathLst>
          </a:custGeom>
          <a:solidFill xmlns:a="http://schemas.openxmlformats.org/drawingml/2006/main">
            <a:srgbClr val="E4EAF4"/>
          </a:solidFill>
          <a:ln xmlns:a="http://schemas.openxmlformats.org/drawingml/2006/main" w="0">
            <a:noFill/>
            <a:prstDash val="solid"/>
          </a:ln>
        </p:spPr>
      </p:sp>
      <p:sp>
        <p:nvSpPr>
          <p:cNvPr id="728" name="Editable chart path">
            <a:extLst xmlns:a="http://schemas.openxmlformats.org/drawingml/2006/main">
              <a:ext uri="{FF2B5EF4-FFF2-40B4-BE49-F238E27FC236}">
                <a16:creationId xmlns:a16="http://schemas.microsoft.com/office/drawing/2014/main" id="{6DDEC0B6-568D-4BBD-A01E-14B4161D6435}"/>
              </a:ext>
            </a:extLst>
          </p:cNvPr>
          <p:cNvSpPr>
            <a:spLocks xmlns:a="http://schemas.openxmlformats.org/drawingml/2006/main" noGrp="1"/>
          </p:cNvSpPr>
          <p:nvPr/>
        </p:nvSpPr>
        <p:spPr>
          <a:xfrm xmlns:a="http://schemas.openxmlformats.org/drawingml/2006/main">
            <a:off x="8573501" y="4632237"/>
            <a:ext cx="27784" cy="28138"/>
          </a:xfrm>
          <a:custGeom xmlns:a="http://schemas.openxmlformats.org/drawingml/2006/main">
            <a:pathLst>
              <a:path w="20680" h="20943">
                <a:moveTo>
                  <a:pt x="9986" y="0"/>
                </a:moveTo>
                <a:lnTo>
                  <a:pt x="18296" y="5091"/>
                </a:lnTo>
                <a:lnTo>
                  <a:pt x="20680" y="9924"/>
                </a:lnTo>
                <a:lnTo>
                  <a:pt x="19392" y="7475"/>
                </a:lnTo>
                <a:lnTo>
                  <a:pt x="16557" y="8442"/>
                </a:lnTo>
                <a:lnTo>
                  <a:pt x="11016" y="18044"/>
                </a:lnTo>
                <a:lnTo>
                  <a:pt x="13336" y="19526"/>
                </a:lnTo>
                <a:lnTo>
                  <a:pt x="5798" y="20943"/>
                </a:lnTo>
                <a:lnTo>
                  <a:pt x="0" y="13533"/>
                </a:lnTo>
                <a:close/>
              </a:path>
            </a:pathLst>
          </a:custGeom>
          <a:solidFill xmlns:a="http://schemas.openxmlformats.org/drawingml/2006/main">
            <a:srgbClr val="E4EAF4"/>
          </a:solidFill>
          <a:ln xmlns:a="http://schemas.openxmlformats.org/drawingml/2006/main" w="0">
            <a:noFill/>
            <a:prstDash val="solid"/>
          </a:ln>
        </p:spPr>
      </p:sp>
      <p:sp>
        <p:nvSpPr>
          <p:cNvPr id="729" name="Editable chart path">
            <a:extLst xmlns:a="http://schemas.openxmlformats.org/drawingml/2006/main">
              <a:ext uri="{FF2B5EF4-FFF2-40B4-BE49-F238E27FC236}">
                <a16:creationId xmlns:a16="http://schemas.microsoft.com/office/drawing/2014/main" id="{FC32A37A-4C14-4655-89EC-30D37FFBC5EE}"/>
              </a:ext>
            </a:extLst>
          </p:cNvPr>
          <p:cNvSpPr>
            <a:spLocks xmlns:a="http://schemas.openxmlformats.org/drawingml/2006/main" noGrp="1"/>
          </p:cNvSpPr>
          <p:nvPr/>
        </p:nvSpPr>
        <p:spPr>
          <a:xfrm xmlns:a="http://schemas.openxmlformats.org/drawingml/2006/main">
            <a:off x="8558354" y="4619510"/>
            <a:ext cx="17398" cy="19827"/>
          </a:xfrm>
          <a:custGeom xmlns:a="http://schemas.openxmlformats.org/drawingml/2006/main">
            <a:pathLst>
              <a:path w="12949" h="14757">
                <a:moveTo>
                  <a:pt x="2770" y="0"/>
                </a:moveTo>
                <a:lnTo>
                  <a:pt x="9535" y="1547"/>
                </a:lnTo>
                <a:lnTo>
                  <a:pt x="12949" y="5091"/>
                </a:lnTo>
                <a:lnTo>
                  <a:pt x="5476" y="14757"/>
                </a:lnTo>
                <a:lnTo>
                  <a:pt x="580" y="9602"/>
                </a:lnTo>
                <a:lnTo>
                  <a:pt x="0" y="3222"/>
                </a:lnTo>
                <a:lnTo>
                  <a:pt x="451" y="5349"/>
                </a:lnTo>
                <a:lnTo>
                  <a:pt x="2770" y="3415"/>
                </a:lnTo>
                <a:close/>
              </a:path>
            </a:pathLst>
          </a:custGeom>
          <a:solidFill xmlns:a="http://schemas.openxmlformats.org/drawingml/2006/main">
            <a:srgbClr val="E4EAF4"/>
          </a:solidFill>
          <a:ln xmlns:a="http://schemas.openxmlformats.org/drawingml/2006/main" w="0">
            <a:noFill/>
            <a:prstDash val="solid"/>
          </a:ln>
        </p:spPr>
      </p:sp>
      <p:sp>
        <p:nvSpPr>
          <p:cNvPr id="730" name="Editable chart path">
            <a:extLst xmlns:a="http://schemas.openxmlformats.org/drawingml/2006/main">
              <a:ext uri="{FF2B5EF4-FFF2-40B4-BE49-F238E27FC236}">
                <a16:creationId xmlns:a16="http://schemas.microsoft.com/office/drawing/2014/main" id="{16C0837E-782E-4790-9854-DE940FED4988}"/>
              </a:ext>
            </a:extLst>
          </p:cNvPr>
          <p:cNvSpPr>
            <a:spLocks xmlns:a="http://schemas.openxmlformats.org/drawingml/2006/main" noGrp="1"/>
          </p:cNvSpPr>
          <p:nvPr/>
        </p:nvSpPr>
        <p:spPr>
          <a:xfrm xmlns:a="http://schemas.openxmlformats.org/drawingml/2006/main">
            <a:off x="8782965" y="2579181"/>
            <a:ext cx="130006" cy="150388"/>
          </a:xfrm>
          <a:custGeom xmlns:a="http://schemas.openxmlformats.org/drawingml/2006/main">
            <a:pathLst>
              <a:path w="96764" h="111935">
                <a:moveTo>
                  <a:pt x="94896" y="81583"/>
                </a:moveTo>
                <a:lnTo>
                  <a:pt x="96764" y="89380"/>
                </a:lnTo>
                <a:lnTo>
                  <a:pt x="94187" y="95180"/>
                </a:lnTo>
                <a:lnTo>
                  <a:pt x="76535" y="109100"/>
                </a:lnTo>
                <a:lnTo>
                  <a:pt x="63328" y="111935"/>
                </a:lnTo>
                <a:lnTo>
                  <a:pt x="51539" y="107746"/>
                </a:lnTo>
                <a:lnTo>
                  <a:pt x="38783" y="93698"/>
                </a:lnTo>
                <a:lnTo>
                  <a:pt x="26349" y="71466"/>
                </a:lnTo>
                <a:lnTo>
                  <a:pt x="14689" y="62702"/>
                </a:lnTo>
                <a:lnTo>
                  <a:pt x="13593" y="43949"/>
                </a:lnTo>
                <a:lnTo>
                  <a:pt x="1353" y="19461"/>
                </a:lnTo>
                <a:lnTo>
                  <a:pt x="0" y="8506"/>
                </a:lnTo>
                <a:lnTo>
                  <a:pt x="17652" y="0"/>
                </a:lnTo>
                <a:lnTo>
                  <a:pt x="25061" y="1353"/>
                </a:lnTo>
                <a:lnTo>
                  <a:pt x="56242" y="34476"/>
                </a:lnTo>
                <a:close/>
              </a:path>
            </a:pathLst>
          </a:custGeom>
          <a:solidFill xmlns:a="http://schemas.openxmlformats.org/drawingml/2006/main">
            <a:srgbClr val="E4EAF4"/>
          </a:solidFill>
          <a:ln xmlns:a="http://schemas.openxmlformats.org/drawingml/2006/main" w="0">
            <a:noFill/>
            <a:prstDash val="solid"/>
          </a:ln>
        </p:spPr>
      </p:sp>
      <p:sp>
        <p:nvSpPr>
          <p:cNvPr id="731" name="Editable chart path">
            <a:extLst xmlns:a="http://schemas.openxmlformats.org/drawingml/2006/main">
              <a:ext uri="{FF2B5EF4-FFF2-40B4-BE49-F238E27FC236}">
                <a16:creationId xmlns:a16="http://schemas.microsoft.com/office/drawing/2014/main" id="{B0FAF478-D0CE-4136-B742-682A8EAC3927}"/>
              </a:ext>
            </a:extLst>
          </p:cNvPr>
          <p:cNvSpPr>
            <a:spLocks xmlns:a="http://schemas.openxmlformats.org/drawingml/2006/main" noGrp="1"/>
          </p:cNvSpPr>
          <p:nvPr/>
        </p:nvSpPr>
        <p:spPr>
          <a:xfrm xmlns:a="http://schemas.openxmlformats.org/drawingml/2006/main">
            <a:off x="10094019" y="2684375"/>
            <a:ext cx="686730" cy="891681"/>
          </a:xfrm>
          <a:custGeom xmlns:a="http://schemas.openxmlformats.org/drawingml/2006/main">
            <a:pathLst>
              <a:path w="511137" h="663683">
                <a:moveTo>
                  <a:pt x="289778" y="53164"/>
                </a:moveTo>
                <a:lnTo>
                  <a:pt x="294609" y="59480"/>
                </a:lnTo>
                <a:lnTo>
                  <a:pt x="300730" y="56193"/>
                </a:lnTo>
                <a:lnTo>
                  <a:pt x="316707" y="57804"/>
                </a:lnTo>
                <a:lnTo>
                  <a:pt x="351367" y="69661"/>
                </a:lnTo>
                <a:lnTo>
                  <a:pt x="364767" y="76299"/>
                </a:lnTo>
                <a:lnTo>
                  <a:pt x="365153" y="78619"/>
                </a:lnTo>
                <a:lnTo>
                  <a:pt x="367150" y="77330"/>
                </a:lnTo>
                <a:lnTo>
                  <a:pt x="391245" y="86803"/>
                </a:lnTo>
                <a:lnTo>
                  <a:pt x="409734" y="98273"/>
                </a:lnTo>
                <a:lnTo>
                  <a:pt x="442848" y="128561"/>
                </a:lnTo>
                <a:lnTo>
                  <a:pt x="460049" y="139000"/>
                </a:lnTo>
                <a:lnTo>
                  <a:pt x="489555" y="196031"/>
                </a:lnTo>
                <a:lnTo>
                  <a:pt x="489491" y="203571"/>
                </a:lnTo>
                <a:lnTo>
                  <a:pt x="479892" y="213108"/>
                </a:lnTo>
                <a:lnTo>
                  <a:pt x="480729" y="215106"/>
                </a:lnTo>
                <a:lnTo>
                  <a:pt x="499090" y="221034"/>
                </a:lnTo>
                <a:lnTo>
                  <a:pt x="509784" y="236049"/>
                </a:lnTo>
                <a:lnTo>
                  <a:pt x="511137" y="262535"/>
                </a:lnTo>
                <a:lnTo>
                  <a:pt x="506241" y="285734"/>
                </a:lnTo>
                <a:lnTo>
                  <a:pt x="494774" y="310350"/>
                </a:lnTo>
                <a:lnTo>
                  <a:pt x="466105" y="357135"/>
                </a:lnTo>
                <a:lnTo>
                  <a:pt x="453736" y="382847"/>
                </a:lnTo>
                <a:lnTo>
                  <a:pt x="432154" y="444195"/>
                </a:lnTo>
                <a:lnTo>
                  <a:pt x="421975" y="499293"/>
                </a:lnTo>
                <a:lnTo>
                  <a:pt x="422361" y="530354"/>
                </a:lnTo>
                <a:lnTo>
                  <a:pt x="427837" y="552522"/>
                </a:lnTo>
                <a:lnTo>
                  <a:pt x="451223" y="596342"/>
                </a:lnTo>
                <a:lnTo>
                  <a:pt x="483048" y="644673"/>
                </a:lnTo>
                <a:lnTo>
                  <a:pt x="482533" y="655564"/>
                </a:lnTo>
                <a:lnTo>
                  <a:pt x="473643" y="663425"/>
                </a:lnTo>
                <a:lnTo>
                  <a:pt x="465976" y="663683"/>
                </a:lnTo>
                <a:lnTo>
                  <a:pt x="460049" y="660654"/>
                </a:lnTo>
                <a:lnTo>
                  <a:pt x="150751" y="397926"/>
                </a:lnTo>
                <a:lnTo>
                  <a:pt x="80401" y="334000"/>
                </a:lnTo>
                <a:lnTo>
                  <a:pt x="56177" y="297784"/>
                </a:lnTo>
                <a:lnTo>
                  <a:pt x="46643" y="274263"/>
                </a:lnTo>
                <a:lnTo>
                  <a:pt x="41489" y="253449"/>
                </a:lnTo>
                <a:lnTo>
                  <a:pt x="47802" y="248422"/>
                </a:lnTo>
                <a:lnTo>
                  <a:pt x="101918" y="249969"/>
                </a:lnTo>
                <a:lnTo>
                  <a:pt x="115254" y="246811"/>
                </a:lnTo>
                <a:lnTo>
                  <a:pt x="125111" y="241140"/>
                </a:lnTo>
                <a:lnTo>
                  <a:pt x="132326" y="231023"/>
                </a:lnTo>
                <a:lnTo>
                  <a:pt x="131617" y="224063"/>
                </a:lnTo>
                <a:lnTo>
                  <a:pt x="125046" y="217748"/>
                </a:lnTo>
                <a:lnTo>
                  <a:pt x="123951" y="209048"/>
                </a:lnTo>
                <a:lnTo>
                  <a:pt x="135805" y="187911"/>
                </a:lnTo>
                <a:lnTo>
                  <a:pt x="125948" y="183336"/>
                </a:lnTo>
                <a:lnTo>
                  <a:pt x="115125" y="184367"/>
                </a:lnTo>
                <a:lnTo>
                  <a:pt x="99857" y="200091"/>
                </a:lnTo>
                <a:lnTo>
                  <a:pt x="85812" y="205762"/>
                </a:lnTo>
                <a:lnTo>
                  <a:pt x="33951" y="203377"/>
                </a:lnTo>
                <a:lnTo>
                  <a:pt x="25705" y="198609"/>
                </a:lnTo>
                <a:lnTo>
                  <a:pt x="20229" y="191714"/>
                </a:lnTo>
                <a:lnTo>
                  <a:pt x="1160" y="140998"/>
                </a:lnTo>
                <a:lnTo>
                  <a:pt x="0" y="116575"/>
                </a:lnTo>
                <a:lnTo>
                  <a:pt x="10759" y="94278"/>
                </a:lnTo>
                <a:lnTo>
                  <a:pt x="78404" y="33252"/>
                </a:lnTo>
                <a:lnTo>
                  <a:pt x="99148" y="22103"/>
                </a:lnTo>
                <a:lnTo>
                  <a:pt x="176070" y="709"/>
                </a:lnTo>
                <a:lnTo>
                  <a:pt x="201517" y="0"/>
                </a:lnTo>
                <a:lnTo>
                  <a:pt x="223163" y="6251"/>
                </a:lnTo>
                <a:lnTo>
                  <a:pt x="242813" y="35572"/>
                </a:lnTo>
                <a:lnTo>
                  <a:pt x="286621" y="43820"/>
                </a:lnTo>
                <a:lnTo>
                  <a:pt x="291453" y="47687"/>
                </a:lnTo>
                <a:close/>
              </a:path>
            </a:pathLst>
          </a:custGeom>
          <a:solidFill xmlns:a="http://schemas.openxmlformats.org/drawingml/2006/main">
            <a:srgbClr val="E4EAF4"/>
          </a:solidFill>
          <a:ln xmlns:a="http://schemas.openxmlformats.org/drawingml/2006/main" w="0">
            <a:noFill/>
            <a:prstDash val="solid"/>
          </a:ln>
        </p:spPr>
      </p:sp>
      <p:sp>
        <p:nvSpPr>
          <p:cNvPr id="732" name="Editable chart path">
            <a:extLst xmlns:a="http://schemas.openxmlformats.org/drawingml/2006/main">
              <a:ext uri="{FF2B5EF4-FFF2-40B4-BE49-F238E27FC236}">
                <a16:creationId xmlns:a16="http://schemas.microsoft.com/office/drawing/2014/main" id="{A9CE2679-D681-4951-9311-086D50EE4AE5}"/>
              </a:ext>
            </a:extLst>
          </p:cNvPr>
          <p:cNvSpPr>
            <a:spLocks xmlns:a="http://schemas.openxmlformats.org/drawingml/2006/main" noGrp="1"/>
          </p:cNvSpPr>
          <p:nvPr/>
        </p:nvSpPr>
        <p:spPr>
          <a:xfrm xmlns:a="http://schemas.openxmlformats.org/drawingml/2006/main">
            <a:off x="9531063" y="2964546"/>
            <a:ext cx="90537" cy="83636"/>
          </a:xfrm>
          <a:custGeom xmlns:a="http://schemas.openxmlformats.org/drawingml/2006/main">
            <a:pathLst>
              <a:path w="67387" h="62251">
                <a:moveTo>
                  <a:pt x="19069" y="3931"/>
                </a:moveTo>
                <a:lnTo>
                  <a:pt x="35433" y="25519"/>
                </a:lnTo>
                <a:lnTo>
                  <a:pt x="61267" y="33832"/>
                </a:lnTo>
                <a:lnTo>
                  <a:pt x="67387" y="56322"/>
                </a:lnTo>
                <a:lnTo>
                  <a:pt x="64746" y="61864"/>
                </a:lnTo>
                <a:lnTo>
                  <a:pt x="61267" y="62251"/>
                </a:lnTo>
                <a:lnTo>
                  <a:pt x="52892" y="55098"/>
                </a:lnTo>
                <a:lnTo>
                  <a:pt x="4896" y="8249"/>
                </a:lnTo>
                <a:lnTo>
                  <a:pt x="0" y="0"/>
                </a:lnTo>
                <a:close/>
              </a:path>
            </a:pathLst>
          </a:custGeom>
          <a:solidFill xmlns:a="http://schemas.openxmlformats.org/drawingml/2006/main">
            <a:srgbClr val="E4EAF4"/>
          </a:solidFill>
          <a:ln xmlns:a="http://schemas.openxmlformats.org/drawingml/2006/main" w="0">
            <a:noFill/>
            <a:prstDash val="solid"/>
          </a:ln>
        </p:spPr>
      </p:sp>
      <p:sp>
        <p:nvSpPr>
          <p:cNvPr id="733" name="Editable chart path">
            <a:extLst xmlns:a="http://schemas.openxmlformats.org/drawingml/2006/main">
              <a:ext uri="{FF2B5EF4-FFF2-40B4-BE49-F238E27FC236}">
                <a16:creationId xmlns:a16="http://schemas.microsoft.com/office/drawing/2014/main" id="{8D2769F3-72DE-48D1-8D19-EEFA56B45603}"/>
              </a:ext>
            </a:extLst>
          </p:cNvPr>
          <p:cNvSpPr>
            <a:spLocks xmlns:a="http://schemas.openxmlformats.org/drawingml/2006/main" noGrp="1"/>
          </p:cNvSpPr>
          <p:nvPr/>
        </p:nvSpPr>
        <p:spPr>
          <a:xfrm xmlns:a="http://schemas.openxmlformats.org/drawingml/2006/main">
            <a:off x="7917585" y="4617952"/>
            <a:ext cx="208598" cy="250474"/>
          </a:xfrm>
          <a:custGeom xmlns:a="http://schemas.openxmlformats.org/drawingml/2006/main">
            <a:pathLst>
              <a:path w="155261" h="186429">
                <a:moveTo>
                  <a:pt x="15140" y="26937"/>
                </a:moveTo>
                <a:lnTo>
                  <a:pt x="24932" y="28097"/>
                </a:lnTo>
                <a:lnTo>
                  <a:pt x="21711" y="34863"/>
                </a:lnTo>
                <a:lnTo>
                  <a:pt x="24868" y="46205"/>
                </a:lnTo>
                <a:lnTo>
                  <a:pt x="20551" y="47493"/>
                </a:lnTo>
                <a:lnTo>
                  <a:pt x="27509" y="45367"/>
                </a:lnTo>
                <a:lnTo>
                  <a:pt x="28669" y="47365"/>
                </a:lnTo>
                <a:lnTo>
                  <a:pt x="31374" y="43885"/>
                </a:lnTo>
                <a:lnTo>
                  <a:pt x="33887" y="47042"/>
                </a:lnTo>
                <a:lnTo>
                  <a:pt x="30601" y="55677"/>
                </a:lnTo>
                <a:lnTo>
                  <a:pt x="34531" y="58255"/>
                </a:lnTo>
                <a:lnTo>
                  <a:pt x="25705" y="63475"/>
                </a:lnTo>
                <a:lnTo>
                  <a:pt x="20616" y="59866"/>
                </a:lnTo>
                <a:lnTo>
                  <a:pt x="19134" y="61091"/>
                </a:lnTo>
                <a:lnTo>
                  <a:pt x="25318" y="64055"/>
                </a:lnTo>
                <a:lnTo>
                  <a:pt x="35948" y="59866"/>
                </a:lnTo>
                <a:lnTo>
                  <a:pt x="31310" y="64119"/>
                </a:lnTo>
                <a:lnTo>
                  <a:pt x="37301" y="63282"/>
                </a:lnTo>
                <a:lnTo>
                  <a:pt x="35884" y="71595"/>
                </a:lnTo>
                <a:lnTo>
                  <a:pt x="38203" y="65215"/>
                </a:lnTo>
                <a:lnTo>
                  <a:pt x="53536" y="58513"/>
                </a:lnTo>
                <a:lnTo>
                  <a:pt x="61976" y="57675"/>
                </a:lnTo>
                <a:lnTo>
                  <a:pt x="79692" y="62186"/>
                </a:lnTo>
                <a:lnTo>
                  <a:pt x="100630" y="51231"/>
                </a:lnTo>
                <a:lnTo>
                  <a:pt x="113643" y="47365"/>
                </a:lnTo>
                <a:lnTo>
                  <a:pt x="113643" y="44722"/>
                </a:lnTo>
                <a:lnTo>
                  <a:pt x="146693" y="44207"/>
                </a:lnTo>
                <a:lnTo>
                  <a:pt x="153844" y="73721"/>
                </a:lnTo>
                <a:lnTo>
                  <a:pt x="155261" y="99498"/>
                </a:lnTo>
                <a:lnTo>
                  <a:pt x="152684" y="109744"/>
                </a:lnTo>
                <a:lnTo>
                  <a:pt x="144051" y="120312"/>
                </a:lnTo>
                <a:lnTo>
                  <a:pt x="119506" y="133716"/>
                </a:lnTo>
                <a:lnTo>
                  <a:pt x="113837" y="160717"/>
                </a:lnTo>
                <a:lnTo>
                  <a:pt x="99277" y="174894"/>
                </a:lnTo>
                <a:lnTo>
                  <a:pt x="86006" y="183658"/>
                </a:lnTo>
                <a:lnTo>
                  <a:pt x="71446" y="186429"/>
                </a:lnTo>
                <a:lnTo>
                  <a:pt x="57079" y="181725"/>
                </a:lnTo>
                <a:lnTo>
                  <a:pt x="19005" y="143318"/>
                </a:lnTo>
                <a:lnTo>
                  <a:pt x="18490" y="135134"/>
                </a:lnTo>
                <a:lnTo>
                  <a:pt x="35304" y="114319"/>
                </a:lnTo>
                <a:lnTo>
                  <a:pt x="39363" y="101109"/>
                </a:lnTo>
                <a:lnTo>
                  <a:pt x="36335" y="86223"/>
                </a:lnTo>
                <a:lnTo>
                  <a:pt x="33243" y="91185"/>
                </a:lnTo>
                <a:lnTo>
                  <a:pt x="31825" y="86158"/>
                </a:lnTo>
                <a:lnTo>
                  <a:pt x="25254" y="84290"/>
                </a:lnTo>
                <a:lnTo>
                  <a:pt x="31890" y="87189"/>
                </a:lnTo>
                <a:lnTo>
                  <a:pt x="32212" y="92602"/>
                </a:lnTo>
                <a:lnTo>
                  <a:pt x="25705" y="98596"/>
                </a:lnTo>
                <a:lnTo>
                  <a:pt x="21002" y="92023"/>
                </a:lnTo>
                <a:lnTo>
                  <a:pt x="19649" y="97564"/>
                </a:lnTo>
                <a:lnTo>
                  <a:pt x="12885" y="104460"/>
                </a:lnTo>
                <a:lnTo>
                  <a:pt x="4896" y="91056"/>
                </a:lnTo>
                <a:lnTo>
                  <a:pt x="0" y="71723"/>
                </a:lnTo>
                <a:lnTo>
                  <a:pt x="2513" y="54002"/>
                </a:lnTo>
                <a:lnTo>
                  <a:pt x="7344" y="47751"/>
                </a:lnTo>
                <a:lnTo>
                  <a:pt x="10050" y="33123"/>
                </a:lnTo>
                <a:lnTo>
                  <a:pt x="7344" y="322"/>
                </a:lnTo>
                <a:lnTo>
                  <a:pt x="9213" y="0"/>
                </a:lnTo>
                <a:close/>
              </a:path>
            </a:pathLst>
          </a:custGeom>
          <a:solidFill xmlns:a="http://schemas.openxmlformats.org/drawingml/2006/main">
            <a:srgbClr val="E4EAF4"/>
          </a:solidFill>
          <a:ln xmlns:a="http://schemas.openxmlformats.org/drawingml/2006/main" w="0">
            <a:noFill/>
            <a:prstDash val="solid"/>
          </a:ln>
        </p:spPr>
      </p:sp>
      <p:sp>
        <p:nvSpPr>
          <p:cNvPr id="734" name="Editable chart path">
            <a:extLst xmlns:a="http://schemas.openxmlformats.org/drawingml/2006/main">
              <a:ext uri="{FF2B5EF4-FFF2-40B4-BE49-F238E27FC236}">
                <a16:creationId xmlns:a16="http://schemas.microsoft.com/office/drawing/2014/main" id="{3226793A-026F-4A1D-8BF2-B623354A8B25}"/>
              </a:ext>
            </a:extLst>
          </p:cNvPr>
          <p:cNvSpPr>
            <a:spLocks xmlns:a="http://schemas.openxmlformats.org/drawingml/2006/main" noGrp="1"/>
          </p:cNvSpPr>
          <p:nvPr/>
        </p:nvSpPr>
        <p:spPr>
          <a:xfrm xmlns:a="http://schemas.openxmlformats.org/drawingml/2006/main">
            <a:off x="7480134" y="4651718"/>
            <a:ext cx="229718" cy="93765"/>
          </a:xfrm>
          <a:custGeom xmlns:a="http://schemas.openxmlformats.org/drawingml/2006/main">
            <a:pathLst>
              <a:path w="170980" h="69790">
                <a:moveTo>
                  <a:pt x="100823" y="129"/>
                </a:moveTo>
                <a:lnTo>
                  <a:pt x="114610" y="4382"/>
                </a:lnTo>
                <a:lnTo>
                  <a:pt x="105977" y="1804"/>
                </a:lnTo>
                <a:lnTo>
                  <a:pt x="104044" y="7862"/>
                </a:lnTo>
                <a:lnTo>
                  <a:pt x="110229" y="17528"/>
                </a:lnTo>
                <a:lnTo>
                  <a:pt x="117251" y="21652"/>
                </a:lnTo>
                <a:lnTo>
                  <a:pt x="128396" y="20492"/>
                </a:lnTo>
                <a:lnTo>
                  <a:pt x="137609" y="14177"/>
                </a:lnTo>
                <a:lnTo>
                  <a:pt x="138575" y="12566"/>
                </a:lnTo>
                <a:lnTo>
                  <a:pt x="135225" y="10568"/>
                </a:lnTo>
                <a:lnTo>
                  <a:pt x="142892" y="14564"/>
                </a:lnTo>
                <a:lnTo>
                  <a:pt x="151524" y="34992"/>
                </a:lnTo>
                <a:lnTo>
                  <a:pt x="147466" y="25326"/>
                </a:lnTo>
                <a:lnTo>
                  <a:pt x="142312" y="23779"/>
                </a:lnTo>
                <a:lnTo>
                  <a:pt x="134968" y="26937"/>
                </a:lnTo>
                <a:lnTo>
                  <a:pt x="130587" y="34863"/>
                </a:lnTo>
                <a:lnTo>
                  <a:pt x="137287" y="41887"/>
                </a:lnTo>
                <a:lnTo>
                  <a:pt x="145211" y="42725"/>
                </a:lnTo>
                <a:lnTo>
                  <a:pt x="158031" y="52198"/>
                </a:lnTo>
                <a:lnTo>
                  <a:pt x="162927" y="51167"/>
                </a:lnTo>
                <a:lnTo>
                  <a:pt x="160222" y="47493"/>
                </a:lnTo>
                <a:lnTo>
                  <a:pt x="170980" y="63088"/>
                </a:lnTo>
                <a:lnTo>
                  <a:pt x="158804" y="64570"/>
                </a:lnTo>
                <a:lnTo>
                  <a:pt x="161059" y="61026"/>
                </a:lnTo>
                <a:lnTo>
                  <a:pt x="158675" y="57289"/>
                </a:lnTo>
                <a:lnTo>
                  <a:pt x="146306" y="54324"/>
                </a:lnTo>
                <a:lnTo>
                  <a:pt x="145404" y="65795"/>
                </a:lnTo>
                <a:lnTo>
                  <a:pt x="153006" y="64893"/>
                </a:lnTo>
                <a:lnTo>
                  <a:pt x="127494" y="69790"/>
                </a:lnTo>
                <a:lnTo>
                  <a:pt x="103593" y="64893"/>
                </a:lnTo>
                <a:lnTo>
                  <a:pt x="62877" y="69468"/>
                </a:lnTo>
                <a:lnTo>
                  <a:pt x="4316" y="59673"/>
                </a:lnTo>
                <a:lnTo>
                  <a:pt x="0" y="55484"/>
                </a:lnTo>
                <a:lnTo>
                  <a:pt x="2255" y="49169"/>
                </a:lnTo>
                <a:lnTo>
                  <a:pt x="22935" y="36216"/>
                </a:lnTo>
                <a:lnTo>
                  <a:pt x="43486" y="13662"/>
                </a:lnTo>
                <a:lnTo>
                  <a:pt x="90258" y="0"/>
                </a:lnTo>
                <a:close/>
              </a:path>
            </a:pathLst>
          </a:custGeom>
          <a:solidFill xmlns:a="http://schemas.openxmlformats.org/drawingml/2006/main">
            <a:srgbClr val="E4EAF4"/>
          </a:solidFill>
          <a:ln xmlns:a="http://schemas.openxmlformats.org/drawingml/2006/main" w="0">
            <a:noFill/>
            <a:prstDash val="solid"/>
          </a:ln>
        </p:spPr>
      </p:sp>
      <p:sp>
        <p:nvSpPr>
          <p:cNvPr id="735" name="Editable chart path">
            <a:extLst xmlns:a="http://schemas.openxmlformats.org/drawingml/2006/main">
              <a:ext uri="{FF2B5EF4-FFF2-40B4-BE49-F238E27FC236}">
                <a16:creationId xmlns:a16="http://schemas.microsoft.com/office/drawing/2014/main" id="{65298EA9-D85D-41B3-A54B-BEDBA152CB1E}"/>
              </a:ext>
            </a:extLst>
          </p:cNvPr>
          <p:cNvSpPr>
            <a:spLocks xmlns:a="http://schemas.openxmlformats.org/drawingml/2006/main" noGrp="1"/>
          </p:cNvSpPr>
          <p:nvPr/>
        </p:nvSpPr>
        <p:spPr>
          <a:xfrm xmlns:a="http://schemas.openxmlformats.org/drawingml/2006/main">
            <a:off x="7761958" y="4444187"/>
            <a:ext cx="269274" cy="106493"/>
          </a:xfrm>
          <a:custGeom xmlns:a="http://schemas.openxmlformats.org/drawingml/2006/main">
            <a:pathLst>
              <a:path w="200422" h="79263">
                <a:moveTo>
                  <a:pt x="70028" y="7991"/>
                </a:moveTo>
                <a:lnTo>
                  <a:pt x="95411" y="19461"/>
                </a:lnTo>
                <a:lnTo>
                  <a:pt x="98504" y="12502"/>
                </a:lnTo>
                <a:lnTo>
                  <a:pt x="108232" y="4962"/>
                </a:lnTo>
                <a:lnTo>
                  <a:pt x="114223" y="4124"/>
                </a:lnTo>
                <a:lnTo>
                  <a:pt x="117058" y="6831"/>
                </a:lnTo>
                <a:lnTo>
                  <a:pt x="126850" y="36667"/>
                </a:lnTo>
                <a:lnTo>
                  <a:pt x="130007" y="39309"/>
                </a:lnTo>
                <a:lnTo>
                  <a:pt x="154230" y="48524"/>
                </a:lnTo>
                <a:lnTo>
                  <a:pt x="162605" y="46076"/>
                </a:lnTo>
                <a:lnTo>
                  <a:pt x="177874" y="46849"/>
                </a:lnTo>
                <a:lnTo>
                  <a:pt x="193980" y="56193"/>
                </a:lnTo>
                <a:lnTo>
                  <a:pt x="200422" y="63604"/>
                </a:lnTo>
                <a:lnTo>
                  <a:pt x="188310" y="79263"/>
                </a:lnTo>
                <a:lnTo>
                  <a:pt x="155648" y="77910"/>
                </a:lnTo>
                <a:lnTo>
                  <a:pt x="124982" y="71208"/>
                </a:lnTo>
                <a:lnTo>
                  <a:pt x="80272" y="48009"/>
                </a:lnTo>
                <a:lnTo>
                  <a:pt x="36013" y="38343"/>
                </a:lnTo>
                <a:lnTo>
                  <a:pt x="19327" y="38472"/>
                </a:lnTo>
                <a:lnTo>
                  <a:pt x="3157" y="28548"/>
                </a:lnTo>
                <a:lnTo>
                  <a:pt x="0" y="20557"/>
                </a:lnTo>
                <a:lnTo>
                  <a:pt x="2190" y="15466"/>
                </a:lnTo>
                <a:lnTo>
                  <a:pt x="23643" y="3673"/>
                </a:lnTo>
                <a:lnTo>
                  <a:pt x="42648" y="0"/>
                </a:lnTo>
                <a:lnTo>
                  <a:pt x="62169" y="2127"/>
                </a:lnTo>
                <a:close/>
              </a:path>
            </a:pathLst>
          </a:custGeom>
          <a:solidFill xmlns:a="http://schemas.openxmlformats.org/drawingml/2006/main">
            <a:srgbClr val="E4EAF4"/>
          </a:solidFill>
          <a:ln xmlns:a="http://schemas.openxmlformats.org/drawingml/2006/main" w="0">
            <a:noFill/>
            <a:prstDash val="solid"/>
          </a:ln>
        </p:spPr>
      </p:sp>
      <p:sp>
        <p:nvSpPr>
          <p:cNvPr id="736" name="Editable chart path">
            <a:extLst xmlns:a="http://schemas.openxmlformats.org/drawingml/2006/main">
              <a:ext uri="{FF2B5EF4-FFF2-40B4-BE49-F238E27FC236}">
                <a16:creationId xmlns:a16="http://schemas.microsoft.com/office/drawing/2014/main" id="{429FF2FD-2AAF-42C2-9156-F02D49322219}"/>
              </a:ext>
            </a:extLst>
          </p:cNvPr>
          <p:cNvSpPr>
            <a:spLocks xmlns:a="http://schemas.openxmlformats.org/drawingml/2006/main" noGrp="1"/>
          </p:cNvSpPr>
          <p:nvPr/>
        </p:nvSpPr>
        <p:spPr>
          <a:xfrm xmlns:a="http://schemas.openxmlformats.org/drawingml/2006/main">
            <a:off x="7934636" y="4417694"/>
            <a:ext cx="168350" cy="141211"/>
          </a:xfrm>
          <a:custGeom xmlns:a="http://schemas.openxmlformats.org/drawingml/2006/main">
            <a:pathLst>
              <a:path w="125304" h="105104">
                <a:moveTo>
                  <a:pt x="10308" y="0"/>
                </a:moveTo>
                <a:lnTo>
                  <a:pt x="34853" y="4382"/>
                </a:lnTo>
                <a:lnTo>
                  <a:pt x="63135" y="28225"/>
                </a:lnTo>
                <a:lnTo>
                  <a:pt x="70028" y="39889"/>
                </a:lnTo>
                <a:lnTo>
                  <a:pt x="75182" y="42789"/>
                </a:lnTo>
                <a:lnTo>
                  <a:pt x="77824" y="38987"/>
                </a:lnTo>
                <a:lnTo>
                  <a:pt x="80465" y="41371"/>
                </a:lnTo>
                <a:lnTo>
                  <a:pt x="79048" y="42982"/>
                </a:lnTo>
                <a:lnTo>
                  <a:pt x="84266" y="47751"/>
                </a:lnTo>
                <a:lnTo>
                  <a:pt x="85812" y="46398"/>
                </a:lnTo>
                <a:lnTo>
                  <a:pt x="89742" y="50200"/>
                </a:lnTo>
                <a:lnTo>
                  <a:pt x="88260" y="51682"/>
                </a:lnTo>
                <a:lnTo>
                  <a:pt x="93092" y="56451"/>
                </a:lnTo>
                <a:lnTo>
                  <a:pt x="94960" y="54711"/>
                </a:lnTo>
                <a:lnTo>
                  <a:pt x="109262" y="69983"/>
                </a:lnTo>
                <a:lnTo>
                  <a:pt x="112677" y="75139"/>
                </a:lnTo>
                <a:lnTo>
                  <a:pt x="110680" y="82485"/>
                </a:lnTo>
                <a:lnTo>
                  <a:pt x="116220" y="84869"/>
                </a:lnTo>
                <a:lnTo>
                  <a:pt x="125304" y="102011"/>
                </a:lnTo>
                <a:lnTo>
                  <a:pt x="124789" y="105104"/>
                </a:lnTo>
                <a:lnTo>
                  <a:pt x="107523" y="100529"/>
                </a:lnTo>
                <a:lnTo>
                  <a:pt x="87938" y="99562"/>
                </a:lnTo>
                <a:lnTo>
                  <a:pt x="83235" y="81583"/>
                </a:lnTo>
                <a:lnTo>
                  <a:pt x="71897" y="71079"/>
                </a:lnTo>
                <a:lnTo>
                  <a:pt x="48318" y="62057"/>
                </a:lnTo>
                <a:lnTo>
                  <a:pt x="21646" y="59415"/>
                </a:lnTo>
                <a:lnTo>
                  <a:pt x="7022" y="50973"/>
                </a:lnTo>
                <a:lnTo>
                  <a:pt x="0" y="9924"/>
                </a:lnTo>
                <a:lnTo>
                  <a:pt x="3286" y="8055"/>
                </a:lnTo>
                <a:lnTo>
                  <a:pt x="2899" y="3287"/>
                </a:lnTo>
                <a:close/>
              </a:path>
            </a:pathLst>
          </a:custGeom>
          <a:solidFill xmlns:a="http://schemas.openxmlformats.org/drawingml/2006/main">
            <a:srgbClr val="E4EAF4"/>
          </a:solidFill>
          <a:ln xmlns:a="http://schemas.openxmlformats.org/drawingml/2006/main" w="0">
            <a:noFill/>
            <a:prstDash val="solid"/>
          </a:ln>
        </p:spPr>
      </p:sp>
      <p:sp>
        <p:nvSpPr>
          <p:cNvPr id="737" name="Editable chart path">
            <a:extLst xmlns:a="http://schemas.openxmlformats.org/drawingml/2006/main">
              <a:ext uri="{FF2B5EF4-FFF2-40B4-BE49-F238E27FC236}">
                <a16:creationId xmlns:a16="http://schemas.microsoft.com/office/drawing/2014/main" id="{38699AC0-6985-4255-A4F4-250333906736}"/>
              </a:ext>
            </a:extLst>
          </p:cNvPr>
          <p:cNvSpPr>
            <a:spLocks xmlns:a="http://schemas.openxmlformats.org/drawingml/2006/main" noGrp="1"/>
          </p:cNvSpPr>
          <p:nvPr/>
        </p:nvSpPr>
        <p:spPr>
          <a:xfrm xmlns:a="http://schemas.openxmlformats.org/drawingml/2006/main">
            <a:off x="7567382" y="4834314"/>
            <a:ext cx="125851" cy="105281"/>
          </a:xfrm>
          <a:custGeom xmlns:a="http://schemas.openxmlformats.org/drawingml/2006/main">
            <a:pathLst>
              <a:path w="93672" h="78361">
                <a:moveTo>
                  <a:pt x="62298" y="0"/>
                </a:moveTo>
                <a:lnTo>
                  <a:pt x="77630" y="1482"/>
                </a:lnTo>
                <a:lnTo>
                  <a:pt x="79821" y="5349"/>
                </a:lnTo>
                <a:lnTo>
                  <a:pt x="69449" y="8506"/>
                </a:lnTo>
                <a:lnTo>
                  <a:pt x="68353" y="11793"/>
                </a:lnTo>
                <a:lnTo>
                  <a:pt x="76149" y="6637"/>
                </a:lnTo>
                <a:lnTo>
                  <a:pt x="83622" y="7475"/>
                </a:lnTo>
                <a:lnTo>
                  <a:pt x="93285" y="23586"/>
                </a:lnTo>
                <a:lnTo>
                  <a:pt x="88389" y="27839"/>
                </a:lnTo>
                <a:lnTo>
                  <a:pt x="88905" y="29901"/>
                </a:lnTo>
                <a:lnTo>
                  <a:pt x="90000" y="27710"/>
                </a:lnTo>
                <a:lnTo>
                  <a:pt x="93672" y="28032"/>
                </a:lnTo>
                <a:lnTo>
                  <a:pt x="92448" y="35958"/>
                </a:lnTo>
                <a:lnTo>
                  <a:pt x="85619" y="34412"/>
                </a:lnTo>
                <a:lnTo>
                  <a:pt x="78081" y="40340"/>
                </a:lnTo>
                <a:lnTo>
                  <a:pt x="71768" y="25454"/>
                </a:lnTo>
                <a:lnTo>
                  <a:pt x="71639" y="29385"/>
                </a:lnTo>
                <a:lnTo>
                  <a:pt x="77373" y="36989"/>
                </a:lnTo>
                <a:lnTo>
                  <a:pt x="75376" y="41114"/>
                </a:lnTo>
                <a:lnTo>
                  <a:pt x="71639" y="33638"/>
                </a:lnTo>
                <a:lnTo>
                  <a:pt x="66099" y="31963"/>
                </a:lnTo>
                <a:lnTo>
                  <a:pt x="61074" y="34283"/>
                </a:lnTo>
                <a:lnTo>
                  <a:pt x="66550" y="32350"/>
                </a:lnTo>
                <a:lnTo>
                  <a:pt x="71510" y="34090"/>
                </a:lnTo>
                <a:lnTo>
                  <a:pt x="74152" y="39245"/>
                </a:lnTo>
                <a:lnTo>
                  <a:pt x="72154" y="57289"/>
                </a:lnTo>
                <a:lnTo>
                  <a:pt x="63071" y="56644"/>
                </a:lnTo>
                <a:lnTo>
                  <a:pt x="53149" y="62251"/>
                </a:lnTo>
                <a:lnTo>
                  <a:pt x="49477" y="58062"/>
                </a:lnTo>
                <a:lnTo>
                  <a:pt x="46256" y="58062"/>
                </a:lnTo>
                <a:lnTo>
                  <a:pt x="30923" y="67470"/>
                </a:lnTo>
                <a:lnTo>
                  <a:pt x="31374" y="69468"/>
                </a:lnTo>
                <a:lnTo>
                  <a:pt x="25769" y="71015"/>
                </a:lnTo>
                <a:lnTo>
                  <a:pt x="22935" y="67792"/>
                </a:lnTo>
                <a:lnTo>
                  <a:pt x="12240" y="78361"/>
                </a:lnTo>
                <a:lnTo>
                  <a:pt x="14431" y="73528"/>
                </a:lnTo>
                <a:lnTo>
                  <a:pt x="11339" y="59737"/>
                </a:lnTo>
                <a:lnTo>
                  <a:pt x="4510" y="39632"/>
                </a:lnTo>
                <a:lnTo>
                  <a:pt x="0" y="37054"/>
                </a:lnTo>
                <a:lnTo>
                  <a:pt x="515" y="33767"/>
                </a:lnTo>
                <a:lnTo>
                  <a:pt x="26414" y="29965"/>
                </a:lnTo>
                <a:lnTo>
                  <a:pt x="33178" y="35250"/>
                </a:lnTo>
                <a:lnTo>
                  <a:pt x="34918" y="33961"/>
                </a:lnTo>
                <a:lnTo>
                  <a:pt x="31503" y="25841"/>
                </a:lnTo>
                <a:lnTo>
                  <a:pt x="42391" y="7217"/>
                </a:lnTo>
                <a:lnTo>
                  <a:pt x="51539" y="1998"/>
                </a:lnTo>
                <a:close/>
              </a:path>
            </a:pathLst>
          </a:custGeom>
          <a:solidFill xmlns:a="http://schemas.openxmlformats.org/drawingml/2006/main">
            <a:srgbClr val="E4EAF4"/>
          </a:solidFill>
          <a:ln xmlns:a="http://schemas.openxmlformats.org/drawingml/2006/main" w="0">
            <a:noFill/>
            <a:prstDash val="solid"/>
          </a:ln>
        </p:spPr>
      </p:sp>
      <p:sp>
        <p:nvSpPr>
          <p:cNvPr id="738" name="Editable chart path">
            <a:extLst xmlns:a="http://schemas.openxmlformats.org/drawingml/2006/main">
              <a:ext uri="{FF2B5EF4-FFF2-40B4-BE49-F238E27FC236}">
                <a16:creationId xmlns:a16="http://schemas.microsoft.com/office/drawing/2014/main" id="{AF78A274-1FED-44FF-BEDA-B4DB6785BC58}"/>
              </a:ext>
            </a:extLst>
          </p:cNvPr>
          <p:cNvSpPr>
            <a:spLocks xmlns:a="http://schemas.openxmlformats.org/drawingml/2006/main" noGrp="1"/>
          </p:cNvSpPr>
          <p:nvPr/>
        </p:nvSpPr>
        <p:spPr>
          <a:xfrm xmlns:a="http://schemas.openxmlformats.org/drawingml/2006/main">
            <a:off x="7662766" y="4971455"/>
            <a:ext cx="114686" cy="86320"/>
          </a:xfrm>
          <a:custGeom xmlns:a="http://schemas.openxmlformats.org/drawingml/2006/main">
            <a:pathLst>
              <a:path w="85361" h="64248">
                <a:moveTo>
                  <a:pt x="29828" y="0"/>
                </a:moveTo>
                <a:lnTo>
                  <a:pt x="40716" y="4769"/>
                </a:lnTo>
                <a:lnTo>
                  <a:pt x="43228" y="10375"/>
                </a:lnTo>
                <a:lnTo>
                  <a:pt x="54953" y="5284"/>
                </a:lnTo>
                <a:lnTo>
                  <a:pt x="54051" y="15530"/>
                </a:lnTo>
                <a:lnTo>
                  <a:pt x="55662" y="5155"/>
                </a:lnTo>
                <a:lnTo>
                  <a:pt x="60880" y="3866"/>
                </a:lnTo>
                <a:lnTo>
                  <a:pt x="72799" y="7862"/>
                </a:lnTo>
                <a:lnTo>
                  <a:pt x="75698" y="13468"/>
                </a:lnTo>
                <a:lnTo>
                  <a:pt x="77437" y="11406"/>
                </a:lnTo>
                <a:lnTo>
                  <a:pt x="85361" y="13017"/>
                </a:lnTo>
                <a:lnTo>
                  <a:pt x="84975" y="19719"/>
                </a:lnTo>
                <a:lnTo>
                  <a:pt x="78855" y="28032"/>
                </a:lnTo>
                <a:lnTo>
                  <a:pt x="70544" y="23779"/>
                </a:lnTo>
                <a:lnTo>
                  <a:pt x="66743" y="26937"/>
                </a:lnTo>
                <a:lnTo>
                  <a:pt x="71768" y="25712"/>
                </a:lnTo>
                <a:lnTo>
                  <a:pt x="74603" y="29192"/>
                </a:lnTo>
                <a:lnTo>
                  <a:pt x="73314" y="40018"/>
                </a:lnTo>
                <a:lnTo>
                  <a:pt x="70802" y="42016"/>
                </a:lnTo>
                <a:lnTo>
                  <a:pt x="73572" y="58964"/>
                </a:lnTo>
                <a:lnTo>
                  <a:pt x="63393" y="64248"/>
                </a:lnTo>
                <a:lnTo>
                  <a:pt x="54825" y="62895"/>
                </a:lnTo>
                <a:lnTo>
                  <a:pt x="45290" y="56644"/>
                </a:lnTo>
                <a:lnTo>
                  <a:pt x="42326" y="59995"/>
                </a:lnTo>
                <a:lnTo>
                  <a:pt x="37108" y="59866"/>
                </a:lnTo>
                <a:lnTo>
                  <a:pt x="24739" y="45238"/>
                </a:lnTo>
                <a:lnTo>
                  <a:pt x="18683" y="27130"/>
                </a:lnTo>
                <a:lnTo>
                  <a:pt x="13593" y="23650"/>
                </a:lnTo>
                <a:lnTo>
                  <a:pt x="9599" y="24874"/>
                </a:lnTo>
                <a:lnTo>
                  <a:pt x="580" y="21846"/>
                </a:lnTo>
                <a:lnTo>
                  <a:pt x="0" y="16948"/>
                </a:lnTo>
                <a:lnTo>
                  <a:pt x="8504" y="6960"/>
                </a:lnTo>
                <a:lnTo>
                  <a:pt x="12305" y="8700"/>
                </a:lnTo>
                <a:lnTo>
                  <a:pt x="20487" y="644"/>
                </a:lnTo>
                <a:lnTo>
                  <a:pt x="22484" y="3866"/>
                </a:lnTo>
                <a:lnTo>
                  <a:pt x="23128" y="1353"/>
                </a:lnTo>
                <a:close/>
              </a:path>
            </a:pathLst>
          </a:custGeom>
          <a:solidFill xmlns:a="http://schemas.openxmlformats.org/drawingml/2006/main">
            <a:srgbClr val="E4EAF4"/>
          </a:solidFill>
          <a:ln xmlns:a="http://schemas.openxmlformats.org/drawingml/2006/main" w="0">
            <a:noFill/>
            <a:prstDash val="solid"/>
          </a:ln>
        </p:spPr>
      </p:sp>
      <p:sp>
        <p:nvSpPr>
          <p:cNvPr id="739" name="Editable chart path">
            <a:extLst xmlns:a="http://schemas.openxmlformats.org/drawingml/2006/main">
              <a:ext uri="{FF2B5EF4-FFF2-40B4-BE49-F238E27FC236}">
                <a16:creationId xmlns:a16="http://schemas.microsoft.com/office/drawing/2014/main" id="{EDEA6087-C843-489D-8B6D-A0DCC171938F}"/>
              </a:ext>
            </a:extLst>
          </p:cNvPr>
          <p:cNvSpPr>
            <a:spLocks xmlns:a="http://schemas.openxmlformats.org/drawingml/2006/main" noGrp="1"/>
          </p:cNvSpPr>
          <p:nvPr/>
        </p:nvSpPr>
        <p:spPr>
          <a:xfrm xmlns:a="http://schemas.openxmlformats.org/drawingml/2006/main">
            <a:off x="8213431" y="4673363"/>
            <a:ext cx="82660" cy="87965"/>
          </a:xfrm>
          <a:custGeom xmlns:a="http://schemas.openxmlformats.org/drawingml/2006/main">
            <a:pathLst>
              <a:path w="61525" h="65473">
                <a:moveTo>
                  <a:pt x="7731" y="1804"/>
                </a:moveTo>
                <a:lnTo>
                  <a:pt x="22548" y="15724"/>
                </a:lnTo>
                <a:lnTo>
                  <a:pt x="30794" y="18817"/>
                </a:lnTo>
                <a:lnTo>
                  <a:pt x="42326" y="39052"/>
                </a:lnTo>
                <a:lnTo>
                  <a:pt x="61202" y="58191"/>
                </a:lnTo>
                <a:lnTo>
                  <a:pt x="61525" y="65473"/>
                </a:lnTo>
                <a:lnTo>
                  <a:pt x="42520" y="60575"/>
                </a:lnTo>
                <a:lnTo>
                  <a:pt x="10952" y="40663"/>
                </a:lnTo>
                <a:lnTo>
                  <a:pt x="451" y="18817"/>
                </a:lnTo>
                <a:lnTo>
                  <a:pt x="0" y="1740"/>
                </a:lnTo>
                <a:lnTo>
                  <a:pt x="3737" y="0"/>
                </a:lnTo>
                <a:close/>
              </a:path>
            </a:pathLst>
          </a:custGeom>
          <a:solidFill xmlns:a="http://schemas.openxmlformats.org/drawingml/2006/main">
            <a:srgbClr val="E4EAF4"/>
          </a:solidFill>
          <a:ln xmlns:a="http://schemas.openxmlformats.org/drawingml/2006/main" w="0">
            <a:noFill/>
            <a:prstDash val="solid"/>
          </a:ln>
        </p:spPr>
      </p:sp>
      <p:sp>
        <p:nvSpPr>
          <p:cNvPr id="740" name="Editable chart path">
            <a:extLst xmlns:a="http://schemas.openxmlformats.org/drawingml/2006/main">
              <a:ext uri="{FF2B5EF4-FFF2-40B4-BE49-F238E27FC236}">
                <a16:creationId xmlns:a16="http://schemas.microsoft.com/office/drawing/2014/main" id="{E589F49D-0C26-42DB-8E02-F04AA5CEDDEE}"/>
              </a:ext>
            </a:extLst>
          </p:cNvPr>
          <p:cNvSpPr>
            <a:spLocks xmlns:a="http://schemas.openxmlformats.org/drawingml/2006/main" noGrp="1"/>
          </p:cNvSpPr>
          <p:nvPr/>
        </p:nvSpPr>
        <p:spPr>
          <a:xfrm xmlns:a="http://schemas.openxmlformats.org/drawingml/2006/main">
            <a:off x="7823066" y="4521935"/>
            <a:ext cx="31766" cy="46233"/>
          </a:xfrm>
          <a:custGeom xmlns:a="http://schemas.openxmlformats.org/drawingml/2006/main">
            <a:pathLst>
              <a:path w="23643" h="34412">
                <a:moveTo>
                  <a:pt x="4188" y="0"/>
                </a:moveTo>
                <a:lnTo>
                  <a:pt x="10888" y="2191"/>
                </a:lnTo>
                <a:lnTo>
                  <a:pt x="2190" y="709"/>
                </a:lnTo>
                <a:lnTo>
                  <a:pt x="5218" y="13211"/>
                </a:lnTo>
                <a:lnTo>
                  <a:pt x="22291" y="16304"/>
                </a:lnTo>
                <a:lnTo>
                  <a:pt x="16943" y="26679"/>
                </a:lnTo>
                <a:lnTo>
                  <a:pt x="23643" y="31190"/>
                </a:lnTo>
                <a:lnTo>
                  <a:pt x="12369" y="34412"/>
                </a:lnTo>
                <a:lnTo>
                  <a:pt x="1224" y="26163"/>
                </a:lnTo>
                <a:lnTo>
                  <a:pt x="6507" y="28161"/>
                </a:lnTo>
                <a:lnTo>
                  <a:pt x="8439" y="24746"/>
                </a:lnTo>
                <a:lnTo>
                  <a:pt x="3994" y="17850"/>
                </a:lnTo>
                <a:lnTo>
                  <a:pt x="1546" y="17721"/>
                </a:lnTo>
                <a:lnTo>
                  <a:pt x="0" y="21395"/>
                </a:lnTo>
                <a:lnTo>
                  <a:pt x="3157" y="11277"/>
                </a:lnTo>
                <a:lnTo>
                  <a:pt x="580" y="1869"/>
                </a:lnTo>
                <a:close/>
              </a:path>
            </a:pathLst>
          </a:custGeom>
          <a:solidFill xmlns:a="http://schemas.openxmlformats.org/drawingml/2006/main">
            <a:srgbClr val="E4EAF4"/>
          </a:solidFill>
          <a:ln xmlns:a="http://schemas.openxmlformats.org/drawingml/2006/main" w="0">
            <a:noFill/>
            <a:prstDash val="solid"/>
          </a:ln>
        </p:spPr>
      </p:sp>
      <p:sp>
        <p:nvSpPr>
          <p:cNvPr id="741" name="Editable chart path">
            <a:extLst xmlns:a="http://schemas.openxmlformats.org/drawingml/2006/main">
              <a:ext uri="{FF2B5EF4-FFF2-40B4-BE49-F238E27FC236}">
                <a16:creationId xmlns:a16="http://schemas.microsoft.com/office/drawing/2014/main" id="{850920CA-1E44-4CF0-A313-B0DBF95EC519}"/>
              </a:ext>
            </a:extLst>
          </p:cNvPr>
          <p:cNvSpPr>
            <a:spLocks xmlns:a="http://schemas.openxmlformats.org/drawingml/2006/main" noGrp="1"/>
          </p:cNvSpPr>
          <p:nvPr/>
        </p:nvSpPr>
        <p:spPr>
          <a:xfrm xmlns:a="http://schemas.openxmlformats.org/drawingml/2006/main">
            <a:off x="7897677" y="4791024"/>
            <a:ext cx="30467" cy="8052"/>
          </a:xfrm>
          <a:custGeom xmlns:a="http://schemas.openxmlformats.org/drawingml/2006/main">
            <a:pathLst>
              <a:path w="22677" h="5993">
                <a:moveTo>
                  <a:pt x="12176" y="0"/>
                </a:moveTo>
                <a:lnTo>
                  <a:pt x="22677" y="0"/>
                </a:lnTo>
                <a:lnTo>
                  <a:pt x="22677" y="5993"/>
                </a:lnTo>
                <a:lnTo>
                  <a:pt x="0" y="5993"/>
                </a:lnTo>
                <a:lnTo>
                  <a:pt x="0" y="0"/>
                </a:lnTo>
                <a:close/>
              </a:path>
            </a:pathLst>
          </a:custGeom>
          <a:solidFill xmlns:a="http://schemas.openxmlformats.org/drawingml/2006/main">
            <a:srgbClr val="E4EAF4"/>
          </a:solidFill>
          <a:ln xmlns:a="http://schemas.openxmlformats.org/drawingml/2006/main" w="0">
            <a:noFill/>
            <a:prstDash val="solid"/>
          </a:ln>
        </p:spPr>
      </p:sp>
      <p:sp>
        <p:nvSpPr>
          <p:cNvPr id="742" name="Editable chart path">
            <a:extLst xmlns:a="http://schemas.openxmlformats.org/drawingml/2006/main">
              <a:ext uri="{FF2B5EF4-FFF2-40B4-BE49-F238E27FC236}">
                <a16:creationId xmlns:a16="http://schemas.microsoft.com/office/drawing/2014/main" id="{0C5A2870-F458-4385-88C0-CAB17683B248}"/>
              </a:ext>
            </a:extLst>
          </p:cNvPr>
          <p:cNvSpPr>
            <a:spLocks xmlns:a="http://schemas.openxmlformats.org/drawingml/2006/main" noGrp="1"/>
          </p:cNvSpPr>
          <p:nvPr/>
        </p:nvSpPr>
        <p:spPr>
          <a:xfrm xmlns:a="http://schemas.openxmlformats.org/drawingml/2006/main">
            <a:off x="7844792" y="4527217"/>
            <a:ext cx="40854" cy="37402"/>
          </a:xfrm>
          <a:custGeom xmlns:a="http://schemas.openxmlformats.org/drawingml/2006/main">
            <a:pathLst>
              <a:path w="30408" h="27839">
                <a:moveTo>
                  <a:pt x="19520" y="9731"/>
                </a:moveTo>
                <a:lnTo>
                  <a:pt x="30408" y="19848"/>
                </a:lnTo>
                <a:lnTo>
                  <a:pt x="26027" y="15595"/>
                </a:lnTo>
                <a:lnTo>
                  <a:pt x="23128" y="20815"/>
                </a:lnTo>
                <a:lnTo>
                  <a:pt x="23708" y="25326"/>
                </a:lnTo>
                <a:lnTo>
                  <a:pt x="30021" y="23714"/>
                </a:lnTo>
                <a:lnTo>
                  <a:pt x="13078" y="27839"/>
                </a:lnTo>
                <a:lnTo>
                  <a:pt x="19392" y="24617"/>
                </a:lnTo>
                <a:lnTo>
                  <a:pt x="14882" y="10440"/>
                </a:lnTo>
                <a:lnTo>
                  <a:pt x="0" y="0"/>
                </a:lnTo>
                <a:close/>
              </a:path>
            </a:pathLst>
          </a:custGeom>
          <a:solidFill xmlns:a="http://schemas.openxmlformats.org/drawingml/2006/main">
            <a:srgbClr val="E4EAF4"/>
          </a:solidFill>
          <a:ln xmlns:a="http://schemas.openxmlformats.org/drawingml/2006/main" w="0">
            <a:noFill/>
            <a:prstDash val="solid"/>
          </a:ln>
        </p:spPr>
      </p:sp>
      <p:sp>
        <p:nvSpPr>
          <p:cNvPr id="743" name="Editable chart path">
            <a:extLst xmlns:a="http://schemas.openxmlformats.org/drawingml/2006/main">
              <a:ext uri="{FF2B5EF4-FFF2-40B4-BE49-F238E27FC236}">
                <a16:creationId xmlns:a16="http://schemas.microsoft.com/office/drawing/2014/main" id="{B1CD012E-9AFE-4BA7-B152-FEA74AEE10D2}"/>
              </a:ext>
            </a:extLst>
          </p:cNvPr>
          <p:cNvSpPr>
            <a:spLocks xmlns:a="http://schemas.openxmlformats.org/drawingml/2006/main" noGrp="1"/>
          </p:cNvSpPr>
          <p:nvPr/>
        </p:nvSpPr>
        <p:spPr>
          <a:xfrm xmlns:a="http://schemas.openxmlformats.org/drawingml/2006/main">
            <a:off x="7726124" y="4844184"/>
            <a:ext cx="20167" cy="21039"/>
          </a:xfrm>
          <a:custGeom xmlns:a="http://schemas.openxmlformats.org/drawingml/2006/main">
            <a:pathLst>
              <a:path w="15011" h="15659">
                <a:moveTo>
                  <a:pt x="8246" y="14757"/>
                </a:moveTo>
                <a:lnTo>
                  <a:pt x="3286" y="15659"/>
                </a:lnTo>
                <a:lnTo>
                  <a:pt x="0" y="13404"/>
                </a:lnTo>
                <a:lnTo>
                  <a:pt x="4123" y="10375"/>
                </a:lnTo>
                <a:lnTo>
                  <a:pt x="5154" y="5671"/>
                </a:lnTo>
                <a:lnTo>
                  <a:pt x="15011" y="0"/>
                </a:lnTo>
                <a:close/>
              </a:path>
            </a:pathLst>
          </a:custGeom>
          <a:solidFill xmlns:a="http://schemas.openxmlformats.org/drawingml/2006/main">
            <a:srgbClr val="E4EAF4"/>
          </a:solidFill>
          <a:ln xmlns:a="http://schemas.openxmlformats.org/drawingml/2006/main" w="0">
            <a:noFill/>
            <a:prstDash val="solid"/>
          </a:ln>
        </p:spPr>
      </p:sp>
      <p:sp>
        <p:nvSpPr>
          <p:cNvPr id="744" name="Editable chart path">
            <a:extLst xmlns:a="http://schemas.openxmlformats.org/drawingml/2006/main">
              <a:ext uri="{FF2B5EF4-FFF2-40B4-BE49-F238E27FC236}">
                <a16:creationId xmlns:a16="http://schemas.microsoft.com/office/drawing/2014/main" id="{C25B43F6-F331-4B1F-95BD-91EB5E8BF982}"/>
              </a:ext>
            </a:extLst>
          </p:cNvPr>
          <p:cNvSpPr>
            <a:spLocks xmlns:a="http://schemas.openxmlformats.org/drawingml/2006/main" noGrp="1"/>
          </p:cNvSpPr>
          <p:nvPr/>
        </p:nvSpPr>
        <p:spPr>
          <a:xfrm xmlns:a="http://schemas.openxmlformats.org/drawingml/2006/main">
            <a:off x="7074882" y="3042121"/>
            <a:ext cx="14022" cy="21039"/>
          </a:xfrm>
          <a:custGeom xmlns:a="http://schemas.openxmlformats.org/drawingml/2006/main">
            <a:pathLst>
              <a:path w="10437" h="15659">
                <a:moveTo>
                  <a:pt x="5412" y="15659"/>
                </a:moveTo>
                <a:lnTo>
                  <a:pt x="0" y="13919"/>
                </a:lnTo>
                <a:lnTo>
                  <a:pt x="6185" y="0"/>
                </a:lnTo>
                <a:lnTo>
                  <a:pt x="10437" y="8442"/>
                </a:lnTo>
                <a:lnTo>
                  <a:pt x="10243" y="11793"/>
                </a:lnTo>
                <a:close/>
              </a:path>
            </a:pathLst>
          </a:custGeom>
          <a:solidFill xmlns:a="http://schemas.openxmlformats.org/drawingml/2006/main">
            <a:srgbClr val="E4EAF4"/>
          </a:solidFill>
          <a:ln xmlns:a="http://schemas.openxmlformats.org/drawingml/2006/main" w="0">
            <a:noFill/>
            <a:prstDash val="solid"/>
          </a:ln>
        </p:spPr>
      </p:sp>
      <p:sp>
        <p:nvSpPr>
          <p:cNvPr id="745" name="Editable chart path">
            <a:extLst xmlns:a="http://schemas.openxmlformats.org/drawingml/2006/main">
              <a:ext uri="{FF2B5EF4-FFF2-40B4-BE49-F238E27FC236}">
                <a16:creationId xmlns:a16="http://schemas.microsoft.com/office/drawing/2014/main" id="{D24596F0-F3F3-4A3D-87B7-67D6FC7C2AF7}"/>
              </a:ext>
            </a:extLst>
          </p:cNvPr>
          <p:cNvSpPr>
            <a:spLocks xmlns:a="http://schemas.openxmlformats.org/drawingml/2006/main" noGrp="1"/>
          </p:cNvSpPr>
          <p:nvPr/>
        </p:nvSpPr>
        <p:spPr>
          <a:xfrm xmlns:a="http://schemas.openxmlformats.org/drawingml/2006/main">
            <a:off x="6602376" y="2422818"/>
            <a:ext cx="3790172" cy="2252016"/>
          </a:xfrm>
          <a:custGeom xmlns:a="http://schemas.openxmlformats.org/drawingml/2006/main">
            <a:pathLst>
              <a:path w="2821047" h="1676188">
                <a:moveTo>
                  <a:pt x="590056" y="1051879"/>
                </a:moveTo>
                <a:lnTo>
                  <a:pt x="576914" y="1049237"/>
                </a:lnTo>
                <a:lnTo>
                  <a:pt x="580393" y="1057228"/>
                </a:lnTo>
                <a:lnTo>
                  <a:pt x="587672" y="1059032"/>
                </a:lnTo>
                <a:lnTo>
                  <a:pt x="603521" y="1078816"/>
                </a:lnTo>
                <a:lnTo>
                  <a:pt x="603714" y="1103497"/>
                </a:lnTo>
                <a:lnTo>
                  <a:pt x="582905" y="1102917"/>
                </a:lnTo>
                <a:lnTo>
                  <a:pt x="583034" y="1099888"/>
                </a:lnTo>
                <a:lnTo>
                  <a:pt x="579233" y="1097310"/>
                </a:lnTo>
                <a:lnTo>
                  <a:pt x="577171" y="1080104"/>
                </a:lnTo>
                <a:lnTo>
                  <a:pt x="571244" y="1068827"/>
                </a:lnTo>
                <a:lnTo>
                  <a:pt x="573177" y="1062447"/>
                </a:lnTo>
                <a:lnTo>
                  <a:pt x="578975" y="1057743"/>
                </a:lnTo>
                <a:lnTo>
                  <a:pt x="575690" y="1049817"/>
                </a:lnTo>
                <a:lnTo>
                  <a:pt x="569054" y="1057872"/>
                </a:lnTo>
                <a:lnTo>
                  <a:pt x="565962" y="1067667"/>
                </a:lnTo>
                <a:lnTo>
                  <a:pt x="567250" y="1094410"/>
                </a:lnTo>
                <a:lnTo>
                  <a:pt x="549340" y="1101177"/>
                </a:lnTo>
                <a:lnTo>
                  <a:pt x="535747" y="1100275"/>
                </a:lnTo>
                <a:lnTo>
                  <a:pt x="503664" y="1106268"/>
                </a:lnTo>
                <a:lnTo>
                  <a:pt x="494838" y="1042793"/>
                </a:lnTo>
                <a:lnTo>
                  <a:pt x="491166" y="1041117"/>
                </a:lnTo>
                <a:lnTo>
                  <a:pt x="483564" y="1043179"/>
                </a:lnTo>
                <a:lnTo>
                  <a:pt x="490908" y="1113356"/>
                </a:lnTo>
                <a:lnTo>
                  <a:pt x="479441" y="1118640"/>
                </a:lnTo>
                <a:lnTo>
                  <a:pt x="477250" y="1116063"/>
                </a:lnTo>
                <a:lnTo>
                  <a:pt x="468618" y="1122314"/>
                </a:lnTo>
                <a:lnTo>
                  <a:pt x="433700" y="1083520"/>
                </a:lnTo>
                <a:lnTo>
                  <a:pt x="431767" y="1056583"/>
                </a:lnTo>
                <a:lnTo>
                  <a:pt x="406449" y="1059741"/>
                </a:lnTo>
                <a:lnTo>
                  <a:pt x="411023" y="1097697"/>
                </a:lnTo>
                <a:lnTo>
                  <a:pt x="442204" y="1129853"/>
                </a:lnTo>
                <a:lnTo>
                  <a:pt x="439949" y="1128887"/>
                </a:lnTo>
                <a:lnTo>
                  <a:pt x="441753" y="1131915"/>
                </a:lnTo>
                <a:lnTo>
                  <a:pt x="432476" y="1141775"/>
                </a:lnTo>
                <a:lnTo>
                  <a:pt x="392276" y="1173416"/>
                </a:lnTo>
                <a:lnTo>
                  <a:pt x="383321" y="1162590"/>
                </a:lnTo>
                <a:lnTo>
                  <a:pt x="384867" y="1160205"/>
                </a:lnTo>
                <a:lnTo>
                  <a:pt x="380357" y="1152794"/>
                </a:lnTo>
                <a:lnTo>
                  <a:pt x="341059" y="1133204"/>
                </a:lnTo>
                <a:lnTo>
                  <a:pt x="343507" y="1127920"/>
                </a:lnTo>
                <a:lnTo>
                  <a:pt x="335003" y="1121154"/>
                </a:lnTo>
                <a:lnTo>
                  <a:pt x="327916" y="1127082"/>
                </a:lnTo>
                <a:lnTo>
                  <a:pt x="323213" y="1121862"/>
                </a:lnTo>
                <a:lnTo>
                  <a:pt x="329334" y="1116578"/>
                </a:lnTo>
                <a:lnTo>
                  <a:pt x="309556" y="1093830"/>
                </a:lnTo>
                <a:lnTo>
                  <a:pt x="296864" y="1104592"/>
                </a:lnTo>
                <a:lnTo>
                  <a:pt x="284173" y="1089577"/>
                </a:lnTo>
                <a:lnTo>
                  <a:pt x="333650" y="1035640"/>
                </a:lnTo>
                <a:lnTo>
                  <a:pt x="331524" y="1028873"/>
                </a:lnTo>
                <a:lnTo>
                  <a:pt x="324566" y="1026360"/>
                </a:lnTo>
                <a:lnTo>
                  <a:pt x="291066" y="1062512"/>
                </a:lnTo>
                <a:lnTo>
                  <a:pt x="281080" y="1065927"/>
                </a:lnTo>
                <a:lnTo>
                  <a:pt x="264652" y="1050075"/>
                </a:lnTo>
                <a:lnTo>
                  <a:pt x="261818" y="1042019"/>
                </a:lnTo>
                <a:lnTo>
                  <a:pt x="297444" y="1005094"/>
                </a:lnTo>
                <a:lnTo>
                  <a:pt x="298797" y="1001743"/>
                </a:lnTo>
                <a:lnTo>
                  <a:pt x="295189" y="997490"/>
                </a:lnTo>
                <a:lnTo>
                  <a:pt x="283077" y="987953"/>
                </a:lnTo>
                <a:lnTo>
                  <a:pt x="262140" y="1011023"/>
                </a:lnTo>
                <a:lnTo>
                  <a:pt x="241717" y="1027069"/>
                </a:lnTo>
                <a:lnTo>
                  <a:pt x="226256" y="1016629"/>
                </a:lnTo>
                <a:lnTo>
                  <a:pt x="205769" y="996073"/>
                </a:lnTo>
                <a:lnTo>
                  <a:pt x="185798" y="1024685"/>
                </a:lnTo>
                <a:lnTo>
                  <a:pt x="208153" y="1043566"/>
                </a:lnTo>
                <a:lnTo>
                  <a:pt x="253378" y="1096473"/>
                </a:lnTo>
                <a:lnTo>
                  <a:pt x="262784" y="1153439"/>
                </a:lnTo>
                <a:lnTo>
                  <a:pt x="283400" y="1191459"/>
                </a:lnTo>
                <a:lnTo>
                  <a:pt x="286492" y="1201899"/>
                </a:lnTo>
                <a:lnTo>
                  <a:pt x="283464" y="1218911"/>
                </a:lnTo>
                <a:lnTo>
                  <a:pt x="270450" y="1232057"/>
                </a:lnTo>
                <a:lnTo>
                  <a:pt x="258339" y="1235215"/>
                </a:lnTo>
                <a:lnTo>
                  <a:pt x="225612" y="1232960"/>
                </a:lnTo>
                <a:lnTo>
                  <a:pt x="223808" y="1235280"/>
                </a:lnTo>
                <a:lnTo>
                  <a:pt x="219298" y="1295017"/>
                </a:lnTo>
                <a:lnTo>
                  <a:pt x="242555" y="1295017"/>
                </a:lnTo>
                <a:lnTo>
                  <a:pt x="242619" y="1352756"/>
                </a:lnTo>
                <a:lnTo>
                  <a:pt x="74989" y="1352756"/>
                </a:lnTo>
                <a:lnTo>
                  <a:pt x="74989" y="1397028"/>
                </a:lnTo>
                <a:lnTo>
                  <a:pt x="248997" y="1397028"/>
                </a:lnTo>
                <a:lnTo>
                  <a:pt x="248997" y="1435822"/>
                </a:lnTo>
                <a:lnTo>
                  <a:pt x="206735" y="1454703"/>
                </a:lnTo>
                <a:lnTo>
                  <a:pt x="74989" y="1454703"/>
                </a:lnTo>
                <a:lnTo>
                  <a:pt x="74989" y="1499039"/>
                </a:lnTo>
                <a:lnTo>
                  <a:pt x="284366" y="1499039"/>
                </a:lnTo>
                <a:lnTo>
                  <a:pt x="284366" y="1556714"/>
                </a:lnTo>
                <a:lnTo>
                  <a:pt x="75054" y="1556714"/>
                </a:lnTo>
                <a:lnTo>
                  <a:pt x="75054" y="1605689"/>
                </a:lnTo>
                <a:lnTo>
                  <a:pt x="329978" y="1605625"/>
                </a:lnTo>
                <a:lnTo>
                  <a:pt x="340672" y="1634237"/>
                </a:lnTo>
                <a:lnTo>
                  <a:pt x="272899" y="1659305"/>
                </a:lnTo>
                <a:lnTo>
                  <a:pt x="251123" y="1672386"/>
                </a:lnTo>
                <a:lnTo>
                  <a:pt x="236950" y="1676188"/>
                </a:lnTo>
                <a:lnTo>
                  <a:pt x="23257" y="1622509"/>
                </a:lnTo>
                <a:lnTo>
                  <a:pt x="7989" y="1614196"/>
                </a:lnTo>
                <a:lnTo>
                  <a:pt x="838" y="1601307"/>
                </a:lnTo>
                <a:lnTo>
                  <a:pt x="0" y="1463403"/>
                </a:lnTo>
                <a:lnTo>
                  <a:pt x="43357" y="1463403"/>
                </a:lnTo>
                <a:lnTo>
                  <a:pt x="43422" y="1445939"/>
                </a:lnTo>
                <a:lnTo>
                  <a:pt x="20293" y="1445939"/>
                </a:lnTo>
                <a:lnTo>
                  <a:pt x="20293" y="1403665"/>
                </a:lnTo>
                <a:lnTo>
                  <a:pt x="40522" y="1403665"/>
                </a:lnTo>
                <a:lnTo>
                  <a:pt x="40522" y="1386202"/>
                </a:lnTo>
                <a:lnTo>
                  <a:pt x="26092" y="1386202"/>
                </a:lnTo>
                <a:lnTo>
                  <a:pt x="26092" y="1356752"/>
                </a:lnTo>
                <a:lnTo>
                  <a:pt x="64" y="1356752"/>
                </a:lnTo>
                <a:lnTo>
                  <a:pt x="773" y="1345217"/>
                </a:lnTo>
                <a:lnTo>
                  <a:pt x="36786" y="1248748"/>
                </a:lnTo>
                <a:lnTo>
                  <a:pt x="45870" y="1239855"/>
                </a:lnTo>
                <a:lnTo>
                  <a:pt x="64681" y="1232895"/>
                </a:lnTo>
                <a:lnTo>
                  <a:pt x="76986" y="1224904"/>
                </a:lnTo>
                <a:lnTo>
                  <a:pt x="86263" y="1214014"/>
                </a:lnTo>
                <a:lnTo>
                  <a:pt x="91868" y="1201899"/>
                </a:lnTo>
                <a:lnTo>
                  <a:pt x="94187" y="1187722"/>
                </a:lnTo>
                <a:lnTo>
                  <a:pt x="92319" y="1173093"/>
                </a:lnTo>
                <a:lnTo>
                  <a:pt x="80658" y="1143322"/>
                </a:lnTo>
                <a:lnTo>
                  <a:pt x="76084" y="1142806"/>
                </a:lnTo>
                <a:lnTo>
                  <a:pt x="77180" y="1136040"/>
                </a:lnTo>
                <a:lnTo>
                  <a:pt x="75118" y="1138553"/>
                </a:lnTo>
                <a:lnTo>
                  <a:pt x="78081" y="1121540"/>
                </a:lnTo>
                <a:lnTo>
                  <a:pt x="79177" y="1124505"/>
                </a:lnTo>
                <a:lnTo>
                  <a:pt x="80207" y="1118769"/>
                </a:lnTo>
                <a:lnTo>
                  <a:pt x="83751" y="1119349"/>
                </a:lnTo>
                <a:lnTo>
                  <a:pt x="166084" y="899088"/>
                </a:lnTo>
                <a:lnTo>
                  <a:pt x="174073" y="868414"/>
                </a:lnTo>
                <a:lnTo>
                  <a:pt x="187280" y="837675"/>
                </a:lnTo>
                <a:lnTo>
                  <a:pt x="184380" y="833229"/>
                </a:lnTo>
                <a:lnTo>
                  <a:pt x="187602" y="829813"/>
                </a:lnTo>
                <a:lnTo>
                  <a:pt x="185733" y="828074"/>
                </a:lnTo>
                <a:lnTo>
                  <a:pt x="193142" y="820405"/>
                </a:lnTo>
                <a:lnTo>
                  <a:pt x="198489" y="807710"/>
                </a:lnTo>
                <a:lnTo>
                  <a:pt x="197716" y="804810"/>
                </a:lnTo>
                <a:lnTo>
                  <a:pt x="191467" y="807517"/>
                </a:lnTo>
                <a:lnTo>
                  <a:pt x="186442" y="801975"/>
                </a:lnTo>
                <a:lnTo>
                  <a:pt x="183092" y="790891"/>
                </a:lnTo>
                <a:lnTo>
                  <a:pt x="185282" y="780065"/>
                </a:lnTo>
                <a:lnTo>
                  <a:pt x="176972" y="774716"/>
                </a:lnTo>
                <a:lnTo>
                  <a:pt x="177809" y="773105"/>
                </a:lnTo>
                <a:lnTo>
                  <a:pt x="186055" y="778582"/>
                </a:lnTo>
                <a:lnTo>
                  <a:pt x="192949" y="771043"/>
                </a:lnTo>
                <a:lnTo>
                  <a:pt x="202033" y="767434"/>
                </a:lnTo>
                <a:lnTo>
                  <a:pt x="206607" y="769432"/>
                </a:lnTo>
                <a:lnTo>
                  <a:pt x="209441" y="775296"/>
                </a:lnTo>
                <a:lnTo>
                  <a:pt x="213178" y="758348"/>
                </a:lnTo>
                <a:lnTo>
                  <a:pt x="221939" y="737662"/>
                </a:lnTo>
                <a:lnTo>
                  <a:pt x="223486" y="726063"/>
                </a:lnTo>
                <a:lnTo>
                  <a:pt x="225289" y="728834"/>
                </a:lnTo>
                <a:lnTo>
                  <a:pt x="237401" y="719167"/>
                </a:lnTo>
                <a:lnTo>
                  <a:pt x="245196" y="709050"/>
                </a:lnTo>
                <a:lnTo>
                  <a:pt x="264781" y="664779"/>
                </a:lnTo>
                <a:lnTo>
                  <a:pt x="279470" y="643191"/>
                </a:lnTo>
                <a:lnTo>
                  <a:pt x="281209" y="632365"/>
                </a:lnTo>
                <a:lnTo>
                  <a:pt x="292226" y="628949"/>
                </a:lnTo>
                <a:lnTo>
                  <a:pt x="291259" y="621538"/>
                </a:lnTo>
                <a:lnTo>
                  <a:pt x="294416" y="619025"/>
                </a:lnTo>
                <a:lnTo>
                  <a:pt x="302856" y="629980"/>
                </a:lnTo>
                <a:lnTo>
                  <a:pt x="302920" y="619412"/>
                </a:lnTo>
                <a:lnTo>
                  <a:pt x="308460" y="618316"/>
                </a:lnTo>
                <a:lnTo>
                  <a:pt x="317609" y="595053"/>
                </a:lnTo>
                <a:lnTo>
                  <a:pt x="331911" y="570372"/>
                </a:lnTo>
                <a:lnTo>
                  <a:pt x="330171" y="562381"/>
                </a:lnTo>
                <a:lnTo>
                  <a:pt x="336871" y="563348"/>
                </a:lnTo>
                <a:lnTo>
                  <a:pt x="333457" y="557677"/>
                </a:lnTo>
                <a:lnTo>
                  <a:pt x="344280" y="547817"/>
                </a:lnTo>
                <a:lnTo>
                  <a:pt x="348596" y="546657"/>
                </a:lnTo>
                <a:lnTo>
                  <a:pt x="349112" y="552199"/>
                </a:lnTo>
                <a:lnTo>
                  <a:pt x="350851" y="551942"/>
                </a:lnTo>
                <a:lnTo>
                  <a:pt x="352655" y="546335"/>
                </a:lnTo>
                <a:lnTo>
                  <a:pt x="348725" y="539891"/>
                </a:lnTo>
                <a:lnTo>
                  <a:pt x="352526" y="533125"/>
                </a:lnTo>
                <a:lnTo>
                  <a:pt x="360128" y="527841"/>
                </a:lnTo>
                <a:lnTo>
                  <a:pt x="360193" y="517014"/>
                </a:lnTo>
                <a:lnTo>
                  <a:pt x="367472" y="504255"/>
                </a:lnTo>
                <a:lnTo>
                  <a:pt x="365089" y="489176"/>
                </a:lnTo>
                <a:lnTo>
                  <a:pt x="368181" y="473387"/>
                </a:lnTo>
                <a:lnTo>
                  <a:pt x="363027" y="464237"/>
                </a:lnTo>
                <a:lnTo>
                  <a:pt x="367150" y="454377"/>
                </a:lnTo>
                <a:lnTo>
                  <a:pt x="369598" y="456117"/>
                </a:lnTo>
                <a:lnTo>
                  <a:pt x="370758" y="453991"/>
                </a:lnTo>
                <a:lnTo>
                  <a:pt x="367408" y="451606"/>
                </a:lnTo>
                <a:lnTo>
                  <a:pt x="368954" y="446644"/>
                </a:lnTo>
                <a:lnTo>
                  <a:pt x="374817" y="443422"/>
                </a:lnTo>
                <a:lnTo>
                  <a:pt x="369341" y="435045"/>
                </a:lnTo>
                <a:lnTo>
                  <a:pt x="365862" y="420416"/>
                </a:lnTo>
                <a:lnTo>
                  <a:pt x="377587" y="415390"/>
                </a:lnTo>
                <a:lnTo>
                  <a:pt x="382548" y="406110"/>
                </a:lnTo>
                <a:lnTo>
                  <a:pt x="382934" y="398571"/>
                </a:lnTo>
                <a:lnTo>
                  <a:pt x="394079" y="395800"/>
                </a:lnTo>
                <a:lnTo>
                  <a:pt x="401681" y="399731"/>
                </a:lnTo>
                <a:lnTo>
                  <a:pt x="403356" y="394447"/>
                </a:lnTo>
                <a:lnTo>
                  <a:pt x="411603" y="390193"/>
                </a:lnTo>
                <a:lnTo>
                  <a:pt x="413149" y="385038"/>
                </a:lnTo>
                <a:lnTo>
                  <a:pt x="418109" y="380656"/>
                </a:lnTo>
                <a:lnTo>
                  <a:pt x="416241" y="372988"/>
                </a:lnTo>
                <a:lnTo>
                  <a:pt x="417981" y="370474"/>
                </a:lnTo>
                <a:lnTo>
                  <a:pt x="421910" y="367768"/>
                </a:lnTo>
                <a:lnTo>
                  <a:pt x="427902" y="369121"/>
                </a:lnTo>
                <a:lnTo>
                  <a:pt x="431703" y="367188"/>
                </a:lnTo>
                <a:lnTo>
                  <a:pt x="425840" y="361839"/>
                </a:lnTo>
                <a:lnTo>
                  <a:pt x="424101" y="353397"/>
                </a:lnTo>
                <a:lnTo>
                  <a:pt x="428159" y="339993"/>
                </a:lnTo>
                <a:lnTo>
                  <a:pt x="433700" y="341540"/>
                </a:lnTo>
                <a:lnTo>
                  <a:pt x="434151" y="336643"/>
                </a:lnTo>
                <a:lnTo>
                  <a:pt x="428868" y="332067"/>
                </a:lnTo>
                <a:lnTo>
                  <a:pt x="439562" y="326267"/>
                </a:lnTo>
                <a:lnTo>
                  <a:pt x="445361" y="332003"/>
                </a:lnTo>
                <a:lnTo>
                  <a:pt x="442397" y="327234"/>
                </a:lnTo>
                <a:lnTo>
                  <a:pt x="446005" y="322594"/>
                </a:lnTo>
                <a:lnTo>
                  <a:pt x="440915" y="323819"/>
                </a:lnTo>
                <a:lnTo>
                  <a:pt x="436857" y="314217"/>
                </a:lnTo>
                <a:lnTo>
                  <a:pt x="441946" y="293789"/>
                </a:lnTo>
                <a:lnTo>
                  <a:pt x="452447" y="287023"/>
                </a:lnTo>
                <a:lnTo>
                  <a:pt x="458761" y="287925"/>
                </a:lnTo>
                <a:lnTo>
                  <a:pt x="455475" y="286507"/>
                </a:lnTo>
                <a:lnTo>
                  <a:pt x="456506" y="282705"/>
                </a:lnTo>
                <a:lnTo>
                  <a:pt x="466169" y="268399"/>
                </a:lnTo>
                <a:lnTo>
                  <a:pt x="472225" y="272201"/>
                </a:lnTo>
                <a:lnTo>
                  <a:pt x="487687" y="268270"/>
                </a:lnTo>
                <a:lnTo>
                  <a:pt x="499992" y="255188"/>
                </a:lnTo>
                <a:lnTo>
                  <a:pt x="506756" y="259442"/>
                </a:lnTo>
                <a:lnTo>
                  <a:pt x="514229" y="260086"/>
                </a:lnTo>
                <a:lnTo>
                  <a:pt x="516227" y="262921"/>
                </a:lnTo>
                <a:lnTo>
                  <a:pt x="516549" y="252869"/>
                </a:lnTo>
                <a:lnTo>
                  <a:pt x="520672" y="250098"/>
                </a:lnTo>
                <a:lnTo>
                  <a:pt x="528789" y="251709"/>
                </a:lnTo>
                <a:lnTo>
                  <a:pt x="534072" y="243138"/>
                </a:lnTo>
                <a:lnTo>
                  <a:pt x="564158" y="239851"/>
                </a:lnTo>
                <a:lnTo>
                  <a:pt x="570665" y="234632"/>
                </a:lnTo>
                <a:lnTo>
                  <a:pt x="582390" y="230443"/>
                </a:lnTo>
                <a:lnTo>
                  <a:pt x="582325" y="227736"/>
                </a:lnTo>
                <a:lnTo>
                  <a:pt x="608159" y="201122"/>
                </a:lnTo>
                <a:lnTo>
                  <a:pt x="623943" y="192100"/>
                </a:lnTo>
                <a:lnTo>
                  <a:pt x="649326" y="167226"/>
                </a:lnTo>
                <a:lnTo>
                  <a:pt x="650099" y="160524"/>
                </a:lnTo>
                <a:lnTo>
                  <a:pt x="654866" y="163617"/>
                </a:lnTo>
                <a:lnTo>
                  <a:pt x="671165" y="148151"/>
                </a:lnTo>
                <a:lnTo>
                  <a:pt x="688495" y="138420"/>
                </a:lnTo>
                <a:lnTo>
                  <a:pt x="716004" y="130365"/>
                </a:lnTo>
                <a:lnTo>
                  <a:pt x="720127" y="131783"/>
                </a:lnTo>
                <a:lnTo>
                  <a:pt x="721996" y="129527"/>
                </a:lnTo>
                <a:lnTo>
                  <a:pt x="745832" y="125403"/>
                </a:lnTo>
                <a:lnTo>
                  <a:pt x="783907" y="126241"/>
                </a:lnTo>
                <a:lnTo>
                  <a:pt x="794794" y="129012"/>
                </a:lnTo>
                <a:lnTo>
                  <a:pt x="809870" y="140998"/>
                </a:lnTo>
                <a:lnTo>
                  <a:pt x="810900" y="145767"/>
                </a:lnTo>
                <a:lnTo>
                  <a:pt x="807872" y="140418"/>
                </a:lnTo>
                <a:lnTo>
                  <a:pt x="807937" y="144542"/>
                </a:lnTo>
                <a:lnTo>
                  <a:pt x="804716" y="147507"/>
                </a:lnTo>
                <a:lnTo>
                  <a:pt x="809032" y="146411"/>
                </a:lnTo>
                <a:lnTo>
                  <a:pt x="817729" y="152533"/>
                </a:lnTo>
                <a:lnTo>
                  <a:pt x="808839" y="158784"/>
                </a:lnTo>
                <a:lnTo>
                  <a:pt x="813928" y="154531"/>
                </a:lnTo>
                <a:lnTo>
                  <a:pt x="818567" y="154273"/>
                </a:lnTo>
                <a:lnTo>
                  <a:pt x="814121" y="158204"/>
                </a:lnTo>
                <a:lnTo>
                  <a:pt x="815925" y="157108"/>
                </a:lnTo>
                <a:lnTo>
                  <a:pt x="817922" y="159622"/>
                </a:lnTo>
                <a:lnTo>
                  <a:pt x="817987" y="155691"/>
                </a:lnTo>
                <a:lnTo>
                  <a:pt x="823270" y="158204"/>
                </a:lnTo>
                <a:lnTo>
                  <a:pt x="825074" y="164777"/>
                </a:lnTo>
                <a:lnTo>
                  <a:pt x="830356" y="164197"/>
                </a:lnTo>
                <a:lnTo>
                  <a:pt x="851680" y="180565"/>
                </a:lnTo>
                <a:lnTo>
                  <a:pt x="852582" y="184818"/>
                </a:lnTo>
                <a:lnTo>
                  <a:pt x="842983" y="195580"/>
                </a:lnTo>
                <a:lnTo>
                  <a:pt x="844594" y="206471"/>
                </a:lnTo>
                <a:lnTo>
                  <a:pt x="846978" y="206535"/>
                </a:lnTo>
                <a:lnTo>
                  <a:pt x="847751" y="199704"/>
                </a:lnTo>
                <a:lnTo>
                  <a:pt x="853613" y="191456"/>
                </a:lnTo>
                <a:lnTo>
                  <a:pt x="856899" y="205375"/>
                </a:lnTo>
                <a:lnTo>
                  <a:pt x="879769" y="205311"/>
                </a:lnTo>
                <a:lnTo>
                  <a:pt x="882539" y="202926"/>
                </a:lnTo>
                <a:lnTo>
                  <a:pt x="884343" y="206600"/>
                </a:lnTo>
                <a:lnTo>
                  <a:pt x="884214" y="163101"/>
                </a:lnTo>
                <a:lnTo>
                  <a:pt x="889819" y="157753"/>
                </a:lnTo>
                <a:lnTo>
                  <a:pt x="980721" y="176376"/>
                </a:lnTo>
                <a:lnTo>
                  <a:pt x="1006104" y="170254"/>
                </a:lnTo>
                <a:lnTo>
                  <a:pt x="1021566" y="176828"/>
                </a:lnTo>
                <a:lnTo>
                  <a:pt x="1039540" y="171350"/>
                </a:lnTo>
                <a:lnTo>
                  <a:pt x="1038122" y="166066"/>
                </a:lnTo>
                <a:lnTo>
                  <a:pt x="1041537" y="156980"/>
                </a:lnTo>
                <a:lnTo>
                  <a:pt x="1051845" y="148344"/>
                </a:lnTo>
                <a:lnTo>
                  <a:pt x="1057192" y="138743"/>
                </a:lnTo>
                <a:lnTo>
                  <a:pt x="1052360" y="117799"/>
                </a:lnTo>
                <a:lnTo>
                  <a:pt x="1054679" y="116510"/>
                </a:lnTo>
                <a:lnTo>
                  <a:pt x="1064021" y="143576"/>
                </a:lnTo>
                <a:lnTo>
                  <a:pt x="1076712" y="134167"/>
                </a:lnTo>
                <a:lnTo>
                  <a:pt x="1099261" y="125725"/>
                </a:lnTo>
                <a:lnTo>
                  <a:pt x="1140298" y="98789"/>
                </a:lnTo>
                <a:lnTo>
                  <a:pt x="1145259" y="97887"/>
                </a:lnTo>
                <a:lnTo>
                  <a:pt x="1159497" y="83065"/>
                </a:lnTo>
                <a:lnTo>
                  <a:pt x="1183655" y="65795"/>
                </a:lnTo>
                <a:lnTo>
                  <a:pt x="1193577" y="61606"/>
                </a:lnTo>
                <a:lnTo>
                  <a:pt x="1243247" y="25326"/>
                </a:lnTo>
                <a:lnTo>
                  <a:pt x="1250978" y="25583"/>
                </a:lnTo>
                <a:lnTo>
                  <a:pt x="1261930" y="14757"/>
                </a:lnTo>
                <a:lnTo>
                  <a:pt x="1271336" y="11213"/>
                </a:lnTo>
                <a:lnTo>
                  <a:pt x="1307413" y="1289"/>
                </a:lnTo>
                <a:lnTo>
                  <a:pt x="1314242" y="6380"/>
                </a:lnTo>
                <a:lnTo>
                  <a:pt x="1328738" y="2642"/>
                </a:lnTo>
                <a:lnTo>
                  <a:pt x="1363333" y="0"/>
                </a:lnTo>
                <a:lnTo>
                  <a:pt x="1389811" y="9860"/>
                </a:lnTo>
                <a:lnTo>
                  <a:pt x="1394578" y="13726"/>
                </a:lnTo>
                <a:lnTo>
                  <a:pt x="1382338" y="22297"/>
                </a:lnTo>
                <a:lnTo>
                  <a:pt x="1371515" y="37441"/>
                </a:lnTo>
                <a:lnTo>
                  <a:pt x="1376733" y="40663"/>
                </a:lnTo>
                <a:lnTo>
                  <a:pt x="1384013" y="29772"/>
                </a:lnTo>
                <a:lnTo>
                  <a:pt x="1398959" y="23263"/>
                </a:lnTo>
                <a:lnTo>
                  <a:pt x="1396833" y="30996"/>
                </a:lnTo>
                <a:lnTo>
                  <a:pt x="1402438" y="32156"/>
                </a:lnTo>
                <a:lnTo>
                  <a:pt x="1391422" y="51875"/>
                </a:lnTo>
                <a:lnTo>
                  <a:pt x="1394707" y="53615"/>
                </a:lnTo>
                <a:lnTo>
                  <a:pt x="1408236" y="32479"/>
                </a:lnTo>
                <a:lnTo>
                  <a:pt x="1402116" y="43498"/>
                </a:lnTo>
                <a:lnTo>
                  <a:pt x="1404564" y="45174"/>
                </a:lnTo>
                <a:lnTo>
                  <a:pt x="1395287" y="61542"/>
                </a:lnTo>
                <a:lnTo>
                  <a:pt x="1397606" y="62830"/>
                </a:lnTo>
                <a:lnTo>
                  <a:pt x="1406626" y="46398"/>
                </a:lnTo>
                <a:lnTo>
                  <a:pt x="1409911" y="48009"/>
                </a:lnTo>
                <a:lnTo>
                  <a:pt x="1429174" y="14048"/>
                </a:lnTo>
                <a:lnTo>
                  <a:pt x="1472724" y="39052"/>
                </a:lnTo>
                <a:lnTo>
                  <a:pt x="1457585" y="66117"/>
                </a:lnTo>
                <a:lnTo>
                  <a:pt x="1463705" y="69661"/>
                </a:lnTo>
                <a:lnTo>
                  <a:pt x="1478973" y="42725"/>
                </a:lnTo>
                <a:lnTo>
                  <a:pt x="1485931" y="42531"/>
                </a:lnTo>
                <a:lnTo>
                  <a:pt x="1492116" y="38407"/>
                </a:lnTo>
                <a:lnTo>
                  <a:pt x="1574063" y="72432"/>
                </a:lnTo>
                <a:lnTo>
                  <a:pt x="1600670" y="85707"/>
                </a:lnTo>
                <a:lnTo>
                  <a:pt x="1626632" y="102526"/>
                </a:lnTo>
                <a:lnTo>
                  <a:pt x="1625730" y="109228"/>
                </a:lnTo>
                <a:lnTo>
                  <a:pt x="1606339" y="117799"/>
                </a:lnTo>
                <a:lnTo>
                  <a:pt x="1623282" y="159042"/>
                </a:lnTo>
                <a:lnTo>
                  <a:pt x="1630240" y="182821"/>
                </a:lnTo>
                <a:lnTo>
                  <a:pt x="1660004" y="221228"/>
                </a:lnTo>
                <a:lnTo>
                  <a:pt x="1656267" y="224256"/>
                </a:lnTo>
                <a:lnTo>
                  <a:pt x="1661550" y="236243"/>
                </a:lnTo>
                <a:lnTo>
                  <a:pt x="1670118" y="233021"/>
                </a:lnTo>
                <a:lnTo>
                  <a:pt x="1672824" y="238756"/>
                </a:lnTo>
                <a:lnTo>
                  <a:pt x="1666704" y="251386"/>
                </a:lnTo>
                <a:lnTo>
                  <a:pt x="1633912" y="278516"/>
                </a:lnTo>
                <a:lnTo>
                  <a:pt x="1626375" y="280836"/>
                </a:lnTo>
                <a:lnTo>
                  <a:pt x="1623991" y="285089"/>
                </a:lnTo>
                <a:lnTo>
                  <a:pt x="1662710" y="302553"/>
                </a:lnTo>
                <a:lnTo>
                  <a:pt x="1671600" y="297913"/>
                </a:lnTo>
                <a:lnTo>
                  <a:pt x="1682874" y="296302"/>
                </a:lnTo>
                <a:lnTo>
                  <a:pt x="1697563" y="283414"/>
                </a:lnTo>
                <a:lnTo>
                  <a:pt x="1697821" y="276454"/>
                </a:lnTo>
                <a:lnTo>
                  <a:pt x="1702137" y="270912"/>
                </a:lnTo>
                <a:lnTo>
                  <a:pt x="1726231" y="255188"/>
                </a:lnTo>
                <a:lnTo>
                  <a:pt x="1741564" y="250226"/>
                </a:lnTo>
                <a:lnTo>
                  <a:pt x="1757863" y="251386"/>
                </a:lnTo>
                <a:lnTo>
                  <a:pt x="1768429" y="255962"/>
                </a:lnTo>
                <a:lnTo>
                  <a:pt x="1819452" y="289987"/>
                </a:lnTo>
                <a:lnTo>
                  <a:pt x="1809338" y="304035"/>
                </a:lnTo>
                <a:lnTo>
                  <a:pt x="1813976" y="306742"/>
                </a:lnTo>
                <a:lnTo>
                  <a:pt x="1823060" y="292113"/>
                </a:lnTo>
                <a:lnTo>
                  <a:pt x="1875823" y="323174"/>
                </a:lnTo>
                <a:lnTo>
                  <a:pt x="1880204" y="328910"/>
                </a:lnTo>
                <a:lnTo>
                  <a:pt x="1882008" y="337545"/>
                </a:lnTo>
                <a:lnTo>
                  <a:pt x="1873311" y="357457"/>
                </a:lnTo>
                <a:lnTo>
                  <a:pt x="1883940" y="361130"/>
                </a:lnTo>
                <a:lnTo>
                  <a:pt x="1894441" y="343409"/>
                </a:lnTo>
                <a:lnTo>
                  <a:pt x="1920791" y="326203"/>
                </a:lnTo>
                <a:lnTo>
                  <a:pt x="1930583" y="324785"/>
                </a:lnTo>
                <a:lnTo>
                  <a:pt x="1940826" y="327041"/>
                </a:lnTo>
                <a:lnTo>
                  <a:pt x="1947076" y="320532"/>
                </a:lnTo>
                <a:lnTo>
                  <a:pt x="1964856" y="317439"/>
                </a:lnTo>
                <a:lnTo>
                  <a:pt x="1977033" y="320017"/>
                </a:lnTo>
                <a:lnTo>
                  <a:pt x="1985665" y="336771"/>
                </a:lnTo>
                <a:lnTo>
                  <a:pt x="1986889" y="351335"/>
                </a:lnTo>
                <a:lnTo>
                  <a:pt x="1992816" y="350497"/>
                </a:lnTo>
                <a:lnTo>
                  <a:pt x="1996166" y="344633"/>
                </a:lnTo>
                <a:lnTo>
                  <a:pt x="2000998" y="345020"/>
                </a:lnTo>
                <a:lnTo>
                  <a:pt x="2016331" y="359261"/>
                </a:lnTo>
                <a:lnTo>
                  <a:pt x="2015880" y="364932"/>
                </a:lnTo>
                <a:lnTo>
                  <a:pt x="2019101" y="368219"/>
                </a:lnTo>
                <a:lnTo>
                  <a:pt x="2033468" y="374147"/>
                </a:lnTo>
                <a:lnTo>
                  <a:pt x="2047383" y="383878"/>
                </a:lnTo>
                <a:lnTo>
                  <a:pt x="2094863" y="431114"/>
                </a:lnTo>
                <a:lnTo>
                  <a:pt x="2095765" y="440844"/>
                </a:lnTo>
                <a:lnTo>
                  <a:pt x="2088034" y="445742"/>
                </a:lnTo>
                <a:lnTo>
                  <a:pt x="2090032" y="447740"/>
                </a:lnTo>
                <a:lnTo>
                  <a:pt x="2090160" y="457986"/>
                </a:lnTo>
                <a:lnTo>
                  <a:pt x="2117863" y="448513"/>
                </a:lnTo>
                <a:lnTo>
                  <a:pt x="2143890" y="472679"/>
                </a:lnTo>
                <a:lnTo>
                  <a:pt x="2144598" y="478027"/>
                </a:lnTo>
                <a:lnTo>
                  <a:pt x="2130361" y="492655"/>
                </a:lnTo>
                <a:lnTo>
                  <a:pt x="2128879" y="498584"/>
                </a:lnTo>
                <a:lnTo>
                  <a:pt x="2130747" y="501162"/>
                </a:lnTo>
                <a:lnTo>
                  <a:pt x="2138027" y="499551"/>
                </a:lnTo>
                <a:lnTo>
                  <a:pt x="2155357" y="485631"/>
                </a:lnTo>
                <a:lnTo>
                  <a:pt x="2172429" y="500517"/>
                </a:lnTo>
                <a:lnTo>
                  <a:pt x="2174491" y="505995"/>
                </a:lnTo>
                <a:lnTo>
                  <a:pt x="2170754" y="527647"/>
                </a:lnTo>
                <a:lnTo>
                  <a:pt x="2172172" y="535445"/>
                </a:lnTo>
                <a:lnTo>
                  <a:pt x="2177905" y="541760"/>
                </a:lnTo>
                <a:lnTo>
                  <a:pt x="2213210" y="565668"/>
                </a:lnTo>
                <a:lnTo>
                  <a:pt x="2245293" y="573465"/>
                </a:lnTo>
                <a:lnTo>
                  <a:pt x="2270353" y="576301"/>
                </a:lnTo>
                <a:lnTo>
                  <a:pt x="2313195" y="571467"/>
                </a:lnTo>
                <a:lnTo>
                  <a:pt x="2322601" y="581005"/>
                </a:lnTo>
                <a:lnTo>
                  <a:pt x="2330912" y="577912"/>
                </a:lnTo>
                <a:lnTo>
                  <a:pt x="2332844" y="572047"/>
                </a:lnTo>
                <a:lnTo>
                  <a:pt x="2330010" y="564186"/>
                </a:lnTo>
                <a:lnTo>
                  <a:pt x="2342121" y="556646"/>
                </a:lnTo>
                <a:lnTo>
                  <a:pt x="2351463" y="545304"/>
                </a:lnTo>
                <a:lnTo>
                  <a:pt x="2364798" y="537829"/>
                </a:lnTo>
                <a:lnTo>
                  <a:pt x="2371949" y="517208"/>
                </a:lnTo>
                <a:lnTo>
                  <a:pt x="2377039" y="516177"/>
                </a:lnTo>
                <a:lnTo>
                  <a:pt x="2380969" y="509346"/>
                </a:lnTo>
                <a:lnTo>
                  <a:pt x="2389473" y="504835"/>
                </a:lnTo>
                <a:lnTo>
                  <a:pt x="2415113" y="503031"/>
                </a:lnTo>
                <a:lnTo>
                  <a:pt x="2420396" y="499164"/>
                </a:lnTo>
                <a:lnTo>
                  <a:pt x="2418141" y="498133"/>
                </a:lnTo>
                <a:lnTo>
                  <a:pt x="2428707" y="496135"/>
                </a:lnTo>
                <a:lnTo>
                  <a:pt x="2426581" y="497553"/>
                </a:lnTo>
                <a:lnTo>
                  <a:pt x="2431735" y="499680"/>
                </a:lnTo>
                <a:lnTo>
                  <a:pt x="2438113" y="500131"/>
                </a:lnTo>
                <a:lnTo>
                  <a:pt x="2438563" y="497875"/>
                </a:lnTo>
                <a:lnTo>
                  <a:pt x="2463109" y="500324"/>
                </a:lnTo>
                <a:lnTo>
                  <a:pt x="2495836" y="510312"/>
                </a:lnTo>
                <a:lnTo>
                  <a:pt x="2508463" y="511472"/>
                </a:lnTo>
                <a:lnTo>
                  <a:pt x="2534619" y="527389"/>
                </a:lnTo>
                <a:lnTo>
                  <a:pt x="2579909" y="620314"/>
                </a:lnTo>
                <a:lnTo>
                  <a:pt x="2589250" y="626952"/>
                </a:lnTo>
                <a:lnTo>
                  <a:pt x="2597303" y="625921"/>
                </a:lnTo>
                <a:lnTo>
                  <a:pt x="2596273" y="632687"/>
                </a:lnTo>
                <a:lnTo>
                  <a:pt x="2584161" y="633202"/>
                </a:lnTo>
                <a:lnTo>
                  <a:pt x="2576752" y="652406"/>
                </a:lnTo>
                <a:lnTo>
                  <a:pt x="2580682" y="654533"/>
                </a:lnTo>
                <a:lnTo>
                  <a:pt x="2582293" y="650731"/>
                </a:lnTo>
                <a:lnTo>
                  <a:pt x="2605356" y="658077"/>
                </a:lnTo>
                <a:lnTo>
                  <a:pt x="2627905" y="648733"/>
                </a:lnTo>
                <a:lnTo>
                  <a:pt x="2720610" y="689975"/>
                </a:lnTo>
                <a:lnTo>
                  <a:pt x="2765127" y="716654"/>
                </a:lnTo>
                <a:lnTo>
                  <a:pt x="2806616" y="747135"/>
                </a:lnTo>
                <a:lnTo>
                  <a:pt x="2816215" y="760088"/>
                </a:lnTo>
                <a:lnTo>
                  <a:pt x="2821047" y="777229"/>
                </a:lnTo>
                <a:lnTo>
                  <a:pt x="2818534" y="786315"/>
                </a:lnTo>
                <a:lnTo>
                  <a:pt x="2810674" y="785864"/>
                </a:lnTo>
                <a:lnTo>
                  <a:pt x="2809644" y="781031"/>
                </a:lnTo>
                <a:lnTo>
                  <a:pt x="2815248" y="771107"/>
                </a:lnTo>
                <a:lnTo>
                  <a:pt x="2812414" y="759379"/>
                </a:lnTo>
                <a:lnTo>
                  <a:pt x="2805649" y="750422"/>
                </a:lnTo>
                <a:lnTo>
                  <a:pt x="2784132" y="733602"/>
                </a:lnTo>
                <a:lnTo>
                  <a:pt x="2776530" y="732829"/>
                </a:lnTo>
                <a:lnTo>
                  <a:pt x="2763967" y="724452"/>
                </a:lnTo>
                <a:lnTo>
                  <a:pt x="2755657" y="721938"/>
                </a:lnTo>
                <a:lnTo>
                  <a:pt x="2745542" y="724194"/>
                </a:lnTo>
                <a:lnTo>
                  <a:pt x="2741741" y="729414"/>
                </a:lnTo>
                <a:lnTo>
                  <a:pt x="2748183" y="733925"/>
                </a:lnTo>
                <a:lnTo>
                  <a:pt x="2750052" y="740433"/>
                </a:lnTo>
                <a:lnTo>
                  <a:pt x="2676544" y="913845"/>
                </a:lnTo>
                <a:lnTo>
                  <a:pt x="2673516" y="924543"/>
                </a:lnTo>
                <a:lnTo>
                  <a:pt x="2673967" y="935111"/>
                </a:lnTo>
                <a:lnTo>
                  <a:pt x="2678026" y="943746"/>
                </a:lnTo>
                <a:lnTo>
                  <a:pt x="2749923" y="941942"/>
                </a:lnTo>
                <a:lnTo>
                  <a:pt x="2751147" y="984538"/>
                </a:lnTo>
                <a:lnTo>
                  <a:pt x="2756365" y="988146"/>
                </a:lnTo>
                <a:lnTo>
                  <a:pt x="2750825" y="996202"/>
                </a:lnTo>
                <a:lnTo>
                  <a:pt x="2727439" y="996846"/>
                </a:lnTo>
                <a:lnTo>
                  <a:pt x="2726730" y="969136"/>
                </a:lnTo>
                <a:lnTo>
                  <a:pt x="2686208" y="970232"/>
                </a:lnTo>
                <a:lnTo>
                  <a:pt x="2686981" y="997877"/>
                </a:lnTo>
                <a:lnTo>
                  <a:pt x="2609415" y="1002388"/>
                </a:lnTo>
                <a:lnTo>
                  <a:pt x="2573273" y="1026682"/>
                </a:lnTo>
                <a:lnTo>
                  <a:pt x="2554204" y="1033384"/>
                </a:lnTo>
                <a:lnTo>
                  <a:pt x="2535263" y="1030871"/>
                </a:lnTo>
                <a:lnTo>
                  <a:pt x="2483982" y="1008832"/>
                </a:lnTo>
                <a:lnTo>
                  <a:pt x="2436566" y="1023009"/>
                </a:lnTo>
                <a:lnTo>
                  <a:pt x="2442944" y="1019143"/>
                </a:lnTo>
                <a:lnTo>
                  <a:pt x="2444941" y="1014116"/>
                </a:lnTo>
                <a:lnTo>
                  <a:pt x="2438370" y="993108"/>
                </a:lnTo>
                <a:lnTo>
                  <a:pt x="2429544" y="995364"/>
                </a:lnTo>
                <a:lnTo>
                  <a:pt x="2406867" y="993559"/>
                </a:lnTo>
                <a:lnTo>
                  <a:pt x="2390117" y="1001035"/>
                </a:lnTo>
                <a:lnTo>
                  <a:pt x="2389730" y="995815"/>
                </a:lnTo>
                <a:lnTo>
                  <a:pt x="2362801" y="996910"/>
                </a:lnTo>
                <a:lnTo>
                  <a:pt x="2354169" y="1000390"/>
                </a:lnTo>
                <a:lnTo>
                  <a:pt x="2350110" y="998070"/>
                </a:lnTo>
                <a:lnTo>
                  <a:pt x="2339351" y="1003226"/>
                </a:lnTo>
                <a:lnTo>
                  <a:pt x="2335615" y="1001808"/>
                </a:lnTo>
                <a:lnTo>
                  <a:pt x="2312680" y="1009541"/>
                </a:lnTo>
                <a:lnTo>
                  <a:pt x="2300182" y="1006383"/>
                </a:lnTo>
                <a:lnTo>
                  <a:pt x="2290067" y="1013150"/>
                </a:lnTo>
                <a:lnTo>
                  <a:pt x="2289165" y="1011087"/>
                </a:lnTo>
                <a:lnTo>
                  <a:pt x="2285300" y="1012247"/>
                </a:lnTo>
                <a:lnTo>
                  <a:pt x="2272093" y="1021205"/>
                </a:lnTo>
                <a:lnTo>
                  <a:pt x="2268356" y="1019852"/>
                </a:lnTo>
                <a:lnTo>
                  <a:pt x="2255149" y="1028293"/>
                </a:lnTo>
                <a:lnTo>
                  <a:pt x="2254505" y="1025909"/>
                </a:lnTo>
                <a:lnTo>
                  <a:pt x="2250575" y="1025587"/>
                </a:lnTo>
                <a:lnTo>
                  <a:pt x="2239881" y="1030420"/>
                </a:lnTo>
                <a:lnTo>
                  <a:pt x="2238013" y="1028938"/>
                </a:lnTo>
                <a:lnTo>
                  <a:pt x="2225901" y="1032740"/>
                </a:lnTo>
                <a:lnTo>
                  <a:pt x="2221907" y="1030807"/>
                </a:lnTo>
                <a:lnTo>
                  <a:pt x="2208893" y="1033642"/>
                </a:lnTo>
                <a:lnTo>
                  <a:pt x="2179967" y="1041182"/>
                </a:lnTo>
                <a:lnTo>
                  <a:pt x="2173460" y="1045628"/>
                </a:lnTo>
                <a:lnTo>
                  <a:pt x="2170368" y="1044339"/>
                </a:lnTo>
                <a:lnTo>
                  <a:pt x="2162315" y="1047948"/>
                </a:lnTo>
                <a:lnTo>
                  <a:pt x="2161542" y="1046015"/>
                </a:lnTo>
                <a:lnTo>
                  <a:pt x="2161864" y="1048206"/>
                </a:lnTo>
                <a:lnTo>
                  <a:pt x="2152458" y="1053426"/>
                </a:lnTo>
                <a:lnTo>
                  <a:pt x="2132938" y="1060450"/>
                </a:lnTo>
                <a:lnTo>
                  <a:pt x="2130232" y="1059032"/>
                </a:lnTo>
                <a:lnTo>
                  <a:pt x="2112193" y="1069020"/>
                </a:lnTo>
                <a:lnTo>
                  <a:pt x="2112064" y="1067087"/>
                </a:lnTo>
                <a:lnTo>
                  <a:pt x="2103367" y="1064381"/>
                </a:lnTo>
                <a:lnTo>
                  <a:pt x="2076889" y="1076947"/>
                </a:lnTo>
                <a:lnTo>
                  <a:pt x="2067741" y="1076882"/>
                </a:lnTo>
                <a:lnTo>
                  <a:pt x="2063554" y="1080040"/>
                </a:lnTo>
                <a:lnTo>
                  <a:pt x="2062329" y="1077462"/>
                </a:lnTo>
                <a:lnTo>
                  <a:pt x="2058335" y="1077333"/>
                </a:lnTo>
                <a:lnTo>
                  <a:pt x="2049767" y="1082360"/>
                </a:lnTo>
                <a:lnTo>
                  <a:pt x="2045901" y="1079847"/>
                </a:lnTo>
                <a:lnTo>
                  <a:pt x="2023353" y="1088740"/>
                </a:lnTo>
                <a:lnTo>
                  <a:pt x="2008665" y="1088868"/>
                </a:lnTo>
                <a:lnTo>
                  <a:pt x="1972587" y="1105817"/>
                </a:lnTo>
                <a:lnTo>
                  <a:pt x="1931034" y="1115161"/>
                </a:lnTo>
                <a:lnTo>
                  <a:pt x="1888192" y="1129853"/>
                </a:lnTo>
                <a:lnTo>
                  <a:pt x="1868221" y="1138682"/>
                </a:lnTo>
                <a:lnTo>
                  <a:pt x="1862809" y="1144159"/>
                </a:lnTo>
                <a:lnTo>
                  <a:pt x="1858171" y="1141453"/>
                </a:lnTo>
                <a:lnTo>
                  <a:pt x="1853017" y="1142097"/>
                </a:lnTo>
                <a:lnTo>
                  <a:pt x="1832144" y="1162396"/>
                </a:lnTo>
                <a:lnTo>
                  <a:pt x="1823124" y="1159690"/>
                </a:lnTo>
                <a:lnTo>
                  <a:pt x="1801929" y="1179344"/>
                </a:lnTo>
                <a:lnTo>
                  <a:pt x="1797355" y="1177153"/>
                </a:lnTo>
                <a:lnTo>
                  <a:pt x="1792008" y="1178764"/>
                </a:lnTo>
                <a:lnTo>
                  <a:pt x="1768880" y="1204348"/>
                </a:lnTo>
                <a:lnTo>
                  <a:pt x="1740984" y="1224260"/>
                </a:lnTo>
                <a:lnTo>
                  <a:pt x="1750455" y="1222778"/>
                </a:lnTo>
                <a:lnTo>
                  <a:pt x="1750970" y="1225613"/>
                </a:lnTo>
                <a:lnTo>
                  <a:pt x="1742144" y="1225742"/>
                </a:lnTo>
                <a:lnTo>
                  <a:pt x="1726876" y="1215238"/>
                </a:lnTo>
                <a:lnTo>
                  <a:pt x="1711994" y="1226193"/>
                </a:lnTo>
                <a:lnTo>
                  <a:pt x="1712767" y="1229351"/>
                </a:lnTo>
                <a:lnTo>
                  <a:pt x="1714571" y="1228191"/>
                </a:lnTo>
                <a:lnTo>
                  <a:pt x="1712831" y="1229480"/>
                </a:lnTo>
                <a:lnTo>
                  <a:pt x="1716310" y="1239017"/>
                </a:lnTo>
                <a:lnTo>
                  <a:pt x="1712960" y="1250166"/>
                </a:lnTo>
                <a:lnTo>
                  <a:pt x="1638100" y="1308034"/>
                </a:lnTo>
                <a:lnTo>
                  <a:pt x="1649438" y="1323822"/>
                </a:lnTo>
                <a:lnTo>
                  <a:pt x="1643769" y="1327946"/>
                </a:lnTo>
                <a:lnTo>
                  <a:pt x="1632495" y="1312158"/>
                </a:lnTo>
                <a:lnTo>
                  <a:pt x="1620190" y="1320600"/>
                </a:lnTo>
                <a:lnTo>
                  <a:pt x="1611622" y="1321889"/>
                </a:lnTo>
                <a:lnTo>
                  <a:pt x="1604020" y="1318860"/>
                </a:lnTo>
                <a:lnTo>
                  <a:pt x="1590684" y="1305972"/>
                </a:lnTo>
                <a:lnTo>
                  <a:pt x="1583984" y="1305972"/>
                </a:lnTo>
                <a:lnTo>
                  <a:pt x="1585466" y="1335228"/>
                </a:lnTo>
                <a:lnTo>
                  <a:pt x="1578186" y="1338644"/>
                </a:lnTo>
                <a:lnTo>
                  <a:pt x="1587205" y="1348826"/>
                </a:lnTo>
                <a:lnTo>
                  <a:pt x="1581987" y="1353530"/>
                </a:lnTo>
                <a:lnTo>
                  <a:pt x="1546167" y="1314156"/>
                </a:lnTo>
                <a:lnTo>
                  <a:pt x="1537019" y="1322533"/>
                </a:lnTo>
                <a:lnTo>
                  <a:pt x="1552803" y="1342575"/>
                </a:lnTo>
                <a:lnTo>
                  <a:pt x="1547713" y="1348310"/>
                </a:lnTo>
                <a:lnTo>
                  <a:pt x="1505902" y="1309130"/>
                </a:lnTo>
                <a:lnTo>
                  <a:pt x="1458422" y="1310483"/>
                </a:lnTo>
                <a:lnTo>
                  <a:pt x="1407141" y="1338386"/>
                </a:lnTo>
                <a:lnTo>
                  <a:pt x="1409009" y="1357010"/>
                </a:lnTo>
                <a:lnTo>
                  <a:pt x="1447728" y="1334842"/>
                </a:lnTo>
                <a:lnTo>
                  <a:pt x="1484256" y="1333424"/>
                </a:lnTo>
                <a:lnTo>
                  <a:pt x="1525423" y="1372024"/>
                </a:lnTo>
                <a:lnTo>
                  <a:pt x="1485996" y="1391679"/>
                </a:lnTo>
                <a:lnTo>
                  <a:pt x="1453140" y="1381304"/>
                </a:lnTo>
                <a:lnTo>
                  <a:pt x="1457263" y="1376535"/>
                </a:lnTo>
                <a:lnTo>
                  <a:pt x="1453655" y="1375440"/>
                </a:lnTo>
                <a:lnTo>
                  <a:pt x="1453075" y="1377244"/>
                </a:lnTo>
                <a:lnTo>
                  <a:pt x="1452946" y="1375182"/>
                </a:lnTo>
                <a:lnTo>
                  <a:pt x="1452302" y="1376986"/>
                </a:lnTo>
                <a:lnTo>
                  <a:pt x="1451851" y="1374731"/>
                </a:lnTo>
                <a:lnTo>
                  <a:pt x="1448243" y="1379177"/>
                </a:lnTo>
                <a:lnTo>
                  <a:pt x="1436647" y="1376729"/>
                </a:lnTo>
                <a:lnTo>
                  <a:pt x="1434972" y="1379693"/>
                </a:lnTo>
                <a:lnTo>
                  <a:pt x="1431042" y="1378082"/>
                </a:lnTo>
                <a:lnTo>
                  <a:pt x="1435681" y="1378791"/>
                </a:lnTo>
                <a:lnTo>
                  <a:pt x="1436518" y="1376600"/>
                </a:lnTo>
                <a:lnTo>
                  <a:pt x="1420412" y="1371509"/>
                </a:lnTo>
                <a:lnTo>
                  <a:pt x="1406497" y="1357203"/>
                </a:lnTo>
                <a:lnTo>
                  <a:pt x="1406432" y="1381755"/>
                </a:lnTo>
                <a:lnTo>
                  <a:pt x="1414228" y="1388715"/>
                </a:lnTo>
                <a:lnTo>
                  <a:pt x="1427241" y="1392839"/>
                </a:lnTo>
                <a:lnTo>
                  <a:pt x="1462803" y="1393226"/>
                </a:lnTo>
                <a:lnTo>
                  <a:pt x="1476976" y="1401668"/>
                </a:lnTo>
                <a:lnTo>
                  <a:pt x="1491085" y="1402119"/>
                </a:lnTo>
                <a:lnTo>
                  <a:pt x="1498816" y="1396383"/>
                </a:lnTo>
                <a:lnTo>
                  <a:pt x="1511894" y="1399992"/>
                </a:lnTo>
                <a:lnTo>
                  <a:pt x="1519689" y="1398961"/>
                </a:lnTo>
                <a:lnTo>
                  <a:pt x="1521235" y="1407403"/>
                </a:lnTo>
                <a:lnTo>
                  <a:pt x="1524070" y="1408498"/>
                </a:lnTo>
                <a:lnTo>
                  <a:pt x="1548680" y="1401796"/>
                </a:lnTo>
                <a:lnTo>
                  <a:pt x="1563691" y="1409078"/>
                </a:lnTo>
                <a:lnTo>
                  <a:pt x="1561371" y="1417585"/>
                </a:lnTo>
                <a:lnTo>
                  <a:pt x="1536504" y="1454639"/>
                </a:lnTo>
                <a:lnTo>
                  <a:pt x="1507706" y="1484346"/>
                </a:lnTo>
                <a:lnTo>
                  <a:pt x="1492180" y="1495043"/>
                </a:lnTo>
                <a:lnTo>
                  <a:pt x="1486318" y="1496203"/>
                </a:lnTo>
                <a:lnTo>
                  <a:pt x="1490763" y="1492337"/>
                </a:lnTo>
                <a:lnTo>
                  <a:pt x="1488315" y="1490855"/>
                </a:lnTo>
                <a:lnTo>
                  <a:pt x="1476525" y="1493690"/>
                </a:lnTo>
                <a:lnTo>
                  <a:pt x="1465058" y="1501230"/>
                </a:lnTo>
                <a:lnTo>
                  <a:pt x="1455137" y="1497041"/>
                </a:lnTo>
                <a:lnTo>
                  <a:pt x="1446890" y="1489050"/>
                </a:lnTo>
                <a:lnTo>
                  <a:pt x="1443734" y="1489566"/>
                </a:lnTo>
                <a:lnTo>
                  <a:pt x="1443669" y="1486537"/>
                </a:lnTo>
                <a:lnTo>
                  <a:pt x="1447341" y="1487310"/>
                </a:lnTo>
                <a:lnTo>
                  <a:pt x="1447084" y="1482735"/>
                </a:lnTo>
                <a:lnTo>
                  <a:pt x="1444571" y="1479191"/>
                </a:lnTo>
                <a:lnTo>
                  <a:pt x="1439353" y="1477902"/>
                </a:lnTo>
                <a:lnTo>
                  <a:pt x="1435423" y="1470233"/>
                </a:lnTo>
                <a:lnTo>
                  <a:pt x="1428014" y="1469202"/>
                </a:lnTo>
                <a:lnTo>
                  <a:pt x="1426275" y="1471264"/>
                </a:lnTo>
                <a:lnTo>
                  <a:pt x="1428981" y="1473069"/>
                </a:lnTo>
                <a:lnTo>
                  <a:pt x="1426661" y="1474809"/>
                </a:lnTo>
                <a:lnTo>
                  <a:pt x="1403147" y="1449483"/>
                </a:lnTo>
                <a:lnTo>
                  <a:pt x="1401858" y="1445037"/>
                </a:lnTo>
                <a:lnTo>
                  <a:pt x="1405144" y="1447099"/>
                </a:lnTo>
                <a:lnTo>
                  <a:pt x="1406883" y="1443232"/>
                </a:lnTo>
                <a:lnTo>
                  <a:pt x="1404757" y="1438013"/>
                </a:lnTo>
                <a:lnTo>
                  <a:pt x="1396769" y="1434984"/>
                </a:lnTo>
                <a:lnTo>
                  <a:pt x="1387170" y="1424415"/>
                </a:lnTo>
                <a:lnTo>
                  <a:pt x="1380792" y="1425253"/>
                </a:lnTo>
                <a:lnTo>
                  <a:pt x="1383691" y="1427895"/>
                </a:lnTo>
                <a:lnTo>
                  <a:pt x="1379761" y="1430408"/>
                </a:lnTo>
                <a:lnTo>
                  <a:pt x="1365717" y="1422611"/>
                </a:lnTo>
                <a:lnTo>
                  <a:pt x="1361722" y="1416554"/>
                </a:lnTo>
                <a:lnTo>
                  <a:pt x="1355087" y="1413976"/>
                </a:lnTo>
                <a:lnTo>
                  <a:pt x="1356697" y="1412300"/>
                </a:lnTo>
                <a:lnTo>
                  <a:pt x="1353798" y="1407725"/>
                </a:lnTo>
                <a:lnTo>
                  <a:pt x="1347420" y="1405985"/>
                </a:lnTo>
                <a:lnTo>
                  <a:pt x="1344392" y="1399863"/>
                </a:lnTo>
                <a:lnTo>
                  <a:pt x="1338401" y="1397994"/>
                </a:lnTo>
                <a:lnTo>
                  <a:pt x="1335889" y="1392452"/>
                </a:lnTo>
                <a:lnTo>
                  <a:pt x="1328931" y="1389681"/>
                </a:lnTo>
                <a:lnTo>
                  <a:pt x="1322939" y="1383108"/>
                </a:lnTo>
                <a:lnTo>
                  <a:pt x="1316046" y="1382786"/>
                </a:lnTo>
                <a:lnTo>
                  <a:pt x="1318623" y="1387748"/>
                </a:lnTo>
                <a:lnTo>
                  <a:pt x="1322166" y="1388844"/>
                </a:lnTo>
                <a:lnTo>
                  <a:pt x="1319267" y="1391744"/>
                </a:lnTo>
                <a:lnTo>
                  <a:pt x="1308315" y="1374989"/>
                </a:lnTo>
                <a:lnTo>
                  <a:pt x="1294980" y="1362036"/>
                </a:lnTo>
                <a:lnTo>
                  <a:pt x="1295108" y="1359329"/>
                </a:lnTo>
                <a:lnTo>
                  <a:pt x="1308186" y="1357912"/>
                </a:lnTo>
                <a:lnTo>
                  <a:pt x="1332216" y="1364485"/>
                </a:lnTo>
                <a:lnTo>
                  <a:pt x="1346712" y="1365774"/>
                </a:lnTo>
                <a:lnTo>
                  <a:pt x="1356375" y="1359652"/>
                </a:lnTo>
                <a:lnTo>
                  <a:pt x="1367005" y="1358105"/>
                </a:lnTo>
                <a:lnTo>
                  <a:pt x="1377764" y="1362487"/>
                </a:lnTo>
                <a:lnTo>
                  <a:pt x="1378924" y="1365387"/>
                </a:lnTo>
                <a:lnTo>
                  <a:pt x="1379181" y="1362938"/>
                </a:lnTo>
                <a:lnTo>
                  <a:pt x="1380276" y="1364807"/>
                </a:lnTo>
                <a:lnTo>
                  <a:pt x="1381372" y="1363325"/>
                </a:lnTo>
                <a:lnTo>
                  <a:pt x="1388265" y="1372733"/>
                </a:lnTo>
                <a:lnTo>
                  <a:pt x="1388909" y="1368609"/>
                </a:lnTo>
                <a:lnTo>
                  <a:pt x="1400054" y="1373571"/>
                </a:lnTo>
                <a:lnTo>
                  <a:pt x="1402116" y="1362874"/>
                </a:lnTo>
                <a:lnTo>
                  <a:pt x="1401536" y="1338450"/>
                </a:lnTo>
                <a:lnTo>
                  <a:pt x="1380019" y="1338322"/>
                </a:lnTo>
                <a:lnTo>
                  <a:pt x="1379697" y="1345668"/>
                </a:lnTo>
                <a:lnTo>
                  <a:pt x="1368100" y="1345603"/>
                </a:lnTo>
                <a:lnTo>
                  <a:pt x="1378215" y="1344250"/>
                </a:lnTo>
                <a:lnTo>
                  <a:pt x="1377828" y="1337355"/>
                </a:lnTo>
                <a:lnTo>
                  <a:pt x="1353283" y="1333488"/>
                </a:lnTo>
                <a:lnTo>
                  <a:pt x="1348709" y="1329815"/>
                </a:lnTo>
                <a:lnTo>
                  <a:pt x="1336211" y="1335486"/>
                </a:lnTo>
                <a:lnTo>
                  <a:pt x="1338143" y="1339030"/>
                </a:lnTo>
                <a:lnTo>
                  <a:pt x="1324614" y="1341608"/>
                </a:lnTo>
                <a:lnTo>
                  <a:pt x="1323906" y="1339224"/>
                </a:lnTo>
                <a:lnTo>
                  <a:pt x="1318816" y="1338257"/>
                </a:lnTo>
                <a:lnTo>
                  <a:pt x="1317979" y="1334519"/>
                </a:lnTo>
                <a:lnTo>
                  <a:pt x="1323133" y="1332071"/>
                </a:lnTo>
                <a:lnTo>
                  <a:pt x="1326289" y="1326915"/>
                </a:lnTo>
                <a:lnTo>
                  <a:pt x="1330026" y="1326915"/>
                </a:lnTo>
                <a:lnTo>
                  <a:pt x="1332088" y="1330846"/>
                </a:lnTo>
                <a:lnTo>
                  <a:pt x="1335115" y="1329751"/>
                </a:lnTo>
                <a:lnTo>
                  <a:pt x="1335631" y="1334584"/>
                </a:lnTo>
                <a:lnTo>
                  <a:pt x="1348000" y="1329171"/>
                </a:lnTo>
                <a:lnTo>
                  <a:pt x="1334471" y="1316991"/>
                </a:lnTo>
                <a:lnTo>
                  <a:pt x="1326096" y="1316734"/>
                </a:lnTo>
                <a:lnTo>
                  <a:pt x="1317399" y="1326078"/>
                </a:lnTo>
                <a:lnTo>
                  <a:pt x="1307091" y="1326013"/>
                </a:lnTo>
                <a:lnTo>
                  <a:pt x="1298265" y="1320342"/>
                </a:lnTo>
                <a:lnTo>
                  <a:pt x="1292209" y="1325949"/>
                </a:lnTo>
                <a:lnTo>
                  <a:pt x="1293820" y="1328011"/>
                </a:lnTo>
                <a:lnTo>
                  <a:pt x="1288086" y="1335164"/>
                </a:lnTo>
                <a:lnTo>
                  <a:pt x="1286411" y="1334133"/>
                </a:lnTo>
                <a:lnTo>
                  <a:pt x="1284865" y="1343412"/>
                </a:lnTo>
                <a:lnTo>
                  <a:pt x="1258194" y="1320278"/>
                </a:lnTo>
                <a:lnTo>
                  <a:pt x="1260126" y="1316669"/>
                </a:lnTo>
                <a:lnTo>
                  <a:pt x="1246662" y="1305392"/>
                </a:lnTo>
                <a:lnTo>
                  <a:pt x="1240864" y="1315509"/>
                </a:lnTo>
                <a:lnTo>
                  <a:pt x="1213033" y="1298883"/>
                </a:lnTo>
                <a:lnTo>
                  <a:pt x="1158401" y="1390390"/>
                </a:lnTo>
                <a:lnTo>
                  <a:pt x="1113691" y="1363518"/>
                </a:lnTo>
                <a:lnTo>
                  <a:pt x="1165617" y="1275813"/>
                </a:lnTo>
                <a:lnTo>
                  <a:pt x="1102739" y="1237922"/>
                </a:lnTo>
                <a:lnTo>
                  <a:pt x="1062797" y="1305134"/>
                </a:lnTo>
                <a:lnTo>
                  <a:pt x="931179" y="1226193"/>
                </a:lnTo>
                <a:lnTo>
                  <a:pt x="949025" y="1195390"/>
                </a:lnTo>
                <a:lnTo>
                  <a:pt x="971444" y="1191653"/>
                </a:lnTo>
                <a:lnTo>
                  <a:pt x="1052875" y="1240242"/>
                </a:lnTo>
                <a:lnTo>
                  <a:pt x="1073233" y="1205830"/>
                </a:lnTo>
                <a:lnTo>
                  <a:pt x="998760" y="1161043"/>
                </a:lnTo>
                <a:lnTo>
                  <a:pt x="1013770" y="1136168"/>
                </a:lnTo>
                <a:lnTo>
                  <a:pt x="984844" y="1105043"/>
                </a:lnTo>
                <a:lnTo>
                  <a:pt x="964164" y="1119027"/>
                </a:lnTo>
                <a:lnTo>
                  <a:pt x="923706" y="1123022"/>
                </a:lnTo>
                <a:lnTo>
                  <a:pt x="891945" y="1113034"/>
                </a:lnTo>
                <a:lnTo>
                  <a:pt x="890270" y="1106332"/>
                </a:lnTo>
                <a:lnTo>
                  <a:pt x="896326" y="1094797"/>
                </a:lnTo>
                <a:lnTo>
                  <a:pt x="887307" y="1091962"/>
                </a:lnTo>
                <a:lnTo>
                  <a:pt x="870750" y="1108136"/>
                </a:lnTo>
                <a:lnTo>
                  <a:pt x="798531" y="1089964"/>
                </a:lnTo>
                <a:lnTo>
                  <a:pt x="785389" y="1098728"/>
                </a:lnTo>
                <a:lnTo>
                  <a:pt x="752533" y="1082682"/>
                </a:lnTo>
                <a:lnTo>
                  <a:pt x="709626" y="1046208"/>
                </a:lnTo>
                <a:lnTo>
                  <a:pt x="686112" y="1046079"/>
                </a:lnTo>
                <a:lnTo>
                  <a:pt x="688882" y="1058774"/>
                </a:lnTo>
                <a:lnTo>
                  <a:pt x="706470" y="1062447"/>
                </a:lnTo>
                <a:lnTo>
                  <a:pt x="742289" y="1092864"/>
                </a:lnTo>
                <a:lnTo>
                  <a:pt x="738939" y="1101692"/>
                </a:lnTo>
                <a:lnTo>
                  <a:pt x="753950" y="1102594"/>
                </a:lnTo>
                <a:lnTo>
                  <a:pt x="684050" y="1102981"/>
                </a:lnTo>
                <a:lnTo>
                  <a:pt x="683599" y="1145126"/>
                </a:lnTo>
                <a:lnTo>
                  <a:pt x="686820" y="1153052"/>
                </a:lnTo>
                <a:lnTo>
                  <a:pt x="719741" y="1160592"/>
                </a:lnTo>
                <a:lnTo>
                  <a:pt x="724508" y="1152086"/>
                </a:lnTo>
                <a:lnTo>
                  <a:pt x="735009" y="1155437"/>
                </a:lnTo>
                <a:lnTo>
                  <a:pt x="729082" y="1164974"/>
                </a:lnTo>
                <a:lnTo>
                  <a:pt x="737651" y="1157563"/>
                </a:lnTo>
                <a:lnTo>
                  <a:pt x="742805" y="1156274"/>
                </a:lnTo>
                <a:lnTo>
                  <a:pt x="765482" y="1167487"/>
                </a:lnTo>
                <a:lnTo>
                  <a:pt x="774372" y="1182760"/>
                </a:lnTo>
                <a:lnTo>
                  <a:pt x="777980" y="1202479"/>
                </a:lnTo>
                <a:lnTo>
                  <a:pt x="798016" y="1225098"/>
                </a:lnTo>
                <a:lnTo>
                  <a:pt x="803105" y="1223293"/>
                </a:lnTo>
                <a:lnTo>
                  <a:pt x="802847" y="1225807"/>
                </a:lnTo>
                <a:lnTo>
                  <a:pt x="806520" y="1226838"/>
                </a:lnTo>
                <a:lnTo>
                  <a:pt x="806455" y="1233604"/>
                </a:lnTo>
                <a:lnTo>
                  <a:pt x="811029" y="1231091"/>
                </a:lnTo>
                <a:lnTo>
                  <a:pt x="813348" y="1237986"/>
                </a:lnTo>
                <a:lnTo>
                  <a:pt x="838538" y="1241981"/>
                </a:lnTo>
                <a:lnTo>
                  <a:pt x="865467" y="1269305"/>
                </a:lnTo>
                <a:lnTo>
                  <a:pt x="866047" y="1273816"/>
                </a:lnTo>
                <a:lnTo>
                  <a:pt x="855868" y="1284384"/>
                </a:lnTo>
                <a:lnTo>
                  <a:pt x="846849" y="1289797"/>
                </a:lnTo>
                <a:lnTo>
                  <a:pt x="831451" y="1293084"/>
                </a:lnTo>
                <a:lnTo>
                  <a:pt x="819147" y="1298754"/>
                </a:lnTo>
                <a:lnTo>
                  <a:pt x="811158" y="1291215"/>
                </a:lnTo>
                <a:lnTo>
                  <a:pt x="798853" y="1290442"/>
                </a:lnTo>
                <a:lnTo>
                  <a:pt x="776112" y="1283031"/>
                </a:lnTo>
                <a:lnTo>
                  <a:pt x="759297" y="1298561"/>
                </a:lnTo>
                <a:lnTo>
                  <a:pt x="763356" y="1299850"/>
                </a:lnTo>
                <a:lnTo>
                  <a:pt x="776627" y="1287606"/>
                </a:lnTo>
                <a:lnTo>
                  <a:pt x="781137" y="1287799"/>
                </a:lnTo>
                <a:lnTo>
                  <a:pt x="808903" y="1294115"/>
                </a:lnTo>
                <a:lnTo>
                  <a:pt x="819598" y="1304490"/>
                </a:lnTo>
                <a:lnTo>
                  <a:pt x="820886" y="1309774"/>
                </a:lnTo>
                <a:lnTo>
                  <a:pt x="808130" y="1336904"/>
                </a:lnTo>
                <a:lnTo>
                  <a:pt x="796341" y="1345926"/>
                </a:lnTo>
                <a:lnTo>
                  <a:pt x="752468" y="1364936"/>
                </a:lnTo>
                <a:lnTo>
                  <a:pt x="721867" y="1339095"/>
                </a:lnTo>
                <a:lnTo>
                  <a:pt x="677092" y="1314800"/>
                </a:lnTo>
                <a:lnTo>
                  <a:pt x="676448" y="1305263"/>
                </a:lnTo>
                <a:lnTo>
                  <a:pt x="673163" y="1298432"/>
                </a:lnTo>
                <a:lnTo>
                  <a:pt x="663821" y="1313447"/>
                </a:lnTo>
                <a:lnTo>
                  <a:pt x="646942" y="1304425"/>
                </a:lnTo>
                <a:lnTo>
                  <a:pt x="638503" y="1322211"/>
                </a:lnTo>
                <a:lnTo>
                  <a:pt x="696613" y="1356816"/>
                </a:lnTo>
                <a:lnTo>
                  <a:pt x="698223" y="1364549"/>
                </a:lnTo>
                <a:lnTo>
                  <a:pt x="647007" y="1393483"/>
                </a:lnTo>
                <a:lnTo>
                  <a:pt x="569634" y="1421000"/>
                </a:lnTo>
                <a:lnTo>
                  <a:pt x="545733" y="1336388"/>
                </a:lnTo>
                <a:lnTo>
                  <a:pt x="510686" y="1304103"/>
                </a:lnTo>
                <a:lnTo>
                  <a:pt x="479505" y="1338515"/>
                </a:lnTo>
                <a:lnTo>
                  <a:pt x="516742" y="1372862"/>
                </a:lnTo>
                <a:lnTo>
                  <a:pt x="545539" y="1474229"/>
                </a:lnTo>
                <a:lnTo>
                  <a:pt x="545604" y="1486924"/>
                </a:lnTo>
                <a:lnTo>
                  <a:pt x="541610" y="1495301"/>
                </a:lnTo>
                <a:lnTo>
                  <a:pt x="529176" y="1508447"/>
                </a:lnTo>
                <a:lnTo>
                  <a:pt x="523571" y="1502712"/>
                </a:lnTo>
                <a:lnTo>
                  <a:pt x="495353" y="1532935"/>
                </a:lnTo>
                <a:lnTo>
                  <a:pt x="498188" y="1539508"/>
                </a:lnTo>
                <a:lnTo>
                  <a:pt x="442655" y="1595701"/>
                </a:lnTo>
                <a:lnTo>
                  <a:pt x="436148" y="1599116"/>
                </a:lnTo>
                <a:lnTo>
                  <a:pt x="428868" y="1598150"/>
                </a:lnTo>
                <a:lnTo>
                  <a:pt x="423457" y="1593188"/>
                </a:lnTo>
                <a:lnTo>
                  <a:pt x="412956" y="1571149"/>
                </a:lnTo>
                <a:lnTo>
                  <a:pt x="412054" y="1561998"/>
                </a:lnTo>
                <a:lnTo>
                  <a:pt x="414051" y="1562320"/>
                </a:lnTo>
                <a:lnTo>
                  <a:pt x="415210" y="1570247"/>
                </a:lnTo>
                <a:lnTo>
                  <a:pt x="425583" y="1591963"/>
                </a:lnTo>
                <a:lnTo>
                  <a:pt x="428159" y="1592930"/>
                </a:lnTo>
                <a:lnTo>
                  <a:pt x="453027" y="1568571"/>
                </a:lnTo>
                <a:lnTo>
                  <a:pt x="454315" y="1559872"/>
                </a:lnTo>
                <a:lnTo>
                  <a:pt x="443492" y="1536995"/>
                </a:lnTo>
                <a:lnTo>
                  <a:pt x="439047" y="1533902"/>
                </a:lnTo>
                <a:lnTo>
                  <a:pt x="432991" y="1522624"/>
                </a:lnTo>
                <a:lnTo>
                  <a:pt x="406513" y="1520240"/>
                </a:lnTo>
                <a:lnTo>
                  <a:pt x="382354" y="1470104"/>
                </a:lnTo>
                <a:lnTo>
                  <a:pt x="369276" y="1455025"/>
                </a:lnTo>
                <a:lnTo>
                  <a:pt x="309427" y="1306616"/>
                </a:lnTo>
                <a:lnTo>
                  <a:pt x="309427" y="1275040"/>
                </a:lnTo>
                <a:lnTo>
                  <a:pt x="341832" y="1249650"/>
                </a:lnTo>
                <a:lnTo>
                  <a:pt x="354974" y="1268016"/>
                </a:lnTo>
                <a:lnTo>
                  <a:pt x="458052" y="1195777"/>
                </a:lnTo>
                <a:lnTo>
                  <a:pt x="501602" y="1169678"/>
                </a:lnTo>
                <a:lnTo>
                  <a:pt x="534394" y="1159625"/>
                </a:lnTo>
                <a:lnTo>
                  <a:pt x="560808" y="1160463"/>
                </a:lnTo>
                <a:lnTo>
                  <a:pt x="584000" y="1157048"/>
                </a:lnTo>
                <a:lnTo>
                  <a:pt x="587608" y="1161107"/>
                </a:lnTo>
                <a:lnTo>
                  <a:pt x="553657" y="1198419"/>
                </a:lnTo>
                <a:lnTo>
                  <a:pt x="549662" y="1212854"/>
                </a:lnTo>
                <a:lnTo>
                  <a:pt x="525246" y="1236697"/>
                </a:lnTo>
                <a:lnTo>
                  <a:pt x="505919" y="1251712"/>
                </a:lnTo>
                <a:lnTo>
                  <a:pt x="530593" y="1276071"/>
                </a:lnTo>
                <a:lnTo>
                  <a:pt x="556556" y="1248232"/>
                </a:lnTo>
                <a:lnTo>
                  <a:pt x="564802" y="1255128"/>
                </a:lnTo>
                <a:lnTo>
                  <a:pt x="574143" y="1249263"/>
                </a:lnTo>
                <a:lnTo>
                  <a:pt x="579942" y="1249070"/>
                </a:lnTo>
                <a:lnTo>
                  <a:pt x="577751" y="1244624"/>
                </a:lnTo>
                <a:lnTo>
                  <a:pt x="581101" y="1244430"/>
                </a:lnTo>
                <a:lnTo>
                  <a:pt x="581745" y="1247137"/>
                </a:lnTo>
                <a:lnTo>
                  <a:pt x="585611" y="1245526"/>
                </a:lnTo>
                <a:lnTo>
                  <a:pt x="579040" y="1234828"/>
                </a:lnTo>
                <a:lnTo>
                  <a:pt x="583871" y="1223487"/>
                </a:lnTo>
                <a:lnTo>
                  <a:pt x="579942" y="1220329"/>
                </a:lnTo>
                <a:lnTo>
                  <a:pt x="594437" y="1206474"/>
                </a:lnTo>
                <a:lnTo>
                  <a:pt x="633478" y="1159174"/>
                </a:lnTo>
                <a:lnTo>
                  <a:pt x="641659" y="1158272"/>
                </a:lnTo>
                <a:lnTo>
                  <a:pt x="642819" y="1152666"/>
                </a:lnTo>
                <a:lnTo>
                  <a:pt x="648810" y="1149057"/>
                </a:lnTo>
                <a:lnTo>
                  <a:pt x="662275" y="1147381"/>
                </a:lnTo>
                <a:lnTo>
                  <a:pt x="683857" y="1154599"/>
                </a:lnTo>
                <a:lnTo>
                  <a:pt x="680249" y="1144546"/>
                </a:lnTo>
                <a:lnTo>
                  <a:pt x="681151" y="1055552"/>
                </a:lnTo>
                <a:lnTo>
                  <a:pt x="677157" y="1046273"/>
                </a:lnTo>
                <a:lnTo>
                  <a:pt x="670843" y="1050526"/>
                </a:lnTo>
                <a:lnTo>
                  <a:pt x="661566" y="1051363"/>
                </a:lnTo>
                <a:lnTo>
                  <a:pt x="662082" y="1065734"/>
                </a:lnTo>
                <a:lnTo>
                  <a:pt x="657894" y="1069149"/>
                </a:lnTo>
                <a:lnTo>
                  <a:pt x="654802" y="1081780"/>
                </a:lnTo>
                <a:lnTo>
                  <a:pt x="657443" y="1081651"/>
                </a:lnTo>
                <a:lnTo>
                  <a:pt x="657636" y="1087193"/>
                </a:lnTo>
                <a:lnTo>
                  <a:pt x="623041" y="1088611"/>
                </a:lnTo>
                <a:lnTo>
                  <a:pt x="622397" y="1074627"/>
                </a:lnTo>
                <a:lnTo>
                  <a:pt x="603134" y="1068118"/>
                </a:lnTo>
                <a:lnTo>
                  <a:pt x="590056" y="1051879"/>
                </a:lnTo>
                <a:lnTo>
                  <a:pt x="590056" y="1051879"/>
                </a:lnTo>
              </a:path>
            </a:pathLst>
          </a:custGeom>
          <a:noFill xmlns:a="http://schemas.openxmlformats.org/drawingml/2006/main"/>
          <a:ln xmlns:a="http://schemas.openxmlformats.org/drawingml/2006/main" w="5119">
            <a:solidFill>
              <a:srgbClr val="E4EAF4"/>
            </a:solidFill>
            <a:prstDash val="solid"/>
          </a:ln>
        </p:spPr>
      </p:sp>
      <p:sp>
        <p:nvSpPr>
          <p:cNvPr id="746" name="Editable chart path">
            <a:extLst xmlns:a="http://schemas.openxmlformats.org/drawingml/2006/main">
              <a:ext uri="{FF2B5EF4-FFF2-40B4-BE49-F238E27FC236}">
                <a16:creationId xmlns:a16="http://schemas.microsoft.com/office/drawing/2014/main" id="{EC6F51C1-075E-4774-9C06-4017899D2B62}"/>
              </a:ext>
            </a:extLst>
          </p:cNvPr>
          <p:cNvSpPr>
            <a:spLocks xmlns:a="http://schemas.openxmlformats.org/drawingml/2006/main" noGrp="1"/>
          </p:cNvSpPr>
          <p:nvPr/>
        </p:nvSpPr>
        <p:spPr>
          <a:xfrm xmlns:a="http://schemas.openxmlformats.org/drawingml/2006/main">
            <a:off x="9378119" y="2792253"/>
            <a:ext cx="664312" cy="247963"/>
          </a:xfrm>
          <a:custGeom xmlns:a="http://schemas.openxmlformats.org/drawingml/2006/main">
            <a:pathLst>
              <a:path w="494451" h="184561">
                <a:moveTo>
                  <a:pt x="10694" y="54324"/>
                </a:moveTo>
                <a:lnTo>
                  <a:pt x="12047" y="51038"/>
                </a:lnTo>
                <a:lnTo>
                  <a:pt x="7795" y="48009"/>
                </a:lnTo>
                <a:lnTo>
                  <a:pt x="7022" y="40405"/>
                </a:lnTo>
                <a:lnTo>
                  <a:pt x="0" y="36861"/>
                </a:lnTo>
                <a:lnTo>
                  <a:pt x="1739" y="29708"/>
                </a:lnTo>
                <a:lnTo>
                  <a:pt x="64" y="28676"/>
                </a:lnTo>
                <a:lnTo>
                  <a:pt x="17974" y="24294"/>
                </a:lnTo>
                <a:lnTo>
                  <a:pt x="26349" y="13082"/>
                </a:lnTo>
                <a:lnTo>
                  <a:pt x="38719" y="9344"/>
                </a:lnTo>
                <a:lnTo>
                  <a:pt x="47158" y="0"/>
                </a:lnTo>
                <a:lnTo>
                  <a:pt x="76793" y="10246"/>
                </a:lnTo>
                <a:lnTo>
                  <a:pt x="106621" y="24230"/>
                </a:lnTo>
                <a:lnTo>
                  <a:pt x="124789" y="27259"/>
                </a:lnTo>
                <a:lnTo>
                  <a:pt x="139799" y="35250"/>
                </a:lnTo>
                <a:lnTo>
                  <a:pt x="146113" y="41887"/>
                </a:lnTo>
                <a:lnTo>
                  <a:pt x="148625" y="49878"/>
                </a:lnTo>
                <a:lnTo>
                  <a:pt x="173364" y="60704"/>
                </a:lnTo>
                <a:lnTo>
                  <a:pt x="174975" y="57353"/>
                </a:lnTo>
                <a:lnTo>
                  <a:pt x="186571" y="58126"/>
                </a:lnTo>
                <a:lnTo>
                  <a:pt x="191081" y="67019"/>
                </a:lnTo>
                <a:lnTo>
                  <a:pt x="211374" y="65537"/>
                </a:lnTo>
                <a:lnTo>
                  <a:pt x="225547" y="67277"/>
                </a:lnTo>
                <a:lnTo>
                  <a:pt x="242491" y="60962"/>
                </a:lnTo>
                <a:lnTo>
                  <a:pt x="276120" y="58126"/>
                </a:lnTo>
                <a:lnTo>
                  <a:pt x="283722" y="54195"/>
                </a:lnTo>
                <a:lnTo>
                  <a:pt x="299312" y="57417"/>
                </a:lnTo>
                <a:lnTo>
                  <a:pt x="307752" y="63733"/>
                </a:lnTo>
                <a:lnTo>
                  <a:pt x="317415" y="62251"/>
                </a:lnTo>
                <a:lnTo>
                  <a:pt x="337709" y="67470"/>
                </a:lnTo>
                <a:lnTo>
                  <a:pt x="368632" y="65795"/>
                </a:lnTo>
                <a:lnTo>
                  <a:pt x="377394" y="62702"/>
                </a:lnTo>
                <a:lnTo>
                  <a:pt x="382161" y="57933"/>
                </a:lnTo>
                <a:lnTo>
                  <a:pt x="435182" y="56451"/>
                </a:lnTo>
                <a:lnTo>
                  <a:pt x="454766" y="65021"/>
                </a:lnTo>
                <a:lnTo>
                  <a:pt x="469004" y="80487"/>
                </a:lnTo>
                <a:lnTo>
                  <a:pt x="482791" y="112966"/>
                </a:lnTo>
                <a:lnTo>
                  <a:pt x="494451" y="156335"/>
                </a:lnTo>
                <a:lnTo>
                  <a:pt x="491681" y="160846"/>
                </a:lnTo>
                <a:lnTo>
                  <a:pt x="484079" y="163037"/>
                </a:lnTo>
                <a:lnTo>
                  <a:pt x="451288" y="154917"/>
                </a:lnTo>
                <a:lnTo>
                  <a:pt x="401746" y="154660"/>
                </a:lnTo>
                <a:lnTo>
                  <a:pt x="397494" y="163488"/>
                </a:lnTo>
                <a:lnTo>
                  <a:pt x="392791" y="159879"/>
                </a:lnTo>
                <a:lnTo>
                  <a:pt x="394273" y="155626"/>
                </a:lnTo>
                <a:lnTo>
                  <a:pt x="390665" y="154595"/>
                </a:lnTo>
                <a:lnTo>
                  <a:pt x="333779" y="154209"/>
                </a:lnTo>
                <a:lnTo>
                  <a:pt x="311102" y="165164"/>
                </a:lnTo>
                <a:lnTo>
                  <a:pt x="299505" y="158719"/>
                </a:lnTo>
                <a:lnTo>
                  <a:pt x="295640" y="163681"/>
                </a:lnTo>
                <a:lnTo>
                  <a:pt x="285590" y="167548"/>
                </a:lnTo>
                <a:lnTo>
                  <a:pt x="283400" y="164519"/>
                </a:lnTo>
                <a:lnTo>
                  <a:pt x="278954" y="165872"/>
                </a:lnTo>
                <a:lnTo>
                  <a:pt x="269033" y="173863"/>
                </a:lnTo>
                <a:lnTo>
                  <a:pt x="262397" y="175539"/>
                </a:lnTo>
                <a:lnTo>
                  <a:pt x="256599" y="173799"/>
                </a:lnTo>
                <a:lnTo>
                  <a:pt x="231216" y="182756"/>
                </a:lnTo>
                <a:lnTo>
                  <a:pt x="206478" y="184561"/>
                </a:lnTo>
                <a:lnTo>
                  <a:pt x="188246" y="163101"/>
                </a:lnTo>
                <a:lnTo>
                  <a:pt x="183865" y="149504"/>
                </a:lnTo>
                <a:lnTo>
                  <a:pt x="174524" y="143833"/>
                </a:lnTo>
                <a:lnTo>
                  <a:pt x="155261" y="145251"/>
                </a:lnTo>
                <a:lnTo>
                  <a:pt x="143536" y="123148"/>
                </a:lnTo>
                <a:lnTo>
                  <a:pt x="144760" y="116961"/>
                </a:lnTo>
                <a:lnTo>
                  <a:pt x="141925" y="118121"/>
                </a:lnTo>
                <a:lnTo>
                  <a:pt x="130716" y="110259"/>
                </a:lnTo>
                <a:lnTo>
                  <a:pt x="117766" y="109164"/>
                </a:lnTo>
                <a:lnTo>
                  <a:pt x="113128" y="104395"/>
                </a:lnTo>
                <a:lnTo>
                  <a:pt x="94832" y="99111"/>
                </a:lnTo>
                <a:lnTo>
                  <a:pt x="80916" y="89058"/>
                </a:lnTo>
                <a:lnTo>
                  <a:pt x="76793" y="87512"/>
                </a:lnTo>
                <a:lnTo>
                  <a:pt x="77695" y="90025"/>
                </a:lnTo>
                <a:lnTo>
                  <a:pt x="73056" y="89445"/>
                </a:lnTo>
                <a:lnTo>
                  <a:pt x="67903" y="83194"/>
                </a:lnTo>
                <a:lnTo>
                  <a:pt x="51732" y="80165"/>
                </a:lnTo>
                <a:lnTo>
                  <a:pt x="46900" y="70048"/>
                </a:lnTo>
                <a:lnTo>
                  <a:pt x="37108" y="68308"/>
                </a:lnTo>
                <a:lnTo>
                  <a:pt x="33436" y="71530"/>
                </a:lnTo>
                <a:lnTo>
                  <a:pt x="27509" y="70370"/>
                </a:lnTo>
                <a:lnTo>
                  <a:pt x="15333" y="57611"/>
                </a:lnTo>
                <a:lnTo>
                  <a:pt x="12820" y="58706"/>
                </a:lnTo>
                <a:lnTo>
                  <a:pt x="13980" y="54453"/>
                </a:lnTo>
                <a:lnTo>
                  <a:pt x="10694" y="54324"/>
                </a:lnTo>
              </a:path>
            </a:pathLst>
          </a:custGeom>
          <a:noFill xmlns:a="http://schemas.openxmlformats.org/drawingml/2006/main"/>
          <a:ln xmlns:a="http://schemas.openxmlformats.org/drawingml/2006/main" w="5119">
            <a:solidFill>
              <a:srgbClr val="E4EAF4"/>
            </a:solidFill>
            <a:prstDash val="solid"/>
          </a:ln>
        </p:spPr>
      </p:sp>
      <p:sp>
        <p:nvSpPr>
          <p:cNvPr id="747" name="Editable chart path">
            <a:extLst xmlns:a="http://schemas.openxmlformats.org/drawingml/2006/main">
              <a:ext uri="{FF2B5EF4-FFF2-40B4-BE49-F238E27FC236}">
                <a16:creationId xmlns:a16="http://schemas.microsoft.com/office/drawing/2014/main" id="{5765598D-7505-4014-8A1E-972EBEBFCD0C}"/>
              </a:ext>
            </a:extLst>
          </p:cNvPr>
          <p:cNvSpPr>
            <a:spLocks xmlns:a="http://schemas.openxmlformats.org/drawingml/2006/main" noGrp="1"/>
          </p:cNvSpPr>
          <p:nvPr/>
        </p:nvSpPr>
        <p:spPr>
          <a:xfrm xmlns:a="http://schemas.openxmlformats.org/drawingml/2006/main">
            <a:off x="8657806" y="4485659"/>
            <a:ext cx="140566" cy="165799"/>
          </a:xfrm>
          <a:custGeom xmlns:a="http://schemas.openxmlformats.org/drawingml/2006/main">
            <a:pathLst>
              <a:path w="104624" h="123406">
                <a:moveTo>
                  <a:pt x="35691" y="10504"/>
                </a:moveTo>
                <a:lnTo>
                  <a:pt x="41038" y="18237"/>
                </a:lnTo>
                <a:lnTo>
                  <a:pt x="44710" y="14370"/>
                </a:lnTo>
                <a:lnTo>
                  <a:pt x="51603" y="14628"/>
                </a:lnTo>
                <a:lnTo>
                  <a:pt x="55082" y="12115"/>
                </a:lnTo>
                <a:lnTo>
                  <a:pt x="51281" y="8764"/>
                </a:lnTo>
                <a:lnTo>
                  <a:pt x="50379" y="10568"/>
                </a:lnTo>
                <a:lnTo>
                  <a:pt x="52634" y="6444"/>
                </a:lnTo>
                <a:lnTo>
                  <a:pt x="94252" y="1160"/>
                </a:lnTo>
                <a:lnTo>
                  <a:pt x="97860" y="3738"/>
                </a:lnTo>
                <a:lnTo>
                  <a:pt x="97860" y="9344"/>
                </a:lnTo>
                <a:lnTo>
                  <a:pt x="91417" y="19912"/>
                </a:lnTo>
                <a:lnTo>
                  <a:pt x="75376" y="25970"/>
                </a:lnTo>
                <a:lnTo>
                  <a:pt x="76213" y="22490"/>
                </a:lnTo>
                <a:lnTo>
                  <a:pt x="70351" y="21781"/>
                </a:lnTo>
                <a:lnTo>
                  <a:pt x="66099" y="26034"/>
                </a:lnTo>
                <a:lnTo>
                  <a:pt x="64746" y="32414"/>
                </a:lnTo>
                <a:lnTo>
                  <a:pt x="70673" y="44722"/>
                </a:lnTo>
                <a:lnTo>
                  <a:pt x="77630" y="44787"/>
                </a:lnTo>
                <a:lnTo>
                  <a:pt x="79048" y="42338"/>
                </a:lnTo>
                <a:lnTo>
                  <a:pt x="76793" y="40791"/>
                </a:lnTo>
                <a:lnTo>
                  <a:pt x="81754" y="42531"/>
                </a:lnTo>
                <a:lnTo>
                  <a:pt x="84717" y="57224"/>
                </a:lnTo>
                <a:lnTo>
                  <a:pt x="97537" y="68179"/>
                </a:lnTo>
                <a:lnTo>
                  <a:pt x="100114" y="75074"/>
                </a:lnTo>
                <a:lnTo>
                  <a:pt x="104366" y="78039"/>
                </a:lnTo>
                <a:lnTo>
                  <a:pt x="104624" y="82227"/>
                </a:lnTo>
                <a:lnTo>
                  <a:pt x="101725" y="79521"/>
                </a:lnTo>
                <a:lnTo>
                  <a:pt x="97344" y="81454"/>
                </a:lnTo>
                <a:lnTo>
                  <a:pt x="94638" y="89252"/>
                </a:lnTo>
                <a:lnTo>
                  <a:pt x="98310" y="92216"/>
                </a:lnTo>
                <a:lnTo>
                  <a:pt x="89033" y="96147"/>
                </a:lnTo>
                <a:lnTo>
                  <a:pt x="91159" y="94342"/>
                </a:lnTo>
                <a:lnTo>
                  <a:pt x="84073" y="90863"/>
                </a:lnTo>
                <a:lnTo>
                  <a:pt x="79499" y="83967"/>
                </a:lnTo>
                <a:lnTo>
                  <a:pt x="68289" y="75268"/>
                </a:lnTo>
                <a:lnTo>
                  <a:pt x="60107" y="63539"/>
                </a:lnTo>
                <a:lnTo>
                  <a:pt x="52312" y="75139"/>
                </a:lnTo>
                <a:lnTo>
                  <a:pt x="54180" y="86738"/>
                </a:lnTo>
                <a:lnTo>
                  <a:pt x="54116" y="82872"/>
                </a:lnTo>
                <a:lnTo>
                  <a:pt x="48898" y="83774"/>
                </a:lnTo>
                <a:lnTo>
                  <a:pt x="51281" y="96533"/>
                </a:lnTo>
                <a:lnTo>
                  <a:pt x="53600" y="97307"/>
                </a:lnTo>
                <a:lnTo>
                  <a:pt x="54438" y="94987"/>
                </a:lnTo>
                <a:lnTo>
                  <a:pt x="55147" y="105813"/>
                </a:lnTo>
                <a:lnTo>
                  <a:pt x="52248" y="105169"/>
                </a:lnTo>
                <a:lnTo>
                  <a:pt x="51539" y="111806"/>
                </a:lnTo>
                <a:lnTo>
                  <a:pt x="54116" y="114641"/>
                </a:lnTo>
                <a:lnTo>
                  <a:pt x="57401" y="113417"/>
                </a:lnTo>
                <a:lnTo>
                  <a:pt x="58239" y="118444"/>
                </a:lnTo>
                <a:lnTo>
                  <a:pt x="54180" y="123406"/>
                </a:lnTo>
                <a:lnTo>
                  <a:pt x="45934" y="114899"/>
                </a:lnTo>
                <a:lnTo>
                  <a:pt x="39621" y="113288"/>
                </a:lnTo>
                <a:lnTo>
                  <a:pt x="32276" y="100658"/>
                </a:lnTo>
                <a:lnTo>
                  <a:pt x="0" y="66633"/>
                </a:lnTo>
                <a:lnTo>
                  <a:pt x="7538" y="59931"/>
                </a:lnTo>
                <a:lnTo>
                  <a:pt x="15268" y="58255"/>
                </a:lnTo>
                <a:lnTo>
                  <a:pt x="19585" y="59866"/>
                </a:lnTo>
                <a:lnTo>
                  <a:pt x="17459" y="60317"/>
                </a:lnTo>
                <a:lnTo>
                  <a:pt x="20680" y="63217"/>
                </a:lnTo>
                <a:lnTo>
                  <a:pt x="23579" y="63282"/>
                </a:lnTo>
                <a:lnTo>
                  <a:pt x="23064" y="61284"/>
                </a:lnTo>
                <a:lnTo>
                  <a:pt x="27380" y="65666"/>
                </a:lnTo>
                <a:lnTo>
                  <a:pt x="34982" y="66955"/>
                </a:lnTo>
                <a:lnTo>
                  <a:pt x="33307" y="70950"/>
                </a:lnTo>
                <a:lnTo>
                  <a:pt x="45419" y="77588"/>
                </a:lnTo>
                <a:lnTo>
                  <a:pt x="47673" y="73979"/>
                </a:lnTo>
                <a:lnTo>
                  <a:pt x="42842" y="70112"/>
                </a:lnTo>
                <a:lnTo>
                  <a:pt x="51732" y="74430"/>
                </a:lnTo>
                <a:lnTo>
                  <a:pt x="58690" y="63088"/>
                </a:lnTo>
                <a:lnTo>
                  <a:pt x="57401" y="57353"/>
                </a:lnTo>
                <a:lnTo>
                  <a:pt x="59592" y="53873"/>
                </a:lnTo>
                <a:lnTo>
                  <a:pt x="57015" y="49878"/>
                </a:lnTo>
                <a:lnTo>
                  <a:pt x="54889" y="51489"/>
                </a:lnTo>
                <a:lnTo>
                  <a:pt x="45483" y="43434"/>
                </a:lnTo>
                <a:lnTo>
                  <a:pt x="50959" y="38536"/>
                </a:lnTo>
                <a:lnTo>
                  <a:pt x="54696" y="41629"/>
                </a:lnTo>
                <a:lnTo>
                  <a:pt x="58303" y="40276"/>
                </a:lnTo>
                <a:lnTo>
                  <a:pt x="57788" y="29708"/>
                </a:lnTo>
                <a:lnTo>
                  <a:pt x="45548" y="30223"/>
                </a:lnTo>
                <a:lnTo>
                  <a:pt x="43937" y="21652"/>
                </a:lnTo>
                <a:lnTo>
                  <a:pt x="31890" y="37569"/>
                </a:lnTo>
                <a:lnTo>
                  <a:pt x="23321" y="38665"/>
                </a:lnTo>
                <a:lnTo>
                  <a:pt x="24417" y="33574"/>
                </a:lnTo>
                <a:lnTo>
                  <a:pt x="37366" y="28612"/>
                </a:lnTo>
                <a:lnTo>
                  <a:pt x="40265" y="19204"/>
                </a:lnTo>
                <a:lnTo>
                  <a:pt x="32534" y="10633"/>
                </a:lnTo>
                <a:lnTo>
                  <a:pt x="30086" y="13919"/>
                </a:lnTo>
                <a:lnTo>
                  <a:pt x="31632" y="15079"/>
                </a:lnTo>
                <a:lnTo>
                  <a:pt x="27316" y="14564"/>
                </a:lnTo>
                <a:lnTo>
                  <a:pt x="15075" y="2449"/>
                </a:lnTo>
                <a:lnTo>
                  <a:pt x="17394" y="0"/>
                </a:lnTo>
                <a:lnTo>
                  <a:pt x="34145" y="5155"/>
                </a:lnTo>
                <a:lnTo>
                  <a:pt x="35691" y="10504"/>
                </a:lnTo>
              </a:path>
            </a:pathLst>
          </a:custGeom>
          <a:noFill xmlns:a="http://schemas.openxmlformats.org/drawingml/2006/main"/>
          <a:ln xmlns:a="http://schemas.openxmlformats.org/drawingml/2006/main" w="5119">
            <a:solidFill>
              <a:srgbClr val="E4EAF4"/>
            </a:solidFill>
            <a:prstDash val="solid"/>
          </a:ln>
        </p:spPr>
      </p:sp>
      <p:sp>
        <p:nvSpPr>
          <p:cNvPr id="748" name="Editable chart path">
            <a:extLst xmlns:a="http://schemas.openxmlformats.org/drawingml/2006/main">
              <a:ext uri="{FF2B5EF4-FFF2-40B4-BE49-F238E27FC236}">
                <a16:creationId xmlns:a16="http://schemas.microsoft.com/office/drawing/2014/main" id="{3B2D91F9-D1E5-4DEB-A6A9-331DF755AF05}"/>
              </a:ext>
            </a:extLst>
          </p:cNvPr>
          <p:cNvSpPr>
            <a:spLocks xmlns:a="http://schemas.openxmlformats.org/drawingml/2006/main" noGrp="1"/>
          </p:cNvSpPr>
          <p:nvPr/>
        </p:nvSpPr>
        <p:spPr>
          <a:xfrm xmlns:a="http://schemas.openxmlformats.org/drawingml/2006/main">
            <a:off x="8671309" y="4372932"/>
            <a:ext cx="92268" cy="67445"/>
          </a:xfrm>
          <a:custGeom xmlns:a="http://schemas.openxmlformats.org/drawingml/2006/main">
            <a:pathLst>
              <a:path w="68676" h="50200">
                <a:moveTo>
                  <a:pt x="68676" y="29901"/>
                </a:moveTo>
                <a:lnTo>
                  <a:pt x="67194" y="38665"/>
                </a:lnTo>
                <a:lnTo>
                  <a:pt x="60172" y="42982"/>
                </a:lnTo>
                <a:lnTo>
                  <a:pt x="35497" y="32285"/>
                </a:lnTo>
                <a:lnTo>
                  <a:pt x="27767" y="34927"/>
                </a:lnTo>
                <a:lnTo>
                  <a:pt x="8375" y="50200"/>
                </a:lnTo>
                <a:lnTo>
                  <a:pt x="2963" y="50007"/>
                </a:lnTo>
                <a:lnTo>
                  <a:pt x="0" y="45625"/>
                </a:lnTo>
                <a:lnTo>
                  <a:pt x="3028" y="36989"/>
                </a:lnTo>
                <a:lnTo>
                  <a:pt x="29313" y="19268"/>
                </a:lnTo>
                <a:lnTo>
                  <a:pt x="47416" y="0"/>
                </a:lnTo>
                <a:lnTo>
                  <a:pt x="53729" y="2127"/>
                </a:lnTo>
                <a:lnTo>
                  <a:pt x="61009" y="9537"/>
                </a:lnTo>
                <a:lnTo>
                  <a:pt x="68676" y="29901"/>
                </a:lnTo>
              </a:path>
            </a:pathLst>
          </a:custGeom>
          <a:noFill xmlns:a="http://schemas.openxmlformats.org/drawingml/2006/main"/>
          <a:ln xmlns:a="http://schemas.openxmlformats.org/drawingml/2006/main" w="5119">
            <a:solidFill>
              <a:srgbClr val="E4EAF4"/>
            </a:solidFill>
            <a:prstDash val="solid"/>
          </a:ln>
        </p:spPr>
      </p:sp>
      <p:sp>
        <p:nvSpPr>
          <p:cNvPr id="749" name="Editable chart path">
            <a:extLst xmlns:a="http://schemas.openxmlformats.org/drawingml/2006/main">
              <a:ext uri="{FF2B5EF4-FFF2-40B4-BE49-F238E27FC236}">
                <a16:creationId xmlns:a16="http://schemas.microsoft.com/office/drawing/2014/main" id="{1F969240-6459-4527-8C00-E8F19E8A3C8D}"/>
              </a:ext>
            </a:extLst>
          </p:cNvPr>
          <p:cNvSpPr>
            <a:spLocks xmlns:a="http://schemas.openxmlformats.org/drawingml/2006/main" noGrp="1"/>
          </p:cNvSpPr>
          <p:nvPr/>
        </p:nvSpPr>
        <p:spPr>
          <a:xfrm xmlns:a="http://schemas.openxmlformats.org/drawingml/2006/main">
            <a:off x="8589860" y="4465918"/>
            <a:ext cx="45788" cy="62857"/>
          </a:xfrm>
          <a:custGeom xmlns:a="http://schemas.openxmlformats.org/drawingml/2006/main">
            <a:pathLst>
              <a:path w="34080" h="46785">
                <a:moveTo>
                  <a:pt x="34080" y="39052"/>
                </a:moveTo>
                <a:lnTo>
                  <a:pt x="32598" y="45496"/>
                </a:lnTo>
                <a:lnTo>
                  <a:pt x="28991" y="46785"/>
                </a:lnTo>
                <a:lnTo>
                  <a:pt x="11790" y="37054"/>
                </a:lnTo>
                <a:lnTo>
                  <a:pt x="0" y="12115"/>
                </a:lnTo>
                <a:lnTo>
                  <a:pt x="4123" y="0"/>
                </a:lnTo>
                <a:lnTo>
                  <a:pt x="15526" y="3480"/>
                </a:lnTo>
                <a:lnTo>
                  <a:pt x="25705" y="16497"/>
                </a:lnTo>
                <a:lnTo>
                  <a:pt x="34080" y="39052"/>
                </a:lnTo>
              </a:path>
            </a:pathLst>
          </a:custGeom>
          <a:noFill xmlns:a="http://schemas.openxmlformats.org/drawingml/2006/main"/>
          <a:ln xmlns:a="http://schemas.openxmlformats.org/drawingml/2006/main" w="5119">
            <a:solidFill>
              <a:srgbClr val="E4EAF4"/>
            </a:solidFill>
            <a:prstDash val="solid"/>
          </a:ln>
        </p:spPr>
      </p:sp>
      <p:sp>
        <p:nvSpPr>
          <p:cNvPr id="750" name="Editable chart path">
            <a:extLst xmlns:a="http://schemas.openxmlformats.org/drawingml/2006/main">
              <a:ext uri="{FF2B5EF4-FFF2-40B4-BE49-F238E27FC236}">
                <a16:creationId xmlns:a16="http://schemas.microsoft.com/office/drawing/2014/main" id="{0587E164-A9F8-4626-9FA0-4CA76B1A28B2}"/>
              </a:ext>
            </a:extLst>
          </p:cNvPr>
          <p:cNvSpPr>
            <a:spLocks xmlns:a="http://schemas.openxmlformats.org/drawingml/2006/main" noGrp="1"/>
          </p:cNvSpPr>
          <p:nvPr/>
        </p:nvSpPr>
        <p:spPr>
          <a:xfrm xmlns:a="http://schemas.openxmlformats.org/drawingml/2006/main">
            <a:off x="8786167" y="4546870"/>
            <a:ext cx="41200" cy="40086"/>
          </a:xfrm>
          <a:custGeom xmlns:a="http://schemas.openxmlformats.org/drawingml/2006/main">
            <a:pathLst>
              <a:path w="30666" h="29836">
                <a:moveTo>
                  <a:pt x="16750" y="7411"/>
                </a:moveTo>
                <a:lnTo>
                  <a:pt x="21904" y="5606"/>
                </a:lnTo>
                <a:lnTo>
                  <a:pt x="18425" y="2964"/>
                </a:lnTo>
                <a:lnTo>
                  <a:pt x="21324" y="4704"/>
                </a:lnTo>
                <a:lnTo>
                  <a:pt x="28926" y="16690"/>
                </a:lnTo>
                <a:lnTo>
                  <a:pt x="30666" y="22812"/>
                </a:lnTo>
                <a:lnTo>
                  <a:pt x="25641" y="29836"/>
                </a:lnTo>
                <a:lnTo>
                  <a:pt x="22033" y="28419"/>
                </a:lnTo>
                <a:lnTo>
                  <a:pt x="25512" y="29579"/>
                </a:lnTo>
                <a:lnTo>
                  <a:pt x="29442" y="24423"/>
                </a:lnTo>
                <a:lnTo>
                  <a:pt x="28475" y="25841"/>
                </a:lnTo>
                <a:lnTo>
                  <a:pt x="15591" y="20106"/>
                </a:lnTo>
                <a:lnTo>
                  <a:pt x="15591" y="18301"/>
                </a:lnTo>
                <a:lnTo>
                  <a:pt x="16686" y="21975"/>
                </a:lnTo>
                <a:lnTo>
                  <a:pt x="10437" y="13146"/>
                </a:lnTo>
                <a:lnTo>
                  <a:pt x="13851" y="13984"/>
                </a:lnTo>
                <a:lnTo>
                  <a:pt x="15397" y="11084"/>
                </a:lnTo>
                <a:lnTo>
                  <a:pt x="10115" y="9537"/>
                </a:lnTo>
                <a:lnTo>
                  <a:pt x="7666" y="12953"/>
                </a:lnTo>
                <a:lnTo>
                  <a:pt x="0" y="3931"/>
                </a:lnTo>
                <a:lnTo>
                  <a:pt x="773" y="580"/>
                </a:lnTo>
                <a:lnTo>
                  <a:pt x="7022" y="0"/>
                </a:lnTo>
                <a:lnTo>
                  <a:pt x="7344" y="2320"/>
                </a:lnTo>
                <a:lnTo>
                  <a:pt x="16750" y="7411"/>
                </a:lnTo>
              </a:path>
            </a:pathLst>
          </a:custGeom>
          <a:noFill xmlns:a="http://schemas.openxmlformats.org/drawingml/2006/main"/>
          <a:ln xmlns:a="http://schemas.openxmlformats.org/drawingml/2006/main" w="5119">
            <a:solidFill>
              <a:srgbClr val="E4EAF4"/>
            </a:solidFill>
            <a:prstDash val="solid"/>
          </a:ln>
        </p:spPr>
      </p:sp>
      <p:sp>
        <p:nvSpPr>
          <p:cNvPr id="751" name="Editable chart path">
            <a:extLst xmlns:a="http://schemas.openxmlformats.org/drawingml/2006/main">
              <a:ext uri="{FF2B5EF4-FFF2-40B4-BE49-F238E27FC236}">
                <a16:creationId xmlns:a16="http://schemas.microsoft.com/office/drawing/2014/main" id="{B79589A4-E1D7-4F47-8713-F161D1057C20}"/>
              </a:ext>
            </a:extLst>
          </p:cNvPr>
          <p:cNvSpPr>
            <a:spLocks xmlns:a="http://schemas.openxmlformats.org/drawingml/2006/main" noGrp="1"/>
          </p:cNvSpPr>
          <p:nvPr/>
        </p:nvSpPr>
        <p:spPr>
          <a:xfrm xmlns:a="http://schemas.openxmlformats.org/drawingml/2006/main">
            <a:off x="8573501" y="4632237"/>
            <a:ext cx="27784" cy="28138"/>
          </a:xfrm>
          <a:custGeom xmlns:a="http://schemas.openxmlformats.org/drawingml/2006/main">
            <a:pathLst>
              <a:path w="20680" h="20943">
                <a:moveTo>
                  <a:pt x="9986" y="0"/>
                </a:moveTo>
                <a:lnTo>
                  <a:pt x="18296" y="5091"/>
                </a:lnTo>
                <a:lnTo>
                  <a:pt x="20680" y="9924"/>
                </a:lnTo>
                <a:lnTo>
                  <a:pt x="19392" y="7475"/>
                </a:lnTo>
                <a:lnTo>
                  <a:pt x="16557" y="8442"/>
                </a:lnTo>
                <a:lnTo>
                  <a:pt x="11016" y="18044"/>
                </a:lnTo>
                <a:lnTo>
                  <a:pt x="13336" y="19526"/>
                </a:lnTo>
                <a:lnTo>
                  <a:pt x="5798" y="20943"/>
                </a:lnTo>
                <a:lnTo>
                  <a:pt x="0" y="13533"/>
                </a:lnTo>
                <a:lnTo>
                  <a:pt x="9986" y="0"/>
                </a:lnTo>
              </a:path>
            </a:pathLst>
          </a:custGeom>
          <a:noFill xmlns:a="http://schemas.openxmlformats.org/drawingml/2006/main"/>
          <a:ln xmlns:a="http://schemas.openxmlformats.org/drawingml/2006/main" w="5119">
            <a:solidFill>
              <a:srgbClr val="E4EAF4"/>
            </a:solidFill>
            <a:prstDash val="solid"/>
          </a:ln>
        </p:spPr>
      </p:sp>
      <p:sp>
        <p:nvSpPr>
          <p:cNvPr id="752" name="Editable chart path">
            <a:extLst xmlns:a="http://schemas.openxmlformats.org/drawingml/2006/main">
              <a:ext uri="{FF2B5EF4-FFF2-40B4-BE49-F238E27FC236}">
                <a16:creationId xmlns:a16="http://schemas.microsoft.com/office/drawing/2014/main" id="{25BD4DBF-9957-4237-BDFF-D99B246D87DA}"/>
              </a:ext>
            </a:extLst>
          </p:cNvPr>
          <p:cNvSpPr>
            <a:spLocks xmlns:a="http://schemas.openxmlformats.org/drawingml/2006/main" noGrp="1"/>
          </p:cNvSpPr>
          <p:nvPr/>
        </p:nvSpPr>
        <p:spPr>
          <a:xfrm xmlns:a="http://schemas.openxmlformats.org/drawingml/2006/main">
            <a:off x="8558354" y="4619510"/>
            <a:ext cx="17398" cy="19827"/>
          </a:xfrm>
          <a:custGeom xmlns:a="http://schemas.openxmlformats.org/drawingml/2006/main">
            <a:pathLst>
              <a:path w="12949" h="14757">
                <a:moveTo>
                  <a:pt x="2770" y="0"/>
                </a:moveTo>
                <a:lnTo>
                  <a:pt x="9535" y="1547"/>
                </a:lnTo>
                <a:lnTo>
                  <a:pt x="12949" y="5091"/>
                </a:lnTo>
                <a:lnTo>
                  <a:pt x="5476" y="14757"/>
                </a:lnTo>
                <a:lnTo>
                  <a:pt x="580" y="9602"/>
                </a:lnTo>
                <a:lnTo>
                  <a:pt x="0" y="3222"/>
                </a:lnTo>
                <a:lnTo>
                  <a:pt x="451" y="5349"/>
                </a:lnTo>
                <a:lnTo>
                  <a:pt x="2770" y="3415"/>
                </a:lnTo>
                <a:lnTo>
                  <a:pt x="2770" y="0"/>
                </a:lnTo>
              </a:path>
            </a:pathLst>
          </a:custGeom>
          <a:noFill xmlns:a="http://schemas.openxmlformats.org/drawingml/2006/main"/>
          <a:ln xmlns:a="http://schemas.openxmlformats.org/drawingml/2006/main" w="5119">
            <a:solidFill>
              <a:srgbClr val="E4EAF4"/>
            </a:solidFill>
            <a:prstDash val="solid"/>
          </a:ln>
        </p:spPr>
      </p:sp>
      <p:sp>
        <p:nvSpPr>
          <p:cNvPr id="753" name="Editable chart path">
            <a:extLst xmlns:a="http://schemas.openxmlformats.org/drawingml/2006/main">
              <a:ext uri="{FF2B5EF4-FFF2-40B4-BE49-F238E27FC236}">
                <a16:creationId xmlns:a16="http://schemas.microsoft.com/office/drawing/2014/main" id="{298BB2D6-4A09-463A-AE88-BDF856B4CADE}"/>
              </a:ext>
            </a:extLst>
          </p:cNvPr>
          <p:cNvSpPr>
            <a:spLocks xmlns:a="http://schemas.openxmlformats.org/drawingml/2006/main" noGrp="1"/>
          </p:cNvSpPr>
          <p:nvPr/>
        </p:nvSpPr>
        <p:spPr>
          <a:xfrm xmlns:a="http://schemas.openxmlformats.org/drawingml/2006/main">
            <a:off x="8782965" y="2579181"/>
            <a:ext cx="130006" cy="150388"/>
          </a:xfrm>
          <a:custGeom xmlns:a="http://schemas.openxmlformats.org/drawingml/2006/main">
            <a:pathLst>
              <a:path w="96764" h="111935">
                <a:moveTo>
                  <a:pt x="94896" y="81583"/>
                </a:moveTo>
                <a:lnTo>
                  <a:pt x="96764" y="89380"/>
                </a:lnTo>
                <a:lnTo>
                  <a:pt x="94187" y="95180"/>
                </a:lnTo>
                <a:lnTo>
                  <a:pt x="76535" y="109100"/>
                </a:lnTo>
                <a:lnTo>
                  <a:pt x="63328" y="111935"/>
                </a:lnTo>
                <a:lnTo>
                  <a:pt x="51539" y="107746"/>
                </a:lnTo>
                <a:lnTo>
                  <a:pt x="38783" y="93698"/>
                </a:lnTo>
                <a:lnTo>
                  <a:pt x="26349" y="71466"/>
                </a:lnTo>
                <a:lnTo>
                  <a:pt x="14689" y="62702"/>
                </a:lnTo>
                <a:lnTo>
                  <a:pt x="13593" y="43949"/>
                </a:lnTo>
                <a:lnTo>
                  <a:pt x="1353" y="19461"/>
                </a:lnTo>
                <a:lnTo>
                  <a:pt x="0" y="8506"/>
                </a:lnTo>
                <a:lnTo>
                  <a:pt x="17652" y="0"/>
                </a:lnTo>
                <a:lnTo>
                  <a:pt x="25061" y="1353"/>
                </a:lnTo>
                <a:lnTo>
                  <a:pt x="56242" y="34476"/>
                </a:lnTo>
                <a:lnTo>
                  <a:pt x="94896" y="81583"/>
                </a:lnTo>
              </a:path>
            </a:pathLst>
          </a:custGeom>
          <a:noFill xmlns:a="http://schemas.openxmlformats.org/drawingml/2006/main"/>
          <a:ln xmlns:a="http://schemas.openxmlformats.org/drawingml/2006/main" w="5119">
            <a:solidFill>
              <a:srgbClr val="E4EAF4"/>
            </a:solidFill>
            <a:prstDash val="solid"/>
          </a:ln>
        </p:spPr>
      </p:sp>
      <p:sp>
        <p:nvSpPr>
          <p:cNvPr id="754" name="Editable chart path">
            <a:extLst xmlns:a="http://schemas.openxmlformats.org/drawingml/2006/main">
              <a:ext uri="{FF2B5EF4-FFF2-40B4-BE49-F238E27FC236}">
                <a16:creationId xmlns:a16="http://schemas.microsoft.com/office/drawing/2014/main" id="{A70095EB-CBE8-4D23-8010-9B59E5E88E66}"/>
              </a:ext>
            </a:extLst>
          </p:cNvPr>
          <p:cNvSpPr>
            <a:spLocks xmlns:a="http://schemas.openxmlformats.org/drawingml/2006/main" noGrp="1"/>
          </p:cNvSpPr>
          <p:nvPr/>
        </p:nvSpPr>
        <p:spPr>
          <a:xfrm xmlns:a="http://schemas.openxmlformats.org/drawingml/2006/main">
            <a:off x="10094019" y="2684375"/>
            <a:ext cx="458948" cy="752430"/>
          </a:xfrm>
          <a:custGeom xmlns:a="http://schemas.openxmlformats.org/drawingml/2006/main">
            <a:pathLst>
              <a:path w="341598" h="560038">
                <a:moveTo>
                  <a:pt x="289778" y="53164"/>
                </a:moveTo>
                <a:lnTo>
                  <a:pt x="294609" y="59480"/>
                </a:lnTo>
                <a:lnTo>
                  <a:pt x="300730" y="56193"/>
                </a:lnTo>
                <a:lnTo>
                  <a:pt x="316707" y="57804"/>
                </a:lnTo>
                <a:lnTo>
                  <a:pt x="341598" y="66319"/>
                </a:lnTo>
                <a:moveTo>
                  <a:pt x="341598" y="560038"/>
                </a:moveTo>
                <a:lnTo>
                  <a:pt x="150751" y="397926"/>
                </a:lnTo>
                <a:lnTo>
                  <a:pt x="80401" y="334000"/>
                </a:lnTo>
                <a:lnTo>
                  <a:pt x="56177" y="297784"/>
                </a:lnTo>
                <a:lnTo>
                  <a:pt x="46643" y="274263"/>
                </a:lnTo>
                <a:lnTo>
                  <a:pt x="41489" y="253449"/>
                </a:lnTo>
                <a:lnTo>
                  <a:pt x="47802" y="248422"/>
                </a:lnTo>
                <a:lnTo>
                  <a:pt x="101918" y="249969"/>
                </a:lnTo>
                <a:lnTo>
                  <a:pt x="115254" y="246811"/>
                </a:lnTo>
                <a:lnTo>
                  <a:pt x="125111" y="241140"/>
                </a:lnTo>
                <a:lnTo>
                  <a:pt x="132326" y="231023"/>
                </a:lnTo>
                <a:lnTo>
                  <a:pt x="131617" y="224063"/>
                </a:lnTo>
                <a:lnTo>
                  <a:pt x="125046" y="217748"/>
                </a:lnTo>
                <a:lnTo>
                  <a:pt x="123951" y="209048"/>
                </a:lnTo>
                <a:lnTo>
                  <a:pt x="135805" y="187911"/>
                </a:lnTo>
                <a:lnTo>
                  <a:pt x="125948" y="183336"/>
                </a:lnTo>
                <a:lnTo>
                  <a:pt x="115125" y="184367"/>
                </a:lnTo>
                <a:lnTo>
                  <a:pt x="99857" y="200091"/>
                </a:lnTo>
                <a:lnTo>
                  <a:pt x="85812" y="205762"/>
                </a:lnTo>
                <a:lnTo>
                  <a:pt x="33951" y="203377"/>
                </a:lnTo>
                <a:lnTo>
                  <a:pt x="25705" y="198609"/>
                </a:lnTo>
                <a:lnTo>
                  <a:pt x="20229" y="191714"/>
                </a:lnTo>
                <a:lnTo>
                  <a:pt x="1160" y="140998"/>
                </a:lnTo>
                <a:lnTo>
                  <a:pt x="0" y="116575"/>
                </a:lnTo>
                <a:lnTo>
                  <a:pt x="10759" y="94278"/>
                </a:lnTo>
                <a:lnTo>
                  <a:pt x="78404" y="33252"/>
                </a:lnTo>
                <a:lnTo>
                  <a:pt x="99148" y="22103"/>
                </a:lnTo>
                <a:lnTo>
                  <a:pt x="176070" y="709"/>
                </a:lnTo>
                <a:lnTo>
                  <a:pt x="201517" y="0"/>
                </a:lnTo>
                <a:lnTo>
                  <a:pt x="223163" y="6251"/>
                </a:lnTo>
                <a:lnTo>
                  <a:pt x="242813" y="35572"/>
                </a:lnTo>
                <a:lnTo>
                  <a:pt x="286621" y="43820"/>
                </a:lnTo>
                <a:lnTo>
                  <a:pt x="291453" y="47687"/>
                </a:lnTo>
                <a:lnTo>
                  <a:pt x="289778" y="53164"/>
                </a:lnTo>
              </a:path>
            </a:pathLst>
          </a:custGeom>
          <a:noFill xmlns:a="http://schemas.openxmlformats.org/drawingml/2006/main"/>
          <a:ln xmlns:a="http://schemas.openxmlformats.org/drawingml/2006/main" w="5119">
            <a:solidFill>
              <a:srgbClr val="E4EAF4"/>
            </a:solidFill>
            <a:prstDash val="solid"/>
          </a:ln>
        </p:spPr>
      </p:sp>
      <p:sp>
        <p:nvSpPr>
          <p:cNvPr id="755" name="Editable chart path">
            <a:extLst xmlns:a="http://schemas.openxmlformats.org/drawingml/2006/main">
              <a:ext uri="{FF2B5EF4-FFF2-40B4-BE49-F238E27FC236}">
                <a16:creationId xmlns:a16="http://schemas.microsoft.com/office/drawing/2014/main" id="{39198715-4F03-471C-9D96-8DF151A62E8C}"/>
              </a:ext>
            </a:extLst>
          </p:cNvPr>
          <p:cNvSpPr>
            <a:spLocks xmlns:a="http://schemas.openxmlformats.org/drawingml/2006/main" noGrp="1"/>
          </p:cNvSpPr>
          <p:nvPr/>
        </p:nvSpPr>
        <p:spPr>
          <a:xfrm xmlns:a="http://schemas.openxmlformats.org/drawingml/2006/main">
            <a:off x="9531063" y="2964546"/>
            <a:ext cx="90537" cy="83636"/>
          </a:xfrm>
          <a:custGeom xmlns:a="http://schemas.openxmlformats.org/drawingml/2006/main">
            <a:pathLst>
              <a:path w="67387" h="62251">
                <a:moveTo>
                  <a:pt x="19069" y="3931"/>
                </a:moveTo>
                <a:lnTo>
                  <a:pt x="35433" y="25519"/>
                </a:lnTo>
                <a:lnTo>
                  <a:pt x="61267" y="33832"/>
                </a:lnTo>
                <a:lnTo>
                  <a:pt x="67387" y="56322"/>
                </a:lnTo>
                <a:lnTo>
                  <a:pt x="64746" y="61864"/>
                </a:lnTo>
                <a:lnTo>
                  <a:pt x="61267" y="62251"/>
                </a:lnTo>
                <a:lnTo>
                  <a:pt x="52892" y="55098"/>
                </a:lnTo>
                <a:lnTo>
                  <a:pt x="4896" y="8249"/>
                </a:lnTo>
                <a:lnTo>
                  <a:pt x="0" y="0"/>
                </a:lnTo>
                <a:lnTo>
                  <a:pt x="19069" y="3931"/>
                </a:lnTo>
              </a:path>
            </a:pathLst>
          </a:custGeom>
          <a:noFill xmlns:a="http://schemas.openxmlformats.org/drawingml/2006/main"/>
          <a:ln xmlns:a="http://schemas.openxmlformats.org/drawingml/2006/main" w="5119">
            <a:solidFill>
              <a:srgbClr val="E4EAF4"/>
            </a:solidFill>
            <a:prstDash val="solid"/>
          </a:ln>
        </p:spPr>
      </p:sp>
      <p:sp>
        <p:nvSpPr>
          <p:cNvPr id="756" name="Editable chart path">
            <a:extLst xmlns:a="http://schemas.openxmlformats.org/drawingml/2006/main">
              <a:ext uri="{FF2B5EF4-FFF2-40B4-BE49-F238E27FC236}">
                <a16:creationId xmlns:a16="http://schemas.microsoft.com/office/drawing/2014/main" id="{713DE8B2-FE06-4996-82A8-501AF9F23575}"/>
              </a:ext>
            </a:extLst>
          </p:cNvPr>
          <p:cNvSpPr>
            <a:spLocks xmlns:a="http://schemas.openxmlformats.org/drawingml/2006/main" noGrp="1"/>
          </p:cNvSpPr>
          <p:nvPr/>
        </p:nvSpPr>
        <p:spPr>
          <a:xfrm xmlns:a="http://schemas.openxmlformats.org/drawingml/2006/main">
            <a:off x="7917585" y="4617952"/>
            <a:ext cx="208598" cy="250474"/>
          </a:xfrm>
          <a:custGeom xmlns:a="http://schemas.openxmlformats.org/drawingml/2006/main">
            <a:pathLst>
              <a:path w="155261" h="186429">
                <a:moveTo>
                  <a:pt x="15140" y="26937"/>
                </a:moveTo>
                <a:lnTo>
                  <a:pt x="24932" y="28097"/>
                </a:lnTo>
                <a:lnTo>
                  <a:pt x="21711" y="34863"/>
                </a:lnTo>
                <a:lnTo>
                  <a:pt x="24868" y="46205"/>
                </a:lnTo>
                <a:lnTo>
                  <a:pt x="20551" y="47493"/>
                </a:lnTo>
                <a:lnTo>
                  <a:pt x="27509" y="45367"/>
                </a:lnTo>
                <a:lnTo>
                  <a:pt x="28669" y="47365"/>
                </a:lnTo>
                <a:lnTo>
                  <a:pt x="31374" y="43885"/>
                </a:lnTo>
                <a:lnTo>
                  <a:pt x="33887" y="47042"/>
                </a:lnTo>
                <a:lnTo>
                  <a:pt x="30601" y="55677"/>
                </a:lnTo>
                <a:lnTo>
                  <a:pt x="34531" y="58255"/>
                </a:lnTo>
                <a:lnTo>
                  <a:pt x="25705" y="63475"/>
                </a:lnTo>
                <a:lnTo>
                  <a:pt x="20616" y="59866"/>
                </a:lnTo>
                <a:lnTo>
                  <a:pt x="19134" y="61091"/>
                </a:lnTo>
                <a:lnTo>
                  <a:pt x="25318" y="64055"/>
                </a:lnTo>
                <a:lnTo>
                  <a:pt x="35948" y="59866"/>
                </a:lnTo>
                <a:lnTo>
                  <a:pt x="31310" y="64119"/>
                </a:lnTo>
                <a:lnTo>
                  <a:pt x="37301" y="63282"/>
                </a:lnTo>
                <a:lnTo>
                  <a:pt x="35884" y="71595"/>
                </a:lnTo>
                <a:lnTo>
                  <a:pt x="38203" y="65215"/>
                </a:lnTo>
                <a:lnTo>
                  <a:pt x="53536" y="58513"/>
                </a:lnTo>
                <a:lnTo>
                  <a:pt x="61976" y="57675"/>
                </a:lnTo>
                <a:lnTo>
                  <a:pt x="79692" y="62186"/>
                </a:lnTo>
                <a:lnTo>
                  <a:pt x="100630" y="51231"/>
                </a:lnTo>
                <a:lnTo>
                  <a:pt x="113643" y="47365"/>
                </a:lnTo>
                <a:lnTo>
                  <a:pt x="113643" y="44722"/>
                </a:lnTo>
                <a:lnTo>
                  <a:pt x="146693" y="44207"/>
                </a:lnTo>
                <a:lnTo>
                  <a:pt x="153844" y="73721"/>
                </a:lnTo>
                <a:lnTo>
                  <a:pt x="155261" y="99498"/>
                </a:lnTo>
                <a:lnTo>
                  <a:pt x="152684" y="109744"/>
                </a:lnTo>
                <a:lnTo>
                  <a:pt x="144051" y="120312"/>
                </a:lnTo>
                <a:lnTo>
                  <a:pt x="119506" y="133716"/>
                </a:lnTo>
                <a:lnTo>
                  <a:pt x="113837" y="160717"/>
                </a:lnTo>
                <a:lnTo>
                  <a:pt x="99277" y="174894"/>
                </a:lnTo>
                <a:lnTo>
                  <a:pt x="86006" y="183658"/>
                </a:lnTo>
                <a:lnTo>
                  <a:pt x="71446" y="186429"/>
                </a:lnTo>
                <a:lnTo>
                  <a:pt x="57079" y="181725"/>
                </a:lnTo>
                <a:lnTo>
                  <a:pt x="19005" y="143318"/>
                </a:lnTo>
                <a:lnTo>
                  <a:pt x="18490" y="135134"/>
                </a:lnTo>
                <a:lnTo>
                  <a:pt x="35304" y="114319"/>
                </a:lnTo>
                <a:lnTo>
                  <a:pt x="39363" y="101109"/>
                </a:lnTo>
                <a:lnTo>
                  <a:pt x="36335" y="86223"/>
                </a:lnTo>
                <a:lnTo>
                  <a:pt x="33243" y="91185"/>
                </a:lnTo>
                <a:lnTo>
                  <a:pt x="31825" y="86158"/>
                </a:lnTo>
                <a:lnTo>
                  <a:pt x="25254" y="84290"/>
                </a:lnTo>
                <a:lnTo>
                  <a:pt x="31890" y="87189"/>
                </a:lnTo>
                <a:lnTo>
                  <a:pt x="32212" y="92602"/>
                </a:lnTo>
                <a:lnTo>
                  <a:pt x="25705" y="98596"/>
                </a:lnTo>
                <a:lnTo>
                  <a:pt x="21002" y="92023"/>
                </a:lnTo>
                <a:lnTo>
                  <a:pt x="19649" y="97564"/>
                </a:lnTo>
                <a:lnTo>
                  <a:pt x="12885" y="104460"/>
                </a:lnTo>
                <a:lnTo>
                  <a:pt x="4896" y="91056"/>
                </a:lnTo>
                <a:lnTo>
                  <a:pt x="0" y="71723"/>
                </a:lnTo>
                <a:lnTo>
                  <a:pt x="2513" y="54002"/>
                </a:lnTo>
                <a:lnTo>
                  <a:pt x="7344" y="47751"/>
                </a:lnTo>
                <a:lnTo>
                  <a:pt x="10050" y="33123"/>
                </a:lnTo>
                <a:lnTo>
                  <a:pt x="7344" y="322"/>
                </a:lnTo>
                <a:lnTo>
                  <a:pt x="9213" y="0"/>
                </a:lnTo>
                <a:lnTo>
                  <a:pt x="15140" y="26937"/>
                </a:lnTo>
              </a:path>
            </a:pathLst>
          </a:custGeom>
          <a:noFill xmlns:a="http://schemas.openxmlformats.org/drawingml/2006/main"/>
          <a:ln xmlns:a="http://schemas.openxmlformats.org/drawingml/2006/main" w="5119">
            <a:solidFill>
              <a:srgbClr val="E4EAF4"/>
            </a:solidFill>
            <a:prstDash val="solid"/>
          </a:ln>
        </p:spPr>
      </p:sp>
      <p:sp>
        <p:nvSpPr>
          <p:cNvPr id="757" name="Editable chart path">
            <a:extLst xmlns:a="http://schemas.openxmlformats.org/drawingml/2006/main">
              <a:ext uri="{FF2B5EF4-FFF2-40B4-BE49-F238E27FC236}">
                <a16:creationId xmlns:a16="http://schemas.microsoft.com/office/drawing/2014/main" id="{3D29868A-A93A-49B9-AB06-07444C31DF0F}"/>
              </a:ext>
            </a:extLst>
          </p:cNvPr>
          <p:cNvSpPr>
            <a:spLocks xmlns:a="http://schemas.openxmlformats.org/drawingml/2006/main" noGrp="1"/>
          </p:cNvSpPr>
          <p:nvPr/>
        </p:nvSpPr>
        <p:spPr>
          <a:xfrm xmlns:a="http://schemas.openxmlformats.org/drawingml/2006/main">
            <a:off x="7480134" y="4651718"/>
            <a:ext cx="229718" cy="93765"/>
          </a:xfrm>
          <a:custGeom xmlns:a="http://schemas.openxmlformats.org/drawingml/2006/main">
            <a:pathLst>
              <a:path w="170980" h="69790">
                <a:moveTo>
                  <a:pt x="100823" y="129"/>
                </a:moveTo>
                <a:lnTo>
                  <a:pt x="114610" y="4382"/>
                </a:lnTo>
                <a:lnTo>
                  <a:pt x="105977" y="1804"/>
                </a:lnTo>
                <a:lnTo>
                  <a:pt x="104044" y="7862"/>
                </a:lnTo>
                <a:lnTo>
                  <a:pt x="110229" y="17528"/>
                </a:lnTo>
                <a:lnTo>
                  <a:pt x="117251" y="21652"/>
                </a:lnTo>
                <a:lnTo>
                  <a:pt x="128396" y="20492"/>
                </a:lnTo>
                <a:lnTo>
                  <a:pt x="137609" y="14177"/>
                </a:lnTo>
                <a:lnTo>
                  <a:pt x="138575" y="12566"/>
                </a:lnTo>
                <a:lnTo>
                  <a:pt x="135225" y="10568"/>
                </a:lnTo>
                <a:lnTo>
                  <a:pt x="142892" y="14564"/>
                </a:lnTo>
                <a:lnTo>
                  <a:pt x="151524" y="34992"/>
                </a:lnTo>
                <a:lnTo>
                  <a:pt x="147466" y="25326"/>
                </a:lnTo>
                <a:lnTo>
                  <a:pt x="142312" y="23779"/>
                </a:lnTo>
                <a:lnTo>
                  <a:pt x="134968" y="26937"/>
                </a:lnTo>
                <a:lnTo>
                  <a:pt x="130587" y="34863"/>
                </a:lnTo>
                <a:lnTo>
                  <a:pt x="137287" y="41887"/>
                </a:lnTo>
                <a:lnTo>
                  <a:pt x="145211" y="42725"/>
                </a:lnTo>
                <a:lnTo>
                  <a:pt x="158031" y="52198"/>
                </a:lnTo>
                <a:lnTo>
                  <a:pt x="162927" y="51167"/>
                </a:lnTo>
                <a:lnTo>
                  <a:pt x="160222" y="47493"/>
                </a:lnTo>
                <a:lnTo>
                  <a:pt x="170980" y="63088"/>
                </a:lnTo>
                <a:lnTo>
                  <a:pt x="158804" y="64570"/>
                </a:lnTo>
                <a:lnTo>
                  <a:pt x="161059" y="61026"/>
                </a:lnTo>
                <a:lnTo>
                  <a:pt x="158675" y="57289"/>
                </a:lnTo>
                <a:lnTo>
                  <a:pt x="146306" y="54324"/>
                </a:lnTo>
                <a:lnTo>
                  <a:pt x="145404" y="65795"/>
                </a:lnTo>
                <a:lnTo>
                  <a:pt x="153006" y="64893"/>
                </a:lnTo>
                <a:lnTo>
                  <a:pt x="127494" y="69790"/>
                </a:lnTo>
                <a:lnTo>
                  <a:pt x="103593" y="64893"/>
                </a:lnTo>
                <a:lnTo>
                  <a:pt x="62877" y="69468"/>
                </a:lnTo>
                <a:lnTo>
                  <a:pt x="4316" y="59673"/>
                </a:lnTo>
                <a:lnTo>
                  <a:pt x="0" y="55484"/>
                </a:lnTo>
                <a:lnTo>
                  <a:pt x="2255" y="49169"/>
                </a:lnTo>
                <a:lnTo>
                  <a:pt x="22935" y="36216"/>
                </a:lnTo>
                <a:lnTo>
                  <a:pt x="43486" y="13662"/>
                </a:lnTo>
                <a:lnTo>
                  <a:pt x="90258" y="0"/>
                </a:lnTo>
                <a:lnTo>
                  <a:pt x="100823" y="129"/>
                </a:lnTo>
              </a:path>
            </a:pathLst>
          </a:custGeom>
          <a:noFill xmlns:a="http://schemas.openxmlformats.org/drawingml/2006/main"/>
          <a:ln xmlns:a="http://schemas.openxmlformats.org/drawingml/2006/main" w="5119">
            <a:solidFill>
              <a:srgbClr val="E4EAF4"/>
            </a:solidFill>
            <a:prstDash val="solid"/>
          </a:ln>
        </p:spPr>
      </p:sp>
      <p:sp>
        <p:nvSpPr>
          <p:cNvPr id="758" name="Editable chart path">
            <a:extLst xmlns:a="http://schemas.openxmlformats.org/drawingml/2006/main">
              <a:ext uri="{FF2B5EF4-FFF2-40B4-BE49-F238E27FC236}">
                <a16:creationId xmlns:a16="http://schemas.microsoft.com/office/drawing/2014/main" id="{5DAA1441-B701-497D-A759-B070034B7E07}"/>
              </a:ext>
            </a:extLst>
          </p:cNvPr>
          <p:cNvSpPr>
            <a:spLocks xmlns:a="http://schemas.openxmlformats.org/drawingml/2006/main" noGrp="1"/>
          </p:cNvSpPr>
          <p:nvPr/>
        </p:nvSpPr>
        <p:spPr>
          <a:xfrm xmlns:a="http://schemas.openxmlformats.org/drawingml/2006/main">
            <a:off x="7761958" y="4444187"/>
            <a:ext cx="269274" cy="106493"/>
          </a:xfrm>
          <a:custGeom xmlns:a="http://schemas.openxmlformats.org/drawingml/2006/main">
            <a:pathLst>
              <a:path w="200422" h="79263">
                <a:moveTo>
                  <a:pt x="70028" y="7991"/>
                </a:moveTo>
                <a:lnTo>
                  <a:pt x="95411" y="19461"/>
                </a:lnTo>
                <a:lnTo>
                  <a:pt x="98504" y="12502"/>
                </a:lnTo>
                <a:lnTo>
                  <a:pt x="108232" y="4962"/>
                </a:lnTo>
                <a:lnTo>
                  <a:pt x="114223" y="4124"/>
                </a:lnTo>
                <a:lnTo>
                  <a:pt x="117058" y="6831"/>
                </a:lnTo>
                <a:lnTo>
                  <a:pt x="126850" y="36667"/>
                </a:lnTo>
                <a:lnTo>
                  <a:pt x="130007" y="39309"/>
                </a:lnTo>
                <a:lnTo>
                  <a:pt x="154230" y="48524"/>
                </a:lnTo>
                <a:lnTo>
                  <a:pt x="162605" y="46076"/>
                </a:lnTo>
                <a:lnTo>
                  <a:pt x="177874" y="46849"/>
                </a:lnTo>
                <a:lnTo>
                  <a:pt x="193980" y="56193"/>
                </a:lnTo>
                <a:lnTo>
                  <a:pt x="200422" y="63604"/>
                </a:lnTo>
                <a:lnTo>
                  <a:pt x="188310" y="79263"/>
                </a:lnTo>
                <a:lnTo>
                  <a:pt x="155648" y="77910"/>
                </a:lnTo>
                <a:lnTo>
                  <a:pt x="124982" y="71208"/>
                </a:lnTo>
                <a:lnTo>
                  <a:pt x="80272" y="48009"/>
                </a:lnTo>
                <a:lnTo>
                  <a:pt x="36013" y="38343"/>
                </a:lnTo>
                <a:lnTo>
                  <a:pt x="19327" y="38472"/>
                </a:lnTo>
                <a:lnTo>
                  <a:pt x="3157" y="28548"/>
                </a:lnTo>
                <a:lnTo>
                  <a:pt x="0" y="20557"/>
                </a:lnTo>
                <a:lnTo>
                  <a:pt x="2190" y="15466"/>
                </a:lnTo>
                <a:lnTo>
                  <a:pt x="23643" y="3673"/>
                </a:lnTo>
                <a:lnTo>
                  <a:pt x="42648" y="0"/>
                </a:lnTo>
                <a:lnTo>
                  <a:pt x="62169" y="2127"/>
                </a:lnTo>
                <a:lnTo>
                  <a:pt x="70028" y="7991"/>
                </a:lnTo>
              </a:path>
            </a:pathLst>
          </a:custGeom>
          <a:noFill xmlns:a="http://schemas.openxmlformats.org/drawingml/2006/main"/>
          <a:ln xmlns:a="http://schemas.openxmlformats.org/drawingml/2006/main" w="5119">
            <a:solidFill>
              <a:srgbClr val="E4EAF4"/>
            </a:solidFill>
            <a:prstDash val="solid"/>
          </a:ln>
        </p:spPr>
      </p:sp>
      <p:sp>
        <p:nvSpPr>
          <p:cNvPr id="759" name="Editable chart path">
            <a:extLst xmlns:a="http://schemas.openxmlformats.org/drawingml/2006/main">
              <a:ext uri="{FF2B5EF4-FFF2-40B4-BE49-F238E27FC236}">
                <a16:creationId xmlns:a16="http://schemas.microsoft.com/office/drawing/2014/main" id="{FD47A8BD-5734-4400-A60E-29F4F0189345}"/>
              </a:ext>
            </a:extLst>
          </p:cNvPr>
          <p:cNvSpPr>
            <a:spLocks xmlns:a="http://schemas.openxmlformats.org/drawingml/2006/main" noGrp="1"/>
          </p:cNvSpPr>
          <p:nvPr/>
        </p:nvSpPr>
        <p:spPr>
          <a:xfrm xmlns:a="http://schemas.openxmlformats.org/drawingml/2006/main">
            <a:off x="7934636" y="4417694"/>
            <a:ext cx="168350" cy="141211"/>
          </a:xfrm>
          <a:custGeom xmlns:a="http://schemas.openxmlformats.org/drawingml/2006/main">
            <a:pathLst>
              <a:path w="125304" h="105104">
                <a:moveTo>
                  <a:pt x="10308" y="0"/>
                </a:moveTo>
                <a:lnTo>
                  <a:pt x="34853" y="4382"/>
                </a:lnTo>
                <a:lnTo>
                  <a:pt x="63135" y="28225"/>
                </a:lnTo>
                <a:lnTo>
                  <a:pt x="70028" y="39889"/>
                </a:lnTo>
                <a:lnTo>
                  <a:pt x="75182" y="42789"/>
                </a:lnTo>
                <a:lnTo>
                  <a:pt x="77824" y="38987"/>
                </a:lnTo>
                <a:lnTo>
                  <a:pt x="80465" y="41371"/>
                </a:lnTo>
                <a:lnTo>
                  <a:pt x="79048" y="42982"/>
                </a:lnTo>
                <a:lnTo>
                  <a:pt x="84266" y="47751"/>
                </a:lnTo>
                <a:lnTo>
                  <a:pt x="85812" y="46398"/>
                </a:lnTo>
                <a:lnTo>
                  <a:pt x="89742" y="50200"/>
                </a:lnTo>
                <a:lnTo>
                  <a:pt x="88260" y="51682"/>
                </a:lnTo>
                <a:lnTo>
                  <a:pt x="93092" y="56451"/>
                </a:lnTo>
                <a:lnTo>
                  <a:pt x="94960" y="54711"/>
                </a:lnTo>
                <a:lnTo>
                  <a:pt x="109262" y="69983"/>
                </a:lnTo>
                <a:lnTo>
                  <a:pt x="112677" y="75139"/>
                </a:lnTo>
                <a:lnTo>
                  <a:pt x="110680" y="82485"/>
                </a:lnTo>
                <a:lnTo>
                  <a:pt x="116220" y="84869"/>
                </a:lnTo>
                <a:lnTo>
                  <a:pt x="125304" y="102011"/>
                </a:lnTo>
                <a:lnTo>
                  <a:pt x="124789" y="105104"/>
                </a:lnTo>
                <a:lnTo>
                  <a:pt x="107523" y="100529"/>
                </a:lnTo>
                <a:lnTo>
                  <a:pt x="87938" y="99562"/>
                </a:lnTo>
                <a:lnTo>
                  <a:pt x="83235" y="81583"/>
                </a:lnTo>
                <a:lnTo>
                  <a:pt x="71897" y="71079"/>
                </a:lnTo>
                <a:lnTo>
                  <a:pt x="48318" y="62057"/>
                </a:lnTo>
                <a:lnTo>
                  <a:pt x="21646" y="59415"/>
                </a:lnTo>
                <a:lnTo>
                  <a:pt x="7022" y="50973"/>
                </a:lnTo>
                <a:lnTo>
                  <a:pt x="0" y="9924"/>
                </a:lnTo>
                <a:lnTo>
                  <a:pt x="3286" y="8055"/>
                </a:lnTo>
                <a:lnTo>
                  <a:pt x="2899" y="3287"/>
                </a:lnTo>
                <a:lnTo>
                  <a:pt x="10308" y="0"/>
                </a:lnTo>
              </a:path>
            </a:pathLst>
          </a:custGeom>
          <a:noFill xmlns:a="http://schemas.openxmlformats.org/drawingml/2006/main"/>
          <a:ln xmlns:a="http://schemas.openxmlformats.org/drawingml/2006/main" w="5119">
            <a:solidFill>
              <a:srgbClr val="E4EAF4"/>
            </a:solidFill>
            <a:prstDash val="solid"/>
          </a:ln>
        </p:spPr>
      </p:sp>
      <p:sp>
        <p:nvSpPr>
          <p:cNvPr id="760" name="Editable chart path">
            <a:extLst xmlns:a="http://schemas.openxmlformats.org/drawingml/2006/main">
              <a:ext uri="{FF2B5EF4-FFF2-40B4-BE49-F238E27FC236}">
                <a16:creationId xmlns:a16="http://schemas.microsoft.com/office/drawing/2014/main" id="{3F88A7DC-3DF4-43F0-B3B1-F67BC4ED1FC4}"/>
              </a:ext>
            </a:extLst>
          </p:cNvPr>
          <p:cNvSpPr>
            <a:spLocks xmlns:a="http://schemas.openxmlformats.org/drawingml/2006/main" noGrp="1"/>
          </p:cNvSpPr>
          <p:nvPr/>
        </p:nvSpPr>
        <p:spPr>
          <a:xfrm xmlns:a="http://schemas.openxmlformats.org/drawingml/2006/main">
            <a:off x="7567382" y="4834314"/>
            <a:ext cx="125851" cy="105281"/>
          </a:xfrm>
          <a:custGeom xmlns:a="http://schemas.openxmlformats.org/drawingml/2006/main">
            <a:pathLst>
              <a:path w="93672" h="78361">
                <a:moveTo>
                  <a:pt x="62298" y="0"/>
                </a:moveTo>
                <a:lnTo>
                  <a:pt x="77630" y="1482"/>
                </a:lnTo>
                <a:lnTo>
                  <a:pt x="79821" y="5349"/>
                </a:lnTo>
                <a:lnTo>
                  <a:pt x="69449" y="8506"/>
                </a:lnTo>
                <a:lnTo>
                  <a:pt x="68353" y="11793"/>
                </a:lnTo>
                <a:lnTo>
                  <a:pt x="76149" y="6637"/>
                </a:lnTo>
                <a:lnTo>
                  <a:pt x="83622" y="7475"/>
                </a:lnTo>
                <a:lnTo>
                  <a:pt x="93285" y="23586"/>
                </a:lnTo>
                <a:lnTo>
                  <a:pt x="88389" y="27839"/>
                </a:lnTo>
                <a:lnTo>
                  <a:pt x="88905" y="29901"/>
                </a:lnTo>
                <a:lnTo>
                  <a:pt x="90000" y="27710"/>
                </a:lnTo>
                <a:lnTo>
                  <a:pt x="93672" y="28032"/>
                </a:lnTo>
                <a:lnTo>
                  <a:pt x="92448" y="35958"/>
                </a:lnTo>
                <a:lnTo>
                  <a:pt x="85619" y="34412"/>
                </a:lnTo>
                <a:lnTo>
                  <a:pt x="78081" y="40340"/>
                </a:lnTo>
                <a:lnTo>
                  <a:pt x="71768" y="25454"/>
                </a:lnTo>
                <a:lnTo>
                  <a:pt x="71639" y="29385"/>
                </a:lnTo>
                <a:lnTo>
                  <a:pt x="77373" y="36989"/>
                </a:lnTo>
                <a:lnTo>
                  <a:pt x="75376" y="41114"/>
                </a:lnTo>
                <a:lnTo>
                  <a:pt x="71639" y="33638"/>
                </a:lnTo>
                <a:lnTo>
                  <a:pt x="66099" y="31963"/>
                </a:lnTo>
                <a:lnTo>
                  <a:pt x="61074" y="34283"/>
                </a:lnTo>
                <a:lnTo>
                  <a:pt x="66550" y="32350"/>
                </a:lnTo>
                <a:lnTo>
                  <a:pt x="71510" y="34090"/>
                </a:lnTo>
                <a:lnTo>
                  <a:pt x="74152" y="39245"/>
                </a:lnTo>
                <a:lnTo>
                  <a:pt x="72154" y="57289"/>
                </a:lnTo>
                <a:lnTo>
                  <a:pt x="63071" y="56644"/>
                </a:lnTo>
                <a:lnTo>
                  <a:pt x="53149" y="62251"/>
                </a:lnTo>
                <a:lnTo>
                  <a:pt x="49477" y="58062"/>
                </a:lnTo>
                <a:lnTo>
                  <a:pt x="46256" y="58062"/>
                </a:lnTo>
                <a:lnTo>
                  <a:pt x="30923" y="67470"/>
                </a:lnTo>
                <a:lnTo>
                  <a:pt x="31374" y="69468"/>
                </a:lnTo>
                <a:lnTo>
                  <a:pt x="25769" y="71015"/>
                </a:lnTo>
                <a:lnTo>
                  <a:pt x="22935" y="67792"/>
                </a:lnTo>
                <a:lnTo>
                  <a:pt x="12240" y="78361"/>
                </a:lnTo>
                <a:lnTo>
                  <a:pt x="14431" y="73528"/>
                </a:lnTo>
                <a:lnTo>
                  <a:pt x="11339" y="59737"/>
                </a:lnTo>
                <a:lnTo>
                  <a:pt x="4510" y="39632"/>
                </a:lnTo>
                <a:lnTo>
                  <a:pt x="0" y="37054"/>
                </a:lnTo>
                <a:lnTo>
                  <a:pt x="515" y="33767"/>
                </a:lnTo>
                <a:lnTo>
                  <a:pt x="26414" y="29965"/>
                </a:lnTo>
                <a:lnTo>
                  <a:pt x="33178" y="35250"/>
                </a:lnTo>
                <a:lnTo>
                  <a:pt x="34918" y="33961"/>
                </a:lnTo>
                <a:lnTo>
                  <a:pt x="31503" y="25841"/>
                </a:lnTo>
                <a:lnTo>
                  <a:pt x="42391" y="7217"/>
                </a:lnTo>
                <a:lnTo>
                  <a:pt x="51539" y="1998"/>
                </a:lnTo>
                <a:lnTo>
                  <a:pt x="62298" y="0"/>
                </a:lnTo>
              </a:path>
            </a:pathLst>
          </a:custGeom>
          <a:noFill xmlns:a="http://schemas.openxmlformats.org/drawingml/2006/main"/>
          <a:ln xmlns:a="http://schemas.openxmlformats.org/drawingml/2006/main" w="5119">
            <a:solidFill>
              <a:srgbClr val="E4EAF4"/>
            </a:solidFill>
            <a:prstDash val="solid"/>
          </a:ln>
        </p:spPr>
      </p:sp>
      <p:sp>
        <p:nvSpPr>
          <p:cNvPr id="761" name="Editable chart path">
            <a:extLst xmlns:a="http://schemas.openxmlformats.org/drawingml/2006/main">
              <a:ext uri="{FF2B5EF4-FFF2-40B4-BE49-F238E27FC236}">
                <a16:creationId xmlns:a16="http://schemas.microsoft.com/office/drawing/2014/main" id="{F4B6F05D-3BB1-430B-A14B-A194BBC93D4D}"/>
              </a:ext>
            </a:extLst>
          </p:cNvPr>
          <p:cNvSpPr>
            <a:spLocks xmlns:a="http://schemas.openxmlformats.org/drawingml/2006/main" noGrp="1"/>
          </p:cNvSpPr>
          <p:nvPr/>
        </p:nvSpPr>
        <p:spPr>
          <a:xfrm xmlns:a="http://schemas.openxmlformats.org/drawingml/2006/main">
            <a:off x="7662766" y="4971455"/>
            <a:ext cx="114686" cy="86320"/>
          </a:xfrm>
          <a:custGeom xmlns:a="http://schemas.openxmlformats.org/drawingml/2006/main">
            <a:pathLst>
              <a:path w="85361" h="64248">
                <a:moveTo>
                  <a:pt x="29828" y="0"/>
                </a:moveTo>
                <a:lnTo>
                  <a:pt x="40716" y="4769"/>
                </a:lnTo>
                <a:lnTo>
                  <a:pt x="43228" y="10375"/>
                </a:lnTo>
                <a:lnTo>
                  <a:pt x="54953" y="5284"/>
                </a:lnTo>
                <a:lnTo>
                  <a:pt x="54051" y="15530"/>
                </a:lnTo>
                <a:lnTo>
                  <a:pt x="55662" y="5155"/>
                </a:lnTo>
                <a:lnTo>
                  <a:pt x="60880" y="3866"/>
                </a:lnTo>
                <a:lnTo>
                  <a:pt x="72799" y="7862"/>
                </a:lnTo>
                <a:lnTo>
                  <a:pt x="75698" y="13468"/>
                </a:lnTo>
                <a:lnTo>
                  <a:pt x="77437" y="11406"/>
                </a:lnTo>
                <a:lnTo>
                  <a:pt x="85361" y="13017"/>
                </a:lnTo>
                <a:lnTo>
                  <a:pt x="84975" y="19719"/>
                </a:lnTo>
                <a:lnTo>
                  <a:pt x="78855" y="28032"/>
                </a:lnTo>
                <a:lnTo>
                  <a:pt x="70544" y="23779"/>
                </a:lnTo>
                <a:lnTo>
                  <a:pt x="66743" y="26937"/>
                </a:lnTo>
                <a:lnTo>
                  <a:pt x="71768" y="25712"/>
                </a:lnTo>
                <a:lnTo>
                  <a:pt x="74603" y="29192"/>
                </a:lnTo>
                <a:lnTo>
                  <a:pt x="73314" y="40018"/>
                </a:lnTo>
                <a:lnTo>
                  <a:pt x="70802" y="42016"/>
                </a:lnTo>
                <a:lnTo>
                  <a:pt x="73572" y="58964"/>
                </a:lnTo>
                <a:lnTo>
                  <a:pt x="63393" y="64248"/>
                </a:lnTo>
                <a:lnTo>
                  <a:pt x="54825" y="62895"/>
                </a:lnTo>
                <a:lnTo>
                  <a:pt x="45290" y="56644"/>
                </a:lnTo>
                <a:lnTo>
                  <a:pt x="42326" y="59995"/>
                </a:lnTo>
                <a:lnTo>
                  <a:pt x="37108" y="59866"/>
                </a:lnTo>
                <a:lnTo>
                  <a:pt x="24739" y="45238"/>
                </a:lnTo>
                <a:lnTo>
                  <a:pt x="18683" y="27130"/>
                </a:lnTo>
                <a:lnTo>
                  <a:pt x="13593" y="23650"/>
                </a:lnTo>
                <a:lnTo>
                  <a:pt x="9599" y="24874"/>
                </a:lnTo>
                <a:lnTo>
                  <a:pt x="580" y="21846"/>
                </a:lnTo>
                <a:lnTo>
                  <a:pt x="0" y="16948"/>
                </a:lnTo>
                <a:lnTo>
                  <a:pt x="8504" y="6960"/>
                </a:lnTo>
                <a:lnTo>
                  <a:pt x="12305" y="8700"/>
                </a:lnTo>
                <a:lnTo>
                  <a:pt x="20487" y="644"/>
                </a:lnTo>
                <a:lnTo>
                  <a:pt x="22484" y="3866"/>
                </a:lnTo>
                <a:lnTo>
                  <a:pt x="23128" y="1353"/>
                </a:lnTo>
                <a:lnTo>
                  <a:pt x="29828" y="0"/>
                </a:lnTo>
              </a:path>
            </a:pathLst>
          </a:custGeom>
          <a:noFill xmlns:a="http://schemas.openxmlformats.org/drawingml/2006/main"/>
          <a:ln xmlns:a="http://schemas.openxmlformats.org/drawingml/2006/main" w="5119">
            <a:solidFill>
              <a:srgbClr val="E4EAF4"/>
            </a:solidFill>
            <a:prstDash val="solid"/>
          </a:ln>
        </p:spPr>
      </p:sp>
      <p:sp>
        <p:nvSpPr>
          <p:cNvPr id="762" name="Editable chart path">
            <a:extLst xmlns:a="http://schemas.openxmlformats.org/drawingml/2006/main">
              <a:ext uri="{FF2B5EF4-FFF2-40B4-BE49-F238E27FC236}">
                <a16:creationId xmlns:a16="http://schemas.microsoft.com/office/drawing/2014/main" id="{404693C0-683E-41D4-B4DC-26FD3E4560A2}"/>
              </a:ext>
            </a:extLst>
          </p:cNvPr>
          <p:cNvSpPr>
            <a:spLocks xmlns:a="http://schemas.openxmlformats.org/drawingml/2006/main" noGrp="1"/>
          </p:cNvSpPr>
          <p:nvPr/>
        </p:nvSpPr>
        <p:spPr>
          <a:xfrm xmlns:a="http://schemas.openxmlformats.org/drawingml/2006/main">
            <a:off x="8213431" y="4673363"/>
            <a:ext cx="82660" cy="87965"/>
          </a:xfrm>
          <a:custGeom xmlns:a="http://schemas.openxmlformats.org/drawingml/2006/main">
            <a:pathLst>
              <a:path w="61525" h="65473">
                <a:moveTo>
                  <a:pt x="7731" y="1804"/>
                </a:moveTo>
                <a:lnTo>
                  <a:pt x="22548" y="15724"/>
                </a:lnTo>
                <a:lnTo>
                  <a:pt x="30794" y="18817"/>
                </a:lnTo>
                <a:lnTo>
                  <a:pt x="42326" y="39052"/>
                </a:lnTo>
                <a:lnTo>
                  <a:pt x="61202" y="58191"/>
                </a:lnTo>
                <a:lnTo>
                  <a:pt x="61525" y="65473"/>
                </a:lnTo>
                <a:lnTo>
                  <a:pt x="42520" y="60575"/>
                </a:lnTo>
                <a:lnTo>
                  <a:pt x="10952" y="40663"/>
                </a:lnTo>
                <a:lnTo>
                  <a:pt x="451" y="18817"/>
                </a:lnTo>
                <a:lnTo>
                  <a:pt x="0" y="1740"/>
                </a:lnTo>
                <a:lnTo>
                  <a:pt x="3737" y="0"/>
                </a:lnTo>
                <a:lnTo>
                  <a:pt x="7731" y="1804"/>
                </a:lnTo>
              </a:path>
            </a:pathLst>
          </a:custGeom>
          <a:noFill xmlns:a="http://schemas.openxmlformats.org/drawingml/2006/main"/>
          <a:ln xmlns:a="http://schemas.openxmlformats.org/drawingml/2006/main" w="5119">
            <a:solidFill>
              <a:srgbClr val="E4EAF4"/>
            </a:solidFill>
            <a:prstDash val="solid"/>
          </a:ln>
        </p:spPr>
      </p:sp>
      <p:sp>
        <p:nvSpPr>
          <p:cNvPr id="763" name="Editable chart path">
            <a:extLst xmlns:a="http://schemas.openxmlformats.org/drawingml/2006/main">
              <a:ext uri="{FF2B5EF4-FFF2-40B4-BE49-F238E27FC236}">
                <a16:creationId xmlns:a16="http://schemas.microsoft.com/office/drawing/2014/main" id="{D993F467-5D4E-4BD3-925E-3606C4DF385C}"/>
              </a:ext>
            </a:extLst>
          </p:cNvPr>
          <p:cNvSpPr>
            <a:spLocks xmlns:a="http://schemas.openxmlformats.org/drawingml/2006/main" noGrp="1"/>
          </p:cNvSpPr>
          <p:nvPr/>
        </p:nvSpPr>
        <p:spPr>
          <a:xfrm xmlns:a="http://schemas.openxmlformats.org/drawingml/2006/main">
            <a:off x="7823066" y="4521935"/>
            <a:ext cx="31766" cy="46233"/>
          </a:xfrm>
          <a:custGeom xmlns:a="http://schemas.openxmlformats.org/drawingml/2006/main">
            <a:pathLst>
              <a:path w="23643" h="34412">
                <a:moveTo>
                  <a:pt x="4188" y="0"/>
                </a:moveTo>
                <a:lnTo>
                  <a:pt x="10888" y="2191"/>
                </a:lnTo>
                <a:lnTo>
                  <a:pt x="2190" y="709"/>
                </a:lnTo>
                <a:lnTo>
                  <a:pt x="5218" y="13211"/>
                </a:lnTo>
                <a:lnTo>
                  <a:pt x="22291" y="16304"/>
                </a:lnTo>
                <a:lnTo>
                  <a:pt x="16943" y="26679"/>
                </a:lnTo>
                <a:lnTo>
                  <a:pt x="23643" y="31190"/>
                </a:lnTo>
                <a:lnTo>
                  <a:pt x="12369" y="34412"/>
                </a:lnTo>
                <a:lnTo>
                  <a:pt x="1224" y="26163"/>
                </a:lnTo>
                <a:lnTo>
                  <a:pt x="6507" y="28161"/>
                </a:lnTo>
                <a:lnTo>
                  <a:pt x="8439" y="24746"/>
                </a:lnTo>
                <a:lnTo>
                  <a:pt x="3994" y="17850"/>
                </a:lnTo>
                <a:lnTo>
                  <a:pt x="1546" y="17721"/>
                </a:lnTo>
                <a:lnTo>
                  <a:pt x="0" y="21395"/>
                </a:lnTo>
                <a:lnTo>
                  <a:pt x="3157" y="11277"/>
                </a:lnTo>
                <a:lnTo>
                  <a:pt x="580" y="1869"/>
                </a:lnTo>
                <a:lnTo>
                  <a:pt x="4188" y="0"/>
                </a:lnTo>
              </a:path>
            </a:pathLst>
          </a:custGeom>
          <a:noFill xmlns:a="http://schemas.openxmlformats.org/drawingml/2006/main"/>
          <a:ln xmlns:a="http://schemas.openxmlformats.org/drawingml/2006/main" w="5119">
            <a:solidFill>
              <a:srgbClr val="E4EAF4"/>
            </a:solidFill>
            <a:prstDash val="solid"/>
          </a:ln>
        </p:spPr>
      </p:sp>
      <p:sp>
        <p:nvSpPr>
          <p:cNvPr id="764" name="Editable chart path">
            <a:extLst xmlns:a="http://schemas.openxmlformats.org/drawingml/2006/main">
              <a:ext uri="{FF2B5EF4-FFF2-40B4-BE49-F238E27FC236}">
                <a16:creationId xmlns:a16="http://schemas.microsoft.com/office/drawing/2014/main" id="{8D94F43E-59AE-4628-8C75-6B9ADDA26DC2}"/>
              </a:ext>
            </a:extLst>
          </p:cNvPr>
          <p:cNvSpPr>
            <a:spLocks xmlns:a="http://schemas.openxmlformats.org/drawingml/2006/main" noGrp="1"/>
          </p:cNvSpPr>
          <p:nvPr/>
        </p:nvSpPr>
        <p:spPr>
          <a:xfrm xmlns:a="http://schemas.openxmlformats.org/drawingml/2006/main">
            <a:off x="7897677" y="4791024"/>
            <a:ext cx="30467" cy="8052"/>
          </a:xfrm>
          <a:custGeom xmlns:a="http://schemas.openxmlformats.org/drawingml/2006/main">
            <a:pathLst>
              <a:path w="22677" h="5993">
                <a:moveTo>
                  <a:pt x="12176" y="0"/>
                </a:moveTo>
                <a:lnTo>
                  <a:pt x="22677" y="0"/>
                </a:lnTo>
                <a:lnTo>
                  <a:pt x="22677" y="5993"/>
                </a:lnTo>
                <a:lnTo>
                  <a:pt x="0" y="5993"/>
                </a:lnTo>
                <a:lnTo>
                  <a:pt x="0" y="0"/>
                </a:lnTo>
                <a:lnTo>
                  <a:pt x="12176" y="0"/>
                </a:lnTo>
              </a:path>
            </a:pathLst>
          </a:custGeom>
          <a:noFill xmlns:a="http://schemas.openxmlformats.org/drawingml/2006/main"/>
          <a:ln xmlns:a="http://schemas.openxmlformats.org/drawingml/2006/main" w="5119">
            <a:solidFill>
              <a:srgbClr val="E4EAF4"/>
            </a:solidFill>
            <a:prstDash val="solid"/>
          </a:ln>
        </p:spPr>
      </p:sp>
      <p:sp>
        <p:nvSpPr>
          <p:cNvPr id="765" name="Editable chart path">
            <a:extLst xmlns:a="http://schemas.openxmlformats.org/drawingml/2006/main">
              <a:ext uri="{FF2B5EF4-FFF2-40B4-BE49-F238E27FC236}">
                <a16:creationId xmlns:a16="http://schemas.microsoft.com/office/drawing/2014/main" id="{AF1F1B79-53E0-4CBD-B8E7-0DA9D9B0AEDB}"/>
              </a:ext>
            </a:extLst>
          </p:cNvPr>
          <p:cNvSpPr>
            <a:spLocks xmlns:a="http://schemas.openxmlformats.org/drawingml/2006/main" noGrp="1"/>
          </p:cNvSpPr>
          <p:nvPr/>
        </p:nvSpPr>
        <p:spPr>
          <a:xfrm xmlns:a="http://schemas.openxmlformats.org/drawingml/2006/main">
            <a:off x="7844792" y="4527217"/>
            <a:ext cx="40854" cy="37402"/>
          </a:xfrm>
          <a:custGeom xmlns:a="http://schemas.openxmlformats.org/drawingml/2006/main">
            <a:pathLst>
              <a:path w="30408" h="27839">
                <a:moveTo>
                  <a:pt x="19520" y="9731"/>
                </a:moveTo>
                <a:lnTo>
                  <a:pt x="30408" y="19848"/>
                </a:lnTo>
                <a:lnTo>
                  <a:pt x="26027" y="15595"/>
                </a:lnTo>
                <a:lnTo>
                  <a:pt x="23128" y="20815"/>
                </a:lnTo>
                <a:lnTo>
                  <a:pt x="23708" y="25326"/>
                </a:lnTo>
                <a:lnTo>
                  <a:pt x="30021" y="23714"/>
                </a:lnTo>
                <a:lnTo>
                  <a:pt x="13078" y="27839"/>
                </a:lnTo>
                <a:lnTo>
                  <a:pt x="19392" y="24617"/>
                </a:lnTo>
                <a:lnTo>
                  <a:pt x="14882" y="10440"/>
                </a:lnTo>
                <a:lnTo>
                  <a:pt x="0" y="0"/>
                </a:lnTo>
                <a:lnTo>
                  <a:pt x="19520" y="9731"/>
                </a:lnTo>
              </a:path>
            </a:pathLst>
          </a:custGeom>
          <a:noFill xmlns:a="http://schemas.openxmlformats.org/drawingml/2006/main"/>
          <a:ln xmlns:a="http://schemas.openxmlformats.org/drawingml/2006/main" w="5119">
            <a:solidFill>
              <a:srgbClr val="E4EAF4"/>
            </a:solidFill>
            <a:prstDash val="solid"/>
          </a:ln>
        </p:spPr>
      </p:sp>
      <p:sp>
        <p:nvSpPr>
          <p:cNvPr id="766" name="Editable chart path">
            <a:extLst xmlns:a="http://schemas.openxmlformats.org/drawingml/2006/main">
              <a:ext uri="{FF2B5EF4-FFF2-40B4-BE49-F238E27FC236}">
                <a16:creationId xmlns:a16="http://schemas.microsoft.com/office/drawing/2014/main" id="{B8F84E36-D20C-4940-A15F-64120E74BA6F}"/>
              </a:ext>
            </a:extLst>
          </p:cNvPr>
          <p:cNvSpPr>
            <a:spLocks xmlns:a="http://schemas.openxmlformats.org/drawingml/2006/main" noGrp="1"/>
          </p:cNvSpPr>
          <p:nvPr/>
        </p:nvSpPr>
        <p:spPr>
          <a:xfrm xmlns:a="http://schemas.openxmlformats.org/drawingml/2006/main">
            <a:off x="7726124" y="4844184"/>
            <a:ext cx="20167" cy="21039"/>
          </a:xfrm>
          <a:custGeom xmlns:a="http://schemas.openxmlformats.org/drawingml/2006/main">
            <a:pathLst>
              <a:path w="15011" h="15659">
                <a:moveTo>
                  <a:pt x="8246" y="14757"/>
                </a:moveTo>
                <a:lnTo>
                  <a:pt x="3286" y="15659"/>
                </a:lnTo>
                <a:lnTo>
                  <a:pt x="0" y="13404"/>
                </a:lnTo>
                <a:lnTo>
                  <a:pt x="4123" y="10375"/>
                </a:lnTo>
                <a:lnTo>
                  <a:pt x="5154" y="5671"/>
                </a:lnTo>
                <a:lnTo>
                  <a:pt x="15011" y="0"/>
                </a:lnTo>
                <a:lnTo>
                  <a:pt x="8246" y="14757"/>
                </a:lnTo>
              </a:path>
            </a:pathLst>
          </a:custGeom>
          <a:noFill xmlns:a="http://schemas.openxmlformats.org/drawingml/2006/main"/>
          <a:ln xmlns:a="http://schemas.openxmlformats.org/drawingml/2006/main" w="5119">
            <a:solidFill>
              <a:srgbClr val="E4EAF4"/>
            </a:solidFill>
            <a:prstDash val="solid"/>
          </a:ln>
        </p:spPr>
      </p:sp>
      <p:sp>
        <p:nvSpPr>
          <p:cNvPr id="767" name="Editable chart path">
            <a:extLst xmlns:a="http://schemas.openxmlformats.org/drawingml/2006/main">
              <a:ext uri="{FF2B5EF4-FFF2-40B4-BE49-F238E27FC236}">
                <a16:creationId xmlns:a16="http://schemas.microsoft.com/office/drawing/2014/main" id="{8594DEBA-A059-4BCB-B70E-023480BBADB3}"/>
              </a:ext>
            </a:extLst>
          </p:cNvPr>
          <p:cNvSpPr>
            <a:spLocks xmlns:a="http://schemas.openxmlformats.org/drawingml/2006/main" noGrp="1"/>
          </p:cNvSpPr>
          <p:nvPr/>
        </p:nvSpPr>
        <p:spPr>
          <a:xfrm xmlns:a="http://schemas.openxmlformats.org/drawingml/2006/main">
            <a:off x="7074882" y="3042121"/>
            <a:ext cx="14022" cy="21039"/>
          </a:xfrm>
          <a:custGeom xmlns:a="http://schemas.openxmlformats.org/drawingml/2006/main">
            <a:pathLst>
              <a:path w="10437" h="15659">
                <a:moveTo>
                  <a:pt x="5412" y="15659"/>
                </a:moveTo>
                <a:lnTo>
                  <a:pt x="0" y="13919"/>
                </a:lnTo>
                <a:lnTo>
                  <a:pt x="6185" y="0"/>
                </a:lnTo>
                <a:lnTo>
                  <a:pt x="10437" y="8442"/>
                </a:lnTo>
                <a:lnTo>
                  <a:pt x="10243" y="11793"/>
                </a:lnTo>
                <a:lnTo>
                  <a:pt x="5412" y="15659"/>
                </a:lnTo>
              </a:path>
            </a:pathLst>
          </a:custGeom>
          <a:noFill xmlns:a="http://schemas.openxmlformats.org/drawingml/2006/main"/>
          <a:ln xmlns:a="http://schemas.openxmlformats.org/drawingml/2006/main" w="5119">
            <a:solidFill>
              <a:srgbClr val="E4EAF4"/>
            </a:solidFill>
            <a:prstDash val="solid"/>
          </a:ln>
        </p:spPr>
      </p:sp>
      <p:sp>
        <p:nvSpPr>
          <p:cNvPr id="768" name="Editable chart path">
            <a:extLst xmlns:a="http://schemas.openxmlformats.org/drawingml/2006/main">
              <a:ext uri="{FF2B5EF4-FFF2-40B4-BE49-F238E27FC236}">
                <a16:creationId xmlns:a16="http://schemas.microsoft.com/office/drawing/2014/main" id="{30117C1C-3988-4AB9-BB9C-6FBBC509CA52}"/>
              </a:ext>
            </a:extLst>
          </p:cNvPr>
          <p:cNvSpPr>
            <a:spLocks xmlns:a="http://schemas.openxmlformats.org/drawingml/2006/main" noGrp="1"/>
          </p:cNvSpPr>
          <p:nvPr/>
        </p:nvSpPr>
        <p:spPr>
          <a:xfrm xmlns:a="http://schemas.openxmlformats.org/drawingml/2006/main">
            <a:off x="6742467"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769" name="Editable chart path">
            <a:extLst xmlns:a="http://schemas.openxmlformats.org/drawingml/2006/main">
              <a:ext uri="{FF2B5EF4-FFF2-40B4-BE49-F238E27FC236}">
                <a16:creationId xmlns:a16="http://schemas.microsoft.com/office/drawing/2014/main" id="{1F744682-AB6D-4149-BC86-802BDCD7ACE9}"/>
              </a:ext>
            </a:extLst>
          </p:cNvPr>
          <p:cNvSpPr>
            <a:spLocks xmlns:a="http://schemas.openxmlformats.org/drawingml/2006/main" noGrp="1"/>
          </p:cNvSpPr>
          <p:nvPr/>
        </p:nvSpPr>
        <p:spPr>
          <a:xfrm xmlns:a="http://schemas.openxmlformats.org/drawingml/2006/main">
            <a:off x="6820243"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770" name="Editable chart path">
            <a:extLst xmlns:a="http://schemas.openxmlformats.org/drawingml/2006/main">
              <a:ext uri="{FF2B5EF4-FFF2-40B4-BE49-F238E27FC236}">
                <a16:creationId xmlns:a16="http://schemas.microsoft.com/office/drawing/2014/main" id="{626A53EA-3EEC-4182-940A-DC99E687186F}"/>
              </a:ext>
            </a:extLst>
          </p:cNvPr>
          <p:cNvSpPr>
            <a:spLocks xmlns:a="http://schemas.openxmlformats.org/drawingml/2006/main" noGrp="1"/>
          </p:cNvSpPr>
          <p:nvPr/>
        </p:nvSpPr>
        <p:spPr>
          <a:xfrm xmlns:a="http://schemas.openxmlformats.org/drawingml/2006/main">
            <a:off x="689801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771" name="Editable chart path">
            <a:extLst xmlns:a="http://schemas.openxmlformats.org/drawingml/2006/main">
              <a:ext uri="{FF2B5EF4-FFF2-40B4-BE49-F238E27FC236}">
                <a16:creationId xmlns:a16="http://schemas.microsoft.com/office/drawing/2014/main" id="{A066E2C3-0CB7-4387-AF0C-71F9840590D3}"/>
              </a:ext>
            </a:extLst>
          </p:cNvPr>
          <p:cNvSpPr>
            <a:spLocks xmlns:a="http://schemas.openxmlformats.org/drawingml/2006/main" noGrp="1"/>
          </p:cNvSpPr>
          <p:nvPr/>
        </p:nvSpPr>
        <p:spPr>
          <a:xfrm xmlns:a="http://schemas.openxmlformats.org/drawingml/2006/main">
            <a:off x="6975794"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772" name="Editable chart path">
            <a:extLst xmlns:a="http://schemas.openxmlformats.org/drawingml/2006/main">
              <a:ext uri="{FF2B5EF4-FFF2-40B4-BE49-F238E27FC236}">
                <a16:creationId xmlns:a16="http://schemas.microsoft.com/office/drawing/2014/main" id="{F742960C-0024-4C88-B60D-1201C77194C7}"/>
              </a:ext>
            </a:extLst>
          </p:cNvPr>
          <p:cNvSpPr>
            <a:spLocks xmlns:a="http://schemas.openxmlformats.org/drawingml/2006/main" noGrp="1"/>
          </p:cNvSpPr>
          <p:nvPr/>
        </p:nvSpPr>
        <p:spPr>
          <a:xfrm xmlns:a="http://schemas.openxmlformats.org/drawingml/2006/main">
            <a:off x="7053569"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8BCB9"/>
          </a:solidFill>
          <a:ln xmlns:a="http://schemas.openxmlformats.org/drawingml/2006/main" w="3839">
            <a:solidFill>
              <a:srgbClr val="FBFCFE"/>
            </a:solidFill>
            <a:prstDash val="solid"/>
          </a:ln>
        </p:spPr>
      </p:sp>
      <p:sp>
        <p:nvSpPr>
          <p:cNvPr id="773" name="Editable chart path">
            <a:extLst xmlns:a="http://schemas.openxmlformats.org/drawingml/2006/main">
              <a:ext uri="{FF2B5EF4-FFF2-40B4-BE49-F238E27FC236}">
                <a16:creationId xmlns:a16="http://schemas.microsoft.com/office/drawing/2014/main" id="{8CC68FA3-E0A8-47A5-A579-7347B0D560E8}"/>
              </a:ext>
            </a:extLst>
          </p:cNvPr>
          <p:cNvSpPr>
            <a:spLocks xmlns:a="http://schemas.openxmlformats.org/drawingml/2006/main" noGrp="1"/>
          </p:cNvSpPr>
          <p:nvPr/>
        </p:nvSpPr>
        <p:spPr>
          <a:xfrm xmlns:a="http://schemas.openxmlformats.org/drawingml/2006/main">
            <a:off x="7053569"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774" name="Editable chart path">
            <a:extLst xmlns:a="http://schemas.openxmlformats.org/drawingml/2006/main">
              <a:ext uri="{FF2B5EF4-FFF2-40B4-BE49-F238E27FC236}">
                <a16:creationId xmlns:a16="http://schemas.microsoft.com/office/drawing/2014/main" id="{99D03888-6754-460B-A098-B1652D66E316}"/>
              </a:ext>
            </a:extLst>
          </p:cNvPr>
          <p:cNvSpPr>
            <a:spLocks xmlns:a="http://schemas.openxmlformats.org/drawingml/2006/main" noGrp="1"/>
          </p:cNvSpPr>
          <p:nvPr/>
        </p:nvSpPr>
        <p:spPr>
          <a:xfrm xmlns:a="http://schemas.openxmlformats.org/drawingml/2006/main">
            <a:off x="7131345"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775" name="Editable chart path">
            <a:extLst xmlns:a="http://schemas.openxmlformats.org/drawingml/2006/main">
              <a:ext uri="{FF2B5EF4-FFF2-40B4-BE49-F238E27FC236}">
                <a16:creationId xmlns:a16="http://schemas.microsoft.com/office/drawing/2014/main" id="{009FD402-E0DD-49F9-93C4-EDB9F4BFE64A}"/>
              </a:ext>
            </a:extLst>
          </p:cNvPr>
          <p:cNvSpPr>
            <a:spLocks xmlns:a="http://schemas.openxmlformats.org/drawingml/2006/main" noGrp="1"/>
          </p:cNvSpPr>
          <p:nvPr/>
        </p:nvSpPr>
        <p:spPr>
          <a:xfrm xmlns:a="http://schemas.openxmlformats.org/drawingml/2006/main">
            <a:off x="7209121"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76" name="Editable chart path">
            <a:extLst xmlns:a="http://schemas.openxmlformats.org/drawingml/2006/main">
              <a:ext uri="{FF2B5EF4-FFF2-40B4-BE49-F238E27FC236}">
                <a16:creationId xmlns:a16="http://schemas.microsoft.com/office/drawing/2014/main" id="{3B9B8948-7D2A-413E-B130-46765895D642}"/>
              </a:ext>
            </a:extLst>
          </p:cNvPr>
          <p:cNvSpPr>
            <a:spLocks xmlns:a="http://schemas.openxmlformats.org/drawingml/2006/main" noGrp="1"/>
          </p:cNvSpPr>
          <p:nvPr/>
        </p:nvSpPr>
        <p:spPr>
          <a:xfrm xmlns:a="http://schemas.openxmlformats.org/drawingml/2006/main">
            <a:off x="7209121"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777" name="Editable chart path">
            <a:extLst xmlns:a="http://schemas.openxmlformats.org/drawingml/2006/main">
              <a:ext uri="{FF2B5EF4-FFF2-40B4-BE49-F238E27FC236}">
                <a16:creationId xmlns:a16="http://schemas.microsoft.com/office/drawing/2014/main" id="{1E3DAB25-6FCE-4E41-84EA-6DF5473AA94F}"/>
              </a:ext>
            </a:extLst>
          </p:cNvPr>
          <p:cNvSpPr>
            <a:spLocks xmlns:a="http://schemas.openxmlformats.org/drawingml/2006/main" noGrp="1"/>
          </p:cNvSpPr>
          <p:nvPr/>
        </p:nvSpPr>
        <p:spPr>
          <a:xfrm xmlns:a="http://schemas.openxmlformats.org/drawingml/2006/main">
            <a:off x="7286896"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778" name="Editable chart path">
            <a:extLst xmlns:a="http://schemas.openxmlformats.org/drawingml/2006/main">
              <a:ext uri="{FF2B5EF4-FFF2-40B4-BE49-F238E27FC236}">
                <a16:creationId xmlns:a16="http://schemas.microsoft.com/office/drawing/2014/main" id="{E8097D22-0248-4707-AFB8-218574F1AA51}"/>
              </a:ext>
            </a:extLst>
          </p:cNvPr>
          <p:cNvSpPr>
            <a:spLocks xmlns:a="http://schemas.openxmlformats.org/drawingml/2006/main" noGrp="1"/>
          </p:cNvSpPr>
          <p:nvPr/>
        </p:nvSpPr>
        <p:spPr>
          <a:xfrm xmlns:a="http://schemas.openxmlformats.org/drawingml/2006/main">
            <a:off x="7286896"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779" name="Editable chart path">
            <a:extLst xmlns:a="http://schemas.openxmlformats.org/drawingml/2006/main">
              <a:ext uri="{FF2B5EF4-FFF2-40B4-BE49-F238E27FC236}">
                <a16:creationId xmlns:a16="http://schemas.microsoft.com/office/drawing/2014/main" id="{7ECA2AD1-1A1D-4853-8319-B18CF6C8645B}"/>
              </a:ext>
            </a:extLst>
          </p:cNvPr>
          <p:cNvSpPr>
            <a:spLocks xmlns:a="http://schemas.openxmlformats.org/drawingml/2006/main" noGrp="1"/>
          </p:cNvSpPr>
          <p:nvPr/>
        </p:nvSpPr>
        <p:spPr>
          <a:xfrm xmlns:a="http://schemas.openxmlformats.org/drawingml/2006/main">
            <a:off x="7286896"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6C64"/>
          </a:solidFill>
          <a:ln xmlns:a="http://schemas.openxmlformats.org/drawingml/2006/main" w="3839">
            <a:solidFill>
              <a:srgbClr val="FBFCFE"/>
            </a:solidFill>
            <a:prstDash val="solid"/>
          </a:ln>
        </p:spPr>
      </p:sp>
      <p:sp>
        <p:nvSpPr>
          <p:cNvPr id="780" name="Editable chart path">
            <a:extLst xmlns:a="http://schemas.openxmlformats.org/drawingml/2006/main">
              <a:ext uri="{FF2B5EF4-FFF2-40B4-BE49-F238E27FC236}">
                <a16:creationId xmlns:a16="http://schemas.microsoft.com/office/drawing/2014/main" id="{AE20FDD8-2FB8-456F-B37B-AA6A2A8A5283}"/>
              </a:ext>
            </a:extLst>
          </p:cNvPr>
          <p:cNvSpPr>
            <a:spLocks xmlns:a="http://schemas.openxmlformats.org/drawingml/2006/main" noGrp="1"/>
          </p:cNvSpPr>
          <p:nvPr/>
        </p:nvSpPr>
        <p:spPr>
          <a:xfrm xmlns:a="http://schemas.openxmlformats.org/drawingml/2006/main">
            <a:off x="7364672"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81" name="Editable chart path">
            <a:extLst xmlns:a="http://schemas.openxmlformats.org/drawingml/2006/main">
              <a:ext uri="{FF2B5EF4-FFF2-40B4-BE49-F238E27FC236}">
                <a16:creationId xmlns:a16="http://schemas.microsoft.com/office/drawing/2014/main" id="{EC9E885A-8232-4924-A189-C364F81C9396}"/>
              </a:ext>
            </a:extLst>
          </p:cNvPr>
          <p:cNvSpPr>
            <a:spLocks xmlns:a="http://schemas.openxmlformats.org/drawingml/2006/main" noGrp="1"/>
          </p:cNvSpPr>
          <p:nvPr/>
        </p:nvSpPr>
        <p:spPr>
          <a:xfrm xmlns:a="http://schemas.openxmlformats.org/drawingml/2006/main">
            <a:off x="7364672"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82" name="Editable chart path">
            <a:extLst xmlns:a="http://schemas.openxmlformats.org/drawingml/2006/main">
              <a:ext uri="{FF2B5EF4-FFF2-40B4-BE49-F238E27FC236}">
                <a16:creationId xmlns:a16="http://schemas.microsoft.com/office/drawing/2014/main" id="{472964E3-B02A-4FD5-886E-4D8E281BDE52}"/>
              </a:ext>
            </a:extLst>
          </p:cNvPr>
          <p:cNvSpPr>
            <a:spLocks xmlns:a="http://schemas.openxmlformats.org/drawingml/2006/main" noGrp="1"/>
          </p:cNvSpPr>
          <p:nvPr/>
        </p:nvSpPr>
        <p:spPr>
          <a:xfrm xmlns:a="http://schemas.openxmlformats.org/drawingml/2006/main">
            <a:off x="7364672"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3A69B0"/>
          </a:solidFill>
          <a:ln xmlns:a="http://schemas.openxmlformats.org/drawingml/2006/main" w="3839">
            <a:solidFill>
              <a:srgbClr val="FBFCFE"/>
            </a:solidFill>
            <a:prstDash val="solid"/>
          </a:ln>
        </p:spPr>
      </p:sp>
      <p:sp>
        <p:nvSpPr>
          <p:cNvPr id="783" name="Editable chart path">
            <a:extLst xmlns:a="http://schemas.openxmlformats.org/drawingml/2006/main">
              <a:ext uri="{FF2B5EF4-FFF2-40B4-BE49-F238E27FC236}">
                <a16:creationId xmlns:a16="http://schemas.microsoft.com/office/drawing/2014/main" id="{BF5FF446-B2E9-4477-AEEC-2C23C63687B5}"/>
              </a:ext>
            </a:extLst>
          </p:cNvPr>
          <p:cNvSpPr>
            <a:spLocks xmlns:a="http://schemas.openxmlformats.org/drawingml/2006/main" noGrp="1"/>
          </p:cNvSpPr>
          <p:nvPr/>
        </p:nvSpPr>
        <p:spPr>
          <a:xfrm xmlns:a="http://schemas.openxmlformats.org/drawingml/2006/main">
            <a:off x="7364672"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84" name="Editable chart path">
            <a:extLst xmlns:a="http://schemas.openxmlformats.org/drawingml/2006/main">
              <a:ext uri="{FF2B5EF4-FFF2-40B4-BE49-F238E27FC236}">
                <a16:creationId xmlns:a16="http://schemas.microsoft.com/office/drawing/2014/main" id="{D802C9CA-4AB2-4703-9658-EEA95535590D}"/>
              </a:ext>
            </a:extLst>
          </p:cNvPr>
          <p:cNvSpPr>
            <a:spLocks xmlns:a="http://schemas.openxmlformats.org/drawingml/2006/main" noGrp="1"/>
          </p:cNvSpPr>
          <p:nvPr/>
        </p:nvSpPr>
        <p:spPr>
          <a:xfrm xmlns:a="http://schemas.openxmlformats.org/drawingml/2006/main">
            <a:off x="7364672"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85" name="Editable chart path">
            <a:extLst xmlns:a="http://schemas.openxmlformats.org/drawingml/2006/main">
              <a:ext uri="{FF2B5EF4-FFF2-40B4-BE49-F238E27FC236}">
                <a16:creationId xmlns:a16="http://schemas.microsoft.com/office/drawing/2014/main" id="{C29A3364-0289-4081-8F7C-8BBBAC443DEA}"/>
              </a:ext>
            </a:extLst>
          </p:cNvPr>
          <p:cNvSpPr>
            <a:spLocks xmlns:a="http://schemas.openxmlformats.org/drawingml/2006/main" noGrp="1"/>
          </p:cNvSpPr>
          <p:nvPr/>
        </p:nvSpPr>
        <p:spPr>
          <a:xfrm xmlns:a="http://schemas.openxmlformats.org/drawingml/2006/main">
            <a:off x="7442447"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86" name="Editable chart path">
            <a:extLst xmlns:a="http://schemas.openxmlformats.org/drawingml/2006/main">
              <a:ext uri="{FF2B5EF4-FFF2-40B4-BE49-F238E27FC236}">
                <a16:creationId xmlns:a16="http://schemas.microsoft.com/office/drawing/2014/main" id="{E28012AD-C724-4915-B550-8DCDC6A3B4C7}"/>
              </a:ext>
            </a:extLst>
          </p:cNvPr>
          <p:cNvSpPr>
            <a:spLocks xmlns:a="http://schemas.openxmlformats.org/drawingml/2006/main" noGrp="1"/>
          </p:cNvSpPr>
          <p:nvPr/>
        </p:nvSpPr>
        <p:spPr>
          <a:xfrm xmlns:a="http://schemas.openxmlformats.org/drawingml/2006/main">
            <a:off x="7442447"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87" name="Editable chart path">
            <a:extLst xmlns:a="http://schemas.openxmlformats.org/drawingml/2006/main">
              <a:ext uri="{FF2B5EF4-FFF2-40B4-BE49-F238E27FC236}">
                <a16:creationId xmlns:a16="http://schemas.microsoft.com/office/drawing/2014/main" id="{D5350669-1D6A-4BD5-A8F6-BF05DD0A6946}"/>
              </a:ext>
            </a:extLst>
          </p:cNvPr>
          <p:cNvSpPr>
            <a:spLocks xmlns:a="http://schemas.openxmlformats.org/drawingml/2006/main" noGrp="1"/>
          </p:cNvSpPr>
          <p:nvPr/>
        </p:nvSpPr>
        <p:spPr>
          <a:xfrm xmlns:a="http://schemas.openxmlformats.org/drawingml/2006/main">
            <a:off x="7442447"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88" name="Editable chart path">
            <a:extLst xmlns:a="http://schemas.openxmlformats.org/drawingml/2006/main">
              <a:ext uri="{FF2B5EF4-FFF2-40B4-BE49-F238E27FC236}">
                <a16:creationId xmlns:a16="http://schemas.microsoft.com/office/drawing/2014/main" id="{68618F27-DF33-4F05-B922-C102C9DEDB67}"/>
              </a:ext>
            </a:extLst>
          </p:cNvPr>
          <p:cNvSpPr>
            <a:spLocks xmlns:a="http://schemas.openxmlformats.org/drawingml/2006/main" noGrp="1"/>
          </p:cNvSpPr>
          <p:nvPr/>
        </p:nvSpPr>
        <p:spPr>
          <a:xfrm xmlns:a="http://schemas.openxmlformats.org/drawingml/2006/main">
            <a:off x="7442447"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89" name="Editable chart path">
            <a:extLst xmlns:a="http://schemas.openxmlformats.org/drawingml/2006/main">
              <a:ext uri="{FF2B5EF4-FFF2-40B4-BE49-F238E27FC236}">
                <a16:creationId xmlns:a16="http://schemas.microsoft.com/office/drawing/2014/main" id="{CDEC8C48-4393-4832-A346-D2FA7FBE91D8}"/>
              </a:ext>
            </a:extLst>
          </p:cNvPr>
          <p:cNvSpPr>
            <a:spLocks xmlns:a="http://schemas.openxmlformats.org/drawingml/2006/main" noGrp="1"/>
          </p:cNvSpPr>
          <p:nvPr/>
        </p:nvSpPr>
        <p:spPr>
          <a:xfrm xmlns:a="http://schemas.openxmlformats.org/drawingml/2006/main">
            <a:off x="7442447"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90" name="Editable chart path">
            <a:extLst xmlns:a="http://schemas.openxmlformats.org/drawingml/2006/main">
              <a:ext uri="{FF2B5EF4-FFF2-40B4-BE49-F238E27FC236}">
                <a16:creationId xmlns:a16="http://schemas.microsoft.com/office/drawing/2014/main" id="{CC507B02-7AFC-4098-884B-3B1ED29BDFB4}"/>
              </a:ext>
            </a:extLst>
          </p:cNvPr>
          <p:cNvSpPr>
            <a:spLocks xmlns:a="http://schemas.openxmlformats.org/drawingml/2006/main" noGrp="1"/>
          </p:cNvSpPr>
          <p:nvPr/>
        </p:nvSpPr>
        <p:spPr>
          <a:xfrm xmlns:a="http://schemas.openxmlformats.org/drawingml/2006/main">
            <a:off x="752022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91" name="Editable chart path">
            <a:extLst xmlns:a="http://schemas.openxmlformats.org/drawingml/2006/main">
              <a:ext uri="{FF2B5EF4-FFF2-40B4-BE49-F238E27FC236}">
                <a16:creationId xmlns:a16="http://schemas.microsoft.com/office/drawing/2014/main" id="{BD5BBE08-F995-4F6B-BCD7-CC2C175FEF48}"/>
              </a:ext>
            </a:extLst>
          </p:cNvPr>
          <p:cNvSpPr>
            <a:spLocks xmlns:a="http://schemas.openxmlformats.org/drawingml/2006/main" noGrp="1"/>
          </p:cNvSpPr>
          <p:nvPr/>
        </p:nvSpPr>
        <p:spPr>
          <a:xfrm xmlns:a="http://schemas.openxmlformats.org/drawingml/2006/main">
            <a:off x="752022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8BBB7"/>
          </a:solidFill>
          <a:ln xmlns:a="http://schemas.openxmlformats.org/drawingml/2006/main" w="3839">
            <a:solidFill>
              <a:srgbClr val="FBFCFE"/>
            </a:solidFill>
            <a:prstDash val="solid"/>
          </a:ln>
        </p:spPr>
      </p:sp>
      <p:sp>
        <p:nvSpPr>
          <p:cNvPr id="792" name="Editable chart path">
            <a:extLst xmlns:a="http://schemas.openxmlformats.org/drawingml/2006/main">
              <a:ext uri="{FF2B5EF4-FFF2-40B4-BE49-F238E27FC236}">
                <a16:creationId xmlns:a16="http://schemas.microsoft.com/office/drawing/2014/main" id="{7FD6017A-FD5A-4F82-9AEC-841C12B7BC4B}"/>
              </a:ext>
            </a:extLst>
          </p:cNvPr>
          <p:cNvSpPr>
            <a:spLocks xmlns:a="http://schemas.openxmlformats.org/drawingml/2006/main" noGrp="1"/>
          </p:cNvSpPr>
          <p:nvPr/>
        </p:nvSpPr>
        <p:spPr>
          <a:xfrm xmlns:a="http://schemas.openxmlformats.org/drawingml/2006/main">
            <a:off x="752022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BC2C0"/>
          </a:solidFill>
          <a:ln xmlns:a="http://schemas.openxmlformats.org/drawingml/2006/main" w="3839">
            <a:solidFill>
              <a:srgbClr val="FBFCFE"/>
            </a:solidFill>
            <a:prstDash val="solid"/>
          </a:ln>
        </p:spPr>
      </p:sp>
      <p:sp>
        <p:nvSpPr>
          <p:cNvPr id="793" name="Editable chart path">
            <a:extLst xmlns:a="http://schemas.openxmlformats.org/drawingml/2006/main">
              <a:ext uri="{FF2B5EF4-FFF2-40B4-BE49-F238E27FC236}">
                <a16:creationId xmlns:a16="http://schemas.microsoft.com/office/drawing/2014/main" id="{419BC31D-DDC5-44F9-97F3-3770CCB728D8}"/>
              </a:ext>
            </a:extLst>
          </p:cNvPr>
          <p:cNvSpPr>
            <a:spLocks xmlns:a="http://schemas.openxmlformats.org/drawingml/2006/main" noGrp="1"/>
          </p:cNvSpPr>
          <p:nvPr/>
        </p:nvSpPr>
        <p:spPr>
          <a:xfrm xmlns:a="http://schemas.openxmlformats.org/drawingml/2006/main">
            <a:off x="752022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94" name="Editable chart path">
            <a:extLst xmlns:a="http://schemas.openxmlformats.org/drawingml/2006/main">
              <a:ext uri="{FF2B5EF4-FFF2-40B4-BE49-F238E27FC236}">
                <a16:creationId xmlns:a16="http://schemas.microsoft.com/office/drawing/2014/main" id="{FC741B11-CE6E-4F36-94D4-8D2C7219DE13}"/>
              </a:ext>
            </a:extLst>
          </p:cNvPr>
          <p:cNvSpPr>
            <a:spLocks xmlns:a="http://schemas.openxmlformats.org/drawingml/2006/main" noGrp="1"/>
          </p:cNvSpPr>
          <p:nvPr/>
        </p:nvSpPr>
        <p:spPr>
          <a:xfrm xmlns:a="http://schemas.openxmlformats.org/drawingml/2006/main">
            <a:off x="7520223"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1D6D4"/>
          </a:solidFill>
          <a:ln xmlns:a="http://schemas.openxmlformats.org/drawingml/2006/main" w="3839">
            <a:solidFill>
              <a:srgbClr val="FBFCFE"/>
            </a:solidFill>
            <a:prstDash val="solid"/>
          </a:ln>
        </p:spPr>
      </p:sp>
      <p:sp>
        <p:nvSpPr>
          <p:cNvPr id="795" name="Editable chart path">
            <a:extLst xmlns:a="http://schemas.openxmlformats.org/drawingml/2006/main">
              <a:ext uri="{FF2B5EF4-FFF2-40B4-BE49-F238E27FC236}">
                <a16:creationId xmlns:a16="http://schemas.microsoft.com/office/drawing/2014/main" id="{3DEEB735-9296-4D24-BB9D-C8C8F5CEEF62}"/>
              </a:ext>
            </a:extLst>
          </p:cNvPr>
          <p:cNvSpPr>
            <a:spLocks xmlns:a="http://schemas.openxmlformats.org/drawingml/2006/main" noGrp="1"/>
          </p:cNvSpPr>
          <p:nvPr/>
        </p:nvSpPr>
        <p:spPr>
          <a:xfrm xmlns:a="http://schemas.openxmlformats.org/drawingml/2006/main">
            <a:off x="7520223"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96" name="Editable chart path">
            <a:extLst xmlns:a="http://schemas.openxmlformats.org/drawingml/2006/main">
              <a:ext uri="{FF2B5EF4-FFF2-40B4-BE49-F238E27FC236}">
                <a16:creationId xmlns:a16="http://schemas.microsoft.com/office/drawing/2014/main" id="{B206A2D6-E1C9-49F5-9A9A-A5A1BE99E885}"/>
              </a:ext>
            </a:extLst>
          </p:cNvPr>
          <p:cNvSpPr>
            <a:spLocks xmlns:a="http://schemas.openxmlformats.org/drawingml/2006/main" noGrp="1"/>
          </p:cNvSpPr>
          <p:nvPr/>
        </p:nvSpPr>
        <p:spPr>
          <a:xfrm xmlns:a="http://schemas.openxmlformats.org/drawingml/2006/main">
            <a:off x="759799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A938E"/>
          </a:solidFill>
          <a:ln xmlns:a="http://schemas.openxmlformats.org/drawingml/2006/main" w="3839">
            <a:solidFill>
              <a:srgbClr val="FBFCFE"/>
            </a:solidFill>
            <a:prstDash val="solid"/>
          </a:ln>
        </p:spPr>
      </p:sp>
      <p:sp>
        <p:nvSpPr>
          <p:cNvPr id="797" name="Editable chart path">
            <a:extLst xmlns:a="http://schemas.openxmlformats.org/drawingml/2006/main">
              <a:ext uri="{FF2B5EF4-FFF2-40B4-BE49-F238E27FC236}">
                <a16:creationId xmlns:a16="http://schemas.microsoft.com/office/drawing/2014/main" id="{61CEF388-7A23-4BAD-8E87-4B47D3071445}"/>
              </a:ext>
            </a:extLst>
          </p:cNvPr>
          <p:cNvSpPr>
            <a:spLocks xmlns:a="http://schemas.openxmlformats.org/drawingml/2006/main" noGrp="1"/>
          </p:cNvSpPr>
          <p:nvPr/>
        </p:nvSpPr>
        <p:spPr>
          <a:xfrm xmlns:a="http://schemas.openxmlformats.org/drawingml/2006/main">
            <a:off x="759799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98" name="Editable chart path">
            <a:extLst xmlns:a="http://schemas.openxmlformats.org/drawingml/2006/main">
              <a:ext uri="{FF2B5EF4-FFF2-40B4-BE49-F238E27FC236}">
                <a16:creationId xmlns:a16="http://schemas.microsoft.com/office/drawing/2014/main" id="{8C159B31-2A5D-4EA6-A91D-811D4E61B867}"/>
              </a:ext>
            </a:extLst>
          </p:cNvPr>
          <p:cNvSpPr>
            <a:spLocks xmlns:a="http://schemas.openxmlformats.org/drawingml/2006/main" noGrp="1"/>
          </p:cNvSpPr>
          <p:nvPr/>
        </p:nvSpPr>
        <p:spPr>
          <a:xfrm xmlns:a="http://schemas.openxmlformats.org/drawingml/2006/main">
            <a:off x="759799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799" name="Editable chart path">
            <a:extLst xmlns:a="http://schemas.openxmlformats.org/drawingml/2006/main">
              <a:ext uri="{FF2B5EF4-FFF2-40B4-BE49-F238E27FC236}">
                <a16:creationId xmlns:a16="http://schemas.microsoft.com/office/drawing/2014/main" id="{0813B6D9-54F0-4346-82B9-83F024E2CEC1}"/>
              </a:ext>
            </a:extLst>
          </p:cNvPr>
          <p:cNvSpPr>
            <a:spLocks xmlns:a="http://schemas.openxmlformats.org/drawingml/2006/main" noGrp="1"/>
          </p:cNvSpPr>
          <p:nvPr/>
        </p:nvSpPr>
        <p:spPr>
          <a:xfrm xmlns:a="http://schemas.openxmlformats.org/drawingml/2006/main">
            <a:off x="7597998"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A6159"/>
          </a:solidFill>
          <a:ln xmlns:a="http://schemas.openxmlformats.org/drawingml/2006/main" w="3839">
            <a:solidFill>
              <a:srgbClr val="FBFCFE"/>
            </a:solidFill>
            <a:prstDash val="solid"/>
          </a:ln>
        </p:spPr>
      </p:sp>
      <p:sp>
        <p:nvSpPr>
          <p:cNvPr id="800" name="Editable chart path">
            <a:extLst xmlns:a="http://schemas.openxmlformats.org/drawingml/2006/main">
              <a:ext uri="{FF2B5EF4-FFF2-40B4-BE49-F238E27FC236}">
                <a16:creationId xmlns:a16="http://schemas.microsoft.com/office/drawing/2014/main" id="{0EBD254B-54D2-4354-ABB8-C095110B42FC}"/>
              </a:ext>
            </a:extLst>
          </p:cNvPr>
          <p:cNvSpPr>
            <a:spLocks xmlns:a="http://schemas.openxmlformats.org/drawingml/2006/main" noGrp="1"/>
          </p:cNvSpPr>
          <p:nvPr/>
        </p:nvSpPr>
        <p:spPr>
          <a:xfrm xmlns:a="http://schemas.openxmlformats.org/drawingml/2006/main">
            <a:off x="7675774"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801" name="Editable chart path">
            <a:extLst xmlns:a="http://schemas.openxmlformats.org/drawingml/2006/main">
              <a:ext uri="{FF2B5EF4-FFF2-40B4-BE49-F238E27FC236}">
                <a16:creationId xmlns:a16="http://schemas.microsoft.com/office/drawing/2014/main" id="{04A81388-748A-4902-B067-8FC253A286D7}"/>
              </a:ext>
            </a:extLst>
          </p:cNvPr>
          <p:cNvSpPr>
            <a:spLocks xmlns:a="http://schemas.openxmlformats.org/drawingml/2006/main" noGrp="1"/>
          </p:cNvSpPr>
          <p:nvPr/>
        </p:nvSpPr>
        <p:spPr>
          <a:xfrm xmlns:a="http://schemas.openxmlformats.org/drawingml/2006/main">
            <a:off x="7675774"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02" name="Editable chart path">
            <a:extLst xmlns:a="http://schemas.openxmlformats.org/drawingml/2006/main">
              <a:ext uri="{FF2B5EF4-FFF2-40B4-BE49-F238E27FC236}">
                <a16:creationId xmlns:a16="http://schemas.microsoft.com/office/drawing/2014/main" id="{14A067B2-1885-40A1-8690-0B8A968C2B38}"/>
              </a:ext>
            </a:extLst>
          </p:cNvPr>
          <p:cNvSpPr>
            <a:spLocks xmlns:a="http://schemas.openxmlformats.org/drawingml/2006/main" noGrp="1"/>
          </p:cNvSpPr>
          <p:nvPr/>
        </p:nvSpPr>
        <p:spPr>
          <a:xfrm xmlns:a="http://schemas.openxmlformats.org/drawingml/2006/main">
            <a:off x="7675774"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03" name="Editable chart path">
            <a:extLst xmlns:a="http://schemas.openxmlformats.org/drawingml/2006/main">
              <a:ext uri="{FF2B5EF4-FFF2-40B4-BE49-F238E27FC236}">
                <a16:creationId xmlns:a16="http://schemas.microsoft.com/office/drawing/2014/main" id="{C1F7DE8E-FAE4-487F-951F-C67BE12AAAD6}"/>
              </a:ext>
            </a:extLst>
          </p:cNvPr>
          <p:cNvSpPr>
            <a:spLocks xmlns:a="http://schemas.openxmlformats.org/drawingml/2006/main" noGrp="1"/>
          </p:cNvSpPr>
          <p:nvPr/>
        </p:nvSpPr>
        <p:spPr>
          <a:xfrm xmlns:a="http://schemas.openxmlformats.org/drawingml/2006/main">
            <a:off x="7675774"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04" name="Editable chart path">
            <a:extLst xmlns:a="http://schemas.openxmlformats.org/drawingml/2006/main">
              <a:ext uri="{FF2B5EF4-FFF2-40B4-BE49-F238E27FC236}">
                <a16:creationId xmlns:a16="http://schemas.microsoft.com/office/drawing/2014/main" id="{64F4F5CB-9EA8-4BC1-9768-8362C6D52916}"/>
              </a:ext>
            </a:extLst>
          </p:cNvPr>
          <p:cNvSpPr>
            <a:spLocks xmlns:a="http://schemas.openxmlformats.org/drawingml/2006/main" noGrp="1"/>
          </p:cNvSpPr>
          <p:nvPr/>
        </p:nvSpPr>
        <p:spPr>
          <a:xfrm xmlns:a="http://schemas.openxmlformats.org/drawingml/2006/main">
            <a:off x="7675774"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05" name="Editable chart path">
            <a:extLst xmlns:a="http://schemas.openxmlformats.org/drawingml/2006/main">
              <a:ext uri="{FF2B5EF4-FFF2-40B4-BE49-F238E27FC236}">
                <a16:creationId xmlns:a16="http://schemas.microsoft.com/office/drawing/2014/main" id="{6AA81EB7-014E-41EA-A787-9CC0D7FF5548}"/>
              </a:ext>
            </a:extLst>
          </p:cNvPr>
          <p:cNvSpPr>
            <a:spLocks xmlns:a="http://schemas.openxmlformats.org/drawingml/2006/main" noGrp="1"/>
          </p:cNvSpPr>
          <p:nvPr/>
        </p:nvSpPr>
        <p:spPr>
          <a:xfrm xmlns:a="http://schemas.openxmlformats.org/drawingml/2006/main">
            <a:off x="7675774"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BC3C0"/>
          </a:solidFill>
          <a:ln xmlns:a="http://schemas.openxmlformats.org/drawingml/2006/main" w="3839">
            <a:solidFill>
              <a:srgbClr val="FBFCFE"/>
            </a:solidFill>
            <a:prstDash val="solid"/>
          </a:ln>
        </p:spPr>
      </p:sp>
      <p:sp>
        <p:nvSpPr>
          <p:cNvPr id="806" name="Editable chart path">
            <a:extLst xmlns:a="http://schemas.openxmlformats.org/drawingml/2006/main">
              <a:ext uri="{FF2B5EF4-FFF2-40B4-BE49-F238E27FC236}">
                <a16:creationId xmlns:a16="http://schemas.microsoft.com/office/drawing/2014/main" id="{3A46A682-9B15-45D8-9061-346A08CD044A}"/>
              </a:ext>
            </a:extLst>
          </p:cNvPr>
          <p:cNvSpPr>
            <a:spLocks xmlns:a="http://schemas.openxmlformats.org/drawingml/2006/main" noGrp="1"/>
          </p:cNvSpPr>
          <p:nvPr/>
        </p:nvSpPr>
        <p:spPr>
          <a:xfrm xmlns:a="http://schemas.openxmlformats.org/drawingml/2006/main">
            <a:off x="7753549"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807" name="Editable chart path">
            <a:extLst xmlns:a="http://schemas.openxmlformats.org/drawingml/2006/main">
              <a:ext uri="{FF2B5EF4-FFF2-40B4-BE49-F238E27FC236}">
                <a16:creationId xmlns:a16="http://schemas.microsoft.com/office/drawing/2014/main" id="{ACB511C2-F991-4A68-8E96-F2A416D09A06}"/>
              </a:ext>
            </a:extLst>
          </p:cNvPr>
          <p:cNvSpPr>
            <a:spLocks xmlns:a="http://schemas.openxmlformats.org/drawingml/2006/main" noGrp="1"/>
          </p:cNvSpPr>
          <p:nvPr/>
        </p:nvSpPr>
        <p:spPr>
          <a:xfrm xmlns:a="http://schemas.openxmlformats.org/drawingml/2006/main">
            <a:off x="7753549"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08" name="Editable chart path">
            <a:extLst xmlns:a="http://schemas.openxmlformats.org/drawingml/2006/main">
              <a:ext uri="{FF2B5EF4-FFF2-40B4-BE49-F238E27FC236}">
                <a16:creationId xmlns:a16="http://schemas.microsoft.com/office/drawing/2014/main" id="{D605B997-E7BF-463A-B384-31584D63AB66}"/>
              </a:ext>
            </a:extLst>
          </p:cNvPr>
          <p:cNvSpPr>
            <a:spLocks xmlns:a="http://schemas.openxmlformats.org/drawingml/2006/main" noGrp="1"/>
          </p:cNvSpPr>
          <p:nvPr/>
        </p:nvSpPr>
        <p:spPr>
          <a:xfrm xmlns:a="http://schemas.openxmlformats.org/drawingml/2006/main">
            <a:off x="7753549"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1D6D4"/>
          </a:solidFill>
          <a:ln xmlns:a="http://schemas.openxmlformats.org/drawingml/2006/main" w="3839">
            <a:solidFill>
              <a:srgbClr val="FBFCFE"/>
            </a:solidFill>
            <a:prstDash val="solid"/>
          </a:ln>
        </p:spPr>
      </p:sp>
      <p:sp>
        <p:nvSpPr>
          <p:cNvPr id="809" name="Editable chart path">
            <a:extLst xmlns:a="http://schemas.openxmlformats.org/drawingml/2006/main">
              <a:ext uri="{FF2B5EF4-FFF2-40B4-BE49-F238E27FC236}">
                <a16:creationId xmlns:a16="http://schemas.microsoft.com/office/drawing/2014/main" id="{E118DC92-1B84-4108-936D-1E3BE88BAEC3}"/>
              </a:ext>
            </a:extLst>
          </p:cNvPr>
          <p:cNvSpPr>
            <a:spLocks xmlns:a="http://schemas.openxmlformats.org/drawingml/2006/main" noGrp="1"/>
          </p:cNvSpPr>
          <p:nvPr/>
        </p:nvSpPr>
        <p:spPr>
          <a:xfrm xmlns:a="http://schemas.openxmlformats.org/drawingml/2006/main">
            <a:off x="7753549"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10" name="Editable chart path">
            <a:extLst xmlns:a="http://schemas.openxmlformats.org/drawingml/2006/main">
              <a:ext uri="{FF2B5EF4-FFF2-40B4-BE49-F238E27FC236}">
                <a16:creationId xmlns:a16="http://schemas.microsoft.com/office/drawing/2014/main" id="{48EE320C-2EA3-4240-8E5B-0F790E720DA3}"/>
              </a:ext>
            </a:extLst>
          </p:cNvPr>
          <p:cNvSpPr>
            <a:spLocks xmlns:a="http://schemas.openxmlformats.org/drawingml/2006/main" noGrp="1"/>
          </p:cNvSpPr>
          <p:nvPr/>
        </p:nvSpPr>
        <p:spPr>
          <a:xfrm xmlns:a="http://schemas.openxmlformats.org/drawingml/2006/main">
            <a:off x="7753549"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11" name="Editable chart path">
            <a:extLst xmlns:a="http://schemas.openxmlformats.org/drawingml/2006/main">
              <a:ext uri="{FF2B5EF4-FFF2-40B4-BE49-F238E27FC236}">
                <a16:creationId xmlns:a16="http://schemas.microsoft.com/office/drawing/2014/main" id="{A676F90B-4806-4B6C-867C-CD4CB17EA559}"/>
              </a:ext>
            </a:extLst>
          </p:cNvPr>
          <p:cNvSpPr>
            <a:spLocks xmlns:a="http://schemas.openxmlformats.org/drawingml/2006/main" noGrp="1"/>
          </p:cNvSpPr>
          <p:nvPr/>
        </p:nvSpPr>
        <p:spPr>
          <a:xfrm xmlns:a="http://schemas.openxmlformats.org/drawingml/2006/main">
            <a:off x="7753549"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12" name="Editable chart path">
            <a:extLst xmlns:a="http://schemas.openxmlformats.org/drawingml/2006/main">
              <a:ext uri="{FF2B5EF4-FFF2-40B4-BE49-F238E27FC236}">
                <a16:creationId xmlns:a16="http://schemas.microsoft.com/office/drawing/2014/main" id="{63D068B3-88DD-4815-AD8A-EDEDAC16E7E0}"/>
              </a:ext>
            </a:extLst>
          </p:cNvPr>
          <p:cNvSpPr>
            <a:spLocks xmlns:a="http://schemas.openxmlformats.org/drawingml/2006/main" noGrp="1"/>
          </p:cNvSpPr>
          <p:nvPr/>
        </p:nvSpPr>
        <p:spPr>
          <a:xfrm xmlns:a="http://schemas.openxmlformats.org/drawingml/2006/main">
            <a:off x="7753549"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13" name="Editable chart path">
            <a:extLst xmlns:a="http://schemas.openxmlformats.org/drawingml/2006/main">
              <a:ext uri="{FF2B5EF4-FFF2-40B4-BE49-F238E27FC236}">
                <a16:creationId xmlns:a16="http://schemas.microsoft.com/office/drawing/2014/main" id="{DCBB3CCD-2D6F-4C10-8EA5-5F8107C1A1CC}"/>
              </a:ext>
            </a:extLst>
          </p:cNvPr>
          <p:cNvSpPr>
            <a:spLocks xmlns:a="http://schemas.openxmlformats.org/drawingml/2006/main" noGrp="1"/>
          </p:cNvSpPr>
          <p:nvPr/>
        </p:nvSpPr>
        <p:spPr>
          <a:xfrm xmlns:a="http://schemas.openxmlformats.org/drawingml/2006/main">
            <a:off x="7753549"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24C44"/>
          </a:solidFill>
          <a:ln xmlns:a="http://schemas.openxmlformats.org/drawingml/2006/main" w="3839">
            <a:solidFill>
              <a:srgbClr val="FBFCFE"/>
            </a:solidFill>
            <a:prstDash val="solid"/>
          </a:ln>
        </p:spPr>
      </p:sp>
      <p:sp>
        <p:nvSpPr>
          <p:cNvPr id="814" name="Editable chart path">
            <a:extLst xmlns:a="http://schemas.openxmlformats.org/drawingml/2006/main">
              <a:ext uri="{FF2B5EF4-FFF2-40B4-BE49-F238E27FC236}">
                <a16:creationId xmlns:a16="http://schemas.microsoft.com/office/drawing/2014/main" id="{1A482999-485A-4189-A77A-4451056D512D}"/>
              </a:ext>
            </a:extLst>
          </p:cNvPr>
          <p:cNvSpPr>
            <a:spLocks xmlns:a="http://schemas.openxmlformats.org/drawingml/2006/main" noGrp="1"/>
          </p:cNvSpPr>
          <p:nvPr/>
        </p:nvSpPr>
        <p:spPr>
          <a:xfrm xmlns:a="http://schemas.openxmlformats.org/drawingml/2006/main">
            <a:off x="7753549"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15" name="Editable chart path">
            <a:extLst xmlns:a="http://schemas.openxmlformats.org/drawingml/2006/main">
              <a:ext uri="{FF2B5EF4-FFF2-40B4-BE49-F238E27FC236}">
                <a16:creationId xmlns:a16="http://schemas.microsoft.com/office/drawing/2014/main" id="{2B58346F-582A-4436-BD22-4F71DC390268}"/>
              </a:ext>
            </a:extLst>
          </p:cNvPr>
          <p:cNvSpPr>
            <a:spLocks xmlns:a="http://schemas.openxmlformats.org/drawingml/2006/main" noGrp="1"/>
          </p:cNvSpPr>
          <p:nvPr/>
        </p:nvSpPr>
        <p:spPr>
          <a:xfrm xmlns:a="http://schemas.openxmlformats.org/drawingml/2006/main">
            <a:off x="7753549"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68680"/>
          </a:solidFill>
          <a:ln xmlns:a="http://schemas.openxmlformats.org/drawingml/2006/main" w="3839">
            <a:solidFill>
              <a:srgbClr val="FBFCFE"/>
            </a:solidFill>
            <a:prstDash val="solid"/>
          </a:ln>
        </p:spPr>
      </p:sp>
      <p:sp>
        <p:nvSpPr>
          <p:cNvPr id="816" name="Editable chart path">
            <a:extLst xmlns:a="http://schemas.openxmlformats.org/drawingml/2006/main">
              <a:ext uri="{FF2B5EF4-FFF2-40B4-BE49-F238E27FC236}">
                <a16:creationId xmlns:a16="http://schemas.microsoft.com/office/drawing/2014/main" id="{1D970B9B-4DB4-481F-9B55-F2209F0ABB73}"/>
              </a:ext>
            </a:extLst>
          </p:cNvPr>
          <p:cNvSpPr>
            <a:spLocks xmlns:a="http://schemas.openxmlformats.org/drawingml/2006/main" noGrp="1"/>
          </p:cNvSpPr>
          <p:nvPr/>
        </p:nvSpPr>
        <p:spPr>
          <a:xfrm xmlns:a="http://schemas.openxmlformats.org/drawingml/2006/main">
            <a:off x="7753549"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17" name="Editable chart path">
            <a:extLst xmlns:a="http://schemas.openxmlformats.org/drawingml/2006/main">
              <a:ext uri="{FF2B5EF4-FFF2-40B4-BE49-F238E27FC236}">
                <a16:creationId xmlns:a16="http://schemas.microsoft.com/office/drawing/2014/main" id="{FCB13F3A-16AC-46A5-863D-99F8BA5CAFA0}"/>
              </a:ext>
            </a:extLst>
          </p:cNvPr>
          <p:cNvSpPr>
            <a:spLocks xmlns:a="http://schemas.openxmlformats.org/drawingml/2006/main" noGrp="1"/>
          </p:cNvSpPr>
          <p:nvPr/>
        </p:nvSpPr>
        <p:spPr>
          <a:xfrm xmlns:a="http://schemas.openxmlformats.org/drawingml/2006/main">
            <a:off x="7831325"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18" name="Editable chart path">
            <a:extLst xmlns:a="http://schemas.openxmlformats.org/drawingml/2006/main">
              <a:ext uri="{FF2B5EF4-FFF2-40B4-BE49-F238E27FC236}">
                <a16:creationId xmlns:a16="http://schemas.microsoft.com/office/drawing/2014/main" id="{465626CD-91C4-4BA2-944D-87B1FE0C2059}"/>
              </a:ext>
            </a:extLst>
          </p:cNvPr>
          <p:cNvSpPr>
            <a:spLocks xmlns:a="http://schemas.openxmlformats.org/drawingml/2006/main" noGrp="1"/>
          </p:cNvSpPr>
          <p:nvPr/>
        </p:nvSpPr>
        <p:spPr>
          <a:xfrm xmlns:a="http://schemas.openxmlformats.org/drawingml/2006/main">
            <a:off x="7831325"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819" name="Editable chart path">
            <a:extLst xmlns:a="http://schemas.openxmlformats.org/drawingml/2006/main">
              <a:ext uri="{FF2B5EF4-FFF2-40B4-BE49-F238E27FC236}">
                <a16:creationId xmlns:a16="http://schemas.microsoft.com/office/drawing/2014/main" id="{13E3FF5C-BB34-4DEB-B8A3-56160EC3E6D9}"/>
              </a:ext>
            </a:extLst>
          </p:cNvPr>
          <p:cNvSpPr>
            <a:spLocks xmlns:a="http://schemas.openxmlformats.org/drawingml/2006/main" noGrp="1"/>
          </p:cNvSpPr>
          <p:nvPr/>
        </p:nvSpPr>
        <p:spPr>
          <a:xfrm xmlns:a="http://schemas.openxmlformats.org/drawingml/2006/main">
            <a:off x="7831325"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BFCEE5"/>
          </a:solidFill>
          <a:ln xmlns:a="http://schemas.openxmlformats.org/drawingml/2006/main" w="3839">
            <a:solidFill>
              <a:srgbClr val="FBFCFE"/>
            </a:solidFill>
            <a:prstDash val="solid"/>
          </a:ln>
        </p:spPr>
      </p:sp>
      <p:sp>
        <p:nvSpPr>
          <p:cNvPr id="820" name="Editable chart path">
            <a:extLst xmlns:a="http://schemas.openxmlformats.org/drawingml/2006/main">
              <a:ext uri="{FF2B5EF4-FFF2-40B4-BE49-F238E27FC236}">
                <a16:creationId xmlns:a16="http://schemas.microsoft.com/office/drawing/2014/main" id="{76EEFC67-80B0-4B94-8D8F-DDB68D2B1CC9}"/>
              </a:ext>
            </a:extLst>
          </p:cNvPr>
          <p:cNvSpPr>
            <a:spLocks xmlns:a="http://schemas.openxmlformats.org/drawingml/2006/main" noGrp="1"/>
          </p:cNvSpPr>
          <p:nvPr/>
        </p:nvSpPr>
        <p:spPr>
          <a:xfrm xmlns:a="http://schemas.openxmlformats.org/drawingml/2006/main">
            <a:off x="7831325"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3ADA9"/>
          </a:solidFill>
          <a:ln xmlns:a="http://schemas.openxmlformats.org/drawingml/2006/main" w="3839">
            <a:solidFill>
              <a:srgbClr val="FBFCFE"/>
            </a:solidFill>
            <a:prstDash val="solid"/>
          </a:ln>
        </p:spPr>
      </p:sp>
      <p:sp>
        <p:nvSpPr>
          <p:cNvPr id="821" name="Editable chart path">
            <a:extLst xmlns:a="http://schemas.openxmlformats.org/drawingml/2006/main">
              <a:ext uri="{FF2B5EF4-FFF2-40B4-BE49-F238E27FC236}">
                <a16:creationId xmlns:a16="http://schemas.microsoft.com/office/drawing/2014/main" id="{F409687F-3CFB-4580-845D-EF42D67FF167}"/>
              </a:ext>
            </a:extLst>
          </p:cNvPr>
          <p:cNvSpPr>
            <a:spLocks xmlns:a="http://schemas.openxmlformats.org/drawingml/2006/main" noGrp="1"/>
          </p:cNvSpPr>
          <p:nvPr/>
        </p:nvSpPr>
        <p:spPr>
          <a:xfrm xmlns:a="http://schemas.openxmlformats.org/drawingml/2006/main">
            <a:off x="7831325"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22" name="Editable chart path">
            <a:extLst xmlns:a="http://schemas.openxmlformats.org/drawingml/2006/main">
              <a:ext uri="{FF2B5EF4-FFF2-40B4-BE49-F238E27FC236}">
                <a16:creationId xmlns:a16="http://schemas.microsoft.com/office/drawing/2014/main" id="{46FCC5D8-2385-4481-8DB9-D0F4507B027F}"/>
              </a:ext>
            </a:extLst>
          </p:cNvPr>
          <p:cNvSpPr>
            <a:spLocks xmlns:a="http://schemas.openxmlformats.org/drawingml/2006/main" noGrp="1"/>
          </p:cNvSpPr>
          <p:nvPr/>
        </p:nvSpPr>
        <p:spPr>
          <a:xfrm xmlns:a="http://schemas.openxmlformats.org/drawingml/2006/main">
            <a:off x="7831325"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23" name="Editable chart path">
            <a:extLst xmlns:a="http://schemas.openxmlformats.org/drawingml/2006/main">
              <a:ext uri="{FF2B5EF4-FFF2-40B4-BE49-F238E27FC236}">
                <a16:creationId xmlns:a16="http://schemas.microsoft.com/office/drawing/2014/main" id="{1ED65003-D05D-40D8-B6EE-E3091EE75F7F}"/>
              </a:ext>
            </a:extLst>
          </p:cNvPr>
          <p:cNvSpPr>
            <a:spLocks xmlns:a="http://schemas.openxmlformats.org/drawingml/2006/main" noGrp="1"/>
          </p:cNvSpPr>
          <p:nvPr/>
        </p:nvSpPr>
        <p:spPr>
          <a:xfrm xmlns:a="http://schemas.openxmlformats.org/drawingml/2006/main">
            <a:off x="7831325"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24" name="Editable chart path">
            <a:extLst xmlns:a="http://schemas.openxmlformats.org/drawingml/2006/main">
              <a:ext uri="{FF2B5EF4-FFF2-40B4-BE49-F238E27FC236}">
                <a16:creationId xmlns:a16="http://schemas.microsoft.com/office/drawing/2014/main" id="{696A4ADF-35D7-486C-AA5A-11772FD7DE66}"/>
              </a:ext>
            </a:extLst>
          </p:cNvPr>
          <p:cNvSpPr>
            <a:spLocks xmlns:a="http://schemas.openxmlformats.org/drawingml/2006/main" noGrp="1"/>
          </p:cNvSpPr>
          <p:nvPr/>
        </p:nvSpPr>
        <p:spPr>
          <a:xfrm xmlns:a="http://schemas.openxmlformats.org/drawingml/2006/main">
            <a:off x="7831325"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3F6DB2"/>
          </a:solidFill>
          <a:ln xmlns:a="http://schemas.openxmlformats.org/drawingml/2006/main" w="3839">
            <a:solidFill>
              <a:srgbClr val="FBFCFE"/>
            </a:solidFill>
            <a:prstDash val="solid"/>
          </a:ln>
        </p:spPr>
      </p:sp>
      <p:sp>
        <p:nvSpPr>
          <p:cNvPr id="825" name="Editable chart path">
            <a:extLst xmlns:a="http://schemas.openxmlformats.org/drawingml/2006/main">
              <a:ext uri="{FF2B5EF4-FFF2-40B4-BE49-F238E27FC236}">
                <a16:creationId xmlns:a16="http://schemas.microsoft.com/office/drawing/2014/main" id="{A5B59044-E09D-4520-BD96-4CD87505704A}"/>
              </a:ext>
            </a:extLst>
          </p:cNvPr>
          <p:cNvSpPr>
            <a:spLocks xmlns:a="http://schemas.openxmlformats.org/drawingml/2006/main" noGrp="1"/>
          </p:cNvSpPr>
          <p:nvPr/>
        </p:nvSpPr>
        <p:spPr>
          <a:xfrm xmlns:a="http://schemas.openxmlformats.org/drawingml/2006/main">
            <a:off x="7831325"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26" name="Editable chart path">
            <a:extLst xmlns:a="http://schemas.openxmlformats.org/drawingml/2006/main">
              <a:ext uri="{FF2B5EF4-FFF2-40B4-BE49-F238E27FC236}">
                <a16:creationId xmlns:a16="http://schemas.microsoft.com/office/drawing/2014/main" id="{68947B42-F96A-4E5B-8848-78DE0AA361B7}"/>
              </a:ext>
            </a:extLst>
          </p:cNvPr>
          <p:cNvSpPr>
            <a:spLocks xmlns:a="http://schemas.openxmlformats.org/drawingml/2006/main" noGrp="1"/>
          </p:cNvSpPr>
          <p:nvPr/>
        </p:nvSpPr>
        <p:spPr>
          <a:xfrm xmlns:a="http://schemas.openxmlformats.org/drawingml/2006/main">
            <a:off x="7831325"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27" name="Editable chart path">
            <a:extLst xmlns:a="http://schemas.openxmlformats.org/drawingml/2006/main">
              <a:ext uri="{FF2B5EF4-FFF2-40B4-BE49-F238E27FC236}">
                <a16:creationId xmlns:a16="http://schemas.microsoft.com/office/drawing/2014/main" id="{45F00DD8-C4A5-4E27-8226-5E8B4C27DA43}"/>
              </a:ext>
            </a:extLst>
          </p:cNvPr>
          <p:cNvSpPr>
            <a:spLocks xmlns:a="http://schemas.openxmlformats.org/drawingml/2006/main" noGrp="1"/>
          </p:cNvSpPr>
          <p:nvPr/>
        </p:nvSpPr>
        <p:spPr>
          <a:xfrm xmlns:a="http://schemas.openxmlformats.org/drawingml/2006/main">
            <a:off x="7831325"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0D2D0"/>
          </a:solidFill>
          <a:ln xmlns:a="http://schemas.openxmlformats.org/drawingml/2006/main" w="3839">
            <a:solidFill>
              <a:srgbClr val="FBFCFE"/>
            </a:solidFill>
            <a:prstDash val="solid"/>
          </a:ln>
        </p:spPr>
      </p:sp>
      <p:sp>
        <p:nvSpPr>
          <p:cNvPr id="828" name="Editable chart path">
            <a:extLst xmlns:a="http://schemas.openxmlformats.org/drawingml/2006/main">
              <a:ext uri="{FF2B5EF4-FFF2-40B4-BE49-F238E27FC236}">
                <a16:creationId xmlns:a16="http://schemas.microsoft.com/office/drawing/2014/main" id="{7B6FF9F2-8D49-4D86-8643-E1BF13C1DAEF}"/>
              </a:ext>
            </a:extLst>
          </p:cNvPr>
          <p:cNvSpPr>
            <a:spLocks xmlns:a="http://schemas.openxmlformats.org/drawingml/2006/main" noGrp="1"/>
          </p:cNvSpPr>
          <p:nvPr/>
        </p:nvSpPr>
        <p:spPr>
          <a:xfrm xmlns:a="http://schemas.openxmlformats.org/drawingml/2006/main">
            <a:off x="7831325"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6B64"/>
          </a:solidFill>
          <a:ln xmlns:a="http://schemas.openxmlformats.org/drawingml/2006/main" w="3839">
            <a:solidFill>
              <a:srgbClr val="FBFCFE"/>
            </a:solidFill>
            <a:prstDash val="solid"/>
          </a:ln>
        </p:spPr>
      </p:sp>
      <p:sp>
        <p:nvSpPr>
          <p:cNvPr id="829" name="Editable chart path">
            <a:extLst xmlns:a="http://schemas.openxmlformats.org/drawingml/2006/main">
              <a:ext uri="{FF2B5EF4-FFF2-40B4-BE49-F238E27FC236}">
                <a16:creationId xmlns:a16="http://schemas.microsoft.com/office/drawing/2014/main" id="{D6521D5A-D05E-4CA6-A5BD-8E8460E97743}"/>
              </a:ext>
            </a:extLst>
          </p:cNvPr>
          <p:cNvSpPr>
            <a:spLocks xmlns:a="http://schemas.openxmlformats.org/drawingml/2006/main" noGrp="1"/>
          </p:cNvSpPr>
          <p:nvPr/>
        </p:nvSpPr>
        <p:spPr>
          <a:xfrm xmlns:a="http://schemas.openxmlformats.org/drawingml/2006/main">
            <a:off x="7909100"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30" name="Editable chart path">
            <a:extLst xmlns:a="http://schemas.openxmlformats.org/drawingml/2006/main">
              <a:ext uri="{FF2B5EF4-FFF2-40B4-BE49-F238E27FC236}">
                <a16:creationId xmlns:a16="http://schemas.microsoft.com/office/drawing/2014/main" id="{B7EE33CC-0F32-4C85-8EC7-53EF14DBD077}"/>
              </a:ext>
            </a:extLst>
          </p:cNvPr>
          <p:cNvSpPr>
            <a:spLocks xmlns:a="http://schemas.openxmlformats.org/drawingml/2006/main" noGrp="1"/>
          </p:cNvSpPr>
          <p:nvPr/>
        </p:nvSpPr>
        <p:spPr>
          <a:xfrm xmlns:a="http://schemas.openxmlformats.org/drawingml/2006/main">
            <a:off x="7909100"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0736C"/>
          </a:solidFill>
          <a:ln xmlns:a="http://schemas.openxmlformats.org/drawingml/2006/main" w="3839">
            <a:solidFill>
              <a:srgbClr val="FBFCFE"/>
            </a:solidFill>
            <a:prstDash val="solid"/>
          </a:ln>
        </p:spPr>
      </p:sp>
      <p:sp>
        <p:nvSpPr>
          <p:cNvPr id="831" name="Editable chart path">
            <a:extLst xmlns:a="http://schemas.openxmlformats.org/drawingml/2006/main">
              <a:ext uri="{FF2B5EF4-FFF2-40B4-BE49-F238E27FC236}">
                <a16:creationId xmlns:a16="http://schemas.microsoft.com/office/drawing/2014/main" id="{C91EBF88-6F36-4B8A-BDE8-E5BF807A545C}"/>
              </a:ext>
            </a:extLst>
          </p:cNvPr>
          <p:cNvSpPr>
            <a:spLocks xmlns:a="http://schemas.openxmlformats.org/drawingml/2006/main" noGrp="1"/>
          </p:cNvSpPr>
          <p:nvPr/>
        </p:nvSpPr>
        <p:spPr>
          <a:xfrm xmlns:a="http://schemas.openxmlformats.org/drawingml/2006/main">
            <a:off x="7909100"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A615A"/>
          </a:solidFill>
          <a:ln xmlns:a="http://schemas.openxmlformats.org/drawingml/2006/main" w="3839">
            <a:solidFill>
              <a:srgbClr val="FBFCFE"/>
            </a:solidFill>
            <a:prstDash val="solid"/>
          </a:ln>
        </p:spPr>
      </p:sp>
      <p:sp>
        <p:nvSpPr>
          <p:cNvPr id="832" name="Editable chart path">
            <a:extLst xmlns:a="http://schemas.openxmlformats.org/drawingml/2006/main">
              <a:ext uri="{FF2B5EF4-FFF2-40B4-BE49-F238E27FC236}">
                <a16:creationId xmlns:a16="http://schemas.microsoft.com/office/drawing/2014/main" id="{4742F8D9-E209-4776-8439-2E0EA0E31BF7}"/>
              </a:ext>
            </a:extLst>
          </p:cNvPr>
          <p:cNvSpPr>
            <a:spLocks xmlns:a="http://schemas.openxmlformats.org/drawingml/2006/main" noGrp="1"/>
          </p:cNvSpPr>
          <p:nvPr/>
        </p:nvSpPr>
        <p:spPr>
          <a:xfrm xmlns:a="http://schemas.openxmlformats.org/drawingml/2006/main">
            <a:off x="7909100"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84A1CD"/>
          </a:solidFill>
          <a:ln xmlns:a="http://schemas.openxmlformats.org/drawingml/2006/main" w="3839">
            <a:solidFill>
              <a:srgbClr val="FBFCFE"/>
            </a:solidFill>
            <a:prstDash val="solid"/>
          </a:ln>
        </p:spPr>
      </p:sp>
      <p:sp>
        <p:nvSpPr>
          <p:cNvPr id="833" name="Editable chart path">
            <a:extLst xmlns:a="http://schemas.openxmlformats.org/drawingml/2006/main">
              <a:ext uri="{FF2B5EF4-FFF2-40B4-BE49-F238E27FC236}">
                <a16:creationId xmlns:a16="http://schemas.microsoft.com/office/drawing/2014/main" id="{5DCD1AF9-47E8-4174-8BD4-B1775D0B5042}"/>
              </a:ext>
            </a:extLst>
          </p:cNvPr>
          <p:cNvSpPr>
            <a:spLocks xmlns:a="http://schemas.openxmlformats.org/drawingml/2006/main" noGrp="1"/>
          </p:cNvSpPr>
          <p:nvPr/>
        </p:nvSpPr>
        <p:spPr>
          <a:xfrm xmlns:a="http://schemas.openxmlformats.org/drawingml/2006/main">
            <a:off x="7909100"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34" name="Editable chart path">
            <a:extLst xmlns:a="http://schemas.openxmlformats.org/drawingml/2006/main">
              <a:ext uri="{FF2B5EF4-FFF2-40B4-BE49-F238E27FC236}">
                <a16:creationId xmlns:a16="http://schemas.microsoft.com/office/drawing/2014/main" id="{206BBE01-A351-4DBF-AF24-7A1308E386F8}"/>
              </a:ext>
            </a:extLst>
          </p:cNvPr>
          <p:cNvSpPr>
            <a:spLocks xmlns:a="http://schemas.openxmlformats.org/drawingml/2006/main" noGrp="1"/>
          </p:cNvSpPr>
          <p:nvPr/>
        </p:nvSpPr>
        <p:spPr>
          <a:xfrm xmlns:a="http://schemas.openxmlformats.org/drawingml/2006/main">
            <a:off x="7909100"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35" name="Editable chart path">
            <a:extLst xmlns:a="http://schemas.openxmlformats.org/drawingml/2006/main">
              <a:ext uri="{FF2B5EF4-FFF2-40B4-BE49-F238E27FC236}">
                <a16:creationId xmlns:a16="http://schemas.microsoft.com/office/drawing/2014/main" id="{0587B19B-3AAA-4A1F-B934-B23C6EAE2726}"/>
              </a:ext>
            </a:extLst>
          </p:cNvPr>
          <p:cNvSpPr>
            <a:spLocks xmlns:a="http://schemas.openxmlformats.org/drawingml/2006/main" noGrp="1"/>
          </p:cNvSpPr>
          <p:nvPr/>
        </p:nvSpPr>
        <p:spPr>
          <a:xfrm xmlns:a="http://schemas.openxmlformats.org/drawingml/2006/main">
            <a:off x="7909100"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36" name="Editable chart path">
            <a:extLst xmlns:a="http://schemas.openxmlformats.org/drawingml/2006/main">
              <a:ext uri="{FF2B5EF4-FFF2-40B4-BE49-F238E27FC236}">
                <a16:creationId xmlns:a16="http://schemas.microsoft.com/office/drawing/2014/main" id="{0C99BD1D-2B48-4978-8287-7D24A695DEC1}"/>
              </a:ext>
            </a:extLst>
          </p:cNvPr>
          <p:cNvSpPr>
            <a:spLocks xmlns:a="http://schemas.openxmlformats.org/drawingml/2006/main" noGrp="1"/>
          </p:cNvSpPr>
          <p:nvPr/>
        </p:nvSpPr>
        <p:spPr>
          <a:xfrm xmlns:a="http://schemas.openxmlformats.org/drawingml/2006/main">
            <a:off x="7909100"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37" name="Editable chart path">
            <a:extLst xmlns:a="http://schemas.openxmlformats.org/drawingml/2006/main">
              <a:ext uri="{FF2B5EF4-FFF2-40B4-BE49-F238E27FC236}">
                <a16:creationId xmlns:a16="http://schemas.microsoft.com/office/drawing/2014/main" id="{4C478C97-8F21-4BCB-96CF-9486298E3390}"/>
              </a:ext>
            </a:extLst>
          </p:cNvPr>
          <p:cNvSpPr>
            <a:spLocks xmlns:a="http://schemas.openxmlformats.org/drawingml/2006/main" noGrp="1"/>
          </p:cNvSpPr>
          <p:nvPr/>
        </p:nvSpPr>
        <p:spPr>
          <a:xfrm xmlns:a="http://schemas.openxmlformats.org/drawingml/2006/main">
            <a:off x="7909100"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63D"/>
          </a:solidFill>
          <a:ln xmlns:a="http://schemas.openxmlformats.org/drawingml/2006/main" w="3839">
            <a:solidFill>
              <a:srgbClr val="FBFCFE"/>
            </a:solidFill>
            <a:prstDash val="solid"/>
          </a:ln>
        </p:spPr>
      </p:sp>
      <p:sp>
        <p:nvSpPr>
          <p:cNvPr id="838" name="Editable chart path">
            <a:extLst xmlns:a="http://schemas.openxmlformats.org/drawingml/2006/main">
              <a:ext uri="{FF2B5EF4-FFF2-40B4-BE49-F238E27FC236}">
                <a16:creationId xmlns:a16="http://schemas.microsoft.com/office/drawing/2014/main" id="{C8134693-E603-4250-94B2-AE393537B7C4}"/>
              </a:ext>
            </a:extLst>
          </p:cNvPr>
          <p:cNvSpPr>
            <a:spLocks xmlns:a="http://schemas.openxmlformats.org/drawingml/2006/main" noGrp="1"/>
          </p:cNvSpPr>
          <p:nvPr/>
        </p:nvSpPr>
        <p:spPr>
          <a:xfrm xmlns:a="http://schemas.openxmlformats.org/drawingml/2006/main">
            <a:off x="7909100"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39" name="Editable chart path">
            <a:extLst xmlns:a="http://schemas.openxmlformats.org/drawingml/2006/main">
              <a:ext uri="{FF2B5EF4-FFF2-40B4-BE49-F238E27FC236}">
                <a16:creationId xmlns:a16="http://schemas.microsoft.com/office/drawing/2014/main" id="{94FE714F-DEDE-43E6-B53D-169CAB9C4AED}"/>
              </a:ext>
            </a:extLst>
          </p:cNvPr>
          <p:cNvSpPr>
            <a:spLocks xmlns:a="http://schemas.openxmlformats.org/drawingml/2006/main" noGrp="1"/>
          </p:cNvSpPr>
          <p:nvPr/>
        </p:nvSpPr>
        <p:spPr>
          <a:xfrm xmlns:a="http://schemas.openxmlformats.org/drawingml/2006/main">
            <a:off x="7909100"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40" name="Editable chart path">
            <a:extLst xmlns:a="http://schemas.openxmlformats.org/drawingml/2006/main">
              <a:ext uri="{FF2B5EF4-FFF2-40B4-BE49-F238E27FC236}">
                <a16:creationId xmlns:a16="http://schemas.microsoft.com/office/drawing/2014/main" id="{F9EA3167-EF18-4B4C-9076-5F8C785F0C60}"/>
              </a:ext>
            </a:extLst>
          </p:cNvPr>
          <p:cNvSpPr>
            <a:spLocks xmlns:a="http://schemas.openxmlformats.org/drawingml/2006/main" noGrp="1"/>
          </p:cNvSpPr>
          <p:nvPr/>
        </p:nvSpPr>
        <p:spPr>
          <a:xfrm xmlns:a="http://schemas.openxmlformats.org/drawingml/2006/main">
            <a:off x="7909100"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41" name="Editable chart path">
            <a:extLst xmlns:a="http://schemas.openxmlformats.org/drawingml/2006/main">
              <a:ext uri="{FF2B5EF4-FFF2-40B4-BE49-F238E27FC236}">
                <a16:creationId xmlns:a16="http://schemas.microsoft.com/office/drawing/2014/main" id="{19B51EB7-B4C0-472A-BB9D-C4805D5FAAEC}"/>
              </a:ext>
            </a:extLst>
          </p:cNvPr>
          <p:cNvSpPr>
            <a:spLocks xmlns:a="http://schemas.openxmlformats.org/drawingml/2006/main" noGrp="1"/>
          </p:cNvSpPr>
          <p:nvPr/>
        </p:nvSpPr>
        <p:spPr>
          <a:xfrm xmlns:a="http://schemas.openxmlformats.org/drawingml/2006/main">
            <a:off x="7986876"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5534B"/>
          </a:solidFill>
          <a:ln xmlns:a="http://schemas.openxmlformats.org/drawingml/2006/main" w="3839">
            <a:solidFill>
              <a:srgbClr val="FBFCFE"/>
            </a:solidFill>
            <a:prstDash val="solid"/>
          </a:ln>
        </p:spPr>
      </p:sp>
      <p:sp>
        <p:nvSpPr>
          <p:cNvPr id="842" name="Editable chart path">
            <a:extLst xmlns:a="http://schemas.openxmlformats.org/drawingml/2006/main">
              <a:ext uri="{FF2B5EF4-FFF2-40B4-BE49-F238E27FC236}">
                <a16:creationId xmlns:a16="http://schemas.microsoft.com/office/drawing/2014/main" id="{AE30444B-B7F6-4440-A570-71C25EF0777F}"/>
              </a:ext>
            </a:extLst>
          </p:cNvPr>
          <p:cNvSpPr>
            <a:spLocks xmlns:a="http://schemas.openxmlformats.org/drawingml/2006/main" noGrp="1"/>
          </p:cNvSpPr>
          <p:nvPr/>
        </p:nvSpPr>
        <p:spPr>
          <a:xfrm xmlns:a="http://schemas.openxmlformats.org/drawingml/2006/main">
            <a:off x="7986876"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43" name="Editable chart path">
            <a:extLst xmlns:a="http://schemas.openxmlformats.org/drawingml/2006/main">
              <a:ext uri="{FF2B5EF4-FFF2-40B4-BE49-F238E27FC236}">
                <a16:creationId xmlns:a16="http://schemas.microsoft.com/office/drawing/2014/main" id="{33C078AA-2174-4A2A-BB41-6F28412B243F}"/>
              </a:ext>
            </a:extLst>
          </p:cNvPr>
          <p:cNvSpPr>
            <a:spLocks xmlns:a="http://schemas.openxmlformats.org/drawingml/2006/main" noGrp="1"/>
          </p:cNvSpPr>
          <p:nvPr/>
        </p:nvSpPr>
        <p:spPr>
          <a:xfrm xmlns:a="http://schemas.openxmlformats.org/drawingml/2006/main">
            <a:off x="7986876"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44" name="Editable chart path">
            <a:extLst xmlns:a="http://schemas.openxmlformats.org/drawingml/2006/main">
              <a:ext uri="{FF2B5EF4-FFF2-40B4-BE49-F238E27FC236}">
                <a16:creationId xmlns:a16="http://schemas.microsoft.com/office/drawing/2014/main" id="{A51EB5EC-7E19-41C0-9333-E661C2778F4E}"/>
              </a:ext>
            </a:extLst>
          </p:cNvPr>
          <p:cNvSpPr>
            <a:spLocks xmlns:a="http://schemas.openxmlformats.org/drawingml/2006/main" noGrp="1"/>
          </p:cNvSpPr>
          <p:nvPr/>
        </p:nvSpPr>
        <p:spPr>
          <a:xfrm xmlns:a="http://schemas.openxmlformats.org/drawingml/2006/main">
            <a:off x="7986876"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E9E99"/>
          </a:solidFill>
          <a:ln xmlns:a="http://schemas.openxmlformats.org/drawingml/2006/main" w="3839">
            <a:solidFill>
              <a:srgbClr val="FBFCFE"/>
            </a:solidFill>
            <a:prstDash val="solid"/>
          </a:ln>
        </p:spPr>
      </p:sp>
      <p:sp>
        <p:nvSpPr>
          <p:cNvPr id="845" name="Editable chart path">
            <a:extLst xmlns:a="http://schemas.openxmlformats.org/drawingml/2006/main">
              <a:ext uri="{FF2B5EF4-FFF2-40B4-BE49-F238E27FC236}">
                <a16:creationId xmlns:a16="http://schemas.microsoft.com/office/drawing/2014/main" id="{41CA71D0-1FFE-4A58-B22D-D0F01510D0F8}"/>
              </a:ext>
            </a:extLst>
          </p:cNvPr>
          <p:cNvSpPr>
            <a:spLocks xmlns:a="http://schemas.openxmlformats.org/drawingml/2006/main" noGrp="1"/>
          </p:cNvSpPr>
          <p:nvPr/>
        </p:nvSpPr>
        <p:spPr>
          <a:xfrm xmlns:a="http://schemas.openxmlformats.org/drawingml/2006/main">
            <a:off x="7986876"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46" name="Editable chart path">
            <a:extLst xmlns:a="http://schemas.openxmlformats.org/drawingml/2006/main">
              <a:ext uri="{FF2B5EF4-FFF2-40B4-BE49-F238E27FC236}">
                <a16:creationId xmlns:a16="http://schemas.microsoft.com/office/drawing/2014/main" id="{57A6A774-C10B-45D3-92D3-EBBCB39B5A76}"/>
              </a:ext>
            </a:extLst>
          </p:cNvPr>
          <p:cNvSpPr>
            <a:spLocks xmlns:a="http://schemas.openxmlformats.org/drawingml/2006/main" noGrp="1"/>
          </p:cNvSpPr>
          <p:nvPr/>
        </p:nvSpPr>
        <p:spPr>
          <a:xfrm xmlns:a="http://schemas.openxmlformats.org/drawingml/2006/main">
            <a:off x="7986876"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47" name="Editable chart path">
            <a:extLst xmlns:a="http://schemas.openxmlformats.org/drawingml/2006/main">
              <a:ext uri="{FF2B5EF4-FFF2-40B4-BE49-F238E27FC236}">
                <a16:creationId xmlns:a16="http://schemas.microsoft.com/office/drawing/2014/main" id="{BF874A53-BCE5-459E-894D-C31AB05CF234}"/>
              </a:ext>
            </a:extLst>
          </p:cNvPr>
          <p:cNvSpPr>
            <a:spLocks xmlns:a="http://schemas.openxmlformats.org/drawingml/2006/main" noGrp="1"/>
          </p:cNvSpPr>
          <p:nvPr/>
        </p:nvSpPr>
        <p:spPr>
          <a:xfrm xmlns:a="http://schemas.openxmlformats.org/drawingml/2006/main">
            <a:off x="7986876"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48" name="Editable chart path">
            <a:extLst xmlns:a="http://schemas.openxmlformats.org/drawingml/2006/main">
              <a:ext uri="{FF2B5EF4-FFF2-40B4-BE49-F238E27FC236}">
                <a16:creationId xmlns:a16="http://schemas.microsoft.com/office/drawing/2014/main" id="{36D68099-6A5E-4C4C-B51A-281ABC7E666A}"/>
              </a:ext>
            </a:extLst>
          </p:cNvPr>
          <p:cNvSpPr>
            <a:spLocks xmlns:a="http://schemas.openxmlformats.org/drawingml/2006/main" noGrp="1"/>
          </p:cNvSpPr>
          <p:nvPr/>
        </p:nvSpPr>
        <p:spPr>
          <a:xfrm xmlns:a="http://schemas.openxmlformats.org/drawingml/2006/main">
            <a:off x="7986876"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49" name="Editable chart path">
            <a:extLst xmlns:a="http://schemas.openxmlformats.org/drawingml/2006/main">
              <a:ext uri="{FF2B5EF4-FFF2-40B4-BE49-F238E27FC236}">
                <a16:creationId xmlns:a16="http://schemas.microsoft.com/office/drawing/2014/main" id="{4A9EA014-C680-490C-AC10-AA843C2617AD}"/>
              </a:ext>
            </a:extLst>
          </p:cNvPr>
          <p:cNvSpPr>
            <a:spLocks xmlns:a="http://schemas.openxmlformats.org/drawingml/2006/main" noGrp="1"/>
          </p:cNvSpPr>
          <p:nvPr/>
        </p:nvSpPr>
        <p:spPr>
          <a:xfrm xmlns:a="http://schemas.openxmlformats.org/drawingml/2006/main">
            <a:off x="7986876"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50" name="Editable chart path">
            <a:extLst xmlns:a="http://schemas.openxmlformats.org/drawingml/2006/main">
              <a:ext uri="{FF2B5EF4-FFF2-40B4-BE49-F238E27FC236}">
                <a16:creationId xmlns:a16="http://schemas.microsoft.com/office/drawing/2014/main" id="{3A9B0262-9EF9-4209-BD65-D17862D4FAD2}"/>
              </a:ext>
            </a:extLst>
          </p:cNvPr>
          <p:cNvSpPr>
            <a:spLocks xmlns:a="http://schemas.openxmlformats.org/drawingml/2006/main" noGrp="1"/>
          </p:cNvSpPr>
          <p:nvPr/>
        </p:nvSpPr>
        <p:spPr>
          <a:xfrm xmlns:a="http://schemas.openxmlformats.org/drawingml/2006/main">
            <a:off x="7986876"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51" name="Editable chart path">
            <a:extLst xmlns:a="http://schemas.openxmlformats.org/drawingml/2006/main">
              <a:ext uri="{FF2B5EF4-FFF2-40B4-BE49-F238E27FC236}">
                <a16:creationId xmlns:a16="http://schemas.microsoft.com/office/drawing/2014/main" id="{CB63E96E-1D35-4CC0-96BE-47C43CF7064F}"/>
              </a:ext>
            </a:extLst>
          </p:cNvPr>
          <p:cNvSpPr>
            <a:spLocks xmlns:a="http://schemas.openxmlformats.org/drawingml/2006/main" noGrp="1"/>
          </p:cNvSpPr>
          <p:nvPr/>
        </p:nvSpPr>
        <p:spPr>
          <a:xfrm xmlns:a="http://schemas.openxmlformats.org/drawingml/2006/main">
            <a:off x="7986876"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52" name="Editable chart path">
            <a:extLst xmlns:a="http://schemas.openxmlformats.org/drawingml/2006/main">
              <a:ext uri="{FF2B5EF4-FFF2-40B4-BE49-F238E27FC236}">
                <a16:creationId xmlns:a16="http://schemas.microsoft.com/office/drawing/2014/main" id="{5A497CC4-5B42-4739-BCB5-955E0912E4E6}"/>
              </a:ext>
            </a:extLst>
          </p:cNvPr>
          <p:cNvSpPr>
            <a:spLocks xmlns:a="http://schemas.openxmlformats.org/drawingml/2006/main" noGrp="1"/>
          </p:cNvSpPr>
          <p:nvPr/>
        </p:nvSpPr>
        <p:spPr>
          <a:xfrm xmlns:a="http://schemas.openxmlformats.org/drawingml/2006/main">
            <a:off x="7986876"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B645D"/>
          </a:solidFill>
          <a:ln xmlns:a="http://schemas.openxmlformats.org/drawingml/2006/main" w="3839">
            <a:solidFill>
              <a:srgbClr val="FBFCFE"/>
            </a:solidFill>
            <a:prstDash val="solid"/>
          </a:ln>
        </p:spPr>
      </p:sp>
      <p:sp>
        <p:nvSpPr>
          <p:cNvPr id="853" name="Editable chart path">
            <a:extLst xmlns:a="http://schemas.openxmlformats.org/drawingml/2006/main">
              <a:ext uri="{FF2B5EF4-FFF2-40B4-BE49-F238E27FC236}">
                <a16:creationId xmlns:a16="http://schemas.microsoft.com/office/drawing/2014/main" id="{BB4B3F59-8505-4502-99E5-A4314DE83B86}"/>
              </a:ext>
            </a:extLst>
          </p:cNvPr>
          <p:cNvSpPr>
            <a:spLocks xmlns:a="http://schemas.openxmlformats.org/drawingml/2006/main" noGrp="1"/>
          </p:cNvSpPr>
          <p:nvPr/>
        </p:nvSpPr>
        <p:spPr>
          <a:xfrm xmlns:a="http://schemas.openxmlformats.org/drawingml/2006/main">
            <a:off x="7986876"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CC7C4"/>
          </a:solidFill>
          <a:ln xmlns:a="http://schemas.openxmlformats.org/drawingml/2006/main" w="3839">
            <a:solidFill>
              <a:srgbClr val="FBFCFE"/>
            </a:solidFill>
            <a:prstDash val="solid"/>
          </a:ln>
        </p:spPr>
      </p:sp>
      <p:sp>
        <p:nvSpPr>
          <p:cNvPr id="854" name="Editable chart path">
            <a:extLst xmlns:a="http://schemas.openxmlformats.org/drawingml/2006/main">
              <a:ext uri="{FF2B5EF4-FFF2-40B4-BE49-F238E27FC236}">
                <a16:creationId xmlns:a16="http://schemas.microsoft.com/office/drawing/2014/main" id="{CF1C5590-5EDA-4BD5-9F35-414F348910ED}"/>
              </a:ext>
            </a:extLst>
          </p:cNvPr>
          <p:cNvSpPr>
            <a:spLocks xmlns:a="http://schemas.openxmlformats.org/drawingml/2006/main" noGrp="1"/>
          </p:cNvSpPr>
          <p:nvPr/>
        </p:nvSpPr>
        <p:spPr>
          <a:xfrm xmlns:a="http://schemas.openxmlformats.org/drawingml/2006/main">
            <a:off x="7986876"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55" name="Editable chart path">
            <a:extLst xmlns:a="http://schemas.openxmlformats.org/drawingml/2006/main">
              <a:ext uri="{FF2B5EF4-FFF2-40B4-BE49-F238E27FC236}">
                <a16:creationId xmlns:a16="http://schemas.microsoft.com/office/drawing/2014/main" id="{A7336500-EEE1-42BC-8C56-0A8E5D98F32D}"/>
              </a:ext>
            </a:extLst>
          </p:cNvPr>
          <p:cNvSpPr>
            <a:spLocks xmlns:a="http://schemas.openxmlformats.org/drawingml/2006/main" noGrp="1"/>
          </p:cNvSpPr>
          <p:nvPr/>
        </p:nvSpPr>
        <p:spPr>
          <a:xfrm xmlns:a="http://schemas.openxmlformats.org/drawingml/2006/main">
            <a:off x="7986876"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56" name="Editable chart path">
            <a:extLst xmlns:a="http://schemas.openxmlformats.org/drawingml/2006/main">
              <a:ext uri="{FF2B5EF4-FFF2-40B4-BE49-F238E27FC236}">
                <a16:creationId xmlns:a16="http://schemas.microsoft.com/office/drawing/2014/main" id="{DB459568-E9D8-493B-A5C6-75AF024C262D}"/>
              </a:ext>
            </a:extLst>
          </p:cNvPr>
          <p:cNvSpPr>
            <a:spLocks xmlns:a="http://schemas.openxmlformats.org/drawingml/2006/main" noGrp="1"/>
          </p:cNvSpPr>
          <p:nvPr/>
        </p:nvSpPr>
        <p:spPr>
          <a:xfrm xmlns:a="http://schemas.openxmlformats.org/drawingml/2006/main">
            <a:off x="7986876"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57" name="Editable chart path">
            <a:extLst xmlns:a="http://schemas.openxmlformats.org/drawingml/2006/main">
              <a:ext uri="{FF2B5EF4-FFF2-40B4-BE49-F238E27FC236}">
                <a16:creationId xmlns:a16="http://schemas.microsoft.com/office/drawing/2014/main" id="{4006BF44-6CB8-4558-A42C-B2BE84D48861}"/>
              </a:ext>
            </a:extLst>
          </p:cNvPr>
          <p:cNvSpPr>
            <a:spLocks xmlns:a="http://schemas.openxmlformats.org/drawingml/2006/main" noGrp="1"/>
          </p:cNvSpPr>
          <p:nvPr/>
        </p:nvSpPr>
        <p:spPr>
          <a:xfrm xmlns:a="http://schemas.openxmlformats.org/drawingml/2006/main">
            <a:off x="8064651"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B938E"/>
          </a:solidFill>
          <a:ln xmlns:a="http://schemas.openxmlformats.org/drawingml/2006/main" w="3839">
            <a:solidFill>
              <a:srgbClr val="FBFCFE"/>
            </a:solidFill>
            <a:prstDash val="solid"/>
          </a:ln>
        </p:spPr>
      </p:sp>
      <p:sp>
        <p:nvSpPr>
          <p:cNvPr id="858" name="Editable chart path">
            <a:extLst xmlns:a="http://schemas.openxmlformats.org/drawingml/2006/main">
              <a:ext uri="{FF2B5EF4-FFF2-40B4-BE49-F238E27FC236}">
                <a16:creationId xmlns:a16="http://schemas.microsoft.com/office/drawing/2014/main" id="{13D056CC-2210-4269-AA69-C670521D22E1}"/>
              </a:ext>
            </a:extLst>
          </p:cNvPr>
          <p:cNvSpPr>
            <a:spLocks xmlns:a="http://schemas.openxmlformats.org/drawingml/2006/main" noGrp="1"/>
          </p:cNvSpPr>
          <p:nvPr/>
        </p:nvSpPr>
        <p:spPr>
          <a:xfrm xmlns:a="http://schemas.openxmlformats.org/drawingml/2006/main">
            <a:off x="8064651"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78882"/>
          </a:solidFill>
          <a:ln xmlns:a="http://schemas.openxmlformats.org/drawingml/2006/main" w="3839">
            <a:solidFill>
              <a:srgbClr val="FBFCFE"/>
            </a:solidFill>
            <a:prstDash val="solid"/>
          </a:ln>
        </p:spPr>
      </p:sp>
      <p:sp>
        <p:nvSpPr>
          <p:cNvPr id="859" name="Editable chart path">
            <a:extLst xmlns:a="http://schemas.openxmlformats.org/drawingml/2006/main">
              <a:ext uri="{FF2B5EF4-FFF2-40B4-BE49-F238E27FC236}">
                <a16:creationId xmlns:a16="http://schemas.microsoft.com/office/drawing/2014/main" id="{397DCDC0-C382-4A1E-9161-D677FD31194B}"/>
              </a:ext>
            </a:extLst>
          </p:cNvPr>
          <p:cNvSpPr>
            <a:spLocks xmlns:a="http://schemas.openxmlformats.org/drawingml/2006/main" noGrp="1"/>
          </p:cNvSpPr>
          <p:nvPr/>
        </p:nvSpPr>
        <p:spPr>
          <a:xfrm xmlns:a="http://schemas.openxmlformats.org/drawingml/2006/main">
            <a:off x="8064651"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60" name="Editable chart path">
            <a:extLst xmlns:a="http://schemas.openxmlformats.org/drawingml/2006/main">
              <a:ext uri="{FF2B5EF4-FFF2-40B4-BE49-F238E27FC236}">
                <a16:creationId xmlns:a16="http://schemas.microsoft.com/office/drawing/2014/main" id="{D25E866E-664D-49FF-BD23-60DE25EC027C}"/>
              </a:ext>
            </a:extLst>
          </p:cNvPr>
          <p:cNvSpPr>
            <a:spLocks xmlns:a="http://schemas.openxmlformats.org/drawingml/2006/main" noGrp="1"/>
          </p:cNvSpPr>
          <p:nvPr/>
        </p:nvSpPr>
        <p:spPr>
          <a:xfrm xmlns:a="http://schemas.openxmlformats.org/drawingml/2006/main">
            <a:off x="8064651"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861" name="Editable chart path">
            <a:extLst xmlns:a="http://schemas.openxmlformats.org/drawingml/2006/main">
              <a:ext uri="{FF2B5EF4-FFF2-40B4-BE49-F238E27FC236}">
                <a16:creationId xmlns:a16="http://schemas.microsoft.com/office/drawing/2014/main" id="{5B097169-C33C-4C82-997C-44581E3B6198}"/>
              </a:ext>
            </a:extLst>
          </p:cNvPr>
          <p:cNvSpPr>
            <a:spLocks xmlns:a="http://schemas.openxmlformats.org/drawingml/2006/main" noGrp="1"/>
          </p:cNvSpPr>
          <p:nvPr/>
        </p:nvSpPr>
        <p:spPr>
          <a:xfrm xmlns:a="http://schemas.openxmlformats.org/drawingml/2006/main">
            <a:off x="8064651"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7192C6"/>
          </a:solidFill>
          <a:ln xmlns:a="http://schemas.openxmlformats.org/drawingml/2006/main" w="3839">
            <a:solidFill>
              <a:srgbClr val="FBFCFE"/>
            </a:solidFill>
            <a:prstDash val="solid"/>
          </a:ln>
        </p:spPr>
      </p:sp>
      <p:sp>
        <p:nvSpPr>
          <p:cNvPr id="862" name="Editable chart path">
            <a:extLst xmlns:a="http://schemas.openxmlformats.org/drawingml/2006/main">
              <a:ext uri="{FF2B5EF4-FFF2-40B4-BE49-F238E27FC236}">
                <a16:creationId xmlns:a16="http://schemas.microsoft.com/office/drawing/2014/main" id="{35E88D34-1188-4717-B9EA-41EF254CC1E7}"/>
              </a:ext>
            </a:extLst>
          </p:cNvPr>
          <p:cNvSpPr>
            <a:spLocks xmlns:a="http://schemas.openxmlformats.org/drawingml/2006/main" noGrp="1"/>
          </p:cNvSpPr>
          <p:nvPr/>
        </p:nvSpPr>
        <p:spPr>
          <a:xfrm xmlns:a="http://schemas.openxmlformats.org/drawingml/2006/main">
            <a:off x="8064651"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63" name="Editable chart path">
            <a:extLst xmlns:a="http://schemas.openxmlformats.org/drawingml/2006/main">
              <a:ext uri="{FF2B5EF4-FFF2-40B4-BE49-F238E27FC236}">
                <a16:creationId xmlns:a16="http://schemas.microsoft.com/office/drawing/2014/main" id="{9D1F56D5-A4E8-4555-B7EB-59629AADF9A9}"/>
              </a:ext>
            </a:extLst>
          </p:cNvPr>
          <p:cNvSpPr>
            <a:spLocks xmlns:a="http://schemas.openxmlformats.org/drawingml/2006/main" noGrp="1"/>
          </p:cNvSpPr>
          <p:nvPr/>
        </p:nvSpPr>
        <p:spPr>
          <a:xfrm xmlns:a="http://schemas.openxmlformats.org/drawingml/2006/main">
            <a:off x="8064651"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64" name="Editable chart path">
            <a:extLst xmlns:a="http://schemas.openxmlformats.org/drawingml/2006/main">
              <a:ext uri="{FF2B5EF4-FFF2-40B4-BE49-F238E27FC236}">
                <a16:creationId xmlns:a16="http://schemas.microsoft.com/office/drawing/2014/main" id="{37436102-A9DB-4204-AB5E-9036F559F5A8}"/>
              </a:ext>
            </a:extLst>
          </p:cNvPr>
          <p:cNvSpPr>
            <a:spLocks xmlns:a="http://schemas.openxmlformats.org/drawingml/2006/main" noGrp="1"/>
          </p:cNvSpPr>
          <p:nvPr/>
        </p:nvSpPr>
        <p:spPr>
          <a:xfrm xmlns:a="http://schemas.openxmlformats.org/drawingml/2006/main">
            <a:off x="8064651"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65" name="Editable chart path">
            <a:extLst xmlns:a="http://schemas.openxmlformats.org/drawingml/2006/main">
              <a:ext uri="{FF2B5EF4-FFF2-40B4-BE49-F238E27FC236}">
                <a16:creationId xmlns:a16="http://schemas.microsoft.com/office/drawing/2014/main" id="{C8F4E1F3-7DDF-4147-8453-D0144748B5A5}"/>
              </a:ext>
            </a:extLst>
          </p:cNvPr>
          <p:cNvSpPr>
            <a:spLocks xmlns:a="http://schemas.openxmlformats.org/drawingml/2006/main" noGrp="1"/>
          </p:cNvSpPr>
          <p:nvPr/>
        </p:nvSpPr>
        <p:spPr>
          <a:xfrm xmlns:a="http://schemas.openxmlformats.org/drawingml/2006/main">
            <a:off x="8064651"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66" name="Editable chart path">
            <a:extLst xmlns:a="http://schemas.openxmlformats.org/drawingml/2006/main">
              <a:ext uri="{FF2B5EF4-FFF2-40B4-BE49-F238E27FC236}">
                <a16:creationId xmlns:a16="http://schemas.microsoft.com/office/drawing/2014/main" id="{F16AE17F-2D02-40E9-9657-3100DAAE67E4}"/>
              </a:ext>
            </a:extLst>
          </p:cNvPr>
          <p:cNvSpPr>
            <a:spLocks xmlns:a="http://schemas.openxmlformats.org/drawingml/2006/main" noGrp="1"/>
          </p:cNvSpPr>
          <p:nvPr/>
        </p:nvSpPr>
        <p:spPr>
          <a:xfrm xmlns:a="http://schemas.openxmlformats.org/drawingml/2006/main">
            <a:off x="8064651"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9BDBA"/>
          </a:solidFill>
          <a:ln xmlns:a="http://schemas.openxmlformats.org/drawingml/2006/main" w="3839">
            <a:solidFill>
              <a:srgbClr val="FBFCFE"/>
            </a:solidFill>
            <a:prstDash val="solid"/>
          </a:ln>
        </p:spPr>
      </p:sp>
      <p:sp>
        <p:nvSpPr>
          <p:cNvPr id="867" name="Editable chart path">
            <a:extLst xmlns:a="http://schemas.openxmlformats.org/drawingml/2006/main">
              <a:ext uri="{FF2B5EF4-FFF2-40B4-BE49-F238E27FC236}">
                <a16:creationId xmlns:a16="http://schemas.microsoft.com/office/drawing/2014/main" id="{4870DE14-981B-4BA0-9613-76F230960DC2}"/>
              </a:ext>
            </a:extLst>
          </p:cNvPr>
          <p:cNvSpPr>
            <a:spLocks xmlns:a="http://schemas.openxmlformats.org/drawingml/2006/main" noGrp="1"/>
          </p:cNvSpPr>
          <p:nvPr/>
        </p:nvSpPr>
        <p:spPr>
          <a:xfrm xmlns:a="http://schemas.openxmlformats.org/drawingml/2006/main">
            <a:off x="8064651"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68" name="Editable chart path">
            <a:extLst xmlns:a="http://schemas.openxmlformats.org/drawingml/2006/main">
              <a:ext uri="{FF2B5EF4-FFF2-40B4-BE49-F238E27FC236}">
                <a16:creationId xmlns:a16="http://schemas.microsoft.com/office/drawing/2014/main" id="{29ADC6B7-722E-4FB5-97D1-09E73F6D8DE1}"/>
              </a:ext>
            </a:extLst>
          </p:cNvPr>
          <p:cNvSpPr>
            <a:spLocks xmlns:a="http://schemas.openxmlformats.org/drawingml/2006/main" noGrp="1"/>
          </p:cNvSpPr>
          <p:nvPr/>
        </p:nvSpPr>
        <p:spPr>
          <a:xfrm xmlns:a="http://schemas.openxmlformats.org/drawingml/2006/main">
            <a:off x="8064651"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47F78"/>
          </a:solidFill>
          <a:ln xmlns:a="http://schemas.openxmlformats.org/drawingml/2006/main" w="3839">
            <a:solidFill>
              <a:srgbClr val="FBFCFE"/>
            </a:solidFill>
            <a:prstDash val="solid"/>
          </a:ln>
        </p:spPr>
      </p:sp>
      <p:sp>
        <p:nvSpPr>
          <p:cNvPr id="869" name="Editable chart path">
            <a:extLst xmlns:a="http://schemas.openxmlformats.org/drawingml/2006/main">
              <a:ext uri="{FF2B5EF4-FFF2-40B4-BE49-F238E27FC236}">
                <a16:creationId xmlns:a16="http://schemas.microsoft.com/office/drawing/2014/main" id="{7CD86AC1-A188-4647-BE43-B4271B6CF0F5}"/>
              </a:ext>
            </a:extLst>
          </p:cNvPr>
          <p:cNvSpPr>
            <a:spLocks xmlns:a="http://schemas.openxmlformats.org/drawingml/2006/main" noGrp="1"/>
          </p:cNvSpPr>
          <p:nvPr/>
        </p:nvSpPr>
        <p:spPr>
          <a:xfrm xmlns:a="http://schemas.openxmlformats.org/drawingml/2006/main">
            <a:off x="8064651"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70" name="Editable chart path">
            <a:extLst xmlns:a="http://schemas.openxmlformats.org/drawingml/2006/main">
              <a:ext uri="{FF2B5EF4-FFF2-40B4-BE49-F238E27FC236}">
                <a16:creationId xmlns:a16="http://schemas.microsoft.com/office/drawing/2014/main" id="{0B21A311-7A90-4A70-A87D-36CA720CF716}"/>
              </a:ext>
            </a:extLst>
          </p:cNvPr>
          <p:cNvSpPr>
            <a:spLocks xmlns:a="http://schemas.openxmlformats.org/drawingml/2006/main" noGrp="1"/>
          </p:cNvSpPr>
          <p:nvPr/>
        </p:nvSpPr>
        <p:spPr>
          <a:xfrm xmlns:a="http://schemas.openxmlformats.org/drawingml/2006/main">
            <a:off x="8142427"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3AEAA"/>
          </a:solidFill>
          <a:ln xmlns:a="http://schemas.openxmlformats.org/drawingml/2006/main" w="3839">
            <a:solidFill>
              <a:srgbClr val="FBFCFE"/>
            </a:solidFill>
            <a:prstDash val="solid"/>
          </a:ln>
        </p:spPr>
      </p:sp>
      <p:sp>
        <p:nvSpPr>
          <p:cNvPr id="871" name="Editable chart path">
            <a:extLst xmlns:a="http://schemas.openxmlformats.org/drawingml/2006/main">
              <a:ext uri="{FF2B5EF4-FFF2-40B4-BE49-F238E27FC236}">
                <a16:creationId xmlns:a16="http://schemas.microsoft.com/office/drawing/2014/main" id="{4CB32DB0-A732-4625-8002-A520A46E119E}"/>
              </a:ext>
            </a:extLst>
          </p:cNvPr>
          <p:cNvSpPr>
            <a:spLocks xmlns:a="http://schemas.openxmlformats.org/drawingml/2006/main" noGrp="1"/>
          </p:cNvSpPr>
          <p:nvPr/>
        </p:nvSpPr>
        <p:spPr>
          <a:xfrm xmlns:a="http://schemas.openxmlformats.org/drawingml/2006/main">
            <a:off x="8142427"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72" name="Editable chart path">
            <a:extLst xmlns:a="http://schemas.openxmlformats.org/drawingml/2006/main">
              <a:ext uri="{FF2B5EF4-FFF2-40B4-BE49-F238E27FC236}">
                <a16:creationId xmlns:a16="http://schemas.microsoft.com/office/drawing/2014/main" id="{80A9FBA9-0668-4C1D-B96B-A1B3F506E4EC}"/>
              </a:ext>
            </a:extLst>
          </p:cNvPr>
          <p:cNvSpPr>
            <a:spLocks xmlns:a="http://schemas.openxmlformats.org/drawingml/2006/main" noGrp="1"/>
          </p:cNvSpPr>
          <p:nvPr/>
        </p:nvSpPr>
        <p:spPr>
          <a:xfrm xmlns:a="http://schemas.openxmlformats.org/drawingml/2006/main">
            <a:off x="8142427"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4DEDC"/>
          </a:solidFill>
          <a:ln xmlns:a="http://schemas.openxmlformats.org/drawingml/2006/main" w="3839">
            <a:solidFill>
              <a:srgbClr val="FBFCFE"/>
            </a:solidFill>
            <a:prstDash val="solid"/>
          </a:ln>
        </p:spPr>
      </p:sp>
      <p:sp>
        <p:nvSpPr>
          <p:cNvPr id="873" name="Editable chart path">
            <a:extLst xmlns:a="http://schemas.openxmlformats.org/drawingml/2006/main">
              <a:ext uri="{FF2B5EF4-FFF2-40B4-BE49-F238E27FC236}">
                <a16:creationId xmlns:a16="http://schemas.microsoft.com/office/drawing/2014/main" id="{7EC7B3AE-DCE7-4788-96E1-7FA58BB24E21}"/>
              </a:ext>
            </a:extLst>
          </p:cNvPr>
          <p:cNvSpPr>
            <a:spLocks xmlns:a="http://schemas.openxmlformats.org/drawingml/2006/main" noGrp="1"/>
          </p:cNvSpPr>
          <p:nvPr/>
        </p:nvSpPr>
        <p:spPr>
          <a:xfrm xmlns:a="http://schemas.openxmlformats.org/drawingml/2006/main">
            <a:off x="8142427"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4F3"/>
          </a:solidFill>
          <a:ln xmlns:a="http://schemas.openxmlformats.org/drawingml/2006/main" w="3839">
            <a:solidFill>
              <a:srgbClr val="FBFCFE"/>
            </a:solidFill>
            <a:prstDash val="solid"/>
          </a:ln>
        </p:spPr>
      </p:sp>
      <p:sp>
        <p:nvSpPr>
          <p:cNvPr id="874" name="Editable chart path">
            <a:extLst xmlns:a="http://schemas.openxmlformats.org/drawingml/2006/main">
              <a:ext uri="{FF2B5EF4-FFF2-40B4-BE49-F238E27FC236}">
                <a16:creationId xmlns:a16="http://schemas.microsoft.com/office/drawing/2014/main" id="{FF45998E-6C91-4F1B-9ECB-0AF51A410893}"/>
              </a:ext>
            </a:extLst>
          </p:cNvPr>
          <p:cNvSpPr>
            <a:spLocks xmlns:a="http://schemas.openxmlformats.org/drawingml/2006/main" noGrp="1"/>
          </p:cNvSpPr>
          <p:nvPr/>
        </p:nvSpPr>
        <p:spPr>
          <a:xfrm xmlns:a="http://schemas.openxmlformats.org/drawingml/2006/main">
            <a:off x="8142427"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88C86"/>
          </a:solidFill>
          <a:ln xmlns:a="http://schemas.openxmlformats.org/drawingml/2006/main" w="3839">
            <a:solidFill>
              <a:srgbClr val="FBFCFE"/>
            </a:solidFill>
            <a:prstDash val="solid"/>
          </a:ln>
        </p:spPr>
      </p:sp>
      <p:sp>
        <p:nvSpPr>
          <p:cNvPr id="875" name="Editable chart path">
            <a:extLst xmlns:a="http://schemas.openxmlformats.org/drawingml/2006/main">
              <a:ext uri="{FF2B5EF4-FFF2-40B4-BE49-F238E27FC236}">
                <a16:creationId xmlns:a16="http://schemas.microsoft.com/office/drawing/2014/main" id="{88F53706-92B3-47CF-9F5E-5BDB7516AEBB}"/>
              </a:ext>
            </a:extLst>
          </p:cNvPr>
          <p:cNvSpPr>
            <a:spLocks xmlns:a="http://schemas.openxmlformats.org/drawingml/2006/main" noGrp="1"/>
          </p:cNvSpPr>
          <p:nvPr/>
        </p:nvSpPr>
        <p:spPr>
          <a:xfrm xmlns:a="http://schemas.openxmlformats.org/drawingml/2006/main">
            <a:off x="8142427"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876" name="Editable chart path">
            <a:extLst xmlns:a="http://schemas.openxmlformats.org/drawingml/2006/main">
              <a:ext uri="{FF2B5EF4-FFF2-40B4-BE49-F238E27FC236}">
                <a16:creationId xmlns:a16="http://schemas.microsoft.com/office/drawing/2014/main" id="{EEAA7D58-BBD3-4765-AD8B-2E871C18A283}"/>
              </a:ext>
            </a:extLst>
          </p:cNvPr>
          <p:cNvSpPr>
            <a:spLocks xmlns:a="http://schemas.openxmlformats.org/drawingml/2006/main" noGrp="1"/>
          </p:cNvSpPr>
          <p:nvPr/>
        </p:nvSpPr>
        <p:spPr>
          <a:xfrm xmlns:a="http://schemas.openxmlformats.org/drawingml/2006/main">
            <a:off x="8142427"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877" name="Editable chart path">
            <a:extLst xmlns:a="http://schemas.openxmlformats.org/drawingml/2006/main">
              <a:ext uri="{FF2B5EF4-FFF2-40B4-BE49-F238E27FC236}">
                <a16:creationId xmlns:a16="http://schemas.microsoft.com/office/drawing/2014/main" id="{1A9D29E9-5BB1-4AAD-83AE-1BA6C4A885C7}"/>
              </a:ext>
            </a:extLst>
          </p:cNvPr>
          <p:cNvSpPr>
            <a:spLocks xmlns:a="http://schemas.openxmlformats.org/drawingml/2006/main" noGrp="1"/>
          </p:cNvSpPr>
          <p:nvPr/>
        </p:nvSpPr>
        <p:spPr>
          <a:xfrm xmlns:a="http://schemas.openxmlformats.org/drawingml/2006/main">
            <a:off x="8142427"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878" name="Editable chart path">
            <a:extLst xmlns:a="http://schemas.openxmlformats.org/drawingml/2006/main">
              <a:ext uri="{FF2B5EF4-FFF2-40B4-BE49-F238E27FC236}">
                <a16:creationId xmlns:a16="http://schemas.microsoft.com/office/drawing/2014/main" id="{1A7AD55A-7CB8-4E10-8AA6-9C8F351148AE}"/>
              </a:ext>
            </a:extLst>
          </p:cNvPr>
          <p:cNvSpPr>
            <a:spLocks xmlns:a="http://schemas.openxmlformats.org/drawingml/2006/main" noGrp="1"/>
          </p:cNvSpPr>
          <p:nvPr/>
        </p:nvSpPr>
        <p:spPr>
          <a:xfrm xmlns:a="http://schemas.openxmlformats.org/drawingml/2006/main">
            <a:off x="8142427"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79" name="Editable chart path">
            <a:extLst xmlns:a="http://schemas.openxmlformats.org/drawingml/2006/main">
              <a:ext uri="{FF2B5EF4-FFF2-40B4-BE49-F238E27FC236}">
                <a16:creationId xmlns:a16="http://schemas.microsoft.com/office/drawing/2014/main" id="{A5239DCB-79AF-46CB-AE71-0A9D637B9819}"/>
              </a:ext>
            </a:extLst>
          </p:cNvPr>
          <p:cNvSpPr>
            <a:spLocks xmlns:a="http://schemas.openxmlformats.org/drawingml/2006/main" noGrp="1"/>
          </p:cNvSpPr>
          <p:nvPr/>
        </p:nvSpPr>
        <p:spPr>
          <a:xfrm xmlns:a="http://schemas.openxmlformats.org/drawingml/2006/main">
            <a:off x="8142427"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80" name="Editable chart path">
            <a:extLst xmlns:a="http://schemas.openxmlformats.org/drawingml/2006/main">
              <a:ext uri="{FF2B5EF4-FFF2-40B4-BE49-F238E27FC236}">
                <a16:creationId xmlns:a16="http://schemas.microsoft.com/office/drawing/2014/main" id="{85B5AC4F-B745-48BF-8F7E-F94D63E6AF73}"/>
              </a:ext>
            </a:extLst>
          </p:cNvPr>
          <p:cNvSpPr>
            <a:spLocks xmlns:a="http://schemas.openxmlformats.org/drawingml/2006/main" noGrp="1"/>
          </p:cNvSpPr>
          <p:nvPr/>
        </p:nvSpPr>
        <p:spPr>
          <a:xfrm xmlns:a="http://schemas.openxmlformats.org/drawingml/2006/main">
            <a:off x="8142427"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81" name="Editable chart path">
            <a:extLst xmlns:a="http://schemas.openxmlformats.org/drawingml/2006/main">
              <a:ext uri="{FF2B5EF4-FFF2-40B4-BE49-F238E27FC236}">
                <a16:creationId xmlns:a16="http://schemas.microsoft.com/office/drawing/2014/main" id="{33EA778E-DB51-4686-A4D8-1F72EA327C85}"/>
              </a:ext>
            </a:extLst>
          </p:cNvPr>
          <p:cNvSpPr>
            <a:spLocks xmlns:a="http://schemas.openxmlformats.org/drawingml/2006/main" noGrp="1"/>
          </p:cNvSpPr>
          <p:nvPr/>
        </p:nvSpPr>
        <p:spPr>
          <a:xfrm xmlns:a="http://schemas.openxmlformats.org/drawingml/2006/main">
            <a:off x="8142427"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82" name="Editable chart path">
            <a:extLst xmlns:a="http://schemas.openxmlformats.org/drawingml/2006/main">
              <a:ext uri="{FF2B5EF4-FFF2-40B4-BE49-F238E27FC236}">
                <a16:creationId xmlns:a16="http://schemas.microsoft.com/office/drawing/2014/main" id="{37D020CC-B2BB-4D01-854F-C67007A9A4CE}"/>
              </a:ext>
            </a:extLst>
          </p:cNvPr>
          <p:cNvSpPr>
            <a:spLocks xmlns:a="http://schemas.openxmlformats.org/drawingml/2006/main" noGrp="1"/>
          </p:cNvSpPr>
          <p:nvPr/>
        </p:nvSpPr>
        <p:spPr>
          <a:xfrm xmlns:a="http://schemas.openxmlformats.org/drawingml/2006/main">
            <a:off x="8220202"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2A8A4"/>
          </a:solidFill>
          <a:ln xmlns:a="http://schemas.openxmlformats.org/drawingml/2006/main" w="3839">
            <a:solidFill>
              <a:srgbClr val="FBFCFE"/>
            </a:solidFill>
            <a:prstDash val="solid"/>
          </a:ln>
        </p:spPr>
      </p:sp>
      <p:sp>
        <p:nvSpPr>
          <p:cNvPr id="883" name="Editable chart path">
            <a:extLst xmlns:a="http://schemas.openxmlformats.org/drawingml/2006/main">
              <a:ext uri="{FF2B5EF4-FFF2-40B4-BE49-F238E27FC236}">
                <a16:creationId xmlns:a16="http://schemas.microsoft.com/office/drawing/2014/main" id="{DFB2F220-C117-47C5-8592-B08854B60D69}"/>
              </a:ext>
            </a:extLst>
          </p:cNvPr>
          <p:cNvSpPr>
            <a:spLocks xmlns:a="http://schemas.openxmlformats.org/drawingml/2006/main" noGrp="1"/>
          </p:cNvSpPr>
          <p:nvPr/>
        </p:nvSpPr>
        <p:spPr>
          <a:xfrm xmlns:a="http://schemas.openxmlformats.org/drawingml/2006/main">
            <a:off x="8220202"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884" name="Editable chart path">
            <a:extLst xmlns:a="http://schemas.openxmlformats.org/drawingml/2006/main">
              <a:ext uri="{FF2B5EF4-FFF2-40B4-BE49-F238E27FC236}">
                <a16:creationId xmlns:a16="http://schemas.microsoft.com/office/drawing/2014/main" id="{06699106-F333-4B83-816E-91119B06A365}"/>
              </a:ext>
            </a:extLst>
          </p:cNvPr>
          <p:cNvSpPr>
            <a:spLocks xmlns:a="http://schemas.openxmlformats.org/drawingml/2006/main" noGrp="1"/>
          </p:cNvSpPr>
          <p:nvPr/>
        </p:nvSpPr>
        <p:spPr>
          <a:xfrm xmlns:a="http://schemas.openxmlformats.org/drawingml/2006/main">
            <a:off x="8220202"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85" name="Editable chart path">
            <a:extLst xmlns:a="http://schemas.openxmlformats.org/drawingml/2006/main">
              <a:ext uri="{FF2B5EF4-FFF2-40B4-BE49-F238E27FC236}">
                <a16:creationId xmlns:a16="http://schemas.microsoft.com/office/drawing/2014/main" id="{F7F1905A-A6B6-47D8-B817-BE9A9B331769}"/>
              </a:ext>
            </a:extLst>
          </p:cNvPr>
          <p:cNvSpPr>
            <a:spLocks xmlns:a="http://schemas.openxmlformats.org/drawingml/2006/main" noGrp="1"/>
          </p:cNvSpPr>
          <p:nvPr/>
        </p:nvSpPr>
        <p:spPr>
          <a:xfrm xmlns:a="http://schemas.openxmlformats.org/drawingml/2006/main">
            <a:off x="8220202"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0746D"/>
          </a:solidFill>
          <a:ln xmlns:a="http://schemas.openxmlformats.org/drawingml/2006/main" w="3839">
            <a:solidFill>
              <a:srgbClr val="FBFCFE"/>
            </a:solidFill>
            <a:prstDash val="solid"/>
          </a:ln>
        </p:spPr>
      </p:sp>
      <p:sp>
        <p:nvSpPr>
          <p:cNvPr id="886" name="Editable chart path">
            <a:extLst xmlns:a="http://schemas.openxmlformats.org/drawingml/2006/main">
              <a:ext uri="{FF2B5EF4-FFF2-40B4-BE49-F238E27FC236}">
                <a16:creationId xmlns:a16="http://schemas.microsoft.com/office/drawing/2014/main" id="{C3928F09-1B01-443B-9437-2636493718B6}"/>
              </a:ext>
            </a:extLst>
          </p:cNvPr>
          <p:cNvSpPr>
            <a:spLocks xmlns:a="http://schemas.openxmlformats.org/drawingml/2006/main" noGrp="1"/>
          </p:cNvSpPr>
          <p:nvPr/>
        </p:nvSpPr>
        <p:spPr>
          <a:xfrm xmlns:a="http://schemas.openxmlformats.org/drawingml/2006/main">
            <a:off x="8220202"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F726B"/>
          </a:solidFill>
          <a:ln xmlns:a="http://schemas.openxmlformats.org/drawingml/2006/main" w="3839">
            <a:solidFill>
              <a:srgbClr val="FBFCFE"/>
            </a:solidFill>
            <a:prstDash val="solid"/>
          </a:ln>
        </p:spPr>
      </p:sp>
      <p:sp>
        <p:nvSpPr>
          <p:cNvPr id="887" name="Editable chart path">
            <a:extLst xmlns:a="http://schemas.openxmlformats.org/drawingml/2006/main">
              <a:ext uri="{FF2B5EF4-FFF2-40B4-BE49-F238E27FC236}">
                <a16:creationId xmlns:a16="http://schemas.microsoft.com/office/drawing/2014/main" id="{E2DF07E0-432C-48DC-9731-66B2B8A7AB89}"/>
              </a:ext>
            </a:extLst>
          </p:cNvPr>
          <p:cNvSpPr>
            <a:spLocks xmlns:a="http://schemas.openxmlformats.org/drawingml/2006/main" noGrp="1"/>
          </p:cNvSpPr>
          <p:nvPr/>
        </p:nvSpPr>
        <p:spPr>
          <a:xfrm xmlns:a="http://schemas.openxmlformats.org/drawingml/2006/main">
            <a:off x="8220202"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88" name="Editable chart path">
            <a:extLst xmlns:a="http://schemas.openxmlformats.org/drawingml/2006/main">
              <a:ext uri="{FF2B5EF4-FFF2-40B4-BE49-F238E27FC236}">
                <a16:creationId xmlns:a16="http://schemas.microsoft.com/office/drawing/2014/main" id="{D7E61C32-93E1-47CE-BEAF-0F715A3FDA3C}"/>
              </a:ext>
            </a:extLst>
          </p:cNvPr>
          <p:cNvSpPr>
            <a:spLocks xmlns:a="http://schemas.openxmlformats.org/drawingml/2006/main" noGrp="1"/>
          </p:cNvSpPr>
          <p:nvPr/>
        </p:nvSpPr>
        <p:spPr>
          <a:xfrm xmlns:a="http://schemas.openxmlformats.org/drawingml/2006/main">
            <a:off x="8220202"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89" name="Editable chart path">
            <a:extLst xmlns:a="http://schemas.openxmlformats.org/drawingml/2006/main">
              <a:ext uri="{FF2B5EF4-FFF2-40B4-BE49-F238E27FC236}">
                <a16:creationId xmlns:a16="http://schemas.microsoft.com/office/drawing/2014/main" id="{1867F977-F163-4883-BBF9-D0D10AD636BA}"/>
              </a:ext>
            </a:extLst>
          </p:cNvPr>
          <p:cNvSpPr>
            <a:spLocks xmlns:a="http://schemas.openxmlformats.org/drawingml/2006/main" noGrp="1"/>
          </p:cNvSpPr>
          <p:nvPr/>
        </p:nvSpPr>
        <p:spPr>
          <a:xfrm xmlns:a="http://schemas.openxmlformats.org/drawingml/2006/main">
            <a:off x="8220202"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890" name="Editable chart path">
            <a:extLst xmlns:a="http://schemas.openxmlformats.org/drawingml/2006/main">
              <a:ext uri="{FF2B5EF4-FFF2-40B4-BE49-F238E27FC236}">
                <a16:creationId xmlns:a16="http://schemas.microsoft.com/office/drawing/2014/main" id="{0C1699F2-C460-45FD-A12C-4251510AB377}"/>
              </a:ext>
            </a:extLst>
          </p:cNvPr>
          <p:cNvSpPr>
            <a:spLocks xmlns:a="http://schemas.openxmlformats.org/drawingml/2006/main" noGrp="1"/>
          </p:cNvSpPr>
          <p:nvPr/>
        </p:nvSpPr>
        <p:spPr>
          <a:xfrm xmlns:a="http://schemas.openxmlformats.org/drawingml/2006/main">
            <a:off x="8220202"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91" name="Editable chart path">
            <a:extLst xmlns:a="http://schemas.openxmlformats.org/drawingml/2006/main">
              <a:ext uri="{FF2B5EF4-FFF2-40B4-BE49-F238E27FC236}">
                <a16:creationId xmlns:a16="http://schemas.microsoft.com/office/drawing/2014/main" id="{F0D7341C-3B22-436B-A288-396AA1235A4E}"/>
              </a:ext>
            </a:extLst>
          </p:cNvPr>
          <p:cNvSpPr>
            <a:spLocks xmlns:a="http://schemas.openxmlformats.org/drawingml/2006/main" noGrp="1"/>
          </p:cNvSpPr>
          <p:nvPr/>
        </p:nvSpPr>
        <p:spPr>
          <a:xfrm xmlns:a="http://schemas.openxmlformats.org/drawingml/2006/main">
            <a:off x="8220202"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92" name="Editable chart path">
            <a:extLst xmlns:a="http://schemas.openxmlformats.org/drawingml/2006/main">
              <a:ext uri="{FF2B5EF4-FFF2-40B4-BE49-F238E27FC236}">
                <a16:creationId xmlns:a16="http://schemas.microsoft.com/office/drawing/2014/main" id="{22405E51-E3E4-46E2-9D88-3C4897D37AAD}"/>
              </a:ext>
            </a:extLst>
          </p:cNvPr>
          <p:cNvSpPr>
            <a:spLocks xmlns:a="http://schemas.openxmlformats.org/drawingml/2006/main" noGrp="1"/>
          </p:cNvSpPr>
          <p:nvPr/>
        </p:nvSpPr>
        <p:spPr>
          <a:xfrm xmlns:a="http://schemas.openxmlformats.org/drawingml/2006/main">
            <a:off x="8220202"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93" name="Editable chart path">
            <a:extLst xmlns:a="http://schemas.openxmlformats.org/drawingml/2006/main">
              <a:ext uri="{FF2B5EF4-FFF2-40B4-BE49-F238E27FC236}">
                <a16:creationId xmlns:a16="http://schemas.microsoft.com/office/drawing/2014/main" id="{60993543-38C0-48C1-87C7-DC31505D5FA7}"/>
              </a:ext>
            </a:extLst>
          </p:cNvPr>
          <p:cNvSpPr>
            <a:spLocks xmlns:a="http://schemas.openxmlformats.org/drawingml/2006/main" noGrp="1"/>
          </p:cNvSpPr>
          <p:nvPr/>
        </p:nvSpPr>
        <p:spPr>
          <a:xfrm xmlns:a="http://schemas.openxmlformats.org/drawingml/2006/main">
            <a:off x="8220202"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894" name="Editable chart path">
            <a:extLst xmlns:a="http://schemas.openxmlformats.org/drawingml/2006/main">
              <a:ext uri="{FF2B5EF4-FFF2-40B4-BE49-F238E27FC236}">
                <a16:creationId xmlns:a16="http://schemas.microsoft.com/office/drawing/2014/main" id="{8ACC32BE-F114-4E43-82D2-73063E5286E4}"/>
              </a:ext>
            </a:extLst>
          </p:cNvPr>
          <p:cNvSpPr>
            <a:spLocks xmlns:a="http://schemas.openxmlformats.org/drawingml/2006/main" noGrp="1"/>
          </p:cNvSpPr>
          <p:nvPr/>
        </p:nvSpPr>
        <p:spPr>
          <a:xfrm xmlns:a="http://schemas.openxmlformats.org/drawingml/2006/main">
            <a:off x="8220202"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3B9DA"/>
          </a:solidFill>
          <a:ln xmlns:a="http://schemas.openxmlformats.org/drawingml/2006/main" w="3839">
            <a:solidFill>
              <a:srgbClr val="FBFCFE"/>
            </a:solidFill>
            <a:prstDash val="solid"/>
          </a:ln>
        </p:spPr>
      </p:sp>
      <p:sp>
        <p:nvSpPr>
          <p:cNvPr id="895" name="Editable chart path">
            <a:extLst xmlns:a="http://schemas.openxmlformats.org/drawingml/2006/main">
              <a:ext uri="{FF2B5EF4-FFF2-40B4-BE49-F238E27FC236}">
                <a16:creationId xmlns:a16="http://schemas.microsoft.com/office/drawing/2014/main" id="{D50D34D3-A4C8-4F2C-B4CF-8142ECAA3C4C}"/>
              </a:ext>
            </a:extLst>
          </p:cNvPr>
          <p:cNvSpPr>
            <a:spLocks xmlns:a="http://schemas.openxmlformats.org/drawingml/2006/main" noGrp="1"/>
          </p:cNvSpPr>
          <p:nvPr/>
        </p:nvSpPr>
        <p:spPr>
          <a:xfrm xmlns:a="http://schemas.openxmlformats.org/drawingml/2006/main">
            <a:off x="8297978"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B0AD"/>
          </a:solidFill>
          <a:ln xmlns:a="http://schemas.openxmlformats.org/drawingml/2006/main" w="3839">
            <a:solidFill>
              <a:srgbClr val="FBFCFE"/>
            </a:solidFill>
            <a:prstDash val="solid"/>
          </a:ln>
        </p:spPr>
      </p:sp>
      <p:sp>
        <p:nvSpPr>
          <p:cNvPr id="896" name="Editable chart path">
            <a:extLst xmlns:a="http://schemas.openxmlformats.org/drawingml/2006/main">
              <a:ext uri="{FF2B5EF4-FFF2-40B4-BE49-F238E27FC236}">
                <a16:creationId xmlns:a16="http://schemas.microsoft.com/office/drawing/2014/main" id="{08DEC729-1303-42A7-ABC2-3B72852EB586}"/>
              </a:ext>
            </a:extLst>
          </p:cNvPr>
          <p:cNvSpPr>
            <a:spLocks xmlns:a="http://schemas.openxmlformats.org/drawingml/2006/main" noGrp="1"/>
          </p:cNvSpPr>
          <p:nvPr/>
        </p:nvSpPr>
        <p:spPr>
          <a:xfrm xmlns:a="http://schemas.openxmlformats.org/drawingml/2006/main">
            <a:off x="8297978"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1D7D5"/>
          </a:solidFill>
          <a:ln xmlns:a="http://schemas.openxmlformats.org/drawingml/2006/main" w="3839">
            <a:solidFill>
              <a:srgbClr val="FBFCFE"/>
            </a:solidFill>
            <a:prstDash val="solid"/>
          </a:ln>
        </p:spPr>
      </p:sp>
      <p:sp>
        <p:nvSpPr>
          <p:cNvPr id="897" name="Editable chart path">
            <a:extLst xmlns:a="http://schemas.openxmlformats.org/drawingml/2006/main">
              <a:ext uri="{FF2B5EF4-FFF2-40B4-BE49-F238E27FC236}">
                <a16:creationId xmlns:a16="http://schemas.microsoft.com/office/drawing/2014/main" id="{30FA7E18-947D-4F61-997A-C0B03EDFFCC4}"/>
              </a:ext>
            </a:extLst>
          </p:cNvPr>
          <p:cNvSpPr>
            <a:spLocks xmlns:a="http://schemas.openxmlformats.org/drawingml/2006/main" noGrp="1"/>
          </p:cNvSpPr>
          <p:nvPr/>
        </p:nvSpPr>
        <p:spPr>
          <a:xfrm xmlns:a="http://schemas.openxmlformats.org/drawingml/2006/main">
            <a:off x="8297978"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27B74"/>
          </a:solidFill>
          <a:ln xmlns:a="http://schemas.openxmlformats.org/drawingml/2006/main" w="3839">
            <a:solidFill>
              <a:srgbClr val="FBFCFE"/>
            </a:solidFill>
            <a:prstDash val="solid"/>
          </a:ln>
        </p:spPr>
      </p:sp>
      <p:sp>
        <p:nvSpPr>
          <p:cNvPr id="898" name="Editable chart path">
            <a:extLst xmlns:a="http://schemas.openxmlformats.org/drawingml/2006/main">
              <a:ext uri="{FF2B5EF4-FFF2-40B4-BE49-F238E27FC236}">
                <a16:creationId xmlns:a16="http://schemas.microsoft.com/office/drawing/2014/main" id="{F9CD9DE0-576F-4183-8071-877B9B6369C7}"/>
              </a:ext>
            </a:extLst>
          </p:cNvPr>
          <p:cNvSpPr>
            <a:spLocks xmlns:a="http://schemas.openxmlformats.org/drawingml/2006/main" noGrp="1"/>
          </p:cNvSpPr>
          <p:nvPr/>
        </p:nvSpPr>
        <p:spPr>
          <a:xfrm xmlns:a="http://schemas.openxmlformats.org/drawingml/2006/main">
            <a:off x="8297978"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8EAE9"/>
          </a:solidFill>
          <a:ln xmlns:a="http://schemas.openxmlformats.org/drawingml/2006/main" w="3839">
            <a:solidFill>
              <a:srgbClr val="FBFCFE"/>
            </a:solidFill>
            <a:prstDash val="solid"/>
          </a:ln>
        </p:spPr>
      </p:sp>
      <p:sp>
        <p:nvSpPr>
          <p:cNvPr id="899" name="Editable chart path">
            <a:extLst xmlns:a="http://schemas.openxmlformats.org/drawingml/2006/main">
              <a:ext uri="{FF2B5EF4-FFF2-40B4-BE49-F238E27FC236}">
                <a16:creationId xmlns:a16="http://schemas.microsoft.com/office/drawing/2014/main" id="{4D7930B2-7666-470E-B43F-9FDCFC84EE19}"/>
              </a:ext>
            </a:extLst>
          </p:cNvPr>
          <p:cNvSpPr>
            <a:spLocks xmlns:a="http://schemas.openxmlformats.org/drawingml/2006/main" noGrp="1"/>
          </p:cNvSpPr>
          <p:nvPr/>
        </p:nvSpPr>
        <p:spPr>
          <a:xfrm xmlns:a="http://schemas.openxmlformats.org/drawingml/2006/main">
            <a:off x="8297978"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00" name="Editable chart path">
            <a:extLst xmlns:a="http://schemas.openxmlformats.org/drawingml/2006/main">
              <a:ext uri="{FF2B5EF4-FFF2-40B4-BE49-F238E27FC236}">
                <a16:creationId xmlns:a16="http://schemas.microsoft.com/office/drawing/2014/main" id="{3967762F-6DBF-49B4-B1F1-AC85DC8F63C9}"/>
              </a:ext>
            </a:extLst>
          </p:cNvPr>
          <p:cNvSpPr>
            <a:spLocks xmlns:a="http://schemas.openxmlformats.org/drawingml/2006/main" noGrp="1"/>
          </p:cNvSpPr>
          <p:nvPr/>
        </p:nvSpPr>
        <p:spPr>
          <a:xfrm xmlns:a="http://schemas.openxmlformats.org/drawingml/2006/main">
            <a:off x="829797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901" name="Editable chart path">
            <a:extLst xmlns:a="http://schemas.openxmlformats.org/drawingml/2006/main">
              <a:ext uri="{FF2B5EF4-FFF2-40B4-BE49-F238E27FC236}">
                <a16:creationId xmlns:a16="http://schemas.microsoft.com/office/drawing/2014/main" id="{DFA71D3B-BD24-49D6-8C87-9AECCA6AEA7E}"/>
              </a:ext>
            </a:extLst>
          </p:cNvPr>
          <p:cNvSpPr>
            <a:spLocks xmlns:a="http://schemas.openxmlformats.org/drawingml/2006/main" noGrp="1"/>
          </p:cNvSpPr>
          <p:nvPr/>
        </p:nvSpPr>
        <p:spPr>
          <a:xfrm xmlns:a="http://schemas.openxmlformats.org/drawingml/2006/main">
            <a:off x="829797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02" name="Editable chart path">
            <a:extLst xmlns:a="http://schemas.openxmlformats.org/drawingml/2006/main">
              <a:ext uri="{FF2B5EF4-FFF2-40B4-BE49-F238E27FC236}">
                <a16:creationId xmlns:a16="http://schemas.microsoft.com/office/drawing/2014/main" id="{21496225-4F08-4F56-BB96-44D853C778DD}"/>
              </a:ext>
            </a:extLst>
          </p:cNvPr>
          <p:cNvSpPr>
            <a:spLocks xmlns:a="http://schemas.openxmlformats.org/drawingml/2006/main" noGrp="1"/>
          </p:cNvSpPr>
          <p:nvPr/>
        </p:nvSpPr>
        <p:spPr>
          <a:xfrm xmlns:a="http://schemas.openxmlformats.org/drawingml/2006/main">
            <a:off x="829797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903" name="Editable chart path">
            <a:extLst xmlns:a="http://schemas.openxmlformats.org/drawingml/2006/main">
              <a:ext uri="{FF2B5EF4-FFF2-40B4-BE49-F238E27FC236}">
                <a16:creationId xmlns:a16="http://schemas.microsoft.com/office/drawing/2014/main" id="{6E79FB36-1473-4AA0-ACDD-AA489E6F1FA8}"/>
              </a:ext>
            </a:extLst>
          </p:cNvPr>
          <p:cNvSpPr>
            <a:spLocks xmlns:a="http://schemas.openxmlformats.org/drawingml/2006/main" noGrp="1"/>
          </p:cNvSpPr>
          <p:nvPr/>
        </p:nvSpPr>
        <p:spPr>
          <a:xfrm xmlns:a="http://schemas.openxmlformats.org/drawingml/2006/main">
            <a:off x="829797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904" name="Editable chart path">
            <a:extLst xmlns:a="http://schemas.openxmlformats.org/drawingml/2006/main">
              <a:ext uri="{FF2B5EF4-FFF2-40B4-BE49-F238E27FC236}">
                <a16:creationId xmlns:a16="http://schemas.microsoft.com/office/drawing/2014/main" id="{FE678F46-D348-4DA2-9BB3-A1814E703628}"/>
              </a:ext>
            </a:extLst>
          </p:cNvPr>
          <p:cNvSpPr>
            <a:spLocks xmlns:a="http://schemas.openxmlformats.org/drawingml/2006/main" noGrp="1"/>
          </p:cNvSpPr>
          <p:nvPr/>
        </p:nvSpPr>
        <p:spPr>
          <a:xfrm xmlns:a="http://schemas.openxmlformats.org/drawingml/2006/main">
            <a:off x="8297978"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05" name="Editable chart path">
            <a:extLst xmlns:a="http://schemas.openxmlformats.org/drawingml/2006/main">
              <a:ext uri="{FF2B5EF4-FFF2-40B4-BE49-F238E27FC236}">
                <a16:creationId xmlns:a16="http://schemas.microsoft.com/office/drawing/2014/main" id="{35026806-D388-422C-9165-E4D20547ED6D}"/>
              </a:ext>
            </a:extLst>
          </p:cNvPr>
          <p:cNvSpPr>
            <a:spLocks xmlns:a="http://schemas.openxmlformats.org/drawingml/2006/main" noGrp="1"/>
          </p:cNvSpPr>
          <p:nvPr/>
        </p:nvSpPr>
        <p:spPr>
          <a:xfrm xmlns:a="http://schemas.openxmlformats.org/drawingml/2006/main">
            <a:off x="8297978"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06" name="Editable chart path">
            <a:extLst xmlns:a="http://schemas.openxmlformats.org/drawingml/2006/main">
              <a:ext uri="{FF2B5EF4-FFF2-40B4-BE49-F238E27FC236}">
                <a16:creationId xmlns:a16="http://schemas.microsoft.com/office/drawing/2014/main" id="{EF9B197C-6783-4CD1-BDA4-17F2438BACC1}"/>
              </a:ext>
            </a:extLst>
          </p:cNvPr>
          <p:cNvSpPr>
            <a:spLocks xmlns:a="http://schemas.openxmlformats.org/drawingml/2006/main" noGrp="1"/>
          </p:cNvSpPr>
          <p:nvPr/>
        </p:nvSpPr>
        <p:spPr>
          <a:xfrm xmlns:a="http://schemas.openxmlformats.org/drawingml/2006/main">
            <a:off x="8297978"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07" name="Editable chart path">
            <a:extLst xmlns:a="http://schemas.openxmlformats.org/drawingml/2006/main">
              <a:ext uri="{FF2B5EF4-FFF2-40B4-BE49-F238E27FC236}">
                <a16:creationId xmlns:a16="http://schemas.microsoft.com/office/drawing/2014/main" id="{CA64373F-9123-43AF-AEC1-F0325F8C3C25}"/>
              </a:ext>
            </a:extLst>
          </p:cNvPr>
          <p:cNvSpPr>
            <a:spLocks xmlns:a="http://schemas.openxmlformats.org/drawingml/2006/main" noGrp="1"/>
          </p:cNvSpPr>
          <p:nvPr/>
        </p:nvSpPr>
        <p:spPr>
          <a:xfrm xmlns:a="http://schemas.openxmlformats.org/drawingml/2006/main">
            <a:off x="8297978"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D9D7"/>
          </a:solidFill>
          <a:ln xmlns:a="http://schemas.openxmlformats.org/drawingml/2006/main" w="3839">
            <a:solidFill>
              <a:srgbClr val="FBFCFE"/>
            </a:solidFill>
            <a:prstDash val="solid"/>
          </a:ln>
        </p:spPr>
      </p:sp>
      <p:sp>
        <p:nvSpPr>
          <p:cNvPr id="908" name="Editable chart path">
            <a:extLst xmlns:a="http://schemas.openxmlformats.org/drawingml/2006/main">
              <a:ext uri="{FF2B5EF4-FFF2-40B4-BE49-F238E27FC236}">
                <a16:creationId xmlns:a16="http://schemas.microsoft.com/office/drawing/2014/main" id="{57BE69B9-80A1-473B-999D-C08366496826}"/>
              </a:ext>
            </a:extLst>
          </p:cNvPr>
          <p:cNvSpPr>
            <a:spLocks xmlns:a="http://schemas.openxmlformats.org/drawingml/2006/main" noGrp="1"/>
          </p:cNvSpPr>
          <p:nvPr/>
        </p:nvSpPr>
        <p:spPr>
          <a:xfrm xmlns:a="http://schemas.openxmlformats.org/drawingml/2006/main">
            <a:off x="8375753"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909" name="Editable chart path">
            <a:extLst xmlns:a="http://schemas.openxmlformats.org/drawingml/2006/main">
              <a:ext uri="{FF2B5EF4-FFF2-40B4-BE49-F238E27FC236}">
                <a16:creationId xmlns:a16="http://schemas.microsoft.com/office/drawing/2014/main" id="{98A7AF74-6A7F-4350-BF2B-2BE64DE97E2C}"/>
              </a:ext>
            </a:extLst>
          </p:cNvPr>
          <p:cNvSpPr>
            <a:spLocks xmlns:a="http://schemas.openxmlformats.org/drawingml/2006/main" noGrp="1"/>
          </p:cNvSpPr>
          <p:nvPr/>
        </p:nvSpPr>
        <p:spPr>
          <a:xfrm xmlns:a="http://schemas.openxmlformats.org/drawingml/2006/main">
            <a:off x="8375753"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63D"/>
          </a:solidFill>
          <a:ln xmlns:a="http://schemas.openxmlformats.org/drawingml/2006/main" w="3839">
            <a:solidFill>
              <a:srgbClr val="FBFCFE"/>
            </a:solidFill>
            <a:prstDash val="solid"/>
          </a:ln>
        </p:spPr>
      </p:sp>
      <p:sp>
        <p:nvSpPr>
          <p:cNvPr id="910" name="Editable chart path">
            <a:extLst xmlns:a="http://schemas.openxmlformats.org/drawingml/2006/main">
              <a:ext uri="{FF2B5EF4-FFF2-40B4-BE49-F238E27FC236}">
                <a16:creationId xmlns:a16="http://schemas.microsoft.com/office/drawing/2014/main" id="{6F4B8FB0-8ECF-48AD-A413-71DB34741E89}"/>
              </a:ext>
            </a:extLst>
          </p:cNvPr>
          <p:cNvSpPr>
            <a:spLocks xmlns:a="http://schemas.openxmlformats.org/drawingml/2006/main" noGrp="1"/>
          </p:cNvSpPr>
          <p:nvPr/>
        </p:nvSpPr>
        <p:spPr>
          <a:xfrm xmlns:a="http://schemas.openxmlformats.org/drawingml/2006/main">
            <a:off x="8375753"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11" name="Editable chart path">
            <a:extLst xmlns:a="http://schemas.openxmlformats.org/drawingml/2006/main">
              <a:ext uri="{FF2B5EF4-FFF2-40B4-BE49-F238E27FC236}">
                <a16:creationId xmlns:a16="http://schemas.microsoft.com/office/drawing/2014/main" id="{9E1BEE5E-DBE3-4B98-8503-963D2E79D442}"/>
              </a:ext>
            </a:extLst>
          </p:cNvPr>
          <p:cNvSpPr>
            <a:spLocks xmlns:a="http://schemas.openxmlformats.org/drawingml/2006/main" noGrp="1"/>
          </p:cNvSpPr>
          <p:nvPr/>
        </p:nvSpPr>
        <p:spPr>
          <a:xfrm xmlns:a="http://schemas.openxmlformats.org/drawingml/2006/main">
            <a:off x="8375753"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37C75"/>
          </a:solidFill>
          <a:ln xmlns:a="http://schemas.openxmlformats.org/drawingml/2006/main" w="3839">
            <a:solidFill>
              <a:srgbClr val="FBFCFE"/>
            </a:solidFill>
            <a:prstDash val="solid"/>
          </a:ln>
        </p:spPr>
      </p:sp>
      <p:sp>
        <p:nvSpPr>
          <p:cNvPr id="912" name="Editable chart path">
            <a:extLst xmlns:a="http://schemas.openxmlformats.org/drawingml/2006/main">
              <a:ext uri="{FF2B5EF4-FFF2-40B4-BE49-F238E27FC236}">
                <a16:creationId xmlns:a16="http://schemas.microsoft.com/office/drawing/2014/main" id="{A0C72221-49E2-47FB-972B-A91823EF722E}"/>
              </a:ext>
            </a:extLst>
          </p:cNvPr>
          <p:cNvSpPr>
            <a:spLocks xmlns:a="http://schemas.openxmlformats.org/drawingml/2006/main" noGrp="1"/>
          </p:cNvSpPr>
          <p:nvPr/>
        </p:nvSpPr>
        <p:spPr>
          <a:xfrm xmlns:a="http://schemas.openxmlformats.org/drawingml/2006/main">
            <a:off x="8375753"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4571B4"/>
          </a:solidFill>
          <a:ln xmlns:a="http://schemas.openxmlformats.org/drawingml/2006/main" w="3839">
            <a:solidFill>
              <a:srgbClr val="FBFCFE"/>
            </a:solidFill>
            <a:prstDash val="solid"/>
          </a:ln>
        </p:spPr>
      </p:sp>
      <p:sp>
        <p:nvSpPr>
          <p:cNvPr id="913" name="Editable chart path">
            <a:extLst xmlns:a="http://schemas.openxmlformats.org/drawingml/2006/main">
              <a:ext uri="{FF2B5EF4-FFF2-40B4-BE49-F238E27FC236}">
                <a16:creationId xmlns:a16="http://schemas.microsoft.com/office/drawing/2014/main" id="{AB273443-B9A0-41A2-8018-0D9A5BA95252}"/>
              </a:ext>
            </a:extLst>
          </p:cNvPr>
          <p:cNvSpPr>
            <a:spLocks xmlns:a="http://schemas.openxmlformats.org/drawingml/2006/main" noGrp="1"/>
          </p:cNvSpPr>
          <p:nvPr/>
        </p:nvSpPr>
        <p:spPr>
          <a:xfrm xmlns:a="http://schemas.openxmlformats.org/drawingml/2006/main">
            <a:off x="8375753"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C9994"/>
          </a:solidFill>
          <a:ln xmlns:a="http://schemas.openxmlformats.org/drawingml/2006/main" w="3839">
            <a:solidFill>
              <a:srgbClr val="FBFCFE"/>
            </a:solidFill>
            <a:prstDash val="solid"/>
          </a:ln>
        </p:spPr>
      </p:sp>
      <p:sp>
        <p:nvSpPr>
          <p:cNvPr id="914" name="Editable chart path">
            <a:extLst xmlns:a="http://schemas.openxmlformats.org/drawingml/2006/main">
              <a:ext uri="{FF2B5EF4-FFF2-40B4-BE49-F238E27FC236}">
                <a16:creationId xmlns:a16="http://schemas.microsoft.com/office/drawing/2014/main" id="{C5CEED81-1D4B-4FCE-A6F9-04A46A367145}"/>
              </a:ext>
            </a:extLst>
          </p:cNvPr>
          <p:cNvSpPr>
            <a:spLocks xmlns:a="http://schemas.openxmlformats.org/drawingml/2006/main" noGrp="1"/>
          </p:cNvSpPr>
          <p:nvPr/>
        </p:nvSpPr>
        <p:spPr>
          <a:xfrm xmlns:a="http://schemas.openxmlformats.org/drawingml/2006/main">
            <a:off x="8375753"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416EB2"/>
          </a:solidFill>
          <a:ln xmlns:a="http://schemas.openxmlformats.org/drawingml/2006/main" w="3839">
            <a:solidFill>
              <a:srgbClr val="FBFCFE"/>
            </a:solidFill>
            <a:prstDash val="solid"/>
          </a:ln>
        </p:spPr>
      </p:sp>
      <p:sp>
        <p:nvSpPr>
          <p:cNvPr id="915" name="Editable chart path">
            <a:extLst xmlns:a="http://schemas.openxmlformats.org/drawingml/2006/main">
              <a:ext uri="{FF2B5EF4-FFF2-40B4-BE49-F238E27FC236}">
                <a16:creationId xmlns:a16="http://schemas.microsoft.com/office/drawing/2014/main" id="{961FE106-D1D0-4121-B29D-3A5863C067DF}"/>
              </a:ext>
            </a:extLst>
          </p:cNvPr>
          <p:cNvSpPr>
            <a:spLocks xmlns:a="http://schemas.openxmlformats.org/drawingml/2006/main" noGrp="1"/>
          </p:cNvSpPr>
          <p:nvPr/>
        </p:nvSpPr>
        <p:spPr>
          <a:xfrm xmlns:a="http://schemas.openxmlformats.org/drawingml/2006/main">
            <a:off x="837575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D9A96"/>
          </a:solidFill>
          <a:ln xmlns:a="http://schemas.openxmlformats.org/drawingml/2006/main" w="3839">
            <a:solidFill>
              <a:srgbClr val="FBFCFE"/>
            </a:solidFill>
            <a:prstDash val="solid"/>
          </a:ln>
        </p:spPr>
      </p:sp>
      <p:sp>
        <p:nvSpPr>
          <p:cNvPr id="916" name="Editable chart path">
            <a:extLst xmlns:a="http://schemas.openxmlformats.org/drawingml/2006/main">
              <a:ext uri="{FF2B5EF4-FFF2-40B4-BE49-F238E27FC236}">
                <a16:creationId xmlns:a16="http://schemas.microsoft.com/office/drawing/2014/main" id="{CAE2009A-51C0-40D6-A35B-619189D0CF94}"/>
              </a:ext>
            </a:extLst>
          </p:cNvPr>
          <p:cNvSpPr>
            <a:spLocks xmlns:a="http://schemas.openxmlformats.org/drawingml/2006/main" noGrp="1"/>
          </p:cNvSpPr>
          <p:nvPr/>
        </p:nvSpPr>
        <p:spPr>
          <a:xfrm xmlns:a="http://schemas.openxmlformats.org/drawingml/2006/main">
            <a:off x="837575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75A52"/>
          </a:solidFill>
          <a:ln xmlns:a="http://schemas.openxmlformats.org/drawingml/2006/main" w="3839">
            <a:solidFill>
              <a:srgbClr val="FBFCFE"/>
            </a:solidFill>
            <a:prstDash val="solid"/>
          </a:ln>
        </p:spPr>
      </p:sp>
      <p:sp>
        <p:nvSpPr>
          <p:cNvPr id="917" name="Editable chart path">
            <a:extLst xmlns:a="http://schemas.openxmlformats.org/drawingml/2006/main">
              <a:ext uri="{FF2B5EF4-FFF2-40B4-BE49-F238E27FC236}">
                <a16:creationId xmlns:a16="http://schemas.microsoft.com/office/drawing/2014/main" id="{5DC3EA2D-25A7-4F49-910D-E2539A46C7D4}"/>
              </a:ext>
            </a:extLst>
          </p:cNvPr>
          <p:cNvSpPr>
            <a:spLocks xmlns:a="http://schemas.openxmlformats.org/drawingml/2006/main" noGrp="1"/>
          </p:cNvSpPr>
          <p:nvPr/>
        </p:nvSpPr>
        <p:spPr>
          <a:xfrm xmlns:a="http://schemas.openxmlformats.org/drawingml/2006/main">
            <a:off x="8375753"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3061AC"/>
          </a:solidFill>
          <a:ln xmlns:a="http://schemas.openxmlformats.org/drawingml/2006/main" w="3839">
            <a:solidFill>
              <a:srgbClr val="FBFCFE"/>
            </a:solidFill>
            <a:prstDash val="solid"/>
          </a:ln>
        </p:spPr>
      </p:sp>
      <p:sp>
        <p:nvSpPr>
          <p:cNvPr id="918" name="Editable chart path">
            <a:extLst xmlns:a="http://schemas.openxmlformats.org/drawingml/2006/main">
              <a:ext uri="{FF2B5EF4-FFF2-40B4-BE49-F238E27FC236}">
                <a16:creationId xmlns:a16="http://schemas.microsoft.com/office/drawing/2014/main" id="{D9E637FB-B929-4A74-BFAB-5EB3CF6607C3}"/>
              </a:ext>
            </a:extLst>
          </p:cNvPr>
          <p:cNvSpPr>
            <a:spLocks xmlns:a="http://schemas.openxmlformats.org/drawingml/2006/main" noGrp="1"/>
          </p:cNvSpPr>
          <p:nvPr/>
        </p:nvSpPr>
        <p:spPr>
          <a:xfrm xmlns:a="http://schemas.openxmlformats.org/drawingml/2006/main">
            <a:off x="8375753"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19" name="Editable chart path">
            <a:extLst xmlns:a="http://schemas.openxmlformats.org/drawingml/2006/main">
              <a:ext uri="{FF2B5EF4-FFF2-40B4-BE49-F238E27FC236}">
                <a16:creationId xmlns:a16="http://schemas.microsoft.com/office/drawing/2014/main" id="{C26939BD-BF71-4625-9E00-F79F2432A3C8}"/>
              </a:ext>
            </a:extLst>
          </p:cNvPr>
          <p:cNvSpPr>
            <a:spLocks xmlns:a="http://schemas.openxmlformats.org/drawingml/2006/main" noGrp="1"/>
          </p:cNvSpPr>
          <p:nvPr/>
        </p:nvSpPr>
        <p:spPr>
          <a:xfrm xmlns:a="http://schemas.openxmlformats.org/drawingml/2006/main">
            <a:off x="8375753"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68681"/>
          </a:solidFill>
          <a:ln xmlns:a="http://schemas.openxmlformats.org/drawingml/2006/main" w="3839">
            <a:solidFill>
              <a:srgbClr val="FBFCFE"/>
            </a:solidFill>
            <a:prstDash val="solid"/>
          </a:ln>
        </p:spPr>
      </p:sp>
      <p:sp>
        <p:nvSpPr>
          <p:cNvPr id="920" name="Editable chart path">
            <a:extLst xmlns:a="http://schemas.openxmlformats.org/drawingml/2006/main">
              <a:ext uri="{FF2B5EF4-FFF2-40B4-BE49-F238E27FC236}">
                <a16:creationId xmlns:a16="http://schemas.microsoft.com/office/drawing/2014/main" id="{F722B7E3-B61D-4A09-A9BA-314D52AD3A02}"/>
              </a:ext>
            </a:extLst>
          </p:cNvPr>
          <p:cNvSpPr>
            <a:spLocks xmlns:a="http://schemas.openxmlformats.org/drawingml/2006/main" noGrp="1"/>
          </p:cNvSpPr>
          <p:nvPr/>
        </p:nvSpPr>
        <p:spPr>
          <a:xfrm xmlns:a="http://schemas.openxmlformats.org/drawingml/2006/main">
            <a:off x="8375753"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21" name="Editable chart path">
            <a:extLst xmlns:a="http://schemas.openxmlformats.org/drawingml/2006/main">
              <a:ext uri="{FF2B5EF4-FFF2-40B4-BE49-F238E27FC236}">
                <a16:creationId xmlns:a16="http://schemas.microsoft.com/office/drawing/2014/main" id="{FE32859D-759C-4DF0-97E8-0C79875D170B}"/>
              </a:ext>
            </a:extLst>
          </p:cNvPr>
          <p:cNvSpPr>
            <a:spLocks xmlns:a="http://schemas.openxmlformats.org/drawingml/2006/main" noGrp="1"/>
          </p:cNvSpPr>
          <p:nvPr/>
        </p:nvSpPr>
        <p:spPr>
          <a:xfrm xmlns:a="http://schemas.openxmlformats.org/drawingml/2006/main">
            <a:off x="8453529"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22" name="Editable chart path">
            <a:extLst xmlns:a="http://schemas.openxmlformats.org/drawingml/2006/main">
              <a:ext uri="{FF2B5EF4-FFF2-40B4-BE49-F238E27FC236}">
                <a16:creationId xmlns:a16="http://schemas.microsoft.com/office/drawing/2014/main" id="{52D966F8-28E7-4AF6-B05D-73664AB5EBD5}"/>
              </a:ext>
            </a:extLst>
          </p:cNvPr>
          <p:cNvSpPr>
            <a:spLocks xmlns:a="http://schemas.openxmlformats.org/drawingml/2006/main" noGrp="1"/>
          </p:cNvSpPr>
          <p:nvPr/>
        </p:nvSpPr>
        <p:spPr>
          <a:xfrm xmlns:a="http://schemas.openxmlformats.org/drawingml/2006/main">
            <a:off x="8453529"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23" name="Editable chart path">
            <a:extLst xmlns:a="http://schemas.openxmlformats.org/drawingml/2006/main">
              <a:ext uri="{FF2B5EF4-FFF2-40B4-BE49-F238E27FC236}">
                <a16:creationId xmlns:a16="http://schemas.microsoft.com/office/drawing/2014/main" id="{715DEB3F-469D-441C-8A7F-B32E5764B42F}"/>
              </a:ext>
            </a:extLst>
          </p:cNvPr>
          <p:cNvSpPr>
            <a:spLocks xmlns:a="http://schemas.openxmlformats.org/drawingml/2006/main" noGrp="1"/>
          </p:cNvSpPr>
          <p:nvPr/>
        </p:nvSpPr>
        <p:spPr>
          <a:xfrm xmlns:a="http://schemas.openxmlformats.org/drawingml/2006/main">
            <a:off x="8453529"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88C86"/>
          </a:solidFill>
          <a:ln xmlns:a="http://schemas.openxmlformats.org/drawingml/2006/main" w="3839">
            <a:solidFill>
              <a:srgbClr val="FBFCFE"/>
            </a:solidFill>
            <a:prstDash val="solid"/>
          </a:ln>
        </p:spPr>
      </p:sp>
      <p:sp>
        <p:nvSpPr>
          <p:cNvPr id="924" name="Editable chart path">
            <a:extLst xmlns:a="http://schemas.openxmlformats.org/drawingml/2006/main">
              <a:ext uri="{FF2B5EF4-FFF2-40B4-BE49-F238E27FC236}">
                <a16:creationId xmlns:a16="http://schemas.microsoft.com/office/drawing/2014/main" id="{DDCFF1C1-5CEB-465F-9123-2773B9C631BD}"/>
              </a:ext>
            </a:extLst>
          </p:cNvPr>
          <p:cNvSpPr>
            <a:spLocks xmlns:a="http://schemas.openxmlformats.org/drawingml/2006/main" noGrp="1"/>
          </p:cNvSpPr>
          <p:nvPr/>
        </p:nvSpPr>
        <p:spPr>
          <a:xfrm xmlns:a="http://schemas.openxmlformats.org/drawingml/2006/main">
            <a:off x="8453529"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DF2F8"/>
          </a:solidFill>
          <a:ln xmlns:a="http://schemas.openxmlformats.org/drawingml/2006/main" w="3839">
            <a:solidFill>
              <a:srgbClr val="FBFCFE"/>
            </a:solidFill>
            <a:prstDash val="solid"/>
          </a:ln>
        </p:spPr>
      </p:sp>
      <p:sp>
        <p:nvSpPr>
          <p:cNvPr id="925" name="Editable chart path">
            <a:extLst xmlns:a="http://schemas.openxmlformats.org/drawingml/2006/main">
              <a:ext uri="{FF2B5EF4-FFF2-40B4-BE49-F238E27FC236}">
                <a16:creationId xmlns:a16="http://schemas.microsoft.com/office/drawing/2014/main" id="{AA27C530-9E67-4674-93D6-0F90962A39F5}"/>
              </a:ext>
            </a:extLst>
          </p:cNvPr>
          <p:cNvSpPr>
            <a:spLocks xmlns:a="http://schemas.openxmlformats.org/drawingml/2006/main" noGrp="1"/>
          </p:cNvSpPr>
          <p:nvPr/>
        </p:nvSpPr>
        <p:spPr>
          <a:xfrm xmlns:a="http://schemas.openxmlformats.org/drawingml/2006/main">
            <a:off x="8453529"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26" name="Editable chart path">
            <a:extLst xmlns:a="http://schemas.openxmlformats.org/drawingml/2006/main">
              <a:ext uri="{FF2B5EF4-FFF2-40B4-BE49-F238E27FC236}">
                <a16:creationId xmlns:a16="http://schemas.microsoft.com/office/drawing/2014/main" id="{F0EB2493-FD86-457D-8FA8-9B95622EF5AC}"/>
              </a:ext>
            </a:extLst>
          </p:cNvPr>
          <p:cNvSpPr>
            <a:spLocks xmlns:a="http://schemas.openxmlformats.org/drawingml/2006/main" noGrp="1"/>
          </p:cNvSpPr>
          <p:nvPr/>
        </p:nvSpPr>
        <p:spPr>
          <a:xfrm xmlns:a="http://schemas.openxmlformats.org/drawingml/2006/main">
            <a:off x="8453529"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27" name="Editable chart path">
            <a:extLst xmlns:a="http://schemas.openxmlformats.org/drawingml/2006/main">
              <a:ext uri="{FF2B5EF4-FFF2-40B4-BE49-F238E27FC236}">
                <a16:creationId xmlns:a16="http://schemas.microsoft.com/office/drawing/2014/main" id="{02ED4F06-91E4-43FF-8C57-214A26923C2A}"/>
              </a:ext>
            </a:extLst>
          </p:cNvPr>
          <p:cNvSpPr>
            <a:spLocks xmlns:a="http://schemas.openxmlformats.org/drawingml/2006/main" noGrp="1"/>
          </p:cNvSpPr>
          <p:nvPr/>
        </p:nvSpPr>
        <p:spPr>
          <a:xfrm xmlns:a="http://schemas.openxmlformats.org/drawingml/2006/main">
            <a:off x="8453529"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95AED4"/>
          </a:solidFill>
          <a:ln xmlns:a="http://schemas.openxmlformats.org/drawingml/2006/main" w="3839">
            <a:solidFill>
              <a:srgbClr val="FBFCFE"/>
            </a:solidFill>
            <a:prstDash val="solid"/>
          </a:ln>
        </p:spPr>
      </p:sp>
      <p:sp>
        <p:nvSpPr>
          <p:cNvPr id="928" name="Editable chart path">
            <a:extLst xmlns:a="http://schemas.openxmlformats.org/drawingml/2006/main">
              <a:ext uri="{FF2B5EF4-FFF2-40B4-BE49-F238E27FC236}">
                <a16:creationId xmlns:a16="http://schemas.microsoft.com/office/drawing/2014/main" id="{66FFFC66-2262-49E4-A1C9-453D184A300A}"/>
              </a:ext>
            </a:extLst>
          </p:cNvPr>
          <p:cNvSpPr>
            <a:spLocks xmlns:a="http://schemas.openxmlformats.org/drawingml/2006/main" noGrp="1"/>
          </p:cNvSpPr>
          <p:nvPr/>
        </p:nvSpPr>
        <p:spPr>
          <a:xfrm xmlns:a="http://schemas.openxmlformats.org/drawingml/2006/main">
            <a:off x="8453529"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29" name="Editable chart path">
            <a:extLst xmlns:a="http://schemas.openxmlformats.org/drawingml/2006/main">
              <a:ext uri="{FF2B5EF4-FFF2-40B4-BE49-F238E27FC236}">
                <a16:creationId xmlns:a16="http://schemas.microsoft.com/office/drawing/2014/main" id="{BC4DBF1F-CC77-4665-B15B-90205D3EFE19}"/>
              </a:ext>
            </a:extLst>
          </p:cNvPr>
          <p:cNvSpPr>
            <a:spLocks xmlns:a="http://schemas.openxmlformats.org/drawingml/2006/main" noGrp="1"/>
          </p:cNvSpPr>
          <p:nvPr/>
        </p:nvSpPr>
        <p:spPr>
          <a:xfrm xmlns:a="http://schemas.openxmlformats.org/drawingml/2006/main">
            <a:off x="8453529"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B0AD"/>
          </a:solidFill>
          <a:ln xmlns:a="http://schemas.openxmlformats.org/drawingml/2006/main" w="3839">
            <a:solidFill>
              <a:srgbClr val="FBFCFE"/>
            </a:solidFill>
            <a:prstDash val="solid"/>
          </a:ln>
        </p:spPr>
      </p:sp>
      <p:sp>
        <p:nvSpPr>
          <p:cNvPr id="930" name="Editable chart path">
            <a:extLst xmlns:a="http://schemas.openxmlformats.org/drawingml/2006/main">
              <a:ext uri="{FF2B5EF4-FFF2-40B4-BE49-F238E27FC236}">
                <a16:creationId xmlns:a16="http://schemas.microsoft.com/office/drawing/2014/main" id="{080F9C3C-3AD0-4C47-8500-A2815DB0DE52}"/>
              </a:ext>
            </a:extLst>
          </p:cNvPr>
          <p:cNvSpPr>
            <a:spLocks xmlns:a="http://schemas.openxmlformats.org/drawingml/2006/main" noGrp="1"/>
          </p:cNvSpPr>
          <p:nvPr/>
        </p:nvSpPr>
        <p:spPr>
          <a:xfrm xmlns:a="http://schemas.openxmlformats.org/drawingml/2006/main">
            <a:off x="8453529"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31" name="Editable chart path">
            <a:extLst xmlns:a="http://schemas.openxmlformats.org/drawingml/2006/main">
              <a:ext uri="{FF2B5EF4-FFF2-40B4-BE49-F238E27FC236}">
                <a16:creationId xmlns:a16="http://schemas.microsoft.com/office/drawing/2014/main" id="{86A5E1BE-42F3-4EB5-A67E-49B4DF93C617}"/>
              </a:ext>
            </a:extLst>
          </p:cNvPr>
          <p:cNvSpPr>
            <a:spLocks xmlns:a="http://schemas.openxmlformats.org/drawingml/2006/main" noGrp="1"/>
          </p:cNvSpPr>
          <p:nvPr/>
        </p:nvSpPr>
        <p:spPr>
          <a:xfrm xmlns:a="http://schemas.openxmlformats.org/drawingml/2006/main">
            <a:off x="8453529"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EFDFD"/>
          </a:solidFill>
          <a:ln xmlns:a="http://schemas.openxmlformats.org/drawingml/2006/main" w="3839">
            <a:solidFill>
              <a:srgbClr val="FBFCFE"/>
            </a:solidFill>
            <a:prstDash val="solid"/>
          </a:ln>
        </p:spPr>
      </p:sp>
      <p:sp>
        <p:nvSpPr>
          <p:cNvPr id="932" name="Editable chart path">
            <a:extLst xmlns:a="http://schemas.openxmlformats.org/drawingml/2006/main">
              <a:ext uri="{FF2B5EF4-FFF2-40B4-BE49-F238E27FC236}">
                <a16:creationId xmlns:a16="http://schemas.microsoft.com/office/drawing/2014/main" id="{CE83175C-455D-4CA4-97C7-B3E6CE1549A8}"/>
              </a:ext>
            </a:extLst>
          </p:cNvPr>
          <p:cNvSpPr>
            <a:spLocks xmlns:a="http://schemas.openxmlformats.org/drawingml/2006/main" noGrp="1"/>
          </p:cNvSpPr>
          <p:nvPr/>
        </p:nvSpPr>
        <p:spPr>
          <a:xfrm xmlns:a="http://schemas.openxmlformats.org/drawingml/2006/main">
            <a:off x="8453529"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933" name="Editable chart path">
            <a:extLst xmlns:a="http://schemas.openxmlformats.org/drawingml/2006/main">
              <a:ext uri="{FF2B5EF4-FFF2-40B4-BE49-F238E27FC236}">
                <a16:creationId xmlns:a16="http://schemas.microsoft.com/office/drawing/2014/main" id="{89D1DC5D-EA49-431F-A24F-73F8005FBF19}"/>
              </a:ext>
            </a:extLst>
          </p:cNvPr>
          <p:cNvSpPr>
            <a:spLocks xmlns:a="http://schemas.openxmlformats.org/drawingml/2006/main" noGrp="1"/>
          </p:cNvSpPr>
          <p:nvPr/>
        </p:nvSpPr>
        <p:spPr>
          <a:xfrm xmlns:a="http://schemas.openxmlformats.org/drawingml/2006/main">
            <a:off x="8453529"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95E56"/>
          </a:solidFill>
          <a:ln xmlns:a="http://schemas.openxmlformats.org/drawingml/2006/main" w="3839">
            <a:solidFill>
              <a:srgbClr val="FBFCFE"/>
            </a:solidFill>
            <a:prstDash val="solid"/>
          </a:ln>
        </p:spPr>
      </p:sp>
      <p:sp>
        <p:nvSpPr>
          <p:cNvPr id="934" name="Editable chart path">
            <a:extLst xmlns:a="http://schemas.openxmlformats.org/drawingml/2006/main">
              <a:ext uri="{FF2B5EF4-FFF2-40B4-BE49-F238E27FC236}">
                <a16:creationId xmlns:a16="http://schemas.microsoft.com/office/drawing/2014/main" id="{28053FAE-A98E-4C59-90C2-2E8BF121C210}"/>
              </a:ext>
            </a:extLst>
          </p:cNvPr>
          <p:cNvSpPr>
            <a:spLocks xmlns:a="http://schemas.openxmlformats.org/drawingml/2006/main" noGrp="1"/>
          </p:cNvSpPr>
          <p:nvPr/>
        </p:nvSpPr>
        <p:spPr>
          <a:xfrm xmlns:a="http://schemas.openxmlformats.org/drawingml/2006/main">
            <a:off x="8453529"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88C86"/>
          </a:solidFill>
          <a:ln xmlns:a="http://schemas.openxmlformats.org/drawingml/2006/main" w="3839">
            <a:solidFill>
              <a:srgbClr val="FBFCFE"/>
            </a:solidFill>
            <a:prstDash val="solid"/>
          </a:ln>
        </p:spPr>
      </p:sp>
      <p:sp>
        <p:nvSpPr>
          <p:cNvPr id="935" name="Editable chart path">
            <a:extLst xmlns:a="http://schemas.openxmlformats.org/drawingml/2006/main">
              <a:ext uri="{FF2B5EF4-FFF2-40B4-BE49-F238E27FC236}">
                <a16:creationId xmlns:a16="http://schemas.microsoft.com/office/drawing/2014/main" id="{1EC46216-89D6-4E28-8D47-8039B4BB9222}"/>
              </a:ext>
            </a:extLst>
          </p:cNvPr>
          <p:cNvSpPr>
            <a:spLocks xmlns:a="http://schemas.openxmlformats.org/drawingml/2006/main" noGrp="1"/>
          </p:cNvSpPr>
          <p:nvPr/>
        </p:nvSpPr>
        <p:spPr>
          <a:xfrm xmlns:a="http://schemas.openxmlformats.org/drawingml/2006/main">
            <a:off x="8453529"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36" name="Editable chart path">
            <a:extLst xmlns:a="http://schemas.openxmlformats.org/drawingml/2006/main">
              <a:ext uri="{FF2B5EF4-FFF2-40B4-BE49-F238E27FC236}">
                <a16:creationId xmlns:a16="http://schemas.microsoft.com/office/drawing/2014/main" id="{00C23F7F-C475-41B7-911F-537561C0A6A6}"/>
              </a:ext>
            </a:extLst>
          </p:cNvPr>
          <p:cNvSpPr>
            <a:spLocks xmlns:a="http://schemas.openxmlformats.org/drawingml/2006/main" noGrp="1"/>
          </p:cNvSpPr>
          <p:nvPr/>
        </p:nvSpPr>
        <p:spPr>
          <a:xfrm xmlns:a="http://schemas.openxmlformats.org/drawingml/2006/main">
            <a:off x="8453529"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37" name="Editable chart path">
            <a:extLst xmlns:a="http://schemas.openxmlformats.org/drawingml/2006/main">
              <a:ext uri="{FF2B5EF4-FFF2-40B4-BE49-F238E27FC236}">
                <a16:creationId xmlns:a16="http://schemas.microsoft.com/office/drawing/2014/main" id="{6250BF5F-1C42-4F45-B74F-FC072AF5EB08}"/>
              </a:ext>
            </a:extLst>
          </p:cNvPr>
          <p:cNvSpPr>
            <a:spLocks xmlns:a="http://schemas.openxmlformats.org/drawingml/2006/main" noGrp="1"/>
          </p:cNvSpPr>
          <p:nvPr/>
        </p:nvSpPr>
        <p:spPr>
          <a:xfrm xmlns:a="http://schemas.openxmlformats.org/drawingml/2006/main">
            <a:off x="8531305"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FA09B"/>
          </a:solidFill>
          <a:ln xmlns:a="http://schemas.openxmlformats.org/drawingml/2006/main" w="3839">
            <a:solidFill>
              <a:srgbClr val="FBFCFE"/>
            </a:solidFill>
            <a:prstDash val="solid"/>
          </a:ln>
        </p:spPr>
      </p:sp>
      <p:sp>
        <p:nvSpPr>
          <p:cNvPr id="938" name="Editable chart path">
            <a:extLst xmlns:a="http://schemas.openxmlformats.org/drawingml/2006/main">
              <a:ext uri="{FF2B5EF4-FFF2-40B4-BE49-F238E27FC236}">
                <a16:creationId xmlns:a16="http://schemas.microsoft.com/office/drawing/2014/main" id="{9FD152A7-04B4-43FE-B01F-D90B07789229}"/>
              </a:ext>
            </a:extLst>
          </p:cNvPr>
          <p:cNvSpPr>
            <a:spLocks xmlns:a="http://schemas.openxmlformats.org/drawingml/2006/main" noGrp="1"/>
          </p:cNvSpPr>
          <p:nvPr/>
        </p:nvSpPr>
        <p:spPr>
          <a:xfrm xmlns:a="http://schemas.openxmlformats.org/drawingml/2006/main">
            <a:off x="8531305"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8F9FC"/>
          </a:solidFill>
          <a:ln xmlns:a="http://schemas.openxmlformats.org/drawingml/2006/main" w="3839">
            <a:solidFill>
              <a:srgbClr val="FBFCFE"/>
            </a:solidFill>
            <a:prstDash val="solid"/>
          </a:ln>
        </p:spPr>
      </p:sp>
      <p:sp>
        <p:nvSpPr>
          <p:cNvPr id="939" name="Editable chart path">
            <a:extLst xmlns:a="http://schemas.openxmlformats.org/drawingml/2006/main">
              <a:ext uri="{FF2B5EF4-FFF2-40B4-BE49-F238E27FC236}">
                <a16:creationId xmlns:a16="http://schemas.microsoft.com/office/drawing/2014/main" id="{A9C817BB-CF4D-41BA-BFDB-4135E88BDE47}"/>
              </a:ext>
            </a:extLst>
          </p:cNvPr>
          <p:cNvSpPr>
            <a:spLocks xmlns:a="http://schemas.openxmlformats.org/drawingml/2006/main" noGrp="1"/>
          </p:cNvSpPr>
          <p:nvPr/>
        </p:nvSpPr>
        <p:spPr>
          <a:xfrm xmlns:a="http://schemas.openxmlformats.org/drawingml/2006/main">
            <a:off x="8531305"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40" name="Editable chart path">
            <a:extLst xmlns:a="http://schemas.openxmlformats.org/drawingml/2006/main">
              <a:ext uri="{FF2B5EF4-FFF2-40B4-BE49-F238E27FC236}">
                <a16:creationId xmlns:a16="http://schemas.microsoft.com/office/drawing/2014/main" id="{C62ED5E5-B4E9-494F-92DC-865CDF04B74B}"/>
              </a:ext>
            </a:extLst>
          </p:cNvPr>
          <p:cNvSpPr>
            <a:spLocks xmlns:a="http://schemas.openxmlformats.org/drawingml/2006/main" noGrp="1"/>
          </p:cNvSpPr>
          <p:nvPr/>
        </p:nvSpPr>
        <p:spPr>
          <a:xfrm xmlns:a="http://schemas.openxmlformats.org/drawingml/2006/main">
            <a:off x="8531305"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41" name="Editable chart path">
            <a:extLst xmlns:a="http://schemas.openxmlformats.org/drawingml/2006/main">
              <a:ext uri="{FF2B5EF4-FFF2-40B4-BE49-F238E27FC236}">
                <a16:creationId xmlns:a16="http://schemas.microsoft.com/office/drawing/2014/main" id="{2E0D6FDD-7E5A-45F6-8260-03D4167328B7}"/>
              </a:ext>
            </a:extLst>
          </p:cNvPr>
          <p:cNvSpPr>
            <a:spLocks xmlns:a="http://schemas.openxmlformats.org/drawingml/2006/main" noGrp="1"/>
          </p:cNvSpPr>
          <p:nvPr/>
        </p:nvSpPr>
        <p:spPr>
          <a:xfrm xmlns:a="http://schemas.openxmlformats.org/drawingml/2006/main">
            <a:off x="8531305"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B7C8E2"/>
          </a:solidFill>
          <a:ln xmlns:a="http://schemas.openxmlformats.org/drawingml/2006/main" w="3839">
            <a:solidFill>
              <a:srgbClr val="FBFCFE"/>
            </a:solidFill>
            <a:prstDash val="solid"/>
          </a:ln>
        </p:spPr>
      </p:sp>
      <p:sp>
        <p:nvSpPr>
          <p:cNvPr id="942" name="Editable chart path">
            <a:extLst xmlns:a="http://schemas.openxmlformats.org/drawingml/2006/main">
              <a:ext uri="{FF2B5EF4-FFF2-40B4-BE49-F238E27FC236}">
                <a16:creationId xmlns:a16="http://schemas.microsoft.com/office/drawing/2014/main" id="{7F69FA2D-E29C-4187-B906-45F0A249AE08}"/>
              </a:ext>
            </a:extLst>
          </p:cNvPr>
          <p:cNvSpPr>
            <a:spLocks xmlns:a="http://schemas.openxmlformats.org/drawingml/2006/main" noGrp="1"/>
          </p:cNvSpPr>
          <p:nvPr/>
        </p:nvSpPr>
        <p:spPr>
          <a:xfrm xmlns:a="http://schemas.openxmlformats.org/drawingml/2006/main">
            <a:off x="8531305"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43" name="Editable chart path">
            <a:extLst xmlns:a="http://schemas.openxmlformats.org/drawingml/2006/main">
              <a:ext uri="{FF2B5EF4-FFF2-40B4-BE49-F238E27FC236}">
                <a16:creationId xmlns:a16="http://schemas.microsoft.com/office/drawing/2014/main" id="{7927B0A5-D98D-44B1-9E23-7EBD32F9DE11}"/>
              </a:ext>
            </a:extLst>
          </p:cNvPr>
          <p:cNvSpPr>
            <a:spLocks xmlns:a="http://schemas.openxmlformats.org/drawingml/2006/main" noGrp="1"/>
          </p:cNvSpPr>
          <p:nvPr/>
        </p:nvSpPr>
        <p:spPr>
          <a:xfrm xmlns:a="http://schemas.openxmlformats.org/drawingml/2006/main">
            <a:off x="8531305"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44" name="Editable chart path">
            <a:extLst xmlns:a="http://schemas.openxmlformats.org/drawingml/2006/main">
              <a:ext uri="{FF2B5EF4-FFF2-40B4-BE49-F238E27FC236}">
                <a16:creationId xmlns:a16="http://schemas.microsoft.com/office/drawing/2014/main" id="{98B52EA4-7C3F-43E9-9C0F-26132DF8AA22}"/>
              </a:ext>
            </a:extLst>
          </p:cNvPr>
          <p:cNvSpPr>
            <a:spLocks xmlns:a="http://schemas.openxmlformats.org/drawingml/2006/main" noGrp="1"/>
          </p:cNvSpPr>
          <p:nvPr/>
        </p:nvSpPr>
        <p:spPr>
          <a:xfrm xmlns:a="http://schemas.openxmlformats.org/drawingml/2006/main">
            <a:off x="8531305"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45" name="Editable chart path">
            <a:extLst xmlns:a="http://schemas.openxmlformats.org/drawingml/2006/main">
              <a:ext uri="{FF2B5EF4-FFF2-40B4-BE49-F238E27FC236}">
                <a16:creationId xmlns:a16="http://schemas.microsoft.com/office/drawing/2014/main" id="{F28835A3-6961-4324-AB96-3471A5856C6E}"/>
              </a:ext>
            </a:extLst>
          </p:cNvPr>
          <p:cNvSpPr>
            <a:spLocks xmlns:a="http://schemas.openxmlformats.org/drawingml/2006/main" noGrp="1"/>
          </p:cNvSpPr>
          <p:nvPr/>
        </p:nvSpPr>
        <p:spPr>
          <a:xfrm xmlns:a="http://schemas.openxmlformats.org/drawingml/2006/main">
            <a:off x="8531305"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46" name="Editable chart path">
            <a:extLst xmlns:a="http://schemas.openxmlformats.org/drawingml/2006/main">
              <a:ext uri="{FF2B5EF4-FFF2-40B4-BE49-F238E27FC236}">
                <a16:creationId xmlns:a16="http://schemas.microsoft.com/office/drawing/2014/main" id="{B7DC3350-8232-4B4E-AAE4-A1CAEC0AAF0B}"/>
              </a:ext>
            </a:extLst>
          </p:cNvPr>
          <p:cNvSpPr>
            <a:spLocks xmlns:a="http://schemas.openxmlformats.org/drawingml/2006/main" noGrp="1"/>
          </p:cNvSpPr>
          <p:nvPr/>
        </p:nvSpPr>
        <p:spPr>
          <a:xfrm xmlns:a="http://schemas.openxmlformats.org/drawingml/2006/main">
            <a:off x="8531305"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47" name="Editable chart path">
            <a:extLst xmlns:a="http://schemas.openxmlformats.org/drawingml/2006/main">
              <a:ext uri="{FF2B5EF4-FFF2-40B4-BE49-F238E27FC236}">
                <a16:creationId xmlns:a16="http://schemas.microsoft.com/office/drawing/2014/main" id="{440B989E-C71E-4467-80BB-01F1576B4F88}"/>
              </a:ext>
            </a:extLst>
          </p:cNvPr>
          <p:cNvSpPr>
            <a:spLocks xmlns:a="http://schemas.openxmlformats.org/drawingml/2006/main" noGrp="1"/>
          </p:cNvSpPr>
          <p:nvPr/>
        </p:nvSpPr>
        <p:spPr>
          <a:xfrm xmlns:a="http://schemas.openxmlformats.org/drawingml/2006/main">
            <a:off x="8531305"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D9B96"/>
          </a:solidFill>
          <a:ln xmlns:a="http://schemas.openxmlformats.org/drawingml/2006/main" w="3839">
            <a:solidFill>
              <a:srgbClr val="FBFCFE"/>
            </a:solidFill>
            <a:prstDash val="solid"/>
          </a:ln>
        </p:spPr>
      </p:sp>
      <p:sp>
        <p:nvSpPr>
          <p:cNvPr id="948" name="Editable chart path">
            <a:extLst xmlns:a="http://schemas.openxmlformats.org/drawingml/2006/main">
              <a:ext uri="{FF2B5EF4-FFF2-40B4-BE49-F238E27FC236}">
                <a16:creationId xmlns:a16="http://schemas.microsoft.com/office/drawing/2014/main" id="{CE36B382-DE0F-4D95-A354-8DCAC0E063FF}"/>
              </a:ext>
            </a:extLst>
          </p:cNvPr>
          <p:cNvSpPr>
            <a:spLocks xmlns:a="http://schemas.openxmlformats.org/drawingml/2006/main" noGrp="1"/>
          </p:cNvSpPr>
          <p:nvPr/>
        </p:nvSpPr>
        <p:spPr>
          <a:xfrm xmlns:a="http://schemas.openxmlformats.org/drawingml/2006/main">
            <a:off x="8531305"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49" name="Editable chart path">
            <a:extLst xmlns:a="http://schemas.openxmlformats.org/drawingml/2006/main">
              <a:ext uri="{FF2B5EF4-FFF2-40B4-BE49-F238E27FC236}">
                <a16:creationId xmlns:a16="http://schemas.microsoft.com/office/drawing/2014/main" id="{4BBD8365-89F7-4634-9B1B-C77B5BD856E3}"/>
              </a:ext>
            </a:extLst>
          </p:cNvPr>
          <p:cNvSpPr>
            <a:spLocks xmlns:a="http://schemas.openxmlformats.org/drawingml/2006/main" noGrp="1"/>
          </p:cNvSpPr>
          <p:nvPr/>
        </p:nvSpPr>
        <p:spPr>
          <a:xfrm xmlns:a="http://schemas.openxmlformats.org/drawingml/2006/main">
            <a:off x="8531305"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50" name="Editable chart path">
            <a:extLst xmlns:a="http://schemas.openxmlformats.org/drawingml/2006/main">
              <a:ext uri="{FF2B5EF4-FFF2-40B4-BE49-F238E27FC236}">
                <a16:creationId xmlns:a16="http://schemas.microsoft.com/office/drawing/2014/main" id="{2866CBBA-6020-4514-9950-56B224F84499}"/>
              </a:ext>
            </a:extLst>
          </p:cNvPr>
          <p:cNvSpPr>
            <a:spLocks xmlns:a="http://schemas.openxmlformats.org/drawingml/2006/main" noGrp="1"/>
          </p:cNvSpPr>
          <p:nvPr/>
        </p:nvSpPr>
        <p:spPr>
          <a:xfrm xmlns:a="http://schemas.openxmlformats.org/drawingml/2006/main">
            <a:off x="8531305"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51" name="Editable chart path">
            <a:extLst xmlns:a="http://schemas.openxmlformats.org/drawingml/2006/main">
              <a:ext uri="{FF2B5EF4-FFF2-40B4-BE49-F238E27FC236}">
                <a16:creationId xmlns:a16="http://schemas.microsoft.com/office/drawing/2014/main" id="{3585667D-DD1F-464E-84D3-8881F0957450}"/>
              </a:ext>
            </a:extLst>
          </p:cNvPr>
          <p:cNvSpPr>
            <a:spLocks xmlns:a="http://schemas.openxmlformats.org/drawingml/2006/main" noGrp="1"/>
          </p:cNvSpPr>
          <p:nvPr/>
        </p:nvSpPr>
        <p:spPr>
          <a:xfrm xmlns:a="http://schemas.openxmlformats.org/drawingml/2006/main">
            <a:off x="8531305"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52" name="Editable chart path">
            <a:extLst xmlns:a="http://schemas.openxmlformats.org/drawingml/2006/main">
              <a:ext uri="{FF2B5EF4-FFF2-40B4-BE49-F238E27FC236}">
                <a16:creationId xmlns:a16="http://schemas.microsoft.com/office/drawing/2014/main" id="{CC6B3E2F-8D7C-433E-A9CD-053F9A872040}"/>
              </a:ext>
            </a:extLst>
          </p:cNvPr>
          <p:cNvSpPr>
            <a:spLocks xmlns:a="http://schemas.openxmlformats.org/drawingml/2006/main" noGrp="1"/>
          </p:cNvSpPr>
          <p:nvPr/>
        </p:nvSpPr>
        <p:spPr>
          <a:xfrm xmlns:a="http://schemas.openxmlformats.org/drawingml/2006/main">
            <a:off x="8531305"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45047"/>
          </a:solidFill>
          <a:ln xmlns:a="http://schemas.openxmlformats.org/drawingml/2006/main" w="3839">
            <a:solidFill>
              <a:srgbClr val="FBFCFE"/>
            </a:solidFill>
            <a:prstDash val="solid"/>
          </a:ln>
        </p:spPr>
      </p:sp>
      <p:sp>
        <p:nvSpPr>
          <p:cNvPr id="953" name="Editable chart path">
            <a:extLst xmlns:a="http://schemas.openxmlformats.org/drawingml/2006/main">
              <a:ext uri="{FF2B5EF4-FFF2-40B4-BE49-F238E27FC236}">
                <a16:creationId xmlns:a16="http://schemas.microsoft.com/office/drawing/2014/main" id="{73528793-1C1C-4873-97E7-700E7E661270}"/>
              </a:ext>
            </a:extLst>
          </p:cNvPr>
          <p:cNvSpPr>
            <a:spLocks xmlns:a="http://schemas.openxmlformats.org/drawingml/2006/main" noGrp="1"/>
          </p:cNvSpPr>
          <p:nvPr/>
        </p:nvSpPr>
        <p:spPr>
          <a:xfrm xmlns:a="http://schemas.openxmlformats.org/drawingml/2006/main">
            <a:off x="8531305"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54" name="Editable chart path">
            <a:extLst xmlns:a="http://schemas.openxmlformats.org/drawingml/2006/main">
              <a:ext uri="{FF2B5EF4-FFF2-40B4-BE49-F238E27FC236}">
                <a16:creationId xmlns:a16="http://schemas.microsoft.com/office/drawing/2014/main" id="{3EFFAA92-AD10-443E-8D69-D55EB95ED23D}"/>
              </a:ext>
            </a:extLst>
          </p:cNvPr>
          <p:cNvSpPr>
            <a:spLocks xmlns:a="http://schemas.openxmlformats.org/drawingml/2006/main" noGrp="1"/>
          </p:cNvSpPr>
          <p:nvPr/>
        </p:nvSpPr>
        <p:spPr>
          <a:xfrm xmlns:a="http://schemas.openxmlformats.org/drawingml/2006/main">
            <a:off x="8531305"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55" name="Editable chart path">
            <a:extLst xmlns:a="http://schemas.openxmlformats.org/drawingml/2006/main">
              <a:ext uri="{FF2B5EF4-FFF2-40B4-BE49-F238E27FC236}">
                <a16:creationId xmlns:a16="http://schemas.microsoft.com/office/drawing/2014/main" id="{1AC9DF99-0CCA-4FB1-9081-53D4E176D5C7}"/>
              </a:ext>
            </a:extLst>
          </p:cNvPr>
          <p:cNvSpPr>
            <a:spLocks xmlns:a="http://schemas.openxmlformats.org/drawingml/2006/main" noGrp="1"/>
          </p:cNvSpPr>
          <p:nvPr/>
        </p:nvSpPr>
        <p:spPr>
          <a:xfrm xmlns:a="http://schemas.openxmlformats.org/drawingml/2006/main">
            <a:off x="8531305"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56" name="Editable chart path">
            <a:extLst xmlns:a="http://schemas.openxmlformats.org/drawingml/2006/main">
              <a:ext uri="{FF2B5EF4-FFF2-40B4-BE49-F238E27FC236}">
                <a16:creationId xmlns:a16="http://schemas.microsoft.com/office/drawing/2014/main" id="{F6BADC19-E324-4764-9070-39C1936684DE}"/>
              </a:ext>
            </a:extLst>
          </p:cNvPr>
          <p:cNvSpPr>
            <a:spLocks xmlns:a="http://schemas.openxmlformats.org/drawingml/2006/main" noGrp="1"/>
          </p:cNvSpPr>
          <p:nvPr/>
        </p:nvSpPr>
        <p:spPr>
          <a:xfrm xmlns:a="http://schemas.openxmlformats.org/drawingml/2006/main">
            <a:off x="8609080"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957" name="Editable chart path">
            <a:extLst xmlns:a="http://schemas.openxmlformats.org/drawingml/2006/main">
              <a:ext uri="{FF2B5EF4-FFF2-40B4-BE49-F238E27FC236}">
                <a16:creationId xmlns:a16="http://schemas.microsoft.com/office/drawing/2014/main" id="{C5A925AF-AC6B-44FF-A170-F6702476B679}"/>
              </a:ext>
            </a:extLst>
          </p:cNvPr>
          <p:cNvSpPr>
            <a:spLocks xmlns:a="http://schemas.openxmlformats.org/drawingml/2006/main" noGrp="1"/>
          </p:cNvSpPr>
          <p:nvPr/>
        </p:nvSpPr>
        <p:spPr>
          <a:xfrm xmlns:a="http://schemas.openxmlformats.org/drawingml/2006/main">
            <a:off x="8609080"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37E78"/>
          </a:solidFill>
          <a:ln xmlns:a="http://schemas.openxmlformats.org/drawingml/2006/main" w="3839">
            <a:solidFill>
              <a:srgbClr val="FBFCFE"/>
            </a:solidFill>
            <a:prstDash val="solid"/>
          </a:ln>
        </p:spPr>
      </p:sp>
      <p:sp>
        <p:nvSpPr>
          <p:cNvPr id="958" name="Editable chart path">
            <a:extLst xmlns:a="http://schemas.openxmlformats.org/drawingml/2006/main">
              <a:ext uri="{FF2B5EF4-FFF2-40B4-BE49-F238E27FC236}">
                <a16:creationId xmlns:a16="http://schemas.microsoft.com/office/drawing/2014/main" id="{7F899F4D-93ED-4BEE-97CF-574048908987}"/>
              </a:ext>
            </a:extLst>
          </p:cNvPr>
          <p:cNvSpPr>
            <a:spLocks xmlns:a="http://schemas.openxmlformats.org/drawingml/2006/main" noGrp="1"/>
          </p:cNvSpPr>
          <p:nvPr/>
        </p:nvSpPr>
        <p:spPr>
          <a:xfrm xmlns:a="http://schemas.openxmlformats.org/drawingml/2006/main">
            <a:off x="8609080"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59" name="Editable chart path">
            <a:extLst xmlns:a="http://schemas.openxmlformats.org/drawingml/2006/main">
              <a:ext uri="{FF2B5EF4-FFF2-40B4-BE49-F238E27FC236}">
                <a16:creationId xmlns:a16="http://schemas.microsoft.com/office/drawing/2014/main" id="{ECF7799D-CE95-447E-A8F8-5C1800D01A45}"/>
              </a:ext>
            </a:extLst>
          </p:cNvPr>
          <p:cNvSpPr>
            <a:spLocks xmlns:a="http://schemas.openxmlformats.org/drawingml/2006/main" noGrp="1"/>
          </p:cNvSpPr>
          <p:nvPr/>
        </p:nvSpPr>
        <p:spPr>
          <a:xfrm xmlns:a="http://schemas.openxmlformats.org/drawingml/2006/main">
            <a:off x="8609080"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B0AC"/>
          </a:solidFill>
          <a:ln xmlns:a="http://schemas.openxmlformats.org/drawingml/2006/main" w="3839">
            <a:solidFill>
              <a:srgbClr val="FBFCFE"/>
            </a:solidFill>
            <a:prstDash val="solid"/>
          </a:ln>
        </p:spPr>
      </p:sp>
      <p:sp>
        <p:nvSpPr>
          <p:cNvPr id="960" name="Editable chart path">
            <a:extLst xmlns:a="http://schemas.openxmlformats.org/drawingml/2006/main">
              <a:ext uri="{FF2B5EF4-FFF2-40B4-BE49-F238E27FC236}">
                <a16:creationId xmlns:a16="http://schemas.microsoft.com/office/drawing/2014/main" id="{A5555F25-65C8-4F61-8E7F-5A478C705E34}"/>
              </a:ext>
            </a:extLst>
          </p:cNvPr>
          <p:cNvSpPr>
            <a:spLocks xmlns:a="http://schemas.openxmlformats.org/drawingml/2006/main" noGrp="1"/>
          </p:cNvSpPr>
          <p:nvPr/>
        </p:nvSpPr>
        <p:spPr>
          <a:xfrm xmlns:a="http://schemas.openxmlformats.org/drawingml/2006/main">
            <a:off x="8609080"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ECBC9"/>
          </a:solidFill>
          <a:ln xmlns:a="http://schemas.openxmlformats.org/drawingml/2006/main" w="3839">
            <a:solidFill>
              <a:srgbClr val="FBFCFE"/>
            </a:solidFill>
            <a:prstDash val="solid"/>
          </a:ln>
        </p:spPr>
      </p:sp>
      <p:sp>
        <p:nvSpPr>
          <p:cNvPr id="961" name="Editable chart path">
            <a:extLst xmlns:a="http://schemas.openxmlformats.org/drawingml/2006/main">
              <a:ext uri="{FF2B5EF4-FFF2-40B4-BE49-F238E27FC236}">
                <a16:creationId xmlns:a16="http://schemas.microsoft.com/office/drawing/2014/main" id="{6462FA2E-873D-40D2-8E55-69C3071E1999}"/>
              </a:ext>
            </a:extLst>
          </p:cNvPr>
          <p:cNvSpPr>
            <a:spLocks xmlns:a="http://schemas.openxmlformats.org/drawingml/2006/main" noGrp="1"/>
          </p:cNvSpPr>
          <p:nvPr/>
        </p:nvSpPr>
        <p:spPr>
          <a:xfrm xmlns:a="http://schemas.openxmlformats.org/drawingml/2006/main">
            <a:off x="8609080"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62" name="Editable chart path">
            <a:extLst xmlns:a="http://schemas.openxmlformats.org/drawingml/2006/main">
              <a:ext uri="{FF2B5EF4-FFF2-40B4-BE49-F238E27FC236}">
                <a16:creationId xmlns:a16="http://schemas.microsoft.com/office/drawing/2014/main" id="{1329E8C8-83E1-47F4-B39B-35B6C5FD141B}"/>
              </a:ext>
            </a:extLst>
          </p:cNvPr>
          <p:cNvSpPr>
            <a:spLocks xmlns:a="http://schemas.openxmlformats.org/drawingml/2006/main" noGrp="1"/>
          </p:cNvSpPr>
          <p:nvPr/>
        </p:nvSpPr>
        <p:spPr>
          <a:xfrm xmlns:a="http://schemas.openxmlformats.org/drawingml/2006/main">
            <a:off x="8609080"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88B86"/>
          </a:solidFill>
          <a:ln xmlns:a="http://schemas.openxmlformats.org/drawingml/2006/main" w="3839">
            <a:solidFill>
              <a:srgbClr val="FBFCFE"/>
            </a:solidFill>
            <a:prstDash val="solid"/>
          </a:ln>
        </p:spPr>
      </p:sp>
      <p:sp>
        <p:nvSpPr>
          <p:cNvPr id="963" name="Editable chart path">
            <a:extLst xmlns:a="http://schemas.openxmlformats.org/drawingml/2006/main">
              <a:ext uri="{FF2B5EF4-FFF2-40B4-BE49-F238E27FC236}">
                <a16:creationId xmlns:a16="http://schemas.microsoft.com/office/drawing/2014/main" id="{05A39612-2B18-461E-81E3-32ECD73A5A39}"/>
              </a:ext>
            </a:extLst>
          </p:cNvPr>
          <p:cNvSpPr>
            <a:spLocks xmlns:a="http://schemas.openxmlformats.org/drawingml/2006/main" noGrp="1"/>
          </p:cNvSpPr>
          <p:nvPr/>
        </p:nvSpPr>
        <p:spPr>
          <a:xfrm xmlns:a="http://schemas.openxmlformats.org/drawingml/2006/main">
            <a:off x="8609080"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4571B4"/>
          </a:solidFill>
          <a:ln xmlns:a="http://schemas.openxmlformats.org/drawingml/2006/main" w="3839">
            <a:solidFill>
              <a:srgbClr val="FBFCFE"/>
            </a:solidFill>
            <a:prstDash val="solid"/>
          </a:ln>
        </p:spPr>
      </p:sp>
      <p:sp>
        <p:nvSpPr>
          <p:cNvPr id="964" name="Editable chart path">
            <a:extLst xmlns:a="http://schemas.openxmlformats.org/drawingml/2006/main">
              <a:ext uri="{FF2B5EF4-FFF2-40B4-BE49-F238E27FC236}">
                <a16:creationId xmlns:a16="http://schemas.microsoft.com/office/drawing/2014/main" id="{29B4A88E-56DC-4E74-8D13-8B8343ABA891}"/>
              </a:ext>
            </a:extLst>
          </p:cNvPr>
          <p:cNvSpPr>
            <a:spLocks xmlns:a="http://schemas.openxmlformats.org/drawingml/2006/main" noGrp="1"/>
          </p:cNvSpPr>
          <p:nvPr/>
        </p:nvSpPr>
        <p:spPr>
          <a:xfrm xmlns:a="http://schemas.openxmlformats.org/drawingml/2006/main">
            <a:off x="8609080"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CF6F6"/>
          </a:solidFill>
          <a:ln xmlns:a="http://schemas.openxmlformats.org/drawingml/2006/main" w="3839">
            <a:solidFill>
              <a:srgbClr val="FBFCFE"/>
            </a:solidFill>
            <a:prstDash val="solid"/>
          </a:ln>
        </p:spPr>
      </p:sp>
      <p:sp>
        <p:nvSpPr>
          <p:cNvPr id="965" name="Editable chart path">
            <a:extLst xmlns:a="http://schemas.openxmlformats.org/drawingml/2006/main">
              <a:ext uri="{FF2B5EF4-FFF2-40B4-BE49-F238E27FC236}">
                <a16:creationId xmlns:a16="http://schemas.microsoft.com/office/drawing/2014/main" id="{79B8CA1A-1734-4446-A717-31782EE2F349}"/>
              </a:ext>
            </a:extLst>
          </p:cNvPr>
          <p:cNvSpPr>
            <a:spLocks xmlns:a="http://schemas.openxmlformats.org/drawingml/2006/main" noGrp="1"/>
          </p:cNvSpPr>
          <p:nvPr/>
        </p:nvSpPr>
        <p:spPr>
          <a:xfrm xmlns:a="http://schemas.openxmlformats.org/drawingml/2006/main">
            <a:off x="8609080"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34F47"/>
          </a:solidFill>
          <a:ln xmlns:a="http://schemas.openxmlformats.org/drawingml/2006/main" w="3839">
            <a:solidFill>
              <a:srgbClr val="FBFCFE"/>
            </a:solidFill>
            <a:prstDash val="solid"/>
          </a:ln>
        </p:spPr>
      </p:sp>
      <p:sp>
        <p:nvSpPr>
          <p:cNvPr id="966" name="Editable chart path">
            <a:extLst xmlns:a="http://schemas.openxmlformats.org/drawingml/2006/main">
              <a:ext uri="{FF2B5EF4-FFF2-40B4-BE49-F238E27FC236}">
                <a16:creationId xmlns:a16="http://schemas.microsoft.com/office/drawing/2014/main" id="{515A50AF-0557-4765-BDE8-1AA1596E159B}"/>
              </a:ext>
            </a:extLst>
          </p:cNvPr>
          <p:cNvSpPr>
            <a:spLocks xmlns:a="http://schemas.openxmlformats.org/drawingml/2006/main" noGrp="1"/>
          </p:cNvSpPr>
          <p:nvPr/>
        </p:nvSpPr>
        <p:spPr>
          <a:xfrm xmlns:a="http://schemas.openxmlformats.org/drawingml/2006/main">
            <a:off x="8609080"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67" name="Editable chart path">
            <a:extLst xmlns:a="http://schemas.openxmlformats.org/drawingml/2006/main">
              <a:ext uri="{FF2B5EF4-FFF2-40B4-BE49-F238E27FC236}">
                <a16:creationId xmlns:a16="http://schemas.microsoft.com/office/drawing/2014/main" id="{9597C545-5F95-4179-B631-18A28DF66C1F}"/>
              </a:ext>
            </a:extLst>
          </p:cNvPr>
          <p:cNvSpPr>
            <a:spLocks xmlns:a="http://schemas.openxmlformats.org/drawingml/2006/main" noGrp="1"/>
          </p:cNvSpPr>
          <p:nvPr/>
        </p:nvSpPr>
        <p:spPr>
          <a:xfrm xmlns:a="http://schemas.openxmlformats.org/drawingml/2006/main">
            <a:off x="8609080"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AC2BF"/>
          </a:solidFill>
          <a:ln xmlns:a="http://schemas.openxmlformats.org/drawingml/2006/main" w="3839">
            <a:solidFill>
              <a:srgbClr val="FBFCFE"/>
            </a:solidFill>
            <a:prstDash val="solid"/>
          </a:ln>
        </p:spPr>
      </p:sp>
      <p:sp>
        <p:nvSpPr>
          <p:cNvPr id="968" name="Editable chart path">
            <a:extLst xmlns:a="http://schemas.openxmlformats.org/drawingml/2006/main">
              <a:ext uri="{FF2B5EF4-FFF2-40B4-BE49-F238E27FC236}">
                <a16:creationId xmlns:a16="http://schemas.microsoft.com/office/drawing/2014/main" id="{8149E936-BFF1-4367-80E8-ABA192780E52}"/>
              </a:ext>
            </a:extLst>
          </p:cNvPr>
          <p:cNvSpPr>
            <a:spLocks xmlns:a="http://schemas.openxmlformats.org/drawingml/2006/main" noGrp="1"/>
          </p:cNvSpPr>
          <p:nvPr/>
        </p:nvSpPr>
        <p:spPr>
          <a:xfrm xmlns:a="http://schemas.openxmlformats.org/drawingml/2006/main">
            <a:off x="8609080"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69" name="Editable chart path">
            <a:extLst xmlns:a="http://schemas.openxmlformats.org/drawingml/2006/main">
              <a:ext uri="{FF2B5EF4-FFF2-40B4-BE49-F238E27FC236}">
                <a16:creationId xmlns:a16="http://schemas.microsoft.com/office/drawing/2014/main" id="{2960E62F-112C-4260-AE91-2F4BBC6332A8}"/>
              </a:ext>
            </a:extLst>
          </p:cNvPr>
          <p:cNvSpPr>
            <a:spLocks xmlns:a="http://schemas.openxmlformats.org/drawingml/2006/main" noGrp="1"/>
          </p:cNvSpPr>
          <p:nvPr/>
        </p:nvSpPr>
        <p:spPr>
          <a:xfrm xmlns:a="http://schemas.openxmlformats.org/drawingml/2006/main">
            <a:off x="8609080"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1A5A1"/>
          </a:solidFill>
          <a:ln xmlns:a="http://schemas.openxmlformats.org/drawingml/2006/main" w="3839">
            <a:solidFill>
              <a:srgbClr val="FBFCFE"/>
            </a:solidFill>
            <a:prstDash val="solid"/>
          </a:ln>
        </p:spPr>
      </p:sp>
      <p:sp>
        <p:nvSpPr>
          <p:cNvPr id="970" name="Editable chart path">
            <a:extLst xmlns:a="http://schemas.openxmlformats.org/drawingml/2006/main">
              <a:ext uri="{FF2B5EF4-FFF2-40B4-BE49-F238E27FC236}">
                <a16:creationId xmlns:a16="http://schemas.microsoft.com/office/drawing/2014/main" id="{291BA55E-7BF4-470C-86FA-ECDCC2B6F8CF}"/>
              </a:ext>
            </a:extLst>
          </p:cNvPr>
          <p:cNvSpPr>
            <a:spLocks xmlns:a="http://schemas.openxmlformats.org/drawingml/2006/main" noGrp="1"/>
          </p:cNvSpPr>
          <p:nvPr/>
        </p:nvSpPr>
        <p:spPr>
          <a:xfrm xmlns:a="http://schemas.openxmlformats.org/drawingml/2006/main">
            <a:off x="8609080"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71" name="Editable chart path">
            <a:extLst xmlns:a="http://schemas.openxmlformats.org/drawingml/2006/main">
              <a:ext uri="{FF2B5EF4-FFF2-40B4-BE49-F238E27FC236}">
                <a16:creationId xmlns:a16="http://schemas.microsoft.com/office/drawing/2014/main" id="{49B1B78F-AE6F-4CDF-9D74-855BED4FC18E}"/>
              </a:ext>
            </a:extLst>
          </p:cNvPr>
          <p:cNvSpPr>
            <a:spLocks xmlns:a="http://schemas.openxmlformats.org/drawingml/2006/main" noGrp="1"/>
          </p:cNvSpPr>
          <p:nvPr/>
        </p:nvSpPr>
        <p:spPr>
          <a:xfrm xmlns:a="http://schemas.openxmlformats.org/drawingml/2006/main">
            <a:off x="8609080"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72" name="Editable chart path">
            <a:extLst xmlns:a="http://schemas.openxmlformats.org/drawingml/2006/main">
              <a:ext uri="{FF2B5EF4-FFF2-40B4-BE49-F238E27FC236}">
                <a16:creationId xmlns:a16="http://schemas.microsoft.com/office/drawing/2014/main" id="{AB2378CF-1BCF-484E-BA92-EBAEADA248BD}"/>
              </a:ext>
            </a:extLst>
          </p:cNvPr>
          <p:cNvSpPr>
            <a:spLocks xmlns:a="http://schemas.openxmlformats.org/drawingml/2006/main" noGrp="1"/>
          </p:cNvSpPr>
          <p:nvPr/>
        </p:nvSpPr>
        <p:spPr>
          <a:xfrm xmlns:a="http://schemas.openxmlformats.org/drawingml/2006/main">
            <a:off x="8609080"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73" name="Editable chart path">
            <a:extLst xmlns:a="http://schemas.openxmlformats.org/drawingml/2006/main">
              <a:ext uri="{FF2B5EF4-FFF2-40B4-BE49-F238E27FC236}">
                <a16:creationId xmlns:a16="http://schemas.microsoft.com/office/drawing/2014/main" id="{E005F40E-AB5C-4C00-A057-37A8AB40729E}"/>
              </a:ext>
            </a:extLst>
          </p:cNvPr>
          <p:cNvSpPr>
            <a:spLocks xmlns:a="http://schemas.openxmlformats.org/drawingml/2006/main" noGrp="1"/>
          </p:cNvSpPr>
          <p:nvPr/>
        </p:nvSpPr>
        <p:spPr>
          <a:xfrm xmlns:a="http://schemas.openxmlformats.org/drawingml/2006/main">
            <a:off x="8609080"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74" name="Editable chart path">
            <a:extLst xmlns:a="http://schemas.openxmlformats.org/drawingml/2006/main">
              <a:ext uri="{FF2B5EF4-FFF2-40B4-BE49-F238E27FC236}">
                <a16:creationId xmlns:a16="http://schemas.microsoft.com/office/drawing/2014/main" id="{AF88DD2C-392B-4C4D-9C64-B1724A542538}"/>
              </a:ext>
            </a:extLst>
          </p:cNvPr>
          <p:cNvSpPr>
            <a:spLocks xmlns:a="http://schemas.openxmlformats.org/drawingml/2006/main" noGrp="1"/>
          </p:cNvSpPr>
          <p:nvPr/>
        </p:nvSpPr>
        <p:spPr>
          <a:xfrm xmlns:a="http://schemas.openxmlformats.org/drawingml/2006/main">
            <a:off x="8609080"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4B0AD"/>
          </a:solidFill>
          <a:ln xmlns:a="http://schemas.openxmlformats.org/drawingml/2006/main" w="3839">
            <a:solidFill>
              <a:srgbClr val="FBFCFE"/>
            </a:solidFill>
            <a:prstDash val="solid"/>
          </a:ln>
        </p:spPr>
      </p:sp>
      <p:sp>
        <p:nvSpPr>
          <p:cNvPr id="975" name="Editable chart path">
            <a:extLst xmlns:a="http://schemas.openxmlformats.org/drawingml/2006/main">
              <a:ext uri="{FF2B5EF4-FFF2-40B4-BE49-F238E27FC236}">
                <a16:creationId xmlns:a16="http://schemas.microsoft.com/office/drawing/2014/main" id="{608C8C1F-EF7B-4359-AAA1-0097F5A47DA1}"/>
              </a:ext>
            </a:extLst>
          </p:cNvPr>
          <p:cNvSpPr>
            <a:spLocks xmlns:a="http://schemas.openxmlformats.org/drawingml/2006/main" noGrp="1"/>
          </p:cNvSpPr>
          <p:nvPr/>
        </p:nvSpPr>
        <p:spPr>
          <a:xfrm xmlns:a="http://schemas.openxmlformats.org/drawingml/2006/main">
            <a:off x="8686856"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76" name="Editable chart path">
            <a:extLst xmlns:a="http://schemas.openxmlformats.org/drawingml/2006/main">
              <a:ext uri="{FF2B5EF4-FFF2-40B4-BE49-F238E27FC236}">
                <a16:creationId xmlns:a16="http://schemas.microsoft.com/office/drawing/2014/main" id="{9CB4FCFB-AE1A-4939-8A7B-B49502B21434}"/>
              </a:ext>
            </a:extLst>
          </p:cNvPr>
          <p:cNvSpPr>
            <a:spLocks xmlns:a="http://schemas.openxmlformats.org/drawingml/2006/main" noGrp="1"/>
          </p:cNvSpPr>
          <p:nvPr/>
        </p:nvSpPr>
        <p:spPr>
          <a:xfrm xmlns:a="http://schemas.openxmlformats.org/drawingml/2006/main">
            <a:off x="8686856"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77" name="Editable chart path">
            <a:extLst xmlns:a="http://schemas.openxmlformats.org/drawingml/2006/main">
              <a:ext uri="{FF2B5EF4-FFF2-40B4-BE49-F238E27FC236}">
                <a16:creationId xmlns:a16="http://schemas.microsoft.com/office/drawing/2014/main" id="{CCDAB630-6CCB-4754-A7B4-F08EE668C825}"/>
              </a:ext>
            </a:extLst>
          </p:cNvPr>
          <p:cNvSpPr>
            <a:spLocks xmlns:a="http://schemas.openxmlformats.org/drawingml/2006/main" noGrp="1"/>
          </p:cNvSpPr>
          <p:nvPr/>
        </p:nvSpPr>
        <p:spPr>
          <a:xfrm xmlns:a="http://schemas.openxmlformats.org/drawingml/2006/main">
            <a:off x="8686856"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E6D66"/>
          </a:solidFill>
          <a:ln xmlns:a="http://schemas.openxmlformats.org/drawingml/2006/main" w="3839">
            <a:solidFill>
              <a:srgbClr val="FBFCFE"/>
            </a:solidFill>
            <a:prstDash val="solid"/>
          </a:ln>
        </p:spPr>
      </p:sp>
      <p:sp>
        <p:nvSpPr>
          <p:cNvPr id="978" name="Editable chart path">
            <a:extLst xmlns:a="http://schemas.openxmlformats.org/drawingml/2006/main">
              <a:ext uri="{FF2B5EF4-FFF2-40B4-BE49-F238E27FC236}">
                <a16:creationId xmlns:a16="http://schemas.microsoft.com/office/drawing/2014/main" id="{E94E4B92-916E-4B8A-B847-A58FA8F0CBF9}"/>
              </a:ext>
            </a:extLst>
          </p:cNvPr>
          <p:cNvSpPr>
            <a:spLocks xmlns:a="http://schemas.openxmlformats.org/drawingml/2006/main" noGrp="1"/>
          </p:cNvSpPr>
          <p:nvPr/>
        </p:nvSpPr>
        <p:spPr>
          <a:xfrm xmlns:a="http://schemas.openxmlformats.org/drawingml/2006/main">
            <a:off x="8686856"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79" name="Editable chart path">
            <a:extLst xmlns:a="http://schemas.openxmlformats.org/drawingml/2006/main">
              <a:ext uri="{FF2B5EF4-FFF2-40B4-BE49-F238E27FC236}">
                <a16:creationId xmlns:a16="http://schemas.microsoft.com/office/drawing/2014/main" id="{2BE2F33C-7A48-4905-964C-048D8EAD97D8}"/>
              </a:ext>
            </a:extLst>
          </p:cNvPr>
          <p:cNvSpPr>
            <a:spLocks xmlns:a="http://schemas.openxmlformats.org/drawingml/2006/main" noGrp="1"/>
          </p:cNvSpPr>
          <p:nvPr/>
        </p:nvSpPr>
        <p:spPr>
          <a:xfrm xmlns:a="http://schemas.openxmlformats.org/drawingml/2006/main">
            <a:off x="8686856"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80" name="Editable chart path">
            <a:extLst xmlns:a="http://schemas.openxmlformats.org/drawingml/2006/main">
              <a:ext uri="{FF2B5EF4-FFF2-40B4-BE49-F238E27FC236}">
                <a16:creationId xmlns:a16="http://schemas.microsoft.com/office/drawing/2014/main" id="{9A1166FC-4516-4AEC-8FEA-533E119600F4}"/>
              </a:ext>
            </a:extLst>
          </p:cNvPr>
          <p:cNvSpPr>
            <a:spLocks xmlns:a="http://schemas.openxmlformats.org/drawingml/2006/main" noGrp="1"/>
          </p:cNvSpPr>
          <p:nvPr/>
        </p:nvSpPr>
        <p:spPr>
          <a:xfrm xmlns:a="http://schemas.openxmlformats.org/drawingml/2006/main">
            <a:off x="8686856"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81" name="Editable chart path">
            <a:extLst xmlns:a="http://schemas.openxmlformats.org/drawingml/2006/main">
              <a:ext uri="{FF2B5EF4-FFF2-40B4-BE49-F238E27FC236}">
                <a16:creationId xmlns:a16="http://schemas.microsoft.com/office/drawing/2014/main" id="{3E051E39-E8CC-4C81-94DC-B1CA2EFB9425}"/>
              </a:ext>
            </a:extLst>
          </p:cNvPr>
          <p:cNvSpPr>
            <a:spLocks xmlns:a="http://schemas.openxmlformats.org/drawingml/2006/main" noGrp="1"/>
          </p:cNvSpPr>
          <p:nvPr/>
        </p:nvSpPr>
        <p:spPr>
          <a:xfrm xmlns:a="http://schemas.openxmlformats.org/drawingml/2006/main">
            <a:off x="8686856"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82" name="Editable chart path">
            <a:extLst xmlns:a="http://schemas.openxmlformats.org/drawingml/2006/main">
              <a:ext uri="{FF2B5EF4-FFF2-40B4-BE49-F238E27FC236}">
                <a16:creationId xmlns:a16="http://schemas.microsoft.com/office/drawing/2014/main" id="{E241BEBA-BB3C-443F-9D09-D0890EF64F96}"/>
              </a:ext>
            </a:extLst>
          </p:cNvPr>
          <p:cNvSpPr>
            <a:spLocks xmlns:a="http://schemas.openxmlformats.org/drawingml/2006/main" noGrp="1"/>
          </p:cNvSpPr>
          <p:nvPr/>
        </p:nvSpPr>
        <p:spPr>
          <a:xfrm xmlns:a="http://schemas.openxmlformats.org/drawingml/2006/main">
            <a:off x="8686856"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83" name="Editable chart path">
            <a:extLst xmlns:a="http://schemas.openxmlformats.org/drawingml/2006/main">
              <a:ext uri="{FF2B5EF4-FFF2-40B4-BE49-F238E27FC236}">
                <a16:creationId xmlns:a16="http://schemas.microsoft.com/office/drawing/2014/main" id="{F1D8749D-49CF-43BF-923A-298BDC376F53}"/>
              </a:ext>
            </a:extLst>
          </p:cNvPr>
          <p:cNvSpPr>
            <a:spLocks xmlns:a="http://schemas.openxmlformats.org/drawingml/2006/main" noGrp="1"/>
          </p:cNvSpPr>
          <p:nvPr/>
        </p:nvSpPr>
        <p:spPr>
          <a:xfrm xmlns:a="http://schemas.openxmlformats.org/drawingml/2006/main">
            <a:off x="8686856"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F726C"/>
          </a:solidFill>
          <a:ln xmlns:a="http://schemas.openxmlformats.org/drawingml/2006/main" w="3839">
            <a:solidFill>
              <a:srgbClr val="FBFCFE"/>
            </a:solidFill>
            <a:prstDash val="solid"/>
          </a:ln>
        </p:spPr>
      </p:sp>
      <p:sp>
        <p:nvSpPr>
          <p:cNvPr id="984" name="Editable chart path">
            <a:extLst xmlns:a="http://schemas.openxmlformats.org/drawingml/2006/main">
              <a:ext uri="{FF2B5EF4-FFF2-40B4-BE49-F238E27FC236}">
                <a16:creationId xmlns:a16="http://schemas.microsoft.com/office/drawing/2014/main" id="{6B5B71BD-C8DE-43C3-97E2-4090B5CF9CE4}"/>
              </a:ext>
            </a:extLst>
          </p:cNvPr>
          <p:cNvSpPr>
            <a:spLocks xmlns:a="http://schemas.openxmlformats.org/drawingml/2006/main" noGrp="1"/>
          </p:cNvSpPr>
          <p:nvPr/>
        </p:nvSpPr>
        <p:spPr>
          <a:xfrm xmlns:a="http://schemas.openxmlformats.org/drawingml/2006/main">
            <a:off x="8686856"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85" name="Editable chart path">
            <a:extLst xmlns:a="http://schemas.openxmlformats.org/drawingml/2006/main">
              <a:ext uri="{FF2B5EF4-FFF2-40B4-BE49-F238E27FC236}">
                <a16:creationId xmlns:a16="http://schemas.microsoft.com/office/drawing/2014/main" id="{BD2DAAD9-CE47-491C-B791-2C26F6B932C7}"/>
              </a:ext>
            </a:extLst>
          </p:cNvPr>
          <p:cNvSpPr>
            <a:spLocks xmlns:a="http://schemas.openxmlformats.org/drawingml/2006/main" noGrp="1"/>
          </p:cNvSpPr>
          <p:nvPr/>
        </p:nvSpPr>
        <p:spPr>
          <a:xfrm xmlns:a="http://schemas.openxmlformats.org/drawingml/2006/main">
            <a:off x="8686856"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86" name="Editable chart path">
            <a:extLst xmlns:a="http://schemas.openxmlformats.org/drawingml/2006/main">
              <a:ext uri="{FF2B5EF4-FFF2-40B4-BE49-F238E27FC236}">
                <a16:creationId xmlns:a16="http://schemas.microsoft.com/office/drawing/2014/main" id="{1DC1794A-E9A4-4CBA-BFA7-2C5CFEC02858}"/>
              </a:ext>
            </a:extLst>
          </p:cNvPr>
          <p:cNvSpPr>
            <a:spLocks xmlns:a="http://schemas.openxmlformats.org/drawingml/2006/main" noGrp="1"/>
          </p:cNvSpPr>
          <p:nvPr/>
        </p:nvSpPr>
        <p:spPr>
          <a:xfrm xmlns:a="http://schemas.openxmlformats.org/drawingml/2006/main">
            <a:off x="8686856"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87" name="Editable chart path">
            <a:extLst xmlns:a="http://schemas.openxmlformats.org/drawingml/2006/main">
              <a:ext uri="{FF2B5EF4-FFF2-40B4-BE49-F238E27FC236}">
                <a16:creationId xmlns:a16="http://schemas.microsoft.com/office/drawing/2014/main" id="{2F37E707-C225-4DE8-A7FD-68B9D0DE917C}"/>
              </a:ext>
            </a:extLst>
          </p:cNvPr>
          <p:cNvSpPr>
            <a:spLocks xmlns:a="http://schemas.openxmlformats.org/drawingml/2006/main" noGrp="1"/>
          </p:cNvSpPr>
          <p:nvPr/>
        </p:nvSpPr>
        <p:spPr>
          <a:xfrm xmlns:a="http://schemas.openxmlformats.org/drawingml/2006/main">
            <a:off x="8686856"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85C54"/>
          </a:solidFill>
          <a:ln xmlns:a="http://schemas.openxmlformats.org/drawingml/2006/main" w="3839">
            <a:solidFill>
              <a:srgbClr val="FBFCFE"/>
            </a:solidFill>
            <a:prstDash val="solid"/>
          </a:ln>
        </p:spPr>
      </p:sp>
      <p:sp>
        <p:nvSpPr>
          <p:cNvPr id="988" name="Editable chart path">
            <a:extLst xmlns:a="http://schemas.openxmlformats.org/drawingml/2006/main">
              <a:ext uri="{FF2B5EF4-FFF2-40B4-BE49-F238E27FC236}">
                <a16:creationId xmlns:a16="http://schemas.microsoft.com/office/drawing/2014/main" id="{EB0FC1E7-1043-489F-9029-3CAE5E9DC84C}"/>
              </a:ext>
            </a:extLst>
          </p:cNvPr>
          <p:cNvSpPr>
            <a:spLocks xmlns:a="http://schemas.openxmlformats.org/drawingml/2006/main" noGrp="1"/>
          </p:cNvSpPr>
          <p:nvPr/>
        </p:nvSpPr>
        <p:spPr>
          <a:xfrm xmlns:a="http://schemas.openxmlformats.org/drawingml/2006/main">
            <a:off x="8686856"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89" name="Editable chart path">
            <a:extLst xmlns:a="http://schemas.openxmlformats.org/drawingml/2006/main">
              <a:ext uri="{FF2B5EF4-FFF2-40B4-BE49-F238E27FC236}">
                <a16:creationId xmlns:a16="http://schemas.microsoft.com/office/drawing/2014/main" id="{2370729D-EB17-4646-88E6-F64A1FBDF31E}"/>
              </a:ext>
            </a:extLst>
          </p:cNvPr>
          <p:cNvSpPr>
            <a:spLocks xmlns:a="http://schemas.openxmlformats.org/drawingml/2006/main" noGrp="1"/>
          </p:cNvSpPr>
          <p:nvPr/>
        </p:nvSpPr>
        <p:spPr>
          <a:xfrm xmlns:a="http://schemas.openxmlformats.org/drawingml/2006/main">
            <a:off x="8686856"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90" name="Editable chart path">
            <a:extLst xmlns:a="http://schemas.openxmlformats.org/drawingml/2006/main">
              <a:ext uri="{FF2B5EF4-FFF2-40B4-BE49-F238E27FC236}">
                <a16:creationId xmlns:a16="http://schemas.microsoft.com/office/drawing/2014/main" id="{D3EA8A3E-1F47-4C21-A5A8-6EBCBD3E98B7}"/>
              </a:ext>
            </a:extLst>
          </p:cNvPr>
          <p:cNvSpPr>
            <a:spLocks xmlns:a="http://schemas.openxmlformats.org/drawingml/2006/main" noGrp="1"/>
          </p:cNvSpPr>
          <p:nvPr/>
        </p:nvSpPr>
        <p:spPr>
          <a:xfrm xmlns:a="http://schemas.openxmlformats.org/drawingml/2006/main">
            <a:off x="8686856"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7B9B6"/>
          </a:solidFill>
          <a:ln xmlns:a="http://schemas.openxmlformats.org/drawingml/2006/main" w="3839">
            <a:solidFill>
              <a:srgbClr val="FBFCFE"/>
            </a:solidFill>
            <a:prstDash val="solid"/>
          </a:ln>
        </p:spPr>
      </p:sp>
      <p:sp>
        <p:nvSpPr>
          <p:cNvPr id="991" name="Editable chart path">
            <a:extLst xmlns:a="http://schemas.openxmlformats.org/drawingml/2006/main">
              <a:ext uri="{FF2B5EF4-FFF2-40B4-BE49-F238E27FC236}">
                <a16:creationId xmlns:a16="http://schemas.microsoft.com/office/drawing/2014/main" id="{47973AB9-12F0-43C5-B869-FC3DFFFC752E}"/>
              </a:ext>
            </a:extLst>
          </p:cNvPr>
          <p:cNvSpPr>
            <a:spLocks xmlns:a="http://schemas.openxmlformats.org/drawingml/2006/main" noGrp="1"/>
          </p:cNvSpPr>
          <p:nvPr/>
        </p:nvSpPr>
        <p:spPr>
          <a:xfrm xmlns:a="http://schemas.openxmlformats.org/drawingml/2006/main">
            <a:off x="8686856"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34F47"/>
          </a:solidFill>
          <a:ln xmlns:a="http://schemas.openxmlformats.org/drawingml/2006/main" w="3839">
            <a:solidFill>
              <a:srgbClr val="FBFCFE"/>
            </a:solidFill>
            <a:prstDash val="solid"/>
          </a:ln>
        </p:spPr>
      </p:sp>
      <p:sp>
        <p:nvSpPr>
          <p:cNvPr id="992" name="Editable chart path">
            <a:extLst xmlns:a="http://schemas.openxmlformats.org/drawingml/2006/main">
              <a:ext uri="{FF2B5EF4-FFF2-40B4-BE49-F238E27FC236}">
                <a16:creationId xmlns:a16="http://schemas.microsoft.com/office/drawing/2014/main" id="{AC3A1E8C-C7AD-47B1-8A56-D7D68DA82ED4}"/>
              </a:ext>
            </a:extLst>
          </p:cNvPr>
          <p:cNvSpPr>
            <a:spLocks xmlns:a="http://schemas.openxmlformats.org/drawingml/2006/main" noGrp="1"/>
          </p:cNvSpPr>
          <p:nvPr/>
        </p:nvSpPr>
        <p:spPr>
          <a:xfrm xmlns:a="http://schemas.openxmlformats.org/drawingml/2006/main">
            <a:off x="8764631"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993" name="Editable chart path">
            <a:extLst xmlns:a="http://schemas.openxmlformats.org/drawingml/2006/main">
              <a:ext uri="{FF2B5EF4-FFF2-40B4-BE49-F238E27FC236}">
                <a16:creationId xmlns:a16="http://schemas.microsoft.com/office/drawing/2014/main" id="{34FDEB41-66C4-4F8B-B4CB-D03711C88680}"/>
              </a:ext>
            </a:extLst>
          </p:cNvPr>
          <p:cNvSpPr>
            <a:spLocks xmlns:a="http://schemas.openxmlformats.org/drawingml/2006/main" noGrp="1"/>
          </p:cNvSpPr>
          <p:nvPr/>
        </p:nvSpPr>
        <p:spPr>
          <a:xfrm xmlns:a="http://schemas.openxmlformats.org/drawingml/2006/main">
            <a:off x="8764631"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994" name="Editable chart path">
            <a:extLst xmlns:a="http://schemas.openxmlformats.org/drawingml/2006/main">
              <a:ext uri="{FF2B5EF4-FFF2-40B4-BE49-F238E27FC236}">
                <a16:creationId xmlns:a16="http://schemas.microsoft.com/office/drawing/2014/main" id="{15F84265-5DCA-48C2-B5CF-E82F3D596133}"/>
              </a:ext>
            </a:extLst>
          </p:cNvPr>
          <p:cNvSpPr>
            <a:spLocks xmlns:a="http://schemas.openxmlformats.org/drawingml/2006/main" noGrp="1"/>
          </p:cNvSpPr>
          <p:nvPr/>
        </p:nvSpPr>
        <p:spPr>
          <a:xfrm xmlns:a="http://schemas.openxmlformats.org/drawingml/2006/main">
            <a:off x="8764631"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34D44"/>
          </a:solidFill>
          <a:ln xmlns:a="http://schemas.openxmlformats.org/drawingml/2006/main" w="3839">
            <a:solidFill>
              <a:srgbClr val="FBFCFE"/>
            </a:solidFill>
            <a:prstDash val="solid"/>
          </a:ln>
        </p:spPr>
      </p:sp>
      <p:sp>
        <p:nvSpPr>
          <p:cNvPr id="995" name="Editable chart path">
            <a:extLst xmlns:a="http://schemas.openxmlformats.org/drawingml/2006/main">
              <a:ext uri="{FF2B5EF4-FFF2-40B4-BE49-F238E27FC236}">
                <a16:creationId xmlns:a16="http://schemas.microsoft.com/office/drawing/2014/main" id="{8F38BFF8-A3A3-4E59-BD4D-444359020351}"/>
              </a:ext>
            </a:extLst>
          </p:cNvPr>
          <p:cNvSpPr>
            <a:spLocks xmlns:a="http://schemas.openxmlformats.org/drawingml/2006/main" noGrp="1"/>
          </p:cNvSpPr>
          <p:nvPr/>
        </p:nvSpPr>
        <p:spPr>
          <a:xfrm xmlns:a="http://schemas.openxmlformats.org/drawingml/2006/main">
            <a:off x="8764631"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96" name="Editable chart path">
            <a:extLst xmlns:a="http://schemas.openxmlformats.org/drawingml/2006/main">
              <a:ext uri="{FF2B5EF4-FFF2-40B4-BE49-F238E27FC236}">
                <a16:creationId xmlns:a16="http://schemas.microsoft.com/office/drawing/2014/main" id="{E6C22308-7B01-4B77-A1FA-F6DB9907E103}"/>
              </a:ext>
            </a:extLst>
          </p:cNvPr>
          <p:cNvSpPr>
            <a:spLocks xmlns:a="http://schemas.openxmlformats.org/drawingml/2006/main" noGrp="1"/>
          </p:cNvSpPr>
          <p:nvPr/>
        </p:nvSpPr>
        <p:spPr>
          <a:xfrm xmlns:a="http://schemas.openxmlformats.org/drawingml/2006/main">
            <a:off x="8764631"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95F57"/>
          </a:solidFill>
          <a:ln xmlns:a="http://schemas.openxmlformats.org/drawingml/2006/main" w="3839">
            <a:solidFill>
              <a:srgbClr val="FBFCFE"/>
            </a:solidFill>
            <a:prstDash val="solid"/>
          </a:ln>
        </p:spPr>
      </p:sp>
      <p:sp>
        <p:nvSpPr>
          <p:cNvPr id="997" name="Editable chart path">
            <a:extLst xmlns:a="http://schemas.openxmlformats.org/drawingml/2006/main">
              <a:ext uri="{FF2B5EF4-FFF2-40B4-BE49-F238E27FC236}">
                <a16:creationId xmlns:a16="http://schemas.microsoft.com/office/drawing/2014/main" id="{C4827778-A83A-43F0-A6B1-8C4A44760FF3}"/>
              </a:ext>
            </a:extLst>
          </p:cNvPr>
          <p:cNvSpPr>
            <a:spLocks xmlns:a="http://schemas.openxmlformats.org/drawingml/2006/main" noGrp="1"/>
          </p:cNvSpPr>
          <p:nvPr/>
        </p:nvSpPr>
        <p:spPr>
          <a:xfrm xmlns:a="http://schemas.openxmlformats.org/drawingml/2006/main">
            <a:off x="8764631"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998" name="Editable chart path">
            <a:extLst xmlns:a="http://schemas.openxmlformats.org/drawingml/2006/main">
              <a:ext uri="{FF2B5EF4-FFF2-40B4-BE49-F238E27FC236}">
                <a16:creationId xmlns:a16="http://schemas.microsoft.com/office/drawing/2014/main" id="{ED9F164D-9145-4C42-8267-08D801D667A6}"/>
              </a:ext>
            </a:extLst>
          </p:cNvPr>
          <p:cNvSpPr>
            <a:spLocks xmlns:a="http://schemas.openxmlformats.org/drawingml/2006/main" noGrp="1"/>
          </p:cNvSpPr>
          <p:nvPr/>
        </p:nvSpPr>
        <p:spPr>
          <a:xfrm xmlns:a="http://schemas.openxmlformats.org/drawingml/2006/main">
            <a:off x="8764631"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87A3CF"/>
          </a:solidFill>
          <a:ln xmlns:a="http://schemas.openxmlformats.org/drawingml/2006/main" w="3839">
            <a:solidFill>
              <a:srgbClr val="FBFCFE"/>
            </a:solidFill>
            <a:prstDash val="solid"/>
          </a:ln>
        </p:spPr>
      </p:sp>
      <p:sp>
        <p:nvSpPr>
          <p:cNvPr id="999" name="Editable chart path">
            <a:extLst xmlns:a="http://schemas.openxmlformats.org/drawingml/2006/main">
              <a:ext uri="{FF2B5EF4-FFF2-40B4-BE49-F238E27FC236}">
                <a16:creationId xmlns:a16="http://schemas.microsoft.com/office/drawing/2014/main" id="{5B37F41A-B862-4B07-B6AD-A360456E85FD}"/>
              </a:ext>
            </a:extLst>
          </p:cNvPr>
          <p:cNvSpPr>
            <a:spLocks xmlns:a="http://schemas.openxmlformats.org/drawingml/2006/main" noGrp="1"/>
          </p:cNvSpPr>
          <p:nvPr/>
        </p:nvSpPr>
        <p:spPr>
          <a:xfrm xmlns:a="http://schemas.openxmlformats.org/drawingml/2006/main">
            <a:off x="8764631"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45149"/>
          </a:solidFill>
          <a:ln xmlns:a="http://schemas.openxmlformats.org/drawingml/2006/main" w="3839">
            <a:solidFill>
              <a:srgbClr val="FBFCFE"/>
            </a:solidFill>
            <a:prstDash val="solid"/>
          </a:ln>
        </p:spPr>
      </p:sp>
      <p:sp>
        <p:nvSpPr>
          <p:cNvPr id="1000" name="Editable chart path">
            <a:extLst xmlns:a="http://schemas.openxmlformats.org/drawingml/2006/main">
              <a:ext uri="{FF2B5EF4-FFF2-40B4-BE49-F238E27FC236}">
                <a16:creationId xmlns:a16="http://schemas.microsoft.com/office/drawing/2014/main" id="{7733C5FF-75C1-49B8-AB55-B3859C66A388}"/>
              </a:ext>
            </a:extLst>
          </p:cNvPr>
          <p:cNvSpPr>
            <a:spLocks xmlns:a="http://schemas.openxmlformats.org/drawingml/2006/main" noGrp="1"/>
          </p:cNvSpPr>
          <p:nvPr/>
        </p:nvSpPr>
        <p:spPr>
          <a:xfrm xmlns:a="http://schemas.openxmlformats.org/drawingml/2006/main">
            <a:off x="8764631"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B2C4E0"/>
          </a:solidFill>
          <a:ln xmlns:a="http://schemas.openxmlformats.org/drawingml/2006/main" w="3839">
            <a:solidFill>
              <a:srgbClr val="FBFCFE"/>
            </a:solidFill>
            <a:prstDash val="solid"/>
          </a:ln>
        </p:spPr>
      </p:sp>
      <p:sp>
        <p:nvSpPr>
          <p:cNvPr id="1001" name="Editable chart path">
            <a:extLst xmlns:a="http://schemas.openxmlformats.org/drawingml/2006/main">
              <a:ext uri="{FF2B5EF4-FFF2-40B4-BE49-F238E27FC236}">
                <a16:creationId xmlns:a16="http://schemas.microsoft.com/office/drawing/2014/main" id="{EE163587-B01E-4C28-9540-45EF434AC208}"/>
              </a:ext>
            </a:extLst>
          </p:cNvPr>
          <p:cNvSpPr>
            <a:spLocks xmlns:a="http://schemas.openxmlformats.org/drawingml/2006/main" noGrp="1"/>
          </p:cNvSpPr>
          <p:nvPr/>
        </p:nvSpPr>
        <p:spPr>
          <a:xfrm xmlns:a="http://schemas.openxmlformats.org/drawingml/2006/main">
            <a:off x="8764631"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9EEF6"/>
          </a:solidFill>
          <a:ln xmlns:a="http://schemas.openxmlformats.org/drawingml/2006/main" w="3839">
            <a:solidFill>
              <a:srgbClr val="FBFCFE"/>
            </a:solidFill>
            <a:prstDash val="solid"/>
          </a:ln>
        </p:spPr>
      </p:sp>
      <p:sp>
        <p:nvSpPr>
          <p:cNvPr id="1002" name="Editable chart path">
            <a:extLst xmlns:a="http://schemas.openxmlformats.org/drawingml/2006/main">
              <a:ext uri="{FF2B5EF4-FFF2-40B4-BE49-F238E27FC236}">
                <a16:creationId xmlns:a16="http://schemas.microsoft.com/office/drawing/2014/main" id="{BE7B6690-8FCE-4594-A8D0-E99CC353A8DF}"/>
              </a:ext>
            </a:extLst>
          </p:cNvPr>
          <p:cNvSpPr>
            <a:spLocks xmlns:a="http://schemas.openxmlformats.org/drawingml/2006/main" noGrp="1"/>
          </p:cNvSpPr>
          <p:nvPr/>
        </p:nvSpPr>
        <p:spPr>
          <a:xfrm xmlns:a="http://schemas.openxmlformats.org/drawingml/2006/main">
            <a:off x="8764631"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03" name="Editable chart path">
            <a:extLst xmlns:a="http://schemas.openxmlformats.org/drawingml/2006/main">
              <a:ext uri="{FF2B5EF4-FFF2-40B4-BE49-F238E27FC236}">
                <a16:creationId xmlns:a16="http://schemas.microsoft.com/office/drawing/2014/main" id="{04B00EA6-1693-4BA9-A4CC-EF6468B42761}"/>
              </a:ext>
            </a:extLst>
          </p:cNvPr>
          <p:cNvSpPr>
            <a:spLocks xmlns:a="http://schemas.openxmlformats.org/drawingml/2006/main" noGrp="1"/>
          </p:cNvSpPr>
          <p:nvPr/>
        </p:nvSpPr>
        <p:spPr>
          <a:xfrm xmlns:a="http://schemas.openxmlformats.org/drawingml/2006/main">
            <a:off x="8764631"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D9D7"/>
          </a:solidFill>
          <a:ln xmlns:a="http://schemas.openxmlformats.org/drawingml/2006/main" w="3839">
            <a:solidFill>
              <a:srgbClr val="FBFCFE"/>
            </a:solidFill>
            <a:prstDash val="solid"/>
          </a:ln>
        </p:spPr>
      </p:sp>
      <p:sp>
        <p:nvSpPr>
          <p:cNvPr id="1004" name="Editable chart path">
            <a:extLst xmlns:a="http://schemas.openxmlformats.org/drawingml/2006/main">
              <a:ext uri="{FF2B5EF4-FFF2-40B4-BE49-F238E27FC236}">
                <a16:creationId xmlns:a16="http://schemas.microsoft.com/office/drawing/2014/main" id="{1D162EDC-AD47-498B-91AF-7FF31C939FF6}"/>
              </a:ext>
            </a:extLst>
          </p:cNvPr>
          <p:cNvSpPr>
            <a:spLocks xmlns:a="http://schemas.openxmlformats.org/drawingml/2006/main" noGrp="1"/>
          </p:cNvSpPr>
          <p:nvPr/>
        </p:nvSpPr>
        <p:spPr>
          <a:xfrm xmlns:a="http://schemas.openxmlformats.org/drawingml/2006/main">
            <a:off x="8764631"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B665E"/>
          </a:solidFill>
          <a:ln xmlns:a="http://schemas.openxmlformats.org/drawingml/2006/main" w="3839">
            <a:solidFill>
              <a:srgbClr val="FBFCFE"/>
            </a:solidFill>
            <a:prstDash val="solid"/>
          </a:ln>
        </p:spPr>
      </p:sp>
      <p:sp>
        <p:nvSpPr>
          <p:cNvPr id="1005" name="Editable chart path">
            <a:extLst xmlns:a="http://schemas.openxmlformats.org/drawingml/2006/main">
              <a:ext uri="{FF2B5EF4-FFF2-40B4-BE49-F238E27FC236}">
                <a16:creationId xmlns:a16="http://schemas.microsoft.com/office/drawing/2014/main" id="{F3D6702B-9F53-4877-B4DB-A2E10806A8EA}"/>
              </a:ext>
            </a:extLst>
          </p:cNvPr>
          <p:cNvSpPr>
            <a:spLocks xmlns:a="http://schemas.openxmlformats.org/drawingml/2006/main" noGrp="1"/>
          </p:cNvSpPr>
          <p:nvPr/>
        </p:nvSpPr>
        <p:spPr>
          <a:xfrm xmlns:a="http://schemas.openxmlformats.org/drawingml/2006/main">
            <a:off x="8764631"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06" name="Editable chart path">
            <a:extLst xmlns:a="http://schemas.openxmlformats.org/drawingml/2006/main">
              <a:ext uri="{FF2B5EF4-FFF2-40B4-BE49-F238E27FC236}">
                <a16:creationId xmlns:a16="http://schemas.microsoft.com/office/drawing/2014/main" id="{9FFBE3EE-7A41-454C-97D6-A1F9D16CEED9}"/>
              </a:ext>
            </a:extLst>
          </p:cNvPr>
          <p:cNvSpPr>
            <a:spLocks xmlns:a="http://schemas.openxmlformats.org/drawingml/2006/main" noGrp="1"/>
          </p:cNvSpPr>
          <p:nvPr/>
        </p:nvSpPr>
        <p:spPr>
          <a:xfrm xmlns:a="http://schemas.openxmlformats.org/drawingml/2006/main">
            <a:off x="8764631"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5079B8"/>
          </a:solidFill>
          <a:ln xmlns:a="http://schemas.openxmlformats.org/drawingml/2006/main" w="3839">
            <a:solidFill>
              <a:srgbClr val="FBFCFE"/>
            </a:solidFill>
            <a:prstDash val="solid"/>
          </a:ln>
        </p:spPr>
      </p:sp>
      <p:sp>
        <p:nvSpPr>
          <p:cNvPr id="1007" name="Editable chart path">
            <a:extLst xmlns:a="http://schemas.openxmlformats.org/drawingml/2006/main">
              <a:ext uri="{FF2B5EF4-FFF2-40B4-BE49-F238E27FC236}">
                <a16:creationId xmlns:a16="http://schemas.microsoft.com/office/drawing/2014/main" id="{45D701EB-6B00-4F70-8314-7E151E2357DD}"/>
              </a:ext>
            </a:extLst>
          </p:cNvPr>
          <p:cNvSpPr>
            <a:spLocks xmlns:a="http://schemas.openxmlformats.org/drawingml/2006/main" noGrp="1"/>
          </p:cNvSpPr>
          <p:nvPr/>
        </p:nvSpPr>
        <p:spPr>
          <a:xfrm xmlns:a="http://schemas.openxmlformats.org/drawingml/2006/main">
            <a:off x="8764631"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75B53"/>
          </a:solidFill>
          <a:ln xmlns:a="http://schemas.openxmlformats.org/drawingml/2006/main" w="3839">
            <a:solidFill>
              <a:srgbClr val="FBFCFE"/>
            </a:solidFill>
            <a:prstDash val="solid"/>
          </a:ln>
        </p:spPr>
      </p:sp>
      <p:sp>
        <p:nvSpPr>
          <p:cNvPr id="1008" name="Editable chart path">
            <a:extLst xmlns:a="http://schemas.openxmlformats.org/drawingml/2006/main">
              <a:ext uri="{FF2B5EF4-FFF2-40B4-BE49-F238E27FC236}">
                <a16:creationId xmlns:a16="http://schemas.microsoft.com/office/drawing/2014/main" id="{B58BD9E0-625D-4B86-890C-C9FF56A0CD97}"/>
              </a:ext>
            </a:extLst>
          </p:cNvPr>
          <p:cNvSpPr>
            <a:spLocks xmlns:a="http://schemas.openxmlformats.org/drawingml/2006/main" noGrp="1"/>
          </p:cNvSpPr>
          <p:nvPr/>
        </p:nvSpPr>
        <p:spPr>
          <a:xfrm xmlns:a="http://schemas.openxmlformats.org/drawingml/2006/main">
            <a:off x="8764631"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09" name="Editable chart path">
            <a:extLst xmlns:a="http://schemas.openxmlformats.org/drawingml/2006/main">
              <a:ext uri="{FF2B5EF4-FFF2-40B4-BE49-F238E27FC236}">
                <a16:creationId xmlns:a16="http://schemas.microsoft.com/office/drawing/2014/main" id="{3E3F8B2B-25E5-4A6E-A349-3FBB10362424}"/>
              </a:ext>
            </a:extLst>
          </p:cNvPr>
          <p:cNvSpPr>
            <a:spLocks xmlns:a="http://schemas.openxmlformats.org/drawingml/2006/main" noGrp="1"/>
          </p:cNvSpPr>
          <p:nvPr/>
        </p:nvSpPr>
        <p:spPr>
          <a:xfrm xmlns:a="http://schemas.openxmlformats.org/drawingml/2006/main">
            <a:off x="8764631"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1010" name="Editable chart path">
            <a:extLst xmlns:a="http://schemas.openxmlformats.org/drawingml/2006/main">
              <a:ext uri="{FF2B5EF4-FFF2-40B4-BE49-F238E27FC236}">
                <a16:creationId xmlns:a16="http://schemas.microsoft.com/office/drawing/2014/main" id="{13E5AFB4-D5A2-4CB3-B397-E2D21790BFD8}"/>
              </a:ext>
            </a:extLst>
          </p:cNvPr>
          <p:cNvSpPr>
            <a:spLocks xmlns:a="http://schemas.openxmlformats.org/drawingml/2006/main" noGrp="1"/>
          </p:cNvSpPr>
          <p:nvPr/>
        </p:nvSpPr>
        <p:spPr>
          <a:xfrm xmlns:a="http://schemas.openxmlformats.org/drawingml/2006/main">
            <a:off x="8842407"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11" name="Editable chart path">
            <a:extLst xmlns:a="http://schemas.openxmlformats.org/drawingml/2006/main">
              <a:ext uri="{FF2B5EF4-FFF2-40B4-BE49-F238E27FC236}">
                <a16:creationId xmlns:a16="http://schemas.microsoft.com/office/drawing/2014/main" id="{1649DD82-853E-46BB-8BEC-21510818A654}"/>
              </a:ext>
            </a:extLst>
          </p:cNvPr>
          <p:cNvSpPr>
            <a:spLocks xmlns:a="http://schemas.openxmlformats.org/drawingml/2006/main" noGrp="1"/>
          </p:cNvSpPr>
          <p:nvPr/>
        </p:nvSpPr>
        <p:spPr>
          <a:xfrm xmlns:a="http://schemas.openxmlformats.org/drawingml/2006/main">
            <a:off x="8842407"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3A68B0"/>
          </a:solidFill>
          <a:ln xmlns:a="http://schemas.openxmlformats.org/drawingml/2006/main" w="3839">
            <a:solidFill>
              <a:srgbClr val="FBFCFE"/>
            </a:solidFill>
            <a:prstDash val="solid"/>
          </a:ln>
        </p:spPr>
      </p:sp>
      <p:sp>
        <p:nvSpPr>
          <p:cNvPr id="1012" name="Editable chart path">
            <a:extLst xmlns:a="http://schemas.openxmlformats.org/drawingml/2006/main">
              <a:ext uri="{FF2B5EF4-FFF2-40B4-BE49-F238E27FC236}">
                <a16:creationId xmlns:a16="http://schemas.microsoft.com/office/drawing/2014/main" id="{B9D6C724-1D51-453F-A49A-50E8539ED96C}"/>
              </a:ext>
            </a:extLst>
          </p:cNvPr>
          <p:cNvSpPr>
            <a:spLocks xmlns:a="http://schemas.openxmlformats.org/drawingml/2006/main" noGrp="1"/>
          </p:cNvSpPr>
          <p:nvPr/>
        </p:nvSpPr>
        <p:spPr>
          <a:xfrm xmlns:a="http://schemas.openxmlformats.org/drawingml/2006/main">
            <a:off x="8842407"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0A29E"/>
          </a:solidFill>
          <a:ln xmlns:a="http://schemas.openxmlformats.org/drawingml/2006/main" w="3839">
            <a:solidFill>
              <a:srgbClr val="FBFCFE"/>
            </a:solidFill>
            <a:prstDash val="solid"/>
          </a:ln>
        </p:spPr>
      </p:sp>
      <p:sp>
        <p:nvSpPr>
          <p:cNvPr id="1013" name="Editable chart path">
            <a:extLst xmlns:a="http://schemas.openxmlformats.org/drawingml/2006/main">
              <a:ext uri="{FF2B5EF4-FFF2-40B4-BE49-F238E27FC236}">
                <a16:creationId xmlns:a16="http://schemas.microsoft.com/office/drawing/2014/main" id="{5F6D2648-1211-4544-9A78-7EF3670E8305}"/>
              </a:ext>
            </a:extLst>
          </p:cNvPr>
          <p:cNvSpPr>
            <a:spLocks xmlns:a="http://schemas.openxmlformats.org/drawingml/2006/main" noGrp="1"/>
          </p:cNvSpPr>
          <p:nvPr/>
        </p:nvSpPr>
        <p:spPr>
          <a:xfrm xmlns:a="http://schemas.openxmlformats.org/drawingml/2006/main">
            <a:off x="8842407"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014" name="Editable chart path">
            <a:extLst xmlns:a="http://schemas.openxmlformats.org/drawingml/2006/main">
              <a:ext uri="{FF2B5EF4-FFF2-40B4-BE49-F238E27FC236}">
                <a16:creationId xmlns:a16="http://schemas.microsoft.com/office/drawing/2014/main" id="{65B719C5-7A1F-4895-BFB8-150209326E5E}"/>
              </a:ext>
            </a:extLst>
          </p:cNvPr>
          <p:cNvSpPr>
            <a:spLocks xmlns:a="http://schemas.openxmlformats.org/drawingml/2006/main" noGrp="1"/>
          </p:cNvSpPr>
          <p:nvPr/>
        </p:nvSpPr>
        <p:spPr>
          <a:xfrm xmlns:a="http://schemas.openxmlformats.org/drawingml/2006/main">
            <a:off x="8842407"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15" name="Editable chart path">
            <a:extLst xmlns:a="http://schemas.openxmlformats.org/drawingml/2006/main">
              <a:ext uri="{FF2B5EF4-FFF2-40B4-BE49-F238E27FC236}">
                <a16:creationId xmlns:a16="http://schemas.microsoft.com/office/drawing/2014/main" id="{5521A328-D5E5-4C7D-970F-80F34F86CB6C}"/>
              </a:ext>
            </a:extLst>
          </p:cNvPr>
          <p:cNvSpPr>
            <a:spLocks xmlns:a="http://schemas.openxmlformats.org/drawingml/2006/main" noGrp="1"/>
          </p:cNvSpPr>
          <p:nvPr/>
        </p:nvSpPr>
        <p:spPr>
          <a:xfrm xmlns:a="http://schemas.openxmlformats.org/drawingml/2006/main">
            <a:off x="8842407"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6B63"/>
          </a:solidFill>
          <a:ln xmlns:a="http://schemas.openxmlformats.org/drawingml/2006/main" w="3839">
            <a:solidFill>
              <a:srgbClr val="FBFCFE"/>
            </a:solidFill>
            <a:prstDash val="solid"/>
          </a:ln>
        </p:spPr>
      </p:sp>
      <p:sp>
        <p:nvSpPr>
          <p:cNvPr id="1016" name="Editable chart path">
            <a:extLst xmlns:a="http://schemas.openxmlformats.org/drawingml/2006/main">
              <a:ext uri="{FF2B5EF4-FFF2-40B4-BE49-F238E27FC236}">
                <a16:creationId xmlns:a16="http://schemas.microsoft.com/office/drawing/2014/main" id="{A7C1105D-FCB0-4092-A890-4950346E6808}"/>
              </a:ext>
            </a:extLst>
          </p:cNvPr>
          <p:cNvSpPr>
            <a:spLocks xmlns:a="http://schemas.openxmlformats.org/drawingml/2006/main" noGrp="1"/>
          </p:cNvSpPr>
          <p:nvPr/>
        </p:nvSpPr>
        <p:spPr>
          <a:xfrm xmlns:a="http://schemas.openxmlformats.org/drawingml/2006/main">
            <a:off x="8842407"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17" name="Editable chart path">
            <a:extLst xmlns:a="http://schemas.openxmlformats.org/drawingml/2006/main">
              <a:ext uri="{FF2B5EF4-FFF2-40B4-BE49-F238E27FC236}">
                <a16:creationId xmlns:a16="http://schemas.microsoft.com/office/drawing/2014/main" id="{851A9D49-8296-4F4A-A719-893615EF3088}"/>
              </a:ext>
            </a:extLst>
          </p:cNvPr>
          <p:cNvSpPr>
            <a:spLocks xmlns:a="http://schemas.openxmlformats.org/drawingml/2006/main" noGrp="1"/>
          </p:cNvSpPr>
          <p:nvPr/>
        </p:nvSpPr>
        <p:spPr>
          <a:xfrm xmlns:a="http://schemas.openxmlformats.org/drawingml/2006/main">
            <a:off x="8842407"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18" name="Editable chart path">
            <a:extLst xmlns:a="http://schemas.openxmlformats.org/drawingml/2006/main">
              <a:ext uri="{FF2B5EF4-FFF2-40B4-BE49-F238E27FC236}">
                <a16:creationId xmlns:a16="http://schemas.microsoft.com/office/drawing/2014/main" id="{5F41B02D-03D0-4DED-8254-83B9D3E4092D}"/>
              </a:ext>
            </a:extLst>
          </p:cNvPr>
          <p:cNvSpPr>
            <a:spLocks xmlns:a="http://schemas.openxmlformats.org/drawingml/2006/main" noGrp="1"/>
          </p:cNvSpPr>
          <p:nvPr/>
        </p:nvSpPr>
        <p:spPr>
          <a:xfrm xmlns:a="http://schemas.openxmlformats.org/drawingml/2006/main">
            <a:off x="8842407"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19" name="Editable chart path">
            <a:extLst xmlns:a="http://schemas.openxmlformats.org/drawingml/2006/main">
              <a:ext uri="{FF2B5EF4-FFF2-40B4-BE49-F238E27FC236}">
                <a16:creationId xmlns:a16="http://schemas.microsoft.com/office/drawing/2014/main" id="{5AAA7B20-EFE8-45F9-B5E7-6015343F842B}"/>
              </a:ext>
            </a:extLst>
          </p:cNvPr>
          <p:cNvSpPr>
            <a:spLocks xmlns:a="http://schemas.openxmlformats.org/drawingml/2006/main" noGrp="1"/>
          </p:cNvSpPr>
          <p:nvPr/>
        </p:nvSpPr>
        <p:spPr>
          <a:xfrm xmlns:a="http://schemas.openxmlformats.org/drawingml/2006/main">
            <a:off x="8842407"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20" name="Editable chart path">
            <a:extLst xmlns:a="http://schemas.openxmlformats.org/drawingml/2006/main">
              <a:ext uri="{FF2B5EF4-FFF2-40B4-BE49-F238E27FC236}">
                <a16:creationId xmlns:a16="http://schemas.microsoft.com/office/drawing/2014/main" id="{BA18DCB1-4E57-4B80-853B-192AD39AAAC8}"/>
              </a:ext>
            </a:extLst>
          </p:cNvPr>
          <p:cNvSpPr>
            <a:spLocks xmlns:a="http://schemas.openxmlformats.org/drawingml/2006/main" noGrp="1"/>
          </p:cNvSpPr>
          <p:nvPr/>
        </p:nvSpPr>
        <p:spPr>
          <a:xfrm xmlns:a="http://schemas.openxmlformats.org/drawingml/2006/main">
            <a:off x="8842407"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021" name="Editable chart path">
            <a:extLst xmlns:a="http://schemas.openxmlformats.org/drawingml/2006/main">
              <a:ext uri="{FF2B5EF4-FFF2-40B4-BE49-F238E27FC236}">
                <a16:creationId xmlns:a16="http://schemas.microsoft.com/office/drawing/2014/main" id="{944D6D9D-0015-49A9-BD28-C39035DA7EF2}"/>
              </a:ext>
            </a:extLst>
          </p:cNvPr>
          <p:cNvSpPr>
            <a:spLocks xmlns:a="http://schemas.openxmlformats.org/drawingml/2006/main" noGrp="1"/>
          </p:cNvSpPr>
          <p:nvPr/>
        </p:nvSpPr>
        <p:spPr>
          <a:xfrm xmlns:a="http://schemas.openxmlformats.org/drawingml/2006/main">
            <a:off x="8842407"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22" name="Editable chart path">
            <a:extLst xmlns:a="http://schemas.openxmlformats.org/drawingml/2006/main">
              <a:ext uri="{FF2B5EF4-FFF2-40B4-BE49-F238E27FC236}">
                <a16:creationId xmlns:a16="http://schemas.microsoft.com/office/drawing/2014/main" id="{3490D334-E793-4171-914D-FE0AA87A3226}"/>
              </a:ext>
            </a:extLst>
          </p:cNvPr>
          <p:cNvSpPr>
            <a:spLocks xmlns:a="http://schemas.openxmlformats.org/drawingml/2006/main" noGrp="1"/>
          </p:cNvSpPr>
          <p:nvPr/>
        </p:nvSpPr>
        <p:spPr>
          <a:xfrm xmlns:a="http://schemas.openxmlformats.org/drawingml/2006/main">
            <a:off x="8842407"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23" name="Editable chart path">
            <a:extLst xmlns:a="http://schemas.openxmlformats.org/drawingml/2006/main">
              <a:ext uri="{FF2B5EF4-FFF2-40B4-BE49-F238E27FC236}">
                <a16:creationId xmlns:a16="http://schemas.microsoft.com/office/drawing/2014/main" id="{C87A4E1E-9CFC-4D54-B32B-DC23169D6B9D}"/>
              </a:ext>
            </a:extLst>
          </p:cNvPr>
          <p:cNvSpPr>
            <a:spLocks xmlns:a="http://schemas.openxmlformats.org/drawingml/2006/main" noGrp="1"/>
          </p:cNvSpPr>
          <p:nvPr/>
        </p:nvSpPr>
        <p:spPr>
          <a:xfrm xmlns:a="http://schemas.openxmlformats.org/drawingml/2006/main">
            <a:off x="8842407"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1024" name="Editable chart path">
            <a:extLst xmlns:a="http://schemas.openxmlformats.org/drawingml/2006/main">
              <a:ext uri="{FF2B5EF4-FFF2-40B4-BE49-F238E27FC236}">
                <a16:creationId xmlns:a16="http://schemas.microsoft.com/office/drawing/2014/main" id="{B417A75C-D692-4570-8EC4-E591442A0560}"/>
              </a:ext>
            </a:extLst>
          </p:cNvPr>
          <p:cNvSpPr>
            <a:spLocks xmlns:a="http://schemas.openxmlformats.org/drawingml/2006/main" noGrp="1"/>
          </p:cNvSpPr>
          <p:nvPr/>
        </p:nvSpPr>
        <p:spPr>
          <a:xfrm xmlns:a="http://schemas.openxmlformats.org/drawingml/2006/main">
            <a:off x="8920182"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25" name="Editable chart path">
            <a:extLst xmlns:a="http://schemas.openxmlformats.org/drawingml/2006/main">
              <a:ext uri="{FF2B5EF4-FFF2-40B4-BE49-F238E27FC236}">
                <a16:creationId xmlns:a16="http://schemas.microsoft.com/office/drawing/2014/main" id="{5A2BE7FA-3A9F-41FA-97FD-C23C7EB18A6D}"/>
              </a:ext>
            </a:extLst>
          </p:cNvPr>
          <p:cNvSpPr>
            <a:spLocks xmlns:a="http://schemas.openxmlformats.org/drawingml/2006/main" noGrp="1"/>
          </p:cNvSpPr>
          <p:nvPr/>
        </p:nvSpPr>
        <p:spPr>
          <a:xfrm xmlns:a="http://schemas.openxmlformats.org/drawingml/2006/main">
            <a:off x="8920182"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8BDDC"/>
          </a:solidFill>
          <a:ln xmlns:a="http://schemas.openxmlformats.org/drawingml/2006/main" w="3839">
            <a:solidFill>
              <a:srgbClr val="FBFCFE"/>
            </a:solidFill>
            <a:prstDash val="solid"/>
          </a:ln>
        </p:spPr>
      </p:sp>
      <p:sp>
        <p:nvSpPr>
          <p:cNvPr id="1026" name="Editable chart path">
            <a:extLst xmlns:a="http://schemas.openxmlformats.org/drawingml/2006/main">
              <a:ext uri="{FF2B5EF4-FFF2-40B4-BE49-F238E27FC236}">
                <a16:creationId xmlns:a16="http://schemas.microsoft.com/office/drawing/2014/main" id="{08BB39DD-4528-43DD-9CDE-719B81D420C0}"/>
              </a:ext>
            </a:extLst>
          </p:cNvPr>
          <p:cNvSpPr>
            <a:spLocks xmlns:a="http://schemas.openxmlformats.org/drawingml/2006/main" noGrp="1"/>
          </p:cNvSpPr>
          <p:nvPr/>
        </p:nvSpPr>
        <p:spPr>
          <a:xfrm xmlns:a="http://schemas.openxmlformats.org/drawingml/2006/main">
            <a:off x="8920182"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27" name="Editable chart path">
            <a:extLst xmlns:a="http://schemas.openxmlformats.org/drawingml/2006/main">
              <a:ext uri="{FF2B5EF4-FFF2-40B4-BE49-F238E27FC236}">
                <a16:creationId xmlns:a16="http://schemas.microsoft.com/office/drawing/2014/main" id="{5B5FF939-413A-4F8E-8128-EBB69CDD6E13}"/>
              </a:ext>
            </a:extLst>
          </p:cNvPr>
          <p:cNvSpPr>
            <a:spLocks xmlns:a="http://schemas.openxmlformats.org/drawingml/2006/main" noGrp="1"/>
          </p:cNvSpPr>
          <p:nvPr/>
        </p:nvSpPr>
        <p:spPr>
          <a:xfrm xmlns:a="http://schemas.openxmlformats.org/drawingml/2006/main">
            <a:off x="8920182"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28" name="Editable chart path">
            <a:extLst xmlns:a="http://schemas.openxmlformats.org/drawingml/2006/main">
              <a:ext uri="{FF2B5EF4-FFF2-40B4-BE49-F238E27FC236}">
                <a16:creationId xmlns:a16="http://schemas.microsoft.com/office/drawing/2014/main" id="{1763BDDA-65AE-4B9C-97FC-B82C300C3C83}"/>
              </a:ext>
            </a:extLst>
          </p:cNvPr>
          <p:cNvSpPr>
            <a:spLocks xmlns:a="http://schemas.openxmlformats.org/drawingml/2006/main" noGrp="1"/>
          </p:cNvSpPr>
          <p:nvPr/>
        </p:nvSpPr>
        <p:spPr>
          <a:xfrm xmlns:a="http://schemas.openxmlformats.org/drawingml/2006/main">
            <a:off x="8920182"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029" name="Editable chart path">
            <a:extLst xmlns:a="http://schemas.openxmlformats.org/drawingml/2006/main">
              <a:ext uri="{FF2B5EF4-FFF2-40B4-BE49-F238E27FC236}">
                <a16:creationId xmlns:a16="http://schemas.microsoft.com/office/drawing/2014/main" id="{C2E87362-A6D9-4CA3-BE73-1514A63EEC22}"/>
              </a:ext>
            </a:extLst>
          </p:cNvPr>
          <p:cNvSpPr>
            <a:spLocks xmlns:a="http://schemas.openxmlformats.org/drawingml/2006/main" noGrp="1"/>
          </p:cNvSpPr>
          <p:nvPr/>
        </p:nvSpPr>
        <p:spPr>
          <a:xfrm xmlns:a="http://schemas.openxmlformats.org/drawingml/2006/main">
            <a:off x="8920182"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30" name="Editable chart path">
            <a:extLst xmlns:a="http://schemas.openxmlformats.org/drawingml/2006/main">
              <a:ext uri="{FF2B5EF4-FFF2-40B4-BE49-F238E27FC236}">
                <a16:creationId xmlns:a16="http://schemas.microsoft.com/office/drawing/2014/main" id="{08511CC2-693E-4755-A4A9-65408028C6C0}"/>
              </a:ext>
            </a:extLst>
          </p:cNvPr>
          <p:cNvSpPr>
            <a:spLocks xmlns:a="http://schemas.openxmlformats.org/drawingml/2006/main" noGrp="1"/>
          </p:cNvSpPr>
          <p:nvPr/>
        </p:nvSpPr>
        <p:spPr>
          <a:xfrm xmlns:a="http://schemas.openxmlformats.org/drawingml/2006/main">
            <a:off x="8920182"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31" name="Editable chart path">
            <a:extLst xmlns:a="http://schemas.openxmlformats.org/drawingml/2006/main">
              <a:ext uri="{FF2B5EF4-FFF2-40B4-BE49-F238E27FC236}">
                <a16:creationId xmlns:a16="http://schemas.microsoft.com/office/drawing/2014/main" id="{96BC7C61-206C-430B-846C-80AFEF173110}"/>
              </a:ext>
            </a:extLst>
          </p:cNvPr>
          <p:cNvSpPr>
            <a:spLocks xmlns:a="http://schemas.openxmlformats.org/drawingml/2006/main" noGrp="1"/>
          </p:cNvSpPr>
          <p:nvPr/>
        </p:nvSpPr>
        <p:spPr>
          <a:xfrm xmlns:a="http://schemas.openxmlformats.org/drawingml/2006/main">
            <a:off x="8920182"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5EBF4"/>
          </a:solidFill>
          <a:ln xmlns:a="http://schemas.openxmlformats.org/drawingml/2006/main" w="3839">
            <a:solidFill>
              <a:srgbClr val="FBFCFE"/>
            </a:solidFill>
            <a:prstDash val="solid"/>
          </a:ln>
        </p:spPr>
      </p:sp>
      <p:sp>
        <p:nvSpPr>
          <p:cNvPr id="1032" name="Editable chart path">
            <a:extLst xmlns:a="http://schemas.openxmlformats.org/drawingml/2006/main">
              <a:ext uri="{FF2B5EF4-FFF2-40B4-BE49-F238E27FC236}">
                <a16:creationId xmlns:a16="http://schemas.microsoft.com/office/drawing/2014/main" id="{FA220DC3-5FE4-4030-BA7F-72A5553831E6}"/>
              </a:ext>
            </a:extLst>
          </p:cNvPr>
          <p:cNvSpPr>
            <a:spLocks xmlns:a="http://schemas.openxmlformats.org/drawingml/2006/main" noGrp="1"/>
          </p:cNvSpPr>
          <p:nvPr/>
        </p:nvSpPr>
        <p:spPr>
          <a:xfrm xmlns:a="http://schemas.openxmlformats.org/drawingml/2006/main">
            <a:off x="8920182"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8BBB8"/>
          </a:solidFill>
          <a:ln xmlns:a="http://schemas.openxmlformats.org/drawingml/2006/main" w="3839">
            <a:solidFill>
              <a:srgbClr val="FBFCFE"/>
            </a:solidFill>
            <a:prstDash val="solid"/>
          </a:ln>
        </p:spPr>
      </p:sp>
      <p:sp>
        <p:nvSpPr>
          <p:cNvPr id="1033" name="Editable chart path">
            <a:extLst xmlns:a="http://schemas.openxmlformats.org/drawingml/2006/main">
              <a:ext uri="{FF2B5EF4-FFF2-40B4-BE49-F238E27FC236}">
                <a16:creationId xmlns:a16="http://schemas.microsoft.com/office/drawing/2014/main" id="{BE019B38-4E7E-49AA-B87C-68531F9CB479}"/>
              </a:ext>
            </a:extLst>
          </p:cNvPr>
          <p:cNvSpPr>
            <a:spLocks xmlns:a="http://schemas.openxmlformats.org/drawingml/2006/main" noGrp="1"/>
          </p:cNvSpPr>
          <p:nvPr/>
        </p:nvSpPr>
        <p:spPr>
          <a:xfrm xmlns:a="http://schemas.openxmlformats.org/drawingml/2006/main">
            <a:off x="8920182"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34" name="Editable chart path">
            <a:extLst xmlns:a="http://schemas.openxmlformats.org/drawingml/2006/main">
              <a:ext uri="{FF2B5EF4-FFF2-40B4-BE49-F238E27FC236}">
                <a16:creationId xmlns:a16="http://schemas.microsoft.com/office/drawing/2014/main" id="{2971E5FD-69A1-49DA-8DF7-E6F45060AD25}"/>
              </a:ext>
            </a:extLst>
          </p:cNvPr>
          <p:cNvSpPr>
            <a:spLocks xmlns:a="http://schemas.openxmlformats.org/drawingml/2006/main" noGrp="1"/>
          </p:cNvSpPr>
          <p:nvPr/>
        </p:nvSpPr>
        <p:spPr>
          <a:xfrm xmlns:a="http://schemas.openxmlformats.org/drawingml/2006/main">
            <a:off x="8920182"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035" name="Editable chart path">
            <a:extLst xmlns:a="http://schemas.openxmlformats.org/drawingml/2006/main">
              <a:ext uri="{FF2B5EF4-FFF2-40B4-BE49-F238E27FC236}">
                <a16:creationId xmlns:a16="http://schemas.microsoft.com/office/drawing/2014/main" id="{74146B05-C0D4-4AB1-8D90-10E65BACAD9C}"/>
              </a:ext>
            </a:extLst>
          </p:cNvPr>
          <p:cNvSpPr>
            <a:spLocks xmlns:a="http://schemas.openxmlformats.org/drawingml/2006/main" noGrp="1"/>
          </p:cNvSpPr>
          <p:nvPr/>
        </p:nvSpPr>
        <p:spPr>
          <a:xfrm xmlns:a="http://schemas.openxmlformats.org/drawingml/2006/main">
            <a:off x="8920182"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36" name="Editable chart path">
            <a:extLst xmlns:a="http://schemas.openxmlformats.org/drawingml/2006/main">
              <a:ext uri="{FF2B5EF4-FFF2-40B4-BE49-F238E27FC236}">
                <a16:creationId xmlns:a16="http://schemas.microsoft.com/office/drawing/2014/main" id="{0F6329D4-9777-4F5D-9CAC-1B2303B1179C}"/>
              </a:ext>
            </a:extLst>
          </p:cNvPr>
          <p:cNvSpPr>
            <a:spLocks xmlns:a="http://schemas.openxmlformats.org/drawingml/2006/main" noGrp="1"/>
          </p:cNvSpPr>
          <p:nvPr/>
        </p:nvSpPr>
        <p:spPr>
          <a:xfrm xmlns:a="http://schemas.openxmlformats.org/drawingml/2006/main">
            <a:off x="8997958"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37C76"/>
          </a:solidFill>
          <a:ln xmlns:a="http://schemas.openxmlformats.org/drawingml/2006/main" w="3839">
            <a:solidFill>
              <a:srgbClr val="FBFCFE"/>
            </a:solidFill>
            <a:prstDash val="solid"/>
          </a:ln>
        </p:spPr>
      </p:sp>
      <p:sp>
        <p:nvSpPr>
          <p:cNvPr id="1037" name="Editable chart path">
            <a:extLst xmlns:a="http://schemas.openxmlformats.org/drawingml/2006/main">
              <a:ext uri="{FF2B5EF4-FFF2-40B4-BE49-F238E27FC236}">
                <a16:creationId xmlns:a16="http://schemas.microsoft.com/office/drawing/2014/main" id="{6F23F5A3-C687-407D-A57A-38CDD03517E9}"/>
              </a:ext>
            </a:extLst>
          </p:cNvPr>
          <p:cNvSpPr>
            <a:spLocks xmlns:a="http://schemas.openxmlformats.org/drawingml/2006/main" noGrp="1"/>
          </p:cNvSpPr>
          <p:nvPr/>
        </p:nvSpPr>
        <p:spPr>
          <a:xfrm xmlns:a="http://schemas.openxmlformats.org/drawingml/2006/main">
            <a:off x="8997958"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0746D"/>
          </a:solidFill>
          <a:ln xmlns:a="http://schemas.openxmlformats.org/drawingml/2006/main" w="3839">
            <a:solidFill>
              <a:srgbClr val="FBFCFE"/>
            </a:solidFill>
            <a:prstDash val="solid"/>
          </a:ln>
        </p:spPr>
      </p:sp>
      <p:sp>
        <p:nvSpPr>
          <p:cNvPr id="1038" name="Editable chart path">
            <a:extLst xmlns:a="http://schemas.openxmlformats.org/drawingml/2006/main">
              <a:ext uri="{FF2B5EF4-FFF2-40B4-BE49-F238E27FC236}">
                <a16:creationId xmlns:a16="http://schemas.microsoft.com/office/drawing/2014/main" id="{D13BE37E-C95B-4AFE-B32C-24CA0DD4B657}"/>
              </a:ext>
            </a:extLst>
          </p:cNvPr>
          <p:cNvSpPr>
            <a:spLocks xmlns:a="http://schemas.openxmlformats.org/drawingml/2006/main" noGrp="1"/>
          </p:cNvSpPr>
          <p:nvPr/>
        </p:nvSpPr>
        <p:spPr>
          <a:xfrm xmlns:a="http://schemas.openxmlformats.org/drawingml/2006/main">
            <a:off x="899795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39" name="Editable chart path">
            <a:extLst xmlns:a="http://schemas.openxmlformats.org/drawingml/2006/main">
              <a:ext uri="{FF2B5EF4-FFF2-40B4-BE49-F238E27FC236}">
                <a16:creationId xmlns:a16="http://schemas.microsoft.com/office/drawing/2014/main" id="{17EC19CC-7228-4C02-9332-7E81AC834CE1}"/>
              </a:ext>
            </a:extLst>
          </p:cNvPr>
          <p:cNvSpPr>
            <a:spLocks xmlns:a="http://schemas.openxmlformats.org/drawingml/2006/main" noGrp="1"/>
          </p:cNvSpPr>
          <p:nvPr/>
        </p:nvSpPr>
        <p:spPr>
          <a:xfrm xmlns:a="http://schemas.openxmlformats.org/drawingml/2006/main">
            <a:off x="899795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40" name="Editable chart path">
            <a:extLst xmlns:a="http://schemas.openxmlformats.org/drawingml/2006/main">
              <a:ext uri="{FF2B5EF4-FFF2-40B4-BE49-F238E27FC236}">
                <a16:creationId xmlns:a16="http://schemas.microsoft.com/office/drawing/2014/main" id="{A64A0451-83F1-442F-8602-2B529DF07EA6}"/>
              </a:ext>
            </a:extLst>
          </p:cNvPr>
          <p:cNvSpPr>
            <a:spLocks xmlns:a="http://schemas.openxmlformats.org/drawingml/2006/main" noGrp="1"/>
          </p:cNvSpPr>
          <p:nvPr/>
        </p:nvSpPr>
        <p:spPr>
          <a:xfrm xmlns:a="http://schemas.openxmlformats.org/drawingml/2006/main">
            <a:off x="899795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41" name="Editable chart path">
            <a:extLst xmlns:a="http://schemas.openxmlformats.org/drawingml/2006/main">
              <a:ext uri="{FF2B5EF4-FFF2-40B4-BE49-F238E27FC236}">
                <a16:creationId xmlns:a16="http://schemas.microsoft.com/office/drawing/2014/main" id="{60BB23D6-91EF-4DB9-8DD6-53BAEB705572}"/>
              </a:ext>
            </a:extLst>
          </p:cNvPr>
          <p:cNvSpPr>
            <a:spLocks xmlns:a="http://schemas.openxmlformats.org/drawingml/2006/main" noGrp="1"/>
          </p:cNvSpPr>
          <p:nvPr/>
        </p:nvSpPr>
        <p:spPr>
          <a:xfrm xmlns:a="http://schemas.openxmlformats.org/drawingml/2006/main">
            <a:off x="899795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DF9F9"/>
          </a:solidFill>
          <a:ln xmlns:a="http://schemas.openxmlformats.org/drawingml/2006/main" w="3839">
            <a:solidFill>
              <a:srgbClr val="FBFCFE"/>
            </a:solidFill>
            <a:prstDash val="solid"/>
          </a:ln>
        </p:spPr>
      </p:sp>
      <p:sp>
        <p:nvSpPr>
          <p:cNvPr id="1042" name="Editable chart path">
            <a:extLst xmlns:a="http://schemas.openxmlformats.org/drawingml/2006/main">
              <a:ext uri="{FF2B5EF4-FFF2-40B4-BE49-F238E27FC236}">
                <a16:creationId xmlns:a16="http://schemas.microsoft.com/office/drawing/2014/main" id="{E5813D69-6689-48C9-A716-5FFBEA90571B}"/>
              </a:ext>
            </a:extLst>
          </p:cNvPr>
          <p:cNvSpPr>
            <a:spLocks xmlns:a="http://schemas.openxmlformats.org/drawingml/2006/main" noGrp="1"/>
          </p:cNvSpPr>
          <p:nvPr/>
        </p:nvSpPr>
        <p:spPr>
          <a:xfrm xmlns:a="http://schemas.openxmlformats.org/drawingml/2006/main">
            <a:off x="8997958"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43" name="Editable chart path">
            <a:extLst xmlns:a="http://schemas.openxmlformats.org/drawingml/2006/main">
              <a:ext uri="{FF2B5EF4-FFF2-40B4-BE49-F238E27FC236}">
                <a16:creationId xmlns:a16="http://schemas.microsoft.com/office/drawing/2014/main" id="{B6519D48-0F9F-4BD2-BBB0-ADAF97028B66}"/>
              </a:ext>
            </a:extLst>
          </p:cNvPr>
          <p:cNvSpPr>
            <a:spLocks xmlns:a="http://schemas.openxmlformats.org/drawingml/2006/main" noGrp="1"/>
          </p:cNvSpPr>
          <p:nvPr/>
        </p:nvSpPr>
        <p:spPr>
          <a:xfrm xmlns:a="http://schemas.openxmlformats.org/drawingml/2006/main">
            <a:off x="8997958"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44" name="Editable chart path">
            <a:extLst xmlns:a="http://schemas.openxmlformats.org/drawingml/2006/main">
              <a:ext uri="{FF2B5EF4-FFF2-40B4-BE49-F238E27FC236}">
                <a16:creationId xmlns:a16="http://schemas.microsoft.com/office/drawing/2014/main" id="{F8F93567-515B-430D-8258-81A2C1D0EDCF}"/>
              </a:ext>
            </a:extLst>
          </p:cNvPr>
          <p:cNvSpPr>
            <a:spLocks xmlns:a="http://schemas.openxmlformats.org/drawingml/2006/main" noGrp="1"/>
          </p:cNvSpPr>
          <p:nvPr/>
        </p:nvSpPr>
        <p:spPr>
          <a:xfrm xmlns:a="http://schemas.openxmlformats.org/drawingml/2006/main">
            <a:off x="8997958"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45" name="Editable chart path">
            <a:extLst xmlns:a="http://schemas.openxmlformats.org/drawingml/2006/main">
              <a:ext uri="{FF2B5EF4-FFF2-40B4-BE49-F238E27FC236}">
                <a16:creationId xmlns:a16="http://schemas.microsoft.com/office/drawing/2014/main" id="{47923C58-5A8E-47C5-916A-A66C1A7428F7}"/>
              </a:ext>
            </a:extLst>
          </p:cNvPr>
          <p:cNvSpPr>
            <a:spLocks xmlns:a="http://schemas.openxmlformats.org/drawingml/2006/main" noGrp="1"/>
          </p:cNvSpPr>
          <p:nvPr/>
        </p:nvSpPr>
        <p:spPr>
          <a:xfrm xmlns:a="http://schemas.openxmlformats.org/drawingml/2006/main">
            <a:off x="8997958"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46" name="Editable chart path">
            <a:extLst xmlns:a="http://schemas.openxmlformats.org/drawingml/2006/main">
              <a:ext uri="{FF2B5EF4-FFF2-40B4-BE49-F238E27FC236}">
                <a16:creationId xmlns:a16="http://schemas.microsoft.com/office/drawing/2014/main" id="{DB51C0D4-DE81-4E48-9814-D17AEEA6483F}"/>
              </a:ext>
            </a:extLst>
          </p:cNvPr>
          <p:cNvSpPr>
            <a:spLocks xmlns:a="http://schemas.openxmlformats.org/drawingml/2006/main" noGrp="1"/>
          </p:cNvSpPr>
          <p:nvPr/>
        </p:nvSpPr>
        <p:spPr>
          <a:xfrm xmlns:a="http://schemas.openxmlformats.org/drawingml/2006/main">
            <a:off x="8997958"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6B5B1"/>
          </a:solidFill>
          <a:ln xmlns:a="http://schemas.openxmlformats.org/drawingml/2006/main" w="3839">
            <a:solidFill>
              <a:srgbClr val="FBFCFE"/>
            </a:solidFill>
            <a:prstDash val="solid"/>
          </a:ln>
        </p:spPr>
      </p:sp>
      <p:sp>
        <p:nvSpPr>
          <p:cNvPr id="1047" name="Editable chart path">
            <a:extLst xmlns:a="http://schemas.openxmlformats.org/drawingml/2006/main">
              <a:ext uri="{FF2B5EF4-FFF2-40B4-BE49-F238E27FC236}">
                <a16:creationId xmlns:a16="http://schemas.microsoft.com/office/drawing/2014/main" id="{756DF9BC-E26E-4AE9-9CC6-E73554A0D024}"/>
              </a:ext>
            </a:extLst>
          </p:cNvPr>
          <p:cNvSpPr>
            <a:spLocks xmlns:a="http://schemas.openxmlformats.org/drawingml/2006/main" noGrp="1"/>
          </p:cNvSpPr>
          <p:nvPr/>
        </p:nvSpPr>
        <p:spPr>
          <a:xfrm xmlns:a="http://schemas.openxmlformats.org/drawingml/2006/main">
            <a:off x="8997958"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7B8B5"/>
          </a:solidFill>
          <a:ln xmlns:a="http://schemas.openxmlformats.org/drawingml/2006/main" w="3839">
            <a:solidFill>
              <a:srgbClr val="FBFCFE"/>
            </a:solidFill>
            <a:prstDash val="solid"/>
          </a:ln>
        </p:spPr>
      </p:sp>
      <p:sp>
        <p:nvSpPr>
          <p:cNvPr id="1048" name="Editable chart path">
            <a:extLst xmlns:a="http://schemas.openxmlformats.org/drawingml/2006/main">
              <a:ext uri="{FF2B5EF4-FFF2-40B4-BE49-F238E27FC236}">
                <a16:creationId xmlns:a16="http://schemas.microsoft.com/office/drawing/2014/main" id="{8816C96F-4630-4282-8C01-79EA69926CFB}"/>
              </a:ext>
            </a:extLst>
          </p:cNvPr>
          <p:cNvSpPr>
            <a:spLocks xmlns:a="http://schemas.openxmlformats.org/drawingml/2006/main" noGrp="1"/>
          </p:cNvSpPr>
          <p:nvPr/>
        </p:nvSpPr>
        <p:spPr>
          <a:xfrm xmlns:a="http://schemas.openxmlformats.org/drawingml/2006/main">
            <a:off x="9075733"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49" name="Editable chart path">
            <a:extLst xmlns:a="http://schemas.openxmlformats.org/drawingml/2006/main">
              <a:ext uri="{FF2B5EF4-FFF2-40B4-BE49-F238E27FC236}">
                <a16:creationId xmlns:a16="http://schemas.microsoft.com/office/drawing/2014/main" id="{61F7A0BA-60C4-4090-9157-64C30DBF8B04}"/>
              </a:ext>
            </a:extLst>
          </p:cNvPr>
          <p:cNvSpPr>
            <a:spLocks xmlns:a="http://schemas.openxmlformats.org/drawingml/2006/main" noGrp="1"/>
          </p:cNvSpPr>
          <p:nvPr/>
        </p:nvSpPr>
        <p:spPr>
          <a:xfrm xmlns:a="http://schemas.openxmlformats.org/drawingml/2006/main">
            <a:off x="9075733"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050" name="Editable chart path">
            <a:extLst xmlns:a="http://schemas.openxmlformats.org/drawingml/2006/main">
              <a:ext uri="{FF2B5EF4-FFF2-40B4-BE49-F238E27FC236}">
                <a16:creationId xmlns:a16="http://schemas.microsoft.com/office/drawing/2014/main" id="{E89461F4-D28D-4B5C-A976-ABCA0BE5B1E1}"/>
              </a:ext>
            </a:extLst>
          </p:cNvPr>
          <p:cNvSpPr>
            <a:spLocks xmlns:a="http://schemas.openxmlformats.org/drawingml/2006/main" noGrp="1"/>
          </p:cNvSpPr>
          <p:nvPr/>
        </p:nvSpPr>
        <p:spPr>
          <a:xfrm xmlns:a="http://schemas.openxmlformats.org/drawingml/2006/main">
            <a:off x="907573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14940"/>
          </a:solidFill>
          <a:ln xmlns:a="http://schemas.openxmlformats.org/drawingml/2006/main" w="3839">
            <a:solidFill>
              <a:srgbClr val="FBFCFE"/>
            </a:solidFill>
            <a:prstDash val="solid"/>
          </a:ln>
        </p:spPr>
      </p:sp>
      <p:sp>
        <p:nvSpPr>
          <p:cNvPr id="1051" name="Editable chart path">
            <a:extLst xmlns:a="http://schemas.openxmlformats.org/drawingml/2006/main">
              <a:ext uri="{FF2B5EF4-FFF2-40B4-BE49-F238E27FC236}">
                <a16:creationId xmlns:a16="http://schemas.microsoft.com/office/drawing/2014/main" id="{BAFC8DB3-8D71-4179-A0DC-A0B9C6128B7F}"/>
              </a:ext>
            </a:extLst>
          </p:cNvPr>
          <p:cNvSpPr>
            <a:spLocks xmlns:a="http://schemas.openxmlformats.org/drawingml/2006/main" noGrp="1"/>
          </p:cNvSpPr>
          <p:nvPr/>
        </p:nvSpPr>
        <p:spPr>
          <a:xfrm xmlns:a="http://schemas.openxmlformats.org/drawingml/2006/main">
            <a:off x="907573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052" name="Editable chart path">
            <a:extLst xmlns:a="http://schemas.openxmlformats.org/drawingml/2006/main">
              <a:ext uri="{FF2B5EF4-FFF2-40B4-BE49-F238E27FC236}">
                <a16:creationId xmlns:a16="http://schemas.microsoft.com/office/drawing/2014/main" id="{D12D4CDB-E859-46D9-8F50-B03A3F6010BE}"/>
              </a:ext>
            </a:extLst>
          </p:cNvPr>
          <p:cNvSpPr>
            <a:spLocks xmlns:a="http://schemas.openxmlformats.org/drawingml/2006/main" noGrp="1"/>
          </p:cNvSpPr>
          <p:nvPr/>
        </p:nvSpPr>
        <p:spPr>
          <a:xfrm xmlns:a="http://schemas.openxmlformats.org/drawingml/2006/main">
            <a:off x="907573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85D55"/>
          </a:solidFill>
          <a:ln xmlns:a="http://schemas.openxmlformats.org/drawingml/2006/main" w="3839">
            <a:solidFill>
              <a:srgbClr val="FBFCFE"/>
            </a:solidFill>
            <a:prstDash val="solid"/>
          </a:ln>
        </p:spPr>
      </p:sp>
      <p:sp>
        <p:nvSpPr>
          <p:cNvPr id="1053" name="Editable chart path">
            <a:extLst xmlns:a="http://schemas.openxmlformats.org/drawingml/2006/main">
              <a:ext uri="{FF2B5EF4-FFF2-40B4-BE49-F238E27FC236}">
                <a16:creationId xmlns:a16="http://schemas.microsoft.com/office/drawing/2014/main" id="{DD2A9FA9-F4B3-4AA1-B32D-665AE413FE25}"/>
              </a:ext>
            </a:extLst>
          </p:cNvPr>
          <p:cNvSpPr>
            <a:spLocks xmlns:a="http://schemas.openxmlformats.org/drawingml/2006/main" noGrp="1"/>
          </p:cNvSpPr>
          <p:nvPr/>
        </p:nvSpPr>
        <p:spPr>
          <a:xfrm xmlns:a="http://schemas.openxmlformats.org/drawingml/2006/main">
            <a:off x="907573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37E78"/>
          </a:solidFill>
          <a:ln xmlns:a="http://schemas.openxmlformats.org/drawingml/2006/main" w="3839">
            <a:solidFill>
              <a:srgbClr val="FBFCFE"/>
            </a:solidFill>
            <a:prstDash val="solid"/>
          </a:ln>
        </p:spPr>
      </p:sp>
      <p:sp>
        <p:nvSpPr>
          <p:cNvPr id="1054" name="Editable chart path">
            <a:extLst xmlns:a="http://schemas.openxmlformats.org/drawingml/2006/main">
              <a:ext uri="{FF2B5EF4-FFF2-40B4-BE49-F238E27FC236}">
                <a16:creationId xmlns:a16="http://schemas.microsoft.com/office/drawing/2014/main" id="{9F3BE165-DC7D-487F-A9BB-35F7C028C12B}"/>
              </a:ext>
            </a:extLst>
          </p:cNvPr>
          <p:cNvSpPr>
            <a:spLocks xmlns:a="http://schemas.openxmlformats.org/drawingml/2006/main" noGrp="1"/>
          </p:cNvSpPr>
          <p:nvPr/>
        </p:nvSpPr>
        <p:spPr>
          <a:xfrm xmlns:a="http://schemas.openxmlformats.org/drawingml/2006/main">
            <a:off x="9075733"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55" name="Editable chart path">
            <a:extLst xmlns:a="http://schemas.openxmlformats.org/drawingml/2006/main">
              <a:ext uri="{FF2B5EF4-FFF2-40B4-BE49-F238E27FC236}">
                <a16:creationId xmlns:a16="http://schemas.microsoft.com/office/drawing/2014/main" id="{D38B01A6-C1FA-4B7F-918D-1115111695EA}"/>
              </a:ext>
            </a:extLst>
          </p:cNvPr>
          <p:cNvSpPr>
            <a:spLocks xmlns:a="http://schemas.openxmlformats.org/drawingml/2006/main" noGrp="1"/>
          </p:cNvSpPr>
          <p:nvPr/>
        </p:nvSpPr>
        <p:spPr>
          <a:xfrm xmlns:a="http://schemas.openxmlformats.org/drawingml/2006/main">
            <a:off x="9075733"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56" name="Editable chart path">
            <a:extLst xmlns:a="http://schemas.openxmlformats.org/drawingml/2006/main">
              <a:ext uri="{FF2B5EF4-FFF2-40B4-BE49-F238E27FC236}">
                <a16:creationId xmlns:a16="http://schemas.microsoft.com/office/drawing/2014/main" id="{FE30C4C2-C868-4E68-8712-567CDC22F934}"/>
              </a:ext>
            </a:extLst>
          </p:cNvPr>
          <p:cNvSpPr>
            <a:spLocks xmlns:a="http://schemas.openxmlformats.org/drawingml/2006/main" noGrp="1"/>
          </p:cNvSpPr>
          <p:nvPr/>
        </p:nvSpPr>
        <p:spPr>
          <a:xfrm xmlns:a="http://schemas.openxmlformats.org/drawingml/2006/main">
            <a:off x="9075733"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57" name="Editable chart path">
            <a:extLst xmlns:a="http://schemas.openxmlformats.org/drawingml/2006/main">
              <a:ext uri="{FF2B5EF4-FFF2-40B4-BE49-F238E27FC236}">
                <a16:creationId xmlns:a16="http://schemas.microsoft.com/office/drawing/2014/main" id="{54AF05F8-B272-4B73-A34A-70A968F2E1C3}"/>
              </a:ext>
            </a:extLst>
          </p:cNvPr>
          <p:cNvSpPr>
            <a:spLocks xmlns:a="http://schemas.openxmlformats.org/drawingml/2006/main" noGrp="1"/>
          </p:cNvSpPr>
          <p:nvPr/>
        </p:nvSpPr>
        <p:spPr>
          <a:xfrm xmlns:a="http://schemas.openxmlformats.org/drawingml/2006/main">
            <a:off x="9075733"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58" name="Editable chart path">
            <a:extLst xmlns:a="http://schemas.openxmlformats.org/drawingml/2006/main">
              <a:ext uri="{FF2B5EF4-FFF2-40B4-BE49-F238E27FC236}">
                <a16:creationId xmlns:a16="http://schemas.microsoft.com/office/drawing/2014/main" id="{B0D968D4-EB1B-44C3-A616-86BFADA807FE}"/>
              </a:ext>
            </a:extLst>
          </p:cNvPr>
          <p:cNvSpPr>
            <a:spLocks xmlns:a="http://schemas.openxmlformats.org/drawingml/2006/main" noGrp="1"/>
          </p:cNvSpPr>
          <p:nvPr/>
        </p:nvSpPr>
        <p:spPr>
          <a:xfrm xmlns:a="http://schemas.openxmlformats.org/drawingml/2006/main">
            <a:off x="9075733"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59" name="Editable chart path">
            <a:extLst xmlns:a="http://schemas.openxmlformats.org/drawingml/2006/main">
              <a:ext uri="{FF2B5EF4-FFF2-40B4-BE49-F238E27FC236}">
                <a16:creationId xmlns:a16="http://schemas.microsoft.com/office/drawing/2014/main" id="{03A802B6-931D-42B5-B30B-EF7551FB984E}"/>
              </a:ext>
            </a:extLst>
          </p:cNvPr>
          <p:cNvSpPr>
            <a:spLocks xmlns:a="http://schemas.openxmlformats.org/drawingml/2006/main" noGrp="1"/>
          </p:cNvSpPr>
          <p:nvPr/>
        </p:nvSpPr>
        <p:spPr>
          <a:xfrm xmlns:a="http://schemas.openxmlformats.org/drawingml/2006/main">
            <a:off x="9075733"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34E46"/>
          </a:solidFill>
          <a:ln xmlns:a="http://schemas.openxmlformats.org/drawingml/2006/main" w="3839">
            <a:solidFill>
              <a:srgbClr val="FBFCFE"/>
            </a:solidFill>
            <a:prstDash val="solid"/>
          </a:ln>
        </p:spPr>
      </p:sp>
      <p:sp>
        <p:nvSpPr>
          <p:cNvPr id="1060" name="Editable chart path">
            <a:extLst xmlns:a="http://schemas.openxmlformats.org/drawingml/2006/main">
              <a:ext uri="{FF2B5EF4-FFF2-40B4-BE49-F238E27FC236}">
                <a16:creationId xmlns:a16="http://schemas.microsoft.com/office/drawing/2014/main" id="{4BE09DED-E6F1-4A12-A4FC-6C19DF0B805A}"/>
              </a:ext>
            </a:extLst>
          </p:cNvPr>
          <p:cNvSpPr>
            <a:spLocks xmlns:a="http://schemas.openxmlformats.org/drawingml/2006/main" noGrp="1"/>
          </p:cNvSpPr>
          <p:nvPr/>
        </p:nvSpPr>
        <p:spPr>
          <a:xfrm xmlns:a="http://schemas.openxmlformats.org/drawingml/2006/main">
            <a:off x="9075733"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61" name="Editable chart path">
            <a:extLst xmlns:a="http://schemas.openxmlformats.org/drawingml/2006/main">
              <a:ext uri="{FF2B5EF4-FFF2-40B4-BE49-F238E27FC236}">
                <a16:creationId xmlns:a16="http://schemas.microsoft.com/office/drawing/2014/main" id="{0D7F9B8D-9880-4AA9-BB2B-5E78E172DC72}"/>
              </a:ext>
            </a:extLst>
          </p:cNvPr>
          <p:cNvSpPr>
            <a:spLocks xmlns:a="http://schemas.openxmlformats.org/drawingml/2006/main" noGrp="1"/>
          </p:cNvSpPr>
          <p:nvPr/>
        </p:nvSpPr>
        <p:spPr>
          <a:xfrm xmlns:a="http://schemas.openxmlformats.org/drawingml/2006/main">
            <a:off x="9153509"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0746D"/>
          </a:solidFill>
          <a:ln xmlns:a="http://schemas.openxmlformats.org/drawingml/2006/main" w="3839">
            <a:solidFill>
              <a:srgbClr val="FBFCFE"/>
            </a:solidFill>
            <a:prstDash val="solid"/>
          </a:ln>
        </p:spPr>
      </p:sp>
      <p:sp>
        <p:nvSpPr>
          <p:cNvPr id="1062" name="Editable chart path">
            <a:extLst xmlns:a="http://schemas.openxmlformats.org/drawingml/2006/main">
              <a:ext uri="{FF2B5EF4-FFF2-40B4-BE49-F238E27FC236}">
                <a16:creationId xmlns:a16="http://schemas.microsoft.com/office/drawing/2014/main" id="{13443C05-3C9B-46E6-AC4E-F64ACE5B1A28}"/>
              </a:ext>
            </a:extLst>
          </p:cNvPr>
          <p:cNvSpPr>
            <a:spLocks xmlns:a="http://schemas.openxmlformats.org/drawingml/2006/main" noGrp="1"/>
          </p:cNvSpPr>
          <p:nvPr/>
        </p:nvSpPr>
        <p:spPr>
          <a:xfrm xmlns:a="http://schemas.openxmlformats.org/drawingml/2006/main">
            <a:off x="9153509"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63" name="Editable chart path">
            <a:extLst xmlns:a="http://schemas.openxmlformats.org/drawingml/2006/main">
              <a:ext uri="{FF2B5EF4-FFF2-40B4-BE49-F238E27FC236}">
                <a16:creationId xmlns:a16="http://schemas.microsoft.com/office/drawing/2014/main" id="{25CCFB98-C790-4FBA-85FE-703DAFCA8C2F}"/>
              </a:ext>
            </a:extLst>
          </p:cNvPr>
          <p:cNvSpPr>
            <a:spLocks xmlns:a="http://schemas.openxmlformats.org/drawingml/2006/main" noGrp="1"/>
          </p:cNvSpPr>
          <p:nvPr/>
        </p:nvSpPr>
        <p:spPr>
          <a:xfrm xmlns:a="http://schemas.openxmlformats.org/drawingml/2006/main">
            <a:off x="9153509"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64" name="Editable chart path">
            <a:extLst xmlns:a="http://schemas.openxmlformats.org/drawingml/2006/main">
              <a:ext uri="{FF2B5EF4-FFF2-40B4-BE49-F238E27FC236}">
                <a16:creationId xmlns:a16="http://schemas.microsoft.com/office/drawing/2014/main" id="{89A813C6-E0AD-4A10-BE28-52DCCB5B8015}"/>
              </a:ext>
            </a:extLst>
          </p:cNvPr>
          <p:cNvSpPr>
            <a:spLocks xmlns:a="http://schemas.openxmlformats.org/drawingml/2006/main" noGrp="1"/>
          </p:cNvSpPr>
          <p:nvPr/>
        </p:nvSpPr>
        <p:spPr>
          <a:xfrm xmlns:a="http://schemas.openxmlformats.org/drawingml/2006/main">
            <a:off x="9153509"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65" name="Editable chart path">
            <a:extLst xmlns:a="http://schemas.openxmlformats.org/drawingml/2006/main">
              <a:ext uri="{FF2B5EF4-FFF2-40B4-BE49-F238E27FC236}">
                <a16:creationId xmlns:a16="http://schemas.microsoft.com/office/drawing/2014/main" id="{C4436CB9-F057-4124-B45B-B30FB2B55552}"/>
              </a:ext>
            </a:extLst>
          </p:cNvPr>
          <p:cNvSpPr>
            <a:spLocks xmlns:a="http://schemas.openxmlformats.org/drawingml/2006/main" noGrp="1"/>
          </p:cNvSpPr>
          <p:nvPr/>
        </p:nvSpPr>
        <p:spPr>
          <a:xfrm xmlns:a="http://schemas.openxmlformats.org/drawingml/2006/main">
            <a:off x="9153509"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AD7EA"/>
          </a:solidFill>
          <a:ln xmlns:a="http://schemas.openxmlformats.org/drawingml/2006/main" w="3839">
            <a:solidFill>
              <a:srgbClr val="FBFCFE"/>
            </a:solidFill>
            <a:prstDash val="solid"/>
          </a:ln>
        </p:spPr>
      </p:sp>
      <p:sp>
        <p:nvSpPr>
          <p:cNvPr id="1066" name="Editable chart path">
            <a:extLst xmlns:a="http://schemas.openxmlformats.org/drawingml/2006/main">
              <a:ext uri="{FF2B5EF4-FFF2-40B4-BE49-F238E27FC236}">
                <a16:creationId xmlns:a16="http://schemas.microsoft.com/office/drawing/2014/main" id="{9BCE18B1-B00E-44F4-9D86-76CEDDA81D9C}"/>
              </a:ext>
            </a:extLst>
          </p:cNvPr>
          <p:cNvSpPr>
            <a:spLocks xmlns:a="http://schemas.openxmlformats.org/drawingml/2006/main" noGrp="1"/>
          </p:cNvSpPr>
          <p:nvPr/>
        </p:nvSpPr>
        <p:spPr>
          <a:xfrm xmlns:a="http://schemas.openxmlformats.org/drawingml/2006/main">
            <a:off x="9153509"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67" name="Editable chart path">
            <a:extLst xmlns:a="http://schemas.openxmlformats.org/drawingml/2006/main">
              <a:ext uri="{FF2B5EF4-FFF2-40B4-BE49-F238E27FC236}">
                <a16:creationId xmlns:a16="http://schemas.microsoft.com/office/drawing/2014/main" id="{8C4859A3-C964-48C6-9CEF-16B73967B6DC}"/>
              </a:ext>
            </a:extLst>
          </p:cNvPr>
          <p:cNvSpPr>
            <a:spLocks xmlns:a="http://schemas.openxmlformats.org/drawingml/2006/main" noGrp="1"/>
          </p:cNvSpPr>
          <p:nvPr/>
        </p:nvSpPr>
        <p:spPr>
          <a:xfrm xmlns:a="http://schemas.openxmlformats.org/drawingml/2006/main">
            <a:off x="9153509"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068" name="Editable chart path">
            <a:extLst xmlns:a="http://schemas.openxmlformats.org/drawingml/2006/main">
              <a:ext uri="{FF2B5EF4-FFF2-40B4-BE49-F238E27FC236}">
                <a16:creationId xmlns:a16="http://schemas.microsoft.com/office/drawing/2014/main" id="{C697749D-0A30-40CF-938A-CB6837FE37E0}"/>
              </a:ext>
            </a:extLst>
          </p:cNvPr>
          <p:cNvSpPr>
            <a:spLocks xmlns:a="http://schemas.openxmlformats.org/drawingml/2006/main" noGrp="1"/>
          </p:cNvSpPr>
          <p:nvPr/>
        </p:nvSpPr>
        <p:spPr>
          <a:xfrm xmlns:a="http://schemas.openxmlformats.org/drawingml/2006/main">
            <a:off x="9153509"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98F8A"/>
          </a:solidFill>
          <a:ln xmlns:a="http://schemas.openxmlformats.org/drawingml/2006/main" w="3839">
            <a:solidFill>
              <a:srgbClr val="FBFCFE"/>
            </a:solidFill>
            <a:prstDash val="solid"/>
          </a:ln>
        </p:spPr>
      </p:sp>
      <p:sp>
        <p:nvSpPr>
          <p:cNvPr id="1069" name="Editable chart path">
            <a:extLst xmlns:a="http://schemas.openxmlformats.org/drawingml/2006/main">
              <a:ext uri="{FF2B5EF4-FFF2-40B4-BE49-F238E27FC236}">
                <a16:creationId xmlns:a16="http://schemas.microsoft.com/office/drawing/2014/main" id="{B8C1FA2E-4BD6-43D1-A0A5-81F560041C7F}"/>
              </a:ext>
            </a:extLst>
          </p:cNvPr>
          <p:cNvSpPr>
            <a:spLocks xmlns:a="http://schemas.openxmlformats.org/drawingml/2006/main" noGrp="1"/>
          </p:cNvSpPr>
          <p:nvPr/>
        </p:nvSpPr>
        <p:spPr>
          <a:xfrm xmlns:a="http://schemas.openxmlformats.org/drawingml/2006/main">
            <a:off x="9153509"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70" name="Editable chart path">
            <a:extLst xmlns:a="http://schemas.openxmlformats.org/drawingml/2006/main">
              <a:ext uri="{FF2B5EF4-FFF2-40B4-BE49-F238E27FC236}">
                <a16:creationId xmlns:a16="http://schemas.microsoft.com/office/drawing/2014/main" id="{B00E0610-0AEF-4CC1-812E-C8B7F1C14D77}"/>
              </a:ext>
            </a:extLst>
          </p:cNvPr>
          <p:cNvSpPr>
            <a:spLocks xmlns:a="http://schemas.openxmlformats.org/drawingml/2006/main" noGrp="1"/>
          </p:cNvSpPr>
          <p:nvPr/>
        </p:nvSpPr>
        <p:spPr>
          <a:xfrm xmlns:a="http://schemas.openxmlformats.org/drawingml/2006/main">
            <a:off x="9153509"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71" name="Editable chart path">
            <a:extLst xmlns:a="http://schemas.openxmlformats.org/drawingml/2006/main">
              <a:ext uri="{FF2B5EF4-FFF2-40B4-BE49-F238E27FC236}">
                <a16:creationId xmlns:a16="http://schemas.microsoft.com/office/drawing/2014/main" id="{E4CF5119-BADD-4EA3-876C-7918EDDB2A00}"/>
              </a:ext>
            </a:extLst>
          </p:cNvPr>
          <p:cNvSpPr>
            <a:spLocks xmlns:a="http://schemas.openxmlformats.org/drawingml/2006/main" noGrp="1"/>
          </p:cNvSpPr>
          <p:nvPr/>
        </p:nvSpPr>
        <p:spPr>
          <a:xfrm xmlns:a="http://schemas.openxmlformats.org/drawingml/2006/main">
            <a:off x="9153509"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72" name="Editable chart path">
            <a:extLst xmlns:a="http://schemas.openxmlformats.org/drawingml/2006/main">
              <a:ext uri="{FF2B5EF4-FFF2-40B4-BE49-F238E27FC236}">
                <a16:creationId xmlns:a16="http://schemas.microsoft.com/office/drawing/2014/main" id="{038FD750-9D45-4843-88CC-9AFA55632A1F}"/>
              </a:ext>
            </a:extLst>
          </p:cNvPr>
          <p:cNvSpPr>
            <a:spLocks xmlns:a="http://schemas.openxmlformats.org/drawingml/2006/main" noGrp="1"/>
          </p:cNvSpPr>
          <p:nvPr/>
        </p:nvSpPr>
        <p:spPr>
          <a:xfrm xmlns:a="http://schemas.openxmlformats.org/drawingml/2006/main">
            <a:off x="9153509"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6574F"/>
          </a:solidFill>
          <a:ln xmlns:a="http://schemas.openxmlformats.org/drawingml/2006/main" w="3839">
            <a:solidFill>
              <a:srgbClr val="FBFCFE"/>
            </a:solidFill>
            <a:prstDash val="solid"/>
          </a:ln>
        </p:spPr>
      </p:sp>
      <p:sp>
        <p:nvSpPr>
          <p:cNvPr id="1073" name="Editable chart path">
            <a:extLst xmlns:a="http://schemas.openxmlformats.org/drawingml/2006/main">
              <a:ext uri="{FF2B5EF4-FFF2-40B4-BE49-F238E27FC236}">
                <a16:creationId xmlns:a16="http://schemas.microsoft.com/office/drawing/2014/main" id="{FDF7096E-8642-4B68-90E2-7FFF2FDD2292}"/>
              </a:ext>
            </a:extLst>
          </p:cNvPr>
          <p:cNvSpPr>
            <a:spLocks xmlns:a="http://schemas.openxmlformats.org/drawingml/2006/main" noGrp="1"/>
          </p:cNvSpPr>
          <p:nvPr/>
        </p:nvSpPr>
        <p:spPr>
          <a:xfrm xmlns:a="http://schemas.openxmlformats.org/drawingml/2006/main">
            <a:off x="9153509"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5827C"/>
          </a:solidFill>
          <a:ln xmlns:a="http://schemas.openxmlformats.org/drawingml/2006/main" w="3839">
            <a:solidFill>
              <a:srgbClr val="FBFCFE"/>
            </a:solidFill>
            <a:prstDash val="solid"/>
          </a:ln>
        </p:spPr>
      </p:sp>
      <p:sp>
        <p:nvSpPr>
          <p:cNvPr id="1074" name="Editable chart path">
            <a:extLst xmlns:a="http://schemas.openxmlformats.org/drawingml/2006/main">
              <a:ext uri="{FF2B5EF4-FFF2-40B4-BE49-F238E27FC236}">
                <a16:creationId xmlns:a16="http://schemas.microsoft.com/office/drawing/2014/main" id="{D983BDAF-2888-4FB9-9EA6-73718FCA6610}"/>
              </a:ext>
            </a:extLst>
          </p:cNvPr>
          <p:cNvSpPr>
            <a:spLocks xmlns:a="http://schemas.openxmlformats.org/drawingml/2006/main" noGrp="1"/>
          </p:cNvSpPr>
          <p:nvPr/>
        </p:nvSpPr>
        <p:spPr>
          <a:xfrm xmlns:a="http://schemas.openxmlformats.org/drawingml/2006/main">
            <a:off x="9231284"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75" name="Editable chart path">
            <a:extLst xmlns:a="http://schemas.openxmlformats.org/drawingml/2006/main">
              <a:ext uri="{FF2B5EF4-FFF2-40B4-BE49-F238E27FC236}">
                <a16:creationId xmlns:a16="http://schemas.microsoft.com/office/drawing/2014/main" id="{C95DD4DD-EECE-412E-A61C-0C5BAFD8140F}"/>
              </a:ext>
            </a:extLst>
          </p:cNvPr>
          <p:cNvSpPr>
            <a:spLocks xmlns:a="http://schemas.openxmlformats.org/drawingml/2006/main" noGrp="1"/>
          </p:cNvSpPr>
          <p:nvPr/>
        </p:nvSpPr>
        <p:spPr>
          <a:xfrm xmlns:a="http://schemas.openxmlformats.org/drawingml/2006/main">
            <a:off x="9231284"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0A39E"/>
          </a:solidFill>
          <a:ln xmlns:a="http://schemas.openxmlformats.org/drawingml/2006/main" w="3839">
            <a:solidFill>
              <a:srgbClr val="FBFCFE"/>
            </a:solidFill>
            <a:prstDash val="solid"/>
          </a:ln>
        </p:spPr>
      </p:sp>
      <p:sp>
        <p:nvSpPr>
          <p:cNvPr id="1076" name="Editable chart path">
            <a:extLst xmlns:a="http://schemas.openxmlformats.org/drawingml/2006/main">
              <a:ext uri="{FF2B5EF4-FFF2-40B4-BE49-F238E27FC236}">
                <a16:creationId xmlns:a16="http://schemas.microsoft.com/office/drawing/2014/main" id="{C3890333-0A5A-43FB-A396-CE520D19CD88}"/>
              </a:ext>
            </a:extLst>
          </p:cNvPr>
          <p:cNvSpPr>
            <a:spLocks xmlns:a="http://schemas.openxmlformats.org/drawingml/2006/main" noGrp="1"/>
          </p:cNvSpPr>
          <p:nvPr/>
        </p:nvSpPr>
        <p:spPr>
          <a:xfrm xmlns:a="http://schemas.openxmlformats.org/drawingml/2006/main">
            <a:off x="9231284"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8AA6D0"/>
          </a:solidFill>
          <a:ln xmlns:a="http://schemas.openxmlformats.org/drawingml/2006/main" w="3839">
            <a:solidFill>
              <a:srgbClr val="FBFCFE"/>
            </a:solidFill>
            <a:prstDash val="solid"/>
          </a:ln>
        </p:spPr>
      </p:sp>
      <p:sp>
        <p:nvSpPr>
          <p:cNvPr id="1077" name="Editable chart path">
            <a:extLst xmlns:a="http://schemas.openxmlformats.org/drawingml/2006/main">
              <a:ext uri="{FF2B5EF4-FFF2-40B4-BE49-F238E27FC236}">
                <a16:creationId xmlns:a16="http://schemas.microsoft.com/office/drawing/2014/main" id="{33F66454-FF07-437B-9738-49FD8F84CE1E}"/>
              </a:ext>
            </a:extLst>
          </p:cNvPr>
          <p:cNvSpPr>
            <a:spLocks xmlns:a="http://schemas.openxmlformats.org/drawingml/2006/main" noGrp="1"/>
          </p:cNvSpPr>
          <p:nvPr/>
        </p:nvSpPr>
        <p:spPr>
          <a:xfrm xmlns:a="http://schemas.openxmlformats.org/drawingml/2006/main">
            <a:off x="9231284"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78" name="Editable chart path">
            <a:extLst xmlns:a="http://schemas.openxmlformats.org/drawingml/2006/main">
              <a:ext uri="{FF2B5EF4-FFF2-40B4-BE49-F238E27FC236}">
                <a16:creationId xmlns:a16="http://schemas.microsoft.com/office/drawing/2014/main" id="{06A0B1D2-7F66-47EB-871B-B41BE7391945}"/>
              </a:ext>
            </a:extLst>
          </p:cNvPr>
          <p:cNvSpPr>
            <a:spLocks xmlns:a="http://schemas.openxmlformats.org/drawingml/2006/main" noGrp="1"/>
          </p:cNvSpPr>
          <p:nvPr/>
        </p:nvSpPr>
        <p:spPr>
          <a:xfrm xmlns:a="http://schemas.openxmlformats.org/drawingml/2006/main">
            <a:off x="9231284"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79" name="Editable chart path">
            <a:extLst xmlns:a="http://schemas.openxmlformats.org/drawingml/2006/main">
              <a:ext uri="{FF2B5EF4-FFF2-40B4-BE49-F238E27FC236}">
                <a16:creationId xmlns:a16="http://schemas.microsoft.com/office/drawing/2014/main" id="{6AAF1C04-9380-4D9C-AEEB-F07692C77C86}"/>
              </a:ext>
            </a:extLst>
          </p:cNvPr>
          <p:cNvSpPr>
            <a:spLocks xmlns:a="http://schemas.openxmlformats.org/drawingml/2006/main" noGrp="1"/>
          </p:cNvSpPr>
          <p:nvPr/>
        </p:nvSpPr>
        <p:spPr>
          <a:xfrm xmlns:a="http://schemas.openxmlformats.org/drawingml/2006/main">
            <a:off x="9231284"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D9B96"/>
          </a:solidFill>
          <a:ln xmlns:a="http://schemas.openxmlformats.org/drawingml/2006/main" w="3839">
            <a:solidFill>
              <a:srgbClr val="FBFCFE"/>
            </a:solidFill>
            <a:prstDash val="solid"/>
          </a:ln>
        </p:spPr>
      </p:sp>
      <p:sp>
        <p:nvSpPr>
          <p:cNvPr id="1080" name="Editable chart path">
            <a:extLst xmlns:a="http://schemas.openxmlformats.org/drawingml/2006/main">
              <a:ext uri="{FF2B5EF4-FFF2-40B4-BE49-F238E27FC236}">
                <a16:creationId xmlns:a16="http://schemas.microsoft.com/office/drawing/2014/main" id="{F637106D-A41A-4BB8-82A9-84FBE5B44399}"/>
              </a:ext>
            </a:extLst>
          </p:cNvPr>
          <p:cNvSpPr>
            <a:spLocks xmlns:a="http://schemas.openxmlformats.org/drawingml/2006/main" noGrp="1"/>
          </p:cNvSpPr>
          <p:nvPr/>
        </p:nvSpPr>
        <p:spPr>
          <a:xfrm xmlns:a="http://schemas.openxmlformats.org/drawingml/2006/main">
            <a:off x="9231284"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81" name="Editable chart path">
            <a:extLst xmlns:a="http://schemas.openxmlformats.org/drawingml/2006/main">
              <a:ext uri="{FF2B5EF4-FFF2-40B4-BE49-F238E27FC236}">
                <a16:creationId xmlns:a16="http://schemas.microsoft.com/office/drawing/2014/main" id="{A89F9FA7-FCE1-48ED-BAA6-C050576F6F3C}"/>
              </a:ext>
            </a:extLst>
          </p:cNvPr>
          <p:cNvSpPr>
            <a:spLocks xmlns:a="http://schemas.openxmlformats.org/drawingml/2006/main" noGrp="1"/>
          </p:cNvSpPr>
          <p:nvPr/>
        </p:nvSpPr>
        <p:spPr>
          <a:xfrm xmlns:a="http://schemas.openxmlformats.org/drawingml/2006/main">
            <a:off x="9231284"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82" name="Editable chart path">
            <a:extLst xmlns:a="http://schemas.openxmlformats.org/drawingml/2006/main">
              <a:ext uri="{FF2B5EF4-FFF2-40B4-BE49-F238E27FC236}">
                <a16:creationId xmlns:a16="http://schemas.microsoft.com/office/drawing/2014/main" id="{69AD19E8-C1F8-4B4C-8627-4A34BC4711C8}"/>
              </a:ext>
            </a:extLst>
          </p:cNvPr>
          <p:cNvSpPr>
            <a:spLocks xmlns:a="http://schemas.openxmlformats.org/drawingml/2006/main" noGrp="1"/>
          </p:cNvSpPr>
          <p:nvPr/>
        </p:nvSpPr>
        <p:spPr>
          <a:xfrm xmlns:a="http://schemas.openxmlformats.org/drawingml/2006/main">
            <a:off x="9231284"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83" name="Editable chart path">
            <a:extLst xmlns:a="http://schemas.openxmlformats.org/drawingml/2006/main">
              <a:ext uri="{FF2B5EF4-FFF2-40B4-BE49-F238E27FC236}">
                <a16:creationId xmlns:a16="http://schemas.microsoft.com/office/drawing/2014/main" id="{AEBDCD4C-D878-4D7F-B653-9159439DCEE8}"/>
              </a:ext>
            </a:extLst>
          </p:cNvPr>
          <p:cNvSpPr>
            <a:spLocks xmlns:a="http://schemas.openxmlformats.org/drawingml/2006/main" noGrp="1"/>
          </p:cNvSpPr>
          <p:nvPr/>
        </p:nvSpPr>
        <p:spPr>
          <a:xfrm xmlns:a="http://schemas.openxmlformats.org/drawingml/2006/main">
            <a:off x="9231284"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84" name="Editable chart path">
            <a:extLst xmlns:a="http://schemas.openxmlformats.org/drawingml/2006/main">
              <a:ext uri="{FF2B5EF4-FFF2-40B4-BE49-F238E27FC236}">
                <a16:creationId xmlns:a16="http://schemas.microsoft.com/office/drawing/2014/main" id="{736B92FE-FF6C-45CA-BC93-78CF30142265}"/>
              </a:ext>
            </a:extLst>
          </p:cNvPr>
          <p:cNvSpPr>
            <a:spLocks xmlns:a="http://schemas.openxmlformats.org/drawingml/2006/main" noGrp="1"/>
          </p:cNvSpPr>
          <p:nvPr/>
        </p:nvSpPr>
        <p:spPr>
          <a:xfrm xmlns:a="http://schemas.openxmlformats.org/drawingml/2006/main">
            <a:off x="9309060"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85" name="Editable chart path">
            <a:extLst xmlns:a="http://schemas.openxmlformats.org/drawingml/2006/main">
              <a:ext uri="{FF2B5EF4-FFF2-40B4-BE49-F238E27FC236}">
                <a16:creationId xmlns:a16="http://schemas.microsoft.com/office/drawing/2014/main" id="{3DD7FC9C-8093-4B4C-A85F-BD943753AD44}"/>
              </a:ext>
            </a:extLst>
          </p:cNvPr>
          <p:cNvSpPr>
            <a:spLocks xmlns:a="http://schemas.openxmlformats.org/drawingml/2006/main" noGrp="1"/>
          </p:cNvSpPr>
          <p:nvPr/>
        </p:nvSpPr>
        <p:spPr>
          <a:xfrm xmlns:a="http://schemas.openxmlformats.org/drawingml/2006/main">
            <a:off x="9309060"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86" name="Editable chart path">
            <a:extLst xmlns:a="http://schemas.openxmlformats.org/drawingml/2006/main">
              <a:ext uri="{FF2B5EF4-FFF2-40B4-BE49-F238E27FC236}">
                <a16:creationId xmlns:a16="http://schemas.microsoft.com/office/drawing/2014/main" id="{799A13CE-5254-4E13-9A64-05186EC3BC9B}"/>
              </a:ext>
            </a:extLst>
          </p:cNvPr>
          <p:cNvSpPr>
            <a:spLocks xmlns:a="http://schemas.openxmlformats.org/drawingml/2006/main" noGrp="1"/>
          </p:cNvSpPr>
          <p:nvPr/>
        </p:nvSpPr>
        <p:spPr>
          <a:xfrm xmlns:a="http://schemas.openxmlformats.org/drawingml/2006/main">
            <a:off x="9309060"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87" name="Editable chart path">
            <a:extLst xmlns:a="http://schemas.openxmlformats.org/drawingml/2006/main">
              <a:ext uri="{FF2B5EF4-FFF2-40B4-BE49-F238E27FC236}">
                <a16:creationId xmlns:a16="http://schemas.microsoft.com/office/drawing/2014/main" id="{31010587-D4F5-4145-A26B-B51A23D7AF89}"/>
              </a:ext>
            </a:extLst>
          </p:cNvPr>
          <p:cNvSpPr>
            <a:spLocks xmlns:a="http://schemas.openxmlformats.org/drawingml/2006/main" noGrp="1"/>
          </p:cNvSpPr>
          <p:nvPr/>
        </p:nvSpPr>
        <p:spPr>
          <a:xfrm xmlns:a="http://schemas.openxmlformats.org/drawingml/2006/main">
            <a:off x="9309060"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7E8E7"/>
          </a:solidFill>
          <a:ln xmlns:a="http://schemas.openxmlformats.org/drawingml/2006/main" w="3839">
            <a:solidFill>
              <a:srgbClr val="FBFCFE"/>
            </a:solidFill>
            <a:prstDash val="solid"/>
          </a:ln>
        </p:spPr>
      </p:sp>
      <p:sp>
        <p:nvSpPr>
          <p:cNvPr id="1088" name="Editable chart path">
            <a:extLst xmlns:a="http://schemas.openxmlformats.org/drawingml/2006/main">
              <a:ext uri="{FF2B5EF4-FFF2-40B4-BE49-F238E27FC236}">
                <a16:creationId xmlns:a16="http://schemas.microsoft.com/office/drawing/2014/main" id="{08C9F351-D2EB-4293-9BF9-B0A0692847CE}"/>
              </a:ext>
            </a:extLst>
          </p:cNvPr>
          <p:cNvSpPr>
            <a:spLocks xmlns:a="http://schemas.openxmlformats.org/drawingml/2006/main" noGrp="1"/>
          </p:cNvSpPr>
          <p:nvPr/>
        </p:nvSpPr>
        <p:spPr>
          <a:xfrm xmlns:a="http://schemas.openxmlformats.org/drawingml/2006/main">
            <a:off x="9309060"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89" name="Editable chart path">
            <a:extLst xmlns:a="http://schemas.openxmlformats.org/drawingml/2006/main">
              <a:ext uri="{FF2B5EF4-FFF2-40B4-BE49-F238E27FC236}">
                <a16:creationId xmlns:a16="http://schemas.microsoft.com/office/drawing/2014/main" id="{5185D0A5-9F27-4D9B-8E39-2D846D401FBE}"/>
              </a:ext>
            </a:extLst>
          </p:cNvPr>
          <p:cNvSpPr>
            <a:spLocks xmlns:a="http://schemas.openxmlformats.org/drawingml/2006/main" noGrp="1"/>
          </p:cNvSpPr>
          <p:nvPr/>
        </p:nvSpPr>
        <p:spPr>
          <a:xfrm xmlns:a="http://schemas.openxmlformats.org/drawingml/2006/main">
            <a:off x="9386835"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090" name="Editable chart path">
            <a:extLst xmlns:a="http://schemas.openxmlformats.org/drawingml/2006/main">
              <a:ext uri="{FF2B5EF4-FFF2-40B4-BE49-F238E27FC236}">
                <a16:creationId xmlns:a16="http://schemas.microsoft.com/office/drawing/2014/main" id="{E144C0C2-9389-429E-AA6F-5C8DE751BCCD}"/>
              </a:ext>
            </a:extLst>
          </p:cNvPr>
          <p:cNvSpPr>
            <a:spLocks xmlns:a="http://schemas.openxmlformats.org/drawingml/2006/main" noGrp="1"/>
          </p:cNvSpPr>
          <p:nvPr/>
        </p:nvSpPr>
        <p:spPr>
          <a:xfrm xmlns:a="http://schemas.openxmlformats.org/drawingml/2006/main">
            <a:off x="9386835"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78A84"/>
          </a:solidFill>
          <a:ln xmlns:a="http://schemas.openxmlformats.org/drawingml/2006/main" w="3839">
            <a:solidFill>
              <a:srgbClr val="FBFCFE"/>
            </a:solidFill>
            <a:prstDash val="solid"/>
          </a:ln>
        </p:spPr>
      </p:sp>
      <p:sp>
        <p:nvSpPr>
          <p:cNvPr id="1091" name="Editable chart path">
            <a:extLst xmlns:a="http://schemas.openxmlformats.org/drawingml/2006/main">
              <a:ext uri="{FF2B5EF4-FFF2-40B4-BE49-F238E27FC236}">
                <a16:creationId xmlns:a16="http://schemas.microsoft.com/office/drawing/2014/main" id="{3CC9B2A0-4C69-4044-BDD2-D8E7FF1D048B}"/>
              </a:ext>
            </a:extLst>
          </p:cNvPr>
          <p:cNvSpPr>
            <a:spLocks xmlns:a="http://schemas.openxmlformats.org/drawingml/2006/main" noGrp="1"/>
          </p:cNvSpPr>
          <p:nvPr/>
        </p:nvSpPr>
        <p:spPr>
          <a:xfrm xmlns:a="http://schemas.openxmlformats.org/drawingml/2006/main">
            <a:off x="9386835"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34E46"/>
          </a:solidFill>
          <a:ln xmlns:a="http://schemas.openxmlformats.org/drawingml/2006/main" w="3839">
            <a:solidFill>
              <a:srgbClr val="FBFCFE"/>
            </a:solidFill>
            <a:prstDash val="solid"/>
          </a:ln>
        </p:spPr>
      </p:sp>
      <p:sp>
        <p:nvSpPr>
          <p:cNvPr id="1092" name="Editable chart path">
            <a:extLst xmlns:a="http://schemas.openxmlformats.org/drawingml/2006/main">
              <a:ext uri="{FF2B5EF4-FFF2-40B4-BE49-F238E27FC236}">
                <a16:creationId xmlns:a16="http://schemas.microsoft.com/office/drawing/2014/main" id="{F2E3E4A4-42D8-4688-A38C-F80C7B4B2029}"/>
              </a:ext>
            </a:extLst>
          </p:cNvPr>
          <p:cNvSpPr>
            <a:spLocks xmlns:a="http://schemas.openxmlformats.org/drawingml/2006/main" noGrp="1"/>
          </p:cNvSpPr>
          <p:nvPr/>
        </p:nvSpPr>
        <p:spPr>
          <a:xfrm xmlns:a="http://schemas.openxmlformats.org/drawingml/2006/main">
            <a:off x="9386835"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CF5F5"/>
          </a:solidFill>
          <a:ln xmlns:a="http://schemas.openxmlformats.org/drawingml/2006/main" w="3839">
            <a:solidFill>
              <a:srgbClr val="FBFCFE"/>
            </a:solidFill>
            <a:prstDash val="solid"/>
          </a:ln>
        </p:spPr>
      </p:sp>
      <p:sp>
        <p:nvSpPr>
          <p:cNvPr id="1093" name="Editable chart path">
            <a:extLst xmlns:a="http://schemas.openxmlformats.org/drawingml/2006/main">
              <a:ext uri="{FF2B5EF4-FFF2-40B4-BE49-F238E27FC236}">
                <a16:creationId xmlns:a16="http://schemas.microsoft.com/office/drawing/2014/main" id="{A38FBEC3-9FB2-461C-99AC-2395183ABC8D}"/>
              </a:ext>
            </a:extLst>
          </p:cNvPr>
          <p:cNvSpPr>
            <a:spLocks xmlns:a="http://schemas.openxmlformats.org/drawingml/2006/main" noGrp="1"/>
          </p:cNvSpPr>
          <p:nvPr/>
        </p:nvSpPr>
        <p:spPr>
          <a:xfrm xmlns:a="http://schemas.openxmlformats.org/drawingml/2006/main">
            <a:off x="9386835"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094" name="Editable chart path">
            <a:extLst xmlns:a="http://schemas.openxmlformats.org/drawingml/2006/main">
              <a:ext uri="{FF2B5EF4-FFF2-40B4-BE49-F238E27FC236}">
                <a16:creationId xmlns:a16="http://schemas.microsoft.com/office/drawing/2014/main" id="{E491D15F-5084-4A7A-AC21-E77220BEFA12}"/>
              </a:ext>
            </a:extLst>
          </p:cNvPr>
          <p:cNvSpPr>
            <a:spLocks xmlns:a="http://schemas.openxmlformats.org/drawingml/2006/main" noGrp="1"/>
          </p:cNvSpPr>
          <p:nvPr/>
        </p:nvSpPr>
        <p:spPr>
          <a:xfrm xmlns:a="http://schemas.openxmlformats.org/drawingml/2006/main">
            <a:off x="9386835"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F716A"/>
          </a:solidFill>
          <a:ln xmlns:a="http://schemas.openxmlformats.org/drawingml/2006/main" w="3839">
            <a:solidFill>
              <a:srgbClr val="FBFCFE"/>
            </a:solidFill>
            <a:prstDash val="solid"/>
          </a:ln>
        </p:spPr>
      </p:sp>
      <p:sp>
        <p:nvSpPr>
          <p:cNvPr id="1095" name="Editable chart path">
            <a:extLst xmlns:a="http://schemas.openxmlformats.org/drawingml/2006/main">
              <a:ext uri="{FF2B5EF4-FFF2-40B4-BE49-F238E27FC236}">
                <a16:creationId xmlns:a16="http://schemas.microsoft.com/office/drawing/2014/main" id="{D52AA13F-CBE0-4F8C-AB4C-8AA0F7F617A0}"/>
              </a:ext>
            </a:extLst>
          </p:cNvPr>
          <p:cNvSpPr>
            <a:spLocks xmlns:a="http://schemas.openxmlformats.org/drawingml/2006/main" noGrp="1"/>
          </p:cNvSpPr>
          <p:nvPr/>
        </p:nvSpPr>
        <p:spPr>
          <a:xfrm xmlns:a="http://schemas.openxmlformats.org/drawingml/2006/main">
            <a:off x="9386835"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F736C"/>
          </a:solidFill>
          <a:ln xmlns:a="http://schemas.openxmlformats.org/drawingml/2006/main" w="3839">
            <a:solidFill>
              <a:srgbClr val="FBFCFE"/>
            </a:solidFill>
            <a:prstDash val="solid"/>
          </a:ln>
        </p:spPr>
      </p:sp>
      <p:sp>
        <p:nvSpPr>
          <p:cNvPr id="1096" name="Editable chart path">
            <a:extLst xmlns:a="http://schemas.openxmlformats.org/drawingml/2006/main">
              <a:ext uri="{FF2B5EF4-FFF2-40B4-BE49-F238E27FC236}">
                <a16:creationId xmlns:a16="http://schemas.microsoft.com/office/drawing/2014/main" id="{63218045-75BC-4B5D-8C8A-09BC4BBCAC22}"/>
              </a:ext>
            </a:extLst>
          </p:cNvPr>
          <p:cNvSpPr>
            <a:spLocks xmlns:a="http://schemas.openxmlformats.org/drawingml/2006/main" noGrp="1"/>
          </p:cNvSpPr>
          <p:nvPr/>
        </p:nvSpPr>
        <p:spPr>
          <a:xfrm xmlns:a="http://schemas.openxmlformats.org/drawingml/2006/main">
            <a:off x="9386835"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97" name="Editable chart path">
            <a:extLst xmlns:a="http://schemas.openxmlformats.org/drawingml/2006/main">
              <a:ext uri="{FF2B5EF4-FFF2-40B4-BE49-F238E27FC236}">
                <a16:creationId xmlns:a16="http://schemas.microsoft.com/office/drawing/2014/main" id="{D2F74804-6C6D-43F0-821F-CADC914E39D3}"/>
              </a:ext>
            </a:extLst>
          </p:cNvPr>
          <p:cNvSpPr>
            <a:spLocks xmlns:a="http://schemas.openxmlformats.org/drawingml/2006/main" noGrp="1"/>
          </p:cNvSpPr>
          <p:nvPr/>
        </p:nvSpPr>
        <p:spPr>
          <a:xfrm xmlns:a="http://schemas.openxmlformats.org/drawingml/2006/main">
            <a:off x="9386835"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98F89"/>
          </a:solidFill>
          <a:ln xmlns:a="http://schemas.openxmlformats.org/drawingml/2006/main" w="3839">
            <a:solidFill>
              <a:srgbClr val="FBFCFE"/>
            </a:solidFill>
            <a:prstDash val="solid"/>
          </a:ln>
        </p:spPr>
      </p:sp>
      <p:sp>
        <p:nvSpPr>
          <p:cNvPr id="1098" name="Editable chart path">
            <a:extLst xmlns:a="http://schemas.openxmlformats.org/drawingml/2006/main">
              <a:ext uri="{FF2B5EF4-FFF2-40B4-BE49-F238E27FC236}">
                <a16:creationId xmlns:a16="http://schemas.microsoft.com/office/drawing/2014/main" id="{32BD3B79-A031-411E-8284-BCC7DAE7C96F}"/>
              </a:ext>
            </a:extLst>
          </p:cNvPr>
          <p:cNvSpPr>
            <a:spLocks xmlns:a="http://schemas.openxmlformats.org/drawingml/2006/main" noGrp="1"/>
          </p:cNvSpPr>
          <p:nvPr/>
        </p:nvSpPr>
        <p:spPr>
          <a:xfrm xmlns:a="http://schemas.openxmlformats.org/drawingml/2006/main">
            <a:off x="9464611"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099" name="Editable chart path">
            <a:extLst xmlns:a="http://schemas.openxmlformats.org/drawingml/2006/main">
              <a:ext uri="{FF2B5EF4-FFF2-40B4-BE49-F238E27FC236}">
                <a16:creationId xmlns:a16="http://schemas.microsoft.com/office/drawing/2014/main" id="{6ECA1E59-904C-4ABC-A264-58431A190246}"/>
              </a:ext>
            </a:extLst>
          </p:cNvPr>
          <p:cNvSpPr>
            <a:spLocks xmlns:a="http://schemas.openxmlformats.org/drawingml/2006/main" noGrp="1"/>
          </p:cNvSpPr>
          <p:nvPr/>
        </p:nvSpPr>
        <p:spPr>
          <a:xfrm xmlns:a="http://schemas.openxmlformats.org/drawingml/2006/main">
            <a:off x="9464611"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00" name="Editable chart path">
            <a:extLst xmlns:a="http://schemas.openxmlformats.org/drawingml/2006/main">
              <a:ext uri="{FF2B5EF4-FFF2-40B4-BE49-F238E27FC236}">
                <a16:creationId xmlns:a16="http://schemas.microsoft.com/office/drawing/2014/main" id="{DCA3AADA-BB3C-4D9D-8904-20EFC24EC8E5}"/>
              </a:ext>
            </a:extLst>
          </p:cNvPr>
          <p:cNvSpPr>
            <a:spLocks xmlns:a="http://schemas.openxmlformats.org/drawingml/2006/main" noGrp="1"/>
          </p:cNvSpPr>
          <p:nvPr/>
        </p:nvSpPr>
        <p:spPr>
          <a:xfrm xmlns:a="http://schemas.openxmlformats.org/drawingml/2006/main">
            <a:off x="9464611"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01" name="Editable chart path">
            <a:extLst xmlns:a="http://schemas.openxmlformats.org/drawingml/2006/main">
              <a:ext uri="{FF2B5EF4-FFF2-40B4-BE49-F238E27FC236}">
                <a16:creationId xmlns:a16="http://schemas.microsoft.com/office/drawing/2014/main" id="{77FCB5A1-CF1D-4E0E-AECA-912707C83853}"/>
              </a:ext>
            </a:extLst>
          </p:cNvPr>
          <p:cNvSpPr>
            <a:spLocks xmlns:a="http://schemas.openxmlformats.org/drawingml/2006/main" noGrp="1"/>
          </p:cNvSpPr>
          <p:nvPr/>
        </p:nvSpPr>
        <p:spPr>
          <a:xfrm xmlns:a="http://schemas.openxmlformats.org/drawingml/2006/main">
            <a:off x="9464611"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02" name="Editable chart path">
            <a:extLst xmlns:a="http://schemas.openxmlformats.org/drawingml/2006/main">
              <a:ext uri="{FF2B5EF4-FFF2-40B4-BE49-F238E27FC236}">
                <a16:creationId xmlns:a16="http://schemas.microsoft.com/office/drawing/2014/main" id="{F8DEC53E-773E-451A-947B-81857399B2BE}"/>
              </a:ext>
            </a:extLst>
          </p:cNvPr>
          <p:cNvSpPr>
            <a:spLocks xmlns:a="http://schemas.openxmlformats.org/drawingml/2006/main" noGrp="1"/>
          </p:cNvSpPr>
          <p:nvPr/>
        </p:nvSpPr>
        <p:spPr>
          <a:xfrm xmlns:a="http://schemas.openxmlformats.org/drawingml/2006/main">
            <a:off x="9464611"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17871"/>
          </a:solidFill>
          <a:ln xmlns:a="http://schemas.openxmlformats.org/drawingml/2006/main" w="3839">
            <a:solidFill>
              <a:srgbClr val="FBFCFE"/>
            </a:solidFill>
            <a:prstDash val="solid"/>
          </a:ln>
        </p:spPr>
      </p:sp>
      <p:sp>
        <p:nvSpPr>
          <p:cNvPr id="1103" name="Editable chart path">
            <a:extLst xmlns:a="http://schemas.openxmlformats.org/drawingml/2006/main">
              <a:ext uri="{FF2B5EF4-FFF2-40B4-BE49-F238E27FC236}">
                <a16:creationId xmlns:a16="http://schemas.microsoft.com/office/drawing/2014/main" id="{2C301BAF-C49E-4A24-9785-FDA2CD7C9EDF}"/>
              </a:ext>
            </a:extLst>
          </p:cNvPr>
          <p:cNvSpPr>
            <a:spLocks xmlns:a="http://schemas.openxmlformats.org/drawingml/2006/main" noGrp="1"/>
          </p:cNvSpPr>
          <p:nvPr/>
        </p:nvSpPr>
        <p:spPr>
          <a:xfrm xmlns:a="http://schemas.openxmlformats.org/drawingml/2006/main">
            <a:off x="9464611"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6857F"/>
          </a:solidFill>
          <a:ln xmlns:a="http://schemas.openxmlformats.org/drawingml/2006/main" w="3839">
            <a:solidFill>
              <a:srgbClr val="FBFCFE"/>
            </a:solidFill>
            <a:prstDash val="solid"/>
          </a:ln>
        </p:spPr>
      </p:sp>
      <p:sp>
        <p:nvSpPr>
          <p:cNvPr id="1104" name="Editable chart path">
            <a:extLst xmlns:a="http://schemas.openxmlformats.org/drawingml/2006/main">
              <a:ext uri="{FF2B5EF4-FFF2-40B4-BE49-F238E27FC236}">
                <a16:creationId xmlns:a16="http://schemas.microsoft.com/office/drawing/2014/main" id="{DADC9671-7FC6-4815-BE01-7BD4E1237CEB}"/>
              </a:ext>
            </a:extLst>
          </p:cNvPr>
          <p:cNvSpPr>
            <a:spLocks xmlns:a="http://schemas.openxmlformats.org/drawingml/2006/main" noGrp="1"/>
          </p:cNvSpPr>
          <p:nvPr/>
        </p:nvSpPr>
        <p:spPr>
          <a:xfrm xmlns:a="http://schemas.openxmlformats.org/drawingml/2006/main">
            <a:off x="9464611"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05" name="Editable chart path">
            <a:extLst xmlns:a="http://schemas.openxmlformats.org/drawingml/2006/main">
              <a:ext uri="{FF2B5EF4-FFF2-40B4-BE49-F238E27FC236}">
                <a16:creationId xmlns:a16="http://schemas.microsoft.com/office/drawing/2014/main" id="{992C1F65-A82F-4397-A494-6EDF0599F0FD}"/>
              </a:ext>
            </a:extLst>
          </p:cNvPr>
          <p:cNvSpPr>
            <a:spLocks xmlns:a="http://schemas.openxmlformats.org/drawingml/2006/main" noGrp="1"/>
          </p:cNvSpPr>
          <p:nvPr/>
        </p:nvSpPr>
        <p:spPr>
          <a:xfrm xmlns:a="http://schemas.openxmlformats.org/drawingml/2006/main">
            <a:off x="9464611"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06" name="Editable chart path">
            <a:extLst xmlns:a="http://schemas.openxmlformats.org/drawingml/2006/main">
              <a:ext uri="{FF2B5EF4-FFF2-40B4-BE49-F238E27FC236}">
                <a16:creationId xmlns:a16="http://schemas.microsoft.com/office/drawing/2014/main" id="{D6885909-1397-41D3-B389-5241572F3DB2}"/>
              </a:ext>
            </a:extLst>
          </p:cNvPr>
          <p:cNvSpPr>
            <a:spLocks xmlns:a="http://schemas.openxmlformats.org/drawingml/2006/main" noGrp="1"/>
          </p:cNvSpPr>
          <p:nvPr/>
        </p:nvSpPr>
        <p:spPr>
          <a:xfrm xmlns:a="http://schemas.openxmlformats.org/drawingml/2006/main">
            <a:off x="9464611"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07" name="Editable chart path">
            <a:extLst xmlns:a="http://schemas.openxmlformats.org/drawingml/2006/main">
              <a:ext uri="{FF2B5EF4-FFF2-40B4-BE49-F238E27FC236}">
                <a16:creationId xmlns:a16="http://schemas.microsoft.com/office/drawing/2014/main" id="{4D50BEA4-E57C-441E-9729-78E590804398}"/>
              </a:ext>
            </a:extLst>
          </p:cNvPr>
          <p:cNvSpPr>
            <a:spLocks xmlns:a="http://schemas.openxmlformats.org/drawingml/2006/main" noGrp="1"/>
          </p:cNvSpPr>
          <p:nvPr/>
        </p:nvSpPr>
        <p:spPr>
          <a:xfrm xmlns:a="http://schemas.openxmlformats.org/drawingml/2006/main">
            <a:off x="9542386"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108" name="Editable chart path">
            <a:extLst xmlns:a="http://schemas.openxmlformats.org/drawingml/2006/main">
              <a:ext uri="{FF2B5EF4-FFF2-40B4-BE49-F238E27FC236}">
                <a16:creationId xmlns:a16="http://schemas.microsoft.com/office/drawing/2014/main" id="{9378BDAD-6489-42F4-8717-A3516DB81E04}"/>
              </a:ext>
            </a:extLst>
          </p:cNvPr>
          <p:cNvSpPr>
            <a:spLocks xmlns:a="http://schemas.openxmlformats.org/drawingml/2006/main" noGrp="1"/>
          </p:cNvSpPr>
          <p:nvPr/>
        </p:nvSpPr>
        <p:spPr>
          <a:xfrm xmlns:a="http://schemas.openxmlformats.org/drawingml/2006/main">
            <a:off x="9542386"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09" name="Editable chart path">
            <a:extLst xmlns:a="http://schemas.openxmlformats.org/drawingml/2006/main">
              <a:ext uri="{FF2B5EF4-FFF2-40B4-BE49-F238E27FC236}">
                <a16:creationId xmlns:a16="http://schemas.microsoft.com/office/drawing/2014/main" id="{CFEFAF2F-6E67-4181-A639-9D7BF56A0D59}"/>
              </a:ext>
            </a:extLst>
          </p:cNvPr>
          <p:cNvSpPr>
            <a:spLocks xmlns:a="http://schemas.openxmlformats.org/drawingml/2006/main" noGrp="1"/>
          </p:cNvSpPr>
          <p:nvPr/>
        </p:nvSpPr>
        <p:spPr>
          <a:xfrm xmlns:a="http://schemas.openxmlformats.org/drawingml/2006/main">
            <a:off x="9542386"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5E1DF"/>
          </a:solidFill>
          <a:ln xmlns:a="http://schemas.openxmlformats.org/drawingml/2006/main" w="3839">
            <a:solidFill>
              <a:srgbClr val="FBFCFE"/>
            </a:solidFill>
            <a:prstDash val="solid"/>
          </a:ln>
        </p:spPr>
      </p:sp>
      <p:sp>
        <p:nvSpPr>
          <p:cNvPr id="1110" name="Editable chart path">
            <a:extLst xmlns:a="http://schemas.openxmlformats.org/drawingml/2006/main">
              <a:ext uri="{FF2B5EF4-FFF2-40B4-BE49-F238E27FC236}">
                <a16:creationId xmlns:a16="http://schemas.microsoft.com/office/drawing/2014/main" id="{E856C2AD-B7AE-4159-9F82-7903B502E09F}"/>
              </a:ext>
            </a:extLst>
          </p:cNvPr>
          <p:cNvSpPr>
            <a:spLocks xmlns:a="http://schemas.openxmlformats.org/drawingml/2006/main" noGrp="1"/>
          </p:cNvSpPr>
          <p:nvPr/>
        </p:nvSpPr>
        <p:spPr>
          <a:xfrm xmlns:a="http://schemas.openxmlformats.org/drawingml/2006/main">
            <a:off x="9542386"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11" name="Editable chart path">
            <a:extLst xmlns:a="http://schemas.openxmlformats.org/drawingml/2006/main">
              <a:ext uri="{FF2B5EF4-FFF2-40B4-BE49-F238E27FC236}">
                <a16:creationId xmlns:a16="http://schemas.microsoft.com/office/drawing/2014/main" id="{066CFE25-7D10-488B-A448-6064D45D9EE5}"/>
              </a:ext>
            </a:extLst>
          </p:cNvPr>
          <p:cNvSpPr>
            <a:spLocks xmlns:a="http://schemas.openxmlformats.org/drawingml/2006/main" noGrp="1"/>
          </p:cNvSpPr>
          <p:nvPr/>
        </p:nvSpPr>
        <p:spPr>
          <a:xfrm xmlns:a="http://schemas.openxmlformats.org/drawingml/2006/main">
            <a:off x="9542386"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A625A"/>
          </a:solidFill>
          <a:ln xmlns:a="http://schemas.openxmlformats.org/drawingml/2006/main" w="3839">
            <a:solidFill>
              <a:srgbClr val="FBFCFE"/>
            </a:solidFill>
            <a:prstDash val="solid"/>
          </a:ln>
        </p:spPr>
      </p:sp>
      <p:sp>
        <p:nvSpPr>
          <p:cNvPr id="1112" name="Editable chart path">
            <a:extLst xmlns:a="http://schemas.openxmlformats.org/drawingml/2006/main">
              <a:ext uri="{FF2B5EF4-FFF2-40B4-BE49-F238E27FC236}">
                <a16:creationId xmlns:a16="http://schemas.microsoft.com/office/drawing/2014/main" id="{95BD9411-8E59-4240-B4DB-AAA2A701E6FA}"/>
              </a:ext>
            </a:extLst>
          </p:cNvPr>
          <p:cNvSpPr>
            <a:spLocks xmlns:a="http://schemas.openxmlformats.org/drawingml/2006/main" noGrp="1"/>
          </p:cNvSpPr>
          <p:nvPr/>
        </p:nvSpPr>
        <p:spPr>
          <a:xfrm xmlns:a="http://schemas.openxmlformats.org/drawingml/2006/main">
            <a:off x="9542386"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96059"/>
          </a:solidFill>
          <a:ln xmlns:a="http://schemas.openxmlformats.org/drawingml/2006/main" w="3839">
            <a:solidFill>
              <a:srgbClr val="FBFCFE"/>
            </a:solidFill>
            <a:prstDash val="solid"/>
          </a:ln>
        </p:spPr>
      </p:sp>
      <p:sp>
        <p:nvSpPr>
          <p:cNvPr id="1113" name="Editable chart path">
            <a:extLst xmlns:a="http://schemas.openxmlformats.org/drawingml/2006/main">
              <a:ext uri="{FF2B5EF4-FFF2-40B4-BE49-F238E27FC236}">
                <a16:creationId xmlns:a16="http://schemas.microsoft.com/office/drawing/2014/main" id="{7BFA9FF7-6B01-4D5F-AAFA-32DF98489813}"/>
              </a:ext>
            </a:extLst>
          </p:cNvPr>
          <p:cNvSpPr>
            <a:spLocks xmlns:a="http://schemas.openxmlformats.org/drawingml/2006/main" noGrp="1"/>
          </p:cNvSpPr>
          <p:nvPr/>
        </p:nvSpPr>
        <p:spPr>
          <a:xfrm xmlns:a="http://schemas.openxmlformats.org/drawingml/2006/main">
            <a:off x="9542386"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14" name="Editable chart path">
            <a:extLst xmlns:a="http://schemas.openxmlformats.org/drawingml/2006/main">
              <a:ext uri="{FF2B5EF4-FFF2-40B4-BE49-F238E27FC236}">
                <a16:creationId xmlns:a16="http://schemas.microsoft.com/office/drawing/2014/main" id="{071A5C63-0AD8-4428-A0E0-B45EA632BC0E}"/>
              </a:ext>
            </a:extLst>
          </p:cNvPr>
          <p:cNvSpPr>
            <a:spLocks xmlns:a="http://schemas.openxmlformats.org/drawingml/2006/main" noGrp="1"/>
          </p:cNvSpPr>
          <p:nvPr/>
        </p:nvSpPr>
        <p:spPr>
          <a:xfrm xmlns:a="http://schemas.openxmlformats.org/drawingml/2006/main">
            <a:off x="9542386"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E7069"/>
          </a:solidFill>
          <a:ln xmlns:a="http://schemas.openxmlformats.org/drawingml/2006/main" w="3839">
            <a:solidFill>
              <a:srgbClr val="FBFCFE"/>
            </a:solidFill>
            <a:prstDash val="solid"/>
          </a:ln>
        </p:spPr>
      </p:sp>
      <p:sp>
        <p:nvSpPr>
          <p:cNvPr id="1115" name="Editable chart path">
            <a:extLst xmlns:a="http://schemas.openxmlformats.org/drawingml/2006/main">
              <a:ext uri="{FF2B5EF4-FFF2-40B4-BE49-F238E27FC236}">
                <a16:creationId xmlns:a16="http://schemas.microsoft.com/office/drawing/2014/main" id="{F80AB32A-0C83-4E13-84EB-F12F5071198A}"/>
              </a:ext>
            </a:extLst>
          </p:cNvPr>
          <p:cNvSpPr>
            <a:spLocks xmlns:a="http://schemas.openxmlformats.org/drawingml/2006/main" noGrp="1"/>
          </p:cNvSpPr>
          <p:nvPr/>
        </p:nvSpPr>
        <p:spPr>
          <a:xfrm xmlns:a="http://schemas.openxmlformats.org/drawingml/2006/main">
            <a:off x="9620162"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116" name="Editable chart path">
            <a:extLst xmlns:a="http://schemas.openxmlformats.org/drawingml/2006/main">
              <a:ext uri="{FF2B5EF4-FFF2-40B4-BE49-F238E27FC236}">
                <a16:creationId xmlns:a16="http://schemas.microsoft.com/office/drawing/2014/main" id="{91F5B82F-0FB8-47AD-87E2-8E48D6D9A06D}"/>
              </a:ext>
            </a:extLst>
          </p:cNvPr>
          <p:cNvSpPr>
            <a:spLocks xmlns:a="http://schemas.openxmlformats.org/drawingml/2006/main" noGrp="1"/>
          </p:cNvSpPr>
          <p:nvPr/>
        </p:nvSpPr>
        <p:spPr>
          <a:xfrm xmlns:a="http://schemas.openxmlformats.org/drawingml/2006/main">
            <a:off x="9620162"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117" name="Editable chart path">
            <a:extLst xmlns:a="http://schemas.openxmlformats.org/drawingml/2006/main">
              <a:ext uri="{FF2B5EF4-FFF2-40B4-BE49-F238E27FC236}">
                <a16:creationId xmlns:a16="http://schemas.microsoft.com/office/drawing/2014/main" id="{D3303E26-8181-4355-8979-18FF88FBEDD1}"/>
              </a:ext>
            </a:extLst>
          </p:cNvPr>
          <p:cNvSpPr>
            <a:spLocks xmlns:a="http://schemas.openxmlformats.org/drawingml/2006/main" noGrp="1"/>
          </p:cNvSpPr>
          <p:nvPr/>
        </p:nvSpPr>
        <p:spPr>
          <a:xfrm xmlns:a="http://schemas.openxmlformats.org/drawingml/2006/main">
            <a:off x="9620162"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6B4B1"/>
          </a:solidFill>
          <a:ln xmlns:a="http://schemas.openxmlformats.org/drawingml/2006/main" w="3839">
            <a:solidFill>
              <a:srgbClr val="FBFCFE"/>
            </a:solidFill>
            <a:prstDash val="solid"/>
          </a:ln>
        </p:spPr>
      </p:sp>
      <p:sp>
        <p:nvSpPr>
          <p:cNvPr id="1118" name="Editable chart path">
            <a:extLst xmlns:a="http://schemas.openxmlformats.org/drawingml/2006/main">
              <a:ext uri="{FF2B5EF4-FFF2-40B4-BE49-F238E27FC236}">
                <a16:creationId xmlns:a16="http://schemas.microsoft.com/office/drawing/2014/main" id="{F5FFEBEC-7DB4-48F7-83EA-65DE3FB2AA8A}"/>
              </a:ext>
            </a:extLst>
          </p:cNvPr>
          <p:cNvSpPr>
            <a:spLocks xmlns:a="http://schemas.openxmlformats.org/drawingml/2006/main" noGrp="1"/>
          </p:cNvSpPr>
          <p:nvPr/>
        </p:nvSpPr>
        <p:spPr>
          <a:xfrm xmlns:a="http://schemas.openxmlformats.org/drawingml/2006/main">
            <a:off x="9620162"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ECECB"/>
          </a:solidFill>
          <a:ln xmlns:a="http://schemas.openxmlformats.org/drawingml/2006/main" w="3839">
            <a:solidFill>
              <a:srgbClr val="FBFCFE"/>
            </a:solidFill>
            <a:prstDash val="solid"/>
          </a:ln>
        </p:spPr>
      </p:sp>
      <p:sp>
        <p:nvSpPr>
          <p:cNvPr id="1119" name="Editable chart path">
            <a:extLst xmlns:a="http://schemas.openxmlformats.org/drawingml/2006/main">
              <a:ext uri="{FF2B5EF4-FFF2-40B4-BE49-F238E27FC236}">
                <a16:creationId xmlns:a16="http://schemas.microsoft.com/office/drawing/2014/main" id="{E7BBDD11-F9DB-4E08-BAFA-432ABAF8AEEE}"/>
              </a:ext>
            </a:extLst>
          </p:cNvPr>
          <p:cNvSpPr>
            <a:spLocks xmlns:a="http://schemas.openxmlformats.org/drawingml/2006/main" noGrp="1"/>
          </p:cNvSpPr>
          <p:nvPr/>
        </p:nvSpPr>
        <p:spPr>
          <a:xfrm xmlns:a="http://schemas.openxmlformats.org/drawingml/2006/main">
            <a:off x="9620162"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20" name="Editable chart path">
            <a:extLst xmlns:a="http://schemas.openxmlformats.org/drawingml/2006/main">
              <a:ext uri="{FF2B5EF4-FFF2-40B4-BE49-F238E27FC236}">
                <a16:creationId xmlns:a16="http://schemas.microsoft.com/office/drawing/2014/main" id="{1D9B1C18-0231-4A8D-BE6C-FB11E57E7E07}"/>
              </a:ext>
            </a:extLst>
          </p:cNvPr>
          <p:cNvSpPr>
            <a:spLocks xmlns:a="http://schemas.openxmlformats.org/drawingml/2006/main" noGrp="1"/>
          </p:cNvSpPr>
          <p:nvPr/>
        </p:nvSpPr>
        <p:spPr>
          <a:xfrm xmlns:a="http://schemas.openxmlformats.org/drawingml/2006/main">
            <a:off x="9620162"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21" name="Editable chart path">
            <a:extLst xmlns:a="http://schemas.openxmlformats.org/drawingml/2006/main">
              <a:ext uri="{FF2B5EF4-FFF2-40B4-BE49-F238E27FC236}">
                <a16:creationId xmlns:a16="http://schemas.microsoft.com/office/drawing/2014/main" id="{7A1D56A4-5C93-4392-9248-3F01B532AFD6}"/>
              </a:ext>
            </a:extLst>
          </p:cNvPr>
          <p:cNvSpPr>
            <a:spLocks xmlns:a="http://schemas.openxmlformats.org/drawingml/2006/main" noGrp="1"/>
          </p:cNvSpPr>
          <p:nvPr/>
        </p:nvSpPr>
        <p:spPr>
          <a:xfrm xmlns:a="http://schemas.openxmlformats.org/drawingml/2006/main">
            <a:off x="969793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22" name="Editable chart path">
            <a:extLst xmlns:a="http://schemas.openxmlformats.org/drawingml/2006/main">
              <a:ext uri="{FF2B5EF4-FFF2-40B4-BE49-F238E27FC236}">
                <a16:creationId xmlns:a16="http://schemas.microsoft.com/office/drawing/2014/main" id="{4A873C94-1939-47B9-B21C-453C59136C33}"/>
              </a:ext>
            </a:extLst>
          </p:cNvPr>
          <p:cNvSpPr>
            <a:spLocks xmlns:a="http://schemas.openxmlformats.org/drawingml/2006/main" noGrp="1"/>
          </p:cNvSpPr>
          <p:nvPr/>
        </p:nvSpPr>
        <p:spPr>
          <a:xfrm xmlns:a="http://schemas.openxmlformats.org/drawingml/2006/main">
            <a:off x="9697938"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5827C"/>
          </a:solidFill>
          <a:ln xmlns:a="http://schemas.openxmlformats.org/drawingml/2006/main" w="3839">
            <a:solidFill>
              <a:srgbClr val="FBFCFE"/>
            </a:solidFill>
            <a:prstDash val="solid"/>
          </a:ln>
        </p:spPr>
      </p:sp>
      <p:sp>
        <p:nvSpPr>
          <p:cNvPr id="1123" name="Editable chart path">
            <a:extLst xmlns:a="http://schemas.openxmlformats.org/drawingml/2006/main">
              <a:ext uri="{FF2B5EF4-FFF2-40B4-BE49-F238E27FC236}">
                <a16:creationId xmlns:a16="http://schemas.microsoft.com/office/drawing/2014/main" id="{96143AA7-12BE-465B-A027-F13D22117BC5}"/>
              </a:ext>
            </a:extLst>
          </p:cNvPr>
          <p:cNvSpPr>
            <a:spLocks xmlns:a="http://schemas.openxmlformats.org/drawingml/2006/main" noGrp="1"/>
          </p:cNvSpPr>
          <p:nvPr/>
        </p:nvSpPr>
        <p:spPr>
          <a:xfrm xmlns:a="http://schemas.openxmlformats.org/drawingml/2006/main">
            <a:off x="969793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AABEDD"/>
          </a:solidFill>
          <a:ln xmlns:a="http://schemas.openxmlformats.org/drawingml/2006/main" w="3839">
            <a:solidFill>
              <a:srgbClr val="FBFCFE"/>
            </a:solidFill>
            <a:prstDash val="solid"/>
          </a:ln>
        </p:spPr>
      </p:sp>
      <p:sp>
        <p:nvSpPr>
          <p:cNvPr id="1124" name="Editable chart path">
            <a:extLst xmlns:a="http://schemas.openxmlformats.org/drawingml/2006/main">
              <a:ext uri="{FF2B5EF4-FFF2-40B4-BE49-F238E27FC236}">
                <a16:creationId xmlns:a16="http://schemas.microsoft.com/office/drawing/2014/main" id="{E7F09E20-5A5E-4896-9684-A8092BC1233B}"/>
              </a:ext>
            </a:extLst>
          </p:cNvPr>
          <p:cNvSpPr>
            <a:spLocks xmlns:a="http://schemas.openxmlformats.org/drawingml/2006/main" noGrp="1"/>
          </p:cNvSpPr>
          <p:nvPr/>
        </p:nvSpPr>
        <p:spPr>
          <a:xfrm xmlns:a="http://schemas.openxmlformats.org/drawingml/2006/main">
            <a:off x="969793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25" name="Editable chart path">
            <a:extLst xmlns:a="http://schemas.openxmlformats.org/drawingml/2006/main">
              <a:ext uri="{FF2B5EF4-FFF2-40B4-BE49-F238E27FC236}">
                <a16:creationId xmlns:a16="http://schemas.microsoft.com/office/drawing/2014/main" id="{7DEB703B-BACA-40DA-96D9-D61766847512}"/>
              </a:ext>
            </a:extLst>
          </p:cNvPr>
          <p:cNvSpPr>
            <a:spLocks xmlns:a="http://schemas.openxmlformats.org/drawingml/2006/main" noGrp="1"/>
          </p:cNvSpPr>
          <p:nvPr/>
        </p:nvSpPr>
        <p:spPr>
          <a:xfrm xmlns:a="http://schemas.openxmlformats.org/drawingml/2006/main">
            <a:off x="9697938"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ECDCA"/>
          </a:solidFill>
          <a:ln xmlns:a="http://schemas.openxmlformats.org/drawingml/2006/main" w="3839">
            <a:solidFill>
              <a:srgbClr val="FBFCFE"/>
            </a:solidFill>
            <a:prstDash val="solid"/>
          </a:ln>
        </p:spPr>
      </p:sp>
      <p:sp>
        <p:nvSpPr>
          <p:cNvPr id="1126" name="Editable chart path">
            <a:extLst xmlns:a="http://schemas.openxmlformats.org/drawingml/2006/main">
              <a:ext uri="{FF2B5EF4-FFF2-40B4-BE49-F238E27FC236}">
                <a16:creationId xmlns:a16="http://schemas.microsoft.com/office/drawing/2014/main" id="{B44863D7-10FE-4FB3-80CA-AE3248019478}"/>
              </a:ext>
            </a:extLst>
          </p:cNvPr>
          <p:cNvSpPr>
            <a:spLocks xmlns:a="http://schemas.openxmlformats.org/drawingml/2006/main" noGrp="1"/>
          </p:cNvSpPr>
          <p:nvPr/>
        </p:nvSpPr>
        <p:spPr>
          <a:xfrm xmlns:a="http://schemas.openxmlformats.org/drawingml/2006/main">
            <a:off x="9697938"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127" name="Editable chart path">
            <a:extLst xmlns:a="http://schemas.openxmlformats.org/drawingml/2006/main">
              <a:ext uri="{FF2B5EF4-FFF2-40B4-BE49-F238E27FC236}">
                <a16:creationId xmlns:a16="http://schemas.microsoft.com/office/drawing/2014/main" id="{AF513386-888A-4D4A-A7CD-BDF0ABDDDDE4}"/>
              </a:ext>
            </a:extLst>
          </p:cNvPr>
          <p:cNvSpPr>
            <a:spLocks xmlns:a="http://schemas.openxmlformats.org/drawingml/2006/main" noGrp="1"/>
          </p:cNvSpPr>
          <p:nvPr/>
        </p:nvSpPr>
        <p:spPr>
          <a:xfrm xmlns:a="http://schemas.openxmlformats.org/drawingml/2006/main">
            <a:off x="9697938"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A918C"/>
          </a:solidFill>
          <a:ln xmlns:a="http://schemas.openxmlformats.org/drawingml/2006/main" w="3839">
            <a:solidFill>
              <a:srgbClr val="FBFCFE"/>
            </a:solidFill>
            <a:prstDash val="solid"/>
          </a:ln>
        </p:spPr>
      </p:sp>
      <p:sp>
        <p:nvSpPr>
          <p:cNvPr id="1128" name="Editable chart path">
            <a:extLst xmlns:a="http://schemas.openxmlformats.org/drawingml/2006/main">
              <a:ext uri="{FF2B5EF4-FFF2-40B4-BE49-F238E27FC236}">
                <a16:creationId xmlns:a16="http://schemas.microsoft.com/office/drawing/2014/main" id="{3524EABF-29B1-44A3-B3DF-3580754504CE}"/>
              </a:ext>
            </a:extLst>
          </p:cNvPr>
          <p:cNvSpPr>
            <a:spLocks xmlns:a="http://schemas.openxmlformats.org/drawingml/2006/main" noGrp="1"/>
          </p:cNvSpPr>
          <p:nvPr/>
        </p:nvSpPr>
        <p:spPr>
          <a:xfrm xmlns:a="http://schemas.openxmlformats.org/drawingml/2006/main">
            <a:off x="977571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0A39F"/>
          </a:solidFill>
          <a:ln xmlns:a="http://schemas.openxmlformats.org/drawingml/2006/main" w="3839">
            <a:solidFill>
              <a:srgbClr val="FBFCFE"/>
            </a:solidFill>
            <a:prstDash val="solid"/>
          </a:ln>
        </p:spPr>
      </p:sp>
      <p:sp>
        <p:nvSpPr>
          <p:cNvPr id="1129" name="Editable chart path">
            <a:extLst xmlns:a="http://schemas.openxmlformats.org/drawingml/2006/main">
              <a:ext uri="{FF2B5EF4-FFF2-40B4-BE49-F238E27FC236}">
                <a16:creationId xmlns:a16="http://schemas.microsoft.com/office/drawing/2014/main" id="{1DB56EF4-0C05-4B06-BF22-6F45F350B56E}"/>
              </a:ext>
            </a:extLst>
          </p:cNvPr>
          <p:cNvSpPr>
            <a:spLocks xmlns:a="http://schemas.openxmlformats.org/drawingml/2006/main" noGrp="1"/>
          </p:cNvSpPr>
          <p:nvPr/>
        </p:nvSpPr>
        <p:spPr>
          <a:xfrm xmlns:a="http://schemas.openxmlformats.org/drawingml/2006/main">
            <a:off x="977571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7B7B4"/>
          </a:solidFill>
          <a:ln xmlns:a="http://schemas.openxmlformats.org/drawingml/2006/main" w="3839">
            <a:solidFill>
              <a:srgbClr val="FBFCFE"/>
            </a:solidFill>
            <a:prstDash val="solid"/>
          </a:ln>
        </p:spPr>
      </p:sp>
      <p:sp>
        <p:nvSpPr>
          <p:cNvPr id="1130" name="Editable chart path">
            <a:extLst xmlns:a="http://schemas.openxmlformats.org/drawingml/2006/main">
              <a:ext uri="{FF2B5EF4-FFF2-40B4-BE49-F238E27FC236}">
                <a16:creationId xmlns:a16="http://schemas.microsoft.com/office/drawing/2014/main" id="{BCBE90FD-2485-4A29-B70E-8119404C5462}"/>
              </a:ext>
            </a:extLst>
          </p:cNvPr>
          <p:cNvSpPr>
            <a:spLocks xmlns:a="http://schemas.openxmlformats.org/drawingml/2006/main" noGrp="1"/>
          </p:cNvSpPr>
          <p:nvPr/>
        </p:nvSpPr>
        <p:spPr>
          <a:xfrm xmlns:a="http://schemas.openxmlformats.org/drawingml/2006/main">
            <a:off x="977571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AF2F1"/>
          </a:solidFill>
          <a:ln xmlns:a="http://schemas.openxmlformats.org/drawingml/2006/main" w="3839">
            <a:solidFill>
              <a:srgbClr val="FBFCFE"/>
            </a:solidFill>
            <a:prstDash val="solid"/>
          </a:ln>
        </p:spPr>
      </p:sp>
      <p:sp>
        <p:nvSpPr>
          <p:cNvPr id="1131" name="Editable chart path">
            <a:extLst xmlns:a="http://schemas.openxmlformats.org/drawingml/2006/main">
              <a:ext uri="{FF2B5EF4-FFF2-40B4-BE49-F238E27FC236}">
                <a16:creationId xmlns:a16="http://schemas.microsoft.com/office/drawing/2014/main" id="{986B7E22-DA53-4A65-BA0C-6E636C758226}"/>
              </a:ext>
            </a:extLst>
          </p:cNvPr>
          <p:cNvSpPr>
            <a:spLocks xmlns:a="http://schemas.openxmlformats.org/drawingml/2006/main" noGrp="1"/>
          </p:cNvSpPr>
          <p:nvPr/>
        </p:nvSpPr>
        <p:spPr>
          <a:xfrm xmlns:a="http://schemas.openxmlformats.org/drawingml/2006/main">
            <a:off x="9775713"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2C5EAA"/>
          </a:solidFill>
          <a:ln xmlns:a="http://schemas.openxmlformats.org/drawingml/2006/main" w="3839">
            <a:solidFill>
              <a:srgbClr val="FBFCFE"/>
            </a:solidFill>
            <a:prstDash val="solid"/>
          </a:ln>
        </p:spPr>
      </p:sp>
      <p:sp>
        <p:nvSpPr>
          <p:cNvPr id="1132" name="Editable chart path">
            <a:extLst xmlns:a="http://schemas.openxmlformats.org/drawingml/2006/main">
              <a:ext uri="{FF2B5EF4-FFF2-40B4-BE49-F238E27FC236}">
                <a16:creationId xmlns:a16="http://schemas.microsoft.com/office/drawing/2014/main" id="{64EA1017-E810-47D3-AC15-A55F1F9C2416}"/>
              </a:ext>
            </a:extLst>
          </p:cNvPr>
          <p:cNvSpPr>
            <a:spLocks xmlns:a="http://schemas.openxmlformats.org/drawingml/2006/main" noGrp="1"/>
          </p:cNvSpPr>
          <p:nvPr/>
        </p:nvSpPr>
        <p:spPr>
          <a:xfrm xmlns:a="http://schemas.openxmlformats.org/drawingml/2006/main">
            <a:off x="9775713"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1133" name="Editable chart path">
            <a:extLst xmlns:a="http://schemas.openxmlformats.org/drawingml/2006/main">
              <a:ext uri="{FF2B5EF4-FFF2-40B4-BE49-F238E27FC236}">
                <a16:creationId xmlns:a16="http://schemas.microsoft.com/office/drawing/2014/main" id="{52FBF941-45C4-437B-B950-A5BB3D6AD7C1}"/>
              </a:ext>
            </a:extLst>
          </p:cNvPr>
          <p:cNvSpPr>
            <a:spLocks xmlns:a="http://schemas.openxmlformats.org/drawingml/2006/main" noGrp="1"/>
          </p:cNvSpPr>
          <p:nvPr/>
        </p:nvSpPr>
        <p:spPr>
          <a:xfrm xmlns:a="http://schemas.openxmlformats.org/drawingml/2006/main">
            <a:off x="9853489"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FFFFF"/>
          </a:solidFill>
          <a:ln xmlns:a="http://schemas.openxmlformats.org/drawingml/2006/main" w="3839">
            <a:solidFill>
              <a:srgbClr val="FBFCFE"/>
            </a:solidFill>
            <a:prstDash val="solid"/>
          </a:ln>
        </p:spPr>
      </p:sp>
      <p:sp>
        <p:nvSpPr>
          <p:cNvPr id="1134" name="Editable chart path">
            <a:extLst xmlns:a="http://schemas.openxmlformats.org/drawingml/2006/main">
              <a:ext uri="{FF2B5EF4-FFF2-40B4-BE49-F238E27FC236}">
                <a16:creationId xmlns:a16="http://schemas.microsoft.com/office/drawing/2014/main" id="{F46AB5BB-B851-440B-93C2-51CE1A140270}"/>
              </a:ext>
            </a:extLst>
          </p:cNvPr>
          <p:cNvSpPr>
            <a:spLocks xmlns:a="http://schemas.openxmlformats.org/drawingml/2006/main" noGrp="1"/>
          </p:cNvSpPr>
          <p:nvPr/>
        </p:nvSpPr>
        <p:spPr>
          <a:xfrm xmlns:a="http://schemas.openxmlformats.org/drawingml/2006/main">
            <a:off x="9853489"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D17670"/>
          </a:solidFill>
          <a:ln xmlns:a="http://schemas.openxmlformats.org/drawingml/2006/main" w="3839">
            <a:solidFill>
              <a:srgbClr val="FBFCFE"/>
            </a:solidFill>
            <a:prstDash val="solid"/>
          </a:ln>
        </p:spPr>
      </p:sp>
      <p:sp>
        <p:nvSpPr>
          <p:cNvPr id="1135" name="Editable chart path">
            <a:extLst xmlns:a="http://schemas.openxmlformats.org/drawingml/2006/main">
              <a:ext uri="{FF2B5EF4-FFF2-40B4-BE49-F238E27FC236}">
                <a16:creationId xmlns:a16="http://schemas.microsoft.com/office/drawing/2014/main" id="{2B3E38AC-59D3-4D7D-9A52-ACAC4790A548}"/>
              </a:ext>
            </a:extLst>
          </p:cNvPr>
          <p:cNvSpPr>
            <a:spLocks xmlns:a="http://schemas.openxmlformats.org/drawingml/2006/main" noGrp="1"/>
          </p:cNvSpPr>
          <p:nvPr/>
        </p:nvSpPr>
        <p:spPr>
          <a:xfrm xmlns:a="http://schemas.openxmlformats.org/drawingml/2006/main">
            <a:off x="9853489"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36" name="Editable chart path">
            <a:extLst xmlns:a="http://schemas.openxmlformats.org/drawingml/2006/main">
              <a:ext uri="{FF2B5EF4-FFF2-40B4-BE49-F238E27FC236}">
                <a16:creationId xmlns:a16="http://schemas.microsoft.com/office/drawing/2014/main" id="{C2E36DE7-ECC6-49C4-86F1-8FA99AD2AB33}"/>
              </a:ext>
            </a:extLst>
          </p:cNvPr>
          <p:cNvSpPr>
            <a:spLocks xmlns:a="http://schemas.openxmlformats.org/drawingml/2006/main" noGrp="1"/>
          </p:cNvSpPr>
          <p:nvPr/>
        </p:nvSpPr>
        <p:spPr>
          <a:xfrm xmlns:a="http://schemas.openxmlformats.org/drawingml/2006/main">
            <a:off x="9853489"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E8BBB7"/>
          </a:solidFill>
          <a:ln xmlns:a="http://schemas.openxmlformats.org/drawingml/2006/main" w="3839">
            <a:solidFill>
              <a:srgbClr val="FBFCFE"/>
            </a:solidFill>
            <a:prstDash val="solid"/>
          </a:ln>
        </p:spPr>
      </p:sp>
      <p:sp>
        <p:nvSpPr>
          <p:cNvPr id="1137" name="Editable chart path">
            <a:extLst xmlns:a="http://schemas.openxmlformats.org/drawingml/2006/main">
              <a:ext uri="{FF2B5EF4-FFF2-40B4-BE49-F238E27FC236}">
                <a16:creationId xmlns:a16="http://schemas.microsoft.com/office/drawing/2014/main" id="{9DA37D01-9664-4A72-BBDA-8F6F48D4AF9B}"/>
              </a:ext>
            </a:extLst>
          </p:cNvPr>
          <p:cNvSpPr>
            <a:spLocks xmlns:a="http://schemas.openxmlformats.org/drawingml/2006/main" noGrp="1"/>
          </p:cNvSpPr>
          <p:nvPr/>
        </p:nvSpPr>
        <p:spPr>
          <a:xfrm xmlns:a="http://schemas.openxmlformats.org/drawingml/2006/main">
            <a:off x="9853489"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BFCFD"/>
          </a:solidFill>
          <a:ln xmlns:a="http://schemas.openxmlformats.org/drawingml/2006/main" w="3839">
            <a:solidFill>
              <a:srgbClr val="FBFCFE"/>
            </a:solidFill>
            <a:prstDash val="solid"/>
          </a:ln>
        </p:spPr>
      </p:sp>
      <p:sp>
        <p:nvSpPr>
          <p:cNvPr id="1138" name="Editable chart path">
            <a:extLst xmlns:a="http://schemas.openxmlformats.org/drawingml/2006/main">
              <a:ext uri="{FF2B5EF4-FFF2-40B4-BE49-F238E27FC236}">
                <a16:creationId xmlns:a16="http://schemas.microsoft.com/office/drawing/2014/main" id="{C573F0E9-A5A7-44AF-9BE7-B0BC75CCF8AF}"/>
              </a:ext>
            </a:extLst>
          </p:cNvPr>
          <p:cNvSpPr>
            <a:spLocks xmlns:a="http://schemas.openxmlformats.org/drawingml/2006/main" noGrp="1"/>
          </p:cNvSpPr>
          <p:nvPr/>
        </p:nvSpPr>
        <p:spPr>
          <a:xfrm xmlns:a="http://schemas.openxmlformats.org/drawingml/2006/main">
            <a:off x="9853489"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EFDFD"/>
          </a:solidFill>
          <a:ln xmlns:a="http://schemas.openxmlformats.org/drawingml/2006/main" w="3839">
            <a:solidFill>
              <a:srgbClr val="FBFCFE"/>
            </a:solidFill>
            <a:prstDash val="solid"/>
          </a:ln>
        </p:spPr>
      </p:sp>
      <p:sp>
        <p:nvSpPr>
          <p:cNvPr id="1139" name="Editable chart path">
            <a:extLst xmlns:a="http://schemas.openxmlformats.org/drawingml/2006/main">
              <a:ext uri="{FF2B5EF4-FFF2-40B4-BE49-F238E27FC236}">
                <a16:creationId xmlns:a16="http://schemas.microsoft.com/office/drawing/2014/main" id="{CDB03D89-0DA6-4899-BD7C-EBFE3DA6F750}"/>
              </a:ext>
            </a:extLst>
          </p:cNvPr>
          <p:cNvSpPr>
            <a:spLocks xmlns:a="http://schemas.openxmlformats.org/drawingml/2006/main" noGrp="1"/>
          </p:cNvSpPr>
          <p:nvPr/>
        </p:nvSpPr>
        <p:spPr>
          <a:xfrm xmlns:a="http://schemas.openxmlformats.org/drawingml/2006/main">
            <a:off x="9931264"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D6C65"/>
          </a:solidFill>
          <a:ln xmlns:a="http://schemas.openxmlformats.org/drawingml/2006/main" w="3839">
            <a:solidFill>
              <a:srgbClr val="FBFCFE"/>
            </a:solidFill>
            <a:prstDash val="solid"/>
          </a:ln>
        </p:spPr>
      </p:sp>
      <p:sp>
        <p:nvSpPr>
          <p:cNvPr id="1140" name="Editable chart path">
            <a:extLst xmlns:a="http://schemas.openxmlformats.org/drawingml/2006/main">
              <a:ext uri="{FF2B5EF4-FFF2-40B4-BE49-F238E27FC236}">
                <a16:creationId xmlns:a16="http://schemas.microsoft.com/office/drawing/2014/main" id="{AB212738-5924-4AAF-929D-76E797C491C1}"/>
              </a:ext>
            </a:extLst>
          </p:cNvPr>
          <p:cNvSpPr>
            <a:spLocks xmlns:a="http://schemas.openxmlformats.org/drawingml/2006/main" noGrp="1"/>
          </p:cNvSpPr>
          <p:nvPr/>
        </p:nvSpPr>
        <p:spPr>
          <a:xfrm xmlns:a="http://schemas.openxmlformats.org/drawingml/2006/main">
            <a:off x="9931264"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0453C"/>
          </a:solidFill>
          <a:ln xmlns:a="http://schemas.openxmlformats.org/drawingml/2006/main" w="3839">
            <a:solidFill>
              <a:srgbClr val="FBFCFE"/>
            </a:solidFill>
            <a:prstDash val="solid"/>
          </a:ln>
        </p:spPr>
      </p:sp>
      <p:sp>
        <p:nvSpPr>
          <p:cNvPr id="1141" name="Editable chart path">
            <a:extLst xmlns:a="http://schemas.openxmlformats.org/drawingml/2006/main">
              <a:ext uri="{FF2B5EF4-FFF2-40B4-BE49-F238E27FC236}">
                <a16:creationId xmlns:a16="http://schemas.microsoft.com/office/drawing/2014/main" id="{78B4F569-0301-46D2-B64B-05819CE302D9}"/>
              </a:ext>
            </a:extLst>
          </p:cNvPr>
          <p:cNvSpPr>
            <a:spLocks xmlns:a="http://schemas.openxmlformats.org/drawingml/2006/main" noGrp="1"/>
          </p:cNvSpPr>
          <p:nvPr/>
        </p:nvSpPr>
        <p:spPr>
          <a:xfrm xmlns:a="http://schemas.openxmlformats.org/drawingml/2006/main">
            <a:off x="10009040"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C4524A"/>
          </a:solidFill>
          <a:ln xmlns:a="http://schemas.openxmlformats.org/drawingml/2006/main" w="3839">
            <a:solidFill>
              <a:srgbClr val="FBFCFE"/>
            </a:solidFill>
            <a:prstDash val="solid"/>
          </a:ln>
        </p:spPr>
      </p:sp>
      <p:sp>
        <p:nvSpPr>
          <p:cNvPr id="1142" name="Editable chart path">
            <a:extLst xmlns:a="http://schemas.openxmlformats.org/drawingml/2006/main">
              <a:ext uri="{FF2B5EF4-FFF2-40B4-BE49-F238E27FC236}">
                <a16:creationId xmlns:a16="http://schemas.microsoft.com/office/drawing/2014/main" id="{EA5C6146-BD8C-4F66-9A32-E56829E05485}"/>
              </a:ext>
            </a:extLst>
          </p:cNvPr>
          <p:cNvSpPr>
            <a:spLocks xmlns:a="http://schemas.openxmlformats.org/drawingml/2006/main" noGrp="1"/>
          </p:cNvSpPr>
          <p:nvPr/>
        </p:nvSpPr>
        <p:spPr>
          <a:xfrm xmlns:a="http://schemas.openxmlformats.org/drawingml/2006/main">
            <a:off x="6664692"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43" name="Editable chart path">
            <a:extLst xmlns:a="http://schemas.openxmlformats.org/drawingml/2006/main">
              <a:ext uri="{FF2B5EF4-FFF2-40B4-BE49-F238E27FC236}">
                <a16:creationId xmlns:a16="http://schemas.microsoft.com/office/drawing/2014/main" id="{FAC26FF6-86AD-4EB2-A349-833F537E7FF9}"/>
              </a:ext>
            </a:extLst>
          </p:cNvPr>
          <p:cNvSpPr>
            <a:spLocks xmlns:a="http://schemas.openxmlformats.org/drawingml/2006/main" noGrp="1"/>
          </p:cNvSpPr>
          <p:nvPr/>
        </p:nvSpPr>
        <p:spPr>
          <a:xfrm xmlns:a="http://schemas.openxmlformats.org/drawingml/2006/main">
            <a:off x="6664692"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44" name="Editable chart path">
            <a:extLst xmlns:a="http://schemas.openxmlformats.org/drawingml/2006/main">
              <a:ext uri="{FF2B5EF4-FFF2-40B4-BE49-F238E27FC236}">
                <a16:creationId xmlns:a16="http://schemas.microsoft.com/office/drawing/2014/main" id="{735E8A6C-A250-4F7B-B163-62D60FAAF109}"/>
              </a:ext>
            </a:extLst>
          </p:cNvPr>
          <p:cNvSpPr>
            <a:spLocks xmlns:a="http://schemas.openxmlformats.org/drawingml/2006/main" noGrp="1"/>
          </p:cNvSpPr>
          <p:nvPr/>
        </p:nvSpPr>
        <p:spPr>
          <a:xfrm xmlns:a="http://schemas.openxmlformats.org/drawingml/2006/main">
            <a:off x="6664692"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45" name="Editable chart path">
            <a:extLst xmlns:a="http://schemas.openxmlformats.org/drawingml/2006/main">
              <a:ext uri="{FF2B5EF4-FFF2-40B4-BE49-F238E27FC236}">
                <a16:creationId xmlns:a16="http://schemas.microsoft.com/office/drawing/2014/main" id="{E6703466-ECB6-4257-9E89-311E5842534D}"/>
              </a:ext>
            </a:extLst>
          </p:cNvPr>
          <p:cNvSpPr>
            <a:spLocks xmlns:a="http://schemas.openxmlformats.org/drawingml/2006/main" noGrp="1"/>
          </p:cNvSpPr>
          <p:nvPr/>
        </p:nvSpPr>
        <p:spPr>
          <a:xfrm xmlns:a="http://schemas.openxmlformats.org/drawingml/2006/main">
            <a:off x="6664692"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46" name="Editable chart path">
            <a:extLst xmlns:a="http://schemas.openxmlformats.org/drawingml/2006/main">
              <a:ext uri="{FF2B5EF4-FFF2-40B4-BE49-F238E27FC236}">
                <a16:creationId xmlns:a16="http://schemas.microsoft.com/office/drawing/2014/main" id="{35E112D4-3602-48A9-99AB-14C76C4EC96E}"/>
              </a:ext>
            </a:extLst>
          </p:cNvPr>
          <p:cNvSpPr>
            <a:spLocks xmlns:a="http://schemas.openxmlformats.org/drawingml/2006/main" noGrp="1"/>
          </p:cNvSpPr>
          <p:nvPr/>
        </p:nvSpPr>
        <p:spPr>
          <a:xfrm xmlns:a="http://schemas.openxmlformats.org/drawingml/2006/main">
            <a:off x="6664692"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47" name="Editable chart path">
            <a:extLst xmlns:a="http://schemas.openxmlformats.org/drawingml/2006/main">
              <a:ext uri="{FF2B5EF4-FFF2-40B4-BE49-F238E27FC236}">
                <a16:creationId xmlns:a16="http://schemas.microsoft.com/office/drawing/2014/main" id="{985C0C4B-C8A8-451C-B6D6-15940ADD0733}"/>
              </a:ext>
            </a:extLst>
          </p:cNvPr>
          <p:cNvSpPr>
            <a:spLocks xmlns:a="http://schemas.openxmlformats.org/drawingml/2006/main" noGrp="1"/>
          </p:cNvSpPr>
          <p:nvPr/>
        </p:nvSpPr>
        <p:spPr>
          <a:xfrm xmlns:a="http://schemas.openxmlformats.org/drawingml/2006/main">
            <a:off x="6664692"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48" name="Editable chart path">
            <a:extLst xmlns:a="http://schemas.openxmlformats.org/drawingml/2006/main">
              <a:ext uri="{FF2B5EF4-FFF2-40B4-BE49-F238E27FC236}">
                <a16:creationId xmlns:a16="http://schemas.microsoft.com/office/drawing/2014/main" id="{20122A5B-9197-45E3-8330-E95D0F39072B}"/>
              </a:ext>
            </a:extLst>
          </p:cNvPr>
          <p:cNvSpPr>
            <a:spLocks xmlns:a="http://schemas.openxmlformats.org/drawingml/2006/main" noGrp="1"/>
          </p:cNvSpPr>
          <p:nvPr/>
        </p:nvSpPr>
        <p:spPr>
          <a:xfrm xmlns:a="http://schemas.openxmlformats.org/drawingml/2006/main">
            <a:off x="6664692"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49" name="Editable chart path">
            <a:extLst xmlns:a="http://schemas.openxmlformats.org/drawingml/2006/main">
              <a:ext uri="{FF2B5EF4-FFF2-40B4-BE49-F238E27FC236}">
                <a16:creationId xmlns:a16="http://schemas.microsoft.com/office/drawing/2014/main" id="{EB35D587-8ECF-4093-BFD3-E0B18331F93D}"/>
              </a:ext>
            </a:extLst>
          </p:cNvPr>
          <p:cNvSpPr>
            <a:spLocks xmlns:a="http://schemas.openxmlformats.org/drawingml/2006/main" noGrp="1"/>
          </p:cNvSpPr>
          <p:nvPr/>
        </p:nvSpPr>
        <p:spPr>
          <a:xfrm xmlns:a="http://schemas.openxmlformats.org/drawingml/2006/main">
            <a:off x="6742467"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0" name="Editable chart path">
            <a:extLst xmlns:a="http://schemas.openxmlformats.org/drawingml/2006/main">
              <a:ext uri="{FF2B5EF4-FFF2-40B4-BE49-F238E27FC236}">
                <a16:creationId xmlns:a16="http://schemas.microsoft.com/office/drawing/2014/main" id="{40969061-BED1-4A9D-87D7-C00AB5A39EC7}"/>
              </a:ext>
            </a:extLst>
          </p:cNvPr>
          <p:cNvSpPr>
            <a:spLocks xmlns:a="http://schemas.openxmlformats.org/drawingml/2006/main" noGrp="1"/>
          </p:cNvSpPr>
          <p:nvPr/>
        </p:nvSpPr>
        <p:spPr>
          <a:xfrm xmlns:a="http://schemas.openxmlformats.org/drawingml/2006/main">
            <a:off x="6742467"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1" name="Editable chart path">
            <a:extLst xmlns:a="http://schemas.openxmlformats.org/drawingml/2006/main">
              <a:ext uri="{FF2B5EF4-FFF2-40B4-BE49-F238E27FC236}">
                <a16:creationId xmlns:a16="http://schemas.microsoft.com/office/drawing/2014/main" id="{1ED40A1B-257D-43BF-B137-B8A9D5AB0965}"/>
              </a:ext>
            </a:extLst>
          </p:cNvPr>
          <p:cNvSpPr>
            <a:spLocks xmlns:a="http://schemas.openxmlformats.org/drawingml/2006/main" noGrp="1"/>
          </p:cNvSpPr>
          <p:nvPr/>
        </p:nvSpPr>
        <p:spPr>
          <a:xfrm xmlns:a="http://schemas.openxmlformats.org/drawingml/2006/main">
            <a:off x="6742467"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2" name="Editable chart path">
            <a:extLst xmlns:a="http://schemas.openxmlformats.org/drawingml/2006/main">
              <a:ext uri="{FF2B5EF4-FFF2-40B4-BE49-F238E27FC236}">
                <a16:creationId xmlns:a16="http://schemas.microsoft.com/office/drawing/2014/main" id="{8E9482F6-911B-4638-8BCE-AAC0D76261EA}"/>
              </a:ext>
            </a:extLst>
          </p:cNvPr>
          <p:cNvSpPr>
            <a:spLocks xmlns:a="http://schemas.openxmlformats.org/drawingml/2006/main" noGrp="1"/>
          </p:cNvSpPr>
          <p:nvPr/>
        </p:nvSpPr>
        <p:spPr>
          <a:xfrm xmlns:a="http://schemas.openxmlformats.org/drawingml/2006/main">
            <a:off x="6742467"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3" name="Editable chart path">
            <a:extLst xmlns:a="http://schemas.openxmlformats.org/drawingml/2006/main">
              <a:ext uri="{FF2B5EF4-FFF2-40B4-BE49-F238E27FC236}">
                <a16:creationId xmlns:a16="http://schemas.microsoft.com/office/drawing/2014/main" id="{B6EAF0B6-2FA5-45B8-B093-A0FA1E2E93E1}"/>
              </a:ext>
            </a:extLst>
          </p:cNvPr>
          <p:cNvSpPr>
            <a:spLocks xmlns:a="http://schemas.openxmlformats.org/drawingml/2006/main" noGrp="1"/>
          </p:cNvSpPr>
          <p:nvPr/>
        </p:nvSpPr>
        <p:spPr>
          <a:xfrm xmlns:a="http://schemas.openxmlformats.org/drawingml/2006/main">
            <a:off x="6742467"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4" name="Editable chart path">
            <a:extLst xmlns:a="http://schemas.openxmlformats.org/drawingml/2006/main">
              <a:ext uri="{FF2B5EF4-FFF2-40B4-BE49-F238E27FC236}">
                <a16:creationId xmlns:a16="http://schemas.microsoft.com/office/drawing/2014/main" id="{9C34F33D-A688-44D1-821B-8080F0ED6934}"/>
              </a:ext>
            </a:extLst>
          </p:cNvPr>
          <p:cNvSpPr>
            <a:spLocks xmlns:a="http://schemas.openxmlformats.org/drawingml/2006/main" noGrp="1"/>
          </p:cNvSpPr>
          <p:nvPr/>
        </p:nvSpPr>
        <p:spPr>
          <a:xfrm xmlns:a="http://schemas.openxmlformats.org/drawingml/2006/main">
            <a:off x="6742467"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5" name="Editable chart path">
            <a:extLst xmlns:a="http://schemas.openxmlformats.org/drawingml/2006/main">
              <a:ext uri="{FF2B5EF4-FFF2-40B4-BE49-F238E27FC236}">
                <a16:creationId xmlns:a16="http://schemas.microsoft.com/office/drawing/2014/main" id="{CAAB2DF6-6520-40D3-870C-031EE3048499}"/>
              </a:ext>
            </a:extLst>
          </p:cNvPr>
          <p:cNvSpPr>
            <a:spLocks xmlns:a="http://schemas.openxmlformats.org/drawingml/2006/main" noGrp="1"/>
          </p:cNvSpPr>
          <p:nvPr/>
        </p:nvSpPr>
        <p:spPr>
          <a:xfrm xmlns:a="http://schemas.openxmlformats.org/drawingml/2006/main">
            <a:off x="6742467"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6" name="Editable chart path">
            <a:extLst xmlns:a="http://schemas.openxmlformats.org/drawingml/2006/main">
              <a:ext uri="{FF2B5EF4-FFF2-40B4-BE49-F238E27FC236}">
                <a16:creationId xmlns:a16="http://schemas.microsoft.com/office/drawing/2014/main" id="{3889FFC0-460C-45A9-AD4C-FF47B3F9BF9E}"/>
              </a:ext>
            </a:extLst>
          </p:cNvPr>
          <p:cNvSpPr>
            <a:spLocks xmlns:a="http://schemas.openxmlformats.org/drawingml/2006/main" noGrp="1"/>
          </p:cNvSpPr>
          <p:nvPr/>
        </p:nvSpPr>
        <p:spPr>
          <a:xfrm xmlns:a="http://schemas.openxmlformats.org/drawingml/2006/main">
            <a:off x="6820243"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7" name="Editable chart path">
            <a:extLst xmlns:a="http://schemas.openxmlformats.org/drawingml/2006/main">
              <a:ext uri="{FF2B5EF4-FFF2-40B4-BE49-F238E27FC236}">
                <a16:creationId xmlns:a16="http://schemas.microsoft.com/office/drawing/2014/main" id="{6DCC071E-873D-449A-9CBC-90F1991966A1}"/>
              </a:ext>
            </a:extLst>
          </p:cNvPr>
          <p:cNvSpPr>
            <a:spLocks xmlns:a="http://schemas.openxmlformats.org/drawingml/2006/main" noGrp="1"/>
          </p:cNvSpPr>
          <p:nvPr/>
        </p:nvSpPr>
        <p:spPr>
          <a:xfrm xmlns:a="http://schemas.openxmlformats.org/drawingml/2006/main">
            <a:off x="6820243"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8" name="Editable chart path">
            <a:extLst xmlns:a="http://schemas.openxmlformats.org/drawingml/2006/main">
              <a:ext uri="{FF2B5EF4-FFF2-40B4-BE49-F238E27FC236}">
                <a16:creationId xmlns:a16="http://schemas.microsoft.com/office/drawing/2014/main" id="{C98007CA-0C74-494E-AB3D-0AE49FFE5D4E}"/>
              </a:ext>
            </a:extLst>
          </p:cNvPr>
          <p:cNvSpPr>
            <a:spLocks xmlns:a="http://schemas.openxmlformats.org/drawingml/2006/main" noGrp="1"/>
          </p:cNvSpPr>
          <p:nvPr/>
        </p:nvSpPr>
        <p:spPr>
          <a:xfrm xmlns:a="http://schemas.openxmlformats.org/drawingml/2006/main">
            <a:off x="6820243"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59" name="Editable chart path">
            <a:extLst xmlns:a="http://schemas.openxmlformats.org/drawingml/2006/main">
              <a:ext uri="{FF2B5EF4-FFF2-40B4-BE49-F238E27FC236}">
                <a16:creationId xmlns:a16="http://schemas.microsoft.com/office/drawing/2014/main" id="{799540A8-F3F9-495B-802E-68FD46A93C68}"/>
              </a:ext>
            </a:extLst>
          </p:cNvPr>
          <p:cNvSpPr>
            <a:spLocks xmlns:a="http://schemas.openxmlformats.org/drawingml/2006/main" noGrp="1"/>
          </p:cNvSpPr>
          <p:nvPr/>
        </p:nvSpPr>
        <p:spPr>
          <a:xfrm xmlns:a="http://schemas.openxmlformats.org/drawingml/2006/main">
            <a:off x="6820243"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0" name="Editable chart path">
            <a:extLst xmlns:a="http://schemas.openxmlformats.org/drawingml/2006/main">
              <a:ext uri="{FF2B5EF4-FFF2-40B4-BE49-F238E27FC236}">
                <a16:creationId xmlns:a16="http://schemas.microsoft.com/office/drawing/2014/main" id="{CC1FF759-2B1B-4C4B-8DFF-9780E0562046}"/>
              </a:ext>
            </a:extLst>
          </p:cNvPr>
          <p:cNvSpPr>
            <a:spLocks xmlns:a="http://schemas.openxmlformats.org/drawingml/2006/main" noGrp="1"/>
          </p:cNvSpPr>
          <p:nvPr/>
        </p:nvSpPr>
        <p:spPr>
          <a:xfrm xmlns:a="http://schemas.openxmlformats.org/drawingml/2006/main">
            <a:off x="682024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1" name="Editable chart path">
            <a:extLst xmlns:a="http://schemas.openxmlformats.org/drawingml/2006/main">
              <a:ext uri="{FF2B5EF4-FFF2-40B4-BE49-F238E27FC236}">
                <a16:creationId xmlns:a16="http://schemas.microsoft.com/office/drawing/2014/main" id="{A7AD4AA6-E7B4-41CE-B7EE-0E642CE98263}"/>
              </a:ext>
            </a:extLst>
          </p:cNvPr>
          <p:cNvSpPr>
            <a:spLocks xmlns:a="http://schemas.openxmlformats.org/drawingml/2006/main" noGrp="1"/>
          </p:cNvSpPr>
          <p:nvPr/>
        </p:nvSpPr>
        <p:spPr>
          <a:xfrm xmlns:a="http://schemas.openxmlformats.org/drawingml/2006/main">
            <a:off x="6820243"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2" name="Editable chart path">
            <a:extLst xmlns:a="http://schemas.openxmlformats.org/drawingml/2006/main">
              <a:ext uri="{FF2B5EF4-FFF2-40B4-BE49-F238E27FC236}">
                <a16:creationId xmlns:a16="http://schemas.microsoft.com/office/drawing/2014/main" id="{2C2D9010-1CA8-457E-A0B9-FF83BE4D7CD9}"/>
              </a:ext>
            </a:extLst>
          </p:cNvPr>
          <p:cNvSpPr>
            <a:spLocks xmlns:a="http://schemas.openxmlformats.org/drawingml/2006/main" noGrp="1"/>
          </p:cNvSpPr>
          <p:nvPr/>
        </p:nvSpPr>
        <p:spPr>
          <a:xfrm xmlns:a="http://schemas.openxmlformats.org/drawingml/2006/main">
            <a:off x="6820243"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3" name="Editable chart path">
            <a:extLst xmlns:a="http://schemas.openxmlformats.org/drawingml/2006/main">
              <a:ext uri="{FF2B5EF4-FFF2-40B4-BE49-F238E27FC236}">
                <a16:creationId xmlns:a16="http://schemas.microsoft.com/office/drawing/2014/main" id="{D099F506-B699-40F8-898A-B9D60E075B8D}"/>
              </a:ext>
            </a:extLst>
          </p:cNvPr>
          <p:cNvSpPr>
            <a:spLocks xmlns:a="http://schemas.openxmlformats.org/drawingml/2006/main" noGrp="1"/>
          </p:cNvSpPr>
          <p:nvPr/>
        </p:nvSpPr>
        <p:spPr>
          <a:xfrm xmlns:a="http://schemas.openxmlformats.org/drawingml/2006/main">
            <a:off x="682024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4" name="Editable chart path">
            <a:extLst xmlns:a="http://schemas.openxmlformats.org/drawingml/2006/main">
              <a:ext uri="{FF2B5EF4-FFF2-40B4-BE49-F238E27FC236}">
                <a16:creationId xmlns:a16="http://schemas.microsoft.com/office/drawing/2014/main" id="{FE54B75D-BB84-4E9D-B40B-F058353179F7}"/>
              </a:ext>
            </a:extLst>
          </p:cNvPr>
          <p:cNvSpPr>
            <a:spLocks xmlns:a="http://schemas.openxmlformats.org/drawingml/2006/main" noGrp="1"/>
          </p:cNvSpPr>
          <p:nvPr/>
        </p:nvSpPr>
        <p:spPr>
          <a:xfrm xmlns:a="http://schemas.openxmlformats.org/drawingml/2006/main">
            <a:off x="6820243"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5" name="Editable chart path">
            <a:extLst xmlns:a="http://schemas.openxmlformats.org/drawingml/2006/main">
              <a:ext uri="{FF2B5EF4-FFF2-40B4-BE49-F238E27FC236}">
                <a16:creationId xmlns:a16="http://schemas.microsoft.com/office/drawing/2014/main" id="{0763E176-AF15-4E7E-8BAE-6E31AA49AFC2}"/>
              </a:ext>
            </a:extLst>
          </p:cNvPr>
          <p:cNvSpPr>
            <a:spLocks xmlns:a="http://schemas.openxmlformats.org/drawingml/2006/main" noGrp="1"/>
          </p:cNvSpPr>
          <p:nvPr/>
        </p:nvSpPr>
        <p:spPr>
          <a:xfrm xmlns:a="http://schemas.openxmlformats.org/drawingml/2006/main">
            <a:off x="6898018"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6" name="Editable chart path">
            <a:extLst xmlns:a="http://schemas.openxmlformats.org/drawingml/2006/main">
              <a:ext uri="{FF2B5EF4-FFF2-40B4-BE49-F238E27FC236}">
                <a16:creationId xmlns:a16="http://schemas.microsoft.com/office/drawing/2014/main" id="{D3485C92-4DE3-4252-BCCF-EFF15198033B}"/>
              </a:ext>
            </a:extLst>
          </p:cNvPr>
          <p:cNvSpPr>
            <a:spLocks xmlns:a="http://schemas.openxmlformats.org/drawingml/2006/main" noGrp="1"/>
          </p:cNvSpPr>
          <p:nvPr/>
        </p:nvSpPr>
        <p:spPr>
          <a:xfrm xmlns:a="http://schemas.openxmlformats.org/drawingml/2006/main">
            <a:off x="6898018"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7" name="Editable chart path">
            <a:extLst xmlns:a="http://schemas.openxmlformats.org/drawingml/2006/main">
              <a:ext uri="{FF2B5EF4-FFF2-40B4-BE49-F238E27FC236}">
                <a16:creationId xmlns:a16="http://schemas.microsoft.com/office/drawing/2014/main" id="{9E005A5F-3B5E-46F8-A932-093250E2F4EE}"/>
              </a:ext>
            </a:extLst>
          </p:cNvPr>
          <p:cNvSpPr>
            <a:spLocks xmlns:a="http://schemas.openxmlformats.org/drawingml/2006/main" noGrp="1"/>
          </p:cNvSpPr>
          <p:nvPr/>
        </p:nvSpPr>
        <p:spPr>
          <a:xfrm xmlns:a="http://schemas.openxmlformats.org/drawingml/2006/main">
            <a:off x="6898018"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8" name="Editable chart path">
            <a:extLst xmlns:a="http://schemas.openxmlformats.org/drawingml/2006/main">
              <a:ext uri="{FF2B5EF4-FFF2-40B4-BE49-F238E27FC236}">
                <a16:creationId xmlns:a16="http://schemas.microsoft.com/office/drawing/2014/main" id="{5684B937-F36A-4A22-A4DF-DB8F740DBFD7}"/>
              </a:ext>
            </a:extLst>
          </p:cNvPr>
          <p:cNvSpPr>
            <a:spLocks xmlns:a="http://schemas.openxmlformats.org/drawingml/2006/main" noGrp="1"/>
          </p:cNvSpPr>
          <p:nvPr/>
        </p:nvSpPr>
        <p:spPr>
          <a:xfrm xmlns:a="http://schemas.openxmlformats.org/drawingml/2006/main">
            <a:off x="689801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69" name="Editable chart path">
            <a:extLst xmlns:a="http://schemas.openxmlformats.org/drawingml/2006/main">
              <a:ext uri="{FF2B5EF4-FFF2-40B4-BE49-F238E27FC236}">
                <a16:creationId xmlns:a16="http://schemas.microsoft.com/office/drawing/2014/main" id="{9F2CB31C-1477-43B0-B0E5-41D80ADD7388}"/>
              </a:ext>
            </a:extLst>
          </p:cNvPr>
          <p:cNvSpPr>
            <a:spLocks xmlns:a="http://schemas.openxmlformats.org/drawingml/2006/main" noGrp="1"/>
          </p:cNvSpPr>
          <p:nvPr/>
        </p:nvSpPr>
        <p:spPr>
          <a:xfrm xmlns:a="http://schemas.openxmlformats.org/drawingml/2006/main">
            <a:off x="6898018"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0" name="Editable chart path">
            <a:extLst xmlns:a="http://schemas.openxmlformats.org/drawingml/2006/main">
              <a:ext uri="{FF2B5EF4-FFF2-40B4-BE49-F238E27FC236}">
                <a16:creationId xmlns:a16="http://schemas.microsoft.com/office/drawing/2014/main" id="{FF1E3855-0B04-4428-B08A-7F1FCA97E182}"/>
              </a:ext>
            </a:extLst>
          </p:cNvPr>
          <p:cNvSpPr>
            <a:spLocks xmlns:a="http://schemas.openxmlformats.org/drawingml/2006/main" noGrp="1"/>
          </p:cNvSpPr>
          <p:nvPr/>
        </p:nvSpPr>
        <p:spPr>
          <a:xfrm xmlns:a="http://schemas.openxmlformats.org/drawingml/2006/main">
            <a:off x="6898018"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1" name="Editable chart path">
            <a:extLst xmlns:a="http://schemas.openxmlformats.org/drawingml/2006/main">
              <a:ext uri="{FF2B5EF4-FFF2-40B4-BE49-F238E27FC236}">
                <a16:creationId xmlns:a16="http://schemas.microsoft.com/office/drawing/2014/main" id="{210ECAB4-53DD-470A-9C30-0E7A6E6152CB}"/>
              </a:ext>
            </a:extLst>
          </p:cNvPr>
          <p:cNvSpPr>
            <a:spLocks xmlns:a="http://schemas.openxmlformats.org/drawingml/2006/main" noGrp="1"/>
          </p:cNvSpPr>
          <p:nvPr/>
        </p:nvSpPr>
        <p:spPr>
          <a:xfrm xmlns:a="http://schemas.openxmlformats.org/drawingml/2006/main">
            <a:off x="6975794"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2" name="Editable chart path">
            <a:extLst xmlns:a="http://schemas.openxmlformats.org/drawingml/2006/main">
              <a:ext uri="{FF2B5EF4-FFF2-40B4-BE49-F238E27FC236}">
                <a16:creationId xmlns:a16="http://schemas.microsoft.com/office/drawing/2014/main" id="{FB1F431A-8541-4472-90A7-4223E6E058C5}"/>
              </a:ext>
            </a:extLst>
          </p:cNvPr>
          <p:cNvSpPr>
            <a:spLocks xmlns:a="http://schemas.openxmlformats.org/drawingml/2006/main" noGrp="1"/>
          </p:cNvSpPr>
          <p:nvPr/>
        </p:nvSpPr>
        <p:spPr>
          <a:xfrm xmlns:a="http://schemas.openxmlformats.org/drawingml/2006/main">
            <a:off x="6975794"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3" name="Editable chart path">
            <a:extLst xmlns:a="http://schemas.openxmlformats.org/drawingml/2006/main">
              <a:ext uri="{FF2B5EF4-FFF2-40B4-BE49-F238E27FC236}">
                <a16:creationId xmlns:a16="http://schemas.microsoft.com/office/drawing/2014/main" id="{9FA0CE0A-AA86-484B-885C-AE7411A842C6}"/>
              </a:ext>
            </a:extLst>
          </p:cNvPr>
          <p:cNvSpPr>
            <a:spLocks xmlns:a="http://schemas.openxmlformats.org/drawingml/2006/main" noGrp="1"/>
          </p:cNvSpPr>
          <p:nvPr/>
        </p:nvSpPr>
        <p:spPr>
          <a:xfrm xmlns:a="http://schemas.openxmlformats.org/drawingml/2006/main">
            <a:off x="6975794"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4" name="Editable chart path">
            <a:extLst xmlns:a="http://schemas.openxmlformats.org/drawingml/2006/main">
              <a:ext uri="{FF2B5EF4-FFF2-40B4-BE49-F238E27FC236}">
                <a16:creationId xmlns:a16="http://schemas.microsoft.com/office/drawing/2014/main" id="{5B25C02B-7A02-4584-8B85-BFEB3286AC1E}"/>
              </a:ext>
            </a:extLst>
          </p:cNvPr>
          <p:cNvSpPr>
            <a:spLocks xmlns:a="http://schemas.openxmlformats.org/drawingml/2006/main" noGrp="1"/>
          </p:cNvSpPr>
          <p:nvPr/>
        </p:nvSpPr>
        <p:spPr>
          <a:xfrm xmlns:a="http://schemas.openxmlformats.org/drawingml/2006/main">
            <a:off x="6975794"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5" name="Editable chart path">
            <a:extLst xmlns:a="http://schemas.openxmlformats.org/drawingml/2006/main">
              <a:ext uri="{FF2B5EF4-FFF2-40B4-BE49-F238E27FC236}">
                <a16:creationId xmlns:a16="http://schemas.microsoft.com/office/drawing/2014/main" id="{6594E63C-EE92-466F-8DFD-79418494E5FB}"/>
              </a:ext>
            </a:extLst>
          </p:cNvPr>
          <p:cNvSpPr>
            <a:spLocks xmlns:a="http://schemas.openxmlformats.org/drawingml/2006/main" noGrp="1"/>
          </p:cNvSpPr>
          <p:nvPr/>
        </p:nvSpPr>
        <p:spPr>
          <a:xfrm xmlns:a="http://schemas.openxmlformats.org/drawingml/2006/main">
            <a:off x="7053569"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6" name="Editable chart path">
            <a:extLst xmlns:a="http://schemas.openxmlformats.org/drawingml/2006/main">
              <a:ext uri="{FF2B5EF4-FFF2-40B4-BE49-F238E27FC236}">
                <a16:creationId xmlns:a16="http://schemas.microsoft.com/office/drawing/2014/main" id="{36E858A3-1B6A-4E82-A1DD-8697859930C4}"/>
              </a:ext>
            </a:extLst>
          </p:cNvPr>
          <p:cNvSpPr>
            <a:spLocks xmlns:a="http://schemas.openxmlformats.org/drawingml/2006/main" noGrp="1"/>
          </p:cNvSpPr>
          <p:nvPr/>
        </p:nvSpPr>
        <p:spPr>
          <a:xfrm xmlns:a="http://schemas.openxmlformats.org/drawingml/2006/main">
            <a:off x="7053569"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7" name="Editable chart path">
            <a:extLst xmlns:a="http://schemas.openxmlformats.org/drawingml/2006/main">
              <a:ext uri="{FF2B5EF4-FFF2-40B4-BE49-F238E27FC236}">
                <a16:creationId xmlns:a16="http://schemas.microsoft.com/office/drawing/2014/main" id="{F05D30EC-D26F-442F-92BF-30842C9F84C1}"/>
              </a:ext>
            </a:extLst>
          </p:cNvPr>
          <p:cNvSpPr>
            <a:spLocks xmlns:a="http://schemas.openxmlformats.org/drawingml/2006/main" noGrp="1"/>
          </p:cNvSpPr>
          <p:nvPr/>
        </p:nvSpPr>
        <p:spPr>
          <a:xfrm xmlns:a="http://schemas.openxmlformats.org/drawingml/2006/main">
            <a:off x="7053569"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8" name="Editable chart path">
            <a:extLst xmlns:a="http://schemas.openxmlformats.org/drawingml/2006/main">
              <a:ext uri="{FF2B5EF4-FFF2-40B4-BE49-F238E27FC236}">
                <a16:creationId xmlns:a16="http://schemas.microsoft.com/office/drawing/2014/main" id="{22C45FC0-77FE-406C-8D35-E8C4BC536E4C}"/>
              </a:ext>
            </a:extLst>
          </p:cNvPr>
          <p:cNvSpPr>
            <a:spLocks xmlns:a="http://schemas.openxmlformats.org/drawingml/2006/main" noGrp="1"/>
          </p:cNvSpPr>
          <p:nvPr/>
        </p:nvSpPr>
        <p:spPr>
          <a:xfrm xmlns:a="http://schemas.openxmlformats.org/drawingml/2006/main">
            <a:off x="7053569"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79" name="Editable chart path">
            <a:extLst xmlns:a="http://schemas.openxmlformats.org/drawingml/2006/main">
              <a:ext uri="{FF2B5EF4-FFF2-40B4-BE49-F238E27FC236}">
                <a16:creationId xmlns:a16="http://schemas.microsoft.com/office/drawing/2014/main" id="{0C4D0065-0BE5-49A7-8724-D5CE88DEF897}"/>
              </a:ext>
            </a:extLst>
          </p:cNvPr>
          <p:cNvSpPr>
            <a:spLocks xmlns:a="http://schemas.openxmlformats.org/drawingml/2006/main" noGrp="1"/>
          </p:cNvSpPr>
          <p:nvPr/>
        </p:nvSpPr>
        <p:spPr>
          <a:xfrm xmlns:a="http://schemas.openxmlformats.org/drawingml/2006/main">
            <a:off x="7053569"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0" name="Editable chart path">
            <a:extLst xmlns:a="http://schemas.openxmlformats.org/drawingml/2006/main">
              <a:ext uri="{FF2B5EF4-FFF2-40B4-BE49-F238E27FC236}">
                <a16:creationId xmlns:a16="http://schemas.microsoft.com/office/drawing/2014/main" id="{B37AF898-1766-425F-9131-3DCCFF7D993A}"/>
              </a:ext>
            </a:extLst>
          </p:cNvPr>
          <p:cNvSpPr>
            <a:spLocks xmlns:a="http://schemas.openxmlformats.org/drawingml/2006/main" noGrp="1"/>
          </p:cNvSpPr>
          <p:nvPr/>
        </p:nvSpPr>
        <p:spPr>
          <a:xfrm xmlns:a="http://schemas.openxmlformats.org/drawingml/2006/main">
            <a:off x="7053569"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1" name="Editable chart path">
            <a:extLst xmlns:a="http://schemas.openxmlformats.org/drawingml/2006/main">
              <a:ext uri="{FF2B5EF4-FFF2-40B4-BE49-F238E27FC236}">
                <a16:creationId xmlns:a16="http://schemas.microsoft.com/office/drawing/2014/main" id="{46BDE491-4472-4FAA-8B2D-2BD5FC5A39E8}"/>
              </a:ext>
            </a:extLst>
          </p:cNvPr>
          <p:cNvSpPr>
            <a:spLocks xmlns:a="http://schemas.openxmlformats.org/drawingml/2006/main" noGrp="1"/>
          </p:cNvSpPr>
          <p:nvPr/>
        </p:nvSpPr>
        <p:spPr>
          <a:xfrm xmlns:a="http://schemas.openxmlformats.org/drawingml/2006/main">
            <a:off x="7131345" y="441703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2" name="Editable chart path">
            <a:extLst xmlns:a="http://schemas.openxmlformats.org/drawingml/2006/main">
              <a:ext uri="{FF2B5EF4-FFF2-40B4-BE49-F238E27FC236}">
                <a16:creationId xmlns:a16="http://schemas.microsoft.com/office/drawing/2014/main" id="{8FD5745F-7F8B-4714-A540-50FD794A16C4}"/>
              </a:ext>
            </a:extLst>
          </p:cNvPr>
          <p:cNvSpPr>
            <a:spLocks xmlns:a="http://schemas.openxmlformats.org/drawingml/2006/main" noGrp="1"/>
          </p:cNvSpPr>
          <p:nvPr/>
        </p:nvSpPr>
        <p:spPr>
          <a:xfrm xmlns:a="http://schemas.openxmlformats.org/drawingml/2006/main">
            <a:off x="7131345"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3" name="Editable chart path">
            <a:extLst xmlns:a="http://schemas.openxmlformats.org/drawingml/2006/main">
              <a:ext uri="{FF2B5EF4-FFF2-40B4-BE49-F238E27FC236}">
                <a16:creationId xmlns:a16="http://schemas.microsoft.com/office/drawing/2014/main" id="{E897F58E-8E91-44CB-97AA-E9F026A418C6}"/>
              </a:ext>
            </a:extLst>
          </p:cNvPr>
          <p:cNvSpPr>
            <a:spLocks xmlns:a="http://schemas.openxmlformats.org/drawingml/2006/main" noGrp="1"/>
          </p:cNvSpPr>
          <p:nvPr/>
        </p:nvSpPr>
        <p:spPr>
          <a:xfrm xmlns:a="http://schemas.openxmlformats.org/drawingml/2006/main">
            <a:off x="7131345"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4" name="Editable chart path">
            <a:extLst xmlns:a="http://schemas.openxmlformats.org/drawingml/2006/main">
              <a:ext uri="{FF2B5EF4-FFF2-40B4-BE49-F238E27FC236}">
                <a16:creationId xmlns:a16="http://schemas.microsoft.com/office/drawing/2014/main" id="{3A70EB0C-4F8F-40C3-A81C-D01DCB736161}"/>
              </a:ext>
            </a:extLst>
          </p:cNvPr>
          <p:cNvSpPr>
            <a:spLocks xmlns:a="http://schemas.openxmlformats.org/drawingml/2006/main" noGrp="1"/>
          </p:cNvSpPr>
          <p:nvPr/>
        </p:nvSpPr>
        <p:spPr>
          <a:xfrm xmlns:a="http://schemas.openxmlformats.org/drawingml/2006/main">
            <a:off x="7131345"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5" name="Editable chart path">
            <a:extLst xmlns:a="http://schemas.openxmlformats.org/drawingml/2006/main">
              <a:ext uri="{FF2B5EF4-FFF2-40B4-BE49-F238E27FC236}">
                <a16:creationId xmlns:a16="http://schemas.microsoft.com/office/drawing/2014/main" id="{6A908EBA-07FC-4112-963D-78BC57738446}"/>
              </a:ext>
            </a:extLst>
          </p:cNvPr>
          <p:cNvSpPr>
            <a:spLocks xmlns:a="http://schemas.openxmlformats.org/drawingml/2006/main" noGrp="1"/>
          </p:cNvSpPr>
          <p:nvPr/>
        </p:nvSpPr>
        <p:spPr>
          <a:xfrm xmlns:a="http://schemas.openxmlformats.org/drawingml/2006/main">
            <a:off x="7131345"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6" name="Editable chart path">
            <a:extLst xmlns:a="http://schemas.openxmlformats.org/drawingml/2006/main">
              <a:ext uri="{FF2B5EF4-FFF2-40B4-BE49-F238E27FC236}">
                <a16:creationId xmlns:a16="http://schemas.microsoft.com/office/drawing/2014/main" id="{CAF1C88A-E356-4AF4-AE0F-68E479493079}"/>
              </a:ext>
            </a:extLst>
          </p:cNvPr>
          <p:cNvSpPr>
            <a:spLocks xmlns:a="http://schemas.openxmlformats.org/drawingml/2006/main" noGrp="1"/>
          </p:cNvSpPr>
          <p:nvPr/>
        </p:nvSpPr>
        <p:spPr>
          <a:xfrm xmlns:a="http://schemas.openxmlformats.org/drawingml/2006/main">
            <a:off x="7131345"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7" name="Editable chart path">
            <a:extLst xmlns:a="http://schemas.openxmlformats.org/drawingml/2006/main">
              <a:ext uri="{FF2B5EF4-FFF2-40B4-BE49-F238E27FC236}">
                <a16:creationId xmlns:a16="http://schemas.microsoft.com/office/drawing/2014/main" id="{D447A5FD-32E0-4007-8523-8E9029D527C6}"/>
              </a:ext>
            </a:extLst>
          </p:cNvPr>
          <p:cNvSpPr>
            <a:spLocks xmlns:a="http://schemas.openxmlformats.org/drawingml/2006/main" noGrp="1"/>
          </p:cNvSpPr>
          <p:nvPr/>
        </p:nvSpPr>
        <p:spPr>
          <a:xfrm xmlns:a="http://schemas.openxmlformats.org/drawingml/2006/main">
            <a:off x="7131345"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8" name="Editable chart path">
            <a:extLst xmlns:a="http://schemas.openxmlformats.org/drawingml/2006/main">
              <a:ext uri="{FF2B5EF4-FFF2-40B4-BE49-F238E27FC236}">
                <a16:creationId xmlns:a16="http://schemas.microsoft.com/office/drawing/2014/main" id="{154756D0-96FA-46B7-9668-3F62D5C8F451}"/>
              </a:ext>
            </a:extLst>
          </p:cNvPr>
          <p:cNvSpPr>
            <a:spLocks xmlns:a="http://schemas.openxmlformats.org/drawingml/2006/main" noGrp="1"/>
          </p:cNvSpPr>
          <p:nvPr/>
        </p:nvSpPr>
        <p:spPr>
          <a:xfrm xmlns:a="http://schemas.openxmlformats.org/drawingml/2006/main">
            <a:off x="7131345"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89" name="Editable chart path">
            <a:extLst xmlns:a="http://schemas.openxmlformats.org/drawingml/2006/main">
              <a:ext uri="{FF2B5EF4-FFF2-40B4-BE49-F238E27FC236}">
                <a16:creationId xmlns:a16="http://schemas.microsoft.com/office/drawing/2014/main" id="{7A669B98-48BB-4880-BFAD-EFDB877AABA6}"/>
              </a:ext>
            </a:extLst>
          </p:cNvPr>
          <p:cNvSpPr>
            <a:spLocks xmlns:a="http://schemas.openxmlformats.org/drawingml/2006/main" noGrp="1"/>
          </p:cNvSpPr>
          <p:nvPr/>
        </p:nvSpPr>
        <p:spPr>
          <a:xfrm xmlns:a="http://schemas.openxmlformats.org/drawingml/2006/main">
            <a:off x="7131345"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0" name="Editable chart path">
            <a:extLst xmlns:a="http://schemas.openxmlformats.org/drawingml/2006/main">
              <a:ext uri="{FF2B5EF4-FFF2-40B4-BE49-F238E27FC236}">
                <a16:creationId xmlns:a16="http://schemas.microsoft.com/office/drawing/2014/main" id="{95BCE5F7-9A34-41F6-8C79-608D02D054E1}"/>
              </a:ext>
            </a:extLst>
          </p:cNvPr>
          <p:cNvSpPr>
            <a:spLocks xmlns:a="http://schemas.openxmlformats.org/drawingml/2006/main" noGrp="1"/>
          </p:cNvSpPr>
          <p:nvPr/>
        </p:nvSpPr>
        <p:spPr>
          <a:xfrm xmlns:a="http://schemas.openxmlformats.org/drawingml/2006/main">
            <a:off x="7131345"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1" name="Editable chart path">
            <a:extLst xmlns:a="http://schemas.openxmlformats.org/drawingml/2006/main">
              <a:ext uri="{FF2B5EF4-FFF2-40B4-BE49-F238E27FC236}">
                <a16:creationId xmlns:a16="http://schemas.microsoft.com/office/drawing/2014/main" id="{FB390348-E714-498D-A383-E4A4146EE840}"/>
              </a:ext>
            </a:extLst>
          </p:cNvPr>
          <p:cNvSpPr>
            <a:spLocks xmlns:a="http://schemas.openxmlformats.org/drawingml/2006/main" noGrp="1"/>
          </p:cNvSpPr>
          <p:nvPr/>
        </p:nvSpPr>
        <p:spPr>
          <a:xfrm xmlns:a="http://schemas.openxmlformats.org/drawingml/2006/main">
            <a:off x="7209121" y="441703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2" name="Editable chart path">
            <a:extLst xmlns:a="http://schemas.openxmlformats.org/drawingml/2006/main">
              <a:ext uri="{FF2B5EF4-FFF2-40B4-BE49-F238E27FC236}">
                <a16:creationId xmlns:a16="http://schemas.microsoft.com/office/drawing/2014/main" id="{A0BACE56-347A-43CF-A351-824F46A60A10}"/>
              </a:ext>
            </a:extLst>
          </p:cNvPr>
          <p:cNvSpPr>
            <a:spLocks xmlns:a="http://schemas.openxmlformats.org/drawingml/2006/main" noGrp="1"/>
          </p:cNvSpPr>
          <p:nvPr/>
        </p:nvSpPr>
        <p:spPr>
          <a:xfrm xmlns:a="http://schemas.openxmlformats.org/drawingml/2006/main">
            <a:off x="7209121"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3" name="Editable chart path">
            <a:extLst xmlns:a="http://schemas.openxmlformats.org/drawingml/2006/main">
              <a:ext uri="{FF2B5EF4-FFF2-40B4-BE49-F238E27FC236}">
                <a16:creationId xmlns:a16="http://schemas.microsoft.com/office/drawing/2014/main" id="{1E6F8F1A-FE46-4451-B0FD-77BC181CA1C2}"/>
              </a:ext>
            </a:extLst>
          </p:cNvPr>
          <p:cNvSpPr>
            <a:spLocks xmlns:a="http://schemas.openxmlformats.org/drawingml/2006/main" noGrp="1"/>
          </p:cNvSpPr>
          <p:nvPr/>
        </p:nvSpPr>
        <p:spPr>
          <a:xfrm xmlns:a="http://schemas.openxmlformats.org/drawingml/2006/main">
            <a:off x="7209121"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4" name="Editable chart path">
            <a:extLst xmlns:a="http://schemas.openxmlformats.org/drawingml/2006/main">
              <a:ext uri="{FF2B5EF4-FFF2-40B4-BE49-F238E27FC236}">
                <a16:creationId xmlns:a16="http://schemas.microsoft.com/office/drawing/2014/main" id="{446D7EFC-0779-4642-AE20-B1168DA59CDB}"/>
              </a:ext>
            </a:extLst>
          </p:cNvPr>
          <p:cNvSpPr>
            <a:spLocks xmlns:a="http://schemas.openxmlformats.org/drawingml/2006/main" noGrp="1"/>
          </p:cNvSpPr>
          <p:nvPr/>
        </p:nvSpPr>
        <p:spPr>
          <a:xfrm xmlns:a="http://schemas.openxmlformats.org/drawingml/2006/main">
            <a:off x="7209121"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5" name="Editable chart path">
            <a:extLst xmlns:a="http://schemas.openxmlformats.org/drawingml/2006/main">
              <a:ext uri="{FF2B5EF4-FFF2-40B4-BE49-F238E27FC236}">
                <a16:creationId xmlns:a16="http://schemas.microsoft.com/office/drawing/2014/main" id="{3A7757E1-8CCB-462C-8225-D504E65199B1}"/>
              </a:ext>
            </a:extLst>
          </p:cNvPr>
          <p:cNvSpPr>
            <a:spLocks xmlns:a="http://schemas.openxmlformats.org/drawingml/2006/main" noGrp="1"/>
          </p:cNvSpPr>
          <p:nvPr/>
        </p:nvSpPr>
        <p:spPr>
          <a:xfrm xmlns:a="http://schemas.openxmlformats.org/drawingml/2006/main">
            <a:off x="7209121"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6" name="Editable chart path">
            <a:extLst xmlns:a="http://schemas.openxmlformats.org/drawingml/2006/main">
              <a:ext uri="{FF2B5EF4-FFF2-40B4-BE49-F238E27FC236}">
                <a16:creationId xmlns:a16="http://schemas.microsoft.com/office/drawing/2014/main" id="{0931F3F5-99D7-4206-8AA5-6E55536EDBE8}"/>
              </a:ext>
            </a:extLst>
          </p:cNvPr>
          <p:cNvSpPr>
            <a:spLocks xmlns:a="http://schemas.openxmlformats.org/drawingml/2006/main" noGrp="1"/>
          </p:cNvSpPr>
          <p:nvPr/>
        </p:nvSpPr>
        <p:spPr>
          <a:xfrm xmlns:a="http://schemas.openxmlformats.org/drawingml/2006/main">
            <a:off x="7209121"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7" name="Editable chart path">
            <a:extLst xmlns:a="http://schemas.openxmlformats.org/drawingml/2006/main">
              <a:ext uri="{FF2B5EF4-FFF2-40B4-BE49-F238E27FC236}">
                <a16:creationId xmlns:a16="http://schemas.microsoft.com/office/drawing/2014/main" id="{023FD022-0F55-48BA-9EF7-996CC0FD5EAB}"/>
              </a:ext>
            </a:extLst>
          </p:cNvPr>
          <p:cNvSpPr>
            <a:spLocks xmlns:a="http://schemas.openxmlformats.org/drawingml/2006/main" noGrp="1"/>
          </p:cNvSpPr>
          <p:nvPr/>
        </p:nvSpPr>
        <p:spPr>
          <a:xfrm xmlns:a="http://schemas.openxmlformats.org/drawingml/2006/main">
            <a:off x="7209121"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8" name="Editable chart path">
            <a:extLst xmlns:a="http://schemas.openxmlformats.org/drawingml/2006/main">
              <a:ext uri="{FF2B5EF4-FFF2-40B4-BE49-F238E27FC236}">
                <a16:creationId xmlns:a16="http://schemas.microsoft.com/office/drawing/2014/main" id="{8647FCF8-9F60-4978-BB55-D47B5F341A3C}"/>
              </a:ext>
            </a:extLst>
          </p:cNvPr>
          <p:cNvSpPr>
            <a:spLocks xmlns:a="http://schemas.openxmlformats.org/drawingml/2006/main" noGrp="1"/>
          </p:cNvSpPr>
          <p:nvPr/>
        </p:nvSpPr>
        <p:spPr>
          <a:xfrm xmlns:a="http://schemas.openxmlformats.org/drawingml/2006/main">
            <a:off x="7209121"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199" name="Editable chart path">
            <a:extLst xmlns:a="http://schemas.openxmlformats.org/drawingml/2006/main">
              <a:ext uri="{FF2B5EF4-FFF2-40B4-BE49-F238E27FC236}">
                <a16:creationId xmlns:a16="http://schemas.microsoft.com/office/drawing/2014/main" id="{BF2A9F08-C487-4213-AB34-7CD2301D7638}"/>
              </a:ext>
            </a:extLst>
          </p:cNvPr>
          <p:cNvSpPr>
            <a:spLocks xmlns:a="http://schemas.openxmlformats.org/drawingml/2006/main" noGrp="1"/>
          </p:cNvSpPr>
          <p:nvPr/>
        </p:nvSpPr>
        <p:spPr>
          <a:xfrm xmlns:a="http://schemas.openxmlformats.org/drawingml/2006/main">
            <a:off x="7209121"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0" name="Editable chart path">
            <a:extLst xmlns:a="http://schemas.openxmlformats.org/drawingml/2006/main">
              <a:ext uri="{FF2B5EF4-FFF2-40B4-BE49-F238E27FC236}">
                <a16:creationId xmlns:a16="http://schemas.microsoft.com/office/drawing/2014/main" id="{B643EC3C-1064-4E49-8FC5-A3CE529A0E89}"/>
              </a:ext>
            </a:extLst>
          </p:cNvPr>
          <p:cNvSpPr>
            <a:spLocks xmlns:a="http://schemas.openxmlformats.org/drawingml/2006/main" noGrp="1"/>
          </p:cNvSpPr>
          <p:nvPr/>
        </p:nvSpPr>
        <p:spPr>
          <a:xfrm xmlns:a="http://schemas.openxmlformats.org/drawingml/2006/main">
            <a:off x="7209121"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1" name="Editable chart path">
            <a:extLst xmlns:a="http://schemas.openxmlformats.org/drawingml/2006/main">
              <a:ext uri="{FF2B5EF4-FFF2-40B4-BE49-F238E27FC236}">
                <a16:creationId xmlns:a16="http://schemas.microsoft.com/office/drawing/2014/main" id="{F4E0E4C9-8B5D-4406-835E-52213A83742B}"/>
              </a:ext>
            </a:extLst>
          </p:cNvPr>
          <p:cNvSpPr>
            <a:spLocks xmlns:a="http://schemas.openxmlformats.org/drawingml/2006/main" noGrp="1"/>
          </p:cNvSpPr>
          <p:nvPr/>
        </p:nvSpPr>
        <p:spPr>
          <a:xfrm xmlns:a="http://schemas.openxmlformats.org/drawingml/2006/main">
            <a:off x="7209121"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2" name="Editable chart path">
            <a:extLst xmlns:a="http://schemas.openxmlformats.org/drawingml/2006/main">
              <a:ext uri="{FF2B5EF4-FFF2-40B4-BE49-F238E27FC236}">
                <a16:creationId xmlns:a16="http://schemas.microsoft.com/office/drawing/2014/main" id="{14538584-2195-4923-A76B-B4C6B71176C6}"/>
              </a:ext>
            </a:extLst>
          </p:cNvPr>
          <p:cNvSpPr>
            <a:spLocks xmlns:a="http://schemas.openxmlformats.org/drawingml/2006/main" noGrp="1"/>
          </p:cNvSpPr>
          <p:nvPr/>
        </p:nvSpPr>
        <p:spPr>
          <a:xfrm xmlns:a="http://schemas.openxmlformats.org/drawingml/2006/main">
            <a:off x="7209121"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3" name="Editable chart path">
            <a:extLst xmlns:a="http://schemas.openxmlformats.org/drawingml/2006/main">
              <a:ext uri="{FF2B5EF4-FFF2-40B4-BE49-F238E27FC236}">
                <a16:creationId xmlns:a16="http://schemas.microsoft.com/office/drawing/2014/main" id="{A839240F-2201-49D2-B44B-7605E22C4E2D}"/>
              </a:ext>
            </a:extLst>
          </p:cNvPr>
          <p:cNvSpPr>
            <a:spLocks xmlns:a="http://schemas.openxmlformats.org/drawingml/2006/main" noGrp="1"/>
          </p:cNvSpPr>
          <p:nvPr/>
        </p:nvSpPr>
        <p:spPr>
          <a:xfrm xmlns:a="http://schemas.openxmlformats.org/drawingml/2006/main">
            <a:off x="7209121"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4" name="Editable chart path">
            <a:extLst xmlns:a="http://schemas.openxmlformats.org/drawingml/2006/main">
              <a:ext uri="{FF2B5EF4-FFF2-40B4-BE49-F238E27FC236}">
                <a16:creationId xmlns:a16="http://schemas.microsoft.com/office/drawing/2014/main" id="{B9D118EF-7F61-4556-A09D-AFF366B87D50}"/>
              </a:ext>
            </a:extLst>
          </p:cNvPr>
          <p:cNvSpPr>
            <a:spLocks xmlns:a="http://schemas.openxmlformats.org/drawingml/2006/main" noGrp="1"/>
          </p:cNvSpPr>
          <p:nvPr/>
        </p:nvSpPr>
        <p:spPr>
          <a:xfrm xmlns:a="http://schemas.openxmlformats.org/drawingml/2006/main">
            <a:off x="7286896"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5" name="Editable chart path">
            <a:extLst xmlns:a="http://schemas.openxmlformats.org/drawingml/2006/main">
              <a:ext uri="{FF2B5EF4-FFF2-40B4-BE49-F238E27FC236}">
                <a16:creationId xmlns:a16="http://schemas.microsoft.com/office/drawing/2014/main" id="{C398450D-EEEF-48A5-88E1-0D845D0FC19C}"/>
              </a:ext>
            </a:extLst>
          </p:cNvPr>
          <p:cNvSpPr>
            <a:spLocks xmlns:a="http://schemas.openxmlformats.org/drawingml/2006/main" noGrp="1"/>
          </p:cNvSpPr>
          <p:nvPr/>
        </p:nvSpPr>
        <p:spPr>
          <a:xfrm xmlns:a="http://schemas.openxmlformats.org/drawingml/2006/main">
            <a:off x="7286896"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6" name="Editable chart path">
            <a:extLst xmlns:a="http://schemas.openxmlformats.org/drawingml/2006/main">
              <a:ext uri="{FF2B5EF4-FFF2-40B4-BE49-F238E27FC236}">
                <a16:creationId xmlns:a16="http://schemas.microsoft.com/office/drawing/2014/main" id="{016BA524-1188-46E6-B99A-04AC88496728}"/>
              </a:ext>
            </a:extLst>
          </p:cNvPr>
          <p:cNvSpPr>
            <a:spLocks xmlns:a="http://schemas.openxmlformats.org/drawingml/2006/main" noGrp="1"/>
          </p:cNvSpPr>
          <p:nvPr/>
        </p:nvSpPr>
        <p:spPr>
          <a:xfrm xmlns:a="http://schemas.openxmlformats.org/drawingml/2006/main">
            <a:off x="7286896"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7" name="Editable chart path">
            <a:extLst xmlns:a="http://schemas.openxmlformats.org/drawingml/2006/main">
              <a:ext uri="{FF2B5EF4-FFF2-40B4-BE49-F238E27FC236}">
                <a16:creationId xmlns:a16="http://schemas.microsoft.com/office/drawing/2014/main" id="{2FA6E22B-02FE-481D-97AE-9EB87789D3C8}"/>
              </a:ext>
            </a:extLst>
          </p:cNvPr>
          <p:cNvSpPr>
            <a:spLocks xmlns:a="http://schemas.openxmlformats.org/drawingml/2006/main" noGrp="1"/>
          </p:cNvSpPr>
          <p:nvPr/>
        </p:nvSpPr>
        <p:spPr>
          <a:xfrm xmlns:a="http://schemas.openxmlformats.org/drawingml/2006/main">
            <a:off x="7286896"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8" name="Editable chart path">
            <a:extLst xmlns:a="http://schemas.openxmlformats.org/drawingml/2006/main">
              <a:ext uri="{FF2B5EF4-FFF2-40B4-BE49-F238E27FC236}">
                <a16:creationId xmlns:a16="http://schemas.microsoft.com/office/drawing/2014/main" id="{61EE0371-96B7-41A9-8B56-88ACC35F62C2}"/>
              </a:ext>
            </a:extLst>
          </p:cNvPr>
          <p:cNvSpPr>
            <a:spLocks xmlns:a="http://schemas.openxmlformats.org/drawingml/2006/main" noGrp="1"/>
          </p:cNvSpPr>
          <p:nvPr/>
        </p:nvSpPr>
        <p:spPr>
          <a:xfrm xmlns:a="http://schemas.openxmlformats.org/drawingml/2006/main">
            <a:off x="7286896"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09" name="Editable chart path">
            <a:extLst xmlns:a="http://schemas.openxmlformats.org/drawingml/2006/main">
              <a:ext uri="{FF2B5EF4-FFF2-40B4-BE49-F238E27FC236}">
                <a16:creationId xmlns:a16="http://schemas.microsoft.com/office/drawing/2014/main" id="{F00403BD-F5D0-453F-9F85-8EC75FC1BE53}"/>
              </a:ext>
            </a:extLst>
          </p:cNvPr>
          <p:cNvSpPr>
            <a:spLocks xmlns:a="http://schemas.openxmlformats.org/drawingml/2006/main" noGrp="1"/>
          </p:cNvSpPr>
          <p:nvPr/>
        </p:nvSpPr>
        <p:spPr>
          <a:xfrm xmlns:a="http://schemas.openxmlformats.org/drawingml/2006/main">
            <a:off x="7286896"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0" name="Editable chart path">
            <a:extLst xmlns:a="http://schemas.openxmlformats.org/drawingml/2006/main">
              <a:ext uri="{FF2B5EF4-FFF2-40B4-BE49-F238E27FC236}">
                <a16:creationId xmlns:a16="http://schemas.microsoft.com/office/drawing/2014/main" id="{E4DCB3D0-0916-4A34-9C76-37F8E50CCAE0}"/>
              </a:ext>
            </a:extLst>
          </p:cNvPr>
          <p:cNvSpPr>
            <a:spLocks xmlns:a="http://schemas.openxmlformats.org/drawingml/2006/main" noGrp="1"/>
          </p:cNvSpPr>
          <p:nvPr/>
        </p:nvSpPr>
        <p:spPr>
          <a:xfrm xmlns:a="http://schemas.openxmlformats.org/drawingml/2006/main">
            <a:off x="7286896"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1" name="Editable chart path">
            <a:extLst xmlns:a="http://schemas.openxmlformats.org/drawingml/2006/main">
              <a:ext uri="{FF2B5EF4-FFF2-40B4-BE49-F238E27FC236}">
                <a16:creationId xmlns:a16="http://schemas.microsoft.com/office/drawing/2014/main" id="{8BA13D12-3683-490D-81DE-3002CCE4DAC3}"/>
              </a:ext>
            </a:extLst>
          </p:cNvPr>
          <p:cNvSpPr>
            <a:spLocks xmlns:a="http://schemas.openxmlformats.org/drawingml/2006/main" noGrp="1"/>
          </p:cNvSpPr>
          <p:nvPr/>
        </p:nvSpPr>
        <p:spPr>
          <a:xfrm xmlns:a="http://schemas.openxmlformats.org/drawingml/2006/main">
            <a:off x="7286896"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2" name="Editable chart path">
            <a:extLst xmlns:a="http://schemas.openxmlformats.org/drawingml/2006/main">
              <a:ext uri="{FF2B5EF4-FFF2-40B4-BE49-F238E27FC236}">
                <a16:creationId xmlns:a16="http://schemas.microsoft.com/office/drawing/2014/main" id="{D8F3BEE7-25E8-431E-8766-0699647B286F}"/>
              </a:ext>
            </a:extLst>
          </p:cNvPr>
          <p:cNvSpPr>
            <a:spLocks xmlns:a="http://schemas.openxmlformats.org/drawingml/2006/main" noGrp="1"/>
          </p:cNvSpPr>
          <p:nvPr/>
        </p:nvSpPr>
        <p:spPr>
          <a:xfrm xmlns:a="http://schemas.openxmlformats.org/drawingml/2006/main">
            <a:off x="7286896"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3" name="Editable chart path">
            <a:extLst xmlns:a="http://schemas.openxmlformats.org/drawingml/2006/main">
              <a:ext uri="{FF2B5EF4-FFF2-40B4-BE49-F238E27FC236}">
                <a16:creationId xmlns:a16="http://schemas.microsoft.com/office/drawing/2014/main" id="{2291A073-0CA1-45ED-995B-79D16ED060E4}"/>
              </a:ext>
            </a:extLst>
          </p:cNvPr>
          <p:cNvSpPr>
            <a:spLocks xmlns:a="http://schemas.openxmlformats.org/drawingml/2006/main" noGrp="1"/>
          </p:cNvSpPr>
          <p:nvPr/>
        </p:nvSpPr>
        <p:spPr>
          <a:xfrm xmlns:a="http://schemas.openxmlformats.org/drawingml/2006/main">
            <a:off x="7286896"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4" name="Editable chart path">
            <a:extLst xmlns:a="http://schemas.openxmlformats.org/drawingml/2006/main">
              <a:ext uri="{FF2B5EF4-FFF2-40B4-BE49-F238E27FC236}">
                <a16:creationId xmlns:a16="http://schemas.microsoft.com/office/drawing/2014/main" id="{E1048A3C-A6FB-4946-A58D-61AED3C0F875}"/>
              </a:ext>
            </a:extLst>
          </p:cNvPr>
          <p:cNvSpPr>
            <a:spLocks xmlns:a="http://schemas.openxmlformats.org/drawingml/2006/main" noGrp="1"/>
          </p:cNvSpPr>
          <p:nvPr/>
        </p:nvSpPr>
        <p:spPr>
          <a:xfrm xmlns:a="http://schemas.openxmlformats.org/drawingml/2006/main">
            <a:off x="7286896"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5" name="Editable chart path">
            <a:extLst xmlns:a="http://schemas.openxmlformats.org/drawingml/2006/main">
              <a:ext uri="{FF2B5EF4-FFF2-40B4-BE49-F238E27FC236}">
                <a16:creationId xmlns:a16="http://schemas.microsoft.com/office/drawing/2014/main" id="{DBE523B4-08E3-4521-BDE1-2772850EB2A2}"/>
              </a:ext>
            </a:extLst>
          </p:cNvPr>
          <p:cNvSpPr>
            <a:spLocks xmlns:a="http://schemas.openxmlformats.org/drawingml/2006/main" noGrp="1"/>
          </p:cNvSpPr>
          <p:nvPr/>
        </p:nvSpPr>
        <p:spPr>
          <a:xfrm xmlns:a="http://schemas.openxmlformats.org/drawingml/2006/main">
            <a:off x="7286896"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6" name="Editable chart path">
            <a:extLst xmlns:a="http://schemas.openxmlformats.org/drawingml/2006/main">
              <a:ext uri="{FF2B5EF4-FFF2-40B4-BE49-F238E27FC236}">
                <a16:creationId xmlns:a16="http://schemas.microsoft.com/office/drawing/2014/main" id="{BA606974-BA1F-4AF2-BDAE-FBDCE7099BB4}"/>
              </a:ext>
            </a:extLst>
          </p:cNvPr>
          <p:cNvSpPr>
            <a:spLocks xmlns:a="http://schemas.openxmlformats.org/drawingml/2006/main" noGrp="1"/>
          </p:cNvSpPr>
          <p:nvPr/>
        </p:nvSpPr>
        <p:spPr>
          <a:xfrm xmlns:a="http://schemas.openxmlformats.org/drawingml/2006/main">
            <a:off x="7364672"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7" name="Editable chart path">
            <a:extLst xmlns:a="http://schemas.openxmlformats.org/drawingml/2006/main">
              <a:ext uri="{FF2B5EF4-FFF2-40B4-BE49-F238E27FC236}">
                <a16:creationId xmlns:a16="http://schemas.microsoft.com/office/drawing/2014/main" id="{3F26CB25-576A-460B-9282-0437FFBA1C7E}"/>
              </a:ext>
            </a:extLst>
          </p:cNvPr>
          <p:cNvSpPr>
            <a:spLocks xmlns:a="http://schemas.openxmlformats.org/drawingml/2006/main" noGrp="1"/>
          </p:cNvSpPr>
          <p:nvPr/>
        </p:nvSpPr>
        <p:spPr>
          <a:xfrm xmlns:a="http://schemas.openxmlformats.org/drawingml/2006/main">
            <a:off x="7364672"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8" name="Editable chart path">
            <a:extLst xmlns:a="http://schemas.openxmlformats.org/drawingml/2006/main">
              <a:ext uri="{FF2B5EF4-FFF2-40B4-BE49-F238E27FC236}">
                <a16:creationId xmlns:a16="http://schemas.microsoft.com/office/drawing/2014/main" id="{EFFAB258-334F-4C95-A756-057B57B4EC84}"/>
              </a:ext>
            </a:extLst>
          </p:cNvPr>
          <p:cNvSpPr>
            <a:spLocks xmlns:a="http://schemas.openxmlformats.org/drawingml/2006/main" noGrp="1"/>
          </p:cNvSpPr>
          <p:nvPr/>
        </p:nvSpPr>
        <p:spPr>
          <a:xfrm xmlns:a="http://schemas.openxmlformats.org/drawingml/2006/main">
            <a:off x="7364672"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19" name="Editable chart path">
            <a:extLst xmlns:a="http://schemas.openxmlformats.org/drawingml/2006/main">
              <a:ext uri="{FF2B5EF4-FFF2-40B4-BE49-F238E27FC236}">
                <a16:creationId xmlns:a16="http://schemas.microsoft.com/office/drawing/2014/main" id="{02317418-E229-42FA-8444-E1A21E617BFD}"/>
              </a:ext>
            </a:extLst>
          </p:cNvPr>
          <p:cNvSpPr>
            <a:spLocks xmlns:a="http://schemas.openxmlformats.org/drawingml/2006/main" noGrp="1"/>
          </p:cNvSpPr>
          <p:nvPr/>
        </p:nvSpPr>
        <p:spPr>
          <a:xfrm xmlns:a="http://schemas.openxmlformats.org/drawingml/2006/main">
            <a:off x="7364672"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0" name="Editable chart path">
            <a:extLst xmlns:a="http://schemas.openxmlformats.org/drawingml/2006/main">
              <a:ext uri="{FF2B5EF4-FFF2-40B4-BE49-F238E27FC236}">
                <a16:creationId xmlns:a16="http://schemas.microsoft.com/office/drawing/2014/main" id="{607F096D-7A62-417E-8430-8F9160C3BBD2}"/>
              </a:ext>
            </a:extLst>
          </p:cNvPr>
          <p:cNvSpPr>
            <a:spLocks xmlns:a="http://schemas.openxmlformats.org/drawingml/2006/main" noGrp="1"/>
          </p:cNvSpPr>
          <p:nvPr/>
        </p:nvSpPr>
        <p:spPr>
          <a:xfrm xmlns:a="http://schemas.openxmlformats.org/drawingml/2006/main">
            <a:off x="7364672"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1" name="Editable chart path">
            <a:extLst xmlns:a="http://schemas.openxmlformats.org/drawingml/2006/main">
              <a:ext uri="{FF2B5EF4-FFF2-40B4-BE49-F238E27FC236}">
                <a16:creationId xmlns:a16="http://schemas.microsoft.com/office/drawing/2014/main" id="{52C7B5FE-EAE1-4B1D-8787-D99B4EDEB5EC}"/>
              </a:ext>
            </a:extLst>
          </p:cNvPr>
          <p:cNvSpPr>
            <a:spLocks xmlns:a="http://schemas.openxmlformats.org/drawingml/2006/main" noGrp="1"/>
          </p:cNvSpPr>
          <p:nvPr/>
        </p:nvSpPr>
        <p:spPr>
          <a:xfrm xmlns:a="http://schemas.openxmlformats.org/drawingml/2006/main">
            <a:off x="7364672"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2" name="Editable chart path">
            <a:extLst xmlns:a="http://schemas.openxmlformats.org/drawingml/2006/main">
              <a:ext uri="{FF2B5EF4-FFF2-40B4-BE49-F238E27FC236}">
                <a16:creationId xmlns:a16="http://schemas.microsoft.com/office/drawing/2014/main" id="{F09F7E29-ED72-4EDB-9605-E7DC4C6A5BA7}"/>
              </a:ext>
            </a:extLst>
          </p:cNvPr>
          <p:cNvSpPr>
            <a:spLocks xmlns:a="http://schemas.openxmlformats.org/drawingml/2006/main" noGrp="1"/>
          </p:cNvSpPr>
          <p:nvPr/>
        </p:nvSpPr>
        <p:spPr>
          <a:xfrm xmlns:a="http://schemas.openxmlformats.org/drawingml/2006/main">
            <a:off x="7364672"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3" name="Editable chart path">
            <a:extLst xmlns:a="http://schemas.openxmlformats.org/drawingml/2006/main">
              <a:ext uri="{FF2B5EF4-FFF2-40B4-BE49-F238E27FC236}">
                <a16:creationId xmlns:a16="http://schemas.microsoft.com/office/drawing/2014/main" id="{E385F056-9ECD-40C5-A38C-37C2C4AB66D9}"/>
              </a:ext>
            </a:extLst>
          </p:cNvPr>
          <p:cNvSpPr>
            <a:spLocks xmlns:a="http://schemas.openxmlformats.org/drawingml/2006/main" noGrp="1"/>
          </p:cNvSpPr>
          <p:nvPr/>
        </p:nvSpPr>
        <p:spPr>
          <a:xfrm xmlns:a="http://schemas.openxmlformats.org/drawingml/2006/main">
            <a:off x="7364672"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4" name="Editable chart path">
            <a:extLst xmlns:a="http://schemas.openxmlformats.org/drawingml/2006/main">
              <a:ext uri="{FF2B5EF4-FFF2-40B4-BE49-F238E27FC236}">
                <a16:creationId xmlns:a16="http://schemas.microsoft.com/office/drawing/2014/main" id="{D2EBC051-CAD9-4D0A-9BE8-788202AB50A1}"/>
              </a:ext>
            </a:extLst>
          </p:cNvPr>
          <p:cNvSpPr>
            <a:spLocks xmlns:a="http://schemas.openxmlformats.org/drawingml/2006/main" noGrp="1"/>
          </p:cNvSpPr>
          <p:nvPr/>
        </p:nvSpPr>
        <p:spPr>
          <a:xfrm xmlns:a="http://schemas.openxmlformats.org/drawingml/2006/main">
            <a:off x="7364672"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5" name="Editable chart path">
            <a:extLst xmlns:a="http://schemas.openxmlformats.org/drawingml/2006/main">
              <a:ext uri="{FF2B5EF4-FFF2-40B4-BE49-F238E27FC236}">
                <a16:creationId xmlns:a16="http://schemas.microsoft.com/office/drawing/2014/main" id="{B08D8325-F5AF-4F09-BFCA-DC53EC18FB41}"/>
              </a:ext>
            </a:extLst>
          </p:cNvPr>
          <p:cNvSpPr>
            <a:spLocks xmlns:a="http://schemas.openxmlformats.org/drawingml/2006/main" noGrp="1"/>
          </p:cNvSpPr>
          <p:nvPr/>
        </p:nvSpPr>
        <p:spPr>
          <a:xfrm xmlns:a="http://schemas.openxmlformats.org/drawingml/2006/main">
            <a:off x="7364672"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6" name="Editable chart path">
            <a:extLst xmlns:a="http://schemas.openxmlformats.org/drawingml/2006/main">
              <a:ext uri="{FF2B5EF4-FFF2-40B4-BE49-F238E27FC236}">
                <a16:creationId xmlns:a16="http://schemas.microsoft.com/office/drawing/2014/main" id="{209CA6F8-8C05-45C7-ABED-8E2B7C5E2D5E}"/>
              </a:ext>
            </a:extLst>
          </p:cNvPr>
          <p:cNvSpPr>
            <a:spLocks xmlns:a="http://schemas.openxmlformats.org/drawingml/2006/main" noGrp="1"/>
          </p:cNvSpPr>
          <p:nvPr/>
        </p:nvSpPr>
        <p:spPr>
          <a:xfrm xmlns:a="http://schemas.openxmlformats.org/drawingml/2006/main">
            <a:off x="7364672"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7" name="Editable chart path">
            <a:extLst xmlns:a="http://schemas.openxmlformats.org/drawingml/2006/main">
              <a:ext uri="{FF2B5EF4-FFF2-40B4-BE49-F238E27FC236}">
                <a16:creationId xmlns:a16="http://schemas.microsoft.com/office/drawing/2014/main" id="{B6347F9E-D1DA-4D3C-9A0C-84A5293201AC}"/>
              </a:ext>
            </a:extLst>
          </p:cNvPr>
          <p:cNvSpPr>
            <a:spLocks xmlns:a="http://schemas.openxmlformats.org/drawingml/2006/main" noGrp="1"/>
          </p:cNvSpPr>
          <p:nvPr/>
        </p:nvSpPr>
        <p:spPr>
          <a:xfrm xmlns:a="http://schemas.openxmlformats.org/drawingml/2006/main">
            <a:off x="7364672"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8" name="Editable chart path">
            <a:extLst xmlns:a="http://schemas.openxmlformats.org/drawingml/2006/main">
              <a:ext uri="{FF2B5EF4-FFF2-40B4-BE49-F238E27FC236}">
                <a16:creationId xmlns:a16="http://schemas.microsoft.com/office/drawing/2014/main" id="{FC27A8E3-ADEF-4A70-961F-ED888412ACCB}"/>
              </a:ext>
            </a:extLst>
          </p:cNvPr>
          <p:cNvSpPr>
            <a:spLocks xmlns:a="http://schemas.openxmlformats.org/drawingml/2006/main" noGrp="1"/>
          </p:cNvSpPr>
          <p:nvPr/>
        </p:nvSpPr>
        <p:spPr>
          <a:xfrm xmlns:a="http://schemas.openxmlformats.org/drawingml/2006/main">
            <a:off x="7364672"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29" name="Editable chart path">
            <a:extLst xmlns:a="http://schemas.openxmlformats.org/drawingml/2006/main">
              <a:ext uri="{FF2B5EF4-FFF2-40B4-BE49-F238E27FC236}">
                <a16:creationId xmlns:a16="http://schemas.microsoft.com/office/drawing/2014/main" id="{CA62AF81-D27D-426B-88B0-44B97A05B7AD}"/>
              </a:ext>
            </a:extLst>
          </p:cNvPr>
          <p:cNvSpPr>
            <a:spLocks xmlns:a="http://schemas.openxmlformats.org/drawingml/2006/main" noGrp="1"/>
          </p:cNvSpPr>
          <p:nvPr/>
        </p:nvSpPr>
        <p:spPr>
          <a:xfrm xmlns:a="http://schemas.openxmlformats.org/drawingml/2006/main">
            <a:off x="7442447"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0" name="Editable chart path">
            <a:extLst xmlns:a="http://schemas.openxmlformats.org/drawingml/2006/main">
              <a:ext uri="{FF2B5EF4-FFF2-40B4-BE49-F238E27FC236}">
                <a16:creationId xmlns:a16="http://schemas.microsoft.com/office/drawing/2014/main" id="{2F191A74-409D-41E9-B620-C591900CFBCF}"/>
              </a:ext>
            </a:extLst>
          </p:cNvPr>
          <p:cNvSpPr>
            <a:spLocks xmlns:a="http://schemas.openxmlformats.org/drawingml/2006/main" noGrp="1"/>
          </p:cNvSpPr>
          <p:nvPr/>
        </p:nvSpPr>
        <p:spPr>
          <a:xfrm xmlns:a="http://schemas.openxmlformats.org/drawingml/2006/main">
            <a:off x="7442447"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1" name="Editable chart path">
            <a:extLst xmlns:a="http://schemas.openxmlformats.org/drawingml/2006/main">
              <a:ext uri="{FF2B5EF4-FFF2-40B4-BE49-F238E27FC236}">
                <a16:creationId xmlns:a16="http://schemas.microsoft.com/office/drawing/2014/main" id="{4E368549-CC1F-40C5-916E-0A69C5E045C5}"/>
              </a:ext>
            </a:extLst>
          </p:cNvPr>
          <p:cNvSpPr>
            <a:spLocks xmlns:a="http://schemas.openxmlformats.org/drawingml/2006/main" noGrp="1"/>
          </p:cNvSpPr>
          <p:nvPr/>
        </p:nvSpPr>
        <p:spPr>
          <a:xfrm xmlns:a="http://schemas.openxmlformats.org/drawingml/2006/main">
            <a:off x="7442447"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2" name="Editable chart path">
            <a:extLst xmlns:a="http://schemas.openxmlformats.org/drawingml/2006/main">
              <a:ext uri="{FF2B5EF4-FFF2-40B4-BE49-F238E27FC236}">
                <a16:creationId xmlns:a16="http://schemas.microsoft.com/office/drawing/2014/main" id="{FC0DD87F-1FBA-4F11-9AF1-DE5831384A4E}"/>
              </a:ext>
            </a:extLst>
          </p:cNvPr>
          <p:cNvSpPr>
            <a:spLocks xmlns:a="http://schemas.openxmlformats.org/drawingml/2006/main" noGrp="1"/>
          </p:cNvSpPr>
          <p:nvPr/>
        </p:nvSpPr>
        <p:spPr>
          <a:xfrm xmlns:a="http://schemas.openxmlformats.org/drawingml/2006/main">
            <a:off x="7442447"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3" name="Editable chart path">
            <a:extLst xmlns:a="http://schemas.openxmlformats.org/drawingml/2006/main">
              <a:ext uri="{FF2B5EF4-FFF2-40B4-BE49-F238E27FC236}">
                <a16:creationId xmlns:a16="http://schemas.microsoft.com/office/drawing/2014/main" id="{47833B6A-2E36-4717-9C18-5AB2839A3539}"/>
              </a:ext>
            </a:extLst>
          </p:cNvPr>
          <p:cNvSpPr>
            <a:spLocks xmlns:a="http://schemas.openxmlformats.org/drawingml/2006/main" noGrp="1"/>
          </p:cNvSpPr>
          <p:nvPr/>
        </p:nvSpPr>
        <p:spPr>
          <a:xfrm xmlns:a="http://schemas.openxmlformats.org/drawingml/2006/main">
            <a:off x="7442447"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4" name="Editable chart path">
            <a:extLst xmlns:a="http://schemas.openxmlformats.org/drawingml/2006/main">
              <a:ext uri="{FF2B5EF4-FFF2-40B4-BE49-F238E27FC236}">
                <a16:creationId xmlns:a16="http://schemas.microsoft.com/office/drawing/2014/main" id="{9F105ED7-97AB-4C74-B8ED-EC591AA1C0A8}"/>
              </a:ext>
            </a:extLst>
          </p:cNvPr>
          <p:cNvSpPr>
            <a:spLocks xmlns:a="http://schemas.openxmlformats.org/drawingml/2006/main" noGrp="1"/>
          </p:cNvSpPr>
          <p:nvPr/>
        </p:nvSpPr>
        <p:spPr>
          <a:xfrm xmlns:a="http://schemas.openxmlformats.org/drawingml/2006/main">
            <a:off x="7442447"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5" name="Editable chart path">
            <a:extLst xmlns:a="http://schemas.openxmlformats.org/drawingml/2006/main">
              <a:ext uri="{FF2B5EF4-FFF2-40B4-BE49-F238E27FC236}">
                <a16:creationId xmlns:a16="http://schemas.microsoft.com/office/drawing/2014/main" id="{A372C23A-4FD0-42CB-8DA4-92D46DF91E59}"/>
              </a:ext>
            </a:extLst>
          </p:cNvPr>
          <p:cNvSpPr>
            <a:spLocks xmlns:a="http://schemas.openxmlformats.org/drawingml/2006/main" noGrp="1"/>
          </p:cNvSpPr>
          <p:nvPr/>
        </p:nvSpPr>
        <p:spPr>
          <a:xfrm xmlns:a="http://schemas.openxmlformats.org/drawingml/2006/main">
            <a:off x="7442447"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6" name="Editable chart path">
            <a:extLst xmlns:a="http://schemas.openxmlformats.org/drawingml/2006/main">
              <a:ext uri="{FF2B5EF4-FFF2-40B4-BE49-F238E27FC236}">
                <a16:creationId xmlns:a16="http://schemas.microsoft.com/office/drawing/2014/main" id="{10598B3F-9EF9-4A23-ADAE-1744770D3A0E}"/>
              </a:ext>
            </a:extLst>
          </p:cNvPr>
          <p:cNvSpPr>
            <a:spLocks xmlns:a="http://schemas.openxmlformats.org/drawingml/2006/main" noGrp="1"/>
          </p:cNvSpPr>
          <p:nvPr/>
        </p:nvSpPr>
        <p:spPr>
          <a:xfrm xmlns:a="http://schemas.openxmlformats.org/drawingml/2006/main">
            <a:off x="7442447"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7" name="Editable chart path">
            <a:extLst xmlns:a="http://schemas.openxmlformats.org/drawingml/2006/main">
              <a:ext uri="{FF2B5EF4-FFF2-40B4-BE49-F238E27FC236}">
                <a16:creationId xmlns:a16="http://schemas.microsoft.com/office/drawing/2014/main" id="{D7386DEC-91B8-424F-8B92-15AC66A334CC}"/>
              </a:ext>
            </a:extLst>
          </p:cNvPr>
          <p:cNvSpPr>
            <a:spLocks xmlns:a="http://schemas.openxmlformats.org/drawingml/2006/main" noGrp="1"/>
          </p:cNvSpPr>
          <p:nvPr/>
        </p:nvSpPr>
        <p:spPr>
          <a:xfrm xmlns:a="http://schemas.openxmlformats.org/drawingml/2006/main">
            <a:off x="7442447"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8" name="Editable chart path">
            <a:extLst xmlns:a="http://schemas.openxmlformats.org/drawingml/2006/main">
              <a:ext uri="{FF2B5EF4-FFF2-40B4-BE49-F238E27FC236}">
                <a16:creationId xmlns:a16="http://schemas.microsoft.com/office/drawing/2014/main" id="{57768A1B-7C56-4424-9BEC-81AC9F1976C3}"/>
              </a:ext>
            </a:extLst>
          </p:cNvPr>
          <p:cNvSpPr>
            <a:spLocks xmlns:a="http://schemas.openxmlformats.org/drawingml/2006/main" noGrp="1"/>
          </p:cNvSpPr>
          <p:nvPr/>
        </p:nvSpPr>
        <p:spPr>
          <a:xfrm xmlns:a="http://schemas.openxmlformats.org/drawingml/2006/main">
            <a:off x="7442447"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39" name="Editable chart path">
            <a:extLst xmlns:a="http://schemas.openxmlformats.org/drawingml/2006/main">
              <a:ext uri="{FF2B5EF4-FFF2-40B4-BE49-F238E27FC236}">
                <a16:creationId xmlns:a16="http://schemas.microsoft.com/office/drawing/2014/main" id="{C1B84BCC-3144-4999-9A75-D39C70F49174}"/>
              </a:ext>
            </a:extLst>
          </p:cNvPr>
          <p:cNvSpPr>
            <a:spLocks xmlns:a="http://schemas.openxmlformats.org/drawingml/2006/main" noGrp="1"/>
          </p:cNvSpPr>
          <p:nvPr/>
        </p:nvSpPr>
        <p:spPr>
          <a:xfrm xmlns:a="http://schemas.openxmlformats.org/drawingml/2006/main">
            <a:off x="7442447"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0" name="Editable chart path">
            <a:extLst xmlns:a="http://schemas.openxmlformats.org/drawingml/2006/main">
              <a:ext uri="{FF2B5EF4-FFF2-40B4-BE49-F238E27FC236}">
                <a16:creationId xmlns:a16="http://schemas.microsoft.com/office/drawing/2014/main" id="{6E63A926-345E-4007-85DE-A58559D718CB}"/>
              </a:ext>
            </a:extLst>
          </p:cNvPr>
          <p:cNvSpPr>
            <a:spLocks xmlns:a="http://schemas.openxmlformats.org/drawingml/2006/main" noGrp="1"/>
          </p:cNvSpPr>
          <p:nvPr/>
        </p:nvSpPr>
        <p:spPr>
          <a:xfrm xmlns:a="http://schemas.openxmlformats.org/drawingml/2006/main">
            <a:off x="7442447"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1" name="Editable chart path">
            <a:extLst xmlns:a="http://schemas.openxmlformats.org/drawingml/2006/main">
              <a:ext uri="{FF2B5EF4-FFF2-40B4-BE49-F238E27FC236}">
                <a16:creationId xmlns:a16="http://schemas.microsoft.com/office/drawing/2014/main" id="{31374CF4-D9F3-42D3-B452-B107E3835EC0}"/>
              </a:ext>
            </a:extLst>
          </p:cNvPr>
          <p:cNvSpPr>
            <a:spLocks xmlns:a="http://schemas.openxmlformats.org/drawingml/2006/main" noGrp="1"/>
          </p:cNvSpPr>
          <p:nvPr/>
        </p:nvSpPr>
        <p:spPr>
          <a:xfrm xmlns:a="http://schemas.openxmlformats.org/drawingml/2006/main">
            <a:off x="7442447"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2" name="Editable chart path">
            <a:extLst xmlns:a="http://schemas.openxmlformats.org/drawingml/2006/main">
              <a:ext uri="{FF2B5EF4-FFF2-40B4-BE49-F238E27FC236}">
                <a16:creationId xmlns:a16="http://schemas.microsoft.com/office/drawing/2014/main" id="{0562898D-1C9D-4A2A-843D-CA3210436A6C}"/>
              </a:ext>
            </a:extLst>
          </p:cNvPr>
          <p:cNvSpPr>
            <a:spLocks xmlns:a="http://schemas.openxmlformats.org/drawingml/2006/main" noGrp="1"/>
          </p:cNvSpPr>
          <p:nvPr/>
        </p:nvSpPr>
        <p:spPr>
          <a:xfrm xmlns:a="http://schemas.openxmlformats.org/drawingml/2006/main">
            <a:off x="7442447"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3" name="Editable chart path">
            <a:extLst xmlns:a="http://schemas.openxmlformats.org/drawingml/2006/main">
              <a:ext uri="{FF2B5EF4-FFF2-40B4-BE49-F238E27FC236}">
                <a16:creationId xmlns:a16="http://schemas.microsoft.com/office/drawing/2014/main" id="{C13FA804-33AD-45D3-A0B5-893A511AE575}"/>
              </a:ext>
            </a:extLst>
          </p:cNvPr>
          <p:cNvSpPr>
            <a:spLocks xmlns:a="http://schemas.openxmlformats.org/drawingml/2006/main" noGrp="1"/>
          </p:cNvSpPr>
          <p:nvPr/>
        </p:nvSpPr>
        <p:spPr>
          <a:xfrm xmlns:a="http://schemas.openxmlformats.org/drawingml/2006/main">
            <a:off x="7520223"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4" name="Editable chart path">
            <a:extLst xmlns:a="http://schemas.openxmlformats.org/drawingml/2006/main">
              <a:ext uri="{FF2B5EF4-FFF2-40B4-BE49-F238E27FC236}">
                <a16:creationId xmlns:a16="http://schemas.microsoft.com/office/drawing/2014/main" id="{49AE7E8B-EA4E-4AEB-AAF1-E7D3146539CF}"/>
              </a:ext>
            </a:extLst>
          </p:cNvPr>
          <p:cNvSpPr>
            <a:spLocks xmlns:a="http://schemas.openxmlformats.org/drawingml/2006/main" noGrp="1"/>
          </p:cNvSpPr>
          <p:nvPr/>
        </p:nvSpPr>
        <p:spPr>
          <a:xfrm xmlns:a="http://schemas.openxmlformats.org/drawingml/2006/main">
            <a:off x="7520223"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5" name="Editable chart path">
            <a:extLst xmlns:a="http://schemas.openxmlformats.org/drawingml/2006/main">
              <a:ext uri="{FF2B5EF4-FFF2-40B4-BE49-F238E27FC236}">
                <a16:creationId xmlns:a16="http://schemas.microsoft.com/office/drawing/2014/main" id="{D08CA17B-DF19-4EE9-8D8B-130E27A7C89F}"/>
              </a:ext>
            </a:extLst>
          </p:cNvPr>
          <p:cNvSpPr>
            <a:spLocks xmlns:a="http://schemas.openxmlformats.org/drawingml/2006/main" noGrp="1"/>
          </p:cNvSpPr>
          <p:nvPr/>
        </p:nvSpPr>
        <p:spPr>
          <a:xfrm xmlns:a="http://schemas.openxmlformats.org/drawingml/2006/main">
            <a:off x="7520223"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6" name="Editable chart path">
            <a:extLst xmlns:a="http://schemas.openxmlformats.org/drawingml/2006/main">
              <a:ext uri="{FF2B5EF4-FFF2-40B4-BE49-F238E27FC236}">
                <a16:creationId xmlns:a16="http://schemas.microsoft.com/office/drawing/2014/main" id="{624C7162-90A6-4929-BAD7-476AA9E132C0}"/>
              </a:ext>
            </a:extLst>
          </p:cNvPr>
          <p:cNvSpPr>
            <a:spLocks xmlns:a="http://schemas.openxmlformats.org/drawingml/2006/main" noGrp="1"/>
          </p:cNvSpPr>
          <p:nvPr/>
        </p:nvSpPr>
        <p:spPr>
          <a:xfrm xmlns:a="http://schemas.openxmlformats.org/drawingml/2006/main">
            <a:off x="7520223"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7" name="Editable chart path">
            <a:extLst xmlns:a="http://schemas.openxmlformats.org/drawingml/2006/main">
              <a:ext uri="{FF2B5EF4-FFF2-40B4-BE49-F238E27FC236}">
                <a16:creationId xmlns:a16="http://schemas.microsoft.com/office/drawing/2014/main" id="{DB33C50C-2ED6-495F-A2C9-057773C02F07}"/>
              </a:ext>
            </a:extLst>
          </p:cNvPr>
          <p:cNvSpPr>
            <a:spLocks xmlns:a="http://schemas.openxmlformats.org/drawingml/2006/main" noGrp="1"/>
          </p:cNvSpPr>
          <p:nvPr/>
        </p:nvSpPr>
        <p:spPr>
          <a:xfrm xmlns:a="http://schemas.openxmlformats.org/drawingml/2006/main">
            <a:off x="7520223"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8" name="Editable chart path">
            <a:extLst xmlns:a="http://schemas.openxmlformats.org/drawingml/2006/main">
              <a:ext uri="{FF2B5EF4-FFF2-40B4-BE49-F238E27FC236}">
                <a16:creationId xmlns:a16="http://schemas.microsoft.com/office/drawing/2014/main" id="{86CBE2D4-E44B-4B17-A96F-F25FC9A4B09C}"/>
              </a:ext>
            </a:extLst>
          </p:cNvPr>
          <p:cNvSpPr>
            <a:spLocks xmlns:a="http://schemas.openxmlformats.org/drawingml/2006/main" noGrp="1"/>
          </p:cNvSpPr>
          <p:nvPr/>
        </p:nvSpPr>
        <p:spPr>
          <a:xfrm xmlns:a="http://schemas.openxmlformats.org/drawingml/2006/main">
            <a:off x="7520223"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49" name="Editable chart path">
            <a:extLst xmlns:a="http://schemas.openxmlformats.org/drawingml/2006/main">
              <a:ext uri="{FF2B5EF4-FFF2-40B4-BE49-F238E27FC236}">
                <a16:creationId xmlns:a16="http://schemas.microsoft.com/office/drawing/2014/main" id="{A0746DE4-EAA3-478F-9A82-DB4ECDE411AE}"/>
              </a:ext>
            </a:extLst>
          </p:cNvPr>
          <p:cNvSpPr>
            <a:spLocks xmlns:a="http://schemas.openxmlformats.org/drawingml/2006/main" noGrp="1"/>
          </p:cNvSpPr>
          <p:nvPr/>
        </p:nvSpPr>
        <p:spPr>
          <a:xfrm xmlns:a="http://schemas.openxmlformats.org/drawingml/2006/main">
            <a:off x="7520223"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0" name="Editable chart path">
            <a:extLst xmlns:a="http://schemas.openxmlformats.org/drawingml/2006/main">
              <a:ext uri="{FF2B5EF4-FFF2-40B4-BE49-F238E27FC236}">
                <a16:creationId xmlns:a16="http://schemas.microsoft.com/office/drawing/2014/main" id="{566F4D0D-FE7B-4121-BC9A-5CC58D89FE2D}"/>
              </a:ext>
            </a:extLst>
          </p:cNvPr>
          <p:cNvSpPr>
            <a:spLocks xmlns:a="http://schemas.openxmlformats.org/drawingml/2006/main" noGrp="1"/>
          </p:cNvSpPr>
          <p:nvPr/>
        </p:nvSpPr>
        <p:spPr>
          <a:xfrm xmlns:a="http://schemas.openxmlformats.org/drawingml/2006/main">
            <a:off x="7520223"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1" name="Editable chart path">
            <a:extLst xmlns:a="http://schemas.openxmlformats.org/drawingml/2006/main">
              <a:ext uri="{FF2B5EF4-FFF2-40B4-BE49-F238E27FC236}">
                <a16:creationId xmlns:a16="http://schemas.microsoft.com/office/drawing/2014/main" id="{1C273EE0-9D0B-45C4-9636-45404EAA2982}"/>
              </a:ext>
            </a:extLst>
          </p:cNvPr>
          <p:cNvSpPr>
            <a:spLocks xmlns:a="http://schemas.openxmlformats.org/drawingml/2006/main" noGrp="1"/>
          </p:cNvSpPr>
          <p:nvPr/>
        </p:nvSpPr>
        <p:spPr>
          <a:xfrm xmlns:a="http://schemas.openxmlformats.org/drawingml/2006/main">
            <a:off x="7520223"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2" name="Editable chart path">
            <a:extLst xmlns:a="http://schemas.openxmlformats.org/drawingml/2006/main">
              <a:ext uri="{FF2B5EF4-FFF2-40B4-BE49-F238E27FC236}">
                <a16:creationId xmlns:a16="http://schemas.microsoft.com/office/drawing/2014/main" id="{1C6DE484-11A0-4897-B133-41F66A58B6D0}"/>
              </a:ext>
            </a:extLst>
          </p:cNvPr>
          <p:cNvSpPr>
            <a:spLocks xmlns:a="http://schemas.openxmlformats.org/drawingml/2006/main" noGrp="1"/>
          </p:cNvSpPr>
          <p:nvPr/>
        </p:nvSpPr>
        <p:spPr>
          <a:xfrm xmlns:a="http://schemas.openxmlformats.org/drawingml/2006/main">
            <a:off x="7520223"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3" name="Editable chart path">
            <a:extLst xmlns:a="http://schemas.openxmlformats.org/drawingml/2006/main">
              <a:ext uri="{FF2B5EF4-FFF2-40B4-BE49-F238E27FC236}">
                <a16:creationId xmlns:a16="http://schemas.microsoft.com/office/drawing/2014/main" id="{76FAA844-66AD-462F-88AF-C324A9A94523}"/>
              </a:ext>
            </a:extLst>
          </p:cNvPr>
          <p:cNvSpPr>
            <a:spLocks xmlns:a="http://schemas.openxmlformats.org/drawingml/2006/main" noGrp="1"/>
          </p:cNvSpPr>
          <p:nvPr/>
        </p:nvSpPr>
        <p:spPr>
          <a:xfrm xmlns:a="http://schemas.openxmlformats.org/drawingml/2006/main">
            <a:off x="7597998"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4" name="Editable chart path">
            <a:extLst xmlns:a="http://schemas.openxmlformats.org/drawingml/2006/main">
              <a:ext uri="{FF2B5EF4-FFF2-40B4-BE49-F238E27FC236}">
                <a16:creationId xmlns:a16="http://schemas.microsoft.com/office/drawing/2014/main" id="{7E9AA29B-A69A-43D2-8732-615C3C22511F}"/>
              </a:ext>
            </a:extLst>
          </p:cNvPr>
          <p:cNvSpPr>
            <a:spLocks xmlns:a="http://schemas.openxmlformats.org/drawingml/2006/main" noGrp="1"/>
          </p:cNvSpPr>
          <p:nvPr/>
        </p:nvSpPr>
        <p:spPr>
          <a:xfrm xmlns:a="http://schemas.openxmlformats.org/drawingml/2006/main">
            <a:off x="7597998"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5" name="Editable chart path">
            <a:extLst xmlns:a="http://schemas.openxmlformats.org/drawingml/2006/main">
              <a:ext uri="{FF2B5EF4-FFF2-40B4-BE49-F238E27FC236}">
                <a16:creationId xmlns:a16="http://schemas.microsoft.com/office/drawing/2014/main" id="{80A747C9-B709-482D-9BAA-3F5A9CF99E08}"/>
              </a:ext>
            </a:extLst>
          </p:cNvPr>
          <p:cNvSpPr>
            <a:spLocks xmlns:a="http://schemas.openxmlformats.org/drawingml/2006/main" noGrp="1"/>
          </p:cNvSpPr>
          <p:nvPr/>
        </p:nvSpPr>
        <p:spPr>
          <a:xfrm xmlns:a="http://schemas.openxmlformats.org/drawingml/2006/main">
            <a:off x="7597998"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6" name="Editable chart path">
            <a:extLst xmlns:a="http://schemas.openxmlformats.org/drawingml/2006/main">
              <a:ext uri="{FF2B5EF4-FFF2-40B4-BE49-F238E27FC236}">
                <a16:creationId xmlns:a16="http://schemas.microsoft.com/office/drawing/2014/main" id="{EE69AAB8-477E-4746-B283-824F29A2F904}"/>
              </a:ext>
            </a:extLst>
          </p:cNvPr>
          <p:cNvSpPr>
            <a:spLocks xmlns:a="http://schemas.openxmlformats.org/drawingml/2006/main" noGrp="1"/>
          </p:cNvSpPr>
          <p:nvPr/>
        </p:nvSpPr>
        <p:spPr>
          <a:xfrm xmlns:a="http://schemas.openxmlformats.org/drawingml/2006/main">
            <a:off x="7597998"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7" name="Editable chart path">
            <a:extLst xmlns:a="http://schemas.openxmlformats.org/drawingml/2006/main">
              <a:ext uri="{FF2B5EF4-FFF2-40B4-BE49-F238E27FC236}">
                <a16:creationId xmlns:a16="http://schemas.microsoft.com/office/drawing/2014/main" id="{A38D3382-EBC7-4FF0-A335-DB1E0C148FA4}"/>
              </a:ext>
            </a:extLst>
          </p:cNvPr>
          <p:cNvSpPr>
            <a:spLocks xmlns:a="http://schemas.openxmlformats.org/drawingml/2006/main" noGrp="1"/>
          </p:cNvSpPr>
          <p:nvPr/>
        </p:nvSpPr>
        <p:spPr>
          <a:xfrm xmlns:a="http://schemas.openxmlformats.org/drawingml/2006/main">
            <a:off x="7597998"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8" name="Editable chart path">
            <a:extLst xmlns:a="http://schemas.openxmlformats.org/drawingml/2006/main">
              <a:ext uri="{FF2B5EF4-FFF2-40B4-BE49-F238E27FC236}">
                <a16:creationId xmlns:a16="http://schemas.microsoft.com/office/drawing/2014/main" id="{2BF92C0C-DD5F-4CE2-8885-71DB16CE52D2}"/>
              </a:ext>
            </a:extLst>
          </p:cNvPr>
          <p:cNvSpPr>
            <a:spLocks xmlns:a="http://schemas.openxmlformats.org/drawingml/2006/main" noGrp="1"/>
          </p:cNvSpPr>
          <p:nvPr/>
        </p:nvSpPr>
        <p:spPr>
          <a:xfrm xmlns:a="http://schemas.openxmlformats.org/drawingml/2006/main">
            <a:off x="7597998"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59" name="Editable chart path">
            <a:extLst xmlns:a="http://schemas.openxmlformats.org/drawingml/2006/main">
              <a:ext uri="{FF2B5EF4-FFF2-40B4-BE49-F238E27FC236}">
                <a16:creationId xmlns:a16="http://schemas.microsoft.com/office/drawing/2014/main" id="{76C287F2-A88B-482B-B105-5404FF830B54}"/>
              </a:ext>
            </a:extLst>
          </p:cNvPr>
          <p:cNvSpPr>
            <a:spLocks xmlns:a="http://schemas.openxmlformats.org/drawingml/2006/main" noGrp="1"/>
          </p:cNvSpPr>
          <p:nvPr/>
        </p:nvSpPr>
        <p:spPr>
          <a:xfrm xmlns:a="http://schemas.openxmlformats.org/drawingml/2006/main">
            <a:off x="7597998"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0" name="Editable chart path">
            <a:extLst xmlns:a="http://schemas.openxmlformats.org/drawingml/2006/main">
              <a:ext uri="{FF2B5EF4-FFF2-40B4-BE49-F238E27FC236}">
                <a16:creationId xmlns:a16="http://schemas.microsoft.com/office/drawing/2014/main" id="{182C912C-CC1A-4270-84BA-894D97A1605C}"/>
              </a:ext>
            </a:extLst>
          </p:cNvPr>
          <p:cNvSpPr>
            <a:spLocks xmlns:a="http://schemas.openxmlformats.org/drawingml/2006/main" noGrp="1"/>
          </p:cNvSpPr>
          <p:nvPr/>
        </p:nvSpPr>
        <p:spPr>
          <a:xfrm xmlns:a="http://schemas.openxmlformats.org/drawingml/2006/main">
            <a:off x="7597998"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1" name="Editable chart path">
            <a:extLst xmlns:a="http://schemas.openxmlformats.org/drawingml/2006/main">
              <a:ext uri="{FF2B5EF4-FFF2-40B4-BE49-F238E27FC236}">
                <a16:creationId xmlns:a16="http://schemas.microsoft.com/office/drawing/2014/main" id="{6BB77BC5-23D4-40FE-BFCA-D46F0F781557}"/>
              </a:ext>
            </a:extLst>
          </p:cNvPr>
          <p:cNvSpPr>
            <a:spLocks xmlns:a="http://schemas.openxmlformats.org/drawingml/2006/main" noGrp="1"/>
          </p:cNvSpPr>
          <p:nvPr/>
        </p:nvSpPr>
        <p:spPr>
          <a:xfrm xmlns:a="http://schemas.openxmlformats.org/drawingml/2006/main">
            <a:off x="7597998"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2" name="Editable chart path">
            <a:extLst xmlns:a="http://schemas.openxmlformats.org/drawingml/2006/main">
              <a:ext uri="{FF2B5EF4-FFF2-40B4-BE49-F238E27FC236}">
                <a16:creationId xmlns:a16="http://schemas.microsoft.com/office/drawing/2014/main" id="{2F419117-CBA3-433D-8485-76B185306421}"/>
              </a:ext>
            </a:extLst>
          </p:cNvPr>
          <p:cNvSpPr>
            <a:spLocks xmlns:a="http://schemas.openxmlformats.org/drawingml/2006/main" noGrp="1"/>
          </p:cNvSpPr>
          <p:nvPr/>
        </p:nvSpPr>
        <p:spPr>
          <a:xfrm xmlns:a="http://schemas.openxmlformats.org/drawingml/2006/main">
            <a:off x="7597998"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3" name="Editable chart path">
            <a:extLst xmlns:a="http://schemas.openxmlformats.org/drawingml/2006/main">
              <a:ext uri="{FF2B5EF4-FFF2-40B4-BE49-F238E27FC236}">
                <a16:creationId xmlns:a16="http://schemas.microsoft.com/office/drawing/2014/main" id="{CDA62D0B-0B9C-4EF1-8B3D-F5FCBDAAA8BF}"/>
              </a:ext>
            </a:extLst>
          </p:cNvPr>
          <p:cNvSpPr>
            <a:spLocks xmlns:a="http://schemas.openxmlformats.org/drawingml/2006/main" noGrp="1"/>
          </p:cNvSpPr>
          <p:nvPr/>
        </p:nvSpPr>
        <p:spPr>
          <a:xfrm xmlns:a="http://schemas.openxmlformats.org/drawingml/2006/main">
            <a:off x="7597998"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4" name="Editable chart path">
            <a:extLst xmlns:a="http://schemas.openxmlformats.org/drawingml/2006/main">
              <a:ext uri="{FF2B5EF4-FFF2-40B4-BE49-F238E27FC236}">
                <a16:creationId xmlns:a16="http://schemas.microsoft.com/office/drawing/2014/main" id="{0896D7A6-1967-4FC9-A7AD-0E83D261E39A}"/>
              </a:ext>
            </a:extLst>
          </p:cNvPr>
          <p:cNvSpPr>
            <a:spLocks xmlns:a="http://schemas.openxmlformats.org/drawingml/2006/main" noGrp="1"/>
          </p:cNvSpPr>
          <p:nvPr/>
        </p:nvSpPr>
        <p:spPr>
          <a:xfrm xmlns:a="http://schemas.openxmlformats.org/drawingml/2006/main">
            <a:off x="7597998"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5" name="Editable chart path">
            <a:extLst xmlns:a="http://schemas.openxmlformats.org/drawingml/2006/main">
              <a:ext uri="{FF2B5EF4-FFF2-40B4-BE49-F238E27FC236}">
                <a16:creationId xmlns:a16="http://schemas.microsoft.com/office/drawing/2014/main" id="{3E868391-D31C-4469-939F-5532B817D860}"/>
              </a:ext>
            </a:extLst>
          </p:cNvPr>
          <p:cNvSpPr>
            <a:spLocks xmlns:a="http://schemas.openxmlformats.org/drawingml/2006/main" noGrp="1"/>
          </p:cNvSpPr>
          <p:nvPr/>
        </p:nvSpPr>
        <p:spPr>
          <a:xfrm xmlns:a="http://schemas.openxmlformats.org/drawingml/2006/main">
            <a:off x="7675774"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6" name="Editable chart path">
            <a:extLst xmlns:a="http://schemas.openxmlformats.org/drawingml/2006/main">
              <a:ext uri="{FF2B5EF4-FFF2-40B4-BE49-F238E27FC236}">
                <a16:creationId xmlns:a16="http://schemas.microsoft.com/office/drawing/2014/main" id="{7ED737B6-3EB7-434A-A9CD-F7C8D761C17B}"/>
              </a:ext>
            </a:extLst>
          </p:cNvPr>
          <p:cNvSpPr>
            <a:spLocks xmlns:a="http://schemas.openxmlformats.org/drawingml/2006/main" noGrp="1"/>
          </p:cNvSpPr>
          <p:nvPr/>
        </p:nvSpPr>
        <p:spPr>
          <a:xfrm xmlns:a="http://schemas.openxmlformats.org/drawingml/2006/main">
            <a:off x="7675774"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7" name="Editable chart path">
            <a:extLst xmlns:a="http://schemas.openxmlformats.org/drawingml/2006/main">
              <a:ext uri="{FF2B5EF4-FFF2-40B4-BE49-F238E27FC236}">
                <a16:creationId xmlns:a16="http://schemas.microsoft.com/office/drawing/2014/main" id="{708D653F-05A1-4BE9-B0F8-E7175A2B68BD}"/>
              </a:ext>
            </a:extLst>
          </p:cNvPr>
          <p:cNvSpPr>
            <a:spLocks xmlns:a="http://schemas.openxmlformats.org/drawingml/2006/main" noGrp="1"/>
          </p:cNvSpPr>
          <p:nvPr/>
        </p:nvSpPr>
        <p:spPr>
          <a:xfrm xmlns:a="http://schemas.openxmlformats.org/drawingml/2006/main">
            <a:off x="7675774"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8" name="Editable chart path">
            <a:extLst xmlns:a="http://schemas.openxmlformats.org/drawingml/2006/main">
              <a:ext uri="{FF2B5EF4-FFF2-40B4-BE49-F238E27FC236}">
                <a16:creationId xmlns:a16="http://schemas.microsoft.com/office/drawing/2014/main" id="{78256451-54B5-4E7D-87FE-A121C0D14B12}"/>
              </a:ext>
            </a:extLst>
          </p:cNvPr>
          <p:cNvSpPr>
            <a:spLocks xmlns:a="http://schemas.openxmlformats.org/drawingml/2006/main" noGrp="1"/>
          </p:cNvSpPr>
          <p:nvPr/>
        </p:nvSpPr>
        <p:spPr>
          <a:xfrm xmlns:a="http://schemas.openxmlformats.org/drawingml/2006/main">
            <a:off x="7675774"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69" name="Editable chart path">
            <a:extLst xmlns:a="http://schemas.openxmlformats.org/drawingml/2006/main">
              <a:ext uri="{FF2B5EF4-FFF2-40B4-BE49-F238E27FC236}">
                <a16:creationId xmlns:a16="http://schemas.microsoft.com/office/drawing/2014/main" id="{03279548-C466-49B1-90DA-2D7ACCBF17E3}"/>
              </a:ext>
            </a:extLst>
          </p:cNvPr>
          <p:cNvSpPr>
            <a:spLocks xmlns:a="http://schemas.openxmlformats.org/drawingml/2006/main" noGrp="1"/>
          </p:cNvSpPr>
          <p:nvPr/>
        </p:nvSpPr>
        <p:spPr>
          <a:xfrm xmlns:a="http://schemas.openxmlformats.org/drawingml/2006/main">
            <a:off x="7675774"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0" name="Editable chart path">
            <a:extLst xmlns:a="http://schemas.openxmlformats.org/drawingml/2006/main">
              <a:ext uri="{FF2B5EF4-FFF2-40B4-BE49-F238E27FC236}">
                <a16:creationId xmlns:a16="http://schemas.microsoft.com/office/drawing/2014/main" id="{A3A6AE7C-E442-471D-A0A3-39D978984933}"/>
              </a:ext>
            </a:extLst>
          </p:cNvPr>
          <p:cNvSpPr>
            <a:spLocks xmlns:a="http://schemas.openxmlformats.org/drawingml/2006/main" noGrp="1"/>
          </p:cNvSpPr>
          <p:nvPr/>
        </p:nvSpPr>
        <p:spPr>
          <a:xfrm xmlns:a="http://schemas.openxmlformats.org/drawingml/2006/main">
            <a:off x="7675774"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1" name="Editable chart path">
            <a:extLst xmlns:a="http://schemas.openxmlformats.org/drawingml/2006/main">
              <a:ext uri="{FF2B5EF4-FFF2-40B4-BE49-F238E27FC236}">
                <a16:creationId xmlns:a16="http://schemas.microsoft.com/office/drawing/2014/main" id="{B128E756-A6AD-4A5E-AF5C-CD9C73C6BAA0}"/>
              </a:ext>
            </a:extLst>
          </p:cNvPr>
          <p:cNvSpPr>
            <a:spLocks xmlns:a="http://schemas.openxmlformats.org/drawingml/2006/main" noGrp="1"/>
          </p:cNvSpPr>
          <p:nvPr/>
        </p:nvSpPr>
        <p:spPr>
          <a:xfrm xmlns:a="http://schemas.openxmlformats.org/drawingml/2006/main">
            <a:off x="7675774"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2" name="Editable chart path">
            <a:extLst xmlns:a="http://schemas.openxmlformats.org/drawingml/2006/main">
              <a:ext uri="{FF2B5EF4-FFF2-40B4-BE49-F238E27FC236}">
                <a16:creationId xmlns:a16="http://schemas.microsoft.com/office/drawing/2014/main" id="{6B12DAB4-59CE-4CE0-8187-67AE92AF52B2}"/>
              </a:ext>
            </a:extLst>
          </p:cNvPr>
          <p:cNvSpPr>
            <a:spLocks xmlns:a="http://schemas.openxmlformats.org/drawingml/2006/main" noGrp="1"/>
          </p:cNvSpPr>
          <p:nvPr/>
        </p:nvSpPr>
        <p:spPr>
          <a:xfrm xmlns:a="http://schemas.openxmlformats.org/drawingml/2006/main">
            <a:off x="7675774"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3" name="Editable chart path">
            <a:extLst xmlns:a="http://schemas.openxmlformats.org/drawingml/2006/main">
              <a:ext uri="{FF2B5EF4-FFF2-40B4-BE49-F238E27FC236}">
                <a16:creationId xmlns:a16="http://schemas.microsoft.com/office/drawing/2014/main" id="{7B77A0D8-E874-426A-8E48-47D392D79D62}"/>
              </a:ext>
            </a:extLst>
          </p:cNvPr>
          <p:cNvSpPr>
            <a:spLocks xmlns:a="http://schemas.openxmlformats.org/drawingml/2006/main" noGrp="1"/>
          </p:cNvSpPr>
          <p:nvPr/>
        </p:nvSpPr>
        <p:spPr>
          <a:xfrm xmlns:a="http://schemas.openxmlformats.org/drawingml/2006/main">
            <a:off x="7675774"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4" name="Editable chart path">
            <a:extLst xmlns:a="http://schemas.openxmlformats.org/drawingml/2006/main">
              <a:ext uri="{FF2B5EF4-FFF2-40B4-BE49-F238E27FC236}">
                <a16:creationId xmlns:a16="http://schemas.microsoft.com/office/drawing/2014/main" id="{A01C5ADF-CC47-4617-ABAC-49B3B05103C3}"/>
              </a:ext>
            </a:extLst>
          </p:cNvPr>
          <p:cNvSpPr>
            <a:spLocks xmlns:a="http://schemas.openxmlformats.org/drawingml/2006/main" noGrp="1"/>
          </p:cNvSpPr>
          <p:nvPr/>
        </p:nvSpPr>
        <p:spPr>
          <a:xfrm xmlns:a="http://schemas.openxmlformats.org/drawingml/2006/main">
            <a:off x="7675774" y="261614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5" name="Editable chart path">
            <a:extLst xmlns:a="http://schemas.openxmlformats.org/drawingml/2006/main">
              <a:ext uri="{FF2B5EF4-FFF2-40B4-BE49-F238E27FC236}">
                <a16:creationId xmlns:a16="http://schemas.microsoft.com/office/drawing/2014/main" id="{9FD4E0CF-1FEE-4DDB-9CF4-19EFE24EEF0B}"/>
              </a:ext>
            </a:extLst>
          </p:cNvPr>
          <p:cNvSpPr>
            <a:spLocks xmlns:a="http://schemas.openxmlformats.org/drawingml/2006/main" noGrp="1"/>
          </p:cNvSpPr>
          <p:nvPr/>
        </p:nvSpPr>
        <p:spPr>
          <a:xfrm xmlns:a="http://schemas.openxmlformats.org/drawingml/2006/main">
            <a:off x="7753549"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6" name="Editable chart path">
            <a:extLst xmlns:a="http://schemas.openxmlformats.org/drawingml/2006/main">
              <a:ext uri="{FF2B5EF4-FFF2-40B4-BE49-F238E27FC236}">
                <a16:creationId xmlns:a16="http://schemas.microsoft.com/office/drawing/2014/main" id="{513331BC-350D-4E38-BA0F-A59C880C51F5}"/>
              </a:ext>
            </a:extLst>
          </p:cNvPr>
          <p:cNvSpPr>
            <a:spLocks xmlns:a="http://schemas.openxmlformats.org/drawingml/2006/main" noGrp="1"/>
          </p:cNvSpPr>
          <p:nvPr/>
        </p:nvSpPr>
        <p:spPr>
          <a:xfrm xmlns:a="http://schemas.openxmlformats.org/drawingml/2006/main">
            <a:off x="7753549"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7" name="Editable chart path">
            <a:extLst xmlns:a="http://schemas.openxmlformats.org/drawingml/2006/main">
              <a:ext uri="{FF2B5EF4-FFF2-40B4-BE49-F238E27FC236}">
                <a16:creationId xmlns:a16="http://schemas.microsoft.com/office/drawing/2014/main" id="{D4B065C9-ABDA-492B-B66A-20C430E7B933}"/>
              </a:ext>
            </a:extLst>
          </p:cNvPr>
          <p:cNvSpPr>
            <a:spLocks xmlns:a="http://schemas.openxmlformats.org/drawingml/2006/main" noGrp="1"/>
          </p:cNvSpPr>
          <p:nvPr/>
        </p:nvSpPr>
        <p:spPr>
          <a:xfrm xmlns:a="http://schemas.openxmlformats.org/drawingml/2006/main">
            <a:off x="7753549"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8" name="Editable chart path">
            <a:extLst xmlns:a="http://schemas.openxmlformats.org/drawingml/2006/main">
              <a:ext uri="{FF2B5EF4-FFF2-40B4-BE49-F238E27FC236}">
                <a16:creationId xmlns:a16="http://schemas.microsoft.com/office/drawing/2014/main" id="{C534658F-778B-4154-B247-19D63A4B630A}"/>
              </a:ext>
            </a:extLst>
          </p:cNvPr>
          <p:cNvSpPr>
            <a:spLocks xmlns:a="http://schemas.openxmlformats.org/drawingml/2006/main" noGrp="1"/>
          </p:cNvSpPr>
          <p:nvPr/>
        </p:nvSpPr>
        <p:spPr>
          <a:xfrm xmlns:a="http://schemas.openxmlformats.org/drawingml/2006/main">
            <a:off x="7753549"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79" name="Editable chart path">
            <a:extLst xmlns:a="http://schemas.openxmlformats.org/drawingml/2006/main">
              <a:ext uri="{FF2B5EF4-FFF2-40B4-BE49-F238E27FC236}">
                <a16:creationId xmlns:a16="http://schemas.microsoft.com/office/drawing/2014/main" id="{E4903023-C118-449B-B75C-FC182484D15B}"/>
              </a:ext>
            </a:extLst>
          </p:cNvPr>
          <p:cNvSpPr>
            <a:spLocks xmlns:a="http://schemas.openxmlformats.org/drawingml/2006/main" noGrp="1"/>
          </p:cNvSpPr>
          <p:nvPr/>
        </p:nvSpPr>
        <p:spPr>
          <a:xfrm xmlns:a="http://schemas.openxmlformats.org/drawingml/2006/main">
            <a:off x="7753549"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0" name="Editable chart path">
            <a:extLst xmlns:a="http://schemas.openxmlformats.org/drawingml/2006/main">
              <a:ext uri="{FF2B5EF4-FFF2-40B4-BE49-F238E27FC236}">
                <a16:creationId xmlns:a16="http://schemas.microsoft.com/office/drawing/2014/main" id="{3ABE07BD-E360-4BA6-9A24-6B08D2595951}"/>
              </a:ext>
            </a:extLst>
          </p:cNvPr>
          <p:cNvSpPr>
            <a:spLocks xmlns:a="http://schemas.openxmlformats.org/drawingml/2006/main" noGrp="1"/>
          </p:cNvSpPr>
          <p:nvPr/>
        </p:nvSpPr>
        <p:spPr>
          <a:xfrm xmlns:a="http://schemas.openxmlformats.org/drawingml/2006/main">
            <a:off x="7831325"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1" name="Editable chart path">
            <a:extLst xmlns:a="http://schemas.openxmlformats.org/drawingml/2006/main">
              <a:ext uri="{FF2B5EF4-FFF2-40B4-BE49-F238E27FC236}">
                <a16:creationId xmlns:a16="http://schemas.microsoft.com/office/drawing/2014/main" id="{516FB776-1BD2-40EF-8A72-6FADFF053803}"/>
              </a:ext>
            </a:extLst>
          </p:cNvPr>
          <p:cNvSpPr>
            <a:spLocks xmlns:a="http://schemas.openxmlformats.org/drawingml/2006/main" noGrp="1"/>
          </p:cNvSpPr>
          <p:nvPr/>
        </p:nvSpPr>
        <p:spPr>
          <a:xfrm xmlns:a="http://schemas.openxmlformats.org/drawingml/2006/main">
            <a:off x="7831325"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2" name="Editable chart path">
            <a:extLst xmlns:a="http://schemas.openxmlformats.org/drawingml/2006/main">
              <a:ext uri="{FF2B5EF4-FFF2-40B4-BE49-F238E27FC236}">
                <a16:creationId xmlns:a16="http://schemas.microsoft.com/office/drawing/2014/main" id="{C8BF9396-F3E8-465D-8057-F3D752406C42}"/>
              </a:ext>
            </a:extLst>
          </p:cNvPr>
          <p:cNvSpPr>
            <a:spLocks xmlns:a="http://schemas.openxmlformats.org/drawingml/2006/main" noGrp="1"/>
          </p:cNvSpPr>
          <p:nvPr/>
        </p:nvSpPr>
        <p:spPr>
          <a:xfrm xmlns:a="http://schemas.openxmlformats.org/drawingml/2006/main">
            <a:off x="7831325"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3" name="Editable chart path">
            <a:extLst xmlns:a="http://schemas.openxmlformats.org/drawingml/2006/main">
              <a:ext uri="{FF2B5EF4-FFF2-40B4-BE49-F238E27FC236}">
                <a16:creationId xmlns:a16="http://schemas.microsoft.com/office/drawing/2014/main" id="{CF7FBC42-1429-46DC-93C0-62CEED8D4564}"/>
              </a:ext>
            </a:extLst>
          </p:cNvPr>
          <p:cNvSpPr>
            <a:spLocks xmlns:a="http://schemas.openxmlformats.org/drawingml/2006/main" noGrp="1"/>
          </p:cNvSpPr>
          <p:nvPr/>
        </p:nvSpPr>
        <p:spPr>
          <a:xfrm xmlns:a="http://schemas.openxmlformats.org/drawingml/2006/main">
            <a:off x="7831325"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4" name="Editable chart path">
            <a:extLst xmlns:a="http://schemas.openxmlformats.org/drawingml/2006/main">
              <a:ext uri="{FF2B5EF4-FFF2-40B4-BE49-F238E27FC236}">
                <a16:creationId xmlns:a16="http://schemas.microsoft.com/office/drawing/2014/main" id="{30115113-E202-4B9F-A208-7754B36FB02F}"/>
              </a:ext>
            </a:extLst>
          </p:cNvPr>
          <p:cNvSpPr>
            <a:spLocks xmlns:a="http://schemas.openxmlformats.org/drawingml/2006/main" noGrp="1"/>
          </p:cNvSpPr>
          <p:nvPr/>
        </p:nvSpPr>
        <p:spPr>
          <a:xfrm xmlns:a="http://schemas.openxmlformats.org/drawingml/2006/main">
            <a:off x="7909100"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5" name="Editable chart path">
            <a:extLst xmlns:a="http://schemas.openxmlformats.org/drawingml/2006/main">
              <a:ext uri="{FF2B5EF4-FFF2-40B4-BE49-F238E27FC236}">
                <a16:creationId xmlns:a16="http://schemas.microsoft.com/office/drawing/2014/main" id="{0F7AEAA8-9A52-4345-80D3-E66333C13764}"/>
              </a:ext>
            </a:extLst>
          </p:cNvPr>
          <p:cNvSpPr>
            <a:spLocks xmlns:a="http://schemas.openxmlformats.org/drawingml/2006/main" noGrp="1"/>
          </p:cNvSpPr>
          <p:nvPr/>
        </p:nvSpPr>
        <p:spPr>
          <a:xfrm xmlns:a="http://schemas.openxmlformats.org/drawingml/2006/main">
            <a:off x="7909100"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6" name="Editable chart path">
            <a:extLst xmlns:a="http://schemas.openxmlformats.org/drawingml/2006/main">
              <a:ext uri="{FF2B5EF4-FFF2-40B4-BE49-F238E27FC236}">
                <a16:creationId xmlns:a16="http://schemas.microsoft.com/office/drawing/2014/main" id="{190E1D15-4027-434A-BF3A-26DA9E72E1E8}"/>
              </a:ext>
            </a:extLst>
          </p:cNvPr>
          <p:cNvSpPr>
            <a:spLocks xmlns:a="http://schemas.openxmlformats.org/drawingml/2006/main" noGrp="1"/>
          </p:cNvSpPr>
          <p:nvPr/>
        </p:nvSpPr>
        <p:spPr>
          <a:xfrm xmlns:a="http://schemas.openxmlformats.org/drawingml/2006/main">
            <a:off x="7909100"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7" name="Editable chart path">
            <a:extLst xmlns:a="http://schemas.openxmlformats.org/drawingml/2006/main">
              <a:ext uri="{FF2B5EF4-FFF2-40B4-BE49-F238E27FC236}">
                <a16:creationId xmlns:a16="http://schemas.microsoft.com/office/drawing/2014/main" id="{2A20C839-7803-4532-B040-E1ADE858CF61}"/>
              </a:ext>
            </a:extLst>
          </p:cNvPr>
          <p:cNvSpPr>
            <a:spLocks xmlns:a="http://schemas.openxmlformats.org/drawingml/2006/main" noGrp="1"/>
          </p:cNvSpPr>
          <p:nvPr/>
        </p:nvSpPr>
        <p:spPr>
          <a:xfrm xmlns:a="http://schemas.openxmlformats.org/drawingml/2006/main">
            <a:off x="7909100"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8" name="Editable chart path">
            <a:extLst xmlns:a="http://schemas.openxmlformats.org/drawingml/2006/main">
              <a:ext uri="{FF2B5EF4-FFF2-40B4-BE49-F238E27FC236}">
                <a16:creationId xmlns:a16="http://schemas.microsoft.com/office/drawing/2014/main" id="{D64ECB6A-EF70-490F-9938-1E8968B6641B}"/>
              </a:ext>
            </a:extLst>
          </p:cNvPr>
          <p:cNvSpPr>
            <a:spLocks xmlns:a="http://schemas.openxmlformats.org/drawingml/2006/main" noGrp="1"/>
          </p:cNvSpPr>
          <p:nvPr/>
        </p:nvSpPr>
        <p:spPr>
          <a:xfrm xmlns:a="http://schemas.openxmlformats.org/drawingml/2006/main">
            <a:off x="7909100"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89" name="Editable chart path">
            <a:extLst xmlns:a="http://schemas.openxmlformats.org/drawingml/2006/main">
              <a:ext uri="{FF2B5EF4-FFF2-40B4-BE49-F238E27FC236}">
                <a16:creationId xmlns:a16="http://schemas.microsoft.com/office/drawing/2014/main" id="{E48872B3-7CCE-4BE6-A27C-084DD85EFC36}"/>
              </a:ext>
            </a:extLst>
          </p:cNvPr>
          <p:cNvSpPr>
            <a:spLocks xmlns:a="http://schemas.openxmlformats.org/drawingml/2006/main" noGrp="1"/>
          </p:cNvSpPr>
          <p:nvPr/>
        </p:nvSpPr>
        <p:spPr>
          <a:xfrm xmlns:a="http://schemas.openxmlformats.org/drawingml/2006/main">
            <a:off x="7986876"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0" name="Editable chart path">
            <a:extLst xmlns:a="http://schemas.openxmlformats.org/drawingml/2006/main">
              <a:ext uri="{FF2B5EF4-FFF2-40B4-BE49-F238E27FC236}">
                <a16:creationId xmlns:a16="http://schemas.microsoft.com/office/drawing/2014/main" id="{8050DCA4-0638-4D0C-BCEC-45D021EFA71C}"/>
              </a:ext>
            </a:extLst>
          </p:cNvPr>
          <p:cNvSpPr>
            <a:spLocks xmlns:a="http://schemas.openxmlformats.org/drawingml/2006/main" noGrp="1"/>
          </p:cNvSpPr>
          <p:nvPr/>
        </p:nvSpPr>
        <p:spPr>
          <a:xfrm xmlns:a="http://schemas.openxmlformats.org/drawingml/2006/main">
            <a:off x="7986876"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1" name="Editable chart path">
            <a:extLst xmlns:a="http://schemas.openxmlformats.org/drawingml/2006/main">
              <a:ext uri="{FF2B5EF4-FFF2-40B4-BE49-F238E27FC236}">
                <a16:creationId xmlns:a16="http://schemas.microsoft.com/office/drawing/2014/main" id="{04C08C23-BDC2-4D8F-AFFF-4D77820C2552}"/>
              </a:ext>
            </a:extLst>
          </p:cNvPr>
          <p:cNvSpPr>
            <a:spLocks xmlns:a="http://schemas.openxmlformats.org/drawingml/2006/main" noGrp="1"/>
          </p:cNvSpPr>
          <p:nvPr/>
        </p:nvSpPr>
        <p:spPr>
          <a:xfrm xmlns:a="http://schemas.openxmlformats.org/drawingml/2006/main">
            <a:off x="7986876"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2" name="Editable chart path">
            <a:extLst xmlns:a="http://schemas.openxmlformats.org/drawingml/2006/main">
              <a:ext uri="{FF2B5EF4-FFF2-40B4-BE49-F238E27FC236}">
                <a16:creationId xmlns:a16="http://schemas.microsoft.com/office/drawing/2014/main" id="{B52415D4-52E4-466D-93D9-F7F6189F0DB5}"/>
              </a:ext>
            </a:extLst>
          </p:cNvPr>
          <p:cNvSpPr>
            <a:spLocks xmlns:a="http://schemas.openxmlformats.org/drawingml/2006/main" noGrp="1"/>
          </p:cNvSpPr>
          <p:nvPr/>
        </p:nvSpPr>
        <p:spPr>
          <a:xfrm xmlns:a="http://schemas.openxmlformats.org/drawingml/2006/main">
            <a:off x="7986876"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3" name="Editable chart path">
            <a:extLst xmlns:a="http://schemas.openxmlformats.org/drawingml/2006/main">
              <a:ext uri="{FF2B5EF4-FFF2-40B4-BE49-F238E27FC236}">
                <a16:creationId xmlns:a16="http://schemas.microsoft.com/office/drawing/2014/main" id="{107C26FE-00B4-4463-AA43-6CEF74198DFF}"/>
              </a:ext>
            </a:extLst>
          </p:cNvPr>
          <p:cNvSpPr>
            <a:spLocks xmlns:a="http://schemas.openxmlformats.org/drawingml/2006/main" noGrp="1"/>
          </p:cNvSpPr>
          <p:nvPr/>
        </p:nvSpPr>
        <p:spPr>
          <a:xfrm xmlns:a="http://schemas.openxmlformats.org/drawingml/2006/main">
            <a:off x="8064651" y="40255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4" name="Editable chart path">
            <a:extLst xmlns:a="http://schemas.openxmlformats.org/drawingml/2006/main">
              <a:ext uri="{FF2B5EF4-FFF2-40B4-BE49-F238E27FC236}">
                <a16:creationId xmlns:a16="http://schemas.microsoft.com/office/drawing/2014/main" id="{15F0FD03-3CE1-4C0B-BC55-D400BFBAA762}"/>
              </a:ext>
            </a:extLst>
          </p:cNvPr>
          <p:cNvSpPr>
            <a:spLocks xmlns:a="http://schemas.openxmlformats.org/drawingml/2006/main" noGrp="1"/>
          </p:cNvSpPr>
          <p:nvPr/>
        </p:nvSpPr>
        <p:spPr>
          <a:xfrm xmlns:a="http://schemas.openxmlformats.org/drawingml/2006/main">
            <a:off x="8064651"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5" name="Editable chart path">
            <a:extLst xmlns:a="http://schemas.openxmlformats.org/drawingml/2006/main">
              <a:ext uri="{FF2B5EF4-FFF2-40B4-BE49-F238E27FC236}">
                <a16:creationId xmlns:a16="http://schemas.microsoft.com/office/drawing/2014/main" id="{07715893-80E4-4823-AA79-D41CC0BE1921}"/>
              </a:ext>
            </a:extLst>
          </p:cNvPr>
          <p:cNvSpPr>
            <a:spLocks xmlns:a="http://schemas.openxmlformats.org/drawingml/2006/main" noGrp="1"/>
          </p:cNvSpPr>
          <p:nvPr/>
        </p:nvSpPr>
        <p:spPr>
          <a:xfrm xmlns:a="http://schemas.openxmlformats.org/drawingml/2006/main">
            <a:off x="8064651"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6" name="Editable chart path">
            <a:extLst xmlns:a="http://schemas.openxmlformats.org/drawingml/2006/main">
              <a:ext uri="{FF2B5EF4-FFF2-40B4-BE49-F238E27FC236}">
                <a16:creationId xmlns:a16="http://schemas.microsoft.com/office/drawing/2014/main" id="{50964CA7-9B55-4B31-9FC5-CA27E5AE80CA}"/>
              </a:ext>
            </a:extLst>
          </p:cNvPr>
          <p:cNvSpPr>
            <a:spLocks xmlns:a="http://schemas.openxmlformats.org/drawingml/2006/main" noGrp="1"/>
          </p:cNvSpPr>
          <p:nvPr/>
        </p:nvSpPr>
        <p:spPr>
          <a:xfrm xmlns:a="http://schemas.openxmlformats.org/drawingml/2006/main">
            <a:off x="8064651"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7" name="Editable chart path">
            <a:extLst xmlns:a="http://schemas.openxmlformats.org/drawingml/2006/main">
              <a:ext uri="{FF2B5EF4-FFF2-40B4-BE49-F238E27FC236}">
                <a16:creationId xmlns:a16="http://schemas.microsoft.com/office/drawing/2014/main" id="{2CCBD602-DD1C-4B82-8D36-60203FD2CC1F}"/>
              </a:ext>
            </a:extLst>
          </p:cNvPr>
          <p:cNvSpPr>
            <a:spLocks xmlns:a="http://schemas.openxmlformats.org/drawingml/2006/main" noGrp="1"/>
          </p:cNvSpPr>
          <p:nvPr/>
        </p:nvSpPr>
        <p:spPr>
          <a:xfrm xmlns:a="http://schemas.openxmlformats.org/drawingml/2006/main">
            <a:off x="8064651"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8" name="Editable chart path">
            <a:extLst xmlns:a="http://schemas.openxmlformats.org/drawingml/2006/main">
              <a:ext uri="{FF2B5EF4-FFF2-40B4-BE49-F238E27FC236}">
                <a16:creationId xmlns:a16="http://schemas.microsoft.com/office/drawing/2014/main" id="{FED34C99-21FA-4708-8011-5CBA5DBB1EBF}"/>
              </a:ext>
            </a:extLst>
          </p:cNvPr>
          <p:cNvSpPr>
            <a:spLocks xmlns:a="http://schemas.openxmlformats.org/drawingml/2006/main" noGrp="1"/>
          </p:cNvSpPr>
          <p:nvPr/>
        </p:nvSpPr>
        <p:spPr>
          <a:xfrm xmlns:a="http://schemas.openxmlformats.org/drawingml/2006/main">
            <a:off x="8064651"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299" name="Editable chart path">
            <a:extLst xmlns:a="http://schemas.openxmlformats.org/drawingml/2006/main">
              <a:ext uri="{FF2B5EF4-FFF2-40B4-BE49-F238E27FC236}">
                <a16:creationId xmlns:a16="http://schemas.microsoft.com/office/drawing/2014/main" id="{9B2D48FB-046F-4F4D-B7F4-5C4BF1451BDD}"/>
              </a:ext>
            </a:extLst>
          </p:cNvPr>
          <p:cNvSpPr>
            <a:spLocks xmlns:a="http://schemas.openxmlformats.org/drawingml/2006/main" noGrp="1"/>
          </p:cNvSpPr>
          <p:nvPr/>
        </p:nvSpPr>
        <p:spPr>
          <a:xfrm xmlns:a="http://schemas.openxmlformats.org/drawingml/2006/main">
            <a:off x="8142427"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0" name="Editable chart path">
            <a:extLst xmlns:a="http://schemas.openxmlformats.org/drawingml/2006/main">
              <a:ext uri="{FF2B5EF4-FFF2-40B4-BE49-F238E27FC236}">
                <a16:creationId xmlns:a16="http://schemas.microsoft.com/office/drawing/2014/main" id="{EC873440-6FD9-49A9-8E8E-8D98FCA8CA57}"/>
              </a:ext>
            </a:extLst>
          </p:cNvPr>
          <p:cNvSpPr>
            <a:spLocks xmlns:a="http://schemas.openxmlformats.org/drawingml/2006/main" noGrp="1"/>
          </p:cNvSpPr>
          <p:nvPr/>
        </p:nvSpPr>
        <p:spPr>
          <a:xfrm xmlns:a="http://schemas.openxmlformats.org/drawingml/2006/main">
            <a:off x="8142427"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1" name="Editable chart path">
            <a:extLst xmlns:a="http://schemas.openxmlformats.org/drawingml/2006/main">
              <a:ext uri="{FF2B5EF4-FFF2-40B4-BE49-F238E27FC236}">
                <a16:creationId xmlns:a16="http://schemas.microsoft.com/office/drawing/2014/main" id="{8E3122F4-8FEB-4564-8DD2-8ABA02D298A3}"/>
              </a:ext>
            </a:extLst>
          </p:cNvPr>
          <p:cNvSpPr>
            <a:spLocks xmlns:a="http://schemas.openxmlformats.org/drawingml/2006/main" noGrp="1"/>
          </p:cNvSpPr>
          <p:nvPr/>
        </p:nvSpPr>
        <p:spPr>
          <a:xfrm xmlns:a="http://schemas.openxmlformats.org/drawingml/2006/main">
            <a:off x="8142427"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2" name="Editable chart path">
            <a:extLst xmlns:a="http://schemas.openxmlformats.org/drawingml/2006/main">
              <a:ext uri="{FF2B5EF4-FFF2-40B4-BE49-F238E27FC236}">
                <a16:creationId xmlns:a16="http://schemas.microsoft.com/office/drawing/2014/main" id="{DD203551-FD39-4F76-87F6-E6D0FEEB483E}"/>
              </a:ext>
            </a:extLst>
          </p:cNvPr>
          <p:cNvSpPr>
            <a:spLocks xmlns:a="http://schemas.openxmlformats.org/drawingml/2006/main" noGrp="1"/>
          </p:cNvSpPr>
          <p:nvPr/>
        </p:nvSpPr>
        <p:spPr>
          <a:xfrm xmlns:a="http://schemas.openxmlformats.org/drawingml/2006/main">
            <a:off x="8142427"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3" name="Editable chart path">
            <a:extLst xmlns:a="http://schemas.openxmlformats.org/drawingml/2006/main">
              <a:ext uri="{FF2B5EF4-FFF2-40B4-BE49-F238E27FC236}">
                <a16:creationId xmlns:a16="http://schemas.microsoft.com/office/drawing/2014/main" id="{6FD0659A-5C98-40F0-86B4-54991F5EA88A}"/>
              </a:ext>
            </a:extLst>
          </p:cNvPr>
          <p:cNvSpPr>
            <a:spLocks xmlns:a="http://schemas.openxmlformats.org/drawingml/2006/main" noGrp="1"/>
          </p:cNvSpPr>
          <p:nvPr/>
        </p:nvSpPr>
        <p:spPr>
          <a:xfrm xmlns:a="http://schemas.openxmlformats.org/drawingml/2006/main">
            <a:off x="8142427"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4" name="Editable chart path">
            <a:extLst xmlns:a="http://schemas.openxmlformats.org/drawingml/2006/main">
              <a:ext uri="{FF2B5EF4-FFF2-40B4-BE49-F238E27FC236}">
                <a16:creationId xmlns:a16="http://schemas.microsoft.com/office/drawing/2014/main" id="{A1D7C7E6-ECBB-48F1-8D6C-B0CBD23F8736}"/>
              </a:ext>
            </a:extLst>
          </p:cNvPr>
          <p:cNvSpPr>
            <a:spLocks xmlns:a="http://schemas.openxmlformats.org/drawingml/2006/main" noGrp="1"/>
          </p:cNvSpPr>
          <p:nvPr/>
        </p:nvSpPr>
        <p:spPr>
          <a:xfrm xmlns:a="http://schemas.openxmlformats.org/drawingml/2006/main">
            <a:off x="8220202"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5" name="Editable chart path">
            <a:extLst xmlns:a="http://schemas.openxmlformats.org/drawingml/2006/main">
              <a:ext uri="{FF2B5EF4-FFF2-40B4-BE49-F238E27FC236}">
                <a16:creationId xmlns:a16="http://schemas.microsoft.com/office/drawing/2014/main" id="{B4E9DD2B-E723-4E10-8484-BD616289324C}"/>
              </a:ext>
            </a:extLst>
          </p:cNvPr>
          <p:cNvSpPr>
            <a:spLocks xmlns:a="http://schemas.openxmlformats.org/drawingml/2006/main" noGrp="1"/>
          </p:cNvSpPr>
          <p:nvPr/>
        </p:nvSpPr>
        <p:spPr>
          <a:xfrm xmlns:a="http://schemas.openxmlformats.org/drawingml/2006/main">
            <a:off x="8220202"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6" name="Editable chart path">
            <a:extLst xmlns:a="http://schemas.openxmlformats.org/drawingml/2006/main">
              <a:ext uri="{FF2B5EF4-FFF2-40B4-BE49-F238E27FC236}">
                <a16:creationId xmlns:a16="http://schemas.microsoft.com/office/drawing/2014/main" id="{B788161B-5B3F-4149-9FC5-7F3718282B54}"/>
              </a:ext>
            </a:extLst>
          </p:cNvPr>
          <p:cNvSpPr>
            <a:spLocks xmlns:a="http://schemas.openxmlformats.org/drawingml/2006/main" noGrp="1"/>
          </p:cNvSpPr>
          <p:nvPr/>
        </p:nvSpPr>
        <p:spPr>
          <a:xfrm xmlns:a="http://schemas.openxmlformats.org/drawingml/2006/main">
            <a:off x="8220202"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7" name="Editable chart path">
            <a:extLst xmlns:a="http://schemas.openxmlformats.org/drawingml/2006/main">
              <a:ext uri="{FF2B5EF4-FFF2-40B4-BE49-F238E27FC236}">
                <a16:creationId xmlns:a16="http://schemas.microsoft.com/office/drawing/2014/main" id="{2F3F37BE-C84D-4873-B2D7-870268588563}"/>
              </a:ext>
            </a:extLst>
          </p:cNvPr>
          <p:cNvSpPr>
            <a:spLocks xmlns:a="http://schemas.openxmlformats.org/drawingml/2006/main" noGrp="1"/>
          </p:cNvSpPr>
          <p:nvPr/>
        </p:nvSpPr>
        <p:spPr>
          <a:xfrm xmlns:a="http://schemas.openxmlformats.org/drawingml/2006/main">
            <a:off x="8297978"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8" name="Editable chart path">
            <a:extLst xmlns:a="http://schemas.openxmlformats.org/drawingml/2006/main">
              <a:ext uri="{FF2B5EF4-FFF2-40B4-BE49-F238E27FC236}">
                <a16:creationId xmlns:a16="http://schemas.microsoft.com/office/drawing/2014/main" id="{23512210-C0D8-4737-BEFE-3369BEF9C828}"/>
              </a:ext>
            </a:extLst>
          </p:cNvPr>
          <p:cNvSpPr>
            <a:spLocks xmlns:a="http://schemas.openxmlformats.org/drawingml/2006/main" noGrp="1"/>
          </p:cNvSpPr>
          <p:nvPr/>
        </p:nvSpPr>
        <p:spPr>
          <a:xfrm xmlns:a="http://schemas.openxmlformats.org/drawingml/2006/main">
            <a:off x="8297978" y="418213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09" name="Editable chart path">
            <a:extLst xmlns:a="http://schemas.openxmlformats.org/drawingml/2006/main">
              <a:ext uri="{FF2B5EF4-FFF2-40B4-BE49-F238E27FC236}">
                <a16:creationId xmlns:a16="http://schemas.microsoft.com/office/drawing/2014/main" id="{1B931354-8279-40DA-9D80-571B122C1B2E}"/>
              </a:ext>
            </a:extLst>
          </p:cNvPr>
          <p:cNvSpPr>
            <a:spLocks xmlns:a="http://schemas.openxmlformats.org/drawingml/2006/main" noGrp="1"/>
          </p:cNvSpPr>
          <p:nvPr/>
        </p:nvSpPr>
        <p:spPr>
          <a:xfrm xmlns:a="http://schemas.openxmlformats.org/drawingml/2006/main">
            <a:off x="8297978"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0" name="Editable chart path">
            <a:extLst xmlns:a="http://schemas.openxmlformats.org/drawingml/2006/main">
              <a:ext uri="{FF2B5EF4-FFF2-40B4-BE49-F238E27FC236}">
                <a16:creationId xmlns:a16="http://schemas.microsoft.com/office/drawing/2014/main" id="{21F900AB-919A-4DCD-BB02-F5397D65F46C}"/>
              </a:ext>
            </a:extLst>
          </p:cNvPr>
          <p:cNvSpPr>
            <a:spLocks xmlns:a="http://schemas.openxmlformats.org/drawingml/2006/main" noGrp="1"/>
          </p:cNvSpPr>
          <p:nvPr/>
        </p:nvSpPr>
        <p:spPr>
          <a:xfrm xmlns:a="http://schemas.openxmlformats.org/drawingml/2006/main">
            <a:off x="8297978"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1" name="Editable chart path">
            <a:extLst xmlns:a="http://schemas.openxmlformats.org/drawingml/2006/main">
              <a:ext uri="{FF2B5EF4-FFF2-40B4-BE49-F238E27FC236}">
                <a16:creationId xmlns:a16="http://schemas.microsoft.com/office/drawing/2014/main" id="{E5B89C95-3B30-4DFA-B772-667B55857C75}"/>
              </a:ext>
            </a:extLst>
          </p:cNvPr>
          <p:cNvSpPr>
            <a:spLocks xmlns:a="http://schemas.openxmlformats.org/drawingml/2006/main" noGrp="1"/>
          </p:cNvSpPr>
          <p:nvPr/>
        </p:nvSpPr>
        <p:spPr>
          <a:xfrm xmlns:a="http://schemas.openxmlformats.org/drawingml/2006/main">
            <a:off x="8297978"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2" name="Editable chart path">
            <a:extLst xmlns:a="http://schemas.openxmlformats.org/drawingml/2006/main">
              <a:ext uri="{FF2B5EF4-FFF2-40B4-BE49-F238E27FC236}">
                <a16:creationId xmlns:a16="http://schemas.microsoft.com/office/drawing/2014/main" id="{D3C3D61D-185D-401D-B103-7661E8F268A0}"/>
              </a:ext>
            </a:extLst>
          </p:cNvPr>
          <p:cNvSpPr>
            <a:spLocks xmlns:a="http://schemas.openxmlformats.org/drawingml/2006/main" noGrp="1"/>
          </p:cNvSpPr>
          <p:nvPr/>
        </p:nvSpPr>
        <p:spPr>
          <a:xfrm xmlns:a="http://schemas.openxmlformats.org/drawingml/2006/main">
            <a:off x="8297978"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3" name="Editable chart path">
            <a:extLst xmlns:a="http://schemas.openxmlformats.org/drawingml/2006/main">
              <a:ext uri="{FF2B5EF4-FFF2-40B4-BE49-F238E27FC236}">
                <a16:creationId xmlns:a16="http://schemas.microsoft.com/office/drawing/2014/main" id="{4749E371-AA70-4315-B2B3-2DFCC8773FB9}"/>
              </a:ext>
            </a:extLst>
          </p:cNvPr>
          <p:cNvSpPr>
            <a:spLocks xmlns:a="http://schemas.openxmlformats.org/drawingml/2006/main" noGrp="1"/>
          </p:cNvSpPr>
          <p:nvPr/>
        </p:nvSpPr>
        <p:spPr>
          <a:xfrm xmlns:a="http://schemas.openxmlformats.org/drawingml/2006/main">
            <a:off x="8297978" y="238125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4" name="Editable chart path">
            <a:extLst xmlns:a="http://schemas.openxmlformats.org/drawingml/2006/main">
              <a:ext uri="{FF2B5EF4-FFF2-40B4-BE49-F238E27FC236}">
                <a16:creationId xmlns:a16="http://schemas.microsoft.com/office/drawing/2014/main" id="{A7C9B9CD-4A6C-4580-A154-4B42529FE533}"/>
              </a:ext>
            </a:extLst>
          </p:cNvPr>
          <p:cNvSpPr>
            <a:spLocks xmlns:a="http://schemas.openxmlformats.org/drawingml/2006/main" noGrp="1"/>
          </p:cNvSpPr>
          <p:nvPr/>
        </p:nvSpPr>
        <p:spPr>
          <a:xfrm xmlns:a="http://schemas.openxmlformats.org/drawingml/2006/main">
            <a:off x="837575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5" name="Editable chart path">
            <a:extLst xmlns:a="http://schemas.openxmlformats.org/drawingml/2006/main">
              <a:ext uri="{FF2B5EF4-FFF2-40B4-BE49-F238E27FC236}">
                <a16:creationId xmlns:a16="http://schemas.microsoft.com/office/drawing/2014/main" id="{638D5811-50E2-4C0D-84B6-5DBF08022AB1}"/>
              </a:ext>
            </a:extLst>
          </p:cNvPr>
          <p:cNvSpPr>
            <a:spLocks xmlns:a="http://schemas.openxmlformats.org/drawingml/2006/main" noGrp="1"/>
          </p:cNvSpPr>
          <p:nvPr/>
        </p:nvSpPr>
        <p:spPr>
          <a:xfrm xmlns:a="http://schemas.openxmlformats.org/drawingml/2006/main">
            <a:off x="8375753"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6" name="Editable chart path">
            <a:extLst xmlns:a="http://schemas.openxmlformats.org/drawingml/2006/main">
              <a:ext uri="{FF2B5EF4-FFF2-40B4-BE49-F238E27FC236}">
                <a16:creationId xmlns:a16="http://schemas.microsoft.com/office/drawing/2014/main" id="{6F672FF6-86B5-483B-A48E-A89B863768CD}"/>
              </a:ext>
            </a:extLst>
          </p:cNvPr>
          <p:cNvSpPr>
            <a:spLocks xmlns:a="http://schemas.openxmlformats.org/drawingml/2006/main" noGrp="1"/>
          </p:cNvSpPr>
          <p:nvPr/>
        </p:nvSpPr>
        <p:spPr>
          <a:xfrm xmlns:a="http://schemas.openxmlformats.org/drawingml/2006/main">
            <a:off x="8375753"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7" name="Editable chart path">
            <a:extLst xmlns:a="http://schemas.openxmlformats.org/drawingml/2006/main">
              <a:ext uri="{FF2B5EF4-FFF2-40B4-BE49-F238E27FC236}">
                <a16:creationId xmlns:a16="http://schemas.microsoft.com/office/drawing/2014/main" id="{3A7514FF-3110-4F2F-9F92-8F680D5F0E78}"/>
              </a:ext>
            </a:extLst>
          </p:cNvPr>
          <p:cNvSpPr>
            <a:spLocks xmlns:a="http://schemas.openxmlformats.org/drawingml/2006/main" noGrp="1"/>
          </p:cNvSpPr>
          <p:nvPr/>
        </p:nvSpPr>
        <p:spPr>
          <a:xfrm xmlns:a="http://schemas.openxmlformats.org/drawingml/2006/main">
            <a:off x="8375753"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8" name="Editable chart path">
            <a:extLst xmlns:a="http://schemas.openxmlformats.org/drawingml/2006/main">
              <a:ext uri="{FF2B5EF4-FFF2-40B4-BE49-F238E27FC236}">
                <a16:creationId xmlns:a16="http://schemas.microsoft.com/office/drawing/2014/main" id="{9EA288D2-CE52-47C8-B861-B2B5AC7F926E}"/>
              </a:ext>
            </a:extLst>
          </p:cNvPr>
          <p:cNvSpPr>
            <a:spLocks xmlns:a="http://schemas.openxmlformats.org/drawingml/2006/main" noGrp="1"/>
          </p:cNvSpPr>
          <p:nvPr/>
        </p:nvSpPr>
        <p:spPr>
          <a:xfrm xmlns:a="http://schemas.openxmlformats.org/drawingml/2006/main">
            <a:off x="8375753"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19" name="Editable chart path">
            <a:extLst xmlns:a="http://schemas.openxmlformats.org/drawingml/2006/main">
              <a:ext uri="{FF2B5EF4-FFF2-40B4-BE49-F238E27FC236}">
                <a16:creationId xmlns:a16="http://schemas.microsoft.com/office/drawing/2014/main" id="{96067C5C-9209-4659-AAE0-20C746C280A2}"/>
              </a:ext>
            </a:extLst>
          </p:cNvPr>
          <p:cNvSpPr>
            <a:spLocks xmlns:a="http://schemas.openxmlformats.org/drawingml/2006/main" noGrp="1"/>
          </p:cNvSpPr>
          <p:nvPr/>
        </p:nvSpPr>
        <p:spPr>
          <a:xfrm xmlns:a="http://schemas.openxmlformats.org/drawingml/2006/main">
            <a:off x="8375753"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0" name="Editable chart path">
            <a:extLst xmlns:a="http://schemas.openxmlformats.org/drawingml/2006/main">
              <a:ext uri="{FF2B5EF4-FFF2-40B4-BE49-F238E27FC236}">
                <a16:creationId xmlns:a16="http://schemas.microsoft.com/office/drawing/2014/main" id="{CE391486-FB7A-4095-BD3B-BC9E7E54DEBC}"/>
              </a:ext>
            </a:extLst>
          </p:cNvPr>
          <p:cNvSpPr>
            <a:spLocks xmlns:a="http://schemas.openxmlformats.org/drawingml/2006/main" noGrp="1"/>
          </p:cNvSpPr>
          <p:nvPr/>
        </p:nvSpPr>
        <p:spPr>
          <a:xfrm xmlns:a="http://schemas.openxmlformats.org/drawingml/2006/main">
            <a:off x="8375753"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1" name="Editable chart path">
            <a:extLst xmlns:a="http://schemas.openxmlformats.org/drawingml/2006/main">
              <a:ext uri="{FF2B5EF4-FFF2-40B4-BE49-F238E27FC236}">
                <a16:creationId xmlns:a16="http://schemas.microsoft.com/office/drawing/2014/main" id="{82B8B43A-082A-4A01-9B4E-019CAB6D9D62}"/>
              </a:ext>
            </a:extLst>
          </p:cNvPr>
          <p:cNvSpPr>
            <a:spLocks xmlns:a="http://schemas.openxmlformats.org/drawingml/2006/main" noGrp="1"/>
          </p:cNvSpPr>
          <p:nvPr/>
        </p:nvSpPr>
        <p:spPr>
          <a:xfrm xmlns:a="http://schemas.openxmlformats.org/drawingml/2006/main">
            <a:off x="8375753" y="238125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2" name="Editable chart path">
            <a:extLst xmlns:a="http://schemas.openxmlformats.org/drawingml/2006/main">
              <a:ext uri="{FF2B5EF4-FFF2-40B4-BE49-F238E27FC236}">
                <a16:creationId xmlns:a16="http://schemas.microsoft.com/office/drawing/2014/main" id="{8F393956-EBC4-45B3-A525-DCF2F315F5EA}"/>
              </a:ext>
            </a:extLst>
          </p:cNvPr>
          <p:cNvSpPr>
            <a:spLocks xmlns:a="http://schemas.openxmlformats.org/drawingml/2006/main" noGrp="1"/>
          </p:cNvSpPr>
          <p:nvPr/>
        </p:nvSpPr>
        <p:spPr>
          <a:xfrm xmlns:a="http://schemas.openxmlformats.org/drawingml/2006/main">
            <a:off x="8453529"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3" name="Editable chart path">
            <a:extLst xmlns:a="http://schemas.openxmlformats.org/drawingml/2006/main">
              <a:ext uri="{FF2B5EF4-FFF2-40B4-BE49-F238E27FC236}">
                <a16:creationId xmlns:a16="http://schemas.microsoft.com/office/drawing/2014/main" id="{CFE62184-8241-4671-AEB3-4799FDE0430D}"/>
              </a:ext>
            </a:extLst>
          </p:cNvPr>
          <p:cNvSpPr>
            <a:spLocks xmlns:a="http://schemas.openxmlformats.org/drawingml/2006/main" noGrp="1"/>
          </p:cNvSpPr>
          <p:nvPr/>
        </p:nvSpPr>
        <p:spPr>
          <a:xfrm xmlns:a="http://schemas.openxmlformats.org/drawingml/2006/main">
            <a:off x="8453529"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4" name="Editable chart path">
            <a:extLst xmlns:a="http://schemas.openxmlformats.org/drawingml/2006/main">
              <a:ext uri="{FF2B5EF4-FFF2-40B4-BE49-F238E27FC236}">
                <a16:creationId xmlns:a16="http://schemas.microsoft.com/office/drawing/2014/main" id="{BB1DA802-F49D-471C-9E2E-8F063B51C039}"/>
              </a:ext>
            </a:extLst>
          </p:cNvPr>
          <p:cNvSpPr>
            <a:spLocks xmlns:a="http://schemas.openxmlformats.org/drawingml/2006/main" noGrp="1"/>
          </p:cNvSpPr>
          <p:nvPr/>
        </p:nvSpPr>
        <p:spPr>
          <a:xfrm xmlns:a="http://schemas.openxmlformats.org/drawingml/2006/main">
            <a:off x="8453529"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5" name="Editable chart path">
            <a:extLst xmlns:a="http://schemas.openxmlformats.org/drawingml/2006/main">
              <a:ext uri="{FF2B5EF4-FFF2-40B4-BE49-F238E27FC236}">
                <a16:creationId xmlns:a16="http://schemas.microsoft.com/office/drawing/2014/main" id="{98823828-F3BF-4902-B908-0CBB69A9DBCD}"/>
              </a:ext>
            </a:extLst>
          </p:cNvPr>
          <p:cNvSpPr>
            <a:spLocks xmlns:a="http://schemas.openxmlformats.org/drawingml/2006/main" noGrp="1"/>
          </p:cNvSpPr>
          <p:nvPr/>
        </p:nvSpPr>
        <p:spPr>
          <a:xfrm xmlns:a="http://schemas.openxmlformats.org/drawingml/2006/main">
            <a:off x="8453529"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6" name="Editable chart path">
            <a:extLst xmlns:a="http://schemas.openxmlformats.org/drawingml/2006/main">
              <a:ext uri="{FF2B5EF4-FFF2-40B4-BE49-F238E27FC236}">
                <a16:creationId xmlns:a16="http://schemas.microsoft.com/office/drawing/2014/main" id="{B8B1B77D-DEAA-49EF-B7E4-A39DA1BCB906}"/>
              </a:ext>
            </a:extLst>
          </p:cNvPr>
          <p:cNvSpPr>
            <a:spLocks xmlns:a="http://schemas.openxmlformats.org/drawingml/2006/main" noGrp="1"/>
          </p:cNvSpPr>
          <p:nvPr/>
        </p:nvSpPr>
        <p:spPr>
          <a:xfrm xmlns:a="http://schemas.openxmlformats.org/drawingml/2006/main">
            <a:off x="8453529"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7" name="Editable chart path">
            <a:extLst xmlns:a="http://schemas.openxmlformats.org/drawingml/2006/main">
              <a:ext uri="{FF2B5EF4-FFF2-40B4-BE49-F238E27FC236}">
                <a16:creationId xmlns:a16="http://schemas.microsoft.com/office/drawing/2014/main" id="{04B304F1-8F31-4971-BB84-17DBB70E1721}"/>
              </a:ext>
            </a:extLst>
          </p:cNvPr>
          <p:cNvSpPr>
            <a:spLocks xmlns:a="http://schemas.openxmlformats.org/drawingml/2006/main" noGrp="1"/>
          </p:cNvSpPr>
          <p:nvPr/>
        </p:nvSpPr>
        <p:spPr>
          <a:xfrm xmlns:a="http://schemas.openxmlformats.org/drawingml/2006/main">
            <a:off x="8453529"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8" name="Editable chart path">
            <a:extLst xmlns:a="http://schemas.openxmlformats.org/drawingml/2006/main">
              <a:ext uri="{FF2B5EF4-FFF2-40B4-BE49-F238E27FC236}">
                <a16:creationId xmlns:a16="http://schemas.microsoft.com/office/drawing/2014/main" id="{8C7184AC-2330-4564-BCA8-2034F33FB0EE}"/>
              </a:ext>
            </a:extLst>
          </p:cNvPr>
          <p:cNvSpPr>
            <a:spLocks xmlns:a="http://schemas.openxmlformats.org/drawingml/2006/main" noGrp="1"/>
          </p:cNvSpPr>
          <p:nvPr/>
        </p:nvSpPr>
        <p:spPr>
          <a:xfrm xmlns:a="http://schemas.openxmlformats.org/drawingml/2006/main">
            <a:off x="8453529"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29" name="Editable chart path">
            <a:extLst xmlns:a="http://schemas.openxmlformats.org/drawingml/2006/main">
              <a:ext uri="{FF2B5EF4-FFF2-40B4-BE49-F238E27FC236}">
                <a16:creationId xmlns:a16="http://schemas.microsoft.com/office/drawing/2014/main" id="{B08487B9-FC11-4486-9498-B885E4D68DC8}"/>
              </a:ext>
            </a:extLst>
          </p:cNvPr>
          <p:cNvSpPr>
            <a:spLocks xmlns:a="http://schemas.openxmlformats.org/drawingml/2006/main" noGrp="1"/>
          </p:cNvSpPr>
          <p:nvPr/>
        </p:nvSpPr>
        <p:spPr>
          <a:xfrm xmlns:a="http://schemas.openxmlformats.org/drawingml/2006/main">
            <a:off x="8453529"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0" name="Editable chart path">
            <a:extLst xmlns:a="http://schemas.openxmlformats.org/drawingml/2006/main">
              <a:ext uri="{FF2B5EF4-FFF2-40B4-BE49-F238E27FC236}">
                <a16:creationId xmlns:a16="http://schemas.microsoft.com/office/drawing/2014/main" id="{29964F04-9BBD-4634-B826-A6EEB5AA3FE5}"/>
              </a:ext>
            </a:extLst>
          </p:cNvPr>
          <p:cNvSpPr>
            <a:spLocks xmlns:a="http://schemas.openxmlformats.org/drawingml/2006/main" noGrp="1"/>
          </p:cNvSpPr>
          <p:nvPr/>
        </p:nvSpPr>
        <p:spPr>
          <a:xfrm xmlns:a="http://schemas.openxmlformats.org/drawingml/2006/main">
            <a:off x="8453529"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1" name="Editable chart path">
            <a:extLst xmlns:a="http://schemas.openxmlformats.org/drawingml/2006/main">
              <a:ext uri="{FF2B5EF4-FFF2-40B4-BE49-F238E27FC236}">
                <a16:creationId xmlns:a16="http://schemas.microsoft.com/office/drawing/2014/main" id="{5A972159-E584-4D1C-B235-BD270C1C112B}"/>
              </a:ext>
            </a:extLst>
          </p:cNvPr>
          <p:cNvSpPr>
            <a:spLocks xmlns:a="http://schemas.openxmlformats.org/drawingml/2006/main" noGrp="1"/>
          </p:cNvSpPr>
          <p:nvPr/>
        </p:nvSpPr>
        <p:spPr>
          <a:xfrm xmlns:a="http://schemas.openxmlformats.org/drawingml/2006/main">
            <a:off x="8453529" y="238125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2" name="Editable chart path">
            <a:extLst xmlns:a="http://schemas.openxmlformats.org/drawingml/2006/main">
              <a:ext uri="{FF2B5EF4-FFF2-40B4-BE49-F238E27FC236}">
                <a16:creationId xmlns:a16="http://schemas.microsoft.com/office/drawing/2014/main" id="{D916125D-1965-408C-AEB2-A208BF555A54}"/>
              </a:ext>
            </a:extLst>
          </p:cNvPr>
          <p:cNvSpPr>
            <a:spLocks xmlns:a="http://schemas.openxmlformats.org/drawingml/2006/main" noGrp="1"/>
          </p:cNvSpPr>
          <p:nvPr/>
        </p:nvSpPr>
        <p:spPr>
          <a:xfrm xmlns:a="http://schemas.openxmlformats.org/drawingml/2006/main">
            <a:off x="8531305" y="441703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3" name="Editable chart path">
            <a:extLst xmlns:a="http://schemas.openxmlformats.org/drawingml/2006/main">
              <a:ext uri="{FF2B5EF4-FFF2-40B4-BE49-F238E27FC236}">
                <a16:creationId xmlns:a16="http://schemas.microsoft.com/office/drawing/2014/main" id="{CA7C4F8D-7034-4DAF-AFC8-AE1768C65B03}"/>
              </a:ext>
            </a:extLst>
          </p:cNvPr>
          <p:cNvSpPr>
            <a:spLocks xmlns:a="http://schemas.openxmlformats.org/drawingml/2006/main" noGrp="1"/>
          </p:cNvSpPr>
          <p:nvPr/>
        </p:nvSpPr>
        <p:spPr>
          <a:xfrm xmlns:a="http://schemas.openxmlformats.org/drawingml/2006/main">
            <a:off x="8531305"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4" name="Editable chart path">
            <a:extLst xmlns:a="http://schemas.openxmlformats.org/drawingml/2006/main">
              <a:ext uri="{FF2B5EF4-FFF2-40B4-BE49-F238E27FC236}">
                <a16:creationId xmlns:a16="http://schemas.microsoft.com/office/drawing/2014/main" id="{B0494EEA-A350-4E3D-AC1C-3DC9A2362495}"/>
              </a:ext>
            </a:extLst>
          </p:cNvPr>
          <p:cNvSpPr>
            <a:spLocks xmlns:a="http://schemas.openxmlformats.org/drawingml/2006/main" noGrp="1"/>
          </p:cNvSpPr>
          <p:nvPr/>
        </p:nvSpPr>
        <p:spPr>
          <a:xfrm xmlns:a="http://schemas.openxmlformats.org/drawingml/2006/main">
            <a:off x="8531305"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5" name="Editable chart path">
            <a:extLst xmlns:a="http://schemas.openxmlformats.org/drawingml/2006/main">
              <a:ext uri="{FF2B5EF4-FFF2-40B4-BE49-F238E27FC236}">
                <a16:creationId xmlns:a16="http://schemas.microsoft.com/office/drawing/2014/main" id="{416DAA5E-774D-4081-8517-D6612B040083}"/>
              </a:ext>
            </a:extLst>
          </p:cNvPr>
          <p:cNvSpPr>
            <a:spLocks xmlns:a="http://schemas.openxmlformats.org/drawingml/2006/main" noGrp="1"/>
          </p:cNvSpPr>
          <p:nvPr/>
        </p:nvSpPr>
        <p:spPr>
          <a:xfrm xmlns:a="http://schemas.openxmlformats.org/drawingml/2006/main">
            <a:off x="8531305"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6" name="Editable chart path">
            <a:extLst xmlns:a="http://schemas.openxmlformats.org/drawingml/2006/main">
              <a:ext uri="{FF2B5EF4-FFF2-40B4-BE49-F238E27FC236}">
                <a16:creationId xmlns:a16="http://schemas.microsoft.com/office/drawing/2014/main" id="{B837B4E4-6110-416D-A39F-F715EBE5D32F}"/>
              </a:ext>
            </a:extLst>
          </p:cNvPr>
          <p:cNvSpPr>
            <a:spLocks xmlns:a="http://schemas.openxmlformats.org/drawingml/2006/main" noGrp="1"/>
          </p:cNvSpPr>
          <p:nvPr/>
        </p:nvSpPr>
        <p:spPr>
          <a:xfrm xmlns:a="http://schemas.openxmlformats.org/drawingml/2006/main">
            <a:off x="8531305"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7" name="Editable chart path">
            <a:extLst xmlns:a="http://schemas.openxmlformats.org/drawingml/2006/main">
              <a:ext uri="{FF2B5EF4-FFF2-40B4-BE49-F238E27FC236}">
                <a16:creationId xmlns:a16="http://schemas.microsoft.com/office/drawing/2014/main" id="{7B4324CD-F959-4860-A28E-89F7A3B3889E}"/>
              </a:ext>
            </a:extLst>
          </p:cNvPr>
          <p:cNvSpPr>
            <a:spLocks xmlns:a="http://schemas.openxmlformats.org/drawingml/2006/main" noGrp="1"/>
          </p:cNvSpPr>
          <p:nvPr/>
        </p:nvSpPr>
        <p:spPr>
          <a:xfrm xmlns:a="http://schemas.openxmlformats.org/drawingml/2006/main">
            <a:off x="8531305"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8" name="Editable chart path">
            <a:extLst xmlns:a="http://schemas.openxmlformats.org/drawingml/2006/main">
              <a:ext uri="{FF2B5EF4-FFF2-40B4-BE49-F238E27FC236}">
                <a16:creationId xmlns:a16="http://schemas.microsoft.com/office/drawing/2014/main" id="{56FBD389-4103-4693-8E8C-070D5949D4DA}"/>
              </a:ext>
            </a:extLst>
          </p:cNvPr>
          <p:cNvSpPr>
            <a:spLocks xmlns:a="http://schemas.openxmlformats.org/drawingml/2006/main" noGrp="1"/>
          </p:cNvSpPr>
          <p:nvPr/>
        </p:nvSpPr>
        <p:spPr>
          <a:xfrm xmlns:a="http://schemas.openxmlformats.org/drawingml/2006/main">
            <a:off x="8531305" y="238125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39" name="Editable chart path">
            <a:extLst xmlns:a="http://schemas.openxmlformats.org/drawingml/2006/main">
              <a:ext uri="{FF2B5EF4-FFF2-40B4-BE49-F238E27FC236}">
                <a16:creationId xmlns:a16="http://schemas.microsoft.com/office/drawing/2014/main" id="{110C0D9F-4F3E-4647-8456-D690B39EC6DB}"/>
              </a:ext>
            </a:extLst>
          </p:cNvPr>
          <p:cNvSpPr>
            <a:spLocks xmlns:a="http://schemas.openxmlformats.org/drawingml/2006/main" noGrp="1"/>
          </p:cNvSpPr>
          <p:nvPr/>
        </p:nvSpPr>
        <p:spPr>
          <a:xfrm xmlns:a="http://schemas.openxmlformats.org/drawingml/2006/main">
            <a:off x="8609080" y="441703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0" name="Editable chart path">
            <a:extLst xmlns:a="http://schemas.openxmlformats.org/drawingml/2006/main">
              <a:ext uri="{FF2B5EF4-FFF2-40B4-BE49-F238E27FC236}">
                <a16:creationId xmlns:a16="http://schemas.microsoft.com/office/drawing/2014/main" id="{B2A24B18-2069-4C15-9864-FDA27FB53CAC}"/>
              </a:ext>
            </a:extLst>
          </p:cNvPr>
          <p:cNvSpPr>
            <a:spLocks xmlns:a="http://schemas.openxmlformats.org/drawingml/2006/main" noGrp="1"/>
          </p:cNvSpPr>
          <p:nvPr/>
        </p:nvSpPr>
        <p:spPr>
          <a:xfrm xmlns:a="http://schemas.openxmlformats.org/drawingml/2006/main">
            <a:off x="8609080"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1" name="Editable chart path">
            <a:extLst xmlns:a="http://schemas.openxmlformats.org/drawingml/2006/main">
              <a:ext uri="{FF2B5EF4-FFF2-40B4-BE49-F238E27FC236}">
                <a16:creationId xmlns:a16="http://schemas.microsoft.com/office/drawing/2014/main" id="{B8848AE3-DDBE-4A69-B8AD-E657A695D03A}"/>
              </a:ext>
            </a:extLst>
          </p:cNvPr>
          <p:cNvSpPr>
            <a:spLocks xmlns:a="http://schemas.openxmlformats.org/drawingml/2006/main" noGrp="1"/>
          </p:cNvSpPr>
          <p:nvPr/>
        </p:nvSpPr>
        <p:spPr>
          <a:xfrm xmlns:a="http://schemas.openxmlformats.org/drawingml/2006/main">
            <a:off x="8609080"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2" name="Editable chart path">
            <a:extLst xmlns:a="http://schemas.openxmlformats.org/drawingml/2006/main">
              <a:ext uri="{FF2B5EF4-FFF2-40B4-BE49-F238E27FC236}">
                <a16:creationId xmlns:a16="http://schemas.microsoft.com/office/drawing/2014/main" id="{90237A87-9D28-415A-850B-FE45AD2E9368}"/>
              </a:ext>
            </a:extLst>
          </p:cNvPr>
          <p:cNvSpPr>
            <a:spLocks xmlns:a="http://schemas.openxmlformats.org/drawingml/2006/main" noGrp="1"/>
          </p:cNvSpPr>
          <p:nvPr/>
        </p:nvSpPr>
        <p:spPr>
          <a:xfrm xmlns:a="http://schemas.openxmlformats.org/drawingml/2006/main">
            <a:off x="8609080"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3" name="Editable chart path">
            <a:extLst xmlns:a="http://schemas.openxmlformats.org/drawingml/2006/main">
              <a:ext uri="{FF2B5EF4-FFF2-40B4-BE49-F238E27FC236}">
                <a16:creationId xmlns:a16="http://schemas.microsoft.com/office/drawing/2014/main" id="{945E1B67-3728-4646-B22C-CAA7FAC9548E}"/>
              </a:ext>
            </a:extLst>
          </p:cNvPr>
          <p:cNvSpPr>
            <a:spLocks xmlns:a="http://schemas.openxmlformats.org/drawingml/2006/main" noGrp="1"/>
          </p:cNvSpPr>
          <p:nvPr/>
        </p:nvSpPr>
        <p:spPr>
          <a:xfrm xmlns:a="http://schemas.openxmlformats.org/drawingml/2006/main">
            <a:off x="8609080" y="25378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4" name="Editable chart path">
            <a:extLst xmlns:a="http://schemas.openxmlformats.org/drawingml/2006/main">
              <a:ext uri="{FF2B5EF4-FFF2-40B4-BE49-F238E27FC236}">
                <a16:creationId xmlns:a16="http://schemas.microsoft.com/office/drawing/2014/main" id="{AD700BAC-88B7-4A33-8DAE-971A70FEF4A4}"/>
              </a:ext>
            </a:extLst>
          </p:cNvPr>
          <p:cNvSpPr>
            <a:spLocks xmlns:a="http://schemas.openxmlformats.org/drawingml/2006/main" noGrp="1"/>
          </p:cNvSpPr>
          <p:nvPr/>
        </p:nvSpPr>
        <p:spPr>
          <a:xfrm xmlns:a="http://schemas.openxmlformats.org/drawingml/2006/main">
            <a:off x="8609080" y="245954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5" name="Editable chart path">
            <a:extLst xmlns:a="http://schemas.openxmlformats.org/drawingml/2006/main">
              <a:ext uri="{FF2B5EF4-FFF2-40B4-BE49-F238E27FC236}">
                <a16:creationId xmlns:a16="http://schemas.microsoft.com/office/drawing/2014/main" id="{8DF5F3D0-72CA-4C07-8E89-17576B76404B}"/>
              </a:ext>
            </a:extLst>
          </p:cNvPr>
          <p:cNvSpPr>
            <a:spLocks xmlns:a="http://schemas.openxmlformats.org/drawingml/2006/main" noGrp="1"/>
          </p:cNvSpPr>
          <p:nvPr/>
        </p:nvSpPr>
        <p:spPr>
          <a:xfrm xmlns:a="http://schemas.openxmlformats.org/drawingml/2006/main">
            <a:off x="8686856" y="43387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6" name="Editable chart path">
            <a:extLst xmlns:a="http://schemas.openxmlformats.org/drawingml/2006/main">
              <a:ext uri="{FF2B5EF4-FFF2-40B4-BE49-F238E27FC236}">
                <a16:creationId xmlns:a16="http://schemas.microsoft.com/office/drawing/2014/main" id="{FBADC845-843A-4470-B6E8-B6576D7E4BFF}"/>
              </a:ext>
            </a:extLst>
          </p:cNvPr>
          <p:cNvSpPr>
            <a:spLocks xmlns:a="http://schemas.openxmlformats.org/drawingml/2006/main" noGrp="1"/>
          </p:cNvSpPr>
          <p:nvPr/>
        </p:nvSpPr>
        <p:spPr>
          <a:xfrm xmlns:a="http://schemas.openxmlformats.org/drawingml/2006/main">
            <a:off x="8686856" y="426043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7" name="Editable chart path">
            <a:extLst xmlns:a="http://schemas.openxmlformats.org/drawingml/2006/main">
              <a:ext uri="{FF2B5EF4-FFF2-40B4-BE49-F238E27FC236}">
                <a16:creationId xmlns:a16="http://schemas.microsoft.com/office/drawing/2014/main" id="{BE11C00B-CD31-4E60-A939-0A6229EEB6BC}"/>
              </a:ext>
            </a:extLst>
          </p:cNvPr>
          <p:cNvSpPr>
            <a:spLocks xmlns:a="http://schemas.openxmlformats.org/drawingml/2006/main" noGrp="1"/>
          </p:cNvSpPr>
          <p:nvPr/>
        </p:nvSpPr>
        <p:spPr>
          <a:xfrm xmlns:a="http://schemas.openxmlformats.org/drawingml/2006/main">
            <a:off x="8686856"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8" name="Editable chart path">
            <a:extLst xmlns:a="http://schemas.openxmlformats.org/drawingml/2006/main">
              <a:ext uri="{FF2B5EF4-FFF2-40B4-BE49-F238E27FC236}">
                <a16:creationId xmlns:a16="http://schemas.microsoft.com/office/drawing/2014/main" id="{50558524-0394-4CF6-BAC7-10B7D1539444}"/>
              </a:ext>
            </a:extLst>
          </p:cNvPr>
          <p:cNvSpPr>
            <a:spLocks xmlns:a="http://schemas.openxmlformats.org/drawingml/2006/main" noGrp="1"/>
          </p:cNvSpPr>
          <p:nvPr/>
        </p:nvSpPr>
        <p:spPr>
          <a:xfrm xmlns:a="http://schemas.openxmlformats.org/drawingml/2006/main">
            <a:off x="8686856"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49" name="Editable chart path">
            <a:extLst xmlns:a="http://schemas.openxmlformats.org/drawingml/2006/main">
              <a:ext uri="{FF2B5EF4-FFF2-40B4-BE49-F238E27FC236}">
                <a16:creationId xmlns:a16="http://schemas.microsoft.com/office/drawing/2014/main" id="{24727083-5797-4F59-BCA1-435E273D8CEE}"/>
              </a:ext>
            </a:extLst>
          </p:cNvPr>
          <p:cNvSpPr>
            <a:spLocks xmlns:a="http://schemas.openxmlformats.org/drawingml/2006/main" noGrp="1"/>
          </p:cNvSpPr>
          <p:nvPr/>
        </p:nvSpPr>
        <p:spPr>
          <a:xfrm xmlns:a="http://schemas.openxmlformats.org/drawingml/2006/main">
            <a:off x="8764631"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0" name="Editable chart path">
            <a:extLst xmlns:a="http://schemas.openxmlformats.org/drawingml/2006/main">
              <a:ext uri="{FF2B5EF4-FFF2-40B4-BE49-F238E27FC236}">
                <a16:creationId xmlns:a16="http://schemas.microsoft.com/office/drawing/2014/main" id="{816DA851-2727-4CA2-A3B6-FE32F79B0DD7}"/>
              </a:ext>
            </a:extLst>
          </p:cNvPr>
          <p:cNvSpPr>
            <a:spLocks xmlns:a="http://schemas.openxmlformats.org/drawingml/2006/main" noGrp="1"/>
          </p:cNvSpPr>
          <p:nvPr/>
        </p:nvSpPr>
        <p:spPr>
          <a:xfrm xmlns:a="http://schemas.openxmlformats.org/drawingml/2006/main">
            <a:off x="8842407" y="410383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1" name="Editable chart path">
            <a:extLst xmlns:a="http://schemas.openxmlformats.org/drawingml/2006/main">
              <a:ext uri="{FF2B5EF4-FFF2-40B4-BE49-F238E27FC236}">
                <a16:creationId xmlns:a16="http://schemas.microsoft.com/office/drawing/2014/main" id="{53A51F52-59C4-48C7-B5FF-AE6C462FC991}"/>
              </a:ext>
            </a:extLst>
          </p:cNvPr>
          <p:cNvSpPr>
            <a:spLocks xmlns:a="http://schemas.openxmlformats.org/drawingml/2006/main" noGrp="1"/>
          </p:cNvSpPr>
          <p:nvPr/>
        </p:nvSpPr>
        <p:spPr>
          <a:xfrm xmlns:a="http://schemas.openxmlformats.org/drawingml/2006/main">
            <a:off x="8842407"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2" name="Editable chart path">
            <a:extLst xmlns:a="http://schemas.openxmlformats.org/drawingml/2006/main">
              <a:ext uri="{FF2B5EF4-FFF2-40B4-BE49-F238E27FC236}">
                <a16:creationId xmlns:a16="http://schemas.microsoft.com/office/drawing/2014/main" id="{4F3E9F66-F806-4C80-B5ED-1C54AE978FCB}"/>
              </a:ext>
            </a:extLst>
          </p:cNvPr>
          <p:cNvSpPr>
            <a:spLocks xmlns:a="http://schemas.openxmlformats.org/drawingml/2006/main" noGrp="1"/>
          </p:cNvSpPr>
          <p:nvPr/>
        </p:nvSpPr>
        <p:spPr>
          <a:xfrm xmlns:a="http://schemas.openxmlformats.org/drawingml/2006/main">
            <a:off x="8842407"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3" name="Editable chart path">
            <a:extLst xmlns:a="http://schemas.openxmlformats.org/drawingml/2006/main">
              <a:ext uri="{FF2B5EF4-FFF2-40B4-BE49-F238E27FC236}">
                <a16:creationId xmlns:a16="http://schemas.microsoft.com/office/drawing/2014/main" id="{57F12471-7432-4536-A52B-474CB46F5497}"/>
              </a:ext>
            </a:extLst>
          </p:cNvPr>
          <p:cNvSpPr>
            <a:spLocks xmlns:a="http://schemas.openxmlformats.org/drawingml/2006/main" noGrp="1"/>
          </p:cNvSpPr>
          <p:nvPr/>
        </p:nvSpPr>
        <p:spPr>
          <a:xfrm xmlns:a="http://schemas.openxmlformats.org/drawingml/2006/main">
            <a:off x="8842407"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4" name="Editable chart path">
            <a:extLst xmlns:a="http://schemas.openxmlformats.org/drawingml/2006/main">
              <a:ext uri="{FF2B5EF4-FFF2-40B4-BE49-F238E27FC236}">
                <a16:creationId xmlns:a16="http://schemas.microsoft.com/office/drawing/2014/main" id="{F2827718-CBB8-4303-9D1F-6C81CECB495F}"/>
              </a:ext>
            </a:extLst>
          </p:cNvPr>
          <p:cNvSpPr>
            <a:spLocks xmlns:a="http://schemas.openxmlformats.org/drawingml/2006/main" noGrp="1"/>
          </p:cNvSpPr>
          <p:nvPr/>
        </p:nvSpPr>
        <p:spPr>
          <a:xfrm xmlns:a="http://schemas.openxmlformats.org/drawingml/2006/main">
            <a:off x="8920182"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5" name="Editable chart path">
            <a:extLst xmlns:a="http://schemas.openxmlformats.org/drawingml/2006/main">
              <a:ext uri="{FF2B5EF4-FFF2-40B4-BE49-F238E27FC236}">
                <a16:creationId xmlns:a16="http://schemas.microsoft.com/office/drawing/2014/main" id="{AEEBAC92-87CF-43B9-8983-70E6657D3958}"/>
              </a:ext>
            </a:extLst>
          </p:cNvPr>
          <p:cNvSpPr>
            <a:spLocks xmlns:a="http://schemas.openxmlformats.org/drawingml/2006/main" noGrp="1"/>
          </p:cNvSpPr>
          <p:nvPr/>
        </p:nvSpPr>
        <p:spPr>
          <a:xfrm xmlns:a="http://schemas.openxmlformats.org/drawingml/2006/main">
            <a:off x="8920182" y="2929345"/>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6" name="Editable chart path">
            <a:extLst xmlns:a="http://schemas.openxmlformats.org/drawingml/2006/main">
              <a:ext uri="{FF2B5EF4-FFF2-40B4-BE49-F238E27FC236}">
                <a16:creationId xmlns:a16="http://schemas.microsoft.com/office/drawing/2014/main" id="{152CAC1F-72DE-4415-AEE6-CBCB2C3FA83D}"/>
              </a:ext>
            </a:extLst>
          </p:cNvPr>
          <p:cNvSpPr>
            <a:spLocks xmlns:a="http://schemas.openxmlformats.org/drawingml/2006/main" noGrp="1"/>
          </p:cNvSpPr>
          <p:nvPr/>
        </p:nvSpPr>
        <p:spPr>
          <a:xfrm xmlns:a="http://schemas.openxmlformats.org/drawingml/2006/main">
            <a:off x="8920182"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7" name="Editable chart path">
            <a:extLst xmlns:a="http://schemas.openxmlformats.org/drawingml/2006/main">
              <a:ext uri="{FF2B5EF4-FFF2-40B4-BE49-F238E27FC236}">
                <a16:creationId xmlns:a16="http://schemas.microsoft.com/office/drawing/2014/main" id="{DAC83FCA-60F7-4E26-AAFF-B2DCE34E6A0E}"/>
              </a:ext>
            </a:extLst>
          </p:cNvPr>
          <p:cNvSpPr>
            <a:spLocks xmlns:a="http://schemas.openxmlformats.org/drawingml/2006/main" noGrp="1"/>
          </p:cNvSpPr>
          <p:nvPr/>
        </p:nvSpPr>
        <p:spPr>
          <a:xfrm xmlns:a="http://schemas.openxmlformats.org/drawingml/2006/main">
            <a:off x="8920182"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8" name="Editable chart path">
            <a:extLst xmlns:a="http://schemas.openxmlformats.org/drawingml/2006/main">
              <a:ext uri="{FF2B5EF4-FFF2-40B4-BE49-F238E27FC236}">
                <a16:creationId xmlns:a16="http://schemas.microsoft.com/office/drawing/2014/main" id="{95D10D17-CBA2-4F8C-A4B1-C49AD1C28E10}"/>
              </a:ext>
            </a:extLst>
          </p:cNvPr>
          <p:cNvSpPr>
            <a:spLocks xmlns:a="http://schemas.openxmlformats.org/drawingml/2006/main" noGrp="1"/>
          </p:cNvSpPr>
          <p:nvPr/>
        </p:nvSpPr>
        <p:spPr>
          <a:xfrm xmlns:a="http://schemas.openxmlformats.org/drawingml/2006/main">
            <a:off x="8920182" y="26944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59" name="Editable chart path">
            <a:extLst xmlns:a="http://schemas.openxmlformats.org/drawingml/2006/main">
              <a:ext uri="{FF2B5EF4-FFF2-40B4-BE49-F238E27FC236}">
                <a16:creationId xmlns:a16="http://schemas.microsoft.com/office/drawing/2014/main" id="{05041DAF-DF49-43F9-AA67-943CE2BACA9A}"/>
              </a:ext>
            </a:extLst>
          </p:cNvPr>
          <p:cNvSpPr>
            <a:spLocks xmlns:a="http://schemas.openxmlformats.org/drawingml/2006/main" noGrp="1"/>
          </p:cNvSpPr>
          <p:nvPr/>
        </p:nvSpPr>
        <p:spPr>
          <a:xfrm xmlns:a="http://schemas.openxmlformats.org/drawingml/2006/main">
            <a:off x="8997958" y="394723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0" name="Editable chart path">
            <a:extLst xmlns:a="http://schemas.openxmlformats.org/drawingml/2006/main">
              <a:ext uri="{FF2B5EF4-FFF2-40B4-BE49-F238E27FC236}">
                <a16:creationId xmlns:a16="http://schemas.microsoft.com/office/drawing/2014/main" id="{02E6F5F0-3C83-4B95-878E-B0ECD82D064A}"/>
              </a:ext>
            </a:extLst>
          </p:cNvPr>
          <p:cNvSpPr>
            <a:spLocks xmlns:a="http://schemas.openxmlformats.org/drawingml/2006/main" noGrp="1"/>
          </p:cNvSpPr>
          <p:nvPr/>
        </p:nvSpPr>
        <p:spPr>
          <a:xfrm xmlns:a="http://schemas.openxmlformats.org/drawingml/2006/main">
            <a:off x="8997958"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1" name="Editable chart path">
            <a:extLst xmlns:a="http://schemas.openxmlformats.org/drawingml/2006/main">
              <a:ext uri="{FF2B5EF4-FFF2-40B4-BE49-F238E27FC236}">
                <a16:creationId xmlns:a16="http://schemas.microsoft.com/office/drawing/2014/main" id="{E1558735-ED7A-4481-BD60-9E6037EE8D8B}"/>
              </a:ext>
            </a:extLst>
          </p:cNvPr>
          <p:cNvSpPr>
            <a:spLocks xmlns:a="http://schemas.openxmlformats.org/drawingml/2006/main" noGrp="1"/>
          </p:cNvSpPr>
          <p:nvPr/>
        </p:nvSpPr>
        <p:spPr>
          <a:xfrm xmlns:a="http://schemas.openxmlformats.org/drawingml/2006/main">
            <a:off x="8997958" y="277274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2" name="Editable chart path">
            <a:extLst xmlns:a="http://schemas.openxmlformats.org/drawingml/2006/main">
              <a:ext uri="{FF2B5EF4-FFF2-40B4-BE49-F238E27FC236}">
                <a16:creationId xmlns:a16="http://schemas.microsoft.com/office/drawing/2014/main" id="{69DB8396-7ABC-42CD-866A-CD419838765C}"/>
              </a:ext>
            </a:extLst>
          </p:cNvPr>
          <p:cNvSpPr>
            <a:spLocks xmlns:a="http://schemas.openxmlformats.org/drawingml/2006/main" noGrp="1"/>
          </p:cNvSpPr>
          <p:nvPr/>
        </p:nvSpPr>
        <p:spPr>
          <a:xfrm xmlns:a="http://schemas.openxmlformats.org/drawingml/2006/main">
            <a:off x="9075733"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3" name="Editable chart path">
            <a:extLst xmlns:a="http://schemas.openxmlformats.org/drawingml/2006/main">
              <a:ext uri="{FF2B5EF4-FFF2-40B4-BE49-F238E27FC236}">
                <a16:creationId xmlns:a16="http://schemas.microsoft.com/office/drawing/2014/main" id="{30783E76-2F82-4781-9249-76DFD6C49463}"/>
              </a:ext>
            </a:extLst>
          </p:cNvPr>
          <p:cNvSpPr>
            <a:spLocks xmlns:a="http://schemas.openxmlformats.org/drawingml/2006/main" noGrp="1"/>
          </p:cNvSpPr>
          <p:nvPr/>
        </p:nvSpPr>
        <p:spPr>
          <a:xfrm xmlns:a="http://schemas.openxmlformats.org/drawingml/2006/main">
            <a:off x="9231284"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4" name="Editable chart path">
            <a:extLst xmlns:a="http://schemas.openxmlformats.org/drawingml/2006/main">
              <a:ext uri="{FF2B5EF4-FFF2-40B4-BE49-F238E27FC236}">
                <a16:creationId xmlns:a16="http://schemas.microsoft.com/office/drawing/2014/main" id="{A2A0180A-BA51-48E4-8771-62128D2F73D5}"/>
              </a:ext>
            </a:extLst>
          </p:cNvPr>
          <p:cNvSpPr>
            <a:spLocks xmlns:a="http://schemas.openxmlformats.org/drawingml/2006/main" noGrp="1"/>
          </p:cNvSpPr>
          <p:nvPr/>
        </p:nvSpPr>
        <p:spPr>
          <a:xfrm xmlns:a="http://schemas.openxmlformats.org/drawingml/2006/main">
            <a:off x="9231284"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5" name="Editable chart path">
            <a:extLst xmlns:a="http://schemas.openxmlformats.org/drawingml/2006/main">
              <a:ext uri="{FF2B5EF4-FFF2-40B4-BE49-F238E27FC236}">
                <a16:creationId xmlns:a16="http://schemas.microsoft.com/office/drawing/2014/main" id="{D36250A6-8FCD-449D-B402-DCC0798392E5}"/>
              </a:ext>
            </a:extLst>
          </p:cNvPr>
          <p:cNvSpPr>
            <a:spLocks xmlns:a="http://schemas.openxmlformats.org/drawingml/2006/main" noGrp="1"/>
          </p:cNvSpPr>
          <p:nvPr/>
        </p:nvSpPr>
        <p:spPr>
          <a:xfrm xmlns:a="http://schemas.openxmlformats.org/drawingml/2006/main">
            <a:off x="9231284"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6" name="Editable chart path">
            <a:extLst xmlns:a="http://schemas.openxmlformats.org/drawingml/2006/main">
              <a:ext uri="{FF2B5EF4-FFF2-40B4-BE49-F238E27FC236}">
                <a16:creationId xmlns:a16="http://schemas.microsoft.com/office/drawing/2014/main" id="{85BE114E-4517-4252-B7CC-0C02163BAFFD}"/>
              </a:ext>
            </a:extLst>
          </p:cNvPr>
          <p:cNvSpPr>
            <a:spLocks xmlns:a="http://schemas.openxmlformats.org/drawingml/2006/main" noGrp="1"/>
          </p:cNvSpPr>
          <p:nvPr/>
        </p:nvSpPr>
        <p:spPr>
          <a:xfrm xmlns:a="http://schemas.openxmlformats.org/drawingml/2006/main">
            <a:off x="9231284" y="2851046"/>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7" name="Editable chart path">
            <a:extLst xmlns:a="http://schemas.openxmlformats.org/drawingml/2006/main">
              <a:ext uri="{FF2B5EF4-FFF2-40B4-BE49-F238E27FC236}">
                <a16:creationId xmlns:a16="http://schemas.microsoft.com/office/drawing/2014/main" id="{7EF2AE99-7F37-48DF-8C87-81FCA5B3F0D7}"/>
              </a:ext>
            </a:extLst>
          </p:cNvPr>
          <p:cNvSpPr>
            <a:spLocks xmlns:a="http://schemas.openxmlformats.org/drawingml/2006/main" noGrp="1"/>
          </p:cNvSpPr>
          <p:nvPr/>
        </p:nvSpPr>
        <p:spPr>
          <a:xfrm xmlns:a="http://schemas.openxmlformats.org/drawingml/2006/main">
            <a:off x="9309060" y="38689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8" name="Editable chart path">
            <a:extLst xmlns:a="http://schemas.openxmlformats.org/drawingml/2006/main">
              <a:ext uri="{FF2B5EF4-FFF2-40B4-BE49-F238E27FC236}">
                <a16:creationId xmlns:a16="http://schemas.microsoft.com/office/drawing/2014/main" id="{D3B74BFB-824A-454C-84B4-53E8267DBB31}"/>
              </a:ext>
            </a:extLst>
          </p:cNvPr>
          <p:cNvSpPr>
            <a:spLocks xmlns:a="http://schemas.openxmlformats.org/drawingml/2006/main" noGrp="1"/>
          </p:cNvSpPr>
          <p:nvPr/>
        </p:nvSpPr>
        <p:spPr>
          <a:xfrm xmlns:a="http://schemas.openxmlformats.org/drawingml/2006/main">
            <a:off x="9309060"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69" name="Editable chart path">
            <a:extLst xmlns:a="http://schemas.openxmlformats.org/drawingml/2006/main">
              <a:ext uri="{FF2B5EF4-FFF2-40B4-BE49-F238E27FC236}">
                <a16:creationId xmlns:a16="http://schemas.microsoft.com/office/drawing/2014/main" id="{ECABAF70-7723-4AA8-B2E7-CD8C778C165C}"/>
              </a:ext>
            </a:extLst>
          </p:cNvPr>
          <p:cNvSpPr>
            <a:spLocks xmlns:a="http://schemas.openxmlformats.org/drawingml/2006/main" noGrp="1"/>
          </p:cNvSpPr>
          <p:nvPr/>
        </p:nvSpPr>
        <p:spPr>
          <a:xfrm xmlns:a="http://schemas.openxmlformats.org/drawingml/2006/main">
            <a:off x="9309060"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0" name="Editable chart path">
            <a:extLst xmlns:a="http://schemas.openxmlformats.org/drawingml/2006/main">
              <a:ext uri="{FF2B5EF4-FFF2-40B4-BE49-F238E27FC236}">
                <a16:creationId xmlns:a16="http://schemas.microsoft.com/office/drawing/2014/main" id="{93E56E50-62C1-403B-BE1E-8DBA503C55EF}"/>
              </a:ext>
            </a:extLst>
          </p:cNvPr>
          <p:cNvSpPr>
            <a:spLocks xmlns:a="http://schemas.openxmlformats.org/drawingml/2006/main" noGrp="1"/>
          </p:cNvSpPr>
          <p:nvPr/>
        </p:nvSpPr>
        <p:spPr>
          <a:xfrm xmlns:a="http://schemas.openxmlformats.org/drawingml/2006/main">
            <a:off x="9309060"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1" name="Editable chart path">
            <a:extLst xmlns:a="http://schemas.openxmlformats.org/drawingml/2006/main">
              <a:ext uri="{FF2B5EF4-FFF2-40B4-BE49-F238E27FC236}">
                <a16:creationId xmlns:a16="http://schemas.microsoft.com/office/drawing/2014/main" id="{CCB99278-3625-486F-9389-4DA028E82EC5}"/>
              </a:ext>
            </a:extLst>
          </p:cNvPr>
          <p:cNvSpPr>
            <a:spLocks xmlns:a="http://schemas.openxmlformats.org/drawingml/2006/main" noGrp="1"/>
          </p:cNvSpPr>
          <p:nvPr/>
        </p:nvSpPr>
        <p:spPr>
          <a:xfrm xmlns:a="http://schemas.openxmlformats.org/drawingml/2006/main">
            <a:off x="9309060"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2" name="Editable chart path">
            <a:extLst xmlns:a="http://schemas.openxmlformats.org/drawingml/2006/main">
              <a:ext uri="{FF2B5EF4-FFF2-40B4-BE49-F238E27FC236}">
                <a16:creationId xmlns:a16="http://schemas.microsoft.com/office/drawing/2014/main" id="{1ED9095D-2EF5-4F4B-BF27-D4B379CF84C0}"/>
              </a:ext>
            </a:extLst>
          </p:cNvPr>
          <p:cNvSpPr>
            <a:spLocks xmlns:a="http://schemas.openxmlformats.org/drawingml/2006/main" noGrp="1"/>
          </p:cNvSpPr>
          <p:nvPr/>
        </p:nvSpPr>
        <p:spPr>
          <a:xfrm xmlns:a="http://schemas.openxmlformats.org/drawingml/2006/main">
            <a:off x="9309060"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3" name="Editable chart path">
            <a:extLst xmlns:a="http://schemas.openxmlformats.org/drawingml/2006/main">
              <a:ext uri="{FF2B5EF4-FFF2-40B4-BE49-F238E27FC236}">
                <a16:creationId xmlns:a16="http://schemas.microsoft.com/office/drawing/2014/main" id="{27C7F7E9-8748-4A40-ADB0-DEF829141740}"/>
              </a:ext>
            </a:extLst>
          </p:cNvPr>
          <p:cNvSpPr>
            <a:spLocks xmlns:a="http://schemas.openxmlformats.org/drawingml/2006/main" noGrp="1"/>
          </p:cNvSpPr>
          <p:nvPr/>
        </p:nvSpPr>
        <p:spPr>
          <a:xfrm xmlns:a="http://schemas.openxmlformats.org/drawingml/2006/main">
            <a:off x="9309060"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4" name="Editable chart path">
            <a:extLst xmlns:a="http://schemas.openxmlformats.org/drawingml/2006/main">
              <a:ext uri="{FF2B5EF4-FFF2-40B4-BE49-F238E27FC236}">
                <a16:creationId xmlns:a16="http://schemas.microsoft.com/office/drawing/2014/main" id="{53114D75-FFA7-4033-9585-4452751E4555}"/>
              </a:ext>
            </a:extLst>
          </p:cNvPr>
          <p:cNvSpPr>
            <a:spLocks xmlns:a="http://schemas.openxmlformats.org/drawingml/2006/main" noGrp="1"/>
          </p:cNvSpPr>
          <p:nvPr/>
        </p:nvSpPr>
        <p:spPr>
          <a:xfrm xmlns:a="http://schemas.openxmlformats.org/drawingml/2006/main">
            <a:off x="9386835"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5" name="Editable chart path">
            <a:extLst xmlns:a="http://schemas.openxmlformats.org/drawingml/2006/main">
              <a:ext uri="{FF2B5EF4-FFF2-40B4-BE49-F238E27FC236}">
                <a16:creationId xmlns:a16="http://schemas.microsoft.com/office/drawing/2014/main" id="{CB3ED037-6046-49A3-AEAB-1999406FA5FB}"/>
              </a:ext>
            </a:extLst>
          </p:cNvPr>
          <p:cNvSpPr>
            <a:spLocks xmlns:a="http://schemas.openxmlformats.org/drawingml/2006/main" noGrp="1"/>
          </p:cNvSpPr>
          <p:nvPr/>
        </p:nvSpPr>
        <p:spPr>
          <a:xfrm xmlns:a="http://schemas.openxmlformats.org/drawingml/2006/main">
            <a:off x="9386835" y="30076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6" name="Editable chart path">
            <a:extLst xmlns:a="http://schemas.openxmlformats.org/drawingml/2006/main">
              <a:ext uri="{FF2B5EF4-FFF2-40B4-BE49-F238E27FC236}">
                <a16:creationId xmlns:a16="http://schemas.microsoft.com/office/drawing/2014/main" id="{3B488F0F-5614-4CF5-8783-BE6D4314EBC8}"/>
              </a:ext>
            </a:extLst>
          </p:cNvPr>
          <p:cNvSpPr>
            <a:spLocks xmlns:a="http://schemas.openxmlformats.org/drawingml/2006/main" noGrp="1"/>
          </p:cNvSpPr>
          <p:nvPr/>
        </p:nvSpPr>
        <p:spPr>
          <a:xfrm xmlns:a="http://schemas.openxmlformats.org/drawingml/2006/main">
            <a:off x="9464611"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7" name="Editable chart path">
            <a:extLst xmlns:a="http://schemas.openxmlformats.org/drawingml/2006/main">
              <a:ext uri="{FF2B5EF4-FFF2-40B4-BE49-F238E27FC236}">
                <a16:creationId xmlns:a16="http://schemas.microsoft.com/office/drawing/2014/main" id="{5D6A8168-F4B0-4A61-A419-0DE5F4CCCAAE}"/>
              </a:ext>
            </a:extLst>
          </p:cNvPr>
          <p:cNvSpPr>
            <a:spLocks xmlns:a="http://schemas.openxmlformats.org/drawingml/2006/main" noGrp="1"/>
          </p:cNvSpPr>
          <p:nvPr/>
        </p:nvSpPr>
        <p:spPr>
          <a:xfrm xmlns:a="http://schemas.openxmlformats.org/drawingml/2006/main">
            <a:off x="9542386"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8" name="Editable chart path">
            <a:extLst xmlns:a="http://schemas.openxmlformats.org/drawingml/2006/main">
              <a:ext uri="{FF2B5EF4-FFF2-40B4-BE49-F238E27FC236}">
                <a16:creationId xmlns:a16="http://schemas.microsoft.com/office/drawing/2014/main" id="{B6C1CA82-1C61-4BBB-AF67-09D59AD9E828}"/>
              </a:ext>
            </a:extLst>
          </p:cNvPr>
          <p:cNvSpPr>
            <a:spLocks xmlns:a="http://schemas.openxmlformats.org/drawingml/2006/main" noGrp="1"/>
          </p:cNvSpPr>
          <p:nvPr/>
        </p:nvSpPr>
        <p:spPr>
          <a:xfrm xmlns:a="http://schemas.openxmlformats.org/drawingml/2006/main">
            <a:off x="9620162"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79" name="Editable chart path">
            <a:extLst xmlns:a="http://schemas.openxmlformats.org/drawingml/2006/main">
              <a:ext uri="{FF2B5EF4-FFF2-40B4-BE49-F238E27FC236}">
                <a16:creationId xmlns:a16="http://schemas.microsoft.com/office/drawing/2014/main" id="{0CFAF8BD-CD13-49B7-B058-CD86D624C332}"/>
              </a:ext>
            </a:extLst>
          </p:cNvPr>
          <p:cNvSpPr>
            <a:spLocks xmlns:a="http://schemas.openxmlformats.org/drawingml/2006/main" noGrp="1"/>
          </p:cNvSpPr>
          <p:nvPr/>
        </p:nvSpPr>
        <p:spPr>
          <a:xfrm xmlns:a="http://schemas.openxmlformats.org/drawingml/2006/main">
            <a:off x="9620162"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0" name="Editable chart path">
            <a:extLst xmlns:a="http://schemas.openxmlformats.org/drawingml/2006/main">
              <a:ext uri="{FF2B5EF4-FFF2-40B4-BE49-F238E27FC236}">
                <a16:creationId xmlns:a16="http://schemas.microsoft.com/office/drawing/2014/main" id="{D02A1B3E-3863-4A4B-9126-63F7A8F6D853}"/>
              </a:ext>
            </a:extLst>
          </p:cNvPr>
          <p:cNvSpPr>
            <a:spLocks xmlns:a="http://schemas.openxmlformats.org/drawingml/2006/main" noGrp="1"/>
          </p:cNvSpPr>
          <p:nvPr/>
        </p:nvSpPr>
        <p:spPr>
          <a:xfrm xmlns:a="http://schemas.openxmlformats.org/drawingml/2006/main">
            <a:off x="9697938"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1" name="Editable chart path">
            <a:extLst xmlns:a="http://schemas.openxmlformats.org/drawingml/2006/main">
              <a:ext uri="{FF2B5EF4-FFF2-40B4-BE49-F238E27FC236}">
                <a16:creationId xmlns:a16="http://schemas.microsoft.com/office/drawing/2014/main" id="{16B87480-DAE4-46EC-A1CD-D9464053EF12}"/>
              </a:ext>
            </a:extLst>
          </p:cNvPr>
          <p:cNvSpPr>
            <a:spLocks xmlns:a="http://schemas.openxmlformats.org/drawingml/2006/main" noGrp="1"/>
          </p:cNvSpPr>
          <p:nvPr/>
        </p:nvSpPr>
        <p:spPr>
          <a:xfrm xmlns:a="http://schemas.openxmlformats.org/drawingml/2006/main">
            <a:off x="9697938"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2" name="Editable chart path">
            <a:extLst xmlns:a="http://schemas.openxmlformats.org/drawingml/2006/main">
              <a:ext uri="{FF2B5EF4-FFF2-40B4-BE49-F238E27FC236}">
                <a16:creationId xmlns:a16="http://schemas.microsoft.com/office/drawing/2014/main" id="{3BFCC2CE-EA40-4947-BA32-F6E517784320}"/>
              </a:ext>
            </a:extLst>
          </p:cNvPr>
          <p:cNvSpPr>
            <a:spLocks xmlns:a="http://schemas.openxmlformats.org/drawingml/2006/main" noGrp="1"/>
          </p:cNvSpPr>
          <p:nvPr/>
        </p:nvSpPr>
        <p:spPr>
          <a:xfrm xmlns:a="http://schemas.openxmlformats.org/drawingml/2006/main">
            <a:off x="9775713"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3" name="Editable chart path">
            <a:extLst xmlns:a="http://schemas.openxmlformats.org/drawingml/2006/main">
              <a:ext uri="{FF2B5EF4-FFF2-40B4-BE49-F238E27FC236}">
                <a16:creationId xmlns:a16="http://schemas.microsoft.com/office/drawing/2014/main" id="{2E085856-C1A3-4C98-B006-032D19576124}"/>
              </a:ext>
            </a:extLst>
          </p:cNvPr>
          <p:cNvSpPr>
            <a:spLocks xmlns:a="http://schemas.openxmlformats.org/drawingml/2006/main" noGrp="1"/>
          </p:cNvSpPr>
          <p:nvPr/>
        </p:nvSpPr>
        <p:spPr>
          <a:xfrm xmlns:a="http://schemas.openxmlformats.org/drawingml/2006/main">
            <a:off x="9775713"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4" name="Editable chart path">
            <a:extLst xmlns:a="http://schemas.openxmlformats.org/drawingml/2006/main">
              <a:ext uri="{FF2B5EF4-FFF2-40B4-BE49-F238E27FC236}">
                <a16:creationId xmlns:a16="http://schemas.microsoft.com/office/drawing/2014/main" id="{85D143D0-BDDF-4C72-8162-CF6D7F8FB761}"/>
              </a:ext>
            </a:extLst>
          </p:cNvPr>
          <p:cNvSpPr>
            <a:spLocks xmlns:a="http://schemas.openxmlformats.org/drawingml/2006/main" noGrp="1"/>
          </p:cNvSpPr>
          <p:nvPr/>
        </p:nvSpPr>
        <p:spPr>
          <a:xfrm xmlns:a="http://schemas.openxmlformats.org/drawingml/2006/main">
            <a:off x="9775713"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5" name="Editable chart path">
            <a:extLst xmlns:a="http://schemas.openxmlformats.org/drawingml/2006/main">
              <a:ext uri="{FF2B5EF4-FFF2-40B4-BE49-F238E27FC236}">
                <a16:creationId xmlns:a16="http://schemas.microsoft.com/office/drawing/2014/main" id="{B1929F9C-A992-4DE6-8BB5-40BD695D3C94}"/>
              </a:ext>
            </a:extLst>
          </p:cNvPr>
          <p:cNvSpPr>
            <a:spLocks xmlns:a="http://schemas.openxmlformats.org/drawingml/2006/main" noGrp="1"/>
          </p:cNvSpPr>
          <p:nvPr/>
        </p:nvSpPr>
        <p:spPr>
          <a:xfrm xmlns:a="http://schemas.openxmlformats.org/drawingml/2006/main">
            <a:off x="9775713"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6" name="Editable chart path">
            <a:extLst xmlns:a="http://schemas.openxmlformats.org/drawingml/2006/main">
              <a:ext uri="{FF2B5EF4-FFF2-40B4-BE49-F238E27FC236}">
                <a16:creationId xmlns:a16="http://schemas.microsoft.com/office/drawing/2014/main" id="{93598CE6-E26E-47DC-9207-440425BF597F}"/>
              </a:ext>
            </a:extLst>
          </p:cNvPr>
          <p:cNvSpPr>
            <a:spLocks xmlns:a="http://schemas.openxmlformats.org/drawingml/2006/main" noGrp="1"/>
          </p:cNvSpPr>
          <p:nvPr/>
        </p:nvSpPr>
        <p:spPr>
          <a:xfrm xmlns:a="http://schemas.openxmlformats.org/drawingml/2006/main">
            <a:off x="9853489" y="3634039"/>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7" name="Editable chart path">
            <a:extLst xmlns:a="http://schemas.openxmlformats.org/drawingml/2006/main">
              <a:ext uri="{FF2B5EF4-FFF2-40B4-BE49-F238E27FC236}">
                <a16:creationId xmlns:a16="http://schemas.microsoft.com/office/drawing/2014/main" id="{4669B064-064B-4B78-AF20-440CCE1E62C0}"/>
              </a:ext>
            </a:extLst>
          </p:cNvPr>
          <p:cNvSpPr>
            <a:spLocks xmlns:a="http://schemas.openxmlformats.org/drawingml/2006/main" noGrp="1"/>
          </p:cNvSpPr>
          <p:nvPr/>
        </p:nvSpPr>
        <p:spPr>
          <a:xfrm xmlns:a="http://schemas.openxmlformats.org/drawingml/2006/main">
            <a:off x="9853489"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8" name="Editable chart path">
            <a:extLst xmlns:a="http://schemas.openxmlformats.org/drawingml/2006/main">
              <a:ext uri="{FF2B5EF4-FFF2-40B4-BE49-F238E27FC236}">
                <a16:creationId xmlns:a16="http://schemas.microsoft.com/office/drawing/2014/main" id="{4BC39B99-C888-411E-8ACA-22BA2A14CADF}"/>
              </a:ext>
            </a:extLst>
          </p:cNvPr>
          <p:cNvSpPr>
            <a:spLocks xmlns:a="http://schemas.openxmlformats.org/drawingml/2006/main" noGrp="1"/>
          </p:cNvSpPr>
          <p:nvPr/>
        </p:nvSpPr>
        <p:spPr>
          <a:xfrm xmlns:a="http://schemas.openxmlformats.org/drawingml/2006/main">
            <a:off x="9853489"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89" name="Editable chart path">
            <a:extLst xmlns:a="http://schemas.openxmlformats.org/drawingml/2006/main">
              <a:ext uri="{FF2B5EF4-FFF2-40B4-BE49-F238E27FC236}">
                <a16:creationId xmlns:a16="http://schemas.microsoft.com/office/drawing/2014/main" id="{571FC06C-83E8-4F7A-BBA4-6FE71418707D}"/>
              </a:ext>
            </a:extLst>
          </p:cNvPr>
          <p:cNvSpPr>
            <a:spLocks xmlns:a="http://schemas.openxmlformats.org/drawingml/2006/main" noGrp="1"/>
          </p:cNvSpPr>
          <p:nvPr/>
        </p:nvSpPr>
        <p:spPr>
          <a:xfrm xmlns:a="http://schemas.openxmlformats.org/drawingml/2006/main">
            <a:off x="9931264"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0" name="Editable chart path">
            <a:extLst xmlns:a="http://schemas.openxmlformats.org/drawingml/2006/main">
              <a:ext uri="{FF2B5EF4-FFF2-40B4-BE49-F238E27FC236}">
                <a16:creationId xmlns:a16="http://schemas.microsoft.com/office/drawing/2014/main" id="{0C0CF7B9-7ACD-4512-A149-03AB139E21B2}"/>
              </a:ext>
            </a:extLst>
          </p:cNvPr>
          <p:cNvSpPr>
            <a:spLocks xmlns:a="http://schemas.openxmlformats.org/drawingml/2006/main" noGrp="1"/>
          </p:cNvSpPr>
          <p:nvPr/>
        </p:nvSpPr>
        <p:spPr>
          <a:xfrm xmlns:a="http://schemas.openxmlformats.org/drawingml/2006/main">
            <a:off x="9931264"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1" name="Editable chart path">
            <a:extLst xmlns:a="http://schemas.openxmlformats.org/drawingml/2006/main">
              <a:ext uri="{FF2B5EF4-FFF2-40B4-BE49-F238E27FC236}">
                <a16:creationId xmlns:a16="http://schemas.microsoft.com/office/drawing/2014/main" id="{BA13E763-079F-46CF-827A-F0022D926E67}"/>
              </a:ext>
            </a:extLst>
          </p:cNvPr>
          <p:cNvSpPr>
            <a:spLocks xmlns:a="http://schemas.openxmlformats.org/drawingml/2006/main" noGrp="1"/>
          </p:cNvSpPr>
          <p:nvPr/>
        </p:nvSpPr>
        <p:spPr>
          <a:xfrm xmlns:a="http://schemas.openxmlformats.org/drawingml/2006/main">
            <a:off x="9931264" y="35557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2" name="Editable chart path">
            <a:extLst xmlns:a="http://schemas.openxmlformats.org/drawingml/2006/main">
              <a:ext uri="{FF2B5EF4-FFF2-40B4-BE49-F238E27FC236}">
                <a16:creationId xmlns:a16="http://schemas.microsoft.com/office/drawing/2014/main" id="{456961AB-66D1-4008-AB00-F09EF58C4299}"/>
              </a:ext>
            </a:extLst>
          </p:cNvPr>
          <p:cNvSpPr>
            <a:spLocks xmlns:a="http://schemas.openxmlformats.org/drawingml/2006/main" noGrp="1"/>
          </p:cNvSpPr>
          <p:nvPr/>
        </p:nvSpPr>
        <p:spPr>
          <a:xfrm xmlns:a="http://schemas.openxmlformats.org/drawingml/2006/main">
            <a:off x="9931264" y="3477440"/>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3" name="Editable chart path">
            <a:extLst xmlns:a="http://schemas.openxmlformats.org/drawingml/2006/main">
              <a:ext uri="{FF2B5EF4-FFF2-40B4-BE49-F238E27FC236}">
                <a16:creationId xmlns:a16="http://schemas.microsoft.com/office/drawing/2014/main" id="{E7E731FE-0ADA-4293-997D-1A5C35DC1BD9}"/>
              </a:ext>
            </a:extLst>
          </p:cNvPr>
          <p:cNvSpPr>
            <a:spLocks xmlns:a="http://schemas.openxmlformats.org/drawingml/2006/main" noGrp="1"/>
          </p:cNvSpPr>
          <p:nvPr/>
        </p:nvSpPr>
        <p:spPr>
          <a:xfrm xmlns:a="http://schemas.openxmlformats.org/drawingml/2006/main">
            <a:off x="9931264"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4" name="Editable chart path">
            <a:extLst xmlns:a="http://schemas.openxmlformats.org/drawingml/2006/main">
              <a:ext uri="{FF2B5EF4-FFF2-40B4-BE49-F238E27FC236}">
                <a16:creationId xmlns:a16="http://schemas.microsoft.com/office/drawing/2014/main" id="{0B42FA72-EDB1-448B-B44C-317DCEC14B01}"/>
              </a:ext>
            </a:extLst>
          </p:cNvPr>
          <p:cNvSpPr>
            <a:spLocks xmlns:a="http://schemas.openxmlformats.org/drawingml/2006/main" noGrp="1"/>
          </p:cNvSpPr>
          <p:nvPr/>
        </p:nvSpPr>
        <p:spPr>
          <a:xfrm xmlns:a="http://schemas.openxmlformats.org/drawingml/2006/main">
            <a:off x="9931264" y="3164243"/>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5" name="Editable chart path">
            <a:extLst xmlns:a="http://schemas.openxmlformats.org/drawingml/2006/main">
              <a:ext uri="{FF2B5EF4-FFF2-40B4-BE49-F238E27FC236}">
                <a16:creationId xmlns:a16="http://schemas.microsoft.com/office/drawing/2014/main" id="{FA422E50-E0DC-43C6-A9FF-7173BA5EE8E7}"/>
              </a:ext>
            </a:extLst>
          </p:cNvPr>
          <p:cNvSpPr>
            <a:spLocks xmlns:a="http://schemas.openxmlformats.org/drawingml/2006/main" noGrp="1"/>
          </p:cNvSpPr>
          <p:nvPr/>
        </p:nvSpPr>
        <p:spPr>
          <a:xfrm xmlns:a="http://schemas.openxmlformats.org/drawingml/2006/main">
            <a:off x="9931264"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6" name="Editable chart path">
            <a:extLst xmlns:a="http://schemas.openxmlformats.org/drawingml/2006/main">
              <a:ext uri="{FF2B5EF4-FFF2-40B4-BE49-F238E27FC236}">
                <a16:creationId xmlns:a16="http://schemas.microsoft.com/office/drawing/2014/main" id="{0EE31C78-827A-4C14-9E30-B15515CF53A9}"/>
              </a:ext>
            </a:extLst>
          </p:cNvPr>
          <p:cNvSpPr>
            <a:spLocks xmlns:a="http://schemas.openxmlformats.org/drawingml/2006/main" noGrp="1"/>
          </p:cNvSpPr>
          <p:nvPr/>
        </p:nvSpPr>
        <p:spPr>
          <a:xfrm xmlns:a="http://schemas.openxmlformats.org/drawingml/2006/main">
            <a:off x="10009040" y="3790637"/>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7" name="Editable chart path">
            <a:extLst xmlns:a="http://schemas.openxmlformats.org/drawingml/2006/main">
              <a:ext uri="{FF2B5EF4-FFF2-40B4-BE49-F238E27FC236}">
                <a16:creationId xmlns:a16="http://schemas.microsoft.com/office/drawing/2014/main" id="{38D5853D-7034-4A25-9053-BBF56E79D0AC}"/>
              </a:ext>
            </a:extLst>
          </p:cNvPr>
          <p:cNvSpPr>
            <a:spLocks xmlns:a="http://schemas.openxmlformats.org/drawingml/2006/main" noGrp="1"/>
          </p:cNvSpPr>
          <p:nvPr/>
        </p:nvSpPr>
        <p:spPr>
          <a:xfrm xmlns:a="http://schemas.openxmlformats.org/drawingml/2006/main">
            <a:off x="10009040"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8" name="Editable chart path">
            <a:extLst xmlns:a="http://schemas.openxmlformats.org/drawingml/2006/main">
              <a:ext uri="{FF2B5EF4-FFF2-40B4-BE49-F238E27FC236}">
                <a16:creationId xmlns:a16="http://schemas.microsoft.com/office/drawing/2014/main" id="{E727DA21-C12F-483A-A6B1-6D05197E5DCD}"/>
              </a:ext>
            </a:extLst>
          </p:cNvPr>
          <p:cNvSpPr>
            <a:spLocks xmlns:a="http://schemas.openxmlformats.org/drawingml/2006/main" noGrp="1"/>
          </p:cNvSpPr>
          <p:nvPr/>
        </p:nvSpPr>
        <p:spPr>
          <a:xfrm xmlns:a="http://schemas.openxmlformats.org/drawingml/2006/main">
            <a:off x="10009040" y="3399141"/>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399" name="Editable chart path">
            <a:extLst xmlns:a="http://schemas.openxmlformats.org/drawingml/2006/main">
              <a:ext uri="{FF2B5EF4-FFF2-40B4-BE49-F238E27FC236}">
                <a16:creationId xmlns:a16="http://schemas.microsoft.com/office/drawing/2014/main" id="{C9EC9608-1E97-4CFD-9136-44B597B95516}"/>
              </a:ext>
            </a:extLst>
          </p:cNvPr>
          <p:cNvSpPr>
            <a:spLocks xmlns:a="http://schemas.openxmlformats.org/drawingml/2006/main" noGrp="1"/>
          </p:cNvSpPr>
          <p:nvPr/>
        </p:nvSpPr>
        <p:spPr>
          <a:xfrm xmlns:a="http://schemas.openxmlformats.org/drawingml/2006/main">
            <a:off x="10009040"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400" name="Editable chart path">
            <a:extLst xmlns:a="http://schemas.openxmlformats.org/drawingml/2006/main">
              <a:ext uri="{FF2B5EF4-FFF2-40B4-BE49-F238E27FC236}">
                <a16:creationId xmlns:a16="http://schemas.microsoft.com/office/drawing/2014/main" id="{0863C44B-2FA8-47CB-A7F6-A8E6C8EA7CBF}"/>
              </a:ext>
            </a:extLst>
          </p:cNvPr>
          <p:cNvSpPr>
            <a:spLocks xmlns:a="http://schemas.openxmlformats.org/drawingml/2006/main" noGrp="1"/>
          </p:cNvSpPr>
          <p:nvPr/>
        </p:nvSpPr>
        <p:spPr>
          <a:xfrm xmlns:a="http://schemas.openxmlformats.org/drawingml/2006/main">
            <a:off x="10009040"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401" name="Editable chart path">
            <a:extLst xmlns:a="http://schemas.openxmlformats.org/drawingml/2006/main">
              <a:ext uri="{FF2B5EF4-FFF2-40B4-BE49-F238E27FC236}">
                <a16:creationId xmlns:a16="http://schemas.microsoft.com/office/drawing/2014/main" id="{8AB5D8EC-5F47-427F-A654-3521E6CCC6B6}"/>
              </a:ext>
            </a:extLst>
          </p:cNvPr>
          <p:cNvSpPr>
            <a:spLocks xmlns:a="http://schemas.openxmlformats.org/drawingml/2006/main" noGrp="1"/>
          </p:cNvSpPr>
          <p:nvPr/>
        </p:nvSpPr>
        <p:spPr>
          <a:xfrm xmlns:a="http://schemas.openxmlformats.org/drawingml/2006/main">
            <a:off x="10009040" y="3085944"/>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402" name="Editable chart path">
            <a:extLst xmlns:a="http://schemas.openxmlformats.org/drawingml/2006/main">
              <a:ext uri="{FF2B5EF4-FFF2-40B4-BE49-F238E27FC236}">
                <a16:creationId xmlns:a16="http://schemas.microsoft.com/office/drawing/2014/main" id="{C06D2C66-6C02-43BA-9F6C-47C7D0D10B7C}"/>
              </a:ext>
            </a:extLst>
          </p:cNvPr>
          <p:cNvSpPr>
            <a:spLocks xmlns:a="http://schemas.openxmlformats.org/drawingml/2006/main" noGrp="1"/>
          </p:cNvSpPr>
          <p:nvPr/>
        </p:nvSpPr>
        <p:spPr>
          <a:xfrm xmlns:a="http://schemas.openxmlformats.org/drawingml/2006/main">
            <a:off x="10086815"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403" name="Editable chart path">
            <a:extLst xmlns:a="http://schemas.openxmlformats.org/drawingml/2006/main">
              <a:ext uri="{FF2B5EF4-FFF2-40B4-BE49-F238E27FC236}">
                <a16:creationId xmlns:a16="http://schemas.microsoft.com/office/drawing/2014/main" id="{126168B8-B8D1-4E63-9D64-555B0CAD8358}"/>
              </a:ext>
            </a:extLst>
          </p:cNvPr>
          <p:cNvSpPr>
            <a:spLocks xmlns:a="http://schemas.openxmlformats.org/drawingml/2006/main" noGrp="1"/>
          </p:cNvSpPr>
          <p:nvPr/>
        </p:nvSpPr>
        <p:spPr>
          <a:xfrm xmlns:a="http://schemas.openxmlformats.org/drawingml/2006/main">
            <a:off x="10086815"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404" name="Editable chart path">
            <a:extLst xmlns:a="http://schemas.openxmlformats.org/drawingml/2006/main">
              <a:ext uri="{FF2B5EF4-FFF2-40B4-BE49-F238E27FC236}">
                <a16:creationId xmlns:a16="http://schemas.microsoft.com/office/drawing/2014/main" id="{56B660D5-6491-412F-9C7C-0334A56BDA27}"/>
              </a:ext>
            </a:extLst>
          </p:cNvPr>
          <p:cNvSpPr>
            <a:spLocks xmlns:a="http://schemas.openxmlformats.org/drawingml/2006/main" noGrp="1"/>
          </p:cNvSpPr>
          <p:nvPr/>
        </p:nvSpPr>
        <p:spPr>
          <a:xfrm xmlns:a="http://schemas.openxmlformats.org/drawingml/2006/main">
            <a:off x="10086815" y="32425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405" name="Editable chart path">
            <a:extLst xmlns:a="http://schemas.openxmlformats.org/drawingml/2006/main">
              <a:ext uri="{FF2B5EF4-FFF2-40B4-BE49-F238E27FC236}">
                <a16:creationId xmlns:a16="http://schemas.microsoft.com/office/drawing/2014/main" id="{112CCCED-BE64-4E1A-8719-672CCD75F42B}"/>
              </a:ext>
            </a:extLst>
          </p:cNvPr>
          <p:cNvSpPr>
            <a:spLocks xmlns:a="http://schemas.openxmlformats.org/drawingml/2006/main" noGrp="1"/>
          </p:cNvSpPr>
          <p:nvPr/>
        </p:nvSpPr>
        <p:spPr>
          <a:xfrm xmlns:a="http://schemas.openxmlformats.org/drawingml/2006/main">
            <a:off x="10164591" y="3712338"/>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406" name="Editable chart path">
            <a:extLst xmlns:a="http://schemas.openxmlformats.org/drawingml/2006/main">
              <a:ext uri="{FF2B5EF4-FFF2-40B4-BE49-F238E27FC236}">
                <a16:creationId xmlns:a16="http://schemas.microsoft.com/office/drawing/2014/main" id="{940796E0-B977-42BD-A8F1-CF14A0C282DA}"/>
              </a:ext>
            </a:extLst>
          </p:cNvPr>
          <p:cNvSpPr>
            <a:spLocks xmlns:a="http://schemas.openxmlformats.org/drawingml/2006/main" noGrp="1"/>
          </p:cNvSpPr>
          <p:nvPr/>
        </p:nvSpPr>
        <p:spPr>
          <a:xfrm xmlns:a="http://schemas.openxmlformats.org/drawingml/2006/main">
            <a:off x="10164591" y="3320842"/>
            <a:ext cx="77776" cy="78299"/>
          </a:xfrm>
          <a:custGeom xmlns:a="http://schemas.openxmlformats.org/drawingml/2006/main">
            <a:pathLst>
              <a:path w="57889" h="58279">
                <a:moveTo>
                  <a:pt x="0" y="58279"/>
                </a:moveTo>
                <a:lnTo>
                  <a:pt x="57889" y="58279"/>
                </a:lnTo>
                <a:lnTo>
                  <a:pt x="57889" y="0"/>
                </a:lnTo>
                <a:lnTo>
                  <a:pt x="0" y="0"/>
                </a:lnTo>
                <a:close/>
              </a:path>
            </a:pathLst>
          </a:custGeom>
          <a:solidFill xmlns:a="http://schemas.openxmlformats.org/drawingml/2006/main">
            <a:srgbClr val="F2F4F7"/>
          </a:solidFill>
          <a:ln xmlns:a="http://schemas.openxmlformats.org/drawingml/2006/main" w="3839">
            <a:solidFill>
              <a:srgbClr val="FBFCFE"/>
            </a:solidFill>
            <a:prstDash val="solid"/>
          </a:ln>
        </p:spPr>
      </p:sp>
      <p:sp>
        <p:nvSpPr>
          <p:cNvPr id="1407" name="">
            <a:extLst xmlns:a="http://schemas.openxmlformats.org/drawingml/2006/main">
              <a:ext uri="{FF2B5EF4-FFF2-40B4-BE49-F238E27FC236}">
                <a16:creationId xmlns:a16="http://schemas.microsoft.com/office/drawing/2014/main" id="{A0196D53-790E-4CE1-9749-894B9461562E}"/>
              </a:ext>
            </a:extLst>
          </p:cNvPr>
          <p:cNvSpPr>
            <a:spLocks xmlns:a="http://schemas.openxmlformats.org/drawingml/2006/main" noGrp="1"/>
          </p:cNvSpPr>
          <p:nvPr/>
        </p:nvSpPr>
        <p:spPr>
          <a:xfrm xmlns:a="http://schemas.openxmlformats.org/drawingml/2006/main">
            <a:off x="6762750" y="5219700"/>
            <a:ext cx="48697" cy="95250"/>
          </a:xfrm>
          <a:prstGeom xmlns:a="http://schemas.openxmlformats.org/drawingml/2006/main" prst="rect">
            <a:avLst/>
          </a:prstGeom>
          <a:solidFill xmlns:a="http://schemas.openxmlformats.org/drawingml/2006/main">
            <a:srgbClr val="C1473E"/>
          </a:solidFill>
          <a:ln xmlns:a="http://schemas.openxmlformats.org/drawingml/2006/main" w="0">
            <a:noFill/>
          </a:ln>
        </p:spPr>
      </p:sp>
      <p:sp>
        <p:nvSpPr>
          <p:cNvPr id="1408" name="">
            <a:extLst xmlns:a="http://schemas.openxmlformats.org/drawingml/2006/main">
              <a:ext uri="{FF2B5EF4-FFF2-40B4-BE49-F238E27FC236}">
                <a16:creationId xmlns:a16="http://schemas.microsoft.com/office/drawing/2014/main" id="{420F7316-E5B6-4696-AE89-CB4242B6EBAE}"/>
              </a:ext>
            </a:extLst>
          </p:cNvPr>
          <p:cNvSpPr>
            <a:spLocks xmlns:a="http://schemas.openxmlformats.org/drawingml/2006/main" noGrp="1"/>
          </p:cNvSpPr>
          <p:nvPr/>
        </p:nvSpPr>
        <p:spPr>
          <a:xfrm xmlns:a="http://schemas.openxmlformats.org/drawingml/2006/main">
            <a:off x="6810970" y="5219700"/>
            <a:ext cx="48697" cy="95250"/>
          </a:xfrm>
          <a:prstGeom xmlns:a="http://schemas.openxmlformats.org/drawingml/2006/main" prst="rect">
            <a:avLst/>
          </a:prstGeom>
          <a:solidFill xmlns:a="http://schemas.openxmlformats.org/drawingml/2006/main">
            <a:srgbClr val="C24C43"/>
          </a:solidFill>
          <a:ln xmlns:a="http://schemas.openxmlformats.org/drawingml/2006/main" w="0">
            <a:noFill/>
          </a:ln>
        </p:spPr>
      </p:sp>
      <p:sp>
        <p:nvSpPr>
          <p:cNvPr id="1409" name="">
            <a:extLst xmlns:a="http://schemas.openxmlformats.org/drawingml/2006/main">
              <a:ext uri="{FF2B5EF4-FFF2-40B4-BE49-F238E27FC236}">
                <a16:creationId xmlns:a16="http://schemas.microsoft.com/office/drawing/2014/main" id="{8653EE55-C545-49B2-B6BE-953E63DC6A43}"/>
              </a:ext>
            </a:extLst>
          </p:cNvPr>
          <p:cNvSpPr>
            <a:spLocks xmlns:a="http://schemas.openxmlformats.org/drawingml/2006/main" noGrp="1"/>
          </p:cNvSpPr>
          <p:nvPr/>
        </p:nvSpPr>
        <p:spPr>
          <a:xfrm xmlns:a="http://schemas.openxmlformats.org/drawingml/2006/main">
            <a:off x="6859191" y="5219700"/>
            <a:ext cx="48697" cy="95250"/>
          </a:xfrm>
          <a:prstGeom xmlns:a="http://schemas.openxmlformats.org/drawingml/2006/main" prst="rect">
            <a:avLst/>
          </a:prstGeom>
          <a:solidFill xmlns:a="http://schemas.openxmlformats.org/drawingml/2006/main">
            <a:srgbClr val="C45148"/>
          </a:solidFill>
          <a:ln xmlns:a="http://schemas.openxmlformats.org/drawingml/2006/main" w="0">
            <a:noFill/>
          </a:ln>
        </p:spPr>
      </p:sp>
      <p:sp>
        <p:nvSpPr>
          <p:cNvPr id="1410" name="">
            <a:extLst xmlns:a="http://schemas.openxmlformats.org/drawingml/2006/main">
              <a:ext uri="{FF2B5EF4-FFF2-40B4-BE49-F238E27FC236}">
                <a16:creationId xmlns:a16="http://schemas.microsoft.com/office/drawing/2014/main" id="{D79DEDD5-6CB4-4D8D-B296-DA2795B4B68F}"/>
              </a:ext>
            </a:extLst>
          </p:cNvPr>
          <p:cNvSpPr>
            <a:spLocks xmlns:a="http://schemas.openxmlformats.org/drawingml/2006/main" noGrp="1"/>
          </p:cNvSpPr>
          <p:nvPr/>
        </p:nvSpPr>
        <p:spPr>
          <a:xfrm xmlns:a="http://schemas.openxmlformats.org/drawingml/2006/main">
            <a:off x="6907411" y="5219700"/>
            <a:ext cx="48697" cy="95250"/>
          </a:xfrm>
          <a:prstGeom xmlns:a="http://schemas.openxmlformats.org/drawingml/2006/main" prst="rect">
            <a:avLst/>
          </a:prstGeom>
          <a:solidFill xmlns:a="http://schemas.openxmlformats.org/drawingml/2006/main">
            <a:srgbClr val="C6554D"/>
          </a:solidFill>
          <a:ln xmlns:a="http://schemas.openxmlformats.org/drawingml/2006/main" w="0">
            <a:noFill/>
          </a:ln>
        </p:spPr>
      </p:sp>
      <p:sp>
        <p:nvSpPr>
          <p:cNvPr id="1411" name="">
            <a:extLst xmlns:a="http://schemas.openxmlformats.org/drawingml/2006/main">
              <a:ext uri="{FF2B5EF4-FFF2-40B4-BE49-F238E27FC236}">
                <a16:creationId xmlns:a16="http://schemas.microsoft.com/office/drawing/2014/main" id="{3DBD6914-B443-48F0-9D7C-CA8EF37BECBC}"/>
              </a:ext>
            </a:extLst>
          </p:cNvPr>
          <p:cNvSpPr>
            <a:spLocks xmlns:a="http://schemas.openxmlformats.org/drawingml/2006/main" noGrp="1"/>
          </p:cNvSpPr>
          <p:nvPr/>
        </p:nvSpPr>
        <p:spPr>
          <a:xfrm xmlns:a="http://schemas.openxmlformats.org/drawingml/2006/main">
            <a:off x="6955631" y="5219700"/>
            <a:ext cx="48697" cy="95250"/>
          </a:xfrm>
          <a:prstGeom xmlns:a="http://schemas.openxmlformats.org/drawingml/2006/main" prst="rect">
            <a:avLst/>
          </a:prstGeom>
          <a:solidFill xmlns:a="http://schemas.openxmlformats.org/drawingml/2006/main">
            <a:srgbClr val="C75A52"/>
          </a:solidFill>
          <a:ln xmlns:a="http://schemas.openxmlformats.org/drawingml/2006/main" w="0">
            <a:noFill/>
          </a:ln>
        </p:spPr>
      </p:sp>
      <p:sp>
        <p:nvSpPr>
          <p:cNvPr id="1412" name="">
            <a:extLst xmlns:a="http://schemas.openxmlformats.org/drawingml/2006/main">
              <a:ext uri="{FF2B5EF4-FFF2-40B4-BE49-F238E27FC236}">
                <a16:creationId xmlns:a16="http://schemas.microsoft.com/office/drawing/2014/main" id="{62AD11AF-6659-4710-93AA-11C8E54F83AB}"/>
              </a:ext>
            </a:extLst>
          </p:cNvPr>
          <p:cNvSpPr>
            <a:spLocks xmlns:a="http://schemas.openxmlformats.org/drawingml/2006/main" noGrp="1"/>
          </p:cNvSpPr>
          <p:nvPr/>
        </p:nvSpPr>
        <p:spPr>
          <a:xfrm xmlns:a="http://schemas.openxmlformats.org/drawingml/2006/main">
            <a:off x="7003852" y="5219700"/>
            <a:ext cx="48697" cy="95250"/>
          </a:xfrm>
          <a:prstGeom xmlns:a="http://schemas.openxmlformats.org/drawingml/2006/main" prst="rect">
            <a:avLst/>
          </a:prstGeom>
          <a:solidFill xmlns:a="http://schemas.openxmlformats.org/drawingml/2006/main">
            <a:srgbClr val="C95F57"/>
          </a:solidFill>
          <a:ln xmlns:a="http://schemas.openxmlformats.org/drawingml/2006/main" w="0">
            <a:noFill/>
          </a:ln>
        </p:spPr>
      </p:sp>
      <p:sp>
        <p:nvSpPr>
          <p:cNvPr id="1413" name="">
            <a:extLst xmlns:a="http://schemas.openxmlformats.org/drawingml/2006/main">
              <a:ext uri="{FF2B5EF4-FFF2-40B4-BE49-F238E27FC236}">
                <a16:creationId xmlns:a16="http://schemas.microsoft.com/office/drawing/2014/main" id="{60678292-1ECA-414F-A5BB-948511A05A5F}"/>
              </a:ext>
            </a:extLst>
          </p:cNvPr>
          <p:cNvSpPr>
            <a:spLocks xmlns:a="http://schemas.openxmlformats.org/drawingml/2006/main" noGrp="1"/>
          </p:cNvSpPr>
          <p:nvPr/>
        </p:nvSpPr>
        <p:spPr>
          <a:xfrm xmlns:a="http://schemas.openxmlformats.org/drawingml/2006/main">
            <a:off x="7052072" y="5219700"/>
            <a:ext cx="48697" cy="95250"/>
          </a:xfrm>
          <a:prstGeom xmlns:a="http://schemas.openxmlformats.org/drawingml/2006/main" prst="rect">
            <a:avLst/>
          </a:prstGeom>
          <a:solidFill xmlns:a="http://schemas.openxmlformats.org/drawingml/2006/main">
            <a:srgbClr val="CA635C"/>
          </a:solidFill>
          <a:ln xmlns:a="http://schemas.openxmlformats.org/drawingml/2006/main" w="0">
            <a:noFill/>
          </a:ln>
        </p:spPr>
      </p:sp>
      <p:sp>
        <p:nvSpPr>
          <p:cNvPr id="1414" name="">
            <a:extLst xmlns:a="http://schemas.openxmlformats.org/drawingml/2006/main">
              <a:ext uri="{FF2B5EF4-FFF2-40B4-BE49-F238E27FC236}">
                <a16:creationId xmlns:a16="http://schemas.microsoft.com/office/drawing/2014/main" id="{74E79376-143B-4822-ABAA-F55A78995B27}"/>
              </a:ext>
            </a:extLst>
          </p:cNvPr>
          <p:cNvSpPr>
            <a:spLocks xmlns:a="http://schemas.openxmlformats.org/drawingml/2006/main" noGrp="1"/>
          </p:cNvSpPr>
          <p:nvPr/>
        </p:nvSpPr>
        <p:spPr>
          <a:xfrm xmlns:a="http://schemas.openxmlformats.org/drawingml/2006/main">
            <a:off x="7100292" y="5219700"/>
            <a:ext cx="48697" cy="95250"/>
          </a:xfrm>
          <a:prstGeom xmlns:a="http://schemas.openxmlformats.org/drawingml/2006/main" prst="rect">
            <a:avLst/>
          </a:prstGeom>
          <a:solidFill xmlns:a="http://schemas.openxmlformats.org/drawingml/2006/main">
            <a:srgbClr val="CC6861"/>
          </a:solidFill>
          <a:ln xmlns:a="http://schemas.openxmlformats.org/drawingml/2006/main" w="0">
            <a:noFill/>
          </a:ln>
        </p:spPr>
      </p:sp>
      <p:sp>
        <p:nvSpPr>
          <p:cNvPr id="1415" name="">
            <a:extLst xmlns:a="http://schemas.openxmlformats.org/drawingml/2006/main">
              <a:ext uri="{FF2B5EF4-FFF2-40B4-BE49-F238E27FC236}">
                <a16:creationId xmlns:a16="http://schemas.microsoft.com/office/drawing/2014/main" id="{0557C526-B024-4027-9804-6FB018F753C5}"/>
              </a:ext>
            </a:extLst>
          </p:cNvPr>
          <p:cNvSpPr>
            <a:spLocks xmlns:a="http://schemas.openxmlformats.org/drawingml/2006/main" noGrp="1"/>
          </p:cNvSpPr>
          <p:nvPr/>
        </p:nvSpPr>
        <p:spPr>
          <a:xfrm xmlns:a="http://schemas.openxmlformats.org/drawingml/2006/main">
            <a:off x="7148513" y="5219700"/>
            <a:ext cx="48697" cy="95250"/>
          </a:xfrm>
          <a:prstGeom xmlns:a="http://schemas.openxmlformats.org/drawingml/2006/main" prst="rect">
            <a:avLst/>
          </a:prstGeom>
          <a:solidFill xmlns:a="http://schemas.openxmlformats.org/drawingml/2006/main">
            <a:srgbClr val="CD6D65"/>
          </a:solidFill>
          <a:ln xmlns:a="http://schemas.openxmlformats.org/drawingml/2006/main" w="0">
            <a:noFill/>
          </a:ln>
        </p:spPr>
      </p:sp>
      <p:sp>
        <p:nvSpPr>
          <p:cNvPr id="1416" name="">
            <a:extLst xmlns:a="http://schemas.openxmlformats.org/drawingml/2006/main">
              <a:ext uri="{FF2B5EF4-FFF2-40B4-BE49-F238E27FC236}">
                <a16:creationId xmlns:a16="http://schemas.microsoft.com/office/drawing/2014/main" id="{B18AAFA0-B965-43F0-BFB5-D5ADED8F0E9F}"/>
              </a:ext>
            </a:extLst>
          </p:cNvPr>
          <p:cNvSpPr>
            <a:spLocks xmlns:a="http://schemas.openxmlformats.org/drawingml/2006/main" noGrp="1"/>
          </p:cNvSpPr>
          <p:nvPr/>
        </p:nvSpPr>
        <p:spPr>
          <a:xfrm xmlns:a="http://schemas.openxmlformats.org/drawingml/2006/main">
            <a:off x="7196733" y="5219700"/>
            <a:ext cx="48697" cy="95250"/>
          </a:xfrm>
          <a:prstGeom xmlns:a="http://schemas.openxmlformats.org/drawingml/2006/main" prst="rect">
            <a:avLst/>
          </a:prstGeom>
          <a:solidFill xmlns:a="http://schemas.openxmlformats.org/drawingml/2006/main">
            <a:srgbClr val="CF716A"/>
          </a:solidFill>
          <a:ln xmlns:a="http://schemas.openxmlformats.org/drawingml/2006/main" w="0">
            <a:noFill/>
          </a:ln>
        </p:spPr>
      </p:sp>
      <p:sp>
        <p:nvSpPr>
          <p:cNvPr id="1417" name="">
            <a:extLst xmlns:a="http://schemas.openxmlformats.org/drawingml/2006/main">
              <a:ext uri="{FF2B5EF4-FFF2-40B4-BE49-F238E27FC236}">
                <a16:creationId xmlns:a16="http://schemas.microsoft.com/office/drawing/2014/main" id="{B468BC6B-3F5E-476D-9678-9560516EEED0}"/>
              </a:ext>
            </a:extLst>
          </p:cNvPr>
          <p:cNvSpPr>
            <a:spLocks xmlns:a="http://schemas.openxmlformats.org/drawingml/2006/main" noGrp="1"/>
          </p:cNvSpPr>
          <p:nvPr/>
        </p:nvSpPr>
        <p:spPr>
          <a:xfrm xmlns:a="http://schemas.openxmlformats.org/drawingml/2006/main">
            <a:off x="7244953" y="5219700"/>
            <a:ext cx="48697" cy="95250"/>
          </a:xfrm>
          <a:prstGeom xmlns:a="http://schemas.openxmlformats.org/drawingml/2006/main" prst="rect">
            <a:avLst/>
          </a:prstGeom>
          <a:solidFill xmlns:a="http://schemas.openxmlformats.org/drawingml/2006/main">
            <a:srgbClr val="D1766F"/>
          </a:solidFill>
          <a:ln xmlns:a="http://schemas.openxmlformats.org/drawingml/2006/main" w="0">
            <a:noFill/>
          </a:ln>
        </p:spPr>
      </p:sp>
      <p:sp>
        <p:nvSpPr>
          <p:cNvPr id="1418" name="">
            <a:extLst xmlns:a="http://schemas.openxmlformats.org/drawingml/2006/main">
              <a:ext uri="{FF2B5EF4-FFF2-40B4-BE49-F238E27FC236}">
                <a16:creationId xmlns:a16="http://schemas.microsoft.com/office/drawing/2014/main" id="{2246B250-8EA8-4881-A6A1-225CF4C9F021}"/>
              </a:ext>
            </a:extLst>
          </p:cNvPr>
          <p:cNvSpPr>
            <a:spLocks xmlns:a="http://schemas.openxmlformats.org/drawingml/2006/main" noGrp="1"/>
          </p:cNvSpPr>
          <p:nvPr/>
        </p:nvSpPr>
        <p:spPr>
          <a:xfrm xmlns:a="http://schemas.openxmlformats.org/drawingml/2006/main">
            <a:off x="7293173" y="5219700"/>
            <a:ext cx="48697" cy="95250"/>
          </a:xfrm>
          <a:prstGeom xmlns:a="http://schemas.openxmlformats.org/drawingml/2006/main" prst="rect">
            <a:avLst/>
          </a:prstGeom>
          <a:solidFill xmlns:a="http://schemas.openxmlformats.org/drawingml/2006/main">
            <a:srgbClr val="D27A74"/>
          </a:solidFill>
          <a:ln xmlns:a="http://schemas.openxmlformats.org/drawingml/2006/main" w="0">
            <a:noFill/>
          </a:ln>
        </p:spPr>
      </p:sp>
      <p:sp>
        <p:nvSpPr>
          <p:cNvPr id="1419" name="">
            <a:extLst xmlns:a="http://schemas.openxmlformats.org/drawingml/2006/main">
              <a:ext uri="{FF2B5EF4-FFF2-40B4-BE49-F238E27FC236}">
                <a16:creationId xmlns:a16="http://schemas.microsoft.com/office/drawing/2014/main" id="{D7ED1536-88CF-4139-8FFB-F11E6A2F3564}"/>
              </a:ext>
            </a:extLst>
          </p:cNvPr>
          <p:cNvSpPr>
            <a:spLocks xmlns:a="http://schemas.openxmlformats.org/drawingml/2006/main" noGrp="1"/>
          </p:cNvSpPr>
          <p:nvPr/>
        </p:nvSpPr>
        <p:spPr>
          <a:xfrm xmlns:a="http://schemas.openxmlformats.org/drawingml/2006/main">
            <a:off x="7341394" y="5219700"/>
            <a:ext cx="48697" cy="95250"/>
          </a:xfrm>
          <a:prstGeom xmlns:a="http://schemas.openxmlformats.org/drawingml/2006/main" prst="rect">
            <a:avLst/>
          </a:prstGeom>
          <a:solidFill xmlns:a="http://schemas.openxmlformats.org/drawingml/2006/main">
            <a:srgbClr val="D47F79"/>
          </a:solidFill>
          <a:ln xmlns:a="http://schemas.openxmlformats.org/drawingml/2006/main" w="0">
            <a:noFill/>
          </a:ln>
        </p:spPr>
      </p:sp>
      <p:sp>
        <p:nvSpPr>
          <p:cNvPr id="1420" name="">
            <a:extLst xmlns:a="http://schemas.openxmlformats.org/drawingml/2006/main">
              <a:ext uri="{FF2B5EF4-FFF2-40B4-BE49-F238E27FC236}">
                <a16:creationId xmlns:a16="http://schemas.microsoft.com/office/drawing/2014/main" id="{9073C9F6-036C-4623-9743-DC4FFE5C7B74}"/>
              </a:ext>
            </a:extLst>
          </p:cNvPr>
          <p:cNvSpPr>
            <a:spLocks xmlns:a="http://schemas.openxmlformats.org/drawingml/2006/main" noGrp="1"/>
          </p:cNvSpPr>
          <p:nvPr/>
        </p:nvSpPr>
        <p:spPr>
          <a:xfrm xmlns:a="http://schemas.openxmlformats.org/drawingml/2006/main">
            <a:off x="7389614" y="5219700"/>
            <a:ext cx="48697" cy="95250"/>
          </a:xfrm>
          <a:prstGeom xmlns:a="http://schemas.openxmlformats.org/drawingml/2006/main" prst="rect">
            <a:avLst/>
          </a:prstGeom>
          <a:solidFill xmlns:a="http://schemas.openxmlformats.org/drawingml/2006/main">
            <a:srgbClr val="D5847E"/>
          </a:solidFill>
          <a:ln xmlns:a="http://schemas.openxmlformats.org/drawingml/2006/main" w="0">
            <a:noFill/>
          </a:ln>
        </p:spPr>
      </p:sp>
      <p:sp>
        <p:nvSpPr>
          <p:cNvPr id="1421" name="">
            <a:extLst xmlns:a="http://schemas.openxmlformats.org/drawingml/2006/main">
              <a:ext uri="{FF2B5EF4-FFF2-40B4-BE49-F238E27FC236}">
                <a16:creationId xmlns:a16="http://schemas.microsoft.com/office/drawing/2014/main" id="{FF43AB27-DD2C-408C-8D81-4BDF4415A19F}"/>
              </a:ext>
            </a:extLst>
          </p:cNvPr>
          <p:cNvSpPr>
            <a:spLocks xmlns:a="http://schemas.openxmlformats.org/drawingml/2006/main" noGrp="1"/>
          </p:cNvSpPr>
          <p:nvPr/>
        </p:nvSpPr>
        <p:spPr>
          <a:xfrm xmlns:a="http://schemas.openxmlformats.org/drawingml/2006/main">
            <a:off x="7437834" y="5219700"/>
            <a:ext cx="48697" cy="95250"/>
          </a:xfrm>
          <a:prstGeom xmlns:a="http://schemas.openxmlformats.org/drawingml/2006/main" prst="rect">
            <a:avLst/>
          </a:prstGeom>
          <a:solidFill xmlns:a="http://schemas.openxmlformats.org/drawingml/2006/main">
            <a:srgbClr val="D78883"/>
          </a:solidFill>
          <a:ln xmlns:a="http://schemas.openxmlformats.org/drawingml/2006/main" w="0">
            <a:noFill/>
          </a:ln>
        </p:spPr>
      </p:sp>
      <p:sp>
        <p:nvSpPr>
          <p:cNvPr id="1422" name="">
            <a:extLst xmlns:a="http://schemas.openxmlformats.org/drawingml/2006/main">
              <a:ext uri="{FF2B5EF4-FFF2-40B4-BE49-F238E27FC236}">
                <a16:creationId xmlns:a16="http://schemas.microsoft.com/office/drawing/2014/main" id="{BB00BE2C-9D47-488D-97AE-2461CC59C790}"/>
              </a:ext>
            </a:extLst>
          </p:cNvPr>
          <p:cNvSpPr>
            <a:spLocks xmlns:a="http://schemas.openxmlformats.org/drawingml/2006/main" noGrp="1"/>
          </p:cNvSpPr>
          <p:nvPr/>
        </p:nvSpPr>
        <p:spPr>
          <a:xfrm xmlns:a="http://schemas.openxmlformats.org/drawingml/2006/main">
            <a:off x="7486055" y="5219700"/>
            <a:ext cx="48697" cy="95250"/>
          </a:xfrm>
          <a:prstGeom xmlns:a="http://schemas.openxmlformats.org/drawingml/2006/main" prst="rect">
            <a:avLst/>
          </a:prstGeom>
          <a:solidFill xmlns:a="http://schemas.openxmlformats.org/drawingml/2006/main">
            <a:srgbClr val="D88D88"/>
          </a:solidFill>
          <a:ln xmlns:a="http://schemas.openxmlformats.org/drawingml/2006/main" w="0">
            <a:noFill/>
          </a:ln>
        </p:spPr>
      </p:sp>
      <p:sp>
        <p:nvSpPr>
          <p:cNvPr id="1423" name="">
            <a:extLst xmlns:a="http://schemas.openxmlformats.org/drawingml/2006/main">
              <a:ext uri="{FF2B5EF4-FFF2-40B4-BE49-F238E27FC236}">
                <a16:creationId xmlns:a16="http://schemas.microsoft.com/office/drawing/2014/main" id="{8BE16034-A263-4789-95E3-9263F8DC1549}"/>
              </a:ext>
            </a:extLst>
          </p:cNvPr>
          <p:cNvSpPr>
            <a:spLocks xmlns:a="http://schemas.openxmlformats.org/drawingml/2006/main" noGrp="1"/>
          </p:cNvSpPr>
          <p:nvPr/>
        </p:nvSpPr>
        <p:spPr>
          <a:xfrm xmlns:a="http://schemas.openxmlformats.org/drawingml/2006/main">
            <a:off x="7534275" y="5219700"/>
            <a:ext cx="48697" cy="95250"/>
          </a:xfrm>
          <a:prstGeom xmlns:a="http://schemas.openxmlformats.org/drawingml/2006/main" prst="rect">
            <a:avLst/>
          </a:prstGeom>
          <a:solidFill xmlns:a="http://schemas.openxmlformats.org/drawingml/2006/main">
            <a:srgbClr val="DA928C"/>
          </a:solidFill>
          <a:ln xmlns:a="http://schemas.openxmlformats.org/drawingml/2006/main" w="0">
            <a:noFill/>
          </a:ln>
        </p:spPr>
      </p:sp>
      <p:sp>
        <p:nvSpPr>
          <p:cNvPr id="1424" name="">
            <a:extLst xmlns:a="http://schemas.openxmlformats.org/drawingml/2006/main">
              <a:ext uri="{FF2B5EF4-FFF2-40B4-BE49-F238E27FC236}">
                <a16:creationId xmlns:a16="http://schemas.microsoft.com/office/drawing/2014/main" id="{5EAAFB4E-0D8D-4FAC-A2E5-D62B7E4C61A6}"/>
              </a:ext>
            </a:extLst>
          </p:cNvPr>
          <p:cNvSpPr>
            <a:spLocks xmlns:a="http://schemas.openxmlformats.org/drawingml/2006/main" noGrp="1"/>
          </p:cNvSpPr>
          <p:nvPr/>
        </p:nvSpPr>
        <p:spPr>
          <a:xfrm xmlns:a="http://schemas.openxmlformats.org/drawingml/2006/main">
            <a:off x="7582495" y="5219700"/>
            <a:ext cx="48697" cy="95250"/>
          </a:xfrm>
          <a:prstGeom xmlns:a="http://schemas.openxmlformats.org/drawingml/2006/main" prst="rect">
            <a:avLst/>
          </a:prstGeom>
          <a:solidFill xmlns:a="http://schemas.openxmlformats.org/drawingml/2006/main">
            <a:srgbClr val="DC9691"/>
          </a:solidFill>
          <a:ln xmlns:a="http://schemas.openxmlformats.org/drawingml/2006/main" w="0">
            <a:noFill/>
          </a:ln>
        </p:spPr>
      </p:sp>
      <p:sp>
        <p:nvSpPr>
          <p:cNvPr id="1425" name="">
            <a:extLst xmlns:a="http://schemas.openxmlformats.org/drawingml/2006/main">
              <a:ext uri="{FF2B5EF4-FFF2-40B4-BE49-F238E27FC236}">
                <a16:creationId xmlns:a16="http://schemas.microsoft.com/office/drawing/2014/main" id="{26FAB978-77C5-414B-A4D2-6CF39C076112}"/>
              </a:ext>
            </a:extLst>
          </p:cNvPr>
          <p:cNvSpPr>
            <a:spLocks xmlns:a="http://schemas.openxmlformats.org/drawingml/2006/main" noGrp="1"/>
          </p:cNvSpPr>
          <p:nvPr/>
        </p:nvSpPr>
        <p:spPr>
          <a:xfrm xmlns:a="http://schemas.openxmlformats.org/drawingml/2006/main">
            <a:off x="7630716" y="5219700"/>
            <a:ext cx="48697" cy="95250"/>
          </a:xfrm>
          <a:prstGeom xmlns:a="http://schemas.openxmlformats.org/drawingml/2006/main" prst="rect">
            <a:avLst/>
          </a:prstGeom>
          <a:solidFill xmlns:a="http://schemas.openxmlformats.org/drawingml/2006/main">
            <a:srgbClr val="DD9B96"/>
          </a:solidFill>
          <a:ln xmlns:a="http://schemas.openxmlformats.org/drawingml/2006/main" w="0">
            <a:noFill/>
          </a:ln>
        </p:spPr>
      </p:sp>
      <p:sp>
        <p:nvSpPr>
          <p:cNvPr id="1426" name="">
            <a:extLst xmlns:a="http://schemas.openxmlformats.org/drawingml/2006/main">
              <a:ext uri="{FF2B5EF4-FFF2-40B4-BE49-F238E27FC236}">
                <a16:creationId xmlns:a16="http://schemas.microsoft.com/office/drawing/2014/main" id="{8BD78BE5-52ED-4659-800B-1808E84F050D}"/>
              </a:ext>
            </a:extLst>
          </p:cNvPr>
          <p:cNvSpPr>
            <a:spLocks xmlns:a="http://schemas.openxmlformats.org/drawingml/2006/main" noGrp="1"/>
          </p:cNvSpPr>
          <p:nvPr/>
        </p:nvSpPr>
        <p:spPr>
          <a:xfrm xmlns:a="http://schemas.openxmlformats.org/drawingml/2006/main">
            <a:off x="7678936" y="5219700"/>
            <a:ext cx="48697" cy="95250"/>
          </a:xfrm>
          <a:prstGeom xmlns:a="http://schemas.openxmlformats.org/drawingml/2006/main" prst="rect">
            <a:avLst/>
          </a:prstGeom>
          <a:solidFill xmlns:a="http://schemas.openxmlformats.org/drawingml/2006/main">
            <a:srgbClr val="DFA09B"/>
          </a:solidFill>
          <a:ln xmlns:a="http://schemas.openxmlformats.org/drawingml/2006/main" w="0">
            <a:noFill/>
          </a:ln>
        </p:spPr>
      </p:sp>
      <p:sp>
        <p:nvSpPr>
          <p:cNvPr id="1427" name="">
            <a:extLst xmlns:a="http://schemas.openxmlformats.org/drawingml/2006/main">
              <a:ext uri="{FF2B5EF4-FFF2-40B4-BE49-F238E27FC236}">
                <a16:creationId xmlns:a16="http://schemas.microsoft.com/office/drawing/2014/main" id="{65A51A94-138B-4C39-B088-3A898C4FE571}"/>
              </a:ext>
            </a:extLst>
          </p:cNvPr>
          <p:cNvSpPr>
            <a:spLocks xmlns:a="http://schemas.openxmlformats.org/drawingml/2006/main" noGrp="1"/>
          </p:cNvSpPr>
          <p:nvPr/>
        </p:nvSpPr>
        <p:spPr>
          <a:xfrm xmlns:a="http://schemas.openxmlformats.org/drawingml/2006/main">
            <a:off x="7727156" y="5219700"/>
            <a:ext cx="48697" cy="95250"/>
          </a:xfrm>
          <a:prstGeom xmlns:a="http://schemas.openxmlformats.org/drawingml/2006/main" prst="rect">
            <a:avLst/>
          </a:prstGeom>
          <a:solidFill xmlns:a="http://schemas.openxmlformats.org/drawingml/2006/main">
            <a:srgbClr val="E0A4A0"/>
          </a:solidFill>
          <a:ln xmlns:a="http://schemas.openxmlformats.org/drawingml/2006/main" w="0">
            <a:noFill/>
          </a:ln>
        </p:spPr>
      </p:sp>
      <p:sp>
        <p:nvSpPr>
          <p:cNvPr id="1428" name="">
            <a:extLst xmlns:a="http://schemas.openxmlformats.org/drawingml/2006/main">
              <a:ext uri="{FF2B5EF4-FFF2-40B4-BE49-F238E27FC236}">
                <a16:creationId xmlns:a16="http://schemas.microsoft.com/office/drawing/2014/main" id="{750B67F9-DB3C-491A-B395-574C8930C6A1}"/>
              </a:ext>
            </a:extLst>
          </p:cNvPr>
          <p:cNvSpPr>
            <a:spLocks xmlns:a="http://schemas.openxmlformats.org/drawingml/2006/main" noGrp="1"/>
          </p:cNvSpPr>
          <p:nvPr/>
        </p:nvSpPr>
        <p:spPr>
          <a:xfrm xmlns:a="http://schemas.openxmlformats.org/drawingml/2006/main">
            <a:off x="7775377" y="5219700"/>
            <a:ext cx="48697" cy="95250"/>
          </a:xfrm>
          <a:prstGeom xmlns:a="http://schemas.openxmlformats.org/drawingml/2006/main" prst="rect">
            <a:avLst/>
          </a:prstGeom>
          <a:solidFill xmlns:a="http://schemas.openxmlformats.org/drawingml/2006/main">
            <a:srgbClr val="E2A9A5"/>
          </a:solidFill>
          <a:ln xmlns:a="http://schemas.openxmlformats.org/drawingml/2006/main" w="0">
            <a:noFill/>
          </a:ln>
        </p:spPr>
      </p:sp>
      <p:sp>
        <p:nvSpPr>
          <p:cNvPr id="1429" name="">
            <a:extLst xmlns:a="http://schemas.openxmlformats.org/drawingml/2006/main">
              <a:ext uri="{FF2B5EF4-FFF2-40B4-BE49-F238E27FC236}">
                <a16:creationId xmlns:a16="http://schemas.microsoft.com/office/drawing/2014/main" id="{84EC43B0-A5BC-4880-AF2A-34D5C4758A2B}"/>
              </a:ext>
            </a:extLst>
          </p:cNvPr>
          <p:cNvSpPr>
            <a:spLocks xmlns:a="http://schemas.openxmlformats.org/drawingml/2006/main" noGrp="1"/>
          </p:cNvSpPr>
          <p:nvPr/>
        </p:nvSpPr>
        <p:spPr>
          <a:xfrm xmlns:a="http://schemas.openxmlformats.org/drawingml/2006/main">
            <a:off x="7823597" y="5219700"/>
            <a:ext cx="48697" cy="95250"/>
          </a:xfrm>
          <a:prstGeom xmlns:a="http://schemas.openxmlformats.org/drawingml/2006/main" prst="rect">
            <a:avLst/>
          </a:prstGeom>
          <a:solidFill xmlns:a="http://schemas.openxmlformats.org/drawingml/2006/main">
            <a:srgbClr val="E3AEAA"/>
          </a:solidFill>
          <a:ln xmlns:a="http://schemas.openxmlformats.org/drawingml/2006/main" w="0">
            <a:noFill/>
          </a:ln>
        </p:spPr>
      </p:sp>
      <p:sp>
        <p:nvSpPr>
          <p:cNvPr id="1430" name="">
            <a:extLst xmlns:a="http://schemas.openxmlformats.org/drawingml/2006/main">
              <a:ext uri="{FF2B5EF4-FFF2-40B4-BE49-F238E27FC236}">
                <a16:creationId xmlns:a16="http://schemas.microsoft.com/office/drawing/2014/main" id="{09CEDFC9-C88A-4F9C-85F6-831FC48765F7}"/>
              </a:ext>
            </a:extLst>
          </p:cNvPr>
          <p:cNvSpPr>
            <a:spLocks xmlns:a="http://schemas.openxmlformats.org/drawingml/2006/main" noGrp="1"/>
          </p:cNvSpPr>
          <p:nvPr/>
        </p:nvSpPr>
        <p:spPr>
          <a:xfrm xmlns:a="http://schemas.openxmlformats.org/drawingml/2006/main">
            <a:off x="7871817" y="5219700"/>
            <a:ext cx="48697" cy="95250"/>
          </a:xfrm>
          <a:prstGeom xmlns:a="http://schemas.openxmlformats.org/drawingml/2006/main" prst="rect">
            <a:avLst/>
          </a:prstGeom>
          <a:solidFill xmlns:a="http://schemas.openxmlformats.org/drawingml/2006/main">
            <a:srgbClr val="E5B2AF"/>
          </a:solidFill>
          <a:ln xmlns:a="http://schemas.openxmlformats.org/drawingml/2006/main" w="0">
            <a:noFill/>
          </a:ln>
        </p:spPr>
      </p:sp>
      <p:sp>
        <p:nvSpPr>
          <p:cNvPr id="1431" name="">
            <a:extLst xmlns:a="http://schemas.openxmlformats.org/drawingml/2006/main">
              <a:ext uri="{FF2B5EF4-FFF2-40B4-BE49-F238E27FC236}">
                <a16:creationId xmlns:a16="http://schemas.microsoft.com/office/drawing/2014/main" id="{23C476A6-7BA8-4210-9CC4-A2B7DDD3ADB5}"/>
              </a:ext>
            </a:extLst>
          </p:cNvPr>
          <p:cNvSpPr>
            <a:spLocks xmlns:a="http://schemas.openxmlformats.org/drawingml/2006/main" noGrp="1"/>
          </p:cNvSpPr>
          <p:nvPr/>
        </p:nvSpPr>
        <p:spPr>
          <a:xfrm xmlns:a="http://schemas.openxmlformats.org/drawingml/2006/main">
            <a:off x="7920038" y="5219700"/>
            <a:ext cx="48697" cy="95250"/>
          </a:xfrm>
          <a:prstGeom xmlns:a="http://schemas.openxmlformats.org/drawingml/2006/main" prst="rect">
            <a:avLst/>
          </a:prstGeom>
          <a:solidFill xmlns:a="http://schemas.openxmlformats.org/drawingml/2006/main">
            <a:srgbClr val="E7B7B3"/>
          </a:solidFill>
          <a:ln xmlns:a="http://schemas.openxmlformats.org/drawingml/2006/main" w="0">
            <a:noFill/>
          </a:ln>
        </p:spPr>
      </p:sp>
      <p:sp>
        <p:nvSpPr>
          <p:cNvPr id="1432" name="">
            <a:extLst xmlns:a="http://schemas.openxmlformats.org/drawingml/2006/main">
              <a:ext uri="{FF2B5EF4-FFF2-40B4-BE49-F238E27FC236}">
                <a16:creationId xmlns:a16="http://schemas.microsoft.com/office/drawing/2014/main" id="{78A81297-D9A6-4936-8C5C-ABD4D9BEC5A5}"/>
              </a:ext>
            </a:extLst>
          </p:cNvPr>
          <p:cNvSpPr>
            <a:spLocks xmlns:a="http://schemas.openxmlformats.org/drawingml/2006/main" noGrp="1"/>
          </p:cNvSpPr>
          <p:nvPr/>
        </p:nvSpPr>
        <p:spPr>
          <a:xfrm xmlns:a="http://schemas.openxmlformats.org/drawingml/2006/main">
            <a:off x="7968258" y="5219700"/>
            <a:ext cx="48697" cy="95250"/>
          </a:xfrm>
          <a:prstGeom xmlns:a="http://schemas.openxmlformats.org/drawingml/2006/main" prst="rect">
            <a:avLst/>
          </a:prstGeom>
          <a:solidFill xmlns:a="http://schemas.openxmlformats.org/drawingml/2006/main">
            <a:srgbClr val="E8BCB8"/>
          </a:solidFill>
          <a:ln xmlns:a="http://schemas.openxmlformats.org/drawingml/2006/main" w="0">
            <a:noFill/>
          </a:ln>
        </p:spPr>
      </p:sp>
      <p:sp>
        <p:nvSpPr>
          <p:cNvPr id="1433" name="">
            <a:extLst xmlns:a="http://schemas.openxmlformats.org/drawingml/2006/main">
              <a:ext uri="{FF2B5EF4-FFF2-40B4-BE49-F238E27FC236}">
                <a16:creationId xmlns:a16="http://schemas.microsoft.com/office/drawing/2014/main" id="{494F2BAB-8D36-4D16-B0F1-1EC706B806D6}"/>
              </a:ext>
            </a:extLst>
          </p:cNvPr>
          <p:cNvSpPr>
            <a:spLocks xmlns:a="http://schemas.openxmlformats.org/drawingml/2006/main" noGrp="1"/>
          </p:cNvSpPr>
          <p:nvPr/>
        </p:nvSpPr>
        <p:spPr>
          <a:xfrm xmlns:a="http://schemas.openxmlformats.org/drawingml/2006/main">
            <a:off x="8016478" y="5219700"/>
            <a:ext cx="48697" cy="95250"/>
          </a:xfrm>
          <a:prstGeom xmlns:a="http://schemas.openxmlformats.org/drawingml/2006/main" prst="rect">
            <a:avLst/>
          </a:prstGeom>
          <a:solidFill xmlns:a="http://schemas.openxmlformats.org/drawingml/2006/main">
            <a:srgbClr val="EAC0BD"/>
          </a:solidFill>
          <a:ln xmlns:a="http://schemas.openxmlformats.org/drawingml/2006/main" w="0">
            <a:noFill/>
          </a:ln>
        </p:spPr>
      </p:sp>
      <p:sp>
        <p:nvSpPr>
          <p:cNvPr id="1434" name="">
            <a:extLst xmlns:a="http://schemas.openxmlformats.org/drawingml/2006/main">
              <a:ext uri="{FF2B5EF4-FFF2-40B4-BE49-F238E27FC236}">
                <a16:creationId xmlns:a16="http://schemas.microsoft.com/office/drawing/2014/main" id="{CD915067-D7B8-4686-B070-3476F5CAED98}"/>
              </a:ext>
            </a:extLst>
          </p:cNvPr>
          <p:cNvSpPr>
            <a:spLocks xmlns:a="http://schemas.openxmlformats.org/drawingml/2006/main" noGrp="1"/>
          </p:cNvSpPr>
          <p:nvPr/>
        </p:nvSpPr>
        <p:spPr>
          <a:xfrm xmlns:a="http://schemas.openxmlformats.org/drawingml/2006/main">
            <a:off x="8064698" y="5219700"/>
            <a:ext cx="48697" cy="95250"/>
          </a:xfrm>
          <a:prstGeom xmlns:a="http://schemas.openxmlformats.org/drawingml/2006/main" prst="rect">
            <a:avLst/>
          </a:prstGeom>
          <a:solidFill xmlns:a="http://schemas.openxmlformats.org/drawingml/2006/main">
            <a:srgbClr val="EBC5C2"/>
          </a:solidFill>
          <a:ln xmlns:a="http://schemas.openxmlformats.org/drawingml/2006/main" w="0">
            <a:noFill/>
          </a:ln>
        </p:spPr>
      </p:sp>
      <p:sp>
        <p:nvSpPr>
          <p:cNvPr id="1435" name="">
            <a:extLst xmlns:a="http://schemas.openxmlformats.org/drawingml/2006/main">
              <a:ext uri="{FF2B5EF4-FFF2-40B4-BE49-F238E27FC236}">
                <a16:creationId xmlns:a16="http://schemas.microsoft.com/office/drawing/2014/main" id="{0041E433-0055-4689-B9D5-B94F27D4DBDC}"/>
              </a:ext>
            </a:extLst>
          </p:cNvPr>
          <p:cNvSpPr>
            <a:spLocks xmlns:a="http://schemas.openxmlformats.org/drawingml/2006/main" noGrp="1"/>
          </p:cNvSpPr>
          <p:nvPr/>
        </p:nvSpPr>
        <p:spPr>
          <a:xfrm xmlns:a="http://schemas.openxmlformats.org/drawingml/2006/main">
            <a:off x="8112919" y="5219700"/>
            <a:ext cx="48697" cy="95250"/>
          </a:xfrm>
          <a:prstGeom xmlns:a="http://schemas.openxmlformats.org/drawingml/2006/main" prst="rect">
            <a:avLst/>
          </a:prstGeom>
          <a:solidFill xmlns:a="http://schemas.openxmlformats.org/drawingml/2006/main">
            <a:srgbClr val="EDCAC7"/>
          </a:solidFill>
          <a:ln xmlns:a="http://schemas.openxmlformats.org/drawingml/2006/main" w="0">
            <a:noFill/>
          </a:ln>
        </p:spPr>
      </p:sp>
      <p:sp>
        <p:nvSpPr>
          <p:cNvPr id="1436" name="">
            <a:extLst xmlns:a="http://schemas.openxmlformats.org/drawingml/2006/main">
              <a:ext uri="{FF2B5EF4-FFF2-40B4-BE49-F238E27FC236}">
                <a16:creationId xmlns:a16="http://schemas.microsoft.com/office/drawing/2014/main" id="{12F70F5A-59F2-4BC4-85D0-17B1C2A4CB95}"/>
              </a:ext>
            </a:extLst>
          </p:cNvPr>
          <p:cNvSpPr>
            <a:spLocks xmlns:a="http://schemas.openxmlformats.org/drawingml/2006/main" noGrp="1"/>
          </p:cNvSpPr>
          <p:nvPr/>
        </p:nvSpPr>
        <p:spPr>
          <a:xfrm xmlns:a="http://schemas.openxmlformats.org/drawingml/2006/main">
            <a:off x="8161139" y="5219700"/>
            <a:ext cx="48697" cy="95250"/>
          </a:xfrm>
          <a:prstGeom xmlns:a="http://schemas.openxmlformats.org/drawingml/2006/main" prst="rect">
            <a:avLst/>
          </a:prstGeom>
          <a:solidFill xmlns:a="http://schemas.openxmlformats.org/drawingml/2006/main">
            <a:srgbClr val="EECECC"/>
          </a:solidFill>
          <a:ln xmlns:a="http://schemas.openxmlformats.org/drawingml/2006/main" w="0">
            <a:noFill/>
          </a:ln>
        </p:spPr>
      </p:sp>
      <p:sp>
        <p:nvSpPr>
          <p:cNvPr id="1437" name="">
            <a:extLst xmlns:a="http://schemas.openxmlformats.org/drawingml/2006/main">
              <a:ext uri="{FF2B5EF4-FFF2-40B4-BE49-F238E27FC236}">
                <a16:creationId xmlns:a16="http://schemas.microsoft.com/office/drawing/2014/main" id="{15B2F331-6ECD-4C44-AF16-35342AC8F595}"/>
              </a:ext>
            </a:extLst>
          </p:cNvPr>
          <p:cNvSpPr>
            <a:spLocks xmlns:a="http://schemas.openxmlformats.org/drawingml/2006/main" noGrp="1"/>
          </p:cNvSpPr>
          <p:nvPr/>
        </p:nvSpPr>
        <p:spPr>
          <a:xfrm xmlns:a="http://schemas.openxmlformats.org/drawingml/2006/main">
            <a:off x="8209359" y="5219700"/>
            <a:ext cx="48697" cy="95250"/>
          </a:xfrm>
          <a:prstGeom xmlns:a="http://schemas.openxmlformats.org/drawingml/2006/main" prst="rect">
            <a:avLst/>
          </a:prstGeom>
          <a:solidFill xmlns:a="http://schemas.openxmlformats.org/drawingml/2006/main">
            <a:srgbClr val="F0D3D1"/>
          </a:solidFill>
          <a:ln xmlns:a="http://schemas.openxmlformats.org/drawingml/2006/main" w="0">
            <a:noFill/>
          </a:ln>
        </p:spPr>
      </p:sp>
      <p:sp>
        <p:nvSpPr>
          <p:cNvPr id="1438" name="">
            <a:extLst xmlns:a="http://schemas.openxmlformats.org/drawingml/2006/main">
              <a:ext uri="{FF2B5EF4-FFF2-40B4-BE49-F238E27FC236}">
                <a16:creationId xmlns:a16="http://schemas.microsoft.com/office/drawing/2014/main" id="{0B0CFCE6-402E-4641-80F7-1D4EF6F9EAFE}"/>
              </a:ext>
            </a:extLst>
          </p:cNvPr>
          <p:cNvSpPr>
            <a:spLocks xmlns:a="http://schemas.openxmlformats.org/drawingml/2006/main" noGrp="1"/>
          </p:cNvSpPr>
          <p:nvPr/>
        </p:nvSpPr>
        <p:spPr>
          <a:xfrm xmlns:a="http://schemas.openxmlformats.org/drawingml/2006/main">
            <a:off x="8257580" y="5219700"/>
            <a:ext cx="48697" cy="95250"/>
          </a:xfrm>
          <a:prstGeom xmlns:a="http://schemas.openxmlformats.org/drawingml/2006/main" prst="rect">
            <a:avLst/>
          </a:prstGeom>
          <a:solidFill xmlns:a="http://schemas.openxmlformats.org/drawingml/2006/main">
            <a:srgbClr val="F2D7D6"/>
          </a:solidFill>
          <a:ln xmlns:a="http://schemas.openxmlformats.org/drawingml/2006/main" w="0">
            <a:noFill/>
          </a:ln>
        </p:spPr>
      </p:sp>
      <p:sp>
        <p:nvSpPr>
          <p:cNvPr id="1439" name="">
            <a:extLst xmlns:a="http://schemas.openxmlformats.org/drawingml/2006/main">
              <a:ext uri="{FF2B5EF4-FFF2-40B4-BE49-F238E27FC236}">
                <a16:creationId xmlns:a16="http://schemas.microsoft.com/office/drawing/2014/main" id="{1661F33B-0FA9-48A0-8B2F-9CC506C76B54}"/>
              </a:ext>
            </a:extLst>
          </p:cNvPr>
          <p:cNvSpPr>
            <a:spLocks xmlns:a="http://schemas.openxmlformats.org/drawingml/2006/main" noGrp="1"/>
          </p:cNvSpPr>
          <p:nvPr/>
        </p:nvSpPr>
        <p:spPr>
          <a:xfrm xmlns:a="http://schemas.openxmlformats.org/drawingml/2006/main">
            <a:off x="8305800" y="5219700"/>
            <a:ext cx="48697" cy="95250"/>
          </a:xfrm>
          <a:prstGeom xmlns:a="http://schemas.openxmlformats.org/drawingml/2006/main" prst="rect">
            <a:avLst/>
          </a:prstGeom>
          <a:solidFill xmlns:a="http://schemas.openxmlformats.org/drawingml/2006/main">
            <a:srgbClr val="F3DCDA"/>
          </a:solidFill>
          <a:ln xmlns:a="http://schemas.openxmlformats.org/drawingml/2006/main" w="0">
            <a:noFill/>
          </a:ln>
        </p:spPr>
      </p:sp>
      <p:sp>
        <p:nvSpPr>
          <p:cNvPr id="1440" name="">
            <a:extLst xmlns:a="http://schemas.openxmlformats.org/drawingml/2006/main">
              <a:ext uri="{FF2B5EF4-FFF2-40B4-BE49-F238E27FC236}">
                <a16:creationId xmlns:a16="http://schemas.microsoft.com/office/drawing/2014/main" id="{22F6B771-0E78-4AA1-BED9-3A8C05600385}"/>
              </a:ext>
            </a:extLst>
          </p:cNvPr>
          <p:cNvSpPr>
            <a:spLocks xmlns:a="http://schemas.openxmlformats.org/drawingml/2006/main" noGrp="1"/>
          </p:cNvSpPr>
          <p:nvPr/>
        </p:nvSpPr>
        <p:spPr>
          <a:xfrm xmlns:a="http://schemas.openxmlformats.org/drawingml/2006/main">
            <a:off x="8354020" y="5219700"/>
            <a:ext cx="48697" cy="95250"/>
          </a:xfrm>
          <a:prstGeom xmlns:a="http://schemas.openxmlformats.org/drawingml/2006/main" prst="rect">
            <a:avLst/>
          </a:prstGeom>
          <a:solidFill xmlns:a="http://schemas.openxmlformats.org/drawingml/2006/main">
            <a:srgbClr val="F5E1DF"/>
          </a:solidFill>
          <a:ln xmlns:a="http://schemas.openxmlformats.org/drawingml/2006/main" w="0">
            <a:noFill/>
          </a:ln>
        </p:spPr>
      </p:sp>
      <p:sp>
        <p:nvSpPr>
          <p:cNvPr id="1441" name="">
            <a:extLst xmlns:a="http://schemas.openxmlformats.org/drawingml/2006/main">
              <a:ext uri="{FF2B5EF4-FFF2-40B4-BE49-F238E27FC236}">
                <a16:creationId xmlns:a16="http://schemas.microsoft.com/office/drawing/2014/main" id="{00C7B651-316E-49F7-91EC-FAEFD245A3D6}"/>
              </a:ext>
            </a:extLst>
          </p:cNvPr>
          <p:cNvSpPr>
            <a:spLocks xmlns:a="http://schemas.openxmlformats.org/drawingml/2006/main" noGrp="1"/>
          </p:cNvSpPr>
          <p:nvPr/>
        </p:nvSpPr>
        <p:spPr>
          <a:xfrm xmlns:a="http://schemas.openxmlformats.org/drawingml/2006/main">
            <a:off x="8402241" y="5219700"/>
            <a:ext cx="48697" cy="95250"/>
          </a:xfrm>
          <a:prstGeom xmlns:a="http://schemas.openxmlformats.org/drawingml/2006/main" prst="rect">
            <a:avLst/>
          </a:prstGeom>
          <a:solidFill xmlns:a="http://schemas.openxmlformats.org/drawingml/2006/main">
            <a:srgbClr val="F6E5E4"/>
          </a:solidFill>
          <a:ln xmlns:a="http://schemas.openxmlformats.org/drawingml/2006/main" w="0">
            <a:noFill/>
          </a:ln>
        </p:spPr>
      </p:sp>
      <p:sp>
        <p:nvSpPr>
          <p:cNvPr id="1442" name="">
            <a:extLst xmlns:a="http://schemas.openxmlformats.org/drawingml/2006/main">
              <a:ext uri="{FF2B5EF4-FFF2-40B4-BE49-F238E27FC236}">
                <a16:creationId xmlns:a16="http://schemas.microsoft.com/office/drawing/2014/main" id="{221C1D1B-08B5-4E71-8E22-7AB023064C52}"/>
              </a:ext>
            </a:extLst>
          </p:cNvPr>
          <p:cNvSpPr>
            <a:spLocks xmlns:a="http://schemas.openxmlformats.org/drawingml/2006/main" noGrp="1"/>
          </p:cNvSpPr>
          <p:nvPr/>
        </p:nvSpPr>
        <p:spPr>
          <a:xfrm xmlns:a="http://schemas.openxmlformats.org/drawingml/2006/main">
            <a:off x="8450461" y="5219700"/>
            <a:ext cx="48697" cy="95250"/>
          </a:xfrm>
          <a:prstGeom xmlns:a="http://schemas.openxmlformats.org/drawingml/2006/main" prst="rect">
            <a:avLst/>
          </a:prstGeom>
          <a:solidFill xmlns:a="http://schemas.openxmlformats.org/drawingml/2006/main">
            <a:srgbClr val="F8EAE9"/>
          </a:solidFill>
          <a:ln xmlns:a="http://schemas.openxmlformats.org/drawingml/2006/main" w="0">
            <a:noFill/>
          </a:ln>
        </p:spPr>
      </p:sp>
      <p:sp>
        <p:nvSpPr>
          <p:cNvPr id="1443" name="">
            <a:extLst xmlns:a="http://schemas.openxmlformats.org/drawingml/2006/main">
              <a:ext uri="{FF2B5EF4-FFF2-40B4-BE49-F238E27FC236}">
                <a16:creationId xmlns:a16="http://schemas.microsoft.com/office/drawing/2014/main" id="{5E1A57CC-C85B-4285-A602-716F1142C675}"/>
              </a:ext>
            </a:extLst>
          </p:cNvPr>
          <p:cNvSpPr>
            <a:spLocks xmlns:a="http://schemas.openxmlformats.org/drawingml/2006/main" noGrp="1"/>
          </p:cNvSpPr>
          <p:nvPr/>
        </p:nvSpPr>
        <p:spPr>
          <a:xfrm xmlns:a="http://schemas.openxmlformats.org/drawingml/2006/main">
            <a:off x="8498681" y="5219700"/>
            <a:ext cx="48697" cy="95250"/>
          </a:xfrm>
          <a:prstGeom xmlns:a="http://schemas.openxmlformats.org/drawingml/2006/main" prst="rect">
            <a:avLst/>
          </a:prstGeom>
          <a:solidFill xmlns:a="http://schemas.openxmlformats.org/drawingml/2006/main">
            <a:srgbClr val="F9EFEE"/>
          </a:solidFill>
          <a:ln xmlns:a="http://schemas.openxmlformats.org/drawingml/2006/main" w="0">
            <a:noFill/>
          </a:ln>
        </p:spPr>
      </p:sp>
      <p:sp>
        <p:nvSpPr>
          <p:cNvPr id="1444" name="">
            <a:extLst xmlns:a="http://schemas.openxmlformats.org/drawingml/2006/main">
              <a:ext uri="{FF2B5EF4-FFF2-40B4-BE49-F238E27FC236}">
                <a16:creationId xmlns:a16="http://schemas.microsoft.com/office/drawing/2014/main" id="{C67C68C3-268B-4CF2-87E6-EB4C8DABDB66}"/>
              </a:ext>
            </a:extLst>
          </p:cNvPr>
          <p:cNvSpPr>
            <a:spLocks xmlns:a="http://schemas.openxmlformats.org/drawingml/2006/main" noGrp="1"/>
          </p:cNvSpPr>
          <p:nvPr/>
        </p:nvSpPr>
        <p:spPr>
          <a:xfrm xmlns:a="http://schemas.openxmlformats.org/drawingml/2006/main">
            <a:off x="8546902" y="5219700"/>
            <a:ext cx="48697" cy="95250"/>
          </a:xfrm>
          <a:prstGeom xmlns:a="http://schemas.openxmlformats.org/drawingml/2006/main" prst="rect">
            <a:avLst/>
          </a:prstGeom>
          <a:solidFill xmlns:a="http://schemas.openxmlformats.org/drawingml/2006/main">
            <a:srgbClr val="FBF3F3"/>
          </a:solidFill>
          <a:ln xmlns:a="http://schemas.openxmlformats.org/drawingml/2006/main" w="0">
            <a:noFill/>
          </a:ln>
        </p:spPr>
      </p:sp>
      <p:sp>
        <p:nvSpPr>
          <p:cNvPr id="1445" name="">
            <a:extLst xmlns:a="http://schemas.openxmlformats.org/drawingml/2006/main">
              <a:ext uri="{FF2B5EF4-FFF2-40B4-BE49-F238E27FC236}">
                <a16:creationId xmlns:a16="http://schemas.microsoft.com/office/drawing/2014/main" id="{659FF072-E84D-4DA7-9407-71F2A9D7AF34}"/>
              </a:ext>
            </a:extLst>
          </p:cNvPr>
          <p:cNvSpPr>
            <a:spLocks xmlns:a="http://schemas.openxmlformats.org/drawingml/2006/main" noGrp="1"/>
          </p:cNvSpPr>
          <p:nvPr/>
        </p:nvSpPr>
        <p:spPr>
          <a:xfrm xmlns:a="http://schemas.openxmlformats.org/drawingml/2006/main">
            <a:off x="8595122" y="5219700"/>
            <a:ext cx="48697" cy="95250"/>
          </a:xfrm>
          <a:prstGeom xmlns:a="http://schemas.openxmlformats.org/drawingml/2006/main" prst="rect">
            <a:avLst/>
          </a:prstGeom>
          <a:solidFill xmlns:a="http://schemas.openxmlformats.org/drawingml/2006/main">
            <a:srgbClr val="FDF8F8"/>
          </a:solidFill>
          <a:ln xmlns:a="http://schemas.openxmlformats.org/drawingml/2006/main" w="0">
            <a:noFill/>
          </a:ln>
        </p:spPr>
      </p:sp>
      <p:sp>
        <p:nvSpPr>
          <p:cNvPr id="1446" name="">
            <a:extLst xmlns:a="http://schemas.openxmlformats.org/drawingml/2006/main">
              <a:ext uri="{FF2B5EF4-FFF2-40B4-BE49-F238E27FC236}">
                <a16:creationId xmlns:a16="http://schemas.microsoft.com/office/drawing/2014/main" id="{D730EFD2-DC4A-4956-8CF4-D6EACB923DB4}"/>
              </a:ext>
            </a:extLst>
          </p:cNvPr>
          <p:cNvSpPr>
            <a:spLocks xmlns:a="http://schemas.openxmlformats.org/drawingml/2006/main" noGrp="1"/>
          </p:cNvSpPr>
          <p:nvPr/>
        </p:nvSpPr>
        <p:spPr>
          <a:xfrm xmlns:a="http://schemas.openxmlformats.org/drawingml/2006/main">
            <a:off x="8643342" y="5219700"/>
            <a:ext cx="48697" cy="95250"/>
          </a:xfrm>
          <a:prstGeom xmlns:a="http://schemas.openxmlformats.org/drawingml/2006/main" prst="rect">
            <a:avLst/>
          </a:prstGeom>
          <a:solidFill xmlns:a="http://schemas.openxmlformats.org/drawingml/2006/main">
            <a:srgbClr val="FEFDFD"/>
          </a:solidFill>
          <a:ln xmlns:a="http://schemas.openxmlformats.org/drawingml/2006/main" w="0">
            <a:noFill/>
          </a:ln>
        </p:spPr>
      </p:sp>
      <p:sp>
        <p:nvSpPr>
          <p:cNvPr id="1447" name="">
            <a:extLst xmlns:a="http://schemas.openxmlformats.org/drawingml/2006/main">
              <a:ext uri="{FF2B5EF4-FFF2-40B4-BE49-F238E27FC236}">
                <a16:creationId xmlns:a16="http://schemas.microsoft.com/office/drawing/2014/main" id="{1A89260B-2A92-4FDD-B8E8-A2BD8C62588A}"/>
              </a:ext>
            </a:extLst>
          </p:cNvPr>
          <p:cNvSpPr>
            <a:spLocks xmlns:a="http://schemas.openxmlformats.org/drawingml/2006/main" noGrp="1"/>
          </p:cNvSpPr>
          <p:nvPr/>
        </p:nvSpPr>
        <p:spPr>
          <a:xfrm xmlns:a="http://schemas.openxmlformats.org/drawingml/2006/main">
            <a:off x="8691563" y="5219700"/>
            <a:ext cx="48697" cy="95250"/>
          </a:xfrm>
          <a:prstGeom xmlns:a="http://schemas.openxmlformats.org/drawingml/2006/main" prst="rect">
            <a:avLst/>
          </a:prstGeom>
          <a:solidFill xmlns:a="http://schemas.openxmlformats.org/drawingml/2006/main">
            <a:srgbClr val="FCFDFE"/>
          </a:solidFill>
          <a:ln xmlns:a="http://schemas.openxmlformats.org/drawingml/2006/main" w="0">
            <a:noFill/>
          </a:ln>
        </p:spPr>
      </p:sp>
      <p:sp>
        <p:nvSpPr>
          <p:cNvPr id="1448" name="">
            <a:extLst xmlns:a="http://schemas.openxmlformats.org/drawingml/2006/main">
              <a:ext uri="{FF2B5EF4-FFF2-40B4-BE49-F238E27FC236}">
                <a16:creationId xmlns:a16="http://schemas.microsoft.com/office/drawing/2014/main" id="{2FAF0F9E-5F90-479C-BB06-36EECA2D149D}"/>
              </a:ext>
            </a:extLst>
          </p:cNvPr>
          <p:cNvSpPr>
            <a:spLocks xmlns:a="http://schemas.openxmlformats.org/drawingml/2006/main" noGrp="1"/>
          </p:cNvSpPr>
          <p:nvPr/>
        </p:nvSpPr>
        <p:spPr>
          <a:xfrm xmlns:a="http://schemas.openxmlformats.org/drawingml/2006/main">
            <a:off x="8739783" y="5219700"/>
            <a:ext cx="48697" cy="95250"/>
          </a:xfrm>
          <a:prstGeom xmlns:a="http://schemas.openxmlformats.org/drawingml/2006/main" prst="rect">
            <a:avLst/>
          </a:prstGeom>
          <a:solidFill xmlns:a="http://schemas.openxmlformats.org/drawingml/2006/main">
            <a:srgbClr val="F7F9FC"/>
          </a:solidFill>
          <a:ln xmlns:a="http://schemas.openxmlformats.org/drawingml/2006/main" w="0">
            <a:noFill/>
          </a:ln>
        </p:spPr>
      </p:sp>
      <p:sp>
        <p:nvSpPr>
          <p:cNvPr id="1449" name="">
            <a:extLst xmlns:a="http://schemas.openxmlformats.org/drawingml/2006/main">
              <a:ext uri="{FF2B5EF4-FFF2-40B4-BE49-F238E27FC236}">
                <a16:creationId xmlns:a16="http://schemas.microsoft.com/office/drawing/2014/main" id="{F444390B-56F0-4608-84EA-84F0F2B4F771}"/>
              </a:ext>
            </a:extLst>
          </p:cNvPr>
          <p:cNvSpPr>
            <a:spLocks xmlns:a="http://schemas.openxmlformats.org/drawingml/2006/main" noGrp="1"/>
          </p:cNvSpPr>
          <p:nvPr/>
        </p:nvSpPr>
        <p:spPr>
          <a:xfrm xmlns:a="http://schemas.openxmlformats.org/drawingml/2006/main">
            <a:off x="8788003" y="5219700"/>
            <a:ext cx="48697" cy="95250"/>
          </a:xfrm>
          <a:prstGeom xmlns:a="http://schemas.openxmlformats.org/drawingml/2006/main" prst="rect">
            <a:avLst/>
          </a:prstGeom>
          <a:solidFill xmlns:a="http://schemas.openxmlformats.org/drawingml/2006/main">
            <a:srgbClr val="F2F5FA"/>
          </a:solidFill>
          <a:ln xmlns:a="http://schemas.openxmlformats.org/drawingml/2006/main" w="0">
            <a:noFill/>
          </a:ln>
        </p:spPr>
      </p:sp>
      <p:sp>
        <p:nvSpPr>
          <p:cNvPr id="1450" name="">
            <a:extLst xmlns:a="http://schemas.openxmlformats.org/drawingml/2006/main">
              <a:ext uri="{FF2B5EF4-FFF2-40B4-BE49-F238E27FC236}">
                <a16:creationId xmlns:a16="http://schemas.microsoft.com/office/drawing/2014/main" id="{5865F684-DFEE-4062-BCB7-CB98DC848922}"/>
              </a:ext>
            </a:extLst>
          </p:cNvPr>
          <p:cNvSpPr>
            <a:spLocks xmlns:a="http://schemas.openxmlformats.org/drawingml/2006/main" noGrp="1"/>
          </p:cNvSpPr>
          <p:nvPr/>
        </p:nvSpPr>
        <p:spPr>
          <a:xfrm xmlns:a="http://schemas.openxmlformats.org/drawingml/2006/main">
            <a:off x="8836223" y="5219700"/>
            <a:ext cx="48697" cy="95250"/>
          </a:xfrm>
          <a:prstGeom xmlns:a="http://schemas.openxmlformats.org/drawingml/2006/main" prst="rect">
            <a:avLst/>
          </a:prstGeom>
          <a:solidFill xmlns:a="http://schemas.openxmlformats.org/drawingml/2006/main">
            <a:srgbClr val="EDF1F8"/>
          </a:solidFill>
          <a:ln xmlns:a="http://schemas.openxmlformats.org/drawingml/2006/main" w="0">
            <a:noFill/>
          </a:ln>
        </p:spPr>
      </p:sp>
      <p:sp>
        <p:nvSpPr>
          <p:cNvPr id="1451" name="">
            <a:extLst xmlns:a="http://schemas.openxmlformats.org/drawingml/2006/main">
              <a:ext uri="{FF2B5EF4-FFF2-40B4-BE49-F238E27FC236}">
                <a16:creationId xmlns:a16="http://schemas.microsoft.com/office/drawing/2014/main" id="{5A0851F1-2421-47D9-B0A1-DAE748F3D1E6}"/>
              </a:ext>
            </a:extLst>
          </p:cNvPr>
          <p:cNvSpPr>
            <a:spLocks xmlns:a="http://schemas.openxmlformats.org/drawingml/2006/main" noGrp="1"/>
          </p:cNvSpPr>
          <p:nvPr/>
        </p:nvSpPr>
        <p:spPr>
          <a:xfrm xmlns:a="http://schemas.openxmlformats.org/drawingml/2006/main">
            <a:off x="8884444" y="5219700"/>
            <a:ext cx="48697" cy="95250"/>
          </a:xfrm>
          <a:prstGeom xmlns:a="http://schemas.openxmlformats.org/drawingml/2006/main" prst="rect">
            <a:avLst/>
          </a:prstGeom>
          <a:solidFill xmlns:a="http://schemas.openxmlformats.org/drawingml/2006/main">
            <a:srgbClr val="E7EDF5"/>
          </a:solidFill>
          <a:ln xmlns:a="http://schemas.openxmlformats.org/drawingml/2006/main" w="0">
            <a:noFill/>
          </a:ln>
        </p:spPr>
      </p:sp>
      <p:sp>
        <p:nvSpPr>
          <p:cNvPr id="1452" name="">
            <a:extLst xmlns:a="http://schemas.openxmlformats.org/drawingml/2006/main">
              <a:ext uri="{FF2B5EF4-FFF2-40B4-BE49-F238E27FC236}">
                <a16:creationId xmlns:a16="http://schemas.microsoft.com/office/drawing/2014/main" id="{1F0A506B-5081-42A8-91C6-BED8BCC4BEFE}"/>
              </a:ext>
            </a:extLst>
          </p:cNvPr>
          <p:cNvSpPr>
            <a:spLocks xmlns:a="http://schemas.openxmlformats.org/drawingml/2006/main" noGrp="1"/>
          </p:cNvSpPr>
          <p:nvPr/>
        </p:nvSpPr>
        <p:spPr>
          <a:xfrm xmlns:a="http://schemas.openxmlformats.org/drawingml/2006/main">
            <a:off x="8932664" y="5219700"/>
            <a:ext cx="48697" cy="95250"/>
          </a:xfrm>
          <a:prstGeom xmlns:a="http://schemas.openxmlformats.org/drawingml/2006/main" prst="rect">
            <a:avLst/>
          </a:prstGeom>
          <a:solidFill xmlns:a="http://schemas.openxmlformats.org/drawingml/2006/main">
            <a:srgbClr val="E2E9F3"/>
          </a:solidFill>
          <a:ln xmlns:a="http://schemas.openxmlformats.org/drawingml/2006/main" w="0">
            <a:noFill/>
          </a:ln>
        </p:spPr>
      </p:sp>
      <p:sp>
        <p:nvSpPr>
          <p:cNvPr id="1453" name="">
            <a:extLst xmlns:a="http://schemas.openxmlformats.org/drawingml/2006/main">
              <a:ext uri="{FF2B5EF4-FFF2-40B4-BE49-F238E27FC236}">
                <a16:creationId xmlns:a16="http://schemas.microsoft.com/office/drawing/2014/main" id="{B40748B3-AE97-4A2A-A925-F38326F41C90}"/>
              </a:ext>
            </a:extLst>
          </p:cNvPr>
          <p:cNvSpPr>
            <a:spLocks xmlns:a="http://schemas.openxmlformats.org/drawingml/2006/main" noGrp="1"/>
          </p:cNvSpPr>
          <p:nvPr/>
        </p:nvSpPr>
        <p:spPr>
          <a:xfrm xmlns:a="http://schemas.openxmlformats.org/drawingml/2006/main">
            <a:off x="8980884" y="5219700"/>
            <a:ext cx="48697" cy="95250"/>
          </a:xfrm>
          <a:prstGeom xmlns:a="http://schemas.openxmlformats.org/drawingml/2006/main" prst="rect">
            <a:avLst/>
          </a:prstGeom>
          <a:solidFill xmlns:a="http://schemas.openxmlformats.org/drawingml/2006/main">
            <a:srgbClr val="DDE5F1"/>
          </a:solidFill>
          <a:ln xmlns:a="http://schemas.openxmlformats.org/drawingml/2006/main" w="0">
            <a:noFill/>
          </a:ln>
        </p:spPr>
      </p:sp>
      <p:sp>
        <p:nvSpPr>
          <p:cNvPr id="1454" name="">
            <a:extLst xmlns:a="http://schemas.openxmlformats.org/drawingml/2006/main">
              <a:ext uri="{FF2B5EF4-FFF2-40B4-BE49-F238E27FC236}">
                <a16:creationId xmlns:a16="http://schemas.microsoft.com/office/drawing/2014/main" id="{C6D654AF-35EB-4110-89C2-FFAF5CE8181B}"/>
              </a:ext>
            </a:extLst>
          </p:cNvPr>
          <p:cNvSpPr>
            <a:spLocks xmlns:a="http://schemas.openxmlformats.org/drawingml/2006/main" noGrp="1"/>
          </p:cNvSpPr>
          <p:nvPr/>
        </p:nvSpPr>
        <p:spPr>
          <a:xfrm xmlns:a="http://schemas.openxmlformats.org/drawingml/2006/main">
            <a:off x="9029105" y="5219700"/>
            <a:ext cx="48697" cy="95250"/>
          </a:xfrm>
          <a:prstGeom xmlns:a="http://schemas.openxmlformats.org/drawingml/2006/main" prst="rect">
            <a:avLst/>
          </a:prstGeom>
          <a:solidFill xmlns:a="http://schemas.openxmlformats.org/drawingml/2006/main">
            <a:srgbClr val="D7E1EF"/>
          </a:solidFill>
          <a:ln xmlns:a="http://schemas.openxmlformats.org/drawingml/2006/main" w="0">
            <a:noFill/>
          </a:ln>
        </p:spPr>
      </p:sp>
      <p:sp>
        <p:nvSpPr>
          <p:cNvPr id="1455" name="">
            <a:extLst xmlns:a="http://schemas.openxmlformats.org/drawingml/2006/main">
              <a:ext uri="{FF2B5EF4-FFF2-40B4-BE49-F238E27FC236}">
                <a16:creationId xmlns:a16="http://schemas.microsoft.com/office/drawing/2014/main" id="{133206B2-487C-423D-9F88-F8797DA115D2}"/>
              </a:ext>
            </a:extLst>
          </p:cNvPr>
          <p:cNvSpPr>
            <a:spLocks xmlns:a="http://schemas.openxmlformats.org/drawingml/2006/main" noGrp="1"/>
          </p:cNvSpPr>
          <p:nvPr/>
        </p:nvSpPr>
        <p:spPr>
          <a:xfrm xmlns:a="http://schemas.openxmlformats.org/drawingml/2006/main">
            <a:off x="9077325" y="5219700"/>
            <a:ext cx="48697" cy="95250"/>
          </a:xfrm>
          <a:prstGeom xmlns:a="http://schemas.openxmlformats.org/drawingml/2006/main" prst="rect">
            <a:avLst/>
          </a:prstGeom>
          <a:solidFill xmlns:a="http://schemas.openxmlformats.org/drawingml/2006/main">
            <a:srgbClr val="D2DDED"/>
          </a:solidFill>
          <a:ln xmlns:a="http://schemas.openxmlformats.org/drawingml/2006/main" w="0">
            <a:noFill/>
          </a:ln>
        </p:spPr>
      </p:sp>
      <p:sp>
        <p:nvSpPr>
          <p:cNvPr id="1456" name="">
            <a:extLst xmlns:a="http://schemas.openxmlformats.org/drawingml/2006/main">
              <a:ext uri="{FF2B5EF4-FFF2-40B4-BE49-F238E27FC236}">
                <a16:creationId xmlns:a16="http://schemas.microsoft.com/office/drawing/2014/main" id="{14CA9DD7-221B-4198-A67B-A7FC9ED198C3}"/>
              </a:ext>
            </a:extLst>
          </p:cNvPr>
          <p:cNvSpPr>
            <a:spLocks xmlns:a="http://schemas.openxmlformats.org/drawingml/2006/main" noGrp="1"/>
          </p:cNvSpPr>
          <p:nvPr/>
        </p:nvSpPr>
        <p:spPr>
          <a:xfrm xmlns:a="http://schemas.openxmlformats.org/drawingml/2006/main">
            <a:off x="9125545" y="5219700"/>
            <a:ext cx="48697" cy="95250"/>
          </a:xfrm>
          <a:prstGeom xmlns:a="http://schemas.openxmlformats.org/drawingml/2006/main" prst="rect">
            <a:avLst/>
          </a:prstGeom>
          <a:solidFill xmlns:a="http://schemas.openxmlformats.org/drawingml/2006/main">
            <a:srgbClr val="CDD9EB"/>
          </a:solidFill>
          <a:ln xmlns:a="http://schemas.openxmlformats.org/drawingml/2006/main" w="0">
            <a:noFill/>
          </a:ln>
        </p:spPr>
      </p:sp>
      <p:sp>
        <p:nvSpPr>
          <p:cNvPr id="1457" name="">
            <a:extLst xmlns:a="http://schemas.openxmlformats.org/drawingml/2006/main">
              <a:ext uri="{FF2B5EF4-FFF2-40B4-BE49-F238E27FC236}">
                <a16:creationId xmlns:a16="http://schemas.microsoft.com/office/drawing/2014/main" id="{48699B0D-AD7C-44E9-A4C0-D89D655563A0}"/>
              </a:ext>
            </a:extLst>
          </p:cNvPr>
          <p:cNvSpPr>
            <a:spLocks xmlns:a="http://schemas.openxmlformats.org/drawingml/2006/main" noGrp="1"/>
          </p:cNvSpPr>
          <p:nvPr/>
        </p:nvSpPr>
        <p:spPr>
          <a:xfrm xmlns:a="http://schemas.openxmlformats.org/drawingml/2006/main">
            <a:off x="9173766" y="5219700"/>
            <a:ext cx="48697" cy="95250"/>
          </a:xfrm>
          <a:prstGeom xmlns:a="http://schemas.openxmlformats.org/drawingml/2006/main" prst="rect">
            <a:avLst/>
          </a:prstGeom>
          <a:solidFill xmlns:a="http://schemas.openxmlformats.org/drawingml/2006/main">
            <a:srgbClr val="C8D5E9"/>
          </a:solidFill>
          <a:ln xmlns:a="http://schemas.openxmlformats.org/drawingml/2006/main" w="0">
            <a:noFill/>
          </a:ln>
        </p:spPr>
      </p:sp>
      <p:sp>
        <p:nvSpPr>
          <p:cNvPr id="1458" name="">
            <a:extLst xmlns:a="http://schemas.openxmlformats.org/drawingml/2006/main">
              <a:ext uri="{FF2B5EF4-FFF2-40B4-BE49-F238E27FC236}">
                <a16:creationId xmlns:a16="http://schemas.microsoft.com/office/drawing/2014/main" id="{2C506AD5-874D-42DB-9CE4-B57C075839B6}"/>
              </a:ext>
            </a:extLst>
          </p:cNvPr>
          <p:cNvSpPr>
            <a:spLocks xmlns:a="http://schemas.openxmlformats.org/drawingml/2006/main" noGrp="1"/>
          </p:cNvSpPr>
          <p:nvPr/>
        </p:nvSpPr>
        <p:spPr>
          <a:xfrm xmlns:a="http://schemas.openxmlformats.org/drawingml/2006/main">
            <a:off x="9221986" y="5219700"/>
            <a:ext cx="48697" cy="95250"/>
          </a:xfrm>
          <a:prstGeom xmlns:a="http://schemas.openxmlformats.org/drawingml/2006/main" prst="rect">
            <a:avLst/>
          </a:prstGeom>
          <a:solidFill xmlns:a="http://schemas.openxmlformats.org/drawingml/2006/main">
            <a:srgbClr val="C2D1E7"/>
          </a:solidFill>
          <a:ln xmlns:a="http://schemas.openxmlformats.org/drawingml/2006/main" w="0">
            <a:noFill/>
          </a:ln>
        </p:spPr>
      </p:sp>
      <p:sp>
        <p:nvSpPr>
          <p:cNvPr id="1459" name="">
            <a:extLst xmlns:a="http://schemas.openxmlformats.org/drawingml/2006/main">
              <a:ext uri="{FF2B5EF4-FFF2-40B4-BE49-F238E27FC236}">
                <a16:creationId xmlns:a16="http://schemas.microsoft.com/office/drawing/2014/main" id="{8158E5E6-4274-444D-8C6C-A3E58A1B5A8F}"/>
              </a:ext>
            </a:extLst>
          </p:cNvPr>
          <p:cNvSpPr>
            <a:spLocks xmlns:a="http://schemas.openxmlformats.org/drawingml/2006/main" noGrp="1"/>
          </p:cNvSpPr>
          <p:nvPr/>
        </p:nvSpPr>
        <p:spPr>
          <a:xfrm xmlns:a="http://schemas.openxmlformats.org/drawingml/2006/main">
            <a:off x="9270206" y="5219700"/>
            <a:ext cx="48697" cy="95250"/>
          </a:xfrm>
          <a:prstGeom xmlns:a="http://schemas.openxmlformats.org/drawingml/2006/main" prst="rect">
            <a:avLst/>
          </a:prstGeom>
          <a:solidFill xmlns:a="http://schemas.openxmlformats.org/drawingml/2006/main">
            <a:srgbClr val="BDCDE4"/>
          </a:solidFill>
          <a:ln xmlns:a="http://schemas.openxmlformats.org/drawingml/2006/main" w="0">
            <a:noFill/>
          </a:ln>
        </p:spPr>
      </p:sp>
      <p:sp>
        <p:nvSpPr>
          <p:cNvPr id="1460" name="">
            <a:extLst xmlns:a="http://schemas.openxmlformats.org/drawingml/2006/main">
              <a:ext uri="{FF2B5EF4-FFF2-40B4-BE49-F238E27FC236}">
                <a16:creationId xmlns:a16="http://schemas.microsoft.com/office/drawing/2014/main" id="{90635F41-F2E1-4517-898A-B3970BE05DC8}"/>
              </a:ext>
            </a:extLst>
          </p:cNvPr>
          <p:cNvSpPr>
            <a:spLocks xmlns:a="http://schemas.openxmlformats.org/drawingml/2006/main" noGrp="1"/>
          </p:cNvSpPr>
          <p:nvPr/>
        </p:nvSpPr>
        <p:spPr>
          <a:xfrm xmlns:a="http://schemas.openxmlformats.org/drawingml/2006/main">
            <a:off x="9318427" y="5219700"/>
            <a:ext cx="48697" cy="95250"/>
          </a:xfrm>
          <a:prstGeom xmlns:a="http://schemas.openxmlformats.org/drawingml/2006/main" prst="rect">
            <a:avLst/>
          </a:prstGeom>
          <a:solidFill xmlns:a="http://schemas.openxmlformats.org/drawingml/2006/main">
            <a:srgbClr val="B8C9E2"/>
          </a:solidFill>
          <a:ln xmlns:a="http://schemas.openxmlformats.org/drawingml/2006/main" w="0">
            <a:noFill/>
          </a:ln>
        </p:spPr>
      </p:sp>
      <p:sp>
        <p:nvSpPr>
          <p:cNvPr id="1461" name="">
            <a:extLst xmlns:a="http://schemas.openxmlformats.org/drawingml/2006/main">
              <a:ext uri="{FF2B5EF4-FFF2-40B4-BE49-F238E27FC236}">
                <a16:creationId xmlns:a16="http://schemas.microsoft.com/office/drawing/2014/main" id="{CB30EA12-48B4-406F-B6A6-6EFEA23915B9}"/>
              </a:ext>
            </a:extLst>
          </p:cNvPr>
          <p:cNvSpPr>
            <a:spLocks xmlns:a="http://schemas.openxmlformats.org/drawingml/2006/main" noGrp="1"/>
          </p:cNvSpPr>
          <p:nvPr/>
        </p:nvSpPr>
        <p:spPr>
          <a:xfrm xmlns:a="http://schemas.openxmlformats.org/drawingml/2006/main">
            <a:off x="9366647" y="5219700"/>
            <a:ext cx="48697" cy="95250"/>
          </a:xfrm>
          <a:prstGeom xmlns:a="http://schemas.openxmlformats.org/drawingml/2006/main" prst="rect">
            <a:avLst/>
          </a:prstGeom>
          <a:solidFill xmlns:a="http://schemas.openxmlformats.org/drawingml/2006/main">
            <a:srgbClr val="B3C5E0"/>
          </a:solidFill>
          <a:ln xmlns:a="http://schemas.openxmlformats.org/drawingml/2006/main" w="0">
            <a:noFill/>
          </a:ln>
        </p:spPr>
      </p:sp>
      <p:sp>
        <p:nvSpPr>
          <p:cNvPr id="1462" name="">
            <a:extLst xmlns:a="http://schemas.openxmlformats.org/drawingml/2006/main">
              <a:ext uri="{FF2B5EF4-FFF2-40B4-BE49-F238E27FC236}">
                <a16:creationId xmlns:a16="http://schemas.microsoft.com/office/drawing/2014/main" id="{DD1476A8-FF6F-4787-BB70-4EE8E840827A}"/>
              </a:ext>
            </a:extLst>
          </p:cNvPr>
          <p:cNvSpPr>
            <a:spLocks xmlns:a="http://schemas.openxmlformats.org/drawingml/2006/main" noGrp="1"/>
          </p:cNvSpPr>
          <p:nvPr/>
        </p:nvSpPr>
        <p:spPr>
          <a:xfrm xmlns:a="http://schemas.openxmlformats.org/drawingml/2006/main">
            <a:off x="9414867" y="5219700"/>
            <a:ext cx="48697" cy="95250"/>
          </a:xfrm>
          <a:prstGeom xmlns:a="http://schemas.openxmlformats.org/drawingml/2006/main" prst="rect">
            <a:avLst/>
          </a:prstGeom>
          <a:solidFill xmlns:a="http://schemas.openxmlformats.org/drawingml/2006/main">
            <a:srgbClr val="ADC1DE"/>
          </a:solidFill>
          <a:ln xmlns:a="http://schemas.openxmlformats.org/drawingml/2006/main" w="0">
            <a:noFill/>
          </a:ln>
        </p:spPr>
      </p:sp>
      <p:sp>
        <p:nvSpPr>
          <p:cNvPr id="1463" name="">
            <a:extLst xmlns:a="http://schemas.openxmlformats.org/drawingml/2006/main">
              <a:ext uri="{FF2B5EF4-FFF2-40B4-BE49-F238E27FC236}">
                <a16:creationId xmlns:a16="http://schemas.microsoft.com/office/drawing/2014/main" id="{9C455DE5-CD14-4180-AFDC-0549B97591F9}"/>
              </a:ext>
            </a:extLst>
          </p:cNvPr>
          <p:cNvSpPr>
            <a:spLocks xmlns:a="http://schemas.openxmlformats.org/drawingml/2006/main" noGrp="1"/>
          </p:cNvSpPr>
          <p:nvPr/>
        </p:nvSpPr>
        <p:spPr>
          <a:xfrm xmlns:a="http://schemas.openxmlformats.org/drawingml/2006/main">
            <a:off x="9463088" y="5219700"/>
            <a:ext cx="48697" cy="95250"/>
          </a:xfrm>
          <a:prstGeom xmlns:a="http://schemas.openxmlformats.org/drawingml/2006/main" prst="rect">
            <a:avLst/>
          </a:prstGeom>
          <a:solidFill xmlns:a="http://schemas.openxmlformats.org/drawingml/2006/main">
            <a:srgbClr val="A8BDDC"/>
          </a:solidFill>
          <a:ln xmlns:a="http://schemas.openxmlformats.org/drawingml/2006/main" w="0">
            <a:noFill/>
          </a:ln>
        </p:spPr>
      </p:sp>
      <p:sp>
        <p:nvSpPr>
          <p:cNvPr id="1464" name="">
            <a:extLst xmlns:a="http://schemas.openxmlformats.org/drawingml/2006/main">
              <a:ext uri="{FF2B5EF4-FFF2-40B4-BE49-F238E27FC236}">
                <a16:creationId xmlns:a16="http://schemas.microsoft.com/office/drawing/2014/main" id="{2C479A89-6DA6-419F-808B-08912255F72A}"/>
              </a:ext>
            </a:extLst>
          </p:cNvPr>
          <p:cNvSpPr>
            <a:spLocks xmlns:a="http://schemas.openxmlformats.org/drawingml/2006/main" noGrp="1"/>
          </p:cNvSpPr>
          <p:nvPr/>
        </p:nvSpPr>
        <p:spPr>
          <a:xfrm xmlns:a="http://schemas.openxmlformats.org/drawingml/2006/main">
            <a:off x="9511308" y="5219700"/>
            <a:ext cx="48697" cy="95250"/>
          </a:xfrm>
          <a:prstGeom xmlns:a="http://schemas.openxmlformats.org/drawingml/2006/main" prst="rect">
            <a:avLst/>
          </a:prstGeom>
          <a:solidFill xmlns:a="http://schemas.openxmlformats.org/drawingml/2006/main">
            <a:srgbClr val="A3B9DA"/>
          </a:solidFill>
          <a:ln xmlns:a="http://schemas.openxmlformats.org/drawingml/2006/main" w="0">
            <a:noFill/>
          </a:ln>
        </p:spPr>
      </p:sp>
      <p:sp>
        <p:nvSpPr>
          <p:cNvPr id="1465" name="">
            <a:extLst xmlns:a="http://schemas.openxmlformats.org/drawingml/2006/main">
              <a:ext uri="{FF2B5EF4-FFF2-40B4-BE49-F238E27FC236}">
                <a16:creationId xmlns:a16="http://schemas.microsoft.com/office/drawing/2014/main" id="{6D2E3A3C-E7D7-4E92-9D67-B1F36D9E7887}"/>
              </a:ext>
            </a:extLst>
          </p:cNvPr>
          <p:cNvSpPr>
            <a:spLocks xmlns:a="http://schemas.openxmlformats.org/drawingml/2006/main" noGrp="1"/>
          </p:cNvSpPr>
          <p:nvPr/>
        </p:nvSpPr>
        <p:spPr>
          <a:xfrm xmlns:a="http://schemas.openxmlformats.org/drawingml/2006/main">
            <a:off x="9559528" y="5219700"/>
            <a:ext cx="48697" cy="95250"/>
          </a:xfrm>
          <a:prstGeom xmlns:a="http://schemas.openxmlformats.org/drawingml/2006/main" prst="rect">
            <a:avLst/>
          </a:prstGeom>
          <a:solidFill xmlns:a="http://schemas.openxmlformats.org/drawingml/2006/main">
            <a:srgbClr val="9DB5D8"/>
          </a:solidFill>
          <a:ln xmlns:a="http://schemas.openxmlformats.org/drawingml/2006/main" w="0">
            <a:noFill/>
          </a:ln>
        </p:spPr>
      </p:sp>
      <p:sp>
        <p:nvSpPr>
          <p:cNvPr id="1466" name="">
            <a:extLst xmlns:a="http://schemas.openxmlformats.org/drawingml/2006/main">
              <a:ext uri="{FF2B5EF4-FFF2-40B4-BE49-F238E27FC236}">
                <a16:creationId xmlns:a16="http://schemas.microsoft.com/office/drawing/2014/main" id="{72B9E487-DF2C-42BA-AECA-FFC1442F03E9}"/>
              </a:ext>
            </a:extLst>
          </p:cNvPr>
          <p:cNvSpPr>
            <a:spLocks xmlns:a="http://schemas.openxmlformats.org/drawingml/2006/main" noGrp="1"/>
          </p:cNvSpPr>
          <p:nvPr/>
        </p:nvSpPr>
        <p:spPr>
          <a:xfrm xmlns:a="http://schemas.openxmlformats.org/drawingml/2006/main">
            <a:off x="9607748" y="5219700"/>
            <a:ext cx="48697" cy="95250"/>
          </a:xfrm>
          <a:prstGeom xmlns:a="http://schemas.openxmlformats.org/drawingml/2006/main" prst="rect">
            <a:avLst/>
          </a:prstGeom>
          <a:solidFill xmlns:a="http://schemas.openxmlformats.org/drawingml/2006/main">
            <a:srgbClr val="98B1D6"/>
          </a:solidFill>
          <a:ln xmlns:a="http://schemas.openxmlformats.org/drawingml/2006/main" w="0">
            <a:noFill/>
          </a:ln>
        </p:spPr>
      </p:sp>
      <p:sp>
        <p:nvSpPr>
          <p:cNvPr id="1467" name="">
            <a:extLst xmlns:a="http://schemas.openxmlformats.org/drawingml/2006/main">
              <a:ext uri="{FF2B5EF4-FFF2-40B4-BE49-F238E27FC236}">
                <a16:creationId xmlns:a16="http://schemas.microsoft.com/office/drawing/2014/main" id="{72FD2158-A1D1-4A77-BF17-9277572532FC}"/>
              </a:ext>
            </a:extLst>
          </p:cNvPr>
          <p:cNvSpPr>
            <a:spLocks xmlns:a="http://schemas.openxmlformats.org/drawingml/2006/main" noGrp="1"/>
          </p:cNvSpPr>
          <p:nvPr/>
        </p:nvSpPr>
        <p:spPr>
          <a:xfrm xmlns:a="http://schemas.openxmlformats.org/drawingml/2006/main">
            <a:off x="9655969" y="5219700"/>
            <a:ext cx="48697" cy="95250"/>
          </a:xfrm>
          <a:prstGeom xmlns:a="http://schemas.openxmlformats.org/drawingml/2006/main" prst="rect">
            <a:avLst/>
          </a:prstGeom>
          <a:solidFill xmlns:a="http://schemas.openxmlformats.org/drawingml/2006/main">
            <a:srgbClr val="93ACD3"/>
          </a:solidFill>
          <a:ln xmlns:a="http://schemas.openxmlformats.org/drawingml/2006/main" w="0">
            <a:noFill/>
          </a:ln>
        </p:spPr>
      </p:sp>
      <p:sp>
        <p:nvSpPr>
          <p:cNvPr id="1468" name="">
            <a:extLst xmlns:a="http://schemas.openxmlformats.org/drawingml/2006/main">
              <a:ext uri="{FF2B5EF4-FFF2-40B4-BE49-F238E27FC236}">
                <a16:creationId xmlns:a16="http://schemas.microsoft.com/office/drawing/2014/main" id="{23919922-6AD8-4D6B-AF39-CA4C70E50425}"/>
              </a:ext>
            </a:extLst>
          </p:cNvPr>
          <p:cNvSpPr>
            <a:spLocks xmlns:a="http://schemas.openxmlformats.org/drawingml/2006/main" noGrp="1"/>
          </p:cNvSpPr>
          <p:nvPr/>
        </p:nvSpPr>
        <p:spPr>
          <a:xfrm xmlns:a="http://schemas.openxmlformats.org/drawingml/2006/main">
            <a:off x="9704189" y="5219700"/>
            <a:ext cx="48697" cy="95250"/>
          </a:xfrm>
          <a:prstGeom xmlns:a="http://schemas.openxmlformats.org/drawingml/2006/main" prst="rect">
            <a:avLst/>
          </a:prstGeom>
          <a:solidFill xmlns:a="http://schemas.openxmlformats.org/drawingml/2006/main">
            <a:srgbClr val="8EA8D1"/>
          </a:solidFill>
          <a:ln xmlns:a="http://schemas.openxmlformats.org/drawingml/2006/main" w="0">
            <a:noFill/>
          </a:ln>
        </p:spPr>
      </p:sp>
      <p:sp>
        <p:nvSpPr>
          <p:cNvPr id="1469" name="">
            <a:extLst xmlns:a="http://schemas.openxmlformats.org/drawingml/2006/main">
              <a:ext uri="{FF2B5EF4-FFF2-40B4-BE49-F238E27FC236}">
                <a16:creationId xmlns:a16="http://schemas.microsoft.com/office/drawing/2014/main" id="{F0F5C740-9E13-4E19-B885-F81727FEDF33}"/>
              </a:ext>
            </a:extLst>
          </p:cNvPr>
          <p:cNvSpPr>
            <a:spLocks xmlns:a="http://schemas.openxmlformats.org/drawingml/2006/main" noGrp="1"/>
          </p:cNvSpPr>
          <p:nvPr/>
        </p:nvSpPr>
        <p:spPr>
          <a:xfrm xmlns:a="http://schemas.openxmlformats.org/drawingml/2006/main">
            <a:off x="9752409" y="5219700"/>
            <a:ext cx="48697" cy="95250"/>
          </a:xfrm>
          <a:prstGeom xmlns:a="http://schemas.openxmlformats.org/drawingml/2006/main" prst="rect">
            <a:avLst/>
          </a:prstGeom>
          <a:solidFill xmlns:a="http://schemas.openxmlformats.org/drawingml/2006/main">
            <a:srgbClr val="88A4CF"/>
          </a:solidFill>
          <a:ln xmlns:a="http://schemas.openxmlformats.org/drawingml/2006/main" w="0">
            <a:noFill/>
          </a:ln>
        </p:spPr>
      </p:sp>
      <p:sp>
        <p:nvSpPr>
          <p:cNvPr id="1470" name="">
            <a:extLst xmlns:a="http://schemas.openxmlformats.org/drawingml/2006/main">
              <a:ext uri="{FF2B5EF4-FFF2-40B4-BE49-F238E27FC236}">
                <a16:creationId xmlns:a16="http://schemas.microsoft.com/office/drawing/2014/main" id="{0414F53D-4D39-4939-977A-72177340EA00}"/>
              </a:ext>
            </a:extLst>
          </p:cNvPr>
          <p:cNvSpPr>
            <a:spLocks xmlns:a="http://schemas.openxmlformats.org/drawingml/2006/main" noGrp="1"/>
          </p:cNvSpPr>
          <p:nvPr/>
        </p:nvSpPr>
        <p:spPr>
          <a:xfrm xmlns:a="http://schemas.openxmlformats.org/drawingml/2006/main">
            <a:off x="9800630" y="5219700"/>
            <a:ext cx="48697" cy="95250"/>
          </a:xfrm>
          <a:prstGeom xmlns:a="http://schemas.openxmlformats.org/drawingml/2006/main" prst="rect">
            <a:avLst/>
          </a:prstGeom>
          <a:solidFill xmlns:a="http://schemas.openxmlformats.org/drawingml/2006/main">
            <a:srgbClr val="83A0CD"/>
          </a:solidFill>
          <a:ln xmlns:a="http://schemas.openxmlformats.org/drawingml/2006/main" w="0">
            <a:noFill/>
          </a:ln>
        </p:spPr>
      </p:sp>
      <p:sp>
        <p:nvSpPr>
          <p:cNvPr id="1471" name="">
            <a:extLst xmlns:a="http://schemas.openxmlformats.org/drawingml/2006/main">
              <a:ext uri="{FF2B5EF4-FFF2-40B4-BE49-F238E27FC236}">
                <a16:creationId xmlns:a16="http://schemas.microsoft.com/office/drawing/2014/main" id="{EBCB6CEB-BC93-471A-9597-15FA64993D9B}"/>
              </a:ext>
            </a:extLst>
          </p:cNvPr>
          <p:cNvSpPr>
            <a:spLocks xmlns:a="http://schemas.openxmlformats.org/drawingml/2006/main" noGrp="1"/>
          </p:cNvSpPr>
          <p:nvPr/>
        </p:nvSpPr>
        <p:spPr>
          <a:xfrm xmlns:a="http://schemas.openxmlformats.org/drawingml/2006/main">
            <a:off x="9848850" y="5219700"/>
            <a:ext cx="48697" cy="95250"/>
          </a:xfrm>
          <a:prstGeom xmlns:a="http://schemas.openxmlformats.org/drawingml/2006/main" prst="rect">
            <a:avLst/>
          </a:prstGeom>
          <a:solidFill xmlns:a="http://schemas.openxmlformats.org/drawingml/2006/main">
            <a:srgbClr val="7E9CCB"/>
          </a:solidFill>
          <a:ln xmlns:a="http://schemas.openxmlformats.org/drawingml/2006/main" w="0">
            <a:noFill/>
          </a:ln>
        </p:spPr>
      </p:sp>
      <p:sp>
        <p:nvSpPr>
          <p:cNvPr id="1472" name="">
            <a:extLst xmlns:a="http://schemas.openxmlformats.org/drawingml/2006/main">
              <a:ext uri="{FF2B5EF4-FFF2-40B4-BE49-F238E27FC236}">
                <a16:creationId xmlns:a16="http://schemas.microsoft.com/office/drawing/2014/main" id="{82C9FD2C-4164-42E1-8EBF-64837B1CAB60}"/>
              </a:ext>
            </a:extLst>
          </p:cNvPr>
          <p:cNvSpPr>
            <a:spLocks xmlns:a="http://schemas.openxmlformats.org/drawingml/2006/main" noGrp="1"/>
          </p:cNvSpPr>
          <p:nvPr/>
        </p:nvSpPr>
        <p:spPr>
          <a:xfrm xmlns:a="http://schemas.openxmlformats.org/drawingml/2006/main">
            <a:off x="9897070" y="5219700"/>
            <a:ext cx="48697" cy="95250"/>
          </a:xfrm>
          <a:prstGeom xmlns:a="http://schemas.openxmlformats.org/drawingml/2006/main" prst="rect">
            <a:avLst/>
          </a:prstGeom>
          <a:solidFill xmlns:a="http://schemas.openxmlformats.org/drawingml/2006/main">
            <a:srgbClr val="7898C9"/>
          </a:solidFill>
          <a:ln xmlns:a="http://schemas.openxmlformats.org/drawingml/2006/main" w="0">
            <a:noFill/>
          </a:ln>
        </p:spPr>
      </p:sp>
      <p:sp>
        <p:nvSpPr>
          <p:cNvPr id="1473" name="">
            <a:extLst xmlns:a="http://schemas.openxmlformats.org/drawingml/2006/main">
              <a:ext uri="{FF2B5EF4-FFF2-40B4-BE49-F238E27FC236}">
                <a16:creationId xmlns:a16="http://schemas.microsoft.com/office/drawing/2014/main" id="{AC3A2C6F-FEE0-466F-8DB4-F6C4C606768B}"/>
              </a:ext>
            </a:extLst>
          </p:cNvPr>
          <p:cNvSpPr>
            <a:spLocks xmlns:a="http://schemas.openxmlformats.org/drawingml/2006/main" noGrp="1"/>
          </p:cNvSpPr>
          <p:nvPr/>
        </p:nvSpPr>
        <p:spPr>
          <a:xfrm xmlns:a="http://schemas.openxmlformats.org/drawingml/2006/main">
            <a:off x="9945291" y="5219700"/>
            <a:ext cx="48697" cy="95250"/>
          </a:xfrm>
          <a:prstGeom xmlns:a="http://schemas.openxmlformats.org/drawingml/2006/main" prst="rect">
            <a:avLst/>
          </a:prstGeom>
          <a:solidFill xmlns:a="http://schemas.openxmlformats.org/drawingml/2006/main">
            <a:srgbClr val="7394C7"/>
          </a:solidFill>
          <a:ln xmlns:a="http://schemas.openxmlformats.org/drawingml/2006/main" w="0">
            <a:noFill/>
          </a:ln>
        </p:spPr>
      </p:sp>
      <p:sp>
        <p:nvSpPr>
          <p:cNvPr id="1474" name="">
            <a:extLst xmlns:a="http://schemas.openxmlformats.org/drawingml/2006/main">
              <a:ext uri="{FF2B5EF4-FFF2-40B4-BE49-F238E27FC236}">
                <a16:creationId xmlns:a16="http://schemas.microsoft.com/office/drawing/2014/main" id="{85E82F42-AF59-49E6-9011-524F974D7407}"/>
              </a:ext>
            </a:extLst>
          </p:cNvPr>
          <p:cNvSpPr>
            <a:spLocks xmlns:a="http://schemas.openxmlformats.org/drawingml/2006/main" noGrp="1"/>
          </p:cNvSpPr>
          <p:nvPr/>
        </p:nvSpPr>
        <p:spPr>
          <a:xfrm xmlns:a="http://schemas.openxmlformats.org/drawingml/2006/main">
            <a:off x="9993511" y="5219700"/>
            <a:ext cx="48697" cy="95250"/>
          </a:xfrm>
          <a:prstGeom xmlns:a="http://schemas.openxmlformats.org/drawingml/2006/main" prst="rect">
            <a:avLst/>
          </a:prstGeom>
          <a:solidFill xmlns:a="http://schemas.openxmlformats.org/drawingml/2006/main">
            <a:srgbClr val="6E90C5"/>
          </a:solidFill>
          <a:ln xmlns:a="http://schemas.openxmlformats.org/drawingml/2006/main" w="0">
            <a:noFill/>
          </a:ln>
        </p:spPr>
      </p:sp>
      <p:sp>
        <p:nvSpPr>
          <p:cNvPr id="1475" name="">
            <a:extLst xmlns:a="http://schemas.openxmlformats.org/drawingml/2006/main">
              <a:ext uri="{FF2B5EF4-FFF2-40B4-BE49-F238E27FC236}">
                <a16:creationId xmlns:a16="http://schemas.microsoft.com/office/drawing/2014/main" id="{0A80A8A0-E955-433B-8D8B-4EB9BB35056E}"/>
              </a:ext>
            </a:extLst>
          </p:cNvPr>
          <p:cNvSpPr>
            <a:spLocks xmlns:a="http://schemas.openxmlformats.org/drawingml/2006/main" noGrp="1"/>
          </p:cNvSpPr>
          <p:nvPr/>
        </p:nvSpPr>
        <p:spPr>
          <a:xfrm xmlns:a="http://schemas.openxmlformats.org/drawingml/2006/main">
            <a:off x="10041731" y="5219700"/>
            <a:ext cx="48697" cy="95250"/>
          </a:xfrm>
          <a:prstGeom xmlns:a="http://schemas.openxmlformats.org/drawingml/2006/main" prst="rect">
            <a:avLst/>
          </a:prstGeom>
          <a:solidFill xmlns:a="http://schemas.openxmlformats.org/drawingml/2006/main">
            <a:srgbClr val="698CC2"/>
          </a:solidFill>
          <a:ln xmlns:a="http://schemas.openxmlformats.org/drawingml/2006/main" w="0">
            <a:noFill/>
          </a:ln>
        </p:spPr>
      </p:sp>
      <p:sp>
        <p:nvSpPr>
          <p:cNvPr id="1476" name="">
            <a:extLst xmlns:a="http://schemas.openxmlformats.org/drawingml/2006/main">
              <a:ext uri="{FF2B5EF4-FFF2-40B4-BE49-F238E27FC236}">
                <a16:creationId xmlns:a16="http://schemas.microsoft.com/office/drawing/2014/main" id="{9DBC2FCE-9D20-43D6-B807-36B8486C1677}"/>
              </a:ext>
            </a:extLst>
          </p:cNvPr>
          <p:cNvSpPr>
            <a:spLocks xmlns:a="http://schemas.openxmlformats.org/drawingml/2006/main" noGrp="1"/>
          </p:cNvSpPr>
          <p:nvPr/>
        </p:nvSpPr>
        <p:spPr>
          <a:xfrm xmlns:a="http://schemas.openxmlformats.org/drawingml/2006/main">
            <a:off x="10089952" y="5219700"/>
            <a:ext cx="48697" cy="95250"/>
          </a:xfrm>
          <a:prstGeom xmlns:a="http://schemas.openxmlformats.org/drawingml/2006/main" prst="rect">
            <a:avLst/>
          </a:prstGeom>
          <a:solidFill xmlns:a="http://schemas.openxmlformats.org/drawingml/2006/main">
            <a:srgbClr val="6388C0"/>
          </a:solidFill>
          <a:ln xmlns:a="http://schemas.openxmlformats.org/drawingml/2006/main" w="0">
            <a:noFill/>
          </a:ln>
        </p:spPr>
      </p:sp>
      <p:sp>
        <p:nvSpPr>
          <p:cNvPr id="1477" name="">
            <a:extLst xmlns:a="http://schemas.openxmlformats.org/drawingml/2006/main">
              <a:ext uri="{FF2B5EF4-FFF2-40B4-BE49-F238E27FC236}">
                <a16:creationId xmlns:a16="http://schemas.microsoft.com/office/drawing/2014/main" id="{4281AAD6-850A-4201-A1E5-307522AE6875}"/>
              </a:ext>
            </a:extLst>
          </p:cNvPr>
          <p:cNvSpPr>
            <a:spLocks xmlns:a="http://schemas.openxmlformats.org/drawingml/2006/main" noGrp="1"/>
          </p:cNvSpPr>
          <p:nvPr/>
        </p:nvSpPr>
        <p:spPr>
          <a:xfrm xmlns:a="http://schemas.openxmlformats.org/drawingml/2006/main">
            <a:off x="10138172" y="5219700"/>
            <a:ext cx="48697" cy="95250"/>
          </a:xfrm>
          <a:prstGeom xmlns:a="http://schemas.openxmlformats.org/drawingml/2006/main" prst="rect">
            <a:avLst/>
          </a:prstGeom>
          <a:solidFill xmlns:a="http://schemas.openxmlformats.org/drawingml/2006/main">
            <a:srgbClr val="5E84BE"/>
          </a:solidFill>
          <a:ln xmlns:a="http://schemas.openxmlformats.org/drawingml/2006/main" w="0">
            <a:noFill/>
          </a:ln>
        </p:spPr>
      </p:sp>
      <p:sp>
        <p:nvSpPr>
          <p:cNvPr id="1478" name="">
            <a:extLst xmlns:a="http://schemas.openxmlformats.org/drawingml/2006/main">
              <a:ext uri="{FF2B5EF4-FFF2-40B4-BE49-F238E27FC236}">
                <a16:creationId xmlns:a16="http://schemas.microsoft.com/office/drawing/2014/main" id="{A2C6CDFF-BA07-4CFA-9BE1-9DFB808D886D}"/>
              </a:ext>
            </a:extLst>
          </p:cNvPr>
          <p:cNvSpPr>
            <a:spLocks xmlns:a="http://schemas.openxmlformats.org/drawingml/2006/main" noGrp="1"/>
          </p:cNvSpPr>
          <p:nvPr/>
        </p:nvSpPr>
        <p:spPr>
          <a:xfrm xmlns:a="http://schemas.openxmlformats.org/drawingml/2006/main">
            <a:off x="10186392" y="5219700"/>
            <a:ext cx="48697" cy="95250"/>
          </a:xfrm>
          <a:prstGeom xmlns:a="http://schemas.openxmlformats.org/drawingml/2006/main" prst="rect">
            <a:avLst/>
          </a:prstGeom>
          <a:solidFill xmlns:a="http://schemas.openxmlformats.org/drawingml/2006/main">
            <a:srgbClr val="5980BC"/>
          </a:solidFill>
          <a:ln xmlns:a="http://schemas.openxmlformats.org/drawingml/2006/main" w="0">
            <a:noFill/>
          </a:ln>
        </p:spPr>
      </p:sp>
      <p:sp>
        <p:nvSpPr>
          <p:cNvPr id="1479" name="">
            <a:extLst xmlns:a="http://schemas.openxmlformats.org/drawingml/2006/main">
              <a:ext uri="{FF2B5EF4-FFF2-40B4-BE49-F238E27FC236}">
                <a16:creationId xmlns:a16="http://schemas.microsoft.com/office/drawing/2014/main" id="{79CBBD00-5D96-47DB-B9E8-43F46260B8FE}"/>
              </a:ext>
            </a:extLst>
          </p:cNvPr>
          <p:cNvSpPr>
            <a:spLocks xmlns:a="http://schemas.openxmlformats.org/drawingml/2006/main" noGrp="1"/>
          </p:cNvSpPr>
          <p:nvPr/>
        </p:nvSpPr>
        <p:spPr>
          <a:xfrm xmlns:a="http://schemas.openxmlformats.org/drawingml/2006/main">
            <a:off x="10234613" y="5219700"/>
            <a:ext cx="48697" cy="95250"/>
          </a:xfrm>
          <a:prstGeom xmlns:a="http://schemas.openxmlformats.org/drawingml/2006/main" prst="rect">
            <a:avLst/>
          </a:prstGeom>
          <a:solidFill xmlns:a="http://schemas.openxmlformats.org/drawingml/2006/main">
            <a:srgbClr val="547CBA"/>
          </a:solidFill>
          <a:ln xmlns:a="http://schemas.openxmlformats.org/drawingml/2006/main" w="0">
            <a:noFill/>
          </a:ln>
        </p:spPr>
      </p:sp>
      <p:sp>
        <p:nvSpPr>
          <p:cNvPr id="1480" name="">
            <a:extLst xmlns:a="http://schemas.openxmlformats.org/drawingml/2006/main">
              <a:ext uri="{FF2B5EF4-FFF2-40B4-BE49-F238E27FC236}">
                <a16:creationId xmlns:a16="http://schemas.microsoft.com/office/drawing/2014/main" id="{A094F6CB-2105-45EB-BBA4-4263B762CF12}"/>
              </a:ext>
            </a:extLst>
          </p:cNvPr>
          <p:cNvSpPr>
            <a:spLocks xmlns:a="http://schemas.openxmlformats.org/drawingml/2006/main" noGrp="1"/>
          </p:cNvSpPr>
          <p:nvPr/>
        </p:nvSpPr>
        <p:spPr>
          <a:xfrm xmlns:a="http://schemas.openxmlformats.org/drawingml/2006/main">
            <a:off x="10282833" y="5219700"/>
            <a:ext cx="48697" cy="95250"/>
          </a:xfrm>
          <a:prstGeom xmlns:a="http://schemas.openxmlformats.org/drawingml/2006/main" prst="rect">
            <a:avLst/>
          </a:prstGeom>
          <a:solidFill xmlns:a="http://schemas.openxmlformats.org/drawingml/2006/main">
            <a:srgbClr val="4E78B8"/>
          </a:solidFill>
          <a:ln xmlns:a="http://schemas.openxmlformats.org/drawingml/2006/main" w="0">
            <a:noFill/>
          </a:ln>
        </p:spPr>
      </p:sp>
      <p:sp>
        <p:nvSpPr>
          <p:cNvPr id="1481" name="">
            <a:extLst xmlns:a="http://schemas.openxmlformats.org/drawingml/2006/main">
              <a:ext uri="{FF2B5EF4-FFF2-40B4-BE49-F238E27FC236}">
                <a16:creationId xmlns:a16="http://schemas.microsoft.com/office/drawing/2014/main" id="{1147F64D-E108-4647-94B0-6D80E4D40F74}"/>
              </a:ext>
            </a:extLst>
          </p:cNvPr>
          <p:cNvSpPr>
            <a:spLocks xmlns:a="http://schemas.openxmlformats.org/drawingml/2006/main" noGrp="1"/>
          </p:cNvSpPr>
          <p:nvPr/>
        </p:nvSpPr>
        <p:spPr>
          <a:xfrm xmlns:a="http://schemas.openxmlformats.org/drawingml/2006/main">
            <a:off x="10331053" y="5219700"/>
            <a:ext cx="48697" cy="95250"/>
          </a:xfrm>
          <a:prstGeom xmlns:a="http://schemas.openxmlformats.org/drawingml/2006/main" prst="rect">
            <a:avLst/>
          </a:prstGeom>
          <a:solidFill xmlns:a="http://schemas.openxmlformats.org/drawingml/2006/main">
            <a:srgbClr val="4974B6"/>
          </a:solidFill>
          <a:ln xmlns:a="http://schemas.openxmlformats.org/drawingml/2006/main" w="0">
            <a:noFill/>
          </a:ln>
        </p:spPr>
      </p:sp>
      <p:sp>
        <p:nvSpPr>
          <p:cNvPr id="1482" name="">
            <a:extLst xmlns:a="http://schemas.openxmlformats.org/drawingml/2006/main">
              <a:ext uri="{FF2B5EF4-FFF2-40B4-BE49-F238E27FC236}">
                <a16:creationId xmlns:a16="http://schemas.microsoft.com/office/drawing/2014/main" id="{F5860608-6E8F-43D2-9BB1-BD976AEF7A70}"/>
              </a:ext>
            </a:extLst>
          </p:cNvPr>
          <p:cNvSpPr>
            <a:spLocks xmlns:a="http://schemas.openxmlformats.org/drawingml/2006/main" noGrp="1"/>
          </p:cNvSpPr>
          <p:nvPr/>
        </p:nvSpPr>
        <p:spPr>
          <a:xfrm xmlns:a="http://schemas.openxmlformats.org/drawingml/2006/main">
            <a:off x="10379273" y="5219700"/>
            <a:ext cx="48697" cy="95250"/>
          </a:xfrm>
          <a:prstGeom xmlns:a="http://schemas.openxmlformats.org/drawingml/2006/main" prst="rect">
            <a:avLst/>
          </a:prstGeom>
          <a:solidFill xmlns:a="http://schemas.openxmlformats.org/drawingml/2006/main">
            <a:srgbClr val="4470B4"/>
          </a:solidFill>
          <a:ln xmlns:a="http://schemas.openxmlformats.org/drawingml/2006/main" w="0">
            <a:noFill/>
          </a:ln>
        </p:spPr>
      </p:sp>
      <p:sp>
        <p:nvSpPr>
          <p:cNvPr id="1483" name="">
            <a:extLst xmlns:a="http://schemas.openxmlformats.org/drawingml/2006/main">
              <a:ext uri="{FF2B5EF4-FFF2-40B4-BE49-F238E27FC236}">
                <a16:creationId xmlns:a16="http://schemas.microsoft.com/office/drawing/2014/main" id="{694526C5-99C5-4D3F-AC0F-4D7E08FFD283}"/>
              </a:ext>
            </a:extLst>
          </p:cNvPr>
          <p:cNvSpPr>
            <a:spLocks xmlns:a="http://schemas.openxmlformats.org/drawingml/2006/main" noGrp="1"/>
          </p:cNvSpPr>
          <p:nvPr/>
        </p:nvSpPr>
        <p:spPr>
          <a:xfrm xmlns:a="http://schemas.openxmlformats.org/drawingml/2006/main">
            <a:off x="10427494" y="5219700"/>
            <a:ext cx="48697" cy="95250"/>
          </a:xfrm>
          <a:prstGeom xmlns:a="http://schemas.openxmlformats.org/drawingml/2006/main" prst="rect">
            <a:avLst/>
          </a:prstGeom>
          <a:solidFill xmlns:a="http://schemas.openxmlformats.org/drawingml/2006/main">
            <a:srgbClr val="3E6CB1"/>
          </a:solidFill>
          <a:ln xmlns:a="http://schemas.openxmlformats.org/drawingml/2006/main" w="0">
            <a:noFill/>
          </a:ln>
        </p:spPr>
      </p:sp>
      <p:sp>
        <p:nvSpPr>
          <p:cNvPr id="1484" name="">
            <a:extLst xmlns:a="http://schemas.openxmlformats.org/drawingml/2006/main">
              <a:ext uri="{FF2B5EF4-FFF2-40B4-BE49-F238E27FC236}">
                <a16:creationId xmlns:a16="http://schemas.microsoft.com/office/drawing/2014/main" id="{238F0B47-6D3F-40E9-B949-56ECB250129F}"/>
              </a:ext>
            </a:extLst>
          </p:cNvPr>
          <p:cNvSpPr>
            <a:spLocks xmlns:a="http://schemas.openxmlformats.org/drawingml/2006/main" noGrp="1"/>
          </p:cNvSpPr>
          <p:nvPr/>
        </p:nvSpPr>
        <p:spPr>
          <a:xfrm xmlns:a="http://schemas.openxmlformats.org/drawingml/2006/main">
            <a:off x="10475714" y="5219700"/>
            <a:ext cx="48697" cy="95250"/>
          </a:xfrm>
          <a:prstGeom xmlns:a="http://schemas.openxmlformats.org/drawingml/2006/main" prst="rect">
            <a:avLst/>
          </a:prstGeom>
          <a:solidFill xmlns:a="http://schemas.openxmlformats.org/drawingml/2006/main">
            <a:srgbClr val="3968AF"/>
          </a:solidFill>
          <a:ln xmlns:a="http://schemas.openxmlformats.org/drawingml/2006/main" w="0">
            <a:noFill/>
          </a:ln>
        </p:spPr>
      </p:sp>
      <p:sp>
        <p:nvSpPr>
          <p:cNvPr id="1485" name="">
            <a:extLst xmlns:a="http://schemas.openxmlformats.org/drawingml/2006/main">
              <a:ext uri="{FF2B5EF4-FFF2-40B4-BE49-F238E27FC236}">
                <a16:creationId xmlns:a16="http://schemas.microsoft.com/office/drawing/2014/main" id="{156F1F74-FF85-4FF2-AA1D-301001A69DEA}"/>
              </a:ext>
            </a:extLst>
          </p:cNvPr>
          <p:cNvSpPr>
            <a:spLocks xmlns:a="http://schemas.openxmlformats.org/drawingml/2006/main" noGrp="1"/>
          </p:cNvSpPr>
          <p:nvPr/>
        </p:nvSpPr>
        <p:spPr>
          <a:xfrm xmlns:a="http://schemas.openxmlformats.org/drawingml/2006/main">
            <a:off x="10523934" y="5219700"/>
            <a:ext cx="48697" cy="95250"/>
          </a:xfrm>
          <a:prstGeom xmlns:a="http://schemas.openxmlformats.org/drawingml/2006/main" prst="rect">
            <a:avLst/>
          </a:prstGeom>
          <a:solidFill xmlns:a="http://schemas.openxmlformats.org/drawingml/2006/main">
            <a:srgbClr val="3464AD"/>
          </a:solidFill>
          <a:ln xmlns:a="http://schemas.openxmlformats.org/drawingml/2006/main" w="0">
            <a:noFill/>
          </a:ln>
        </p:spPr>
      </p:sp>
      <p:sp>
        <p:nvSpPr>
          <p:cNvPr id="1486" name="">
            <a:extLst xmlns:a="http://schemas.openxmlformats.org/drawingml/2006/main">
              <a:ext uri="{FF2B5EF4-FFF2-40B4-BE49-F238E27FC236}">
                <a16:creationId xmlns:a16="http://schemas.microsoft.com/office/drawing/2014/main" id="{47FE566E-75CC-4EE2-ACE1-86D1C2C0E79D}"/>
              </a:ext>
            </a:extLst>
          </p:cNvPr>
          <p:cNvSpPr>
            <a:spLocks xmlns:a="http://schemas.openxmlformats.org/drawingml/2006/main" noGrp="1"/>
          </p:cNvSpPr>
          <p:nvPr/>
        </p:nvSpPr>
        <p:spPr>
          <a:xfrm xmlns:a="http://schemas.openxmlformats.org/drawingml/2006/main">
            <a:off x="10572155" y="5219700"/>
            <a:ext cx="48697" cy="95250"/>
          </a:xfrm>
          <a:prstGeom xmlns:a="http://schemas.openxmlformats.org/drawingml/2006/main" prst="rect">
            <a:avLst/>
          </a:prstGeom>
          <a:solidFill xmlns:a="http://schemas.openxmlformats.org/drawingml/2006/main">
            <a:srgbClr val="2F60AB"/>
          </a:solidFill>
          <a:ln xmlns:a="http://schemas.openxmlformats.org/drawingml/2006/main" w="0">
            <a:noFill/>
          </a:ln>
        </p:spPr>
      </p:sp>
      <p:sp>
        <p:nvSpPr>
          <p:cNvPr id="1487" name="">
            <a:extLst xmlns:a="http://schemas.openxmlformats.org/drawingml/2006/main">
              <a:ext uri="{FF2B5EF4-FFF2-40B4-BE49-F238E27FC236}">
                <a16:creationId xmlns:a16="http://schemas.microsoft.com/office/drawing/2014/main" id="{AF5AB418-9C00-4771-9B58-6EBF7064D2BA}"/>
              </a:ext>
            </a:extLst>
          </p:cNvPr>
          <p:cNvSpPr>
            <a:spLocks xmlns:a="http://schemas.openxmlformats.org/drawingml/2006/main" noGrp="1"/>
          </p:cNvSpPr>
          <p:nvPr/>
        </p:nvSpPr>
        <p:spPr>
          <a:xfrm xmlns:a="http://schemas.openxmlformats.org/drawingml/2006/main">
            <a:off x="6524625"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1488" name="">
            <a:extLst xmlns:a="http://schemas.openxmlformats.org/drawingml/2006/main">
              <a:ext uri="{FF2B5EF4-FFF2-40B4-BE49-F238E27FC236}">
                <a16:creationId xmlns:a16="http://schemas.microsoft.com/office/drawing/2014/main" id="{D50C793A-3716-485A-800A-1DB0D2FDCA8E}"/>
              </a:ext>
            </a:extLst>
          </p:cNvPr>
          <p:cNvSpPr>
            <a:spLocks xmlns:a="http://schemas.openxmlformats.org/drawingml/2006/main" noGrp="1"/>
          </p:cNvSpPr>
          <p:nvPr/>
        </p:nvSpPr>
        <p:spPr>
          <a:xfrm xmlns:a="http://schemas.openxmlformats.org/drawingml/2006/main">
            <a:off x="7489031"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1489" name="">
            <a:extLst xmlns:a="http://schemas.openxmlformats.org/drawingml/2006/main">
              <a:ext uri="{FF2B5EF4-FFF2-40B4-BE49-F238E27FC236}">
                <a16:creationId xmlns:a16="http://schemas.microsoft.com/office/drawing/2014/main" id="{A99737E7-98B8-4AB4-966A-3CAAF1260A8A}"/>
              </a:ext>
            </a:extLst>
          </p:cNvPr>
          <p:cNvSpPr>
            <a:spLocks xmlns:a="http://schemas.openxmlformats.org/drawingml/2006/main" noGrp="1"/>
          </p:cNvSpPr>
          <p:nvPr/>
        </p:nvSpPr>
        <p:spPr>
          <a:xfrm xmlns:a="http://schemas.openxmlformats.org/drawingml/2006/main">
            <a:off x="8453438"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0</a:t>
            </a:r>
          </a:p>
        </p:txBody>
      </p:sp>
      <p:sp>
        <p:nvSpPr>
          <p:cNvPr id="1490" name="">
            <a:extLst xmlns:a="http://schemas.openxmlformats.org/drawingml/2006/main">
              <a:ext uri="{FF2B5EF4-FFF2-40B4-BE49-F238E27FC236}">
                <a16:creationId xmlns:a16="http://schemas.microsoft.com/office/drawing/2014/main" id="{AA0E5C9D-D0C1-4BA6-BDD7-F5EAED68C41C}"/>
              </a:ext>
            </a:extLst>
          </p:cNvPr>
          <p:cNvSpPr>
            <a:spLocks xmlns:a="http://schemas.openxmlformats.org/drawingml/2006/main" noGrp="1"/>
          </p:cNvSpPr>
          <p:nvPr/>
        </p:nvSpPr>
        <p:spPr>
          <a:xfrm xmlns:a="http://schemas.openxmlformats.org/drawingml/2006/main">
            <a:off x="9417844"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1491" name="">
            <a:extLst xmlns:a="http://schemas.openxmlformats.org/drawingml/2006/main">
              <a:ext uri="{FF2B5EF4-FFF2-40B4-BE49-F238E27FC236}">
                <a16:creationId xmlns:a16="http://schemas.microsoft.com/office/drawing/2014/main" id="{399E2B8C-F5A8-4898-8B3C-81D9FD144435}"/>
              </a:ext>
            </a:extLst>
          </p:cNvPr>
          <p:cNvSpPr>
            <a:spLocks xmlns:a="http://schemas.openxmlformats.org/drawingml/2006/main" noGrp="1"/>
          </p:cNvSpPr>
          <p:nvPr/>
        </p:nvSpPr>
        <p:spPr>
          <a:xfrm xmlns:a="http://schemas.openxmlformats.org/drawingml/2006/main">
            <a:off x="1038225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1492" name="">
            <a:extLst xmlns:a="http://schemas.openxmlformats.org/drawingml/2006/main">
              <a:ext uri="{FF2B5EF4-FFF2-40B4-BE49-F238E27FC236}">
                <a16:creationId xmlns:a16="http://schemas.microsoft.com/office/drawing/2014/main" id="{816D4523-E171-4E58-8047-0A9CE5367351}"/>
              </a:ext>
            </a:extLst>
          </p:cNvPr>
          <p:cNvSpPr>
            <a:spLocks xmlns:a="http://schemas.openxmlformats.org/drawingml/2006/main" noGrp="1"/>
          </p:cNvSpPr>
          <p:nvPr/>
        </p:nvSpPr>
        <p:spPr>
          <a:xfrm xmlns:a="http://schemas.openxmlformats.org/drawingml/2006/main">
            <a:off x="6619875" y="5629275"/>
            <a:ext cx="4143375" cy="3048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 vacant taxis vs normal</a:t>
            </a:r>
          </a:p>
        </p:txBody>
      </p:sp>
    </p:spTree>
    <p:extLst>
      <p:ext uri="{BB962C8B-B14F-4D97-AF65-F5344CB8AC3E}">
        <p14:creationId xmlns:p14="http://schemas.microsoft.com/office/powerpoint/2010/main" val="597896415"/>
      </p:ext>
    </p:extLst>
  </p:cSld>
</p:sld>
</file>

<file path=ppt/slides/slide3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OBSERVED SUPPLY AND FLEET SIZE OVER TIME</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 feed measures public vacant supply and its coverage can change.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32</a:t>
            </a:r>
            <a:endParaRPr sz="1200"/>
          </a:p>
        </p:txBody>
      </p:sp>
      <p:sp>
        <p:nvSpPr>
          <p:cNvPr id="14" name="">
            <a:extLst xmlns:a="http://schemas.openxmlformats.org/drawingml/2006/main">
              <a:ext uri="{FF2B5EF4-FFF2-40B4-BE49-F238E27FC236}">
                <a16:creationId xmlns:a16="http://schemas.microsoft.com/office/drawing/2014/main" id="{4CA6DE9C-724B-4874-B401-4E151497390A}"/>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0AAA0AFF-2E79-46FD-AAB0-3BF8773D1C42}"/>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The fleet shrank 18% and street hails more than halved, while the feed's level mostly tracks coverage</a:t>
            </a:r>
          </a:p>
        </p:txBody>
      </p:sp>
      <p:sp>
        <p:nvSpPr>
          <p:cNvPr id="16" name="">
            <a:extLst xmlns:a="http://schemas.openxmlformats.org/drawingml/2006/main">
              <a:ext uri="{FF2B5EF4-FFF2-40B4-BE49-F238E27FC236}">
                <a16:creationId xmlns:a16="http://schemas.microsoft.com/office/drawing/2014/main" id="{A0F64CE8-B178-4230-9402-1DCF5F35464C}"/>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Index, Apr 2022 = 100</a:t>
            </a:r>
          </a:p>
        </p:txBody>
      </p:sp>
      <p:sp>
        <p:nvSpPr>
          <p:cNvPr id="17" name="Editable chart path">
            <a:extLst xmlns:a="http://schemas.openxmlformats.org/drawingml/2006/main">
              <a:ext uri="{FF2B5EF4-FFF2-40B4-BE49-F238E27FC236}">
                <a16:creationId xmlns:a16="http://schemas.microsoft.com/office/drawing/2014/main" id="{7B7D6361-2CFF-4384-B696-1F28B3A968FA}"/>
              </a:ext>
            </a:extLst>
          </p:cNvPr>
          <p:cNvSpPr>
            <a:spLocks xmlns:a="http://schemas.openxmlformats.org/drawingml/2006/main" noGrp="1"/>
          </p:cNvSpPr>
          <p:nvPr/>
        </p:nvSpPr>
        <p:spPr>
          <a:xfrm xmlns:a="http://schemas.openxmlformats.org/drawingml/2006/main">
            <a:off x="4179199" y="2647950"/>
            <a:ext cx="65507" cy="2409023"/>
          </a:xfrm>
          <a:custGeom xmlns:a="http://schemas.openxmlformats.org/drawingml/2006/main">
            <a:pathLst>
              <a:path w="60887" h="2239127">
                <a:moveTo>
                  <a:pt x="0" y="2239127"/>
                </a:moveTo>
                <a:lnTo>
                  <a:pt x="60887" y="2239127"/>
                </a:lnTo>
                <a:lnTo>
                  <a:pt x="60887" y="0"/>
                </a:lnTo>
                <a:lnTo>
                  <a:pt x="0" y="0"/>
                </a:lnTo>
                <a:close/>
              </a:path>
            </a:pathLst>
          </a:custGeom>
          <a:solidFill xmlns:a="http://schemas.openxmlformats.org/drawingml/2006/main">
            <a:srgbClr val="DCE6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4605DDCF-3652-4A4A-B5D5-A61C1E760BB2}"/>
              </a:ext>
            </a:extLst>
          </p:cNvPr>
          <p:cNvSpPr>
            <a:spLocks xmlns:a="http://schemas.openxmlformats.org/drawingml/2006/main" noGrp="1"/>
          </p:cNvSpPr>
          <p:nvPr/>
        </p:nvSpPr>
        <p:spPr>
          <a:xfrm xmlns:a="http://schemas.openxmlformats.org/drawingml/2006/main">
            <a:off x="4248154" y="2647950"/>
            <a:ext cx="324088" cy="2409023"/>
          </a:xfrm>
          <a:custGeom xmlns:a="http://schemas.openxmlformats.org/drawingml/2006/main">
            <a:pathLst>
              <a:path w="301232" h="2239127">
                <a:moveTo>
                  <a:pt x="0" y="2239127"/>
                </a:moveTo>
                <a:lnTo>
                  <a:pt x="301232" y="2239127"/>
                </a:lnTo>
                <a:lnTo>
                  <a:pt x="301232" y="0"/>
                </a:lnTo>
                <a:lnTo>
                  <a:pt x="0" y="0"/>
                </a:lnTo>
                <a:close/>
              </a:path>
            </a:pathLst>
          </a:custGeom>
          <a:solidFill xmlns:a="http://schemas.openxmlformats.org/drawingml/2006/main">
            <a:srgbClr val="DCE6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A0713E4A-56DC-4033-BCDA-6A13357F8F74}"/>
              </a:ext>
            </a:extLst>
          </p:cNvPr>
          <p:cNvSpPr>
            <a:spLocks xmlns:a="http://schemas.openxmlformats.org/drawingml/2006/main" noGrp="1"/>
          </p:cNvSpPr>
          <p:nvPr/>
        </p:nvSpPr>
        <p:spPr>
          <a:xfrm xmlns:a="http://schemas.openxmlformats.org/drawingml/2006/main">
            <a:off x="7089098" y="2647950"/>
            <a:ext cx="82746" cy="2409023"/>
          </a:xfrm>
          <a:custGeom xmlns:a="http://schemas.openxmlformats.org/drawingml/2006/main">
            <a:pathLst>
              <a:path w="76910" h="2239127">
                <a:moveTo>
                  <a:pt x="0" y="2239127"/>
                </a:moveTo>
                <a:lnTo>
                  <a:pt x="76910" y="2239127"/>
                </a:lnTo>
                <a:lnTo>
                  <a:pt x="76910" y="0"/>
                </a:lnTo>
                <a:lnTo>
                  <a:pt x="0" y="0"/>
                </a:lnTo>
                <a:close/>
              </a:path>
            </a:pathLst>
          </a:custGeom>
          <a:solidFill xmlns:a="http://schemas.openxmlformats.org/drawingml/2006/main">
            <a:srgbClr val="DCE6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240E6F10-D2AC-48F7-BAC1-0B83B5D64302}"/>
              </a:ext>
            </a:extLst>
          </p:cNvPr>
          <p:cNvSpPr>
            <a:spLocks xmlns:a="http://schemas.openxmlformats.org/drawingml/2006/main" noGrp="1"/>
          </p:cNvSpPr>
          <p:nvPr/>
        </p:nvSpPr>
        <p:spPr>
          <a:xfrm xmlns:a="http://schemas.openxmlformats.org/drawingml/2006/main">
            <a:off x="8202720" y="2647950"/>
            <a:ext cx="48268" cy="2409023"/>
          </a:xfrm>
          <a:custGeom xmlns:a="http://schemas.openxmlformats.org/drawingml/2006/main">
            <a:pathLst>
              <a:path w="44864" h="2239127">
                <a:moveTo>
                  <a:pt x="0" y="2239127"/>
                </a:moveTo>
                <a:lnTo>
                  <a:pt x="44864" y="2239127"/>
                </a:lnTo>
                <a:lnTo>
                  <a:pt x="44864" y="0"/>
                </a:lnTo>
                <a:lnTo>
                  <a:pt x="0" y="0"/>
                </a:lnTo>
                <a:close/>
              </a:path>
            </a:pathLst>
          </a:custGeom>
          <a:solidFill xmlns:a="http://schemas.openxmlformats.org/drawingml/2006/main">
            <a:srgbClr val="DCE6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19320F29-444C-41F8-AAE8-BBC36898E964}"/>
              </a:ext>
            </a:extLst>
          </p:cNvPr>
          <p:cNvSpPr>
            <a:spLocks xmlns:a="http://schemas.openxmlformats.org/drawingml/2006/main" noGrp="1"/>
          </p:cNvSpPr>
          <p:nvPr/>
        </p:nvSpPr>
        <p:spPr>
          <a:xfrm xmlns:a="http://schemas.openxmlformats.org/drawingml/2006/main">
            <a:off x="8275123" y="2647950"/>
            <a:ext cx="275820" cy="2409023"/>
          </a:xfrm>
          <a:custGeom xmlns:a="http://schemas.openxmlformats.org/drawingml/2006/main">
            <a:pathLst>
              <a:path w="256368" h="2239127">
                <a:moveTo>
                  <a:pt x="0" y="2239127"/>
                </a:moveTo>
                <a:lnTo>
                  <a:pt x="256368" y="2239127"/>
                </a:lnTo>
                <a:lnTo>
                  <a:pt x="256368" y="0"/>
                </a:lnTo>
                <a:lnTo>
                  <a:pt x="0" y="0"/>
                </a:lnTo>
                <a:close/>
              </a:path>
            </a:pathLst>
          </a:custGeom>
          <a:solidFill xmlns:a="http://schemas.openxmlformats.org/drawingml/2006/main">
            <a:srgbClr val="DCE6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BEA62A3E-5728-40C5-98A3-462DD12C2982}"/>
              </a:ext>
            </a:extLst>
          </p:cNvPr>
          <p:cNvSpPr>
            <a:spLocks xmlns:a="http://schemas.openxmlformats.org/drawingml/2006/main" noGrp="1"/>
          </p:cNvSpPr>
          <p:nvPr/>
        </p:nvSpPr>
        <p:spPr>
          <a:xfrm xmlns:a="http://schemas.openxmlformats.org/drawingml/2006/main">
            <a:off x="8881926" y="2647950"/>
            <a:ext cx="306850" cy="2409023"/>
          </a:xfrm>
          <a:custGeom xmlns:a="http://schemas.openxmlformats.org/drawingml/2006/main">
            <a:pathLst>
              <a:path w="285209" h="2239127">
                <a:moveTo>
                  <a:pt x="0" y="2239127"/>
                </a:moveTo>
                <a:lnTo>
                  <a:pt x="285209" y="2239127"/>
                </a:lnTo>
                <a:lnTo>
                  <a:pt x="28520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E38C4A34-3E1B-49CF-8DF7-84893CE8EA41}"/>
              </a:ext>
            </a:extLst>
          </p:cNvPr>
          <p:cNvSpPr>
            <a:spLocks xmlns:a="http://schemas.openxmlformats.org/drawingml/2006/main" noGrp="1"/>
          </p:cNvSpPr>
          <p:nvPr/>
        </p:nvSpPr>
        <p:spPr>
          <a:xfrm xmlns:a="http://schemas.openxmlformats.org/drawingml/2006/main">
            <a:off x="3482754" y="5056973"/>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24" name="">
            <a:extLst xmlns:a="http://schemas.openxmlformats.org/drawingml/2006/main">
              <a:ext uri="{FF2B5EF4-FFF2-40B4-BE49-F238E27FC236}">
                <a16:creationId xmlns:a16="http://schemas.microsoft.com/office/drawing/2014/main" id="{E7660BF2-ADC8-45D7-B274-BA1114519A74}"/>
              </a:ext>
            </a:extLst>
          </p:cNvPr>
          <p:cNvSpPr>
            <a:spLocks xmlns:a="http://schemas.openxmlformats.org/drawingml/2006/main" noGrp="1"/>
          </p:cNvSpPr>
          <p:nvPr/>
        </p:nvSpPr>
        <p:spPr>
          <a:xfrm xmlns:a="http://schemas.openxmlformats.org/drawingml/2006/main" rot="0">
            <a:off x="3313261" y="5069791"/>
            <a:ext cx="3332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2022</a:t>
            </a:r>
          </a:p>
        </p:txBody>
      </p:sp>
      <p:sp>
        <p:nvSpPr>
          <p:cNvPr id="25" name="Editable chart path">
            <a:extLst xmlns:a="http://schemas.openxmlformats.org/drawingml/2006/main">
              <a:ext uri="{FF2B5EF4-FFF2-40B4-BE49-F238E27FC236}">
                <a16:creationId xmlns:a16="http://schemas.microsoft.com/office/drawing/2014/main" id="{2BAC167C-7CE3-4BAB-A77C-CD5B5C1D7AEE}"/>
              </a:ext>
            </a:extLst>
          </p:cNvPr>
          <p:cNvSpPr>
            <a:spLocks xmlns:a="http://schemas.openxmlformats.org/drawingml/2006/main" noGrp="1"/>
          </p:cNvSpPr>
          <p:nvPr/>
        </p:nvSpPr>
        <p:spPr>
          <a:xfrm xmlns:a="http://schemas.openxmlformats.org/drawingml/2006/main">
            <a:off x="4741182" y="5056973"/>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26" name="">
            <a:extLst xmlns:a="http://schemas.openxmlformats.org/drawingml/2006/main">
              <a:ext uri="{FF2B5EF4-FFF2-40B4-BE49-F238E27FC236}">
                <a16:creationId xmlns:a16="http://schemas.microsoft.com/office/drawing/2014/main" id="{6D190020-40F2-4753-823C-C6D3284F5291}"/>
              </a:ext>
            </a:extLst>
          </p:cNvPr>
          <p:cNvSpPr>
            <a:spLocks xmlns:a="http://schemas.openxmlformats.org/drawingml/2006/main" noGrp="1"/>
          </p:cNvSpPr>
          <p:nvPr/>
        </p:nvSpPr>
        <p:spPr>
          <a:xfrm xmlns:a="http://schemas.openxmlformats.org/drawingml/2006/main" rot="0">
            <a:off x="4571471" y="5069791"/>
            <a:ext cx="3351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2023</a:t>
            </a:r>
          </a:p>
        </p:txBody>
      </p:sp>
      <p:sp>
        <p:nvSpPr>
          <p:cNvPr id="27" name="Editable chart path">
            <a:extLst xmlns:a="http://schemas.openxmlformats.org/drawingml/2006/main">
              <a:ext uri="{FF2B5EF4-FFF2-40B4-BE49-F238E27FC236}">
                <a16:creationId xmlns:a16="http://schemas.microsoft.com/office/drawing/2014/main" id="{D49D0DB6-76C1-41A5-AA7E-ED54A36B0D5D}"/>
              </a:ext>
            </a:extLst>
          </p:cNvPr>
          <p:cNvSpPr>
            <a:spLocks xmlns:a="http://schemas.openxmlformats.org/drawingml/2006/main" noGrp="1"/>
          </p:cNvSpPr>
          <p:nvPr/>
        </p:nvSpPr>
        <p:spPr>
          <a:xfrm xmlns:a="http://schemas.openxmlformats.org/drawingml/2006/main">
            <a:off x="5999610" y="5056973"/>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28" name="">
            <a:extLst xmlns:a="http://schemas.openxmlformats.org/drawingml/2006/main">
              <a:ext uri="{FF2B5EF4-FFF2-40B4-BE49-F238E27FC236}">
                <a16:creationId xmlns:a16="http://schemas.microsoft.com/office/drawing/2014/main" id="{98CF9193-0590-4D8B-BCDE-0BF8664FB9FF}"/>
              </a:ext>
            </a:extLst>
          </p:cNvPr>
          <p:cNvSpPr>
            <a:spLocks xmlns:a="http://schemas.openxmlformats.org/drawingml/2006/main" noGrp="1"/>
          </p:cNvSpPr>
          <p:nvPr/>
        </p:nvSpPr>
        <p:spPr>
          <a:xfrm xmlns:a="http://schemas.openxmlformats.org/drawingml/2006/main" rot="0">
            <a:off x="5827319" y="5069791"/>
            <a:ext cx="34080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2024</a:t>
            </a:r>
          </a:p>
        </p:txBody>
      </p:sp>
      <p:sp>
        <p:nvSpPr>
          <p:cNvPr id="29" name="Editable chart path">
            <a:extLst xmlns:a="http://schemas.openxmlformats.org/drawingml/2006/main">
              <a:ext uri="{FF2B5EF4-FFF2-40B4-BE49-F238E27FC236}">
                <a16:creationId xmlns:a16="http://schemas.microsoft.com/office/drawing/2014/main" id="{83563BE8-187A-4B71-BB0F-947B3221CD9D}"/>
              </a:ext>
            </a:extLst>
          </p:cNvPr>
          <p:cNvSpPr>
            <a:spLocks xmlns:a="http://schemas.openxmlformats.org/drawingml/2006/main" noGrp="1"/>
          </p:cNvSpPr>
          <p:nvPr/>
        </p:nvSpPr>
        <p:spPr>
          <a:xfrm xmlns:a="http://schemas.openxmlformats.org/drawingml/2006/main">
            <a:off x="7261485" y="5056973"/>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30" name="">
            <a:extLst xmlns:a="http://schemas.openxmlformats.org/drawingml/2006/main">
              <a:ext uri="{FF2B5EF4-FFF2-40B4-BE49-F238E27FC236}">
                <a16:creationId xmlns:a16="http://schemas.microsoft.com/office/drawing/2014/main" id="{F401BC19-ADB9-48A5-9386-92E87CA51952}"/>
              </a:ext>
            </a:extLst>
          </p:cNvPr>
          <p:cNvSpPr>
            <a:spLocks xmlns:a="http://schemas.openxmlformats.org/drawingml/2006/main" noGrp="1"/>
          </p:cNvSpPr>
          <p:nvPr/>
        </p:nvSpPr>
        <p:spPr>
          <a:xfrm xmlns:a="http://schemas.openxmlformats.org/drawingml/2006/main" rot="0">
            <a:off x="7089016" y="5069791"/>
            <a:ext cx="3406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2025</a:t>
            </a:r>
          </a:p>
        </p:txBody>
      </p:sp>
      <p:sp>
        <p:nvSpPr>
          <p:cNvPr id="31" name="Editable chart path">
            <a:extLst xmlns:a="http://schemas.openxmlformats.org/drawingml/2006/main">
              <a:ext uri="{FF2B5EF4-FFF2-40B4-BE49-F238E27FC236}">
                <a16:creationId xmlns:a16="http://schemas.microsoft.com/office/drawing/2014/main" id="{9F7A30BB-7962-4A7C-85F5-354FB195E4F8}"/>
              </a:ext>
            </a:extLst>
          </p:cNvPr>
          <p:cNvSpPr>
            <a:spLocks xmlns:a="http://schemas.openxmlformats.org/drawingml/2006/main" noGrp="1"/>
          </p:cNvSpPr>
          <p:nvPr/>
        </p:nvSpPr>
        <p:spPr>
          <a:xfrm xmlns:a="http://schemas.openxmlformats.org/drawingml/2006/main">
            <a:off x="8519913" y="5056973"/>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32" name="">
            <a:extLst xmlns:a="http://schemas.openxmlformats.org/drawingml/2006/main">
              <a:ext uri="{FF2B5EF4-FFF2-40B4-BE49-F238E27FC236}">
                <a16:creationId xmlns:a16="http://schemas.microsoft.com/office/drawing/2014/main" id="{598196D7-9D6B-4EF4-8B9E-A79D2DB2D3C4}"/>
              </a:ext>
            </a:extLst>
          </p:cNvPr>
          <p:cNvSpPr>
            <a:spLocks xmlns:a="http://schemas.openxmlformats.org/drawingml/2006/main" noGrp="1"/>
          </p:cNvSpPr>
          <p:nvPr/>
        </p:nvSpPr>
        <p:spPr>
          <a:xfrm xmlns:a="http://schemas.openxmlformats.org/drawingml/2006/main" rot="0">
            <a:off x="8347381" y="5069791"/>
            <a:ext cx="34166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2026</a:t>
            </a:r>
          </a:p>
        </p:txBody>
      </p:sp>
      <p:sp>
        <p:nvSpPr>
          <p:cNvPr id="33" name="Editable chart path">
            <a:extLst xmlns:a="http://schemas.openxmlformats.org/drawingml/2006/main">
              <a:ext uri="{FF2B5EF4-FFF2-40B4-BE49-F238E27FC236}">
                <a16:creationId xmlns:a16="http://schemas.microsoft.com/office/drawing/2014/main" id="{8A34EFDE-9AB2-45E3-BD0D-87B646A53B0B}"/>
              </a:ext>
            </a:extLst>
          </p:cNvPr>
          <p:cNvSpPr>
            <a:spLocks xmlns:a="http://schemas.openxmlformats.org/drawingml/2006/main" noGrp="1"/>
          </p:cNvSpPr>
          <p:nvPr/>
        </p:nvSpPr>
        <p:spPr>
          <a:xfrm xmlns:a="http://schemas.openxmlformats.org/drawingml/2006/main">
            <a:off x="2855954" y="4778157"/>
            <a:ext cx="6811370" cy="95"/>
          </a:xfrm>
          <a:custGeom xmlns:a="http://schemas.openxmlformats.org/drawingml/2006/main">
            <a:pathLst>
              <a:path w="6331001" h="95">
                <a:moveTo>
                  <a:pt x="0" y="0"/>
                </a:moveTo>
                <a:lnTo>
                  <a:pt x="6331001" y="0"/>
                </a:lnTo>
              </a:path>
            </a:pathLst>
          </a:custGeom>
          <a:noFill xmlns:a="http://schemas.openxmlformats.org/drawingml/2006/main"/>
          <a:ln xmlns:a="http://schemas.openxmlformats.org/drawingml/2006/main" w="6149">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3BBF71C3-2808-462F-BA95-9BC12D8779FB}"/>
              </a:ext>
            </a:extLst>
          </p:cNvPr>
          <p:cNvSpPr>
            <a:spLocks xmlns:a="http://schemas.openxmlformats.org/drawingml/2006/main" noGrp="1"/>
          </p:cNvSpPr>
          <p:nvPr/>
        </p:nvSpPr>
        <p:spPr>
          <a:xfrm xmlns:a="http://schemas.openxmlformats.org/drawingml/2006/main">
            <a:off x="2820087" y="4778157"/>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35" name="">
            <a:extLst xmlns:a="http://schemas.openxmlformats.org/drawingml/2006/main">
              <a:ext uri="{FF2B5EF4-FFF2-40B4-BE49-F238E27FC236}">
                <a16:creationId xmlns:a16="http://schemas.microsoft.com/office/drawing/2014/main" id="{9A8E5440-E04F-4C1B-9C33-FB8E172F7D72}"/>
              </a:ext>
            </a:extLst>
          </p:cNvPr>
          <p:cNvSpPr>
            <a:spLocks xmlns:a="http://schemas.openxmlformats.org/drawingml/2006/main" noGrp="1"/>
          </p:cNvSpPr>
          <p:nvPr/>
        </p:nvSpPr>
        <p:spPr>
          <a:xfrm xmlns:a="http://schemas.openxmlformats.org/drawingml/2006/main" rot="0">
            <a:off x="2600240" y="4675340"/>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36" name="Editable chart path">
            <a:extLst xmlns:a="http://schemas.openxmlformats.org/drawingml/2006/main">
              <a:ext uri="{FF2B5EF4-FFF2-40B4-BE49-F238E27FC236}">
                <a16:creationId xmlns:a16="http://schemas.microsoft.com/office/drawing/2014/main" id="{93C7E398-DF14-437E-BE8D-22370CD27BDD}"/>
              </a:ext>
            </a:extLst>
          </p:cNvPr>
          <p:cNvSpPr>
            <a:spLocks xmlns:a="http://schemas.openxmlformats.org/drawingml/2006/main" noGrp="1"/>
          </p:cNvSpPr>
          <p:nvPr/>
        </p:nvSpPr>
        <p:spPr>
          <a:xfrm xmlns:a="http://schemas.openxmlformats.org/drawingml/2006/main">
            <a:off x="2855954" y="4451622"/>
            <a:ext cx="6811370" cy="95"/>
          </a:xfrm>
          <a:custGeom xmlns:a="http://schemas.openxmlformats.org/drawingml/2006/main">
            <a:pathLst>
              <a:path w="6331001" h="95">
                <a:moveTo>
                  <a:pt x="0" y="0"/>
                </a:moveTo>
                <a:lnTo>
                  <a:pt x="6331001" y="0"/>
                </a:lnTo>
              </a:path>
            </a:pathLst>
          </a:custGeom>
          <a:noFill xmlns:a="http://schemas.openxmlformats.org/drawingml/2006/main"/>
          <a:ln xmlns:a="http://schemas.openxmlformats.org/drawingml/2006/main" w="6149">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567F496D-6A47-4155-A10D-398CB7B9C9E4}"/>
              </a:ext>
            </a:extLst>
          </p:cNvPr>
          <p:cNvSpPr>
            <a:spLocks xmlns:a="http://schemas.openxmlformats.org/drawingml/2006/main" noGrp="1"/>
          </p:cNvSpPr>
          <p:nvPr/>
        </p:nvSpPr>
        <p:spPr>
          <a:xfrm xmlns:a="http://schemas.openxmlformats.org/drawingml/2006/main">
            <a:off x="2820087" y="4451622"/>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38" name="">
            <a:extLst xmlns:a="http://schemas.openxmlformats.org/drawingml/2006/main">
              <a:ext uri="{FF2B5EF4-FFF2-40B4-BE49-F238E27FC236}">
                <a16:creationId xmlns:a16="http://schemas.microsoft.com/office/drawing/2014/main" id="{0DE3AE4B-DF07-4261-9920-EB2F6965739E}"/>
              </a:ext>
            </a:extLst>
          </p:cNvPr>
          <p:cNvSpPr>
            <a:spLocks xmlns:a="http://schemas.openxmlformats.org/drawingml/2006/main" noGrp="1"/>
          </p:cNvSpPr>
          <p:nvPr/>
        </p:nvSpPr>
        <p:spPr>
          <a:xfrm xmlns:a="http://schemas.openxmlformats.org/drawingml/2006/main" rot="0">
            <a:off x="2611209" y="4348805"/>
            <a:ext cx="168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75</a:t>
            </a:r>
          </a:p>
        </p:txBody>
      </p:sp>
      <p:sp>
        <p:nvSpPr>
          <p:cNvPr id="39" name="Editable chart path">
            <a:extLst xmlns:a="http://schemas.openxmlformats.org/drawingml/2006/main">
              <a:ext uri="{FF2B5EF4-FFF2-40B4-BE49-F238E27FC236}">
                <a16:creationId xmlns:a16="http://schemas.microsoft.com/office/drawing/2014/main" id="{3C4CB6E6-AED1-4FF7-8D0C-13455402EA99}"/>
              </a:ext>
            </a:extLst>
          </p:cNvPr>
          <p:cNvSpPr>
            <a:spLocks xmlns:a="http://schemas.openxmlformats.org/drawingml/2006/main" noGrp="1"/>
          </p:cNvSpPr>
          <p:nvPr/>
        </p:nvSpPr>
        <p:spPr>
          <a:xfrm xmlns:a="http://schemas.openxmlformats.org/drawingml/2006/main">
            <a:off x="2855954" y="4125087"/>
            <a:ext cx="6811370" cy="95"/>
          </a:xfrm>
          <a:custGeom xmlns:a="http://schemas.openxmlformats.org/drawingml/2006/main">
            <a:pathLst>
              <a:path w="6331001" h="95">
                <a:moveTo>
                  <a:pt x="0" y="0"/>
                </a:moveTo>
                <a:lnTo>
                  <a:pt x="6331001" y="0"/>
                </a:lnTo>
              </a:path>
            </a:pathLst>
          </a:custGeom>
          <a:noFill xmlns:a="http://schemas.openxmlformats.org/drawingml/2006/main"/>
          <a:ln xmlns:a="http://schemas.openxmlformats.org/drawingml/2006/main" w="6149">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65109DE2-4989-496F-A478-B2039D5746AA}"/>
              </a:ext>
            </a:extLst>
          </p:cNvPr>
          <p:cNvSpPr>
            <a:spLocks xmlns:a="http://schemas.openxmlformats.org/drawingml/2006/main" noGrp="1"/>
          </p:cNvSpPr>
          <p:nvPr/>
        </p:nvSpPr>
        <p:spPr>
          <a:xfrm xmlns:a="http://schemas.openxmlformats.org/drawingml/2006/main">
            <a:off x="2820087" y="4125087"/>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41" name="">
            <a:extLst xmlns:a="http://schemas.openxmlformats.org/drawingml/2006/main">
              <a:ext uri="{FF2B5EF4-FFF2-40B4-BE49-F238E27FC236}">
                <a16:creationId xmlns:a16="http://schemas.microsoft.com/office/drawing/2014/main" id="{C35EF7BE-0F59-459B-A702-FB115D41F0CE}"/>
              </a:ext>
            </a:extLst>
          </p:cNvPr>
          <p:cNvSpPr>
            <a:spLocks xmlns:a="http://schemas.openxmlformats.org/drawingml/2006/main" noGrp="1"/>
          </p:cNvSpPr>
          <p:nvPr/>
        </p:nvSpPr>
        <p:spPr>
          <a:xfrm xmlns:a="http://schemas.openxmlformats.org/drawingml/2006/main" rot="0">
            <a:off x="2555567" y="4022270"/>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42" name="Editable chart path">
            <a:extLst xmlns:a="http://schemas.openxmlformats.org/drawingml/2006/main">
              <a:ext uri="{FF2B5EF4-FFF2-40B4-BE49-F238E27FC236}">
                <a16:creationId xmlns:a16="http://schemas.microsoft.com/office/drawing/2014/main" id="{E2E4EF7B-6C9C-4844-91F6-68EC4B90FCCB}"/>
              </a:ext>
            </a:extLst>
          </p:cNvPr>
          <p:cNvSpPr>
            <a:spLocks xmlns:a="http://schemas.openxmlformats.org/drawingml/2006/main" noGrp="1"/>
          </p:cNvSpPr>
          <p:nvPr/>
        </p:nvSpPr>
        <p:spPr>
          <a:xfrm xmlns:a="http://schemas.openxmlformats.org/drawingml/2006/main">
            <a:off x="2855954" y="3798553"/>
            <a:ext cx="6811370" cy="95"/>
          </a:xfrm>
          <a:custGeom xmlns:a="http://schemas.openxmlformats.org/drawingml/2006/main">
            <a:pathLst>
              <a:path w="6331001" h="95">
                <a:moveTo>
                  <a:pt x="0" y="0"/>
                </a:moveTo>
                <a:lnTo>
                  <a:pt x="6331001" y="0"/>
                </a:lnTo>
              </a:path>
            </a:pathLst>
          </a:custGeom>
          <a:noFill xmlns:a="http://schemas.openxmlformats.org/drawingml/2006/main"/>
          <a:ln xmlns:a="http://schemas.openxmlformats.org/drawingml/2006/main" w="6149">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5B2DA54A-D25C-498D-BF1C-464D1CDB513F}"/>
              </a:ext>
            </a:extLst>
          </p:cNvPr>
          <p:cNvSpPr>
            <a:spLocks xmlns:a="http://schemas.openxmlformats.org/drawingml/2006/main" noGrp="1"/>
          </p:cNvSpPr>
          <p:nvPr/>
        </p:nvSpPr>
        <p:spPr>
          <a:xfrm xmlns:a="http://schemas.openxmlformats.org/drawingml/2006/main">
            <a:off x="2820087" y="3798553"/>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44" name="">
            <a:extLst xmlns:a="http://schemas.openxmlformats.org/drawingml/2006/main">
              <a:ext uri="{FF2B5EF4-FFF2-40B4-BE49-F238E27FC236}">
                <a16:creationId xmlns:a16="http://schemas.microsoft.com/office/drawing/2014/main" id="{41FB350D-70A2-4B35-984F-FE0ADD33D44D}"/>
              </a:ext>
            </a:extLst>
          </p:cNvPr>
          <p:cNvSpPr>
            <a:spLocks xmlns:a="http://schemas.openxmlformats.org/drawingml/2006/main" noGrp="1"/>
          </p:cNvSpPr>
          <p:nvPr/>
        </p:nvSpPr>
        <p:spPr>
          <a:xfrm xmlns:a="http://schemas.openxmlformats.org/drawingml/2006/main" rot="0">
            <a:off x="2562536" y="3695735"/>
            <a:ext cx="2173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125</a:t>
            </a:r>
          </a:p>
        </p:txBody>
      </p:sp>
      <p:sp>
        <p:nvSpPr>
          <p:cNvPr id="45" name="Editable chart path">
            <a:extLst xmlns:a="http://schemas.openxmlformats.org/drawingml/2006/main">
              <a:ext uri="{FF2B5EF4-FFF2-40B4-BE49-F238E27FC236}">
                <a16:creationId xmlns:a16="http://schemas.microsoft.com/office/drawing/2014/main" id="{972CD801-C652-4FBF-BBF7-59340E496332}"/>
              </a:ext>
            </a:extLst>
          </p:cNvPr>
          <p:cNvSpPr>
            <a:spLocks xmlns:a="http://schemas.openxmlformats.org/drawingml/2006/main" noGrp="1"/>
          </p:cNvSpPr>
          <p:nvPr/>
        </p:nvSpPr>
        <p:spPr>
          <a:xfrm xmlns:a="http://schemas.openxmlformats.org/drawingml/2006/main">
            <a:off x="2855954" y="3472018"/>
            <a:ext cx="6811370" cy="95"/>
          </a:xfrm>
          <a:custGeom xmlns:a="http://schemas.openxmlformats.org/drawingml/2006/main">
            <a:pathLst>
              <a:path w="6331001" h="95">
                <a:moveTo>
                  <a:pt x="0" y="0"/>
                </a:moveTo>
                <a:lnTo>
                  <a:pt x="6331001" y="0"/>
                </a:lnTo>
              </a:path>
            </a:pathLst>
          </a:custGeom>
          <a:noFill xmlns:a="http://schemas.openxmlformats.org/drawingml/2006/main"/>
          <a:ln xmlns:a="http://schemas.openxmlformats.org/drawingml/2006/main" w="6149">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15542E96-2F9D-4398-9D2E-8DEF7D5EEC84}"/>
              </a:ext>
            </a:extLst>
          </p:cNvPr>
          <p:cNvSpPr>
            <a:spLocks xmlns:a="http://schemas.openxmlformats.org/drawingml/2006/main" noGrp="1"/>
          </p:cNvSpPr>
          <p:nvPr/>
        </p:nvSpPr>
        <p:spPr>
          <a:xfrm xmlns:a="http://schemas.openxmlformats.org/drawingml/2006/main">
            <a:off x="2820087" y="3472018"/>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47" name="">
            <a:extLst xmlns:a="http://schemas.openxmlformats.org/drawingml/2006/main">
              <a:ext uri="{FF2B5EF4-FFF2-40B4-BE49-F238E27FC236}">
                <a16:creationId xmlns:a16="http://schemas.microsoft.com/office/drawing/2014/main" id="{59377F61-0B66-4D6C-8BFA-2FD8CBE5406C}"/>
              </a:ext>
            </a:extLst>
          </p:cNvPr>
          <p:cNvSpPr>
            <a:spLocks xmlns:a="http://schemas.openxmlformats.org/drawingml/2006/main" noGrp="1"/>
          </p:cNvSpPr>
          <p:nvPr/>
        </p:nvSpPr>
        <p:spPr>
          <a:xfrm xmlns:a="http://schemas.openxmlformats.org/drawingml/2006/main" rot="0">
            <a:off x="2555567" y="3369201"/>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a:t>
            </a:r>
          </a:p>
        </p:txBody>
      </p:sp>
      <p:sp>
        <p:nvSpPr>
          <p:cNvPr id="48" name="Editable chart path">
            <a:extLst xmlns:a="http://schemas.openxmlformats.org/drawingml/2006/main">
              <a:ext uri="{FF2B5EF4-FFF2-40B4-BE49-F238E27FC236}">
                <a16:creationId xmlns:a16="http://schemas.microsoft.com/office/drawing/2014/main" id="{52748CC0-0B75-47E3-AA25-0ABC470F19A1}"/>
              </a:ext>
            </a:extLst>
          </p:cNvPr>
          <p:cNvSpPr>
            <a:spLocks xmlns:a="http://schemas.openxmlformats.org/drawingml/2006/main" noGrp="1"/>
          </p:cNvSpPr>
          <p:nvPr/>
        </p:nvSpPr>
        <p:spPr>
          <a:xfrm xmlns:a="http://schemas.openxmlformats.org/drawingml/2006/main">
            <a:off x="2855954" y="3145483"/>
            <a:ext cx="6811370" cy="95"/>
          </a:xfrm>
          <a:custGeom xmlns:a="http://schemas.openxmlformats.org/drawingml/2006/main">
            <a:pathLst>
              <a:path w="6331001" h="95">
                <a:moveTo>
                  <a:pt x="0" y="0"/>
                </a:moveTo>
                <a:lnTo>
                  <a:pt x="6331001" y="0"/>
                </a:lnTo>
              </a:path>
            </a:pathLst>
          </a:custGeom>
          <a:noFill xmlns:a="http://schemas.openxmlformats.org/drawingml/2006/main"/>
          <a:ln xmlns:a="http://schemas.openxmlformats.org/drawingml/2006/main" w="6149">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29ADE71A-F62B-4E63-B83A-E33CF8B75B09}"/>
              </a:ext>
            </a:extLst>
          </p:cNvPr>
          <p:cNvSpPr>
            <a:spLocks xmlns:a="http://schemas.openxmlformats.org/drawingml/2006/main" noGrp="1"/>
          </p:cNvSpPr>
          <p:nvPr/>
        </p:nvSpPr>
        <p:spPr>
          <a:xfrm xmlns:a="http://schemas.openxmlformats.org/drawingml/2006/main">
            <a:off x="2820087" y="3145483"/>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50" name="">
            <a:extLst xmlns:a="http://schemas.openxmlformats.org/drawingml/2006/main">
              <a:ext uri="{FF2B5EF4-FFF2-40B4-BE49-F238E27FC236}">
                <a16:creationId xmlns:a16="http://schemas.microsoft.com/office/drawing/2014/main" id="{3D231D7E-01F5-4DAC-B0DD-D6ECB3AB3CB7}"/>
              </a:ext>
            </a:extLst>
          </p:cNvPr>
          <p:cNvSpPr>
            <a:spLocks xmlns:a="http://schemas.openxmlformats.org/drawingml/2006/main" noGrp="1"/>
          </p:cNvSpPr>
          <p:nvPr/>
        </p:nvSpPr>
        <p:spPr>
          <a:xfrm xmlns:a="http://schemas.openxmlformats.org/drawingml/2006/main" rot="0">
            <a:off x="2566536" y="3042666"/>
            <a:ext cx="2133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175</a:t>
            </a:r>
          </a:p>
        </p:txBody>
      </p:sp>
      <p:sp>
        <p:nvSpPr>
          <p:cNvPr id="51" name="Editable chart path">
            <a:extLst xmlns:a="http://schemas.openxmlformats.org/drawingml/2006/main">
              <a:ext uri="{FF2B5EF4-FFF2-40B4-BE49-F238E27FC236}">
                <a16:creationId xmlns:a16="http://schemas.microsoft.com/office/drawing/2014/main" id="{03B4DCFF-2331-45CF-90D5-5442D1A3C384}"/>
              </a:ext>
            </a:extLst>
          </p:cNvPr>
          <p:cNvSpPr>
            <a:spLocks xmlns:a="http://schemas.openxmlformats.org/drawingml/2006/main" noGrp="1"/>
          </p:cNvSpPr>
          <p:nvPr/>
        </p:nvSpPr>
        <p:spPr>
          <a:xfrm xmlns:a="http://schemas.openxmlformats.org/drawingml/2006/main">
            <a:off x="2855954" y="2818948"/>
            <a:ext cx="6811370" cy="95"/>
          </a:xfrm>
          <a:custGeom xmlns:a="http://schemas.openxmlformats.org/drawingml/2006/main">
            <a:pathLst>
              <a:path w="6331001" h="95">
                <a:moveTo>
                  <a:pt x="0" y="0"/>
                </a:moveTo>
                <a:lnTo>
                  <a:pt x="6331001" y="0"/>
                </a:lnTo>
              </a:path>
            </a:pathLst>
          </a:custGeom>
          <a:noFill xmlns:a="http://schemas.openxmlformats.org/drawingml/2006/main"/>
          <a:ln xmlns:a="http://schemas.openxmlformats.org/drawingml/2006/main" w="6149">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AA50C045-DAA6-4B3D-AF79-93F318E842D0}"/>
              </a:ext>
            </a:extLst>
          </p:cNvPr>
          <p:cNvSpPr>
            <a:spLocks xmlns:a="http://schemas.openxmlformats.org/drawingml/2006/main" noGrp="1"/>
          </p:cNvSpPr>
          <p:nvPr/>
        </p:nvSpPr>
        <p:spPr>
          <a:xfrm xmlns:a="http://schemas.openxmlformats.org/drawingml/2006/main">
            <a:off x="2820087" y="2818948"/>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53" name="">
            <a:extLst xmlns:a="http://schemas.openxmlformats.org/drawingml/2006/main">
              <a:ext uri="{FF2B5EF4-FFF2-40B4-BE49-F238E27FC236}">
                <a16:creationId xmlns:a16="http://schemas.microsoft.com/office/drawing/2014/main" id="{DA287FE9-9827-4183-BD01-0A08D6FD211F}"/>
              </a:ext>
            </a:extLst>
          </p:cNvPr>
          <p:cNvSpPr>
            <a:spLocks xmlns:a="http://schemas.openxmlformats.org/drawingml/2006/main" noGrp="1"/>
          </p:cNvSpPr>
          <p:nvPr/>
        </p:nvSpPr>
        <p:spPr>
          <a:xfrm xmlns:a="http://schemas.openxmlformats.org/drawingml/2006/main" rot="0">
            <a:off x="2519944" y="2716131"/>
            <a:ext cx="2604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200</a:t>
            </a:r>
          </a:p>
        </p:txBody>
      </p:sp>
      <p:sp>
        <p:nvSpPr>
          <p:cNvPr id="54" name="Editable chart path">
            <a:extLst xmlns:a="http://schemas.openxmlformats.org/drawingml/2006/main">
              <a:ext uri="{FF2B5EF4-FFF2-40B4-BE49-F238E27FC236}">
                <a16:creationId xmlns:a16="http://schemas.microsoft.com/office/drawing/2014/main" id="{AF287D17-491B-4C33-ACD4-F5282B5FE073}"/>
              </a:ext>
            </a:extLst>
          </p:cNvPr>
          <p:cNvSpPr>
            <a:spLocks xmlns:a="http://schemas.openxmlformats.org/drawingml/2006/main" noGrp="1"/>
          </p:cNvSpPr>
          <p:nvPr/>
        </p:nvSpPr>
        <p:spPr>
          <a:xfrm xmlns:a="http://schemas.openxmlformats.org/drawingml/2006/main">
            <a:off x="3165561" y="2757451"/>
            <a:ext cx="6192154" cy="2080699"/>
          </a:xfrm>
          <a:custGeom xmlns:a="http://schemas.openxmlformats.org/drawingml/2006/main">
            <a:pathLst>
              <a:path w="5755455" h="1933959">
                <a:moveTo>
                  <a:pt x="0" y="946243"/>
                </a:moveTo>
                <a:lnTo>
                  <a:pt x="99342" y="909897"/>
                </a:lnTo>
                <a:lnTo>
                  <a:pt x="195480" y="1097531"/>
                </a:lnTo>
                <a:lnTo>
                  <a:pt x="294823" y="1277087"/>
                </a:lnTo>
                <a:lnTo>
                  <a:pt x="394165" y="1306754"/>
                </a:lnTo>
                <a:lnTo>
                  <a:pt x="483894" y="1095667"/>
                </a:lnTo>
                <a:lnTo>
                  <a:pt x="583237" y="1271185"/>
                </a:lnTo>
                <a:lnTo>
                  <a:pt x="679374" y="1447324"/>
                </a:lnTo>
                <a:lnTo>
                  <a:pt x="778717" y="1188862"/>
                </a:lnTo>
                <a:lnTo>
                  <a:pt x="874855" y="1294794"/>
                </a:lnTo>
                <a:lnTo>
                  <a:pt x="974197" y="1799913"/>
                </a:lnTo>
                <a:lnTo>
                  <a:pt x="1073540" y="1840608"/>
                </a:lnTo>
                <a:lnTo>
                  <a:pt x="1169678" y="1854898"/>
                </a:lnTo>
                <a:lnTo>
                  <a:pt x="1269020" y="1789972"/>
                </a:lnTo>
                <a:lnTo>
                  <a:pt x="1365158" y="1336732"/>
                </a:lnTo>
                <a:lnTo>
                  <a:pt x="1464501" y="1398086"/>
                </a:lnTo>
                <a:lnTo>
                  <a:pt x="1563843" y="1341081"/>
                </a:lnTo>
                <a:lnTo>
                  <a:pt x="1653572" y="1382708"/>
                </a:lnTo>
                <a:lnTo>
                  <a:pt x="1752914" y="1254875"/>
                </a:lnTo>
                <a:lnTo>
                  <a:pt x="1849052" y="1398551"/>
                </a:lnTo>
                <a:lnTo>
                  <a:pt x="1948395" y="1415793"/>
                </a:lnTo>
                <a:lnTo>
                  <a:pt x="2044533" y="1354439"/>
                </a:lnTo>
                <a:lnTo>
                  <a:pt x="2143875" y="1300386"/>
                </a:lnTo>
                <a:lnTo>
                  <a:pt x="2243218" y="1330674"/>
                </a:lnTo>
                <a:lnTo>
                  <a:pt x="2339355" y="1185445"/>
                </a:lnTo>
                <a:lnTo>
                  <a:pt x="2438698" y="1233285"/>
                </a:lnTo>
                <a:lnTo>
                  <a:pt x="2534836" y="1361273"/>
                </a:lnTo>
                <a:lnTo>
                  <a:pt x="2634178" y="1252235"/>
                </a:lnTo>
                <a:lnTo>
                  <a:pt x="2733521" y="1429927"/>
                </a:lnTo>
                <a:lnTo>
                  <a:pt x="2826454" y="1385815"/>
                </a:lnTo>
                <a:lnTo>
                  <a:pt x="2925797" y="1287183"/>
                </a:lnTo>
                <a:lnTo>
                  <a:pt x="3021934" y="1227072"/>
                </a:lnTo>
                <a:lnTo>
                  <a:pt x="3121277" y="1171465"/>
                </a:lnTo>
                <a:lnTo>
                  <a:pt x="3217415" y="1230179"/>
                </a:lnTo>
                <a:lnTo>
                  <a:pt x="3316757" y="1331761"/>
                </a:lnTo>
                <a:lnTo>
                  <a:pt x="3416100" y="1260622"/>
                </a:lnTo>
                <a:lnTo>
                  <a:pt x="3512238" y="1119276"/>
                </a:lnTo>
                <a:lnTo>
                  <a:pt x="3611580" y="1933959"/>
                </a:lnTo>
                <a:lnTo>
                  <a:pt x="3707718" y="1424646"/>
                </a:lnTo>
                <a:lnTo>
                  <a:pt x="3807061" y="1386436"/>
                </a:lnTo>
                <a:lnTo>
                  <a:pt x="3906403" y="1339838"/>
                </a:lnTo>
                <a:lnTo>
                  <a:pt x="3996132" y="1208433"/>
                </a:lnTo>
                <a:lnTo>
                  <a:pt x="4095474" y="1290756"/>
                </a:lnTo>
                <a:lnTo>
                  <a:pt x="4191612" y="1299143"/>
                </a:lnTo>
                <a:lnTo>
                  <a:pt x="4290955" y="1267301"/>
                </a:lnTo>
                <a:lnTo>
                  <a:pt x="4387093" y="1234838"/>
                </a:lnTo>
                <a:lnTo>
                  <a:pt x="4486435" y="1349158"/>
                </a:lnTo>
                <a:lnTo>
                  <a:pt x="4585778" y="1292153"/>
                </a:lnTo>
                <a:lnTo>
                  <a:pt x="4681915" y="0"/>
                </a:lnTo>
                <a:lnTo>
                  <a:pt x="4781258" y="310962"/>
                </a:lnTo>
                <a:lnTo>
                  <a:pt x="4877396" y="259704"/>
                </a:lnTo>
                <a:lnTo>
                  <a:pt x="4976738" y="1009616"/>
                </a:lnTo>
                <a:lnTo>
                  <a:pt x="5076081" y="1332227"/>
                </a:lnTo>
                <a:lnTo>
                  <a:pt x="5165810" y="1097531"/>
                </a:lnTo>
                <a:lnTo>
                  <a:pt x="5265152" y="1000452"/>
                </a:lnTo>
                <a:lnTo>
                  <a:pt x="5361290" y="835341"/>
                </a:lnTo>
                <a:lnTo>
                  <a:pt x="5460632" y="847922"/>
                </a:lnTo>
                <a:lnTo>
                  <a:pt x="5556770" y="947486"/>
                </a:lnTo>
                <a:lnTo>
                  <a:pt x="5656113" y="1228781"/>
                </a:lnTo>
                <a:lnTo>
                  <a:pt x="5755455" y="1240741"/>
                </a:lnTo>
              </a:path>
            </a:pathLst>
          </a:custGeom>
          <a:noFill xmlns:a="http://schemas.openxmlformats.org/drawingml/2006/main"/>
          <a:ln xmlns:a="http://schemas.openxmlformats.org/drawingml/2006/main" w="20495">
            <a:solidFill>
              <a:srgbClr val="2C5EAA"/>
            </a:solidFill>
            <a:prstDash val="solid"/>
          </a:ln>
        </p:spPr>
      </p:sp>
      <p:sp>
        <p:nvSpPr>
          <p:cNvPr id="55" name="Editable chart path">
            <a:extLst xmlns:a="http://schemas.openxmlformats.org/drawingml/2006/main">
              <a:ext uri="{FF2B5EF4-FFF2-40B4-BE49-F238E27FC236}">
                <a16:creationId xmlns:a16="http://schemas.microsoft.com/office/drawing/2014/main" id="{317CC55B-5233-4977-B0E7-A56763103527}"/>
              </a:ext>
            </a:extLst>
          </p:cNvPr>
          <p:cNvSpPr>
            <a:spLocks xmlns:a="http://schemas.openxmlformats.org/drawingml/2006/main" noGrp="1"/>
          </p:cNvSpPr>
          <p:nvPr/>
        </p:nvSpPr>
        <p:spPr>
          <a:xfrm xmlns:a="http://schemas.openxmlformats.org/drawingml/2006/main">
            <a:off x="3165561" y="4055684"/>
            <a:ext cx="6085274" cy="308379"/>
          </a:xfrm>
          <a:custGeom xmlns:a="http://schemas.openxmlformats.org/drawingml/2006/main">
            <a:pathLst>
              <a:path w="5656113" h="286631">
                <a:moveTo>
                  <a:pt x="0" y="0"/>
                </a:moveTo>
                <a:lnTo>
                  <a:pt x="99342" y="27599"/>
                </a:lnTo>
                <a:lnTo>
                  <a:pt x="195480" y="40983"/>
                </a:lnTo>
                <a:lnTo>
                  <a:pt x="294823" y="44308"/>
                </a:lnTo>
                <a:lnTo>
                  <a:pt x="394165" y="55115"/>
                </a:lnTo>
                <a:lnTo>
                  <a:pt x="483894" y="64592"/>
                </a:lnTo>
                <a:lnTo>
                  <a:pt x="583237" y="64509"/>
                </a:lnTo>
                <a:lnTo>
                  <a:pt x="679374" y="73570"/>
                </a:lnTo>
                <a:lnTo>
                  <a:pt x="778717" y="84875"/>
                </a:lnTo>
                <a:lnTo>
                  <a:pt x="874855" y="88450"/>
                </a:lnTo>
                <a:lnTo>
                  <a:pt x="974197" y="88699"/>
                </a:lnTo>
                <a:lnTo>
                  <a:pt x="1073540" y="96098"/>
                </a:lnTo>
                <a:lnTo>
                  <a:pt x="1169678" y="100088"/>
                </a:lnTo>
                <a:lnTo>
                  <a:pt x="1269020" y="102582"/>
                </a:lnTo>
                <a:lnTo>
                  <a:pt x="1365158" y="107736"/>
                </a:lnTo>
                <a:lnTo>
                  <a:pt x="1464501" y="113389"/>
                </a:lnTo>
                <a:lnTo>
                  <a:pt x="1563843" y="118460"/>
                </a:lnTo>
                <a:lnTo>
                  <a:pt x="1653572" y="120538"/>
                </a:lnTo>
                <a:lnTo>
                  <a:pt x="1752914" y="108484"/>
                </a:lnTo>
                <a:lnTo>
                  <a:pt x="1849052" y="114968"/>
                </a:lnTo>
                <a:lnTo>
                  <a:pt x="1948395" y="126274"/>
                </a:lnTo>
                <a:lnTo>
                  <a:pt x="2044533" y="133756"/>
                </a:lnTo>
                <a:lnTo>
                  <a:pt x="2143875" y="138494"/>
                </a:lnTo>
                <a:lnTo>
                  <a:pt x="2243218" y="137579"/>
                </a:lnTo>
                <a:lnTo>
                  <a:pt x="2339355" y="138910"/>
                </a:lnTo>
                <a:lnTo>
                  <a:pt x="2438698" y="146142"/>
                </a:lnTo>
                <a:lnTo>
                  <a:pt x="2534836" y="146308"/>
                </a:lnTo>
                <a:lnTo>
                  <a:pt x="2634178" y="157531"/>
                </a:lnTo>
                <a:lnTo>
                  <a:pt x="2733521" y="161604"/>
                </a:lnTo>
                <a:lnTo>
                  <a:pt x="2826454" y="166592"/>
                </a:lnTo>
                <a:lnTo>
                  <a:pt x="2925797" y="164929"/>
                </a:lnTo>
                <a:lnTo>
                  <a:pt x="3021934" y="170416"/>
                </a:lnTo>
                <a:lnTo>
                  <a:pt x="3121277" y="161604"/>
                </a:lnTo>
                <a:lnTo>
                  <a:pt x="3217415" y="169335"/>
                </a:lnTo>
                <a:lnTo>
                  <a:pt x="3316757" y="168587"/>
                </a:lnTo>
                <a:lnTo>
                  <a:pt x="3416100" y="165511"/>
                </a:lnTo>
                <a:lnTo>
                  <a:pt x="3512238" y="179726"/>
                </a:lnTo>
                <a:lnTo>
                  <a:pt x="3611580" y="190616"/>
                </a:lnTo>
                <a:lnTo>
                  <a:pt x="3707718" y="188122"/>
                </a:lnTo>
                <a:lnTo>
                  <a:pt x="3807061" y="197848"/>
                </a:lnTo>
                <a:lnTo>
                  <a:pt x="3906403" y="202753"/>
                </a:lnTo>
                <a:lnTo>
                  <a:pt x="3996132" y="210650"/>
                </a:lnTo>
                <a:lnTo>
                  <a:pt x="4095474" y="225946"/>
                </a:lnTo>
                <a:lnTo>
                  <a:pt x="4191612" y="242323"/>
                </a:lnTo>
                <a:lnTo>
                  <a:pt x="4290955" y="252215"/>
                </a:lnTo>
                <a:lnTo>
                  <a:pt x="4387093" y="259281"/>
                </a:lnTo>
                <a:lnTo>
                  <a:pt x="4486435" y="265267"/>
                </a:lnTo>
                <a:lnTo>
                  <a:pt x="4585778" y="263271"/>
                </a:lnTo>
                <a:lnTo>
                  <a:pt x="4681915" y="263022"/>
                </a:lnTo>
                <a:lnTo>
                  <a:pt x="4781258" y="261526"/>
                </a:lnTo>
                <a:lnTo>
                  <a:pt x="4877396" y="267594"/>
                </a:lnTo>
                <a:lnTo>
                  <a:pt x="4976738" y="266181"/>
                </a:lnTo>
                <a:lnTo>
                  <a:pt x="5076081" y="264768"/>
                </a:lnTo>
                <a:lnTo>
                  <a:pt x="5165810" y="261110"/>
                </a:lnTo>
                <a:lnTo>
                  <a:pt x="5265152" y="257702"/>
                </a:lnTo>
                <a:lnTo>
                  <a:pt x="5361290" y="258034"/>
                </a:lnTo>
                <a:lnTo>
                  <a:pt x="5460632" y="262025"/>
                </a:lnTo>
                <a:lnTo>
                  <a:pt x="5556770" y="269839"/>
                </a:lnTo>
                <a:lnTo>
                  <a:pt x="5656113" y="286631"/>
                </a:lnTo>
              </a:path>
            </a:pathLst>
          </a:custGeom>
          <a:noFill xmlns:a="http://schemas.openxmlformats.org/drawingml/2006/main"/>
          <a:ln xmlns:a="http://schemas.openxmlformats.org/drawingml/2006/main" w="20495">
            <a:solidFill>
              <a:srgbClr val="5A6683"/>
            </a:solidFill>
            <a:prstDash val="solid"/>
          </a:ln>
        </p:spPr>
      </p:sp>
      <p:sp>
        <p:nvSpPr>
          <p:cNvPr id="56" name="Editable chart path">
            <a:extLst xmlns:a="http://schemas.openxmlformats.org/drawingml/2006/main">
              <a:ext uri="{FF2B5EF4-FFF2-40B4-BE49-F238E27FC236}">
                <a16:creationId xmlns:a16="http://schemas.microsoft.com/office/drawing/2014/main" id="{BD72E62B-C555-40EC-BD39-66AC7AECEA33}"/>
              </a:ext>
            </a:extLst>
          </p:cNvPr>
          <p:cNvSpPr>
            <a:spLocks xmlns:a="http://schemas.openxmlformats.org/drawingml/2006/main" noGrp="1"/>
          </p:cNvSpPr>
          <p:nvPr/>
        </p:nvSpPr>
        <p:spPr>
          <a:xfrm xmlns:a="http://schemas.openxmlformats.org/drawingml/2006/main">
            <a:off x="3165561" y="4064618"/>
            <a:ext cx="6085274" cy="882854"/>
          </a:xfrm>
          <a:custGeom xmlns:a="http://schemas.openxmlformats.org/drawingml/2006/main">
            <a:pathLst>
              <a:path w="5656113" h="820591">
                <a:moveTo>
                  <a:pt x="0" y="33723"/>
                </a:moveTo>
                <a:lnTo>
                  <a:pt x="99342" y="11241"/>
                </a:lnTo>
                <a:lnTo>
                  <a:pt x="195480" y="0"/>
                </a:lnTo>
                <a:lnTo>
                  <a:pt x="294823" y="33723"/>
                </a:lnTo>
                <a:lnTo>
                  <a:pt x="394165" y="134892"/>
                </a:lnTo>
                <a:lnTo>
                  <a:pt x="483894" y="67446"/>
                </a:lnTo>
                <a:lnTo>
                  <a:pt x="583237" y="56205"/>
                </a:lnTo>
                <a:lnTo>
                  <a:pt x="679374" y="89928"/>
                </a:lnTo>
                <a:lnTo>
                  <a:pt x="778717" y="33723"/>
                </a:lnTo>
                <a:lnTo>
                  <a:pt x="874855" y="78687"/>
                </a:lnTo>
                <a:lnTo>
                  <a:pt x="974197" y="123651"/>
                </a:lnTo>
                <a:lnTo>
                  <a:pt x="1073540" y="112410"/>
                </a:lnTo>
                <a:lnTo>
                  <a:pt x="1169678" y="179856"/>
                </a:lnTo>
                <a:lnTo>
                  <a:pt x="1269020" y="179856"/>
                </a:lnTo>
                <a:lnTo>
                  <a:pt x="1365158" y="202337"/>
                </a:lnTo>
                <a:lnTo>
                  <a:pt x="1464501" y="258542"/>
                </a:lnTo>
                <a:lnTo>
                  <a:pt x="1563843" y="258542"/>
                </a:lnTo>
                <a:lnTo>
                  <a:pt x="1653572" y="258542"/>
                </a:lnTo>
                <a:lnTo>
                  <a:pt x="1752914" y="258542"/>
                </a:lnTo>
                <a:lnTo>
                  <a:pt x="1849052" y="269783"/>
                </a:lnTo>
                <a:lnTo>
                  <a:pt x="1948395" y="258542"/>
                </a:lnTo>
                <a:lnTo>
                  <a:pt x="2044533" y="314747"/>
                </a:lnTo>
                <a:lnTo>
                  <a:pt x="2143875" y="348470"/>
                </a:lnTo>
                <a:lnTo>
                  <a:pt x="2243218" y="370952"/>
                </a:lnTo>
                <a:lnTo>
                  <a:pt x="2339355" y="370952"/>
                </a:lnTo>
                <a:lnTo>
                  <a:pt x="2438698" y="404675"/>
                </a:lnTo>
                <a:lnTo>
                  <a:pt x="2534836" y="427157"/>
                </a:lnTo>
                <a:lnTo>
                  <a:pt x="2634178" y="438398"/>
                </a:lnTo>
                <a:lnTo>
                  <a:pt x="2733521" y="472121"/>
                </a:lnTo>
                <a:lnTo>
                  <a:pt x="2826454" y="438398"/>
                </a:lnTo>
                <a:lnTo>
                  <a:pt x="2925797" y="460880"/>
                </a:lnTo>
                <a:lnTo>
                  <a:pt x="3021934" y="472121"/>
                </a:lnTo>
                <a:lnTo>
                  <a:pt x="3121277" y="472121"/>
                </a:lnTo>
                <a:lnTo>
                  <a:pt x="3217415" y="472121"/>
                </a:lnTo>
                <a:lnTo>
                  <a:pt x="3316757" y="494603"/>
                </a:lnTo>
                <a:lnTo>
                  <a:pt x="3416100" y="505844"/>
                </a:lnTo>
                <a:lnTo>
                  <a:pt x="3512238" y="505844"/>
                </a:lnTo>
                <a:lnTo>
                  <a:pt x="3611580" y="505844"/>
                </a:lnTo>
                <a:lnTo>
                  <a:pt x="3707718" y="528326"/>
                </a:lnTo>
                <a:lnTo>
                  <a:pt x="3807061" y="573289"/>
                </a:lnTo>
                <a:lnTo>
                  <a:pt x="3906403" y="528326"/>
                </a:lnTo>
                <a:lnTo>
                  <a:pt x="3996132" y="584530"/>
                </a:lnTo>
                <a:lnTo>
                  <a:pt x="4095474" y="607012"/>
                </a:lnTo>
                <a:lnTo>
                  <a:pt x="4191612" y="618253"/>
                </a:lnTo>
                <a:lnTo>
                  <a:pt x="4290955" y="618253"/>
                </a:lnTo>
                <a:lnTo>
                  <a:pt x="4387093" y="629494"/>
                </a:lnTo>
                <a:lnTo>
                  <a:pt x="4486435" y="663217"/>
                </a:lnTo>
                <a:lnTo>
                  <a:pt x="4585778" y="674458"/>
                </a:lnTo>
                <a:lnTo>
                  <a:pt x="4681915" y="674458"/>
                </a:lnTo>
                <a:lnTo>
                  <a:pt x="4781258" y="696940"/>
                </a:lnTo>
                <a:lnTo>
                  <a:pt x="4877396" y="696940"/>
                </a:lnTo>
                <a:lnTo>
                  <a:pt x="4976738" y="685699"/>
                </a:lnTo>
                <a:lnTo>
                  <a:pt x="5076081" y="730663"/>
                </a:lnTo>
                <a:lnTo>
                  <a:pt x="5165810" y="708181"/>
                </a:lnTo>
                <a:lnTo>
                  <a:pt x="5265152" y="719422"/>
                </a:lnTo>
                <a:lnTo>
                  <a:pt x="5361290" y="753145"/>
                </a:lnTo>
                <a:lnTo>
                  <a:pt x="5460632" y="764386"/>
                </a:lnTo>
                <a:lnTo>
                  <a:pt x="5556770" y="786868"/>
                </a:lnTo>
                <a:lnTo>
                  <a:pt x="5656113" y="820591"/>
                </a:lnTo>
              </a:path>
            </a:pathLst>
          </a:custGeom>
          <a:noFill xmlns:a="http://schemas.openxmlformats.org/drawingml/2006/main"/>
          <a:ln xmlns:a="http://schemas.openxmlformats.org/drawingml/2006/main" w="20495">
            <a:solidFill>
              <a:srgbClr val="C0453C"/>
            </a:solidFill>
            <a:prstDash val="solid"/>
          </a:ln>
        </p:spPr>
      </p:sp>
      <p:sp>
        <p:nvSpPr>
          <p:cNvPr id="57" name="Editable chart path">
            <a:extLst xmlns:a="http://schemas.openxmlformats.org/drawingml/2006/main">
              <a:ext uri="{FF2B5EF4-FFF2-40B4-BE49-F238E27FC236}">
                <a16:creationId xmlns:a16="http://schemas.microsoft.com/office/drawing/2014/main" id="{363D07CD-43E1-4E5C-BA92-D0A0FA1F461D}"/>
              </a:ext>
            </a:extLst>
          </p:cNvPr>
          <p:cNvSpPr>
            <a:spLocks xmlns:a="http://schemas.openxmlformats.org/drawingml/2006/main" noGrp="1"/>
          </p:cNvSpPr>
          <p:nvPr/>
        </p:nvSpPr>
        <p:spPr>
          <a:xfrm xmlns:a="http://schemas.openxmlformats.org/drawingml/2006/main">
            <a:off x="2855954" y="4125087"/>
            <a:ext cx="6811370" cy="95"/>
          </a:xfrm>
          <a:custGeom xmlns:a="http://schemas.openxmlformats.org/drawingml/2006/main">
            <a:pathLst>
              <a:path w="6331001" h="95">
                <a:moveTo>
                  <a:pt x="0" y="0"/>
                </a:moveTo>
                <a:lnTo>
                  <a:pt x="6331001" y="0"/>
                </a:lnTo>
              </a:path>
            </a:pathLst>
          </a:custGeom>
          <a:noFill xmlns:a="http://schemas.openxmlformats.org/drawingml/2006/main"/>
          <a:ln xmlns:a="http://schemas.openxmlformats.org/drawingml/2006/main" w="8198">
            <a:solidFill>
              <a:srgbClr val="5A6683"/>
            </a:solidFill>
            <a:prstDash val="dash"/>
          </a:ln>
        </p:spPr>
      </p:sp>
      <p:sp>
        <p:nvSpPr>
          <p:cNvPr id="58" name="Editable chart path">
            <a:extLst xmlns:a="http://schemas.openxmlformats.org/drawingml/2006/main">
              <a:ext uri="{FF2B5EF4-FFF2-40B4-BE49-F238E27FC236}">
                <a16:creationId xmlns:a16="http://schemas.microsoft.com/office/drawing/2014/main" id="{374BE355-CDEF-4A04-8F50-406D48EA91E9}"/>
              </a:ext>
            </a:extLst>
          </p:cNvPr>
          <p:cNvSpPr>
            <a:spLocks xmlns:a="http://schemas.openxmlformats.org/drawingml/2006/main" noGrp="1"/>
          </p:cNvSpPr>
          <p:nvPr/>
        </p:nvSpPr>
        <p:spPr>
          <a:xfrm xmlns:a="http://schemas.openxmlformats.org/drawingml/2006/main">
            <a:off x="2855954" y="2647950"/>
            <a:ext cx="95" cy="2409023"/>
          </a:xfrm>
          <a:custGeom xmlns:a="http://schemas.openxmlformats.org/drawingml/2006/main">
            <a:pathLst>
              <a:path w="95" h="2239127">
                <a:moveTo>
                  <a:pt x="0" y="2239127"/>
                </a:moveTo>
                <a:lnTo>
                  <a:pt x="0" y="0"/>
                </a:lnTo>
              </a:path>
            </a:pathLst>
          </a:custGeom>
          <a:noFill xmlns:a="http://schemas.openxmlformats.org/drawingml/2006/main"/>
          <a:ln xmlns:a="http://schemas.openxmlformats.org/drawingml/2006/main" w="8198">
            <a:solidFill>
              <a:srgbClr val="5A6683"/>
            </a:solidFill>
            <a:prstDash val="solid"/>
          </a:ln>
        </p:spPr>
      </p:sp>
      <p:sp>
        <p:nvSpPr>
          <p:cNvPr id="59" name="Editable chart path">
            <a:extLst xmlns:a="http://schemas.openxmlformats.org/drawingml/2006/main">
              <a:ext uri="{FF2B5EF4-FFF2-40B4-BE49-F238E27FC236}">
                <a16:creationId xmlns:a16="http://schemas.microsoft.com/office/drawing/2014/main" id="{4FB21597-139F-4428-BFC3-BB5ABF72A522}"/>
              </a:ext>
            </a:extLst>
          </p:cNvPr>
          <p:cNvSpPr>
            <a:spLocks xmlns:a="http://schemas.openxmlformats.org/drawingml/2006/main" noGrp="1"/>
          </p:cNvSpPr>
          <p:nvPr/>
        </p:nvSpPr>
        <p:spPr>
          <a:xfrm xmlns:a="http://schemas.openxmlformats.org/drawingml/2006/main">
            <a:off x="2855954" y="5056973"/>
            <a:ext cx="6811370" cy="95"/>
          </a:xfrm>
          <a:custGeom xmlns:a="http://schemas.openxmlformats.org/drawingml/2006/main">
            <a:pathLst>
              <a:path w="6331001" h="95">
                <a:moveTo>
                  <a:pt x="0" y="0"/>
                </a:moveTo>
                <a:lnTo>
                  <a:pt x="6331001" y="0"/>
                </a:lnTo>
              </a:path>
            </a:pathLst>
          </a:custGeom>
          <a:noFill xmlns:a="http://schemas.openxmlformats.org/drawingml/2006/main"/>
          <a:ln xmlns:a="http://schemas.openxmlformats.org/drawingml/2006/main" w="8198">
            <a:solidFill>
              <a:srgbClr val="5A6683"/>
            </a:solidFill>
            <a:prstDash val="solid"/>
          </a:ln>
        </p:spPr>
      </p:sp>
      <p:sp>
        <p:nvSpPr>
          <p:cNvPr id="60" name="">
            <a:extLst xmlns:a="http://schemas.openxmlformats.org/drawingml/2006/main">
              <a:ext uri="{FF2B5EF4-FFF2-40B4-BE49-F238E27FC236}">
                <a16:creationId xmlns:a16="http://schemas.microsoft.com/office/drawing/2014/main" id="{A892FA5F-5F3F-4C13-996E-2A57B2FD917D}"/>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61" name="">
            <a:extLst xmlns:a="http://schemas.openxmlformats.org/drawingml/2006/main">
              <a:ext uri="{FF2B5EF4-FFF2-40B4-BE49-F238E27FC236}">
                <a16:creationId xmlns:a16="http://schemas.microsoft.com/office/drawing/2014/main" id="{D895DB45-E020-419A-A7B4-9FCC0F7993E8}"/>
              </a:ext>
            </a:extLst>
          </p:cNvPr>
          <p:cNvSpPr>
            <a:spLocks xmlns:a="http://schemas.openxmlformats.org/drawingml/2006/main" noGrp="1"/>
          </p:cNvSpPr>
          <p:nvPr/>
        </p:nvSpPr>
        <p:spPr>
          <a:xfrm xmlns:a="http://schemas.openxmlformats.org/drawingml/2006/main">
            <a:off x="1466850" y="5334000"/>
            <a:ext cx="277815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Vacant taxis in feed (monthly median)</a:t>
            </a:r>
          </a:p>
        </p:txBody>
      </p:sp>
      <p:sp>
        <p:nvSpPr>
          <p:cNvPr id="62" name="">
            <a:extLst xmlns:a="http://schemas.openxmlformats.org/drawingml/2006/main">
              <a:ext uri="{FF2B5EF4-FFF2-40B4-BE49-F238E27FC236}">
                <a16:creationId xmlns:a16="http://schemas.microsoft.com/office/drawing/2014/main" id="{C5E7D6B1-EBBA-49BE-958A-181E9691BB0F}"/>
              </a:ext>
            </a:extLst>
          </p:cNvPr>
          <p:cNvSpPr>
            <a:spLocks xmlns:a="http://schemas.openxmlformats.org/drawingml/2006/main" noGrp="1"/>
          </p:cNvSpPr>
          <p:nvPr/>
        </p:nvSpPr>
        <p:spPr>
          <a:xfrm xmlns:a="http://schemas.openxmlformats.org/drawingml/2006/main">
            <a:off x="4454557" y="5400675"/>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63" name="">
            <a:extLst xmlns:a="http://schemas.openxmlformats.org/drawingml/2006/main">
              <a:ext uri="{FF2B5EF4-FFF2-40B4-BE49-F238E27FC236}">
                <a16:creationId xmlns:a16="http://schemas.microsoft.com/office/drawing/2014/main" id="{6B3953A4-0ED8-4749-9CC6-7FB4192049DA}"/>
              </a:ext>
            </a:extLst>
          </p:cNvPr>
          <p:cNvSpPr>
            <a:spLocks xmlns:a="http://schemas.openxmlformats.org/drawingml/2006/main" noGrp="1"/>
          </p:cNvSpPr>
          <p:nvPr/>
        </p:nvSpPr>
        <p:spPr>
          <a:xfrm xmlns:a="http://schemas.openxmlformats.org/drawingml/2006/main">
            <a:off x="4683157" y="5334000"/>
            <a:ext cx="89420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LTA taxi fleet</a:t>
            </a:r>
          </a:p>
        </p:txBody>
      </p:sp>
      <p:sp>
        <p:nvSpPr>
          <p:cNvPr id="64" name="">
            <a:extLst xmlns:a="http://schemas.openxmlformats.org/drawingml/2006/main">
              <a:ext uri="{FF2B5EF4-FFF2-40B4-BE49-F238E27FC236}">
                <a16:creationId xmlns:a16="http://schemas.microsoft.com/office/drawing/2014/main" id="{6D5F7CBF-4522-430D-87AF-63DB69459906}"/>
              </a:ext>
            </a:extLst>
          </p:cNvPr>
          <p:cNvSpPr>
            <a:spLocks xmlns:a="http://schemas.openxmlformats.org/drawingml/2006/main" noGrp="1"/>
          </p:cNvSpPr>
          <p:nvPr/>
        </p:nvSpPr>
        <p:spPr>
          <a:xfrm xmlns:a="http://schemas.openxmlformats.org/drawingml/2006/main">
            <a:off x="5786914"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65" name="">
            <a:extLst xmlns:a="http://schemas.openxmlformats.org/drawingml/2006/main">
              <a:ext uri="{FF2B5EF4-FFF2-40B4-BE49-F238E27FC236}">
                <a16:creationId xmlns:a16="http://schemas.microsoft.com/office/drawing/2014/main" id="{3E9B91E2-C803-4B08-AFEC-5B0D165C9F76}"/>
              </a:ext>
            </a:extLst>
          </p:cNvPr>
          <p:cNvSpPr>
            <a:spLocks xmlns:a="http://schemas.openxmlformats.org/drawingml/2006/main" noGrp="1"/>
          </p:cNvSpPr>
          <p:nvPr/>
        </p:nvSpPr>
        <p:spPr>
          <a:xfrm xmlns:a="http://schemas.openxmlformats.org/drawingml/2006/main">
            <a:off x="6015514" y="5334000"/>
            <a:ext cx="211578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Street-hail trips per day (LTA)</a:t>
            </a:r>
          </a:p>
        </p:txBody>
      </p:sp>
    </p:spTree>
    <p:extLst>
      <p:ext uri="{BB962C8B-B14F-4D97-AF65-F5344CB8AC3E}">
        <p14:creationId xmlns:p14="http://schemas.microsoft.com/office/powerpoint/2010/main" val="597896415"/>
      </p:ext>
    </p:extLst>
  </p:cSld>
</p:sld>
</file>

<file path=ppt/slides/slide33.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INTENSITY AND THE AFTER-RAIN ASSOCIATION</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 after-rain reference is cells dry for at least six hours.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33</a:t>
            </a:r>
            <a:endParaRPr sz="1200"/>
          </a:p>
        </p:txBody>
      </p:sp>
      <p:sp>
        <p:nvSpPr>
          <p:cNvPr id="14" name="">
            <a:extLst xmlns:a="http://schemas.openxmlformats.org/drawingml/2006/main">
              <a:ext uri="{FF2B5EF4-FFF2-40B4-BE49-F238E27FC236}">
                <a16:creationId xmlns:a16="http://schemas.microsoft.com/office/drawing/2014/main" id="{43D3DFE0-FC9C-4F67-9E74-74584AA985E0}"/>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4BA77E9D-3681-458A-9318-2E578D104ED7}"/>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Intensity: the drop deepens with intensity, then levels off</a:t>
            </a:r>
          </a:p>
        </p:txBody>
      </p:sp>
      <p:sp>
        <p:nvSpPr>
          <p:cNvPr id="16" name="">
            <a:extLst xmlns:a="http://schemas.openxmlformats.org/drawingml/2006/main">
              <a:ext uri="{FF2B5EF4-FFF2-40B4-BE49-F238E27FC236}">
                <a16:creationId xmlns:a16="http://schemas.microsoft.com/office/drawing/2014/main" id="{64B44ADF-BD5B-4CCA-A8E3-2AF08D33F36A}"/>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vacant taxis vs dry</a:t>
            </a:r>
          </a:p>
        </p:txBody>
      </p:sp>
      <p:sp>
        <p:nvSpPr>
          <p:cNvPr id="17" name="Editable chart path">
            <a:extLst xmlns:a="http://schemas.openxmlformats.org/drawingml/2006/main">
              <a:ext uri="{FF2B5EF4-FFF2-40B4-BE49-F238E27FC236}">
                <a16:creationId xmlns:a16="http://schemas.microsoft.com/office/drawing/2014/main" id="{8FA70AE0-EF58-47A0-B7E3-9758412FB578}"/>
              </a:ext>
            </a:extLst>
          </p:cNvPr>
          <p:cNvSpPr>
            <a:spLocks xmlns:a="http://schemas.openxmlformats.org/drawingml/2006/main" noGrp="1"/>
          </p:cNvSpPr>
          <p:nvPr/>
        </p:nvSpPr>
        <p:spPr>
          <a:xfrm xmlns:a="http://schemas.openxmlformats.org/drawingml/2006/main">
            <a:off x="2039916" y="2765160"/>
            <a:ext cx="3205854" cy="2044123"/>
          </a:xfrm>
          <a:custGeom xmlns:a="http://schemas.openxmlformats.org/drawingml/2006/main">
            <a:pathLst>
              <a:path w="3008618" h="1918361">
                <a:moveTo>
                  <a:pt x="0" y="0"/>
                </a:moveTo>
                <a:lnTo>
                  <a:pt x="0" y="0"/>
                </a:lnTo>
                <a:lnTo>
                  <a:pt x="25072" y="849951"/>
                </a:lnTo>
                <a:lnTo>
                  <a:pt x="50144" y="1422813"/>
                </a:lnTo>
                <a:lnTo>
                  <a:pt x="100287" y="1554664"/>
                </a:lnTo>
                <a:lnTo>
                  <a:pt x="125359" y="1438224"/>
                </a:lnTo>
                <a:lnTo>
                  <a:pt x="200575" y="1374961"/>
                </a:lnTo>
                <a:lnTo>
                  <a:pt x="250718" y="1466500"/>
                </a:lnTo>
                <a:lnTo>
                  <a:pt x="376077" y="1632179"/>
                </a:lnTo>
                <a:lnTo>
                  <a:pt x="501436" y="1683626"/>
                </a:lnTo>
                <a:lnTo>
                  <a:pt x="752155" y="1774883"/>
                </a:lnTo>
                <a:lnTo>
                  <a:pt x="1002873" y="1855798"/>
                </a:lnTo>
                <a:lnTo>
                  <a:pt x="1504309" y="1874122"/>
                </a:lnTo>
                <a:lnTo>
                  <a:pt x="2005746" y="1842646"/>
                </a:lnTo>
                <a:lnTo>
                  <a:pt x="3008618" y="1918361"/>
                </a:lnTo>
                <a:lnTo>
                  <a:pt x="3008618" y="1237332"/>
                </a:lnTo>
                <a:lnTo>
                  <a:pt x="3008618" y="1237332"/>
                </a:lnTo>
                <a:lnTo>
                  <a:pt x="2005746" y="1328740"/>
                </a:lnTo>
                <a:lnTo>
                  <a:pt x="1504309" y="1400798"/>
                </a:lnTo>
                <a:lnTo>
                  <a:pt x="1002873" y="1413686"/>
                </a:lnTo>
                <a:lnTo>
                  <a:pt x="752155" y="1396595"/>
                </a:lnTo>
                <a:lnTo>
                  <a:pt x="501436" y="1340150"/>
                </a:lnTo>
                <a:lnTo>
                  <a:pt x="376077" y="1273511"/>
                </a:lnTo>
                <a:lnTo>
                  <a:pt x="250718" y="1109273"/>
                </a:lnTo>
                <a:lnTo>
                  <a:pt x="200575" y="1002861"/>
                </a:lnTo>
                <a:lnTo>
                  <a:pt x="125359" y="1043577"/>
                </a:lnTo>
                <a:lnTo>
                  <a:pt x="100287" y="1136175"/>
                </a:lnTo>
                <a:lnTo>
                  <a:pt x="50144" y="972927"/>
                </a:lnTo>
                <a:lnTo>
                  <a:pt x="25072" y="564382"/>
                </a:lnTo>
                <a:lnTo>
                  <a:pt x="0" y="0"/>
                </a:lnTo>
                <a:close/>
              </a:path>
            </a:pathLst>
          </a:custGeom>
          <a:solidFill xmlns:a="http://schemas.openxmlformats.org/drawingml/2006/main">
            <a:srgbClr val="224889">
              <a:alpha val="15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8FAFBC99-9444-477E-9025-EC8D6080DE87}"/>
              </a:ext>
            </a:extLst>
          </p:cNvPr>
          <p:cNvSpPr>
            <a:spLocks xmlns:a="http://schemas.openxmlformats.org/drawingml/2006/main" noGrp="1"/>
          </p:cNvSpPr>
          <p:nvPr/>
        </p:nvSpPr>
        <p:spPr>
          <a:xfrm xmlns:a="http://schemas.openxmlformats.org/drawingml/2006/main">
            <a:off x="2039916" y="2765160"/>
            <a:ext cx="3205854" cy="1164404"/>
          </a:xfrm>
          <a:custGeom xmlns:a="http://schemas.openxmlformats.org/drawingml/2006/main">
            <a:pathLst>
              <a:path w="3008618" h="1092765">
                <a:moveTo>
                  <a:pt x="0" y="0"/>
                </a:moveTo>
                <a:lnTo>
                  <a:pt x="0" y="0"/>
                </a:lnTo>
                <a:lnTo>
                  <a:pt x="25072" y="230915"/>
                </a:lnTo>
                <a:lnTo>
                  <a:pt x="50144" y="414248"/>
                </a:lnTo>
                <a:lnTo>
                  <a:pt x="100287" y="600721"/>
                </a:lnTo>
                <a:lnTo>
                  <a:pt x="125359" y="656513"/>
                </a:lnTo>
                <a:lnTo>
                  <a:pt x="200575" y="697796"/>
                </a:lnTo>
                <a:lnTo>
                  <a:pt x="250718" y="696543"/>
                </a:lnTo>
                <a:lnTo>
                  <a:pt x="376077" y="748955"/>
                </a:lnTo>
                <a:lnTo>
                  <a:pt x="501436" y="829430"/>
                </a:lnTo>
                <a:lnTo>
                  <a:pt x="752155" y="913374"/>
                </a:lnTo>
                <a:lnTo>
                  <a:pt x="1002873" y="929219"/>
                </a:lnTo>
                <a:lnTo>
                  <a:pt x="1504309" y="987269"/>
                </a:lnTo>
                <a:lnTo>
                  <a:pt x="2005746" y="1067212"/>
                </a:lnTo>
                <a:lnTo>
                  <a:pt x="3008618" y="1092765"/>
                </a:lnTo>
                <a:lnTo>
                  <a:pt x="3008618" y="438307"/>
                </a:lnTo>
                <a:lnTo>
                  <a:pt x="3008618" y="438307"/>
                </a:lnTo>
                <a:lnTo>
                  <a:pt x="2005746" y="591942"/>
                </a:lnTo>
                <a:lnTo>
                  <a:pt x="1504309" y="571776"/>
                </a:lnTo>
                <a:lnTo>
                  <a:pt x="1002873" y="564736"/>
                </a:lnTo>
                <a:lnTo>
                  <a:pt x="752155" y="582969"/>
                </a:lnTo>
                <a:lnTo>
                  <a:pt x="501436" y="534810"/>
                </a:lnTo>
                <a:lnTo>
                  <a:pt x="376077" y="466997"/>
                </a:lnTo>
                <a:lnTo>
                  <a:pt x="250718" y="435890"/>
                </a:lnTo>
                <a:lnTo>
                  <a:pt x="200575" y="439212"/>
                </a:lnTo>
                <a:lnTo>
                  <a:pt x="125359" y="397807"/>
                </a:lnTo>
                <a:lnTo>
                  <a:pt x="100287" y="365841"/>
                </a:lnTo>
                <a:lnTo>
                  <a:pt x="50144" y="203669"/>
                </a:lnTo>
                <a:lnTo>
                  <a:pt x="25072" y="101458"/>
                </a:lnTo>
                <a:lnTo>
                  <a:pt x="0" y="0"/>
                </a:lnTo>
                <a:close/>
              </a:path>
            </a:pathLst>
          </a:custGeom>
          <a:solidFill xmlns:a="http://schemas.openxmlformats.org/drawingml/2006/main">
            <a:srgbClr val="2C5EAA">
              <a:alpha val="15000"/>
            </a:srgbClr>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01141CD6-3E1A-47B7-9E9E-D166E1E3A800}"/>
              </a:ext>
            </a:extLst>
          </p:cNvPr>
          <p:cNvSpPr>
            <a:spLocks xmlns:a="http://schemas.openxmlformats.org/drawingml/2006/main" noGrp="1"/>
          </p:cNvSpPr>
          <p:nvPr/>
        </p:nvSpPr>
        <p:spPr>
          <a:xfrm xmlns:a="http://schemas.openxmlformats.org/drawingml/2006/main">
            <a:off x="2039916" y="4911489"/>
            <a:ext cx="95" cy="355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20" name="">
            <a:extLst xmlns:a="http://schemas.openxmlformats.org/drawingml/2006/main">
              <a:ext uri="{FF2B5EF4-FFF2-40B4-BE49-F238E27FC236}">
                <a16:creationId xmlns:a16="http://schemas.microsoft.com/office/drawing/2014/main" id="{71356581-D3DA-4C30-B994-96CDCDC1F97F}"/>
              </a:ext>
            </a:extLst>
          </p:cNvPr>
          <p:cNvSpPr>
            <a:spLocks xmlns:a="http://schemas.openxmlformats.org/drawingml/2006/main" noGrp="1"/>
          </p:cNvSpPr>
          <p:nvPr/>
        </p:nvSpPr>
        <p:spPr>
          <a:xfrm xmlns:a="http://schemas.openxmlformats.org/drawingml/2006/main" rot="0">
            <a:off x="1991808" y="4922777"/>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1" name="Editable chart path">
            <a:extLst xmlns:a="http://schemas.openxmlformats.org/drawingml/2006/main">
              <a:ext uri="{FF2B5EF4-FFF2-40B4-BE49-F238E27FC236}">
                <a16:creationId xmlns:a16="http://schemas.microsoft.com/office/drawing/2014/main" id="{407BFDBD-19A6-458D-B9EF-4A84E8D1F26A}"/>
              </a:ext>
            </a:extLst>
          </p:cNvPr>
          <p:cNvSpPr>
            <a:spLocks xmlns:a="http://schemas.openxmlformats.org/drawingml/2006/main" noGrp="1"/>
          </p:cNvSpPr>
          <p:nvPr/>
        </p:nvSpPr>
        <p:spPr>
          <a:xfrm xmlns:a="http://schemas.openxmlformats.org/drawingml/2006/main">
            <a:off x="2574225" y="4911489"/>
            <a:ext cx="95" cy="355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22" name="">
            <a:extLst xmlns:a="http://schemas.openxmlformats.org/drawingml/2006/main">
              <a:ext uri="{FF2B5EF4-FFF2-40B4-BE49-F238E27FC236}">
                <a16:creationId xmlns:a16="http://schemas.microsoft.com/office/drawing/2014/main" id="{7C0BA3AC-BC5A-424D-B36D-5B7CB830BE0B}"/>
              </a:ext>
            </a:extLst>
          </p:cNvPr>
          <p:cNvSpPr>
            <a:spLocks xmlns:a="http://schemas.openxmlformats.org/drawingml/2006/main" noGrp="1"/>
          </p:cNvSpPr>
          <p:nvPr/>
        </p:nvSpPr>
        <p:spPr>
          <a:xfrm xmlns:a="http://schemas.openxmlformats.org/drawingml/2006/main" rot="0">
            <a:off x="2503781" y="4922777"/>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3" name="Editable chart path">
            <a:extLst xmlns:a="http://schemas.openxmlformats.org/drawingml/2006/main">
              <a:ext uri="{FF2B5EF4-FFF2-40B4-BE49-F238E27FC236}">
                <a16:creationId xmlns:a16="http://schemas.microsoft.com/office/drawing/2014/main" id="{006877E1-69C8-4763-A0CB-621AD9B1B6B9}"/>
              </a:ext>
            </a:extLst>
          </p:cNvPr>
          <p:cNvSpPr>
            <a:spLocks xmlns:a="http://schemas.openxmlformats.org/drawingml/2006/main" noGrp="1"/>
          </p:cNvSpPr>
          <p:nvPr/>
        </p:nvSpPr>
        <p:spPr>
          <a:xfrm xmlns:a="http://schemas.openxmlformats.org/drawingml/2006/main">
            <a:off x="3108534" y="4911489"/>
            <a:ext cx="95" cy="355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24" name="">
            <a:extLst xmlns:a="http://schemas.openxmlformats.org/drawingml/2006/main">
              <a:ext uri="{FF2B5EF4-FFF2-40B4-BE49-F238E27FC236}">
                <a16:creationId xmlns:a16="http://schemas.microsoft.com/office/drawing/2014/main" id="{38D8BAE6-3A84-417D-A3BB-0C5123DC51A6}"/>
              </a:ext>
            </a:extLst>
          </p:cNvPr>
          <p:cNvSpPr>
            <a:spLocks xmlns:a="http://schemas.openxmlformats.org/drawingml/2006/main" noGrp="1"/>
          </p:cNvSpPr>
          <p:nvPr/>
        </p:nvSpPr>
        <p:spPr>
          <a:xfrm xmlns:a="http://schemas.openxmlformats.org/drawingml/2006/main" rot="0">
            <a:off x="3020278" y="4922777"/>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5" name="Editable chart path">
            <a:extLst xmlns:a="http://schemas.openxmlformats.org/drawingml/2006/main">
              <a:ext uri="{FF2B5EF4-FFF2-40B4-BE49-F238E27FC236}">
                <a16:creationId xmlns:a16="http://schemas.microsoft.com/office/drawing/2014/main" id="{229CC496-F53D-45F3-A421-EAF840F337A5}"/>
              </a:ext>
            </a:extLst>
          </p:cNvPr>
          <p:cNvSpPr>
            <a:spLocks xmlns:a="http://schemas.openxmlformats.org/drawingml/2006/main" noGrp="1"/>
          </p:cNvSpPr>
          <p:nvPr/>
        </p:nvSpPr>
        <p:spPr>
          <a:xfrm xmlns:a="http://schemas.openxmlformats.org/drawingml/2006/main">
            <a:off x="3642844" y="4911489"/>
            <a:ext cx="95" cy="355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26" name="">
            <a:extLst xmlns:a="http://schemas.openxmlformats.org/drawingml/2006/main">
              <a:ext uri="{FF2B5EF4-FFF2-40B4-BE49-F238E27FC236}">
                <a16:creationId xmlns:a16="http://schemas.microsoft.com/office/drawing/2014/main" id="{136EAF63-7CF6-4712-91E1-D27B2EDD6A0D}"/>
              </a:ext>
            </a:extLst>
          </p:cNvPr>
          <p:cNvSpPr>
            <a:spLocks xmlns:a="http://schemas.openxmlformats.org/drawingml/2006/main" noGrp="1"/>
          </p:cNvSpPr>
          <p:nvPr/>
        </p:nvSpPr>
        <p:spPr>
          <a:xfrm xmlns:a="http://schemas.openxmlformats.org/drawingml/2006/main" rot="0">
            <a:off x="3553587" y="4922777"/>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27" name="Editable chart path">
            <a:extLst xmlns:a="http://schemas.openxmlformats.org/drawingml/2006/main">
              <a:ext uri="{FF2B5EF4-FFF2-40B4-BE49-F238E27FC236}">
                <a16:creationId xmlns:a16="http://schemas.microsoft.com/office/drawing/2014/main" id="{643FD84B-30C0-479D-A8F1-BD6938AF4CAD}"/>
              </a:ext>
            </a:extLst>
          </p:cNvPr>
          <p:cNvSpPr>
            <a:spLocks xmlns:a="http://schemas.openxmlformats.org/drawingml/2006/main" noGrp="1"/>
          </p:cNvSpPr>
          <p:nvPr/>
        </p:nvSpPr>
        <p:spPr>
          <a:xfrm xmlns:a="http://schemas.openxmlformats.org/drawingml/2006/main">
            <a:off x="4177153" y="4911489"/>
            <a:ext cx="95" cy="355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28" name="">
            <a:extLst xmlns:a="http://schemas.openxmlformats.org/drawingml/2006/main">
              <a:ext uri="{FF2B5EF4-FFF2-40B4-BE49-F238E27FC236}">
                <a16:creationId xmlns:a16="http://schemas.microsoft.com/office/drawing/2014/main" id="{B2CC7AB4-05CA-49AF-9316-69E68436F7B7}"/>
              </a:ext>
            </a:extLst>
          </p:cNvPr>
          <p:cNvSpPr>
            <a:spLocks xmlns:a="http://schemas.openxmlformats.org/drawingml/2006/main" noGrp="1"/>
          </p:cNvSpPr>
          <p:nvPr/>
        </p:nvSpPr>
        <p:spPr>
          <a:xfrm xmlns:a="http://schemas.openxmlformats.org/drawingml/2006/main" rot="0">
            <a:off x="4085134" y="4922777"/>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29" name="Editable chart path">
            <a:extLst xmlns:a="http://schemas.openxmlformats.org/drawingml/2006/main">
              <a:ext uri="{FF2B5EF4-FFF2-40B4-BE49-F238E27FC236}">
                <a16:creationId xmlns:a16="http://schemas.microsoft.com/office/drawing/2014/main" id="{15E6CA06-8FC6-461C-BED6-282E26E3344F}"/>
              </a:ext>
            </a:extLst>
          </p:cNvPr>
          <p:cNvSpPr>
            <a:spLocks xmlns:a="http://schemas.openxmlformats.org/drawingml/2006/main" noGrp="1"/>
          </p:cNvSpPr>
          <p:nvPr/>
        </p:nvSpPr>
        <p:spPr>
          <a:xfrm xmlns:a="http://schemas.openxmlformats.org/drawingml/2006/main">
            <a:off x="4711462" y="4911489"/>
            <a:ext cx="95" cy="355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30" name="">
            <a:extLst xmlns:a="http://schemas.openxmlformats.org/drawingml/2006/main">
              <a:ext uri="{FF2B5EF4-FFF2-40B4-BE49-F238E27FC236}">
                <a16:creationId xmlns:a16="http://schemas.microsoft.com/office/drawing/2014/main" id="{B16CF585-DA0C-4D1F-A39C-DEC582B6677D}"/>
              </a:ext>
            </a:extLst>
          </p:cNvPr>
          <p:cNvSpPr>
            <a:spLocks xmlns:a="http://schemas.openxmlformats.org/drawingml/2006/main" noGrp="1"/>
          </p:cNvSpPr>
          <p:nvPr/>
        </p:nvSpPr>
        <p:spPr>
          <a:xfrm xmlns:a="http://schemas.openxmlformats.org/drawingml/2006/main" rot="0">
            <a:off x="4619490" y="4922777"/>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31" name="Editable chart path">
            <a:extLst xmlns:a="http://schemas.openxmlformats.org/drawingml/2006/main">
              <a:ext uri="{FF2B5EF4-FFF2-40B4-BE49-F238E27FC236}">
                <a16:creationId xmlns:a16="http://schemas.microsoft.com/office/drawing/2014/main" id="{9EC626B1-8B93-4A48-ACDB-3BFF8B29C84D}"/>
              </a:ext>
            </a:extLst>
          </p:cNvPr>
          <p:cNvSpPr>
            <a:spLocks xmlns:a="http://schemas.openxmlformats.org/drawingml/2006/main" noGrp="1"/>
          </p:cNvSpPr>
          <p:nvPr/>
        </p:nvSpPr>
        <p:spPr>
          <a:xfrm xmlns:a="http://schemas.openxmlformats.org/drawingml/2006/main">
            <a:off x="5245771" y="4911489"/>
            <a:ext cx="95" cy="355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32" name="">
            <a:extLst xmlns:a="http://schemas.openxmlformats.org/drawingml/2006/main">
              <a:ext uri="{FF2B5EF4-FFF2-40B4-BE49-F238E27FC236}">
                <a16:creationId xmlns:a16="http://schemas.microsoft.com/office/drawing/2014/main" id="{C653EBE8-4BB5-4E59-B6FE-3D64AA7E96BF}"/>
              </a:ext>
            </a:extLst>
          </p:cNvPr>
          <p:cNvSpPr>
            <a:spLocks xmlns:a="http://schemas.openxmlformats.org/drawingml/2006/main" noGrp="1"/>
          </p:cNvSpPr>
          <p:nvPr/>
        </p:nvSpPr>
        <p:spPr>
          <a:xfrm xmlns:a="http://schemas.openxmlformats.org/drawingml/2006/main" rot="0">
            <a:off x="5153323" y="4922777"/>
            <a:ext cx="1810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33" name="">
            <a:extLst xmlns:a="http://schemas.openxmlformats.org/drawingml/2006/main">
              <a:ext uri="{FF2B5EF4-FFF2-40B4-BE49-F238E27FC236}">
                <a16:creationId xmlns:a16="http://schemas.microsoft.com/office/drawing/2014/main" id="{CCA0174A-8ED0-47BE-952F-1CD33679F70B}"/>
              </a:ext>
            </a:extLst>
          </p:cNvPr>
          <p:cNvSpPr>
            <a:spLocks xmlns:a="http://schemas.openxmlformats.org/drawingml/2006/main" noGrp="1"/>
          </p:cNvSpPr>
          <p:nvPr/>
        </p:nvSpPr>
        <p:spPr>
          <a:xfrm xmlns:a="http://schemas.openxmlformats.org/drawingml/2006/main" rot="0">
            <a:off x="2035638" y="5069791"/>
            <a:ext cx="32101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 in the previous 30 min at the cell (mm/h)</a:t>
            </a:r>
          </a:p>
        </p:txBody>
      </p:sp>
      <p:sp>
        <p:nvSpPr>
          <p:cNvPr id="34" name="Editable chart path">
            <a:extLst xmlns:a="http://schemas.openxmlformats.org/drawingml/2006/main">
              <a:ext uri="{FF2B5EF4-FFF2-40B4-BE49-F238E27FC236}">
                <a16:creationId xmlns:a16="http://schemas.microsoft.com/office/drawing/2014/main" id="{98626030-8DC5-4FB8-BF66-AD1C0F5645A4}"/>
              </a:ext>
            </a:extLst>
          </p:cNvPr>
          <p:cNvSpPr>
            <a:spLocks xmlns:a="http://schemas.openxmlformats.org/drawingml/2006/main" noGrp="1"/>
          </p:cNvSpPr>
          <p:nvPr/>
        </p:nvSpPr>
        <p:spPr>
          <a:xfrm xmlns:a="http://schemas.openxmlformats.org/drawingml/2006/main">
            <a:off x="1879624" y="4873569"/>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6090">
            <a:solidFill>
              <a:srgbClr val="E4EAF4"/>
            </a:solidFill>
            <a:prstDash val="solid"/>
          </a:ln>
        </p:spPr>
      </p:sp>
      <p:sp>
        <p:nvSpPr>
          <p:cNvPr id="35" name="Editable chart path">
            <a:extLst xmlns:a="http://schemas.openxmlformats.org/drawingml/2006/main">
              <a:ext uri="{FF2B5EF4-FFF2-40B4-BE49-F238E27FC236}">
                <a16:creationId xmlns:a16="http://schemas.microsoft.com/office/drawing/2014/main" id="{0370E2A7-137B-4F00-AE98-0D3B25A7A362}"/>
              </a:ext>
            </a:extLst>
          </p:cNvPr>
          <p:cNvSpPr>
            <a:spLocks xmlns:a="http://schemas.openxmlformats.org/drawingml/2006/main" noGrp="1"/>
          </p:cNvSpPr>
          <p:nvPr/>
        </p:nvSpPr>
        <p:spPr>
          <a:xfrm xmlns:a="http://schemas.openxmlformats.org/drawingml/2006/main">
            <a:off x="1844101" y="4873569"/>
            <a:ext cx="355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36" name="">
            <a:extLst xmlns:a="http://schemas.openxmlformats.org/drawingml/2006/main">
              <a:ext uri="{FF2B5EF4-FFF2-40B4-BE49-F238E27FC236}">
                <a16:creationId xmlns:a16="http://schemas.microsoft.com/office/drawing/2014/main" id="{50199B48-22D1-4505-A765-82CA1A77BE80}"/>
              </a:ext>
            </a:extLst>
          </p:cNvPr>
          <p:cNvSpPr>
            <a:spLocks xmlns:a="http://schemas.openxmlformats.org/drawingml/2006/main" noGrp="1"/>
          </p:cNvSpPr>
          <p:nvPr/>
        </p:nvSpPr>
        <p:spPr>
          <a:xfrm xmlns:a="http://schemas.openxmlformats.org/drawingml/2006/main" rot="0">
            <a:off x="1590230" y="4770331"/>
            <a:ext cx="21497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37" name="Editable chart path">
            <a:extLst xmlns:a="http://schemas.openxmlformats.org/drawingml/2006/main">
              <a:ext uri="{FF2B5EF4-FFF2-40B4-BE49-F238E27FC236}">
                <a16:creationId xmlns:a16="http://schemas.microsoft.com/office/drawing/2014/main" id="{0F51DA32-93EE-4C43-BA86-8829F465AD63}"/>
              </a:ext>
            </a:extLst>
          </p:cNvPr>
          <p:cNvSpPr>
            <a:spLocks xmlns:a="http://schemas.openxmlformats.org/drawingml/2006/main" noGrp="1"/>
          </p:cNvSpPr>
          <p:nvPr/>
        </p:nvSpPr>
        <p:spPr>
          <a:xfrm xmlns:a="http://schemas.openxmlformats.org/drawingml/2006/main">
            <a:off x="1879624" y="4610018"/>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6090">
            <a:solidFill>
              <a:srgbClr val="E4EAF4"/>
            </a:solidFill>
            <a:prstDash val="solid"/>
          </a:ln>
        </p:spPr>
      </p:sp>
      <p:sp>
        <p:nvSpPr>
          <p:cNvPr id="38" name="Editable chart path">
            <a:extLst xmlns:a="http://schemas.openxmlformats.org/drawingml/2006/main">
              <a:ext uri="{FF2B5EF4-FFF2-40B4-BE49-F238E27FC236}">
                <a16:creationId xmlns:a16="http://schemas.microsoft.com/office/drawing/2014/main" id="{493D0FEB-1A61-4CF7-8CD9-F95E6060AF09}"/>
              </a:ext>
            </a:extLst>
          </p:cNvPr>
          <p:cNvSpPr>
            <a:spLocks xmlns:a="http://schemas.openxmlformats.org/drawingml/2006/main" noGrp="1"/>
          </p:cNvSpPr>
          <p:nvPr/>
        </p:nvSpPr>
        <p:spPr>
          <a:xfrm xmlns:a="http://schemas.openxmlformats.org/drawingml/2006/main">
            <a:off x="1844101" y="4610018"/>
            <a:ext cx="355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39" name="">
            <a:extLst xmlns:a="http://schemas.openxmlformats.org/drawingml/2006/main">
              <a:ext uri="{FF2B5EF4-FFF2-40B4-BE49-F238E27FC236}">
                <a16:creationId xmlns:a16="http://schemas.microsoft.com/office/drawing/2014/main" id="{D264A20E-2B32-4458-9DDC-F0DE816C7401}"/>
              </a:ext>
            </a:extLst>
          </p:cNvPr>
          <p:cNvSpPr>
            <a:spLocks xmlns:a="http://schemas.openxmlformats.org/drawingml/2006/main" noGrp="1"/>
          </p:cNvSpPr>
          <p:nvPr/>
        </p:nvSpPr>
        <p:spPr>
          <a:xfrm xmlns:a="http://schemas.openxmlformats.org/drawingml/2006/main" rot="0">
            <a:off x="1590716" y="4506780"/>
            <a:ext cx="2141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a:t>
            </a:r>
          </a:p>
        </p:txBody>
      </p:sp>
      <p:sp>
        <p:nvSpPr>
          <p:cNvPr id="40" name="Editable chart path">
            <a:extLst xmlns:a="http://schemas.openxmlformats.org/drawingml/2006/main">
              <a:ext uri="{FF2B5EF4-FFF2-40B4-BE49-F238E27FC236}">
                <a16:creationId xmlns:a16="http://schemas.microsoft.com/office/drawing/2014/main" id="{952F7694-268E-409D-8DA5-89152118ADD6}"/>
              </a:ext>
            </a:extLst>
          </p:cNvPr>
          <p:cNvSpPr>
            <a:spLocks xmlns:a="http://schemas.openxmlformats.org/drawingml/2006/main" noGrp="1"/>
          </p:cNvSpPr>
          <p:nvPr/>
        </p:nvSpPr>
        <p:spPr>
          <a:xfrm xmlns:a="http://schemas.openxmlformats.org/drawingml/2006/main">
            <a:off x="1879624" y="4346467"/>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6090">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0C747993-F9DC-4290-9B9B-A7B99D797890}"/>
              </a:ext>
            </a:extLst>
          </p:cNvPr>
          <p:cNvSpPr>
            <a:spLocks xmlns:a="http://schemas.openxmlformats.org/drawingml/2006/main" noGrp="1"/>
          </p:cNvSpPr>
          <p:nvPr/>
        </p:nvSpPr>
        <p:spPr>
          <a:xfrm xmlns:a="http://schemas.openxmlformats.org/drawingml/2006/main">
            <a:off x="1844101" y="4346467"/>
            <a:ext cx="355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42" name="">
            <a:extLst xmlns:a="http://schemas.openxmlformats.org/drawingml/2006/main">
              <a:ext uri="{FF2B5EF4-FFF2-40B4-BE49-F238E27FC236}">
                <a16:creationId xmlns:a16="http://schemas.microsoft.com/office/drawing/2014/main" id="{0B243870-C849-42EE-ABD6-B47D7A95512A}"/>
              </a:ext>
            </a:extLst>
          </p:cNvPr>
          <p:cNvSpPr>
            <a:spLocks xmlns:a="http://schemas.openxmlformats.org/drawingml/2006/main" noGrp="1"/>
          </p:cNvSpPr>
          <p:nvPr/>
        </p:nvSpPr>
        <p:spPr>
          <a:xfrm xmlns:a="http://schemas.openxmlformats.org/drawingml/2006/main" rot="0">
            <a:off x="1596328" y="4243228"/>
            <a:ext cx="2065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a:t>
            </a:r>
          </a:p>
        </p:txBody>
      </p:sp>
      <p:sp>
        <p:nvSpPr>
          <p:cNvPr id="43" name="Editable chart path">
            <a:extLst xmlns:a="http://schemas.openxmlformats.org/drawingml/2006/main">
              <a:ext uri="{FF2B5EF4-FFF2-40B4-BE49-F238E27FC236}">
                <a16:creationId xmlns:a16="http://schemas.microsoft.com/office/drawing/2014/main" id="{60D5F3A5-9331-4A53-B516-12501678F700}"/>
              </a:ext>
            </a:extLst>
          </p:cNvPr>
          <p:cNvSpPr>
            <a:spLocks xmlns:a="http://schemas.openxmlformats.org/drawingml/2006/main" noGrp="1"/>
          </p:cNvSpPr>
          <p:nvPr/>
        </p:nvSpPr>
        <p:spPr>
          <a:xfrm xmlns:a="http://schemas.openxmlformats.org/drawingml/2006/main">
            <a:off x="1879624" y="4082916"/>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6090">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3A8EA587-0537-448F-A4D2-F4E84BF38031}"/>
              </a:ext>
            </a:extLst>
          </p:cNvPr>
          <p:cNvSpPr>
            <a:spLocks xmlns:a="http://schemas.openxmlformats.org/drawingml/2006/main" noGrp="1"/>
          </p:cNvSpPr>
          <p:nvPr/>
        </p:nvSpPr>
        <p:spPr>
          <a:xfrm xmlns:a="http://schemas.openxmlformats.org/drawingml/2006/main">
            <a:off x="1844101" y="4082916"/>
            <a:ext cx="355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45" name="">
            <a:extLst xmlns:a="http://schemas.openxmlformats.org/drawingml/2006/main">
              <a:ext uri="{FF2B5EF4-FFF2-40B4-BE49-F238E27FC236}">
                <a16:creationId xmlns:a16="http://schemas.microsoft.com/office/drawing/2014/main" id="{32F31790-7F67-4C03-BA34-5436A6CF1316}"/>
              </a:ext>
            </a:extLst>
          </p:cNvPr>
          <p:cNvSpPr>
            <a:spLocks xmlns:a="http://schemas.openxmlformats.org/drawingml/2006/main" noGrp="1"/>
          </p:cNvSpPr>
          <p:nvPr/>
        </p:nvSpPr>
        <p:spPr>
          <a:xfrm xmlns:a="http://schemas.openxmlformats.org/drawingml/2006/main" rot="0">
            <a:off x="1590726" y="3979677"/>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46" name="Editable chart path">
            <a:extLst xmlns:a="http://schemas.openxmlformats.org/drawingml/2006/main">
              <a:ext uri="{FF2B5EF4-FFF2-40B4-BE49-F238E27FC236}">
                <a16:creationId xmlns:a16="http://schemas.microsoft.com/office/drawing/2014/main" id="{182A4F3E-D9BE-44FA-A87B-352250A49051}"/>
              </a:ext>
            </a:extLst>
          </p:cNvPr>
          <p:cNvSpPr>
            <a:spLocks xmlns:a="http://schemas.openxmlformats.org/drawingml/2006/main" noGrp="1"/>
          </p:cNvSpPr>
          <p:nvPr/>
        </p:nvSpPr>
        <p:spPr>
          <a:xfrm xmlns:a="http://schemas.openxmlformats.org/drawingml/2006/main">
            <a:off x="1879624" y="3819364"/>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6090">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CB70B530-4CF9-49BD-AEB2-DB5D0A2F6C15}"/>
              </a:ext>
            </a:extLst>
          </p:cNvPr>
          <p:cNvSpPr>
            <a:spLocks xmlns:a="http://schemas.openxmlformats.org/drawingml/2006/main" noGrp="1"/>
          </p:cNvSpPr>
          <p:nvPr/>
        </p:nvSpPr>
        <p:spPr>
          <a:xfrm xmlns:a="http://schemas.openxmlformats.org/drawingml/2006/main">
            <a:off x="1844101" y="3819364"/>
            <a:ext cx="355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48" name="">
            <a:extLst xmlns:a="http://schemas.openxmlformats.org/drawingml/2006/main">
              <a:ext uri="{FF2B5EF4-FFF2-40B4-BE49-F238E27FC236}">
                <a16:creationId xmlns:a16="http://schemas.microsoft.com/office/drawing/2014/main" id="{7AF94D76-5530-4757-8BB5-70CBF7150E6F}"/>
              </a:ext>
            </a:extLst>
          </p:cNvPr>
          <p:cNvSpPr>
            <a:spLocks xmlns:a="http://schemas.openxmlformats.org/drawingml/2006/main" noGrp="1"/>
          </p:cNvSpPr>
          <p:nvPr/>
        </p:nvSpPr>
        <p:spPr>
          <a:xfrm xmlns:a="http://schemas.openxmlformats.org/drawingml/2006/main" rot="0">
            <a:off x="1635188" y="3716126"/>
            <a:ext cx="1697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49" name="Editable chart path">
            <a:extLst xmlns:a="http://schemas.openxmlformats.org/drawingml/2006/main">
              <a:ext uri="{FF2B5EF4-FFF2-40B4-BE49-F238E27FC236}">
                <a16:creationId xmlns:a16="http://schemas.microsoft.com/office/drawing/2014/main" id="{7B45B9D6-1A79-44B3-B9EF-8394C243774A}"/>
              </a:ext>
            </a:extLst>
          </p:cNvPr>
          <p:cNvSpPr>
            <a:spLocks xmlns:a="http://schemas.openxmlformats.org/drawingml/2006/main" noGrp="1"/>
          </p:cNvSpPr>
          <p:nvPr/>
        </p:nvSpPr>
        <p:spPr>
          <a:xfrm xmlns:a="http://schemas.openxmlformats.org/drawingml/2006/main">
            <a:off x="1879624" y="3555813"/>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6090">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BDD3A3D6-69AB-4026-9A8A-DFE99ACF317F}"/>
              </a:ext>
            </a:extLst>
          </p:cNvPr>
          <p:cNvSpPr>
            <a:spLocks xmlns:a="http://schemas.openxmlformats.org/drawingml/2006/main" noGrp="1"/>
          </p:cNvSpPr>
          <p:nvPr/>
        </p:nvSpPr>
        <p:spPr>
          <a:xfrm xmlns:a="http://schemas.openxmlformats.org/drawingml/2006/main">
            <a:off x="1844101" y="3555813"/>
            <a:ext cx="355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51" name="">
            <a:extLst xmlns:a="http://schemas.openxmlformats.org/drawingml/2006/main">
              <a:ext uri="{FF2B5EF4-FFF2-40B4-BE49-F238E27FC236}">
                <a16:creationId xmlns:a16="http://schemas.microsoft.com/office/drawing/2014/main" id="{994944C7-C4F5-43FC-9AC7-49B9F5BFB4E0}"/>
              </a:ext>
            </a:extLst>
          </p:cNvPr>
          <p:cNvSpPr>
            <a:spLocks xmlns:a="http://schemas.openxmlformats.org/drawingml/2006/main" noGrp="1"/>
          </p:cNvSpPr>
          <p:nvPr/>
        </p:nvSpPr>
        <p:spPr>
          <a:xfrm xmlns:a="http://schemas.openxmlformats.org/drawingml/2006/main" rot="0">
            <a:off x="1634902" y="3452575"/>
            <a:ext cx="1703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52" name="Editable chart path">
            <a:extLst xmlns:a="http://schemas.openxmlformats.org/drawingml/2006/main">
              <a:ext uri="{FF2B5EF4-FFF2-40B4-BE49-F238E27FC236}">
                <a16:creationId xmlns:a16="http://schemas.microsoft.com/office/drawing/2014/main" id="{111470EF-7A4E-4DFD-A378-E7440FBABD6A}"/>
              </a:ext>
            </a:extLst>
          </p:cNvPr>
          <p:cNvSpPr>
            <a:spLocks xmlns:a="http://schemas.openxmlformats.org/drawingml/2006/main" noGrp="1"/>
          </p:cNvSpPr>
          <p:nvPr/>
        </p:nvSpPr>
        <p:spPr>
          <a:xfrm xmlns:a="http://schemas.openxmlformats.org/drawingml/2006/main">
            <a:off x="1879624" y="3292262"/>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6090">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9D4903BE-7542-49F3-A335-5A9ADA288D0E}"/>
              </a:ext>
            </a:extLst>
          </p:cNvPr>
          <p:cNvSpPr>
            <a:spLocks xmlns:a="http://schemas.openxmlformats.org/drawingml/2006/main" noGrp="1"/>
          </p:cNvSpPr>
          <p:nvPr/>
        </p:nvSpPr>
        <p:spPr>
          <a:xfrm xmlns:a="http://schemas.openxmlformats.org/drawingml/2006/main">
            <a:off x="1844101" y="3292262"/>
            <a:ext cx="355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54" name="">
            <a:extLst xmlns:a="http://schemas.openxmlformats.org/drawingml/2006/main">
              <a:ext uri="{FF2B5EF4-FFF2-40B4-BE49-F238E27FC236}">
                <a16:creationId xmlns:a16="http://schemas.microsoft.com/office/drawing/2014/main" id="{D72F9EA4-D63D-4876-8FD4-58E6EB6363DC}"/>
              </a:ext>
            </a:extLst>
          </p:cNvPr>
          <p:cNvSpPr>
            <a:spLocks xmlns:a="http://schemas.openxmlformats.org/drawingml/2006/main" noGrp="1"/>
          </p:cNvSpPr>
          <p:nvPr/>
        </p:nvSpPr>
        <p:spPr>
          <a:xfrm xmlns:a="http://schemas.openxmlformats.org/drawingml/2006/main" rot="0">
            <a:off x="1635388" y="3189024"/>
            <a:ext cx="1694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55" name="Editable chart path">
            <a:extLst xmlns:a="http://schemas.openxmlformats.org/drawingml/2006/main">
              <a:ext uri="{FF2B5EF4-FFF2-40B4-BE49-F238E27FC236}">
                <a16:creationId xmlns:a16="http://schemas.microsoft.com/office/drawing/2014/main" id="{DAF779B0-30E0-446B-8A7E-4B174F00983B}"/>
              </a:ext>
            </a:extLst>
          </p:cNvPr>
          <p:cNvSpPr>
            <a:spLocks xmlns:a="http://schemas.openxmlformats.org/drawingml/2006/main" noGrp="1"/>
          </p:cNvSpPr>
          <p:nvPr/>
        </p:nvSpPr>
        <p:spPr>
          <a:xfrm xmlns:a="http://schemas.openxmlformats.org/drawingml/2006/main">
            <a:off x="1879624" y="3028711"/>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6090">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03B0EE7B-AE85-4B67-99A4-C069279A52DD}"/>
              </a:ext>
            </a:extLst>
          </p:cNvPr>
          <p:cNvSpPr>
            <a:spLocks xmlns:a="http://schemas.openxmlformats.org/drawingml/2006/main" noGrp="1"/>
          </p:cNvSpPr>
          <p:nvPr/>
        </p:nvSpPr>
        <p:spPr>
          <a:xfrm xmlns:a="http://schemas.openxmlformats.org/drawingml/2006/main">
            <a:off x="1844101" y="3028711"/>
            <a:ext cx="355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57" name="">
            <a:extLst xmlns:a="http://schemas.openxmlformats.org/drawingml/2006/main">
              <a:ext uri="{FF2B5EF4-FFF2-40B4-BE49-F238E27FC236}">
                <a16:creationId xmlns:a16="http://schemas.microsoft.com/office/drawing/2014/main" id="{82CD5C80-5B1E-43F5-8068-5DB6C028B54B}"/>
              </a:ext>
            </a:extLst>
          </p:cNvPr>
          <p:cNvSpPr>
            <a:spLocks xmlns:a="http://schemas.openxmlformats.org/drawingml/2006/main" noGrp="1"/>
          </p:cNvSpPr>
          <p:nvPr/>
        </p:nvSpPr>
        <p:spPr>
          <a:xfrm xmlns:a="http://schemas.openxmlformats.org/drawingml/2006/main" rot="0">
            <a:off x="1641001" y="2925473"/>
            <a:ext cx="161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58" name="Editable chart path">
            <a:extLst xmlns:a="http://schemas.openxmlformats.org/drawingml/2006/main">
              <a:ext uri="{FF2B5EF4-FFF2-40B4-BE49-F238E27FC236}">
                <a16:creationId xmlns:a16="http://schemas.microsoft.com/office/drawing/2014/main" id="{DF651FEA-2C05-4165-AD46-4D038D27F220}"/>
              </a:ext>
            </a:extLst>
          </p:cNvPr>
          <p:cNvSpPr>
            <a:spLocks xmlns:a="http://schemas.openxmlformats.org/drawingml/2006/main" noGrp="1"/>
          </p:cNvSpPr>
          <p:nvPr/>
        </p:nvSpPr>
        <p:spPr>
          <a:xfrm xmlns:a="http://schemas.openxmlformats.org/drawingml/2006/main">
            <a:off x="1879624" y="2765160"/>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6090">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12F0BA71-3D7E-4A3C-80E9-00DDBF9B7900}"/>
              </a:ext>
            </a:extLst>
          </p:cNvPr>
          <p:cNvSpPr>
            <a:spLocks xmlns:a="http://schemas.openxmlformats.org/drawingml/2006/main" noGrp="1"/>
          </p:cNvSpPr>
          <p:nvPr/>
        </p:nvSpPr>
        <p:spPr>
          <a:xfrm xmlns:a="http://schemas.openxmlformats.org/drawingml/2006/main">
            <a:off x="1844101" y="2765160"/>
            <a:ext cx="355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20">
            <a:solidFill>
              <a:srgbClr val="5A6683"/>
            </a:solidFill>
            <a:prstDash val="solid"/>
          </a:ln>
        </p:spPr>
      </p:sp>
      <p:sp>
        <p:nvSpPr>
          <p:cNvPr id="60" name="">
            <a:extLst xmlns:a="http://schemas.openxmlformats.org/drawingml/2006/main">
              <a:ext uri="{FF2B5EF4-FFF2-40B4-BE49-F238E27FC236}">
                <a16:creationId xmlns:a16="http://schemas.microsoft.com/office/drawing/2014/main" id="{77AC1577-42AE-4C2C-A9EF-DB54398B7B85}"/>
              </a:ext>
            </a:extLst>
          </p:cNvPr>
          <p:cNvSpPr>
            <a:spLocks xmlns:a="http://schemas.openxmlformats.org/drawingml/2006/main" noGrp="1"/>
          </p:cNvSpPr>
          <p:nvPr/>
        </p:nvSpPr>
        <p:spPr>
          <a:xfrm xmlns:a="http://schemas.openxmlformats.org/drawingml/2006/main" rot="0">
            <a:off x="1712360" y="2661922"/>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61" name="Editable chart path">
            <a:extLst xmlns:a="http://schemas.openxmlformats.org/drawingml/2006/main">
              <a:ext uri="{FF2B5EF4-FFF2-40B4-BE49-F238E27FC236}">
                <a16:creationId xmlns:a16="http://schemas.microsoft.com/office/drawing/2014/main" id="{079F1A81-BEDB-4AEB-88D0-0BD70C0491B8}"/>
              </a:ext>
            </a:extLst>
          </p:cNvPr>
          <p:cNvSpPr>
            <a:spLocks xmlns:a="http://schemas.openxmlformats.org/drawingml/2006/main" noGrp="1"/>
          </p:cNvSpPr>
          <p:nvPr/>
        </p:nvSpPr>
        <p:spPr>
          <a:xfrm xmlns:a="http://schemas.openxmlformats.org/drawingml/2006/main">
            <a:off x="2039916" y="2765160"/>
            <a:ext cx="3205854" cy="1747588"/>
          </a:xfrm>
          <a:custGeom xmlns:a="http://schemas.openxmlformats.org/drawingml/2006/main">
            <a:pathLst>
              <a:path w="3008618" h="1640070">
                <a:moveTo>
                  <a:pt x="0" y="0"/>
                </a:moveTo>
                <a:lnTo>
                  <a:pt x="25072" y="708041"/>
                </a:lnTo>
                <a:lnTo>
                  <a:pt x="50144" y="1200136"/>
                </a:lnTo>
                <a:lnTo>
                  <a:pt x="100287" y="1347406"/>
                </a:lnTo>
                <a:lnTo>
                  <a:pt x="125359" y="1242651"/>
                </a:lnTo>
                <a:lnTo>
                  <a:pt x="200575" y="1190460"/>
                </a:lnTo>
                <a:lnTo>
                  <a:pt x="250718" y="1289326"/>
                </a:lnTo>
                <a:lnTo>
                  <a:pt x="376077" y="1454318"/>
                </a:lnTo>
                <a:lnTo>
                  <a:pt x="501436" y="1513247"/>
                </a:lnTo>
                <a:lnTo>
                  <a:pt x="752155" y="1587398"/>
                </a:lnTo>
                <a:lnTo>
                  <a:pt x="1002873" y="1637019"/>
                </a:lnTo>
                <a:lnTo>
                  <a:pt x="1504309" y="1640070"/>
                </a:lnTo>
                <a:lnTo>
                  <a:pt x="2005746" y="1588755"/>
                </a:lnTo>
                <a:lnTo>
                  <a:pt x="3008618" y="1583221"/>
                </a:lnTo>
              </a:path>
            </a:pathLst>
          </a:custGeom>
          <a:noFill xmlns:a="http://schemas.openxmlformats.org/drawingml/2006/main"/>
          <a:ln xmlns:a="http://schemas.openxmlformats.org/drawingml/2006/main" w="20299">
            <a:solidFill>
              <a:srgbClr val="224889"/>
            </a:solidFill>
            <a:prstDash val="solid"/>
          </a:ln>
        </p:spPr>
      </p:sp>
      <p:sp>
        <p:nvSpPr>
          <p:cNvPr id="62" name="Editable chart path">
            <a:extLst xmlns:a="http://schemas.openxmlformats.org/drawingml/2006/main">
              <a:ext uri="{FF2B5EF4-FFF2-40B4-BE49-F238E27FC236}">
                <a16:creationId xmlns:a16="http://schemas.microsoft.com/office/drawing/2014/main" id="{FA633FD5-769B-4B17-A6FF-6854CA3A4458}"/>
              </a:ext>
            </a:extLst>
          </p:cNvPr>
          <p:cNvSpPr>
            <a:spLocks xmlns:a="http://schemas.openxmlformats.org/drawingml/2006/main" noGrp="1"/>
          </p:cNvSpPr>
          <p:nvPr/>
        </p:nvSpPr>
        <p:spPr>
          <a:xfrm xmlns:a="http://schemas.openxmlformats.org/drawingml/2006/main">
            <a:off x="2039916" y="2765160"/>
            <a:ext cx="3205854" cy="886570"/>
          </a:xfrm>
          <a:custGeom xmlns:a="http://schemas.openxmlformats.org/drawingml/2006/main">
            <a:pathLst>
              <a:path w="3008618" h="832025">
                <a:moveTo>
                  <a:pt x="0" y="0"/>
                </a:moveTo>
                <a:lnTo>
                  <a:pt x="25072" y="166358"/>
                </a:lnTo>
                <a:lnTo>
                  <a:pt x="50144" y="309418"/>
                </a:lnTo>
                <a:lnTo>
                  <a:pt x="100287" y="483861"/>
                </a:lnTo>
                <a:lnTo>
                  <a:pt x="125359" y="527867"/>
                </a:lnTo>
                <a:lnTo>
                  <a:pt x="200575" y="569213"/>
                </a:lnTo>
                <a:lnTo>
                  <a:pt x="250718" y="566936"/>
                </a:lnTo>
                <a:lnTo>
                  <a:pt x="376077" y="608821"/>
                </a:lnTo>
                <a:lnTo>
                  <a:pt x="501436" y="683049"/>
                </a:lnTo>
                <a:lnTo>
                  <a:pt x="752155" y="749346"/>
                </a:lnTo>
                <a:lnTo>
                  <a:pt x="1002873" y="748407"/>
                </a:lnTo>
                <a:lnTo>
                  <a:pt x="1504309" y="781385"/>
                </a:lnTo>
                <a:lnTo>
                  <a:pt x="2005746" y="832025"/>
                </a:lnTo>
                <a:lnTo>
                  <a:pt x="3008618" y="770152"/>
                </a:lnTo>
              </a:path>
            </a:pathLst>
          </a:custGeom>
          <a:noFill xmlns:a="http://schemas.openxmlformats.org/drawingml/2006/main"/>
          <a:ln xmlns:a="http://schemas.openxmlformats.org/drawingml/2006/main" w="20299">
            <a:solidFill>
              <a:srgbClr val="2C5EAA"/>
            </a:solidFill>
            <a:prstDash val="solid"/>
          </a:ln>
        </p:spPr>
      </p:sp>
      <p:sp>
        <p:nvSpPr>
          <p:cNvPr id="63" name="Editable chart path">
            <a:extLst xmlns:a="http://schemas.openxmlformats.org/drawingml/2006/main">
              <a:ext uri="{FF2B5EF4-FFF2-40B4-BE49-F238E27FC236}">
                <a16:creationId xmlns:a16="http://schemas.microsoft.com/office/drawing/2014/main" id="{D7B119C8-2EE3-482B-A914-A6C9A752998B}"/>
              </a:ext>
            </a:extLst>
          </p:cNvPr>
          <p:cNvSpPr>
            <a:spLocks xmlns:a="http://schemas.openxmlformats.org/drawingml/2006/main" noGrp="1"/>
          </p:cNvSpPr>
          <p:nvPr/>
        </p:nvSpPr>
        <p:spPr>
          <a:xfrm xmlns:a="http://schemas.openxmlformats.org/drawingml/2006/main">
            <a:off x="1879624" y="2765160"/>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8120">
            <a:solidFill>
              <a:srgbClr val="5A6683"/>
            </a:solidFill>
            <a:prstDash val="solid"/>
          </a:ln>
        </p:spPr>
      </p:sp>
      <p:sp>
        <p:nvSpPr>
          <p:cNvPr id="64" name="Editable chart path">
            <a:extLst xmlns:a="http://schemas.openxmlformats.org/drawingml/2006/main">
              <a:ext uri="{FF2B5EF4-FFF2-40B4-BE49-F238E27FC236}">
                <a16:creationId xmlns:a16="http://schemas.microsoft.com/office/drawing/2014/main" id="{2483988C-2376-4FFA-9A24-A13D04FA1B86}"/>
              </a:ext>
            </a:extLst>
          </p:cNvPr>
          <p:cNvSpPr>
            <a:spLocks xmlns:a="http://schemas.openxmlformats.org/drawingml/2006/main" noGrp="1"/>
          </p:cNvSpPr>
          <p:nvPr/>
        </p:nvSpPr>
        <p:spPr>
          <a:xfrm xmlns:a="http://schemas.openxmlformats.org/drawingml/2006/main">
            <a:off x="1879624" y="2662954"/>
            <a:ext cx="95" cy="2248535"/>
          </a:xfrm>
          <a:custGeom xmlns:a="http://schemas.openxmlformats.org/drawingml/2006/main">
            <a:pathLst>
              <a:path w="95" h="2110197">
                <a:moveTo>
                  <a:pt x="0" y="2110197"/>
                </a:moveTo>
                <a:lnTo>
                  <a:pt x="0" y="0"/>
                </a:lnTo>
              </a:path>
            </a:pathLst>
          </a:custGeom>
          <a:noFill xmlns:a="http://schemas.openxmlformats.org/drawingml/2006/main"/>
          <a:ln xmlns:a="http://schemas.openxmlformats.org/drawingml/2006/main" w="8120">
            <a:solidFill>
              <a:srgbClr val="5A6683"/>
            </a:solidFill>
            <a:prstDash val="solid"/>
          </a:ln>
        </p:spPr>
      </p:sp>
      <p:sp>
        <p:nvSpPr>
          <p:cNvPr id="65" name="Editable chart path">
            <a:extLst xmlns:a="http://schemas.openxmlformats.org/drawingml/2006/main">
              <a:ext uri="{FF2B5EF4-FFF2-40B4-BE49-F238E27FC236}">
                <a16:creationId xmlns:a16="http://schemas.microsoft.com/office/drawing/2014/main" id="{7F30DB85-3027-4714-805C-E3EFF2E6C02F}"/>
              </a:ext>
            </a:extLst>
          </p:cNvPr>
          <p:cNvSpPr>
            <a:spLocks xmlns:a="http://schemas.openxmlformats.org/drawingml/2006/main" noGrp="1"/>
          </p:cNvSpPr>
          <p:nvPr/>
        </p:nvSpPr>
        <p:spPr>
          <a:xfrm xmlns:a="http://schemas.openxmlformats.org/drawingml/2006/main">
            <a:off x="1879624" y="4911489"/>
            <a:ext cx="3526440"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8120">
            <a:solidFill>
              <a:srgbClr val="5A6683"/>
            </a:solidFill>
            <a:prstDash val="solid"/>
          </a:ln>
        </p:spPr>
      </p:sp>
      <p:sp>
        <p:nvSpPr>
          <p:cNvPr id="66" name="">
            <a:extLst xmlns:a="http://schemas.openxmlformats.org/drawingml/2006/main">
              <a:ext uri="{FF2B5EF4-FFF2-40B4-BE49-F238E27FC236}">
                <a16:creationId xmlns:a16="http://schemas.microsoft.com/office/drawing/2014/main" id="{FC9088D3-E5DB-48AA-AA8D-264C9CAA5FB9}"/>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67" name="">
            <a:extLst xmlns:a="http://schemas.openxmlformats.org/drawingml/2006/main">
              <a:ext uri="{FF2B5EF4-FFF2-40B4-BE49-F238E27FC236}">
                <a16:creationId xmlns:a16="http://schemas.microsoft.com/office/drawing/2014/main" id="{C791D756-216F-419B-ABC0-AFCF873904F3}"/>
              </a:ext>
            </a:extLst>
          </p:cNvPr>
          <p:cNvSpPr>
            <a:spLocks xmlns:a="http://schemas.openxmlformats.org/drawingml/2006/main" noGrp="1"/>
          </p:cNvSpPr>
          <p:nvPr/>
        </p:nvSpPr>
        <p:spPr>
          <a:xfrm xmlns:a="http://schemas.openxmlformats.org/drawingml/2006/main">
            <a:off x="1371600" y="5334000"/>
            <a:ext cx="6451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Absolute</a:t>
            </a:r>
          </a:p>
        </p:txBody>
      </p:sp>
      <p:sp>
        <p:nvSpPr>
          <p:cNvPr id="68" name="">
            <a:extLst xmlns:a="http://schemas.openxmlformats.org/drawingml/2006/main">
              <a:ext uri="{FF2B5EF4-FFF2-40B4-BE49-F238E27FC236}">
                <a16:creationId xmlns:a16="http://schemas.microsoft.com/office/drawing/2014/main" id="{AAEEDCB9-E3CC-4957-9B76-1E863F928D9B}"/>
              </a:ext>
            </a:extLst>
          </p:cNvPr>
          <p:cNvSpPr>
            <a:spLocks xmlns:a="http://schemas.openxmlformats.org/drawingml/2006/main" noGrp="1"/>
          </p:cNvSpPr>
          <p:nvPr/>
        </p:nvSpPr>
        <p:spPr>
          <a:xfrm xmlns:a="http://schemas.openxmlformats.org/drawingml/2006/main">
            <a:off x="2226278"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69" name="">
            <a:extLst xmlns:a="http://schemas.openxmlformats.org/drawingml/2006/main">
              <a:ext uri="{FF2B5EF4-FFF2-40B4-BE49-F238E27FC236}">
                <a16:creationId xmlns:a16="http://schemas.microsoft.com/office/drawing/2014/main" id="{A5D20F71-83DA-408A-8140-217A42095B01}"/>
              </a:ext>
            </a:extLst>
          </p:cNvPr>
          <p:cNvSpPr>
            <a:spLocks xmlns:a="http://schemas.openxmlformats.org/drawingml/2006/main" noGrp="1"/>
          </p:cNvSpPr>
          <p:nvPr/>
        </p:nvSpPr>
        <p:spPr>
          <a:xfrm xmlns:a="http://schemas.openxmlformats.org/drawingml/2006/main">
            <a:off x="2454878" y="5334000"/>
            <a:ext cx="123939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Share of citywide</a:t>
            </a:r>
          </a:p>
        </p:txBody>
      </p:sp>
      <p:sp>
        <p:nvSpPr>
          <p:cNvPr id="70" name="">
            <a:extLst xmlns:a="http://schemas.openxmlformats.org/drawingml/2006/main">
              <a:ext uri="{FF2B5EF4-FFF2-40B4-BE49-F238E27FC236}">
                <a16:creationId xmlns:a16="http://schemas.microsoft.com/office/drawing/2014/main" id="{E3A72786-7097-4BEF-A12F-3FA8FFE0AE32}"/>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After rain: how long vacant taxis stay below normal</a:t>
            </a:r>
          </a:p>
        </p:txBody>
      </p:sp>
      <p:sp>
        <p:nvSpPr>
          <p:cNvPr id="71" name="">
            <a:extLst xmlns:a="http://schemas.openxmlformats.org/drawingml/2006/main">
              <a:ext uri="{FF2B5EF4-FFF2-40B4-BE49-F238E27FC236}">
                <a16:creationId xmlns:a16="http://schemas.microsoft.com/office/drawing/2014/main" id="{D9BD4592-4BFF-4727-ADCD-8EDFD242DC89}"/>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vacant taxis vs cells dry for &gt;= 6 h</a:t>
            </a:r>
          </a:p>
        </p:txBody>
      </p:sp>
      <p:sp>
        <p:nvSpPr>
          <p:cNvPr id="72" name="Editable chart path">
            <a:extLst xmlns:a="http://schemas.openxmlformats.org/drawingml/2006/main">
              <a:ext uri="{FF2B5EF4-FFF2-40B4-BE49-F238E27FC236}">
                <a16:creationId xmlns:a16="http://schemas.microsoft.com/office/drawing/2014/main" id="{E3DAFD75-A6E0-456A-8596-552E64F0EC2F}"/>
              </a:ext>
            </a:extLst>
          </p:cNvPr>
          <p:cNvSpPr>
            <a:spLocks xmlns:a="http://schemas.openxmlformats.org/drawingml/2006/main" noGrp="1"/>
          </p:cNvSpPr>
          <p:nvPr/>
        </p:nvSpPr>
        <p:spPr>
          <a:xfrm xmlns:a="http://schemas.openxmlformats.org/drawingml/2006/main">
            <a:off x="7177701" y="4919072"/>
            <a:ext cx="95" cy="3464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73" name="">
            <a:extLst xmlns:a="http://schemas.openxmlformats.org/drawingml/2006/main">
              <a:ext uri="{FF2B5EF4-FFF2-40B4-BE49-F238E27FC236}">
                <a16:creationId xmlns:a16="http://schemas.microsoft.com/office/drawing/2014/main" id="{81AC8DB0-B80F-4E7E-AAA2-D02A838C1CD7}"/>
              </a:ext>
            </a:extLst>
          </p:cNvPr>
          <p:cNvSpPr>
            <a:spLocks xmlns:a="http://schemas.openxmlformats.org/drawingml/2006/main" noGrp="1"/>
          </p:cNvSpPr>
          <p:nvPr/>
        </p:nvSpPr>
        <p:spPr>
          <a:xfrm xmlns:a="http://schemas.openxmlformats.org/drawingml/2006/main" rot="0">
            <a:off x="7085729" y="4926432"/>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74" name="Editable chart path">
            <a:extLst xmlns:a="http://schemas.openxmlformats.org/drawingml/2006/main">
              <a:ext uri="{FF2B5EF4-FFF2-40B4-BE49-F238E27FC236}">
                <a16:creationId xmlns:a16="http://schemas.microsoft.com/office/drawing/2014/main" id="{FDF2E6D7-A201-4C04-B4CF-201552F8E642}"/>
              </a:ext>
            </a:extLst>
          </p:cNvPr>
          <p:cNvSpPr>
            <a:spLocks xmlns:a="http://schemas.openxmlformats.org/drawingml/2006/main" noGrp="1"/>
          </p:cNvSpPr>
          <p:nvPr/>
        </p:nvSpPr>
        <p:spPr>
          <a:xfrm xmlns:a="http://schemas.openxmlformats.org/drawingml/2006/main">
            <a:off x="7573417" y="4919072"/>
            <a:ext cx="95" cy="3464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75" name="">
            <a:extLst xmlns:a="http://schemas.openxmlformats.org/drawingml/2006/main">
              <a:ext uri="{FF2B5EF4-FFF2-40B4-BE49-F238E27FC236}">
                <a16:creationId xmlns:a16="http://schemas.microsoft.com/office/drawing/2014/main" id="{96DFF87A-20FD-47A0-9496-74F3878559B2}"/>
              </a:ext>
            </a:extLst>
          </p:cNvPr>
          <p:cNvSpPr>
            <a:spLocks xmlns:a="http://schemas.openxmlformats.org/drawingml/2006/main" noGrp="1"/>
          </p:cNvSpPr>
          <p:nvPr/>
        </p:nvSpPr>
        <p:spPr>
          <a:xfrm xmlns:a="http://schemas.openxmlformats.org/drawingml/2006/main" rot="0">
            <a:off x="7481017" y="4926432"/>
            <a:ext cx="1810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76" name="Editable chart path">
            <a:extLst xmlns:a="http://schemas.openxmlformats.org/drawingml/2006/main">
              <a:ext uri="{FF2B5EF4-FFF2-40B4-BE49-F238E27FC236}">
                <a16:creationId xmlns:a16="http://schemas.microsoft.com/office/drawing/2014/main" id="{291171C2-167C-4B85-9869-88EFD6AD5A0B}"/>
              </a:ext>
            </a:extLst>
          </p:cNvPr>
          <p:cNvSpPr>
            <a:spLocks xmlns:a="http://schemas.openxmlformats.org/drawingml/2006/main" noGrp="1"/>
          </p:cNvSpPr>
          <p:nvPr/>
        </p:nvSpPr>
        <p:spPr>
          <a:xfrm xmlns:a="http://schemas.openxmlformats.org/drawingml/2006/main">
            <a:off x="7969134" y="4919072"/>
            <a:ext cx="95" cy="3464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77" name="">
            <a:extLst xmlns:a="http://schemas.openxmlformats.org/drawingml/2006/main">
              <a:ext uri="{FF2B5EF4-FFF2-40B4-BE49-F238E27FC236}">
                <a16:creationId xmlns:a16="http://schemas.microsoft.com/office/drawing/2014/main" id="{AE180186-B5A4-4DC4-B6B6-E87FDCCD78BE}"/>
              </a:ext>
            </a:extLst>
          </p:cNvPr>
          <p:cNvSpPr>
            <a:spLocks xmlns:a="http://schemas.openxmlformats.org/drawingml/2006/main" noGrp="1"/>
          </p:cNvSpPr>
          <p:nvPr/>
        </p:nvSpPr>
        <p:spPr>
          <a:xfrm xmlns:a="http://schemas.openxmlformats.org/drawingml/2006/main" rot="0">
            <a:off x="7877020" y="4926432"/>
            <a:ext cx="18049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80</a:t>
            </a:r>
          </a:p>
        </p:txBody>
      </p:sp>
      <p:sp>
        <p:nvSpPr>
          <p:cNvPr id="78" name="Editable chart path">
            <a:extLst xmlns:a="http://schemas.openxmlformats.org/drawingml/2006/main">
              <a:ext uri="{FF2B5EF4-FFF2-40B4-BE49-F238E27FC236}">
                <a16:creationId xmlns:a16="http://schemas.microsoft.com/office/drawing/2014/main" id="{EF1E8D21-ADCC-40D8-9C41-DFF6281850E4}"/>
              </a:ext>
            </a:extLst>
          </p:cNvPr>
          <p:cNvSpPr>
            <a:spLocks xmlns:a="http://schemas.openxmlformats.org/drawingml/2006/main" noGrp="1"/>
          </p:cNvSpPr>
          <p:nvPr/>
        </p:nvSpPr>
        <p:spPr>
          <a:xfrm xmlns:a="http://schemas.openxmlformats.org/drawingml/2006/main">
            <a:off x="8364851" y="4919072"/>
            <a:ext cx="95" cy="3464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79" name="">
            <a:extLst xmlns:a="http://schemas.openxmlformats.org/drawingml/2006/main">
              <a:ext uri="{FF2B5EF4-FFF2-40B4-BE49-F238E27FC236}">
                <a16:creationId xmlns:a16="http://schemas.microsoft.com/office/drawing/2014/main" id="{DE81A50A-89D3-4D4D-B88B-FADE516BDC08}"/>
              </a:ext>
            </a:extLst>
          </p:cNvPr>
          <p:cNvSpPr>
            <a:spLocks xmlns:a="http://schemas.openxmlformats.org/drawingml/2006/main" noGrp="1"/>
          </p:cNvSpPr>
          <p:nvPr/>
        </p:nvSpPr>
        <p:spPr>
          <a:xfrm xmlns:a="http://schemas.openxmlformats.org/drawingml/2006/main" rot="0">
            <a:off x="8250591" y="4926432"/>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80" name="Editable chart path">
            <a:extLst xmlns:a="http://schemas.openxmlformats.org/drawingml/2006/main">
              <a:ext uri="{FF2B5EF4-FFF2-40B4-BE49-F238E27FC236}">
                <a16:creationId xmlns:a16="http://schemas.microsoft.com/office/drawing/2014/main" id="{A0050FD1-B848-48C9-8550-81B3A87BFBBA}"/>
              </a:ext>
            </a:extLst>
          </p:cNvPr>
          <p:cNvSpPr>
            <a:spLocks xmlns:a="http://schemas.openxmlformats.org/drawingml/2006/main" noGrp="1"/>
          </p:cNvSpPr>
          <p:nvPr/>
        </p:nvSpPr>
        <p:spPr>
          <a:xfrm xmlns:a="http://schemas.openxmlformats.org/drawingml/2006/main">
            <a:off x="8760568" y="4919072"/>
            <a:ext cx="95" cy="3464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81" name="">
            <a:extLst xmlns:a="http://schemas.openxmlformats.org/drawingml/2006/main">
              <a:ext uri="{FF2B5EF4-FFF2-40B4-BE49-F238E27FC236}">
                <a16:creationId xmlns:a16="http://schemas.microsoft.com/office/drawing/2014/main" id="{AB73F571-F81F-4DA4-A44D-690669497088}"/>
              </a:ext>
            </a:extLst>
          </p:cNvPr>
          <p:cNvSpPr>
            <a:spLocks xmlns:a="http://schemas.openxmlformats.org/drawingml/2006/main" noGrp="1"/>
          </p:cNvSpPr>
          <p:nvPr/>
        </p:nvSpPr>
        <p:spPr>
          <a:xfrm xmlns:a="http://schemas.openxmlformats.org/drawingml/2006/main" rot="0">
            <a:off x="8650023" y="4926432"/>
            <a:ext cx="2173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a:t>
            </a:r>
          </a:p>
        </p:txBody>
      </p:sp>
      <p:sp>
        <p:nvSpPr>
          <p:cNvPr id="82" name="Editable chart path">
            <a:extLst xmlns:a="http://schemas.openxmlformats.org/drawingml/2006/main">
              <a:ext uri="{FF2B5EF4-FFF2-40B4-BE49-F238E27FC236}">
                <a16:creationId xmlns:a16="http://schemas.microsoft.com/office/drawing/2014/main" id="{436EE7B2-1072-4FEB-9D92-93C7F0681AA0}"/>
              </a:ext>
            </a:extLst>
          </p:cNvPr>
          <p:cNvSpPr>
            <a:spLocks xmlns:a="http://schemas.openxmlformats.org/drawingml/2006/main" noGrp="1"/>
          </p:cNvSpPr>
          <p:nvPr/>
        </p:nvSpPr>
        <p:spPr>
          <a:xfrm xmlns:a="http://schemas.openxmlformats.org/drawingml/2006/main">
            <a:off x="9156285" y="4919072"/>
            <a:ext cx="95" cy="3464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83" name="">
            <a:extLst xmlns:a="http://schemas.openxmlformats.org/drawingml/2006/main">
              <a:ext uri="{FF2B5EF4-FFF2-40B4-BE49-F238E27FC236}">
                <a16:creationId xmlns:a16="http://schemas.microsoft.com/office/drawing/2014/main" id="{8D6456FF-BC3C-4021-93E6-A56CE3E8E176}"/>
              </a:ext>
            </a:extLst>
          </p:cNvPr>
          <p:cNvSpPr>
            <a:spLocks xmlns:a="http://schemas.openxmlformats.org/drawingml/2006/main" noGrp="1"/>
          </p:cNvSpPr>
          <p:nvPr/>
        </p:nvSpPr>
        <p:spPr>
          <a:xfrm xmlns:a="http://schemas.openxmlformats.org/drawingml/2006/main" rot="0">
            <a:off x="9041977" y="4926432"/>
            <a:ext cx="2248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140</a:t>
            </a:r>
          </a:p>
        </p:txBody>
      </p:sp>
      <p:sp>
        <p:nvSpPr>
          <p:cNvPr id="84" name="Editable chart path">
            <a:extLst xmlns:a="http://schemas.openxmlformats.org/drawingml/2006/main">
              <a:ext uri="{FF2B5EF4-FFF2-40B4-BE49-F238E27FC236}">
                <a16:creationId xmlns:a16="http://schemas.microsoft.com/office/drawing/2014/main" id="{6E281517-2A6A-4C06-941E-9429D1392ADC}"/>
              </a:ext>
            </a:extLst>
          </p:cNvPr>
          <p:cNvSpPr>
            <a:spLocks xmlns:a="http://schemas.openxmlformats.org/drawingml/2006/main" noGrp="1"/>
          </p:cNvSpPr>
          <p:nvPr/>
        </p:nvSpPr>
        <p:spPr>
          <a:xfrm xmlns:a="http://schemas.openxmlformats.org/drawingml/2006/main">
            <a:off x="9552002" y="4919072"/>
            <a:ext cx="95" cy="3464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85" name="">
            <a:extLst xmlns:a="http://schemas.openxmlformats.org/drawingml/2006/main">
              <a:ext uri="{FF2B5EF4-FFF2-40B4-BE49-F238E27FC236}">
                <a16:creationId xmlns:a16="http://schemas.microsoft.com/office/drawing/2014/main" id="{AE1C3D80-2A3D-4E28-93C3-D7DAF1B9AEF4}"/>
              </a:ext>
            </a:extLst>
          </p:cNvPr>
          <p:cNvSpPr>
            <a:spLocks xmlns:a="http://schemas.openxmlformats.org/drawingml/2006/main" noGrp="1"/>
          </p:cNvSpPr>
          <p:nvPr/>
        </p:nvSpPr>
        <p:spPr>
          <a:xfrm xmlns:a="http://schemas.openxmlformats.org/drawingml/2006/main" rot="0">
            <a:off x="9437265" y="4926432"/>
            <a:ext cx="22574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160</a:t>
            </a:r>
          </a:p>
        </p:txBody>
      </p:sp>
      <p:sp>
        <p:nvSpPr>
          <p:cNvPr id="86" name="Editable chart path">
            <a:extLst xmlns:a="http://schemas.openxmlformats.org/drawingml/2006/main">
              <a:ext uri="{FF2B5EF4-FFF2-40B4-BE49-F238E27FC236}">
                <a16:creationId xmlns:a16="http://schemas.microsoft.com/office/drawing/2014/main" id="{682A1DEE-2EA6-4CE6-A20B-84615DDAAEE9}"/>
              </a:ext>
            </a:extLst>
          </p:cNvPr>
          <p:cNvSpPr>
            <a:spLocks xmlns:a="http://schemas.openxmlformats.org/drawingml/2006/main" noGrp="1"/>
          </p:cNvSpPr>
          <p:nvPr/>
        </p:nvSpPr>
        <p:spPr>
          <a:xfrm xmlns:a="http://schemas.openxmlformats.org/drawingml/2006/main">
            <a:off x="9947718" y="4919072"/>
            <a:ext cx="95" cy="3464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87" name="">
            <a:extLst xmlns:a="http://schemas.openxmlformats.org/drawingml/2006/main">
              <a:ext uri="{FF2B5EF4-FFF2-40B4-BE49-F238E27FC236}">
                <a16:creationId xmlns:a16="http://schemas.microsoft.com/office/drawing/2014/main" id="{A2DF24FD-5004-4FF0-BD18-2593EE72287D}"/>
              </a:ext>
            </a:extLst>
          </p:cNvPr>
          <p:cNvSpPr>
            <a:spLocks xmlns:a="http://schemas.openxmlformats.org/drawingml/2006/main" noGrp="1"/>
          </p:cNvSpPr>
          <p:nvPr/>
        </p:nvSpPr>
        <p:spPr>
          <a:xfrm xmlns:a="http://schemas.openxmlformats.org/drawingml/2006/main" rot="0">
            <a:off x="9833268" y="4926432"/>
            <a:ext cx="22517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180</a:t>
            </a:r>
          </a:p>
        </p:txBody>
      </p:sp>
      <p:sp>
        <p:nvSpPr>
          <p:cNvPr id="88" name="Editable chart path">
            <a:extLst xmlns:a="http://schemas.openxmlformats.org/drawingml/2006/main">
              <a:ext uri="{FF2B5EF4-FFF2-40B4-BE49-F238E27FC236}">
                <a16:creationId xmlns:a16="http://schemas.microsoft.com/office/drawing/2014/main" id="{A21C0830-D711-4E99-81B4-6D571B3D2753}"/>
              </a:ext>
            </a:extLst>
          </p:cNvPr>
          <p:cNvSpPr>
            <a:spLocks xmlns:a="http://schemas.openxmlformats.org/drawingml/2006/main" noGrp="1"/>
          </p:cNvSpPr>
          <p:nvPr/>
        </p:nvSpPr>
        <p:spPr>
          <a:xfrm xmlns:a="http://schemas.openxmlformats.org/drawingml/2006/main">
            <a:off x="10343435" y="4919072"/>
            <a:ext cx="95" cy="3464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89" name="">
            <a:extLst xmlns:a="http://schemas.openxmlformats.org/drawingml/2006/main">
              <a:ext uri="{FF2B5EF4-FFF2-40B4-BE49-F238E27FC236}">
                <a16:creationId xmlns:a16="http://schemas.microsoft.com/office/drawing/2014/main" id="{14150D76-F678-41E1-B2DE-5DED52D1C95F}"/>
              </a:ext>
            </a:extLst>
          </p:cNvPr>
          <p:cNvSpPr>
            <a:spLocks xmlns:a="http://schemas.openxmlformats.org/drawingml/2006/main" noGrp="1"/>
          </p:cNvSpPr>
          <p:nvPr/>
        </p:nvSpPr>
        <p:spPr>
          <a:xfrm xmlns:a="http://schemas.openxmlformats.org/drawingml/2006/main" rot="0">
            <a:off x="10211363" y="4926432"/>
            <a:ext cx="2604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200</a:t>
            </a:r>
          </a:p>
        </p:txBody>
      </p:sp>
      <p:sp>
        <p:nvSpPr>
          <p:cNvPr id="90" name="">
            <a:extLst xmlns:a="http://schemas.openxmlformats.org/drawingml/2006/main">
              <a:ext uri="{FF2B5EF4-FFF2-40B4-BE49-F238E27FC236}">
                <a16:creationId xmlns:a16="http://schemas.microsoft.com/office/drawing/2014/main" id="{CA03A485-AAA4-4C0E-8D65-89B4D71A5DE5}"/>
              </a:ext>
            </a:extLst>
          </p:cNvPr>
          <p:cNvSpPr>
            <a:spLocks xmlns:a="http://schemas.openxmlformats.org/drawingml/2006/main" noGrp="1"/>
          </p:cNvSpPr>
          <p:nvPr/>
        </p:nvSpPr>
        <p:spPr>
          <a:xfrm xmlns:a="http://schemas.openxmlformats.org/drawingml/2006/main" rot="0">
            <a:off x="6935007" y="5069792"/>
            <a:ext cx="364693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Minutes since rain stopped at the cell (bin start + 15)</a:t>
            </a:r>
          </a:p>
        </p:txBody>
      </p:sp>
      <p:sp>
        <p:nvSpPr>
          <p:cNvPr id="91" name="Editable chart path">
            <a:extLst xmlns:a="http://schemas.openxmlformats.org/drawingml/2006/main">
              <a:ext uri="{FF2B5EF4-FFF2-40B4-BE49-F238E27FC236}">
                <a16:creationId xmlns:a16="http://schemas.microsoft.com/office/drawing/2014/main" id="{455D4AEB-D181-412D-86A8-B6CE9A565E1B}"/>
              </a:ext>
            </a:extLst>
          </p:cNvPr>
          <p:cNvSpPr>
            <a:spLocks xmlns:a="http://schemas.openxmlformats.org/drawingml/2006/main" noGrp="1"/>
          </p:cNvSpPr>
          <p:nvPr/>
        </p:nvSpPr>
        <p:spPr>
          <a:xfrm xmlns:a="http://schemas.openxmlformats.org/drawingml/2006/main">
            <a:off x="7041178" y="4672616"/>
            <a:ext cx="3438779"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5938">
            <a:solidFill>
              <a:srgbClr val="E4EAF4"/>
            </a:solidFill>
            <a:prstDash val="solid"/>
          </a:ln>
        </p:spPr>
      </p:sp>
      <p:sp>
        <p:nvSpPr>
          <p:cNvPr id="92" name="Editable chart path">
            <a:extLst xmlns:a="http://schemas.openxmlformats.org/drawingml/2006/main">
              <a:ext uri="{FF2B5EF4-FFF2-40B4-BE49-F238E27FC236}">
                <a16:creationId xmlns:a16="http://schemas.microsoft.com/office/drawing/2014/main" id="{55DF7ECB-8A9F-4083-9D29-506958DA9A8B}"/>
              </a:ext>
            </a:extLst>
          </p:cNvPr>
          <p:cNvSpPr>
            <a:spLocks xmlns:a="http://schemas.openxmlformats.org/drawingml/2006/main" noGrp="1"/>
          </p:cNvSpPr>
          <p:nvPr/>
        </p:nvSpPr>
        <p:spPr>
          <a:xfrm xmlns:a="http://schemas.openxmlformats.org/drawingml/2006/main">
            <a:off x="7006538" y="4672616"/>
            <a:ext cx="3464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93" name="">
            <a:extLst xmlns:a="http://schemas.openxmlformats.org/drawingml/2006/main">
              <a:ext uri="{FF2B5EF4-FFF2-40B4-BE49-F238E27FC236}">
                <a16:creationId xmlns:a16="http://schemas.microsoft.com/office/drawing/2014/main" id="{F0E15452-479D-46E0-83B9-C74DE744A7AF}"/>
              </a:ext>
            </a:extLst>
          </p:cNvPr>
          <p:cNvSpPr>
            <a:spLocks xmlns:a="http://schemas.openxmlformats.org/drawingml/2006/main" noGrp="1"/>
          </p:cNvSpPr>
          <p:nvPr/>
        </p:nvSpPr>
        <p:spPr>
          <a:xfrm xmlns:a="http://schemas.openxmlformats.org/drawingml/2006/main" rot="0">
            <a:off x="6798307" y="4568297"/>
            <a:ext cx="1703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94" name="Editable chart path">
            <a:extLst xmlns:a="http://schemas.openxmlformats.org/drawingml/2006/main">
              <a:ext uri="{FF2B5EF4-FFF2-40B4-BE49-F238E27FC236}">
                <a16:creationId xmlns:a16="http://schemas.microsoft.com/office/drawing/2014/main" id="{C4BD1BC3-A172-4AAD-8A6A-86494AEBA06A}"/>
              </a:ext>
            </a:extLst>
          </p:cNvPr>
          <p:cNvSpPr>
            <a:spLocks xmlns:a="http://schemas.openxmlformats.org/drawingml/2006/main" noGrp="1"/>
          </p:cNvSpPr>
          <p:nvPr/>
        </p:nvSpPr>
        <p:spPr>
          <a:xfrm xmlns:a="http://schemas.openxmlformats.org/drawingml/2006/main">
            <a:off x="7041178" y="4196021"/>
            <a:ext cx="3438779"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5938">
            <a:solidFill>
              <a:srgbClr val="E4EAF4"/>
            </a:solidFill>
            <a:prstDash val="solid"/>
          </a:ln>
        </p:spPr>
      </p:sp>
      <p:sp>
        <p:nvSpPr>
          <p:cNvPr id="95" name="Editable chart path">
            <a:extLst xmlns:a="http://schemas.openxmlformats.org/drawingml/2006/main">
              <a:ext uri="{FF2B5EF4-FFF2-40B4-BE49-F238E27FC236}">
                <a16:creationId xmlns:a16="http://schemas.microsoft.com/office/drawing/2014/main" id="{FA4C0E81-5D58-48A5-8BA3-D63A274C43C9}"/>
              </a:ext>
            </a:extLst>
          </p:cNvPr>
          <p:cNvSpPr>
            <a:spLocks xmlns:a="http://schemas.openxmlformats.org/drawingml/2006/main" noGrp="1"/>
          </p:cNvSpPr>
          <p:nvPr/>
        </p:nvSpPr>
        <p:spPr>
          <a:xfrm xmlns:a="http://schemas.openxmlformats.org/drawingml/2006/main">
            <a:off x="7006538" y="4196021"/>
            <a:ext cx="3464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96" name="">
            <a:extLst xmlns:a="http://schemas.openxmlformats.org/drawingml/2006/main">
              <a:ext uri="{FF2B5EF4-FFF2-40B4-BE49-F238E27FC236}">
                <a16:creationId xmlns:a16="http://schemas.microsoft.com/office/drawing/2014/main" id="{F02B7894-197B-4CBC-8173-ADED79DBE3FB}"/>
              </a:ext>
            </a:extLst>
          </p:cNvPr>
          <p:cNvSpPr>
            <a:spLocks xmlns:a="http://schemas.openxmlformats.org/drawingml/2006/main" noGrp="1"/>
          </p:cNvSpPr>
          <p:nvPr/>
        </p:nvSpPr>
        <p:spPr>
          <a:xfrm xmlns:a="http://schemas.openxmlformats.org/drawingml/2006/main" rot="0">
            <a:off x="6798802" y="4091702"/>
            <a:ext cx="1694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97" name="Editable chart path">
            <a:extLst xmlns:a="http://schemas.openxmlformats.org/drawingml/2006/main">
              <a:ext uri="{FF2B5EF4-FFF2-40B4-BE49-F238E27FC236}">
                <a16:creationId xmlns:a16="http://schemas.microsoft.com/office/drawing/2014/main" id="{94B18C70-36B1-4B8E-B158-2443F282F309}"/>
              </a:ext>
            </a:extLst>
          </p:cNvPr>
          <p:cNvSpPr>
            <a:spLocks xmlns:a="http://schemas.openxmlformats.org/drawingml/2006/main" noGrp="1"/>
          </p:cNvSpPr>
          <p:nvPr/>
        </p:nvSpPr>
        <p:spPr>
          <a:xfrm xmlns:a="http://schemas.openxmlformats.org/drawingml/2006/main">
            <a:off x="7041178" y="3719427"/>
            <a:ext cx="3438779"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5938">
            <a:solidFill>
              <a:srgbClr val="E4EAF4"/>
            </a:solidFill>
            <a:prstDash val="solid"/>
          </a:ln>
        </p:spPr>
      </p:sp>
      <p:sp>
        <p:nvSpPr>
          <p:cNvPr id="98" name="Editable chart path">
            <a:extLst xmlns:a="http://schemas.openxmlformats.org/drawingml/2006/main">
              <a:ext uri="{FF2B5EF4-FFF2-40B4-BE49-F238E27FC236}">
                <a16:creationId xmlns:a16="http://schemas.microsoft.com/office/drawing/2014/main" id="{4C827F84-B29D-45BC-A1AD-283E821F2B1A}"/>
              </a:ext>
            </a:extLst>
          </p:cNvPr>
          <p:cNvSpPr>
            <a:spLocks xmlns:a="http://schemas.openxmlformats.org/drawingml/2006/main" noGrp="1"/>
          </p:cNvSpPr>
          <p:nvPr/>
        </p:nvSpPr>
        <p:spPr>
          <a:xfrm xmlns:a="http://schemas.openxmlformats.org/drawingml/2006/main">
            <a:off x="7006538" y="3719427"/>
            <a:ext cx="3464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99" name="">
            <a:extLst xmlns:a="http://schemas.openxmlformats.org/drawingml/2006/main">
              <a:ext uri="{FF2B5EF4-FFF2-40B4-BE49-F238E27FC236}">
                <a16:creationId xmlns:a16="http://schemas.microsoft.com/office/drawing/2014/main" id="{522FF91D-18DA-4AE6-AD2D-B0FA49ECEBDC}"/>
              </a:ext>
            </a:extLst>
          </p:cNvPr>
          <p:cNvSpPr>
            <a:spLocks xmlns:a="http://schemas.openxmlformats.org/drawingml/2006/main" noGrp="1"/>
          </p:cNvSpPr>
          <p:nvPr/>
        </p:nvSpPr>
        <p:spPr>
          <a:xfrm xmlns:a="http://schemas.openxmlformats.org/drawingml/2006/main" rot="0">
            <a:off x="6804462" y="3615108"/>
            <a:ext cx="161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100" name="Editable chart path">
            <a:extLst xmlns:a="http://schemas.openxmlformats.org/drawingml/2006/main">
              <a:ext uri="{FF2B5EF4-FFF2-40B4-BE49-F238E27FC236}">
                <a16:creationId xmlns:a16="http://schemas.microsoft.com/office/drawing/2014/main" id="{C7E65436-4118-4F66-8D89-36AF58CAF7BC}"/>
              </a:ext>
            </a:extLst>
          </p:cNvPr>
          <p:cNvSpPr>
            <a:spLocks xmlns:a="http://schemas.openxmlformats.org/drawingml/2006/main" noGrp="1"/>
          </p:cNvSpPr>
          <p:nvPr/>
        </p:nvSpPr>
        <p:spPr>
          <a:xfrm xmlns:a="http://schemas.openxmlformats.org/drawingml/2006/main">
            <a:off x="7041178" y="3242833"/>
            <a:ext cx="3438779"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5938">
            <a:solidFill>
              <a:srgbClr val="E4EAF4"/>
            </a:solidFill>
            <a:prstDash val="solid"/>
          </a:ln>
        </p:spPr>
      </p:sp>
      <p:sp>
        <p:nvSpPr>
          <p:cNvPr id="101" name="Editable chart path">
            <a:extLst xmlns:a="http://schemas.openxmlformats.org/drawingml/2006/main">
              <a:ext uri="{FF2B5EF4-FFF2-40B4-BE49-F238E27FC236}">
                <a16:creationId xmlns:a16="http://schemas.microsoft.com/office/drawing/2014/main" id="{F1EC8C50-79A2-4608-B4BD-7BA45B7EADE5}"/>
              </a:ext>
            </a:extLst>
          </p:cNvPr>
          <p:cNvSpPr>
            <a:spLocks xmlns:a="http://schemas.openxmlformats.org/drawingml/2006/main" noGrp="1"/>
          </p:cNvSpPr>
          <p:nvPr/>
        </p:nvSpPr>
        <p:spPr>
          <a:xfrm xmlns:a="http://schemas.openxmlformats.org/drawingml/2006/main">
            <a:off x="7006538" y="3242833"/>
            <a:ext cx="3464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102" name="">
            <a:extLst xmlns:a="http://schemas.openxmlformats.org/drawingml/2006/main">
              <a:ext uri="{FF2B5EF4-FFF2-40B4-BE49-F238E27FC236}">
                <a16:creationId xmlns:a16="http://schemas.microsoft.com/office/drawing/2014/main" id="{D0518D65-1A58-42DF-9BFF-535DD428E49F}"/>
              </a:ext>
            </a:extLst>
          </p:cNvPr>
          <p:cNvSpPr>
            <a:spLocks xmlns:a="http://schemas.openxmlformats.org/drawingml/2006/main" noGrp="1"/>
          </p:cNvSpPr>
          <p:nvPr/>
        </p:nvSpPr>
        <p:spPr>
          <a:xfrm xmlns:a="http://schemas.openxmlformats.org/drawingml/2006/main" rot="0">
            <a:off x="6875776" y="3138514"/>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03" name="Editable chart path">
            <a:extLst xmlns:a="http://schemas.openxmlformats.org/drawingml/2006/main">
              <a:ext uri="{FF2B5EF4-FFF2-40B4-BE49-F238E27FC236}">
                <a16:creationId xmlns:a16="http://schemas.microsoft.com/office/drawing/2014/main" id="{30FE8E67-B0F7-4256-8BDC-E9BCB15A07BE}"/>
              </a:ext>
            </a:extLst>
          </p:cNvPr>
          <p:cNvSpPr>
            <a:spLocks xmlns:a="http://schemas.openxmlformats.org/drawingml/2006/main" noGrp="1"/>
          </p:cNvSpPr>
          <p:nvPr/>
        </p:nvSpPr>
        <p:spPr>
          <a:xfrm xmlns:a="http://schemas.openxmlformats.org/drawingml/2006/main">
            <a:off x="7041178" y="2766239"/>
            <a:ext cx="3438779"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5938">
            <a:solidFill>
              <a:srgbClr val="E4EAF4"/>
            </a:solidFill>
            <a:prstDash val="solid"/>
          </a:ln>
        </p:spPr>
      </p:sp>
      <p:sp>
        <p:nvSpPr>
          <p:cNvPr id="104" name="Editable chart path">
            <a:extLst xmlns:a="http://schemas.openxmlformats.org/drawingml/2006/main">
              <a:ext uri="{FF2B5EF4-FFF2-40B4-BE49-F238E27FC236}">
                <a16:creationId xmlns:a16="http://schemas.microsoft.com/office/drawing/2014/main" id="{726BD69A-130A-4802-BE2C-83CBB261D11F}"/>
              </a:ext>
            </a:extLst>
          </p:cNvPr>
          <p:cNvSpPr>
            <a:spLocks xmlns:a="http://schemas.openxmlformats.org/drawingml/2006/main" noGrp="1"/>
          </p:cNvSpPr>
          <p:nvPr/>
        </p:nvSpPr>
        <p:spPr>
          <a:xfrm xmlns:a="http://schemas.openxmlformats.org/drawingml/2006/main">
            <a:off x="7006538" y="2766239"/>
            <a:ext cx="3464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918">
            <a:solidFill>
              <a:srgbClr val="5A6683"/>
            </a:solidFill>
            <a:prstDash val="solid"/>
          </a:ln>
        </p:spPr>
      </p:sp>
      <p:sp>
        <p:nvSpPr>
          <p:cNvPr id="105" name="">
            <a:extLst xmlns:a="http://schemas.openxmlformats.org/drawingml/2006/main">
              <a:ext uri="{FF2B5EF4-FFF2-40B4-BE49-F238E27FC236}">
                <a16:creationId xmlns:a16="http://schemas.microsoft.com/office/drawing/2014/main" id="{82BA1E25-F803-4A39-9CF7-20B48B71C3A8}"/>
              </a:ext>
            </a:extLst>
          </p:cNvPr>
          <p:cNvSpPr>
            <a:spLocks xmlns:a="http://schemas.openxmlformats.org/drawingml/2006/main" noGrp="1"/>
          </p:cNvSpPr>
          <p:nvPr/>
        </p:nvSpPr>
        <p:spPr>
          <a:xfrm xmlns:a="http://schemas.openxmlformats.org/drawingml/2006/main" rot="0">
            <a:off x="6881329" y="2661920"/>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106" name="Editable chart path">
            <a:extLst xmlns:a="http://schemas.openxmlformats.org/drawingml/2006/main">
              <a:ext uri="{FF2B5EF4-FFF2-40B4-BE49-F238E27FC236}">
                <a16:creationId xmlns:a16="http://schemas.microsoft.com/office/drawing/2014/main" id="{720A012F-2CC2-41DB-A9F0-304757166430}"/>
              </a:ext>
            </a:extLst>
          </p:cNvPr>
          <p:cNvSpPr>
            <a:spLocks xmlns:a="http://schemas.openxmlformats.org/drawingml/2006/main" noGrp="1"/>
          </p:cNvSpPr>
          <p:nvPr/>
        </p:nvSpPr>
        <p:spPr>
          <a:xfrm xmlns:a="http://schemas.openxmlformats.org/drawingml/2006/main">
            <a:off x="7197487" y="4207191"/>
            <a:ext cx="95" cy="612215"/>
          </a:xfrm>
          <a:custGeom xmlns:a="http://schemas.openxmlformats.org/drawingml/2006/main">
            <a:pathLst>
              <a:path w="95" h="589196">
                <a:moveTo>
                  <a:pt x="0" y="589196"/>
                </a:moveTo>
                <a:lnTo>
                  <a:pt x="0" y="0"/>
                </a:lnTo>
              </a:path>
            </a:pathLst>
          </a:custGeom>
          <a:noFill xmlns:a="http://schemas.openxmlformats.org/drawingml/2006/main"/>
          <a:ln xmlns:a="http://schemas.openxmlformats.org/drawingml/2006/main" w="14846">
            <a:solidFill>
              <a:srgbClr val="224889"/>
            </a:solidFill>
            <a:prstDash val="solid"/>
          </a:ln>
        </p:spPr>
      </p:sp>
      <p:sp>
        <p:nvSpPr>
          <p:cNvPr id="107" name="Editable chart path">
            <a:extLst xmlns:a="http://schemas.openxmlformats.org/drawingml/2006/main">
              <a:ext uri="{FF2B5EF4-FFF2-40B4-BE49-F238E27FC236}">
                <a16:creationId xmlns:a16="http://schemas.microsoft.com/office/drawing/2014/main" id="{76D27B83-1603-42BD-94B1-3B1AB856B23A}"/>
              </a:ext>
            </a:extLst>
          </p:cNvPr>
          <p:cNvSpPr>
            <a:spLocks xmlns:a="http://schemas.openxmlformats.org/drawingml/2006/main" noGrp="1"/>
          </p:cNvSpPr>
          <p:nvPr/>
        </p:nvSpPr>
        <p:spPr>
          <a:xfrm xmlns:a="http://schemas.openxmlformats.org/drawingml/2006/main">
            <a:off x="7791062" y="3670894"/>
            <a:ext cx="95" cy="599788"/>
          </a:xfrm>
          <a:custGeom xmlns:a="http://schemas.openxmlformats.org/drawingml/2006/main">
            <a:pathLst>
              <a:path w="95" h="577236">
                <a:moveTo>
                  <a:pt x="0" y="577236"/>
                </a:moveTo>
                <a:lnTo>
                  <a:pt x="0" y="0"/>
                </a:lnTo>
              </a:path>
            </a:pathLst>
          </a:custGeom>
          <a:noFill xmlns:a="http://schemas.openxmlformats.org/drawingml/2006/main"/>
          <a:ln xmlns:a="http://schemas.openxmlformats.org/drawingml/2006/main" w="14846">
            <a:solidFill>
              <a:srgbClr val="224889"/>
            </a:solidFill>
            <a:prstDash val="solid"/>
          </a:ln>
        </p:spPr>
      </p:sp>
      <p:sp>
        <p:nvSpPr>
          <p:cNvPr id="108" name="Editable chart path">
            <a:extLst xmlns:a="http://schemas.openxmlformats.org/drawingml/2006/main">
              <a:ext uri="{FF2B5EF4-FFF2-40B4-BE49-F238E27FC236}">
                <a16:creationId xmlns:a16="http://schemas.microsoft.com/office/drawing/2014/main" id="{42A0FEF4-456E-44C9-89C4-00B51B3F2A08}"/>
              </a:ext>
            </a:extLst>
          </p:cNvPr>
          <p:cNvSpPr>
            <a:spLocks xmlns:a="http://schemas.openxmlformats.org/drawingml/2006/main" noGrp="1"/>
          </p:cNvSpPr>
          <p:nvPr/>
        </p:nvSpPr>
        <p:spPr>
          <a:xfrm xmlns:a="http://schemas.openxmlformats.org/drawingml/2006/main">
            <a:off x="8384637" y="3441435"/>
            <a:ext cx="95" cy="600071"/>
          </a:xfrm>
          <a:custGeom xmlns:a="http://schemas.openxmlformats.org/drawingml/2006/main">
            <a:pathLst>
              <a:path w="95" h="577508">
                <a:moveTo>
                  <a:pt x="0" y="577508"/>
                </a:moveTo>
                <a:lnTo>
                  <a:pt x="0" y="0"/>
                </a:lnTo>
              </a:path>
            </a:pathLst>
          </a:custGeom>
          <a:noFill xmlns:a="http://schemas.openxmlformats.org/drawingml/2006/main"/>
          <a:ln xmlns:a="http://schemas.openxmlformats.org/drawingml/2006/main" w="14846">
            <a:solidFill>
              <a:srgbClr val="224889"/>
            </a:solidFill>
            <a:prstDash val="solid"/>
          </a:ln>
        </p:spPr>
      </p:sp>
      <p:sp>
        <p:nvSpPr>
          <p:cNvPr id="109" name="Editable chart path">
            <a:extLst xmlns:a="http://schemas.openxmlformats.org/drawingml/2006/main">
              <a:ext uri="{FF2B5EF4-FFF2-40B4-BE49-F238E27FC236}">
                <a16:creationId xmlns:a16="http://schemas.microsoft.com/office/drawing/2014/main" id="{40DAEA84-F7DA-457F-82FD-8100C9B42CA4}"/>
              </a:ext>
            </a:extLst>
          </p:cNvPr>
          <p:cNvSpPr>
            <a:spLocks xmlns:a="http://schemas.openxmlformats.org/drawingml/2006/main" noGrp="1"/>
          </p:cNvSpPr>
          <p:nvPr/>
        </p:nvSpPr>
        <p:spPr>
          <a:xfrm xmlns:a="http://schemas.openxmlformats.org/drawingml/2006/main">
            <a:off x="8978212" y="3393424"/>
            <a:ext cx="95" cy="605480"/>
          </a:xfrm>
          <a:custGeom xmlns:a="http://schemas.openxmlformats.org/drawingml/2006/main">
            <a:pathLst>
              <a:path w="95" h="582714">
                <a:moveTo>
                  <a:pt x="0" y="582714"/>
                </a:moveTo>
                <a:lnTo>
                  <a:pt x="0" y="0"/>
                </a:lnTo>
              </a:path>
            </a:pathLst>
          </a:custGeom>
          <a:noFill xmlns:a="http://schemas.openxmlformats.org/drawingml/2006/main"/>
          <a:ln xmlns:a="http://schemas.openxmlformats.org/drawingml/2006/main" w="14846">
            <a:solidFill>
              <a:srgbClr val="224889"/>
            </a:solidFill>
            <a:prstDash val="solid"/>
          </a:ln>
        </p:spPr>
      </p:sp>
      <p:sp>
        <p:nvSpPr>
          <p:cNvPr id="110" name="Editable chart path">
            <a:extLst xmlns:a="http://schemas.openxmlformats.org/drawingml/2006/main">
              <a:ext uri="{FF2B5EF4-FFF2-40B4-BE49-F238E27FC236}">
                <a16:creationId xmlns:a16="http://schemas.microsoft.com/office/drawing/2014/main" id="{D425AB72-5802-493C-A0D4-10D1A43574C8}"/>
              </a:ext>
            </a:extLst>
          </p:cNvPr>
          <p:cNvSpPr>
            <a:spLocks xmlns:a="http://schemas.openxmlformats.org/drawingml/2006/main" noGrp="1"/>
          </p:cNvSpPr>
          <p:nvPr/>
        </p:nvSpPr>
        <p:spPr>
          <a:xfrm xmlns:a="http://schemas.openxmlformats.org/drawingml/2006/main">
            <a:off x="9571787" y="3337378"/>
            <a:ext cx="95" cy="600328"/>
          </a:xfrm>
          <a:custGeom xmlns:a="http://schemas.openxmlformats.org/drawingml/2006/main">
            <a:pathLst>
              <a:path w="95" h="577755">
                <a:moveTo>
                  <a:pt x="0" y="577755"/>
                </a:moveTo>
                <a:lnTo>
                  <a:pt x="0" y="0"/>
                </a:lnTo>
              </a:path>
            </a:pathLst>
          </a:custGeom>
          <a:noFill xmlns:a="http://schemas.openxmlformats.org/drawingml/2006/main"/>
          <a:ln xmlns:a="http://schemas.openxmlformats.org/drawingml/2006/main" w="14846">
            <a:solidFill>
              <a:srgbClr val="224889"/>
            </a:solidFill>
            <a:prstDash val="solid"/>
          </a:ln>
        </p:spPr>
      </p:sp>
      <p:sp>
        <p:nvSpPr>
          <p:cNvPr id="111" name="Editable chart path">
            <a:extLst xmlns:a="http://schemas.openxmlformats.org/drawingml/2006/main">
              <a:ext uri="{FF2B5EF4-FFF2-40B4-BE49-F238E27FC236}">
                <a16:creationId xmlns:a16="http://schemas.microsoft.com/office/drawing/2014/main" id="{39993D6C-8B82-419E-B559-C305EE8CF5E0}"/>
              </a:ext>
            </a:extLst>
          </p:cNvPr>
          <p:cNvSpPr>
            <a:spLocks xmlns:a="http://schemas.openxmlformats.org/drawingml/2006/main" noGrp="1"/>
          </p:cNvSpPr>
          <p:nvPr/>
        </p:nvSpPr>
        <p:spPr>
          <a:xfrm xmlns:a="http://schemas.openxmlformats.org/drawingml/2006/main">
            <a:off x="10165363" y="3316278"/>
            <a:ext cx="95" cy="534441"/>
          </a:xfrm>
          <a:custGeom xmlns:a="http://schemas.openxmlformats.org/drawingml/2006/main">
            <a:pathLst>
              <a:path w="95" h="514346">
                <a:moveTo>
                  <a:pt x="0" y="514346"/>
                </a:moveTo>
                <a:lnTo>
                  <a:pt x="0" y="0"/>
                </a:lnTo>
              </a:path>
            </a:pathLst>
          </a:custGeom>
          <a:noFill xmlns:a="http://schemas.openxmlformats.org/drawingml/2006/main"/>
          <a:ln xmlns:a="http://schemas.openxmlformats.org/drawingml/2006/main" w="14846">
            <a:solidFill>
              <a:srgbClr val="224889"/>
            </a:solidFill>
            <a:prstDash val="solid"/>
          </a:ln>
        </p:spPr>
      </p:sp>
      <p:sp>
        <p:nvSpPr>
          <p:cNvPr id="112" name="Editable chart path">
            <a:extLst xmlns:a="http://schemas.openxmlformats.org/drawingml/2006/main">
              <a:ext uri="{FF2B5EF4-FFF2-40B4-BE49-F238E27FC236}">
                <a16:creationId xmlns:a16="http://schemas.microsoft.com/office/drawing/2014/main" id="{422DCD94-F01E-4760-8E28-3D271394C3F7}"/>
              </a:ext>
            </a:extLst>
          </p:cNvPr>
          <p:cNvSpPr>
            <a:spLocks xmlns:a="http://schemas.openxmlformats.org/drawingml/2006/main" noGrp="1"/>
          </p:cNvSpPr>
          <p:nvPr/>
        </p:nvSpPr>
        <p:spPr>
          <a:xfrm xmlns:a="http://schemas.openxmlformats.org/drawingml/2006/main">
            <a:off x="7177692" y="4819406"/>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13" name="Editable chart path">
            <a:extLst xmlns:a="http://schemas.openxmlformats.org/drawingml/2006/main">
              <a:ext uri="{FF2B5EF4-FFF2-40B4-BE49-F238E27FC236}">
                <a16:creationId xmlns:a16="http://schemas.microsoft.com/office/drawing/2014/main" id="{D728167C-6ADE-4EEB-872E-8ABF3D641AB8}"/>
              </a:ext>
            </a:extLst>
          </p:cNvPr>
          <p:cNvSpPr>
            <a:spLocks xmlns:a="http://schemas.openxmlformats.org/drawingml/2006/main" noGrp="1"/>
          </p:cNvSpPr>
          <p:nvPr/>
        </p:nvSpPr>
        <p:spPr>
          <a:xfrm xmlns:a="http://schemas.openxmlformats.org/drawingml/2006/main">
            <a:off x="7771267" y="4270682"/>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14" name="Editable chart path">
            <a:extLst xmlns:a="http://schemas.openxmlformats.org/drawingml/2006/main">
              <a:ext uri="{FF2B5EF4-FFF2-40B4-BE49-F238E27FC236}">
                <a16:creationId xmlns:a16="http://schemas.microsoft.com/office/drawing/2014/main" id="{ADFCE319-6070-4A11-B7B4-D808D2EF580A}"/>
              </a:ext>
            </a:extLst>
          </p:cNvPr>
          <p:cNvSpPr>
            <a:spLocks xmlns:a="http://schemas.openxmlformats.org/drawingml/2006/main" noGrp="1"/>
          </p:cNvSpPr>
          <p:nvPr/>
        </p:nvSpPr>
        <p:spPr>
          <a:xfrm xmlns:a="http://schemas.openxmlformats.org/drawingml/2006/main">
            <a:off x="8364843" y="4041506"/>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15" name="Editable chart path">
            <a:extLst xmlns:a="http://schemas.openxmlformats.org/drawingml/2006/main">
              <a:ext uri="{FF2B5EF4-FFF2-40B4-BE49-F238E27FC236}">
                <a16:creationId xmlns:a16="http://schemas.microsoft.com/office/drawing/2014/main" id="{BE338252-D2DD-4E0D-9728-CB5DFF93CEF5}"/>
              </a:ext>
            </a:extLst>
          </p:cNvPr>
          <p:cNvSpPr>
            <a:spLocks xmlns:a="http://schemas.openxmlformats.org/drawingml/2006/main" noGrp="1"/>
          </p:cNvSpPr>
          <p:nvPr/>
        </p:nvSpPr>
        <p:spPr>
          <a:xfrm xmlns:a="http://schemas.openxmlformats.org/drawingml/2006/main">
            <a:off x="8958418" y="3998904"/>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16" name="Editable chart path">
            <a:extLst xmlns:a="http://schemas.openxmlformats.org/drawingml/2006/main">
              <a:ext uri="{FF2B5EF4-FFF2-40B4-BE49-F238E27FC236}">
                <a16:creationId xmlns:a16="http://schemas.microsoft.com/office/drawing/2014/main" id="{4F07D056-0D09-4EC8-B2CF-20AD6C2359F2}"/>
              </a:ext>
            </a:extLst>
          </p:cNvPr>
          <p:cNvSpPr>
            <a:spLocks xmlns:a="http://schemas.openxmlformats.org/drawingml/2006/main" noGrp="1"/>
          </p:cNvSpPr>
          <p:nvPr/>
        </p:nvSpPr>
        <p:spPr>
          <a:xfrm xmlns:a="http://schemas.openxmlformats.org/drawingml/2006/main">
            <a:off x="9551993" y="3937706"/>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17" name="Editable chart path">
            <a:extLst xmlns:a="http://schemas.openxmlformats.org/drawingml/2006/main">
              <a:ext uri="{FF2B5EF4-FFF2-40B4-BE49-F238E27FC236}">
                <a16:creationId xmlns:a16="http://schemas.microsoft.com/office/drawing/2014/main" id="{796FE24E-CF5F-49B4-A5A3-55F8FD88FE48}"/>
              </a:ext>
            </a:extLst>
          </p:cNvPr>
          <p:cNvSpPr>
            <a:spLocks xmlns:a="http://schemas.openxmlformats.org/drawingml/2006/main" noGrp="1"/>
          </p:cNvSpPr>
          <p:nvPr/>
        </p:nvSpPr>
        <p:spPr>
          <a:xfrm xmlns:a="http://schemas.openxmlformats.org/drawingml/2006/main">
            <a:off x="10145568" y="3850719"/>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18" name="Editable chart path">
            <a:extLst xmlns:a="http://schemas.openxmlformats.org/drawingml/2006/main">
              <a:ext uri="{FF2B5EF4-FFF2-40B4-BE49-F238E27FC236}">
                <a16:creationId xmlns:a16="http://schemas.microsoft.com/office/drawing/2014/main" id="{BCA5DC72-F337-4F95-A8E2-D17D6ED25895}"/>
              </a:ext>
            </a:extLst>
          </p:cNvPr>
          <p:cNvSpPr>
            <a:spLocks xmlns:a="http://schemas.openxmlformats.org/drawingml/2006/main" noGrp="1"/>
          </p:cNvSpPr>
          <p:nvPr/>
        </p:nvSpPr>
        <p:spPr>
          <a:xfrm xmlns:a="http://schemas.openxmlformats.org/drawingml/2006/main">
            <a:off x="7177692" y="4207191"/>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19" name="Editable chart path">
            <a:extLst xmlns:a="http://schemas.openxmlformats.org/drawingml/2006/main">
              <a:ext uri="{FF2B5EF4-FFF2-40B4-BE49-F238E27FC236}">
                <a16:creationId xmlns:a16="http://schemas.microsoft.com/office/drawing/2014/main" id="{85325747-F714-4BEA-B81A-BEDBE8099EB2}"/>
              </a:ext>
            </a:extLst>
          </p:cNvPr>
          <p:cNvSpPr>
            <a:spLocks xmlns:a="http://schemas.openxmlformats.org/drawingml/2006/main" noGrp="1"/>
          </p:cNvSpPr>
          <p:nvPr/>
        </p:nvSpPr>
        <p:spPr>
          <a:xfrm xmlns:a="http://schemas.openxmlformats.org/drawingml/2006/main">
            <a:off x="7771267" y="3670894"/>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20" name="Editable chart path">
            <a:extLst xmlns:a="http://schemas.openxmlformats.org/drawingml/2006/main">
              <a:ext uri="{FF2B5EF4-FFF2-40B4-BE49-F238E27FC236}">
                <a16:creationId xmlns:a16="http://schemas.microsoft.com/office/drawing/2014/main" id="{992E646E-C165-4CA9-B6D6-7695CF78CF1D}"/>
              </a:ext>
            </a:extLst>
          </p:cNvPr>
          <p:cNvSpPr>
            <a:spLocks xmlns:a="http://schemas.openxmlformats.org/drawingml/2006/main" noGrp="1"/>
          </p:cNvSpPr>
          <p:nvPr/>
        </p:nvSpPr>
        <p:spPr>
          <a:xfrm xmlns:a="http://schemas.openxmlformats.org/drawingml/2006/main">
            <a:off x="8364843" y="3441435"/>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21" name="Editable chart path">
            <a:extLst xmlns:a="http://schemas.openxmlformats.org/drawingml/2006/main">
              <a:ext uri="{FF2B5EF4-FFF2-40B4-BE49-F238E27FC236}">
                <a16:creationId xmlns:a16="http://schemas.microsoft.com/office/drawing/2014/main" id="{0B13FB77-483C-460A-B3CD-8AF360772BCF}"/>
              </a:ext>
            </a:extLst>
          </p:cNvPr>
          <p:cNvSpPr>
            <a:spLocks xmlns:a="http://schemas.openxmlformats.org/drawingml/2006/main" noGrp="1"/>
          </p:cNvSpPr>
          <p:nvPr/>
        </p:nvSpPr>
        <p:spPr>
          <a:xfrm xmlns:a="http://schemas.openxmlformats.org/drawingml/2006/main">
            <a:off x="8958418" y="3393424"/>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22" name="Editable chart path">
            <a:extLst xmlns:a="http://schemas.openxmlformats.org/drawingml/2006/main">
              <a:ext uri="{FF2B5EF4-FFF2-40B4-BE49-F238E27FC236}">
                <a16:creationId xmlns:a16="http://schemas.microsoft.com/office/drawing/2014/main" id="{FE5C2C64-6660-47EF-8502-C6ACBAA9AC45}"/>
              </a:ext>
            </a:extLst>
          </p:cNvPr>
          <p:cNvSpPr>
            <a:spLocks xmlns:a="http://schemas.openxmlformats.org/drawingml/2006/main" noGrp="1"/>
          </p:cNvSpPr>
          <p:nvPr/>
        </p:nvSpPr>
        <p:spPr>
          <a:xfrm xmlns:a="http://schemas.openxmlformats.org/drawingml/2006/main">
            <a:off x="9551993" y="3337378"/>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23" name="Editable chart path">
            <a:extLst xmlns:a="http://schemas.openxmlformats.org/drawingml/2006/main">
              <a:ext uri="{FF2B5EF4-FFF2-40B4-BE49-F238E27FC236}">
                <a16:creationId xmlns:a16="http://schemas.microsoft.com/office/drawing/2014/main" id="{E8AA5122-1BAC-4DF6-BDA0-A6E7CB13697A}"/>
              </a:ext>
            </a:extLst>
          </p:cNvPr>
          <p:cNvSpPr>
            <a:spLocks xmlns:a="http://schemas.openxmlformats.org/drawingml/2006/main" noGrp="1"/>
          </p:cNvSpPr>
          <p:nvPr/>
        </p:nvSpPr>
        <p:spPr>
          <a:xfrm xmlns:a="http://schemas.openxmlformats.org/drawingml/2006/main">
            <a:off x="10145568" y="3316278"/>
            <a:ext cx="39589" cy="95"/>
          </a:xfrm>
          <a:custGeom xmlns:a="http://schemas.openxmlformats.org/drawingml/2006/main">
            <a:pathLst>
              <a:path w="38100" h="95">
                <a:moveTo>
                  <a:pt x="38100" y="0"/>
                </a:moveTo>
                <a:lnTo>
                  <a:pt x="0" y="0"/>
                </a:lnTo>
              </a:path>
            </a:pathLst>
          </a:custGeom>
          <a:solidFill xmlns:a="http://schemas.openxmlformats.org/drawingml/2006/main">
            <a:srgbClr val="224889"/>
          </a:solidFill>
          <a:ln xmlns:a="http://schemas.openxmlformats.org/drawingml/2006/main" w="9897">
            <a:solidFill>
              <a:srgbClr val="224889"/>
            </a:solidFill>
            <a:prstDash val="solid"/>
          </a:ln>
        </p:spPr>
      </p:sp>
      <p:sp>
        <p:nvSpPr>
          <p:cNvPr id="124" name="Editable chart path">
            <a:extLst xmlns:a="http://schemas.openxmlformats.org/drawingml/2006/main">
              <a:ext uri="{FF2B5EF4-FFF2-40B4-BE49-F238E27FC236}">
                <a16:creationId xmlns:a16="http://schemas.microsoft.com/office/drawing/2014/main" id="{22092641-34D9-4112-B309-393601B7FD93}"/>
              </a:ext>
            </a:extLst>
          </p:cNvPr>
          <p:cNvSpPr>
            <a:spLocks xmlns:a="http://schemas.openxmlformats.org/drawingml/2006/main" noGrp="1"/>
          </p:cNvSpPr>
          <p:nvPr/>
        </p:nvSpPr>
        <p:spPr>
          <a:xfrm xmlns:a="http://schemas.openxmlformats.org/drawingml/2006/main">
            <a:off x="7355773" y="3050753"/>
            <a:ext cx="95" cy="426009"/>
          </a:xfrm>
          <a:custGeom xmlns:a="http://schemas.openxmlformats.org/drawingml/2006/main">
            <a:pathLst>
              <a:path w="95" h="409991">
                <a:moveTo>
                  <a:pt x="0" y="409991"/>
                </a:moveTo>
                <a:lnTo>
                  <a:pt x="0" y="0"/>
                </a:lnTo>
              </a:path>
            </a:pathLst>
          </a:custGeom>
          <a:noFill xmlns:a="http://schemas.openxmlformats.org/drawingml/2006/main"/>
          <a:ln xmlns:a="http://schemas.openxmlformats.org/drawingml/2006/main" w="14846">
            <a:solidFill>
              <a:srgbClr val="2C5EAA"/>
            </a:solidFill>
            <a:prstDash val="solid"/>
          </a:ln>
        </p:spPr>
      </p:sp>
      <p:sp>
        <p:nvSpPr>
          <p:cNvPr id="125" name="Editable chart path">
            <a:extLst xmlns:a="http://schemas.openxmlformats.org/drawingml/2006/main">
              <a:ext uri="{FF2B5EF4-FFF2-40B4-BE49-F238E27FC236}">
                <a16:creationId xmlns:a16="http://schemas.microsoft.com/office/drawing/2014/main" id="{8D20CB3E-33C0-48A9-8B83-3F969B2DF86B}"/>
              </a:ext>
            </a:extLst>
          </p:cNvPr>
          <p:cNvSpPr>
            <a:spLocks xmlns:a="http://schemas.openxmlformats.org/drawingml/2006/main" noGrp="1"/>
          </p:cNvSpPr>
          <p:nvPr/>
        </p:nvSpPr>
        <p:spPr>
          <a:xfrm xmlns:a="http://schemas.openxmlformats.org/drawingml/2006/main">
            <a:off x="7949348" y="2826097"/>
            <a:ext cx="95" cy="437578"/>
          </a:xfrm>
          <a:custGeom xmlns:a="http://schemas.openxmlformats.org/drawingml/2006/main">
            <a:pathLst>
              <a:path w="95" h="421125">
                <a:moveTo>
                  <a:pt x="0" y="421125"/>
                </a:moveTo>
                <a:lnTo>
                  <a:pt x="0" y="0"/>
                </a:lnTo>
              </a:path>
            </a:pathLst>
          </a:custGeom>
          <a:noFill xmlns:a="http://schemas.openxmlformats.org/drawingml/2006/main"/>
          <a:ln xmlns:a="http://schemas.openxmlformats.org/drawingml/2006/main" w="14846">
            <a:solidFill>
              <a:srgbClr val="2C5EAA"/>
            </a:solidFill>
            <a:prstDash val="solid"/>
          </a:ln>
        </p:spPr>
      </p:sp>
      <p:sp>
        <p:nvSpPr>
          <p:cNvPr id="126" name="Editable chart path">
            <a:extLst xmlns:a="http://schemas.openxmlformats.org/drawingml/2006/main">
              <a:ext uri="{FF2B5EF4-FFF2-40B4-BE49-F238E27FC236}">
                <a16:creationId xmlns:a16="http://schemas.microsoft.com/office/drawing/2014/main" id="{DAC743E5-EF2D-4BF4-8663-BDBEED9D476E}"/>
              </a:ext>
            </a:extLst>
          </p:cNvPr>
          <p:cNvSpPr>
            <a:spLocks xmlns:a="http://schemas.openxmlformats.org/drawingml/2006/main" noGrp="1"/>
          </p:cNvSpPr>
          <p:nvPr/>
        </p:nvSpPr>
        <p:spPr>
          <a:xfrm xmlns:a="http://schemas.openxmlformats.org/drawingml/2006/main">
            <a:off x="8542924" y="2827611"/>
            <a:ext cx="95" cy="445713"/>
          </a:xfrm>
          <a:custGeom xmlns:a="http://schemas.openxmlformats.org/drawingml/2006/main">
            <a:pathLst>
              <a:path w="95" h="428954">
                <a:moveTo>
                  <a:pt x="0" y="428954"/>
                </a:moveTo>
                <a:lnTo>
                  <a:pt x="0" y="0"/>
                </a:lnTo>
              </a:path>
            </a:pathLst>
          </a:custGeom>
          <a:noFill xmlns:a="http://schemas.openxmlformats.org/drawingml/2006/main"/>
          <a:ln xmlns:a="http://schemas.openxmlformats.org/drawingml/2006/main" w="14846">
            <a:solidFill>
              <a:srgbClr val="2C5EAA"/>
            </a:solidFill>
            <a:prstDash val="solid"/>
          </a:ln>
        </p:spPr>
      </p:sp>
      <p:sp>
        <p:nvSpPr>
          <p:cNvPr id="127" name="Editable chart path">
            <a:extLst xmlns:a="http://schemas.openxmlformats.org/drawingml/2006/main">
              <a:ext uri="{FF2B5EF4-FFF2-40B4-BE49-F238E27FC236}">
                <a16:creationId xmlns:a16="http://schemas.microsoft.com/office/drawing/2014/main" id="{B1A0B0EA-6252-4A5F-9F67-58DF8C2E5494}"/>
              </a:ext>
            </a:extLst>
          </p:cNvPr>
          <p:cNvSpPr>
            <a:spLocks xmlns:a="http://schemas.openxmlformats.org/drawingml/2006/main" noGrp="1"/>
          </p:cNvSpPr>
          <p:nvPr/>
        </p:nvSpPr>
        <p:spPr>
          <a:xfrm xmlns:a="http://schemas.openxmlformats.org/drawingml/2006/main">
            <a:off x="9136499" y="2858869"/>
            <a:ext cx="95" cy="446134"/>
          </a:xfrm>
          <a:custGeom xmlns:a="http://schemas.openxmlformats.org/drawingml/2006/main">
            <a:pathLst>
              <a:path w="95" h="429359">
                <a:moveTo>
                  <a:pt x="0" y="429359"/>
                </a:moveTo>
                <a:lnTo>
                  <a:pt x="0" y="0"/>
                </a:lnTo>
              </a:path>
            </a:pathLst>
          </a:custGeom>
          <a:noFill xmlns:a="http://schemas.openxmlformats.org/drawingml/2006/main"/>
          <a:ln xmlns:a="http://schemas.openxmlformats.org/drawingml/2006/main" w="14846">
            <a:solidFill>
              <a:srgbClr val="2C5EAA"/>
            </a:solidFill>
            <a:prstDash val="solid"/>
          </a:ln>
        </p:spPr>
      </p:sp>
      <p:sp>
        <p:nvSpPr>
          <p:cNvPr id="128" name="Editable chart path">
            <a:extLst xmlns:a="http://schemas.openxmlformats.org/drawingml/2006/main">
              <a:ext uri="{FF2B5EF4-FFF2-40B4-BE49-F238E27FC236}">
                <a16:creationId xmlns:a16="http://schemas.microsoft.com/office/drawing/2014/main" id="{B94AC211-B155-4EAA-B9A5-CF79DCBC5E44}"/>
              </a:ext>
            </a:extLst>
          </p:cNvPr>
          <p:cNvSpPr>
            <a:spLocks xmlns:a="http://schemas.openxmlformats.org/drawingml/2006/main" noGrp="1"/>
          </p:cNvSpPr>
          <p:nvPr/>
        </p:nvSpPr>
        <p:spPr>
          <a:xfrm xmlns:a="http://schemas.openxmlformats.org/drawingml/2006/main">
            <a:off x="9730074" y="2912589"/>
            <a:ext cx="95" cy="442055"/>
          </a:xfrm>
          <a:custGeom xmlns:a="http://schemas.openxmlformats.org/drawingml/2006/main">
            <a:pathLst>
              <a:path w="95" h="425434">
                <a:moveTo>
                  <a:pt x="0" y="425434"/>
                </a:moveTo>
                <a:lnTo>
                  <a:pt x="0" y="0"/>
                </a:lnTo>
              </a:path>
            </a:pathLst>
          </a:custGeom>
          <a:noFill xmlns:a="http://schemas.openxmlformats.org/drawingml/2006/main"/>
          <a:ln xmlns:a="http://schemas.openxmlformats.org/drawingml/2006/main" w="14846">
            <a:solidFill>
              <a:srgbClr val="2C5EAA"/>
            </a:solidFill>
            <a:prstDash val="solid"/>
          </a:ln>
        </p:spPr>
      </p:sp>
      <p:sp>
        <p:nvSpPr>
          <p:cNvPr id="129" name="Editable chart path">
            <a:extLst xmlns:a="http://schemas.openxmlformats.org/drawingml/2006/main">
              <a:ext uri="{FF2B5EF4-FFF2-40B4-BE49-F238E27FC236}">
                <a16:creationId xmlns:a16="http://schemas.microsoft.com/office/drawing/2014/main" id="{A83C7B46-C03E-4FCD-9F20-DA04359F92C3}"/>
              </a:ext>
            </a:extLst>
          </p:cNvPr>
          <p:cNvSpPr>
            <a:spLocks xmlns:a="http://schemas.openxmlformats.org/drawingml/2006/main" noGrp="1"/>
          </p:cNvSpPr>
          <p:nvPr/>
        </p:nvSpPr>
        <p:spPr>
          <a:xfrm xmlns:a="http://schemas.openxmlformats.org/drawingml/2006/main">
            <a:off x="10323649" y="3074481"/>
            <a:ext cx="95" cy="372410"/>
          </a:xfrm>
          <a:custGeom xmlns:a="http://schemas.openxmlformats.org/drawingml/2006/main">
            <a:pathLst>
              <a:path w="95" h="358407">
                <a:moveTo>
                  <a:pt x="0" y="358407"/>
                </a:moveTo>
                <a:lnTo>
                  <a:pt x="0" y="0"/>
                </a:lnTo>
              </a:path>
            </a:pathLst>
          </a:custGeom>
          <a:noFill xmlns:a="http://schemas.openxmlformats.org/drawingml/2006/main"/>
          <a:ln xmlns:a="http://schemas.openxmlformats.org/drawingml/2006/main" w="14846">
            <a:solidFill>
              <a:srgbClr val="2C5EAA"/>
            </a:solidFill>
            <a:prstDash val="solid"/>
          </a:ln>
        </p:spPr>
      </p:sp>
      <p:sp>
        <p:nvSpPr>
          <p:cNvPr id="130" name="Editable chart path">
            <a:extLst xmlns:a="http://schemas.openxmlformats.org/drawingml/2006/main">
              <a:ext uri="{FF2B5EF4-FFF2-40B4-BE49-F238E27FC236}">
                <a16:creationId xmlns:a16="http://schemas.microsoft.com/office/drawing/2014/main" id="{22CFD47B-26EF-4B89-BD6F-9E262B5B4699}"/>
              </a:ext>
            </a:extLst>
          </p:cNvPr>
          <p:cNvSpPr>
            <a:spLocks xmlns:a="http://schemas.openxmlformats.org/drawingml/2006/main" noGrp="1"/>
          </p:cNvSpPr>
          <p:nvPr/>
        </p:nvSpPr>
        <p:spPr>
          <a:xfrm xmlns:a="http://schemas.openxmlformats.org/drawingml/2006/main">
            <a:off x="7335979" y="3476762"/>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31" name="Editable chart path">
            <a:extLst xmlns:a="http://schemas.openxmlformats.org/drawingml/2006/main">
              <a:ext uri="{FF2B5EF4-FFF2-40B4-BE49-F238E27FC236}">
                <a16:creationId xmlns:a16="http://schemas.microsoft.com/office/drawing/2014/main" id="{E1234C12-327E-4AFF-A7DC-8E2BEE556830}"/>
              </a:ext>
            </a:extLst>
          </p:cNvPr>
          <p:cNvSpPr>
            <a:spLocks xmlns:a="http://schemas.openxmlformats.org/drawingml/2006/main" noGrp="1"/>
          </p:cNvSpPr>
          <p:nvPr/>
        </p:nvSpPr>
        <p:spPr>
          <a:xfrm xmlns:a="http://schemas.openxmlformats.org/drawingml/2006/main">
            <a:off x="7929554" y="3263675"/>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32" name="Editable chart path">
            <a:extLst xmlns:a="http://schemas.openxmlformats.org/drawingml/2006/main">
              <a:ext uri="{FF2B5EF4-FFF2-40B4-BE49-F238E27FC236}">
                <a16:creationId xmlns:a16="http://schemas.microsoft.com/office/drawing/2014/main" id="{A20AC722-D8F0-454C-8FDE-09EC55D133F5}"/>
              </a:ext>
            </a:extLst>
          </p:cNvPr>
          <p:cNvSpPr>
            <a:spLocks xmlns:a="http://schemas.openxmlformats.org/drawingml/2006/main" noGrp="1"/>
          </p:cNvSpPr>
          <p:nvPr/>
        </p:nvSpPr>
        <p:spPr>
          <a:xfrm xmlns:a="http://schemas.openxmlformats.org/drawingml/2006/main">
            <a:off x="8523129" y="3273324"/>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33" name="Editable chart path">
            <a:extLst xmlns:a="http://schemas.openxmlformats.org/drawingml/2006/main">
              <a:ext uri="{FF2B5EF4-FFF2-40B4-BE49-F238E27FC236}">
                <a16:creationId xmlns:a16="http://schemas.microsoft.com/office/drawing/2014/main" id="{AEB4789D-037F-4ECC-B9F1-DB00879914D1}"/>
              </a:ext>
            </a:extLst>
          </p:cNvPr>
          <p:cNvSpPr>
            <a:spLocks xmlns:a="http://schemas.openxmlformats.org/drawingml/2006/main" noGrp="1"/>
          </p:cNvSpPr>
          <p:nvPr/>
        </p:nvSpPr>
        <p:spPr>
          <a:xfrm xmlns:a="http://schemas.openxmlformats.org/drawingml/2006/main">
            <a:off x="9116705" y="3305003"/>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34" name="Editable chart path">
            <a:extLst xmlns:a="http://schemas.openxmlformats.org/drawingml/2006/main">
              <a:ext uri="{FF2B5EF4-FFF2-40B4-BE49-F238E27FC236}">
                <a16:creationId xmlns:a16="http://schemas.microsoft.com/office/drawing/2014/main" id="{3F9748CF-85ED-42AD-89C9-80BE0FC5969A}"/>
              </a:ext>
            </a:extLst>
          </p:cNvPr>
          <p:cNvSpPr>
            <a:spLocks xmlns:a="http://schemas.openxmlformats.org/drawingml/2006/main" noGrp="1"/>
          </p:cNvSpPr>
          <p:nvPr/>
        </p:nvSpPr>
        <p:spPr>
          <a:xfrm xmlns:a="http://schemas.openxmlformats.org/drawingml/2006/main">
            <a:off x="9710280" y="3354644"/>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35" name="Editable chart path">
            <a:extLst xmlns:a="http://schemas.openxmlformats.org/drawingml/2006/main">
              <a:ext uri="{FF2B5EF4-FFF2-40B4-BE49-F238E27FC236}">
                <a16:creationId xmlns:a16="http://schemas.microsoft.com/office/drawing/2014/main" id="{67628B0F-02A6-42F3-B29D-32486624620B}"/>
              </a:ext>
            </a:extLst>
          </p:cNvPr>
          <p:cNvSpPr>
            <a:spLocks xmlns:a="http://schemas.openxmlformats.org/drawingml/2006/main" noGrp="1"/>
          </p:cNvSpPr>
          <p:nvPr/>
        </p:nvSpPr>
        <p:spPr>
          <a:xfrm xmlns:a="http://schemas.openxmlformats.org/drawingml/2006/main">
            <a:off x="10303855" y="3446891"/>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36" name="Editable chart path">
            <a:extLst xmlns:a="http://schemas.openxmlformats.org/drawingml/2006/main">
              <a:ext uri="{FF2B5EF4-FFF2-40B4-BE49-F238E27FC236}">
                <a16:creationId xmlns:a16="http://schemas.microsoft.com/office/drawing/2014/main" id="{813D4EAA-E46E-4191-8B92-D40A187215B6}"/>
              </a:ext>
            </a:extLst>
          </p:cNvPr>
          <p:cNvSpPr>
            <a:spLocks xmlns:a="http://schemas.openxmlformats.org/drawingml/2006/main" noGrp="1"/>
          </p:cNvSpPr>
          <p:nvPr/>
        </p:nvSpPr>
        <p:spPr>
          <a:xfrm xmlns:a="http://schemas.openxmlformats.org/drawingml/2006/main">
            <a:off x="7335979" y="3050753"/>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37" name="Editable chart path">
            <a:extLst xmlns:a="http://schemas.openxmlformats.org/drawingml/2006/main">
              <a:ext uri="{FF2B5EF4-FFF2-40B4-BE49-F238E27FC236}">
                <a16:creationId xmlns:a16="http://schemas.microsoft.com/office/drawing/2014/main" id="{73125A2C-DDB0-41F8-AC71-64A1EC26ABD2}"/>
              </a:ext>
            </a:extLst>
          </p:cNvPr>
          <p:cNvSpPr>
            <a:spLocks xmlns:a="http://schemas.openxmlformats.org/drawingml/2006/main" noGrp="1"/>
          </p:cNvSpPr>
          <p:nvPr/>
        </p:nvSpPr>
        <p:spPr>
          <a:xfrm xmlns:a="http://schemas.openxmlformats.org/drawingml/2006/main">
            <a:off x="7929554" y="2826097"/>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38" name="Editable chart path">
            <a:extLst xmlns:a="http://schemas.openxmlformats.org/drawingml/2006/main">
              <a:ext uri="{FF2B5EF4-FFF2-40B4-BE49-F238E27FC236}">
                <a16:creationId xmlns:a16="http://schemas.microsoft.com/office/drawing/2014/main" id="{46A3862E-7FB0-4128-B6CC-DBBDC5D7AD5A}"/>
              </a:ext>
            </a:extLst>
          </p:cNvPr>
          <p:cNvSpPr>
            <a:spLocks xmlns:a="http://schemas.openxmlformats.org/drawingml/2006/main" noGrp="1"/>
          </p:cNvSpPr>
          <p:nvPr/>
        </p:nvSpPr>
        <p:spPr>
          <a:xfrm xmlns:a="http://schemas.openxmlformats.org/drawingml/2006/main">
            <a:off x="8523129" y="2827611"/>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39" name="Editable chart path">
            <a:extLst xmlns:a="http://schemas.openxmlformats.org/drawingml/2006/main">
              <a:ext uri="{FF2B5EF4-FFF2-40B4-BE49-F238E27FC236}">
                <a16:creationId xmlns:a16="http://schemas.microsoft.com/office/drawing/2014/main" id="{B9CE599B-9A7A-4F49-859E-815C771151DB}"/>
              </a:ext>
            </a:extLst>
          </p:cNvPr>
          <p:cNvSpPr>
            <a:spLocks xmlns:a="http://schemas.openxmlformats.org/drawingml/2006/main" noGrp="1"/>
          </p:cNvSpPr>
          <p:nvPr/>
        </p:nvSpPr>
        <p:spPr>
          <a:xfrm xmlns:a="http://schemas.openxmlformats.org/drawingml/2006/main">
            <a:off x="9116705" y="2858869"/>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40" name="Editable chart path">
            <a:extLst xmlns:a="http://schemas.openxmlformats.org/drawingml/2006/main">
              <a:ext uri="{FF2B5EF4-FFF2-40B4-BE49-F238E27FC236}">
                <a16:creationId xmlns:a16="http://schemas.microsoft.com/office/drawing/2014/main" id="{3ED90FD4-2F7A-467B-89BD-162D1C1C7B16}"/>
              </a:ext>
            </a:extLst>
          </p:cNvPr>
          <p:cNvSpPr>
            <a:spLocks xmlns:a="http://schemas.openxmlformats.org/drawingml/2006/main" noGrp="1"/>
          </p:cNvSpPr>
          <p:nvPr/>
        </p:nvSpPr>
        <p:spPr>
          <a:xfrm xmlns:a="http://schemas.openxmlformats.org/drawingml/2006/main">
            <a:off x="9710280" y="2912589"/>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41" name="Editable chart path">
            <a:extLst xmlns:a="http://schemas.openxmlformats.org/drawingml/2006/main">
              <a:ext uri="{FF2B5EF4-FFF2-40B4-BE49-F238E27FC236}">
                <a16:creationId xmlns:a16="http://schemas.microsoft.com/office/drawing/2014/main" id="{3220B6C3-082A-45E5-8D6D-0A1499DCE90B}"/>
              </a:ext>
            </a:extLst>
          </p:cNvPr>
          <p:cNvSpPr>
            <a:spLocks xmlns:a="http://schemas.openxmlformats.org/drawingml/2006/main" noGrp="1"/>
          </p:cNvSpPr>
          <p:nvPr/>
        </p:nvSpPr>
        <p:spPr>
          <a:xfrm xmlns:a="http://schemas.openxmlformats.org/drawingml/2006/main">
            <a:off x="10303855" y="3074481"/>
            <a:ext cx="39589"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9897">
            <a:solidFill>
              <a:srgbClr val="2C5EAA"/>
            </a:solidFill>
            <a:prstDash val="solid"/>
          </a:ln>
        </p:spPr>
      </p:sp>
      <p:sp>
        <p:nvSpPr>
          <p:cNvPr id="142" name="Editable chart path">
            <a:extLst xmlns:a="http://schemas.openxmlformats.org/drawingml/2006/main">
              <a:ext uri="{FF2B5EF4-FFF2-40B4-BE49-F238E27FC236}">
                <a16:creationId xmlns:a16="http://schemas.microsoft.com/office/drawing/2014/main" id="{BE17EFFB-42F0-47EE-A015-58677FB3165D}"/>
              </a:ext>
            </a:extLst>
          </p:cNvPr>
          <p:cNvSpPr>
            <a:spLocks xmlns:a="http://schemas.openxmlformats.org/drawingml/2006/main" noGrp="1"/>
          </p:cNvSpPr>
          <p:nvPr/>
        </p:nvSpPr>
        <p:spPr>
          <a:xfrm xmlns:a="http://schemas.openxmlformats.org/drawingml/2006/main">
            <a:off x="7041178" y="3242833"/>
            <a:ext cx="3438779"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7918">
            <a:solidFill>
              <a:srgbClr val="5A6683"/>
            </a:solidFill>
            <a:prstDash val="solid"/>
          </a:ln>
        </p:spPr>
      </p:sp>
      <p:sp>
        <p:nvSpPr>
          <p:cNvPr id="143" name="Editable chart path">
            <a:extLst xmlns:a="http://schemas.openxmlformats.org/drawingml/2006/main">
              <a:ext uri="{FF2B5EF4-FFF2-40B4-BE49-F238E27FC236}">
                <a16:creationId xmlns:a16="http://schemas.microsoft.com/office/drawing/2014/main" id="{A2123927-6933-47B5-934B-C374BC8528EA}"/>
              </a:ext>
            </a:extLst>
          </p:cNvPr>
          <p:cNvSpPr>
            <a:spLocks xmlns:a="http://schemas.openxmlformats.org/drawingml/2006/main" noGrp="1"/>
          </p:cNvSpPr>
          <p:nvPr/>
        </p:nvSpPr>
        <p:spPr>
          <a:xfrm xmlns:a="http://schemas.openxmlformats.org/drawingml/2006/main">
            <a:off x="7167795" y="4485684"/>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897">
            <a:solidFill>
              <a:srgbClr val="224889"/>
            </a:solidFill>
            <a:prstDash val="solid"/>
          </a:ln>
        </p:spPr>
      </p:sp>
      <p:sp>
        <p:nvSpPr>
          <p:cNvPr id="144" name="Editable chart path">
            <a:extLst xmlns:a="http://schemas.openxmlformats.org/drawingml/2006/main">
              <a:ext uri="{FF2B5EF4-FFF2-40B4-BE49-F238E27FC236}">
                <a16:creationId xmlns:a16="http://schemas.microsoft.com/office/drawing/2014/main" id="{B283E582-59D9-41AB-98ED-2506A130FDD2}"/>
              </a:ext>
            </a:extLst>
          </p:cNvPr>
          <p:cNvSpPr>
            <a:spLocks xmlns:a="http://schemas.openxmlformats.org/drawingml/2006/main" noGrp="1"/>
          </p:cNvSpPr>
          <p:nvPr/>
        </p:nvSpPr>
        <p:spPr>
          <a:xfrm xmlns:a="http://schemas.openxmlformats.org/drawingml/2006/main">
            <a:off x="7761370" y="3943043"/>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897">
            <a:solidFill>
              <a:srgbClr val="224889"/>
            </a:solidFill>
            <a:prstDash val="solid"/>
          </a:ln>
        </p:spPr>
      </p:sp>
      <p:sp>
        <p:nvSpPr>
          <p:cNvPr id="145" name="Editable chart path">
            <a:extLst xmlns:a="http://schemas.openxmlformats.org/drawingml/2006/main">
              <a:ext uri="{FF2B5EF4-FFF2-40B4-BE49-F238E27FC236}">
                <a16:creationId xmlns:a16="http://schemas.microsoft.com/office/drawing/2014/main" id="{9B95E806-28C9-4724-A505-9180E4C7C57A}"/>
              </a:ext>
            </a:extLst>
          </p:cNvPr>
          <p:cNvSpPr>
            <a:spLocks xmlns:a="http://schemas.openxmlformats.org/drawingml/2006/main" noGrp="1"/>
          </p:cNvSpPr>
          <p:nvPr/>
        </p:nvSpPr>
        <p:spPr>
          <a:xfrm xmlns:a="http://schemas.openxmlformats.org/drawingml/2006/main">
            <a:off x="8354946" y="3713709"/>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897">
            <a:solidFill>
              <a:srgbClr val="224889"/>
            </a:solidFill>
            <a:prstDash val="solid"/>
          </a:ln>
        </p:spPr>
      </p:sp>
      <p:sp>
        <p:nvSpPr>
          <p:cNvPr id="146" name="Editable chart path">
            <a:extLst xmlns:a="http://schemas.openxmlformats.org/drawingml/2006/main">
              <a:ext uri="{FF2B5EF4-FFF2-40B4-BE49-F238E27FC236}">
                <a16:creationId xmlns:a16="http://schemas.microsoft.com/office/drawing/2014/main" id="{97B8FB63-FE62-48DE-A9CC-60DDD43E89AA}"/>
              </a:ext>
            </a:extLst>
          </p:cNvPr>
          <p:cNvSpPr>
            <a:spLocks xmlns:a="http://schemas.openxmlformats.org/drawingml/2006/main" noGrp="1"/>
          </p:cNvSpPr>
          <p:nvPr/>
        </p:nvSpPr>
        <p:spPr>
          <a:xfrm xmlns:a="http://schemas.openxmlformats.org/drawingml/2006/main">
            <a:off x="8948521" y="3668433"/>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897">
            <a:solidFill>
              <a:srgbClr val="224889"/>
            </a:solidFill>
            <a:prstDash val="solid"/>
          </a:ln>
        </p:spPr>
      </p:sp>
      <p:sp>
        <p:nvSpPr>
          <p:cNvPr id="147" name="Editable chart path">
            <a:extLst xmlns:a="http://schemas.openxmlformats.org/drawingml/2006/main">
              <a:ext uri="{FF2B5EF4-FFF2-40B4-BE49-F238E27FC236}">
                <a16:creationId xmlns:a16="http://schemas.microsoft.com/office/drawing/2014/main" id="{3FC02606-3696-4869-9815-1A57D2033CE5}"/>
              </a:ext>
            </a:extLst>
          </p:cNvPr>
          <p:cNvSpPr>
            <a:spLocks xmlns:a="http://schemas.openxmlformats.org/drawingml/2006/main" noGrp="1"/>
          </p:cNvSpPr>
          <p:nvPr/>
        </p:nvSpPr>
        <p:spPr>
          <a:xfrm xmlns:a="http://schemas.openxmlformats.org/drawingml/2006/main">
            <a:off x="9542096" y="3609773"/>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897">
            <a:solidFill>
              <a:srgbClr val="224889"/>
            </a:solidFill>
            <a:prstDash val="solid"/>
          </a:ln>
        </p:spPr>
      </p:sp>
      <p:sp>
        <p:nvSpPr>
          <p:cNvPr id="148" name="Editable chart path">
            <a:extLst xmlns:a="http://schemas.openxmlformats.org/drawingml/2006/main">
              <a:ext uri="{FF2B5EF4-FFF2-40B4-BE49-F238E27FC236}">
                <a16:creationId xmlns:a16="http://schemas.microsoft.com/office/drawing/2014/main" id="{E984CE0A-2A87-472A-8C10-063898F6AFF9}"/>
              </a:ext>
            </a:extLst>
          </p:cNvPr>
          <p:cNvSpPr>
            <a:spLocks xmlns:a="http://schemas.openxmlformats.org/drawingml/2006/main" noGrp="1"/>
          </p:cNvSpPr>
          <p:nvPr/>
        </p:nvSpPr>
        <p:spPr>
          <a:xfrm xmlns:a="http://schemas.openxmlformats.org/drawingml/2006/main">
            <a:off x="10135671" y="3555327"/>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897">
            <a:solidFill>
              <a:srgbClr val="224889"/>
            </a:solidFill>
            <a:prstDash val="solid"/>
          </a:ln>
        </p:spPr>
      </p:sp>
      <p:sp>
        <p:nvSpPr>
          <p:cNvPr id="149" name="Editable chart path">
            <a:extLst xmlns:a="http://schemas.openxmlformats.org/drawingml/2006/main">
              <a:ext uri="{FF2B5EF4-FFF2-40B4-BE49-F238E27FC236}">
                <a16:creationId xmlns:a16="http://schemas.microsoft.com/office/drawing/2014/main" id="{92561E8F-FE8B-418C-8C56-2BF4B54F50BC}"/>
              </a:ext>
            </a:extLst>
          </p:cNvPr>
          <p:cNvSpPr>
            <a:spLocks xmlns:a="http://schemas.openxmlformats.org/drawingml/2006/main" noGrp="1"/>
          </p:cNvSpPr>
          <p:nvPr/>
        </p:nvSpPr>
        <p:spPr>
          <a:xfrm xmlns:a="http://schemas.openxmlformats.org/drawingml/2006/main">
            <a:off x="7326082" y="3235019"/>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9897">
            <a:solidFill>
              <a:srgbClr val="2C5EAA"/>
            </a:solidFill>
            <a:prstDash val="solid"/>
          </a:ln>
        </p:spPr>
      </p:sp>
      <p:sp>
        <p:nvSpPr>
          <p:cNvPr id="150" name="Editable chart path">
            <a:extLst xmlns:a="http://schemas.openxmlformats.org/drawingml/2006/main">
              <a:ext uri="{FF2B5EF4-FFF2-40B4-BE49-F238E27FC236}">
                <a16:creationId xmlns:a16="http://schemas.microsoft.com/office/drawing/2014/main" id="{D5A52720-346D-437C-9F8B-25B491F80A86}"/>
              </a:ext>
            </a:extLst>
          </p:cNvPr>
          <p:cNvSpPr>
            <a:spLocks xmlns:a="http://schemas.openxmlformats.org/drawingml/2006/main" noGrp="1"/>
          </p:cNvSpPr>
          <p:nvPr/>
        </p:nvSpPr>
        <p:spPr>
          <a:xfrm xmlns:a="http://schemas.openxmlformats.org/drawingml/2006/main">
            <a:off x="7919657" y="3016190"/>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9897">
            <a:solidFill>
              <a:srgbClr val="2C5EAA"/>
            </a:solidFill>
            <a:prstDash val="solid"/>
          </a:ln>
        </p:spPr>
      </p:sp>
      <p:sp>
        <p:nvSpPr>
          <p:cNvPr id="151" name="Editable chart path">
            <a:extLst xmlns:a="http://schemas.openxmlformats.org/drawingml/2006/main">
              <a:ext uri="{FF2B5EF4-FFF2-40B4-BE49-F238E27FC236}">
                <a16:creationId xmlns:a16="http://schemas.microsoft.com/office/drawing/2014/main" id="{D4F9E364-0FEA-4365-8F34-E8685B78B012}"/>
              </a:ext>
            </a:extLst>
          </p:cNvPr>
          <p:cNvSpPr>
            <a:spLocks xmlns:a="http://schemas.openxmlformats.org/drawingml/2006/main" noGrp="1"/>
          </p:cNvSpPr>
          <p:nvPr/>
        </p:nvSpPr>
        <p:spPr>
          <a:xfrm xmlns:a="http://schemas.openxmlformats.org/drawingml/2006/main">
            <a:off x="8513232" y="3021810"/>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9897">
            <a:solidFill>
              <a:srgbClr val="2C5EAA"/>
            </a:solidFill>
            <a:prstDash val="solid"/>
          </a:ln>
        </p:spPr>
      </p:sp>
      <p:sp>
        <p:nvSpPr>
          <p:cNvPr id="152" name="Editable chart path">
            <a:extLst xmlns:a="http://schemas.openxmlformats.org/drawingml/2006/main">
              <a:ext uri="{FF2B5EF4-FFF2-40B4-BE49-F238E27FC236}">
                <a16:creationId xmlns:a16="http://schemas.microsoft.com/office/drawing/2014/main" id="{D095DAD8-B8C0-4625-8D94-7BCFBA8EA5F0}"/>
              </a:ext>
            </a:extLst>
          </p:cNvPr>
          <p:cNvSpPr>
            <a:spLocks xmlns:a="http://schemas.openxmlformats.org/drawingml/2006/main" noGrp="1"/>
          </p:cNvSpPr>
          <p:nvPr/>
        </p:nvSpPr>
        <p:spPr>
          <a:xfrm xmlns:a="http://schemas.openxmlformats.org/drawingml/2006/main">
            <a:off x="9106807" y="3053282"/>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9897">
            <a:solidFill>
              <a:srgbClr val="2C5EAA"/>
            </a:solidFill>
            <a:prstDash val="solid"/>
          </a:ln>
        </p:spPr>
      </p:sp>
      <p:sp>
        <p:nvSpPr>
          <p:cNvPr id="153" name="Editable chart path">
            <a:extLst xmlns:a="http://schemas.openxmlformats.org/drawingml/2006/main">
              <a:ext uri="{FF2B5EF4-FFF2-40B4-BE49-F238E27FC236}">
                <a16:creationId xmlns:a16="http://schemas.microsoft.com/office/drawing/2014/main" id="{F1F27BD8-1E58-4E5A-98F5-AA123E5D5780}"/>
              </a:ext>
            </a:extLst>
          </p:cNvPr>
          <p:cNvSpPr>
            <a:spLocks xmlns:a="http://schemas.openxmlformats.org/drawingml/2006/main" noGrp="1"/>
          </p:cNvSpPr>
          <p:nvPr/>
        </p:nvSpPr>
        <p:spPr>
          <a:xfrm xmlns:a="http://schemas.openxmlformats.org/drawingml/2006/main">
            <a:off x="9700383" y="3104945"/>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9897">
            <a:solidFill>
              <a:srgbClr val="2C5EAA"/>
            </a:solidFill>
            <a:prstDash val="solid"/>
          </a:ln>
        </p:spPr>
      </p:sp>
      <p:sp>
        <p:nvSpPr>
          <p:cNvPr id="154" name="Editable chart path">
            <a:extLst xmlns:a="http://schemas.openxmlformats.org/drawingml/2006/main">
              <a:ext uri="{FF2B5EF4-FFF2-40B4-BE49-F238E27FC236}">
                <a16:creationId xmlns:a16="http://schemas.microsoft.com/office/drawing/2014/main" id="{01229425-654E-4D26-A5DE-18EE9BBB47DD}"/>
              </a:ext>
            </a:extLst>
          </p:cNvPr>
          <p:cNvSpPr>
            <a:spLocks xmlns:a="http://schemas.openxmlformats.org/drawingml/2006/main" noGrp="1"/>
          </p:cNvSpPr>
          <p:nvPr/>
        </p:nvSpPr>
        <p:spPr>
          <a:xfrm xmlns:a="http://schemas.openxmlformats.org/drawingml/2006/main">
            <a:off x="10293958" y="3231723"/>
            <a:ext cx="59383" cy="593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9897">
            <a:solidFill>
              <a:srgbClr val="2C5EAA"/>
            </a:solidFill>
            <a:prstDash val="solid"/>
          </a:ln>
        </p:spPr>
      </p:sp>
      <p:sp>
        <p:nvSpPr>
          <p:cNvPr id="155" name="Editable chart path">
            <a:extLst xmlns:a="http://schemas.openxmlformats.org/drawingml/2006/main">
              <a:ext uri="{FF2B5EF4-FFF2-40B4-BE49-F238E27FC236}">
                <a16:creationId xmlns:a16="http://schemas.microsoft.com/office/drawing/2014/main" id="{52EB7350-BB94-4579-BFE1-E55F914ED164}"/>
              </a:ext>
            </a:extLst>
          </p:cNvPr>
          <p:cNvSpPr>
            <a:spLocks xmlns:a="http://schemas.openxmlformats.org/drawingml/2006/main" noGrp="1"/>
          </p:cNvSpPr>
          <p:nvPr/>
        </p:nvSpPr>
        <p:spPr>
          <a:xfrm xmlns:a="http://schemas.openxmlformats.org/drawingml/2006/main">
            <a:off x="7041178" y="2726431"/>
            <a:ext cx="95" cy="2192641"/>
          </a:xfrm>
          <a:custGeom xmlns:a="http://schemas.openxmlformats.org/drawingml/2006/main">
            <a:pathLst>
              <a:path w="95" h="2110197">
                <a:moveTo>
                  <a:pt x="0" y="2110197"/>
                </a:moveTo>
                <a:lnTo>
                  <a:pt x="0" y="0"/>
                </a:lnTo>
              </a:path>
            </a:pathLst>
          </a:custGeom>
          <a:noFill xmlns:a="http://schemas.openxmlformats.org/drawingml/2006/main"/>
          <a:ln xmlns:a="http://schemas.openxmlformats.org/drawingml/2006/main" w="7918">
            <a:solidFill>
              <a:srgbClr val="5A6683"/>
            </a:solidFill>
            <a:prstDash val="solid"/>
          </a:ln>
        </p:spPr>
      </p:sp>
      <p:sp>
        <p:nvSpPr>
          <p:cNvPr id="156" name="Editable chart path">
            <a:extLst xmlns:a="http://schemas.openxmlformats.org/drawingml/2006/main">
              <a:ext uri="{FF2B5EF4-FFF2-40B4-BE49-F238E27FC236}">
                <a16:creationId xmlns:a16="http://schemas.microsoft.com/office/drawing/2014/main" id="{889C9F60-DE76-44A3-BD4E-40890ACA9FBB}"/>
              </a:ext>
            </a:extLst>
          </p:cNvPr>
          <p:cNvSpPr>
            <a:spLocks xmlns:a="http://schemas.openxmlformats.org/drawingml/2006/main" noGrp="1"/>
          </p:cNvSpPr>
          <p:nvPr/>
        </p:nvSpPr>
        <p:spPr>
          <a:xfrm xmlns:a="http://schemas.openxmlformats.org/drawingml/2006/main">
            <a:off x="7041178" y="4919072"/>
            <a:ext cx="3438779" cy="95"/>
          </a:xfrm>
          <a:custGeom xmlns:a="http://schemas.openxmlformats.org/drawingml/2006/main">
            <a:pathLst>
              <a:path w="3309480" h="95">
                <a:moveTo>
                  <a:pt x="0" y="0"/>
                </a:moveTo>
                <a:lnTo>
                  <a:pt x="3309480" y="0"/>
                </a:lnTo>
              </a:path>
            </a:pathLst>
          </a:custGeom>
          <a:noFill xmlns:a="http://schemas.openxmlformats.org/drawingml/2006/main"/>
          <a:ln xmlns:a="http://schemas.openxmlformats.org/drawingml/2006/main" w="7918">
            <a:solidFill>
              <a:srgbClr val="5A6683"/>
            </a:solidFill>
            <a:prstDash val="solid"/>
          </a:ln>
        </p:spPr>
      </p:sp>
      <p:sp>
        <p:nvSpPr>
          <p:cNvPr id="157" name="">
            <a:extLst xmlns:a="http://schemas.openxmlformats.org/drawingml/2006/main">
              <a:ext uri="{FF2B5EF4-FFF2-40B4-BE49-F238E27FC236}">
                <a16:creationId xmlns:a16="http://schemas.microsoft.com/office/drawing/2014/main" id="{1CCB31DC-DCE5-41E1-A132-1E7D4675DA33}"/>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158" name="">
            <a:extLst xmlns:a="http://schemas.openxmlformats.org/drawingml/2006/main">
              <a:ext uri="{FF2B5EF4-FFF2-40B4-BE49-F238E27FC236}">
                <a16:creationId xmlns:a16="http://schemas.microsoft.com/office/drawing/2014/main" id="{91BE0A31-859D-45DA-88A6-010CD9D2CF17}"/>
              </a:ext>
            </a:extLst>
          </p:cNvPr>
          <p:cNvSpPr>
            <a:spLocks xmlns:a="http://schemas.openxmlformats.org/drawingml/2006/main" noGrp="1"/>
          </p:cNvSpPr>
          <p:nvPr/>
        </p:nvSpPr>
        <p:spPr>
          <a:xfrm xmlns:a="http://schemas.openxmlformats.org/drawingml/2006/main">
            <a:off x="6562725" y="5334000"/>
            <a:ext cx="6451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Absolute</a:t>
            </a:r>
          </a:p>
        </p:txBody>
      </p:sp>
      <p:sp>
        <p:nvSpPr>
          <p:cNvPr id="159" name="">
            <a:extLst xmlns:a="http://schemas.openxmlformats.org/drawingml/2006/main">
              <a:ext uri="{FF2B5EF4-FFF2-40B4-BE49-F238E27FC236}">
                <a16:creationId xmlns:a16="http://schemas.microsoft.com/office/drawing/2014/main" id="{1D5E8DBF-6C33-4D34-97AB-98152EC7C660}"/>
              </a:ext>
            </a:extLst>
          </p:cNvPr>
          <p:cNvSpPr>
            <a:spLocks xmlns:a="http://schemas.openxmlformats.org/drawingml/2006/main" noGrp="1"/>
          </p:cNvSpPr>
          <p:nvPr/>
        </p:nvSpPr>
        <p:spPr>
          <a:xfrm xmlns:a="http://schemas.openxmlformats.org/drawingml/2006/main">
            <a:off x="7417403"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60" name="">
            <a:extLst xmlns:a="http://schemas.openxmlformats.org/drawingml/2006/main">
              <a:ext uri="{FF2B5EF4-FFF2-40B4-BE49-F238E27FC236}">
                <a16:creationId xmlns:a16="http://schemas.microsoft.com/office/drawing/2014/main" id="{FE5CDDD5-FFA4-4A2F-B120-39CE1E013DB3}"/>
              </a:ext>
            </a:extLst>
          </p:cNvPr>
          <p:cNvSpPr>
            <a:spLocks xmlns:a="http://schemas.openxmlformats.org/drawingml/2006/main" noGrp="1"/>
          </p:cNvSpPr>
          <p:nvPr/>
        </p:nvSpPr>
        <p:spPr>
          <a:xfrm xmlns:a="http://schemas.openxmlformats.org/drawingml/2006/main">
            <a:off x="7646003" y="5334000"/>
            <a:ext cx="4328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Share</a:t>
            </a:r>
          </a:p>
        </p:txBody>
      </p:sp>
    </p:spTree>
    <p:extLst>
      <p:ext uri="{BB962C8B-B14F-4D97-AF65-F5344CB8AC3E}">
        <p14:creationId xmlns:p14="http://schemas.microsoft.com/office/powerpoint/2010/main" val="597896415"/>
      </p:ext>
    </p:extLst>
  </p:cSld>
</p:sld>
</file>

<file path=ppt/slides/slide34.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DRY-WEATHER SUPPLY BY TIME BAND (1/5)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These are dry snapshots. Supply geography does not establish passenger demand.</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34</a:t>
            </a:r>
            <a:endParaRPr sz="1200"/>
          </a:p>
        </p:txBody>
      </p:sp>
      <p:sp>
        <p:nvSpPr>
          <p:cNvPr id="14" name="">
            <a:extLst xmlns:a="http://schemas.openxmlformats.org/drawingml/2006/main">
              <a:ext uri="{FF2B5EF4-FFF2-40B4-BE49-F238E27FC236}">
                <a16:creationId xmlns:a16="http://schemas.microsoft.com/office/drawing/2014/main" id="{2662A240-CE85-4B5D-B394-EB4EC974EBB1}"/>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DEE3E0F0-CDBB-4626-BFC2-19EF5306D69C}"/>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Dry weather, 07-10</a:t>
            </a:r>
          </a:p>
        </p:txBody>
      </p:sp>
      <p:sp>
        <p:nvSpPr>
          <p:cNvPr id="16" name="Editable chart path">
            <a:extLst xmlns:a="http://schemas.openxmlformats.org/drawingml/2006/main">
              <a:ext uri="{FF2B5EF4-FFF2-40B4-BE49-F238E27FC236}">
                <a16:creationId xmlns:a16="http://schemas.microsoft.com/office/drawing/2014/main" id="{C3F810C4-4C92-49D9-8C6B-137CD42C0ACA}"/>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8"/>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2"/>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6"/>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4"/>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8"/>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5"/>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599240" y="1571087"/>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3"/>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2936" y="1388314"/>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6"/>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0DBDB24E-4596-4045-B44D-04478507206D}"/>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AA98E7AD-C395-433B-9D4D-C30C03F7D3FA}"/>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5372ED93-27B7-42D0-BFFF-12983F2CABBE}"/>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36C63091-E731-4D72-85CF-DD3D76038B32}"/>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B1008E4B-51F3-49BE-8CC4-7F4FF6E66449}"/>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AB1C3047-C680-4A30-AD38-92EE7CE8E96B}"/>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86654BE2-0D42-4085-A668-717DCA2FB8AF}"/>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72867E38-9920-4926-A9F6-1B46FD062F29}"/>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77F9D683-BC83-41D9-9794-9B16698DB3F5}"/>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580119" h="753253">
                <a:moveTo>
                  <a:pt x="328885" y="60339"/>
                </a:moveTo>
                <a:lnTo>
                  <a:pt x="334369" y="67507"/>
                </a:lnTo>
                <a:lnTo>
                  <a:pt x="341315" y="63777"/>
                </a:lnTo>
                <a:lnTo>
                  <a:pt x="359449" y="65605"/>
                </a:lnTo>
                <a:lnTo>
                  <a:pt x="398786" y="79063"/>
                </a:lnTo>
                <a:lnTo>
                  <a:pt x="413995" y="86596"/>
                </a:lnTo>
                <a:lnTo>
                  <a:pt x="414434" y="89229"/>
                </a:lnTo>
                <a:lnTo>
                  <a:pt x="416700" y="87766"/>
                </a:lnTo>
                <a:lnTo>
                  <a:pt x="444046" y="98517"/>
                </a:lnTo>
                <a:lnTo>
                  <a:pt x="465031" y="111536"/>
                </a:lnTo>
                <a:lnTo>
                  <a:pt x="502614" y="145911"/>
                </a:lnTo>
                <a:lnTo>
                  <a:pt x="522137" y="157760"/>
                </a:lnTo>
                <a:lnTo>
                  <a:pt x="555625" y="222487"/>
                </a:lnTo>
                <a:lnTo>
                  <a:pt x="555552" y="231044"/>
                </a:lnTo>
                <a:lnTo>
                  <a:pt x="544657" y="241869"/>
                </a:lnTo>
                <a:lnTo>
                  <a:pt x="545608" y="244136"/>
                </a:lnTo>
                <a:lnTo>
                  <a:pt x="566446" y="250865"/>
                </a:lnTo>
                <a:lnTo>
                  <a:pt x="578584" y="267906"/>
                </a:lnTo>
                <a:lnTo>
                  <a:pt x="580119" y="297966"/>
                </a:lnTo>
                <a:lnTo>
                  <a:pt x="574562" y="324296"/>
                </a:lnTo>
                <a:lnTo>
                  <a:pt x="561547" y="352235"/>
                </a:lnTo>
                <a:lnTo>
                  <a:pt x="529010" y="405333"/>
                </a:lnTo>
                <a:lnTo>
                  <a:pt x="514971" y="434515"/>
                </a:lnTo>
                <a:lnTo>
                  <a:pt x="490476" y="504143"/>
                </a:lnTo>
                <a:lnTo>
                  <a:pt x="478924" y="566677"/>
                </a:lnTo>
                <a:lnTo>
                  <a:pt x="479362" y="601929"/>
                </a:lnTo>
                <a:lnTo>
                  <a:pt x="485578" y="627089"/>
                </a:lnTo>
                <a:lnTo>
                  <a:pt x="512119" y="676823"/>
                </a:lnTo>
                <a:lnTo>
                  <a:pt x="548240" y="731677"/>
                </a:lnTo>
                <a:lnTo>
                  <a:pt x="547655" y="744037"/>
                </a:lnTo>
                <a:lnTo>
                  <a:pt x="537565" y="752960"/>
                </a:lnTo>
                <a:lnTo>
                  <a:pt x="528863" y="753253"/>
                </a:lnTo>
                <a:lnTo>
                  <a:pt x="522137" y="749815"/>
                </a:ln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53CE6988-C218-49AC-8455-1A1568A497C5}"/>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FFCAE2DB-15A4-4FD1-A025-62AC3236A177}"/>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5D11906E-63EC-4A06-8BC5-0D46AC8477E7}"/>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0FEE51B0-E1F4-42E1-9402-CA2DDCAA25AA}"/>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8927B61E-C5CB-413E-A0E3-88F6EF2171B2}"/>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2"/>
                </a:lnTo>
                <a:lnTo>
                  <a:pt x="0" y="11263"/>
                </a:lnTo>
                <a:lnTo>
                  <a:pt x="3729" y="9142"/>
                </a:lnTo>
                <a:lnTo>
                  <a:pt x="3290" y="3730"/>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C11E0F06-CEBF-49A2-AD8A-BEA629D0115A}"/>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0E37ECF0-AD8E-413A-80C6-99FB06F9DF56}"/>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5"/>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89ED7979-E941-463C-AC8D-55176DB5884B}"/>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3FAF028C-4203-44C1-9600-A148DA14E4DB}"/>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055B9A00-7F34-4ABF-929D-1A439FA13A93}"/>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E3A02FF2-3A5A-472A-ADE1-11AD0C4DAFF8}"/>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700"/>
                </a:lnTo>
                <a:lnTo>
                  <a:pt x="26249" y="23624"/>
                </a:lnTo>
                <a:lnTo>
                  <a:pt x="26907" y="28743"/>
                </a:lnTo>
                <a:lnTo>
                  <a:pt x="34073" y="26915"/>
                </a:lnTo>
                <a:lnTo>
                  <a:pt x="14843" y="31596"/>
                </a:lnTo>
                <a:lnTo>
                  <a:pt x="22009" y="27939"/>
                </a:lnTo>
                <a:lnTo>
                  <a:pt x="16890" y="11848"/>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7621F3E5-9CC2-435B-9ACB-C26C1962FE88}"/>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EEC93ECD-A87A-4E43-B2B0-39ECC703CFDE}"/>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13299F62-82DA-454D-9E0E-30F8628CA79E}"/>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8"/>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2"/>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6"/>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4"/>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8"/>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5"/>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3"/>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6"/>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lnTo>
                  <a:pt x="669689" y="1193839"/>
                </a:lnTo>
                <a:lnTo>
                  <a:pt x="669689" y="1193839"/>
                </a:lnTo>
              </a:path>
            </a:pathLst>
          </a:custGeom>
          <a:noFill xmlns:a="http://schemas.openxmlformats.org/drawingml/2006/main"/>
          <a:ln xmlns:a="http://schemas.openxmlformats.org/drawingml/2006/main" w="4581">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1B445F6E-CC9D-4D4D-A0B5-6C34762EAECA}"/>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lnTo>
                  <a:pt x="12138" y="61656"/>
                </a:lnTo>
              </a:path>
            </a:pathLst>
          </a:custGeom>
          <a:noFill xmlns:a="http://schemas.openxmlformats.org/drawingml/2006/main"/>
          <a:ln xmlns:a="http://schemas.openxmlformats.org/drawingml/2006/main" w="4581">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A04A6A3D-AF90-4B30-B83A-EDBB0F2659EE}"/>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lnTo>
                  <a:pt x="40507" y="11922"/>
                </a:lnTo>
              </a:path>
            </a:pathLst>
          </a:custGeom>
          <a:noFill xmlns:a="http://schemas.openxmlformats.org/drawingml/2006/main"/>
          <a:ln xmlns:a="http://schemas.openxmlformats.org/drawingml/2006/main" w="4581">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08491940-6922-40A5-BBFC-4BD5BA797EE1}"/>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lnTo>
                  <a:pt x="77944" y="33936"/>
                </a:lnTo>
              </a:path>
            </a:pathLst>
          </a:custGeom>
          <a:noFill xmlns:a="http://schemas.openxmlformats.org/drawingml/2006/main"/>
          <a:ln xmlns:a="http://schemas.openxmlformats.org/drawingml/2006/main" w="4581">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7CC98049-E91C-407F-B03D-B08EED65234F}"/>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lnTo>
                  <a:pt x="38679" y="44322"/>
                </a:lnTo>
              </a:path>
            </a:pathLst>
          </a:custGeom>
          <a:noFill xmlns:a="http://schemas.openxmlformats.org/drawingml/2006/main"/>
          <a:ln xmlns:a="http://schemas.openxmlformats.org/drawingml/2006/main" w="4581">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E953BD1C-32E6-4E7D-9BC3-6AFFB55F23C9}"/>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lnTo>
                  <a:pt x="19011" y="8411"/>
                </a:lnTo>
              </a:path>
            </a:pathLst>
          </a:custGeom>
          <a:noFill xmlns:a="http://schemas.openxmlformats.org/drawingml/2006/main"/>
          <a:ln xmlns:a="http://schemas.openxmlformats.org/drawingml/2006/main" w="4581">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C6826A82-B0FE-4D7B-A642-BDE462319569}"/>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lnTo>
                  <a:pt x="11333" y="0"/>
                </a:lnTo>
              </a:path>
            </a:pathLst>
          </a:custGeom>
          <a:noFill xmlns:a="http://schemas.openxmlformats.org/drawingml/2006/main"/>
          <a:ln xmlns:a="http://schemas.openxmlformats.org/drawingml/2006/main" w="4581">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54C9C44A-B801-49EA-B5E3-16AFC04A1993}"/>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lnTo>
                  <a:pt x="3144" y="0"/>
                </a:lnTo>
              </a:path>
            </a:pathLst>
          </a:custGeom>
          <a:noFill xmlns:a="http://schemas.openxmlformats.org/drawingml/2006/main"/>
          <a:ln xmlns:a="http://schemas.openxmlformats.org/drawingml/2006/main" w="4581">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27EB5601-C58A-4664-B5A3-3AB491244F24}"/>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lnTo>
                  <a:pt x="107703" y="92593"/>
                </a:lnTo>
              </a:path>
            </a:pathLst>
          </a:custGeom>
          <a:noFill xmlns:a="http://schemas.openxmlformats.org/drawingml/2006/main"/>
          <a:ln xmlns:a="http://schemas.openxmlformats.org/drawingml/2006/main" w="4581">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C5711094-F623-41F3-B15A-8EE48C71A5D1}"/>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580119" h="753253">
                <a:moveTo>
                  <a:pt x="328885" y="60339"/>
                </a:moveTo>
                <a:lnTo>
                  <a:pt x="334369" y="67507"/>
                </a:lnTo>
                <a:lnTo>
                  <a:pt x="341315" y="63777"/>
                </a:lnTo>
                <a:lnTo>
                  <a:pt x="359449" y="65605"/>
                </a:lnTo>
                <a:lnTo>
                  <a:pt x="398786" y="79063"/>
                </a:lnTo>
                <a:lnTo>
                  <a:pt x="413995" y="86596"/>
                </a:lnTo>
                <a:lnTo>
                  <a:pt x="414434" y="89229"/>
                </a:lnTo>
                <a:lnTo>
                  <a:pt x="416700" y="87766"/>
                </a:lnTo>
                <a:lnTo>
                  <a:pt x="444046" y="98517"/>
                </a:lnTo>
                <a:lnTo>
                  <a:pt x="465031" y="111536"/>
                </a:lnTo>
                <a:lnTo>
                  <a:pt x="502614" y="145911"/>
                </a:lnTo>
                <a:lnTo>
                  <a:pt x="522137" y="157760"/>
                </a:lnTo>
                <a:lnTo>
                  <a:pt x="555625" y="222487"/>
                </a:lnTo>
                <a:lnTo>
                  <a:pt x="555552" y="231044"/>
                </a:lnTo>
                <a:lnTo>
                  <a:pt x="544657" y="241869"/>
                </a:lnTo>
                <a:lnTo>
                  <a:pt x="545608" y="244136"/>
                </a:lnTo>
                <a:lnTo>
                  <a:pt x="566446" y="250865"/>
                </a:lnTo>
                <a:lnTo>
                  <a:pt x="578584" y="267906"/>
                </a:lnTo>
                <a:lnTo>
                  <a:pt x="580119" y="297966"/>
                </a:lnTo>
                <a:lnTo>
                  <a:pt x="574562" y="324296"/>
                </a:lnTo>
                <a:lnTo>
                  <a:pt x="561547" y="352235"/>
                </a:lnTo>
                <a:lnTo>
                  <a:pt x="529010" y="405333"/>
                </a:lnTo>
                <a:lnTo>
                  <a:pt x="514971" y="434515"/>
                </a:lnTo>
                <a:lnTo>
                  <a:pt x="490476" y="504143"/>
                </a:lnTo>
                <a:lnTo>
                  <a:pt x="478924" y="566677"/>
                </a:lnTo>
                <a:lnTo>
                  <a:pt x="479362" y="601929"/>
                </a:lnTo>
                <a:lnTo>
                  <a:pt x="485578" y="627089"/>
                </a:lnTo>
                <a:lnTo>
                  <a:pt x="512119" y="676823"/>
                </a:lnTo>
                <a:lnTo>
                  <a:pt x="548240" y="731677"/>
                </a:lnTo>
                <a:lnTo>
                  <a:pt x="547655" y="744037"/>
                </a:lnTo>
                <a:lnTo>
                  <a:pt x="537565" y="752960"/>
                </a:lnTo>
                <a:lnTo>
                  <a:pt x="528863" y="753253"/>
                </a:lnTo>
                <a:lnTo>
                  <a:pt x="522137" y="749815"/>
                </a:ln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lnTo>
                  <a:pt x="328885" y="60339"/>
                </a:lnTo>
              </a:path>
            </a:pathLst>
          </a:custGeom>
          <a:noFill xmlns:a="http://schemas.openxmlformats.org/drawingml/2006/main"/>
          <a:ln xmlns:a="http://schemas.openxmlformats.org/drawingml/2006/main" w="4581">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AF25B8F9-F60A-4916-8B4B-568DD4DF0A80}"/>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lnTo>
                  <a:pt x="21643" y="4461"/>
                </a:lnTo>
              </a:path>
            </a:pathLst>
          </a:custGeom>
          <a:noFill xmlns:a="http://schemas.openxmlformats.org/drawingml/2006/main"/>
          <a:ln xmlns:a="http://schemas.openxmlformats.org/drawingml/2006/main" w="4581">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D1D3B7B9-52E6-4065-AC2B-ABCB5041BF23}"/>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lnTo>
                  <a:pt x="17183" y="30572"/>
                </a:lnTo>
              </a:path>
            </a:pathLst>
          </a:custGeom>
          <a:noFill xmlns:a="http://schemas.openxmlformats.org/drawingml/2006/main"/>
          <a:ln xmlns:a="http://schemas.openxmlformats.org/drawingml/2006/main" w="4581">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0796E231-F6CC-4696-BD8E-A46DA2BAC72C}"/>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lnTo>
                  <a:pt x="114430" y="146"/>
                </a:lnTo>
              </a:path>
            </a:pathLst>
          </a:custGeom>
          <a:noFill xmlns:a="http://schemas.openxmlformats.org/drawingml/2006/main"/>
          <a:ln xmlns:a="http://schemas.openxmlformats.org/drawingml/2006/main" w="4581">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D670F868-ED30-4709-B5CB-F76728038019}"/>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lnTo>
                  <a:pt x="79479" y="9069"/>
                </a:lnTo>
              </a:path>
            </a:pathLst>
          </a:custGeom>
          <a:noFill xmlns:a="http://schemas.openxmlformats.org/drawingml/2006/main"/>
          <a:ln xmlns:a="http://schemas.openxmlformats.org/drawingml/2006/main" w="4581">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4C42FB29-3CA6-4AED-A474-AFBD3FB3759A}"/>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2"/>
                </a:lnTo>
                <a:lnTo>
                  <a:pt x="0" y="11263"/>
                </a:lnTo>
                <a:lnTo>
                  <a:pt x="3729" y="9142"/>
                </a:lnTo>
                <a:lnTo>
                  <a:pt x="3290" y="3730"/>
                </a:lnTo>
                <a:lnTo>
                  <a:pt x="11699" y="0"/>
                </a:lnTo>
              </a:path>
            </a:pathLst>
          </a:custGeom>
          <a:noFill xmlns:a="http://schemas.openxmlformats.org/drawingml/2006/main"/>
          <a:ln xmlns:a="http://schemas.openxmlformats.org/drawingml/2006/main" w="4581">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F5D89874-D5F3-4F48-B6E5-80946601526B}"/>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lnTo>
                  <a:pt x="70705" y="0"/>
                </a:lnTo>
              </a:path>
            </a:pathLst>
          </a:custGeom>
          <a:noFill xmlns:a="http://schemas.openxmlformats.org/drawingml/2006/main"/>
          <a:ln xmlns:a="http://schemas.openxmlformats.org/drawingml/2006/main" w="4581">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ADA90726-DAE9-42E5-9460-A349D44D2F15}"/>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5"/>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lnTo>
                  <a:pt x="33854" y="0"/>
                </a:lnTo>
              </a:path>
            </a:pathLst>
          </a:custGeom>
          <a:noFill xmlns:a="http://schemas.openxmlformats.org/drawingml/2006/main"/>
          <a:ln xmlns:a="http://schemas.openxmlformats.org/drawingml/2006/main" w="4581">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B92A1648-DAB4-4F82-ACF6-2405868CD1BD}"/>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lnTo>
                  <a:pt x="8774" y="2048"/>
                </a:lnTo>
              </a:path>
            </a:pathLst>
          </a:custGeom>
          <a:noFill xmlns:a="http://schemas.openxmlformats.org/drawingml/2006/main"/>
          <a:ln xmlns:a="http://schemas.openxmlformats.org/drawingml/2006/main" w="4581">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8F227B4F-C2A2-4151-A010-25D0EFBC808A}"/>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lnTo>
                  <a:pt x="4753" y="0"/>
                </a:lnTo>
              </a:path>
            </a:pathLst>
          </a:custGeom>
          <a:noFill xmlns:a="http://schemas.openxmlformats.org/drawingml/2006/main"/>
          <a:ln xmlns:a="http://schemas.openxmlformats.org/drawingml/2006/main" w="4581">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762FD79A-054F-4F9D-B157-23F8948D589E}"/>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lnTo>
                  <a:pt x="13819" y="0"/>
                </a:lnTo>
              </a:path>
            </a:pathLst>
          </a:custGeom>
          <a:noFill xmlns:a="http://schemas.openxmlformats.org/drawingml/2006/main"/>
          <a:ln xmlns:a="http://schemas.openxmlformats.org/drawingml/2006/main" w="4581">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E68D0962-4687-41C1-B3E1-9EB6F37D0257}"/>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700"/>
                </a:lnTo>
                <a:lnTo>
                  <a:pt x="26249" y="23624"/>
                </a:lnTo>
                <a:lnTo>
                  <a:pt x="26907" y="28743"/>
                </a:lnTo>
                <a:lnTo>
                  <a:pt x="34073" y="26915"/>
                </a:lnTo>
                <a:lnTo>
                  <a:pt x="14843" y="31596"/>
                </a:lnTo>
                <a:lnTo>
                  <a:pt x="22009" y="27939"/>
                </a:lnTo>
                <a:lnTo>
                  <a:pt x="16890" y="11848"/>
                </a:lnTo>
                <a:lnTo>
                  <a:pt x="0" y="0"/>
                </a:lnTo>
                <a:lnTo>
                  <a:pt x="22155" y="11044"/>
                </a:lnTo>
              </a:path>
            </a:pathLst>
          </a:custGeom>
          <a:noFill xmlns:a="http://schemas.openxmlformats.org/drawingml/2006/main"/>
          <a:ln xmlns:a="http://schemas.openxmlformats.org/drawingml/2006/main" w="4581">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50EA4615-7AA5-48A2-B629-EC17DB3BB81D}"/>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lnTo>
                  <a:pt x="9359" y="16749"/>
                </a:lnTo>
              </a:path>
            </a:pathLst>
          </a:custGeom>
          <a:noFill xmlns:a="http://schemas.openxmlformats.org/drawingml/2006/main"/>
          <a:ln xmlns:a="http://schemas.openxmlformats.org/drawingml/2006/main" w="4581">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DF624F45-8D3F-4C8F-9E74-FBECE687AF89}"/>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lnTo>
                  <a:pt x="6142" y="17773"/>
                </a:lnTo>
              </a:path>
            </a:pathLst>
          </a:custGeom>
          <a:noFill xmlns:a="http://schemas.openxmlformats.org/drawingml/2006/main"/>
          <a:ln xmlns:a="http://schemas.openxmlformats.org/drawingml/2006/main" w="4581">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7B2D6DD6-231B-4BC6-B02F-B6852B4D9254}"/>
              </a:ext>
            </a:extLst>
          </p:cNvPr>
          <p:cNvSpPr>
            <a:spLocks xmlns:a="http://schemas.openxmlformats.org/drawingml/2006/main" noGrp="1"/>
          </p:cNvSpPr>
          <p:nvPr/>
        </p:nvSpPr>
        <p:spPr>
          <a:xfrm xmlns:a="http://schemas.openxmlformats.org/drawingml/2006/main">
            <a:off x="144915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32237C6F-EAB3-46A1-8F4D-C39D62978652}"/>
              </a:ext>
            </a:extLst>
          </p:cNvPr>
          <p:cNvSpPr>
            <a:spLocks xmlns:a="http://schemas.openxmlformats.org/drawingml/2006/main" noGrp="1"/>
          </p:cNvSpPr>
          <p:nvPr/>
        </p:nvSpPr>
        <p:spPr>
          <a:xfrm xmlns:a="http://schemas.openxmlformats.org/drawingml/2006/main">
            <a:off x="152815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3F952050-D7F6-483F-AECB-4637F27BE871}"/>
              </a:ext>
            </a:extLst>
          </p:cNvPr>
          <p:cNvSpPr>
            <a:spLocks xmlns:a="http://schemas.openxmlformats.org/drawingml/2006/main" noGrp="1"/>
          </p:cNvSpPr>
          <p:nvPr/>
        </p:nvSpPr>
        <p:spPr>
          <a:xfrm xmlns:a="http://schemas.openxmlformats.org/drawingml/2006/main">
            <a:off x="160716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C8BCC632-DF4D-40FD-9F95-964834DFA130}"/>
              </a:ext>
            </a:extLst>
          </p:cNvPr>
          <p:cNvSpPr>
            <a:spLocks xmlns:a="http://schemas.openxmlformats.org/drawingml/2006/main" noGrp="1"/>
          </p:cNvSpPr>
          <p:nvPr/>
        </p:nvSpPr>
        <p:spPr>
          <a:xfrm xmlns:a="http://schemas.openxmlformats.org/drawingml/2006/main">
            <a:off x="168616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B076BF5B-AA07-4C8D-AAD4-4BC79379EB49}"/>
              </a:ext>
            </a:extLst>
          </p:cNvPr>
          <p:cNvSpPr>
            <a:spLocks xmlns:a="http://schemas.openxmlformats.org/drawingml/2006/main" noGrp="1"/>
          </p:cNvSpPr>
          <p:nvPr/>
        </p:nvSpPr>
        <p:spPr>
          <a:xfrm xmlns:a="http://schemas.openxmlformats.org/drawingml/2006/main">
            <a:off x="176516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50E6EBBF-1EFB-4C3F-AB28-21EBF0F2CD0B}"/>
              </a:ext>
            </a:extLst>
          </p:cNvPr>
          <p:cNvSpPr>
            <a:spLocks xmlns:a="http://schemas.openxmlformats.org/drawingml/2006/main" noGrp="1"/>
          </p:cNvSpPr>
          <p:nvPr/>
        </p:nvSpPr>
        <p:spPr>
          <a:xfrm xmlns:a="http://schemas.openxmlformats.org/drawingml/2006/main">
            <a:off x="176516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B6259953-958D-46F0-B253-476C68DFC89E}"/>
              </a:ext>
            </a:extLst>
          </p:cNvPr>
          <p:cNvSpPr>
            <a:spLocks xmlns:a="http://schemas.openxmlformats.org/drawingml/2006/main" noGrp="1"/>
          </p:cNvSpPr>
          <p:nvPr/>
        </p:nvSpPr>
        <p:spPr>
          <a:xfrm xmlns:a="http://schemas.openxmlformats.org/drawingml/2006/main">
            <a:off x="184416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7E2A7414-5E9B-4DBF-B2E9-A4DF6E2F0AA8}"/>
              </a:ext>
            </a:extLst>
          </p:cNvPr>
          <p:cNvSpPr>
            <a:spLocks xmlns:a="http://schemas.openxmlformats.org/drawingml/2006/main" noGrp="1"/>
          </p:cNvSpPr>
          <p:nvPr/>
        </p:nvSpPr>
        <p:spPr>
          <a:xfrm xmlns:a="http://schemas.openxmlformats.org/drawingml/2006/main">
            <a:off x="192317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64227CF4-56AD-46A1-AC12-F8406D88EDA8}"/>
              </a:ext>
            </a:extLst>
          </p:cNvPr>
          <p:cNvSpPr>
            <a:spLocks xmlns:a="http://schemas.openxmlformats.org/drawingml/2006/main" noGrp="1"/>
          </p:cNvSpPr>
          <p:nvPr/>
        </p:nvSpPr>
        <p:spPr>
          <a:xfrm xmlns:a="http://schemas.openxmlformats.org/drawingml/2006/main">
            <a:off x="192317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C4C9B93E-8990-4601-A00F-3096A4871269}"/>
              </a:ext>
            </a:extLst>
          </p:cNvPr>
          <p:cNvSpPr>
            <a:spLocks xmlns:a="http://schemas.openxmlformats.org/drawingml/2006/main" noGrp="1"/>
          </p:cNvSpPr>
          <p:nvPr/>
        </p:nvSpPr>
        <p:spPr>
          <a:xfrm xmlns:a="http://schemas.openxmlformats.org/drawingml/2006/main">
            <a:off x="200217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4F787E5E-1E76-43B5-9AD3-7AD986CED207}"/>
              </a:ext>
            </a:extLst>
          </p:cNvPr>
          <p:cNvSpPr>
            <a:spLocks xmlns:a="http://schemas.openxmlformats.org/drawingml/2006/main" noGrp="1"/>
          </p:cNvSpPr>
          <p:nvPr/>
        </p:nvSpPr>
        <p:spPr>
          <a:xfrm xmlns:a="http://schemas.openxmlformats.org/drawingml/2006/main">
            <a:off x="200217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07B05FD4-CDB3-4BE2-A3E7-50A81BC24378}"/>
              </a:ext>
            </a:extLst>
          </p:cNvPr>
          <p:cNvSpPr>
            <a:spLocks xmlns:a="http://schemas.openxmlformats.org/drawingml/2006/main" noGrp="1"/>
          </p:cNvSpPr>
          <p:nvPr/>
        </p:nvSpPr>
        <p:spPr>
          <a:xfrm xmlns:a="http://schemas.openxmlformats.org/drawingml/2006/main">
            <a:off x="200217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746892DE-2D2E-458A-94E8-360DED661DC7}"/>
              </a:ext>
            </a:extLst>
          </p:cNvPr>
          <p:cNvSpPr>
            <a:spLocks xmlns:a="http://schemas.openxmlformats.org/drawingml/2006/main" noGrp="1"/>
          </p:cNvSpPr>
          <p:nvPr/>
        </p:nvSpPr>
        <p:spPr>
          <a:xfrm xmlns:a="http://schemas.openxmlformats.org/drawingml/2006/main">
            <a:off x="208117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9A2A7257-4430-4472-B1EA-A292A265B06F}"/>
              </a:ext>
            </a:extLst>
          </p:cNvPr>
          <p:cNvSpPr>
            <a:spLocks xmlns:a="http://schemas.openxmlformats.org/drawingml/2006/main" noGrp="1"/>
          </p:cNvSpPr>
          <p:nvPr/>
        </p:nvSpPr>
        <p:spPr>
          <a:xfrm xmlns:a="http://schemas.openxmlformats.org/drawingml/2006/main">
            <a:off x="208117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24DDBDB1-E795-4727-8860-4EFBBA6D3892}"/>
              </a:ext>
            </a:extLst>
          </p:cNvPr>
          <p:cNvSpPr>
            <a:spLocks xmlns:a="http://schemas.openxmlformats.org/drawingml/2006/main" noGrp="1"/>
          </p:cNvSpPr>
          <p:nvPr/>
        </p:nvSpPr>
        <p:spPr>
          <a:xfrm xmlns:a="http://schemas.openxmlformats.org/drawingml/2006/main">
            <a:off x="208117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A03B32F7-BBE6-4C82-A95A-1E07EDB61EA5}"/>
              </a:ext>
            </a:extLst>
          </p:cNvPr>
          <p:cNvSpPr>
            <a:spLocks xmlns:a="http://schemas.openxmlformats.org/drawingml/2006/main" noGrp="1"/>
          </p:cNvSpPr>
          <p:nvPr/>
        </p:nvSpPr>
        <p:spPr>
          <a:xfrm xmlns:a="http://schemas.openxmlformats.org/drawingml/2006/main">
            <a:off x="208117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2E4ED601-13DD-46B5-8636-FE2DFD77F31C}"/>
              </a:ext>
            </a:extLst>
          </p:cNvPr>
          <p:cNvSpPr>
            <a:spLocks xmlns:a="http://schemas.openxmlformats.org/drawingml/2006/main" noGrp="1"/>
          </p:cNvSpPr>
          <p:nvPr/>
        </p:nvSpPr>
        <p:spPr>
          <a:xfrm xmlns:a="http://schemas.openxmlformats.org/drawingml/2006/main">
            <a:off x="208117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1CDFA875-4819-42E5-941F-F45AF58EB776}"/>
              </a:ext>
            </a:extLst>
          </p:cNvPr>
          <p:cNvSpPr>
            <a:spLocks xmlns:a="http://schemas.openxmlformats.org/drawingml/2006/main" noGrp="1"/>
          </p:cNvSpPr>
          <p:nvPr/>
        </p:nvSpPr>
        <p:spPr>
          <a:xfrm xmlns:a="http://schemas.openxmlformats.org/drawingml/2006/main">
            <a:off x="216017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CB8E7BDE-317E-4909-B6F5-D4BBBBB4CE0B}"/>
              </a:ext>
            </a:extLst>
          </p:cNvPr>
          <p:cNvSpPr>
            <a:spLocks xmlns:a="http://schemas.openxmlformats.org/drawingml/2006/main" noGrp="1"/>
          </p:cNvSpPr>
          <p:nvPr/>
        </p:nvSpPr>
        <p:spPr>
          <a:xfrm xmlns:a="http://schemas.openxmlformats.org/drawingml/2006/main">
            <a:off x="216017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68197086-B43D-422B-8D3C-66ED8D6860D8}"/>
              </a:ext>
            </a:extLst>
          </p:cNvPr>
          <p:cNvSpPr>
            <a:spLocks xmlns:a="http://schemas.openxmlformats.org/drawingml/2006/main" noGrp="1"/>
          </p:cNvSpPr>
          <p:nvPr/>
        </p:nvSpPr>
        <p:spPr>
          <a:xfrm xmlns:a="http://schemas.openxmlformats.org/drawingml/2006/main">
            <a:off x="216017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D0FBD61F-1AB3-4B31-A3B3-B80909ADF99E}"/>
              </a:ext>
            </a:extLst>
          </p:cNvPr>
          <p:cNvSpPr>
            <a:spLocks xmlns:a="http://schemas.openxmlformats.org/drawingml/2006/main" noGrp="1"/>
          </p:cNvSpPr>
          <p:nvPr/>
        </p:nvSpPr>
        <p:spPr>
          <a:xfrm xmlns:a="http://schemas.openxmlformats.org/drawingml/2006/main">
            <a:off x="216017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1F4F19B8-383E-4C08-8BBD-6993EEDCB4D5}"/>
              </a:ext>
            </a:extLst>
          </p:cNvPr>
          <p:cNvSpPr>
            <a:spLocks xmlns:a="http://schemas.openxmlformats.org/drawingml/2006/main" noGrp="1"/>
          </p:cNvSpPr>
          <p:nvPr/>
        </p:nvSpPr>
        <p:spPr>
          <a:xfrm xmlns:a="http://schemas.openxmlformats.org/drawingml/2006/main">
            <a:off x="216017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30ED102B-58F1-4BEF-84CC-42C7F600B73B}"/>
              </a:ext>
            </a:extLst>
          </p:cNvPr>
          <p:cNvSpPr>
            <a:spLocks xmlns:a="http://schemas.openxmlformats.org/drawingml/2006/main" noGrp="1"/>
          </p:cNvSpPr>
          <p:nvPr/>
        </p:nvSpPr>
        <p:spPr>
          <a:xfrm xmlns:a="http://schemas.openxmlformats.org/drawingml/2006/main">
            <a:off x="223918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2AD8A933-4E45-485C-9360-8D7161DDF099}"/>
              </a:ext>
            </a:extLst>
          </p:cNvPr>
          <p:cNvSpPr>
            <a:spLocks xmlns:a="http://schemas.openxmlformats.org/drawingml/2006/main" noGrp="1"/>
          </p:cNvSpPr>
          <p:nvPr/>
        </p:nvSpPr>
        <p:spPr>
          <a:xfrm xmlns:a="http://schemas.openxmlformats.org/drawingml/2006/main">
            <a:off x="223918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064467F0-77FF-404A-807A-6F88DFF1C8EE}"/>
              </a:ext>
            </a:extLst>
          </p:cNvPr>
          <p:cNvSpPr>
            <a:spLocks xmlns:a="http://schemas.openxmlformats.org/drawingml/2006/main" noGrp="1"/>
          </p:cNvSpPr>
          <p:nvPr/>
        </p:nvSpPr>
        <p:spPr>
          <a:xfrm xmlns:a="http://schemas.openxmlformats.org/drawingml/2006/main">
            <a:off x="223918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A2828D23-9070-4DA0-856C-3EA0A4D97698}"/>
              </a:ext>
            </a:extLst>
          </p:cNvPr>
          <p:cNvSpPr>
            <a:spLocks xmlns:a="http://schemas.openxmlformats.org/drawingml/2006/main" noGrp="1"/>
          </p:cNvSpPr>
          <p:nvPr/>
        </p:nvSpPr>
        <p:spPr>
          <a:xfrm xmlns:a="http://schemas.openxmlformats.org/drawingml/2006/main">
            <a:off x="223918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D1A69297-B4F8-4A80-B4B3-2F7522C6359A}"/>
              </a:ext>
            </a:extLst>
          </p:cNvPr>
          <p:cNvSpPr>
            <a:spLocks xmlns:a="http://schemas.openxmlformats.org/drawingml/2006/main" noGrp="1"/>
          </p:cNvSpPr>
          <p:nvPr/>
        </p:nvSpPr>
        <p:spPr>
          <a:xfrm xmlns:a="http://schemas.openxmlformats.org/drawingml/2006/main">
            <a:off x="223918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96CD5D4D-85A7-4736-9F71-444AF59FB40F}"/>
              </a:ext>
            </a:extLst>
          </p:cNvPr>
          <p:cNvSpPr>
            <a:spLocks xmlns:a="http://schemas.openxmlformats.org/drawingml/2006/main" noGrp="1"/>
          </p:cNvSpPr>
          <p:nvPr/>
        </p:nvSpPr>
        <p:spPr>
          <a:xfrm xmlns:a="http://schemas.openxmlformats.org/drawingml/2006/main">
            <a:off x="223918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DE256998-2755-4297-9644-4343BDF80696}"/>
              </a:ext>
            </a:extLst>
          </p:cNvPr>
          <p:cNvSpPr>
            <a:spLocks xmlns:a="http://schemas.openxmlformats.org/drawingml/2006/main" noGrp="1"/>
          </p:cNvSpPr>
          <p:nvPr/>
        </p:nvSpPr>
        <p:spPr>
          <a:xfrm xmlns:a="http://schemas.openxmlformats.org/drawingml/2006/main">
            <a:off x="231818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4F134E6B-A034-4570-82DE-64474B0ACC1E}"/>
              </a:ext>
            </a:extLst>
          </p:cNvPr>
          <p:cNvSpPr>
            <a:spLocks xmlns:a="http://schemas.openxmlformats.org/drawingml/2006/main" noGrp="1"/>
          </p:cNvSpPr>
          <p:nvPr/>
        </p:nvSpPr>
        <p:spPr>
          <a:xfrm xmlns:a="http://schemas.openxmlformats.org/drawingml/2006/main">
            <a:off x="231818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ADB3A5D8-0471-4277-A21A-43A20AF70ECE}"/>
              </a:ext>
            </a:extLst>
          </p:cNvPr>
          <p:cNvSpPr>
            <a:spLocks xmlns:a="http://schemas.openxmlformats.org/drawingml/2006/main" noGrp="1"/>
          </p:cNvSpPr>
          <p:nvPr/>
        </p:nvSpPr>
        <p:spPr>
          <a:xfrm xmlns:a="http://schemas.openxmlformats.org/drawingml/2006/main">
            <a:off x="231818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39A1FE79-D517-4513-B622-E26643AE879F}"/>
              </a:ext>
            </a:extLst>
          </p:cNvPr>
          <p:cNvSpPr>
            <a:spLocks xmlns:a="http://schemas.openxmlformats.org/drawingml/2006/main" noGrp="1"/>
          </p:cNvSpPr>
          <p:nvPr/>
        </p:nvSpPr>
        <p:spPr>
          <a:xfrm xmlns:a="http://schemas.openxmlformats.org/drawingml/2006/main">
            <a:off x="231818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D98F0558-A272-49F7-A4BC-0EA3531EC149}"/>
              </a:ext>
            </a:extLst>
          </p:cNvPr>
          <p:cNvSpPr>
            <a:spLocks xmlns:a="http://schemas.openxmlformats.org/drawingml/2006/main" noGrp="1"/>
          </p:cNvSpPr>
          <p:nvPr/>
        </p:nvSpPr>
        <p:spPr>
          <a:xfrm xmlns:a="http://schemas.openxmlformats.org/drawingml/2006/main">
            <a:off x="239718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53770EF4-03D1-4063-A6C4-E25A6935A439}"/>
              </a:ext>
            </a:extLst>
          </p:cNvPr>
          <p:cNvSpPr>
            <a:spLocks xmlns:a="http://schemas.openxmlformats.org/drawingml/2006/main" noGrp="1"/>
          </p:cNvSpPr>
          <p:nvPr/>
        </p:nvSpPr>
        <p:spPr>
          <a:xfrm xmlns:a="http://schemas.openxmlformats.org/drawingml/2006/main">
            <a:off x="239718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A0426F6D-66EC-477A-9713-0EC253B49392}"/>
              </a:ext>
            </a:extLst>
          </p:cNvPr>
          <p:cNvSpPr>
            <a:spLocks xmlns:a="http://schemas.openxmlformats.org/drawingml/2006/main" noGrp="1"/>
          </p:cNvSpPr>
          <p:nvPr/>
        </p:nvSpPr>
        <p:spPr>
          <a:xfrm xmlns:a="http://schemas.openxmlformats.org/drawingml/2006/main">
            <a:off x="239718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B7A69656-0F73-4F3A-9A4F-4701BB81779C}"/>
              </a:ext>
            </a:extLst>
          </p:cNvPr>
          <p:cNvSpPr>
            <a:spLocks xmlns:a="http://schemas.openxmlformats.org/drawingml/2006/main" noGrp="1"/>
          </p:cNvSpPr>
          <p:nvPr/>
        </p:nvSpPr>
        <p:spPr>
          <a:xfrm xmlns:a="http://schemas.openxmlformats.org/drawingml/2006/main">
            <a:off x="239718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5C0F0FA6-481C-48E5-B68F-E2BD8A8933E8}"/>
              </a:ext>
            </a:extLst>
          </p:cNvPr>
          <p:cNvSpPr>
            <a:spLocks xmlns:a="http://schemas.openxmlformats.org/drawingml/2006/main" noGrp="1"/>
          </p:cNvSpPr>
          <p:nvPr/>
        </p:nvSpPr>
        <p:spPr>
          <a:xfrm xmlns:a="http://schemas.openxmlformats.org/drawingml/2006/main">
            <a:off x="239718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FD2EF67B-53A4-4A8A-8F86-C7D1B732729C}"/>
              </a:ext>
            </a:extLst>
          </p:cNvPr>
          <p:cNvSpPr>
            <a:spLocks xmlns:a="http://schemas.openxmlformats.org/drawingml/2006/main" noGrp="1"/>
          </p:cNvSpPr>
          <p:nvPr/>
        </p:nvSpPr>
        <p:spPr>
          <a:xfrm xmlns:a="http://schemas.openxmlformats.org/drawingml/2006/main">
            <a:off x="2397186"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5B913E45-A5F2-4A02-A691-84E2D79F1F0A}"/>
              </a:ext>
            </a:extLst>
          </p:cNvPr>
          <p:cNvSpPr>
            <a:spLocks xmlns:a="http://schemas.openxmlformats.org/drawingml/2006/main" noGrp="1"/>
          </p:cNvSpPr>
          <p:nvPr/>
        </p:nvSpPr>
        <p:spPr>
          <a:xfrm xmlns:a="http://schemas.openxmlformats.org/drawingml/2006/main">
            <a:off x="2476189"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FBAFB7F2-162F-4CDE-A151-3600A38B3D5F}"/>
              </a:ext>
            </a:extLst>
          </p:cNvPr>
          <p:cNvSpPr>
            <a:spLocks xmlns:a="http://schemas.openxmlformats.org/drawingml/2006/main" noGrp="1"/>
          </p:cNvSpPr>
          <p:nvPr/>
        </p:nvSpPr>
        <p:spPr>
          <a:xfrm xmlns:a="http://schemas.openxmlformats.org/drawingml/2006/main">
            <a:off x="247618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EC6E0AAA-1EC5-442C-8AA3-CBA7B2116667}"/>
              </a:ext>
            </a:extLst>
          </p:cNvPr>
          <p:cNvSpPr>
            <a:spLocks xmlns:a="http://schemas.openxmlformats.org/drawingml/2006/main" noGrp="1"/>
          </p:cNvSpPr>
          <p:nvPr/>
        </p:nvSpPr>
        <p:spPr>
          <a:xfrm xmlns:a="http://schemas.openxmlformats.org/drawingml/2006/main">
            <a:off x="247618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E3C5D28F-E02F-47FA-86B5-C945E0129CED}"/>
              </a:ext>
            </a:extLst>
          </p:cNvPr>
          <p:cNvSpPr>
            <a:spLocks xmlns:a="http://schemas.openxmlformats.org/drawingml/2006/main" noGrp="1"/>
          </p:cNvSpPr>
          <p:nvPr/>
        </p:nvSpPr>
        <p:spPr>
          <a:xfrm xmlns:a="http://schemas.openxmlformats.org/drawingml/2006/main">
            <a:off x="247618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29C3DB00-9B0A-4F33-AB4B-813029F2852F}"/>
              </a:ext>
            </a:extLst>
          </p:cNvPr>
          <p:cNvSpPr>
            <a:spLocks xmlns:a="http://schemas.openxmlformats.org/drawingml/2006/main" noGrp="1"/>
          </p:cNvSpPr>
          <p:nvPr/>
        </p:nvSpPr>
        <p:spPr>
          <a:xfrm xmlns:a="http://schemas.openxmlformats.org/drawingml/2006/main">
            <a:off x="247618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ECFAA1A0-1958-418E-8D96-011F5FC82509}"/>
              </a:ext>
            </a:extLst>
          </p:cNvPr>
          <p:cNvSpPr>
            <a:spLocks xmlns:a="http://schemas.openxmlformats.org/drawingml/2006/main" noGrp="1"/>
          </p:cNvSpPr>
          <p:nvPr/>
        </p:nvSpPr>
        <p:spPr>
          <a:xfrm xmlns:a="http://schemas.openxmlformats.org/drawingml/2006/main">
            <a:off x="247618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F9AE679D-1EED-4ACF-BE79-4C53FB9553EC}"/>
              </a:ext>
            </a:extLst>
          </p:cNvPr>
          <p:cNvSpPr>
            <a:spLocks xmlns:a="http://schemas.openxmlformats.org/drawingml/2006/main" noGrp="1"/>
          </p:cNvSpPr>
          <p:nvPr/>
        </p:nvSpPr>
        <p:spPr>
          <a:xfrm xmlns:a="http://schemas.openxmlformats.org/drawingml/2006/main">
            <a:off x="247618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26B660E0-DF07-4A30-9D20-AA764494E469}"/>
              </a:ext>
            </a:extLst>
          </p:cNvPr>
          <p:cNvSpPr>
            <a:spLocks xmlns:a="http://schemas.openxmlformats.org/drawingml/2006/main" noGrp="1"/>
          </p:cNvSpPr>
          <p:nvPr/>
        </p:nvSpPr>
        <p:spPr>
          <a:xfrm xmlns:a="http://schemas.openxmlformats.org/drawingml/2006/main">
            <a:off x="247618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7F6DADD3-59F7-44B7-99F4-8976E2E54CE9}"/>
              </a:ext>
            </a:extLst>
          </p:cNvPr>
          <p:cNvSpPr>
            <a:spLocks xmlns:a="http://schemas.openxmlformats.org/drawingml/2006/main" noGrp="1"/>
          </p:cNvSpPr>
          <p:nvPr/>
        </p:nvSpPr>
        <p:spPr>
          <a:xfrm xmlns:a="http://schemas.openxmlformats.org/drawingml/2006/main">
            <a:off x="247618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2D734D2E-BA89-43A7-B28F-A5D5967260F6}"/>
              </a:ext>
            </a:extLst>
          </p:cNvPr>
          <p:cNvSpPr>
            <a:spLocks xmlns:a="http://schemas.openxmlformats.org/drawingml/2006/main" noGrp="1"/>
          </p:cNvSpPr>
          <p:nvPr/>
        </p:nvSpPr>
        <p:spPr>
          <a:xfrm xmlns:a="http://schemas.openxmlformats.org/drawingml/2006/main">
            <a:off x="2476189"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9B2C89F3-BA4E-4F53-BA4A-C44BE50DAAB3}"/>
              </a:ext>
            </a:extLst>
          </p:cNvPr>
          <p:cNvSpPr>
            <a:spLocks xmlns:a="http://schemas.openxmlformats.org/drawingml/2006/main" noGrp="1"/>
          </p:cNvSpPr>
          <p:nvPr/>
        </p:nvSpPr>
        <p:spPr>
          <a:xfrm xmlns:a="http://schemas.openxmlformats.org/drawingml/2006/main">
            <a:off x="2476189"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A0B193AF-8E5B-40F6-8C9B-16A7306F4E51}"/>
              </a:ext>
            </a:extLst>
          </p:cNvPr>
          <p:cNvSpPr>
            <a:spLocks xmlns:a="http://schemas.openxmlformats.org/drawingml/2006/main" noGrp="1"/>
          </p:cNvSpPr>
          <p:nvPr/>
        </p:nvSpPr>
        <p:spPr>
          <a:xfrm xmlns:a="http://schemas.openxmlformats.org/drawingml/2006/main">
            <a:off x="255519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DDFCAE32-0179-4FCF-8F5F-9BD2C782C381}"/>
              </a:ext>
            </a:extLst>
          </p:cNvPr>
          <p:cNvSpPr>
            <a:spLocks xmlns:a="http://schemas.openxmlformats.org/drawingml/2006/main" noGrp="1"/>
          </p:cNvSpPr>
          <p:nvPr/>
        </p:nvSpPr>
        <p:spPr>
          <a:xfrm xmlns:a="http://schemas.openxmlformats.org/drawingml/2006/main">
            <a:off x="255519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27F2DB49-EB66-4AD8-A44C-3761B7B773B1}"/>
              </a:ext>
            </a:extLst>
          </p:cNvPr>
          <p:cNvSpPr>
            <a:spLocks xmlns:a="http://schemas.openxmlformats.org/drawingml/2006/main" noGrp="1"/>
          </p:cNvSpPr>
          <p:nvPr/>
        </p:nvSpPr>
        <p:spPr>
          <a:xfrm xmlns:a="http://schemas.openxmlformats.org/drawingml/2006/main">
            <a:off x="255519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E0965164-45EA-4B8D-9263-8E5FA5B03164}"/>
              </a:ext>
            </a:extLst>
          </p:cNvPr>
          <p:cNvSpPr>
            <a:spLocks xmlns:a="http://schemas.openxmlformats.org/drawingml/2006/main" noGrp="1"/>
          </p:cNvSpPr>
          <p:nvPr/>
        </p:nvSpPr>
        <p:spPr>
          <a:xfrm xmlns:a="http://schemas.openxmlformats.org/drawingml/2006/main">
            <a:off x="255519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3E4E97F3-6F7B-45D0-A2A6-6F7250259204}"/>
              </a:ext>
            </a:extLst>
          </p:cNvPr>
          <p:cNvSpPr>
            <a:spLocks xmlns:a="http://schemas.openxmlformats.org/drawingml/2006/main" noGrp="1"/>
          </p:cNvSpPr>
          <p:nvPr/>
        </p:nvSpPr>
        <p:spPr>
          <a:xfrm xmlns:a="http://schemas.openxmlformats.org/drawingml/2006/main">
            <a:off x="255519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741727CC-2BB9-4FF9-BC7F-57D822757081}"/>
              </a:ext>
            </a:extLst>
          </p:cNvPr>
          <p:cNvSpPr>
            <a:spLocks xmlns:a="http://schemas.openxmlformats.org/drawingml/2006/main" noGrp="1"/>
          </p:cNvSpPr>
          <p:nvPr/>
        </p:nvSpPr>
        <p:spPr>
          <a:xfrm xmlns:a="http://schemas.openxmlformats.org/drawingml/2006/main">
            <a:off x="255519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F05A3C5E-60DD-4F4F-9F74-1A29CBD41687}"/>
              </a:ext>
            </a:extLst>
          </p:cNvPr>
          <p:cNvSpPr>
            <a:spLocks xmlns:a="http://schemas.openxmlformats.org/drawingml/2006/main" noGrp="1"/>
          </p:cNvSpPr>
          <p:nvPr/>
        </p:nvSpPr>
        <p:spPr>
          <a:xfrm xmlns:a="http://schemas.openxmlformats.org/drawingml/2006/main">
            <a:off x="255519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E7DD9B56-ADC9-4A41-BC13-E86A52F169F3}"/>
              </a:ext>
            </a:extLst>
          </p:cNvPr>
          <p:cNvSpPr>
            <a:spLocks xmlns:a="http://schemas.openxmlformats.org/drawingml/2006/main" noGrp="1"/>
          </p:cNvSpPr>
          <p:nvPr/>
        </p:nvSpPr>
        <p:spPr>
          <a:xfrm xmlns:a="http://schemas.openxmlformats.org/drawingml/2006/main">
            <a:off x="255519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DC4F2102-87C7-4A8F-9565-E34BF6209C2D}"/>
              </a:ext>
            </a:extLst>
          </p:cNvPr>
          <p:cNvSpPr>
            <a:spLocks xmlns:a="http://schemas.openxmlformats.org/drawingml/2006/main" noGrp="1"/>
          </p:cNvSpPr>
          <p:nvPr/>
        </p:nvSpPr>
        <p:spPr>
          <a:xfrm xmlns:a="http://schemas.openxmlformats.org/drawingml/2006/main">
            <a:off x="255519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E88FBB24-9860-4C6B-AEBB-D4808F332176}"/>
              </a:ext>
            </a:extLst>
          </p:cNvPr>
          <p:cNvSpPr>
            <a:spLocks xmlns:a="http://schemas.openxmlformats.org/drawingml/2006/main" noGrp="1"/>
          </p:cNvSpPr>
          <p:nvPr/>
        </p:nvSpPr>
        <p:spPr>
          <a:xfrm xmlns:a="http://schemas.openxmlformats.org/drawingml/2006/main">
            <a:off x="2555191"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75D89673-DF67-49E3-A35E-3BCAAE90974B}"/>
              </a:ext>
            </a:extLst>
          </p:cNvPr>
          <p:cNvSpPr>
            <a:spLocks xmlns:a="http://schemas.openxmlformats.org/drawingml/2006/main" noGrp="1"/>
          </p:cNvSpPr>
          <p:nvPr/>
        </p:nvSpPr>
        <p:spPr>
          <a:xfrm xmlns:a="http://schemas.openxmlformats.org/drawingml/2006/main">
            <a:off x="2555191"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B6C33EAB-0717-40FC-B022-82EBEBC87D04}"/>
              </a:ext>
            </a:extLst>
          </p:cNvPr>
          <p:cNvSpPr>
            <a:spLocks xmlns:a="http://schemas.openxmlformats.org/drawingml/2006/main" noGrp="1"/>
          </p:cNvSpPr>
          <p:nvPr/>
        </p:nvSpPr>
        <p:spPr>
          <a:xfrm xmlns:a="http://schemas.openxmlformats.org/drawingml/2006/main">
            <a:off x="2555191"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4F379D3A-4B9B-4868-92B0-97B1906ED39E}"/>
              </a:ext>
            </a:extLst>
          </p:cNvPr>
          <p:cNvSpPr>
            <a:spLocks xmlns:a="http://schemas.openxmlformats.org/drawingml/2006/main" noGrp="1"/>
          </p:cNvSpPr>
          <p:nvPr/>
        </p:nvSpPr>
        <p:spPr>
          <a:xfrm xmlns:a="http://schemas.openxmlformats.org/drawingml/2006/main">
            <a:off x="2634194"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D7164505-CC23-4787-BC4E-A3CAB4B2F55A}"/>
              </a:ext>
            </a:extLst>
          </p:cNvPr>
          <p:cNvSpPr>
            <a:spLocks xmlns:a="http://schemas.openxmlformats.org/drawingml/2006/main" noGrp="1"/>
          </p:cNvSpPr>
          <p:nvPr/>
        </p:nvSpPr>
        <p:spPr>
          <a:xfrm xmlns:a="http://schemas.openxmlformats.org/drawingml/2006/main">
            <a:off x="263419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C178FA18-5AC3-45E9-B908-78B3E0400152}"/>
              </a:ext>
            </a:extLst>
          </p:cNvPr>
          <p:cNvSpPr>
            <a:spLocks xmlns:a="http://schemas.openxmlformats.org/drawingml/2006/main" noGrp="1"/>
          </p:cNvSpPr>
          <p:nvPr/>
        </p:nvSpPr>
        <p:spPr>
          <a:xfrm xmlns:a="http://schemas.openxmlformats.org/drawingml/2006/main">
            <a:off x="263419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F685A90E-B88B-4D65-8AF3-6B065504F316}"/>
              </a:ext>
            </a:extLst>
          </p:cNvPr>
          <p:cNvSpPr>
            <a:spLocks xmlns:a="http://schemas.openxmlformats.org/drawingml/2006/main" noGrp="1"/>
          </p:cNvSpPr>
          <p:nvPr/>
        </p:nvSpPr>
        <p:spPr>
          <a:xfrm xmlns:a="http://schemas.openxmlformats.org/drawingml/2006/main">
            <a:off x="263419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847733FF-981B-4DDC-B1AB-10D623FE8269}"/>
              </a:ext>
            </a:extLst>
          </p:cNvPr>
          <p:cNvSpPr>
            <a:spLocks xmlns:a="http://schemas.openxmlformats.org/drawingml/2006/main" noGrp="1"/>
          </p:cNvSpPr>
          <p:nvPr/>
        </p:nvSpPr>
        <p:spPr>
          <a:xfrm xmlns:a="http://schemas.openxmlformats.org/drawingml/2006/main">
            <a:off x="263419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CFDA977F-A4E1-4F69-85FD-2BA4D5976E4F}"/>
              </a:ext>
            </a:extLst>
          </p:cNvPr>
          <p:cNvSpPr>
            <a:spLocks xmlns:a="http://schemas.openxmlformats.org/drawingml/2006/main" noGrp="1"/>
          </p:cNvSpPr>
          <p:nvPr/>
        </p:nvSpPr>
        <p:spPr>
          <a:xfrm xmlns:a="http://schemas.openxmlformats.org/drawingml/2006/main">
            <a:off x="263419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338326C7-BD4B-4BC2-93D4-C7BC35B32883}"/>
              </a:ext>
            </a:extLst>
          </p:cNvPr>
          <p:cNvSpPr>
            <a:spLocks xmlns:a="http://schemas.openxmlformats.org/drawingml/2006/main" noGrp="1"/>
          </p:cNvSpPr>
          <p:nvPr/>
        </p:nvSpPr>
        <p:spPr>
          <a:xfrm xmlns:a="http://schemas.openxmlformats.org/drawingml/2006/main">
            <a:off x="263419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4048C8E0-62DA-4331-8333-751878C1750F}"/>
              </a:ext>
            </a:extLst>
          </p:cNvPr>
          <p:cNvSpPr>
            <a:spLocks xmlns:a="http://schemas.openxmlformats.org/drawingml/2006/main" noGrp="1"/>
          </p:cNvSpPr>
          <p:nvPr/>
        </p:nvSpPr>
        <p:spPr>
          <a:xfrm xmlns:a="http://schemas.openxmlformats.org/drawingml/2006/main">
            <a:off x="263419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07043285-5A14-419A-A4EB-42941B436147}"/>
              </a:ext>
            </a:extLst>
          </p:cNvPr>
          <p:cNvSpPr>
            <a:spLocks xmlns:a="http://schemas.openxmlformats.org/drawingml/2006/main" noGrp="1"/>
          </p:cNvSpPr>
          <p:nvPr/>
        </p:nvSpPr>
        <p:spPr>
          <a:xfrm xmlns:a="http://schemas.openxmlformats.org/drawingml/2006/main">
            <a:off x="263419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7D9875A8-53C9-46B2-B4C0-D08B469094F4}"/>
              </a:ext>
            </a:extLst>
          </p:cNvPr>
          <p:cNvSpPr>
            <a:spLocks xmlns:a="http://schemas.openxmlformats.org/drawingml/2006/main" noGrp="1"/>
          </p:cNvSpPr>
          <p:nvPr/>
        </p:nvSpPr>
        <p:spPr>
          <a:xfrm xmlns:a="http://schemas.openxmlformats.org/drawingml/2006/main">
            <a:off x="263419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CE23BF92-6B5F-40F9-9B13-B0A23F6C2081}"/>
              </a:ext>
            </a:extLst>
          </p:cNvPr>
          <p:cNvSpPr>
            <a:spLocks xmlns:a="http://schemas.openxmlformats.org/drawingml/2006/main" noGrp="1"/>
          </p:cNvSpPr>
          <p:nvPr/>
        </p:nvSpPr>
        <p:spPr>
          <a:xfrm xmlns:a="http://schemas.openxmlformats.org/drawingml/2006/main">
            <a:off x="2634194"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0803D803-D634-4CA0-86BE-319C0F4DCF1D}"/>
              </a:ext>
            </a:extLst>
          </p:cNvPr>
          <p:cNvSpPr>
            <a:spLocks xmlns:a="http://schemas.openxmlformats.org/drawingml/2006/main" noGrp="1"/>
          </p:cNvSpPr>
          <p:nvPr/>
        </p:nvSpPr>
        <p:spPr>
          <a:xfrm xmlns:a="http://schemas.openxmlformats.org/drawingml/2006/main">
            <a:off x="2634194"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D701EE15-E650-4246-B46A-ED91CB804088}"/>
              </a:ext>
            </a:extLst>
          </p:cNvPr>
          <p:cNvSpPr>
            <a:spLocks xmlns:a="http://schemas.openxmlformats.org/drawingml/2006/main" noGrp="1"/>
          </p:cNvSpPr>
          <p:nvPr/>
        </p:nvSpPr>
        <p:spPr>
          <a:xfrm xmlns:a="http://schemas.openxmlformats.org/drawingml/2006/main">
            <a:off x="271319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51DD0AC8-4BC8-4058-98B6-1979987650C0}"/>
              </a:ext>
            </a:extLst>
          </p:cNvPr>
          <p:cNvSpPr>
            <a:spLocks xmlns:a="http://schemas.openxmlformats.org/drawingml/2006/main" noGrp="1"/>
          </p:cNvSpPr>
          <p:nvPr/>
        </p:nvSpPr>
        <p:spPr>
          <a:xfrm xmlns:a="http://schemas.openxmlformats.org/drawingml/2006/main">
            <a:off x="271319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C5218B42-8A13-4241-93F1-3821780C94BC}"/>
              </a:ext>
            </a:extLst>
          </p:cNvPr>
          <p:cNvSpPr>
            <a:spLocks xmlns:a="http://schemas.openxmlformats.org/drawingml/2006/main" noGrp="1"/>
          </p:cNvSpPr>
          <p:nvPr/>
        </p:nvSpPr>
        <p:spPr>
          <a:xfrm xmlns:a="http://schemas.openxmlformats.org/drawingml/2006/main">
            <a:off x="271319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2489BAE6-09E5-4841-8827-5B9635B7D70E}"/>
              </a:ext>
            </a:extLst>
          </p:cNvPr>
          <p:cNvSpPr>
            <a:spLocks xmlns:a="http://schemas.openxmlformats.org/drawingml/2006/main" noGrp="1"/>
          </p:cNvSpPr>
          <p:nvPr/>
        </p:nvSpPr>
        <p:spPr>
          <a:xfrm xmlns:a="http://schemas.openxmlformats.org/drawingml/2006/main">
            <a:off x="271319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F0B2412A-D74B-46A8-9415-3C80BEA2481B}"/>
              </a:ext>
            </a:extLst>
          </p:cNvPr>
          <p:cNvSpPr>
            <a:spLocks xmlns:a="http://schemas.openxmlformats.org/drawingml/2006/main" noGrp="1"/>
          </p:cNvSpPr>
          <p:nvPr/>
        </p:nvSpPr>
        <p:spPr>
          <a:xfrm xmlns:a="http://schemas.openxmlformats.org/drawingml/2006/main">
            <a:off x="271319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8DCC238B-DB06-405C-B5F8-F7940C7FD552}"/>
              </a:ext>
            </a:extLst>
          </p:cNvPr>
          <p:cNvSpPr>
            <a:spLocks xmlns:a="http://schemas.openxmlformats.org/drawingml/2006/main" noGrp="1"/>
          </p:cNvSpPr>
          <p:nvPr/>
        </p:nvSpPr>
        <p:spPr>
          <a:xfrm xmlns:a="http://schemas.openxmlformats.org/drawingml/2006/main">
            <a:off x="271319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29070979-D938-4FD9-8D61-9102E950366B}"/>
              </a:ext>
            </a:extLst>
          </p:cNvPr>
          <p:cNvSpPr>
            <a:spLocks xmlns:a="http://schemas.openxmlformats.org/drawingml/2006/main" noGrp="1"/>
          </p:cNvSpPr>
          <p:nvPr/>
        </p:nvSpPr>
        <p:spPr>
          <a:xfrm xmlns:a="http://schemas.openxmlformats.org/drawingml/2006/main">
            <a:off x="271319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21085083-039D-48C8-A150-40E2DE9C54DC}"/>
              </a:ext>
            </a:extLst>
          </p:cNvPr>
          <p:cNvSpPr>
            <a:spLocks xmlns:a="http://schemas.openxmlformats.org/drawingml/2006/main" noGrp="1"/>
          </p:cNvSpPr>
          <p:nvPr/>
        </p:nvSpPr>
        <p:spPr>
          <a:xfrm xmlns:a="http://schemas.openxmlformats.org/drawingml/2006/main">
            <a:off x="271319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6D92F57C-6715-47A5-9C1A-4727BC8C443B}"/>
              </a:ext>
            </a:extLst>
          </p:cNvPr>
          <p:cNvSpPr>
            <a:spLocks xmlns:a="http://schemas.openxmlformats.org/drawingml/2006/main" noGrp="1"/>
          </p:cNvSpPr>
          <p:nvPr/>
        </p:nvSpPr>
        <p:spPr>
          <a:xfrm xmlns:a="http://schemas.openxmlformats.org/drawingml/2006/main">
            <a:off x="271319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4AFDA03F-5830-4BEF-9C51-BB01C40A441F}"/>
              </a:ext>
            </a:extLst>
          </p:cNvPr>
          <p:cNvSpPr>
            <a:spLocks xmlns:a="http://schemas.openxmlformats.org/drawingml/2006/main" noGrp="1"/>
          </p:cNvSpPr>
          <p:nvPr/>
        </p:nvSpPr>
        <p:spPr>
          <a:xfrm xmlns:a="http://schemas.openxmlformats.org/drawingml/2006/main">
            <a:off x="271319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E8F5ACCB-6FA1-41AF-AA9F-5D5E16B1DC67}"/>
              </a:ext>
            </a:extLst>
          </p:cNvPr>
          <p:cNvSpPr>
            <a:spLocks xmlns:a="http://schemas.openxmlformats.org/drawingml/2006/main" noGrp="1"/>
          </p:cNvSpPr>
          <p:nvPr/>
        </p:nvSpPr>
        <p:spPr>
          <a:xfrm xmlns:a="http://schemas.openxmlformats.org/drawingml/2006/main">
            <a:off x="271319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7FA4BB3B-C108-4FEB-8464-CCFD944904A6}"/>
              </a:ext>
            </a:extLst>
          </p:cNvPr>
          <p:cNvSpPr>
            <a:spLocks xmlns:a="http://schemas.openxmlformats.org/drawingml/2006/main" noGrp="1"/>
          </p:cNvSpPr>
          <p:nvPr/>
        </p:nvSpPr>
        <p:spPr>
          <a:xfrm xmlns:a="http://schemas.openxmlformats.org/drawingml/2006/main">
            <a:off x="271319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070FF208-36B9-4EA8-9A08-46CB62A7AFA5}"/>
              </a:ext>
            </a:extLst>
          </p:cNvPr>
          <p:cNvSpPr>
            <a:spLocks xmlns:a="http://schemas.openxmlformats.org/drawingml/2006/main" noGrp="1"/>
          </p:cNvSpPr>
          <p:nvPr/>
        </p:nvSpPr>
        <p:spPr>
          <a:xfrm xmlns:a="http://schemas.openxmlformats.org/drawingml/2006/main">
            <a:off x="271319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4A7C4A63-0AD3-444E-82B5-0DDCD1C342F8}"/>
              </a:ext>
            </a:extLst>
          </p:cNvPr>
          <p:cNvSpPr>
            <a:spLocks xmlns:a="http://schemas.openxmlformats.org/drawingml/2006/main" noGrp="1"/>
          </p:cNvSpPr>
          <p:nvPr/>
        </p:nvSpPr>
        <p:spPr>
          <a:xfrm xmlns:a="http://schemas.openxmlformats.org/drawingml/2006/main">
            <a:off x="271319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F0F1D209-2519-4311-8A13-6C00A96C82EE}"/>
              </a:ext>
            </a:extLst>
          </p:cNvPr>
          <p:cNvSpPr>
            <a:spLocks xmlns:a="http://schemas.openxmlformats.org/drawingml/2006/main" noGrp="1"/>
          </p:cNvSpPr>
          <p:nvPr/>
        </p:nvSpPr>
        <p:spPr>
          <a:xfrm xmlns:a="http://schemas.openxmlformats.org/drawingml/2006/main">
            <a:off x="271319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E333A13A-F8FA-49F4-90D7-0A1FC2A84EBC}"/>
              </a:ext>
            </a:extLst>
          </p:cNvPr>
          <p:cNvSpPr>
            <a:spLocks xmlns:a="http://schemas.openxmlformats.org/drawingml/2006/main" noGrp="1"/>
          </p:cNvSpPr>
          <p:nvPr/>
        </p:nvSpPr>
        <p:spPr>
          <a:xfrm xmlns:a="http://schemas.openxmlformats.org/drawingml/2006/main">
            <a:off x="271319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7423C6A0-1617-4900-9350-3E2EED662965}"/>
              </a:ext>
            </a:extLst>
          </p:cNvPr>
          <p:cNvSpPr>
            <a:spLocks xmlns:a="http://schemas.openxmlformats.org/drawingml/2006/main" noGrp="1"/>
          </p:cNvSpPr>
          <p:nvPr/>
        </p:nvSpPr>
        <p:spPr>
          <a:xfrm xmlns:a="http://schemas.openxmlformats.org/drawingml/2006/main">
            <a:off x="279219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F7971894-9DFE-4A5A-BFCA-787EF9EA3DC6}"/>
              </a:ext>
            </a:extLst>
          </p:cNvPr>
          <p:cNvSpPr>
            <a:spLocks xmlns:a="http://schemas.openxmlformats.org/drawingml/2006/main" noGrp="1"/>
          </p:cNvSpPr>
          <p:nvPr/>
        </p:nvSpPr>
        <p:spPr>
          <a:xfrm xmlns:a="http://schemas.openxmlformats.org/drawingml/2006/main">
            <a:off x="279219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D5A71EE7-4799-4CA7-97A7-3393623CDE78}"/>
              </a:ext>
            </a:extLst>
          </p:cNvPr>
          <p:cNvSpPr>
            <a:spLocks xmlns:a="http://schemas.openxmlformats.org/drawingml/2006/main" noGrp="1"/>
          </p:cNvSpPr>
          <p:nvPr/>
        </p:nvSpPr>
        <p:spPr>
          <a:xfrm xmlns:a="http://schemas.openxmlformats.org/drawingml/2006/main">
            <a:off x="279219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63DFBA4F-CDD6-4932-A139-989F94ED09EB}"/>
              </a:ext>
            </a:extLst>
          </p:cNvPr>
          <p:cNvSpPr>
            <a:spLocks xmlns:a="http://schemas.openxmlformats.org/drawingml/2006/main" noGrp="1"/>
          </p:cNvSpPr>
          <p:nvPr/>
        </p:nvSpPr>
        <p:spPr>
          <a:xfrm xmlns:a="http://schemas.openxmlformats.org/drawingml/2006/main">
            <a:off x="279219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57473EFE-A155-449E-A926-739A9F6132A2}"/>
              </a:ext>
            </a:extLst>
          </p:cNvPr>
          <p:cNvSpPr>
            <a:spLocks xmlns:a="http://schemas.openxmlformats.org/drawingml/2006/main" noGrp="1"/>
          </p:cNvSpPr>
          <p:nvPr/>
        </p:nvSpPr>
        <p:spPr>
          <a:xfrm xmlns:a="http://schemas.openxmlformats.org/drawingml/2006/main">
            <a:off x="279219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C69F8004-22E8-4501-A2A7-1B1A266EAE87}"/>
              </a:ext>
            </a:extLst>
          </p:cNvPr>
          <p:cNvSpPr>
            <a:spLocks xmlns:a="http://schemas.openxmlformats.org/drawingml/2006/main" noGrp="1"/>
          </p:cNvSpPr>
          <p:nvPr/>
        </p:nvSpPr>
        <p:spPr>
          <a:xfrm xmlns:a="http://schemas.openxmlformats.org/drawingml/2006/main">
            <a:off x="279219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DC8917F8-7CE9-482C-B320-9EC5AB50F8E9}"/>
              </a:ext>
            </a:extLst>
          </p:cNvPr>
          <p:cNvSpPr>
            <a:spLocks xmlns:a="http://schemas.openxmlformats.org/drawingml/2006/main" noGrp="1"/>
          </p:cNvSpPr>
          <p:nvPr/>
        </p:nvSpPr>
        <p:spPr>
          <a:xfrm xmlns:a="http://schemas.openxmlformats.org/drawingml/2006/main">
            <a:off x="279219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2CB90228-0651-4772-9C4B-91A949522F33}"/>
              </a:ext>
            </a:extLst>
          </p:cNvPr>
          <p:cNvSpPr>
            <a:spLocks xmlns:a="http://schemas.openxmlformats.org/drawingml/2006/main" noGrp="1"/>
          </p:cNvSpPr>
          <p:nvPr/>
        </p:nvSpPr>
        <p:spPr>
          <a:xfrm xmlns:a="http://schemas.openxmlformats.org/drawingml/2006/main">
            <a:off x="279219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24E66BE9-BFFE-4195-A9A0-616105B75A8D}"/>
              </a:ext>
            </a:extLst>
          </p:cNvPr>
          <p:cNvSpPr>
            <a:spLocks xmlns:a="http://schemas.openxmlformats.org/drawingml/2006/main" noGrp="1"/>
          </p:cNvSpPr>
          <p:nvPr/>
        </p:nvSpPr>
        <p:spPr>
          <a:xfrm xmlns:a="http://schemas.openxmlformats.org/drawingml/2006/main">
            <a:off x="279219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FBA504A9-08D5-46A2-8428-E77A23CB4869}"/>
              </a:ext>
            </a:extLst>
          </p:cNvPr>
          <p:cNvSpPr>
            <a:spLocks xmlns:a="http://schemas.openxmlformats.org/drawingml/2006/main" noGrp="1"/>
          </p:cNvSpPr>
          <p:nvPr/>
        </p:nvSpPr>
        <p:spPr>
          <a:xfrm xmlns:a="http://schemas.openxmlformats.org/drawingml/2006/main">
            <a:off x="2792199"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386DA742-4CB6-422E-BCFC-F39589E5D3F0}"/>
              </a:ext>
            </a:extLst>
          </p:cNvPr>
          <p:cNvSpPr>
            <a:spLocks xmlns:a="http://schemas.openxmlformats.org/drawingml/2006/main" noGrp="1"/>
          </p:cNvSpPr>
          <p:nvPr/>
        </p:nvSpPr>
        <p:spPr>
          <a:xfrm xmlns:a="http://schemas.openxmlformats.org/drawingml/2006/main">
            <a:off x="279219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442B9C20-FCBE-49F8-81F7-617A92ABFCAB}"/>
              </a:ext>
            </a:extLst>
          </p:cNvPr>
          <p:cNvSpPr>
            <a:spLocks xmlns:a="http://schemas.openxmlformats.org/drawingml/2006/main" noGrp="1"/>
          </p:cNvSpPr>
          <p:nvPr/>
        </p:nvSpPr>
        <p:spPr>
          <a:xfrm xmlns:a="http://schemas.openxmlformats.org/drawingml/2006/main">
            <a:off x="2792199"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0D70E29F-024F-4E23-81D0-793E90969D08}"/>
              </a:ext>
            </a:extLst>
          </p:cNvPr>
          <p:cNvSpPr>
            <a:spLocks xmlns:a="http://schemas.openxmlformats.org/drawingml/2006/main" noGrp="1"/>
          </p:cNvSpPr>
          <p:nvPr/>
        </p:nvSpPr>
        <p:spPr>
          <a:xfrm xmlns:a="http://schemas.openxmlformats.org/drawingml/2006/main">
            <a:off x="279219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4C38A8A6-2740-40B6-81EA-0294FBDE0373}"/>
              </a:ext>
            </a:extLst>
          </p:cNvPr>
          <p:cNvSpPr>
            <a:spLocks xmlns:a="http://schemas.openxmlformats.org/drawingml/2006/main" noGrp="1"/>
          </p:cNvSpPr>
          <p:nvPr/>
        </p:nvSpPr>
        <p:spPr>
          <a:xfrm xmlns:a="http://schemas.openxmlformats.org/drawingml/2006/main">
            <a:off x="287120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F824EF9A-C39F-4370-8CFC-EC885554E073}"/>
              </a:ext>
            </a:extLst>
          </p:cNvPr>
          <p:cNvSpPr>
            <a:spLocks xmlns:a="http://schemas.openxmlformats.org/drawingml/2006/main" noGrp="1"/>
          </p:cNvSpPr>
          <p:nvPr/>
        </p:nvSpPr>
        <p:spPr>
          <a:xfrm xmlns:a="http://schemas.openxmlformats.org/drawingml/2006/main">
            <a:off x="287120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26F228AB-28B2-4A21-976A-0FCC7A3AF49F}"/>
              </a:ext>
            </a:extLst>
          </p:cNvPr>
          <p:cNvSpPr>
            <a:spLocks xmlns:a="http://schemas.openxmlformats.org/drawingml/2006/main" noGrp="1"/>
          </p:cNvSpPr>
          <p:nvPr/>
        </p:nvSpPr>
        <p:spPr>
          <a:xfrm xmlns:a="http://schemas.openxmlformats.org/drawingml/2006/main">
            <a:off x="287120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89FDEB18-154E-4A63-AAE7-5E1117C68C39}"/>
              </a:ext>
            </a:extLst>
          </p:cNvPr>
          <p:cNvSpPr>
            <a:spLocks xmlns:a="http://schemas.openxmlformats.org/drawingml/2006/main" noGrp="1"/>
          </p:cNvSpPr>
          <p:nvPr/>
        </p:nvSpPr>
        <p:spPr>
          <a:xfrm xmlns:a="http://schemas.openxmlformats.org/drawingml/2006/main">
            <a:off x="287120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D2064D42-7B74-44B5-8E8C-10E5EF96C758}"/>
              </a:ext>
            </a:extLst>
          </p:cNvPr>
          <p:cNvSpPr>
            <a:spLocks xmlns:a="http://schemas.openxmlformats.org/drawingml/2006/main" noGrp="1"/>
          </p:cNvSpPr>
          <p:nvPr/>
        </p:nvSpPr>
        <p:spPr>
          <a:xfrm xmlns:a="http://schemas.openxmlformats.org/drawingml/2006/main">
            <a:off x="287120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B5D7DCC9-DFE4-4F85-94AD-48601CB6A668}"/>
              </a:ext>
            </a:extLst>
          </p:cNvPr>
          <p:cNvSpPr>
            <a:spLocks xmlns:a="http://schemas.openxmlformats.org/drawingml/2006/main" noGrp="1"/>
          </p:cNvSpPr>
          <p:nvPr/>
        </p:nvSpPr>
        <p:spPr>
          <a:xfrm xmlns:a="http://schemas.openxmlformats.org/drawingml/2006/main">
            <a:off x="287120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06406263-DE58-4D01-82E2-1A7084BBC36B}"/>
              </a:ext>
            </a:extLst>
          </p:cNvPr>
          <p:cNvSpPr>
            <a:spLocks xmlns:a="http://schemas.openxmlformats.org/drawingml/2006/main" noGrp="1"/>
          </p:cNvSpPr>
          <p:nvPr/>
        </p:nvSpPr>
        <p:spPr>
          <a:xfrm xmlns:a="http://schemas.openxmlformats.org/drawingml/2006/main">
            <a:off x="287120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90D12249-58DD-4FD5-8683-572DEC831109}"/>
              </a:ext>
            </a:extLst>
          </p:cNvPr>
          <p:cNvSpPr>
            <a:spLocks xmlns:a="http://schemas.openxmlformats.org/drawingml/2006/main" noGrp="1"/>
          </p:cNvSpPr>
          <p:nvPr/>
        </p:nvSpPr>
        <p:spPr>
          <a:xfrm xmlns:a="http://schemas.openxmlformats.org/drawingml/2006/main">
            <a:off x="287120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CCB9634D-C0B9-4F2E-BB91-A8CAF202624F}"/>
              </a:ext>
            </a:extLst>
          </p:cNvPr>
          <p:cNvSpPr>
            <a:spLocks xmlns:a="http://schemas.openxmlformats.org/drawingml/2006/main" noGrp="1"/>
          </p:cNvSpPr>
          <p:nvPr/>
        </p:nvSpPr>
        <p:spPr>
          <a:xfrm xmlns:a="http://schemas.openxmlformats.org/drawingml/2006/main">
            <a:off x="287120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75470E04-EEFF-4637-B512-364627D02ED3}"/>
              </a:ext>
            </a:extLst>
          </p:cNvPr>
          <p:cNvSpPr>
            <a:spLocks xmlns:a="http://schemas.openxmlformats.org/drawingml/2006/main" noGrp="1"/>
          </p:cNvSpPr>
          <p:nvPr/>
        </p:nvSpPr>
        <p:spPr>
          <a:xfrm xmlns:a="http://schemas.openxmlformats.org/drawingml/2006/main">
            <a:off x="287120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4497E7AE-256B-4AAA-B721-27D46C08F510}"/>
              </a:ext>
            </a:extLst>
          </p:cNvPr>
          <p:cNvSpPr>
            <a:spLocks xmlns:a="http://schemas.openxmlformats.org/drawingml/2006/main" noGrp="1"/>
          </p:cNvSpPr>
          <p:nvPr/>
        </p:nvSpPr>
        <p:spPr>
          <a:xfrm xmlns:a="http://schemas.openxmlformats.org/drawingml/2006/main">
            <a:off x="287120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CECC1F62-DB90-45BB-8DBE-0A29B0E2E450}"/>
              </a:ext>
            </a:extLst>
          </p:cNvPr>
          <p:cNvSpPr>
            <a:spLocks xmlns:a="http://schemas.openxmlformats.org/drawingml/2006/main" noGrp="1"/>
          </p:cNvSpPr>
          <p:nvPr/>
        </p:nvSpPr>
        <p:spPr>
          <a:xfrm xmlns:a="http://schemas.openxmlformats.org/drawingml/2006/main">
            <a:off x="287120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7C7E7BB0-A881-4FB6-92C6-7B23912664AA}"/>
              </a:ext>
            </a:extLst>
          </p:cNvPr>
          <p:cNvSpPr>
            <a:spLocks xmlns:a="http://schemas.openxmlformats.org/drawingml/2006/main" noGrp="1"/>
          </p:cNvSpPr>
          <p:nvPr/>
        </p:nvSpPr>
        <p:spPr>
          <a:xfrm xmlns:a="http://schemas.openxmlformats.org/drawingml/2006/main">
            <a:off x="295020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C6EDCEAF-908A-492D-BFFF-9797D2F9FFA7}"/>
              </a:ext>
            </a:extLst>
          </p:cNvPr>
          <p:cNvSpPr>
            <a:spLocks xmlns:a="http://schemas.openxmlformats.org/drawingml/2006/main" noGrp="1"/>
          </p:cNvSpPr>
          <p:nvPr/>
        </p:nvSpPr>
        <p:spPr>
          <a:xfrm xmlns:a="http://schemas.openxmlformats.org/drawingml/2006/main">
            <a:off x="295020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2BA9694B-26A4-45FD-A4F5-8808EBC666B2}"/>
              </a:ext>
            </a:extLst>
          </p:cNvPr>
          <p:cNvSpPr>
            <a:spLocks xmlns:a="http://schemas.openxmlformats.org/drawingml/2006/main" noGrp="1"/>
          </p:cNvSpPr>
          <p:nvPr/>
        </p:nvSpPr>
        <p:spPr>
          <a:xfrm xmlns:a="http://schemas.openxmlformats.org/drawingml/2006/main">
            <a:off x="295020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C74F9737-F26D-4C3A-9519-72EFD0A459AE}"/>
              </a:ext>
            </a:extLst>
          </p:cNvPr>
          <p:cNvSpPr>
            <a:spLocks xmlns:a="http://schemas.openxmlformats.org/drawingml/2006/main" noGrp="1"/>
          </p:cNvSpPr>
          <p:nvPr/>
        </p:nvSpPr>
        <p:spPr>
          <a:xfrm xmlns:a="http://schemas.openxmlformats.org/drawingml/2006/main">
            <a:off x="295020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1048D959-79A3-4DF7-B57E-456EAC82464C}"/>
              </a:ext>
            </a:extLst>
          </p:cNvPr>
          <p:cNvSpPr>
            <a:spLocks xmlns:a="http://schemas.openxmlformats.org/drawingml/2006/main" noGrp="1"/>
          </p:cNvSpPr>
          <p:nvPr/>
        </p:nvSpPr>
        <p:spPr>
          <a:xfrm xmlns:a="http://schemas.openxmlformats.org/drawingml/2006/main">
            <a:off x="295020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50FEFF42-4669-457C-A17E-53D3E7E40C76}"/>
              </a:ext>
            </a:extLst>
          </p:cNvPr>
          <p:cNvSpPr>
            <a:spLocks xmlns:a="http://schemas.openxmlformats.org/drawingml/2006/main" noGrp="1"/>
          </p:cNvSpPr>
          <p:nvPr/>
        </p:nvSpPr>
        <p:spPr>
          <a:xfrm xmlns:a="http://schemas.openxmlformats.org/drawingml/2006/main">
            <a:off x="295020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4A2FC144-B5EB-4C41-BC4A-3493B03C576A}"/>
              </a:ext>
            </a:extLst>
          </p:cNvPr>
          <p:cNvSpPr>
            <a:spLocks xmlns:a="http://schemas.openxmlformats.org/drawingml/2006/main" noGrp="1"/>
          </p:cNvSpPr>
          <p:nvPr/>
        </p:nvSpPr>
        <p:spPr>
          <a:xfrm xmlns:a="http://schemas.openxmlformats.org/drawingml/2006/main">
            <a:off x="295020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E8A3E5CA-99D8-418D-85BE-7AA785C485EE}"/>
              </a:ext>
            </a:extLst>
          </p:cNvPr>
          <p:cNvSpPr>
            <a:spLocks xmlns:a="http://schemas.openxmlformats.org/drawingml/2006/main" noGrp="1"/>
          </p:cNvSpPr>
          <p:nvPr/>
        </p:nvSpPr>
        <p:spPr>
          <a:xfrm xmlns:a="http://schemas.openxmlformats.org/drawingml/2006/main">
            <a:off x="295020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6C6DB249-45AC-4270-995E-943CD05A3AEC}"/>
              </a:ext>
            </a:extLst>
          </p:cNvPr>
          <p:cNvSpPr>
            <a:spLocks xmlns:a="http://schemas.openxmlformats.org/drawingml/2006/main" noGrp="1"/>
          </p:cNvSpPr>
          <p:nvPr/>
        </p:nvSpPr>
        <p:spPr>
          <a:xfrm xmlns:a="http://schemas.openxmlformats.org/drawingml/2006/main">
            <a:off x="295020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BA77AA62-03E8-4AAC-A0B5-1BAD0F5C2CFC}"/>
              </a:ext>
            </a:extLst>
          </p:cNvPr>
          <p:cNvSpPr>
            <a:spLocks xmlns:a="http://schemas.openxmlformats.org/drawingml/2006/main" noGrp="1"/>
          </p:cNvSpPr>
          <p:nvPr/>
        </p:nvSpPr>
        <p:spPr>
          <a:xfrm xmlns:a="http://schemas.openxmlformats.org/drawingml/2006/main">
            <a:off x="295020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6E4250AC-2306-4361-84CB-026C683320A1}"/>
              </a:ext>
            </a:extLst>
          </p:cNvPr>
          <p:cNvSpPr>
            <a:spLocks xmlns:a="http://schemas.openxmlformats.org/drawingml/2006/main" noGrp="1"/>
          </p:cNvSpPr>
          <p:nvPr/>
        </p:nvSpPr>
        <p:spPr>
          <a:xfrm xmlns:a="http://schemas.openxmlformats.org/drawingml/2006/main">
            <a:off x="295020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83C04BED-4E75-45EC-953A-8645C1528CA8}"/>
              </a:ext>
            </a:extLst>
          </p:cNvPr>
          <p:cNvSpPr>
            <a:spLocks xmlns:a="http://schemas.openxmlformats.org/drawingml/2006/main" noGrp="1"/>
          </p:cNvSpPr>
          <p:nvPr/>
        </p:nvSpPr>
        <p:spPr>
          <a:xfrm xmlns:a="http://schemas.openxmlformats.org/drawingml/2006/main">
            <a:off x="295020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04735B06-3B2D-4D5D-BA1C-8ADAD860F898}"/>
              </a:ext>
            </a:extLst>
          </p:cNvPr>
          <p:cNvSpPr>
            <a:spLocks xmlns:a="http://schemas.openxmlformats.org/drawingml/2006/main" noGrp="1"/>
          </p:cNvSpPr>
          <p:nvPr/>
        </p:nvSpPr>
        <p:spPr>
          <a:xfrm xmlns:a="http://schemas.openxmlformats.org/drawingml/2006/main">
            <a:off x="2950204"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056E490E-56FE-4647-8394-0BA092082AAA}"/>
              </a:ext>
            </a:extLst>
          </p:cNvPr>
          <p:cNvSpPr>
            <a:spLocks xmlns:a="http://schemas.openxmlformats.org/drawingml/2006/main" noGrp="1"/>
          </p:cNvSpPr>
          <p:nvPr/>
        </p:nvSpPr>
        <p:spPr>
          <a:xfrm xmlns:a="http://schemas.openxmlformats.org/drawingml/2006/main">
            <a:off x="302920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CE632012-9937-4EA9-A502-4EBFB46539ED}"/>
              </a:ext>
            </a:extLst>
          </p:cNvPr>
          <p:cNvSpPr>
            <a:spLocks xmlns:a="http://schemas.openxmlformats.org/drawingml/2006/main" noGrp="1"/>
          </p:cNvSpPr>
          <p:nvPr/>
        </p:nvSpPr>
        <p:spPr>
          <a:xfrm xmlns:a="http://schemas.openxmlformats.org/drawingml/2006/main">
            <a:off x="302920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30C491E1-D383-4673-8FAB-833FFA965F77}"/>
              </a:ext>
            </a:extLst>
          </p:cNvPr>
          <p:cNvSpPr>
            <a:spLocks xmlns:a="http://schemas.openxmlformats.org/drawingml/2006/main" noGrp="1"/>
          </p:cNvSpPr>
          <p:nvPr/>
        </p:nvSpPr>
        <p:spPr>
          <a:xfrm xmlns:a="http://schemas.openxmlformats.org/drawingml/2006/main">
            <a:off x="302920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454560E5-7750-41B5-B6A4-E658CF1DE038}"/>
              </a:ext>
            </a:extLst>
          </p:cNvPr>
          <p:cNvSpPr>
            <a:spLocks xmlns:a="http://schemas.openxmlformats.org/drawingml/2006/main" noGrp="1"/>
          </p:cNvSpPr>
          <p:nvPr/>
        </p:nvSpPr>
        <p:spPr>
          <a:xfrm xmlns:a="http://schemas.openxmlformats.org/drawingml/2006/main">
            <a:off x="302920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2A830AA6-5F9D-49B4-9246-26CF5643970E}"/>
              </a:ext>
            </a:extLst>
          </p:cNvPr>
          <p:cNvSpPr>
            <a:spLocks xmlns:a="http://schemas.openxmlformats.org/drawingml/2006/main" noGrp="1"/>
          </p:cNvSpPr>
          <p:nvPr/>
        </p:nvSpPr>
        <p:spPr>
          <a:xfrm xmlns:a="http://schemas.openxmlformats.org/drawingml/2006/main">
            <a:off x="302920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1874AF96-D7F6-45DB-A3DE-21E465A639EC}"/>
              </a:ext>
            </a:extLst>
          </p:cNvPr>
          <p:cNvSpPr>
            <a:spLocks xmlns:a="http://schemas.openxmlformats.org/drawingml/2006/main" noGrp="1"/>
          </p:cNvSpPr>
          <p:nvPr/>
        </p:nvSpPr>
        <p:spPr>
          <a:xfrm xmlns:a="http://schemas.openxmlformats.org/drawingml/2006/main">
            <a:off x="302920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DB5EB1F3-37B0-4359-BF40-8A91E86324E1}"/>
              </a:ext>
            </a:extLst>
          </p:cNvPr>
          <p:cNvSpPr>
            <a:spLocks xmlns:a="http://schemas.openxmlformats.org/drawingml/2006/main" noGrp="1"/>
          </p:cNvSpPr>
          <p:nvPr/>
        </p:nvSpPr>
        <p:spPr>
          <a:xfrm xmlns:a="http://schemas.openxmlformats.org/drawingml/2006/main">
            <a:off x="302920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22E7E60D-8C10-4A81-9B26-F57DF57A5F7D}"/>
              </a:ext>
            </a:extLst>
          </p:cNvPr>
          <p:cNvSpPr>
            <a:spLocks xmlns:a="http://schemas.openxmlformats.org/drawingml/2006/main" noGrp="1"/>
          </p:cNvSpPr>
          <p:nvPr/>
        </p:nvSpPr>
        <p:spPr>
          <a:xfrm xmlns:a="http://schemas.openxmlformats.org/drawingml/2006/main">
            <a:off x="302920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D36A9A15-215A-40F8-A401-D41FD58D9742}"/>
              </a:ext>
            </a:extLst>
          </p:cNvPr>
          <p:cNvSpPr>
            <a:spLocks xmlns:a="http://schemas.openxmlformats.org/drawingml/2006/main" noGrp="1"/>
          </p:cNvSpPr>
          <p:nvPr/>
        </p:nvSpPr>
        <p:spPr>
          <a:xfrm xmlns:a="http://schemas.openxmlformats.org/drawingml/2006/main">
            <a:off x="302920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BFE1C1B2-43A4-4351-8FA3-DAFC31F00044}"/>
              </a:ext>
            </a:extLst>
          </p:cNvPr>
          <p:cNvSpPr>
            <a:spLocks xmlns:a="http://schemas.openxmlformats.org/drawingml/2006/main" noGrp="1"/>
          </p:cNvSpPr>
          <p:nvPr/>
        </p:nvSpPr>
        <p:spPr>
          <a:xfrm xmlns:a="http://schemas.openxmlformats.org/drawingml/2006/main">
            <a:off x="302920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2A0718A0-0D92-41C5-9DF4-94660FD6EA54}"/>
              </a:ext>
            </a:extLst>
          </p:cNvPr>
          <p:cNvSpPr>
            <a:spLocks xmlns:a="http://schemas.openxmlformats.org/drawingml/2006/main" noGrp="1"/>
          </p:cNvSpPr>
          <p:nvPr/>
        </p:nvSpPr>
        <p:spPr>
          <a:xfrm xmlns:a="http://schemas.openxmlformats.org/drawingml/2006/main">
            <a:off x="302920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7237A6A5-BB9A-4C09-967D-216266E38A9C}"/>
              </a:ext>
            </a:extLst>
          </p:cNvPr>
          <p:cNvSpPr>
            <a:spLocks xmlns:a="http://schemas.openxmlformats.org/drawingml/2006/main" noGrp="1"/>
          </p:cNvSpPr>
          <p:nvPr/>
        </p:nvSpPr>
        <p:spPr>
          <a:xfrm xmlns:a="http://schemas.openxmlformats.org/drawingml/2006/main">
            <a:off x="302920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888B1016-3F85-4652-A84E-B62E407B0E60}"/>
              </a:ext>
            </a:extLst>
          </p:cNvPr>
          <p:cNvSpPr>
            <a:spLocks xmlns:a="http://schemas.openxmlformats.org/drawingml/2006/main" noGrp="1"/>
          </p:cNvSpPr>
          <p:nvPr/>
        </p:nvSpPr>
        <p:spPr>
          <a:xfrm xmlns:a="http://schemas.openxmlformats.org/drawingml/2006/main">
            <a:off x="3029206"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F6DAB108-A864-46B0-82EC-F3538FA043A7}"/>
              </a:ext>
            </a:extLst>
          </p:cNvPr>
          <p:cNvSpPr>
            <a:spLocks xmlns:a="http://schemas.openxmlformats.org/drawingml/2006/main" noGrp="1"/>
          </p:cNvSpPr>
          <p:nvPr/>
        </p:nvSpPr>
        <p:spPr>
          <a:xfrm xmlns:a="http://schemas.openxmlformats.org/drawingml/2006/main">
            <a:off x="3108209" y="424785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61F22F23-AE2A-4D46-B7C7-7E4CC1728ACC}"/>
              </a:ext>
            </a:extLst>
          </p:cNvPr>
          <p:cNvSpPr>
            <a:spLocks xmlns:a="http://schemas.openxmlformats.org/drawingml/2006/main" noGrp="1"/>
          </p:cNvSpPr>
          <p:nvPr/>
        </p:nvSpPr>
        <p:spPr>
          <a:xfrm xmlns:a="http://schemas.openxmlformats.org/drawingml/2006/main">
            <a:off x="3108209" y="416832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B651D4FE-9FB3-4513-9AA8-99AACC46DF60}"/>
              </a:ext>
            </a:extLst>
          </p:cNvPr>
          <p:cNvSpPr>
            <a:spLocks xmlns:a="http://schemas.openxmlformats.org/drawingml/2006/main" noGrp="1"/>
          </p:cNvSpPr>
          <p:nvPr/>
        </p:nvSpPr>
        <p:spPr>
          <a:xfrm xmlns:a="http://schemas.openxmlformats.org/drawingml/2006/main">
            <a:off x="310820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2650A302-9754-456C-8467-B5E32DFD48AF}"/>
              </a:ext>
            </a:extLst>
          </p:cNvPr>
          <p:cNvSpPr>
            <a:spLocks xmlns:a="http://schemas.openxmlformats.org/drawingml/2006/main" noGrp="1"/>
          </p:cNvSpPr>
          <p:nvPr/>
        </p:nvSpPr>
        <p:spPr>
          <a:xfrm xmlns:a="http://schemas.openxmlformats.org/drawingml/2006/main">
            <a:off x="310820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620F5A39-A183-420F-A9F2-B065C2A7C3A1}"/>
              </a:ext>
            </a:extLst>
          </p:cNvPr>
          <p:cNvSpPr>
            <a:spLocks xmlns:a="http://schemas.openxmlformats.org/drawingml/2006/main" noGrp="1"/>
          </p:cNvSpPr>
          <p:nvPr/>
        </p:nvSpPr>
        <p:spPr>
          <a:xfrm xmlns:a="http://schemas.openxmlformats.org/drawingml/2006/main">
            <a:off x="310820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6C83ABD0-D7D6-4F41-9023-B9DF1019BBF3}"/>
              </a:ext>
            </a:extLst>
          </p:cNvPr>
          <p:cNvSpPr>
            <a:spLocks xmlns:a="http://schemas.openxmlformats.org/drawingml/2006/main" noGrp="1"/>
          </p:cNvSpPr>
          <p:nvPr/>
        </p:nvSpPr>
        <p:spPr>
          <a:xfrm xmlns:a="http://schemas.openxmlformats.org/drawingml/2006/main">
            <a:off x="310820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29A0D19A-1239-47E8-8945-D124CDD8171C}"/>
              </a:ext>
            </a:extLst>
          </p:cNvPr>
          <p:cNvSpPr>
            <a:spLocks xmlns:a="http://schemas.openxmlformats.org/drawingml/2006/main" noGrp="1"/>
          </p:cNvSpPr>
          <p:nvPr/>
        </p:nvSpPr>
        <p:spPr>
          <a:xfrm xmlns:a="http://schemas.openxmlformats.org/drawingml/2006/main">
            <a:off x="310820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04675947-D46D-4FD7-892A-72597981D1C5}"/>
              </a:ext>
            </a:extLst>
          </p:cNvPr>
          <p:cNvSpPr>
            <a:spLocks xmlns:a="http://schemas.openxmlformats.org/drawingml/2006/main" noGrp="1"/>
          </p:cNvSpPr>
          <p:nvPr/>
        </p:nvSpPr>
        <p:spPr>
          <a:xfrm xmlns:a="http://schemas.openxmlformats.org/drawingml/2006/main">
            <a:off x="310820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017C49F0-126E-41E2-992F-0A8D9035696F}"/>
              </a:ext>
            </a:extLst>
          </p:cNvPr>
          <p:cNvSpPr>
            <a:spLocks xmlns:a="http://schemas.openxmlformats.org/drawingml/2006/main" noGrp="1"/>
          </p:cNvSpPr>
          <p:nvPr/>
        </p:nvSpPr>
        <p:spPr>
          <a:xfrm xmlns:a="http://schemas.openxmlformats.org/drawingml/2006/main">
            <a:off x="310820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A41F7B79-C782-40C7-A144-4A601AF1C9E6}"/>
              </a:ext>
            </a:extLst>
          </p:cNvPr>
          <p:cNvSpPr>
            <a:spLocks xmlns:a="http://schemas.openxmlformats.org/drawingml/2006/main" noGrp="1"/>
          </p:cNvSpPr>
          <p:nvPr/>
        </p:nvSpPr>
        <p:spPr>
          <a:xfrm xmlns:a="http://schemas.openxmlformats.org/drawingml/2006/main">
            <a:off x="310820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B23ACFD7-CEDA-441C-B2A3-6756DBF637EC}"/>
              </a:ext>
            </a:extLst>
          </p:cNvPr>
          <p:cNvSpPr>
            <a:spLocks xmlns:a="http://schemas.openxmlformats.org/drawingml/2006/main" noGrp="1"/>
          </p:cNvSpPr>
          <p:nvPr/>
        </p:nvSpPr>
        <p:spPr>
          <a:xfrm xmlns:a="http://schemas.openxmlformats.org/drawingml/2006/main">
            <a:off x="310820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D4279399-1F52-4E03-8AD8-D45E900D87B5}"/>
              </a:ext>
            </a:extLst>
          </p:cNvPr>
          <p:cNvSpPr>
            <a:spLocks xmlns:a="http://schemas.openxmlformats.org/drawingml/2006/main" noGrp="1"/>
          </p:cNvSpPr>
          <p:nvPr/>
        </p:nvSpPr>
        <p:spPr>
          <a:xfrm xmlns:a="http://schemas.openxmlformats.org/drawingml/2006/main">
            <a:off x="3108209"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465774CE-AF63-4C39-B323-C05CF3C26728}"/>
              </a:ext>
            </a:extLst>
          </p:cNvPr>
          <p:cNvSpPr>
            <a:spLocks xmlns:a="http://schemas.openxmlformats.org/drawingml/2006/main" noGrp="1"/>
          </p:cNvSpPr>
          <p:nvPr/>
        </p:nvSpPr>
        <p:spPr>
          <a:xfrm xmlns:a="http://schemas.openxmlformats.org/drawingml/2006/main">
            <a:off x="3108209" y="241856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18AEF7A2-76E8-4291-8A3C-90075288EF16}"/>
              </a:ext>
            </a:extLst>
          </p:cNvPr>
          <p:cNvSpPr>
            <a:spLocks xmlns:a="http://schemas.openxmlformats.org/drawingml/2006/main" noGrp="1"/>
          </p:cNvSpPr>
          <p:nvPr/>
        </p:nvSpPr>
        <p:spPr>
          <a:xfrm xmlns:a="http://schemas.openxmlformats.org/drawingml/2006/main">
            <a:off x="3187211" y="424785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6FE29D5B-21C4-4740-8A28-95903F691161}"/>
              </a:ext>
            </a:extLst>
          </p:cNvPr>
          <p:cNvSpPr>
            <a:spLocks xmlns:a="http://schemas.openxmlformats.org/drawingml/2006/main" noGrp="1"/>
          </p:cNvSpPr>
          <p:nvPr/>
        </p:nvSpPr>
        <p:spPr>
          <a:xfrm xmlns:a="http://schemas.openxmlformats.org/drawingml/2006/main">
            <a:off x="318721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E0A6F477-F2CB-4AF2-A1E2-70D7183E9B28}"/>
              </a:ext>
            </a:extLst>
          </p:cNvPr>
          <p:cNvSpPr>
            <a:spLocks xmlns:a="http://schemas.openxmlformats.org/drawingml/2006/main" noGrp="1"/>
          </p:cNvSpPr>
          <p:nvPr/>
        </p:nvSpPr>
        <p:spPr>
          <a:xfrm xmlns:a="http://schemas.openxmlformats.org/drawingml/2006/main">
            <a:off x="318721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8A9EC5A1-3DD9-464F-B367-89A2B6E8E4DF}"/>
              </a:ext>
            </a:extLst>
          </p:cNvPr>
          <p:cNvSpPr>
            <a:spLocks xmlns:a="http://schemas.openxmlformats.org/drawingml/2006/main" noGrp="1"/>
          </p:cNvSpPr>
          <p:nvPr/>
        </p:nvSpPr>
        <p:spPr>
          <a:xfrm xmlns:a="http://schemas.openxmlformats.org/drawingml/2006/main">
            <a:off x="318721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763C698E-F187-4FB8-8512-89E46F886B0F}"/>
              </a:ext>
            </a:extLst>
          </p:cNvPr>
          <p:cNvSpPr>
            <a:spLocks xmlns:a="http://schemas.openxmlformats.org/drawingml/2006/main" noGrp="1"/>
          </p:cNvSpPr>
          <p:nvPr/>
        </p:nvSpPr>
        <p:spPr>
          <a:xfrm xmlns:a="http://schemas.openxmlformats.org/drawingml/2006/main">
            <a:off x="318721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C4A6D4C6-5B55-409F-8FF9-94EE78DC714F}"/>
              </a:ext>
            </a:extLst>
          </p:cNvPr>
          <p:cNvSpPr>
            <a:spLocks xmlns:a="http://schemas.openxmlformats.org/drawingml/2006/main" noGrp="1"/>
          </p:cNvSpPr>
          <p:nvPr/>
        </p:nvSpPr>
        <p:spPr>
          <a:xfrm xmlns:a="http://schemas.openxmlformats.org/drawingml/2006/main">
            <a:off x="318721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1531A50D-2C41-4CAE-8F9B-A0F4EAB518C7}"/>
              </a:ext>
            </a:extLst>
          </p:cNvPr>
          <p:cNvSpPr>
            <a:spLocks xmlns:a="http://schemas.openxmlformats.org/drawingml/2006/main" noGrp="1"/>
          </p:cNvSpPr>
          <p:nvPr/>
        </p:nvSpPr>
        <p:spPr>
          <a:xfrm xmlns:a="http://schemas.openxmlformats.org/drawingml/2006/main">
            <a:off x="318721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69A9DE68-6A87-4160-839B-710BCDE9A79A}"/>
              </a:ext>
            </a:extLst>
          </p:cNvPr>
          <p:cNvSpPr>
            <a:spLocks xmlns:a="http://schemas.openxmlformats.org/drawingml/2006/main" noGrp="1"/>
          </p:cNvSpPr>
          <p:nvPr/>
        </p:nvSpPr>
        <p:spPr>
          <a:xfrm xmlns:a="http://schemas.openxmlformats.org/drawingml/2006/main">
            <a:off x="318721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163657D0-CEA5-4318-BB5A-6720FC1BCC34}"/>
              </a:ext>
            </a:extLst>
          </p:cNvPr>
          <p:cNvSpPr>
            <a:spLocks xmlns:a="http://schemas.openxmlformats.org/drawingml/2006/main" noGrp="1"/>
          </p:cNvSpPr>
          <p:nvPr/>
        </p:nvSpPr>
        <p:spPr>
          <a:xfrm xmlns:a="http://schemas.openxmlformats.org/drawingml/2006/main">
            <a:off x="318721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DB74AD80-2A29-4535-B09A-5A59D5957C9F}"/>
              </a:ext>
            </a:extLst>
          </p:cNvPr>
          <p:cNvSpPr>
            <a:spLocks xmlns:a="http://schemas.openxmlformats.org/drawingml/2006/main" noGrp="1"/>
          </p:cNvSpPr>
          <p:nvPr/>
        </p:nvSpPr>
        <p:spPr>
          <a:xfrm xmlns:a="http://schemas.openxmlformats.org/drawingml/2006/main">
            <a:off x="318721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D4E228B7-303A-4984-A0F1-AEB818B4DC57}"/>
              </a:ext>
            </a:extLst>
          </p:cNvPr>
          <p:cNvSpPr>
            <a:spLocks xmlns:a="http://schemas.openxmlformats.org/drawingml/2006/main" noGrp="1"/>
          </p:cNvSpPr>
          <p:nvPr/>
        </p:nvSpPr>
        <p:spPr>
          <a:xfrm xmlns:a="http://schemas.openxmlformats.org/drawingml/2006/main">
            <a:off x="318721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EEB3D669-46FF-406A-AA66-61ACC3936C39}"/>
              </a:ext>
            </a:extLst>
          </p:cNvPr>
          <p:cNvSpPr>
            <a:spLocks xmlns:a="http://schemas.openxmlformats.org/drawingml/2006/main" noGrp="1"/>
          </p:cNvSpPr>
          <p:nvPr/>
        </p:nvSpPr>
        <p:spPr>
          <a:xfrm xmlns:a="http://schemas.openxmlformats.org/drawingml/2006/main">
            <a:off x="3187211"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C43E2D71-76A8-4A18-BB23-DCE69CB3E448}"/>
              </a:ext>
            </a:extLst>
          </p:cNvPr>
          <p:cNvSpPr>
            <a:spLocks xmlns:a="http://schemas.openxmlformats.org/drawingml/2006/main" noGrp="1"/>
          </p:cNvSpPr>
          <p:nvPr/>
        </p:nvSpPr>
        <p:spPr>
          <a:xfrm xmlns:a="http://schemas.openxmlformats.org/drawingml/2006/main">
            <a:off x="318721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252AE342-6ACB-4F69-A923-5FEC29601E35}"/>
              </a:ext>
            </a:extLst>
          </p:cNvPr>
          <p:cNvSpPr>
            <a:spLocks xmlns:a="http://schemas.openxmlformats.org/drawingml/2006/main" noGrp="1"/>
          </p:cNvSpPr>
          <p:nvPr/>
        </p:nvSpPr>
        <p:spPr>
          <a:xfrm xmlns:a="http://schemas.openxmlformats.org/drawingml/2006/main">
            <a:off x="318721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69B462B5-F2C3-4841-ABF2-EE64FC233ED8}"/>
              </a:ext>
            </a:extLst>
          </p:cNvPr>
          <p:cNvSpPr>
            <a:spLocks xmlns:a="http://schemas.openxmlformats.org/drawingml/2006/main" noGrp="1"/>
          </p:cNvSpPr>
          <p:nvPr/>
        </p:nvSpPr>
        <p:spPr>
          <a:xfrm xmlns:a="http://schemas.openxmlformats.org/drawingml/2006/main">
            <a:off x="318721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2A8EB676-7B1A-40DF-B2A3-16E6E0DB927D}"/>
              </a:ext>
            </a:extLst>
          </p:cNvPr>
          <p:cNvSpPr>
            <a:spLocks xmlns:a="http://schemas.openxmlformats.org/drawingml/2006/main" noGrp="1"/>
          </p:cNvSpPr>
          <p:nvPr/>
        </p:nvSpPr>
        <p:spPr>
          <a:xfrm xmlns:a="http://schemas.openxmlformats.org/drawingml/2006/main">
            <a:off x="3187211"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E0119272-4EB5-43F0-B439-6CAC9C4F6894}"/>
              </a:ext>
            </a:extLst>
          </p:cNvPr>
          <p:cNvSpPr>
            <a:spLocks xmlns:a="http://schemas.openxmlformats.org/drawingml/2006/main" noGrp="1"/>
          </p:cNvSpPr>
          <p:nvPr/>
        </p:nvSpPr>
        <p:spPr>
          <a:xfrm xmlns:a="http://schemas.openxmlformats.org/drawingml/2006/main">
            <a:off x="326621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3A91E238-C53B-4A27-96C1-C92650E15DA6}"/>
              </a:ext>
            </a:extLst>
          </p:cNvPr>
          <p:cNvSpPr>
            <a:spLocks xmlns:a="http://schemas.openxmlformats.org/drawingml/2006/main" noGrp="1"/>
          </p:cNvSpPr>
          <p:nvPr/>
        </p:nvSpPr>
        <p:spPr>
          <a:xfrm xmlns:a="http://schemas.openxmlformats.org/drawingml/2006/main">
            <a:off x="326621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D28F822D-1F9F-4335-9AB4-CC9FBFD16D23}"/>
              </a:ext>
            </a:extLst>
          </p:cNvPr>
          <p:cNvSpPr>
            <a:spLocks xmlns:a="http://schemas.openxmlformats.org/drawingml/2006/main" noGrp="1"/>
          </p:cNvSpPr>
          <p:nvPr/>
        </p:nvSpPr>
        <p:spPr>
          <a:xfrm xmlns:a="http://schemas.openxmlformats.org/drawingml/2006/main">
            <a:off x="326621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370E32D9-1E36-490A-9941-B6ECBDFE6D0A}"/>
              </a:ext>
            </a:extLst>
          </p:cNvPr>
          <p:cNvSpPr>
            <a:spLocks xmlns:a="http://schemas.openxmlformats.org/drawingml/2006/main" noGrp="1"/>
          </p:cNvSpPr>
          <p:nvPr/>
        </p:nvSpPr>
        <p:spPr>
          <a:xfrm xmlns:a="http://schemas.openxmlformats.org/drawingml/2006/main">
            <a:off x="326621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7F5250D3-EFB2-4BCB-B084-C05BB6865005}"/>
              </a:ext>
            </a:extLst>
          </p:cNvPr>
          <p:cNvSpPr>
            <a:spLocks xmlns:a="http://schemas.openxmlformats.org/drawingml/2006/main" noGrp="1"/>
          </p:cNvSpPr>
          <p:nvPr/>
        </p:nvSpPr>
        <p:spPr>
          <a:xfrm xmlns:a="http://schemas.openxmlformats.org/drawingml/2006/main">
            <a:off x="326621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352D0923-ED16-4A5B-B834-CFB150F89244}"/>
              </a:ext>
            </a:extLst>
          </p:cNvPr>
          <p:cNvSpPr>
            <a:spLocks xmlns:a="http://schemas.openxmlformats.org/drawingml/2006/main" noGrp="1"/>
          </p:cNvSpPr>
          <p:nvPr/>
        </p:nvSpPr>
        <p:spPr>
          <a:xfrm xmlns:a="http://schemas.openxmlformats.org/drawingml/2006/main">
            <a:off x="326621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7849BC7D-813E-41B4-9858-0D18266A1EE6}"/>
              </a:ext>
            </a:extLst>
          </p:cNvPr>
          <p:cNvSpPr>
            <a:spLocks xmlns:a="http://schemas.openxmlformats.org/drawingml/2006/main" noGrp="1"/>
          </p:cNvSpPr>
          <p:nvPr/>
        </p:nvSpPr>
        <p:spPr>
          <a:xfrm xmlns:a="http://schemas.openxmlformats.org/drawingml/2006/main">
            <a:off x="326621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14F3DD48-448F-4586-A335-FF6C1A8696F5}"/>
              </a:ext>
            </a:extLst>
          </p:cNvPr>
          <p:cNvSpPr>
            <a:spLocks xmlns:a="http://schemas.openxmlformats.org/drawingml/2006/main" noGrp="1"/>
          </p:cNvSpPr>
          <p:nvPr/>
        </p:nvSpPr>
        <p:spPr>
          <a:xfrm xmlns:a="http://schemas.openxmlformats.org/drawingml/2006/main">
            <a:off x="326621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47EFD9F0-E3F8-4EA7-87DB-B1E730C638B3}"/>
              </a:ext>
            </a:extLst>
          </p:cNvPr>
          <p:cNvSpPr>
            <a:spLocks xmlns:a="http://schemas.openxmlformats.org/drawingml/2006/main" noGrp="1"/>
          </p:cNvSpPr>
          <p:nvPr/>
        </p:nvSpPr>
        <p:spPr>
          <a:xfrm xmlns:a="http://schemas.openxmlformats.org/drawingml/2006/main">
            <a:off x="326621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87661119-86BB-4655-B387-43DFDEF40F53}"/>
              </a:ext>
            </a:extLst>
          </p:cNvPr>
          <p:cNvSpPr>
            <a:spLocks xmlns:a="http://schemas.openxmlformats.org/drawingml/2006/main" noGrp="1"/>
          </p:cNvSpPr>
          <p:nvPr/>
        </p:nvSpPr>
        <p:spPr>
          <a:xfrm xmlns:a="http://schemas.openxmlformats.org/drawingml/2006/main">
            <a:off x="326621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040374E6-5A8E-4714-BF60-0434D6AC935F}"/>
              </a:ext>
            </a:extLst>
          </p:cNvPr>
          <p:cNvSpPr>
            <a:spLocks xmlns:a="http://schemas.openxmlformats.org/drawingml/2006/main" noGrp="1"/>
          </p:cNvSpPr>
          <p:nvPr/>
        </p:nvSpPr>
        <p:spPr>
          <a:xfrm xmlns:a="http://schemas.openxmlformats.org/drawingml/2006/main">
            <a:off x="326621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2EDB90AA-D8B0-4C16-BDBA-895C2BF43A92}"/>
              </a:ext>
            </a:extLst>
          </p:cNvPr>
          <p:cNvSpPr>
            <a:spLocks xmlns:a="http://schemas.openxmlformats.org/drawingml/2006/main" noGrp="1"/>
          </p:cNvSpPr>
          <p:nvPr/>
        </p:nvSpPr>
        <p:spPr>
          <a:xfrm xmlns:a="http://schemas.openxmlformats.org/drawingml/2006/main">
            <a:off x="326621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08F972DF-59E0-464B-9841-A62532F95255}"/>
              </a:ext>
            </a:extLst>
          </p:cNvPr>
          <p:cNvSpPr>
            <a:spLocks xmlns:a="http://schemas.openxmlformats.org/drawingml/2006/main" noGrp="1"/>
          </p:cNvSpPr>
          <p:nvPr/>
        </p:nvSpPr>
        <p:spPr>
          <a:xfrm xmlns:a="http://schemas.openxmlformats.org/drawingml/2006/main">
            <a:off x="326621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3BA39A94-A215-458F-B4F9-F9E3EAC3A4FB}"/>
              </a:ext>
            </a:extLst>
          </p:cNvPr>
          <p:cNvSpPr>
            <a:spLocks xmlns:a="http://schemas.openxmlformats.org/drawingml/2006/main" noGrp="1"/>
          </p:cNvSpPr>
          <p:nvPr/>
        </p:nvSpPr>
        <p:spPr>
          <a:xfrm xmlns:a="http://schemas.openxmlformats.org/drawingml/2006/main">
            <a:off x="326621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58AFB90C-331A-4BCF-96D4-B062E7F2443D}"/>
              </a:ext>
            </a:extLst>
          </p:cNvPr>
          <p:cNvSpPr>
            <a:spLocks xmlns:a="http://schemas.openxmlformats.org/drawingml/2006/main" noGrp="1"/>
          </p:cNvSpPr>
          <p:nvPr/>
        </p:nvSpPr>
        <p:spPr>
          <a:xfrm xmlns:a="http://schemas.openxmlformats.org/drawingml/2006/main">
            <a:off x="326621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7CF3DAAB-4280-4C3B-B9CF-01C549283E62}"/>
              </a:ext>
            </a:extLst>
          </p:cNvPr>
          <p:cNvSpPr>
            <a:spLocks xmlns:a="http://schemas.openxmlformats.org/drawingml/2006/main" noGrp="1"/>
          </p:cNvSpPr>
          <p:nvPr/>
        </p:nvSpPr>
        <p:spPr>
          <a:xfrm xmlns:a="http://schemas.openxmlformats.org/drawingml/2006/main">
            <a:off x="326621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3A21188A-7393-4C4C-BFDF-FA4DEF32E763}"/>
              </a:ext>
            </a:extLst>
          </p:cNvPr>
          <p:cNvSpPr>
            <a:spLocks xmlns:a="http://schemas.openxmlformats.org/drawingml/2006/main" noGrp="1"/>
          </p:cNvSpPr>
          <p:nvPr/>
        </p:nvSpPr>
        <p:spPr>
          <a:xfrm xmlns:a="http://schemas.openxmlformats.org/drawingml/2006/main">
            <a:off x="326621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7E2D51A4-A8CB-4379-8F79-F2E2A46363EF}"/>
              </a:ext>
            </a:extLst>
          </p:cNvPr>
          <p:cNvSpPr>
            <a:spLocks xmlns:a="http://schemas.openxmlformats.org/drawingml/2006/main" noGrp="1"/>
          </p:cNvSpPr>
          <p:nvPr/>
        </p:nvSpPr>
        <p:spPr>
          <a:xfrm xmlns:a="http://schemas.openxmlformats.org/drawingml/2006/main">
            <a:off x="326621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5EBE50A2-BDAE-40D8-9509-EB1903EA236F}"/>
              </a:ext>
            </a:extLst>
          </p:cNvPr>
          <p:cNvSpPr>
            <a:spLocks xmlns:a="http://schemas.openxmlformats.org/drawingml/2006/main" noGrp="1"/>
          </p:cNvSpPr>
          <p:nvPr/>
        </p:nvSpPr>
        <p:spPr>
          <a:xfrm xmlns:a="http://schemas.openxmlformats.org/drawingml/2006/main">
            <a:off x="326621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218CF64F-74BE-4BE5-A42A-9E88332E90F4}"/>
              </a:ext>
            </a:extLst>
          </p:cNvPr>
          <p:cNvSpPr>
            <a:spLocks xmlns:a="http://schemas.openxmlformats.org/drawingml/2006/main" noGrp="1"/>
          </p:cNvSpPr>
          <p:nvPr/>
        </p:nvSpPr>
        <p:spPr>
          <a:xfrm xmlns:a="http://schemas.openxmlformats.org/drawingml/2006/main">
            <a:off x="3345216" y="432738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17CAA82B-BA25-4BC3-B548-A88EFA90C9E6}"/>
              </a:ext>
            </a:extLst>
          </p:cNvPr>
          <p:cNvSpPr>
            <a:spLocks xmlns:a="http://schemas.openxmlformats.org/drawingml/2006/main" noGrp="1"/>
          </p:cNvSpPr>
          <p:nvPr/>
        </p:nvSpPr>
        <p:spPr>
          <a:xfrm xmlns:a="http://schemas.openxmlformats.org/drawingml/2006/main">
            <a:off x="334521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30AF365D-06F7-4481-AE05-E73D8863E05D}"/>
              </a:ext>
            </a:extLst>
          </p:cNvPr>
          <p:cNvSpPr>
            <a:spLocks xmlns:a="http://schemas.openxmlformats.org/drawingml/2006/main" noGrp="1"/>
          </p:cNvSpPr>
          <p:nvPr/>
        </p:nvSpPr>
        <p:spPr>
          <a:xfrm xmlns:a="http://schemas.openxmlformats.org/drawingml/2006/main">
            <a:off x="334521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2F90E75A-3964-470F-96AD-E2C9E4F0DB6A}"/>
              </a:ext>
            </a:extLst>
          </p:cNvPr>
          <p:cNvSpPr>
            <a:spLocks xmlns:a="http://schemas.openxmlformats.org/drawingml/2006/main" noGrp="1"/>
          </p:cNvSpPr>
          <p:nvPr/>
        </p:nvSpPr>
        <p:spPr>
          <a:xfrm xmlns:a="http://schemas.openxmlformats.org/drawingml/2006/main">
            <a:off x="334521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98599910-7E35-4621-94B5-EE9A7830FA4B}"/>
              </a:ext>
            </a:extLst>
          </p:cNvPr>
          <p:cNvSpPr>
            <a:spLocks xmlns:a="http://schemas.openxmlformats.org/drawingml/2006/main" noGrp="1"/>
          </p:cNvSpPr>
          <p:nvPr/>
        </p:nvSpPr>
        <p:spPr>
          <a:xfrm xmlns:a="http://schemas.openxmlformats.org/drawingml/2006/main">
            <a:off x="334521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DEE9F51C-0BA5-4417-ABD5-CE10E04849C5}"/>
              </a:ext>
            </a:extLst>
          </p:cNvPr>
          <p:cNvSpPr>
            <a:spLocks xmlns:a="http://schemas.openxmlformats.org/drawingml/2006/main" noGrp="1"/>
          </p:cNvSpPr>
          <p:nvPr/>
        </p:nvSpPr>
        <p:spPr>
          <a:xfrm xmlns:a="http://schemas.openxmlformats.org/drawingml/2006/main">
            <a:off x="334521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C2D18093-5F51-4980-B8B4-7B82352E9CCE}"/>
              </a:ext>
            </a:extLst>
          </p:cNvPr>
          <p:cNvSpPr>
            <a:spLocks xmlns:a="http://schemas.openxmlformats.org/drawingml/2006/main" noGrp="1"/>
          </p:cNvSpPr>
          <p:nvPr/>
        </p:nvSpPr>
        <p:spPr>
          <a:xfrm xmlns:a="http://schemas.openxmlformats.org/drawingml/2006/main">
            <a:off x="334521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7DDA9EC1-197A-42BB-9E89-825CB197F304}"/>
              </a:ext>
            </a:extLst>
          </p:cNvPr>
          <p:cNvSpPr>
            <a:spLocks xmlns:a="http://schemas.openxmlformats.org/drawingml/2006/main" noGrp="1"/>
          </p:cNvSpPr>
          <p:nvPr/>
        </p:nvSpPr>
        <p:spPr>
          <a:xfrm xmlns:a="http://schemas.openxmlformats.org/drawingml/2006/main">
            <a:off x="334521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E35ADA48-ECA4-4A5E-B769-F71CE3FC73C6}"/>
              </a:ext>
            </a:extLst>
          </p:cNvPr>
          <p:cNvSpPr>
            <a:spLocks xmlns:a="http://schemas.openxmlformats.org/drawingml/2006/main" noGrp="1"/>
          </p:cNvSpPr>
          <p:nvPr/>
        </p:nvSpPr>
        <p:spPr>
          <a:xfrm xmlns:a="http://schemas.openxmlformats.org/drawingml/2006/main">
            <a:off x="334521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05A76E09-05B9-4EEF-BA2B-0E2B20538BF2}"/>
              </a:ext>
            </a:extLst>
          </p:cNvPr>
          <p:cNvSpPr>
            <a:spLocks xmlns:a="http://schemas.openxmlformats.org/drawingml/2006/main" noGrp="1"/>
          </p:cNvSpPr>
          <p:nvPr/>
        </p:nvSpPr>
        <p:spPr>
          <a:xfrm xmlns:a="http://schemas.openxmlformats.org/drawingml/2006/main">
            <a:off x="334521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5E17B783-E9A8-4990-914C-0AA82BDD1002}"/>
              </a:ext>
            </a:extLst>
          </p:cNvPr>
          <p:cNvSpPr>
            <a:spLocks xmlns:a="http://schemas.openxmlformats.org/drawingml/2006/main" noGrp="1"/>
          </p:cNvSpPr>
          <p:nvPr/>
        </p:nvSpPr>
        <p:spPr>
          <a:xfrm xmlns:a="http://schemas.openxmlformats.org/drawingml/2006/main">
            <a:off x="334521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769F9502-2A3F-438F-9977-28E45B564003}"/>
              </a:ext>
            </a:extLst>
          </p:cNvPr>
          <p:cNvSpPr>
            <a:spLocks xmlns:a="http://schemas.openxmlformats.org/drawingml/2006/main" noGrp="1"/>
          </p:cNvSpPr>
          <p:nvPr/>
        </p:nvSpPr>
        <p:spPr>
          <a:xfrm xmlns:a="http://schemas.openxmlformats.org/drawingml/2006/main">
            <a:off x="334521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EB33F685-6E61-4EE6-AB02-FECD9B6E6CC3}"/>
              </a:ext>
            </a:extLst>
          </p:cNvPr>
          <p:cNvSpPr>
            <a:spLocks xmlns:a="http://schemas.openxmlformats.org/drawingml/2006/main" noGrp="1"/>
          </p:cNvSpPr>
          <p:nvPr/>
        </p:nvSpPr>
        <p:spPr>
          <a:xfrm xmlns:a="http://schemas.openxmlformats.org/drawingml/2006/main">
            <a:off x="334521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4A8B89FF-7CFF-4965-B054-913E611BD220}"/>
              </a:ext>
            </a:extLst>
          </p:cNvPr>
          <p:cNvSpPr>
            <a:spLocks xmlns:a="http://schemas.openxmlformats.org/drawingml/2006/main" noGrp="1"/>
          </p:cNvSpPr>
          <p:nvPr/>
        </p:nvSpPr>
        <p:spPr>
          <a:xfrm xmlns:a="http://schemas.openxmlformats.org/drawingml/2006/main">
            <a:off x="334521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6BA67386-75A6-45C5-9DD0-CD0DE1EB514A}"/>
              </a:ext>
            </a:extLst>
          </p:cNvPr>
          <p:cNvSpPr>
            <a:spLocks xmlns:a="http://schemas.openxmlformats.org/drawingml/2006/main" noGrp="1"/>
          </p:cNvSpPr>
          <p:nvPr/>
        </p:nvSpPr>
        <p:spPr>
          <a:xfrm xmlns:a="http://schemas.openxmlformats.org/drawingml/2006/main">
            <a:off x="334521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93856660-6A5C-4277-9949-AD185165EB09}"/>
              </a:ext>
            </a:extLst>
          </p:cNvPr>
          <p:cNvSpPr>
            <a:spLocks xmlns:a="http://schemas.openxmlformats.org/drawingml/2006/main" noGrp="1"/>
          </p:cNvSpPr>
          <p:nvPr/>
        </p:nvSpPr>
        <p:spPr>
          <a:xfrm xmlns:a="http://schemas.openxmlformats.org/drawingml/2006/main">
            <a:off x="334521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80F1EDAF-F6B9-4539-8948-55C217C87178}"/>
              </a:ext>
            </a:extLst>
          </p:cNvPr>
          <p:cNvSpPr>
            <a:spLocks xmlns:a="http://schemas.openxmlformats.org/drawingml/2006/main" noGrp="1"/>
          </p:cNvSpPr>
          <p:nvPr/>
        </p:nvSpPr>
        <p:spPr>
          <a:xfrm xmlns:a="http://schemas.openxmlformats.org/drawingml/2006/main">
            <a:off x="334521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72F3A30F-51D6-49D7-B241-9C549D091DB0}"/>
              </a:ext>
            </a:extLst>
          </p:cNvPr>
          <p:cNvSpPr>
            <a:spLocks xmlns:a="http://schemas.openxmlformats.org/drawingml/2006/main" noGrp="1"/>
          </p:cNvSpPr>
          <p:nvPr/>
        </p:nvSpPr>
        <p:spPr>
          <a:xfrm xmlns:a="http://schemas.openxmlformats.org/drawingml/2006/main">
            <a:off x="334521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54A8BB3E-A2F4-483F-9875-1311AE11C9A9}"/>
              </a:ext>
            </a:extLst>
          </p:cNvPr>
          <p:cNvSpPr>
            <a:spLocks xmlns:a="http://schemas.openxmlformats.org/drawingml/2006/main" noGrp="1"/>
          </p:cNvSpPr>
          <p:nvPr/>
        </p:nvSpPr>
        <p:spPr>
          <a:xfrm xmlns:a="http://schemas.openxmlformats.org/drawingml/2006/main">
            <a:off x="334521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2CC8BBC4-BDA2-4940-AEFE-30A01F934FC2}"/>
              </a:ext>
            </a:extLst>
          </p:cNvPr>
          <p:cNvSpPr>
            <a:spLocks xmlns:a="http://schemas.openxmlformats.org/drawingml/2006/main" noGrp="1"/>
          </p:cNvSpPr>
          <p:nvPr/>
        </p:nvSpPr>
        <p:spPr>
          <a:xfrm xmlns:a="http://schemas.openxmlformats.org/drawingml/2006/main">
            <a:off x="342421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323F1E65-1A56-43D1-A600-4BB735F734D5}"/>
              </a:ext>
            </a:extLst>
          </p:cNvPr>
          <p:cNvSpPr>
            <a:spLocks xmlns:a="http://schemas.openxmlformats.org/drawingml/2006/main" noGrp="1"/>
          </p:cNvSpPr>
          <p:nvPr/>
        </p:nvSpPr>
        <p:spPr>
          <a:xfrm xmlns:a="http://schemas.openxmlformats.org/drawingml/2006/main">
            <a:off x="342421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E7AFCF28-00BD-4670-B243-B52E269E10D3}"/>
              </a:ext>
            </a:extLst>
          </p:cNvPr>
          <p:cNvSpPr>
            <a:spLocks xmlns:a="http://schemas.openxmlformats.org/drawingml/2006/main" noGrp="1"/>
          </p:cNvSpPr>
          <p:nvPr/>
        </p:nvSpPr>
        <p:spPr>
          <a:xfrm xmlns:a="http://schemas.openxmlformats.org/drawingml/2006/main">
            <a:off x="342421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E30EFDE9-AB5F-4BE0-B5BF-A65E5ECF610A}"/>
              </a:ext>
            </a:extLst>
          </p:cNvPr>
          <p:cNvSpPr>
            <a:spLocks xmlns:a="http://schemas.openxmlformats.org/drawingml/2006/main" noGrp="1"/>
          </p:cNvSpPr>
          <p:nvPr/>
        </p:nvSpPr>
        <p:spPr>
          <a:xfrm xmlns:a="http://schemas.openxmlformats.org/drawingml/2006/main">
            <a:off x="342421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F3372A2B-E4D7-4DAF-8A58-6E2F9335FB05}"/>
              </a:ext>
            </a:extLst>
          </p:cNvPr>
          <p:cNvSpPr>
            <a:spLocks xmlns:a="http://schemas.openxmlformats.org/drawingml/2006/main" noGrp="1"/>
          </p:cNvSpPr>
          <p:nvPr/>
        </p:nvSpPr>
        <p:spPr>
          <a:xfrm xmlns:a="http://schemas.openxmlformats.org/drawingml/2006/main">
            <a:off x="342421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A10F4BFF-6222-465B-AFD4-0C530AB023A3}"/>
              </a:ext>
            </a:extLst>
          </p:cNvPr>
          <p:cNvSpPr>
            <a:spLocks xmlns:a="http://schemas.openxmlformats.org/drawingml/2006/main" noGrp="1"/>
          </p:cNvSpPr>
          <p:nvPr/>
        </p:nvSpPr>
        <p:spPr>
          <a:xfrm xmlns:a="http://schemas.openxmlformats.org/drawingml/2006/main">
            <a:off x="342421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BBA18574-A025-40CF-AE3B-C00913C527BC}"/>
              </a:ext>
            </a:extLst>
          </p:cNvPr>
          <p:cNvSpPr>
            <a:spLocks xmlns:a="http://schemas.openxmlformats.org/drawingml/2006/main" noGrp="1"/>
          </p:cNvSpPr>
          <p:nvPr/>
        </p:nvSpPr>
        <p:spPr>
          <a:xfrm xmlns:a="http://schemas.openxmlformats.org/drawingml/2006/main">
            <a:off x="342421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EA93B889-51AA-4BB2-8D0C-A0EB3EC9F471}"/>
              </a:ext>
            </a:extLst>
          </p:cNvPr>
          <p:cNvSpPr>
            <a:spLocks xmlns:a="http://schemas.openxmlformats.org/drawingml/2006/main" noGrp="1"/>
          </p:cNvSpPr>
          <p:nvPr/>
        </p:nvSpPr>
        <p:spPr>
          <a:xfrm xmlns:a="http://schemas.openxmlformats.org/drawingml/2006/main">
            <a:off x="342421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49D25F32-D7EC-4D45-AD93-10CAF720C878}"/>
              </a:ext>
            </a:extLst>
          </p:cNvPr>
          <p:cNvSpPr>
            <a:spLocks xmlns:a="http://schemas.openxmlformats.org/drawingml/2006/main" noGrp="1"/>
          </p:cNvSpPr>
          <p:nvPr/>
        </p:nvSpPr>
        <p:spPr>
          <a:xfrm xmlns:a="http://schemas.openxmlformats.org/drawingml/2006/main">
            <a:off x="342421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F1C67825-29FF-4A11-BF20-DA3027DB095F}"/>
              </a:ext>
            </a:extLst>
          </p:cNvPr>
          <p:cNvSpPr>
            <a:spLocks xmlns:a="http://schemas.openxmlformats.org/drawingml/2006/main" noGrp="1"/>
          </p:cNvSpPr>
          <p:nvPr/>
        </p:nvSpPr>
        <p:spPr>
          <a:xfrm xmlns:a="http://schemas.openxmlformats.org/drawingml/2006/main">
            <a:off x="342421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5242094A-E9EF-4103-8A51-12AEEF5F8274}"/>
              </a:ext>
            </a:extLst>
          </p:cNvPr>
          <p:cNvSpPr>
            <a:spLocks xmlns:a="http://schemas.openxmlformats.org/drawingml/2006/main" noGrp="1"/>
          </p:cNvSpPr>
          <p:nvPr/>
        </p:nvSpPr>
        <p:spPr>
          <a:xfrm xmlns:a="http://schemas.openxmlformats.org/drawingml/2006/main">
            <a:off x="342421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8753C592-F922-455B-B1FD-7E801BEF04FE}"/>
              </a:ext>
            </a:extLst>
          </p:cNvPr>
          <p:cNvSpPr>
            <a:spLocks xmlns:a="http://schemas.openxmlformats.org/drawingml/2006/main" noGrp="1"/>
          </p:cNvSpPr>
          <p:nvPr/>
        </p:nvSpPr>
        <p:spPr>
          <a:xfrm xmlns:a="http://schemas.openxmlformats.org/drawingml/2006/main">
            <a:off x="342421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1C9C538D-BA12-49A4-9874-D2E1CADE1CCC}"/>
              </a:ext>
            </a:extLst>
          </p:cNvPr>
          <p:cNvSpPr>
            <a:spLocks xmlns:a="http://schemas.openxmlformats.org/drawingml/2006/main" noGrp="1"/>
          </p:cNvSpPr>
          <p:nvPr/>
        </p:nvSpPr>
        <p:spPr>
          <a:xfrm xmlns:a="http://schemas.openxmlformats.org/drawingml/2006/main">
            <a:off x="342421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D9F4F041-EDA1-4F98-B482-F0FBB64BB47A}"/>
              </a:ext>
            </a:extLst>
          </p:cNvPr>
          <p:cNvSpPr>
            <a:spLocks xmlns:a="http://schemas.openxmlformats.org/drawingml/2006/main" noGrp="1"/>
          </p:cNvSpPr>
          <p:nvPr/>
        </p:nvSpPr>
        <p:spPr>
          <a:xfrm xmlns:a="http://schemas.openxmlformats.org/drawingml/2006/main">
            <a:off x="342421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82315070-0BC5-4D1C-9992-DAF59D5375CA}"/>
              </a:ext>
            </a:extLst>
          </p:cNvPr>
          <p:cNvSpPr>
            <a:spLocks xmlns:a="http://schemas.openxmlformats.org/drawingml/2006/main" noGrp="1"/>
          </p:cNvSpPr>
          <p:nvPr/>
        </p:nvSpPr>
        <p:spPr>
          <a:xfrm xmlns:a="http://schemas.openxmlformats.org/drawingml/2006/main">
            <a:off x="342421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6872B834-AB5B-4B23-971A-7E8E61F178B3}"/>
              </a:ext>
            </a:extLst>
          </p:cNvPr>
          <p:cNvSpPr>
            <a:spLocks xmlns:a="http://schemas.openxmlformats.org/drawingml/2006/main" noGrp="1"/>
          </p:cNvSpPr>
          <p:nvPr/>
        </p:nvSpPr>
        <p:spPr>
          <a:xfrm xmlns:a="http://schemas.openxmlformats.org/drawingml/2006/main">
            <a:off x="3424219"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AFC8A9F2-E5EF-4B60-8792-1D5E2BE95222}"/>
              </a:ext>
            </a:extLst>
          </p:cNvPr>
          <p:cNvSpPr>
            <a:spLocks xmlns:a="http://schemas.openxmlformats.org/drawingml/2006/main" noGrp="1"/>
          </p:cNvSpPr>
          <p:nvPr/>
        </p:nvSpPr>
        <p:spPr>
          <a:xfrm xmlns:a="http://schemas.openxmlformats.org/drawingml/2006/main">
            <a:off x="342421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3CDDB4D4-FF3A-4557-A95F-F8A910588134}"/>
              </a:ext>
            </a:extLst>
          </p:cNvPr>
          <p:cNvSpPr>
            <a:spLocks xmlns:a="http://schemas.openxmlformats.org/drawingml/2006/main" noGrp="1"/>
          </p:cNvSpPr>
          <p:nvPr/>
        </p:nvSpPr>
        <p:spPr>
          <a:xfrm xmlns:a="http://schemas.openxmlformats.org/drawingml/2006/main">
            <a:off x="350322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62FBC247-D02B-40FD-83DF-B8893A7F8A74}"/>
              </a:ext>
            </a:extLst>
          </p:cNvPr>
          <p:cNvSpPr>
            <a:spLocks xmlns:a="http://schemas.openxmlformats.org/drawingml/2006/main" noGrp="1"/>
          </p:cNvSpPr>
          <p:nvPr/>
        </p:nvSpPr>
        <p:spPr>
          <a:xfrm xmlns:a="http://schemas.openxmlformats.org/drawingml/2006/main">
            <a:off x="350322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F9299F49-DA65-4914-8B20-01672C628FA7}"/>
              </a:ext>
            </a:extLst>
          </p:cNvPr>
          <p:cNvSpPr>
            <a:spLocks xmlns:a="http://schemas.openxmlformats.org/drawingml/2006/main" noGrp="1"/>
          </p:cNvSpPr>
          <p:nvPr/>
        </p:nvSpPr>
        <p:spPr>
          <a:xfrm xmlns:a="http://schemas.openxmlformats.org/drawingml/2006/main">
            <a:off x="350322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C974F38A-2FF8-479C-AE92-CEEC1206F138}"/>
              </a:ext>
            </a:extLst>
          </p:cNvPr>
          <p:cNvSpPr>
            <a:spLocks xmlns:a="http://schemas.openxmlformats.org/drawingml/2006/main" noGrp="1"/>
          </p:cNvSpPr>
          <p:nvPr/>
        </p:nvSpPr>
        <p:spPr>
          <a:xfrm xmlns:a="http://schemas.openxmlformats.org/drawingml/2006/main">
            <a:off x="350322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1CFE56EB-B97D-49CB-B98A-05618C3EEC38}"/>
              </a:ext>
            </a:extLst>
          </p:cNvPr>
          <p:cNvSpPr>
            <a:spLocks xmlns:a="http://schemas.openxmlformats.org/drawingml/2006/main" noGrp="1"/>
          </p:cNvSpPr>
          <p:nvPr/>
        </p:nvSpPr>
        <p:spPr>
          <a:xfrm xmlns:a="http://schemas.openxmlformats.org/drawingml/2006/main">
            <a:off x="350322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F7CD02E9-14EE-49DC-8F79-9BA055E52C9D}"/>
              </a:ext>
            </a:extLst>
          </p:cNvPr>
          <p:cNvSpPr>
            <a:spLocks xmlns:a="http://schemas.openxmlformats.org/drawingml/2006/main" noGrp="1"/>
          </p:cNvSpPr>
          <p:nvPr/>
        </p:nvSpPr>
        <p:spPr>
          <a:xfrm xmlns:a="http://schemas.openxmlformats.org/drawingml/2006/main">
            <a:off x="350322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E251BDCB-DF10-4489-80D2-9CD702311866}"/>
              </a:ext>
            </a:extLst>
          </p:cNvPr>
          <p:cNvSpPr>
            <a:spLocks xmlns:a="http://schemas.openxmlformats.org/drawingml/2006/main" noGrp="1"/>
          </p:cNvSpPr>
          <p:nvPr/>
        </p:nvSpPr>
        <p:spPr>
          <a:xfrm xmlns:a="http://schemas.openxmlformats.org/drawingml/2006/main">
            <a:off x="350322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B4B0D483-9711-4B51-ABA6-C245D8BB2C11}"/>
              </a:ext>
            </a:extLst>
          </p:cNvPr>
          <p:cNvSpPr>
            <a:spLocks xmlns:a="http://schemas.openxmlformats.org/drawingml/2006/main" noGrp="1"/>
          </p:cNvSpPr>
          <p:nvPr/>
        </p:nvSpPr>
        <p:spPr>
          <a:xfrm xmlns:a="http://schemas.openxmlformats.org/drawingml/2006/main">
            <a:off x="350322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7DD396E2-B935-477F-89C2-6FF1D1CCA218}"/>
              </a:ext>
            </a:extLst>
          </p:cNvPr>
          <p:cNvSpPr>
            <a:spLocks xmlns:a="http://schemas.openxmlformats.org/drawingml/2006/main" noGrp="1"/>
          </p:cNvSpPr>
          <p:nvPr/>
        </p:nvSpPr>
        <p:spPr>
          <a:xfrm xmlns:a="http://schemas.openxmlformats.org/drawingml/2006/main">
            <a:off x="350322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109241AE-014D-435B-8A89-ACE49E81B961}"/>
              </a:ext>
            </a:extLst>
          </p:cNvPr>
          <p:cNvSpPr>
            <a:spLocks xmlns:a="http://schemas.openxmlformats.org/drawingml/2006/main" noGrp="1"/>
          </p:cNvSpPr>
          <p:nvPr/>
        </p:nvSpPr>
        <p:spPr>
          <a:xfrm xmlns:a="http://schemas.openxmlformats.org/drawingml/2006/main">
            <a:off x="350322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F4C193CD-8FF6-44C5-A4D9-B87ADE9D4C3E}"/>
              </a:ext>
            </a:extLst>
          </p:cNvPr>
          <p:cNvSpPr>
            <a:spLocks xmlns:a="http://schemas.openxmlformats.org/drawingml/2006/main" noGrp="1"/>
          </p:cNvSpPr>
          <p:nvPr/>
        </p:nvSpPr>
        <p:spPr>
          <a:xfrm xmlns:a="http://schemas.openxmlformats.org/drawingml/2006/main">
            <a:off x="350322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7AECB634-2EA6-46DA-A3CB-E3DE03BF97DA}"/>
              </a:ext>
            </a:extLst>
          </p:cNvPr>
          <p:cNvSpPr>
            <a:spLocks xmlns:a="http://schemas.openxmlformats.org/drawingml/2006/main" noGrp="1"/>
          </p:cNvSpPr>
          <p:nvPr/>
        </p:nvSpPr>
        <p:spPr>
          <a:xfrm xmlns:a="http://schemas.openxmlformats.org/drawingml/2006/main">
            <a:off x="350322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57F0DC4F-901A-476C-AA84-53BBD599608F}"/>
              </a:ext>
            </a:extLst>
          </p:cNvPr>
          <p:cNvSpPr>
            <a:spLocks xmlns:a="http://schemas.openxmlformats.org/drawingml/2006/main" noGrp="1"/>
          </p:cNvSpPr>
          <p:nvPr/>
        </p:nvSpPr>
        <p:spPr>
          <a:xfrm xmlns:a="http://schemas.openxmlformats.org/drawingml/2006/main">
            <a:off x="350322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D5A22284-3155-483D-8178-D4CC59287E27}"/>
              </a:ext>
            </a:extLst>
          </p:cNvPr>
          <p:cNvSpPr>
            <a:spLocks xmlns:a="http://schemas.openxmlformats.org/drawingml/2006/main" noGrp="1"/>
          </p:cNvSpPr>
          <p:nvPr/>
        </p:nvSpPr>
        <p:spPr>
          <a:xfrm xmlns:a="http://schemas.openxmlformats.org/drawingml/2006/main">
            <a:off x="350322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34551858-3CBC-4702-A6AB-B57232270095}"/>
              </a:ext>
            </a:extLst>
          </p:cNvPr>
          <p:cNvSpPr>
            <a:spLocks xmlns:a="http://schemas.openxmlformats.org/drawingml/2006/main" noGrp="1"/>
          </p:cNvSpPr>
          <p:nvPr/>
        </p:nvSpPr>
        <p:spPr>
          <a:xfrm xmlns:a="http://schemas.openxmlformats.org/drawingml/2006/main">
            <a:off x="350322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745261AB-97E5-409E-957A-2A72AC56EFA0}"/>
              </a:ext>
            </a:extLst>
          </p:cNvPr>
          <p:cNvSpPr>
            <a:spLocks xmlns:a="http://schemas.openxmlformats.org/drawingml/2006/main" noGrp="1"/>
          </p:cNvSpPr>
          <p:nvPr/>
        </p:nvSpPr>
        <p:spPr>
          <a:xfrm xmlns:a="http://schemas.openxmlformats.org/drawingml/2006/main">
            <a:off x="350322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053904A4-EC81-4179-BEBA-776056F4C6F5}"/>
              </a:ext>
            </a:extLst>
          </p:cNvPr>
          <p:cNvSpPr>
            <a:spLocks xmlns:a="http://schemas.openxmlformats.org/drawingml/2006/main" noGrp="1"/>
          </p:cNvSpPr>
          <p:nvPr/>
        </p:nvSpPr>
        <p:spPr>
          <a:xfrm xmlns:a="http://schemas.openxmlformats.org/drawingml/2006/main">
            <a:off x="350322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0A0B56D1-C62D-4765-9146-20200EE4A6F7}"/>
              </a:ext>
            </a:extLst>
          </p:cNvPr>
          <p:cNvSpPr>
            <a:spLocks xmlns:a="http://schemas.openxmlformats.org/drawingml/2006/main" noGrp="1"/>
          </p:cNvSpPr>
          <p:nvPr/>
        </p:nvSpPr>
        <p:spPr>
          <a:xfrm xmlns:a="http://schemas.openxmlformats.org/drawingml/2006/main">
            <a:off x="350322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990FA671-9687-46A8-9290-E37BFBBF7404}"/>
              </a:ext>
            </a:extLst>
          </p:cNvPr>
          <p:cNvSpPr>
            <a:spLocks xmlns:a="http://schemas.openxmlformats.org/drawingml/2006/main" noGrp="1"/>
          </p:cNvSpPr>
          <p:nvPr/>
        </p:nvSpPr>
        <p:spPr>
          <a:xfrm xmlns:a="http://schemas.openxmlformats.org/drawingml/2006/main">
            <a:off x="358222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2B80F8FB-6A36-460A-B887-313AB3193FAB}"/>
              </a:ext>
            </a:extLst>
          </p:cNvPr>
          <p:cNvSpPr>
            <a:spLocks xmlns:a="http://schemas.openxmlformats.org/drawingml/2006/main" noGrp="1"/>
          </p:cNvSpPr>
          <p:nvPr/>
        </p:nvSpPr>
        <p:spPr>
          <a:xfrm xmlns:a="http://schemas.openxmlformats.org/drawingml/2006/main">
            <a:off x="358222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73B6967C-B1D2-4B6F-A0AF-E56B8DF724B9}"/>
              </a:ext>
            </a:extLst>
          </p:cNvPr>
          <p:cNvSpPr>
            <a:spLocks xmlns:a="http://schemas.openxmlformats.org/drawingml/2006/main" noGrp="1"/>
          </p:cNvSpPr>
          <p:nvPr/>
        </p:nvSpPr>
        <p:spPr>
          <a:xfrm xmlns:a="http://schemas.openxmlformats.org/drawingml/2006/main">
            <a:off x="358222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25025A96-813F-4C8B-82AC-07B51236AF8C}"/>
              </a:ext>
            </a:extLst>
          </p:cNvPr>
          <p:cNvSpPr>
            <a:spLocks xmlns:a="http://schemas.openxmlformats.org/drawingml/2006/main" noGrp="1"/>
          </p:cNvSpPr>
          <p:nvPr/>
        </p:nvSpPr>
        <p:spPr>
          <a:xfrm xmlns:a="http://schemas.openxmlformats.org/drawingml/2006/main">
            <a:off x="358222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FF67CFCB-4B03-409B-9281-E99EA03D280D}"/>
              </a:ext>
            </a:extLst>
          </p:cNvPr>
          <p:cNvSpPr>
            <a:spLocks xmlns:a="http://schemas.openxmlformats.org/drawingml/2006/main" noGrp="1"/>
          </p:cNvSpPr>
          <p:nvPr/>
        </p:nvSpPr>
        <p:spPr>
          <a:xfrm xmlns:a="http://schemas.openxmlformats.org/drawingml/2006/main">
            <a:off x="358222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75174219-BBE0-4BDA-B003-D3D406DC607B}"/>
              </a:ext>
            </a:extLst>
          </p:cNvPr>
          <p:cNvSpPr>
            <a:spLocks xmlns:a="http://schemas.openxmlformats.org/drawingml/2006/main" noGrp="1"/>
          </p:cNvSpPr>
          <p:nvPr/>
        </p:nvSpPr>
        <p:spPr>
          <a:xfrm xmlns:a="http://schemas.openxmlformats.org/drawingml/2006/main">
            <a:off x="358222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06DAD91D-04CC-4C5A-9DEC-26929A6C1F45}"/>
              </a:ext>
            </a:extLst>
          </p:cNvPr>
          <p:cNvSpPr>
            <a:spLocks xmlns:a="http://schemas.openxmlformats.org/drawingml/2006/main" noGrp="1"/>
          </p:cNvSpPr>
          <p:nvPr/>
        </p:nvSpPr>
        <p:spPr>
          <a:xfrm xmlns:a="http://schemas.openxmlformats.org/drawingml/2006/main">
            <a:off x="358222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FED24C26-0838-40A3-8763-7D4EB6DC5270}"/>
              </a:ext>
            </a:extLst>
          </p:cNvPr>
          <p:cNvSpPr>
            <a:spLocks xmlns:a="http://schemas.openxmlformats.org/drawingml/2006/main" noGrp="1"/>
          </p:cNvSpPr>
          <p:nvPr/>
        </p:nvSpPr>
        <p:spPr>
          <a:xfrm xmlns:a="http://schemas.openxmlformats.org/drawingml/2006/main">
            <a:off x="358222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312EDD79-E4EC-4180-9E24-DF8A72B2F5F9}"/>
              </a:ext>
            </a:extLst>
          </p:cNvPr>
          <p:cNvSpPr>
            <a:spLocks xmlns:a="http://schemas.openxmlformats.org/drawingml/2006/main" noGrp="1"/>
          </p:cNvSpPr>
          <p:nvPr/>
        </p:nvSpPr>
        <p:spPr>
          <a:xfrm xmlns:a="http://schemas.openxmlformats.org/drawingml/2006/main">
            <a:off x="358222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79E4DB05-8E16-4230-834F-5AF24CD440B7}"/>
              </a:ext>
            </a:extLst>
          </p:cNvPr>
          <p:cNvSpPr>
            <a:spLocks xmlns:a="http://schemas.openxmlformats.org/drawingml/2006/main" noGrp="1"/>
          </p:cNvSpPr>
          <p:nvPr/>
        </p:nvSpPr>
        <p:spPr>
          <a:xfrm xmlns:a="http://schemas.openxmlformats.org/drawingml/2006/main">
            <a:off x="358222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B8D1BB05-C917-490C-8281-5E214222FCD0}"/>
              </a:ext>
            </a:extLst>
          </p:cNvPr>
          <p:cNvSpPr>
            <a:spLocks xmlns:a="http://schemas.openxmlformats.org/drawingml/2006/main" noGrp="1"/>
          </p:cNvSpPr>
          <p:nvPr/>
        </p:nvSpPr>
        <p:spPr>
          <a:xfrm xmlns:a="http://schemas.openxmlformats.org/drawingml/2006/main">
            <a:off x="358222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A92DCB70-6952-47F6-97E1-A667172966E5}"/>
              </a:ext>
            </a:extLst>
          </p:cNvPr>
          <p:cNvSpPr>
            <a:spLocks xmlns:a="http://schemas.openxmlformats.org/drawingml/2006/main" noGrp="1"/>
          </p:cNvSpPr>
          <p:nvPr/>
        </p:nvSpPr>
        <p:spPr>
          <a:xfrm xmlns:a="http://schemas.openxmlformats.org/drawingml/2006/main">
            <a:off x="358222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9D50DECC-243C-40A6-B922-C9DDC817F681}"/>
              </a:ext>
            </a:extLst>
          </p:cNvPr>
          <p:cNvSpPr>
            <a:spLocks xmlns:a="http://schemas.openxmlformats.org/drawingml/2006/main" noGrp="1"/>
          </p:cNvSpPr>
          <p:nvPr/>
        </p:nvSpPr>
        <p:spPr>
          <a:xfrm xmlns:a="http://schemas.openxmlformats.org/drawingml/2006/main">
            <a:off x="358222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F73980F3-7A4D-4B0B-BF11-310E9790A917}"/>
              </a:ext>
            </a:extLst>
          </p:cNvPr>
          <p:cNvSpPr>
            <a:spLocks xmlns:a="http://schemas.openxmlformats.org/drawingml/2006/main" noGrp="1"/>
          </p:cNvSpPr>
          <p:nvPr/>
        </p:nvSpPr>
        <p:spPr>
          <a:xfrm xmlns:a="http://schemas.openxmlformats.org/drawingml/2006/main">
            <a:off x="358222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18CAEEA0-20F4-455F-BE84-06E6524FF575}"/>
              </a:ext>
            </a:extLst>
          </p:cNvPr>
          <p:cNvSpPr>
            <a:spLocks xmlns:a="http://schemas.openxmlformats.org/drawingml/2006/main" noGrp="1"/>
          </p:cNvSpPr>
          <p:nvPr/>
        </p:nvSpPr>
        <p:spPr>
          <a:xfrm xmlns:a="http://schemas.openxmlformats.org/drawingml/2006/main">
            <a:off x="366122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C960AC03-35D1-4987-8E69-4A38970C3AEA}"/>
              </a:ext>
            </a:extLst>
          </p:cNvPr>
          <p:cNvSpPr>
            <a:spLocks xmlns:a="http://schemas.openxmlformats.org/drawingml/2006/main" noGrp="1"/>
          </p:cNvSpPr>
          <p:nvPr/>
        </p:nvSpPr>
        <p:spPr>
          <a:xfrm xmlns:a="http://schemas.openxmlformats.org/drawingml/2006/main">
            <a:off x="366122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73EB7B2D-B955-46A5-BBFF-8E2FB996F0BB}"/>
              </a:ext>
            </a:extLst>
          </p:cNvPr>
          <p:cNvSpPr>
            <a:spLocks xmlns:a="http://schemas.openxmlformats.org/drawingml/2006/main" noGrp="1"/>
          </p:cNvSpPr>
          <p:nvPr/>
        </p:nvSpPr>
        <p:spPr>
          <a:xfrm xmlns:a="http://schemas.openxmlformats.org/drawingml/2006/main">
            <a:off x="366122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7AB7C007-C6C5-4E2A-97AB-24538E21AFB8}"/>
              </a:ext>
            </a:extLst>
          </p:cNvPr>
          <p:cNvSpPr>
            <a:spLocks xmlns:a="http://schemas.openxmlformats.org/drawingml/2006/main" noGrp="1"/>
          </p:cNvSpPr>
          <p:nvPr/>
        </p:nvSpPr>
        <p:spPr>
          <a:xfrm xmlns:a="http://schemas.openxmlformats.org/drawingml/2006/main">
            <a:off x="366122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57B60BEC-662E-4BA7-8E91-21A3842788E2}"/>
              </a:ext>
            </a:extLst>
          </p:cNvPr>
          <p:cNvSpPr>
            <a:spLocks xmlns:a="http://schemas.openxmlformats.org/drawingml/2006/main" noGrp="1"/>
          </p:cNvSpPr>
          <p:nvPr/>
        </p:nvSpPr>
        <p:spPr>
          <a:xfrm xmlns:a="http://schemas.openxmlformats.org/drawingml/2006/main">
            <a:off x="366122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61697BE1-0652-457D-AEAE-9DFC722CAA68}"/>
              </a:ext>
            </a:extLst>
          </p:cNvPr>
          <p:cNvSpPr>
            <a:spLocks xmlns:a="http://schemas.openxmlformats.org/drawingml/2006/main" noGrp="1"/>
          </p:cNvSpPr>
          <p:nvPr/>
        </p:nvSpPr>
        <p:spPr>
          <a:xfrm xmlns:a="http://schemas.openxmlformats.org/drawingml/2006/main">
            <a:off x="366122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60B58215-4B1C-4133-A36E-E916F6600547}"/>
              </a:ext>
            </a:extLst>
          </p:cNvPr>
          <p:cNvSpPr>
            <a:spLocks xmlns:a="http://schemas.openxmlformats.org/drawingml/2006/main" noGrp="1"/>
          </p:cNvSpPr>
          <p:nvPr/>
        </p:nvSpPr>
        <p:spPr>
          <a:xfrm xmlns:a="http://schemas.openxmlformats.org/drawingml/2006/main">
            <a:off x="366122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4D346E34-4833-41EF-9959-57F000E5547D}"/>
              </a:ext>
            </a:extLst>
          </p:cNvPr>
          <p:cNvSpPr>
            <a:spLocks xmlns:a="http://schemas.openxmlformats.org/drawingml/2006/main" noGrp="1"/>
          </p:cNvSpPr>
          <p:nvPr/>
        </p:nvSpPr>
        <p:spPr>
          <a:xfrm xmlns:a="http://schemas.openxmlformats.org/drawingml/2006/main">
            <a:off x="366122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870A2ECF-5CCB-44BC-BE4A-8EA9FD0F7D34}"/>
              </a:ext>
            </a:extLst>
          </p:cNvPr>
          <p:cNvSpPr>
            <a:spLocks xmlns:a="http://schemas.openxmlformats.org/drawingml/2006/main" noGrp="1"/>
          </p:cNvSpPr>
          <p:nvPr/>
        </p:nvSpPr>
        <p:spPr>
          <a:xfrm xmlns:a="http://schemas.openxmlformats.org/drawingml/2006/main">
            <a:off x="366122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055FC975-A87A-4590-B7EC-58A52F8D13F9}"/>
              </a:ext>
            </a:extLst>
          </p:cNvPr>
          <p:cNvSpPr>
            <a:spLocks xmlns:a="http://schemas.openxmlformats.org/drawingml/2006/main" noGrp="1"/>
          </p:cNvSpPr>
          <p:nvPr/>
        </p:nvSpPr>
        <p:spPr>
          <a:xfrm xmlns:a="http://schemas.openxmlformats.org/drawingml/2006/main">
            <a:off x="366122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52FE5D9B-5EF3-4032-A6D8-B6FBEF76D0B2}"/>
              </a:ext>
            </a:extLst>
          </p:cNvPr>
          <p:cNvSpPr>
            <a:spLocks xmlns:a="http://schemas.openxmlformats.org/drawingml/2006/main" noGrp="1"/>
          </p:cNvSpPr>
          <p:nvPr/>
        </p:nvSpPr>
        <p:spPr>
          <a:xfrm xmlns:a="http://schemas.openxmlformats.org/drawingml/2006/main">
            <a:off x="366122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A687CC27-11B8-487D-AD24-D2FBF0DDDF81}"/>
              </a:ext>
            </a:extLst>
          </p:cNvPr>
          <p:cNvSpPr>
            <a:spLocks xmlns:a="http://schemas.openxmlformats.org/drawingml/2006/main" noGrp="1"/>
          </p:cNvSpPr>
          <p:nvPr/>
        </p:nvSpPr>
        <p:spPr>
          <a:xfrm xmlns:a="http://schemas.openxmlformats.org/drawingml/2006/main">
            <a:off x="366122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677BC797-200F-404E-A4A2-C33A674FDC97}"/>
              </a:ext>
            </a:extLst>
          </p:cNvPr>
          <p:cNvSpPr>
            <a:spLocks xmlns:a="http://schemas.openxmlformats.org/drawingml/2006/main" noGrp="1"/>
          </p:cNvSpPr>
          <p:nvPr/>
        </p:nvSpPr>
        <p:spPr>
          <a:xfrm xmlns:a="http://schemas.openxmlformats.org/drawingml/2006/main">
            <a:off x="374022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13249080-BFF9-43AE-ABED-A0048E6B7C72}"/>
              </a:ext>
            </a:extLst>
          </p:cNvPr>
          <p:cNvSpPr>
            <a:spLocks xmlns:a="http://schemas.openxmlformats.org/drawingml/2006/main" noGrp="1"/>
          </p:cNvSpPr>
          <p:nvPr/>
        </p:nvSpPr>
        <p:spPr>
          <a:xfrm xmlns:a="http://schemas.openxmlformats.org/drawingml/2006/main">
            <a:off x="374022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D30BC750-10DB-4732-8BEF-1904F95355FC}"/>
              </a:ext>
            </a:extLst>
          </p:cNvPr>
          <p:cNvSpPr>
            <a:spLocks xmlns:a="http://schemas.openxmlformats.org/drawingml/2006/main" noGrp="1"/>
          </p:cNvSpPr>
          <p:nvPr/>
        </p:nvSpPr>
        <p:spPr>
          <a:xfrm xmlns:a="http://schemas.openxmlformats.org/drawingml/2006/main">
            <a:off x="374022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DE7DC919-4DEB-4063-9B43-57A4E8F15587}"/>
              </a:ext>
            </a:extLst>
          </p:cNvPr>
          <p:cNvSpPr>
            <a:spLocks xmlns:a="http://schemas.openxmlformats.org/drawingml/2006/main" noGrp="1"/>
          </p:cNvSpPr>
          <p:nvPr/>
        </p:nvSpPr>
        <p:spPr>
          <a:xfrm xmlns:a="http://schemas.openxmlformats.org/drawingml/2006/main">
            <a:off x="374022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35BCFB84-A899-4EA8-8DE6-286E3CF44EBA}"/>
              </a:ext>
            </a:extLst>
          </p:cNvPr>
          <p:cNvSpPr>
            <a:spLocks xmlns:a="http://schemas.openxmlformats.org/drawingml/2006/main" noGrp="1"/>
          </p:cNvSpPr>
          <p:nvPr/>
        </p:nvSpPr>
        <p:spPr>
          <a:xfrm xmlns:a="http://schemas.openxmlformats.org/drawingml/2006/main">
            <a:off x="374022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E68E3409-141F-4FBB-AE15-1E53BE15FAE7}"/>
              </a:ext>
            </a:extLst>
          </p:cNvPr>
          <p:cNvSpPr>
            <a:spLocks xmlns:a="http://schemas.openxmlformats.org/drawingml/2006/main" noGrp="1"/>
          </p:cNvSpPr>
          <p:nvPr/>
        </p:nvSpPr>
        <p:spPr>
          <a:xfrm xmlns:a="http://schemas.openxmlformats.org/drawingml/2006/main">
            <a:off x="374022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C231896A-DC03-4EC3-B0B1-F24DE338085C}"/>
              </a:ext>
            </a:extLst>
          </p:cNvPr>
          <p:cNvSpPr>
            <a:spLocks xmlns:a="http://schemas.openxmlformats.org/drawingml/2006/main" noGrp="1"/>
          </p:cNvSpPr>
          <p:nvPr/>
        </p:nvSpPr>
        <p:spPr>
          <a:xfrm xmlns:a="http://schemas.openxmlformats.org/drawingml/2006/main">
            <a:off x="374022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1CE55C38-A072-48CF-B476-FC7EB0581567}"/>
              </a:ext>
            </a:extLst>
          </p:cNvPr>
          <p:cNvSpPr>
            <a:spLocks xmlns:a="http://schemas.openxmlformats.org/drawingml/2006/main" noGrp="1"/>
          </p:cNvSpPr>
          <p:nvPr/>
        </p:nvSpPr>
        <p:spPr>
          <a:xfrm xmlns:a="http://schemas.openxmlformats.org/drawingml/2006/main">
            <a:off x="374022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DB9FF6F4-5428-494D-8CA3-96503FC73839}"/>
              </a:ext>
            </a:extLst>
          </p:cNvPr>
          <p:cNvSpPr>
            <a:spLocks xmlns:a="http://schemas.openxmlformats.org/drawingml/2006/main" noGrp="1"/>
          </p:cNvSpPr>
          <p:nvPr/>
        </p:nvSpPr>
        <p:spPr>
          <a:xfrm xmlns:a="http://schemas.openxmlformats.org/drawingml/2006/main">
            <a:off x="374022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E05C5B89-D44D-4370-8053-8D833F6A7521}"/>
              </a:ext>
            </a:extLst>
          </p:cNvPr>
          <p:cNvSpPr>
            <a:spLocks xmlns:a="http://schemas.openxmlformats.org/drawingml/2006/main" noGrp="1"/>
          </p:cNvSpPr>
          <p:nvPr/>
        </p:nvSpPr>
        <p:spPr>
          <a:xfrm xmlns:a="http://schemas.openxmlformats.org/drawingml/2006/main">
            <a:off x="374022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E09839E2-2C90-4E0B-92F9-0B4834387389}"/>
              </a:ext>
            </a:extLst>
          </p:cNvPr>
          <p:cNvSpPr>
            <a:spLocks xmlns:a="http://schemas.openxmlformats.org/drawingml/2006/main" noGrp="1"/>
          </p:cNvSpPr>
          <p:nvPr/>
        </p:nvSpPr>
        <p:spPr>
          <a:xfrm xmlns:a="http://schemas.openxmlformats.org/drawingml/2006/main">
            <a:off x="374022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84CB855B-4C27-4FF9-BCF2-C12480F2F12E}"/>
              </a:ext>
            </a:extLst>
          </p:cNvPr>
          <p:cNvSpPr>
            <a:spLocks xmlns:a="http://schemas.openxmlformats.org/drawingml/2006/main" noGrp="1"/>
          </p:cNvSpPr>
          <p:nvPr/>
        </p:nvSpPr>
        <p:spPr>
          <a:xfrm xmlns:a="http://schemas.openxmlformats.org/drawingml/2006/main">
            <a:off x="374022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22D5EB02-1D25-4091-AA03-0D1DAEC4341B}"/>
              </a:ext>
            </a:extLst>
          </p:cNvPr>
          <p:cNvSpPr>
            <a:spLocks xmlns:a="http://schemas.openxmlformats.org/drawingml/2006/main" noGrp="1"/>
          </p:cNvSpPr>
          <p:nvPr/>
        </p:nvSpPr>
        <p:spPr>
          <a:xfrm xmlns:a="http://schemas.openxmlformats.org/drawingml/2006/main">
            <a:off x="381923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0CF6AA74-4BC8-491A-A5FF-38B1594E23A3}"/>
              </a:ext>
            </a:extLst>
          </p:cNvPr>
          <p:cNvSpPr>
            <a:spLocks xmlns:a="http://schemas.openxmlformats.org/drawingml/2006/main" noGrp="1"/>
          </p:cNvSpPr>
          <p:nvPr/>
        </p:nvSpPr>
        <p:spPr>
          <a:xfrm xmlns:a="http://schemas.openxmlformats.org/drawingml/2006/main">
            <a:off x="381923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BC141FC8-15FA-4A67-8C3D-12DC216D10FA}"/>
              </a:ext>
            </a:extLst>
          </p:cNvPr>
          <p:cNvSpPr>
            <a:spLocks xmlns:a="http://schemas.openxmlformats.org/drawingml/2006/main" noGrp="1"/>
          </p:cNvSpPr>
          <p:nvPr/>
        </p:nvSpPr>
        <p:spPr>
          <a:xfrm xmlns:a="http://schemas.openxmlformats.org/drawingml/2006/main">
            <a:off x="381923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144C622E-D207-4F13-B817-7EE39F1D30D0}"/>
              </a:ext>
            </a:extLst>
          </p:cNvPr>
          <p:cNvSpPr>
            <a:spLocks xmlns:a="http://schemas.openxmlformats.org/drawingml/2006/main" noGrp="1"/>
          </p:cNvSpPr>
          <p:nvPr/>
        </p:nvSpPr>
        <p:spPr>
          <a:xfrm xmlns:a="http://schemas.openxmlformats.org/drawingml/2006/main">
            <a:off x="381923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8A02EC97-7ACC-4708-82FC-4278FA7C8DD0}"/>
              </a:ext>
            </a:extLst>
          </p:cNvPr>
          <p:cNvSpPr>
            <a:spLocks xmlns:a="http://schemas.openxmlformats.org/drawingml/2006/main" noGrp="1"/>
          </p:cNvSpPr>
          <p:nvPr/>
        </p:nvSpPr>
        <p:spPr>
          <a:xfrm xmlns:a="http://schemas.openxmlformats.org/drawingml/2006/main">
            <a:off x="381923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9090D588-2FCB-4FC7-855A-F5E36B4CBCB2}"/>
              </a:ext>
            </a:extLst>
          </p:cNvPr>
          <p:cNvSpPr>
            <a:spLocks xmlns:a="http://schemas.openxmlformats.org/drawingml/2006/main" noGrp="1"/>
          </p:cNvSpPr>
          <p:nvPr/>
        </p:nvSpPr>
        <p:spPr>
          <a:xfrm xmlns:a="http://schemas.openxmlformats.org/drawingml/2006/main">
            <a:off x="381923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0FEA6ADF-AC14-4D31-9C69-CEEB47A30951}"/>
              </a:ext>
            </a:extLst>
          </p:cNvPr>
          <p:cNvSpPr>
            <a:spLocks xmlns:a="http://schemas.openxmlformats.org/drawingml/2006/main" noGrp="1"/>
          </p:cNvSpPr>
          <p:nvPr/>
        </p:nvSpPr>
        <p:spPr>
          <a:xfrm xmlns:a="http://schemas.openxmlformats.org/drawingml/2006/main">
            <a:off x="381923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4C6EC078-FDB5-46A7-B44B-D31C20475050}"/>
              </a:ext>
            </a:extLst>
          </p:cNvPr>
          <p:cNvSpPr>
            <a:spLocks xmlns:a="http://schemas.openxmlformats.org/drawingml/2006/main" noGrp="1"/>
          </p:cNvSpPr>
          <p:nvPr/>
        </p:nvSpPr>
        <p:spPr>
          <a:xfrm xmlns:a="http://schemas.openxmlformats.org/drawingml/2006/main">
            <a:off x="381923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0BB7D1B3-C144-41E9-AD78-C8A5BFEC9224}"/>
              </a:ext>
            </a:extLst>
          </p:cNvPr>
          <p:cNvSpPr>
            <a:spLocks xmlns:a="http://schemas.openxmlformats.org/drawingml/2006/main" noGrp="1"/>
          </p:cNvSpPr>
          <p:nvPr/>
        </p:nvSpPr>
        <p:spPr>
          <a:xfrm xmlns:a="http://schemas.openxmlformats.org/drawingml/2006/main">
            <a:off x="381923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66670100-76BA-4B52-B22A-F08C8CF10577}"/>
              </a:ext>
            </a:extLst>
          </p:cNvPr>
          <p:cNvSpPr>
            <a:spLocks xmlns:a="http://schemas.openxmlformats.org/drawingml/2006/main" noGrp="1"/>
          </p:cNvSpPr>
          <p:nvPr/>
        </p:nvSpPr>
        <p:spPr>
          <a:xfrm xmlns:a="http://schemas.openxmlformats.org/drawingml/2006/main">
            <a:off x="381923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2B37A04B-4C66-409F-AEBE-F866FDA613CD}"/>
              </a:ext>
            </a:extLst>
          </p:cNvPr>
          <p:cNvSpPr>
            <a:spLocks xmlns:a="http://schemas.openxmlformats.org/drawingml/2006/main" noGrp="1"/>
          </p:cNvSpPr>
          <p:nvPr/>
        </p:nvSpPr>
        <p:spPr>
          <a:xfrm xmlns:a="http://schemas.openxmlformats.org/drawingml/2006/main">
            <a:off x="381923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DF18E269-CF3B-412B-98CC-DC660F5E325F}"/>
              </a:ext>
            </a:extLst>
          </p:cNvPr>
          <p:cNvSpPr>
            <a:spLocks xmlns:a="http://schemas.openxmlformats.org/drawingml/2006/main" noGrp="1"/>
          </p:cNvSpPr>
          <p:nvPr/>
        </p:nvSpPr>
        <p:spPr>
          <a:xfrm xmlns:a="http://schemas.openxmlformats.org/drawingml/2006/main">
            <a:off x="381923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7BB17EE2-1E29-47C1-B272-781EB00FCA2E}"/>
              </a:ext>
            </a:extLst>
          </p:cNvPr>
          <p:cNvSpPr>
            <a:spLocks xmlns:a="http://schemas.openxmlformats.org/drawingml/2006/main" noGrp="1"/>
          </p:cNvSpPr>
          <p:nvPr/>
        </p:nvSpPr>
        <p:spPr>
          <a:xfrm xmlns:a="http://schemas.openxmlformats.org/drawingml/2006/main">
            <a:off x="381923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DFAA0291-2074-4113-B657-AE442188FF66}"/>
              </a:ext>
            </a:extLst>
          </p:cNvPr>
          <p:cNvSpPr>
            <a:spLocks xmlns:a="http://schemas.openxmlformats.org/drawingml/2006/main" noGrp="1"/>
          </p:cNvSpPr>
          <p:nvPr/>
        </p:nvSpPr>
        <p:spPr>
          <a:xfrm xmlns:a="http://schemas.openxmlformats.org/drawingml/2006/main">
            <a:off x="389823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370BCF51-3FC3-469D-AA15-2EE9011B990C}"/>
              </a:ext>
            </a:extLst>
          </p:cNvPr>
          <p:cNvSpPr>
            <a:spLocks xmlns:a="http://schemas.openxmlformats.org/drawingml/2006/main" noGrp="1"/>
          </p:cNvSpPr>
          <p:nvPr/>
        </p:nvSpPr>
        <p:spPr>
          <a:xfrm xmlns:a="http://schemas.openxmlformats.org/drawingml/2006/main">
            <a:off x="389823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48412DF9-82D8-4F2E-ADA4-128FD02A97D9}"/>
              </a:ext>
            </a:extLst>
          </p:cNvPr>
          <p:cNvSpPr>
            <a:spLocks xmlns:a="http://schemas.openxmlformats.org/drawingml/2006/main" noGrp="1"/>
          </p:cNvSpPr>
          <p:nvPr/>
        </p:nvSpPr>
        <p:spPr>
          <a:xfrm xmlns:a="http://schemas.openxmlformats.org/drawingml/2006/main">
            <a:off x="389823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90C615F4-ECB5-46F8-8DAB-9648A4972FCB}"/>
              </a:ext>
            </a:extLst>
          </p:cNvPr>
          <p:cNvSpPr>
            <a:spLocks xmlns:a="http://schemas.openxmlformats.org/drawingml/2006/main" noGrp="1"/>
          </p:cNvSpPr>
          <p:nvPr/>
        </p:nvSpPr>
        <p:spPr>
          <a:xfrm xmlns:a="http://schemas.openxmlformats.org/drawingml/2006/main">
            <a:off x="389823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513175E8-A809-459D-B04B-205DE3B64C9B}"/>
              </a:ext>
            </a:extLst>
          </p:cNvPr>
          <p:cNvSpPr>
            <a:spLocks xmlns:a="http://schemas.openxmlformats.org/drawingml/2006/main" noGrp="1"/>
          </p:cNvSpPr>
          <p:nvPr/>
        </p:nvSpPr>
        <p:spPr>
          <a:xfrm xmlns:a="http://schemas.openxmlformats.org/drawingml/2006/main">
            <a:off x="389823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7D0AC444-DE3A-4188-BE09-2634DB7B23F5}"/>
              </a:ext>
            </a:extLst>
          </p:cNvPr>
          <p:cNvSpPr>
            <a:spLocks xmlns:a="http://schemas.openxmlformats.org/drawingml/2006/main" noGrp="1"/>
          </p:cNvSpPr>
          <p:nvPr/>
        </p:nvSpPr>
        <p:spPr>
          <a:xfrm xmlns:a="http://schemas.openxmlformats.org/drawingml/2006/main">
            <a:off x="389823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03DB25F9-46AC-40C9-BF9E-006120850853}"/>
              </a:ext>
            </a:extLst>
          </p:cNvPr>
          <p:cNvSpPr>
            <a:spLocks xmlns:a="http://schemas.openxmlformats.org/drawingml/2006/main" noGrp="1"/>
          </p:cNvSpPr>
          <p:nvPr/>
        </p:nvSpPr>
        <p:spPr>
          <a:xfrm xmlns:a="http://schemas.openxmlformats.org/drawingml/2006/main">
            <a:off x="389823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D22FB3F9-601C-47C6-8ED6-CB4D441C9CA5}"/>
              </a:ext>
            </a:extLst>
          </p:cNvPr>
          <p:cNvSpPr>
            <a:spLocks xmlns:a="http://schemas.openxmlformats.org/drawingml/2006/main" noGrp="1"/>
          </p:cNvSpPr>
          <p:nvPr/>
        </p:nvSpPr>
        <p:spPr>
          <a:xfrm xmlns:a="http://schemas.openxmlformats.org/drawingml/2006/main">
            <a:off x="389823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2AF2E167-E152-492E-B18D-2DA2F4224379}"/>
              </a:ext>
            </a:extLst>
          </p:cNvPr>
          <p:cNvSpPr>
            <a:spLocks xmlns:a="http://schemas.openxmlformats.org/drawingml/2006/main" noGrp="1"/>
          </p:cNvSpPr>
          <p:nvPr/>
        </p:nvSpPr>
        <p:spPr>
          <a:xfrm xmlns:a="http://schemas.openxmlformats.org/drawingml/2006/main">
            <a:off x="389823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F901BEAC-AC17-4705-B253-32D1099C49CE}"/>
              </a:ext>
            </a:extLst>
          </p:cNvPr>
          <p:cNvSpPr>
            <a:spLocks xmlns:a="http://schemas.openxmlformats.org/drawingml/2006/main" noGrp="1"/>
          </p:cNvSpPr>
          <p:nvPr/>
        </p:nvSpPr>
        <p:spPr>
          <a:xfrm xmlns:a="http://schemas.openxmlformats.org/drawingml/2006/main">
            <a:off x="389823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3ADBC65B-6B68-44EA-965D-940F6AE4B856}"/>
              </a:ext>
            </a:extLst>
          </p:cNvPr>
          <p:cNvSpPr>
            <a:spLocks xmlns:a="http://schemas.openxmlformats.org/drawingml/2006/main" noGrp="1"/>
          </p:cNvSpPr>
          <p:nvPr/>
        </p:nvSpPr>
        <p:spPr>
          <a:xfrm xmlns:a="http://schemas.openxmlformats.org/drawingml/2006/main">
            <a:off x="389823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745F164A-71ED-4DF6-87DB-6475428468C8}"/>
              </a:ext>
            </a:extLst>
          </p:cNvPr>
          <p:cNvSpPr>
            <a:spLocks xmlns:a="http://schemas.openxmlformats.org/drawingml/2006/main" noGrp="1"/>
          </p:cNvSpPr>
          <p:nvPr/>
        </p:nvSpPr>
        <p:spPr>
          <a:xfrm xmlns:a="http://schemas.openxmlformats.org/drawingml/2006/main">
            <a:off x="389823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0A67C2CF-1B73-4BD6-85D8-923CAAD5D324}"/>
              </a:ext>
            </a:extLst>
          </p:cNvPr>
          <p:cNvSpPr>
            <a:spLocks xmlns:a="http://schemas.openxmlformats.org/drawingml/2006/main" noGrp="1"/>
          </p:cNvSpPr>
          <p:nvPr/>
        </p:nvSpPr>
        <p:spPr>
          <a:xfrm xmlns:a="http://schemas.openxmlformats.org/drawingml/2006/main">
            <a:off x="389823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16BF0731-E76F-4476-ADAD-ADD2C620D0CB}"/>
              </a:ext>
            </a:extLst>
          </p:cNvPr>
          <p:cNvSpPr>
            <a:spLocks xmlns:a="http://schemas.openxmlformats.org/drawingml/2006/main" noGrp="1"/>
          </p:cNvSpPr>
          <p:nvPr/>
        </p:nvSpPr>
        <p:spPr>
          <a:xfrm xmlns:a="http://schemas.openxmlformats.org/drawingml/2006/main">
            <a:off x="397723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B0BE57D0-1BC2-47AA-850F-DE9CD4329C11}"/>
              </a:ext>
            </a:extLst>
          </p:cNvPr>
          <p:cNvSpPr>
            <a:spLocks xmlns:a="http://schemas.openxmlformats.org/drawingml/2006/main" noGrp="1"/>
          </p:cNvSpPr>
          <p:nvPr/>
        </p:nvSpPr>
        <p:spPr>
          <a:xfrm xmlns:a="http://schemas.openxmlformats.org/drawingml/2006/main">
            <a:off x="397723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98260D6C-C0C3-457F-89C5-395998DF3196}"/>
              </a:ext>
            </a:extLst>
          </p:cNvPr>
          <p:cNvSpPr>
            <a:spLocks xmlns:a="http://schemas.openxmlformats.org/drawingml/2006/main" noGrp="1"/>
          </p:cNvSpPr>
          <p:nvPr/>
        </p:nvSpPr>
        <p:spPr>
          <a:xfrm xmlns:a="http://schemas.openxmlformats.org/drawingml/2006/main">
            <a:off x="397723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28958894-B849-47BB-8FD3-B59BE19C57C8}"/>
              </a:ext>
            </a:extLst>
          </p:cNvPr>
          <p:cNvSpPr>
            <a:spLocks xmlns:a="http://schemas.openxmlformats.org/drawingml/2006/main" noGrp="1"/>
          </p:cNvSpPr>
          <p:nvPr/>
        </p:nvSpPr>
        <p:spPr>
          <a:xfrm xmlns:a="http://schemas.openxmlformats.org/drawingml/2006/main">
            <a:off x="397723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DA41FF0F-1B64-4EC8-9FF1-91EC320B2FBB}"/>
              </a:ext>
            </a:extLst>
          </p:cNvPr>
          <p:cNvSpPr>
            <a:spLocks xmlns:a="http://schemas.openxmlformats.org/drawingml/2006/main" noGrp="1"/>
          </p:cNvSpPr>
          <p:nvPr/>
        </p:nvSpPr>
        <p:spPr>
          <a:xfrm xmlns:a="http://schemas.openxmlformats.org/drawingml/2006/main">
            <a:off x="397723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5421D05C-B928-4B9B-8534-91C3D4905A8B}"/>
              </a:ext>
            </a:extLst>
          </p:cNvPr>
          <p:cNvSpPr>
            <a:spLocks xmlns:a="http://schemas.openxmlformats.org/drawingml/2006/main" noGrp="1"/>
          </p:cNvSpPr>
          <p:nvPr/>
        </p:nvSpPr>
        <p:spPr>
          <a:xfrm xmlns:a="http://schemas.openxmlformats.org/drawingml/2006/main">
            <a:off x="397723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670E3DF6-43F8-4E03-9BF3-E7602DB33920}"/>
              </a:ext>
            </a:extLst>
          </p:cNvPr>
          <p:cNvSpPr>
            <a:spLocks xmlns:a="http://schemas.openxmlformats.org/drawingml/2006/main" noGrp="1"/>
          </p:cNvSpPr>
          <p:nvPr/>
        </p:nvSpPr>
        <p:spPr>
          <a:xfrm xmlns:a="http://schemas.openxmlformats.org/drawingml/2006/main">
            <a:off x="397723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90D0A23B-55DC-4C7F-9451-66EEDD73372D}"/>
              </a:ext>
            </a:extLst>
          </p:cNvPr>
          <p:cNvSpPr>
            <a:spLocks xmlns:a="http://schemas.openxmlformats.org/drawingml/2006/main" noGrp="1"/>
          </p:cNvSpPr>
          <p:nvPr/>
        </p:nvSpPr>
        <p:spPr>
          <a:xfrm xmlns:a="http://schemas.openxmlformats.org/drawingml/2006/main">
            <a:off x="397723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250C0608-2326-47EF-BEF3-8962396972B1}"/>
              </a:ext>
            </a:extLst>
          </p:cNvPr>
          <p:cNvSpPr>
            <a:spLocks xmlns:a="http://schemas.openxmlformats.org/drawingml/2006/main" noGrp="1"/>
          </p:cNvSpPr>
          <p:nvPr/>
        </p:nvSpPr>
        <p:spPr>
          <a:xfrm xmlns:a="http://schemas.openxmlformats.org/drawingml/2006/main">
            <a:off x="397723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A61E1E6D-324F-4555-843A-617824556794}"/>
              </a:ext>
            </a:extLst>
          </p:cNvPr>
          <p:cNvSpPr>
            <a:spLocks xmlns:a="http://schemas.openxmlformats.org/drawingml/2006/main" noGrp="1"/>
          </p:cNvSpPr>
          <p:nvPr/>
        </p:nvSpPr>
        <p:spPr>
          <a:xfrm xmlns:a="http://schemas.openxmlformats.org/drawingml/2006/main">
            <a:off x="397723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A1A57AA9-6096-453F-9A40-958AED953BBE}"/>
              </a:ext>
            </a:extLst>
          </p:cNvPr>
          <p:cNvSpPr>
            <a:spLocks xmlns:a="http://schemas.openxmlformats.org/drawingml/2006/main" noGrp="1"/>
          </p:cNvSpPr>
          <p:nvPr/>
        </p:nvSpPr>
        <p:spPr>
          <a:xfrm xmlns:a="http://schemas.openxmlformats.org/drawingml/2006/main">
            <a:off x="405623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F6DD65B4-5B6B-402C-A2CB-70F30A6748AB}"/>
              </a:ext>
            </a:extLst>
          </p:cNvPr>
          <p:cNvSpPr>
            <a:spLocks xmlns:a="http://schemas.openxmlformats.org/drawingml/2006/main" noGrp="1"/>
          </p:cNvSpPr>
          <p:nvPr/>
        </p:nvSpPr>
        <p:spPr>
          <a:xfrm xmlns:a="http://schemas.openxmlformats.org/drawingml/2006/main">
            <a:off x="405623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7ADDFB99-1F88-46AD-8E02-11F887A90FB4}"/>
              </a:ext>
            </a:extLst>
          </p:cNvPr>
          <p:cNvSpPr>
            <a:spLocks xmlns:a="http://schemas.openxmlformats.org/drawingml/2006/main" noGrp="1"/>
          </p:cNvSpPr>
          <p:nvPr/>
        </p:nvSpPr>
        <p:spPr>
          <a:xfrm xmlns:a="http://schemas.openxmlformats.org/drawingml/2006/main">
            <a:off x="405623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BAC76F44-C6E7-4782-B720-7C5B2EDEE68E}"/>
              </a:ext>
            </a:extLst>
          </p:cNvPr>
          <p:cNvSpPr>
            <a:spLocks xmlns:a="http://schemas.openxmlformats.org/drawingml/2006/main" noGrp="1"/>
          </p:cNvSpPr>
          <p:nvPr/>
        </p:nvSpPr>
        <p:spPr>
          <a:xfrm xmlns:a="http://schemas.openxmlformats.org/drawingml/2006/main">
            <a:off x="405623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CA30E562-DA5E-45E9-926E-97D8162A118E}"/>
              </a:ext>
            </a:extLst>
          </p:cNvPr>
          <p:cNvSpPr>
            <a:spLocks xmlns:a="http://schemas.openxmlformats.org/drawingml/2006/main" noGrp="1"/>
          </p:cNvSpPr>
          <p:nvPr/>
        </p:nvSpPr>
        <p:spPr>
          <a:xfrm xmlns:a="http://schemas.openxmlformats.org/drawingml/2006/main">
            <a:off x="405623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488B6B1F-FDF2-479E-9AFA-1C1FC5E0C18F}"/>
              </a:ext>
            </a:extLst>
          </p:cNvPr>
          <p:cNvSpPr>
            <a:spLocks xmlns:a="http://schemas.openxmlformats.org/drawingml/2006/main" noGrp="1"/>
          </p:cNvSpPr>
          <p:nvPr/>
        </p:nvSpPr>
        <p:spPr>
          <a:xfrm xmlns:a="http://schemas.openxmlformats.org/drawingml/2006/main">
            <a:off x="413524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D040552C-6412-4380-A324-5579526A0625}"/>
              </a:ext>
            </a:extLst>
          </p:cNvPr>
          <p:cNvSpPr>
            <a:spLocks xmlns:a="http://schemas.openxmlformats.org/drawingml/2006/main" noGrp="1"/>
          </p:cNvSpPr>
          <p:nvPr/>
        </p:nvSpPr>
        <p:spPr>
          <a:xfrm xmlns:a="http://schemas.openxmlformats.org/drawingml/2006/main">
            <a:off x="413524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3FDA9B28-9CFA-4E94-A5FF-2F5F8550F3AA}"/>
              </a:ext>
            </a:extLst>
          </p:cNvPr>
          <p:cNvSpPr>
            <a:spLocks xmlns:a="http://schemas.openxmlformats.org/drawingml/2006/main" noGrp="1"/>
          </p:cNvSpPr>
          <p:nvPr/>
        </p:nvSpPr>
        <p:spPr>
          <a:xfrm xmlns:a="http://schemas.openxmlformats.org/drawingml/2006/main">
            <a:off x="413524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0D53EC91-667F-4DF0-B692-D84B0231F6EB}"/>
              </a:ext>
            </a:extLst>
          </p:cNvPr>
          <p:cNvSpPr>
            <a:spLocks xmlns:a="http://schemas.openxmlformats.org/drawingml/2006/main" noGrp="1"/>
          </p:cNvSpPr>
          <p:nvPr/>
        </p:nvSpPr>
        <p:spPr>
          <a:xfrm xmlns:a="http://schemas.openxmlformats.org/drawingml/2006/main">
            <a:off x="413524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934FD04B-BC03-4B63-8B63-1043C51BE784}"/>
              </a:ext>
            </a:extLst>
          </p:cNvPr>
          <p:cNvSpPr>
            <a:spLocks xmlns:a="http://schemas.openxmlformats.org/drawingml/2006/main" noGrp="1"/>
          </p:cNvSpPr>
          <p:nvPr/>
        </p:nvSpPr>
        <p:spPr>
          <a:xfrm xmlns:a="http://schemas.openxmlformats.org/drawingml/2006/main">
            <a:off x="413524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0F6622D8-9E27-4019-9D9F-D47C891E778C}"/>
              </a:ext>
            </a:extLst>
          </p:cNvPr>
          <p:cNvSpPr>
            <a:spLocks xmlns:a="http://schemas.openxmlformats.org/drawingml/2006/main" noGrp="1"/>
          </p:cNvSpPr>
          <p:nvPr/>
        </p:nvSpPr>
        <p:spPr>
          <a:xfrm xmlns:a="http://schemas.openxmlformats.org/drawingml/2006/main">
            <a:off x="413524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1A41D827-8EFD-4922-B222-A7A42546EFAD}"/>
              </a:ext>
            </a:extLst>
          </p:cNvPr>
          <p:cNvSpPr>
            <a:spLocks xmlns:a="http://schemas.openxmlformats.org/drawingml/2006/main" noGrp="1"/>
          </p:cNvSpPr>
          <p:nvPr/>
        </p:nvSpPr>
        <p:spPr>
          <a:xfrm xmlns:a="http://schemas.openxmlformats.org/drawingml/2006/main">
            <a:off x="413524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AC62594F-2E62-4171-86DE-57F8A28E0A55}"/>
              </a:ext>
            </a:extLst>
          </p:cNvPr>
          <p:cNvSpPr>
            <a:spLocks xmlns:a="http://schemas.openxmlformats.org/drawingml/2006/main" noGrp="1"/>
          </p:cNvSpPr>
          <p:nvPr/>
        </p:nvSpPr>
        <p:spPr>
          <a:xfrm xmlns:a="http://schemas.openxmlformats.org/drawingml/2006/main">
            <a:off x="413524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E7D94EC6-50DB-479A-B140-D36BB0EFE3B6}"/>
              </a:ext>
            </a:extLst>
          </p:cNvPr>
          <p:cNvSpPr>
            <a:spLocks xmlns:a="http://schemas.openxmlformats.org/drawingml/2006/main" noGrp="1"/>
          </p:cNvSpPr>
          <p:nvPr/>
        </p:nvSpPr>
        <p:spPr>
          <a:xfrm xmlns:a="http://schemas.openxmlformats.org/drawingml/2006/main">
            <a:off x="413524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501E2635-F449-424E-9121-5223F07B9DF6}"/>
              </a:ext>
            </a:extLst>
          </p:cNvPr>
          <p:cNvSpPr>
            <a:spLocks xmlns:a="http://schemas.openxmlformats.org/drawingml/2006/main" noGrp="1"/>
          </p:cNvSpPr>
          <p:nvPr/>
        </p:nvSpPr>
        <p:spPr>
          <a:xfrm xmlns:a="http://schemas.openxmlformats.org/drawingml/2006/main">
            <a:off x="421424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53EBDB96-3F96-42D9-AFC5-BC5513D5C20F}"/>
              </a:ext>
            </a:extLst>
          </p:cNvPr>
          <p:cNvSpPr>
            <a:spLocks xmlns:a="http://schemas.openxmlformats.org/drawingml/2006/main" noGrp="1"/>
          </p:cNvSpPr>
          <p:nvPr/>
        </p:nvSpPr>
        <p:spPr>
          <a:xfrm xmlns:a="http://schemas.openxmlformats.org/drawingml/2006/main">
            <a:off x="421424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D6CB6D95-F0B6-4C58-88AF-AC8B7FF991C2}"/>
              </a:ext>
            </a:extLst>
          </p:cNvPr>
          <p:cNvSpPr>
            <a:spLocks xmlns:a="http://schemas.openxmlformats.org/drawingml/2006/main" noGrp="1"/>
          </p:cNvSpPr>
          <p:nvPr/>
        </p:nvSpPr>
        <p:spPr>
          <a:xfrm xmlns:a="http://schemas.openxmlformats.org/drawingml/2006/main">
            <a:off x="421424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3599E135-54CF-4821-A4C2-DE7594600B18}"/>
              </a:ext>
            </a:extLst>
          </p:cNvPr>
          <p:cNvSpPr>
            <a:spLocks xmlns:a="http://schemas.openxmlformats.org/drawingml/2006/main" noGrp="1"/>
          </p:cNvSpPr>
          <p:nvPr/>
        </p:nvSpPr>
        <p:spPr>
          <a:xfrm xmlns:a="http://schemas.openxmlformats.org/drawingml/2006/main">
            <a:off x="421424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F29AEB98-2070-4009-9665-FF3E3EFD8D43}"/>
              </a:ext>
            </a:extLst>
          </p:cNvPr>
          <p:cNvSpPr>
            <a:spLocks xmlns:a="http://schemas.openxmlformats.org/drawingml/2006/main" noGrp="1"/>
          </p:cNvSpPr>
          <p:nvPr/>
        </p:nvSpPr>
        <p:spPr>
          <a:xfrm xmlns:a="http://schemas.openxmlformats.org/drawingml/2006/main">
            <a:off x="421424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F6BA2C91-DF27-4554-992D-F312F730A562}"/>
              </a:ext>
            </a:extLst>
          </p:cNvPr>
          <p:cNvSpPr>
            <a:spLocks xmlns:a="http://schemas.openxmlformats.org/drawingml/2006/main" noGrp="1"/>
          </p:cNvSpPr>
          <p:nvPr/>
        </p:nvSpPr>
        <p:spPr>
          <a:xfrm xmlns:a="http://schemas.openxmlformats.org/drawingml/2006/main">
            <a:off x="421424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7D4BC3B6-CC17-43F4-82A7-85A4F05ECE7E}"/>
              </a:ext>
            </a:extLst>
          </p:cNvPr>
          <p:cNvSpPr>
            <a:spLocks xmlns:a="http://schemas.openxmlformats.org/drawingml/2006/main" noGrp="1"/>
          </p:cNvSpPr>
          <p:nvPr/>
        </p:nvSpPr>
        <p:spPr>
          <a:xfrm xmlns:a="http://schemas.openxmlformats.org/drawingml/2006/main">
            <a:off x="421424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274A8295-4296-48DE-8C0D-F80B594E6C0A}"/>
              </a:ext>
            </a:extLst>
          </p:cNvPr>
          <p:cNvSpPr>
            <a:spLocks xmlns:a="http://schemas.openxmlformats.org/drawingml/2006/main" noGrp="1"/>
          </p:cNvSpPr>
          <p:nvPr/>
        </p:nvSpPr>
        <p:spPr>
          <a:xfrm xmlns:a="http://schemas.openxmlformats.org/drawingml/2006/main">
            <a:off x="421424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8DA51556-C34B-43BD-AE32-5D098EA0F26E}"/>
              </a:ext>
            </a:extLst>
          </p:cNvPr>
          <p:cNvSpPr>
            <a:spLocks xmlns:a="http://schemas.openxmlformats.org/drawingml/2006/main" noGrp="1"/>
          </p:cNvSpPr>
          <p:nvPr/>
        </p:nvSpPr>
        <p:spPr>
          <a:xfrm xmlns:a="http://schemas.openxmlformats.org/drawingml/2006/main">
            <a:off x="421424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6435F7D2-2431-4450-B859-C13F5C464116}"/>
              </a:ext>
            </a:extLst>
          </p:cNvPr>
          <p:cNvSpPr>
            <a:spLocks xmlns:a="http://schemas.openxmlformats.org/drawingml/2006/main" noGrp="1"/>
          </p:cNvSpPr>
          <p:nvPr/>
        </p:nvSpPr>
        <p:spPr>
          <a:xfrm xmlns:a="http://schemas.openxmlformats.org/drawingml/2006/main">
            <a:off x="429324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E2C40DAA-BB8A-483D-8E63-42623A1EF660}"/>
              </a:ext>
            </a:extLst>
          </p:cNvPr>
          <p:cNvSpPr>
            <a:spLocks xmlns:a="http://schemas.openxmlformats.org/drawingml/2006/main" noGrp="1"/>
          </p:cNvSpPr>
          <p:nvPr/>
        </p:nvSpPr>
        <p:spPr>
          <a:xfrm xmlns:a="http://schemas.openxmlformats.org/drawingml/2006/main">
            <a:off x="429324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3B21AF76-1717-453C-91F0-458D528EE468}"/>
              </a:ext>
            </a:extLst>
          </p:cNvPr>
          <p:cNvSpPr>
            <a:spLocks xmlns:a="http://schemas.openxmlformats.org/drawingml/2006/main" noGrp="1"/>
          </p:cNvSpPr>
          <p:nvPr/>
        </p:nvSpPr>
        <p:spPr>
          <a:xfrm xmlns:a="http://schemas.openxmlformats.org/drawingml/2006/main">
            <a:off x="429324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565EB4F8-E3E4-4CBF-9C7E-2B939EEAF614}"/>
              </a:ext>
            </a:extLst>
          </p:cNvPr>
          <p:cNvSpPr>
            <a:spLocks xmlns:a="http://schemas.openxmlformats.org/drawingml/2006/main" noGrp="1"/>
          </p:cNvSpPr>
          <p:nvPr/>
        </p:nvSpPr>
        <p:spPr>
          <a:xfrm xmlns:a="http://schemas.openxmlformats.org/drawingml/2006/main">
            <a:off x="429324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52F34FFE-1333-4970-B7C4-049063102514}"/>
              </a:ext>
            </a:extLst>
          </p:cNvPr>
          <p:cNvSpPr>
            <a:spLocks xmlns:a="http://schemas.openxmlformats.org/drawingml/2006/main" noGrp="1"/>
          </p:cNvSpPr>
          <p:nvPr/>
        </p:nvSpPr>
        <p:spPr>
          <a:xfrm xmlns:a="http://schemas.openxmlformats.org/drawingml/2006/main">
            <a:off x="429324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04EAC458-357B-48E9-8985-7471B9472967}"/>
              </a:ext>
            </a:extLst>
          </p:cNvPr>
          <p:cNvSpPr>
            <a:spLocks xmlns:a="http://schemas.openxmlformats.org/drawingml/2006/main" noGrp="1"/>
          </p:cNvSpPr>
          <p:nvPr/>
        </p:nvSpPr>
        <p:spPr>
          <a:xfrm xmlns:a="http://schemas.openxmlformats.org/drawingml/2006/main">
            <a:off x="429324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8E17507E-8F35-4573-98BA-44057BF09F23}"/>
              </a:ext>
            </a:extLst>
          </p:cNvPr>
          <p:cNvSpPr>
            <a:spLocks xmlns:a="http://schemas.openxmlformats.org/drawingml/2006/main" noGrp="1"/>
          </p:cNvSpPr>
          <p:nvPr/>
        </p:nvSpPr>
        <p:spPr>
          <a:xfrm xmlns:a="http://schemas.openxmlformats.org/drawingml/2006/main">
            <a:off x="429324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89ECB9CD-2914-45B4-A105-C69857EF5D68}"/>
              </a:ext>
            </a:extLst>
          </p:cNvPr>
          <p:cNvSpPr>
            <a:spLocks xmlns:a="http://schemas.openxmlformats.org/drawingml/2006/main" noGrp="1"/>
          </p:cNvSpPr>
          <p:nvPr/>
        </p:nvSpPr>
        <p:spPr>
          <a:xfrm xmlns:a="http://schemas.openxmlformats.org/drawingml/2006/main">
            <a:off x="4293246"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B1952AFD-1149-44DF-B401-AF1D6187BFDE}"/>
              </a:ext>
            </a:extLst>
          </p:cNvPr>
          <p:cNvSpPr>
            <a:spLocks xmlns:a="http://schemas.openxmlformats.org/drawingml/2006/main" noGrp="1"/>
          </p:cNvSpPr>
          <p:nvPr/>
        </p:nvSpPr>
        <p:spPr>
          <a:xfrm xmlns:a="http://schemas.openxmlformats.org/drawingml/2006/main">
            <a:off x="437224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1FAB5EE3-6898-42FC-A989-C6D892AA5528}"/>
              </a:ext>
            </a:extLst>
          </p:cNvPr>
          <p:cNvSpPr>
            <a:spLocks xmlns:a="http://schemas.openxmlformats.org/drawingml/2006/main" noGrp="1"/>
          </p:cNvSpPr>
          <p:nvPr/>
        </p:nvSpPr>
        <p:spPr>
          <a:xfrm xmlns:a="http://schemas.openxmlformats.org/drawingml/2006/main">
            <a:off x="437224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4EC4DBF8-4034-426B-8437-F8F47F0FA61D}"/>
              </a:ext>
            </a:extLst>
          </p:cNvPr>
          <p:cNvSpPr>
            <a:spLocks xmlns:a="http://schemas.openxmlformats.org/drawingml/2006/main" noGrp="1"/>
          </p:cNvSpPr>
          <p:nvPr/>
        </p:nvSpPr>
        <p:spPr>
          <a:xfrm xmlns:a="http://schemas.openxmlformats.org/drawingml/2006/main">
            <a:off x="437224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10F1DAA1-E8E3-4DDD-B984-07074BB0901F}"/>
              </a:ext>
            </a:extLst>
          </p:cNvPr>
          <p:cNvSpPr>
            <a:spLocks xmlns:a="http://schemas.openxmlformats.org/drawingml/2006/main" noGrp="1"/>
          </p:cNvSpPr>
          <p:nvPr/>
        </p:nvSpPr>
        <p:spPr>
          <a:xfrm xmlns:a="http://schemas.openxmlformats.org/drawingml/2006/main">
            <a:off x="437224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A6E0DB0E-F984-4A25-8C0B-CBEBA6C83710}"/>
              </a:ext>
            </a:extLst>
          </p:cNvPr>
          <p:cNvSpPr>
            <a:spLocks xmlns:a="http://schemas.openxmlformats.org/drawingml/2006/main" noGrp="1"/>
          </p:cNvSpPr>
          <p:nvPr/>
        </p:nvSpPr>
        <p:spPr>
          <a:xfrm xmlns:a="http://schemas.openxmlformats.org/drawingml/2006/main">
            <a:off x="437224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A9FB6EB5-DC71-4103-9F21-D63614A892AA}"/>
              </a:ext>
            </a:extLst>
          </p:cNvPr>
          <p:cNvSpPr>
            <a:spLocks xmlns:a="http://schemas.openxmlformats.org/drawingml/2006/main" noGrp="1"/>
          </p:cNvSpPr>
          <p:nvPr/>
        </p:nvSpPr>
        <p:spPr>
          <a:xfrm xmlns:a="http://schemas.openxmlformats.org/drawingml/2006/main">
            <a:off x="437224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6EAA8C16-CBD9-4B90-A72A-0B7E3E43EC21}"/>
              </a:ext>
            </a:extLst>
          </p:cNvPr>
          <p:cNvSpPr>
            <a:spLocks xmlns:a="http://schemas.openxmlformats.org/drawingml/2006/main" noGrp="1"/>
          </p:cNvSpPr>
          <p:nvPr/>
        </p:nvSpPr>
        <p:spPr>
          <a:xfrm xmlns:a="http://schemas.openxmlformats.org/drawingml/2006/main">
            <a:off x="445125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BE49C4D5-772B-4920-8A7A-D3988D085242}"/>
              </a:ext>
            </a:extLst>
          </p:cNvPr>
          <p:cNvSpPr>
            <a:spLocks xmlns:a="http://schemas.openxmlformats.org/drawingml/2006/main" noGrp="1"/>
          </p:cNvSpPr>
          <p:nvPr/>
        </p:nvSpPr>
        <p:spPr>
          <a:xfrm xmlns:a="http://schemas.openxmlformats.org/drawingml/2006/main">
            <a:off x="445125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01E53CA7-6DBF-4DC1-8982-657B3A040B89}"/>
              </a:ext>
            </a:extLst>
          </p:cNvPr>
          <p:cNvSpPr>
            <a:spLocks xmlns:a="http://schemas.openxmlformats.org/drawingml/2006/main" noGrp="1"/>
          </p:cNvSpPr>
          <p:nvPr/>
        </p:nvSpPr>
        <p:spPr>
          <a:xfrm xmlns:a="http://schemas.openxmlformats.org/drawingml/2006/main">
            <a:off x="445125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00D31E09-3F16-40AA-A070-D14345A4E8B7}"/>
              </a:ext>
            </a:extLst>
          </p:cNvPr>
          <p:cNvSpPr>
            <a:spLocks xmlns:a="http://schemas.openxmlformats.org/drawingml/2006/main" noGrp="1"/>
          </p:cNvSpPr>
          <p:nvPr/>
        </p:nvSpPr>
        <p:spPr>
          <a:xfrm xmlns:a="http://schemas.openxmlformats.org/drawingml/2006/main">
            <a:off x="445125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AF3D5EBA-1865-402C-B438-7FD5ACAEB569}"/>
              </a:ext>
            </a:extLst>
          </p:cNvPr>
          <p:cNvSpPr>
            <a:spLocks xmlns:a="http://schemas.openxmlformats.org/drawingml/2006/main" noGrp="1"/>
          </p:cNvSpPr>
          <p:nvPr/>
        </p:nvSpPr>
        <p:spPr>
          <a:xfrm xmlns:a="http://schemas.openxmlformats.org/drawingml/2006/main">
            <a:off x="445125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45260080-BA15-423E-B6BA-998E77825C12}"/>
              </a:ext>
            </a:extLst>
          </p:cNvPr>
          <p:cNvSpPr>
            <a:spLocks xmlns:a="http://schemas.openxmlformats.org/drawingml/2006/main" noGrp="1"/>
          </p:cNvSpPr>
          <p:nvPr/>
        </p:nvSpPr>
        <p:spPr>
          <a:xfrm xmlns:a="http://schemas.openxmlformats.org/drawingml/2006/main">
            <a:off x="445125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62A278FA-31B1-4BFA-8B91-F3A4A28873D8}"/>
              </a:ext>
            </a:extLst>
          </p:cNvPr>
          <p:cNvSpPr>
            <a:spLocks xmlns:a="http://schemas.openxmlformats.org/drawingml/2006/main" noGrp="1"/>
          </p:cNvSpPr>
          <p:nvPr/>
        </p:nvSpPr>
        <p:spPr>
          <a:xfrm xmlns:a="http://schemas.openxmlformats.org/drawingml/2006/main">
            <a:off x="445125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1EF5CFB0-DB43-4E31-94F4-D9B96A59BE73}"/>
              </a:ext>
            </a:extLst>
          </p:cNvPr>
          <p:cNvSpPr>
            <a:spLocks xmlns:a="http://schemas.openxmlformats.org/drawingml/2006/main" noGrp="1"/>
          </p:cNvSpPr>
          <p:nvPr/>
        </p:nvSpPr>
        <p:spPr>
          <a:xfrm xmlns:a="http://schemas.openxmlformats.org/drawingml/2006/main">
            <a:off x="453025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5C3E3B12-6263-4F67-8AE6-9462881445A4}"/>
              </a:ext>
            </a:extLst>
          </p:cNvPr>
          <p:cNvSpPr>
            <a:spLocks xmlns:a="http://schemas.openxmlformats.org/drawingml/2006/main" noGrp="1"/>
          </p:cNvSpPr>
          <p:nvPr/>
        </p:nvSpPr>
        <p:spPr>
          <a:xfrm xmlns:a="http://schemas.openxmlformats.org/drawingml/2006/main">
            <a:off x="453025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6580A298-C8BD-410C-B0A9-0CB88B64B5BE}"/>
              </a:ext>
            </a:extLst>
          </p:cNvPr>
          <p:cNvSpPr>
            <a:spLocks xmlns:a="http://schemas.openxmlformats.org/drawingml/2006/main" noGrp="1"/>
          </p:cNvSpPr>
          <p:nvPr/>
        </p:nvSpPr>
        <p:spPr>
          <a:xfrm xmlns:a="http://schemas.openxmlformats.org/drawingml/2006/main">
            <a:off x="453025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B177AA8B-41A8-48E5-9243-02168B1DC987}"/>
              </a:ext>
            </a:extLst>
          </p:cNvPr>
          <p:cNvSpPr>
            <a:spLocks xmlns:a="http://schemas.openxmlformats.org/drawingml/2006/main" noGrp="1"/>
          </p:cNvSpPr>
          <p:nvPr/>
        </p:nvSpPr>
        <p:spPr>
          <a:xfrm xmlns:a="http://schemas.openxmlformats.org/drawingml/2006/main">
            <a:off x="453025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F4286173-DFBC-46F9-A239-06156DDC66AE}"/>
              </a:ext>
            </a:extLst>
          </p:cNvPr>
          <p:cNvSpPr>
            <a:spLocks xmlns:a="http://schemas.openxmlformats.org/drawingml/2006/main" noGrp="1"/>
          </p:cNvSpPr>
          <p:nvPr/>
        </p:nvSpPr>
        <p:spPr>
          <a:xfrm xmlns:a="http://schemas.openxmlformats.org/drawingml/2006/main">
            <a:off x="453025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73FF47C6-F450-417A-88A2-40F188D4A302}"/>
              </a:ext>
            </a:extLst>
          </p:cNvPr>
          <p:cNvSpPr>
            <a:spLocks xmlns:a="http://schemas.openxmlformats.org/drawingml/2006/main" noGrp="1"/>
          </p:cNvSpPr>
          <p:nvPr/>
        </p:nvSpPr>
        <p:spPr>
          <a:xfrm xmlns:a="http://schemas.openxmlformats.org/drawingml/2006/main">
            <a:off x="460925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D1C36057-24AB-4B91-8B0E-B9E55EEFE2D2}"/>
              </a:ext>
            </a:extLst>
          </p:cNvPr>
          <p:cNvSpPr>
            <a:spLocks xmlns:a="http://schemas.openxmlformats.org/drawingml/2006/main" noGrp="1"/>
          </p:cNvSpPr>
          <p:nvPr/>
        </p:nvSpPr>
        <p:spPr>
          <a:xfrm xmlns:a="http://schemas.openxmlformats.org/drawingml/2006/main">
            <a:off x="460925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A33337DD-1283-4F80-9759-C73E31E2434F}"/>
              </a:ext>
            </a:extLst>
          </p:cNvPr>
          <p:cNvSpPr>
            <a:spLocks xmlns:a="http://schemas.openxmlformats.org/drawingml/2006/main" noGrp="1"/>
          </p:cNvSpPr>
          <p:nvPr/>
        </p:nvSpPr>
        <p:spPr>
          <a:xfrm xmlns:a="http://schemas.openxmlformats.org/drawingml/2006/main">
            <a:off x="460925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2126891E-8289-4FAF-B836-B0829081E57B}"/>
              </a:ext>
            </a:extLst>
          </p:cNvPr>
          <p:cNvSpPr>
            <a:spLocks xmlns:a="http://schemas.openxmlformats.org/drawingml/2006/main" noGrp="1"/>
          </p:cNvSpPr>
          <p:nvPr/>
        </p:nvSpPr>
        <p:spPr>
          <a:xfrm xmlns:a="http://schemas.openxmlformats.org/drawingml/2006/main">
            <a:off x="460925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14295B"/>
          </a:solidFill>
          <a:ln xmlns:a="http://schemas.openxmlformats.org/drawingml/2006/main" w="3436">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6996690B-E129-4F58-A185-D0B64EF48234}"/>
              </a:ext>
            </a:extLst>
          </p:cNvPr>
          <p:cNvSpPr>
            <a:spLocks xmlns:a="http://schemas.openxmlformats.org/drawingml/2006/main" noGrp="1"/>
          </p:cNvSpPr>
          <p:nvPr/>
        </p:nvSpPr>
        <p:spPr>
          <a:xfrm xmlns:a="http://schemas.openxmlformats.org/drawingml/2006/main">
            <a:off x="460925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224889"/>
          </a:solidFill>
          <a:ln xmlns:a="http://schemas.openxmlformats.org/drawingml/2006/main" w="3436">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7B6C8003-C0FE-45E3-8B61-C90611D0E255}"/>
              </a:ext>
            </a:extLst>
          </p:cNvPr>
          <p:cNvSpPr>
            <a:spLocks xmlns:a="http://schemas.openxmlformats.org/drawingml/2006/main" noGrp="1"/>
          </p:cNvSpPr>
          <p:nvPr/>
        </p:nvSpPr>
        <p:spPr>
          <a:xfrm xmlns:a="http://schemas.openxmlformats.org/drawingml/2006/main">
            <a:off x="4609256"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13AAEA7C-D294-41C8-8C3D-02F8A4F543DC}"/>
              </a:ext>
            </a:extLst>
          </p:cNvPr>
          <p:cNvSpPr>
            <a:spLocks xmlns:a="http://schemas.openxmlformats.org/drawingml/2006/main" noGrp="1"/>
          </p:cNvSpPr>
          <p:nvPr/>
        </p:nvSpPr>
        <p:spPr>
          <a:xfrm xmlns:a="http://schemas.openxmlformats.org/drawingml/2006/main">
            <a:off x="468825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83B6D03D-205F-4CFE-9D5C-A79C6C79094B}"/>
              </a:ext>
            </a:extLst>
          </p:cNvPr>
          <p:cNvSpPr>
            <a:spLocks xmlns:a="http://schemas.openxmlformats.org/drawingml/2006/main" noGrp="1"/>
          </p:cNvSpPr>
          <p:nvPr/>
        </p:nvSpPr>
        <p:spPr>
          <a:xfrm xmlns:a="http://schemas.openxmlformats.org/drawingml/2006/main">
            <a:off x="468825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C814F75F-0405-4B0F-8900-137CC759A651}"/>
              </a:ext>
            </a:extLst>
          </p:cNvPr>
          <p:cNvSpPr>
            <a:spLocks xmlns:a="http://schemas.openxmlformats.org/drawingml/2006/main" noGrp="1"/>
          </p:cNvSpPr>
          <p:nvPr/>
        </p:nvSpPr>
        <p:spPr>
          <a:xfrm xmlns:a="http://schemas.openxmlformats.org/drawingml/2006/main">
            <a:off x="476726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ACC48E6E-3F4D-4528-8A45-B6A79121D5B4}"/>
              </a:ext>
            </a:extLst>
          </p:cNvPr>
          <p:cNvSpPr>
            <a:spLocks xmlns:a="http://schemas.openxmlformats.org/drawingml/2006/main" noGrp="1"/>
          </p:cNvSpPr>
          <p:nvPr/>
        </p:nvSpPr>
        <p:spPr>
          <a:xfrm xmlns:a="http://schemas.openxmlformats.org/drawingml/2006/main">
            <a:off x="4608671" y="3372655"/>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7" name="Editable chart path">
            <a:extLst xmlns:a="http://schemas.openxmlformats.org/drawingml/2006/main">
              <a:ext uri="{FF2B5EF4-FFF2-40B4-BE49-F238E27FC236}">
                <a16:creationId xmlns:a16="http://schemas.microsoft.com/office/drawing/2014/main" id="{96013191-E893-47A3-8A34-531FC8A2DA80}"/>
              </a:ext>
            </a:extLst>
          </p:cNvPr>
          <p:cNvSpPr>
            <a:spLocks xmlns:a="http://schemas.openxmlformats.org/drawingml/2006/main" noGrp="1"/>
          </p:cNvSpPr>
          <p:nvPr/>
        </p:nvSpPr>
        <p:spPr>
          <a:xfrm xmlns:a="http://schemas.openxmlformats.org/drawingml/2006/main">
            <a:off x="4608671" y="3293121"/>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8" name="Editable chart path">
            <a:extLst xmlns:a="http://schemas.openxmlformats.org/drawingml/2006/main">
              <a:ext uri="{FF2B5EF4-FFF2-40B4-BE49-F238E27FC236}">
                <a16:creationId xmlns:a16="http://schemas.microsoft.com/office/drawing/2014/main" id="{9C9B3FF3-9F89-44A5-8A34-C433A1CA1543}"/>
              </a:ext>
            </a:extLst>
          </p:cNvPr>
          <p:cNvSpPr>
            <a:spLocks xmlns:a="http://schemas.openxmlformats.org/drawingml/2006/main" noGrp="1"/>
          </p:cNvSpPr>
          <p:nvPr/>
        </p:nvSpPr>
        <p:spPr>
          <a:xfrm xmlns:a="http://schemas.openxmlformats.org/drawingml/2006/main">
            <a:off x="3423633" y="313405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9" name="Editable chart path">
            <a:extLst xmlns:a="http://schemas.openxmlformats.org/drawingml/2006/main">
              <a:ext uri="{FF2B5EF4-FFF2-40B4-BE49-F238E27FC236}">
                <a16:creationId xmlns:a16="http://schemas.microsoft.com/office/drawing/2014/main" id="{71148D98-03B7-4DD6-AAE9-7D7FE24F95BA}"/>
              </a:ext>
            </a:extLst>
          </p:cNvPr>
          <p:cNvSpPr>
            <a:spLocks xmlns:a="http://schemas.openxmlformats.org/drawingml/2006/main" noGrp="1"/>
          </p:cNvSpPr>
          <p:nvPr/>
        </p:nvSpPr>
        <p:spPr>
          <a:xfrm xmlns:a="http://schemas.openxmlformats.org/drawingml/2006/main">
            <a:off x="2949618" y="2577310"/>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0" name="Editable chart path">
            <a:extLst xmlns:a="http://schemas.openxmlformats.org/drawingml/2006/main">
              <a:ext uri="{FF2B5EF4-FFF2-40B4-BE49-F238E27FC236}">
                <a16:creationId xmlns:a16="http://schemas.microsoft.com/office/drawing/2014/main" id="{A2128731-83CE-44FC-A963-467C75197557}"/>
              </a:ext>
            </a:extLst>
          </p:cNvPr>
          <p:cNvSpPr>
            <a:spLocks xmlns:a="http://schemas.openxmlformats.org/drawingml/2006/main" noGrp="1"/>
          </p:cNvSpPr>
          <p:nvPr/>
        </p:nvSpPr>
        <p:spPr>
          <a:xfrm xmlns:a="http://schemas.openxmlformats.org/drawingml/2006/main">
            <a:off x="3423633" y="400893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1" name="Editable chart path">
            <a:extLst xmlns:a="http://schemas.openxmlformats.org/drawingml/2006/main">
              <a:ext uri="{FF2B5EF4-FFF2-40B4-BE49-F238E27FC236}">
                <a16:creationId xmlns:a16="http://schemas.microsoft.com/office/drawing/2014/main" id="{AED738A1-D14D-449E-BDC1-A0EBAC560C43}"/>
              </a:ext>
            </a:extLst>
          </p:cNvPr>
          <p:cNvSpPr>
            <a:spLocks xmlns:a="http://schemas.openxmlformats.org/drawingml/2006/main" noGrp="1"/>
          </p:cNvSpPr>
          <p:nvPr/>
        </p:nvSpPr>
        <p:spPr>
          <a:xfrm xmlns:a="http://schemas.openxmlformats.org/drawingml/2006/main">
            <a:off x="3265628" y="2736379"/>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2" name="Editable chart path">
            <a:extLst xmlns:a="http://schemas.openxmlformats.org/drawingml/2006/main">
              <a:ext uri="{FF2B5EF4-FFF2-40B4-BE49-F238E27FC236}">
                <a16:creationId xmlns:a16="http://schemas.microsoft.com/office/drawing/2014/main" id="{7C88C552-4A20-4A76-B868-1877EACE3C5F}"/>
              </a:ext>
            </a:extLst>
          </p:cNvPr>
          <p:cNvSpPr>
            <a:spLocks xmlns:a="http://schemas.openxmlformats.org/drawingml/2006/main" noGrp="1"/>
          </p:cNvSpPr>
          <p:nvPr/>
        </p:nvSpPr>
        <p:spPr>
          <a:xfrm xmlns:a="http://schemas.openxmlformats.org/drawingml/2006/main">
            <a:off x="3265628" y="400893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3" name="Editable chart path">
            <a:extLst xmlns:a="http://schemas.openxmlformats.org/drawingml/2006/main">
              <a:ext uri="{FF2B5EF4-FFF2-40B4-BE49-F238E27FC236}">
                <a16:creationId xmlns:a16="http://schemas.microsoft.com/office/drawing/2014/main" id="{3012EDBA-3CD5-4BD3-AF91-ACC1B4C76A1E}"/>
              </a:ext>
            </a:extLst>
          </p:cNvPr>
          <p:cNvSpPr>
            <a:spLocks xmlns:a="http://schemas.openxmlformats.org/drawingml/2006/main" noGrp="1"/>
          </p:cNvSpPr>
          <p:nvPr/>
        </p:nvSpPr>
        <p:spPr>
          <a:xfrm xmlns:a="http://schemas.openxmlformats.org/drawingml/2006/main">
            <a:off x="3344631" y="3929397"/>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4" name="">
            <a:extLst xmlns:a="http://schemas.openxmlformats.org/drawingml/2006/main">
              <a:ext uri="{FF2B5EF4-FFF2-40B4-BE49-F238E27FC236}">
                <a16:creationId xmlns:a16="http://schemas.microsoft.com/office/drawing/2014/main" id="{B8D84B5D-6B7E-4CED-9AC3-CDB3B84A1FF6}"/>
              </a:ext>
            </a:extLst>
          </p:cNvPr>
          <p:cNvSpPr>
            <a:spLocks xmlns:a="http://schemas.openxmlformats.org/drawingml/2006/main" noGrp="1"/>
          </p:cNvSpPr>
          <p:nvPr/>
        </p:nvSpPr>
        <p:spPr>
          <a:xfrm xmlns:a="http://schemas.openxmlformats.org/drawingml/2006/main">
            <a:off x="4567404" y="333857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5" name="">
            <a:extLst xmlns:a="http://schemas.openxmlformats.org/drawingml/2006/main">
              <a:ext uri="{FF2B5EF4-FFF2-40B4-BE49-F238E27FC236}">
                <a16:creationId xmlns:a16="http://schemas.microsoft.com/office/drawing/2014/main" id="{DA108D10-E30E-49DD-AB3E-ED218258E2F0}"/>
              </a:ext>
            </a:extLst>
          </p:cNvPr>
          <p:cNvSpPr>
            <a:spLocks xmlns:a="http://schemas.openxmlformats.org/drawingml/2006/main" noGrp="1"/>
          </p:cNvSpPr>
          <p:nvPr/>
        </p:nvSpPr>
        <p:spPr>
          <a:xfrm xmlns:a="http://schemas.openxmlformats.org/drawingml/2006/main">
            <a:off x="4567404" y="334810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46" name="">
            <a:extLst xmlns:a="http://schemas.openxmlformats.org/drawingml/2006/main">
              <a:ext uri="{FF2B5EF4-FFF2-40B4-BE49-F238E27FC236}">
                <a16:creationId xmlns:a16="http://schemas.microsoft.com/office/drawing/2014/main" id="{AE5BA0F0-F7FB-4160-A686-1E94737DD658}"/>
              </a:ext>
            </a:extLst>
          </p:cNvPr>
          <p:cNvSpPr>
            <a:spLocks xmlns:a="http://schemas.openxmlformats.org/drawingml/2006/main" noGrp="1"/>
          </p:cNvSpPr>
          <p:nvPr/>
        </p:nvSpPr>
        <p:spPr>
          <a:xfrm xmlns:a="http://schemas.openxmlformats.org/drawingml/2006/main">
            <a:off x="4647163" y="3240359"/>
            <a:ext cx="8334" cy="94885"/>
          </a:xfrm>
          <a:prstGeom xmlns:a="http://schemas.openxmlformats.org/drawingml/2006/main" prst="line">
            <a:avLst/>
          </a:prstGeom>
          <a:ln xmlns:a="http://schemas.openxmlformats.org/drawingml/2006/main" w="5715">
            <a:solidFill>
              <a:srgbClr val="14295B"/>
            </a:solidFill>
          </a:ln>
        </p:spPr>
      </p:sp>
      <p:sp>
        <p:nvSpPr>
          <p:cNvPr id="447" name="">
            <a:extLst xmlns:a="http://schemas.openxmlformats.org/drawingml/2006/main">
              <a:ext uri="{FF2B5EF4-FFF2-40B4-BE49-F238E27FC236}">
                <a16:creationId xmlns:a16="http://schemas.microsoft.com/office/drawing/2014/main" id="{F05A9F0F-265C-4AC1-A4F2-03CD45676D1B}"/>
              </a:ext>
            </a:extLst>
          </p:cNvPr>
          <p:cNvSpPr>
            <a:spLocks xmlns:a="http://schemas.openxmlformats.org/drawingml/2006/main" noGrp="1"/>
          </p:cNvSpPr>
          <p:nvPr/>
        </p:nvSpPr>
        <p:spPr>
          <a:xfrm xmlns:a="http://schemas.openxmlformats.org/drawingml/2006/main">
            <a:off x="4579297" y="316415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8" name="">
            <a:extLst xmlns:a="http://schemas.openxmlformats.org/drawingml/2006/main">
              <a:ext uri="{FF2B5EF4-FFF2-40B4-BE49-F238E27FC236}">
                <a16:creationId xmlns:a16="http://schemas.microsoft.com/office/drawing/2014/main" id="{3CFADC9A-9731-4DE3-9EB9-724D516E4D1C}"/>
              </a:ext>
            </a:extLst>
          </p:cNvPr>
          <p:cNvSpPr>
            <a:spLocks xmlns:a="http://schemas.openxmlformats.org/drawingml/2006/main" noGrp="1"/>
          </p:cNvSpPr>
          <p:nvPr/>
        </p:nvSpPr>
        <p:spPr>
          <a:xfrm xmlns:a="http://schemas.openxmlformats.org/drawingml/2006/main">
            <a:off x="4579297" y="317368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49" name="">
            <a:extLst xmlns:a="http://schemas.openxmlformats.org/drawingml/2006/main">
              <a:ext uri="{FF2B5EF4-FFF2-40B4-BE49-F238E27FC236}">
                <a16:creationId xmlns:a16="http://schemas.microsoft.com/office/drawing/2014/main" id="{1FEEE7FA-5CE8-43DC-9822-E5119836B7A9}"/>
              </a:ext>
            </a:extLst>
          </p:cNvPr>
          <p:cNvSpPr>
            <a:spLocks xmlns:a="http://schemas.openxmlformats.org/drawingml/2006/main" noGrp="1"/>
          </p:cNvSpPr>
          <p:nvPr/>
        </p:nvSpPr>
        <p:spPr>
          <a:xfrm xmlns:a="http://schemas.openxmlformats.org/drawingml/2006/main">
            <a:off x="3386336" y="309997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0" name="">
            <a:extLst xmlns:a="http://schemas.openxmlformats.org/drawingml/2006/main">
              <a:ext uri="{FF2B5EF4-FFF2-40B4-BE49-F238E27FC236}">
                <a16:creationId xmlns:a16="http://schemas.microsoft.com/office/drawing/2014/main" id="{525D2E45-27A2-4E64-8A6B-0F1287D13826}"/>
              </a:ext>
            </a:extLst>
          </p:cNvPr>
          <p:cNvSpPr>
            <a:spLocks xmlns:a="http://schemas.openxmlformats.org/drawingml/2006/main" noGrp="1"/>
          </p:cNvSpPr>
          <p:nvPr/>
        </p:nvSpPr>
        <p:spPr>
          <a:xfrm xmlns:a="http://schemas.openxmlformats.org/drawingml/2006/main">
            <a:off x="3386336" y="310949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1" name="">
            <a:extLst xmlns:a="http://schemas.openxmlformats.org/drawingml/2006/main">
              <a:ext uri="{FF2B5EF4-FFF2-40B4-BE49-F238E27FC236}">
                <a16:creationId xmlns:a16="http://schemas.microsoft.com/office/drawing/2014/main" id="{12EA09E8-8F94-4347-8E20-B375485D37DB}"/>
              </a:ext>
            </a:extLst>
          </p:cNvPr>
          <p:cNvSpPr>
            <a:spLocks xmlns:a="http://schemas.openxmlformats.org/drawingml/2006/main" noGrp="1"/>
          </p:cNvSpPr>
          <p:nvPr/>
        </p:nvSpPr>
        <p:spPr>
          <a:xfrm xmlns:a="http://schemas.openxmlformats.org/drawingml/2006/main">
            <a:off x="2912450" y="254323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2" name="">
            <a:extLst xmlns:a="http://schemas.openxmlformats.org/drawingml/2006/main">
              <a:ext uri="{FF2B5EF4-FFF2-40B4-BE49-F238E27FC236}">
                <a16:creationId xmlns:a16="http://schemas.microsoft.com/office/drawing/2014/main" id="{01150709-6CDA-4DDC-9364-209B0D9319A8}"/>
              </a:ext>
            </a:extLst>
          </p:cNvPr>
          <p:cNvSpPr>
            <a:spLocks xmlns:a="http://schemas.openxmlformats.org/drawingml/2006/main" noGrp="1"/>
          </p:cNvSpPr>
          <p:nvPr/>
        </p:nvSpPr>
        <p:spPr>
          <a:xfrm xmlns:a="http://schemas.openxmlformats.org/drawingml/2006/main">
            <a:off x="2912450" y="255275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3" name="">
            <a:extLst xmlns:a="http://schemas.openxmlformats.org/drawingml/2006/main">
              <a:ext uri="{FF2B5EF4-FFF2-40B4-BE49-F238E27FC236}">
                <a16:creationId xmlns:a16="http://schemas.microsoft.com/office/drawing/2014/main" id="{F3258638-8687-4923-9F45-AB229507B875}"/>
              </a:ext>
            </a:extLst>
          </p:cNvPr>
          <p:cNvSpPr>
            <a:spLocks xmlns:a="http://schemas.openxmlformats.org/drawingml/2006/main" noGrp="1"/>
          </p:cNvSpPr>
          <p:nvPr/>
        </p:nvSpPr>
        <p:spPr>
          <a:xfrm xmlns:a="http://schemas.openxmlformats.org/drawingml/2006/main">
            <a:off x="3386312" y="397485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4" name="">
            <a:extLst xmlns:a="http://schemas.openxmlformats.org/drawingml/2006/main">
              <a:ext uri="{FF2B5EF4-FFF2-40B4-BE49-F238E27FC236}">
                <a16:creationId xmlns:a16="http://schemas.microsoft.com/office/drawing/2014/main" id="{6CE124D3-E3CD-4B26-BA19-1B4C23626F51}"/>
              </a:ext>
            </a:extLst>
          </p:cNvPr>
          <p:cNvSpPr>
            <a:spLocks xmlns:a="http://schemas.openxmlformats.org/drawingml/2006/main" noGrp="1"/>
          </p:cNvSpPr>
          <p:nvPr/>
        </p:nvSpPr>
        <p:spPr>
          <a:xfrm xmlns:a="http://schemas.openxmlformats.org/drawingml/2006/main">
            <a:off x="3386312" y="398437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5" name="">
            <a:extLst xmlns:a="http://schemas.openxmlformats.org/drawingml/2006/main">
              <a:ext uri="{FF2B5EF4-FFF2-40B4-BE49-F238E27FC236}">
                <a16:creationId xmlns:a16="http://schemas.microsoft.com/office/drawing/2014/main" id="{613F9C03-3741-4CFE-AE10-62244C097741}"/>
              </a:ext>
            </a:extLst>
          </p:cNvPr>
          <p:cNvSpPr>
            <a:spLocks xmlns:a="http://schemas.openxmlformats.org/drawingml/2006/main" noGrp="1"/>
          </p:cNvSpPr>
          <p:nvPr/>
        </p:nvSpPr>
        <p:spPr>
          <a:xfrm xmlns:a="http://schemas.openxmlformats.org/drawingml/2006/main">
            <a:off x="3228565" y="270230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6" name="">
            <a:extLst xmlns:a="http://schemas.openxmlformats.org/drawingml/2006/main">
              <a:ext uri="{FF2B5EF4-FFF2-40B4-BE49-F238E27FC236}">
                <a16:creationId xmlns:a16="http://schemas.microsoft.com/office/drawing/2014/main" id="{A0A1A58D-9610-442F-8AD6-80426F601EFC}"/>
              </a:ext>
            </a:extLst>
          </p:cNvPr>
          <p:cNvSpPr>
            <a:spLocks xmlns:a="http://schemas.openxmlformats.org/drawingml/2006/main" noGrp="1"/>
          </p:cNvSpPr>
          <p:nvPr/>
        </p:nvSpPr>
        <p:spPr>
          <a:xfrm xmlns:a="http://schemas.openxmlformats.org/drawingml/2006/main">
            <a:off x="3228565" y="271182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57" name="">
            <a:extLst xmlns:a="http://schemas.openxmlformats.org/drawingml/2006/main">
              <a:ext uri="{FF2B5EF4-FFF2-40B4-BE49-F238E27FC236}">
                <a16:creationId xmlns:a16="http://schemas.microsoft.com/office/drawing/2014/main" id="{B87F80C6-F51D-461B-B836-75561D01951E}"/>
              </a:ext>
            </a:extLst>
          </p:cNvPr>
          <p:cNvSpPr>
            <a:spLocks xmlns:a="http://schemas.openxmlformats.org/drawingml/2006/main" noGrp="1"/>
          </p:cNvSpPr>
          <p:nvPr/>
        </p:nvSpPr>
        <p:spPr>
          <a:xfrm xmlns:a="http://schemas.openxmlformats.org/drawingml/2006/main">
            <a:off x="3234270" y="4051054"/>
            <a:ext cx="70237" cy="64338"/>
          </a:xfrm>
          <a:prstGeom xmlns:a="http://schemas.openxmlformats.org/drawingml/2006/main" prst="line">
            <a:avLst/>
          </a:prstGeom>
          <a:ln xmlns:a="http://schemas.openxmlformats.org/drawingml/2006/main" w="5715">
            <a:solidFill>
              <a:srgbClr val="14295B"/>
            </a:solidFill>
          </a:ln>
        </p:spPr>
      </p:sp>
      <p:sp>
        <p:nvSpPr>
          <p:cNvPr id="458" name="">
            <a:extLst xmlns:a="http://schemas.openxmlformats.org/drawingml/2006/main">
              <a:ext uri="{FF2B5EF4-FFF2-40B4-BE49-F238E27FC236}">
                <a16:creationId xmlns:a16="http://schemas.microsoft.com/office/drawing/2014/main" id="{67DB1D2E-E058-44B8-9E35-2EB95ED06A42}"/>
              </a:ext>
            </a:extLst>
          </p:cNvPr>
          <p:cNvSpPr>
            <a:spLocks xmlns:a="http://schemas.openxmlformats.org/drawingml/2006/main" noGrp="1"/>
          </p:cNvSpPr>
          <p:nvPr/>
        </p:nvSpPr>
        <p:spPr>
          <a:xfrm xmlns:a="http://schemas.openxmlformats.org/drawingml/2006/main">
            <a:off x="3158070" y="403919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9" name="">
            <a:extLst xmlns:a="http://schemas.openxmlformats.org/drawingml/2006/main">
              <a:ext uri="{FF2B5EF4-FFF2-40B4-BE49-F238E27FC236}">
                <a16:creationId xmlns:a16="http://schemas.microsoft.com/office/drawing/2014/main" id="{776B3DA2-DE93-46F1-806D-E8A334196387}"/>
              </a:ext>
            </a:extLst>
          </p:cNvPr>
          <p:cNvSpPr>
            <a:spLocks xmlns:a="http://schemas.openxmlformats.org/drawingml/2006/main" noGrp="1"/>
          </p:cNvSpPr>
          <p:nvPr/>
        </p:nvSpPr>
        <p:spPr>
          <a:xfrm xmlns:a="http://schemas.openxmlformats.org/drawingml/2006/main">
            <a:off x="3158070" y="404871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60" name="">
            <a:extLst xmlns:a="http://schemas.openxmlformats.org/drawingml/2006/main">
              <a:ext uri="{FF2B5EF4-FFF2-40B4-BE49-F238E27FC236}">
                <a16:creationId xmlns:a16="http://schemas.microsoft.com/office/drawing/2014/main" id="{ED09C86B-EBB4-410D-AB0B-0DDE69868AE2}"/>
              </a:ext>
            </a:extLst>
          </p:cNvPr>
          <p:cNvSpPr>
            <a:spLocks xmlns:a="http://schemas.openxmlformats.org/drawingml/2006/main" noGrp="1"/>
          </p:cNvSpPr>
          <p:nvPr/>
        </p:nvSpPr>
        <p:spPr>
          <a:xfrm xmlns:a="http://schemas.openxmlformats.org/drawingml/2006/main">
            <a:off x="3383687" y="3876635"/>
            <a:ext cx="8334" cy="94885"/>
          </a:xfrm>
          <a:prstGeom xmlns:a="http://schemas.openxmlformats.org/drawingml/2006/main" prst="line">
            <a:avLst/>
          </a:prstGeom>
          <a:ln xmlns:a="http://schemas.openxmlformats.org/drawingml/2006/main" w="5715">
            <a:solidFill>
              <a:srgbClr val="14295B"/>
            </a:solidFill>
          </a:ln>
        </p:spPr>
      </p:sp>
      <p:sp>
        <p:nvSpPr>
          <p:cNvPr id="461" name="">
            <a:extLst xmlns:a="http://schemas.openxmlformats.org/drawingml/2006/main">
              <a:ext uri="{FF2B5EF4-FFF2-40B4-BE49-F238E27FC236}">
                <a16:creationId xmlns:a16="http://schemas.microsoft.com/office/drawing/2014/main" id="{8A444F49-C30E-45A2-880B-08B5269AECA5}"/>
              </a:ext>
            </a:extLst>
          </p:cNvPr>
          <p:cNvSpPr>
            <a:spLocks xmlns:a="http://schemas.openxmlformats.org/drawingml/2006/main" noGrp="1"/>
          </p:cNvSpPr>
          <p:nvPr/>
        </p:nvSpPr>
        <p:spPr>
          <a:xfrm xmlns:a="http://schemas.openxmlformats.org/drawingml/2006/main">
            <a:off x="3315821" y="3800435"/>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2" name="">
            <a:extLst xmlns:a="http://schemas.openxmlformats.org/drawingml/2006/main">
              <a:ext uri="{FF2B5EF4-FFF2-40B4-BE49-F238E27FC236}">
                <a16:creationId xmlns:a16="http://schemas.microsoft.com/office/drawing/2014/main" id="{EE29813B-3348-4F8D-95F0-07A9EA681615}"/>
              </a:ext>
            </a:extLst>
          </p:cNvPr>
          <p:cNvSpPr>
            <a:spLocks xmlns:a="http://schemas.openxmlformats.org/drawingml/2006/main" noGrp="1"/>
          </p:cNvSpPr>
          <p:nvPr/>
        </p:nvSpPr>
        <p:spPr>
          <a:xfrm xmlns:a="http://schemas.openxmlformats.org/drawingml/2006/main">
            <a:off x="3315821" y="3809960"/>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3" name="">
            <a:extLst xmlns:a="http://schemas.openxmlformats.org/drawingml/2006/main">
              <a:ext uri="{FF2B5EF4-FFF2-40B4-BE49-F238E27FC236}">
                <a16:creationId xmlns:a16="http://schemas.microsoft.com/office/drawing/2014/main" id="{1FEEFE29-D825-4604-9006-E38A9FE42683}"/>
              </a:ext>
            </a:extLst>
          </p:cNvPr>
          <p:cNvSpPr>
            <a:spLocks xmlns:a="http://schemas.openxmlformats.org/drawingml/2006/main" noGrp="1"/>
          </p:cNvSpPr>
          <p:nvPr/>
        </p:nvSpPr>
        <p:spPr>
          <a:xfrm xmlns:a="http://schemas.openxmlformats.org/drawingml/2006/main">
            <a:off x="6153150" y="23812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4" name="">
            <a:extLst xmlns:a="http://schemas.openxmlformats.org/drawingml/2006/main">
              <a:ext uri="{FF2B5EF4-FFF2-40B4-BE49-F238E27FC236}">
                <a16:creationId xmlns:a16="http://schemas.microsoft.com/office/drawing/2014/main" id="{E9001893-3E05-4AF6-B7B4-923D03F851AB}"/>
              </a:ext>
            </a:extLst>
          </p:cNvPr>
          <p:cNvSpPr>
            <a:spLocks xmlns:a="http://schemas.openxmlformats.org/drawingml/2006/main" noGrp="1"/>
          </p:cNvSpPr>
          <p:nvPr/>
        </p:nvSpPr>
        <p:spPr>
          <a:xfrm xmlns:a="http://schemas.openxmlformats.org/drawingml/2006/main">
            <a:off x="6153150" y="23907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65" name="">
            <a:extLst xmlns:a="http://schemas.openxmlformats.org/drawingml/2006/main">
              <a:ext uri="{FF2B5EF4-FFF2-40B4-BE49-F238E27FC236}">
                <a16:creationId xmlns:a16="http://schemas.microsoft.com/office/drawing/2014/main" id="{86166765-5D26-4FC5-81E6-F6EA121AB9F2}"/>
              </a:ext>
            </a:extLst>
          </p:cNvPr>
          <p:cNvSpPr>
            <a:spLocks xmlns:a="http://schemas.openxmlformats.org/drawingml/2006/main" noGrp="1"/>
          </p:cNvSpPr>
          <p:nvPr/>
        </p:nvSpPr>
        <p:spPr>
          <a:xfrm xmlns:a="http://schemas.openxmlformats.org/drawingml/2006/main">
            <a:off x="6457950" y="23812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66" name="">
            <a:extLst xmlns:a="http://schemas.openxmlformats.org/drawingml/2006/main">
              <a:ext uri="{FF2B5EF4-FFF2-40B4-BE49-F238E27FC236}">
                <a16:creationId xmlns:a16="http://schemas.microsoft.com/office/drawing/2014/main" id="{65B30378-2506-4A17-9615-26264994A8B5}"/>
              </a:ext>
            </a:extLst>
          </p:cNvPr>
          <p:cNvSpPr>
            <a:spLocks xmlns:a="http://schemas.openxmlformats.org/drawingml/2006/main" noGrp="1"/>
          </p:cNvSpPr>
          <p:nvPr/>
        </p:nvSpPr>
        <p:spPr>
          <a:xfrm xmlns:a="http://schemas.openxmlformats.org/drawingml/2006/main">
            <a:off x="6153150" y="26574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7" name="">
            <a:extLst xmlns:a="http://schemas.openxmlformats.org/drawingml/2006/main">
              <a:ext uri="{FF2B5EF4-FFF2-40B4-BE49-F238E27FC236}">
                <a16:creationId xmlns:a16="http://schemas.microsoft.com/office/drawing/2014/main" id="{CEB1A867-4B04-4CE4-992F-03229D0B2173}"/>
              </a:ext>
            </a:extLst>
          </p:cNvPr>
          <p:cNvSpPr>
            <a:spLocks xmlns:a="http://schemas.openxmlformats.org/drawingml/2006/main" noGrp="1"/>
          </p:cNvSpPr>
          <p:nvPr/>
        </p:nvSpPr>
        <p:spPr>
          <a:xfrm xmlns:a="http://schemas.openxmlformats.org/drawingml/2006/main">
            <a:off x="6153150" y="26670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68" name="">
            <a:extLst xmlns:a="http://schemas.openxmlformats.org/drawingml/2006/main">
              <a:ext uri="{FF2B5EF4-FFF2-40B4-BE49-F238E27FC236}">
                <a16:creationId xmlns:a16="http://schemas.microsoft.com/office/drawing/2014/main" id="{6EFE6ED6-9958-458A-8B02-C9200EBFA8D0}"/>
              </a:ext>
            </a:extLst>
          </p:cNvPr>
          <p:cNvSpPr>
            <a:spLocks xmlns:a="http://schemas.openxmlformats.org/drawingml/2006/main" noGrp="1"/>
          </p:cNvSpPr>
          <p:nvPr/>
        </p:nvSpPr>
        <p:spPr>
          <a:xfrm xmlns:a="http://schemas.openxmlformats.org/drawingml/2006/main">
            <a:off x="6457950" y="26574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69" name="">
            <a:extLst xmlns:a="http://schemas.openxmlformats.org/drawingml/2006/main">
              <a:ext uri="{FF2B5EF4-FFF2-40B4-BE49-F238E27FC236}">
                <a16:creationId xmlns:a16="http://schemas.microsoft.com/office/drawing/2014/main" id="{70B86F00-E5D3-4ED8-8A72-25D5E3FB693B}"/>
              </a:ext>
            </a:extLst>
          </p:cNvPr>
          <p:cNvSpPr>
            <a:spLocks xmlns:a="http://schemas.openxmlformats.org/drawingml/2006/main" noGrp="1"/>
          </p:cNvSpPr>
          <p:nvPr/>
        </p:nvSpPr>
        <p:spPr>
          <a:xfrm xmlns:a="http://schemas.openxmlformats.org/drawingml/2006/main">
            <a:off x="6153150" y="29337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0" name="">
            <a:extLst xmlns:a="http://schemas.openxmlformats.org/drawingml/2006/main">
              <a:ext uri="{FF2B5EF4-FFF2-40B4-BE49-F238E27FC236}">
                <a16:creationId xmlns:a16="http://schemas.microsoft.com/office/drawing/2014/main" id="{4D8D3EC2-1DA3-4F44-A6BD-2BAA807A3219}"/>
              </a:ext>
            </a:extLst>
          </p:cNvPr>
          <p:cNvSpPr>
            <a:spLocks xmlns:a="http://schemas.openxmlformats.org/drawingml/2006/main" noGrp="1"/>
          </p:cNvSpPr>
          <p:nvPr/>
        </p:nvSpPr>
        <p:spPr>
          <a:xfrm xmlns:a="http://schemas.openxmlformats.org/drawingml/2006/main">
            <a:off x="6153150" y="29432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71" name="">
            <a:extLst xmlns:a="http://schemas.openxmlformats.org/drawingml/2006/main">
              <a:ext uri="{FF2B5EF4-FFF2-40B4-BE49-F238E27FC236}">
                <a16:creationId xmlns:a16="http://schemas.microsoft.com/office/drawing/2014/main" id="{52CBF7BA-D6A0-4392-A9B9-4567C7ABE75E}"/>
              </a:ext>
            </a:extLst>
          </p:cNvPr>
          <p:cNvSpPr>
            <a:spLocks xmlns:a="http://schemas.openxmlformats.org/drawingml/2006/main" noGrp="1"/>
          </p:cNvSpPr>
          <p:nvPr/>
        </p:nvSpPr>
        <p:spPr>
          <a:xfrm xmlns:a="http://schemas.openxmlformats.org/drawingml/2006/main">
            <a:off x="6457950" y="29337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Yio Chu Kang East (Nanyang Polytechnic)</a:t>
            </a:r>
          </a:p>
        </p:txBody>
      </p:sp>
      <p:sp>
        <p:nvSpPr>
          <p:cNvPr id="472" name="">
            <a:extLst xmlns:a="http://schemas.openxmlformats.org/drawingml/2006/main">
              <a:ext uri="{FF2B5EF4-FFF2-40B4-BE49-F238E27FC236}">
                <a16:creationId xmlns:a16="http://schemas.microsoft.com/office/drawing/2014/main" id="{BC668D5B-E117-4B6E-8C1F-B461D1CFAAE0}"/>
              </a:ext>
            </a:extLst>
          </p:cNvPr>
          <p:cNvSpPr>
            <a:spLocks xmlns:a="http://schemas.openxmlformats.org/drawingml/2006/main" noGrp="1"/>
          </p:cNvSpPr>
          <p:nvPr/>
        </p:nvSpPr>
        <p:spPr>
          <a:xfrm xmlns:a="http://schemas.openxmlformats.org/drawingml/2006/main">
            <a:off x="6153150" y="32099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3" name="">
            <a:extLst xmlns:a="http://schemas.openxmlformats.org/drawingml/2006/main">
              <a:ext uri="{FF2B5EF4-FFF2-40B4-BE49-F238E27FC236}">
                <a16:creationId xmlns:a16="http://schemas.microsoft.com/office/drawing/2014/main" id="{27860332-A868-40A4-A171-E31743878A3D}"/>
              </a:ext>
            </a:extLst>
          </p:cNvPr>
          <p:cNvSpPr>
            <a:spLocks xmlns:a="http://schemas.openxmlformats.org/drawingml/2006/main" noGrp="1"/>
          </p:cNvSpPr>
          <p:nvPr/>
        </p:nvSpPr>
        <p:spPr>
          <a:xfrm xmlns:a="http://schemas.openxmlformats.org/drawingml/2006/main">
            <a:off x="6153150" y="32194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74" name="">
            <a:extLst xmlns:a="http://schemas.openxmlformats.org/drawingml/2006/main">
              <a:ext uri="{FF2B5EF4-FFF2-40B4-BE49-F238E27FC236}">
                <a16:creationId xmlns:a16="http://schemas.microsoft.com/office/drawing/2014/main" id="{028CB7A3-FA80-4AB5-9677-FD32BCBFD028}"/>
              </a:ext>
            </a:extLst>
          </p:cNvPr>
          <p:cNvSpPr>
            <a:spLocks xmlns:a="http://schemas.openxmlformats.org/drawingml/2006/main" noGrp="1"/>
          </p:cNvSpPr>
          <p:nvPr/>
        </p:nvSpPr>
        <p:spPr>
          <a:xfrm xmlns:a="http://schemas.openxmlformats.org/drawingml/2006/main">
            <a:off x="6457950" y="32099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Woodlands East (Admiralty Place)</a:t>
            </a:r>
          </a:p>
        </p:txBody>
      </p:sp>
      <p:sp>
        <p:nvSpPr>
          <p:cNvPr id="475" name="">
            <a:extLst xmlns:a="http://schemas.openxmlformats.org/drawingml/2006/main">
              <a:ext uri="{FF2B5EF4-FFF2-40B4-BE49-F238E27FC236}">
                <a16:creationId xmlns:a16="http://schemas.microsoft.com/office/drawing/2014/main" id="{612547B2-7910-40A0-83F6-CE72261A90FD}"/>
              </a:ext>
            </a:extLst>
          </p:cNvPr>
          <p:cNvSpPr>
            <a:spLocks xmlns:a="http://schemas.openxmlformats.org/drawingml/2006/main" noGrp="1"/>
          </p:cNvSpPr>
          <p:nvPr/>
        </p:nvSpPr>
        <p:spPr>
          <a:xfrm xmlns:a="http://schemas.openxmlformats.org/drawingml/2006/main">
            <a:off x="6153150" y="34861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6" name="">
            <a:extLst xmlns:a="http://schemas.openxmlformats.org/drawingml/2006/main">
              <a:ext uri="{FF2B5EF4-FFF2-40B4-BE49-F238E27FC236}">
                <a16:creationId xmlns:a16="http://schemas.microsoft.com/office/drawing/2014/main" id="{D4910428-DFCE-485C-8E71-B425D6C25B00}"/>
              </a:ext>
            </a:extLst>
          </p:cNvPr>
          <p:cNvSpPr>
            <a:spLocks xmlns:a="http://schemas.openxmlformats.org/drawingml/2006/main" noGrp="1"/>
          </p:cNvSpPr>
          <p:nvPr/>
        </p:nvSpPr>
        <p:spPr>
          <a:xfrm xmlns:a="http://schemas.openxmlformats.org/drawingml/2006/main">
            <a:off x="6153150" y="34956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77" name="">
            <a:extLst xmlns:a="http://schemas.openxmlformats.org/drawingml/2006/main">
              <a:ext uri="{FF2B5EF4-FFF2-40B4-BE49-F238E27FC236}">
                <a16:creationId xmlns:a16="http://schemas.microsoft.com/office/drawing/2014/main" id="{D5D18A91-D89F-4F3C-B03A-0EF11BBFD109}"/>
              </a:ext>
            </a:extLst>
          </p:cNvPr>
          <p:cNvSpPr>
            <a:spLocks xmlns:a="http://schemas.openxmlformats.org/drawingml/2006/main" noGrp="1"/>
          </p:cNvSpPr>
          <p:nvPr/>
        </p:nvSpPr>
        <p:spPr>
          <a:xfrm xmlns:a="http://schemas.openxmlformats.org/drawingml/2006/main">
            <a:off x="6457950" y="34861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Raffles Place (Lau Pa Sat Singapore)</a:t>
            </a:r>
          </a:p>
        </p:txBody>
      </p:sp>
      <p:sp>
        <p:nvSpPr>
          <p:cNvPr id="478" name="">
            <a:extLst xmlns:a="http://schemas.openxmlformats.org/drawingml/2006/main">
              <a:ext uri="{FF2B5EF4-FFF2-40B4-BE49-F238E27FC236}">
                <a16:creationId xmlns:a16="http://schemas.microsoft.com/office/drawing/2014/main" id="{4F07258D-622E-4AC5-989D-A7DE412BAFA1}"/>
              </a:ext>
            </a:extLst>
          </p:cNvPr>
          <p:cNvSpPr>
            <a:spLocks xmlns:a="http://schemas.openxmlformats.org/drawingml/2006/main" noGrp="1"/>
          </p:cNvSpPr>
          <p:nvPr/>
        </p:nvSpPr>
        <p:spPr>
          <a:xfrm xmlns:a="http://schemas.openxmlformats.org/drawingml/2006/main">
            <a:off x="6153150" y="37623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9" name="">
            <a:extLst xmlns:a="http://schemas.openxmlformats.org/drawingml/2006/main">
              <a:ext uri="{FF2B5EF4-FFF2-40B4-BE49-F238E27FC236}">
                <a16:creationId xmlns:a16="http://schemas.microsoft.com/office/drawing/2014/main" id="{A32313B1-A2AE-40D1-9587-F22D5CB2CD2E}"/>
              </a:ext>
            </a:extLst>
          </p:cNvPr>
          <p:cNvSpPr>
            <a:spLocks xmlns:a="http://schemas.openxmlformats.org/drawingml/2006/main" noGrp="1"/>
          </p:cNvSpPr>
          <p:nvPr/>
        </p:nvSpPr>
        <p:spPr>
          <a:xfrm xmlns:a="http://schemas.openxmlformats.org/drawingml/2006/main">
            <a:off x="6153150" y="37719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80" name="">
            <a:extLst xmlns:a="http://schemas.openxmlformats.org/drawingml/2006/main">
              <a:ext uri="{FF2B5EF4-FFF2-40B4-BE49-F238E27FC236}">
                <a16:creationId xmlns:a16="http://schemas.microsoft.com/office/drawing/2014/main" id="{5C1C9915-AC11-4E1D-93F1-976655462AD5}"/>
              </a:ext>
            </a:extLst>
          </p:cNvPr>
          <p:cNvSpPr>
            <a:spLocks xmlns:a="http://schemas.openxmlformats.org/drawingml/2006/main" noGrp="1"/>
          </p:cNvSpPr>
          <p:nvPr/>
        </p:nvSpPr>
        <p:spPr>
          <a:xfrm xmlns:a="http://schemas.openxmlformats.org/drawingml/2006/main">
            <a:off x="6457950" y="37623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Yishun West (Northpoint City)</a:t>
            </a:r>
          </a:p>
        </p:txBody>
      </p:sp>
      <p:sp>
        <p:nvSpPr>
          <p:cNvPr id="481" name="">
            <a:extLst xmlns:a="http://schemas.openxmlformats.org/drawingml/2006/main">
              <a:ext uri="{FF2B5EF4-FFF2-40B4-BE49-F238E27FC236}">
                <a16:creationId xmlns:a16="http://schemas.microsoft.com/office/drawing/2014/main" id="{6B5B6737-D1CC-4A7D-98F8-49ED0F51FB1B}"/>
              </a:ext>
            </a:extLst>
          </p:cNvPr>
          <p:cNvSpPr>
            <a:spLocks xmlns:a="http://schemas.openxmlformats.org/drawingml/2006/main" noGrp="1"/>
          </p:cNvSpPr>
          <p:nvPr/>
        </p:nvSpPr>
        <p:spPr>
          <a:xfrm xmlns:a="http://schemas.openxmlformats.org/drawingml/2006/main">
            <a:off x="6153150" y="40386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2" name="">
            <a:extLst xmlns:a="http://schemas.openxmlformats.org/drawingml/2006/main">
              <a:ext uri="{FF2B5EF4-FFF2-40B4-BE49-F238E27FC236}">
                <a16:creationId xmlns:a16="http://schemas.microsoft.com/office/drawing/2014/main" id="{A25340C5-C01D-4196-BA69-6A0984967CE8}"/>
              </a:ext>
            </a:extLst>
          </p:cNvPr>
          <p:cNvSpPr>
            <a:spLocks xmlns:a="http://schemas.openxmlformats.org/drawingml/2006/main" noGrp="1"/>
          </p:cNvSpPr>
          <p:nvPr/>
        </p:nvSpPr>
        <p:spPr>
          <a:xfrm xmlns:a="http://schemas.openxmlformats.org/drawingml/2006/main">
            <a:off x="6153150" y="40481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83" name="">
            <a:extLst xmlns:a="http://schemas.openxmlformats.org/drawingml/2006/main">
              <a:ext uri="{FF2B5EF4-FFF2-40B4-BE49-F238E27FC236}">
                <a16:creationId xmlns:a16="http://schemas.microsoft.com/office/drawing/2014/main" id="{CDF97858-505D-4C5F-A33C-3C8DCD95AD99}"/>
              </a:ext>
            </a:extLst>
          </p:cNvPr>
          <p:cNvSpPr>
            <a:spLocks xmlns:a="http://schemas.openxmlformats.org/drawingml/2006/main" noGrp="1"/>
          </p:cNvSpPr>
          <p:nvPr/>
        </p:nvSpPr>
        <p:spPr>
          <a:xfrm xmlns:a="http://schemas.openxmlformats.org/drawingml/2006/main">
            <a:off x="6457950" y="40386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Singapore General Hospital (SIT Flats...)</a:t>
            </a:r>
          </a:p>
        </p:txBody>
      </p:sp>
      <p:sp>
        <p:nvSpPr>
          <p:cNvPr id="484" name="">
            <a:extLst xmlns:a="http://schemas.openxmlformats.org/drawingml/2006/main">
              <a:ext uri="{FF2B5EF4-FFF2-40B4-BE49-F238E27FC236}">
                <a16:creationId xmlns:a16="http://schemas.microsoft.com/office/drawing/2014/main" id="{7E0271FB-13DD-4674-8AAE-F69D1A5FC723}"/>
              </a:ext>
            </a:extLst>
          </p:cNvPr>
          <p:cNvSpPr>
            <a:spLocks xmlns:a="http://schemas.openxmlformats.org/drawingml/2006/main" noGrp="1"/>
          </p:cNvSpPr>
          <p:nvPr/>
        </p:nvSpPr>
        <p:spPr>
          <a:xfrm xmlns:a="http://schemas.openxmlformats.org/drawingml/2006/main">
            <a:off x="6153150" y="43148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5" name="">
            <a:extLst xmlns:a="http://schemas.openxmlformats.org/drawingml/2006/main">
              <a:ext uri="{FF2B5EF4-FFF2-40B4-BE49-F238E27FC236}">
                <a16:creationId xmlns:a16="http://schemas.microsoft.com/office/drawing/2014/main" id="{ADC4B51F-D86A-4547-B342-754D08E5D10C}"/>
              </a:ext>
            </a:extLst>
          </p:cNvPr>
          <p:cNvSpPr>
            <a:spLocks xmlns:a="http://schemas.openxmlformats.org/drawingml/2006/main" noGrp="1"/>
          </p:cNvSpPr>
          <p:nvPr/>
        </p:nvSpPr>
        <p:spPr>
          <a:xfrm xmlns:a="http://schemas.openxmlformats.org/drawingml/2006/main">
            <a:off x="6153150" y="43243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86" name="">
            <a:extLst xmlns:a="http://schemas.openxmlformats.org/drawingml/2006/main">
              <a:ext uri="{FF2B5EF4-FFF2-40B4-BE49-F238E27FC236}">
                <a16:creationId xmlns:a16="http://schemas.microsoft.com/office/drawing/2014/main" id="{9BE9142C-DAC0-4BAC-A163-0044CD8D7DCA}"/>
              </a:ext>
            </a:extLst>
          </p:cNvPr>
          <p:cNvSpPr>
            <a:spLocks xmlns:a="http://schemas.openxmlformats.org/drawingml/2006/main" noGrp="1"/>
          </p:cNvSpPr>
          <p:nvPr/>
        </p:nvSpPr>
        <p:spPr>
          <a:xfrm xmlns:a="http://schemas.openxmlformats.org/drawingml/2006/main">
            <a:off x="6457950" y="43148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Robertson Quay (Hong San See Temple...)</a:t>
            </a:r>
          </a:p>
        </p:txBody>
      </p:sp>
      <p:sp>
        <p:nvSpPr>
          <p:cNvPr id="487" name="Editable chart path">
            <a:extLst xmlns:a="http://schemas.openxmlformats.org/drawingml/2006/main">
              <a:ext uri="{FF2B5EF4-FFF2-40B4-BE49-F238E27FC236}">
                <a16:creationId xmlns:a16="http://schemas.microsoft.com/office/drawing/2014/main" id="{20EA9509-3CAB-4827-A95F-00DBFF80EE0A}"/>
              </a:ext>
            </a:extLst>
          </p:cNvPr>
          <p:cNvSpPr>
            <a:spLocks xmlns:a="http://schemas.openxmlformats.org/drawingml/2006/main" noGrp="1"/>
          </p:cNvSpPr>
          <p:nvPr/>
        </p:nvSpPr>
        <p:spPr>
          <a:xfrm xmlns:a="http://schemas.openxmlformats.org/drawingml/2006/main">
            <a:off x="4932468" y="5143500"/>
            <a:ext cx="155859" cy="163652"/>
          </a:xfrm>
          <a:custGeom xmlns:a="http://schemas.openxmlformats.org/drawingml/2006/main">
            <a:pathLst>
              <a:path w="156682" h="164516">
                <a:moveTo>
                  <a:pt x="0" y="164516"/>
                </a:moveTo>
                <a:lnTo>
                  <a:pt x="156682" y="82258"/>
                </a:lnTo>
                <a:lnTo>
                  <a:pt x="0" y="0"/>
                </a:lnTo>
              </a:path>
            </a:pathLst>
          </a:custGeom>
          <a:solidFill xmlns:a="http://schemas.openxmlformats.org/drawingml/2006/main">
            <a:srgbClr val="14295B"/>
          </a:solidFill>
          <a:ln xmlns:a="http://schemas.openxmlformats.org/drawingml/2006/main" w="0">
            <a:noFill/>
            <a:prstDash val="solid"/>
          </a:ln>
        </p:spPr>
      </p:sp>
      <p:sp>
        <p:nvSpPr>
          <p:cNvPr id="488" name="Editable chart path">
            <a:extLst xmlns:a="http://schemas.openxmlformats.org/drawingml/2006/main">
              <a:ext uri="{FF2B5EF4-FFF2-40B4-BE49-F238E27FC236}">
                <a16:creationId xmlns:a16="http://schemas.microsoft.com/office/drawing/2014/main" id="{64C6F90E-079D-48F1-8DC9-2A5C9C7A930E}"/>
              </a:ext>
            </a:extLst>
          </p:cNvPr>
          <p:cNvSpPr>
            <a:spLocks xmlns:a="http://schemas.openxmlformats.org/drawingml/2006/main" noGrp="1"/>
          </p:cNvSpPr>
          <p:nvPr/>
        </p:nvSpPr>
        <p:spPr>
          <a:xfrm xmlns:a="http://schemas.openxmlformats.org/drawingml/2006/main">
            <a:off x="181528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CE6F4"/>
          </a:solidFill>
          <a:ln xmlns:a="http://schemas.openxmlformats.org/drawingml/2006/main" w="0">
            <a:noFill/>
            <a:prstDash val="solid"/>
          </a:ln>
        </p:spPr>
      </p:sp>
      <p:sp>
        <p:nvSpPr>
          <p:cNvPr id="489" name="Editable chart path">
            <a:extLst xmlns:a="http://schemas.openxmlformats.org/drawingml/2006/main">
              <a:ext uri="{FF2B5EF4-FFF2-40B4-BE49-F238E27FC236}">
                <a16:creationId xmlns:a16="http://schemas.microsoft.com/office/drawing/2014/main" id="{B866BABD-F265-44C7-8D3D-3E6971C2E4D8}"/>
              </a:ext>
            </a:extLst>
          </p:cNvPr>
          <p:cNvSpPr>
            <a:spLocks xmlns:a="http://schemas.openxmlformats.org/drawingml/2006/main" noGrp="1"/>
          </p:cNvSpPr>
          <p:nvPr/>
        </p:nvSpPr>
        <p:spPr>
          <a:xfrm xmlns:a="http://schemas.openxmlformats.org/drawingml/2006/main">
            <a:off x="226059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5E2F4"/>
          </a:solidFill>
          <a:ln xmlns:a="http://schemas.openxmlformats.org/drawingml/2006/main" w="0">
            <a:noFill/>
            <a:prstDash val="solid"/>
          </a:ln>
        </p:spPr>
      </p:sp>
      <p:sp>
        <p:nvSpPr>
          <p:cNvPr id="490" name="Editable chart path">
            <a:extLst xmlns:a="http://schemas.openxmlformats.org/drawingml/2006/main">
              <a:ext uri="{FF2B5EF4-FFF2-40B4-BE49-F238E27FC236}">
                <a16:creationId xmlns:a16="http://schemas.microsoft.com/office/drawing/2014/main" id="{F116CD4B-DE29-40E6-BBB8-ACABBD79B2D8}"/>
              </a:ext>
            </a:extLst>
          </p:cNvPr>
          <p:cNvSpPr>
            <a:spLocks xmlns:a="http://schemas.openxmlformats.org/drawingml/2006/main" noGrp="1"/>
          </p:cNvSpPr>
          <p:nvPr/>
        </p:nvSpPr>
        <p:spPr>
          <a:xfrm xmlns:a="http://schemas.openxmlformats.org/drawingml/2006/main">
            <a:off x="270590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C2D7F3"/>
          </a:solidFill>
          <a:ln xmlns:a="http://schemas.openxmlformats.org/drawingml/2006/main" w="0">
            <a:noFill/>
            <a:prstDash val="solid"/>
          </a:ln>
        </p:spPr>
      </p:sp>
      <p:sp>
        <p:nvSpPr>
          <p:cNvPr id="491" name="Editable chart path">
            <a:extLst xmlns:a="http://schemas.openxmlformats.org/drawingml/2006/main">
              <a:ext uri="{FF2B5EF4-FFF2-40B4-BE49-F238E27FC236}">
                <a16:creationId xmlns:a16="http://schemas.microsoft.com/office/drawing/2014/main" id="{3EC11CA4-654F-4AEA-B3B5-79237FF3FBE1}"/>
              </a:ext>
            </a:extLst>
          </p:cNvPr>
          <p:cNvSpPr>
            <a:spLocks xmlns:a="http://schemas.openxmlformats.org/drawingml/2006/main" noGrp="1"/>
          </p:cNvSpPr>
          <p:nvPr/>
        </p:nvSpPr>
        <p:spPr>
          <a:xfrm xmlns:a="http://schemas.openxmlformats.org/drawingml/2006/main">
            <a:off x="3151218"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9FC2F2"/>
          </a:solidFill>
          <a:ln xmlns:a="http://schemas.openxmlformats.org/drawingml/2006/main" w="0">
            <a:noFill/>
            <a:prstDash val="solid"/>
          </a:ln>
        </p:spPr>
      </p:sp>
      <p:sp>
        <p:nvSpPr>
          <p:cNvPr id="492" name="Editable chart path">
            <a:extLst xmlns:a="http://schemas.openxmlformats.org/drawingml/2006/main">
              <a:ext uri="{FF2B5EF4-FFF2-40B4-BE49-F238E27FC236}">
                <a16:creationId xmlns:a16="http://schemas.microsoft.com/office/drawing/2014/main" id="{3180B708-FA2B-4F5D-94ED-B53354EF6184}"/>
              </a:ext>
            </a:extLst>
          </p:cNvPr>
          <p:cNvSpPr>
            <a:spLocks xmlns:a="http://schemas.openxmlformats.org/drawingml/2006/main" noGrp="1"/>
          </p:cNvSpPr>
          <p:nvPr/>
        </p:nvSpPr>
        <p:spPr>
          <a:xfrm xmlns:a="http://schemas.openxmlformats.org/drawingml/2006/main">
            <a:off x="359653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6E9ADA"/>
          </a:solidFill>
          <a:ln xmlns:a="http://schemas.openxmlformats.org/drawingml/2006/main" w="0">
            <a:noFill/>
            <a:prstDash val="solid"/>
          </a:ln>
        </p:spPr>
      </p:sp>
      <p:sp>
        <p:nvSpPr>
          <p:cNvPr id="493" name="Editable chart path">
            <a:extLst xmlns:a="http://schemas.openxmlformats.org/drawingml/2006/main">
              <a:ext uri="{FF2B5EF4-FFF2-40B4-BE49-F238E27FC236}">
                <a16:creationId xmlns:a16="http://schemas.microsoft.com/office/drawing/2014/main" id="{31641BD7-44D1-4D23-95E8-36411F84A17B}"/>
              </a:ext>
            </a:extLst>
          </p:cNvPr>
          <p:cNvSpPr>
            <a:spLocks xmlns:a="http://schemas.openxmlformats.org/drawingml/2006/main" noGrp="1"/>
          </p:cNvSpPr>
          <p:nvPr/>
        </p:nvSpPr>
        <p:spPr>
          <a:xfrm xmlns:a="http://schemas.openxmlformats.org/drawingml/2006/main">
            <a:off x="404184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3869B2"/>
          </a:solidFill>
          <a:ln xmlns:a="http://schemas.openxmlformats.org/drawingml/2006/main" w="0">
            <a:noFill/>
            <a:prstDash val="solid"/>
          </a:ln>
        </p:spPr>
      </p:sp>
      <p:sp>
        <p:nvSpPr>
          <p:cNvPr id="494" name="Editable chart path">
            <a:extLst xmlns:a="http://schemas.openxmlformats.org/drawingml/2006/main">
              <a:ext uri="{FF2B5EF4-FFF2-40B4-BE49-F238E27FC236}">
                <a16:creationId xmlns:a16="http://schemas.microsoft.com/office/drawing/2014/main" id="{FE2B3626-FD35-4803-8A10-B721D088B880}"/>
              </a:ext>
            </a:extLst>
          </p:cNvPr>
          <p:cNvSpPr>
            <a:spLocks xmlns:a="http://schemas.openxmlformats.org/drawingml/2006/main" noGrp="1"/>
          </p:cNvSpPr>
          <p:nvPr/>
        </p:nvSpPr>
        <p:spPr>
          <a:xfrm xmlns:a="http://schemas.openxmlformats.org/drawingml/2006/main">
            <a:off x="448715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224889"/>
          </a:solidFill>
          <a:ln xmlns:a="http://schemas.openxmlformats.org/drawingml/2006/main" w="0">
            <a:noFill/>
            <a:prstDash val="solid"/>
          </a:ln>
        </p:spPr>
      </p:sp>
      <p:sp>
        <p:nvSpPr>
          <p:cNvPr id="495" name="Editable chart path">
            <a:extLst xmlns:a="http://schemas.openxmlformats.org/drawingml/2006/main">
              <a:ext uri="{FF2B5EF4-FFF2-40B4-BE49-F238E27FC236}">
                <a16:creationId xmlns:a16="http://schemas.microsoft.com/office/drawing/2014/main" id="{45830B6D-A98D-41C4-B6ED-7130AD329C07}"/>
              </a:ext>
            </a:extLst>
          </p:cNvPr>
          <p:cNvSpPr>
            <a:spLocks xmlns:a="http://schemas.openxmlformats.org/drawingml/2006/main" noGrp="1"/>
          </p:cNvSpPr>
          <p:nvPr/>
        </p:nvSpPr>
        <p:spPr>
          <a:xfrm xmlns:a="http://schemas.openxmlformats.org/drawingml/2006/main">
            <a:off x="181528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6" name="">
            <a:extLst xmlns:a="http://schemas.openxmlformats.org/drawingml/2006/main">
              <a:ext uri="{FF2B5EF4-FFF2-40B4-BE49-F238E27FC236}">
                <a16:creationId xmlns:a16="http://schemas.microsoft.com/office/drawing/2014/main" id="{7D368517-37AC-42C5-AF63-1D22A9024C9A}"/>
              </a:ext>
            </a:extLst>
          </p:cNvPr>
          <p:cNvSpPr>
            <a:spLocks xmlns:a="http://schemas.openxmlformats.org/drawingml/2006/main" noGrp="1"/>
          </p:cNvSpPr>
          <p:nvPr/>
        </p:nvSpPr>
        <p:spPr>
          <a:xfrm xmlns:a="http://schemas.openxmlformats.org/drawingml/2006/main" rot="0">
            <a:off x="1767299" y="5307941"/>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497" name="Editable chart path">
            <a:extLst xmlns:a="http://schemas.openxmlformats.org/drawingml/2006/main">
              <a:ext uri="{FF2B5EF4-FFF2-40B4-BE49-F238E27FC236}">
                <a16:creationId xmlns:a16="http://schemas.microsoft.com/office/drawing/2014/main" id="{5FBFFD2D-73F1-4680-A2D1-CF2B77D3AAE3}"/>
              </a:ext>
            </a:extLst>
          </p:cNvPr>
          <p:cNvSpPr>
            <a:spLocks xmlns:a="http://schemas.openxmlformats.org/drawingml/2006/main" noGrp="1"/>
          </p:cNvSpPr>
          <p:nvPr/>
        </p:nvSpPr>
        <p:spPr>
          <a:xfrm xmlns:a="http://schemas.openxmlformats.org/drawingml/2006/main">
            <a:off x="226059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8" name="">
            <a:extLst xmlns:a="http://schemas.openxmlformats.org/drawingml/2006/main">
              <a:ext uri="{FF2B5EF4-FFF2-40B4-BE49-F238E27FC236}">
                <a16:creationId xmlns:a16="http://schemas.microsoft.com/office/drawing/2014/main" id="{7905314B-A455-45DF-B9C2-890BAA2A66EB}"/>
              </a:ext>
            </a:extLst>
          </p:cNvPr>
          <p:cNvSpPr>
            <a:spLocks xmlns:a="http://schemas.openxmlformats.org/drawingml/2006/main" noGrp="1"/>
          </p:cNvSpPr>
          <p:nvPr/>
        </p:nvSpPr>
        <p:spPr>
          <a:xfrm xmlns:a="http://schemas.openxmlformats.org/drawingml/2006/main" rot="0">
            <a:off x="2227348" y="5307941"/>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499" name="Editable chart path">
            <a:extLst xmlns:a="http://schemas.openxmlformats.org/drawingml/2006/main">
              <a:ext uri="{FF2B5EF4-FFF2-40B4-BE49-F238E27FC236}">
                <a16:creationId xmlns:a16="http://schemas.microsoft.com/office/drawing/2014/main" id="{0645541A-B171-41A7-9BD6-CBE14FA00837}"/>
              </a:ext>
            </a:extLst>
          </p:cNvPr>
          <p:cNvSpPr>
            <a:spLocks xmlns:a="http://schemas.openxmlformats.org/drawingml/2006/main" noGrp="1"/>
          </p:cNvSpPr>
          <p:nvPr/>
        </p:nvSpPr>
        <p:spPr>
          <a:xfrm xmlns:a="http://schemas.openxmlformats.org/drawingml/2006/main">
            <a:off x="270590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0" name="">
            <a:extLst xmlns:a="http://schemas.openxmlformats.org/drawingml/2006/main">
              <a:ext uri="{FF2B5EF4-FFF2-40B4-BE49-F238E27FC236}">
                <a16:creationId xmlns:a16="http://schemas.microsoft.com/office/drawing/2014/main" id="{F691D801-8217-4FC6-B60F-718FDE753FB5}"/>
              </a:ext>
            </a:extLst>
          </p:cNvPr>
          <p:cNvSpPr>
            <a:spLocks xmlns:a="http://schemas.openxmlformats.org/drawingml/2006/main" noGrp="1"/>
          </p:cNvSpPr>
          <p:nvPr/>
        </p:nvSpPr>
        <p:spPr>
          <a:xfrm xmlns:a="http://schemas.openxmlformats.org/drawingml/2006/main" rot="0">
            <a:off x="2660738" y="5307941"/>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501" name="Editable chart path">
            <a:extLst xmlns:a="http://schemas.openxmlformats.org/drawingml/2006/main">
              <a:ext uri="{FF2B5EF4-FFF2-40B4-BE49-F238E27FC236}">
                <a16:creationId xmlns:a16="http://schemas.microsoft.com/office/drawing/2014/main" id="{7E6D27CE-CB33-49FE-A394-23A719D30F0C}"/>
              </a:ext>
            </a:extLst>
          </p:cNvPr>
          <p:cNvSpPr>
            <a:spLocks xmlns:a="http://schemas.openxmlformats.org/drawingml/2006/main" noGrp="1"/>
          </p:cNvSpPr>
          <p:nvPr/>
        </p:nvSpPr>
        <p:spPr>
          <a:xfrm xmlns:a="http://schemas.openxmlformats.org/drawingml/2006/main">
            <a:off x="315121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2" name="">
            <a:extLst xmlns:a="http://schemas.openxmlformats.org/drawingml/2006/main">
              <a:ext uri="{FF2B5EF4-FFF2-40B4-BE49-F238E27FC236}">
                <a16:creationId xmlns:a16="http://schemas.microsoft.com/office/drawing/2014/main" id="{8B0ECA38-0E6F-4CE4-8E7C-F87A35F278EA}"/>
              </a:ext>
            </a:extLst>
          </p:cNvPr>
          <p:cNvSpPr>
            <a:spLocks xmlns:a="http://schemas.openxmlformats.org/drawingml/2006/main" noGrp="1"/>
          </p:cNvSpPr>
          <p:nvPr/>
        </p:nvSpPr>
        <p:spPr>
          <a:xfrm xmlns:a="http://schemas.openxmlformats.org/drawingml/2006/main" rot="0">
            <a:off x="3103181" y="5307941"/>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503" name="Editable chart path">
            <a:extLst xmlns:a="http://schemas.openxmlformats.org/drawingml/2006/main">
              <a:ext uri="{FF2B5EF4-FFF2-40B4-BE49-F238E27FC236}">
                <a16:creationId xmlns:a16="http://schemas.microsoft.com/office/drawing/2014/main" id="{118B7E0C-9D05-4C14-89F0-BD833CE32F32}"/>
              </a:ext>
            </a:extLst>
          </p:cNvPr>
          <p:cNvSpPr>
            <a:spLocks xmlns:a="http://schemas.openxmlformats.org/drawingml/2006/main" noGrp="1"/>
          </p:cNvSpPr>
          <p:nvPr/>
        </p:nvSpPr>
        <p:spPr>
          <a:xfrm xmlns:a="http://schemas.openxmlformats.org/drawingml/2006/main">
            <a:off x="359653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4" name="">
            <a:extLst xmlns:a="http://schemas.openxmlformats.org/drawingml/2006/main">
              <a:ext uri="{FF2B5EF4-FFF2-40B4-BE49-F238E27FC236}">
                <a16:creationId xmlns:a16="http://schemas.microsoft.com/office/drawing/2014/main" id="{FDAB96AA-DB42-4DEE-B640-218B73626C67}"/>
              </a:ext>
            </a:extLst>
          </p:cNvPr>
          <p:cNvSpPr>
            <a:spLocks xmlns:a="http://schemas.openxmlformats.org/drawingml/2006/main" noGrp="1"/>
          </p:cNvSpPr>
          <p:nvPr/>
        </p:nvSpPr>
        <p:spPr>
          <a:xfrm xmlns:a="http://schemas.openxmlformats.org/drawingml/2006/main" rot="0">
            <a:off x="3548390" y="5307941"/>
            <a:ext cx="928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505" name="Editable chart path">
            <a:extLst xmlns:a="http://schemas.openxmlformats.org/drawingml/2006/main">
              <a:ext uri="{FF2B5EF4-FFF2-40B4-BE49-F238E27FC236}">
                <a16:creationId xmlns:a16="http://schemas.microsoft.com/office/drawing/2014/main" id="{8FD105E4-642D-4136-908C-1FCEBBEFDC4C}"/>
              </a:ext>
            </a:extLst>
          </p:cNvPr>
          <p:cNvSpPr>
            <a:spLocks xmlns:a="http://schemas.openxmlformats.org/drawingml/2006/main" noGrp="1"/>
          </p:cNvSpPr>
          <p:nvPr/>
        </p:nvSpPr>
        <p:spPr>
          <a:xfrm xmlns:a="http://schemas.openxmlformats.org/drawingml/2006/main">
            <a:off x="404184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6" name="">
            <a:extLst xmlns:a="http://schemas.openxmlformats.org/drawingml/2006/main">
              <a:ext uri="{FF2B5EF4-FFF2-40B4-BE49-F238E27FC236}">
                <a16:creationId xmlns:a16="http://schemas.microsoft.com/office/drawing/2014/main" id="{F9DA893E-5CC9-4EFB-9165-969F7BE3BB3E}"/>
              </a:ext>
            </a:extLst>
          </p:cNvPr>
          <p:cNvSpPr>
            <a:spLocks xmlns:a="http://schemas.openxmlformats.org/drawingml/2006/main" noGrp="1"/>
          </p:cNvSpPr>
          <p:nvPr/>
        </p:nvSpPr>
        <p:spPr>
          <a:xfrm xmlns:a="http://schemas.openxmlformats.org/drawingml/2006/main" rot="0">
            <a:off x="3971214" y="5307941"/>
            <a:ext cx="1381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507" name="Editable chart path">
            <a:extLst xmlns:a="http://schemas.openxmlformats.org/drawingml/2006/main">
              <a:ext uri="{FF2B5EF4-FFF2-40B4-BE49-F238E27FC236}">
                <a16:creationId xmlns:a16="http://schemas.microsoft.com/office/drawing/2014/main" id="{156CB4AF-14A0-49EC-9E91-BA3338200CE9}"/>
              </a:ext>
            </a:extLst>
          </p:cNvPr>
          <p:cNvSpPr>
            <a:spLocks xmlns:a="http://schemas.openxmlformats.org/drawingml/2006/main" noGrp="1"/>
          </p:cNvSpPr>
          <p:nvPr/>
        </p:nvSpPr>
        <p:spPr>
          <a:xfrm xmlns:a="http://schemas.openxmlformats.org/drawingml/2006/main">
            <a:off x="448715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8" name="">
            <a:extLst xmlns:a="http://schemas.openxmlformats.org/drawingml/2006/main">
              <a:ext uri="{FF2B5EF4-FFF2-40B4-BE49-F238E27FC236}">
                <a16:creationId xmlns:a16="http://schemas.microsoft.com/office/drawing/2014/main" id="{E72309A6-A74B-43AA-A559-A2D9D4B2A875}"/>
              </a:ext>
            </a:extLst>
          </p:cNvPr>
          <p:cNvSpPr>
            <a:spLocks xmlns:a="http://schemas.openxmlformats.org/drawingml/2006/main" noGrp="1"/>
          </p:cNvSpPr>
          <p:nvPr/>
        </p:nvSpPr>
        <p:spPr>
          <a:xfrm xmlns:a="http://schemas.openxmlformats.org/drawingml/2006/main" rot="0">
            <a:off x="4400888" y="5307941"/>
            <a:ext cx="16725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32</a:t>
            </a:r>
          </a:p>
        </p:txBody>
      </p:sp>
      <p:sp>
        <p:nvSpPr>
          <p:cNvPr id="509" name="Editable chart path">
            <a:extLst xmlns:a="http://schemas.openxmlformats.org/drawingml/2006/main">
              <a:ext uri="{FF2B5EF4-FFF2-40B4-BE49-F238E27FC236}">
                <a16:creationId xmlns:a16="http://schemas.microsoft.com/office/drawing/2014/main" id="{388100D1-880A-4E68-B5CE-7E3050204437}"/>
              </a:ext>
            </a:extLst>
          </p:cNvPr>
          <p:cNvSpPr>
            <a:spLocks xmlns:a="http://schemas.openxmlformats.org/drawingml/2006/main" noGrp="1"/>
          </p:cNvSpPr>
          <p:nvPr/>
        </p:nvSpPr>
        <p:spPr>
          <a:xfrm xmlns:a="http://schemas.openxmlformats.org/drawingml/2006/main">
            <a:off x="493246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10" name="">
            <a:extLst xmlns:a="http://schemas.openxmlformats.org/drawingml/2006/main">
              <a:ext uri="{FF2B5EF4-FFF2-40B4-BE49-F238E27FC236}">
                <a16:creationId xmlns:a16="http://schemas.microsoft.com/office/drawing/2014/main" id="{A103F604-2E05-46C4-8F5F-4CF513F5A75D}"/>
              </a:ext>
            </a:extLst>
          </p:cNvPr>
          <p:cNvSpPr>
            <a:spLocks xmlns:a="http://schemas.openxmlformats.org/drawingml/2006/main" noGrp="1"/>
          </p:cNvSpPr>
          <p:nvPr/>
        </p:nvSpPr>
        <p:spPr>
          <a:xfrm xmlns:a="http://schemas.openxmlformats.org/drawingml/2006/main" rot="0">
            <a:off x="4840092" y="5307941"/>
            <a:ext cx="18126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64</a:t>
            </a:r>
          </a:p>
        </p:txBody>
      </p:sp>
      <p:sp>
        <p:nvSpPr>
          <p:cNvPr id="511" name="Editable chart path">
            <a:extLst xmlns:a="http://schemas.openxmlformats.org/drawingml/2006/main">
              <a:ext uri="{FF2B5EF4-FFF2-40B4-BE49-F238E27FC236}">
                <a16:creationId xmlns:a16="http://schemas.microsoft.com/office/drawing/2014/main" id="{8B6845C2-CEF5-424C-8F05-C7DD795FEE8D}"/>
              </a:ext>
            </a:extLst>
          </p:cNvPr>
          <p:cNvSpPr>
            <a:spLocks xmlns:a="http://schemas.openxmlformats.org/drawingml/2006/main" noGrp="1"/>
          </p:cNvSpPr>
          <p:nvPr/>
        </p:nvSpPr>
        <p:spPr>
          <a:xfrm xmlns:a="http://schemas.openxmlformats.org/drawingml/2006/main">
            <a:off x="1815280" y="5143500"/>
            <a:ext cx="3273047" cy="163652"/>
          </a:xfrm>
          <a:custGeom xmlns:a="http://schemas.openxmlformats.org/drawingml/2006/main">
            <a:pathLst>
              <a:path w="3290316" h="164516">
                <a:moveTo>
                  <a:pt x="0" y="164516"/>
                </a:moveTo>
                <a:lnTo>
                  <a:pt x="0" y="82258"/>
                </a:lnTo>
                <a:lnTo>
                  <a:pt x="0" y="0"/>
                </a:lnTo>
                <a:lnTo>
                  <a:pt x="3133634" y="0"/>
                </a:lnTo>
                <a:lnTo>
                  <a:pt x="3290316" y="82258"/>
                </a:lnTo>
                <a:lnTo>
                  <a:pt x="3133634" y="164516"/>
                </a:lnTo>
                <a:lnTo>
                  <a:pt x="0" y="164516"/>
                </a:lnTo>
                <a:close/>
              </a:path>
            </a:pathLst>
          </a:custGeom>
          <a:noFill xmlns:a="http://schemas.openxmlformats.org/drawingml/2006/main"/>
          <a:ln xmlns:a="http://schemas.openxmlformats.org/drawingml/2006/main" w="7580">
            <a:solidFill>
              <a:srgbClr val="5A6683"/>
            </a:solidFill>
            <a:prstDash val="solid"/>
          </a:ln>
        </p:spPr>
      </p:sp>
      <p:sp>
        <p:nvSpPr>
          <p:cNvPr id="512" name="">
            <a:extLst xmlns:a="http://schemas.openxmlformats.org/drawingml/2006/main">
              <a:ext uri="{FF2B5EF4-FFF2-40B4-BE49-F238E27FC236}">
                <a16:creationId xmlns:a16="http://schemas.microsoft.com/office/drawing/2014/main" id="{BB1FEF7D-5A68-4A8D-B0AD-F4494FFCCDAC}"/>
              </a:ext>
            </a:extLst>
          </p:cNvPr>
          <p:cNvSpPr>
            <a:spLocks xmlns:a="http://schemas.openxmlformats.org/drawingml/2006/main" noGrp="1"/>
          </p:cNvSpPr>
          <p:nvPr/>
        </p:nvSpPr>
        <p:spPr>
          <a:xfrm xmlns:a="http://schemas.openxmlformats.org/drawingml/2006/main">
            <a:off x="952500" y="5572125"/>
            <a:ext cx="495300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Mean vacant taxis per 1 km cell (dry, normal-coverage regimes)</a:t>
            </a:r>
          </a:p>
        </p:txBody>
      </p:sp>
    </p:spTree>
    <p:extLst>
      <p:ext uri="{BB962C8B-B14F-4D97-AF65-F5344CB8AC3E}">
        <p14:creationId xmlns:p14="http://schemas.microsoft.com/office/powerpoint/2010/main" val="597896415"/>
      </p:ext>
    </p:extLst>
  </p:cSld>
</p:sld>
</file>

<file path=ppt/slides/slide35.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DRY-WEATHER SUPPLY BY TIME BAND (2/5)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These are dry snapshots. Supply geography does not establish passenger demand.</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35</a:t>
            </a:r>
            <a:endParaRPr sz="1200"/>
          </a:p>
        </p:txBody>
      </p:sp>
      <p:sp>
        <p:nvSpPr>
          <p:cNvPr id="14" name="">
            <a:extLst xmlns:a="http://schemas.openxmlformats.org/drawingml/2006/main">
              <a:ext uri="{FF2B5EF4-FFF2-40B4-BE49-F238E27FC236}">
                <a16:creationId xmlns:a16="http://schemas.microsoft.com/office/drawing/2014/main" id="{0B81A852-0790-404D-B12B-027A2C0DCDEA}"/>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0EB13B15-5C14-42CE-A18A-EEFA1EE164F4}"/>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Dry weather, 10-17</a:t>
            </a:r>
          </a:p>
        </p:txBody>
      </p:sp>
      <p:sp>
        <p:nvSpPr>
          <p:cNvPr id="16" name="Editable chart path">
            <a:extLst xmlns:a="http://schemas.openxmlformats.org/drawingml/2006/main">
              <a:ext uri="{FF2B5EF4-FFF2-40B4-BE49-F238E27FC236}">
                <a16:creationId xmlns:a16="http://schemas.microsoft.com/office/drawing/2014/main" id="{8D65C382-65BD-4A51-9EE7-28A3D05B2E47}"/>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8"/>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2"/>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6"/>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4"/>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8"/>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5"/>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599240" y="1571087"/>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3"/>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2936" y="1388314"/>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6"/>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7BBB51FE-C17B-4DA2-AA1C-1AB2C2B94081}"/>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E942C72B-68D6-430E-B264-1EB63B152922}"/>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FCB3532B-B0D6-4C3D-AB82-1A9B53A1CE1A}"/>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D90EBE22-71D3-4F50-965C-8684C49E37E1}"/>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917B8C47-F4D9-466D-9E22-0B94344437ED}"/>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112F0D35-5A3E-4F20-9ECA-F93A2A54D0D8}"/>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24E1CA5D-0F67-475E-808B-AAA165E21762}"/>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5F7A502E-2E06-47D4-B0CC-243FB003BB70}"/>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5C4A06AF-6F44-4B1B-BC02-6ADFB723E23D}"/>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580119" h="753253">
                <a:moveTo>
                  <a:pt x="328885" y="60339"/>
                </a:moveTo>
                <a:lnTo>
                  <a:pt x="334369" y="67507"/>
                </a:lnTo>
                <a:lnTo>
                  <a:pt x="341315" y="63777"/>
                </a:lnTo>
                <a:lnTo>
                  <a:pt x="359449" y="65605"/>
                </a:lnTo>
                <a:lnTo>
                  <a:pt x="398786" y="79063"/>
                </a:lnTo>
                <a:lnTo>
                  <a:pt x="413995" y="86596"/>
                </a:lnTo>
                <a:lnTo>
                  <a:pt x="414434" y="89229"/>
                </a:lnTo>
                <a:lnTo>
                  <a:pt x="416700" y="87766"/>
                </a:lnTo>
                <a:lnTo>
                  <a:pt x="444046" y="98517"/>
                </a:lnTo>
                <a:lnTo>
                  <a:pt x="465031" y="111536"/>
                </a:lnTo>
                <a:lnTo>
                  <a:pt x="502614" y="145911"/>
                </a:lnTo>
                <a:lnTo>
                  <a:pt x="522137" y="157760"/>
                </a:lnTo>
                <a:lnTo>
                  <a:pt x="555625" y="222487"/>
                </a:lnTo>
                <a:lnTo>
                  <a:pt x="555552" y="231044"/>
                </a:lnTo>
                <a:lnTo>
                  <a:pt x="544657" y="241869"/>
                </a:lnTo>
                <a:lnTo>
                  <a:pt x="545608" y="244136"/>
                </a:lnTo>
                <a:lnTo>
                  <a:pt x="566446" y="250865"/>
                </a:lnTo>
                <a:lnTo>
                  <a:pt x="578584" y="267906"/>
                </a:lnTo>
                <a:lnTo>
                  <a:pt x="580119" y="297966"/>
                </a:lnTo>
                <a:lnTo>
                  <a:pt x="574562" y="324296"/>
                </a:lnTo>
                <a:lnTo>
                  <a:pt x="561547" y="352235"/>
                </a:lnTo>
                <a:lnTo>
                  <a:pt x="529010" y="405333"/>
                </a:lnTo>
                <a:lnTo>
                  <a:pt x="514971" y="434515"/>
                </a:lnTo>
                <a:lnTo>
                  <a:pt x="490476" y="504143"/>
                </a:lnTo>
                <a:lnTo>
                  <a:pt x="478924" y="566677"/>
                </a:lnTo>
                <a:lnTo>
                  <a:pt x="479362" y="601929"/>
                </a:lnTo>
                <a:lnTo>
                  <a:pt x="485578" y="627089"/>
                </a:lnTo>
                <a:lnTo>
                  <a:pt x="512119" y="676823"/>
                </a:lnTo>
                <a:lnTo>
                  <a:pt x="548240" y="731677"/>
                </a:lnTo>
                <a:lnTo>
                  <a:pt x="547655" y="744037"/>
                </a:lnTo>
                <a:lnTo>
                  <a:pt x="537565" y="752960"/>
                </a:lnTo>
                <a:lnTo>
                  <a:pt x="528863" y="753253"/>
                </a:lnTo>
                <a:lnTo>
                  <a:pt x="522137" y="749815"/>
                </a:ln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34C5F06E-4AF4-4E3D-B658-FF97EDEB90D8}"/>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DAFB1FA1-3F2A-4049-88FC-69109971322F}"/>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DD7CDACA-B94E-4517-AF46-A64053336A38}"/>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55212459-FDDC-4603-AD9F-78D3027CFB1A}"/>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295D3B59-CB88-4B29-9805-144252DE2850}"/>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2"/>
                </a:lnTo>
                <a:lnTo>
                  <a:pt x="0" y="11263"/>
                </a:lnTo>
                <a:lnTo>
                  <a:pt x="3729" y="9142"/>
                </a:lnTo>
                <a:lnTo>
                  <a:pt x="3290" y="3730"/>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93C0C66A-F9E3-4F94-B5A0-C05727A0A311}"/>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1718548C-D69D-4E29-9289-A1378E8B96D5}"/>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5"/>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74F09FFF-E772-4F37-9C29-61D13B2F0F2C}"/>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5E621CAD-B256-4D1B-9248-DE703F6A7243}"/>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3A94DE84-F7B0-4642-B5D1-F1F8D6C988B2}"/>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50E69F7C-389A-485A-9549-D9A3779102AC}"/>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700"/>
                </a:lnTo>
                <a:lnTo>
                  <a:pt x="26249" y="23624"/>
                </a:lnTo>
                <a:lnTo>
                  <a:pt x="26907" y="28743"/>
                </a:lnTo>
                <a:lnTo>
                  <a:pt x="34073" y="26915"/>
                </a:lnTo>
                <a:lnTo>
                  <a:pt x="14843" y="31596"/>
                </a:lnTo>
                <a:lnTo>
                  <a:pt x="22009" y="27939"/>
                </a:lnTo>
                <a:lnTo>
                  <a:pt x="16890" y="11848"/>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BAC1FEC7-A2E2-4313-9C58-EC469C0F1AC1}"/>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B1C1EB7D-A4C2-4800-AA77-2B8BDEDEDE5A}"/>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7982AA9E-0DA1-4C9A-9157-166E03BE5090}"/>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8"/>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2"/>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6"/>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4"/>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8"/>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5"/>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3"/>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6"/>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lnTo>
                  <a:pt x="669689" y="1193839"/>
                </a:lnTo>
                <a:lnTo>
                  <a:pt x="669689" y="1193839"/>
                </a:lnTo>
              </a:path>
            </a:pathLst>
          </a:custGeom>
          <a:noFill xmlns:a="http://schemas.openxmlformats.org/drawingml/2006/main"/>
          <a:ln xmlns:a="http://schemas.openxmlformats.org/drawingml/2006/main" w="4581">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D7643DCC-DC99-4FCE-B610-3830A1F6EB3E}"/>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lnTo>
                  <a:pt x="12138" y="61656"/>
                </a:lnTo>
              </a:path>
            </a:pathLst>
          </a:custGeom>
          <a:noFill xmlns:a="http://schemas.openxmlformats.org/drawingml/2006/main"/>
          <a:ln xmlns:a="http://schemas.openxmlformats.org/drawingml/2006/main" w="4581">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F1C40507-5FB5-4C0D-A6EB-8A0879C2177B}"/>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lnTo>
                  <a:pt x="40507" y="11922"/>
                </a:lnTo>
              </a:path>
            </a:pathLst>
          </a:custGeom>
          <a:noFill xmlns:a="http://schemas.openxmlformats.org/drawingml/2006/main"/>
          <a:ln xmlns:a="http://schemas.openxmlformats.org/drawingml/2006/main" w="4581">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40029358-81C7-4A3D-BCF0-CCBFA6D2BD0B}"/>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lnTo>
                  <a:pt x="77944" y="33936"/>
                </a:lnTo>
              </a:path>
            </a:pathLst>
          </a:custGeom>
          <a:noFill xmlns:a="http://schemas.openxmlformats.org/drawingml/2006/main"/>
          <a:ln xmlns:a="http://schemas.openxmlformats.org/drawingml/2006/main" w="4581">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3996CDD2-2D2F-42E0-A8DB-24A76145465E}"/>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lnTo>
                  <a:pt x="38679" y="44322"/>
                </a:lnTo>
              </a:path>
            </a:pathLst>
          </a:custGeom>
          <a:noFill xmlns:a="http://schemas.openxmlformats.org/drawingml/2006/main"/>
          <a:ln xmlns:a="http://schemas.openxmlformats.org/drawingml/2006/main" w="4581">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03704033-53C1-40A5-A600-CC7C144C82AD}"/>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lnTo>
                  <a:pt x="19011" y="8411"/>
                </a:lnTo>
              </a:path>
            </a:pathLst>
          </a:custGeom>
          <a:noFill xmlns:a="http://schemas.openxmlformats.org/drawingml/2006/main"/>
          <a:ln xmlns:a="http://schemas.openxmlformats.org/drawingml/2006/main" w="4581">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B58F6E8F-7303-4AA0-A63E-57F20CC77AE4}"/>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lnTo>
                  <a:pt x="11333" y="0"/>
                </a:lnTo>
              </a:path>
            </a:pathLst>
          </a:custGeom>
          <a:noFill xmlns:a="http://schemas.openxmlformats.org/drawingml/2006/main"/>
          <a:ln xmlns:a="http://schemas.openxmlformats.org/drawingml/2006/main" w="4581">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8E472876-5093-426C-9860-5FF83FAFF17A}"/>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lnTo>
                  <a:pt x="3144" y="0"/>
                </a:lnTo>
              </a:path>
            </a:pathLst>
          </a:custGeom>
          <a:noFill xmlns:a="http://schemas.openxmlformats.org/drawingml/2006/main"/>
          <a:ln xmlns:a="http://schemas.openxmlformats.org/drawingml/2006/main" w="4581">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EEE16DEC-535C-4457-A4D3-3088F30ABBB5}"/>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lnTo>
                  <a:pt x="107703" y="92593"/>
                </a:lnTo>
              </a:path>
            </a:pathLst>
          </a:custGeom>
          <a:noFill xmlns:a="http://schemas.openxmlformats.org/drawingml/2006/main"/>
          <a:ln xmlns:a="http://schemas.openxmlformats.org/drawingml/2006/main" w="4581">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9246DAA3-C707-4C74-A43C-60B67FD16804}"/>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580119" h="753253">
                <a:moveTo>
                  <a:pt x="328885" y="60339"/>
                </a:moveTo>
                <a:lnTo>
                  <a:pt x="334369" y="67507"/>
                </a:lnTo>
                <a:lnTo>
                  <a:pt x="341315" y="63777"/>
                </a:lnTo>
                <a:lnTo>
                  <a:pt x="359449" y="65605"/>
                </a:lnTo>
                <a:lnTo>
                  <a:pt x="398786" y="79063"/>
                </a:lnTo>
                <a:lnTo>
                  <a:pt x="413995" y="86596"/>
                </a:lnTo>
                <a:lnTo>
                  <a:pt x="414434" y="89229"/>
                </a:lnTo>
                <a:lnTo>
                  <a:pt x="416700" y="87766"/>
                </a:lnTo>
                <a:lnTo>
                  <a:pt x="444046" y="98517"/>
                </a:lnTo>
                <a:lnTo>
                  <a:pt x="465031" y="111536"/>
                </a:lnTo>
                <a:lnTo>
                  <a:pt x="502614" y="145911"/>
                </a:lnTo>
                <a:lnTo>
                  <a:pt x="522137" y="157760"/>
                </a:lnTo>
                <a:lnTo>
                  <a:pt x="555625" y="222487"/>
                </a:lnTo>
                <a:lnTo>
                  <a:pt x="555552" y="231044"/>
                </a:lnTo>
                <a:lnTo>
                  <a:pt x="544657" y="241869"/>
                </a:lnTo>
                <a:lnTo>
                  <a:pt x="545608" y="244136"/>
                </a:lnTo>
                <a:lnTo>
                  <a:pt x="566446" y="250865"/>
                </a:lnTo>
                <a:lnTo>
                  <a:pt x="578584" y="267906"/>
                </a:lnTo>
                <a:lnTo>
                  <a:pt x="580119" y="297966"/>
                </a:lnTo>
                <a:lnTo>
                  <a:pt x="574562" y="324296"/>
                </a:lnTo>
                <a:lnTo>
                  <a:pt x="561547" y="352235"/>
                </a:lnTo>
                <a:lnTo>
                  <a:pt x="529010" y="405333"/>
                </a:lnTo>
                <a:lnTo>
                  <a:pt x="514971" y="434515"/>
                </a:lnTo>
                <a:lnTo>
                  <a:pt x="490476" y="504143"/>
                </a:lnTo>
                <a:lnTo>
                  <a:pt x="478924" y="566677"/>
                </a:lnTo>
                <a:lnTo>
                  <a:pt x="479362" y="601929"/>
                </a:lnTo>
                <a:lnTo>
                  <a:pt x="485578" y="627089"/>
                </a:lnTo>
                <a:lnTo>
                  <a:pt x="512119" y="676823"/>
                </a:lnTo>
                <a:lnTo>
                  <a:pt x="548240" y="731677"/>
                </a:lnTo>
                <a:lnTo>
                  <a:pt x="547655" y="744037"/>
                </a:lnTo>
                <a:lnTo>
                  <a:pt x="537565" y="752960"/>
                </a:lnTo>
                <a:lnTo>
                  <a:pt x="528863" y="753253"/>
                </a:lnTo>
                <a:lnTo>
                  <a:pt x="522137" y="749815"/>
                </a:ln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lnTo>
                  <a:pt x="328885" y="60339"/>
                </a:lnTo>
              </a:path>
            </a:pathLst>
          </a:custGeom>
          <a:noFill xmlns:a="http://schemas.openxmlformats.org/drawingml/2006/main"/>
          <a:ln xmlns:a="http://schemas.openxmlformats.org/drawingml/2006/main" w="4581">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A636599A-9DBF-4ECB-9034-D52B141FF2DC}"/>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lnTo>
                  <a:pt x="21643" y="4461"/>
                </a:lnTo>
              </a:path>
            </a:pathLst>
          </a:custGeom>
          <a:noFill xmlns:a="http://schemas.openxmlformats.org/drawingml/2006/main"/>
          <a:ln xmlns:a="http://schemas.openxmlformats.org/drawingml/2006/main" w="4581">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959A5701-8647-47D9-950B-FAEDE21C8FA6}"/>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lnTo>
                  <a:pt x="17183" y="30572"/>
                </a:lnTo>
              </a:path>
            </a:pathLst>
          </a:custGeom>
          <a:noFill xmlns:a="http://schemas.openxmlformats.org/drawingml/2006/main"/>
          <a:ln xmlns:a="http://schemas.openxmlformats.org/drawingml/2006/main" w="4581">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7FE3A42F-9454-4156-8E5A-D96D9B3900C8}"/>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lnTo>
                  <a:pt x="114430" y="146"/>
                </a:lnTo>
              </a:path>
            </a:pathLst>
          </a:custGeom>
          <a:noFill xmlns:a="http://schemas.openxmlformats.org/drawingml/2006/main"/>
          <a:ln xmlns:a="http://schemas.openxmlformats.org/drawingml/2006/main" w="4581">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B4710450-F83F-460C-8596-7A7AC3FE67A9}"/>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lnTo>
                  <a:pt x="79479" y="9069"/>
                </a:lnTo>
              </a:path>
            </a:pathLst>
          </a:custGeom>
          <a:noFill xmlns:a="http://schemas.openxmlformats.org/drawingml/2006/main"/>
          <a:ln xmlns:a="http://schemas.openxmlformats.org/drawingml/2006/main" w="4581">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A3CEFABF-0F84-4DE2-941C-98E73633E46D}"/>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2"/>
                </a:lnTo>
                <a:lnTo>
                  <a:pt x="0" y="11263"/>
                </a:lnTo>
                <a:lnTo>
                  <a:pt x="3729" y="9142"/>
                </a:lnTo>
                <a:lnTo>
                  <a:pt x="3290" y="3730"/>
                </a:lnTo>
                <a:lnTo>
                  <a:pt x="11699" y="0"/>
                </a:lnTo>
              </a:path>
            </a:pathLst>
          </a:custGeom>
          <a:noFill xmlns:a="http://schemas.openxmlformats.org/drawingml/2006/main"/>
          <a:ln xmlns:a="http://schemas.openxmlformats.org/drawingml/2006/main" w="4581">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B513A557-594E-4230-AC60-E1900ACB16BC}"/>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lnTo>
                  <a:pt x="70705" y="0"/>
                </a:lnTo>
              </a:path>
            </a:pathLst>
          </a:custGeom>
          <a:noFill xmlns:a="http://schemas.openxmlformats.org/drawingml/2006/main"/>
          <a:ln xmlns:a="http://schemas.openxmlformats.org/drawingml/2006/main" w="4581">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E660FAD1-1391-4A79-91A8-05B91A90E3F4}"/>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5"/>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lnTo>
                  <a:pt x="33854" y="0"/>
                </a:lnTo>
              </a:path>
            </a:pathLst>
          </a:custGeom>
          <a:noFill xmlns:a="http://schemas.openxmlformats.org/drawingml/2006/main"/>
          <a:ln xmlns:a="http://schemas.openxmlformats.org/drawingml/2006/main" w="4581">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7165C2DB-BF5A-4CE2-8CCD-A956D83FFFAD}"/>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lnTo>
                  <a:pt x="8774" y="2048"/>
                </a:lnTo>
              </a:path>
            </a:pathLst>
          </a:custGeom>
          <a:noFill xmlns:a="http://schemas.openxmlformats.org/drawingml/2006/main"/>
          <a:ln xmlns:a="http://schemas.openxmlformats.org/drawingml/2006/main" w="4581">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0216A553-4FE2-4109-B94A-D47CA0D83259}"/>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lnTo>
                  <a:pt x="4753" y="0"/>
                </a:lnTo>
              </a:path>
            </a:pathLst>
          </a:custGeom>
          <a:noFill xmlns:a="http://schemas.openxmlformats.org/drawingml/2006/main"/>
          <a:ln xmlns:a="http://schemas.openxmlformats.org/drawingml/2006/main" w="4581">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09A945F4-A567-4F39-8384-48373FCDD0D5}"/>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lnTo>
                  <a:pt x="13819" y="0"/>
                </a:lnTo>
              </a:path>
            </a:pathLst>
          </a:custGeom>
          <a:noFill xmlns:a="http://schemas.openxmlformats.org/drawingml/2006/main"/>
          <a:ln xmlns:a="http://schemas.openxmlformats.org/drawingml/2006/main" w="4581">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045AC676-C38A-4D49-ADE6-DE4288B22748}"/>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700"/>
                </a:lnTo>
                <a:lnTo>
                  <a:pt x="26249" y="23624"/>
                </a:lnTo>
                <a:lnTo>
                  <a:pt x="26907" y="28743"/>
                </a:lnTo>
                <a:lnTo>
                  <a:pt x="34073" y="26915"/>
                </a:lnTo>
                <a:lnTo>
                  <a:pt x="14843" y="31596"/>
                </a:lnTo>
                <a:lnTo>
                  <a:pt x="22009" y="27939"/>
                </a:lnTo>
                <a:lnTo>
                  <a:pt x="16890" y="11848"/>
                </a:lnTo>
                <a:lnTo>
                  <a:pt x="0" y="0"/>
                </a:lnTo>
                <a:lnTo>
                  <a:pt x="22155" y="11044"/>
                </a:lnTo>
              </a:path>
            </a:pathLst>
          </a:custGeom>
          <a:noFill xmlns:a="http://schemas.openxmlformats.org/drawingml/2006/main"/>
          <a:ln xmlns:a="http://schemas.openxmlformats.org/drawingml/2006/main" w="4581">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B1024D1F-7155-4A8F-95A5-16B408BBBCFF}"/>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lnTo>
                  <a:pt x="9359" y="16749"/>
                </a:lnTo>
              </a:path>
            </a:pathLst>
          </a:custGeom>
          <a:noFill xmlns:a="http://schemas.openxmlformats.org/drawingml/2006/main"/>
          <a:ln xmlns:a="http://schemas.openxmlformats.org/drawingml/2006/main" w="4581">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D0AD7BCB-2FDB-4D87-8758-1C5817C72658}"/>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lnTo>
                  <a:pt x="6142" y="17773"/>
                </a:lnTo>
              </a:path>
            </a:pathLst>
          </a:custGeom>
          <a:noFill xmlns:a="http://schemas.openxmlformats.org/drawingml/2006/main"/>
          <a:ln xmlns:a="http://schemas.openxmlformats.org/drawingml/2006/main" w="4581">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C7801288-428E-4223-B3CC-F71C233BA402}"/>
              </a:ext>
            </a:extLst>
          </p:cNvPr>
          <p:cNvSpPr>
            <a:spLocks xmlns:a="http://schemas.openxmlformats.org/drawingml/2006/main" noGrp="1"/>
          </p:cNvSpPr>
          <p:nvPr/>
        </p:nvSpPr>
        <p:spPr>
          <a:xfrm xmlns:a="http://schemas.openxmlformats.org/drawingml/2006/main">
            <a:off x="144915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B5B86E2D-62F5-4501-8425-85DD6770D3EC}"/>
              </a:ext>
            </a:extLst>
          </p:cNvPr>
          <p:cNvSpPr>
            <a:spLocks xmlns:a="http://schemas.openxmlformats.org/drawingml/2006/main" noGrp="1"/>
          </p:cNvSpPr>
          <p:nvPr/>
        </p:nvSpPr>
        <p:spPr>
          <a:xfrm xmlns:a="http://schemas.openxmlformats.org/drawingml/2006/main">
            <a:off x="152815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F6980074-4546-41DE-89B7-CF91858E7FC3}"/>
              </a:ext>
            </a:extLst>
          </p:cNvPr>
          <p:cNvSpPr>
            <a:spLocks xmlns:a="http://schemas.openxmlformats.org/drawingml/2006/main" noGrp="1"/>
          </p:cNvSpPr>
          <p:nvPr/>
        </p:nvSpPr>
        <p:spPr>
          <a:xfrm xmlns:a="http://schemas.openxmlformats.org/drawingml/2006/main">
            <a:off x="160716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5AA7E36C-5E68-4FF1-9BF5-044170230149}"/>
              </a:ext>
            </a:extLst>
          </p:cNvPr>
          <p:cNvSpPr>
            <a:spLocks xmlns:a="http://schemas.openxmlformats.org/drawingml/2006/main" noGrp="1"/>
          </p:cNvSpPr>
          <p:nvPr/>
        </p:nvSpPr>
        <p:spPr>
          <a:xfrm xmlns:a="http://schemas.openxmlformats.org/drawingml/2006/main">
            <a:off x="168616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FEABFDF1-AA0D-4488-922D-2BDE479CE8EE}"/>
              </a:ext>
            </a:extLst>
          </p:cNvPr>
          <p:cNvSpPr>
            <a:spLocks xmlns:a="http://schemas.openxmlformats.org/drawingml/2006/main" noGrp="1"/>
          </p:cNvSpPr>
          <p:nvPr/>
        </p:nvSpPr>
        <p:spPr>
          <a:xfrm xmlns:a="http://schemas.openxmlformats.org/drawingml/2006/main">
            <a:off x="176516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70C6D62B-0FC1-474D-BEBC-A82209DF340F}"/>
              </a:ext>
            </a:extLst>
          </p:cNvPr>
          <p:cNvSpPr>
            <a:spLocks xmlns:a="http://schemas.openxmlformats.org/drawingml/2006/main" noGrp="1"/>
          </p:cNvSpPr>
          <p:nvPr/>
        </p:nvSpPr>
        <p:spPr>
          <a:xfrm xmlns:a="http://schemas.openxmlformats.org/drawingml/2006/main">
            <a:off x="176516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FEB8FB09-F85E-4E3E-8127-F91EC4E4148B}"/>
              </a:ext>
            </a:extLst>
          </p:cNvPr>
          <p:cNvSpPr>
            <a:spLocks xmlns:a="http://schemas.openxmlformats.org/drawingml/2006/main" noGrp="1"/>
          </p:cNvSpPr>
          <p:nvPr/>
        </p:nvSpPr>
        <p:spPr>
          <a:xfrm xmlns:a="http://schemas.openxmlformats.org/drawingml/2006/main">
            <a:off x="184416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19C0743D-81A7-480B-8820-E50CEC56D30A}"/>
              </a:ext>
            </a:extLst>
          </p:cNvPr>
          <p:cNvSpPr>
            <a:spLocks xmlns:a="http://schemas.openxmlformats.org/drawingml/2006/main" noGrp="1"/>
          </p:cNvSpPr>
          <p:nvPr/>
        </p:nvSpPr>
        <p:spPr>
          <a:xfrm xmlns:a="http://schemas.openxmlformats.org/drawingml/2006/main">
            <a:off x="192317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8E2F62CB-6E1C-48B8-A5A2-994EB48A0981}"/>
              </a:ext>
            </a:extLst>
          </p:cNvPr>
          <p:cNvSpPr>
            <a:spLocks xmlns:a="http://schemas.openxmlformats.org/drawingml/2006/main" noGrp="1"/>
          </p:cNvSpPr>
          <p:nvPr/>
        </p:nvSpPr>
        <p:spPr>
          <a:xfrm xmlns:a="http://schemas.openxmlformats.org/drawingml/2006/main">
            <a:off x="192317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C62D09A7-7729-4050-A628-9D5EB37BE95A}"/>
              </a:ext>
            </a:extLst>
          </p:cNvPr>
          <p:cNvSpPr>
            <a:spLocks xmlns:a="http://schemas.openxmlformats.org/drawingml/2006/main" noGrp="1"/>
          </p:cNvSpPr>
          <p:nvPr/>
        </p:nvSpPr>
        <p:spPr>
          <a:xfrm xmlns:a="http://schemas.openxmlformats.org/drawingml/2006/main">
            <a:off x="200217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292B42A8-FCBC-404A-A998-C8EC6652A9B7}"/>
              </a:ext>
            </a:extLst>
          </p:cNvPr>
          <p:cNvSpPr>
            <a:spLocks xmlns:a="http://schemas.openxmlformats.org/drawingml/2006/main" noGrp="1"/>
          </p:cNvSpPr>
          <p:nvPr/>
        </p:nvSpPr>
        <p:spPr>
          <a:xfrm xmlns:a="http://schemas.openxmlformats.org/drawingml/2006/main">
            <a:off x="200217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8BD88DB8-15C7-427D-9A2C-593EE9E09609}"/>
              </a:ext>
            </a:extLst>
          </p:cNvPr>
          <p:cNvSpPr>
            <a:spLocks xmlns:a="http://schemas.openxmlformats.org/drawingml/2006/main" noGrp="1"/>
          </p:cNvSpPr>
          <p:nvPr/>
        </p:nvSpPr>
        <p:spPr>
          <a:xfrm xmlns:a="http://schemas.openxmlformats.org/drawingml/2006/main">
            <a:off x="200217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51D53CEE-8DDB-4C9C-8BE7-FD2AE210440A}"/>
              </a:ext>
            </a:extLst>
          </p:cNvPr>
          <p:cNvSpPr>
            <a:spLocks xmlns:a="http://schemas.openxmlformats.org/drawingml/2006/main" noGrp="1"/>
          </p:cNvSpPr>
          <p:nvPr/>
        </p:nvSpPr>
        <p:spPr>
          <a:xfrm xmlns:a="http://schemas.openxmlformats.org/drawingml/2006/main">
            <a:off x="208117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E0D9EBD7-8CDD-4AFA-BCEF-F765F245C2FC}"/>
              </a:ext>
            </a:extLst>
          </p:cNvPr>
          <p:cNvSpPr>
            <a:spLocks xmlns:a="http://schemas.openxmlformats.org/drawingml/2006/main" noGrp="1"/>
          </p:cNvSpPr>
          <p:nvPr/>
        </p:nvSpPr>
        <p:spPr>
          <a:xfrm xmlns:a="http://schemas.openxmlformats.org/drawingml/2006/main">
            <a:off x="208117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B40A507A-C287-4E60-BD36-E8C8DBCAA20E}"/>
              </a:ext>
            </a:extLst>
          </p:cNvPr>
          <p:cNvSpPr>
            <a:spLocks xmlns:a="http://schemas.openxmlformats.org/drawingml/2006/main" noGrp="1"/>
          </p:cNvSpPr>
          <p:nvPr/>
        </p:nvSpPr>
        <p:spPr>
          <a:xfrm xmlns:a="http://schemas.openxmlformats.org/drawingml/2006/main">
            <a:off x="208117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AC21F45F-8924-40DB-ABDD-FB2A0EAC27A7}"/>
              </a:ext>
            </a:extLst>
          </p:cNvPr>
          <p:cNvSpPr>
            <a:spLocks xmlns:a="http://schemas.openxmlformats.org/drawingml/2006/main" noGrp="1"/>
          </p:cNvSpPr>
          <p:nvPr/>
        </p:nvSpPr>
        <p:spPr>
          <a:xfrm xmlns:a="http://schemas.openxmlformats.org/drawingml/2006/main">
            <a:off x="208117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56AB2445-1659-42E2-82F3-74911423755E}"/>
              </a:ext>
            </a:extLst>
          </p:cNvPr>
          <p:cNvSpPr>
            <a:spLocks xmlns:a="http://schemas.openxmlformats.org/drawingml/2006/main" noGrp="1"/>
          </p:cNvSpPr>
          <p:nvPr/>
        </p:nvSpPr>
        <p:spPr>
          <a:xfrm xmlns:a="http://schemas.openxmlformats.org/drawingml/2006/main">
            <a:off x="208117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BA90D64E-1B0A-4CF3-B3EA-52DAE43C5EFD}"/>
              </a:ext>
            </a:extLst>
          </p:cNvPr>
          <p:cNvSpPr>
            <a:spLocks xmlns:a="http://schemas.openxmlformats.org/drawingml/2006/main" noGrp="1"/>
          </p:cNvSpPr>
          <p:nvPr/>
        </p:nvSpPr>
        <p:spPr>
          <a:xfrm xmlns:a="http://schemas.openxmlformats.org/drawingml/2006/main">
            <a:off x="216017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BAE8E879-0410-4FEB-8082-84D656AB85B2}"/>
              </a:ext>
            </a:extLst>
          </p:cNvPr>
          <p:cNvSpPr>
            <a:spLocks xmlns:a="http://schemas.openxmlformats.org/drawingml/2006/main" noGrp="1"/>
          </p:cNvSpPr>
          <p:nvPr/>
        </p:nvSpPr>
        <p:spPr>
          <a:xfrm xmlns:a="http://schemas.openxmlformats.org/drawingml/2006/main">
            <a:off x="216017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6AB4DD63-40B7-43AF-91C6-C92BE930FB91}"/>
              </a:ext>
            </a:extLst>
          </p:cNvPr>
          <p:cNvSpPr>
            <a:spLocks xmlns:a="http://schemas.openxmlformats.org/drawingml/2006/main" noGrp="1"/>
          </p:cNvSpPr>
          <p:nvPr/>
        </p:nvSpPr>
        <p:spPr>
          <a:xfrm xmlns:a="http://schemas.openxmlformats.org/drawingml/2006/main">
            <a:off x="216017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A9A56716-9480-4AD0-A0BF-C2608EC8E764}"/>
              </a:ext>
            </a:extLst>
          </p:cNvPr>
          <p:cNvSpPr>
            <a:spLocks xmlns:a="http://schemas.openxmlformats.org/drawingml/2006/main" noGrp="1"/>
          </p:cNvSpPr>
          <p:nvPr/>
        </p:nvSpPr>
        <p:spPr>
          <a:xfrm xmlns:a="http://schemas.openxmlformats.org/drawingml/2006/main">
            <a:off x="216017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97D2FBE9-30CA-4DE5-9840-DEBB36031698}"/>
              </a:ext>
            </a:extLst>
          </p:cNvPr>
          <p:cNvSpPr>
            <a:spLocks xmlns:a="http://schemas.openxmlformats.org/drawingml/2006/main" noGrp="1"/>
          </p:cNvSpPr>
          <p:nvPr/>
        </p:nvSpPr>
        <p:spPr>
          <a:xfrm xmlns:a="http://schemas.openxmlformats.org/drawingml/2006/main">
            <a:off x="216017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0956A126-CAC4-414E-82CA-49DECB69476A}"/>
              </a:ext>
            </a:extLst>
          </p:cNvPr>
          <p:cNvSpPr>
            <a:spLocks xmlns:a="http://schemas.openxmlformats.org/drawingml/2006/main" noGrp="1"/>
          </p:cNvSpPr>
          <p:nvPr/>
        </p:nvSpPr>
        <p:spPr>
          <a:xfrm xmlns:a="http://schemas.openxmlformats.org/drawingml/2006/main">
            <a:off x="223918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BBABEED9-A301-409D-93EA-3828CF1E6F89}"/>
              </a:ext>
            </a:extLst>
          </p:cNvPr>
          <p:cNvSpPr>
            <a:spLocks xmlns:a="http://schemas.openxmlformats.org/drawingml/2006/main" noGrp="1"/>
          </p:cNvSpPr>
          <p:nvPr/>
        </p:nvSpPr>
        <p:spPr>
          <a:xfrm xmlns:a="http://schemas.openxmlformats.org/drawingml/2006/main">
            <a:off x="223918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FEA56C0B-26F3-480A-84D6-E9FC1FA13BB4}"/>
              </a:ext>
            </a:extLst>
          </p:cNvPr>
          <p:cNvSpPr>
            <a:spLocks xmlns:a="http://schemas.openxmlformats.org/drawingml/2006/main" noGrp="1"/>
          </p:cNvSpPr>
          <p:nvPr/>
        </p:nvSpPr>
        <p:spPr>
          <a:xfrm xmlns:a="http://schemas.openxmlformats.org/drawingml/2006/main">
            <a:off x="223918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76D6F95B-5B82-4BF6-B054-F4E0F6514441}"/>
              </a:ext>
            </a:extLst>
          </p:cNvPr>
          <p:cNvSpPr>
            <a:spLocks xmlns:a="http://schemas.openxmlformats.org/drawingml/2006/main" noGrp="1"/>
          </p:cNvSpPr>
          <p:nvPr/>
        </p:nvSpPr>
        <p:spPr>
          <a:xfrm xmlns:a="http://schemas.openxmlformats.org/drawingml/2006/main">
            <a:off x="223918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47B64BA7-644D-44A6-BBC6-9CF3F7D48250}"/>
              </a:ext>
            </a:extLst>
          </p:cNvPr>
          <p:cNvSpPr>
            <a:spLocks xmlns:a="http://schemas.openxmlformats.org/drawingml/2006/main" noGrp="1"/>
          </p:cNvSpPr>
          <p:nvPr/>
        </p:nvSpPr>
        <p:spPr>
          <a:xfrm xmlns:a="http://schemas.openxmlformats.org/drawingml/2006/main">
            <a:off x="223918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85324EDD-CC27-4EDC-9BFB-B73C95CFC75A}"/>
              </a:ext>
            </a:extLst>
          </p:cNvPr>
          <p:cNvSpPr>
            <a:spLocks xmlns:a="http://schemas.openxmlformats.org/drawingml/2006/main" noGrp="1"/>
          </p:cNvSpPr>
          <p:nvPr/>
        </p:nvSpPr>
        <p:spPr>
          <a:xfrm xmlns:a="http://schemas.openxmlformats.org/drawingml/2006/main">
            <a:off x="223918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F13861F3-377C-4D48-898B-135718D78942}"/>
              </a:ext>
            </a:extLst>
          </p:cNvPr>
          <p:cNvSpPr>
            <a:spLocks xmlns:a="http://schemas.openxmlformats.org/drawingml/2006/main" noGrp="1"/>
          </p:cNvSpPr>
          <p:nvPr/>
        </p:nvSpPr>
        <p:spPr>
          <a:xfrm xmlns:a="http://schemas.openxmlformats.org/drawingml/2006/main">
            <a:off x="231818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DEF3C1DA-8675-45EA-AEBB-187F5E62A009}"/>
              </a:ext>
            </a:extLst>
          </p:cNvPr>
          <p:cNvSpPr>
            <a:spLocks xmlns:a="http://schemas.openxmlformats.org/drawingml/2006/main" noGrp="1"/>
          </p:cNvSpPr>
          <p:nvPr/>
        </p:nvSpPr>
        <p:spPr>
          <a:xfrm xmlns:a="http://schemas.openxmlformats.org/drawingml/2006/main">
            <a:off x="231818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85F200FF-8551-47A5-8E55-2B59A78965A5}"/>
              </a:ext>
            </a:extLst>
          </p:cNvPr>
          <p:cNvSpPr>
            <a:spLocks xmlns:a="http://schemas.openxmlformats.org/drawingml/2006/main" noGrp="1"/>
          </p:cNvSpPr>
          <p:nvPr/>
        </p:nvSpPr>
        <p:spPr>
          <a:xfrm xmlns:a="http://schemas.openxmlformats.org/drawingml/2006/main">
            <a:off x="231818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F810DA39-D319-4046-962E-992DF32680AB}"/>
              </a:ext>
            </a:extLst>
          </p:cNvPr>
          <p:cNvSpPr>
            <a:spLocks xmlns:a="http://schemas.openxmlformats.org/drawingml/2006/main" noGrp="1"/>
          </p:cNvSpPr>
          <p:nvPr/>
        </p:nvSpPr>
        <p:spPr>
          <a:xfrm xmlns:a="http://schemas.openxmlformats.org/drawingml/2006/main">
            <a:off x="231818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48078C30-CA8C-44D1-8B84-13E5F30083C9}"/>
              </a:ext>
            </a:extLst>
          </p:cNvPr>
          <p:cNvSpPr>
            <a:spLocks xmlns:a="http://schemas.openxmlformats.org/drawingml/2006/main" noGrp="1"/>
          </p:cNvSpPr>
          <p:nvPr/>
        </p:nvSpPr>
        <p:spPr>
          <a:xfrm xmlns:a="http://schemas.openxmlformats.org/drawingml/2006/main">
            <a:off x="239718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17FCEECF-67ED-46FC-9D13-34167509E119}"/>
              </a:ext>
            </a:extLst>
          </p:cNvPr>
          <p:cNvSpPr>
            <a:spLocks xmlns:a="http://schemas.openxmlformats.org/drawingml/2006/main" noGrp="1"/>
          </p:cNvSpPr>
          <p:nvPr/>
        </p:nvSpPr>
        <p:spPr>
          <a:xfrm xmlns:a="http://schemas.openxmlformats.org/drawingml/2006/main">
            <a:off x="239718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96B19B3B-E906-41EF-8FF1-84073D39A17D}"/>
              </a:ext>
            </a:extLst>
          </p:cNvPr>
          <p:cNvSpPr>
            <a:spLocks xmlns:a="http://schemas.openxmlformats.org/drawingml/2006/main" noGrp="1"/>
          </p:cNvSpPr>
          <p:nvPr/>
        </p:nvSpPr>
        <p:spPr>
          <a:xfrm xmlns:a="http://schemas.openxmlformats.org/drawingml/2006/main">
            <a:off x="239718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0F3EB0B6-3C5F-4B54-A868-07B01636BC5D}"/>
              </a:ext>
            </a:extLst>
          </p:cNvPr>
          <p:cNvSpPr>
            <a:spLocks xmlns:a="http://schemas.openxmlformats.org/drawingml/2006/main" noGrp="1"/>
          </p:cNvSpPr>
          <p:nvPr/>
        </p:nvSpPr>
        <p:spPr>
          <a:xfrm xmlns:a="http://schemas.openxmlformats.org/drawingml/2006/main">
            <a:off x="239718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2499D83D-402A-4DA8-934E-490C2661729F}"/>
              </a:ext>
            </a:extLst>
          </p:cNvPr>
          <p:cNvSpPr>
            <a:spLocks xmlns:a="http://schemas.openxmlformats.org/drawingml/2006/main" noGrp="1"/>
          </p:cNvSpPr>
          <p:nvPr/>
        </p:nvSpPr>
        <p:spPr>
          <a:xfrm xmlns:a="http://schemas.openxmlformats.org/drawingml/2006/main">
            <a:off x="239718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8A726E8B-06E4-4D45-B32B-E3D23986FBBB}"/>
              </a:ext>
            </a:extLst>
          </p:cNvPr>
          <p:cNvSpPr>
            <a:spLocks xmlns:a="http://schemas.openxmlformats.org/drawingml/2006/main" noGrp="1"/>
          </p:cNvSpPr>
          <p:nvPr/>
        </p:nvSpPr>
        <p:spPr>
          <a:xfrm xmlns:a="http://schemas.openxmlformats.org/drawingml/2006/main">
            <a:off x="2397186"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0135276A-0BF4-4B98-A2E7-78A9D47BDCA5}"/>
              </a:ext>
            </a:extLst>
          </p:cNvPr>
          <p:cNvSpPr>
            <a:spLocks xmlns:a="http://schemas.openxmlformats.org/drawingml/2006/main" noGrp="1"/>
          </p:cNvSpPr>
          <p:nvPr/>
        </p:nvSpPr>
        <p:spPr>
          <a:xfrm xmlns:a="http://schemas.openxmlformats.org/drawingml/2006/main">
            <a:off x="2476189"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6283938A-A7C2-440A-AA06-37BD286C6B24}"/>
              </a:ext>
            </a:extLst>
          </p:cNvPr>
          <p:cNvSpPr>
            <a:spLocks xmlns:a="http://schemas.openxmlformats.org/drawingml/2006/main" noGrp="1"/>
          </p:cNvSpPr>
          <p:nvPr/>
        </p:nvSpPr>
        <p:spPr>
          <a:xfrm xmlns:a="http://schemas.openxmlformats.org/drawingml/2006/main">
            <a:off x="247618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2FA62134-4DA8-4985-A988-CBB54B466223}"/>
              </a:ext>
            </a:extLst>
          </p:cNvPr>
          <p:cNvSpPr>
            <a:spLocks xmlns:a="http://schemas.openxmlformats.org/drawingml/2006/main" noGrp="1"/>
          </p:cNvSpPr>
          <p:nvPr/>
        </p:nvSpPr>
        <p:spPr>
          <a:xfrm xmlns:a="http://schemas.openxmlformats.org/drawingml/2006/main">
            <a:off x="247618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4A728FFA-E94F-4B5F-80BA-0811ECF417DA}"/>
              </a:ext>
            </a:extLst>
          </p:cNvPr>
          <p:cNvSpPr>
            <a:spLocks xmlns:a="http://schemas.openxmlformats.org/drawingml/2006/main" noGrp="1"/>
          </p:cNvSpPr>
          <p:nvPr/>
        </p:nvSpPr>
        <p:spPr>
          <a:xfrm xmlns:a="http://schemas.openxmlformats.org/drawingml/2006/main">
            <a:off x="247618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FCA01DDA-F2DF-4DFD-A5F1-FAEE71F5127F}"/>
              </a:ext>
            </a:extLst>
          </p:cNvPr>
          <p:cNvSpPr>
            <a:spLocks xmlns:a="http://schemas.openxmlformats.org/drawingml/2006/main" noGrp="1"/>
          </p:cNvSpPr>
          <p:nvPr/>
        </p:nvSpPr>
        <p:spPr>
          <a:xfrm xmlns:a="http://schemas.openxmlformats.org/drawingml/2006/main">
            <a:off x="247618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EEAE92AA-52E1-4A67-8F4D-D2264F77E527}"/>
              </a:ext>
            </a:extLst>
          </p:cNvPr>
          <p:cNvSpPr>
            <a:spLocks xmlns:a="http://schemas.openxmlformats.org/drawingml/2006/main" noGrp="1"/>
          </p:cNvSpPr>
          <p:nvPr/>
        </p:nvSpPr>
        <p:spPr>
          <a:xfrm xmlns:a="http://schemas.openxmlformats.org/drawingml/2006/main">
            <a:off x="247618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48DB019A-0314-4BB4-B1FB-E80691BE0381}"/>
              </a:ext>
            </a:extLst>
          </p:cNvPr>
          <p:cNvSpPr>
            <a:spLocks xmlns:a="http://schemas.openxmlformats.org/drawingml/2006/main" noGrp="1"/>
          </p:cNvSpPr>
          <p:nvPr/>
        </p:nvSpPr>
        <p:spPr>
          <a:xfrm xmlns:a="http://schemas.openxmlformats.org/drawingml/2006/main">
            <a:off x="247618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1AE28B07-A3C5-4336-8F0E-97EE2243074A}"/>
              </a:ext>
            </a:extLst>
          </p:cNvPr>
          <p:cNvSpPr>
            <a:spLocks xmlns:a="http://schemas.openxmlformats.org/drawingml/2006/main" noGrp="1"/>
          </p:cNvSpPr>
          <p:nvPr/>
        </p:nvSpPr>
        <p:spPr>
          <a:xfrm xmlns:a="http://schemas.openxmlformats.org/drawingml/2006/main">
            <a:off x="247618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BD7DD703-CA71-40D4-83BB-4E942683E375}"/>
              </a:ext>
            </a:extLst>
          </p:cNvPr>
          <p:cNvSpPr>
            <a:spLocks xmlns:a="http://schemas.openxmlformats.org/drawingml/2006/main" noGrp="1"/>
          </p:cNvSpPr>
          <p:nvPr/>
        </p:nvSpPr>
        <p:spPr>
          <a:xfrm xmlns:a="http://schemas.openxmlformats.org/drawingml/2006/main">
            <a:off x="247618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41F92CF2-3662-4B2D-8E3D-9DDF8583071B}"/>
              </a:ext>
            </a:extLst>
          </p:cNvPr>
          <p:cNvSpPr>
            <a:spLocks xmlns:a="http://schemas.openxmlformats.org/drawingml/2006/main" noGrp="1"/>
          </p:cNvSpPr>
          <p:nvPr/>
        </p:nvSpPr>
        <p:spPr>
          <a:xfrm xmlns:a="http://schemas.openxmlformats.org/drawingml/2006/main">
            <a:off x="2476189"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54A1DBF8-797C-4AC8-94EE-894AE91B6F80}"/>
              </a:ext>
            </a:extLst>
          </p:cNvPr>
          <p:cNvSpPr>
            <a:spLocks xmlns:a="http://schemas.openxmlformats.org/drawingml/2006/main" noGrp="1"/>
          </p:cNvSpPr>
          <p:nvPr/>
        </p:nvSpPr>
        <p:spPr>
          <a:xfrm xmlns:a="http://schemas.openxmlformats.org/drawingml/2006/main">
            <a:off x="2476189"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F5FA10EF-284B-42E5-84BF-59D5CBC91AF4}"/>
              </a:ext>
            </a:extLst>
          </p:cNvPr>
          <p:cNvSpPr>
            <a:spLocks xmlns:a="http://schemas.openxmlformats.org/drawingml/2006/main" noGrp="1"/>
          </p:cNvSpPr>
          <p:nvPr/>
        </p:nvSpPr>
        <p:spPr>
          <a:xfrm xmlns:a="http://schemas.openxmlformats.org/drawingml/2006/main">
            <a:off x="255519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61B6F4F0-BFFF-4CE7-92B8-EE9C62D75534}"/>
              </a:ext>
            </a:extLst>
          </p:cNvPr>
          <p:cNvSpPr>
            <a:spLocks xmlns:a="http://schemas.openxmlformats.org/drawingml/2006/main" noGrp="1"/>
          </p:cNvSpPr>
          <p:nvPr/>
        </p:nvSpPr>
        <p:spPr>
          <a:xfrm xmlns:a="http://schemas.openxmlformats.org/drawingml/2006/main">
            <a:off x="255519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BD5CCCD0-6B64-441C-96B1-41E1F5DF248D}"/>
              </a:ext>
            </a:extLst>
          </p:cNvPr>
          <p:cNvSpPr>
            <a:spLocks xmlns:a="http://schemas.openxmlformats.org/drawingml/2006/main" noGrp="1"/>
          </p:cNvSpPr>
          <p:nvPr/>
        </p:nvSpPr>
        <p:spPr>
          <a:xfrm xmlns:a="http://schemas.openxmlformats.org/drawingml/2006/main">
            <a:off x="255519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FC95BCAC-DF0D-4296-8942-A0E50C24981A}"/>
              </a:ext>
            </a:extLst>
          </p:cNvPr>
          <p:cNvSpPr>
            <a:spLocks xmlns:a="http://schemas.openxmlformats.org/drawingml/2006/main" noGrp="1"/>
          </p:cNvSpPr>
          <p:nvPr/>
        </p:nvSpPr>
        <p:spPr>
          <a:xfrm xmlns:a="http://schemas.openxmlformats.org/drawingml/2006/main">
            <a:off x="255519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0ECB386B-58EB-4C3C-844E-D5A7ED641E24}"/>
              </a:ext>
            </a:extLst>
          </p:cNvPr>
          <p:cNvSpPr>
            <a:spLocks xmlns:a="http://schemas.openxmlformats.org/drawingml/2006/main" noGrp="1"/>
          </p:cNvSpPr>
          <p:nvPr/>
        </p:nvSpPr>
        <p:spPr>
          <a:xfrm xmlns:a="http://schemas.openxmlformats.org/drawingml/2006/main">
            <a:off x="255519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5BB983DB-388C-4A7E-9D08-D66BA6104B85}"/>
              </a:ext>
            </a:extLst>
          </p:cNvPr>
          <p:cNvSpPr>
            <a:spLocks xmlns:a="http://schemas.openxmlformats.org/drawingml/2006/main" noGrp="1"/>
          </p:cNvSpPr>
          <p:nvPr/>
        </p:nvSpPr>
        <p:spPr>
          <a:xfrm xmlns:a="http://schemas.openxmlformats.org/drawingml/2006/main">
            <a:off x="255519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DE092692-83B9-461F-8EBB-B5CAB86FA808}"/>
              </a:ext>
            </a:extLst>
          </p:cNvPr>
          <p:cNvSpPr>
            <a:spLocks xmlns:a="http://schemas.openxmlformats.org/drawingml/2006/main" noGrp="1"/>
          </p:cNvSpPr>
          <p:nvPr/>
        </p:nvSpPr>
        <p:spPr>
          <a:xfrm xmlns:a="http://schemas.openxmlformats.org/drawingml/2006/main">
            <a:off x="255519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93058F0B-4CA2-475C-9C77-9D665696C4C8}"/>
              </a:ext>
            </a:extLst>
          </p:cNvPr>
          <p:cNvSpPr>
            <a:spLocks xmlns:a="http://schemas.openxmlformats.org/drawingml/2006/main" noGrp="1"/>
          </p:cNvSpPr>
          <p:nvPr/>
        </p:nvSpPr>
        <p:spPr>
          <a:xfrm xmlns:a="http://schemas.openxmlformats.org/drawingml/2006/main">
            <a:off x="255519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AFC3B8E7-3D57-45EE-945E-90895DC0D33D}"/>
              </a:ext>
            </a:extLst>
          </p:cNvPr>
          <p:cNvSpPr>
            <a:spLocks xmlns:a="http://schemas.openxmlformats.org/drawingml/2006/main" noGrp="1"/>
          </p:cNvSpPr>
          <p:nvPr/>
        </p:nvSpPr>
        <p:spPr>
          <a:xfrm xmlns:a="http://schemas.openxmlformats.org/drawingml/2006/main">
            <a:off x="255519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5FA1FACB-8E4E-48DD-ACC9-5D75AFBC217C}"/>
              </a:ext>
            </a:extLst>
          </p:cNvPr>
          <p:cNvSpPr>
            <a:spLocks xmlns:a="http://schemas.openxmlformats.org/drawingml/2006/main" noGrp="1"/>
          </p:cNvSpPr>
          <p:nvPr/>
        </p:nvSpPr>
        <p:spPr>
          <a:xfrm xmlns:a="http://schemas.openxmlformats.org/drawingml/2006/main">
            <a:off x="2555191"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3BD6C66F-FA17-4141-9FA5-41B6B9158CC2}"/>
              </a:ext>
            </a:extLst>
          </p:cNvPr>
          <p:cNvSpPr>
            <a:spLocks xmlns:a="http://schemas.openxmlformats.org/drawingml/2006/main" noGrp="1"/>
          </p:cNvSpPr>
          <p:nvPr/>
        </p:nvSpPr>
        <p:spPr>
          <a:xfrm xmlns:a="http://schemas.openxmlformats.org/drawingml/2006/main">
            <a:off x="2555191"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6444E971-9EEF-43DB-9F09-9A07C0D354D1}"/>
              </a:ext>
            </a:extLst>
          </p:cNvPr>
          <p:cNvSpPr>
            <a:spLocks xmlns:a="http://schemas.openxmlformats.org/drawingml/2006/main" noGrp="1"/>
          </p:cNvSpPr>
          <p:nvPr/>
        </p:nvSpPr>
        <p:spPr>
          <a:xfrm xmlns:a="http://schemas.openxmlformats.org/drawingml/2006/main">
            <a:off x="2555191"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161655E2-ADB2-450B-B3B7-80F177338226}"/>
              </a:ext>
            </a:extLst>
          </p:cNvPr>
          <p:cNvSpPr>
            <a:spLocks xmlns:a="http://schemas.openxmlformats.org/drawingml/2006/main" noGrp="1"/>
          </p:cNvSpPr>
          <p:nvPr/>
        </p:nvSpPr>
        <p:spPr>
          <a:xfrm xmlns:a="http://schemas.openxmlformats.org/drawingml/2006/main">
            <a:off x="2634194"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E8F4BDBD-1BD1-4906-8A68-6EAF92AA5CE1}"/>
              </a:ext>
            </a:extLst>
          </p:cNvPr>
          <p:cNvSpPr>
            <a:spLocks xmlns:a="http://schemas.openxmlformats.org/drawingml/2006/main" noGrp="1"/>
          </p:cNvSpPr>
          <p:nvPr/>
        </p:nvSpPr>
        <p:spPr>
          <a:xfrm xmlns:a="http://schemas.openxmlformats.org/drawingml/2006/main">
            <a:off x="263419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8FF64CCD-D922-4F95-AD0E-293F7F45EE1A}"/>
              </a:ext>
            </a:extLst>
          </p:cNvPr>
          <p:cNvSpPr>
            <a:spLocks xmlns:a="http://schemas.openxmlformats.org/drawingml/2006/main" noGrp="1"/>
          </p:cNvSpPr>
          <p:nvPr/>
        </p:nvSpPr>
        <p:spPr>
          <a:xfrm xmlns:a="http://schemas.openxmlformats.org/drawingml/2006/main">
            <a:off x="263419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A2BE2B77-D34A-44D6-8863-753268E4A8C3}"/>
              </a:ext>
            </a:extLst>
          </p:cNvPr>
          <p:cNvSpPr>
            <a:spLocks xmlns:a="http://schemas.openxmlformats.org/drawingml/2006/main" noGrp="1"/>
          </p:cNvSpPr>
          <p:nvPr/>
        </p:nvSpPr>
        <p:spPr>
          <a:xfrm xmlns:a="http://schemas.openxmlformats.org/drawingml/2006/main">
            <a:off x="263419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A3A5CF27-D80F-4EB6-B4BF-E21B50FDEF45}"/>
              </a:ext>
            </a:extLst>
          </p:cNvPr>
          <p:cNvSpPr>
            <a:spLocks xmlns:a="http://schemas.openxmlformats.org/drawingml/2006/main" noGrp="1"/>
          </p:cNvSpPr>
          <p:nvPr/>
        </p:nvSpPr>
        <p:spPr>
          <a:xfrm xmlns:a="http://schemas.openxmlformats.org/drawingml/2006/main">
            <a:off x="263419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A8C46E72-DCD9-4D35-8F2A-94B7B2CD913A}"/>
              </a:ext>
            </a:extLst>
          </p:cNvPr>
          <p:cNvSpPr>
            <a:spLocks xmlns:a="http://schemas.openxmlformats.org/drawingml/2006/main" noGrp="1"/>
          </p:cNvSpPr>
          <p:nvPr/>
        </p:nvSpPr>
        <p:spPr>
          <a:xfrm xmlns:a="http://schemas.openxmlformats.org/drawingml/2006/main">
            <a:off x="263419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AAF8D1AE-5095-422E-BE59-195A5ACEB634}"/>
              </a:ext>
            </a:extLst>
          </p:cNvPr>
          <p:cNvSpPr>
            <a:spLocks xmlns:a="http://schemas.openxmlformats.org/drawingml/2006/main" noGrp="1"/>
          </p:cNvSpPr>
          <p:nvPr/>
        </p:nvSpPr>
        <p:spPr>
          <a:xfrm xmlns:a="http://schemas.openxmlformats.org/drawingml/2006/main">
            <a:off x="263419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02A1CAD1-EA53-4189-BC16-A12E791B559B}"/>
              </a:ext>
            </a:extLst>
          </p:cNvPr>
          <p:cNvSpPr>
            <a:spLocks xmlns:a="http://schemas.openxmlformats.org/drawingml/2006/main" noGrp="1"/>
          </p:cNvSpPr>
          <p:nvPr/>
        </p:nvSpPr>
        <p:spPr>
          <a:xfrm xmlns:a="http://schemas.openxmlformats.org/drawingml/2006/main">
            <a:off x="263419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771F55B6-2FB3-4666-ADA6-C849C5BD8206}"/>
              </a:ext>
            </a:extLst>
          </p:cNvPr>
          <p:cNvSpPr>
            <a:spLocks xmlns:a="http://schemas.openxmlformats.org/drawingml/2006/main" noGrp="1"/>
          </p:cNvSpPr>
          <p:nvPr/>
        </p:nvSpPr>
        <p:spPr>
          <a:xfrm xmlns:a="http://schemas.openxmlformats.org/drawingml/2006/main">
            <a:off x="263419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774EAC5E-B89D-4C86-9985-EAA005707185}"/>
              </a:ext>
            </a:extLst>
          </p:cNvPr>
          <p:cNvSpPr>
            <a:spLocks xmlns:a="http://schemas.openxmlformats.org/drawingml/2006/main" noGrp="1"/>
          </p:cNvSpPr>
          <p:nvPr/>
        </p:nvSpPr>
        <p:spPr>
          <a:xfrm xmlns:a="http://schemas.openxmlformats.org/drawingml/2006/main">
            <a:off x="263419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CC6A0CF9-26BE-4801-822C-CC94835854AC}"/>
              </a:ext>
            </a:extLst>
          </p:cNvPr>
          <p:cNvSpPr>
            <a:spLocks xmlns:a="http://schemas.openxmlformats.org/drawingml/2006/main" noGrp="1"/>
          </p:cNvSpPr>
          <p:nvPr/>
        </p:nvSpPr>
        <p:spPr>
          <a:xfrm xmlns:a="http://schemas.openxmlformats.org/drawingml/2006/main">
            <a:off x="2634194"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714DFCB5-D406-426F-B0E5-343B10A23DC1}"/>
              </a:ext>
            </a:extLst>
          </p:cNvPr>
          <p:cNvSpPr>
            <a:spLocks xmlns:a="http://schemas.openxmlformats.org/drawingml/2006/main" noGrp="1"/>
          </p:cNvSpPr>
          <p:nvPr/>
        </p:nvSpPr>
        <p:spPr>
          <a:xfrm xmlns:a="http://schemas.openxmlformats.org/drawingml/2006/main">
            <a:off x="2634194"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262BCFF5-91CF-4484-8E2A-F523BCA76763}"/>
              </a:ext>
            </a:extLst>
          </p:cNvPr>
          <p:cNvSpPr>
            <a:spLocks xmlns:a="http://schemas.openxmlformats.org/drawingml/2006/main" noGrp="1"/>
          </p:cNvSpPr>
          <p:nvPr/>
        </p:nvSpPr>
        <p:spPr>
          <a:xfrm xmlns:a="http://schemas.openxmlformats.org/drawingml/2006/main">
            <a:off x="271319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B8749646-266B-414D-B6A8-CF6BBFD912CC}"/>
              </a:ext>
            </a:extLst>
          </p:cNvPr>
          <p:cNvSpPr>
            <a:spLocks xmlns:a="http://schemas.openxmlformats.org/drawingml/2006/main" noGrp="1"/>
          </p:cNvSpPr>
          <p:nvPr/>
        </p:nvSpPr>
        <p:spPr>
          <a:xfrm xmlns:a="http://schemas.openxmlformats.org/drawingml/2006/main">
            <a:off x="271319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D8667C32-0D96-4793-ABBC-46DFF70D3603}"/>
              </a:ext>
            </a:extLst>
          </p:cNvPr>
          <p:cNvSpPr>
            <a:spLocks xmlns:a="http://schemas.openxmlformats.org/drawingml/2006/main" noGrp="1"/>
          </p:cNvSpPr>
          <p:nvPr/>
        </p:nvSpPr>
        <p:spPr>
          <a:xfrm xmlns:a="http://schemas.openxmlformats.org/drawingml/2006/main">
            <a:off x="271319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51156708-C6CF-4620-9113-DA493FC6E6A0}"/>
              </a:ext>
            </a:extLst>
          </p:cNvPr>
          <p:cNvSpPr>
            <a:spLocks xmlns:a="http://schemas.openxmlformats.org/drawingml/2006/main" noGrp="1"/>
          </p:cNvSpPr>
          <p:nvPr/>
        </p:nvSpPr>
        <p:spPr>
          <a:xfrm xmlns:a="http://schemas.openxmlformats.org/drawingml/2006/main">
            <a:off x="271319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7631A955-4085-4BA9-A23D-0664A92E7E40}"/>
              </a:ext>
            </a:extLst>
          </p:cNvPr>
          <p:cNvSpPr>
            <a:spLocks xmlns:a="http://schemas.openxmlformats.org/drawingml/2006/main" noGrp="1"/>
          </p:cNvSpPr>
          <p:nvPr/>
        </p:nvSpPr>
        <p:spPr>
          <a:xfrm xmlns:a="http://schemas.openxmlformats.org/drawingml/2006/main">
            <a:off x="271319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DE9F8D0B-1D1D-41D6-BC3E-A7C555F399D0}"/>
              </a:ext>
            </a:extLst>
          </p:cNvPr>
          <p:cNvSpPr>
            <a:spLocks xmlns:a="http://schemas.openxmlformats.org/drawingml/2006/main" noGrp="1"/>
          </p:cNvSpPr>
          <p:nvPr/>
        </p:nvSpPr>
        <p:spPr>
          <a:xfrm xmlns:a="http://schemas.openxmlformats.org/drawingml/2006/main">
            <a:off x="271319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BD130E85-148F-4244-8F5F-9A9A91EC5DDE}"/>
              </a:ext>
            </a:extLst>
          </p:cNvPr>
          <p:cNvSpPr>
            <a:spLocks xmlns:a="http://schemas.openxmlformats.org/drawingml/2006/main" noGrp="1"/>
          </p:cNvSpPr>
          <p:nvPr/>
        </p:nvSpPr>
        <p:spPr>
          <a:xfrm xmlns:a="http://schemas.openxmlformats.org/drawingml/2006/main">
            <a:off x="271319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73BD962F-9AE3-4C0B-A31B-21CBB4A96522}"/>
              </a:ext>
            </a:extLst>
          </p:cNvPr>
          <p:cNvSpPr>
            <a:spLocks xmlns:a="http://schemas.openxmlformats.org/drawingml/2006/main" noGrp="1"/>
          </p:cNvSpPr>
          <p:nvPr/>
        </p:nvSpPr>
        <p:spPr>
          <a:xfrm xmlns:a="http://schemas.openxmlformats.org/drawingml/2006/main">
            <a:off x="271319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02E45028-B5B6-4375-8061-A5BEAC15BD3F}"/>
              </a:ext>
            </a:extLst>
          </p:cNvPr>
          <p:cNvSpPr>
            <a:spLocks xmlns:a="http://schemas.openxmlformats.org/drawingml/2006/main" noGrp="1"/>
          </p:cNvSpPr>
          <p:nvPr/>
        </p:nvSpPr>
        <p:spPr>
          <a:xfrm xmlns:a="http://schemas.openxmlformats.org/drawingml/2006/main">
            <a:off x="271319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FF8895DF-74C3-4FA4-845F-894DF38FD454}"/>
              </a:ext>
            </a:extLst>
          </p:cNvPr>
          <p:cNvSpPr>
            <a:spLocks xmlns:a="http://schemas.openxmlformats.org/drawingml/2006/main" noGrp="1"/>
          </p:cNvSpPr>
          <p:nvPr/>
        </p:nvSpPr>
        <p:spPr>
          <a:xfrm xmlns:a="http://schemas.openxmlformats.org/drawingml/2006/main">
            <a:off x="271319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90DFD367-DF70-44CF-83B3-76DF5B5DBFE5}"/>
              </a:ext>
            </a:extLst>
          </p:cNvPr>
          <p:cNvSpPr>
            <a:spLocks xmlns:a="http://schemas.openxmlformats.org/drawingml/2006/main" noGrp="1"/>
          </p:cNvSpPr>
          <p:nvPr/>
        </p:nvSpPr>
        <p:spPr>
          <a:xfrm xmlns:a="http://schemas.openxmlformats.org/drawingml/2006/main">
            <a:off x="271319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64D28827-3D77-4791-A9EF-44909DF50F81}"/>
              </a:ext>
            </a:extLst>
          </p:cNvPr>
          <p:cNvSpPr>
            <a:spLocks xmlns:a="http://schemas.openxmlformats.org/drawingml/2006/main" noGrp="1"/>
          </p:cNvSpPr>
          <p:nvPr/>
        </p:nvSpPr>
        <p:spPr>
          <a:xfrm xmlns:a="http://schemas.openxmlformats.org/drawingml/2006/main">
            <a:off x="271319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F369BF47-7B6E-42CF-BC05-E6E405C0EA8F}"/>
              </a:ext>
            </a:extLst>
          </p:cNvPr>
          <p:cNvSpPr>
            <a:spLocks xmlns:a="http://schemas.openxmlformats.org/drawingml/2006/main" noGrp="1"/>
          </p:cNvSpPr>
          <p:nvPr/>
        </p:nvSpPr>
        <p:spPr>
          <a:xfrm xmlns:a="http://schemas.openxmlformats.org/drawingml/2006/main">
            <a:off x="271319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DBAAC7D7-F188-42B6-8A40-CE1E6E7152B5}"/>
              </a:ext>
            </a:extLst>
          </p:cNvPr>
          <p:cNvSpPr>
            <a:spLocks xmlns:a="http://schemas.openxmlformats.org/drawingml/2006/main" noGrp="1"/>
          </p:cNvSpPr>
          <p:nvPr/>
        </p:nvSpPr>
        <p:spPr>
          <a:xfrm xmlns:a="http://schemas.openxmlformats.org/drawingml/2006/main">
            <a:off x="271319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A1761BB9-3589-4AB5-831D-BC00ACBFD92A}"/>
              </a:ext>
            </a:extLst>
          </p:cNvPr>
          <p:cNvSpPr>
            <a:spLocks xmlns:a="http://schemas.openxmlformats.org/drawingml/2006/main" noGrp="1"/>
          </p:cNvSpPr>
          <p:nvPr/>
        </p:nvSpPr>
        <p:spPr>
          <a:xfrm xmlns:a="http://schemas.openxmlformats.org/drawingml/2006/main">
            <a:off x="271319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AC89D160-661D-4C45-A6C6-715A9A84081C}"/>
              </a:ext>
            </a:extLst>
          </p:cNvPr>
          <p:cNvSpPr>
            <a:spLocks xmlns:a="http://schemas.openxmlformats.org/drawingml/2006/main" noGrp="1"/>
          </p:cNvSpPr>
          <p:nvPr/>
        </p:nvSpPr>
        <p:spPr>
          <a:xfrm xmlns:a="http://schemas.openxmlformats.org/drawingml/2006/main">
            <a:off x="271319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B1C80465-5174-41C7-905B-84E5101F5E98}"/>
              </a:ext>
            </a:extLst>
          </p:cNvPr>
          <p:cNvSpPr>
            <a:spLocks xmlns:a="http://schemas.openxmlformats.org/drawingml/2006/main" noGrp="1"/>
          </p:cNvSpPr>
          <p:nvPr/>
        </p:nvSpPr>
        <p:spPr>
          <a:xfrm xmlns:a="http://schemas.openxmlformats.org/drawingml/2006/main">
            <a:off x="279219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BE6213A3-CE81-4B42-BD0B-07E8B281348E}"/>
              </a:ext>
            </a:extLst>
          </p:cNvPr>
          <p:cNvSpPr>
            <a:spLocks xmlns:a="http://schemas.openxmlformats.org/drawingml/2006/main" noGrp="1"/>
          </p:cNvSpPr>
          <p:nvPr/>
        </p:nvSpPr>
        <p:spPr>
          <a:xfrm xmlns:a="http://schemas.openxmlformats.org/drawingml/2006/main">
            <a:off x="279219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3AC3F95C-19C9-4C92-855A-FB7303D449DF}"/>
              </a:ext>
            </a:extLst>
          </p:cNvPr>
          <p:cNvSpPr>
            <a:spLocks xmlns:a="http://schemas.openxmlformats.org/drawingml/2006/main" noGrp="1"/>
          </p:cNvSpPr>
          <p:nvPr/>
        </p:nvSpPr>
        <p:spPr>
          <a:xfrm xmlns:a="http://schemas.openxmlformats.org/drawingml/2006/main">
            <a:off x="279219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D5F92EB5-69F7-45D3-8753-08F99B53564B}"/>
              </a:ext>
            </a:extLst>
          </p:cNvPr>
          <p:cNvSpPr>
            <a:spLocks xmlns:a="http://schemas.openxmlformats.org/drawingml/2006/main" noGrp="1"/>
          </p:cNvSpPr>
          <p:nvPr/>
        </p:nvSpPr>
        <p:spPr>
          <a:xfrm xmlns:a="http://schemas.openxmlformats.org/drawingml/2006/main">
            <a:off x="279219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69D2A26B-0873-4CCC-B13B-B227594F04AC}"/>
              </a:ext>
            </a:extLst>
          </p:cNvPr>
          <p:cNvSpPr>
            <a:spLocks xmlns:a="http://schemas.openxmlformats.org/drawingml/2006/main" noGrp="1"/>
          </p:cNvSpPr>
          <p:nvPr/>
        </p:nvSpPr>
        <p:spPr>
          <a:xfrm xmlns:a="http://schemas.openxmlformats.org/drawingml/2006/main">
            <a:off x="279219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76EFF059-43F2-4166-B4E3-178BE975CE8F}"/>
              </a:ext>
            </a:extLst>
          </p:cNvPr>
          <p:cNvSpPr>
            <a:spLocks xmlns:a="http://schemas.openxmlformats.org/drawingml/2006/main" noGrp="1"/>
          </p:cNvSpPr>
          <p:nvPr/>
        </p:nvSpPr>
        <p:spPr>
          <a:xfrm xmlns:a="http://schemas.openxmlformats.org/drawingml/2006/main">
            <a:off x="279219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444E2487-1D15-49F0-A9FC-481E0E2F650C}"/>
              </a:ext>
            </a:extLst>
          </p:cNvPr>
          <p:cNvSpPr>
            <a:spLocks xmlns:a="http://schemas.openxmlformats.org/drawingml/2006/main" noGrp="1"/>
          </p:cNvSpPr>
          <p:nvPr/>
        </p:nvSpPr>
        <p:spPr>
          <a:xfrm xmlns:a="http://schemas.openxmlformats.org/drawingml/2006/main">
            <a:off x="279219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5C50EA83-2C97-4295-B9D7-21347C61886B}"/>
              </a:ext>
            </a:extLst>
          </p:cNvPr>
          <p:cNvSpPr>
            <a:spLocks xmlns:a="http://schemas.openxmlformats.org/drawingml/2006/main" noGrp="1"/>
          </p:cNvSpPr>
          <p:nvPr/>
        </p:nvSpPr>
        <p:spPr>
          <a:xfrm xmlns:a="http://schemas.openxmlformats.org/drawingml/2006/main">
            <a:off x="279219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330F5D09-2409-4684-96F3-37EA0C0106F5}"/>
              </a:ext>
            </a:extLst>
          </p:cNvPr>
          <p:cNvSpPr>
            <a:spLocks xmlns:a="http://schemas.openxmlformats.org/drawingml/2006/main" noGrp="1"/>
          </p:cNvSpPr>
          <p:nvPr/>
        </p:nvSpPr>
        <p:spPr>
          <a:xfrm xmlns:a="http://schemas.openxmlformats.org/drawingml/2006/main">
            <a:off x="279219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70504334-B8A1-4440-B840-C3E543F948E1}"/>
              </a:ext>
            </a:extLst>
          </p:cNvPr>
          <p:cNvSpPr>
            <a:spLocks xmlns:a="http://schemas.openxmlformats.org/drawingml/2006/main" noGrp="1"/>
          </p:cNvSpPr>
          <p:nvPr/>
        </p:nvSpPr>
        <p:spPr>
          <a:xfrm xmlns:a="http://schemas.openxmlformats.org/drawingml/2006/main">
            <a:off x="2792199"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AADCC6AB-22B6-44B8-8260-BD9857B5B8A4}"/>
              </a:ext>
            </a:extLst>
          </p:cNvPr>
          <p:cNvSpPr>
            <a:spLocks xmlns:a="http://schemas.openxmlformats.org/drawingml/2006/main" noGrp="1"/>
          </p:cNvSpPr>
          <p:nvPr/>
        </p:nvSpPr>
        <p:spPr>
          <a:xfrm xmlns:a="http://schemas.openxmlformats.org/drawingml/2006/main">
            <a:off x="279219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3A7AFA8F-620A-47AE-BB9A-B23F5462A7A3}"/>
              </a:ext>
            </a:extLst>
          </p:cNvPr>
          <p:cNvSpPr>
            <a:spLocks xmlns:a="http://schemas.openxmlformats.org/drawingml/2006/main" noGrp="1"/>
          </p:cNvSpPr>
          <p:nvPr/>
        </p:nvSpPr>
        <p:spPr>
          <a:xfrm xmlns:a="http://schemas.openxmlformats.org/drawingml/2006/main">
            <a:off x="2792199"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59EA3BF8-6338-49CB-BA05-ADC4D28EF952}"/>
              </a:ext>
            </a:extLst>
          </p:cNvPr>
          <p:cNvSpPr>
            <a:spLocks xmlns:a="http://schemas.openxmlformats.org/drawingml/2006/main" noGrp="1"/>
          </p:cNvSpPr>
          <p:nvPr/>
        </p:nvSpPr>
        <p:spPr>
          <a:xfrm xmlns:a="http://schemas.openxmlformats.org/drawingml/2006/main">
            <a:off x="279219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588D38C6-4B3C-41A1-A01B-D867C4824216}"/>
              </a:ext>
            </a:extLst>
          </p:cNvPr>
          <p:cNvSpPr>
            <a:spLocks xmlns:a="http://schemas.openxmlformats.org/drawingml/2006/main" noGrp="1"/>
          </p:cNvSpPr>
          <p:nvPr/>
        </p:nvSpPr>
        <p:spPr>
          <a:xfrm xmlns:a="http://schemas.openxmlformats.org/drawingml/2006/main">
            <a:off x="287120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4E409777-CF31-4038-8453-DD33C29EF248}"/>
              </a:ext>
            </a:extLst>
          </p:cNvPr>
          <p:cNvSpPr>
            <a:spLocks xmlns:a="http://schemas.openxmlformats.org/drawingml/2006/main" noGrp="1"/>
          </p:cNvSpPr>
          <p:nvPr/>
        </p:nvSpPr>
        <p:spPr>
          <a:xfrm xmlns:a="http://schemas.openxmlformats.org/drawingml/2006/main">
            <a:off x="287120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FF585567-F49C-4A4E-B044-12B2EAF26096}"/>
              </a:ext>
            </a:extLst>
          </p:cNvPr>
          <p:cNvSpPr>
            <a:spLocks xmlns:a="http://schemas.openxmlformats.org/drawingml/2006/main" noGrp="1"/>
          </p:cNvSpPr>
          <p:nvPr/>
        </p:nvSpPr>
        <p:spPr>
          <a:xfrm xmlns:a="http://schemas.openxmlformats.org/drawingml/2006/main">
            <a:off x="287120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4A56737C-44FB-4E5D-8843-FFAEAFB5A2C4}"/>
              </a:ext>
            </a:extLst>
          </p:cNvPr>
          <p:cNvSpPr>
            <a:spLocks xmlns:a="http://schemas.openxmlformats.org/drawingml/2006/main" noGrp="1"/>
          </p:cNvSpPr>
          <p:nvPr/>
        </p:nvSpPr>
        <p:spPr>
          <a:xfrm xmlns:a="http://schemas.openxmlformats.org/drawingml/2006/main">
            <a:off x="287120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6BC94DAB-45A9-4CBD-A9CF-7890CC874EFB}"/>
              </a:ext>
            </a:extLst>
          </p:cNvPr>
          <p:cNvSpPr>
            <a:spLocks xmlns:a="http://schemas.openxmlformats.org/drawingml/2006/main" noGrp="1"/>
          </p:cNvSpPr>
          <p:nvPr/>
        </p:nvSpPr>
        <p:spPr>
          <a:xfrm xmlns:a="http://schemas.openxmlformats.org/drawingml/2006/main">
            <a:off x="287120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58A0A553-5292-4770-A67F-7331F0FD8B36}"/>
              </a:ext>
            </a:extLst>
          </p:cNvPr>
          <p:cNvSpPr>
            <a:spLocks xmlns:a="http://schemas.openxmlformats.org/drawingml/2006/main" noGrp="1"/>
          </p:cNvSpPr>
          <p:nvPr/>
        </p:nvSpPr>
        <p:spPr>
          <a:xfrm xmlns:a="http://schemas.openxmlformats.org/drawingml/2006/main">
            <a:off x="287120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5A5B7B1A-E962-4898-8707-CFA87A9E67DC}"/>
              </a:ext>
            </a:extLst>
          </p:cNvPr>
          <p:cNvSpPr>
            <a:spLocks xmlns:a="http://schemas.openxmlformats.org/drawingml/2006/main" noGrp="1"/>
          </p:cNvSpPr>
          <p:nvPr/>
        </p:nvSpPr>
        <p:spPr>
          <a:xfrm xmlns:a="http://schemas.openxmlformats.org/drawingml/2006/main">
            <a:off x="287120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7B5D827E-5D16-4832-BCF2-998C7909B8A8}"/>
              </a:ext>
            </a:extLst>
          </p:cNvPr>
          <p:cNvSpPr>
            <a:spLocks xmlns:a="http://schemas.openxmlformats.org/drawingml/2006/main" noGrp="1"/>
          </p:cNvSpPr>
          <p:nvPr/>
        </p:nvSpPr>
        <p:spPr>
          <a:xfrm xmlns:a="http://schemas.openxmlformats.org/drawingml/2006/main">
            <a:off x="287120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0740828D-8527-4830-B279-C6331970590C}"/>
              </a:ext>
            </a:extLst>
          </p:cNvPr>
          <p:cNvSpPr>
            <a:spLocks xmlns:a="http://schemas.openxmlformats.org/drawingml/2006/main" noGrp="1"/>
          </p:cNvSpPr>
          <p:nvPr/>
        </p:nvSpPr>
        <p:spPr>
          <a:xfrm xmlns:a="http://schemas.openxmlformats.org/drawingml/2006/main">
            <a:off x="287120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974E2A8B-41E9-4AD4-AC9D-EE989239C342}"/>
              </a:ext>
            </a:extLst>
          </p:cNvPr>
          <p:cNvSpPr>
            <a:spLocks xmlns:a="http://schemas.openxmlformats.org/drawingml/2006/main" noGrp="1"/>
          </p:cNvSpPr>
          <p:nvPr/>
        </p:nvSpPr>
        <p:spPr>
          <a:xfrm xmlns:a="http://schemas.openxmlformats.org/drawingml/2006/main">
            <a:off x="287120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B89BA185-7843-4810-8106-1DDA2825A9E8}"/>
              </a:ext>
            </a:extLst>
          </p:cNvPr>
          <p:cNvSpPr>
            <a:spLocks xmlns:a="http://schemas.openxmlformats.org/drawingml/2006/main" noGrp="1"/>
          </p:cNvSpPr>
          <p:nvPr/>
        </p:nvSpPr>
        <p:spPr>
          <a:xfrm xmlns:a="http://schemas.openxmlformats.org/drawingml/2006/main">
            <a:off x="287120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99F30B57-7073-4A98-A507-65E36AEE2CFD}"/>
              </a:ext>
            </a:extLst>
          </p:cNvPr>
          <p:cNvSpPr>
            <a:spLocks xmlns:a="http://schemas.openxmlformats.org/drawingml/2006/main" noGrp="1"/>
          </p:cNvSpPr>
          <p:nvPr/>
        </p:nvSpPr>
        <p:spPr>
          <a:xfrm xmlns:a="http://schemas.openxmlformats.org/drawingml/2006/main">
            <a:off x="287120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60D9E8A7-7D93-465D-844D-033C9F3D1B82}"/>
              </a:ext>
            </a:extLst>
          </p:cNvPr>
          <p:cNvSpPr>
            <a:spLocks xmlns:a="http://schemas.openxmlformats.org/drawingml/2006/main" noGrp="1"/>
          </p:cNvSpPr>
          <p:nvPr/>
        </p:nvSpPr>
        <p:spPr>
          <a:xfrm xmlns:a="http://schemas.openxmlformats.org/drawingml/2006/main">
            <a:off x="295020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15DFC8FE-E05A-482E-929A-82DF8EC54CA0}"/>
              </a:ext>
            </a:extLst>
          </p:cNvPr>
          <p:cNvSpPr>
            <a:spLocks xmlns:a="http://schemas.openxmlformats.org/drawingml/2006/main" noGrp="1"/>
          </p:cNvSpPr>
          <p:nvPr/>
        </p:nvSpPr>
        <p:spPr>
          <a:xfrm xmlns:a="http://schemas.openxmlformats.org/drawingml/2006/main">
            <a:off x="295020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21867645-97AA-4668-9104-D29BDA2236C6}"/>
              </a:ext>
            </a:extLst>
          </p:cNvPr>
          <p:cNvSpPr>
            <a:spLocks xmlns:a="http://schemas.openxmlformats.org/drawingml/2006/main" noGrp="1"/>
          </p:cNvSpPr>
          <p:nvPr/>
        </p:nvSpPr>
        <p:spPr>
          <a:xfrm xmlns:a="http://schemas.openxmlformats.org/drawingml/2006/main">
            <a:off x="295020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1FEA10A3-FED1-40DE-B7C7-C75656F44039}"/>
              </a:ext>
            </a:extLst>
          </p:cNvPr>
          <p:cNvSpPr>
            <a:spLocks xmlns:a="http://schemas.openxmlformats.org/drawingml/2006/main" noGrp="1"/>
          </p:cNvSpPr>
          <p:nvPr/>
        </p:nvSpPr>
        <p:spPr>
          <a:xfrm xmlns:a="http://schemas.openxmlformats.org/drawingml/2006/main">
            <a:off x="295020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0703A9DA-CED5-4B40-9812-B0123772F051}"/>
              </a:ext>
            </a:extLst>
          </p:cNvPr>
          <p:cNvSpPr>
            <a:spLocks xmlns:a="http://schemas.openxmlformats.org/drawingml/2006/main" noGrp="1"/>
          </p:cNvSpPr>
          <p:nvPr/>
        </p:nvSpPr>
        <p:spPr>
          <a:xfrm xmlns:a="http://schemas.openxmlformats.org/drawingml/2006/main">
            <a:off x="295020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7B1BE1D5-A3B9-4D5F-AD43-A1A6C19D7F42}"/>
              </a:ext>
            </a:extLst>
          </p:cNvPr>
          <p:cNvSpPr>
            <a:spLocks xmlns:a="http://schemas.openxmlformats.org/drawingml/2006/main" noGrp="1"/>
          </p:cNvSpPr>
          <p:nvPr/>
        </p:nvSpPr>
        <p:spPr>
          <a:xfrm xmlns:a="http://schemas.openxmlformats.org/drawingml/2006/main">
            <a:off x="295020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C2C86F37-1CFA-4BA0-9623-827541603883}"/>
              </a:ext>
            </a:extLst>
          </p:cNvPr>
          <p:cNvSpPr>
            <a:spLocks xmlns:a="http://schemas.openxmlformats.org/drawingml/2006/main" noGrp="1"/>
          </p:cNvSpPr>
          <p:nvPr/>
        </p:nvSpPr>
        <p:spPr>
          <a:xfrm xmlns:a="http://schemas.openxmlformats.org/drawingml/2006/main">
            <a:off x="295020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20F93E21-A3F2-4E4A-A0E8-6E2DED765982}"/>
              </a:ext>
            </a:extLst>
          </p:cNvPr>
          <p:cNvSpPr>
            <a:spLocks xmlns:a="http://schemas.openxmlformats.org/drawingml/2006/main" noGrp="1"/>
          </p:cNvSpPr>
          <p:nvPr/>
        </p:nvSpPr>
        <p:spPr>
          <a:xfrm xmlns:a="http://schemas.openxmlformats.org/drawingml/2006/main">
            <a:off x="295020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186C05BC-CAFF-407E-95EF-1A6E09FC07BC}"/>
              </a:ext>
            </a:extLst>
          </p:cNvPr>
          <p:cNvSpPr>
            <a:spLocks xmlns:a="http://schemas.openxmlformats.org/drawingml/2006/main" noGrp="1"/>
          </p:cNvSpPr>
          <p:nvPr/>
        </p:nvSpPr>
        <p:spPr>
          <a:xfrm xmlns:a="http://schemas.openxmlformats.org/drawingml/2006/main">
            <a:off x="295020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08DEABE3-F67F-4DA8-8043-6E8EA5D9A89A}"/>
              </a:ext>
            </a:extLst>
          </p:cNvPr>
          <p:cNvSpPr>
            <a:spLocks xmlns:a="http://schemas.openxmlformats.org/drawingml/2006/main" noGrp="1"/>
          </p:cNvSpPr>
          <p:nvPr/>
        </p:nvSpPr>
        <p:spPr>
          <a:xfrm xmlns:a="http://schemas.openxmlformats.org/drawingml/2006/main">
            <a:off x="295020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ED100E55-F1E4-428C-B1BF-9AAF1B82D5A4}"/>
              </a:ext>
            </a:extLst>
          </p:cNvPr>
          <p:cNvSpPr>
            <a:spLocks xmlns:a="http://schemas.openxmlformats.org/drawingml/2006/main" noGrp="1"/>
          </p:cNvSpPr>
          <p:nvPr/>
        </p:nvSpPr>
        <p:spPr>
          <a:xfrm xmlns:a="http://schemas.openxmlformats.org/drawingml/2006/main">
            <a:off x="295020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52088781-D114-4395-AE05-D023A0EA59A9}"/>
              </a:ext>
            </a:extLst>
          </p:cNvPr>
          <p:cNvSpPr>
            <a:spLocks xmlns:a="http://schemas.openxmlformats.org/drawingml/2006/main" noGrp="1"/>
          </p:cNvSpPr>
          <p:nvPr/>
        </p:nvSpPr>
        <p:spPr>
          <a:xfrm xmlns:a="http://schemas.openxmlformats.org/drawingml/2006/main">
            <a:off x="295020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0A5FDC55-66F0-4C97-91E6-981F8334727F}"/>
              </a:ext>
            </a:extLst>
          </p:cNvPr>
          <p:cNvSpPr>
            <a:spLocks xmlns:a="http://schemas.openxmlformats.org/drawingml/2006/main" noGrp="1"/>
          </p:cNvSpPr>
          <p:nvPr/>
        </p:nvSpPr>
        <p:spPr>
          <a:xfrm xmlns:a="http://schemas.openxmlformats.org/drawingml/2006/main">
            <a:off x="2950204"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6D9F3523-C248-4BF6-9A17-C7B8C2E35531}"/>
              </a:ext>
            </a:extLst>
          </p:cNvPr>
          <p:cNvSpPr>
            <a:spLocks xmlns:a="http://schemas.openxmlformats.org/drawingml/2006/main" noGrp="1"/>
          </p:cNvSpPr>
          <p:nvPr/>
        </p:nvSpPr>
        <p:spPr>
          <a:xfrm xmlns:a="http://schemas.openxmlformats.org/drawingml/2006/main">
            <a:off x="302920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CDCBA3B6-7E57-45FF-A2B0-53D6A08C3FF0}"/>
              </a:ext>
            </a:extLst>
          </p:cNvPr>
          <p:cNvSpPr>
            <a:spLocks xmlns:a="http://schemas.openxmlformats.org/drawingml/2006/main" noGrp="1"/>
          </p:cNvSpPr>
          <p:nvPr/>
        </p:nvSpPr>
        <p:spPr>
          <a:xfrm xmlns:a="http://schemas.openxmlformats.org/drawingml/2006/main">
            <a:off x="302920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E45D310A-A733-4B56-A062-48B53D19D8CD}"/>
              </a:ext>
            </a:extLst>
          </p:cNvPr>
          <p:cNvSpPr>
            <a:spLocks xmlns:a="http://schemas.openxmlformats.org/drawingml/2006/main" noGrp="1"/>
          </p:cNvSpPr>
          <p:nvPr/>
        </p:nvSpPr>
        <p:spPr>
          <a:xfrm xmlns:a="http://schemas.openxmlformats.org/drawingml/2006/main">
            <a:off x="302920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953AF3E4-457B-40D8-B739-196700E3F63A}"/>
              </a:ext>
            </a:extLst>
          </p:cNvPr>
          <p:cNvSpPr>
            <a:spLocks xmlns:a="http://schemas.openxmlformats.org/drawingml/2006/main" noGrp="1"/>
          </p:cNvSpPr>
          <p:nvPr/>
        </p:nvSpPr>
        <p:spPr>
          <a:xfrm xmlns:a="http://schemas.openxmlformats.org/drawingml/2006/main">
            <a:off x="302920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C3EB48D2-12D6-41D7-8473-9F78E70DE224}"/>
              </a:ext>
            </a:extLst>
          </p:cNvPr>
          <p:cNvSpPr>
            <a:spLocks xmlns:a="http://schemas.openxmlformats.org/drawingml/2006/main" noGrp="1"/>
          </p:cNvSpPr>
          <p:nvPr/>
        </p:nvSpPr>
        <p:spPr>
          <a:xfrm xmlns:a="http://schemas.openxmlformats.org/drawingml/2006/main">
            <a:off x="302920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6323D7AB-8A03-42D7-AE5B-D0E6AC998594}"/>
              </a:ext>
            </a:extLst>
          </p:cNvPr>
          <p:cNvSpPr>
            <a:spLocks xmlns:a="http://schemas.openxmlformats.org/drawingml/2006/main" noGrp="1"/>
          </p:cNvSpPr>
          <p:nvPr/>
        </p:nvSpPr>
        <p:spPr>
          <a:xfrm xmlns:a="http://schemas.openxmlformats.org/drawingml/2006/main">
            <a:off x="302920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EAE1C674-EEA0-4F36-9105-9CD38FDF0C91}"/>
              </a:ext>
            </a:extLst>
          </p:cNvPr>
          <p:cNvSpPr>
            <a:spLocks xmlns:a="http://schemas.openxmlformats.org/drawingml/2006/main" noGrp="1"/>
          </p:cNvSpPr>
          <p:nvPr/>
        </p:nvSpPr>
        <p:spPr>
          <a:xfrm xmlns:a="http://schemas.openxmlformats.org/drawingml/2006/main">
            <a:off x="302920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F53A0699-CA12-4D26-8937-D40D222B3496}"/>
              </a:ext>
            </a:extLst>
          </p:cNvPr>
          <p:cNvSpPr>
            <a:spLocks xmlns:a="http://schemas.openxmlformats.org/drawingml/2006/main" noGrp="1"/>
          </p:cNvSpPr>
          <p:nvPr/>
        </p:nvSpPr>
        <p:spPr>
          <a:xfrm xmlns:a="http://schemas.openxmlformats.org/drawingml/2006/main">
            <a:off x="302920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126456B4-7BF1-411C-9BC5-8991289D9AEF}"/>
              </a:ext>
            </a:extLst>
          </p:cNvPr>
          <p:cNvSpPr>
            <a:spLocks xmlns:a="http://schemas.openxmlformats.org/drawingml/2006/main" noGrp="1"/>
          </p:cNvSpPr>
          <p:nvPr/>
        </p:nvSpPr>
        <p:spPr>
          <a:xfrm xmlns:a="http://schemas.openxmlformats.org/drawingml/2006/main">
            <a:off x="302920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F087FEDD-3545-4AC2-850F-D73367E79985}"/>
              </a:ext>
            </a:extLst>
          </p:cNvPr>
          <p:cNvSpPr>
            <a:spLocks xmlns:a="http://schemas.openxmlformats.org/drawingml/2006/main" noGrp="1"/>
          </p:cNvSpPr>
          <p:nvPr/>
        </p:nvSpPr>
        <p:spPr>
          <a:xfrm xmlns:a="http://schemas.openxmlformats.org/drawingml/2006/main">
            <a:off x="302920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A919C9E9-2367-43E5-BD3F-8CD389DAC3B5}"/>
              </a:ext>
            </a:extLst>
          </p:cNvPr>
          <p:cNvSpPr>
            <a:spLocks xmlns:a="http://schemas.openxmlformats.org/drawingml/2006/main" noGrp="1"/>
          </p:cNvSpPr>
          <p:nvPr/>
        </p:nvSpPr>
        <p:spPr>
          <a:xfrm xmlns:a="http://schemas.openxmlformats.org/drawingml/2006/main">
            <a:off x="302920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1CD9AD2A-6B34-4755-9C4E-C6868D687FBD}"/>
              </a:ext>
            </a:extLst>
          </p:cNvPr>
          <p:cNvSpPr>
            <a:spLocks xmlns:a="http://schemas.openxmlformats.org/drawingml/2006/main" noGrp="1"/>
          </p:cNvSpPr>
          <p:nvPr/>
        </p:nvSpPr>
        <p:spPr>
          <a:xfrm xmlns:a="http://schemas.openxmlformats.org/drawingml/2006/main">
            <a:off x="302920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B962E7C2-221C-4309-A02E-987072F1EF43}"/>
              </a:ext>
            </a:extLst>
          </p:cNvPr>
          <p:cNvSpPr>
            <a:spLocks xmlns:a="http://schemas.openxmlformats.org/drawingml/2006/main" noGrp="1"/>
          </p:cNvSpPr>
          <p:nvPr/>
        </p:nvSpPr>
        <p:spPr>
          <a:xfrm xmlns:a="http://schemas.openxmlformats.org/drawingml/2006/main">
            <a:off x="3029206"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368295E9-60D1-470F-9487-D4C36115917F}"/>
              </a:ext>
            </a:extLst>
          </p:cNvPr>
          <p:cNvSpPr>
            <a:spLocks xmlns:a="http://schemas.openxmlformats.org/drawingml/2006/main" noGrp="1"/>
          </p:cNvSpPr>
          <p:nvPr/>
        </p:nvSpPr>
        <p:spPr>
          <a:xfrm xmlns:a="http://schemas.openxmlformats.org/drawingml/2006/main">
            <a:off x="3108209" y="424785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DFF2EE36-99D3-4C93-B3F5-1949396A4EDF}"/>
              </a:ext>
            </a:extLst>
          </p:cNvPr>
          <p:cNvSpPr>
            <a:spLocks xmlns:a="http://schemas.openxmlformats.org/drawingml/2006/main" noGrp="1"/>
          </p:cNvSpPr>
          <p:nvPr/>
        </p:nvSpPr>
        <p:spPr>
          <a:xfrm xmlns:a="http://schemas.openxmlformats.org/drawingml/2006/main">
            <a:off x="3108209" y="416832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545B5ADD-F162-4894-AF8A-9BA421ABA2A8}"/>
              </a:ext>
            </a:extLst>
          </p:cNvPr>
          <p:cNvSpPr>
            <a:spLocks xmlns:a="http://schemas.openxmlformats.org/drawingml/2006/main" noGrp="1"/>
          </p:cNvSpPr>
          <p:nvPr/>
        </p:nvSpPr>
        <p:spPr>
          <a:xfrm xmlns:a="http://schemas.openxmlformats.org/drawingml/2006/main">
            <a:off x="310820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3978F14D-6CFF-4E25-BE66-B334C60A3359}"/>
              </a:ext>
            </a:extLst>
          </p:cNvPr>
          <p:cNvSpPr>
            <a:spLocks xmlns:a="http://schemas.openxmlformats.org/drawingml/2006/main" noGrp="1"/>
          </p:cNvSpPr>
          <p:nvPr/>
        </p:nvSpPr>
        <p:spPr>
          <a:xfrm xmlns:a="http://schemas.openxmlformats.org/drawingml/2006/main">
            <a:off x="310820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C1EC7095-1598-4F50-B2EE-55F7F8A76103}"/>
              </a:ext>
            </a:extLst>
          </p:cNvPr>
          <p:cNvSpPr>
            <a:spLocks xmlns:a="http://schemas.openxmlformats.org/drawingml/2006/main" noGrp="1"/>
          </p:cNvSpPr>
          <p:nvPr/>
        </p:nvSpPr>
        <p:spPr>
          <a:xfrm xmlns:a="http://schemas.openxmlformats.org/drawingml/2006/main">
            <a:off x="310820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B04B0CE0-4E60-4CD7-A983-F8BB908B6450}"/>
              </a:ext>
            </a:extLst>
          </p:cNvPr>
          <p:cNvSpPr>
            <a:spLocks xmlns:a="http://schemas.openxmlformats.org/drawingml/2006/main" noGrp="1"/>
          </p:cNvSpPr>
          <p:nvPr/>
        </p:nvSpPr>
        <p:spPr>
          <a:xfrm xmlns:a="http://schemas.openxmlformats.org/drawingml/2006/main">
            <a:off x="310820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52019039-A210-412F-88E7-448AD35D82EB}"/>
              </a:ext>
            </a:extLst>
          </p:cNvPr>
          <p:cNvSpPr>
            <a:spLocks xmlns:a="http://schemas.openxmlformats.org/drawingml/2006/main" noGrp="1"/>
          </p:cNvSpPr>
          <p:nvPr/>
        </p:nvSpPr>
        <p:spPr>
          <a:xfrm xmlns:a="http://schemas.openxmlformats.org/drawingml/2006/main">
            <a:off x="310820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CD0A04D4-052C-475C-AAE9-65C73C35AA91}"/>
              </a:ext>
            </a:extLst>
          </p:cNvPr>
          <p:cNvSpPr>
            <a:spLocks xmlns:a="http://schemas.openxmlformats.org/drawingml/2006/main" noGrp="1"/>
          </p:cNvSpPr>
          <p:nvPr/>
        </p:nvSpPr>
        <p:spPr>
          <a:xfrm xmlns:a="http://schemas.openxmlformats.org/drawingml/2006/main">
            <a:off x="310820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66A0D8BF-E418-42FF-B84A-22F1B4C0FAFB}"/>
              </a:ext>
            </a:extLst>
          </p:cNvPr>
          <p:cNvSpPr>
            <a:spLocks xmlns:a="http://schemas.openxmlformats.org/drawingml/2006/main" noGrp="1"/>
          </p:cNvSpPr>
          <p:nvPr/>
        </p:nvSpPr>
        <p:spPr>
          <a:xfrm xmlns:a="http://schemas.openxmlformats.org/drawingml/2006/main">
            <a:off x="310820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A21879D1-B1B4-4B2B-899B-8888A30D9C94}"/>
              </a:ext>
            </a:extLst>
          </p:cNvPr>
          <p:cNvSpPr>
            <a:spLocks xmlns:a="http://schemas.openxmlformats.org/drawingml/2006/main" noGrp="1"/>
          </p:cNvSpPr>
          <p:nvPr/>
        </p:nvSpPr>
        <p:spPr>
          <a:xfrm xmlns:a="http://schemas.openxmlformats.org/drawingml/2006/main">
            <a:off x="310820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4C51BCE6-2CDF-44CE-884B-24CAD7EF1EAC}"/>
              </a:ext>
            </a:extLst>
          </p:cNvPr>
          <p:cNvSpPr>
            <a:spLocks xmlns:a="http://schemas.openxmlformats.org/drawingml/2006/main" noGrp="1"/>
          </p:cNvSpPr>
          <p:nvPr/>
        </p:nvSpPr>
        <p:spPr>
          <a:xfrm xmlns:a="http://schemas.openxmlformats.org/drawingml/2006/main">
            <a:off x="310820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D8B420F1-42F2-4A25-BD28-0A1F151BF011}"/>
              </a:ext>
            </a:extLst>
          </p:cNvPr>
          <p:cNvSpPr>
            <a:spLocks xmlns:a="http://schemas.openxmlformats.org/drawingml/2006/main" noGrp="1"/>
          </p:cNvSpPr>
          <p:nvPr/>
        </p:nvSpPr>
        <p:spPr>
          <a:xfrm xmlns:a="http://schemas.openxmlformats.org/drawingml/2006/main">
            <a:off x="3108209"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ABFB2BA8-1DBC-44EE-98C6-6A7B0F3BDE25}"/>
              </a:ext>
            </a:extLst>
          </p:cNvPr>
          <p:cNvSpPr>
            <a:spLocks xmlns:a="http://schemas.openxmlformats.org/drawingml/2006/main" noGrp="1"/>
          </p:cNvSpPr>
          <p:nvPr/>
        </p:nvSpPr>
        <p:spPr>
          <a:xfrm xmlns:a="http://schemas.openxmlformats.org/drawingml/2006/main">
            <a:off x="3108209" y="241856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CAE359AC-C07B-4B65-9F3D-42CF0FF922AD}"/>
              </a:ext>
            </a:extLst>
          </p:cNvPr>
          <p:cNvSpPr>
            <a:spLocks xmlns:a="http://schemas.openxmlformats.org/drawingml/2006/main" noGrp="1"/>
          </p:cNvSpPr>
          <p:nvPr/>
        </p:nvSpPr>
        <p:spPr>
          <a:xfrm xmlns:a="http://schemas.openxmlformats.org/drawingml/2006/main">
            <a:off x="3187211" y="424785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25002A89-5CE9-4B5C-BCD8-3B5D0BD426AC}"/>
              </a:ext>
            </a:extLst>
          </p:cNvPr>
          <p:cNvSpPr>
            <a:spLocks xmlns:a="http://schemas.openxmlformats.org/drawingml/2006/main" noGrp="1"/>
          </p:cNvSpPr>
          <p:nvPr/>
        </p:nvSpPr>
        <p:spPr>
          <a:xfrm xmlns:a="http://schemas.openxmlformats.org/drawingml/2006/main">
            <a:off x="318721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82A68FA1-7DEC-4A6D-A437-8F866050E2D3}"/>
              </a:ext>
            </a:extLst>
          </p:cNvPr>
          <p:cNvSpPr>
            <a:spLocks xmlns:a="http://schemas.openxmlformats.org/drawingml/2006/main" noGrp="1"/>
          </p:cNvSpPr>
          <p:nvPr/>
        </p:nvSpPr>
        <p:spPr>
          <a:xfrm xmlns:a="http://schemas.openxmlformats.org/drawingml/2006/main">
            <a:off x="318721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260ABC1F-0764-4510-8BFF-76F5E1B882B9}"/>
              </a:ext>
            </a:extLst>
          </p:cNvPr>
          <p:cNvSpPr>
            <a:spLocks xmlns:a="http://schemas.openxmlformats.org/drawingml/2006/main" noGrp="1"/>
          </p:cNvSpPr>
          <p:nvPr/>
        </p:nvSpPr>
        <p:spPr>
          <a:xfrm xmlns:a="http://schemas.openxmlformats.org/drawingml/2006/main">
            <a:off x="318721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B36DB6C6-F717-4EEE-8FA2-33F186E2344C}"/>
              </a:ext>
            </a:extLst>
          </p:cNvPr>
          <p:cNvSpPr>
            <a:spLocks xmlns:a="http://schemas.openxmlformats.org/drawingml/2006/main" noGrp="1"/>
          </p:cNvSpPr>
          <p:nvPr/>
        </p:nvSpPr>
        <p:spPr>
          <a:xfrm xmlns:a="http://schemas.openxmlformats.org/drawingml/2006/main">
            <a:off x="318721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FE38960F-6A75-447C-8206-769382F10192}"/>
              </a:ext>
            </a:extLst>
          </p:cNvPr>
          <p:cNvSpPr>
            <a:spLocks xmlns:a="http://schemas.openxmlformats.org/drawingml/2006/main" noGrp="1"/>
          </p:cNvSpPr>
          <p:nvPr/>
        </p:nvSpPr>
        <p:spPr>
          <a:xfrm xmlns:a="http://schemas.openxmlformats.org/drawingml/2006/main">
            <a:off x="318721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B174F493-03CA-45CF-9D6A-CE278027858D}"/>
              </a:ext>
            </a:extLst>
          </p:cNvPr>
          <p:cNvSpPr>
            <a:spLocks xmlns:a="http://schemas.openxmlformats.org/drawingml/2006/main" noGrp="1"/>
          </p:cNvSpPr>
          <p:nvPr/>
        </p:nvSpPr>
        <p:spPr>
          <a:xfrm xmlns:a="http://schemas.openxmlformats.org/drawingml/2006/main">
            <a:off x="318721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7CEFFF24-65C0-4F01-B43E-E72162C6686D}"/>
              </a:ext>
            </a:extLst>
          </p:cNvPr>
          <p:cNvSpPr>
            <a:spLocks xmlns:a="http://schemas.openxmlformats.org/drawingml/2006/main" noGrp="1"/>
          </p:cNvSpPr>
          <p:nvPr/>
        </p:nvSpPr>
        <p:spPr>
          <a:xfrm xmlns:a="http://schemas.openxmlformats.org/drawingml/2006/main">
            <a:off x="318721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29EE278F-22D1-4C6E-909A-3EE7B0CFE191}"/>
              </a:ext>
            </a:extLst>
          </p:cNvPr>
          <p:cNvSpPr>
            <a:spLocks xmlns:a="http://schemas.openxmlformats.org/drawingml/2006/main" noGrp="1"/>
          </p:cNvSpPr>
          <p:nvPr/>
        </p:nvSpPr>
        <p:spPr>
          <a:xfrm xmlns:a="http://schemas.openxmlformats.org/drawingml/2006/main">
            <a:off x="318721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E12231DC-0719-4744-8EE1-B2DCAF373956}"/>
              </a:ext>
            </a:extLst>
          </p:cNvPr>
          <p:cNvSpPr>
            <a:spLocks xmlns:a="http://schemas.openxmlformats.org/drawingml/2006/main" noGrp="1"/>
          </p:cNvSpPr>
          <p:nvPr/>
        </p:nvSpPr>
        <p:spPr>
          <a:xfrm xmlns:a="http://schemas.openxmlformats.org/drawingml/2006/main">
            <a:off x="318721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6FB0C999-B41C-4CF1-AC89-EF9FD9CAAB80}"/>
              </a:ext>
            </a:extLst>
          </p:cNvPr>
          <p:cNvSpPr>
            <a:spLocks xmlns:a="http://schemas.openxmlformats.org/drawingml/2006/main" noGrp="1"/>
          </p:cNvSpPr>
          <p:nvPr/>
        </p:nvSpPr>
        <p:spPr>
          <a:xfrm xmlns:a="http://schemas.openxmlformats.org/drawingml/2006/main">
            <a:off x="318721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A1546A1E-8856-4B68-97BB-BA0BC3B84CDC}"/>
              </a:ext>
            </a:extLst>
          </p:cNvPr>
          <p:cNvSpPr>
            <a:spLocks xmlns:a="http://schemas.openxmlformats.org/drawingml/2006/main" noGrp="1"/>
          </p:cNvSpPr>
          <p:nvPr/>
        </p:nvSpPr>
        <p:spPr>
          <a:xfrm xmlns:a="http://schemas.openxmlformats.org/drawingml/2006/main">
            <a:off x="3187211"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8985365D-DBE2-48B2-B1FB-657D0EB231FC}"/>
              </a:ext>
            </a:extLst>
          </p:cNvPr>
          <p:cNvSpPr>
            <a:spLocks xmlns:a="http://schemas.openxmlformats.org/drawingml/2006/main" noGrp="1"/>
          </p:cNvSpPr>
          <p:nvPr/>
        </p:nvSpPr>
        <p:spPr>
          <a:xfrm xmlns:a="http://schemas.openxmlformats.org/drawingml/2006/main">
            <a:off x="318721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408EF18B-A297-4216-930A-06983B3799A5}"/>
              </a:ext>
            </a:extLst>
          </p:cNvPr>
          <p:cNvSpPr>
            <a:spLocks xmlns:a="http://schemas.openxmlformats.org/drawingml/2006/main" noGrp="1"/>
          </p:cNvSpPr>
          <p:nvPr/>
        </p:nvSpPr>
        <p:spPr>
          <a:xfrm xmlns:a="http://schemas.openxmlformats.org/drawingml/2006/main">
            <a:off x="318721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51227CC0-4A22-4BA0-9F71-A4C2CE60A38C}"/>
              </a:ext>
            </a:extLst>
          </p:cNvPr>
          <p:cNvSpPr>
            <a:spLocks xmlns:a="http://schemas.openxmlformats.org/drawingml/2006/main" noGrp="1"/>
          </p:cNvSpPr>
          <p:nvPr/>
        </p:nvSpPr>
        <p:spPr>
          <a:xfrm xmlns:a="http://schemas.openxmlformats.org/drawingml/2006/main">
            <a:off x="318721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030C8E77-C976-464B-820A-75E502ECD75A}"/>
              </a:ext>
            </a:extLst>
          </p:cNvPr>
          <p:cNvSpPr>
            <a:spLocks xmlns:a="http://schemas.openxmlformats.org/drawingml/2006/main" noGrp="1"/>
          </p:cNvSpPr>
          <p:nvPr/>
        </p:nvSpPr>
        <p:spPr>
          <a:xfrm xmlns:a="http://schemas.openxmlformats.org/drawingml/2006/main">
            <a:off x="3187211"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DB2BF3DD-E353-4220-AE3D-735EB5506D73}"/>
              </a:ext>
            </a:extLst>
          </p:cNvPr>
          <p:cNvSpPr>
            <a:spLocks xmlns:a="http://schemas.openxmlformats.org/drawingml/2006/main" noGrp="1"/>
          </p:cNvSpPr>
          <p:nvPr/>
        </p:nvSpPr>
        <p:spPr>
          <a:xfrm xmlns:a="http://schemas.openxmlformats.org/drawingml/2006/main">
            <a:off x="326621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0BB34AD8-984E-4B07-9819-D32A0C30C1CC}"/>
              </a:ext>
            </a:extLst>
          </p:cNvPr>
          <p:cNvSpPr>
            <a:spLocks xmlns:a="http://schemas.openxmlformats.org/drawingml/2006/main" noGrp="1"/>
          </p:cNvSpPr>
          <p:nvPr/>
        </p:nvSpPr>
        <p:spPr>
          <a:xfrm xmlns:a="http://schemas.openxmlformats.org/drawingml/2006/main">
            <a:off x="326621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443FE2DA-8902-4517-941F-7354CCA42886}"/>
              </a:ext>
            </a:extLst>
          </p:cNvPr>
          <p:cNvSpPr>
            <a:spLocks xmlns:a="http://schemas.openxmlformats.org/drawingml/2006/main" noGrp="1"/>
          </p:cNvSpPr>
          <p:nvPr/>
        </p:nvSpPr>
        <p:spPr>
          <a:xfrm xmlns:a="http://schemas.openxmlformats.org/drawingml/2006/main">
            <a:off x="326621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C45AD31D-D454-4F97-A15F-95AC16A5F76C}"/>
              </a:ext>
            </a:extLst>
          </p:cNvPr>
          <p:cNvSpPr>
            <a:spLocks xmlns:a="http://schemas.openxmlformats.org/drawingml/2006/main" noGrp="1"/>
          </p:cNvSpPr>
          <p:nvPr/>
        </p:nvSpPr>
        <p:spPr>
          <a:xfrm xmlns:a="http://schemas.openxmlformats.org/drawingml/2006/main">
            <a:off x="326621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438E9107-3623-4E20-A365-F4A83B5E097F}"/>
              </a:ext>
            </a:extLst>
          </p:cNvPr>
          <p:cNvSpPr>
            <a:spLocks xmlns:a="http://schemas.openxmlformats.org/drawingml/2006/main" noGrp="1"/>
          </p:cNvSpPr>
          <p:nvPr/>
        </p:nvSpPr>
        <p:spPr>
          <a:xfrm xmlns:a="http://schemas.openxmlformats.org/drawingml/2006/main">
            <a:off x="326621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BFFFB76E-FE18-4042-A98F-29A49F583147}"/>
              </a:ext>
            </a:extLst>
          </p:cNvPr>
          <p:cNvSpPr>
            <a:spLocks xmlns:a="http://schemas.openxmlformats.org/drawingml/2006/main" noGrp="1"/>
          </p:cNvSpPr>
          <p:nvPr/>
        </p:nvSpPr>
        <p:spPr>
          <a:xfrm xmlns:a="http://schemas.openxmlformats.org/drawingml/2006/main">
            <a:off x="326621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236F1A6A-2188-42AE-A844-9B4A267BB843}"/>
              </a:ext>
            </a:extLst>
          </p:cNvPr>
          <p:cNvSpPr>
            <a:spLocks xmlns:a="http://schemas.openxmlformats.org/drawingml/2006/main" noGrp="1"/>
          </p:cNvSpPr>
          <p:nvPr/>
        </p:nvSpPr>
        <p:spPr>
          <a:xfrm xmlns:a="http://schemas.openxmlformats.org/drawingml/2006/main">
            <a:off x="326621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B96AAA95-DEDA-4156-AB60-0619D7D29915}"/>
              </a:ext>
            </a:extLst>
          </p:cNvPr>
          <p:cNvSpPr>
            <a:spLocks xmlns:a="http://schemas.openxmlformats.org/drawingml/2006/main" noGrp="1"/>
          </p:cNvSpPr>
          <p:nvPr/>
        </p:nvSpPr>
        <p:spPr>
          <a:xfrm xmlns:a="http://schemas.openxmlformats.org/drawingml/2006/main">
            <a:off x="326621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4EDC5FFA-03CD-4603-BA73-B5257AC4F79F}"/>
              </a:ext>
            </a:extLst>
          </p:cNvPr>
          <p:cNvSpPr>
            <a:spLocks xmlns:a="http://schemas.openxmlformats.org/drawingml/2006/main" noGrp="1"/>
          </p:cNvSpPr>
          <p:nvPr/>
        </p:nvSpPr>
        <p:spPr>
          <a:xfrm xmlns:a="http://schemas.openxmlformats.org/drawingml/2006/main">
            <a:off x="326621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9D852D8C-805A-4A5C-8E24-165E919FA980}"/>
              </a:ext>
            </a:extLst>
          </p:cNvPr>
          <p:cNvSpPr>
            <a:spLocks xmlns:a="http://schemas.openxmlformats.org/drawingml/2006/main" noGrp="1"/>
          </p:cNvSpPr>
          <p:nvPr/>
        </p:nvSpPr>
        <p:spPr>
          <a:xfrm xmlns:a="http://schemas.openxmlformats.org/drawingml/2006/main">
            <a:off x="326621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63535A22-066D-4534-9467-C744BC180A81}"/>
              </a:ext>
            </a:extLst>
          </p:cNvPr>
          <p:cNvSpPr>
            <a:spLocks xmlns:a="http://schemas.openxmlformats.org/drawingml/2006/main" noGrp="1"/>
          </p:cNvSpPr>
          <p:nvPr/>
        </p:nvSpPr>
        <p:spPr>
          <a:xfrm xmlns:a="http://schemas.openxmlformats.org/drawingml/2006/main">
            <a:off x="326621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BE6FD31A-2D87-4748-9DEC-15E5142F6357}"/>
              </a:ext>
            </a:extLst>
          </p:cNvPr>
          <p:cNvSpPr>
            <a:spLocks xmlns:a="http://schemas.openxmlformats.org/drawingml/2006/main" noGrp="1"/>
          </p:cNvSpPr>
          <p:nvPr/>
        </p:nvSpPr>
        <p:spPr>
          <a:xfrm xmlns:a="http://schemas.openxmlformats.org/drawingml/2006/main">
            <a:off x="326621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D130D15E-D023-4E94-A132-A6970D9FCBDE}"/>
              </a:ext>
            </a:extLst>
          </p:cNvPr>
          <p:cNvSpPr>
            <a:spLocks xmlns:a="http://schemas.openxmlformats.org/drawingml/2006/main" noGrp="1"/>
          </p:cNvSpPr>
          <p:nvPr/>
        </p:nvSpPr>
        <p:spPr>
          <a:xfrm xmlns:a="http://schemas.openxmlformats.org/drawingml/2006/main">
            <a:off x="326621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2AA13872-AC15-428C-8ADC-4AE8D15D12B9}"/>
              </a:ext>
            </a:extLst>
          </p:cNvPr>
          <p:cNvSpPr>
            <a:spLocks xmlns:a="http://schemas.openxmlformats.org/drawingml/2006/main" noGrp="1"/>
          </p:cNvSpPr>
          <p:nvPr/>
        </p:nvSpPr>
        <p:spPr>
          <a:xfrm xmlns:a="http://schemas.openxmlformats.org/drawingml/2006/main">
            <a:off x="326621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736E5CC5-4DB5-452B-86F9-B097B036FA22}"/>
              </a:ext>
            </a:extLst>
          </p:cNvPr>
          <p:cNvSpPr>
            <a:spLocks xmlns:a="http://schemas.openxmlformats.org/drawingml/2006/main" noGrp="1"/>
          </p:cNvSpPr>
          <p:nvPr/>
        </p:nvSpPr>
        <p:spPr>
          <a:xfrm xmlns:a="http://schemas.openxmlformats.org/drawingml/2006/main">
            <a:off x="326621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6E6C217C-AFE1-46DE-83B3-10282A40B659}"/>
              </a:ext>
            </a:extLst>
          </p:cNvPr>
          <p:cNvSpPr>
            <a:spLocks xmlns:a="http://schemas.openxmlformats.org/drawingml/2006/main" noGrp="1"/>
          </p:cNvSpPr>
          <p:nvPr/>
        </p:nvSpPr>
        <p:spPr>
          <a:xfrm xmlns:a="http://schemas.openxmlformats.org/drawingml/2006/main">
            <a:off x="326621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4C17D83F-8A67-4518-91DF-7C0DF01C6BF0}"/>
              </a:ext>
            </a:extLst>
          </p:cNvPr>
          <p:cNvSpPr>
            <a:spLocks xmlns:a="http://schemas.openxmlformats.org/drawingml/2006/main" noGrp="1"/>
          </p:cNvSpPr>
          <p:nvPr/>
        </p:nvSpPr>
        <p:spPr>
          <a:xfrm xmlns:a="http://schemas.openxmlformats.org/drawingml/2006/main">
            <a:off x="326621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DABD0475-528F-43C3-AF4B-CC41DCF7F0E4}"/>
              </a:ext>
            </a:extLst>
          </p:cNvPr>
          <p:cNvSpPr>
            <a:spLocks xmlns:a="http://schemas.openxmlformats.org/drawingml/2006/main" noGrp="1"/>
          </p:cNvSpPr>
          <p:nvPr/>
        </p:nvSpPr>
        <p:spPr>
          <a:xfrm xmlns:a="http://schemas.openxmlformats.org/drawingml/2006/main">
            <a:off x="326621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530DF56D-50A3-4116-BD88-EB0448B64F83}"/>
              </a:ext>
            </a:extLst>
          </p:cNvPr>
          <p:cNvSpPr>
            <a:spLocks xmlns:a="http://schemas.openxmlformats.org/drawingml/2006/main" noGrp="1"/>
          </p:cNvSpPr>
          <p:nvPr/>
        </p:nvSpPr>
        <p:spPr>
          <a:xfrm xmlns:a="http://schemas.openxmlformats.org/drawingml/2006/main">
            <a:off x="326621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72528C74-179F-438D-865D-14E4EF41F765}"/>
              </a:ext>
            </a:extLst>
          </p:cNvPr>
          <p:cNvSpPr>
            <a:spLocks xmlns:a="http://schemas.openxmlformats.org/drawingml/2006/main" noGrp="1"/>
          </p:cNvSpPr>
          <p:nvPr/>
        </p:nvSpPr>
        <p:spPr>
          <a:xfrm xmlns:a="http://schemas.openxmlformats.org/drawingml/2006/main">
            <a:off x="3345216" y="432738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8C1BF621-4D33-4AC0-A7FC-B419BE565D6A}"/>
              </a:ext>
            </a:extLst>
          </p:cNvPr>
          <p:cNvSpPr>
            <a:spLocks xmlns:a="http://schemas.openxmlformats.org/drawingml/2006/main" noGrp="1"/>
          </p:cNvSpPr>
          <p:nvPr/>
        </p:nvSpPr>
        <p:spPr>
          <a:xfrm xmlns:a="http://schemas.openxmlformats.org/drawingml/2006/main">
            <a:off x="334521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64AA6BB1-074A-43B5-9DA5-60412D5DE291}"/>
              </a:ext>
            </a:extLst>
          </p:cNvPr>
          <p:cNvSpPr>
            <a:spLocks xmlns:a="http://schemas.openxmlformats.org/drawingml/2006/main" noGrp="1"/>
          </p:cNvSpPr>
          <p:nvPr/>
        </p:nvSpPr>
        <p:spPr>
          <a:xfrm xmlns:a="http://schemas.openxmlformats.org/drawingml/2006/main">
            <a:off x="334521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6566175B-6BF5-4EE1-B025-8881B8869895}"/>
              </a:ext>
            </a:extLst>
          </p:cNvPr>
          <p:cNvSpPr>
            <a:spLocks xmlns:a="http://schemas.openxmlformats.org/drawingml/2006/main" noGrp="1"/>
          </p:cNvSpPr>
          <p:nvPr/>
        </p:nvSpPr>
        <p:spPr>
          <a:xfrm xmlns:a="http://schemas.openxmlformats.org/drawingml/2006/main">
            <a:off x="334521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9FCC420B-44C3-48D4-833A-631E1461B10E}"/>
              </a:ext>
            </a:extLst>
          </p:cNvPr>
          <p:cNvSpPr>
            <a:spLocks xmlns:a="http://schemas.openxmlformats.org/drawingml/2006/main" noGrp="1"/>
          </p:cNvSpPr>
          <p:nvPr/>
        </p:nvSpPr>
        <p:spPr>
          <a:xfrm xmlns:a="http://schemas.openxmlformats.org/drawingml/2006/main">
            <a:off x="334521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2E67A3B5-9DF2-4806-83FF-3D9BC4C6D92C}"/>
              </a:ext>
            </a:extLst>
          </p:cNvPr>
          <p:cNvSpPr>
            <a:spLocks xmlns:a="http://schemas.openxmlformats.org/drawingml/2006/main" noGrp="1"/>
          </p:cNvSpPr>
          <p:nvPr/>
        </p:nvSpPr>
        <p:spPr>
          <a:xfrm xmlns:a="http://schemas.openxmlformats.org/drawingml/2006/main">
            <a:off x="334521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D1A25431-02D0-4FE1-86EA-58476CAFAFCC}"/>
              </a:ext>
            </a:extLst>
          </p:cNvPr>
          <p:cNvSpPr>
            <a:spLocks xmlns:a="http://schemas.openxmlformats.org/drawingml/2006/main" noGrp="1"/>
          </p:cNvSpPr>
          <p:nvPr/>
        </p:nvSpPr>
        <p:spPr>
          <a:xfrm xmlns:a="http://schemas.openxmlformats.org/drawingml/2006/main">
            <a:off x="334521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C51D1529-34A9-445D-B287-78A829B7C130}"/>
              </a:ext>
            </a:extLst>
          </p:cNvPr>
          <p:cNvSpPr>
            <a:spLocks xmlns:a="http://schemas.openxmlformats.org/drawingml/2006/main" noGrp="1"/>
          </p:cNvSpPr>
          <p:nvPr/>
        </p:nvSpPr>
        <p:spPr>
          <a:xfrm xmlns:a="http://schemas.openxmlformats.org/drawingml/2006/main">
            <a:off x="334521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56410E67-049F-40E3-AC37-1EEE3FE13355}"/>
              </a:ext>
            </a:extLst>
          </p:cNvPr>
          <p:cNvSpPr>
            <a:spLocks xmlns:a="http://schemas.openxmlformats.org/drawingml/2006/main" noGrp="1"/>
          </p:cNvSpPr>
          <p:nvPr/>
        </p:nvSpPr>
        <p:spPr>
          <a:xfrm xmlns:a="http://schemas.openxmlformats.org/drawingml/2006/main">
            <a:off x="334521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C0DDEEF6-52A4-4E21-828C-E1E8E0D2FF7B}"/>
              </a:ext>
            </a:extLst>
          </p:cNvPr>
          <p:cNvSpPr>
            <a:spLocks xmlns:a="http://schemas.openxmlformats.org/drawingml/2006/main" noGrp="1"/>
          </p:cNvSpPr>
          <p:nvPr/>
        </p:nvSpPr>
        <p:spPr>
          <a:xfrm xmlns:a="http://schemas.openxmlformats.org/drawingml/2006/main">
            <a:off x="334521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9BD7EA22-A43B-4095-909E-1589195E802F}"/>
              </a:ext>
            </a:extLst>
          </p:cNvPr>
          <p:cNvSpPr>
            <a:spLocks xmlns:a="http://schemas.openxmlformats.org/drawingml/2006/main" noGrp="1"/>
          </p:cNvSpPr>
          <p:nvPr/>
        </p:nvSpPr>
        <p:spPr>
          <a:xfrm xmlns:a="http://schemas.openxmlformats.org/drawingml/2006/main">
            <a:off x="334521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ED2146CB-B8C7-4ECF-8E4F-7D7B765CB6E7}"/>
              </a:ext>
            </a:extLst>
          </p:cNvPr>
          <p:cNvSpPr>
            <a:spLocks xmlns:a="http://schemas.openxmlformats.org/drawingml/2006/main" noGrp="1"/>
          </p:cNvSpPr>
          <p:nvPr/>
        </p:nvSpPr>
        <p:spPr>
          <a:xfrm xmlns:a="http://schemas.openxmlformats.org/drawingml/2006/main">
            <a:off x="334521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A5625361-9C40-4374-A964-0CE94C386216}"/>
              </a:ext>
            </a:extLst>
          </p:cNvPr>
          <p:cNvSpPr>
            <a:spLocks xmlns:a="http://schemas.openxmlformats.org/drawingml/2006/main" noGrp="1"/>
          </p:cNvSpPr>
          <p:nvPr/>
        </p:nvSpPr>
        <p:spPr>
          <a:xfrm xmlns:a="http://schemas.openxmlformats.org/drawingml/2006/main">
            <a:off x="334521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0DAEC866-9118-42E1-8B36-4C687C6F1523}"/>
              </a:ext>
            </a:extLst>
          </p:cNvPr>
          <p:cNvSpPr>
            <a:spLocks xmlns:a="http://schemas.openxmlformats.org/drawingml/2006/main" noGrp="1"/>
          </p:cNvSpPr>
          <p:nvPr/>
        </p:nvSpPr>
        <p:spPr>
          <a:xfrm xmlns:a="http://schemas.openxmlformats.org/drawingml/2006/main">
            <a:off x="334521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0C9C8C2F-AE06-4485-A481-A56F0B17ED4E}"/>
              </a:ext>
            </a:extLst>
          </p:cNvPr>
          <p:cNvSpPr>
            <a:spLocks xmlns:a="http://schemas.openxmlformats.org/drawingml/2006/main" noGrp="1"/>
          </p:cNvSpPr>
          <p:nvPr/>
        </p:nvSpPr>
        <p:spPr>
          <a:xfrm xmlns:a="http://schemas.openxmlformats.org/drawingml/2006/main">
            <a:off x="334521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5278E148-8938-4BD7-AEDE-1C0E78615D43}"/>
              </a:ext>
            </a:extLst>
          </p:cNvPr>
          <p:cNvSpPr>
            <a:spLocks xmlns:a="http://schemas.openxmlformats.org/drawingml/2006/main" noGrp="1"/>
          </p:cNvSpPr>
          <p:nvPr/>
        </p:nvSpPr>
        <p:spPr>
          <a:xfrm xmlns:a="http://schemas.openxmlformats.org/drawingml/2006/main">
            <a:off x="334521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7A06D8ED-36A3-4A0F-A025-99D607315B2C}"/>
              </a:ext>
            </a:extLst>
          </p:cNvPr>
          <p:cNvSpPr>
            <a:spLocks xmlns:a="http://schemas.openxmlformats.org/drawingml/2006/main" noGrp="1"/>
          </p:cNvSpPr>
          <p:nvPr/>
        </p:nvSpPr>
        <p:spPr>
          <a:xfrm xmlns:a="http://schemas.openxmlformats.org/drawingml/2006/main">
            <a:off x="334521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C7F86099-59BB-492C-9BC0-8ABA67D1DD19}"/>
              </a:ext>
            </a:extLst>
          </p:cNvPr>
          <p:cNvSpPr>
            <a:spLocks xmlns:a="http://schemas.openxmlformats.org/drawingml/2006/main" noGrp="1"/>
          </p:cNvSpPr>
          <p:nvPr/>
        </p:nvSpPr>
        <p:spPr>
          <a:xfrm xmlns:a="http://schemas.openxmlformats.org/drawingml/2006/main">
            <a:off x="334521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6886275F-729E-46FE-B56E-408DA43A75D7}"/>
              </a:ext>
            </a:extLst>
          </p:cNvPr>
          <p:cNvSpPr>
            <a:spLocks xmlns:a="http://schemas.openxmlformats.org/drawingml/2006/main" noGrp="1"/>
          </p:cNvSpPr>
          <p:nvPr/>
        </p:nvSpPr>
        <p:spPr>
          <a:xfrm xmlns:a="http://schemas.openxmlformats.org/drawingml/2006/main">
            <a:off x="334521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A4090A55-FF3F-4A8D-BD78-030B4BA3BB63}"/>
              </a:ext>
            </a:extLst>
          </p:cNvPr>
          <p:cNvSpPr>
            <a:spLocks xmlns:a="http://schemas.openxmlformats.org/drawingml/2006/main" noGrp="1"/>
          </p:cNvSpPr>
          <p:nvPr/>
        </p:nvSpPr>
        <p:spPr>
          <a:xfrm xmlns:a="http://schemas.openxmlformats.org/drawingml/2006/main">
            <a:off x="342421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241928D1-8724-4D5B-B793-CFB82B55724C}"/>
              </a:ext>
            </a:extLst>
          </p:cNvPr>
          <p:cNvSpPr>
            <a:spLocks xmlns:a="http://schemas.openxmlformats.org/drawingml/2006/main" noGrp="1"/>
          </p:cNvSpPr>
          <p:nvPr/>
        </p:nvSpPr>
        <p:spPr>
          <a:xfrm xmlns:a="http://schemas.openxmlformats.org/drawingml/2006/main">
            <a:off x="342421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3972F997-62D6-4405-9D15-27255329E9EA}"/>
              </a:ext>
            </a:extLst>
          </p:cNvPr>
          <p:cNvSpPr>
            <a:spLocks xmlns:a="http://schemas.openxmlformats.org/drawingml/2006/main" noGrp="1"/>
          </p:cNvSpPr>
          <p:nvPr/>
        </p:nvSpPr>
        <p:spPr>
          <a:xfrm xmlns:a="http://schemas.openxmlformats.org/drawingml/2006/main">
            <a:off x="342421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A4F5A1D9-3AFB-487C-894D-8F10B960964D}"/>
              </a:ext>
            </a:extLst>
          </p:cNvPr>
          <p:cNvSpPr>
            <a:spLocks xmlns:a="http://schemas.openxmlformats.org/drawingml/2006/main" noGrp="1"/>
          </p:cNvSpPr>
          <p:nvPr/>
        </p:nvSpPr>
        <p:spPr>
          <a:xfrm xmlns:a="http://schemas.openxmlformats.org/drawingml/2006/main">
            <a:off x="342421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2404B1D1-7521-45C1-A87A-7BC0CFFF6B2E}"/>
              </a:ext>
            </a:extLst>
          </p:cNvPr>
          <p:cNvSpPr>
            <a:spLocks xmlns:a="http://schemas.openxmlformats.org/drawingml/2006/main" noGrp="1"/>
          </p:cNvSpPr>
          <p:nvPr/>
        </p:nvSpPr>
        <p:spPr>
          <a:xfrm xmlns:a="http://schemas.openxmlformats.org/drawingml/2006/main">
            <a:off x="342421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A4D1BB5B-03D3-44E7-9575-2B543C20564E}"/>
              </a:ext>
            </a:extLst>
          </p:cNvPr>
          <p:cNvSpPr>
            <a:spLocks xmlns:a="http://schemas.openxmlformats.org/drawingml/2006/main" noGrp="1"/>
          </p:cNvSpPr>
          <p:nvPr/>
        </p:nvSpPr>
        <p:spPr>
          <a:xfrm xmlns:a="http://schemas.openxmlformats.org/drawingml/2006/main">
            <a:off x="342421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DAC9297D-D3B1-4AAD-B68F-7728AB786D2B}"/>
              </a:ext>
            </a:extLst>
          </p:cNvPr>
          <p:cNvSpPr>
            <a:spLocks xmlns:a="http://schemas.openxmlformats.org/drawingml/2006/main" noGrp="1"/>
          </p:cNvSpPr>
          <p:nvPr/>
        </p:nvSpPr>
        <p:spPr>
          <a:xfrm xmlns:a="http://schemas.openxmlformats.org/drawingml/2006/main">
            <a:off x="342421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9B3F2744-AF0D-491B-BF90-1A10CC2F1DB9}"/>
              </a:ext>
            </a:extLst>
          </p:cNvPr>
          <p:cNvSpPr>
            <a:spLocks xmlns:a="http://schemas.openxmlformats.org/drawingml/2006/main" noGrp="1"/>
          </p:cNvSpPr>
          <p:nvPr/>
        </p:nvSpPr>
        <p:spPr>
          <a:xfrm xmlns:a="http://schemas.openxmlformats.org/drawingml/2006/main">
            <a:off x="342421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A8F8ADD0-9DB3-44DB-884A-105D8F83709E}"/>
              </a:ext>
            </a:extLst>
          </p:cNvPr>
          <p:cNvSpPr>
            <a:spLocks xmlns:a="http://schemas.openxmlformats.org/drawingml/2006/main" noGrp="1"/>
          </p:cNvSpPr>
          <p:nvPr/>
        </p:nvSpPr>
        <p:spPr>
          <a:xfrm xmlns:a="http://schemas.openxmlformats.org/drawingml/2006/main">
            <a:off x="342421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F578FB07-2922-4A80-BEEB-BE7A13082146}"/>
              </a:ext>
            </a:extLst>
          </p:cNvPr>
          <p:cNvSpPr>
            <a:spLocks xmlns:a="http://schemas.openxmlformats.org/drawingml/2006/main" noGrp="1"/>
          </p:cNvSpPr>
          <p:nvPr/>
        </p:nvSpPr>
        <p:spPr>
          <a:xfrm xmlns:a="http://schemas.openxmlformats.org/drawingml/2006/main">
            <a:off x="342421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4916DCB0-B5BF-4C32-895C-E7A23F401083}"/>
              </a:ext>
            </a:extLst>
          </p:cNvPr>
          <p:cNvSpPr>
            <a:spLocks xmlns:a="http://schemas.openxmlformats.org/drawingml/2006/main" noGrp="1"/>
          </p:cNvSpPr>
          <p:nvPr/>
        </p:nvSpPr>
        <p:spPr>
          <a:xfrm xmlns:a="http://schemas.openxmlformats.org/drawingml/2006/main">
            <a:off x="342421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43F1DB21-B4FA-44C1-884E-EE02979B22E5}"/>
              </a:ext>
            </a:extLst>
          </p:cNvPr>
          <p:cNvSpPr>
            <a:spLocks xmlns:a="http://schemas.openxmlformats.org/drawingml/2006/main" noGrp="1"/>
          </p:cNvSpPr>
          <p:nvPr/>
        </p:nvSpPr>
        <p:spPr>
          <a:xfrm xmlns:a="http://schemas.openxmlformats.org/drawingml/2006/main">
            <a:off x="342421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F87935D8-0E49-49AB-9A88-FD081D3A9A90}"/>
              </a:ext>
            </a:extLst>
          </p:cNvPr>
          <p:cNvSpPr>
            <a:spLocks xmlns:a="http://schemas.openxmlformats.org/drawingml/2006/main" noGrp="1"/>
          </p:cNvSpPr>
          <p:nvPr/>
        </p:nvSpPr>
        <p:spPr>
          <a:xfrm xmlns:a="http://schemas.openxmlformats.org/drawingml/2006/main">
            <a:off x="342421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8BF5CBA9-23D5-4114-AA6A-714C6225E941}"/>
              </a:ext>
            </a:extLst>
          </p:cNvPr>
          <p:cNvSpPr>
            <a:spLocks xmlns:a="http://schemas.openxmlformats.org/drawingml/2006/main" noGrp="1"/>
          </p:cNvSpPr>
          <p:nvPr/>
        </p:nvSpPr>
        <p:spPr>
          <a:xfrm xmlns:a="http://schemas.openxmlformats.org/drawingml/2006/main">
            <a:off x="342421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B874E7B8-84B1-4E44-A443-E7433461C21C}"/>
              </a:ext>
            </a:extLst>
          </p:cNvPr>
          <p:cNvSpPr>
            <a:spLocks xmlns:a="http://schemas.openxmlformats.org/drawingml/2006/main" noGrp="1"/>
          </p:cNvSpPr>
          <p:nvPr/>
        </p:nvSpPr>
        <p:spPr>
          <a:xfrm xmlns:a="http://schemas.openxmlformats.org/drawingml/2006/main">
            <a:off x="342421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BB134437-0107-43F4-8B7B-1CD309606AFA}"/>
              </a:ext>
            </a:extLst>
          </p:cNvPr>
          <p:cNvSpPr>
            <a:spLocks xmlns:a="http://schemas.openxmlformats.org/drawingml/2006/main" noGrp="1"/>
          </p:cNvSpPr>
          <p:nvPr/>
        </p:nvSpPr>
        <p:spPr>
          <a:xfrm xmlns:a="http://schemas.openxmlformats.org/drawingml/2006/main">
            <a:off x="3424219"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05A97C57-4617-4D3B-81B8-3B6D6189550B}"/>
              </a:ext>
            </a:extLst>
          </p:cNvPr>
          <p:cNvSpPr>
            <a:spLocks xmlns:a="http://schemas.openxmlformats.org/drawingml/2006/main" noGrp="1"/>
          </p:cNvSpPr>
          <p:nvPr/>
        </p:nvSpPr>
        <p:spPr>
          <a:xfrm xmlns:a="http://schemas.openxmlformats.org/drawingml/2006/main">
            <a:off x="342421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8CA48519-78E8-4FA9-B1B8-1540537CA59E}"/>
              </a:ext>
            </a:extLst>
          </p:cNvPr>
          <p:cNvSpPr>
            <a:spLocks xmlns:a="http://schemas.openxmlformats.org/drawingml/2006/main" noGrp="1"/>
          </p:cNvSpPr>
          <p:nvPr/>
        </p:nvSpPr>
        <p:spPr>
          <a:xfrm xmlns:a="http://schemas.openxmlformats.org/drawingml/2006/main">
            <a:off x="350322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61DDFA9E-BEAC-4947-932A-8633193B22EE}"/>
              </a:ext>
            </a:extLst>
          </p:cNvPr>
          <p:cNvSpPr>
            <a:spLocks xmlns:a="http://schemas.openxmlformats.org/drawingml/2006/main" noGrp="1"/>
          </p:cNvSpPr>
          <p:nvPr/>
        </p:nvSpPr>
        <p:spPr>
          <a:xfrm xmlns:a="http://schemas.openxmlformats.org/drawingml/2006/main">
            <a:off x="350322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E1ABE0E2-7DC7-4E47-8E07-7BE617E5B8ED}"/>
              </a:ext>
            </a:extLst>
          </p:cNvPr>
          <p:cNvSpPr>
            <a:spLocks xmlns:a="http://schemas.openxmlformats.org/drawingml/2006/main" noGrp="1"/>
          </p:cNvSpPr>
          <p:nvPr/>
        </p:nvSpPr>
        <p:spPr>
          <a:xfrm xmlns:a="http://schemas.openxmlformats.org/drawingml/2006/main">
            <a:off x="350322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44658630-F60D-47CD-A1D2-0CA8635B36A2}"/>
              </a:ext>
            </a:extLst>
          </p:cNvPr>
          <p:cNvSpPr>
            <a:spLocks xmlns:a="http://schemas.openxmlformats.org/drawingml/2006/main" noGrp="1"/>
          </p:cNvSpPr>
          <p:nvPr/>
        </p:nvSpPr>
        <p:spPr>
          <a:xfrm xmlns:a="http://schemas.openxmlformats.org/drawingml/2006/main">
            <a:off x="350322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40D4E75A-5514-4A90-AFB3-3504B74B21E1}"/>
              </a:ext>
            </a:extLst>
          </p:cNvPr>
          <p:cNvSpPr>
            <a:spLocks xmlns:a="http://schemas.openxmlformats.org/drawingml/2006/main" noGrp="1"/>
          </p:cNvSpPr>
          <p:nvPr/>
        </p:nvSpPr>
        <p:spPr>
          <a:xfrm xmlns:a="http://schemas.openxmlformats.org/drawingml/2006/main">
            <a:off x="350322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EBE964C4-4CDA-4A2F-BAA8-A91A1614C941}"/>
              </a:ext>
            </a:extLst>
          </p:cNvPr>
          <p:cNvSpPr>
            <a:spLocks xmlns:a="http://schemas.openxmlformats.org/drawingml/2006/main" noGrp="1"/>
          </p:cNvSpPr>
          <p:nvPr/>
        </p:nvSpPr>
        <p:spPr>
          <a:xfrm xmlns:a="http://schemas.openxmlformats.org/drawingml/2006/main">
            <a:off x="350322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ABB0D60F-B6A6-49CC-B4AC-35F3AAD8D702}"/>
              </a:ext>
            </a:extLst>
          </p:cNvPr>
          <p:cNvSpPr>
            <a:spLocks xmlns:a="http://schemas.openxmlformats.org/drawingml/2006/main" noGrp="1"/>
          </p:cNvSpPr>
          <p:nvPr/>
        </p:nvSpPr>
        <p:spPr>
          <a:xfrm xmlns:a="http://schemas.openxmlformats.org/drawingml/2006/main">
            <a:off x="350322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F396D25A-A921-4AC8-8A94-6E23E985D778}"/>
              </a:ext>
            </a:extLst>
          </p:cNvPr>
          <p:cNvSpPr>
            <a:spLocks xmlns:a="http://schemas.openxmlformats.org/drawingml/2006/main" noGrp="1"/>
          </p:cNvSpPr>
          <p:nvPr/>
        </p:nvSpPr>
        <p:spPr>
          <a:xfrm xmlns:a="http://schemas.openxmlformats.org/drawingml/2006/main">
            <a:off x="350322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7741FECD-3950-42AD-A48B-5F1AE08C21F9}"/>
              </a:ext>
            </a:extLst>
          </p:cNvPr>
          <p:cNvSpPr>
            <a:spLocks xmlns:a="http://schemas.openxmlformats.org/drawingml/2006/main" noGrp="1"/>
          </p:cNvSpPr>
          <p:nvPr/>
        </p:nvSpPr>
        <p:spPr>
          <a:xfrm xmlns:a="http://schemas.openxmlformats.org/drawingml/2006/main">
            <a:off x="350322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FAF5A652-7C3B-4393-8693-C8039831D92A}"/>
              </a:ext>
            </a:extLst>
          </p:cNvPr>
          <p:cNvSpPr>
            <a:spLocks xmlns:a="http://schemas.openxmlformats.org/drawingml/2006/main" noGrp="1"/>
          </p:cNvSpPr>
          <p:nvPr/>
        </p:nvSpPr>
        <p:spPr>
          <a:xfrm xmlns:a="http://schemas.openxmlformats.org/drawingml/2006/main">
            <a:off x="350322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696D1ECA-33B5-48F9-999D-8069076E52B2}"/>
              </a:ext>
            </a:extLst>
          </p:cNvPr>
          <p:cNvSpPr>
            <a:spLocks xmlns:a="http://schemas.openxmlformats.org/drawingml/2006/main" noGrp="1"/>
          </p:cNvSpPr>
          <p:nvPr/>
        </p:nvSpPr>
        <p:spPr>
          <a:xfrm xmlns:a="http://schemas.openxmlformats.org/drawingml/2006/main">
            <a:off x="350322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231E07B2-996E-4469-96F2-E45ED7E62F5A}"/>
              </a:ext>
            </a:extLst>
          </p:cNvPr>
          <p:cNvSpPr>
            <a:spLocks xmlns:a="http://schemas.openxmlformats.org/drawingml/2006/main" noGrp="1"/>
          </p:cNvSpPr>
          <p:nvPr/>
        </p:nvSpPr>
        <p:spPr>
          <a:xfrm xmlns:a="http://schemas.openxmlformats.org/drawingml/2006/main">
            <a:off x="350322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98F00614-20D5-4A9E-8766-7384C5ACEEDF}"/>
              </a:ext>
            </a:extLst>
          </p:cNvPr>
          <p:cNvSpPr>
            <a:spLocks xmlns:a="http://schemas.openxmlformats.org/drawingml/2006/main" noGrp="1"/>
          </p:cNvSpPr>
          <p:nvPr/>
        </p:nvSpPr>
        <p:spPr>
          <a:xfrm xmlns:a="http://schemas.openxmlformats.org/drawingml/2006/main">
            <a:off x="350322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2BA52528-5E2F-41FF-9103-3810B23395A6}"/>
              </a:ext>
            </a:extLst>
          </p:cNvPr>
          <p:cNvSpPr>
            <a:spLocks xmlns:a="http://schemas.openxmlformats.org/drawingml/2006/main" noGrp="1"/>
          </p:cNvSpPr>
          <p:nvPr/>
        </p:nvSpPr>
        <p:spPr>
          <a:xfrm xmlns:a="http://schemas.openxmlformats.org/drawingml/2006/main">
            <a:off x="350322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59508373-1B8A-4C99-8D78-5508DF9E2C65}"/>
              </a:ext>
            </a:extLst>
          </p:cNvPr>
          <p:cNvSpPr>
            <a:spLocks xmlns:a="http://schemas.openxmlformats.org/drawingml/2006/main" noGrp="1"/>
          </p:cNvSpPr>
          <p:nvPr/>
        </p:nvSpPr>
        <p:spPr>
          <a:xfrm xmlns:a="http://schemas.openxmlformats.org/drawingml/2006/main">
            <a:off x="350322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20774187-28C7-4180-9918-D0BDBFAEE53C}"/>
              </a:ext>
            </a:extLst>
          </p:cNvPr>
          <p:cNvSpPr>
            <a:spLocks xmlns:a="http://schemas.openxmlformats.org/drawingml/2006/main" noGrp="1"/>
          </p:cNvSpPr>
          <p:nvPr/>
        </p:nvSpPr>
        <p:spPr>
          <a:xfrm xmlns:a="http://schemas.openxmlformats.org/drawingml/2006/main">
            <a:off x="350322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10E0B6AF-2E55-4B19-AE39-531E2A083A70}"/>
              </a:ext>
            </a:extLst>
          </p:cNvPr>
          <p:cNvSpPr>
            <a:spLocks xmlns:a="http://schemas.openxmlformats.org/drawingml/2006/main" noGrp="1"/>
          </p:cNvSpPr>
          <p:nvPr/>
        </p:nvSpPr>
        <p:spPr>
          <a:xfrm xmlns:a="http://schemas.openxmlformats.org/drawingml/2006/main">
            <a:off x="350322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033948D5-ED08-4DAA-9F98-50E4AD523A5B}"/>
              </a:ext>
            </a:extLst>
          </p:cNvPr>
          <p:cNvSpPr>
            <a:spLocks xmlns:a="http://schemas.openxmlformats.org/drawingml/2006/main" noGrp="1"/>
          </p:cNvSpPr>
          <p:nvPr/>
        </p:nvSpPr>
        <p:spPr>
          <a:xfrm xmlns:a="http://schemas.openxmlformats.org/drawingml/2006/main">
            <a:off x="350322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1777A172-2CEE-4AAF-943F-0DB538FB17BA}"/>
              </a:ext>
            </a:extLst>
          </p:cNvPr>
          <p:cNvSpPr>
            <a:spLocks xmlns:a="http://schemas.openxmlformats.org/drawingml/2006/main" noGrp="1"/>
          </p:cNvSpPr>
          <p:nvPr/>
        </p:nvSpPr>
        <p:spPr>
          <a:xfrm xmlns:a="http://schemas.openxmlformats.org/drawingml/2006/main">
            <a:off x="358222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AA08CFF5-D7F1-434F-B159-5FFFA0A21845}"/>
              </a:ext>
            </a:extLst>
          </p:cNvPr>
          <p:cNvSpPr>
            <a:spLocks xmlns:a="http://schemas.openxmlformats.org/drawingml/2006/main" noGrp="1"/>
          </p:cNvSpPr>
          <p:nvPr/>
        </p:nvSpPr>
        <p:spPr>
          <a:xfrm xmlns:a="http://schemas.openxmlformats.org/drawingml/2006/main">
            <a:off x="358222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602DDE27-4512-4AAF-8B66-7A9EEB3BF74A}"/>
              </a:ext>
            </a:extLst>
          </p:cNvPr>
          <p:cNvSpPr>
            <a:spLocks xmlns:a="http://schemas.openxmlformats.org/drawingml/2006/main" noGrp="1"/>
          </p:cNvSpPr>
          <p:nvPr/>
        </p:nvSpPr>
        <p:spPr>
          <a:xfrm xmlns:a="http://schemas.openxmlformats.org/drawingml/2006/main">
            <a:off x="358222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FC909428-C3BD-4B83-9901-B10C6235A3A8}"/>
              </a:ext>
            </a:extLst>
          </p:cNvPr>
          <p:cNvSpPr>
            <a:spLocks xmlns:a="http://schemas.openxmlformats.org/drawingml/2006/main" noGrp="1"/>
          </p:cNvSpPr>
          <p:nvPr/>
        </p:nvSpPr>
        <p:spPr>
          <a:xfrm xmlns:a="http://schemas.openxmlformats.org/drawingml/2006/main">
            <a:off x="358222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583C79C6-4012-4231-80C0-9A3ABCD86885}"/>
              </a:ext>
            </a:extLst>
          </p:cNvPr>
          <p:cNvSpPr>
            <a:spLocks xmlns:a="http://schemas.openxmlformats.org/drawingml/2006/main" noGrp="1"/>
          </p:cNvSpPr>
          <p:nvPr/>
        </p:nvSpPr>
        <p:spPr>
          <a:xfrm xmlns:a="http://schemas.openxmlformats.org/drawingml/2006/main">
            <a:off x="358222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F311303D-9688-4EDA-8A6C-592A4453D2B3}"/>
              </a:ext>
            </a:extLst>
          </p:cNvPr>
          <p:cNvSpPr>
            <a:spLocks xmlns:a="http://schemas.openxmlformats.org/drawingml/2006/main" noGrp="1"/>
          </p:cNvSpPr>
          <p:nvPr/>
        </p:nvSpPr>
        <p:spPr>
          <a:xfrm xmlns:a="http://schemas.openxmlformats.org/drawingml/2006/main">
            <a:off x="358222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0FA0A68F-02ED-4ABE-84CD-B1C9CCD1BBE8}"/>
              </a:ext>
            </a:extLst>
          </p:cNvPr>
          <p:cNvSpPr>
            <a:spLocks xmlns:a="http://schemas.openxmlformats.org/drawingml/2006/main" noGrp="1"/>
          </p:cNvSpPr>
          <p:nvPr/>
        </p:nvSpPr>
        <p:spPr>
          <a:xfrm xmlns:a="http://schemas.openxmlformats.org/drawingml/2006/main">
            <a:off x="358222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F53D4880-6E53-4DCE-88F6-3CEEC4FE2B33}"/>
              </a:ext>
            </a:extLst>
          </p:cNvPr>
          <p:cNvSpPr>
            <a:spLocks xmlns:a="http://schemas.openxmlformats.org/drawingml/2006/main" noGrp="1"/>
          </p:cNvSpPr>
          <p:nvPr/>
        </p:nvSpPr>
        <p:spPr>
          <a:xfrm xmlns:a="http://schemas.openxmlformats.org/drawingml/2006/main">
            <a:off x="358222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81B109D4-4EB5-4CAE-99B3-8404F82FA043}"/>
              </a:ext>
            </a:extLst>
          </p:cNvPr>
          <p:cNvSpPr>
            <a:spLocks xmlns:a="http://schemas.openxmlformats.org/drawingml/2006/main" noGrp="1"/>
          </p:cNvSpPr>
          <p:nvPr/>
        </p:nvSpPr>
        <p:spPr>
          <a:xfrm xmlns:a="http://schemas.openxmlformats.org/drawingml/2006/main">
            <a:off x="358222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24987D9C-67CE-41C9-8D2A-9D18D288F9C9}"/>
              </a:ext>
            </a:extLst>
          </p:cNvPr>
          <p:cNvSpPr>
            <a:spLocks xmlns:a="http://schemas.openxmlformats.org/drawingml/2006/main" noGrp="1"/>
          </p:cNvSpPr>
          <p:nvPr/>
        </p:nvSpPr>
        <p:spPr>
          <a:xfrm xmlns:a="http://schemas.openxmlformats.org/drawingml/2006/main">
            <a:off x="358222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6503BFB0-5C69-4625-9C16-06EAF3A39124}"/>
              </a:ext>
            </a:extLst>
          </p:cNvPr>
          <p:cNvSpPr>
            <a:spLocks xmlns:a="http://schemas.openxmlformats.org/drawingml/2006/main" noGrp="1"/>
          </p:cNvSpPr>
          <p:nvPr/>
        </p:nvSpPr>
        <p:spPr>
          <a:xfrm xmlns:a="http://schemas.openxmlformats.org/drawingml/2006/main">
            <a:off x="358222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A36781C6-0643-453B-9339-312EAFF788AA}"/>
              </a:ext>
            </a:extLst>
          </p:cNvPr>
          <p:cNvSpPr>
            <a:spLocks xmlns:a="http://schemas.openxmlformats.org/drawingml/2006/main" noGrp="1"/>
          </p:cNvSpPr>
          <p:nvPr/>
        </p:nvSpPr>
        <p:spPr>
          <a:xfrm xmlns:a="http://schemas.openxmlformats.org/drawingml/2006/main">
            <a:off x="358222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B5C88224-7D58-4542-9F8B-BECF3D42A7F6}"/>
              </a:ext>
            </a:extLst>
          </p:cNvPr>
          <p:cNvSpPr>
            <a:spLocks xmlns:a="http://schemas.openxmlformats.org/drawingml/2006/main" noGrp="1"/>
          </p:cNvSpPr>
          <p:nvPr/>
        </p:nvSpPr>
        <p:spPr>
          <a:xfrm xmlns:a="http://schemas.openxmlformats.org/drawingml/2006/main">
            <a:off x="358222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FA27EAF1-A440-4615-9C56-5B0CF85DC5A4}"/>
              </a:ext>
            </a:extLst>
          </p:cNvPr>
          <p:cNvSpPr>
            <a:spLocks xmlns:a="http://schemas.openxmlformats.org/drawingml/2006/main" noGrp="1"/>
          </p:cNvSpPr>
          <p:nvPr/>
        </p:nvSpPr>
        <p:spPr>
          <a:xfrm xmlns:a="http://schemas.openxmlformats.org/drawingml/2006/main">
            <a:off x="358222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583E1D19-7468-45A3-8173-BB05652F05D6}"/>
              </a:ext>
            </a:extLst>
          </p:cNvPr>
          <p:cNvSpPr>
            <a:spLocks xmlns:a="http://schemas.openxmlformats.org/drawingml/2006/main" noGrp="1"/>
          </p:cNvSpPr>
          <p:nvPr/>
        </p:nvSpPr>
        <p:spPr>
          <a:xfrm xmlns:a="http://schemas.openxmlformats.org/drawingml/2006/main">
            <a:off x="366122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74BED770-0B65-4D3C-AF23-80B4BB4F1CC5}"/>
              </a:ext>
            </a:extLst>
          </p:cNvPr>
          <p:cNvSpPr>
            <a:spLocks xmlns:a="http://schemas.openxmlformats.org/drawingml/2006/main" noGrp="1"/>
          </p:cNvSpPr>
          <p:nvPr/>
        </p:nvSpPr>
        <p:spPr>
          <a:xfrm xmlns:a="http://schemas.openxmlformats.org/drawingml/2006/main">
            <a:off x="366122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9B724C87-AFDC-4C73-82E1-F228A35ECB5A}"/>
              </a:ext>
            </a:extLst>
          </p:cNvPr>
          <p:cNvSpPr>
            <a:spLocks xmlns:a="http://schemas.openxmlformats.org/drawingml/2006/main" noGrp="1"/>
          </p:cNvSpPr>
          <p:nvPr/>
        </p:nvSpPr>
        <p:spPr>
          <a:xfrm xmlns:a="http://schemas.openxmlformats.org/drawingml/2006/main">
            <a:off x="366122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1D649D97-BF99-4DF8-93BB-4B9C787ABBDB}"/>
              </a:ext>
            </a:extLst>
          </p:cNvPr>
          <p:cNvSpPr>
            <a:spLocks xmlns:a="http://schemas.openxmlformats.org/drawingml/2006/main" noGrp="1"/>
          </p:cNvSpPr>
          <p:nvPr/>
        </p:nvSpPr>
        <p:spPr>
          <a:xfrm xmlns:a="http://schemas.openxmlformats.org/drawingml/2006/main">
            <a:off x="366122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9365DE8E-2091-46D8-B84D-509FEF0EAD67}"/>
              </a:ext>
            </a:extLst>
          </p:cNvPr>
          <p:cNvSpPr>
            <a:spLocks xmlns:a="http://schemas.openxmlformats.org/drawingml/2006/main" noGrp="1"/>
          </p:cNvSpPr>
          <p:nvPr/>
        </p:nvSpPr>
        <p:spPr>
          <a:xfrm xmlns:a="http://schemas.openxmlformats.org/drawingml/2006/main">
            <a:off x="366122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F8B7F78D-6A33-45AE-B029-6BFFE822C967}"/>
              </a:ext>
            </a:extLst>
          </p:cNvPr>
          <p:cNvSpPr>
            <a:spLocks xmlns:a="http://schemas.openxmlformats.org/drawingml/2006/main" noGrp="1"/>
          </p:cNvSpPr>
          <p:nvPr/>
        </p:nvSpPr>
        <p:spPr>
          <a:xfrm xmlns:a="http://schemas.openxmlformats.org/drawingml/2006/main">
            <a:off x="366122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A74F8E74-9F88-4241-AA01-BDA08F718CCB}"/>
              </a:ext>
            </a:extLst>
          </p:cNvPr>
          <p:cNvSpPr>
            <a:spLocks xmlns:a="http://schemas.openxmlformats.org/drawingml/2006/main" noGrp="1"/>
          </p:cNvSpPr>
          <p:nvPr/>
        </p:nvSpPr>
        <p:spPr>
          <a:xfrm xmlns:a="http://schemas.openxmlformats.org/drawingml/2006/main">
            <a:off x="366122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B29FD542-F74E-4E16-B6C0-DDFC00685B12}"/>
              </a:ext>
            </a:extLst>
          </p:cNvPr>
          <p:cNvSpPr>
            <a:spLocks xmlns:a="http://schemas.openxmlformats.org/drawingml/2006/main" noGrp="1"/>
          </p:cNvSpPr>
          <p:nvPr/>
        </p:nvSpPr>
        <p:spPr>
          <a:xfrm xmlns:a="http://schemas.openxmlformats.org/drawingml/2006/main">
            <a:off x="366122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F1F2E096-E993-4766-95A5-1FE2BFAE2E44}"/>
              </a:ext>
            </a:extLst>
          </p:cNvPr>
          <p:cNvSpPr>
            <a:spLocks xmlns:a="http://schemas.openxmlformats.org/drawingml/2006/main" noGrp="1"/>
          </p:cNvSpPr>
          <p:nvPr/>
        </p:nvSpPr>
        <p:spPr>
          <a:xfrm xmlns:a="http://schemas.openxmlformats.org/drawingml/2006/main">
            <a:off x="366122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E11062A1-F00C-4EB9-8138-108B82B8A1A1}"/>
              </a:ext>
            </a:extLst>
          </p:cNvPr>
          <p:cNvSpPr>
            <a:spLocks xmlns:a="http://schemas.openxmlformats.org/drawingml/2006/main" noGrp="1"/>
          </p:cNvSpPr>
          <p:nvPr/>
        </p:nvSpPr>
        <p:spPr>
          <a:xfrm xmlns:a="http://schemas.openxmlformats.org/drawingml/2006/main">
            <a:off x="366122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127D26C6-C3AC-4A74-ABB2-B9B7DB3EFCF1}"/>
              </a:ext>
            </a:extLst>
          </p:cNvPr>
          <p:cNvSpPr>
            <a:spLocks xmlns:a="http://schemas.openxmlformats.org/drawingml/2006/main" noGrp="1"/>
          </p:cNvSpPr>
          <p:nvPr/>
        </p:nvSpPr>
        <p:spPr>
          <a:xfrm xmlns:a="http://schemas.openxmlformats.org/drawingml/2006/main">
            <a:off x="366122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5DA6AF09-3B13-410D-9FC5-E4297EC79BAB}"/>
              </a:ext>
            </a:extLst>
          </p:cNvPr>
          <p:cNvSpPr>
            <a:spLocks xmlns:a="http://schemas.openxmlformats.org/drawingml/2006/main" noGrp="1"/>
          </p:cNvSpPr>
          <p:nvPr/>
        </p:nvSpPr>
        <p:spPr>
          <a:xfrm xmlns:a="http://schemas.openxmlformats.org/drawingml/2006/main">
            <a:off x="366122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AF4DE7C7-29E8-41B4-B1B2-255DB2CA283A}"/>
              </a:ext>
            </a:extLst>
          </p:cNvPr>
          <p:cNvSpPr>
            <a:spLocks xmlns:a="http://schemas.openxmlformats.org/drawingml/2006/main" noGrp="1"/>
          </p:cNvSpPr>
          <p:nvPr/>
        </p:nvSpPr>
        <p:spPr>
          <a:xfrm xmlns:a="http://schemas.openxmlformats.org/drawingml/2006/main">
            <a:off x="374022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3B809D5F-3B86-4E8A-A988-45C2D28A589B}"/>
              </a:ext>
            </a:extLst>
          </p:cNvPr>
          <p:cNvSpPr>
            <a:spLocks xmlns:a="http://schemas.openxmlformats.org/drawingml/2006/main" noGrp="1"/>
          </p:cNvSpPr>
          <p:nvPr/>
        </p:nvSpPr>
        <p:spPr>
          <a:xfrm xmlns:a="http://schemas.openxmlformats.org/drawingml/2006/main">
            <a:off x="374022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EDD34190-9377-4AA2-8F84-AF6344E99881}"/>
              </a:ext>
            </a:extLst>
          </p:cNvPr>
          <p:cNvSpPr>
            <a:spLocks xmlns:a="http://schemas.openxmlformats.org/drawingml/2006/main" noGrp="1"/>
          </p:cNvSpPr>
          <p:nvPr/>
        </p:nvSpPr>
        <p:spPr>
          <a:xfrm xmlns:a="http://schemas.openxmlformats.org/drawingml/2006/main">
            <a:off x="374022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1DF56912-16F8-4564-89EC-90539DB49EE3}"/>
              </a:ext>
            </a:extLst>
          </p:cNvPr>
          <p:cNvSpPr>
            <a:spLocks xmlns:a="http://schemas.openxmlformats.org/drawingml/2006/main" noGrp="1"/>
          </p:cNvSpPr>
          <p:nvPr/>
        </p:nvSpPr>
        <p:spPr>
          <a:xfrm xmlns:a="http://schemas.openxmlformats.org/drawingml/2006/main">
            <a:off x="374022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126C2152-DDFA-4634-AD96-CDAD9D1752DA}"/>
              </a:ext>
            </a:extLst>
          </p:cNvPr>
          <p:cNvSpPr>
            <a:spLocks xmlns:a="http://schemas.openxmlformats.org/drawingml/2006/main" noGrp="1"/>
          </p:cNvSpPr>
          <p:nvPr/>
        </p:nvSpPr>
        <p:spPr>
          <a:xfrm xmlns:a="http://schemas.openxmlformats.org/drawingml/2006/main">
            <a:off x="374022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BAFFF0C8-66D5-4DC2-8230-516AE9E8FA70}"/>
              </a:ext>
            </a:extLst>
          </p:cNvPr>
          <p:cNvSpPr>
            <a:spLocks xmlns:a="http://schemas.openxmlformats.org/drawingml/2006/main" noGrp="1"/>
          </p:cNvSpPr>
          <p:nvPr/>
        </p:nvSpPr>
        <p:spPr>
          <a:xfrm xmlns:a="http://schemas.openxmlformats.org/drawingml/2006/main">
            <a:off x="374022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B8197439-5C14-470E-9E5D-1E08C023091C}"/>
              </a:ext>
            </a:extLst>
          </p:cNvPr>
          <p:cNvSpPr>
            <a:spLocks xmlns:a="http://schemas.openxmlformats.org/drawingml/2006/main" noGrp="1"/>
          </p:cNvSpPr>
          <p:nvPr/>
        </p:nvSpPr>
        <p:spPr>
          <a:xfrm xmlns:a="http://schemas.openxmlformats.org/drawingml/2006/main">
            <a:off x="374022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DA354317-AF07-47CC-A108-558C72987DE3}"/>
              </a:ext>
            </a:extLst>
          </p:cNvPr>
          <p:cNvSpPr>
            <a:spLocks xmlns:a="http://schemas.openxmlformats.org/drawingml/2006/main" noGrp="1"/>
          </p:cNvSpPr>
          <p:nvPr/>
        </p:nvSpPr>
        <p:spPr>
          <a:xfrm xmlns:a="http://schemas.openxmlformats.org/drawingml/2006/main">
            <a:off x="374022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F5A9D4E1-3749-441D-93AB-6B44F5D4F1DE}"/>
              </a:ext>
            </a:extLst>
          </p:cNvPr>
          <p:cNvSpPr>
            <a:spLocks xmlns:a="http://schemas.openxmlformats.org/drawingml/2006/main" noGrp="1"/>
          </p:cNvSpPr>
          <p:nvPr/>
        </p:nvSpPr>
        <p:spPr>
          <a:xfrm xmlns:a="http://schemas.openxmlformats.org/drawingml/2006/main">
            <a:off x="374022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A793385C-6D92-454B-B1F5-E2B125BD1EFF}"/>
              </a:ext>
            </a:extLst>
          </p:cNvPr>
          <p:cNvSpPr>
            <a:spLocks xmlns:a="http://schemas.openxmlformats.org/drawingml/2006/main" noGrp="1"/>
          </p:cNvSpPr>
          <p:nvPr/>
        </p:nvSpPr>
        <p:spPr>
          <a:xfrm xmlns:a="http://schemas.openxmlformats.org/drawingml/2006/main">
            <a:off x="374022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279FCE0F-9743-44A9-B4DD-D0718712DF4D}"/>
              </a:ext>
            </a:extLst>
          </p:cNvPr>
          <p:cNvSpPr>
            <a:spLocks xmlns:a="http://schemas.openxmlformats.org/drawingml/2006/main" noGrp="1"/>
          </p:cNvSpPr>
          <p:nvPr/>
        </p:nvSpPr>
        <p:spPr>
          <a:xfrm xmlns:a="http://schemas.openxmlformats.org/drawingml/2006/main">
            <a:off x="374022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F9ED6747-EE82-4DB6-B82D-64616D2CB3CC}"/>
              </a:ext>
            </a:extLst>
          </p:cNvPr>
          <p:cNvSpPr>
            <a:spLocks xmlns:a="http://schemas.openxmlformats.org/drawingml/2006/main" noGrp="1"/>
          </p:cNvSpPr>
          <p:nvPr/>
        </p:nvSpPr>
        <p:spPr>
          <a:xfrm xmlns:a="http://schemas.openxmlformats.org/drawingml/2006/main">
            <a:off x="374022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AF223AD9-5989-400A-BAF2-C7D32517C795}"/>
              </a:ext>
            </a:extLst>
          </p:cNvPr>
          <p:cNvSpPr>
            <a:spLocks xmlns:a="http://schemas.openxmlformats.org/drawingml/2006/main" noGrp="1"/>
          </p:cNvSpPr>
          <p:nvPr/>
        </p:nvSpPr>
        <p:spPr>
          <a:xfrm xmlns:a="http://schemas.openxmlformats.org/drawingml/2006/main">
            <a:off x="381923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B0CA59E6-E81E-4636-8BCA-FD13AC5609B5}"/>
              </a:ext>
            </a:extLst>
          </p:cNvPr>
          <p:cNvSpPr>
            <a:spLocks xmlns:a="http://schemas.openxmlformats.org/drawingml/2006/main" noGrp="1"/>
          </p:cNvSpPr>
          <p:nvPr/>
        </p:nvSpPr>
        <p:spPr>
          <a:xfrm xmlns:a="http://schemas.openxmlformats.org/drawingml/2006/main">
            <a:off x="381923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3A2B0E14-EA9B-42EB-82D1-40C612EA139A}"/>
              </a:ext>
            </a:extLst>
          </p:cNvPr>
          <p:cNvSpPr>
            <a:spLocks xmlns:a="http://schemas.openxmlformats.org/drawingml/2006/main" noGrp="1"/>
          </p:cNvSpPr>
          <p:nvPr/>
        </p:nvSpPr>
        <p:spPr>
          <a:xfrm xmlns:a="http://schemas.openxmlformats.org/drawingml/2006/main">
            <a:off x="381923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5C3862D7-D6D0-46DE-A345-D1648A28509D}"/>
              </a:ext>
            </a:extLst>
          </p:cNvPr>
          <p:cNvSpPr>
            <a:spLocks xmlns:a="http://schemas.openxmlformats.org/drawingml/2006/main" noGrp="1"/>
          </p:cNvSpPr>
          <p:nvPr/>
        </p:nvSpPr>
        <p:spPr>
          <a:xfrm xmlns:a="http://schemas.openxmlformats.org/drawingml/2006/main">
            <a:off x="381923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DC63A356-F9C6-4F2A-9D34-E196E5BBE020}"/>
              </a:ext>
            </a:extLst>
          </p:cNvPr>
          <p:cNvSpPr>
            <a:spLocks xmlns:a="http://schemas.openxmlformats.org/drawingml/2006/main" noGrp="1"/>
          </p:cNvSpPr>
          <p:nvPr/>
        </p:nvSpPr>
        <p:spPr>
          <a:xfrm xmlns:a="http://schemas.openxmlformats.org/drawingml/2006/main">
            <a:off x="381923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F3258C81-FD40-4A3D-A76C-715E42B710F5}"/>
              </a:ext>
            </a:extLst>
          </p:cNvPr>
          <p:cNvSpPr>
            <a:spLocks xmlns:a="http://schemas.openxmlformats.org/drawingml/2006/main" noGrp="1"/>
          </p:cNvSpPr>
          <p:nvPr/>
        </p:nvSpPr>
        <p:spPr>
          <a:xfrm xmlns:a="http://schemas.openxmlformats.org/drawingml/2006/main">
            <a:off x="381923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0DD39B03-862A-40A2-B413-7E61940AE367}"/>
              </a:ext>
            </a:extLst>
          </p:cNvPr>
          <p:cNvSpPr>
            <a:spLocks xmlns:a="http://schemas.openxmlformats.org/drawingml/2006/main" noGrp="1"/>
          </p:cNvSpPr>
          <p:nvPr/>
        </p:nvSpPr>
        <p:spPr>
          <a:xfrm xmlns:a="http://schemas.openxmlformats.org/drawingml/2006/main">
            <a:off x="381923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B3101057-A0E0-41B8-8E6D-35C5A4C45160}"/>
              </a:ext>
            </a:extLst>
          </p:cNvPr>
          <p:cNvSpPr>
            <a:spLocks xmlns:a="http://schemas.openxmlformats.org/drawingml/2006/main" noGrp="1"/>
          </p:cNvSpPr>
          <p:nvPr/>
        </p:nvSpPr>
        <p:spPr>
          <a:xfrm xmlns:a="http://schemas.openxmlformats.org/drawingml/2006/main">
            <a:off x="381923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00311797-28FF-4705-BD67-F9596008AFAF}"/>
              </a:ext>
            </a:extLst>
          </p:cNvPr>
          <p:cNvSpPr>
            <a:spLocks xmlns:a="http://schemas.openxmlformats.org/drawingml/2006/main" noGrp="1"/>
          </p:cNvSpPr>
          <p:nvPr/>
        </p:nvSpPr>
        <p:spPr>
          <a:xfrm xmlns:a="http://schemas.openxmlformats.org/drawingml/2006/main">
            <a:off x="381923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E4106D74-AEF4-40EB-B7F0-C78E7036079B}"/>
              </a:ext>
            </a:extLst>
          </p:cNvPr>
          <p:cNvSpPr>
            <a:spLocks xmlns:a="http://schemas.openxmlformats.org/drawingml/2006/main" noGrp="1"/>
          </p:cNvSpPr>
          <p:nvPr/>
        </p:nvSpPr>
        <p:spPr>
          <a:xfrm xmlns:a="http://schemas.openxmlformats.org/drawingml/2006/main">
            <a:off x="381923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FBF1257B-1888-4129-A34E-21495452199B}"/>
              </a:ext>
            </a:extLst>
          </p:cNvPr>
          <p:cNvSpPr>
            <a:spLocks xmlns:a="http://schemas.openxmlformats.org/drawingml/2006/main" noGrp="1"/>
          </p:cNvSpPr>
          <p:nvPr/>
        </p:nvSpPr>
        <p:spPr>
          <a:xfrm xmlns:a="http://schemas.openxmlformats.org/drawingml/2006/main">
            <a:off x="381923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B65664B9-5524-48B5-B384-D9C0AC96588B}"/>
              </a:ext>
            </a:extLst>
          </p:cNvPr>
          <p:cNvSpPr>
            <a:spLocks xmlns:a="http://schemas.openxmlformats.org/drawingml/2006/main" noGrp="1"/>
          </p:cNvSpPr>
          <p:nvPr/>
        </p:nvSpPr>
        <p:spPr>
          <a:xfrm xmlns:a="http://schemas.openxmlformats.org/drawingml/2006/main">
            <a:off x="381923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3CA91A38-6F5A-4D92-BD7B-6330B6A72D27}"/>
              </a:ext>
            </a:extLst>
          </p:cNvPr>
          <p:cNvSpPr>
            <a:spLocks xmlns:a="http://schemas.openxmlformats.org/drawingml/2006/main" noGrp="1"/>
          </p:cNvSpPr>
          <p:nvPr/>
        </p:nvSpPr>
        <p:spPr>
          <a:xfrm xmlns:a="http://schemas.openxmlformats.org/drawingml/2006/main">
            <a:off x="381923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859A3D71-AD73-4EE6-9CBD-5F1DEC98A69B}"/>
              </a:ext>
            </a:extLst>
          </p:cNvPr>
          <p:cNvSpPr>
            <a:spLocks xmlns:a="http://schemas.openxmlformats.org/drawingml/2006/main" noGrp="1"/>
          </p:cNvSpPr>
          <p:nvPr/>
        </p:nvSpPr>
        <p:spPr>
          <a:xfrm xmlns:a="http://schemas.openxmlformats.org/drawingml/2006/main">
            <a:off x="389823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D75FF7D4-C19C-4CE6-B2EB-C4ADCE24D8C8}"/>
              </a:ext>
            </a:extLst>
          </p:cNvPr>
          <p:cNvSpPr>
            <a:spLocks xmlns:a="http://schemas.openxmlformats.org/drawingml/2006/main" noGrp="1"/>
          </p:cNvSpPr>
          <p:nvPr/>
        </p:nvSpPr>
        <p:spPr>
          <a:xfrm xmlns:a="http://schemas.openxmlformats.org/drawingml/2006/main">
            <a:off x="389823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659BCC23-51FD-4035-AECE-EDED2347FC2A}"/>
              </a:ext>
            </a:extLst>
          </p:cNvPr>
          <p:cNvSpPr>
            <a:spLocks xmlns:a="http://schemas.openxmlformats.org/drawingml/2006/main" noGrp="1"/>
          </p:cNvSpPr>
          <p:nvPr/>
        </p:nvSpPr>
        <p:spPr>
          <a:xfrm xmlns:a="http://schemas.openxmlformats.org/drawingml/2006/main">
            <a:off x="389823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2BF54B5E-8B4C-4A69-8460-912BF00C277D}"/>
              </a:ext>
            </a:extLst>
          </p:cNvPr>
          <p:cNvSpPr>
            <a:spLocks xmlns:a="http://schemas.openxmlformats.org/drawingml/2006/main" noGrp="1"/>
          </p:cNvSpPr>
          <p:nvPr/>
        </p:nvSpPr>
        <p:spPr>
          <a:xfrm xmlns:a="http://schemas.openxmlformats.org/drawingml/2006/main">
            <a:off x="389823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23F52BC0-09F8-44A7-B23D-68E411AEB826}"/>
              </a:ext>
            </a:extLst>
          </p:cNvPr>
          <p:cNvSpPr>
            <a:spLocks xmlns:a="http://schemas.openxmlformats.org/drawingml/2006/main" noGrp="1"/>
          </p:cNvSpPr>
          <p:nvPr/>
        </p:nvSpPr>
        <p:spPr>
          <a:xfrm xmlns:a="http://schemas.openxmlformats.org/drawingml/2006/main">
            <a:off x="389823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B317124F-0133-4732-AEA7-4CF77EDF88BA}"/>
              </a:ext>
            </a:extLst>
          </p:cNvPr>
          <p:cNvSpPr>
            <a:spLocks xmlns:a="http://schemas.openxmlformats.org/drawingml/2006/main" noGrp="1"/>
          </p:cNvSpPr>
          <p:nvPr/>
        </p:nvSpPr>
        <p:spPr>
          <a:xfrm xmlns:a="http://schemas.openxmlformats.org/drawingml/2006/main">
            <a:off x="389823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CAEC891C-C98D-4257-980A-E8EC47F24202}"/>
              </a:ext>
            </a:extLst>
          </p:cNvPr>
          <p:cNvSpPr>
            <a:spLocks xmlns:a="http://schemas.openxmlformats.org/drawingml/2006/main" noGrp="1"/>
          </p:cNvSpPr>
          <p:nvPr/>
        </p:nvSpPr>
        <p:spPr>
          <a:xfrm xmlns:a="http://schemas.openxmlformats.org/drawingml/2006/main">
            <a:off x="389823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65D5E75D-D961-489A-A577-97493DC5AC77}"/>
              </a:ext>
            </a:extLst>
          </p:cNvPr>
          <p:cNvSpPr>
            <a:spLocks xmlns:a="http://schemas.openxmlformats.org/drawingml/2006/main" noGrp="1"/>
          </p:cNvSpPr>
          <p:nvPr/>
        </p:nvSpPr>
        <p:spPr>
          <a:xfrm xmlns:a="http://schemas.openxmlformats.org/drawingml/2006/main">
            <a:off x="389823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39C707E0-BA93-4C3A-893F-5D27DB297E1F}"/>
              </a:ext>
            </a:extLst>
          </p:cNvPr>
          <p:cNvSpPr>
            <a:spLocks xmlns:a="http://schemas.openxmlformats.org/drawingml/2006/main" noGrp="1"/>
          </p:cNvSpPr>
          <p:nvPr/>
        </p:nvSpPr>
        <p:spPr>
          <a:xfrm xmlns:a="http://schemas.openxmlformats.org/drawingml/2006/main">
            <a:off x="389823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A04DDDE8-79B2-4D33-A76C-B967BD0B9ECE}"/>
              </a:ext>
            </a:extLst>
          </p:cNvPr>
          <p:cNvSpPr>
            <a:spLocks xmlns:a="http://schemas.openxmlformats.org/drawingml/2006/main" noGrp="1"/>
          </p:cNvSpPr>
          <p:nvPr/>
        </p:nvSpPr>
        <p:spPr>
          <a:xfrm xmlns:a="http://schemas.openxmlformats.org/drawingml/2006/main">
            <a:off x="389823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D36C25A8-4C7B-43C2-9A53-DFEDBFBE63E4}"/>
              </a:ext>
            </a:extLst>
          </p:cNvPr>
          <p:cNvSpPr>
            <a:spLocks xmlns:a="http://schemas.openxmlformats.org/drawingml/2006/main" noGrp="1"/>
          </p:cNvSpPr>
          <p:nvPr/>
        </p:nvSpPr>
        <p:spPr>
          <a:xfrm xmlns:a="http://schemas.openxmlformats.org/drawingml/2006/main">
            <a:off x="389823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CC093166-BE2C-4372-8A3E-A37AE45EC24E}"/>
              </a:ext>
            </a:extLst>
          </p:cNvPr>
          <p:cNvSpPr>
            <a:spLocks xmlns:a="http://schemas.openxmlformats.org/drawingml/2006/main" noGrp="1"/>
          </p:cNvSpPr>
          <p:nvPr/>
        </p:nvSpPr>
        <p:spPr>
          <a:xfrm xmlns:a="http://schemas.openxmlformats.org/drawingml/2006/main">
            <a:off x="389823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8EF79B41-7AFA-47B2-BB02-727FD701ACEF}"/>
              </a:ext>
            </a:extLst>
          </p:cNvPr>
          <p:cNvSpPr>
            <a:spLocks xmlns:a="http://schemas.openxmlformats.org/drawingml/2006/main" noGrp="1"/>
          </p:cNvSpPr>
          <p:nvPr/>
        </p:nvSpPr>
        <p:spPr>
          <a:xfrm xmlns:a="http://schemas.openxmlformats.org/drawingml/2006/main">
            <a:off x="389823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9E257418-6C1E-4069-8ED2-F273ACB7477D}"/>
              </a:ext>
            </a:extLst>
          </p:cNvPr>
          <p:cNvSpPr>
            <a:spLocks xmlns:a="http://schemas.openxmlformats.org/drawingml/2006/main" noGrp="1"/>
          </p:cNvSpPr>
          <p:nvPr/>
        </p:nvSpPr>
        <p:spPr>
          <a:xfrm xmlns:a="http://schemas.openxmlformats.org/drawingml/2006/main">
            <a:off x="397723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8E64C007-1475-4113-B015-7F384A895A25}"/>
              </a:ext>
            </a:extLst>
          </p:cNvPr>
          <p:cNvSpPr>
            <a:spLocks xmlns:a="http://schemas.openxmlformats.org/drawingml/2006/main" noGrp="1"/>
          </p:cNvSpPr>
          <p:nvPr/>
        </p:nvSpPr>
        <p:spPr>
          <a:xfrm xmlns:a="http://schemas.openxmlformats.org/drawingml/2006/main">
            <a:off x="397723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3B56D85D-8441-4AB1-9779-14EF7944F2F3}"/>
              </a:ext>
            </a:extLst>
          </p:cNvPr>
          <p:cNvSpPr>
            <a:spLocks xmlns:a="http://schemas.openxmlformats.org/drawingml/2006/main" noGrp="1"/>
          </p:cNvSpPr>
          <p:nvPr/>
        </p:nvSpPr>
        <p:spPr>
          <a:xfrm xmlns:a="http://schemas.openxmlformats.org/drawingml/2006/main">
            <a:off x="397723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621DBF6C-DAA7-4869-A3C6-B8B07D3856A7}"/>
              </a:ext>
            </a:extLst>
          </p:cNvPr>
          <p:cNvSpPr>
            <a:spLocks xmlns:a="http://schemas.openxmlformats.org/drawingml/2006/main" noGrp="1"/>
          </p:cNvSpPr>
          <p:nvPr/>
        </p:nvSpPr>
        <p:spPr>
          <a:xfrm xmlns:a="http://schemas.openxmlformats.org/drawingml/2006/main">
            <a:off x="397723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53571068-3F49-4BDC-9848-035F260729F8}"/>
              </a:ext>
            </a:extLst>
          </p:cNvPr>
          <p:cNvSpPr>
            <a:spLocks xmlns:a="http://schemas.openxmlformats.org/drawingml/2006/main" noGrp="1"/>
          </p:cNvSpPr>
          <p:nvPr/>
        </p:nvSpPr>
        <p:spPr>
          <a:xfrm xmlns:a="http://schemas.openxmlformats.org/drawingml/2006/main">
            <a:off x="397723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1EFEE0DB-5532-45CF-90A4-3963B34EE7AA}"/>
              </a:ext>
            </a:extLst>
          </p:cNvPr>
          <p:cNvSpPr>
            <a:spLocks xmlns:a="http://schemas.openxmlformats.org/drawingml/2006/main" noGrp="1"/>
          </p:cNvSpPr>
          <p:nvPr/>
        </p:nvSpPr>
        <p:spPr>
          <a:xfrm xmlns:a="http://schemas.openxmlformats.org/drawingml/2006/main">
            <a:off x="397723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70DE81F8-A060-43A8-9C8F-115EAB7C14CF}"/>
              </a:ext>
            </a:extLst>
          </p:cNvPr>
          <p:cNvSpPr>
            <a:spLocks xmlns:a="http://schemas.openxmlformats.org/drawingml/2006/main" noGrp="1"/>
          </p:cNvSpPr>
          <p:nvPr/>
        </p:nvSpPr>
        <p:spPr>
          <a:xfrm xmlns:a="http://schemas.openxmlformats.org/drawingml/2006/main">
            <a:off x="397723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F9A28DF3-89BC-4154-A049-00C88895C4BB}"/>
              </a:ext>
            </a:extLst>
          </p:cNvPr>
          <p:cNvSpPr>
            <a:spLocks xmlns:a="http://schemas.openxmlformats.org/drawingml/2006/main" noGrp="1"/>
          </p:cNvSpPr>
          <p:nvPr/>
        </p:nvSpPr>
        <p:spPr>
          <a:xfrm xmlns:a="http://schemas.openxmlformats.org/drawingml/2006/main">
            <a:off x="397723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58FCF726-21FD-435A-A60A-41148223CA66}"/>
              </a:ext>
            </a:extLst>
          </p:cNvPr>
          <p:cNvSpPr>
            <a:spLocks xmlns:a="http://schemas.openxmlformats.org/drawingml/2006/main" noGrp="1"/>
          </p:cNvSpPr>
          <p:nvPr/>
        </p:nvSpPr>
        <p:spPr>
          <a:xfrm xmlns:a="http://schemas.openxmlformats.org/drawingml/2006/main">
            <a:off x="397723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9E90EEE2-0E5E-4936-9F25-65738A63E3FE}"/>
              </a:ext>
            </a:extLst>
          </p:cNvPr>
          <p:cNvSpPr>
            <a:spLocks xmlns:a="http://schemas.openxmlformats.org/drawingml/2006/main" noGrp="1"/>
          </p:cNvSpPr>
          <p:nvPr/>
        </p:nvSpPr>
        <p:spPr>
          <a:xfrm xmlns:a="http://schemas.openxmlformats.org/drawingml/2006/main">
            <a:off x="397723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E1C70EB3-0163-423E-A7C7-0967243226E3}"/>
              </a:ext>
            </a:extLst>
          </p:cNvPr>
          <p:cNvSpPr>
            <a:spLocks xmlns:a="http://schemas.openxmlformats.org/drawingml/2006/main" noGrp="1"/>
          </p:cNvSpPr>
          <p:nvPr/>
        </p:nvSpPr>
        <p:spPr>
          <a:xfrm xmlns:a="http://schemas.openxmlformats.org/drawingml/2006/main">
            <a:off x="405623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DDF0BEA9-DA68-4AA1-AE7F-25951306B466}"/>
              </a:ext>
            </a:extLst>
          </p:cNvPr>
          <p:cNvSpPr>
            <a:spLocks xmlns:a="http://schemas.openxmlformats.org/drawingml/2006/main" noGrp="1"/>
          </p:cNvSpPr>
          <p:nvPr/>
        </p:nvSpPr>
        <p:spPr>
          <a:xfrm xmlns:a="http://schemas.openxmlformats.org/drawingml/2006/main">
            <a:off x="405623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468FBD41-4465-4A45-8EE2-6261552CC8E7}"/>
              </a:ext>
            </a:extLst>
          </p:cNvPr>
          <p:cNvSpPr>
            <a:spLocks xmlns:a="http://schemas.openxmlformats.org/drawingml/2006/main" noGrp="1"/>
          </p:cNvSpPr>
          <p:nvPr/>
        </p:nvSpPr>
        <p:spPr>
          <a:xfrm xmlns:a="http://schemas.openxmlformats.org/drawingml/2006/main">
            <a:off x="405623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DE0A183A-E0D1-4B1E-8882-8EBB698921A2}"/>
              </a:ext>
            </a:extLst>
          </p:cNvPr>
          <p:cNvSpPr>
            <a:spLocks xmlns:a="http://schemas.openxmlformats.org/drawingml/2006/main" noGrp="1"/>
          </p:cNvSpPr>
          <p:nvPr/>
        </p:nvSpPr>
        <p:spPr>
          <a:xfrm xmlns:a="http://schemas.openxmlformats.org/drawingml/2006/main">
            <a:off x="405623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5B6733C9-011B-4A1F-8174-603F2DD99EC3}"/>
              </a:ext>
            </a:extLst>
          </p:cNvPr>
          <p:cNvSpPr>
            <a:spLocks xmlns:a="http://schemas.openxmlformats.org/drawingml/2006/main" noGrp="1"/>
          </p:cNvSpPr>
          <p:nvPr/>
        </p:nvSpPr>
        <p:spPr>
          <a:xfrm xmlns:a="http://schemas.openxmlformats.org/drawingml/2006/main">
            <a:off x="405623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ABEE2F4D-AE1B-4DE0-B7AC-0AFC4D7AE85C}"/>
              </a:ext>
            </a:extLst>
          </p:cNvPr>
          <p:cNvSpPr>
            <a:spLocks xmlns:a="http://schemas.openxmlformats.org/drawingml/2006/main" noGrp="1"/>
          </p:cNvSpPr>
          <p:nvPr/>
        </p:nvSpPr>
        <p:spPr>
          <a:xfrm xmlns:a="http://schemas.openxmlformats.org/drawingml/2006/main">
            <a:off x="413524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B3B019C2-EF16-4219-8EE2-721A199105DC}"/>
              </a:ext>
            </a:extLst>
          </p:cNvPr>
          <p:cNvSpPr>
            <a:spLocks xmlns:a="http://schemas.openxmlformats.org/drawingml/2006/main" noGrp="1"/>
          </p:cNvSpPr>
          <p:nvPr/>
        </p:nvSpPr>
        <p:spPr>
          <a:xfrm xmlns:a="http://schemas.openxmlformats.org/drawingml/2006/main">
            <a:off x="413524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07FB6979-F447-4977-808C-327BBCCBC46E}"/>
              </a:ext>
            </a:extLst>
          </p:cNvPr>
          <p:cNvSpPr>
            <a:spLocks xmlns:a="http://schemas.openxmlformats.org/drawingml/2006/main" noGrp="1"/>
          </p:cNvSpPr>
          <p:nvPr/>
        </p:nvSpPr>
        <p:spPr>
          <a:xfrm xmlns:a="http://schemas.openxmlformats.org/drawingml/2006/main">
            <a:off x="413524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EFFBD2A6-F389-472B-96CD-7DB7C2544A3B}"/>
              </a:ext>
            </a:extLst>
          </p:cNvPr>
          <p:cNvSpPr>
            <a:spLocks xmlns:a="http://schemas.openxmlformats.org/drawingml/2006/main" noGrp="1"/>
          </p:cNvSpPr>
          <p:nvPr/>
        </p:nvSpPr>
        <p:spPr>
          <a:xfrm xmlns:a="http://schemas.openxmlformats.org/drawingml/2006/main">
            <a:off x="413524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961D6FB0-79E3-452D-AB66-7726B5373B6D}"/>
              </a:ext>
            </a:extLst>
          </p:cNvPr>
          <p:cNvSpPr>
            <a:spLocks xmlns:a="http://schemas.openxmlformats.org/drawingml/2006/main" noGrp="1"/>
          </p:cNvSpPr>
          <p:nvPr/>
        </p:nvSpPr>
        <p:spPr>
          <a:xfrm xmlns:a="http://schemas.openxmlformats.org/drawingml/2006/main">
            <a:off x="413524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4FC04075-B467-42E9-9176-19782AC9F586}"/>
              </a:ext>
            </a:extLst>
          </p:cNvPr>
          <p:cNvSpPr>
            <a:spLocks xmlns:a="http://schemas.openxmlformats.org/drawingml/2006/main" noGrp="1"/>
          </p:cNvSpPr>
          <p:nvPr/>
        </p:nvSpPr>
        <p:spPr>
          <a:xfrm xmlns:a="http://schemas.openxmlformats.org/drawingml/2006/main">
            <a:off x="413524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712410B5-FA3A-4D47-B902-FAE6B5C54B5D}"/>
              </a:ext>
            </a:extLst>
          </p:cNvPr>
          <p:cNvSpPr>
            <a:spLocks xmlns:a="http://schemas.openxmlformats.org/drawingml/2006/main" noGrp="1"/>
          </p:cNvSpPr>
          <p:nvPr/>
        </p:nvSpPr>
        <p:spPr>
          <a:xfrm xmlns:a="http://schemas.openxmlformats.org/drawingml/2006/main">
            <a:off x="413524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75CE1139-EEBF-4407-BE89-039BA01341CC}"/>
              </a:ext>
            </a:extLst>
          </p:cNvPr>
          <p:cNvSpPr>
            <a:spLocks xmlns:a="http://schemas.openxmlformats.org/drawingml/2006/main" noGrp="1"/>
          </p:cNvSpPr>
          <p:nvPr/>
        </p:nvSpPr>
        <p:spPr>
          <a:xfrm xmlns:a="http://schemas.openxmlformats.org/drawingml/2006/main">
            <a:off x="413524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9BE0737A-62D2-4D3F-BA20-1BC7BFE7ABFC}"/>
              </a:ext>
            </a:extLst>
          </p:cNvPr>
          <p:cNvSpPr>
            <a:spLocks xmlns:a="http://schemas.openxmlformats.org/drawingml/2006/main" noGrp="1"/>
          </p:cNvSpPr>
          <p:nvPr/>
        </p:nvSpPr>
        <p:spPr>
          <a:xfrm xmlns:a="http://schemas.openxmlformats.org/drawingml/2006/main">
            <a:off x="413524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041B8559-172C-4819-97A1-BC6711BE8335}"/>
              </a:ext>
            </a:extLst>
          </p:cNvPr>
          <p:cNvSpPr>
            <a:spLocks xmlns:a="http://schemas.openxmlformats.org/drawingml/2006/main" noGrp="1"/>
          </p:cNvSpPr>
          <p:nvPr/>
        </p:nvSpPr>
        <p:spPr>
          <a:xfrm xmlns:a="http://schemas.openxmlformats.org/drawingml/2006/main">
            <a:off x="421424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AA6EFD55-3380-4972-B486-8F2C403ADAFD}"/>
              </a:ext>
            </a:extLst>
          </p:cNvPr>
          <p:cNvSpPr>
            <a:spLocks xmlns:a="http://schemas.openxmlformats.org/drawingml/2006/main" noGrp="1"/>
          </p:cNvSpPr>
          <p:nvPr/>
        </p:nvSpPr>
        <p:spPr>
          <a:xfrm xmlns:a="http://schemas.openxmlformats.org/drawingml/2006/main">
            <a:off x="421424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58F81054-70E8-4D93-84E1-B9787638289D}"/>
              </a:ext>
            </a:extLst>
          </p:cNvPr>
          <p:cNvSpPr>
            <a:spLocks xmlns:a="http://schemas.openxmlformats.org/drawingml/2006/main" noGrp="1"/>
          </p:cNvSpPr>
          <p:nvPr/>
        </p:nvSpPr>
        <p:spPr>
          <a:xfrm xmlns:a="http://schemas.openxmlformats.org/drawingml/2006/main">
            <a:off x="421424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1E33760F-AAE7-4660-BB7B-CDFD91FD8AA3}"/>
              </a:ext>
            </a:extLst>
          </p:cNvPr>
          <p:cNvSpPr>
            <a:spLocks xmlns:a="http://schemas.openxmlformats.org/drawingml/2006/main" noGrp="1"/>
          </p:cNvSpPr>
          <p:nvPr/>
        </p:nvSpPr>
        <p:spPr>
          <a:xfrm xmlns:a="http://schemas.openxmlformats.org/drawingml/2006/main">
            <a:off x="421424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17D96B36-423B-49E7-AE3A-1A67B342E426}"/>
              </a:ext>
            </a:extLst>
          </p:cNvPr>
          <p:cNvSpPr>
            <a:spLocks xmlns:a="http://schemas.openxmlformats.org/drawingml/2006/main" noGrp="1"/>
          </p:cNvSpPr>
          <p:nvPr/>
        </p:nvSpPr>
        <p:spPr>
          <a:xfrm xmlns:a="http://schemas.openxmlformats.org/drawingml/2006/main">
            <a:off x="421424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E17A39B6-51C6-4A52-963B-4C70EC9EDC14}"/>
              </a:ext>
            </a:extLst>
          </p:cNvPr>
          <p:cNvSpPr>
            <a:spLocks xmlns:a="http://schemas.openxmlformats.org/drawingml/2006/main" noGrp="1"/>
          </p:cNvSpPr>
          <p:nvPr/>
        </p:nvSpPr>
        <p:spPr>
          <a:xfrm xmlns:a="http://schemas.openxmlformats.org/drawingml/2006/main">
            <a:off x="421424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288A322A-DF86-4258-BAC7-E787089B193E}"/>
              </a:ext>
            </a:extLst>
          </p:cNvPr>
          <p:cNvSpPr>
            <a:spLocks xmlns:a="http://schemas.openxmlformats.org/drawingml/2006/main" noGrp="1"/>
          </p:cNvSpPr>
          <p:nvPr/>
        </p:nvSpPr>
        <p:spPr>
          <a:xfrm xmlns:a="http://schemas.openxmlformats.org/drawingml/2006/main">
            <a:off x="421424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26EB1649-BBB9-4D88-9D6E-3F95C6EAE7E7}"/>
              </a:ext>
            </a:extLst>
          </p:cNvPr>
          <p:cNvSpPr>
            <a:spLocks xmlns:a="http://schemas.openxmlformats.org/drawingml/2006/main" noGrp="1"/>
          </p:cNvSpPr>
          <p:nvPr/>
        </p:nvSpPr>
        <p:spPr>
          <a:xfrm xmlns:a="http://schemas.openxmlformats.org/drawingml/2006/main">
            <a:off x="421424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B7DE18E8-E639-4174-AD05-1B938879E4D5}"/>
              </a:ext>
            </a:extLst>
          </p:cNvPr>
          <p:cNvSpPr>
            <a:spLocks xmlns:a="http://schemas.openxmlformats.org/drawingml/2006/main" noGrp="1"/>
          </p:cNvSpPr>
          <p:nvPr/>
        </p:nvSpPr>
        <p:spPr>
          <a:xfrm xmlns:a="http://schemas.openxmlformats.org/drawingml/2006/main">
            <a:off x="421424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7BE15FE6-C57E-49FD-AA36-CFACB4AF0B53}"/>
              </a:ext>
            </a:extLst>
          </p:cNvPr>
          <p:cNvSpPr>
            <a:spLocks xmlns:a="http://schemas.openxmlformats.org/drawingml/2006/main" noGrp="1"/>
          </p:cNvSpPr>
          <p:nvPr/>
        </p:nvSpPr>
        <p:spPr>
          <a:xfrm xmlns:a="http://schemas.openxmlformats.org/drawingml/2006/main">
            <a:off x="429324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E23D0594-DBCD-4E84-8EFF-B7A195A0DD07}"/>
              </a:ext>
            </a:extLst>
          </p:cNvPr>
          <p:cNvSpPr>
            <a:spLocks xmlns:a="http://schemas.openxmlformats.org/drawingml/2006/main" noGrp="1"/>
          </p:cNvSpPr>
          <p:nvPr/>
        </p:nvSpPr>
        <p:spPr>
          <a:xfrm xmlns:a="http://schemas.openxmlformats.org/drawingml/2006/main">
            <a:off x="429324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2C89FD51-381D-47A0-B057-719A126B7A08}"/>
              </a:ext>
            </a:extLst>
          </p:cNvPr>
          <p:cNvSpPr>
            <a:spLocks xmlns:a="http://schemas.openxmlformats.org/drawingml/2006/main" noGrp="1"/>
          </p:cNvSpPr>
          <p:nvPr/>
        </p:nvSpPr>
        <p:spPr>
          <a:xfrm xmlns:a="http://schemas.openxmlformats.org/drawingml/2006/main">
            <a:off x="429324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305B86E3-BB52-44C1-8949-20187F510473}"/>
              </a:ext>
            </a:extLst>
          </p:cNvPr>
          <p:cNvSpPr>
            <a:spLocks xmlns:a="http://schemas.openxmlformats.org/drawingml/2006/main" noGrp="1"/>
          </p:cNvSpPr>
          <p:nvPr/>
        </p:nvSpPr>
        <p:spPr>
          <a:xfrm xmlns:a="http://schemas.openxmlformats.org/drawingml/2006/main">
            <a:off x="429324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94631F79-7A24-410D-80A6-D249628E39CF}"/>
              </a:ext>
            </a:extLst>
          </p:cNvPr>
          <p:cNvSpPr>
            <a:spLocks xmlns:a="http://schemas.openxmlformats.org/drawingml/2006/main" noGrp="1"/>
          </p:cNvSpPr>
          <p:nvPr/>
        </p:nvSpPr>
        <p:spPr>
          <a:xfrm xmlns:a="http://schemas.openxmlformats.org/drawingml/2006/main">
            <a:off x="429324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9A4F3BCB-8B3D-4801-8835-572F2387C278}"/>
              </a:ext>
            </a:extLst>
          </p:cNvPr>
          <p:cNvSpPr>
            <a:spLocks xmlns:a="http://schemas.openxmlformats.org/drawingml/2006/main" noGrp="1"/>
          </p:cNvSpPr>
          <p:nvPr/>
        </p:nvSpPr>
        <p:spPr>
          <a:xfrm xmlns:a="http://schemas.openxmlformats.org/drawingml/2006/main">
            <a:off x="429324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041D48BD-25B7-45A4-BEBD-8128973D382D}"/>
              </a:ext>
            </a:extLst>
          </p:cNvPr>
          <p:cNvSpPr>
            <a:spLocks xmlns:a="http://schemas.openxmlformats.org/drawingml/2006/main" noGrp="1"/>
          </p:cNvSpPr>
          <p:nvPr/>
        </p:nvSpPr>
        <p:spPr>
          <a:xfrm xmlns:a="http://schemas.openxmlformats.org/drawingml/2006/main">
            <a:off x="429324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9DD7E96F-AE71-4922-BFED-D52A515DCA5E}"/>
              </a:ext>
            </a:extLst>
          </p:cNvPr>
          <p:cNvSpPr>
            <a:spLocks xmlns:a="http://schemas.openxmlformats.org/drawingml/2006/main" noGrp="1"/>
          </p:cNvSpPr>
          <p:nvPr/>
        </p:nvSpPr>
        <p:spPr>
          <a:xfrm xmlns:a="http://schemas.openxmlformats.org/drawingml/2006/main">
            <a:off x="4293246"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3DBD4F74-DEC1-4AF2-A4CD-725D2A4F52A2}"/>
              </a:ext>
            </a:extLst>
          </p:cNvPr>
          <p:cNvSpPr>
            <a:spLocks xmlns:a="http://schemas.openxmlformats.org/drawingml/2006/main" noGrp="1"/>
          </p:cNvSpPr>
          <p:nvPr/>
        </p:nvSpPr>
        <p:spPr>
          <a:xfrm xmlns:a="http://schemas.openxmlformats.org/drawingml/2006/main">
            <a:off x="437224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FD7A75C5-6958-4DB5-8E82-8D40A52C9D17}"/>
              </a:ext>
            </a:extLst>
          </p:cNvPr>
          <p:cNvSpPr>
            <a:spLocks xmlns:a="http://schemas.openxmlformats.org/drawingml/2006/main" noGrp="1"/>
          </p:cNvSpPr>
          <p:nvPr/>
        </p:nvSpPr>
        <p:spPr>
          <a:xfrm xmlns:a="http://schemas.openxmlformats.org/drawingml/2006/main">
            <a:off x="437224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9040728B-547C-4004-AB05-87A684362136}"/>
              </a:ext>
            </a:extLst>
          </p:cNvPr>
          <p:cNvSpPr>
            <a:spLocks xmlns:a="http://schemas.openxmlformats.org/drawingml/2006/main" noGrp="1"/>
          </p:cNvSpPr>
          <p:nvPr/>
        </p:nvSpPr>
        <p:spPr>
          <a:xfrm xmlns:a="http://schemas.openxmlformats.org/drawingml/2006/main">
            <a:off x="437224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16D8A16B-FFDC-49FF-9B98-6AD2C82DE4A3}"/>
              </a:ext>
            </a:extLst>
          </p:cNvPr>
          <p:cNvSpPr>
            <a:spLocks xmlns:a="http://schemas.openxmlformats.org/drawingml/2006/main" noGrp="1"/>
          </p:cNvSpPr>
          <p:nvPr/>
        </p:nvSpPr>
        <p:spPr>
          <a:xfrm xmlns:a="http://schemas.openxmlformats.org/drawingml/2006/main">
            <a:off x="437224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0E3F2FDB-FBDB-4768-9B19-F0AB00F32C09}"/>
              </a:ext>
            </a:extLst>
          </p:cNvPr>
          <p:cNvSpPr>
            <a:spLocks xmlns:a="http://schemas.openxmlformats.org/drawingml/2006/main" noGrp="1"/>
          </p:cNvSpPr>
          <p:nvPr/>
        </p:nvSpPr>
        <p:spPr>
          <a:xfrm xmlns:a="http://schemas.openxmlformats.org/drawingml/2006/main">
            <a:off x="437224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E54162DB-8703-4E63-99B2-021D6D9EDA0E}"/>
              </a:ext>
            </a:extLst>
          </p:cNvPr>
          <p:cNvSpPr>
            <a:spLocks xmlns:a="http://schemas.openxmlformats.org/drawingml/2006/main" noGrp="1"/>
          </p:cNvSpPr>
          <p:nvPr/>
        </p:nvSpPr>
        <p:spPr>
          <a:xfrm xmlns:a="http://schemas.openxmlformats.org/drawingml/2006/main">
            <a:off x="437224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58BF2ACC-1BDA-4B83-A078-8740894C2472}"/>
              </a:ext>
            </a:extLst>
          </p:cNvPr>
          <p:cNvSpPr>
            <a:spLocks xmlns:a="http://schemas.openxmlformats.org/drawingml/2006/main" noGrp="1"/>
          </p:cNvSpPr>
          <p:nvPr/>
        </p:nvSpPr>
        <p:spPr>
          <a:xfrm xmlns:a="http://schemas.openxmlformats.org/drawingml/2006/main">
            <a:off x="445125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4F531CBE-3780-4570-88E2-690CFDC4515D}"/>
              </a:ext>
            </a:extLst>
          </p:cNvPr>
          <p:cNvSpPr>
            <a:spLocks xmlns:a="http://schemas.openxmlformats.org/drawingml/2006/main" noGrp="1"/>
          </p:cNvSpPr>
          <p:nvPr/>
        </p:nvSpPr>
        <p:spPr>
          <a:xfrm xmlns:a="http://schemas.openxmlformats.org/drawingml/2006/main">
            <a:off x="445125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C34C0263-4C33-405A-BB33-57E88C366F32}"/>
              </a:ext>
            </a:extLst>
          </p:cNvPr>
          <p:cNvSpPr>
            <a:spLocks xmlns:a="http://schemas.openxmlformats.org/drawingml/2006/main" noGrp="1"/>
          </p:cNvSpPr>
          <p:nvPr/>
        </p:nvSpPr>
        <p:spPr>
          <a:xfrm xmlns:a="http://schemas.openxmlformats.org/drawingml/2006/main">
            <a:off x="445125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1AC50A30-C98D-419D-BB7F-DD9F241FACA5}"/>
              </a:ext>
            </a:extLst>
          </p:cNvPr>
          <p:cNvSpPr>
            <a:spLocks xmlns:a="http://schemas.openxmlformats.org/drawingml/2006/main" noGrp="1"/>
          </p:cNvSpPr>
          <p:nvPr/>
        </p:nvSpPr>
        <p:spPr>
          <a:xfrm xmlns:a="http://schemas.openxmlformats.org/drawingml/2006/main">
            <a:off x="445125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EC2458C0-A4CA-40C0-9741-897CEC49CEF1}"/>
              </a:ext>
            </a:extLst>
          </p:cNvPr>
          <p:cNvSpPr>
            <a:spLocks xmlns:a="http://schemas.openxmlformats.org/drawingml/2006/main" noGrp="1"/>
          </p:cNvSpPr>
          <p:nvPr/>
        </p:nvSpPr>
        <p:spPr>
          <a:xfrm xmlns:a="http://schemas.openxmlformats.org/drawingml/2006/main">
            <a:off x="445125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C9E37D31-1BDE-46A5-B2FD-61C66AF4B0A0}"/>
              </a:ext>
            </a:extLst>
          </p:cNvPr>
          <p:cNvSpPr>
            <a:spLocks xmlns:a="http://schemas.openxmlformats.org/drawingml/2006/main" noGrp="1"/>
          </p:cNvSpPr>
          <p:nvPr/>
        </p:nvSpPr>
        <p:spPr>
          <a:xfrm xmlns:a="http://schemas.openxmlformats.org/drawingml/2006/main">
            <a:off x="445125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C3DD3EBF-69A8-426A-8040-BA47A4552931}"/>
              </a:ext>
            </a:extLst>
          </p:cNvPr>
          <p:cNvSpPr>
            <a:spLocks xmlns:a="http://schemas.openxmlformats.org/drawingml/2006/main" noGrp="1"/>
          </p:cNvSpPr>
          <p:nvPr/>
        </p:nvSpPr>
        <p:spPr>
          <a:xfrm xmlns:a="http://schemas.openxmlformats.org/drawingml/2006/main">
            <a:off x="445125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CD7071BD-EB08-4879-9AD6-9C3D9F1FFB64}"/>
              </a:ext>
            </a:extLst>
          </p:cNvPr>
          <p:cNvSpPr>
            <a:spLocks xmlns:a="http://schemas.openxmlformats.org/drawingml/2006/main" noGrp="1"/>
          </p:cNvSpPr>
          <p:nvPr/>
        </p:nvSpPr>
        <p:spPr>
          <a:xfrm xmlns:a="http://schemas.openxmlformats.org/drawingml/2006/main">
            <a:off x="453025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1A479160-4BC7-4CE1-87B1-900D4691FB98}"/>
              </a:ext>
            </a:extLst>
          </p:cNvPr>
          <p:cNvSpPr>
            <a:spLocks xmlns:a="http://schemas.openxmlformats.org/drawingml/2006/main" noGrp="1"/>
          </p:cNvSpPr>
          <p:nvPr/>
        </p:nvSpPr>
        <p:spPr>
          <a:xfrm xmlns:a="http://schemas.openxmlformats.org/drawingml/2006/main">
            <a:off x="453025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D99AD630-CD27-4692-93F4-0DBB7D64AEFD}"/>
              </a:ext>
            </a:extLst>
          </p:cNvPr>
          <p:cNvSpPr>
            <a:spLocks xmlns:a="http://schemas.openxmlformats.org/drawingml/2006/main" noGrp="1"/>
          </p:cNvSpPr>
          <p:nvPr/>
        </p:nvSpPr>
        <p:spPr>
          <a:xfrm xmlns:a="http://schemas.openxmlformats.org/drawingml/2006/main">
            <a:off x="453025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A31A1F88-07DF-4107-A23D-31907C62B6B9}"/>
              </a:ext>
            </a:extLst>
          </p:cNvPr>
          <p:cNvSpPr>
            <a:spLocks xmlns:a="http://schemas.openxmlformats.org/drawingml/2006/main" noGrp="1"/>
          </p:cNvSpPr>
          <p:nvPr/>
        </p:nvSpPr>
        <p:spPr>
          <a:xfrm xmlns:a="http://schemas.openxmlformats.org/drawingml/2006/main">
            <a:off x="453025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02712D8E-042F-4BDF-BF00-543CD5171C46}"/>
              </a:ext>
            </a:extLst>
          </p:cNvPr>
          <p:cNvSpPr>
            <a:spLocks xmlns:a="http://schemas.openxmlformats.org/drawingml/2006/main" noGrp="1"/>
          </p:cNvSpPr>
          <p:nvPr/>
        </p:nvSpPr>
        <p:spPr>
          <a:xfrm xmlns:a="http://schemas.openxmlformats.org/drawingml/2006/main">
            <a:off x="453025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A7A93BB2-1D12-46A4-8F06-27FB46EB9B40}"/>
              </a:ext>
            </a:extLst>
          </p:cNvPr>
          <p:cNvSpPr>
            <a:spLocks xmlns:a="http://schemas.openxmlformats.org/drawingml/2006/main" noGrp="1"/>
          </p:cNvSpPr>
          <p:nvPr/>
        </p:nvSpPr>
        <p:spPr>
          <a:xfrm xmlns:a="http://schemas.openxmlformats.org/drawingml/2006/main">
            <a:off x="460925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B28FD138-4685-4111-B58F-4C458E77B1DF}"/>
              </a:ext>
            </a:extLst>
          </p:cNvPr>
          <p:cNvSpPr>
            <a:spLocks xmlns:a="http://schemas.openxmlformats.org/drawingml/2006/main" noGrp="1"/>
          </p:cNvSpPr>
          <p:nvPr/>
        </p:nvSpPr>
        <p:spPr>
          <a:xfrm xmlns:a="http://schemas.openxmlformats.org/drawingml/2006/main">
            <a:off x="460925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F5DAA8B5-1687-40FC-B78F-86DB3C3375BA}"/>
              </a:ext>
            </a:extLst>
          </p:cNvPr>
          <p:cNvSpPr>
            <a:spLocks xmlns:a="http://schemas.openxmlformats.org/drawingml/2006/main" noGrp="1"/>
          </p:cNvSpPr>
          <p:nvPr/>
        </p:nvSpPr>
        <p:spPr>
          <a:xfrm xmlns:a="http://schemas.openxmlformats.org/drawingml/2006/main">
            <a:off x="460925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8DDDCE16-8092-4F67-8D0A-9C77A277B79D}"/>
              </a:ext>
            </a:extLst>
          </p:cNvPr>
          <p:cNvSpPr>
            <a:spLocks xmlns:a="http://schemas.openxmlformats.org/drawingml/2006/main" noGrp="1"/>
          </p:cNvSpPr>
          <p:nvPr/>
        </p:nvSpPr>
        <p:spPr>
          <a:xfrm xmlns:a="http://schemas.openxmlformats.org/drawingml/2006/main">
            <a:off x="460925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14295B"/>
          </a:solidFill>
          <a:ln xmlns:a="http://schemas.openxmlformats.org/drawingml/2006/main" w="3436">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DB86BEED-06E1-4559-A2F2-3BE1EBC8A288}"/>
              </a:ext>
            </a:extLst>
          </p:cNvPr>
          <p:cNvSpPr>
            <a:spLocks xmlns:a="http://schemas.openxmlformats.org/drawingml/2006/main" noGrp="1"/>
          </p:cNvSpPr>
          <p:nvPr/>
        </p:nvSpPr>
        <p:spPr>
          <a:xfrm xmlns:a="http://schemas.openxmlformats.org/drawingml/2006/main">
            <a:off x="460925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224889"/>
          </a:solidFill>
          <a:ln xmlns:a="http://schemas.openxmlformats.org/drawingml/2006/main" w="3436">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E8520319-C894-43D0-BFFF-06E36F4F8B33}"/>
              </a:ext>
            </a:extLst>
          </p:cNvPr>
          <p:cNvSpPr>
            <a:spLocks xmlns:a="http://schemas.openxmlformats.org/drawingml/2006/main" noGrp="1"/>
          </p:cNvSpPr>
          <p:nvPr/>
        </p:nvSpPr>
        <p:spPr>
          <a:xfrm xmlns:a="http://schemas.openxmlformats.org/drawingml/2006/main">
            <a:off x="4609256"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414B4F6C-851A-454B-B5C0-2F019D157DDB}"/>
              </a:ext>
            </a:extLst>
          </p:cNvPr>
          <p:cNvSpPr>
            <a:spLocks xmlns:a="http://schemas.openxmlformats.org/drawingml/2006/main" noGrp="1"/>
          </p:cNvSpPr>
          <p:nvPr/>
        </p:nvSpPr>
        <p:spPr>
          <a:xfrm xmlns:a="http://schemas.openxmlformats.org/drawingml/2006/main">
            <a:off x="468825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B7D8E0D4-CE01-4299-B6AA-86D2E0A8FE75}"/>
              </a:ext>
            </a:extLst>
          </p:cNvPr>
          <p:cNvSpPr>
            <a:spLocks xmlns:a="http://schemas.openxmlformats.org/drawingml/2006/main" noGrp="1"/>
          </p:cNvSpPr>
          <p:nvPr/>
        </p:nvSpPr>
        <p:spPr>
          <a:xfrm xmlns:a="http://schemas.openxmlformats.org/drawingml/2006/main">
            <a:off x="468825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0A3807EF-4A7B-4883-B368-8B22B9E07847}"/>
              </a:ext>
            </a:extLst>
          </p:cNvPr>
          <p:cNvSpPr>
            <a:spLocks xmlns:a="http://schemas.openxmlformats.org/drawingml/2006/main" noGrp="1"/>
          </p:cNvSpPr>
          <p:nvPr/>
        </p:nvSpPr>
        <p:spPr>
          <a:xfrm xmlns:a="http://schemas.openxmlformats.org/drawingml/2006/main">
            <a:off x="476726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8B7BCEDE-AEFC-4D29-AD65-A36063F7B91D}"/>
              </a:ext>
            </a:extLst>
          </p:cNvPr>
          <p:cNvSpPr>
            <a:spLocks xmlns:a="http://schemas.openxmlformats.org/drawingml/2006/main" noGrp="1"/>
          </p:cNvSpPr>
          <p:nvPr/>
        </p:nvSpPr>
        <p:spPr>
          <a:xfrm xmlns:a="http://schemas.openxmlformats.org/drawingml/2006/main">
            <a:off x="4608671" y="3372655"/>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7" name="Editable chart path">
            <a:extLst xmlns:a="http://schemas.openxmlformats.org/drawingml/2006/main">
              <a:ext uri="{FF2B5EF4-FFF2-40B4-BE49-F238E27FC236}">
                <a16:creationId xmlns:a16="http://schemas.microsoft.com/office/drawing/2014/main" id="{83B7B517-67D3-4AF1-A13C-A186C28BA129}"/>
              </a:ext>
            </a:extLst>
          </p:cNvPr>
          <p:cNvSpPr>
            <a:spLocks xmlns:a="http://schemas.openxmlformats.org/drawingml/2006/main" noGrp="1"/>
          </p:cNvSpPr>
          <p:nvPr/>
        </p:nvSpPr>
        <p:spPr>
          <a:xfrm xmlns:a="http://schemas.openxmlformats.org/drawingml/2006/main">
            <a:off x="4608671" y="3293121"/>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8" name="Editable chart path">
            <a:extLst xmlns:a="http://schemas.openxmlformats.org/drawingml/2006/main">
              <a:ext uri="{FF2B5EF4-FFF2-40B4-BE49-F238E27FC236}">
                <a16:creationId xmlns:a16="http://schemas.microsoft.com/office/drawing/2014/main" id="{0F255FA9-9C6C-4CAC-AB1C-ED81F753EDFF}"/>
              </a:ext>
            </a:extLst>
          </p:cNvPr>
          <p:cNvSpPr>
            <a:spLocks xmlns:a="http://schemas.openxmlformats.org/drawingml/2006/main" noGrp="1"/>
          </p:cNvSpPr>
          <p:nvPr/>
        </p:nvSpPr>
        <p:spPr>
          <a:xfrm xmlns:a="http://schemas.openxmlformats.org/drawingml/2006/main">
            <a:off x="3265628" y="400893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9" name="Editable chart path">
            <a:extLst xmlns:a="http://schemas.openxmlformats.org/drawingml/2006/main">
              <a:ext uri="{FF2B5EF4-FFF2-40B4-BE49-F238E27FC236}">
                <a16:creationId xmlns:a16="http://schemas.microsoft.com/office/drawing/2014/main" id="{01E3809D-C37B-46C4-8BB1-208E2205B1E5}"/>
              </a:ext>
            </a:extLst>
          </p:cNvPr>
          <p:cNvSpPr>
            <a:spLocks xmlns:a="http://schemas.openxmlformats.org/drawingml/2006/main" noGrp="1"/>
          </p:cNvSpPr>
          <p:nvPr/>
        </p:nvSpPr>
        <p:spPr>
          <a:xfrm xmlns:a="http://schemas.openxmlformats.org/drawingml/2006/main">
            <a:off x="3423633" y="313405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0" name="Editable chart path">
            <a:extLst xmlns:a="http://schemas.openxmlformats.org/drawingml/2006/main">
              <a:ext uri="{FF2B5EF4-FFF2-40B4-BE49-F238E27FC236}">
                <a16:creationId xmlns:a16="http://schemas.microsoft.com/office/drawing/2014/main" id="{57793FB9-2DF9-4474-90EA-020D6C49E115}"/>
              </a:ext>
            </a:extLst>
          </p:cNvPr>
          <p:cNvSpPr>
            <a:spLocks xmlns:a="http://schemas.openxmlformats.org/drawingml/2006/main" noGrp="1"/>
          </p:cNvSpPr>
          <p:nvPr/>
        </p:nvSpPr>
        <p:spPr>
          <a:xfrm xmlns:a="http://schemas.openxmlformats.org/drawingml/2006/main">
            <a:off x="4608671" y="3452190"/>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1" name="Editable chart path">
            <a:extLst xmlns:a="http://schemas.openxmlformats.org/drawingml/2006/main">
              <a:ext uri="{FF2B5EF4-FFF2-40B4-BE49-F238E27FC236}">
                <a16:creationId xmlns:a16="http://schemas.microsoft.com/office/drawing/2014/main" id="{847AA1E7-2BF1-4916-AC33-6F7DF513779F}"/>
              </a:ext>
            </a:extLst>
          </p:cNvPr>
          <p:cNvSpPr>
            <a:spLocks xmlns:a="http://schemas.openxmlformats.org/drawingml/2006/main" noGrp="1"/>
          </p:cNvSpPr>
          <p:nvPr/>
        </p:nvSpPr>
        <p:spPr>
          <a:xfrm xmlns:a="http://schemas.openxmlformats.org/drawingml/2006/main">
            <a:off x="3186626" y="400893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2" name="Editable chart path">
            <a:extLst xmlns:a="http://schemas.openxmlformats.org/drawingml/2006/main">
              <a:ext uri="{FF2B5EF4-FFF2-40B4-BE49-F238E27FC236}">
                <a16:creationId xmlns:a16="http://schemas.microsoft.com/office/drawing/2014/main" id="{1254B30E-1854-40F9-BF8C-43C36FD1C08B}"/>
              </a:ext>
            </a:extLst>
          </p:cNvPr>
          <p:cNvSpPr>
            <a:spLocks xmlns:a="http://schemas.openxmlformats.org/drawingml/2006/main" noGrp="1"/>
          </p:cNvSpPr>
          <p:nvPr/>
        </p:nvSpPr>
        <p:spPr>
          <a:xfrm xmlns:a="http://schemas.openxmlformats.org/drawingml/2006/main">
            <a:off x="3423633" y="3770328"/>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3" name="Editable chart path">
            <a:extLst xmlns:a="http://schemas.openxmlformats.org/drawingml/2006/main">
              <a:ext uri="{FF2B5EF4-FFF2-40B4-BE49-F238E27FC236}">
                <a16:creationId xmlns:a16="http://schemas.microsoft.com/office/drawing/2014/main" id="{8E39933C-7B48-4BF7-B450-008464EDC393}"/>
              </a:ext>
            </a:extLst>
          </p:cNvPr>
          <p:cNvSpPr>
            <a:spLocks xmlns:a="http://schemas.openxmlformats.org/drawingml/2006/main" noGrp="1"/>
          </p:cNvSpPr>
          <p:nvPr/>
        </p:nvSpPr>
        <p:spPr>
          <a:xfrm xmlns:a="http://schemas.openxmlformats.org/drawingml/2006/main">
            <a:off x="3344631" y="400893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4" name="">
            <a:extLst xmlns:a="http://schemas.openxmlformats.org/drawingml/2006/main">
              <a:ext uri="{FF2B5EF4-FFF2-40B4-BE49-F238E27FC236}">
                <a16:creationId xmlns:a16="http://schemas.microsoft.com/office/drawing/2014/main" id="{99C3E141-400B-4A8B-88FB-0CA2EE523259}"/>
              </a:ext>
            </a:extLst>
          </p:cNvPr>
          <p:cNvSpPr>
            <a:spLocks xmlns:a="http://schemas.openxmlformats.org/drawingml/2006/main" noGrp="1"/>
          </p:cNvSpPr>
          <p:nvPr/>
        </p:nvSpPr>
        <p:spPr>
          <a:xfrm xmlns:a="http://schemas.openxmlformats.org/drawingml/2006/main">
            <a:off x="4567404" y="333857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5" name="">
            <a:extLst xmlns:a="http://schemas.openxmlformats.org/drawingml/2006/main">
              <a:ext uri="{FF2B5EF4-FFF2-40B4-BE49-F238E27FC236}">
                <a16:creationId xmlns:a16="http://schemas.microsoft.com/office/drawing/2014/main" id="{EBECF11C-F105-4374-9734-B3C6B17450AA}"/>
              </a:ext>
            </a:extLst>
          </p:cNvPr>
          <p:cNvSpPr>
            <a:spLocks xmlns:a="http://schemas.openxmlformats.org/drawingml/2006/main" noGrp="1"/>
          </p:cNvSpPr>
          <p:nvPr/>
        </p:nvSpPr>
        <p:spPr>
          <a:xfrm xmlns:a="http://schemas.openxmlformats.org/drawingml/2006/main">
            <a:off x="4567404" y="334810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46" name="">
            <a:extLst xmlns:a="http://schemas.openxmlformats.org/drawingml/2006/main">
              <a:ext uri="{FF2B5EF4-FFF2-40B4-BE49-F238E27FC236}">
                <a16:creationId xmlns:a16="http://schemas.microsoft.com/office/drawing/2014/main" id="{E7236627-3FDD-47F8-B0D5-842139218500}"/>
              </a:ext>
            </a:extLst>
          </p:cNvPr>
          <p:cNvSpPr>
            <a:spLocks xmlns:a="http://schemas.openxmlformats.org/drawingml/2006/main" noGrp="1"/>
          </p:cNvSpPr>
          <p:nvPr/>
        </p:nvSpPr>
        <p:spPr>
          <a:xfrm xmlns:a="http://schemas.openxmlformats.org/drawingml/2006/main">
            <a:off x="4647163" y="3240359"/>
            <a:ext cx="8334" cy="94885"/>
          </a:xfrm>
          <a:prstGeom xmlns:a="http://schemas.openxmlformats.org/drawingml/2006/main" prst="line">
            <a:avLst/>
          </a:prstGeom>
          <a:ln xmlns:a="http://schemas.openxmlformats.org/drawingml/2006/main" w="5715">
            <a:solidFill>
              <a:srgbClr val="14295B"/>
            </a:solidFill>
          </a:ln>
        </p:spPr>
      </p:sp>
      <p:sp>
        <p:nvSpPr>
          <p:cNvPr id="447" name="">
            <a:extLst xmlns:a="http://schemas.openxmlformats.org/drawingml/2006/main">
              <a:ext uri="{FF2B5EF4-FFF2-40B4-BE49-F238E27FC236}">
                <a16:creationId xmlns:a16="http://schemas.microsoft.com/office/drawing/2014/main" id="{2E40B6A9-D055-4185-80BF-FBB477D591F4}"/>
              </a:ext>
            </a:extLst>
          </p:cNvPr>
          <p:cNvSpPr>
            <a:spLocks xmlns:a="http://schemas.openxmlformats.org/drawingml/2006/main" noGrp="1"/>
          </p:cNvSpPr>
          <p:nvPr/>
        </p:nvSpPr>
        <p:spPr>
          <a:xfrm xmlns:a="http://schemas.openxmlformats.org/drawingml/2006/main">
            <a:off x="4579297" y="316415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8" name="">
            <a:extLst xmlns:a="http://schemas.openxmlformats.org/drawingml/2006/main">
              <a:ext uri="{FF2B5EF4-FFF2-40B4-BE49-F238E27FC236}">
                <a16:creationId xmlns:a16="http://schemas.microsoft.com/office/drawing/2014/main" id="{002515CB-4851-4636-B28A-352D0098855B}"/>
              </a:ext>
            </a:extLst>
          </p:cNvPr>
          <p:cNvSpPr>
            <a:spLocks xmlns:a="http://schemas.openxmlformats.org/drawingml/2006/main" noGrp="1"/>
          </p:cNvSpPr>
          <p:nvPr/>
        </p:nvSpPr>
        <p:spPr>
          <a:xfrm xmlns:a="http://schemas.openxmlformats.org/drawingml/2006/main">
            <a:off x="4579297" y="317368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49" name="">
            <a:extLst xmlns:a="http://schemas.openxmlformats.org/drawingml/2006/main">
              <a:ext uri="{FF2B5EF4-FFF2-40B4-BE49-F238E27FC236}">
                <a16:creationId xmlns:a16="http://schemas.microsoft.com/office/drawing/2014/main" id="{886D0BA2-CB46-4EF4-835E-A8EF20643C42}"/>
              </a:ext>
            </a:extLst>
          </p:cNvPr>
          <p:cNvSpPr>
            <a:spLocks xmlns:a="http://schemas.openxmlformats.org/drawingml/2006/main" noGrp="1"/>
          </p:cNvSpPr>
          <p:nvPr/>
        </p:nvSpPr>
        <p:spPr>
          <a:xfrm xmlns:a="http://schemas.openxmlformats.org/drawingml/2006/main">
            <a:off x="3228331" y="397485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0" name="">
            <a:extLst xmlns:a="http://schemas.openxmlformats.org/drawingml/2006/main">
              <a:ext uri="{FF2B5EF4-FFF2-40B4-BE49-F238E27FC236}">
                <a16:creationId xmlns:a16="http://schemas.microsoft.com/office/drawing/2014/main" id="{C46DA1A1-2F07-4281-BA84-7805C705DB2A}"/>
              </a:ext>
            </a:extLst>
          </p:cNvPr>
          <p:cNvSpPr>
            <a:spLocks xmlns:a="http://schemas.openxmlformats.org/drawingml/2006/main" noGrp="1"/>
          </p:cNvSpPr>
          <p:nvPr/>
        </p:nvSpPr>
        <p:spPr>
          <a:xfrm xmlns:a="http://schemas.openxmlformats.org/drawingml/2006/main">
            <a:off x="3228331" y="398437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1" name="">
            <a:extLst xmlns:a="http://schemas.openxmlformats.org/drawingml/2006/main">
              <a:ext uri="{FF2B5EF4-FFF2-40B4-BE49-F238E27FC236}">
                <a16:creationId xmlns:a16="http://schemas.microsoft.com/office/drawing/2014/main" id="{F474C97F-0058-420D-B320-7A6B59F5F645}"/>
              </a:ext>
            </a:extLst>
          </p:cNvPr>
          <p:cNvSpPr>
            <a:spLocks xmlns:a="http://schemas.openxmlformats.org/drawingml/2006/main" noGrp="1"/>
          </p:cNvSpPr>
          <p:nvPr/>
        </p:nvSpPr>
        <p:spPr>
          <a:xfrm xmlns:a="http://schemas.openxmlformats.org/drawingml/2006/main">
            <a:off x="3386465" y="309997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2" name="">
            <a:extLst xmlns:a="http://schemas.openxmlformats.org/drawingml/2006/main">
              <a:ext uri="{FF2B5EF4-FFF2-40B4-BE49-F238E27FC236}">
                <a16:creationId xmlns:a16="http://schemas.microsoft.com/office/drawing/2014/main" id="{4884EFCA-9E3A-4E7E-8F07-0691783970B7}"/>
              </a:ext>
            </a:extLst>
          </p:cNvPr>
          <p:cNvSpPr>
            <a:spLocks xmlns:a="http://schemas.openxmlformats.org/drawingml/2006/main" noGrp="1"/>
          </p:cNvSpPr>
          <p:nvPr/>
        </p:nvSpPr>
        <p:spPr>
          <a:xfrm xmlns:a="http://schemas.openxmlformats.org/drawingml/2006/main">
            <a:off x="3386465" y="310949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3" name="">
            <a:extLst xmlns:a="http://schemas.openxmlformats.org/drawingml/2006/main">
              <a:ext uri="{FF2B5EF4-FFF2-40B4-BE49-F238E27FC236}">
                <a16:creationId xmlns:a16="http://schemas.microsoft.com/office/drawing/2014/main" id="{A93E2BC0-DF4E-4384-B8E6-DC8247AF8391}"/>
              </a:ext>
            </a:extLst>
          </p:cNvPr>
          <p:cNvSpPr>
            <a:spLocks xmlns:a="http://schemas.openxmlformats.org/drawingml/2006/main" noGrp="1"/>
          </p:cNvSpPr>
          <p:nvPr/>
        </p:nvSpPr>
        <p:spPr>
          <a:xfrm xmlns:a="http://schemas.openxmlformats.org/drawingml/2006/main">
            <a:off x="4647550" y="3494312"/>
            <a:ext cx="57945" cy="75597"/>
          </a:xfrm>
          <a:prstGeom xmlns:a="http://schemas.openxmlformats.org/drawingml/2006/main" prst="line">
            <a:avLst/>
          </a:prstGeom>
          <a:ln xmlns:a="http://schemas.openxmlformats.org/drawingml/2006/main" w="5715">
            <a:solidFill>
              <a:srgbClr val="14295B"/>
            </a:solidFill>
          </a:ln>
        </p:spPr>
      </p:sp>
      <p:sp>
        <p:nvSpPr>
          <p:cNvPr id="454" name="">
            <a:extLst xmlns:a="http://schemas.openxmlformats.org/drawingml/2006/main">
              <a:ext uri="{FF2B5EF4-FFF2-40B4-BE49-F238E27FC236}">
                <a16:creationId xmlns:a16="http://schemas.microsoft.com/office/drawing/2014/main" id="{DD7D9F71-DDC4-4ED7-814A-4F5624685612}"/>
              </a:ext>
            </a:extLst>
          </p:cNvPr>
          <p:cNvSpPr>
            <a:spLocks xmlns:a="http://schemas.openxmlformats.org/drawingml/2006/main" noGrp="1"/>
          </p:cNvSpPr>
          <p:nvPr/>
        </p:nvSpPr>
        <p:spPr>
          <a:xfrm xmlns:a="http://schemas.openxmlformats.org/drawingml/2006/main">
            <a:off x="4629295" y="349370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5" name="">
            <a:extLst xmlns:a="http://schemas.openxmlformats.org/drawingml/2006/main">
              <a:ext uri="{FF2B5EF4-FFF2-40B4-BE49-F238E27FC236}">
                <a16:creationId xmlns:a16="http://schemas.microsoft.com/office/drawing/2014/main" id="{3BD5771B-0DFF-4981-8C54-3821D06C26D5}"/>
              </a:ext>
            </a:extLst>
          </p:cNvPr>
          <p:cNvSpPr>
            <a:spLocks xmlns:a="http://schemas.openxmlformats.org/drawingml/2006/main" noGrp="1"/>
          </p:cNvSpPr>
          <p:nvPr/>
        </p:nvSpPr>
        <p:spPr>
          <a:xfrm xmlns:a="http://schemas.openxmlformats.org/drawingml/2006/main">
            <a:off x="4629295" y="350323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6" name="">
            <a:extLst xmlns:a="http://schemas.openxmlformats.org/drawingml/2006/main">
              <a:ext uri="{FF2B5EF4-FFF2-40B4-BE49-F238E27FC236}">
                <a16:creationId xmlns:a16="http://schemas.microsoft.com/office/drawing/2014/main" id="{7E9BE32E-1A1E-4BEA-AFA3-6EE14177F925}"/>
              </a:ext>
            </a:extLst>
          </p:cNvPr>
          <p:cNvSpPr>
            <a:spLocks xmlns:a="http://schemas.openxmlformats.org/drawingml/2006/main" noGrp="1"/>
          </p:cNvSpPr>
          <p:nvPr/>
        </p:nvSpPr>
        <p:spPr>
          <a:xfrm xmlns:a="http://schemas.openxmlformats.org/drawingml/2006/main">
            <a:off x="3155526" y="4051054"/>
            <a:ext cx="70237" cy="64338"/>
          </a:xfrm>
          <a:prstGeom xmlns:a="http://schemas.openxmlformats.org/drawingml/2006/main" prst="line">
            <a:avLst/>
          </a:prstGeom>
          <a:ln xmlns:a="http://schemas.openxmlformats.org/drawingml/2006/main" w="5715">
            <a:solidFill>
              <a:srgbClr val="14295B"/>
            </a:solidFill>
          </a:ln>
        </p:spPr>
      </p:sp>
      <p:sp>
        <p:nvSpPr>
          <p:cNvPr id="457" name="">
            <a:extLst xmlns:a="http://schemas.openxmlformats.org/drawingml/2006/main">
              <a:ext uri="{FF2B5EF4-FFF2-40B4-BE49-F238E27FC236}">
                <a16:creationId xmlns:a16="http://schemas.microsoft.com/office/drawing/2014/main" id="{10E77F1D-A696-4C9E-BF96-52FF9601EF49}"/>
              </a:ext>
            </a:extLst>
          </p:cNvPr>
          <p:cNvSpPr>
            <a:spLocks xmlns:a="http://schemas.openxmlformats.org/drawingml/2006/main" noGrp="1"/>
          </p:cNvSpPr>
          <p:nvPr/>
        </p:nvSpPr>
        <p:spPr>
          <a:xfrm xmlns:a="http://schemas.openxmlformats.org/drawingml/2006/main">
            <a:off x="3079326" y="403919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8" name="">
            <a:extLst xmlns:a="http://schemas.openxmlformats.org/drawingml/2006/main">
              <a:ext uri="{FF2B5EF4-FFF2-40B4-BE49-F238E27FC236}">
                <a16:creationId xmlns:a16="http://schemas.microsoft.com/office/drawing/2014/main" id="{BD8F4F98-A8F5-4183-8B44-9A39D01AB9A5}"/>
              </a:ext>
            </a:extLst>
          </p:cNvPr>
          <p:cNvSpPr>
            <a:spLocks xmlns:a="http://schemas.openxmlformats.org/drawingml/2006/main" noGrp="1"/>
          </p:cNvSpPr>
          <p:nvPr/>
        </p:nvSpPr>
        <p:spPr>
          <a:xfrm xmlns:a="http://schemas.openxmlformats.org/drawingml/2006/main">
            <a:off x="3079326" y="404871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59" name="">
            <a:extLst xmlns:a="http://schemas.openxmlformats.org/drawingml/2006/main">
              <a:ext uri="{FF2B5EF4-FFF2-40B4-BE49-F238E27FC236}">
                <a16:creationId xmlns:a16="http://schemas.microsoft.com/office/drawing/2014/main" id="{9BD7A1A5-DA0C-4BC1-B48E-8F3877839FC2}"/>
              </a:ext>
            </a:extLst>
          </p:cNvPr>
          <p:cNvSpPr>
            <a:spLocks xmlns:a="http://schemas.openxmlformats.org/drawingml/2006/main" noGrp="1"/>
          </p:cNvSpPr>
          <p:nvPr/>
        </p:nvSpPr>
        <p:spPr>
          <a:xfrm xmlns:a="http://schemas.openxmlformats.org/drawingml/2006/main">
            <a:off x="3386312" y="373625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0" name="">
            <a:extLst xmlns:a="http://schemas.openxmlformats.org/drawingml/2006/main">
              <a:ext uri="{FF2B5EF4-FFF2-40B4-BE49-F238E27FC236}">
                <a16:creationId xmlns:a16="http://schemas.microsoft.com/office/drawing/2014/main" id="{746CA08F-A67D-482A-A924-7FDF17C2ABA8}"/>
              </a:ext>
            </a:extLst>
          </p:cNvPr>
          <p:cNvSpPr>
            <a:spLocks xmlns:a="http://schemas.openxmlformats.org/drawingml/2006/main" noGrp="1"/>
          </p:cNvSpPr>
          <p:nvPr/>
        </p:nvSpPr>
        <p:spPr>
          <a:xfrm xmlns:a="http://schemas.openxmlformats.org/drawingml/2006/main">
            <a:off x="3386312" y="374577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61" name="">
            <a:extLst xmlns:a="http://schemas.openxmlformats.org/drawingml/2006/main">
              <a:ext uri="{FF2B5EF4-FFF2-40B4-BE49-F238E27FC236}">
                <a16:creationId xmlns:a16="http://schemas.microsoft.com/office/drawing/2014/main" id="{0A0DA820-3825-4013-BF6D-511FE51D59E7}"/>
              </a:ext>
            </a:extLst>
          </p:cNvPr>
          <p:cNvSpPr>
            <a:spLocks xmlns:a="http://schemas.openxmlformats.org/drawingml/2006/main" noGrp="1"/>
          </p:cNvSpPr>
          <p:nvPr/>
        </p:nvSpPr>
        <p:spPr>
          <a:xfrm xmlns:a="http://schemas.openxmlformats.org/drawingml/2006/main">
            <a:off x="3383687" y="4051054"/>
            <a:ext cx="95250" cy="953"/>
          </a:xfrm>
          <a:prstGeom xmlns:a="http://schemas.openxmlformats.org/drawingml/2006/main" prst="line">
            <a:avLst/>
          </a:prstGeom>
          <a:ln xmlns:a="http://schemas.openxmlformats.org/drawingml/2006/main" w="5715">
            <a:solidFill>
              <a:srgbClr val="14295B"/>
            </a:solidFill>
          </a:ln>
        </p:spPr>
      </p:sp>
      <p:sp>
        <p:nvSpPr>
          <p:cNvPr id="462" name="">
            <a:extLst xmlns:a="http://schemas.openxmlformats.org/drawingml/2006/main">
              <a:ext uri="{FF2B5EF4-FFF2-40B4-BE49-F238E27FC236}">
                <a16:creationId xmlns:a16="http://schemas.microsoft.com/office/drawing/2014/main" id="{8BFB74B1-D594-4765-86CA-A418A21BDC99}"/>
              </a:ext>
            </a:extLst>
          </p:cNvPr>
          <p:cNvSpPr>
            <a:spLocks xmlns:a="http://schemas.openxmlformats.org/drawingml/2006/main" noGrp="1"/>
          </p:cNvSpPr>
          <p:nvPr/>
        </p:nvSpPr>
        <p:spPr>
          <a:xfrm xmlns:a="http://schemas.openxmlformats.org/drawingml/2006/main">
            <a:off x="3402737" y="397485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3" name="">
            <a:extLst xmlns:a="http://schemas.openxmlformats.org/drawingml/2006/main">
              <a:ext uri="{FF2B5EF4-FFF2-40B4-BE49-F238E27FC236}">
                <a16:creationId xmlns:a16="http://schemas.microsoft.com/office/drawing/2014/main" id="{DD1DBA90-86D6-41A3-9AE1-B921452D4F8F}"/>
              </a:ext>
            </a:extLst>
          </p:cNvPr>
          <p:cNvSpPr>
            <a:spLocks xmlns:a="http://schemas.openxmlformats.org/drawingml/2006/main" noGrp="1"/>
          </p:cNvSpPr>
          <p:nvPr/>
        </p:nvSpPr>
        <p:spPr>
          <a:xfrm xmlns:a="http://schemas.openxmlformats.org/drawingml/2006/main">
            <a:off x="3402737" y="398437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4" name="">
            <a:extLst xmlns:a="http://schemas.openxmlformats.org/drawingml/2006/main">
              <a:ext uri="{FF2B5EF4-FFF2-40B4-BE49-F238E27FC236}">
                <a16:creationId xmlns:a16="http://schemas.microsoft.com/office/drawing/2014/main" id="{1BEE06FC-42B8-4CDB-96D8-A72B61DCBDA0}"/>
              </a:ext>
            </a:extLst>
          </p:cNvPr>
          <p:cNvSpPr>
            <a:spLocks xmlns:a="http://schemas.openxmlformats.org/drawingml/2006/main" noGrp="1"/>
          </p:cNvSpPr>
          <p:nvPr/>
        </p:nvSpPr>
        <p:spPr>
          <a:xfrm xmlns:a="http://schemas.openxmlformats.org/drawingml/2006/main">
            <a:off x="6153150" y="23812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5" name="">
            <a:extLst xmlns:a="http://schemas.openxmlformats.org/drawingml/2006/main">
              <a:ext uri="{FF2B5EF4-FFF2-40B4-BE49-F238E27FC236}">
                <a16:creationId xmlns:a16="http://schemas.microsoft.com/office/drawing/2014/main" id="{D033ECB3-8E95-4451-9321-1756E9B6EBA9}"/>
              </a:ext>
            </a:extLst>
          </p:cNvPr>
          <p:cNvSpPr>
            <a:spLocks xmlns:a="http://schemas.openxmlformats.org/drawingml/2006/main" noGrp="1"/>
          </p:cNvSpPr>
          <p:nvPr/>
        </p:nvSpPr>
        <p:spPr>
          <a:xfrm xmlns:a="http://schemas.openxmlformats.org/drawingml/2006/main">
            <a:off x="6153150" y="23907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66" name="">
            <a:extLst xmlns:a="http://schemas.openxmlformats.org/drawingml/2006/main">
              <a:ext uri="{FF2B5EF4-FFF2-40B4-BE49-F238E27FC236}">
                <a16:creationId xmlns:a16="http://schemas.microsoft.com/office/drawing/2014/main" id="{6E7B9983-AC63-4381-86B9-D8548E4C26BF}"/>
              </a:ext>
            </a:extLst>
          </p:cNvPr>
          <p:cNvSpPr>
            <a:spLocks xmlns:a="http://schemas.openxmlformats.org/drawingml/2006/main" noGrp="1"/>
          </p:cNvSpPr>
          <p:nvPr/>
        </p:nvSpPr>
        <p:spPr>
          <a:xfrm xmlns:a="http://schemas.openxmlformats.org/drawingml/2006/main">
            <a:off x="6457950" y="23812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67" name="">
            <a:extLst xmlns:a="http://schemas.openxmlformats.org/drawingml/2006/main">
              <a:ext uri="{FF2B5EF4-FFF2-40B4-BE49-F238E27FC236}">
                <a16:creationId xmlns:a16="http://schemas.microsoft.com/office/drawing/2014/main" id="{5D39478A-ADD9-4492-9572-96FFBE593068}"/>
              </a:ext>
            </a:extLst>
          </p:cNvPr>
          <p:cNvSpPr>
            <a:spLocks xmlns:a="http://schemas.openxmlformats.org/drawingml/2006/main" noGrp="1"/>
          </p:cNvSpPr>
          <p:nvPr/>
        </p:nvSpPr>
        <p:spPr>
          <a:xfrm xmlns:a="http://schemas.openxmlformats.org/drawingml/2006/main">
            <a:off x="6153150" y="26574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8" name="">
            <a:extLst xmlns:a="http://schemas.openxmlformats.org/drawingml/2006/main">
              <a:ext uri="{FF2B5EF4-FFF2-40B4-BE49-F238E27FC236}">
                <a16:creationId xmlns:a16="http://schemas.microsoft.com/office/drawing/2014/main" id="{B8A89689-B52A-4767-9C71-37793E938053}"/>
              </a:ext>
            </a:extLst>
          </p:cNvPr>
          <p:cNvSpPr>
            <a:spLocks xmlns:a="http://schemas.openxmlformats.org/drawingml/2006/main" noGrp="1"/>
          </p:cNvSpPr>
          <p:nvPr/>
        </p:nvSpPr>
        <p:spPr>
          <a:xfrm xmlns:a="http://schemas.openxmlformats.org/drawingml/2006/main">
            <a:off x="6153150" y="26670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69" name="">
            <a:extLst xmlns:a="http://schemas.openxmlformats.org/drawingml/2006/main">
              <a:ext uri="{FF2B5EF4-FFF2-40B4-BE49-F238E27FC236}">
                <a16:creationId xmlns:a16="http://schemas.microsoft.com/office/drawing/2014/main" id="{05866B85-1F41-4F61-BEFA-F9526C554FC5}"/>
              </a:ext>
            </a:extLst>
          </p:cNvPr>
          <p:cNvSpPr>
            <a:spLocks xmlns:a="http://schemas.openxmlformats.org/drawingml/2006/main" noGrp="1"/>
          </p:cNvSpPr>
          <p:nvPr/>
        </p:nvSpPr>
        <p:spPr>
          <a:xfrm xmlns:a="http://schemas.openxmlformats.org/drawingml/2006/main">
            <a:off x="6457950" y="26574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70" name="">
            <a:extLst xmlns:a="http://schemas.openxmlformats.org/drawingml/2006/main">
              <a:ext uri="{FF2B5EF4-FFF2-40B4-BE49-F238E27FC236}">
                <a16:creationId xmlns:a16="http://schemas.microsoft.com/office/drawing/2014/main" id="{DB8E354D-A480-498E-8250-3AE23B01B4E7}"/>
              </a:ext>
            </a:extLst>
          </p:cNvPr>
          <p:cNvSpPr>
            <a:spLocks xmlns:a="http://schemas.openxmlformats.org/drawingml/2006/main" noGrp="1"/>
          </p:cNvSpPr>
          <p:nvPr/>
        </p:nvSpPr>
        <p:spPr>
          <a:xfrm xmlns:a="http://schemas.openxmlformats.org/drawingml/2006/main">
            <a:off x="6153150" y="29337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1" name="">
            <a:extLst xmlns:a="http://schemas.openxmlformats.org/drawingml/2006/main">
              <a:ext uri="{FF2B5EF4-FFF2-40B4-BE49-F238E27FC236}">
                <a16:creationId xmlns:a16="http://schemas.microsoft.com/office/drawing/2014/main" id="{074D5EA6-23AA-4E14-A672-057D5BD9E797}"/>
              </a:ext>
            </a:extLst>
          </p:cNvPr>
          <p:cNvSpPr>
            <a:spLocks xmlns:a="http://schemas.openxmlformats.org/drawingml/2006/main" noGrp="1"/>
          </p:cNvSpPr>
          <p:nvPr/>
        </p:nvSpPr>
        <p:spPr>
          <a:xfrm xmlns:a="http://schemas.openxmlformats.org/drawingml/2006/main">
            <a:off x="6153150" y="29432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72" name="">
            <a:extLst xmlns:a="http://schemas.openxmlformats.org/drawingml/2006/main">
              <a:ext uri="{FF2B5EF4-FFF2-40B4-BE49-F238E27FC236}">
                <a16:creationId xmlns:a16="http://schemas.microsoft.com/office/drawing/2014/main" id="{42CF5AD4-0064-469E-8BAF-9E00BFFAD153}"/>
              </a:ext>
            </a:extLst>
          </p:cNvPr>
          <p:cNvSpPr>
            <a:spLocks xmlns:a="http://schemas.openxmlformats.org/drawingml/2006/main" noGrp="1"/>
          </p:cNvSpPr>
          <p:nvPr/>
        </p:nvSpPr>
        <p:spPr>
          <a:xfrm xmlns:a="http://schemas.openxmlformats.org/drawingml/2006/main">
            <a:off x="6457950" y="29337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Singapore General Hospital (SIT Flats...)</a:t>
            </a:r>
          </a:p>
        </p:txBody>
      </p:sp>
      <p:sp>
        <p:nvSpPr>
          <p:cNvPr id="473" name="">
            <a:extLst xmlns:a="http://schemas.openxmlformats.org/drawingml/2006/main">
              <a:ext uri="{FF2B5EF4-FFF2-40B4-BE49-F238E27FC236}">
                <a16:creationId xmlns:a16="http://schemas.microsoft.com/office/drawing/2014/main" id="{1BF89829-5A05-4A6D-9B43-0607AB48BF31}"/>
              </a:ext>
            </a:extLst>
          </p:cNvPr>
          <p:cNvSpPr>
            <a:spLocks xmlns:a="http://schemas.openxmlformats.org/drawingml/2006/main" noGrp="1"/>
          </p:cNvSpPr>
          <p:nvPr/>
        </p:nvSpPr>
        <p:spPr>
          <a:xfrm xmlns:a="http://schemas.openxmlformats.org/drawingml/2006/main">
            <a:off x="6153150" y="32099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4" name="">
            <a:extLst xmlns:a="http://schemas.openxmlformats.org/drawingml/2006/main">
              <a:ext uri="{FF2B5EF4-FFF2-40B4-BE49-F238E27FC236}">
                <a16:creationId xmlns:a16="http://schemas.microsoft.com/office/drawing/2014/main" id="{D5207859-A565-4A2F-9F1E-5CBE834BEFF2}"/>
              </a:ext>
            </a:extLst>
          </p:cNvPr>
          <p:cNvSpPr>
            <a:spLocks xmlns:a="http://schemas.openxmlformats.org/drawingml/2006/main" noGrp="1"/>
          </p:cNvSpPr>
          <p:nvPr/>
        </p:nvSpPr>
        <p:spPr>
          <a:xfrm xmlns:a="http://schemas.openxmlformats.org/drawingml/2006/main">
            <a:off x="6153150" y="32194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75" name="">
            <a:extLst xmlns:a="http://schemas.openxmlformats.org/drawingml/2006/main">
              <a:ext uri="{FF2B5EF4-FFF2-40B4-BE49-F238E27FC236}">
                <a16:creationId xmlns:a16="http://schemas.microsoft.com/office/drawing/2014/main" id="{EF8C5065-1FCD-4C91-8A94-2E7AE20B453E}"/>
              </a:ext>
            </a:extLst>
          </p:cNvPr>
          <p:cNvSpPr>
            <a:spLocks xmlns:a="http://schemas.openxmlformats.org/drawingml/2006/main" noGrp="1"/>
          </p:cNvSpPr>
          <p:nvPr/>
        </p:nvSpPr>
        <p:spPr>
          <a:xfrm xmlns:a="http://schemas.openxmlformats.org/drawingml/2006/main">
            <a:off x="6457950" y="32099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Yio Chu Kang East (Nanyang Polytechnic)</a:t>
            </a:r>
          </a:p>
        </p:txBody>
      </p:sp>
      <p:sp>
        <p:nvSpPr>
          <p:cNvPr id="476" name="">
            <a:extLst xmlns:a="http://schemas.openxmlformats.org/drawingml/2006/main">
              <a:ext uri="{FF2B5EF4-FFF2-40B4-BE49-F238E27FC236}">
                <a16:creationId xmlns:a16="http://schemas.microsoft.com/office/drawing/2014/main" id="{7C41094E-63EF-4359-B7F2-2B33E3C43528}"/>
              </a:ext>
            </a:extLst>
          </p:cNvPr>
          <p:cNvSpPr>
            <a:spLocks xmlns:a="http://schemas.openxmlformats.org/drawingml/2006/main" noGrp="1"/>
          </p:cNvSpPr>
          <p:nvPr/>
        </p:nvSpPr>
        <p:spPr>
          <a:xfrm xmlns:a="http://schemas.openxmlformats.org/drawingml/2006/main">
            <a:off x="6153150" y="34861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7" name="">
            <a:extLst xmlns:a="http://schemas.openxmlformats.org/drawingml/2006/main">
              <a:ext uri="{FF2B5EF4-FFF2-40B4-BE49-F238E27FC236}">
                <a16:creationId xmlns:a16="http://schemas.microsoft.com/office/drawing/2014/main" id="{F39811FA-FDE8-4D9C-9073-7E996AA499DE}"/>
              </a:ext>
            </a:extLst>
          </p:cNvPr>
          <p:cNvSpPr>
            <a:spLocks xmlns:a="http://schemas.openxmlformats.org/drawingml/2006/main" noGrp="1"/>
          </p:cNvSpPr>
          <p:nvPr/>
        </p:nvSpPr>
        <p:spPr>
          <a:xfrm xmlns:a="http://schemas.openxmlformats.org/drawingml/2006/main">
            <a:off x="6153150" y="34956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78" name="">
            <a:extLst xmlns:a="http://schemas.openxmlformats.org/drawingml/2006/main">
              <a:ext uri="{FF2B5EF4-FFF2-40B4-BE49-F238E27FC236}">
                <a16:creationId xmlns:a16="http://schemas.microsoft.com/office/drawing/2014/main" id="{CCE64473-386A-42E4-A741-391261F4E61F}"/>
              </a:ext>
            </a:extLst>
          </p:cNvPr>
          <p:cNvSpPr>
            <a:spLocks xmlns:a="http://schemas.openxmlformats.org/drawingml/2006/main" noGrp="1"/>
          </p:cNvSpPr>
          <p:nvPr/>
        </p:nvSpPr>
        <p:spPr>
          <a:xfrm xmlns:a="http://schemas.openxmlformats.org/drawingml/2006/main">
            <a:off x="6457950" y="34861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a:t>
            </a:r>
          </a:p>
        </p:txBody>
      </p:sp>
      <p:sp>
        <p:nvSpPr>
          <p:cNvPr id="479" name="">
            <a:extLst xmlns:a="http://schemas.openxmlformats.org/drawingml/2006/main">
              <a:ext uri="{FF2B5EF4-FFF2-40B4-BE49-F238E27FC236}">
                <a16:creationId xmlns:a16="http://schemas.microsoft.com/office/drawing/2014/main" id="{386182BC-7B02-4212-8840-2BB1F84F9DBB}"/>
              </a:ext>
            </a:extLst>
          </p:cNvPr>
          <p:cNvSpPr>
            <a:spLocks xmlns:a="http://schemas.openxmlformats.org/drawingml/2006/main" noGrp="1"/>
          </p:cNvSpPr>
          <p:nvPr/>
        </p:nvSpPr>
        <p:spPr>
          <a:xfrm xmlns:a="http://schemas.openxmlformats.org/drawingml/2006/main">
            <a:off x="6153150" y="37623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0" name="">
            <a:extLst xmlns:a="http://schemas.openxmlformats.org/drawingml/2006/main">
              <a:ext uri="{FF2B5EF4-FFF2-40B4-BE49-F238E27FC236}">
                <a16:creationId xmlns:a16="http://schemas.microsoft.com/office/drawing/2014/main" id="{133E23AC-4F29-4773-B504-328F9AFD7BBC}"/>
              </a:ext>
            </a:extLst>
          </p:cNvPr>
          <p:cNvSpPr>
            <a:spLocks xmlns:a="http://schemas.openxmlformats.org/drawingml/2006/main" noGrp="1"/>
          </p:cNvSpPr>
          <p:nvPr/>
        </p:nvSpPr>
        <p:spPr>
          <a:xfrm xmlns:a="http://schemas.openxmlformats.org/drawingml/2006/main">
            <a:off x="6153150" y="37719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81" name="">
            <a:extLst xmlns:a="http://schemas.openxmlformats.org/drawingml/2006/main">
              <a:ext uri="{FF2B5EF4-FFF2-40B4-BE49-F238E27FC236}">
                <a16:creationId xmlns:a16="http://schemas.microsoft.com/office/drawing/2014/main" id="{82BAEF41-7D13-4859-8D7E-20EAC79AFFB0}"/>
              </a:ext>
            </a:extLst>
          </p:cNvPr>
          <p:cNvSpPr>
            <a:spLocks xmlns:a="http://schemas.openxmlformats.org/drawingml/2006/main" noGrp="1"/>
          </p:cNvSpPr>
          <p:nvPr/>
        </p:nvSpPr>
        <p:spPr>
          <a:xfrm xmlns:a="http://schemas.openxmlformats.org/drawingml/2006/main">
            <a:off x="6457950" y="37623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Kampong Tiong Bahru (Tiong Bahru Plaza)</a:t>
            </a:r>
          </a:p>
        </p:txBody>
      </p:sp>
      <p:sp>
        <p:nvSpPr>
          <p:cNvPr id="482" name="">
            <a:extLst xmlns:a="http://schemas.openxmlformats.org/drawingml/2006/main">
              <a:ext uri="{FF2B5EF4-FFF2-40B4-BE49-F238E27FC236}">
                <a16:creationId xmlns:a16="http://schemas.microsoft.com/office/drawing/2014/main" id="{EE267687-446B-4E28-908B-4779ABC1B500}"/>
              </a:ext>
            </a:extLst>
          </p:cNvPr>
          <p:cNvSpPr>
            <a:spLocks xmlns:a="http://schemas.openxmlformats.org/drawingml/2006/main" noGrp="1"/>
          </p:cNvSpPr>
          <p:nvPr/>
        </p:nvSpPr>
        <p:spPr>
          <a:xfrm xmlns:a="http://schemas.openxmlformats.org/drawingml/2006/main">
            <a:off x="6153150" y="40386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3" name="">
            <a:extLst xmlns:a="http://schemas.openxmlformats.org/drawingml/2006/main">
              <a:ext uri="{FF2B5EF4-FFF2-40B4-BE49-F238E27FC236}">
                <a16:creationId xmlns:a16="http://schemas.microsoft.com/office/drawing/2014/main" id="{9506D045-EBB9-430A-9DA5-3173A6151157}"/>
              </a:ext>
            </a:extLst>
          </p:cNvPr>
          <p:cNvSpPr>
            <a:spLocks xmlns:a="http://schemas.openxmlformats.org/drawingml/2006/main" noGrp="1"/>
          </p:cNvSpPr>
          <p:nvPr/>
        </p:nvSpPr>
        <p:spPr>
          <a:xfrm xmlns:a="http://schemas.openxmlformats.org/drawingml/2006/main">
            <a:off x="6153150" y="40481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84" name="">
            <a:extLst xmlns:a="http://schemas.openxmlformats.org/drawingml/2006/main">
              <a:ext uri="{FF2B5EF4-FFF2-40B4-BE49-F238E27FC236}">
                <a16:creationId xmlns:a16="http://schemas.microsoft.com/office/drawing/2014/main" id="{BD69BD04-4150-46B0-99DC-6E9FF0E96E14}"/>
              </a:ext>
            </a:extLst>
          </p:cNvPr>
          <p:cNvSpPr>
            <a:spLocks xmlns:a="http://schemas.openxmlformats.org/drawingml/2006/main" noGrp="1"/>
          </p:cNvSpPr>
          <p:nvPr/>
        </p:nvSpPr>
        <p:spPr>
          <a:xfrm xmlns:a="http://schemas.openxmlformats.org/drawingml/2006/main">
            <a:off x="6457950" y="40386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Farrer Park (Sri Veeramakaliamman...)</a:t>
            </a:r>
          </a:p>
        </p:txBody>
      </p:sp>
      <p:sp>
        <p:nvSpPr>
          <p:cNvPr id="485" name="">
            <a:extLst xmlns:a="http://schemas.openxmlformats.org/drawingml/2006/main">
              <a:ext uri="{FF2B5EF4-FFF2-40B4-BE49-F238E27FC236}">
                <a16:creationId xmlns:a16="http://schemas.microsoft.com/office/drawing/2014/main" id="{3BCAFD29-79B9-4394-994A-C09A57552857}"/>
              </a:ext>
            </a:extLst>
          </p:cNvPr>
          <p:cNvSpPr>
            <a:spLocks xmlns:a="http://schemas.openxmlformats.org/drawingml/2006/main" noGrp="1"/>
          </p:cNvSpPr>
          <p:nvPr/>
        </p:nvSpPr>
        <p:spPr>
          <a:xfrm xmlns:a="http://schemas.openxmlformats.org/drawingml/2006/main">
            <a:off x="6153150" y="43148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6" name="">
            <a:extLst xmlns:a="http://schemas.openxmlformats.org/drawingml/2006/main">
              <a:ext uri="{FF2B5EF4-FFF2-40B4-BE49-F238E27FC236}">
                <a16:creationId xmlns:a16="http://schemas.microsoft.com/office/drawing/2014/main" id="{9E63D1CB-4DA1-4582-816D-DBEA68D14B3B}"/>
              </a:ext>
            </a:extLst>
          </p:cNvPr>
          <p:cNvSpPr>
            <a:spLocks xmlns:a="http://schemas.openxmlformats.org/drawingml/2006/main" noGrp="1"/>
          </p:cNvSpPr>
          <p:nvPr/>
        </p:nvSpPr>
        <p:spPr>
          <a:xfrm xmlns:a="http://schemas.openxmlformats.org/drawingml/2006/main">
            <a:off x="6153150" y="43243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87" name="">
            <a:extLst xmlns:a="http://schemas.openxmlformats.org/drawingml/2006/main">
              <a:ext uri="{FF2B5EF4-FFF2-40B4-BE49-F238E27FC236}">
                <a16:creationId xmlns:a16="http://schemas.microsoft.com/office/drawing/2014/main" id="{3A7899BD-82CC-470A-ADDE-2A84A6D6B9D2}"/>
              </a:ext>
            </a:extLst>
          </p:cNvPr>
          <p:cNvSpPr>
            <a:spLocks xmlns:a="http://schemas.openxmlformats.org/drawingml/2006/main" noGrp="1"/>
          </p:cNvSpPr>
          <p:nvPr/>
        </p:nvSpPr>
        <p:spPr>
          <a:xfrm xmlns:a="http://schemas.openxmlformats.org/drawingml/2006/main">
            <a:off x="6457950" y="43148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Chinatown (Kreta Ayer Square)</a:t>
            </a:r>
          </a:p>
        </p:txBody>
      </p:sp>
      <p:sp>
        <p:nvSpPr>
          <p:cNvPr id="488" name="Editable chart path">
            <a:extLst xmlns:a="http://schemas.openxmlformats.org/drawingml/2006/main">
              <a:ext uri="{FF2B5EF4-FFF2-40B4-BE49-F238E27FC236}">
                <a16:creationId xmlns:a16="http://schemas.microsoft.com/office/drawing/2014/main" id="{6F9938EC-A1B9-4A3F-8EF7-682513545EE6}"/>
              </a:ext>
            </a:extLst>
          </p:cNvPr>
          <p:cNvSpPr>
            <a:spLocks xmlns:a="http://schemas.openxmlformats.org/drawingml/2006/main" noGrp="1"/>
          </p:cNvSpPr>
          <p:nvPr/>
        </p:nvSpPr>
        <p:spPr>
          <a:xfrm xmlns:a="http://schemas.openxmlformats.org/drawingml/2006/main">
            <a:off x="4932468" y="5143500"/>
            <a:ext cx="155859" cy="163652"/>
          </a:xfrm>
          <a:custGeom xmlns:a="http://schemas.openxmlformats.org/drawingml/2006/main">
            <a:pathLst>
              <a:path w="156682" h="164516">
                <a:moveTo>
                  <a:pt x="0" y="164516"/>
                </a:moveTo>
                <a:lnTo>
                  <a:pt x="156682" y="82258"/>
                </a:lnTo>
                <a:lnTo>
                  <a:pt x="0" y="0"/>
                </a:lnTo>
              </a:path>
            </a:pathLst>
          </a:custGeom>
          <a:solidFill xmlns:a="http://schemas.openxmlformats.org/drawingml/2006/main">
            <a:srgbClr val="14295B"/>
          </a:solidFill>
          <a:ln xmlns:a="http://schemas.openxmlformats.org/drawingml/2006/main" w="0">
            <a:noFill/>
            <a:prstDash val="solid"/>
          </a:ln>
        </p:spPr>
      </p:sp>
      <p:sp>
        <p:nvSpPr>
          <p:cNvPr id="489" name="Editable chart path">
            <a:extLst xmlns:a="http://schemas.openxmlformats.org/drawingml/2006/main">
              <a:ext uri="{FF2B5EF4-FFF2-40B4-BE49-F238E27FC236}">
                <a16:creationId xmlns:a16="http://schemas.microsoft.com/office/drawing/2014/main" id="{8B78878D-DA03-42D1-ADA4-53E0FD22AF3C}"/>
              </a:ext>
            </a:extLst>
          </p:cNvPr>
          <p:cNvSpPr>
            <a:spLocks xmlns:a="http://schemas.openxmlformats.org/drawingml/2006/main" noGrp="1"/>
          </p:cNvSpPr>
          <p:nvPr/>
        </p:nvSpPr>
        <p:spPr>
          <a:xfrm xmlns:a="http://schemas.openxmlformats.org/drawingml/2006/main">
            <a:off x="181528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CE6F4"/>
          </a:solidFill>
          <a:ln xmlns:a="http://schemas.openxmlformats.org/drawingml/2006/main" w="0">
            <a:noFill/>
            <a:prstDash val="solid"/>
          </a:ln>
        </p:spPr>
      </p:sp>
      <p:sp>
        <p:nvSpPr>
          <p:cNvPr id="490" name="Editable chart path">
            <a:extLst xmlns:a="http://schemas.openxmlformats.org/drawingml/2006/main">
              <a:ext uri="{FF2B5EF4-FFF2-40B4-BE49-F238E27FC236}">
                <a16:creationId xmlns:a16="http://schemas.microsoft.com/office/drawing/2014/main" id="{15A7394E-73A0-4A79-AAAB-0F0C908608F3}"/>
              </a:ext>
            </a:extLst>
          </p:cNvPr>
          <p:cNvSpPr>
            <a:spLocks xmlns:a="http://schemas.openxmlformats.org/drawingml/2006/main" noGrp="1"/>
          </p:cNvSpPr>
          <p:nvPr/>
        </p:nvSpPr>
        <p:spPr>
          <a:xfrm xmlns:a="http://schemas.openxmlformats.org/drawingml/2006/main">
            <a:off x="226059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5E2F4"/>
          </a:solidFill>
          <a:ln xmlns:a="http://schemas.openxmlformats.org/drawingml/2006/main" w="0">
            <a:noFill/>
            <a:prstDash val="solid"/>
          </a:ln>
        </p:spPr>
      </p:sp>
      <p:sp>
        <p:nvSpPr>
          <p:cNvPr id="491" name="Editable chart path">
            <a:extLst xmlns:a="http://schemas.openxmlformats.org/drawingml/2006/main">
              <a:ext uri="{FF2B5EF4-FFF2-40B4-BE49-F238E27FC236}">
                <a16:creationId xmlns:a16="http://schemas.microsoft.com/office/drawing/2014/main" id="{A051C6C2-ABF4-4F36-8BE4-24AF5C50D197}"/>
              </a:ext>
            </a:extLst>
          </p:cNvPr>
          <p:cNvSpPr>
            <a:spLocks xmlns:a="http://schemas.openxmlformats.org/drawingml/2006/main" noGrp="1"/>
          </p:cNvSpPr>
          <p:nvPr/>
        </p:nvSpPr>
        <p:spPr>
          <a:xfrm xmlns:a="http://schemas.openxmlformats.org/drawingml/2006/main">
            <a:off x="270590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C2D7F3"/>
          </a:solidFill>
          <a:ln xmlns:a="http://schemas.openxmlformats.org/drawingml/2006/main" w="0">
            <a:noFill/>
            <a:prstDash val="solid"/>
          </a:ln>
        </p:spPr>
      </p:sp>
      <p:sp>
        <p:nvSpPr>
          <p:cNvPr id="492" name="Editable chart path">
            <a:extLst xmlns:a="http://schemas.openxmlformats.org/drawingml/2006/main">
              <a:ext uri="{FF2B5EF4-FFF2-40B4-BE49-F238E27FC236}">
                <a16:creationId xmlns:a16="http://schemas.microsoft.com/office/drawing/2014/main" id="{CF7A4FE4-1433-4CCE-A964-4C8AD27B371F}"/>
              </a:ext>
            </a:extLst>
          </p:cNvPr>
          <p:cNvSpPr>
            <a:spLocks xmlns:a="http://schemas.openxmlformats.org/drawingml/2006/main" noGrp="1"/>
          </p:cNvSpPr>
          <p:nvPr/>
        </p:nvSpPr>
        <p:spPr>
          <a:xfrm xmlns:a="http://schemas.openxmlformats.org/drawingml/2006/main">
            <a:off x="3151218"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9FC2F2"/>
          </a:solidFill>
          <a:ln xmlns:a="http://schemas.openxmlformats.org/drawingml/2006/main" w="0">
            <a:noFill/>
            <a:prstDash val="solid"/>
          </a:ln>
        </p:spPr>
      </p:sp>
      <p:sp>
        <p:nvSpPr>
          <p:cNvPr id="493" name="Editable chart path">
            <a:extLst xmlns:a="http://schemas.openxmlformats.org/drawingml/2006/main">
              <a:ext uri="{FF2B5EF4-FFF2-40B4-BE49-F238E27FC236}">
                <a16:creationId xmlns:a16="http://schemas.microsoft.com/office/drawing/2014/main" id="{24865B63-FF17-490F-AFB1-C843B0C32E93}"/>
              </a:ext>
            </a:extLst>
          </p:cNvPr>
          <p:cNvSpPr>
            <a:spLocks xmlns:a="http://schemas.openxmlformats.org/drawingml/2006/main" noGrp="1"/>
          </p:cNvSpPr>
          <p:nvPr/>
        </p:nvSpPr>
        <p:spPr>
          <a:xfrm xmlns:a="http://schemas.openxmlformats.org/drawingml/2006/main">
            <a:off x="359653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6E9ADA"/>
          </a:solidFill>
          <a:ln xmlns:a="http://schemas.openxmlformats.org/drawingml/2006/main" w="0">
            <a:noFill/>
            <a:prstDash val="solid"/>
          </a:ln>
        </p:spPr>
      </p:sp>
      <p:sp>
        <p:nvSpPr>
          <p:cNvPr id="494" name="Editable chart path">
            <a:extLst xmlns:a="http://schemas.openxmlformats.org/drawingml/2006/main">
              <a:ext uri="{FF2B5EF4-FFF2-40B4-BE49-F238E27FC236}">
                <a16:creationId xmlns:a16="http://schemas.microsoft.com/office/drawing/2014/main" id="{DBB37C88-4296-4FED-B46E-FE6B56F77F02}"/>
              </a:ext>
            </a:extLst>
          </p:cNvPr>
          <p:cNvSpPr>
            <a:spLocks xmlns:a="http://schemas.openxmlformats.org/drawingml/2006/main" noGrp="1"/>
          </p:cNvSpPr>
          <p:nvPr/>
        </p:nvSpPr>
        <p:spPr>
          <a:xfrm xmlns:a="http://schemas.openxmlformats.org/drawingml/2006/main">
            <a:off x="404184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3869B2"/>
          </a:solidFill>
          <a:ln xmlns:a="http://schemas.openxmlformats.org/drawingml/2006/main" w="0">
            <a:noFill/>
            <a:prstDash val="solid"/>
          </a:ln>
        </p:spPr>
      </p:sp>
      <p:sp>
        <p:nvSpPr>
          <p:cNvPr id="495" name="Editable chart path">
            <a:extLst xmlns:a="http://schemas.openxmlformats.org/drawingml/2006/main">
              <a:ext uri="{FF2B5EF4-FFF2-40B4-BE49-F238E27FC236}">
                <a16:creationId xmlns:a16="http://schemas.microsoft.com/office/drawing/2014/main" id="{564A5C6E-C3A4-4B3C-9DD5-045D2CC390A9}"/>
              </a:ext>
            </a:extLst>
          </p:cNvPr>
          <p:cNvSpPr>
            <a:spLocks xmlns:a="http://schemas.openxmlformats.org/drawingml/2006/main" noGrp="1"/>
          </p:cNvSpPr>
          <p:nvPr/>
        </p:nvSpPr>
        <p:spPr>
          <a:xfrm xmlns:a="http://schemas.openxmlformats.org/drawingml/2006/main">
            <a:off x="448715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224889"/>
          </a:solidFill>
          <a:ln xmlns:a="http://schemas.openxmlformats.org/drawingml/2006/main" w="0">
            <a:noFill/>
            <a:prstDash val="solid"/>
          </a:ln>
        </p:spPr>
      </p:sp>
      <p:sp>
        <p:nvSpPr>
          <p:cNvPr id="496" name="Editable chart path">
            <a:extLst xmlns:a="http://schemas.openxmlformats.org/drawingml/2006/main">
              <a:ext uri="{FF2B5EF4-FFF2-40B4-BE49-F238E27FC236}">
                <a16:creationId xmlns:a16="http://schemas.microsoft.com/office/drawing/2014/main" id="{068BE589-706E-4FA7-94C0-CC45016C0496}"/>
              </a:ext>
            </a:extLst>
          </p:cNvPr>
          <p:cNvSpPr>
            <a:spLocks xmlns:a="http://schemas.openxmlformats.org/drawingml/2006/main" noGrp="1"/>
          </p:cNvSpPr>
          <p:nvPr/>
        </p:nvSpPr>
        <p:spPr>
          <a:xfrm xmlns:a="http://schemas.openxmlformats.org/drawingml/2006/main">
            <a:off x="181528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7" name="">
            <a:extLst xmlns:a="http://schemas.openxmlformats.org/drawingml/2006/main">
              <a:ext uri="{FF2B5EF4-FFF2-40B4-BE49-F238E27FC236}">
                <a16:creationId xmlns:a16="http://schemas.microsoft.com/office/drawing/2014/main" id="{9C8C6295-7308-4092-8A8B-2AFB012C7A8A}"/>
              </a:ext>
            </a:extLst>
          </p:cNvPr>
          <p:cNvSpPr>
            <a:spLocks xmlns:a="http://schemas.openxmlformats.org/drawingml/2006/main" noGrp="1"/>
          </p:cNvSpPr>
          <p:nvPr/>
        </p:nvSpPr>
        <p:spPr>
          <a:xfrm xmlns:a="http://schemas.openxmlformats.org/drawingml/2006/main" rot="0">
            <a:off x="1767299" y="5307941"/>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498" name="Editable chart path">
            <a:extLst xmlns:a="http://schemas.openxmlformats.org/drawingml/2006/main">
              <a:ext uri="{FF2B5EF4-FFF2-40B4-BE49-F238E27FC236}">
                <a16:creationId xmlns:a16="http://schemas.microsoft.com/office/drawing/2014/main" id="{C7DE43DA-C3E3-4F6C-A8E5-CE96543C7C6D}"/>
              </a:ext>
            </a:extLst>
          </p:cNvPr>
          <p:cNvSpPr>
            <a:spLocks xmlns:a="http://schemas.openxmlformats.org/drawingml/2006/main" noGrp="1"/>
          </p:cNvSpPr>
          <p:nvPr/>
        </p:nvSpPr>
        <p:spPr>
          <a:xfrm xmlns:a="http://schemas.openxmlformats.org/drawingml/2006/main">
            <a:off x="226059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9" name="">
            <a:extLst xmlns:a="http://schemas.openxmlformats.org/drawingml/2006/main">
              <a:ext uri="{FF2B5EF4-FFF2-40B4-BE49-F238E27FC236}">
                <a16:creationId xmlns:a16="http://schemas.microsoft.com/office/drawing/2014/main" id="{EFF8AEF5-75F4-4ACD-9162-9109B25DBE0F}"/>
              </a:ext>
            </a:extLst>
          </p:cNvPr>
          <p:cNvSpPr>
            <a:spLocks xmlns:a="http://schemas.openxmlformats.org/drawingml/2006/main" noGrp="1"/>
          </p:cNvSpPr>
          <p:nvPr/>
        </p:nvSpPr>
        <p:spPr>
          <a:xfrm xmlns:a="http://schemas.openxmlformats.org/drawingml/2006/main" rot="0">
            <a:off x="2227348" y="5307941"/>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500" name="Editable chart path">
            <a:extLst xmlns:a="http://schemas.openxmlformats.org/drawingml/2006/main">
              <a:ext uri="{FF2B5EF4-FFF2-40B4-BE49-F238E27FC236}">
                <a16:creationId xmlns:a16="http://schemas.microsoft.com/office/drawing/2014/main" id="{E7374DE4-7929-413A-886F-BBD2995F213D}"/>
              </a:ext>
            </a:extLst>
          </p:cNvPr>
          <p:cNvSpPr>
            <a:spLocks xmlns:a="http://schemas.openxmlformats.org/drawingml/2006/main" noGrp="1"/>
          </p:cNvSpPr>
          <p:nvPr/>
        </p:nvSpPr>
        <p:spPr>
          <a:xfrm xmlns:a="http://schemas.openxmlformats.org/drawingml/2006/main">
            <a:off x="270590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1" name="">
            <a:extLst xmlns:a="http://schemas.openxmlformats.org/drawingml/2006/main">
              <a:ext uri="{FF2B5EF4-FFF2-40B4-BE49-F238E27FC236}">
                <a16:creationId xmlns:a16="http://schemas.microsoft.com/office/drawing/2014/main" id="{D724B33A-1321-4798-80A2-D12EE715A80B}"/>
              </a:ext>
            </a:extLst>
          </p:cNvPr>
          <p:cNvSpPr>
            <a:spLocks xmlns:a="http://schemas.openxmlformats.org/drawingml/2006/main" noGrp="1"/>
          </p:cNvSpPr>
          <p:nvPr/>
        </p:nvSpPr>
        <p:spPr>
          <a:xfrm xmlns:a="http://schemas.openxmlformats.org/drawingml/2006/main" rot="0">
            <a:off x="2660738" y="5307941"/>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502" name="Editable chart path">
            <a:extLst xmlns:a="http://schemas.openxmlformats.org/drawingml/2006/main">
              <a:ext uri="{FF2B5EF4-FFF2-40B4-BE49-F238E27FC236}">
                <a16:creationId xmlns:a16="http://schemas.microsoft.com/office/drawing/2014/main" id="{3C6AE8E6-C6C1-4A9C-88DE-37A21B2EF5F6}"/>
              </a:ext>
            </a:extLst>
          </p:cNvPr>
          <p:cNvSpPr>
            <a:spLocks xmlns:a="http://schemas.openxmlformats.org/drawingml/2006/main" noGrp="1"/>
          </p:cNvSpPr>
          <p:nvPr/>
        </p:nvSpPr>
        <p:spPr>
          <a:xfrm xmlns:a="http://schemas.openxmlformats.org/drawingml/2006/main">
            <a:off x="315121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3" name="">
            <a:extLst xmlns:a="http://schemas.openxmlformats.org/drawingml/2006/main">
              <a:ext uri="{FF2B5EF4-FFF2-40B4-BE49-F238E27FC236}">
                <a16:creationId xmlns:a16="http://schemas.microsoft.com/office/drawing/2014/main" id="{6BF97515-13DF-45E1-9586-3FCC7C32D593}"/>
              </a:ext>
            </a:extLst>
          </p:cNvPr>
          <p:cNvSpPr>
            <a:spLocks xmlns:a="http://schemas.openxmlformats.org/drawingml/2006/main" noGrp="1"/>
          </p:cNvSpPr>
          <p:nvPr/>
        </p:nvSpPr>
        <p:spPr>
          <a:xfrm xmlns:a="http://schemas.openxmlformats.org/drawingml/2006/main" rot="0">
            <a:off x="3103181" y="5307941"/>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504" name="Editable chart path">
            <a:extLst xmlns:a="http://schemas.openxmlformats.org/drawingml/2006/main">
              <a:ext uri="{FF2B5EF4-FFF2-40B4-BE49-F238E27FC236}">
                <a16:creationId xmlns:a16="http://schemas.microsoft.com/office/drawing/2014/main" id="{C7B0567B-C9AA-43CD-AC78-FA9D3AE1FED9}"/>
              </a:ext>
            </a:extLst>
          </p:cNvPr>
          <p:cNvSpPr>
            <a:spLocks xmlns:a="http://schemas.openxmlformats.org/drawingml/2006/main" noGrp="1"/>
          </p:cNvSpPr>
          <p:nvPr/>
        </p:nvSpPr>
        <p:spPr>
          <a:xfrm xmlns:a="http://schemas.openxmlformats.org/drawingml/2006/main">
            <a:off x="359653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5" name="">
            <a:extLst xmlns:a="http://schemas.openxmlformats.org/drawingml/2006/main">
              <a:ext uri="{FF2B5EF4-FFF2-40B4-BE49-F238E27FC236}">
                <a16:creationId xmlns:a16="http://schemas.microsoft.com/office/drawing/2014/main" id="{CBEA7FD9-DD7F-4B63-BD44-16CEE67D496C}"/>
              </a:ext>
            </a:extLst>
          </p:cNvPr>
          <p:cNvSpPr>
            <a:spLocks xmlns:a="http://schemas.openxmlformats.org/drawingml/2006/main" noGrp="1"/>
          </p:cNvSpPr>
          <p:nvPr/>
        </p:nvSpPr>
        <p:spPr>
          <a:xfrm xmlns:a="http://schemas.openxmlformats.org/drawingml/2006/main" rot="0">
            <a:off x="3548390" y="5307941"/>
            <a:ext cx="928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506" name="Editable chart path">
            <a:extLst xmlns:a="http://schemas.openxmlformats.org/drawingml/2006/main">
              <a:ext uri="{FF2B5EF4-FFF2-40B4-BE49-F238E27FC236}">
                <a16:creationId xmlns:a16="http://schemas.microsoft.com/office/drawing/2014/main" id="{A9E542B3-5262-4160-804B-22183FCD060A}"/>
              </a:ext>
            </a:extLst>
          </p:cNvPr>
          <p:cNvSpPr>
            <a:spLocks xmlns:a="http://schemas.openxmlformats.org/drawingml/2006/main" noGrp="1"/>
          </p:cNvSpPr>
          <p:nvPr/>
        </p:nvSpPr>
        <p:spPr>
          <a:xfrm xmlns:a="http://schemas.openxmlformats.org/drawingml/2006/main">
            <a:off x="404184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7" name="">
            <a:extLst xmlns:a="http://schemas.openxmlformats.org/drawingml/2006/main">
              <a:ext uri="{FF2B5EF4-FFF2-40B4-BE49-F238E27FC236}">
                <a16:creationId xmlns:a16="http://schemas.microsoft.com/office/drawing/2014/main" id="{044BDC27-842D-4B74-8D38-300B2255574F}"/>
              </a:ext>
            </a:extLst>
          </p:cNvPr>
          <p:cNvSpPr>
            <a:spLocks xmlns:a="http://schemas.openxmlformats.org/drawingml/2006/main" noGrp="1"/>
          </p:cNvSpPr>
          <p:nvPr/>
        </p:nvSpPr>
        <p:spPr>
          <a:xfrm xmlns:a="http://schemas.openxmlformats.org/drawingml/2006/main" rot="0">
            <a:off x="3971214" y="5307941"/>
            <a:ext cx="1381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508" name="Editable chart path">
            <a:extLst xmlns:a="http://schemas.openxmlformats.org/drawingml/2006/main">
              <a:ext uri="{FF2B5EF4-FFF2-40B4-BE49-F238E27FC236}">
                <a16:creationId xmlns:a16="http://schemas.microsoft.com/office/drawing/2014/main" id="{B5394EA2-5083-46FD-8D7A-89E58118F369}"/>
              </a:ext>
            </a:extLst>
          </p:cNvPr>
          <p:cNvSpPr>
            <a:spLocks xmlns:a="http://schemas.openxmlformats.org/drawingml/2006/main" noGrp="1"/>
          </p:cNvSpPr>
          <p:nvPr/>
        </p:nvSpPr>
        <p:spPr>
          <a:xfrm xmlns:a="http://schemas.openxmlformats.org/drawingml/2006/main">
            <a:off x="448715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9" name="">
            <a:extLst xmlns:a="http://schemas.openxmlformats.org/drawingml/2006/main">
              <a:ext uri="{FF2B5EF4-FFF2-40B4-BE49-F238E27FC236}">
                <a16:creationId xmlns:a16="http://schemas.microsoft.com/office/drawing/2014/main" id="{6D80B9EB-210C-4FD7-A08B-3F5747439A7B}"/>
              </a:ext>
            </a:extLst>
          </p:cNvPr>
          <p:cNvSpPr>
            <a:spLocks xmlns:a="http://schemas.openxmlformats.org/drawingml/2006/main" noGrp="1"/>
          </p:cNvSpPr>
          <p:nvPr/>
        </p:nvSpPr>
        <p:spPr>
          <a:xfrm xmlns:a="http://schemas.openxmlformats.org/drawingml/2006/main" rot="0">
            <a:off x="4400888" y="5307941"/>
            <a:ext cx="16725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32</a:t>
            </a:r>
          </a:p>
        </p:txBody>
      </p:sp>
      <p:sp>
        <p:nvSpPr>
          <p:cNvPr id="510" name="Editable chart path">
            <a:extLst xmlns:a="http://schemas.openxmlformats.org/drawingml/2006/main">
              <a:ext uri="{FF2B5EF4-FFF2-40B4-BE49-F238E27FC236}">
                <a16:creationId xmlns:a16="http://schemas.microsoft.com/office/drawing/2014/main" id="{99ACDA32-E671-4AD8-AA6A-057649D6F42C}"/>
              </a:ext>
            </a:extLst>
          </p:cNvPr>
          <p:cNvSpPr>
            <a:spLocks xmlns:a="http://schemas.openxmlformats.org/drawingml/2006/main" noGrp="1"/>
          </p:cNvSpPr>
          <p:nvPr/>
        </p:nvSpPr>
        <p:spPr>
          <a:xfrm xmlns:a="http://schemas.openxmlformats.org/drawingml/2006/main">
            <a:off x="493246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11" name="">
            <a:extLst xmlns:a="http://schemas.openxmlformats.org/drawingml/2006/main">
              <a:ext uri="{FF2B5EF4-FFF2-40B4-BE49-F238E27FC236}">
                <a16:creationId xmlns:a16="http://schemas.microsoft.com/office/drawing/2014/main" id="{EEC85672-B1DA-41C1-8C82-0C8DAF620DAC}"/>
              </a:ext>
            </a:extLst>
          </p:cNvPr>
          <p:cNvSpPr>
            <a:spLocks xmlns:a="http://schemas.openxmlformats.org/drawingml/2006/main" noGrp="1"/>
          </p:cNvSpPr>
          <p:nvPr/>
        </p:nvSpPr>
        <p:spPr>
          <a:xfrm xmlns:a="http://schemas.openxmlformats.org/drawingml/2006/main" rot="0">
            <a:off x="4840092" y="5307941"/>
            <a:ext cx="18126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64</a:t>
            </a:r>
          </a:p>
        </p:txBody>
      </p:sp>
      <p:sp>
        <p:nvSpPr>
          <p:cNvPr id="512" name="Editable chart path">
            <a:extLst xmlns:a="http://schemas.openxmlformats.org/drawingml/2006/main">
              <a:ext uri="{FF2B5EF4-FFF2-40B4-BE49-F238E27FC236}">
                <a16:creationId xmlns:a16="http://schemas.microsoft.com/office/drawing/2014/main" id="{02DC361C-977C-4C37-866B-360B14552F3E}"/>
              </a:ext>
            </a:extLst>
          </p:cNvPr>
          <p:cNvSpPr>
            <a:spLocks xmlns:a="http://schemas.openxmlformats.org/drawingml/2006/main" noGrp="1"/>
          </p:cNvSpPr>
          <p:nvPr/>
        </p:nvSpPr>
        <p:spPr>
          <a:xfrm xmlns:a="http://schemas.openxmlformats.org/drawingml/2006/main">
            <a:off x="1815280" y="5143500"/>
            <a:ext cx="3273047" cy="163652"/>
          </a:xfrm>
          <a:custGeom xmlns:a="http://schemas.openxmlformats.org/drawingml/2006/main">
            <a:pathLst>
              <a:path w="3290316" h="164516">
                <a:moveTo>
                  <a:pt x="0" y="164516"/>
                </a:moveTo>
                <a:lnTo>
                  <a:pt x="0" y="82258"/>
                </a:lnTo>
                <a:lnTo>
                  <a:pt x="0" y="0"/>
                </a:lnTo>
                <a:lnTo>
                  <a:pt x="3133634" y="0"/>
                </a:lnTo>
                <a:lnTo>
                  <a:pt x="3290316" y="82258"/>
                </a:lnTo>
                <a:lnTo>
                  <a:pt x="3133634" y="164516"/>
                </a:lnTo>
                <a:lnTo>
                  <a:pt x="0" y="164516"/>
                </a:lnTo>
                <a:close/>
              </a:path>
            </a:pathLst>
          </a:custGeom>
          <a:noFill xmlns:a="http://schemas.openxmlformats.org/drawingml/2006/main"/>
          <a:ln xmlns:a="http://schemas.openxmlformats.org/drawingml/2006/main" w="7580">
            <a:solidFill>
              <a:srgbClr val="5A6683"/>
            </a:solidFill>
            <a:prstDash val="solid"/>
          </a:ln>
        </p:spPr>
      </p:sp>
      <p:sp>
        <p:nvSpPr>
          <p:cNvPr id="513" name="">
            <a:extLst xmlns:a="http://schemas.openxmlformats.org/drawingml/2006/main">
              <a:ext uri="{FF2B5EF4-FFF2-40B4-BE49-F238E27FC236}">
                <a16:creationId xmlns:a16="http://schemas.microsoft.com/office/drawing/2014/main" id="{D229D01E-D11E-44C2-BA5B-9E0BDD022DD0}"/>
              </a:ext>
            </a:extLst>
          </p:cNvPr>
          <p:cNvSpPr>
            <a:spLocks xmlns:a="http://schemas.openxmlformats.org/drawingml/2006/main" noGrp="1"/>
          </p:cNvSpPr>
          <p:nvPr/>
        </p:nvSpPr>
        <p:spPr>
          <a:xfrm xmlns:a="http://schemas.openxmlformats.org/drawingml/2006/main">
            <a:off x="952500" y="5572125"/>
            <a:ext cx="495300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Mean vacant taxis per 1 km cell (dry, normal-coverage regimes)</a:t>
            </a:r>
          </a:p>
        </p:txBody>
      </p:sp>
    </p:spTree>
    <p:extLst>
      <p:ext uri="{BB962C8B-B14F-4D97-AF65-F5344CB8AC3E}">
        <p14:creationId xmlns:p14="http://schemas.microsoft.com/office/powerpoint/2010/main" val="597896415"/>
      </p:ext>
    </p:extLst>
  </p:cSld>
</p:sld>
</file>

<file path=ppt/slides/slide36.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DRY-WEATHER SUPPLY BY TIME BAND (3/5)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These are dry snapshots. Supply geography does not establish passenger demand.</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36</a:t>
            </a:r>
            <a:endParaRPr sz="1200"/>
          </a:p>
        </p:txBody>
      </p:sp>
      <p:sp>
        <p:nvSpPr>
          <p:cNvPr id="14" name="">
            <a:extLst xmlns:a="http://schemas.openxmlformats.org/drawingml/2006/main">
              <a:ext uri="{FF2B5EF4-FFF2-40B4-BE49-F238E27FC236}">
                <a16:creationId xmlns:a16="http://schemas.microsoft.com/office/drawing/2014/main" id="{61531967-ACC1-4FF5-8CB7-B86AD5EEF58A}"/>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D89E038F-1031-4EC3-A7F1-8A351003111A}"/>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Dry weather, 17-20</a:t>
            </a:r>
          </a:p>
        </p:txBody>
      </p:sp>
      <p:sp>
        <p:nvSpPr>
          <p:cNvPr id="16" name="Editable chart path">
            <a:extLst xmlns:a="http://schemas.openxmlformats.org/drawingml/2006/main">
              <a:ext uri="{FF2B5EF4-FFF2-40B4-BE49-F238E27FC236}">
                <a16:creationId xmlns:a16="http://schemas.microsoft.com/office/drawing/2014/main" id="{1B5D90A8-5DD6-41BF-950B-16A126A6D846}"/>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8"/>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2"/>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6"/>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4"/>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8"/>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5"/>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599240" y="1571087"/>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3"/>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2936" y="1388314"/>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6"/>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AD8F8015-975C-498F-808F-4F772409A0A9}"/>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C41E46BD-5D76-4E7E-BA34-6F180944F495}"/>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2670C033-E22E-42D2-9D36-35CB7696E063}"/>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2795164D-6A04-402A-935E-D9DC906FA247}"/>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B5F841D0-3995-4034-A070-8C5AC8605779}"/>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C836E831-F203-467F-A2D6-FCDDCF8737A3}"/>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262E141F-65DE-433D-8C45-884A02E3AAA5}"/>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A5896FD4-4A65-472A-B118-624F01A76788}"/>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05051E51-9547-4ED1-8F23-8FF25E93EFB2}"/>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580119" h="753253">
                <a:moveTo>
                  <a:pt x="328885" y="60339"/>
                </a:moveTo>
                <a:lnTo>
                  <a:pt x="334369" y="67507"/>
                </a:lnTo>
                <a:lnTo>
                  <a:pt x="341315" y="63777"/>
                </a:lnTo>
                <a:lnTo>
                  <a:pt x="359449" y="65605"/>
                </a:lnTo>
                <a:lnTo>
                  <a:pt x="398786" y="79063"/>
                </a:lnTo>
                <a:lnTo>
                  <a:pt x="413995" y="86596"/>
                </a:lnTo>
                <a:lnTo>
                  <a:pt x="414434" y="89229"/>
                </a:lnTo>
                <a:lnTo>
                  <a:pt x="416700" y="87766"/>
                </a:lnTo>
                <a:lnTo>
                  <a:pt x="444046" y="98517"/>
                </a:lnTo>
                <a:lnTo>
                  <a:pt x="465031" y="111536"/>
                </a:lnTo>
                <a:lnTo>
                  <a:pt x="502614" y="145911"/>
                </a:lnTo>
                <a:lnTo>
                  <a:pt x="522137" y="157760"/>
                </a:lnTo>
                <a:lnTo>
                  <a:pt x="555625" y="222487"/>
                </a:lnTo>
                <a:lnTo>
                  <a:pt x="555552" y="231044"/>
                </a:lnTo>
                <a:lnTo>
                  <a:pt x="544657" y="241869"/>
                </a:lnTo>
                <a:lnTo>
                  <a:pt x="545608" y="244136"/>
                </a:lnTo>
                <a:lnTo>
                  <a:pt x="566446" y="250865"/>
                </a:lnTo>
                <a:lnTo>
                  <a:pt x="578584" y="267906"/>
                </a:lnTo>
                <a:lnTo>
                  <a:pt x="580119" y="297966"/>
                </a:lnTo>
                <a:lnTo>
                  <a:pt x="574562" y="324296"/>
                </a:lnTo>
                <a:lnTo>
                  <a:pt x="561547" y="352235"/>
                </a:lnTo>
                <a:lnTo>
                  <a:pt x="529010" y="405333"/>
                </a:lnTo>
                <a:lnTo>
                  <a:pt x="514971" y="434515"/>
                </a:lnTo>
                <a:lnTo>
                  <a:pt x="490476" y="504143"/>
                </a:lnTo>
                <a:lnTo>
                  <a:pt x="478924" y="566677"/>
                </a:lnTo>
                <a:lnTo>
                  <a:pt x="479362" y="601929"/>
                </a:lnTo>
                <a:lnTo>
                  <a:pt x="485578" y="627089"/>
                </a:lnTo>
                <a:lnTo>
                  <a:pt x="512119" y="676823"/>
                </a:lnTo>
                <a:lnTo>
                  <a:pt x="548240" y="731677"/>
                </a:lnTo>
                <a:lnTo>
                  <a:pt x="547655" y="744037"/>
                </a:lnTo>
                <a:lnTo>
                  <a:pt x="537565" y="752960"/>
                </a:lnTo>
                <a:lnTo>
                  <a:pt x="528863" y="753253"/>
                </a:lnTo>
                <a:lnTo>
                  <a:pt x="522137" y="749815"/>
                </a:ln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8B912025-85E3-4DFF-935F-BB0FAC7C1CBE}"/>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FF5A4FAC-0D9F-44F6-9CFB-C444B9F1BA16}"/>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C5EEABCD-66E5-43E7-9A9C-0982FEA34320}"/>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2EFA7D4D-70C5-45C1-B379-FEBC3252118F}"/>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ABA05EAE-286E-4166-9912-71D8C5140276}"/>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2"/>
                </a:lnTo>
                <a:lnTo>
                  <a:pt x="0" y="11263"/>
                </a:lnTo>
                <a:lnTo>
                  <a:pt x="3729" y="9142"/>
                </a:lnTo>
                <a:lnTo>
                  <a:pt x="3290" y="3730"/>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9CBA4B98-FA81-4C67-9C89-3B2B39D73D4F}"/>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16AAB4E4-9ABD-4AA3-AE59-4ECE3B7CD2C9}"/>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5"/>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A346E059-7278-45A5-ABAD-32160AF80FE6}"/>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9F64391A-703D-4FE5-86C8-615F1C9B089C}"/>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3D24E00B-BF32-47F5-92D1-40E6CEE4905C}"/>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BA924D7F-DFA8-4922-A7D0-7AD305E88771}"/>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700"/>
                </a:lnTo>
                <a:lnTo>
                  <a:pt x="26249" y="23624"/>
                </a:lnTo>
                <a:lnTo>
                  <a:pt x="26907" y="28743"/>
                </a:lnTo>
                <a:lnTo>
                  <a:pt x="34073" y="26915"/>
                </a:lnTo>
                <a:lnTo>
                  <a:pt x="14843" y="31596"/>
                </a:lnTo>
                <a:lnTo>
                  <a:pt x="22009" y="27939"/>
                </a:lnTo>
                <a:lnTo>
                  <a:pt x="16890" y="11848"/>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A43ACD9B-EF29-44F4-8E28-E1612D5C7C19}"/>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E6A96EE2-0DFC-4185-8582-F9270D73C0E2}"/>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272632C3-F26F-420A-9E3B-23ED9F4A7EF1}"/>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8"/>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2"/>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6"/>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4"/>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8"/>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5"/>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3"/>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6"/>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lnTo>
                  <a:pt x="669689" y="1193839"/>
                </a:lnTo>
                <a:lnTo>
                  <a:pt x="669689" y="1193839"/>
                </a:lnTo>
              </a:path>
            </a:pathLst>
          </a:custGeom>
          <a:noFill xmlns:a="http://schemas.openxmlformats.org/drawingml/2006/main"/>
          <a:ln xmlns:a="http://schemas.openxmlformats.org/drawingml/2006/main" w="4581">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02ABD07B-AD7D-4946-9615-F7AFA597179A}"/>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lnTo>
                  <a:pt x="12138" y="61656"/>
                </a:lnTo>
              </a:path>
            </a:pathLst>
          </a:custGeom>
          <a:noFill xmlns:a="http://schemas.openxmlformats.org/drawingml/2006/main"/>
          <a:ln xmlns:a="http://schemas.openxmlformats.org/drawingml/2006/main" w="4581">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0609389C-552B-48C2-BAFE-9AB81FE95C65}"/>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lnTo>
                  <a:pt x="40507" y="11922"/>
                </a:lnTo>
              </a:path>
            </a:pathLst>
          </a:custGeom>
          <a:noFill xmlns:a="http://schemas.openxmlformats.org/drawingml/2006/main"/>
          <a:ln xmlns:a="http://schemas.openxmlformats.org/drawingml/2006/main" w="4581">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16F3A811-3EC5-4522-B6E5-8BAED41A7E04}"/>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lnTo>
                  <a:pt x="77944" y="33936"/>
                </a:lnTo>
              </a:path>
            </a:pathLst>
          </a:custGeom>
          <a:noFill xmlns:a="http://schemas.openxmlformats.org/drawingml/2006/main"/>
          <a:ln xmlns:a="http://schemas.openxmlformats.org/drawingml/2006/main" w="4581">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49266C01-868E-4DE6-8948-0A985AFA7247}"/>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lnTo>
                  <a:pt x="38679" y="44322"/>
                </a:lnTo>
              </a:path>
            </a:pathLst>
          </a:custGeom>
          <a:noFill xmlns:a="http://schemas.openxmlformats.org/drawingml/2006/main"/>
          <a:ln xmlns:a="http://schemas.openxmlformats.org/drawingml/2006/main" w="4581">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425310A3-00BA-41EA-864D-7DC9354C6F2A}"/>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lnTo>
                  <a:pt x="19011" y="8411"/>
                </a:lnTo>
              </a:path>
            </a:pathLst>
          </a:custGeom>
          <a:noFill xmlns:a="http://schemas.openxmlformats.org/drawingml/2006/main"/>
          <a:ln xmlns:a="http://schemas.openxmlformats.org/drawingml/2006/main" w="4581">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EBEA60BE-A7D4-4691-9730-C231FDE787FF}"/>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lnTo>
                  <a:pt x="11333" y="0"/>
                </a:lnTo>
              </a:path>
            </a:pathLst>
          </a:custGeom>
          <a:noFill xmlns:a="http://schemas.openxmlformats.org/drawingml/2006/main"/>
          <a:ln xmlns:a="http://schemas.openxmlformats.org/drawingml/2006/main" w="4581">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6F62DFE7-71CF-4B21-B385-F27D88D32AD4}"/>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lnTo>
                  <a:pt x="3144" y="0"/>
                </a:lnTo>
              </a:path>
            </a:pathLst>
          </a:custGeom>
          <a:noFill xmlns:a="http://schemas.openxmlformats.org/drawingml/2006/main"/>
          <a:ln xmlns:a="http://schemas.openxmlformats.org/drawingml/2006/main" w="4581">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FEEA8047-DA54-4739-98F0-B7B01E30213A}"/>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lnTo>
                  <a:pt x="107703" y="92593"/>
                </a:lnTo>
              </a:path>
            </a:pathLst>
          </a:custGeom>
          <a:noFill xmlns:a="http://schemas.openxmlformats.org/drawingml/2006/main"/>
          <a:ln xmlns:a="http://schemas.openxmlformats.org/drawingml/2006/main" w="4581">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E9FB73D0-5B51-4D1C-B5B7-14FEED4BD6C5}"/>
              </a:ext>
            </a:extLst>
          </p:cNvPr>
          <p:cNvSpPr>
            <a:spLocks xmlns:a="http://schemas.openxmlformats.org/drawingml/2006/main" noGrp="1"/>
          </p:cNvSpPr>
          <p:nvPr/>
        </p:nvSpPr>
        <p:spPr>
          <a:xfrm xmlns:a="http://schemas.openxmlformats.org/drawingml/2006/main">
            <a:off x="4853581" y="2646933"/>
            <a:ext cx="453513" cy="753533"/>
          </a:xfrm>
          <a:custGeom xmlns:a="http://schemas.openxmlformats.org/drawingml/2006/main">
            <a:pathLst>
              <a:path w="377158" h="626666">
                <a:moveTo>
                  <a:pt x="328885" y="60339"/>
                </a:moveTo>
                <a:lnTo>
                  <a:pt x="334369" y="67507"/>
                </a:lnTo>
                <a:lnTo>
                  <a:pt x="341315" y="63777"/>
                </a:lnTo>
                <a:lnTo>
                  <a:pt x="359449" y="65605"/>
                </a:lnTo>
                <a:lnTo>
                  <a:pt x="377158" y="71664"/>
                </a:lnTo>
                <a:moveTo>
                  <a:pt x="377158" y="626666"/>
                </a:move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lnTo>
                  <a:pt x="328885" y="60339"/>
                </a:lnTo>
              </a:path>
            </a:pathLst>
          </a:custGeom>
          <a:noFill xmlns:a="http://schemas.openxmlformats.org/drawingml/2006/main"/>
          <a:ln xmlns:a="http://schemas.openxmlformats.org/drawingml/2006/main" w="4581">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29D1D815-A3B0-48F6-A436-1A11E4A7936B}"/>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lnTo>
                  <a:pt x="21643" y="4461"/>
                </a:lnTo>
              </a:path>
            </a:pathLst>
          </a:custGeom>
          <a:noFill xmlns:a="http://schemas.openxmlformats.org/drawingml/2006/main"/>
          <a:ln xmlns:a="http://schemas.openxmlformats.org/drawingml/2006/main" w="4581">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4B64382E-57AB-4894-8334-F9A4C2600E81}"/>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lnTo>
                  <a:pt x="17183" y="30572"/>
                </a:lnTo>
              </a:path>
            </a:pathLst>
          </a:custGeom>
          <a:noFill xmlns:a="http://schemas.openxmlformats.org/drawingml/2006/main"/>
          <a:ln xmlns:a="http://schemas.openxmlformats.org/drawingml/2006/main" w="4581">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13DAF922-24DE-4089-AE8E-60939D4D80B9}"/>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lnTo>
                  <a:pt x="114430" y="146"/>
                </a:lnTo>
              </a:path>
            </a:pathLst>
          </a:custGeom>
          <a:noFill xmlns:a="http://schemas.openxmlformats.org/drawingml/2006/main"/>
          <a:ln xmlns:a="http://schemas.openxmlformats.org/drawingml/2006/main" w="4581">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0AA47E51-EE0F-4278-A2D9-D3787DFD9819}"/>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lnTo>
                  <a:pt x="79479" y="9069"/>
                </a:lnTo>
              </a:path>
            </a:pathLst>
          </a:custGeom>
          <a:noFill xmlns:a="http://schemas.openxmlformats.org/drawingml/2006/main"/>
          <a:ln xmlns:a="http://schemas.openxmlformats.org/drawingml/2006/main" w="4581">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E330B99B-87C6-4059-83C0-5A0BD1709958}"/>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2"/>
                </a:lnTo>
                <a:lnTo>
                  <a:pt x="0" y="11263"/>
                </a:lnTo>
                <a:lnTo>
                  <a:pt x="3729" y="9142"/>
                </a:lnTo>
                <a:lnTo>
                  <a:pt x="3290" y="3730"/>
                </a:lnTo>
                <a:lnTo>
                  <a:pt x="11699" y="0"/>
                </a:lnTo>
              </a:path>
            </a:pathLst>
          </a:custGeom>
          <a:noFill xmlns:a="http://schemas.openxmlformats.org/drawingml/2006/main"/>
          <a:ln xmlns:a="http://schemas.openxmlformats.org/drawingml/2006/main" w="4581">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BE9C12B9-334F-4BBC-9338-5920355A6822}"/>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lnTo>
                  <a:pt x="70705" y="0"/>
                </a:lnTo>
              </a:path>
            </a:pathLst>
          </a:custGeom>
          <a:noFill xmlns:a="http://schemas.openxmlformats.org/drawingml/2006/main"/>
          <a:ln xmlns:a="http://schemas.openxmlformats.org/drawingml/2006/main" w="4581">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B2DA2117-1DBD-44F5-ABF7-18E5E441C0FE}"/>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5"/>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lnTo>
                  <a:pt x="33854" y="0"/>
                </a:lnTo>
              </a:path>
            </a:pathLst>
          </a:custGeom>
          <a:noFill xmlns:a="http://schemas.openxmlformats.org/drawingml/2006/main"/>
          <a:ln xmlns:a="http://schemas.openxmlformats.org/drawingml/2006/main" w="4581">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C28286DA-5F37-4BA9-B5ED-1C23D7C531C3}"/>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lnTo>
                  <a:pt x="8774" y="2048"/>
                </a:lnTo>
              </a:path>
            </a:pathLst>
          </a:custGeom>
          <a:noFill xmlns:a="http://schemas.openxmlformats.org/drawingml/2006/main"/>
          <a:ln xmlns:a="http://schemas.openxmlformats.org/drawingml/2006/main" w="4581">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084CFEB8-65BC-4295-98A7-15C22A44B91B}"/>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lnTo>
                  <a:pt x="4753" y="0"/>
                </a:lnTo>
              </a:path>
            </a:pathLst>
          </a:custGeom>
          <a:noFill xmlns:a="http://schemas.openxmlformats.org/drawingml/2006/main"/>
          <a:ln xmlns:a="http://schemas.openxmlformats.org/drawingml/2006/main" w="4581">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ADBD970B-028E-417E-86B9-CA5F530B2F18}"/>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lnTo>
                  <a:pt x="13819" y="0"/>
                </a:lnTo>
              </a:path>
            </a:pathLst>
          </a:custGeom>
          <a:noFill xmlns:a="http://schemas.openxmlformats.org/drawingml/2006/main"/>
          <a:ln xmlns:a="http://schemas.openxmlformats.org/drawingml/2006/main" w="4581">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7B9E37FC-C90C-4928-8C95-6F6733A92D7F}"/>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700"/>
                </a:lnTo>
                <a:lnTo>
                  <a:pt x="26249" y="23624"/>
                </a:lnTo>
                <a:lnTo>
                  <a:pt x="26907" y="28743"/>
                </a:lnTo>
                <a:lnTo>
                  <a:pt x="34073" y="26915"/>
                </a:lnTo>
                <a:lnTo>
                  <a:pt x="14843" y="31596"/>
                </a:lnTo>
                <a:lnTo>
                  <a:pt x="22009" y="27939"/>
                </a:lnTo>
                <a:lnTo>
                  <a:pt x="16890" y="11848"/>
                </a:lnTo>
                <a:lnTo>
                  <a:pt x="0" y="0"/>
                </a:lnTo>
                <a:lnTo>
                  <a:pt x="22155" y="11044"/>
                </a:lnTo>
              </a:path>
            </a:pathLst>
          </a:custGeom>
          <a:noFill xmlns:a="http://schemas.openxmlformats.org/drawingml/2006/main"/>
          <a:ln xmlns:a="http://schemas.openxmlformats.org/drawingml/2006/main" w="4581">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DB98E217-A760-4F59-BC64-12831AA0203F}"/>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lnTo>
                  <a:pt x="9359" y="16749"/>
                </a:lnTo>
              </a:path>
            </a:pathLst>
          </a:custGeom>
          <a:noFill xmlns:a="http://schemas.openxmlformats.org/drawingml/2006/main"/>
          <a:ln xmlns:a="http://schemas.openxmlformats.org/drawingml/2006/main" w="4581">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6240BBE7-9CA5-4C34-B42F-BE8467133F53}"/>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lnTo>
                  <a:pt x="6142" y="17773"/>
                </a:lnTo>
              </a:path>
            </a:pathLst>
          </a:custGeom>
          <a:noFill xmlns:a="http://schemas.openxmlformats.org/drawingml/2006/main"/>
          <a:ln xmlns:a="http://schemas.openxmlformats.org/drawingml/2006/main" w="4581">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B9B1FA3F-E75A-4949-BC68-EFC2149B0DDF}"/>
              </a:ext>
            </a:extLst>
          </p:cNvPr>
          <p:cNvSpPr>
            <a:spLocks xmlns:a="http://schemas.openxmlformats.org/drawingml/2006/main" noGrp="1"/>
          </p:cNvSpPr>
          <p:nvPr/>
        </p:nvSpPr>
        <p:spPr>
          <a:xfrm xmlns:a="http://schemas.openxmlformats.org/drawingml/2006/main">
            <a:off x="144915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488482AA-A514-4872-87E5-B297E14C9E3B}"/>
              </a:ext>
            </a:extLst>
          </p:cNvPr>
          <p:cNvSpPr>
            <a:spLocks xmlns:a="http://schemas.openxmlformats.org/drawingml/2006/main" noGrp="1"/>
          </p:cNvSpPr>
          <p:nvPr/>
        </p:nvSpPr>
        <p:spPr>
          <a:xfrm xmlns:a="http://schemas.openxmlformats.org/drawingml/2006/main">
            <a:off x="152815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485BEDBA-0F03-4C6E-A0FE-D7CEBB5A2887}"/>
              </a:ext>
            </a:extLst>
          </p:cNvPr>
          <p:cNvSpPr>
            <a:spLocks xmlns:a="http://schemas.openxmlformats.org/drawingml/2006/main" noGrp="1"/>
          </p:cNvSpPr>
          <p:nvPr/>
        </p:nvSpPr>
        <p:spPr>
          <a:xfrm xmlns:a="http://schemas.openxmlformats.org/drawingml/2006/main">
            <a:off x="160716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B2AC0603-86A2-43DE-8563-ADA9FCABD3D3}"/>
              </a:ext>
            </a:extLst>
          </p:cNvPr>
          <p:cNvSpPr>
            <a:spLocks xmlns:a="http://schemas.openxmlformats.org/drawingml/2006/main" noGrp="1"/>
          </p:cNvSpPr>
          <p:nvPr/>
        </p:nvSpPr>
        <p:spPr>
          <a:xfrm xmlns:a="http://schemas.openxmlformats.org/drawingml/2006/main">
            <a:off x="168616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09764BBA-60CA-46F0-8F09-E58933D69A1F}"/>
              </a:ext>
            </a:extLst>
          </p:cNvPr>
          <p:cNvSpPr>
            <a:spLocks xmlns:a="http://schemas.openxmlformats.org/drawingml/2006/main" noGrp="1"/>
          </p:cNvSpPr>
          <p:nvPr/>
        </p:nvSpPr>
        <p:spPr>
          <a:xfrm xmlns:a="http://schemas.openxmlformats.org/drawingml/2006/main">
            <a:off x="176516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AE6E25C6-BC97-4ADD-B3C3-194921E19F39}"/>
              </a:ext>
            </a:extLst>
          </p:cNvPr>
          <p:cNvSpPr>
            <a:spLocks xmlns:a="http://schemas.openxmlformats.org/drawingml/2006/main" noGrp="1"/>
          </p:cNvSpPr>
          <p:nvPr/>
        </p:nvSpPr>
        <p:spPr>
          <a:xfrm xmlns:a="http://schemas.openxmlformats.org/drawingml/2006/main">
            <a:off x="176516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540F2496-6227-4D0C-8309-5ABBA0294A67}"/>
              </a:ext>
            </a:extLst>
          </p:cNvPr>
          <p:cNvSpPr>
            <a:spLocks xmlns:a="http://schemas.openxmlformats.org/drawingml/2006/main" noGrp="1"/>
          </p:cNvSpPr>
          <p:nvPr/>
        </p:nvSpPr>
        <p:spPr>
          <a:xfrm xmlns:a="http://schemas.openxmlformats.org/drawingml/2006/main">
            <a:off x="184416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69DA51AD-4A29-4230-9649-75AEC71E98A8}"/>
              </a:ext>
            </a:extLst>
          </p:cNvPr>
          <p:cNvSpPr>
            <a:spLocks xmlns:a="http://schemas.openxmlformats.org/drawingml/2006/main" noGrp="1"/>
          </p:cNvSpPr>
          <p:nvPr/>
        </p:nvSpPr>
        <p:spPr>
          <a:xfrm xmlns:a="http://schemas.openxmlformats.org/drawingml/2006/main">
            <a:off x="192317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37658303-3E33-4EFB-8BFD-797076B8751C}"/>
              </a:ext>
            </a:extLst>
          </p:cNvPr>
          <p:cNvSpPr>
            <a:spLocks xmlns:a="http://schemas.openxmlformats.org/drawingml/2006/main" noGrp="1"/>
          </p:cNvSpPr>
          <p:nvPr/>
        </p:nvSpPr>
        <p:spPr>
          <a:xfrm xmlns:a="http://schemas.openxmlformats.org/drawingml/2006/main">
            <a:off x="192317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250CD776-E1A0-4EC7-9234-143B5C341688}"/>
              </a:ext>
            </a:extLst>
          </p:cNvPr>
          <p:cNvSpPr>
            <a:spLocks xmlns:a="http://schemas.openxmlformats.org/drawingml/2006/main" noGrp="1"/>
          </p:cNvSpPr>
          <p:nvPr/>
        </p:nvSpPr>
        <p:spPr>
          <a:xfrm xmlns:a="http://schemas.openxmlformats.org/drawingml/2006/main">
            <a:off x="200217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B8D250BB-B0F1-4342-87B5-5FBE0C0E2420}"/>
              </a:ext>
            </a:extLst>
          </p:cNvPr>
          <p:cNvSpPr>
            <a:spLocks xmlns:a="http://schemas.openxmlformats.org/drawingml/2006/main" noGrp="1"/>
          </p:cNvSpPr>
          <p:nvPr/>
        </p:nvSpPr>
        <p:spPr>
          <a:xfrm xmlns:a="http://schemas.openxmlformats.org/drawingml/2006/main">
            <a:off x="200217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0854E29A-DD84-4B33-8952-13A64168EF72}"/>
              </a:ext>
            </a:extLst>
          </p:cNvPr>
          <p:cNvSpPr>
            <a:spLocks xmlns:a="http://schemas.openxmlformats.org/drawingml/2006/main" noGrp="1"/>
          </p:cNvSpPr>
          <p:nvPr/>
        </p:nvSpPr>
        <p:spPr>
          <a:xfrm xmlns:a="http://schemas.openxmlformats.org/drawingml/2006/main">
            <a:off x="200217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1FFE86DA-1490-4154-8DCE-9ED6CB66CBEB}"/>
              </a:ext>
            </a:extLst>
          </p:cNvPr>
          <p:cNvSpPr>
            <a:spLocks xmlns:a="http://schemas.openxmlformats.org/drawingml/2006/main" noGrp="1"/>
          </p:cNvSpPr>
          <p:nvPr/>
        </p:nvSpPr>
        <p:spPr>
          <a:xfrm xmlns:a="http://schemas.openxmlformats.org/drawingml/2006/main">
            <a:off x="208117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0A586745-3BD5-434B-9AB7-D9928A164271}"/>
              </a:ext>
            </a:extLst>
          </p:cNvPr>
          <p:cNvSpPr>
            <a:spLocks xmlns:a="http://schemas.openxmlformats.org/drawingml/2006/main" noGrp="1"/>
          </p:cNvSpPr>
          <p:nvPr/>
        </p:nvSpPr>
        <p:spPr>
          <a:xfrm xmlns:a="http://schemas.openxmlformats.org/drawingml/2006/main">
            <a:off x="208117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629CAB94-E368-493F-AA6C-C8A49B457C00}"/>
              </a:ext>
            </a:extLst>
          </p:cNvPr>
          <p:cNvSpPr>
            <a:spLocks xmlns:a="http://schemas.openxmlformats.org/drawingml/2006/main" noGrp="1"/>
          </p:cNvSpPr>
          <p:nvPr/>
        </p:nvSpPr>
        <p:spPr>
          <a:xfrm xmlns:a="http://schemas.openxmlformats.org/drawingml/2006/main">
            <a:off x="208117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0F5E896E-E6C8-4B0D-AF91-1FB7EAEFE3F4}"/>
              </a:ext>
            </a:extLst>
          </p:cNvPr>
          <p:cNvSpPr>
            <a:spLocks xmlns:a="http://schemas.openxmlformats.org/drawingml/2006/main" noGrp="1"/>
          </p:cNvSpPr>
          <p:nvPr/>
        </p:nvSpPr>
        <p:spPr>
          <a:xfrm xmlns:a="http://schemas.openxmlformats.org/drawingml/2006/main">
            <a:off x="208117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F6F0230E-F5B6-4B8E-8765-403BC3280791}"/>
              </a:ext>
            </a:extLst>
          </p:cNvPr>
          <p:cNvSpPr>
            <a:spLocks xmlns:a="http://schemas.openxmlformats.org/drawingml/2006/main" noGrp="1"/>
          </p:cNvSpPr>
          <p:nvPr/>
        </p:nvSpPr>
        <p:spPr>
          <a:xfrm xmlns:a="http://schemas.openxmlformats.org/drawingml/2006/main">
            <a:off x="208117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1597C4D3-A2F0-4D64-AB85-1B5B3731C6E0}"/>
              </a:ext>
            </a:extLst>
          </p:cNvPr>
          <p:cNvSpPr>
            <a:spLocks xmlns:a="http://schemas.openxmlformats.org/drawingml/2006/main" noGrp="1"/>
          </p:cNvSpPr>
          <p:nvPr/>
        </p:nvSpPr>
        <p:spPr>
          <a:xfrm xmlns:a="http://schemas.openxmlformats.org/drawingml/2006/main">
            <a:off x="216017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04A2285D-696F-4AB4-A8D1-D21AA562C253}"/>
              </a:ext>
            </a:extLst>
          </p:cNvPr>
          <p:cNvSpPr>
            <a:spLocks xmlns:a="http://schemas.openxmlformats.org/drawingml/2006/main" noGrp="1"/>
          </p:cNvSpPr>
          <p:nvPr/>
        </p:nvSpPr>
        <p:spPr>
          <a:xfrm xmlns:a="http://schemas.openxmlformats.org/drawingml/2006/main">
            <a:off x="216017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711AAAFD-4404-480B-82AB-2C6CF586B013}"/>
              </a:ext>
            </a:extLst>
          </p:cNvPr>
          <p:cNvSpPr>
            <a:spLocks xmlns:a="http://schemas.openxmlformats.org/drawingml/2006/main" noGrp="1"/>
          </p:cNvSpPr>
          <p:nvPr/>
        </p:nvSpPr>
        <p:spPr>
          <a:xfrm xmlns:a="http://schemas.openxmlformats.org/drawingml/2006/main">
            <a:off x="216017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8CC2568C-8850-42F6-AD68-44030639C5AA}"/>
              </a:ext>
            </a:extLst>
          </p:cNvPr>
          <p:cNvSpPr>
            <a:spLocks xmlns:a="http://schemas.openxmlformats.org/drawingml/2006/main" noGrp="1"/>
          </p:cNvSpPr>
          <p:nvPr/>
        </p:nvSpPr>
        <p:spPr>
          <a:xfrm xmlns:a="http://schemas.openxmlformats.org/drawingml/2006/main">
            <a:off x="216017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B0209F28-0D63-4567-B950-4D4519BDBAD6}"/>
              </a:ext>
            </a:extLst>
          </p:cNvPr>
          <p:cNvSpPr>
            <a:spLocks xmlns:a="http://schemas.openxmlformats.org/drawingml/2006/main" noGrp="1"/>
          </p:cNvSpPr>
          <p:nvPr/>
        </p:nvSpPr>
        <p:spPr>
          <a:xfrm xmlns:a="http://schemas.openxmlformats.org/drawingml/2006/main">
            <a:off x="216017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24DC49A2-09C0-4994-A083-8DA5187EAD7A}"/>
              </a:ext>
            </a:extLst>
          </p:cNvPr>
          <p:cNvSpPr>
            <a:spLocks xmlns:a="http://schemas.openxmlformats.org/drawingml/2006/main" noGrp="1"/>
          </p:cNvSpPr>
          <p:nvPr/>
        </p:nvSpPr>
        <p:spPr>
          <a:xfrm xmlns:a="http://schemas.openxmlformats.org/drawingml/2006/main">
            <a:off x="223918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D75C9400-1CF9-431A-BA57-DE266898C749}"/>
              </a:ext>
            </a:extLst>
          </p:cNvPr>
          <p:cNvSpPr>
            <a:spLocks xmlns:a="http://schemas.openxmlformats.org/drawingml/2006/main" noGrp="1"/>
          </p:cNvSpPr>
          <p:nvPr/>
        </p:nvSpPr>
        <p:spPr>
          <a:xfrm xmlns:a="http://schemas.openxmlformats.org/drawingml/2006/main">
            <a:off x="223918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6337EA9D-6F08-44AE-9B72-EB12DB0A3084}"/>
              </a:ext>
            </a:extLst>
          </p:cNvPr>
          <p:cNvSpPr>
            <a:spLocks xmlns:a="http://schemas.openxmlformats.org/drawingml/2006/main" noGrp="1"/>
          </p:cNvSpPr>
          <p:nvPr/>
        </p:nvSpPr>
        <p:spPr>
          <a:xfrm xmlns:a="http://schemas.openxmlformats.org/drawingml/2006/main">
            <a:off x="223918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8B696176-070F-4D7C-A9AB-61B7D71A1497}"/>
              </a:ext>
            </a:extLst>
          </p:cNvPr>
          <p:cNvSpPr>
            <a:spLocks xmlns:a="http://schemas.openxmlformats.org/drawingml/2006/main" noGrp="1"/>
          </p:cNvSpPr>
          <p:nvPr/>
        </p:nvSpPr>
        <p:spPr>
          <a:xfrm xmlns:a="http://schemas.openxmlformats.org/drawingml/2006/main">
            <a:off x="223918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E61FB2DE-5FF1-43CB-8F23-927FA011A580}"/>
              </a:ext>
            </a:extLst>
          </p:cNvPr>
          <p:cNvSpPr>
            <a:spLocks xmlns:a="http://schemas.openxmlformats.org/drawingml/2006/main" noGrp="1"/>
          </p:cNvSpPr>
          <p:nvPr/>
        </p:nvSpPr>
        <p:spPr>
          <a:xfrm xmlns:a="http://schemas.openxmlformats.org/drawingml/2006/main">
            <a:off x="223918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1C24B9F6-6855-41FC-8F35-8D0F2C7EA877}"/>
              </a:ext>
            </a:extLst>
          </p:cNvPr>
          <p:cNvSpPr>
            <a:spLocks xmlns:a="http://schemas.openxmlformats.org/drawingml/2006/main" noGrp="1"/>
          </p:cNvSpPr>
          <p:nvPr/>
        </p:nvSpPr>
        <p:spPr>
          <a:xfrm xmlns:a="http://schemas.openxmlformats.org/drawingml/2006/main">
            <a:off x="223918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8F624774-3DB1-4555-9F05-302E4CC74102}"/>
              </a:ext>
            </a:extLst>
          </p:cNvPr>
          <p:cNvSpPr>
            <a:spLocks xmlns:a="http://schemas.openxmlformats.org/drawingml/2006/main" noGrp="1"/>
          </p:cNvSpPr>
          <p:nvPr/>
        </p:nvSpPr>
        <p:spPr>
          <a:xfrm xmlns:a="http://schemas.openxmlformats.org/drawingml/2006/main">
            <a:off x="231818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6D33FEED-178A-4123-890B-80043F26C377}"/>
              </a:ext>
            </a:extLst>
          </p:cNvPr>
          <p:cNvSpPr>
            <a:spLocks xmlns:a="http://schemas.openxmlformats.org/drawingml/2006/main" noGrp="1"/>
          </p:cNvSpPr>
          <p:nvPr/>
        </p:nvSpPr>
        <p:spPr>
          <a:xfrm xmlns:a="http://schemas.openxmlformats.org/drawingml/2006/main">
            <a:off x="231818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1DB87899-2232-45AE-95FE-448CFA31FCCF}"/>
              </a:ext>
            </a:extLst>
          </p:cNvPr>
          <p:cNvSpPr>
            <a:spLocks xmlns:a="http://schemas.openxmlformats.org/drawingml/2006/main" noGrp="1"/>
          </p:cNvSpPr>
          <p:nvPr/>
        </p:nvSpPr>
        <p:spPr>
          <a:xfrm xmlns:a="http://schemas.openxmlformats.org/drawingml/2006/main">
            <a:off x="231818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3A48D8B9-4B4A-4283-84E1-4741CA9F78C6}"/>
              </a:ext>
            </a:extLst>
          </p:cNvPr>
          <p:cNvSpPr>
            <a:spLocks xmlns:a="http://schemas.openxmlformats.org/drawingml/2006/main" noGrp="1"/>
          </p:cNvSpPr>
          <p:nvPr/>
        </p:nvSpPr>
        <p:spPr>
          <a:xfrm xmlns:a="http://schemas.openxmlformats.org/drawingml/2006/main">
            <a:off x="231818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62E6A7F2-8279-4CF6-85B3-75D55E23A1D0}"/>
              </a:ext>
            </a:extLst>
          </p:cNvPr>
          <p:cNvSpPr>
            <a:spLocks xmlns:a="http://schemas.openxmlformats.org/drawingml/2006/main" noGrp="1"/>
          </p:cNvSpPr>
          <p:nvPr/>
        </p:nvSpPr>
        <p:spPr>
          <a:xfrm xmlns:a="http://schemas.openxmlformats.org/drawingml/2006/main">
            <a:off x="239718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ED61B3C3-B5B0-4784-A4DA-565BC0B38230}"/>
              </a:ext>
            </a:extLst>
          </p:cNvPr>
          <p:cNvSpPr>
            <a:spLocks xmlns:a="http://schemas.openxmlformats.org/drawingml/2006/main" noGrp="1"/>
          </p:cNvSpPr>
          <p:nvPr/>
        </p:nvSpPr>
        <p:spPr>
          <a:xfrm xmlns:a="http://schemas.openxmlformats.org/drawingml/2006/main">
            <a:off x="239718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4A89CBF3-36DD-4ACC-A3AA-E947D25D7403}"/>
              </a:ext>
            </a:extLst>
          </p:cNvPr>
          <p:cNvSpPr>
            <a:spLocks xmlns:a="http://schemas.openxmlformats.org/drawingml/2006/main" noGrp="1"/>
          </p:cNvSpPr>
          <p:nvPr/>
        </p:nvSpPr>
        <p:spPr>
          <a:xfrm xmlns:a="http://schemas.openxmlformats.org/drawingml/2006/main">
            <a:off x="239718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2A1A1FD3-AE17-4565-9EFF-4944923A1C6B}"/>
              </a:ext>
            </a:extLst>
          </p:cNvPr>
          <p:cNvSpPr>
            <a:spLocks xmlns:a="http://schemas.openxmlformats.org/drawingml/2006/main" noGrp="1"/>
          </p:cNvSpPr>
          <p:nvPr/>
        </p:nvSpPr>
        <p:spPr>
          <a:xfrm xmlns:a="http://schemas.openxmlformats.org/drawingml/2006/main">
            <a:off x="239718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F74A0EFD-F5E0-4BB9-910A-9A91307F23DE}"/>
              </a:ext>
            </a:extLst>
          </p:cNvPr>
          <p:cNvSpPr>
            <a:spLocks xmlns:a="http://schemas.openxmlformats.org/drawingml/2006/main" noGrp="1"/>
          </p:cNvSpPr>
          <p:nvPr/>
        </p:nvSpPr>
        <p:spPr>
          <a:xfrm xmlns:a="http://schemas.openxmlformats.org/drawingml/2006/main">
            <a:off x="239718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441145AE-DED0-4CED-B2F4-AA73B69B5896}"/>
              </a:ext>
            </a:extLst>
          </p:cNvPr>
          <p:cNvSpPr>
            <a:spLocks xmlns:a="http://schemas.openxmlformats.org/drawingml/2006/main" noGrp="1"/>
          </p:cNvSpPr>
          <p:nvPr/>
        </p:nvSpPr>
        <p:spPr>
          <a:xfrm xmlns:a="http://schemas.openxmlformats.org/drawingml/2006/main">
            <a:off x="2397186"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CE47BA57-A584-401E-90EA-2A3815DD9938}"/>
              </a:ext>
            </a:extLst>
          </p:cNvPr>
          <p:cNvSpPr>
            <a:spLocks xmlns:a="http://schemas.openxmlformats.org/drawingml/2006/main" noGrp="1"/>
          </p:cNvSpPr>
          <p:nvPr/>
        </p:nvSpPr>
        <p:spPr>
          <a:xfrm xmlns:a="http://schemas.openxmlformats.org/drawingml/2006/main">
            <a:off x="2476189"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B6658600-2AEA-409E-910C-BC011060EA3A}"/>
              </a:ext>
            </a:extLst>
          </p:cNvPr>
          <p:cNvSpPr>
            <a:spLocks xmlns:a="http://schemas.openxmlformats.org/drawingml/2006/main" noGrp="1"/>
          </p:cNvSpPr>
          <p:nvPr/>
        </p:nvSpPr>
        <p:spPr>
          <a:xfrm xmlns:a="http://schemas.openxmlformats.org/drawingml/2006/main">
            <a:off x="247618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B419AC25-1546-4630-AAE5-6ED1974E7CAD}"/>
              </a:ext>
            </a:extLst>
          </p:cNvPr>
          <p:cNvSpPr>
            <a:spLocks xmlns:a="http://schemas.openxmlformats.org/drawingml/2006/main" noGrp="1"/>
          </p:cNvSpPr>
          <p:nvPr/>
        </p:nvSpPr>
        <p:spPr>
          <a:xfrm xmlns:a="http://schemas.openxmlformats.org/drawingml/2006/main">
            <a:off x="247618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914CD1C9-34CC-45E6-9A71-9CCC1D657050}"/>
              </a:ext>
            </a:extLst>
          </p:cNvPr>
          <p:cNvSpPr>
            <a:spLocks xmlns:a="http://schemas.openxmlformats.org/drawingml/2006/main" noGrp="1"/>
          </p:cNvSpPr>
          <p:nvPr/>
        </p:nvSpPr>
        <p:spPr>
          <a:xfrm xmlns:a="http://schemas.openxmlformats.org/drawingml/2006/main">
            <a:off x="247618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62E4F84C-3DD7-492D-9DE9-412D417F69FC}"/>
              </a:ext>
            </a:extLst>
          </p:cNvPr>
          <p:cNvSpPr>
            <a:spLocks xmlns:a="http://schemas.openxmlformats.org/drawingml/2006/main" noGrp="1"/>
          </p:cNvSpPr>
          <p:nvPr/>
        </p:nvSpPr>
        <p:spPr>
          <a:xfrm xmlns:a="http://schemas.openxmlformats.org/drawingml/2006/main">
            <a:off x="247618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CEEA0428-EEB0-4239-99FF-AE276C483E6A}"/>
              </a:ext>
            </a:extLst>
          </p:cNvPr>
          <p:cNvSpPr>
            <a:spLocks xmlns:a="http://schemas.openxmlformats.org/drawingml/2006/main" noGrp="1"/>
          </p:cNvSpPr>
          <p:nvPr/>
        </p:nvSpPr>
        <p:spPr>
          <a:xfrm xmlns:a="http://schemas.openxmlformats.org/drawingml/2006/main">
            <a:off x="247618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F58B87B6-9AC2-4D00-9A7E-61B88DD1A72F}"/>
              </a:ext>
            </a:extLst>
          </p:cNvPr>
          <p:cNvSpPr>
            <a:spLocks xmlns:a="http://schemas.openxmlformats.org/drawingml/2006/main" noGrp="1"/>
          </p:cNvSpPr>
          <p:nvPr/>
        </p:nvSpPr>
        <p:spPr>
          <a:xfrm xmlns:a="http://schemas.openxmlformats.org/drawingml/2006/main">
            <a:off x="247618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D3B6060A-8E29-415B-A546-7274A53D9DD8}"/>
              </a:ext>
            </a:extLst>
          </p:cNvPr>
          <p:cNvSpPr>
            <a:spLocks xmlns:a="http://schemas.openxmlformats.org/drawingml/2006/main" noGrp="1"/>
          </p:cNvSpPr>
          <p:nvPr/>
        </p:nvSpPr>
        <p:spPr>
          <a:xfrm xmlns:a="http://schemas.openxmlformats.org/drawingml/2006/main">
            <a:off x="247618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51C1E712-A860-4DB6-83A9-FF73EAEA03C8}"/>
              </a:ext>
            </a:extLst>
          </p:cNvPr>
          <p:cNvSpPr>
            <a:spLocks xmlns:a="http://schemas.openxmlformats.org/drawingml/2006/main" noGrp="1"/>
          </p:cNvSpPr>
          <p:nvPr/>
        </p:nvSpPr>
        <p:spPr>
          <a:xfrm xmlns:a="http://schemas.openxmlformats.org/drawingml/2006/main">
            <a:off x="247618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F5FCE493-C65D-4886-81E8-ACBB146AF1AC}"/>
              </a:ext>
            </a:extLst>
          </p:cNvPr>
          <p:cNvSpPr>
            <a:spLocks xmlns:a="http://schemas.openxmlformats.org/drawingml/2006/main" noGrp="1"/>
          </p:cNvSpPr>
          <p:nvPr/>
        </p:nvSpPr>
        <p:spPr>
          <a:xfrm xmlns:a="http://schemas.openxmlformats.org/drawingml/2006/main">
            <a:off x="2476189"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080A7E45-CFFB-44DF-AE0C-7487DA9C619A}"/>
              </a:ext>
            </a:extLst>
          </p:cNvPr>
          <p:cNvSpPr>
            <a:spLocks xmlns:a="http://schemas.openxmlformats.org/drawingml/2006/main" noGrp="1"/>
          </p:cNvSpPr>
          <p:nvPr/>
        </p:nvSpPr>
        <p:spPr>
          <a:xfrm xmlns:a="http://schemas.openxmlformats.org/drawingml/2006/main">
            <a:off x="2476189"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1055B5F6-136C-4101-BA4C-0A79FE8AEB21}"/>
              </a:ext>
            </a:extLst>
          </p:cNvPr>
          <p:cNvSpPr>
            <a:spLocks xmlns:a="http://schemas.openxmlformats.org/drawingml/2006/main" noGrp="1"/>
          </p:cNvSpPr>
          <p:nvPr/>
        </p:nvSpPr>
        <p:spPr>
          <a:xfrm xmlns:a="http://schemas.openxmlformats.org/drawingml/2006/main">
            <a:off x="255519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7F1298CA-53FD-4AE8-91E1-39C6C3908B8D}"/>
              </a:ext>
            </a:extLst>
          </p:cNvPr>
          <p:cNvSpPr>
            <a:spLocks xmlns:a="http://schemas.openxmlformats.org/drawingml/2006/main" noGrp="1"/>
          </p:cNvSpPr>
          <p:nvPr/>
        </p:nvSpPr>
        <p:spPr>
          <a:xfrm xmlns:a="http://schemas.openxmlformats.org/drawingml/2006/main">
            <a:off x="255519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C4EB1039-DF48-4E4D-8E76-1957EA619C35}"/>
              </a:ext>
            </a:extLst>
          </p:cNvPr>
          <p:cNvSpPr>
            <a:spLocks xmlns:a="http://schemas.openxmlformats.org/drawingml/2006/main" noGrp="1"/>
          </p:cNvSpPr>
          <p:nvPr/>
        </p:nvSpPr>
        <p:spPr>
          <a:xfrm xmlns:a="http://schemas.openxmlformats.org/drawingml/2006/main">
            <a:off x="255519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7B340A5F-CAAD-4BF1-B924-96FEBC7DD934}"/>
              </a:ext>
            </a:extLst>
          </p:cNvPr>
          <p:cNvSpPr>
            <a:spLocks xmlns:a="http://schemas.openxmlformats.org/drawingml/2006/main" noGrp="1"/>
          </p:cNvSpPr>
          <p:nvPr/>
        </p:nvSpPr>
        <p:spPr>
          <a:xfrm xmlns:a="http://schemas.openxmlformats.org/drawingml/2006/main">
            <a:off x="255519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6E33A210-22B4-4B7E-AFA5-19AB6E05ECA8}"/>
              </a:ext>
            </a:extLst>
          </p:cNvPr>
          <p:cNvSpPr>
            <a:spLocks xmlns:a="http://schemas.openxmlformats.org/drawingml/2006/main" noGrp="1"/>
          </p:cNvSpPr>
          <p:nvPr/>
        </p:nvSpPr>
        <p:spPr>
          <a:xfrm xmlns:a="http://schemas.openxmlformats.org/drawingml/2006/main">
            <a:off x="255519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082BBC25-DDE6-42C0-96A5-895C884EE874}"/>
              </a:ext>
            </a:extLst>
          </p:cNvPr>
          <p:cNvSpPr>
            <a:spLocks xmlns:a="http://schemas.openxmlformats.org/drawingml/2006/main" noGrp="1"/>
          </p:cNvSpPr>
          <p:nvPr/>
        </p:nvSpPr>
        <p:spPr>
          <a:xfrm xmlns:a="http://schemas.openxmlformats.org/drawingml/2006/main">
            <a:off x="255519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014E7AE0-FE43-4E5A-B298-8E05B0B90544}"/>
              </a:ext>
            </a:extLst>
          </p:cNvPr>
          <p:cNvSpPr>
            <a:spLocks xmlns:a="http://schemas.openxmlformats.org/drawingml/2006/main" noGrp="1"/>
          </p:cNvSpPr>
          <p:nvPr/>
        </p:nvSpPr>
        <p:spPr>
          <a:xfrm xmlns:a="http://schemas.openxmlformats.org/drawingml/2006/main">
            <a:off x="255519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801A65C9-7E4D-43DD-9563-1EC53537E869}"/>
              </a:ext>
            </a:extLst>
          </p:cNvPr>
          <p:cNvSpPr>
            <a:spLocks xmlns:a="http://schemas.openxmlformats.org/drawingml/2006/main" noGrp="1"/>
          </p:cNvSpPr>
          <p:nvPr/>
        </p:nvSpPr>
        <p:spPr>
          <a:xfrm xmlns:a="http://schemas.openxmlformats.org/drawingml/2006/main">
            <a:off x="255519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FE4826D7-1B22-4B8A-8991-305D0E1C3817}"/>
              </a:ext>
            </a:extLst>
          </p:cNvPr>
          <p:cNvSpPr>
            <a:spLocks xmlns:a="http://schemas.openxmlformats.org/drawingml/2006/main" noGrp="1"/>
          </p:cNvSpPr>
          <p:nvPr/>
        </p:nvSpPr>
        <p:spPr>
          <a:xfrm xmlns:a="http://schemas.openxmlformats.org/drawingml/2006/main">
            <a:off x="255519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165F50F4-F62A-4964-BFCC-6DC7962BB73A}"/>
              </a:ext>
            </a:extLst>
          </p:cNvPr>
          <p:cNvSpPr>
            <a:spLocks xmlns:a="http://schemas.openxmlformats.org/drawingml/2006/main" noGrp="1"/>
          </p:cNvSpPr>
          <p:nvPr/>
        </p:nvSpPr>
        <p:spPr>
          <a:xfrm xmlns:a="http://schemas.openxmlformats.org/drawingml/2006/main">
            <a:off x="2555191"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772DDDAE-8E0E-4B95-B6CE-F90F05F1779A}"/>
              </a:ext>
            </a:extLst>
          </p:cNvPr>
          <p:cNvSpPr>
            <a:spLocks xmlns:a="http://schemas.openxmlformats.org/drawingml/2006/main" noGrp="1"/>
          </p:cNvSpPr>
          <p:nvPr/>
        </p:nvSpPr>
        <p:spPr>
          <a:xfrm xmlns:a="http://schemas.openxmlformats.org/drawingml/2006/main">
            <a:off x="2555191"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76E1473D-7F54-4F47-AAE2-E8DC65C9228A}"/>
              </a:ext>
            </a:extLst>
          </p:cNvPr>
          <p:cNvSpPr>
            <a:spLocks xmlns:a="http://schemas.openxmlformats.org/drawingml/2006/main" noGrp="1"/>
          </p:cNvSpPr>
          <p:nvPr/>
        </p:nvSpPr>
        <p:spPr>
          <a:xfrm xmlns:a="http://schemas.openxmlformats.org/drawingml/2006/main">
            <a:off x="2555191"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978D8246-FBE3-4F89-8B4A-839C56B609C6}"/>
              </a:ext>
            </a:extLst>
          </p:cNvPr>
          <p:cNvSpPr>
            <a:spLocks xmlns:a="http://schemas.openxmlformats.org/drawingml/2006/main" noGrp="1"/>
          </p:cNvSpPr>
          <p:nvPr/>
        </p:nvSpPr>
        <p:spPr>
          <a:xfrm xmlns:a="http://schemas.openxmlformats.org/drawingml/2006/main">
            <a:off x="2634194"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B7AAB77E-597A-4781-A9D0-381BBE309B96}"/>
              </a:ext>
            </a:extLst>
          </p:cNvPr>
          <p:cNvSpPr>
            <a:spLocks xmlns:a="http://schemas.openxmlformats.org/drawingml/2006/main" noGrp="1"/>
          </p:cNvSpPr>
          <p:nvPr/>
        </p:nvSpPr>
        <p:spPr>
          <a:xfrm xmlns:a="http://schemas.openxmlformats.org/drawingml/2006/main">
            <a:off x="263419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0D48CAE6-E6F4-46C2-BAF4-9097527FAAE1}"/>
              </a:ext>
            </a:extLst>
          </p:cNvPr>
          <p:cNvSpPr>
            <a:spLocks xmlns:a="http://schemas.openxmlformats.org/drawingml/2006/main" noGrp="1"/>
          </p:cNvSpPr>
          <p:nvPr/>
        </p:nvSpPr>
        <p:spPr>
          <a:xfrm xmlns:a="http://schemas.openxmlformats.org/drawingml/2006/main">
            <a:off x="263419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782E2F5F-A85A-4A9D-8205-3FB41AFAE22F}"/>
              </a:ext>
            </a:extLst>
          </p:cNvPr>
          <p:cNvSpPr>
            <a:spLocks xmlns:a="http://schemas.openxmlformats.org/drawingml/2006/main" noGrp="1"/>
          </p:cNvSpPr>
          <p:nvPr/>
        </p:nvSpPr>
        <p:spPr>
          <a:xfrm xmlns:a="http://schemas.openxmlformats.org/drawingml/2006/main">
            <a:off x="263419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BC80892F-A418-45B4-9B4D-6EE293EDA20D}"/>
              </a:ext>
            </a:extLst>
          </p:cNvPr>
          <p:cNvSpPr>
            <a:spLocks xmlns:a="http://schemas.openxmlformats.org/drawingml/2006/main" noGrp="1"/>
          </p:cNvSpPr>
          <p:nvPr/>
        </p:nvSpPr>
        <p:spPr>
          <a:xfrm xmlns:a="http://schemas.openxmlformats.org/drawingml/2006/main">
            <a:off x="263419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C8A5E0D4-4C3B-4171-BBB3-DA103CD43BEC}"/>
              </a:ext>
            </a:extLst>
          </p:cNvPr>
          <p:cNvSpPr>
            <a:spLocks xmlns:a="http://schemas.openxmlformats.org/drawingml/2006/main" noGrp="1"/>
          </p:cNvSpPr>
          <p:nvPr/>
        </p:nvSpPr>
        <p:spPr>
          <a:xfrm xmlns:a="http://schemas.openxmlformats.org/drawingml/2006/main">
            <a:off x="263419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23514604-4F19-40F1-9A55-F55760E7AED7}"/>
              </a:ext>
            </a:extLst>
          </p:cNvPr>
          <p:cNvSpPr>
            <a:spLocks xmlns:a="http://schemas.openxmlformats.org/drawingml/2006/main" noGrp="1"/>
          </p:cNvSpPr>
          <p:nvPr/>
        </p:nvSpPr>
        <p:spPr>
          <a:xfrm xmlns:a="http://schemas.openxmlformats.org/drawingml/2006/main">
            <a:off x="263419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96758EA1-5771-475E-924C-79813D943E67}"/>
              </a:ext>
            </a:extLst>
          </p:cNvPr>
          <p:cNvSpPr>
            <a:spLocks xmlns:a="http://schemas.openxmlformats.org/drawingml/2006/main" noGrp="1"/>
          </p:cNvSpPr>
          <p:nvPr/>
        </p:nvSpPr>
        <p:spPr>
          <a:xfrm xmlns:a="http://schemas.openxmlformats.org/drawingml/2006/main">
            <a:off x="263419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02DDFC0E-2941-4771-A954-C8C005DDE12C}"/>
              </a:ext>
            </a:extLst>
          </p:cNvPr>
          <p:cNvSpPr>
            <a:spLocks xmlns:a="http://schemas.openxmlformats.org/drawingml/2006/main" noGrp="1"/>
          </p:cNvSpPr>
          <p:nvPr/>
        </p:nvSpPr>
        <p:spPr>
          <a:xfrm xmlns:a="http://schemas.openxmlformats.org/drawingml/2006/main">
            <a:off x="263419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FEBE50A1-8E9F-433C-9D14-6A2FC5D13EA6}"/>
              </a:ext>
            </a:extLst>
          </p:cNvPr>
          <p:cNvSpPr>
            <a:spLocks xmlns:a="http://schemas.openxmlformats.org/drawingml/2006/main" noGrp="1"/>
          </p:cNvSpPr>
          <p:nvPr/>
        </p:nvSpPr>
        <p:spPr>
          <a:xfrm xmlns:a="http://schemas.openxmlformats.org/drawingml/2006/main">
            <a:off x="263419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178CFAA0-C39A-43A3-BD2C-AA9D2B0A45DA}"/>
              </a:ext>
            </a:extLst>
          </p:cNvPr>
          <p:cNvSpPr>
            <a:spLocks xmlns:a="http://schemas.openxmlformats.org/drawingml/2006/main" noGrp="1"/>
          </p:cNvSpPr>
          <p:nvPr/>
        </p:nvSpPr>
        <p:spPr>
          <a:xfrm xmlns:a="http://schemas.openxmlformats.org/drawingml/2006/main">
            <a:off x="2634194"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3AFC4784-6234-4708-9E19-E8E35E0638FE}"/>
              </a:ext>
            </a:extLst>
          </p:cNvPr>
          <p:cNvSpPr>
            <a:spLocks xmlns:a="http://schemas.openxmlformats.org/drawingml/2006/main" noGrp="1"/>
          </p:cNvSpPr>
          <p:nvPr/>
        </p:nvSpPr>
        <p:spPr>
          <a:xfrm xmlns:a="http://schemas.openxmlformats.org/drawingml/2006/main">
            <a:off x="2634194"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CCF5AE3E-DE22-4E9C-835E-CA7FD1E56B51}"/>
              </a:ext>
            </a:extLst>
          </p:cNvPr>
          <p:cNvSpPr>
            <a:spLocks xmlns:a="http://schemas.openxmlformats.org/drawingml/2006/main" noGrp="1"/>
          </p:cNvSpPr>
          <p:nvPr/>
        </p:nvSpPr>
        <p:spPr>
          <a:xfrm xmlns:a="http://schemas.openxmlformats.org/drawingml/2006/main">
            <a:off x="271319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15E3643A-34B4-4C23-B99F-E811DDC75E61}"/>
              </a:ext>
            </a:extLst>
          </p:cNvPr>
          <p:cNvSpPr>
            <a:spLocks xmlns:a="http://schemas.openxmlformats.org/drawingml/2006/main" noGrp="1"/>
          </p:cNvSpPr>
          <p:nvPr/>
        </p:nvSpPr>
        <p:spPr>
          <a:xfrm xmlns:a="http://schemas.openxmlformats.org/drawingml/2006/main">
            <a:off x="271319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582CE52D-BC7C-4924-99C4-9D3D19EF85DF}"/>
              </a:ext>
            </a:extLst>
          </p:cNvPr>
          <p:cNvSpPr>
            <a:spLocks xmlns:a="http://schemas.openxmlformats.org/drawingml/2006/main" noGrp="1"/>
          </p:cNvSpPr>
          <p:nvPr/>
        </p:nvSpPr>
        <p:spPr>
          <a:xfrm xmlns:a="http://schemas.openxmlformats.org/drawingml/2006/main">
            <a:off x="271319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AB01539D-3D1B-4D12-9B31-B84357D767F6}"/>
              </a:ext>
            </a:extLst>
          </p:cNvPr>
          <p:cNvSpPr>
            <a:spLocks xmlns:a="http://schemas.openxmlformats.org/drawingml/2006/main" noGrp="1"/>
          </p:cNvSpPr>
          <p:nvPr/>
        </p:nvSpPr>
        <p:spPr>
          <a:xfrm xmlns:a="http://schemas.openxmlformats.org/drawingml/2006/main">
            <a:off x="271319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917090AF-D376-456D-B0F6-DA4F0532699D}"/>
              </a:ext>
            </a:extLst>
          </p:cNvPr>
          <p:cNvSpPr>
            <a:spLocks xmlns:a="http://schemas.openxmlformats.org/drawingml/2006/main" noGrp="1"/>
          </p:cNvSpPr>
          <p:nvPr/>
        </p:nvSpPr>
        <p:spPr>
          <a:xfrm xmlns:a="http://schemas.openxmlformats.org/drawingml/2006/main">
            <a:off x="271319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EE22DBAC-AE36-4FBA-A836-FB08D0F1E836}"/>
              </a:ext>
            </a:extLst>
          </p:cNvPr>
          <p:cNvSpPr>
            <a:spLocks xmlns:a="http://schemas.openxmlformats.org/drawingml/2006/main" noGrp="1"/>
          </p:cNvSpPr>
          <p:nvPr/>
        </p:nvSpPr>
        <p:spPr>
          <a:xfrm xmlns:a="http://schemas.openxmlformats.org/drawingml/2006/main">
            <a:off x="271319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3AFE8A59-8DBB-410C-97C3-FFD6CD77BCA0}"/>
              </a:ext>
            </a:extLst>
          </p:cNvPr>
          <p:cNvSpPr>
            <a:spLocks xmlns:a="http://schemas.openxmlformats.org/drawingml/2006/main" noGrp="1"/>
          </p:cNvSpPr>
          <p:nvPr/>
        </p:nvSpPr>
        <p:spPr>
          <a:xfrm xmlns:a="http://schemas.openxmlformats.org/drawingml/2006/main">
            <a:off x="271319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683E473E-5786-477A-9EC9-C1246E38D938}"/>
              </a:ext>
            </a:extLst>
          </p:cNvPr>
          <p:cNvSpPr>
            <a:spLocks xmlns:a="http://schemas.openxmlformats.org/drawingml/2006/main" noGrp="1"/>
          </p:cNvSpPr>
          <p:nvPr/>
        </p:nvSpPr>
        <p:spPr>
          <a:xfrm xmlns:a="http://schemas.openxmlformats.org/drawingml/2006/main">
            <a:off x="271319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AA91A907-850B-441D-84CF-854214F1EBF4}"/>
              </a:ext>
            </a:extLst>
          </p:cNvPr>
          <p:cNvSpPr>
            <a:spLocks xmlns:a="http://schemas.openxmlformats.org/drawingml/2006/main" noGrp="1"/>
          </p:cNvSpPr>
          <p:nvPr/>
        </p:nvSpPr>
        <p:spPr>
          <a:xfrm xmlns:a="http://schemas.openxmlformats.org/drawingml/2006/main">
            <a:off x="271319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B7715090-D987-4263-83CD-864B2D9AE253}"/>
              </a:ext>
            </a:extLst>
          </p:cNvPr>
          <p:cNvSpPr>
            <a:spLocks xmlns:a="http://schemas.openxmlformats.org/drawingml/2006/main" noGrp="1"/>
          </p:cNvSpPr>
          <p:nvPr/>
        </p:nvSpPr>
        <p:spPr>
          <a:xfrm xmlns:a="http://schemas.openxmlformats.org/drawingml/2006/main">
            <a:off x="271319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35AE33F9-58FF-4B48-932B-BF143CB30B21}"/>
              </a:ext>
            </a:extLst>
          </p:cNvPr>
          <p:cNvSpPr>
            <a:spLocks xmlns:a="http://schemas.openxmlformats.org/drawingml/2006/main" noGrp="1"/>
          </p:cNvSpPr>
          <p:nvPr/>
        </p:nvSpPr>
        <p:spPr>
          <a:xfrm xmlns:a="http://schemas.openxmlformats.org/drawingml/2006/main">
            <a:off x="271319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AEE53A23-0033-44C3-9E42-98A56D8BAB7C}"/>
              </a:ext>
            </a:extLst>
          </p:cNvPr>
          <p:cNvSpPr>
            <a:spLocks xmlns:a="http://schemas.openxmlformats.org/drawingml/2006/main" noGrp="1"/>
          </p:cNvSpPr>
          <p:nvPr/>
        </p:nvSpPr>
        <p:spPr>
          <a:xfrm xmlns:a="http://schemas.openxmlformats.org/drawingml/2006/main">
            <a:off x="271319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B610774B-A391-4AE6-A83A-47EBD90E2473}"/>
              </a:ext>
            </a:extLst>
          </p:cNvPr>
          <p:cNvSpPr>
            <a:spLocks xmlns:a="http://schemas.openxmlformats.org/drawingml/2006/main" noGrp="1"/>
          </p:cNvSpPr>
          <p:nvPr/>
        </p:nvSpPr>
        <p:spPr>
          <a:xfrm xmlns:a="http://schemas.openxmlformats.org/drawingml/2006/main">
            <a:off x="271319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0ED80A65-97B0-44D3-A4C8-2B3DB2BB99D3}"/>
              </a:ext>
            </a:extLst>
          </p:cNvPr>
          <p:cNvSpPr>
            <a:spLocks xmlns:a="http://schemas.openxmlformats.org/drawingml/2006/main" noGrp="1"/>
          </p:cNvSpPr>
          <p:nvPr/>
        </p:nvSpPr>
        <p:spPr>
          <a:xfrm xmlns:a="http://schemas.openxmlformats.org/drawingml/2006/main">
            <a:off x="271319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9A6402A3-23F8-4C96-8AC9-8F33A64E83BA}"/>
              </a:ext>
            </a:extLst>
          </p:cNvPr>
          <p:cNvSpPr>
            <a:spLocks xmlns:a="http://schemas.openxmlformats.org/drawingml/2006/main" noGrp="1"/>
          </p:cNvSpPr>
          <p:nvPr/>
        </p:nvSpPr>
        <p:spPr>
          <a:xfrm xmlns:a="http://schemas.openxmlformats.org/drawingml/2006/main">
            <a:off x="271319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E435195B-5EEE-4A6C-9D24-066FB8D28D18}"/>
              </a:ext>
            </a:extLst>
          </p:cNvPr>
          <p:cNvSpPr>
            <a:spLocks xmlns:a="http://schemas.openxmlformats.org/drawingml/2006/main" noGrp="1"/>
          </p:cNvSpPr>
          <p:nvPr/>
        </p:nvSpPr>
        <p:spPr>
          <a:xfrm xmlns:a="http://schemas.openxmlformats.org/drawingml/2006/main">
            <a:off x="271319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CBF571C0-917D-4ED7-86E8-95ADE611772F}"/>
              </a:ext>
            </a:extLst>
          </p:cNvPr>
          <p:cNvSpPr>
            <a:spLocks xmlns:a="http://schemas.openxmlformats.org/drawingml/2006/main" noGrp="1"/>
          </p:cNvSpPr>
          <p:nvPr/>
        </p:nvSpPr>
        <p:spPr>
          <a:xfrm xmlns:a="http://schemas.openxmlformats.org/drawingml/2006/main">
            <a:off x="279219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5F164DFC-0E7E-4478-8026-4DA4F44DAB1B}"/>
              </a:ext>
            </a:extLst>
          </p:cNvPr>
          <p:cNvSpPr>
            <a:spLocks xmlns:a="http://schemas.openxmlformats.org/drawingml/2006/main" noGrp="1"/>
          </p:cNvSpPr>
          <p:nvPr/>
        </p:nvSpPr>
        <p:spPr>
          <a:xfrm xmlns:a="http://schemas.openxmlformats.org/drawingml/2006/main">
            <a:off x="279219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241D74D2-20FF-4E58-B4CB-BA6C739F6EAA}"/>
              </a:ext>
            </a:extLst>
          </p:cNvPr>
          <p:cNvSpPr>
            <a:spLocks xmlns:a="http://schemas.openxmlformats.org/drawingml/2006/main" noGrp="1"/>
          </p:cNvSpPr>
          <p:nvPr/>
        </p:nvSpPr>
        <p:spPr>
          <a:xfrm xmlns:a="http://schemas.openxmlformats.org/drawingml/2006/main">
            <a:off x="279219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E9849E30-98B4-44AC-AF58-C72E5C37E22F}"/>
              </a:ext>
            </a:extLst>
          </p:cNvPr>
          <p:cNvSpPr>
            <a:spLocks xmlns:a="http://schemas.openxmlformats.org/drawingml/2006/main" noGrp="1"/>
          </p:cNvSpPr>
          <p:nvPr/>
        </p:nvSpPr>
        <p:spPr>
          <a:xfrm xmlns:a="http://schemas.openxmlformats.org/drawingml/2006/main">
            <a:off x="279219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72402BB8-8AB6-47CA-B480-9354232B9D70}"/>
              </a:ext>
            </a:extLst>
          </p:cNvPr>
          <p:cNvSpPr>
            <a:spLocks xmlns:a="http://schemas.openxmlformats.org/drawingml/2006/main" noGrp="1"/>
          </p:cNvSpPr>
          <p:nvPr/>
        </p:nvSpPr>
        <p:spPr>
          <a:xfrm xmlns:a="http://schemas.openxmlformats.org/drawingml/2006/main">
            <a:off x="279219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96A034D0-0CF5-44B0-8354-BC1616CA1E74}"/>
              </a:ext>
            </a:extLst>
          </p:cNvPr>
          <p:cNvSpPr>
            <a:spLocks xmlns:a="http://schemas.openxmlformats.org/drawingml/2006/main" noGrp="1"/>
          </p:cNvSpPr>
          <p:nvPr/>
        </p:nvSpPr>
        <p:spPr>
          <a:xfrm xmlns:a="http://schemas.openxmlformats.org/drawingml/2006/main">
            <a:off x="279219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5EFC24E2-40CA-4D59-8362-6F7BB0DD4265}"/>
              </a:ext>
            </a:extLst>
          </p:cNvPr>
          <p:cNvSpPr>
            <a:spLocks xmlns:a="http://schemas.openxmlformats.org/drawingml/2006/main" noGrp="1"/>
          </p:cNvSpPr>
          <p:nvPr/>
        </p:nvSpPr>
        <p:spPr>
          <a:xfrm xmlns:a="http://schemas.openxmlformats.org/drawingml/2006/main">
            <a:off x="279219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A0770582-91BE-449C-BDF2-DB55E45FF9AB}"/>
              </a:ext>
            </a:extLst>
          </p:cNvPr>
          <p:cNvSpPr>
            <a:spLocks xmlns:a="http://schemas.openxmlformats.org/drawingml/2006/main" noGrp="1"/>
          </p:cNvSpPr>
          <p:nvPr/>
        </p:nvSpPr>
        <p:spPr>
          <a:xfrm xmlns:a="http://schemas.openxmlformats.org/drawingml/2006/main">
            <a:off x="279219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83016BBF-7F40-421C-AB8F-5438BF9EB68C}"/>
              </a:ext>
            </a:extLst>
          </p:cNvPr>
          <p:cNvSpPr>
            <a:spLocks xmlns:a="http://schemas.openxmlformats.org/drawingml/2006/main" noGrp="1"/>
          </p:cNvSpPr>
          <p:nvPr/>
        </p:nvSpPr>
        <p:spPr>
          <a:xfrm xmlns:a="http://schemas.openxmlformats.org/drawingml/2006/main">
            <a:off x="279219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F35C0DB5-D0AD-4B2A-AD0B-656C73FBE693}"/>
              </a:ext>
            </a:extLst>
          </p:cNvPr>
          <p:cNvSpPr>
            <a:spLocks xmlns:a="http://schemas.openxmlformats.org/drawingml/2006/main" noGrp="1"/>
          </p:cNvSpPr>
          <p:nvPr/>
        </p:nvSpPr>
        <p:spPr>
          <a:xfrm xmlns:a="http://schemas.openxmlformats.org/drawingml/2006/main">
            <a:off x="2792199"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F33F9586-57B4-4CB3-A9C9-8727DD115E01}"/>
              </a:ext>
            </a:extLst>
          </p:cNvPr>
          <p:cNvSpPr>
            <a:spLocks xmlns:a="http://schemas.openxmlformats.org/drawingml/2006/main" noGrp="1"/>
          </p:cNvSpPr>
          <p:nvPr/>
        </p:nvSpPr>
        <p:spPr>
          <a:xfrm xmlns:a="http://schemas.openxmlformats.org/drawingml/2006/main">
            <a:off x="279219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C6360B96-18B4-4CE0-80CD-9F9845D6684C}"/>
              </a:ext>
            </a:extLst>
          </p:cNvPr>
          <p:cNvSpPr>
            <a:spLocks xmlns:a="http://schemas.openxmlformats.org/drawingml/2006/main" noGrp="1"/>
          </p:cNvSpPr>
          <p:nvPr/>
        </p:nvSpPr>
        <p:spPr>
          <a:xfrm xmlns:a="http://schemas.openxmlformats.org/drawingml/2006/main">
            <a:off x="2792199"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27613DD2-BADA-44CF-9744-3448F09E4A88}"/>
              </a:ext>
            </a:extLst>
          </p:cNvPr>
          <p:cNvSpPr>
            <a:spLocks xmlns:a="http://schemas.openxmlformats.org/drawingml/2006/main" noGrp="1"/>
          </p:cNvSpPr>
          <p:nvPr/>
        </p:nvSpPr>
        <p:spPr>
          <a:xfrm xmlns:a="http://schemas.openxmlformats.org/drawingml/2006/main">
            <a:off x="279219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237D55EA-2B0F-4F86-A086-DF2CDF1473DA}"/>
              </a:ext>
            </a:extLst>
          </p:cNvPr>
          <p:cNvSpPr>
            <a:spLocks xmlns:a="http://schemas.openxmlformats.org/drawingml/2006/main" noGrp="1"/>
          </p:cNvSpPr>
          <p:nvPr/>
        </p:nvSpPr>
        <p:spPr>
          <a:xfrm xmlns:a="http://schemas.openxmlformats.org/drawingml/2006/main">
            <a:off x="287120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D7EB8082-AC14-4681-B89C-DCF0B7FDA691}"/>
              </a:ext>
            </a:extLst>
          </p:cNvPr>
          <p:cNvSpPr>
            <a:spLocks xmlns:a="http://schemas.openxmlformats.org/drawingml/2006/main" noGrp="1"/>
          </p:cNvSpPr>
          <p:nvPr/>
        </p:nvSpPr>
        <p:spPr>
          <a:xfrm xmlns:a="http://schemas.openxmlformats.org/drawingml/2006/main">
            <a:off x="287120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3A8B4C6C-889F-4DC0-A430-B23FE3B93FAC}"/>
              </a:ext>
            </a:extLst>
          </p:cNvPr>
          <p:cNvSpPr>
            <a:spLocks xmlns:a="http://schemas.openxmlformats.org/drawingml/2006/main" noGrp="1"/>
          </p:cNvSpPr>
          <p:nvPr/>
        </p:nvSpPr>
        <p:spPr>
          <a:xfrm xmlns:a="http://schemas.openxmlformats.org/drawingml/2006/main">
            <a:off x="287120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E500FB7F-2687-492F-814E-1AE93B7F97B2}"/>
              </a:ext>
            </a:extLst>
          </p:cNvPr>
          <p:cNvSpPr>
            <a:spLocks xmlns:a="http://schemas.openxmlformats.org/drawingml/2006/main" noGrp="1"/>
          </p:cNvSpPr>
          <p:nvPr/>
        </p:nvSpPr>
        <p:spPr>
          <a:xfrm xmlns:a="http://schemas.openxmlformats.org/drawingml/2006/main">
            <a:off x="287120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25255A22-C94B-43AC-A124-16F6970D7AB3}"/>
              </a:ext>
            </a:extLst>
          </p:cNvPr>
          <p:cNvSpPr>
            <a:spLocks xmlns:a="http://schemas.openxmlformats.org/drawingml/2006/main" noGrp="1"/>
          </p:cNvSpPr>
          <p:nvPr/>
        </p:nvSpPr>
        <p:spPr>
          <a:xfrm xmlns:a="http://schemas.openxmlformats.org/drawingml/2006/main">
            <a:off x="287120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13C4B052-ABAD-4F79-A845-F300D641307C}"/>
              </a:ext>
            </a:extLst>
          </p:cNvPr>
          <p:cNvSpPr>
            <a:spLocks xmlns:a="http://schemas.openxmlformats.org/drawingml/2006/main" noGrp="1"/>
          </p:cNvSpPr>
          <p:nvPr/>
        </p:nvSpPr>
        <p:spPr>
          <a:xfrm xmlns:a="http://schemas.openxmlformats.org/drawingml/2006/main">
            <a:off x="287120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4C1C4908-5698-4F07-A3AB-DDE2FE8345FB}"/>
              </a:ext>
            </a:extLst>
          </p:cNvPr>
          <p:cNvSpPr>
            <a:spLocks xmlns:a="http://schemas.openxmlformats.org/drawingml/2006/main" noGrp="1"/>
          </p:cNvSpPr>
          <p:nvPr/>
        </p:nvSpPr>
        <p:spPr>
          <a:xfrm xmlns:a="http://schemas.openxmlformats.org/drawingml/2006/main">
            <a:off x="287120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2AE5BAE6-7498-4EB9-80DA-E0D978EDE980}"/>
              </a:ext>
            </a:extLst>
          </p:cNvPr>
          <p:cNvSpPr>
            <a:spLocks xmlns:a="http://schemas.openxmlformats.org/drawingml/2006/main" noGrp="1"/>
          </p:cNvSpPr>
          <p:nvPr/>
        </p:nvSpPr>
        <p:spPr>
          <a:xfrm xmlns:a="http://schemas.openxmlformats.org/drawingml/2006/main">
            <a:off x="287120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7AA90256-3846-4095-BF76-6F0C04F78EAB}"/>
              </a:ext>
            </a:extLst>
          </p:cNvPr>
          <p:cNvSpPr>
            <a:spLocks xmlns:a="http://schemas.openxmlformats.org/drawingml/2006/main" noGrp="1"/>
          </p:cNvSpPr>
          <p:nvPr/>
        </p:nvSpPr>
        <p:spPr>
          <a:xfrm xmlns:a="http://schemas.openxmlformats.org/drawingml/2006/main">
            <a:off x="287120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6BCBF81D-0925-4EBE-92AF-682D8FCC5B93}"/>
              </a:ext>
            </a:extLst>
          </p:cNvPr>
          <p:cNvSpPr>
            <a:spLocks xmlns:a="http://schemas.openxmlformats.org/drawingml/2006/main" noGrp="1"/>
          </p:cNvSpPr>
          <p:nvPr/>
        </p:nvSpPr>
        <p:spPr>
          <a:xfrm xmlns:a="http://schemas.openxmlformats.org/drawingml/2006/main">
            <a:off x="287120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EDEBC2C6-9AA1-4746-ADA8-40A38A63CC9C}"/>
              </a:ext>
            </a:extLst>
          </p:cNvPr>
          <p:cNvSpPr>
            <a:spLocks xmlns:a="http://schemas.openxmlformats.org/drawingml/2006/main" noGrp="1"/>
          </p:cNvSpPr>
          <p:nvPr/>
        </p:nvSpPr>
        <p:spPr>
          <a:xfrm xmlns:a="http://schemas.openxmlformats.org/drawingml/2006/main">
            <a:off x="287120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9C06F826-02B8-4B55-826D-AC9ED8898A05}"/>
              </a:ext>
            </a:extLst>
          </p:cNvPr>
          <p:cNvSpPr>
            <a:spLocks xmlns:a="http://schemas.openxmlformats.org/drawingml/2006/main" noGrp="1"/>
          </p:cNvSpPr>
          <p:nvPr/>
        </p:nvSpPr>
        <p:spPr>
          <a:xfrm xmlns:a="http://schemas.openxmlformats.org/drawingml/2006/main">
            <a:off x="287120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4DE634F4-EDBD-4A4E-9F52-20568BC0B9FB}"/>
              </a:ext>
            </a:extLst>
          </p:cNvPr>
          <p:cNvSpPr>
            <a:spLocks xmlns:a="http://schemas.openxmlformats.org/drawingml/2006/main" noGrp="1"/>
          </p:cNvSpPr>
          <p:nvPr/>
        </p:nvSpPr>
        <p:spPr>
          <a:xfrm xmlns:a="http://schemas.openxmlformats.org/drawingml/2006/main">
            <a:off x="295020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CBA7524D-D2F1-4875-9AC0-C489931455CF}"/>
              </a:ext>
            </a:extLst>
          </p:cNvPr>
          <p:cNvSpPr>
            <a:spLocks xmlns:a="http://schemas.openxmlformats.org/drawingml/2006/main" noGrp="1"/>
          </p:cNvSpPr>
          <p:nvPr/>
        </p:nvSpPr>
        <p:spPr>
          <a:xfrm xmlns:a="http://schemas.openxmlformats.org/drawingml/2006/main">
            <a:off x="295020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37E4F63B-5B56-42A5-B97F-E7E5CA683B3D}"/>
              </a:ext>
            </a:extLst>
          </p:cNvPr>
          <p:cNvSpPr>
            <a:spLocks xmlns:a="http://schemas.openxmlformats.org/drawingml/2006/main" noGrp="1"/>
          </p:cNvSpPr>
          <p:nvPr/>
        </p:nvSpPr>
        <p:spPr>
          <a:xfrm xmlns:a="http://schemas.openxmlformats.org/drawingml/2006/main">
            <a:off x="295020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E948971B-ABB9-400E-813E-B0BCFA63BF78}"/>
              </a:ext>
            </a:extLst>
          </p:cNvPr>
          <p:cNvSpPr>
            <a:spLocks xmlns:a="http://schemas.openxmlformats.org/drawingml/2006/main" noGrp="1"/>
          </p:cNvSpPr>
          <p:nvPr/>
        </p:nvSpPr>
        <p:spPr>
          <a:xfrm xmlns:a="http://schemas.openxmlformats.org/drawingml/2006/main">
            <a:off x="295020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60DABE67-EB7B-4648-8702-DBB1D20CA353}"/>
              </a:ext>
            </a:extLst>
          </p:cNvPr>
          <p:cNvSpPr>
            <a:spLocks xmlns:a="http://schemas.openxmlformats.org/drawingml/2006/main" noGrp="1"/>
          </p:cNvSpPr>
          <p:nvPr/>
        </p:nvSpPr>
        <p:spPr>
          <a:xfrm xmlns:a="http://schemas.openxmlformats.org/drawingml/2006/main">
            <a:off x="295020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251FABF3-4EAE-47A8-8499-D0416CA1D9E3}"/>
              </a:ext>
            </a:extLst>
          </p:cNvPr>
          <p:cNvSpPr>
            <a:spLocks xmlns:a="http://schemas.openxmlformats.org/drawingml/2006/main" noGrp="1"/>
          </p:cNvSpPr>
          <p:nvPr/>
        </p:nvSpPr>
        <p:spPr>
          <a:xfrm xmlns:a="http://schemas.openxmlformats.org/drawingml/2006/main">
            <a:off x="295020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FE987E2D-08D4-443C-84E6-ABAE72AF931D}"/>
              </a:ext>
            </a:extLst>
          </p:cNvPr>
          <p:cNvSpPr>
            <a:spLocks xmlns:a="http://schemas.openxmlformats.org/drawingml/2006/main" noGrp="1"/>
          </p:cNvSpPr>
          <p:nvPr/>
        </p:nvSpPr>
        <p:spPr>
          <a:xfrm xmlns:a="http://schemas.openxmlformats.org/drawingml/2006/main">
            <a:off x="295020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A6FF660B-0024-4AED-BD05-7F529374A88B}"/>
              </a:ext>
            </a:extLst>
          </p:cNvPr>
          <p:cNvSpPr>
            <a:spLocks xmlns:a="http://schemas.openxmlformats.org/drawingml/2006/main" noGrp="1"/>
          </p:cNvSpPr>
          <p:nvPr/>
        </p:nvSpPr>
        <p:spPr>
          <a:xfrm xmlns:a="http://schemas.openxmlformats.org/drawingml/2006/main">
            <a:off x="295020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2CAD2A55-1F59-45EF-9728-003BCDAA6748}"/>
              </a:ext>
            </a:extLst>
          </p:cNvPr>
          <p:cNvSpPr>
            <a:spLocks xmlns:a="http://schemas.openxmlformats.org/drawingml/2006/main" noGrp="1"/>
          </p:cNvSpPr>
          <p:nvPr/>
        </p:nvSpPr>
        <p:spPr>
          <a:xfrm xmlns:a="http://schemas.openxmlformats.org/drawingml/2006/main">
            <a:off x="295020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1E302C25-72BB-4B5F-9D42-9E13D60BC850}"/>
              </a:ext>
            </a:extLst>
          </p:cNvPr>
          <p:cNvSpPr>
            <a:spLocks xmlns:a="http://schemas.openxmlformats.org/drawingml/2006/main" noGrp="1"/>
          </p:cNvSpPr>
          <p:nvPr/>
        </p:nvSpPr>
        <p:spPr>
          <a:xfrm xmlns:a="http://schemas.openxmlformats.org/drawingml/2006/main">
            <a:off x="295020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7AB90F4B-AC9F-43D1-82AE-3C8129F05ED7}"/>
              </a:ext>
            </a:extLst>
          </p:cNvPr>
          <p:cNvSpPr>
            <a:spLocks xmlns:a="http://schemas.openxmlformats.org/drawingml/2006/main" noGrp="1"/>
          </p:cNvSpPr>
          <p:nvPr/>
        </p:nvSpPr>
        <p:spPr>
          <a:xfrm xmlns:a="http://schemas.openxmlformats.org/drawingml/2006/main">
            <a:off x="295020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F4B87FBE-AE1F-4502-A02C-3E12592D349F}"/>
              </a:ext>
            </a:extLst>
          </p:cNvPr>
          <p:cNvSpPr>
            <a:spLocks xmlns:a="http://schemas.openxmlformats.org/drawingml/2006/main" noGrp="1"/>
          </p:cNvSpPr>
          <p:nvPr/>
        </p:nvSpPr>
        <p:spPr>
          <a:xfrm xmlns:a="http://schemas.openxmlformats.org/drawingml/2006/main">
            <a:off x="295020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6FD12BD7-987B-40FD-9D34-5693E1C3293B}"/>
              </a:ext>
            </a:extLst>
          </p:cNvPr>
          <p:cNvSpPr>
            <a:spLocks xmlns:a="http://schemas.openxmlformats.org/drawingml/2006/main" noGrp="1"/>
          </p:cNvSpPr>
          <p:nvPr/>
        </p:nvSpPr>
        <p:spPr>
          <a:xfrm xmlns:a="http://schemas.openxmlformats.org/drawingml/2006/main">
            <a:off x="2950204"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01075ABD-4A63-4872-9FC4-18BFE7C99C17}"/>
              </a:ext>
            </a:extLst>
          </p:cNvPr>
          <p:cNvSpPr>
            <a:spLocks xmlns:a="http://schemas.openxmlformats.org/drawingml/2006/main" noGrp="1"/>
          </p:cNvSpPr>
          <p:nvPr/>
        </p:nvSpPr>
        <p:spPr>
          <a:xfrm xmlns:a="http://schemas.openxmlformats.org/drawingml/2006/main">
            <a:off x="302920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DE88DCE5-7B23-4E41-B0A7-F29FD05AAEF3}"/>
              </a:ext>
            </a:extLst>
          </p:cNvPr>
          <p:cNvSpPr>
            <a:spLocks xmlns:a="http://schemas.openxmlformats.org/drawingml/2006/main" noGrp="1"/>
          </p:cNvSpPr>
          <p:nvPr/>
        </p:nvSpPr>
        <p:spPr>
          <a:xfrm xmlns:a="http://schemas.openxmlformats.org/drawingml/2006/main">
            <a:off x="302920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C7330329-EBB4-48E5-BC23-C7693F7FBAA2}"/>
              </a:ext>
            </a:extLst>
          </p:cNvPr>
          <p:cNvSpPr>
            <a:spLocks xmlns:a="http://schemas.openxmlformats.org/drawingml/2006/main" noGrp="1"/>
          </p:cNvSpPr>
          <p:nvPr/>
        </p:nvSpPr>
        <p:spPr>
          <a:xfrm xmlns:a="http://schemas.openxmlformats.org/drawingml/2006/main">
            <a:off x="302920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DDF81B56-CC41-4B5D-8C5C-0A3BB1B96582}"/>
              </a:ext>
            </a:extLst>
          </p:cNvPr>
          <p:cNvSpPr>
            <a:spLocks xmlns:a="http://schemas.openxmlformats.org/drawingml/2006/main" noGrp="1"/>
          </p:cNvSpPr>
          <p:nvPr/>
        </p:nvSpPr>
        <p:spPr>
          <a:xfrm xmlns:a="http://schemas.openxmlformats.org/drawingml/2006/main">
            <a:off x="302920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881E0B8D-8B38-4384-AEDC-105CC2E8C537}"/>
              </a:ext>
            </a:extLst>
          </p:cNvPr>
          <p:cNvSpPr>
            <a:spLocks xmlns:a="http://schemas.openxmlformats.org/drawingml/2006/main" noGrp="1"/>
          </p:cNvSpPr>
          <p:nvPr/>
        </p:nvSpPr>
        <p:spPr>
          <a:xfrm xmlns:a="http://schemas.openxmlformats.org/drawingml/2006/main">
            <a:off x="302920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17EA0FD1-F96E-4180-A3DB-CF4F78059CBC}"/>
              </a:ext>
            </a:extLst>
          </p:cNvPr>
          <p:cNvSpPr>
            <a:spLocks xmlns:a="http://schemas.openxmlformats.org/drawingml/2006/main" noGrp="1"/>
          </p:cNvSpPr>
          <p:nvPr/>
        </p:nvSpPr>
        <p:spPr>
          <a:xfrm xmlns:a="http://schemas.openxmlformats.org/drawingml/2006/main">
            <a:off x="302920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3A081025-E6E2-4C14-873C-8D0B062E400A}"/>
              </a:ext>
            </a:extLst>
          </p:cNvPr>
          <p:cNvSpPr>
            <a:spLocks xmlns:a="http://schemas.openxmlformats.org/drawingml/2006/main" noGrp="1"/>
          </p:cNvSpPr>
          <p:nvPr/>
        </p:nvSpPr>
        <p:spPr>
          <a:xfrm xmlns:a="http://schemas.openxmlformats.org/drawingml/2006/main">
            <a:off x="302920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2770DEDC-81C9-447C-BB6A-41731A12145C}"/>
              </a:ext>
            </a:extLst>
          </p:cNvPr>
          <p:cNvSpPr>
            <a:spLocks xmlns:a="http://schemas.openxmlformats.org/drawingml/2006/main" noGrp="1"/>
          </p:cNvSpPr>
          <p:nvPr/>
        </p:nvSpPr>
        <p:spPr>
          <a:xfrm xmlns:a="http://schemas.openxmlformats.org/drawingml/2006/main">
            <a:off x="302920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AF3F09E2-8118-408C-9D8F-306D7755EFE5}"/>
              </a:ext>
            </a:extLst>
          </p:cNvPr>
          <p:cNvSpPr>
            <a:spLocks xmlns:a="http://schemas.openxmlformats.org/drawingml/2006/main" noGrp="1"/>
          </p:cNvSpPr>
          <p:nvPr/>
        </p:nvSpPr>
        <p:spPr>
          <a:xfrm xmlns:a="http://schemas.openxmlformats.org/drawingml/2006/main">
            <a:off x="302920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FEFA5352-8EE4-4BA6-A372-03D6597A89AE}"/>
              </a:ext>
            </a:extLst>
          </p:cNvPr>
          <p:cNvSpPr>
            <a:spLocks xmlns:a="http://schemas.openxmlformats.org/drawingml/2006/main" noGrp="1"/>
          </p:cNvSpPr>
          <p:nvPr/>
        </p:nvSpPr>
        <p:spPr>
          <a:xfrm xmlns:a="http://schemas.openxmlformats.org/drawingml/2006/main">
            <a:off x="302920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313ADE5E-03BE-40E2-A653-DF5CAA88D581}"/>
              </a:ext>
            </a:extLst>
          </p:cNvPr>
          <p:cNvSpPr>
            <a:spLocks xmlns:a="http://schemas.openxmlformats.org/drawingml/2006/main" noGrp="1"/>
          </p:cNvSpPr>
          <p:nvPr/>
        </p:nvSpPr>
        <p:spPr>
          <a:xfrm xmlns:a="http://schemas.openxmlformats.org/drawingml/2006/main">
            <a:off x="302920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89B4C01A-C9EB-4DEA-A62B-C1D4FB595DF8}"/>
              </a:ext>
            </a:extLst>
          </p:cNvPr>
          <p:cNvSpPr>
            <a:spLocks xmlns:a="http://schemas.openxmlformats.org/drawingml/2006/main" noGrp="1"/>
          </p:cNvSpPr>
          <p:nvPr/>
        </p:nvSpPr>
        <p:spPr>
          <a:xfrm xmlns:a="http://schemas.openxmlformats.org/drawingml/2006/main">
            <a:off x="302920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57836625-0DC5-4CF2-BC75-DBB91571078B}"/>
              </a:ext>
            </a:extLst>
          </p:cNvPr>
          <p:cNvSpPr>
            <a:spLocks xmlns:a="http://schemas.openxmlformats.org/drawingml/2006/main" noGrp="1"/>
          </p:cNvSpPr>
          <p:nvPr/>
        </p:nvSpPr>
        <p:spPr>
          <a:xfrm xmlns:a="http://schemas.openxmlformats.org/drawingml/2006/main">
            <a:off x="3029206"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AB10BC2A-2AAF-4979-ABA0-FF00399B7681}"/>
              </a:ext>
            </a:extLst>
          </p:cNvPr>
          <p:cNvSpPr>
            <a:spLocks xmlns:a="http://schemas.openxmlformats.org/drawingml/2006/main" noGrp="1"/>
          </p:cNvSpPr>
          <p:nvPr/>
        </p:nvSpPr>
        <p:spPr>
          <a:xfrm xmlns:a="http://schemas.openxmlformats.org/drawingml/2006/main">
            <a:off x="3108209" y="424785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FB082C39-AB15-4E5D-8516-AC623A7FFF62}"/>
              </a:ext>
            </a:extLst>
          </p:cNvPr>
          <p:cNvSpPr>
            <a:spLocks xmlns:a="http://schemas.openxmlformats.org/drawingml/2006/main" noGrp="1"/>
          </p:cNvSpPr>
          <p:nvPr/>
        </p:nvSpPr>
        <p:spPr>
          <a:xfrm xmlns:a="http://schemas.openxmlformats.org/drawingml/2006/main">
            <a:off x="3108209" y="416832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77A8B300-D308-4ECF-9CA0-2CC903655E70}"/>
              </a:ext>
            </a:extLst>
          </p:cNvPr>
          <p:cNvSpPr>
            <a:spLocks xmlns:a="http://schemas.openxmlformats.org/drawingml/2006/main" noGrp="1"/>
          </p:cNvSpPr>
          <p:nvPr/>
        </p:nvSpPr>
        <p:spPr>
          <a:xfrm xmlns:a="http://schemas.openxmlformats.org/drawingml/2006/main">
            <a:off x="310820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EA0B3EE7-30D2-4B96-AE0C-FDF965408262}"/>
              </a:ext>
            </a:extLst>
          </p:cNvPr>
          <p:cNvSpPr>
            <a:spLocks xmlns:a="http://schemas.openxmlformats.org/drawingml/2006/main" noGrp="1"/>
          </p:cNvSpPr>
          <p:nvPr/>
        </p:nvSpPr>
        <p:spPr>
          <a:xfrm xmlns:a="http://schemas.openxmlformats.org/drawingml/2006/main">
            <a:off x="310820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C68F48D5-0C64-4A34-AA80-1986827DC5F3}"/>
              </a:ext>
            </a:extLst>
          </p:cNvPr>
          <p:cNvSpPr>
            <a:spLocks xmlns:a="http://schemas.openxmlformats.org/drawingml/2006/main" noGrp="1"/>
          </p:cNvSpPr>
          <p:nvPr/>
        </p:nvSpPr>
        <p:spPr>
          <a:xfrm xmlns:a="http://schemas.openxmlformats.org/drawingml/2006/main">
            <a:off x="310820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86222EDE-C361-4FD5-A094-D010C41284E0}"/>
              </a:ext>
            </a:extLst>
          </p:cNvPr>
          <p:cNvSpPr>
            <a:spLocks xmlns:a="http://schemas.openxmlformats.org/drawingml/2006/main" noGrp="1"/>
          </p:cNvSpPr>
          <p:nvPr/>
        </p:nvSpPr>
        <p:spPr>
          <a:xfrm xmlns:a="http://schemas.openxmlformats.org/drawingml/2006/main">
            <a:off x="310820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3DAFD7E0-4CB8-48F3-9F5C-D5677B422CCA}"/>
              </a:ext>
            </a:extLst>
          </p:cNvPr>
          <p:cNvSpPr>
            <a:spLocks xmlns:a="http://schemas.openxmlformats.org/drawingml/2006/main" noGrp="1"/>
          </p:cNvSpPr>
          <p:nvPr/>
        </p:nvSpPr>
        <p:spPr>
          <a:xfrm xmlns:a="http://schemas.openxmlformats.org/drawingml/2006/main">
            <a:off x="310820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C53A069B-0A8B-473E-BBC1-0C33B51F76EE}"/>
              </a:ext>
            </a:extLst>
          </p:cNvPr>
          <p:cNvSpPr>
            <a:spLocks xmlns:a="http://schemas.openxmlformats.org/drawingml/2006/main" noGrp="1"/>
          </p:cNvSpPr>
          <p:nvPr/>
        </p:nvSpPr>
        <p:spPr>
          <a:xfrm xmlns:a="http://schemas.openxmlformats.org/drawingml/2006/main">
            <a:off x="310820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142D867E-BCC7-45D4-ADDC-72D95494A1AF}"/>
              </a:ext>
            </a:extLst>
          </p:cNvPr>
          <p:cNvSpPr>
            <a:spLocks xmlns:a="http://schemas.openxmlformats.org/drawingml/2006/main" noGrp="1"/>
          </p:cNvSpPr>
          <p:nvPr/>
        </p:nvSpPr>
        <p:spPr>
          <a:xfrm xmlns:a="http://schemas.openxmlformats.org/drawingml/2006/main">
            <a:off x="310820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0AF31E69-A4DD-46F2-92D0-747CCC135C52}"/>
              </a:ext>
            </a:extLst>
          </p:cNvPr>
          <p:cNvSpPr>
            <a:spLocks xmlns:a="http://schemas.openxmlformats.org/drawingml/2006/main" noGrp="1"/>
          </p:cNvSpPr>
          <p:nvPr/>
        </p:nvSpPr>
        <p:spPr>
          <a:xfrm xmlns:a="http://schemas.openxmlformats.org/drawingml/2006/main">
            <a:off x="310820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4840E421-967D-4FAA-A255-F8BC2437E790}"/>
              </a:ext>
            </a:extLst>
          </p:cNvPr>
          <p:cNvSpPr>
            <a:spLocks xmlns:a="http://schemas.openxmlformats.org/drawingml/2006/main" noGrp="1"/>
          </p:cNvSpPr>
          <p:nvPr/>
        </p:nvSpPr>
        <p:spPr>
          <a:xfrm xmlns:a="http://schemas.openxmlformats.org/drawingml/2006/main">
            <a:off x="310820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8B7AA656-17A4-4765-B645-02F7476A50D8}"/>
              </a:ext>
            </a:extLst>
          </p:cNvPr>
          <p:cNvSpPr>
            <a:spLocks xmlns:a="http://schemas.openxmlformats.org/drawingml/2006/main" noGrp="1"/>
          </p:cNvSpPr>
          <p:nvPr/>
        </p:nvSpPr>
        <p:spPr>
          <a:xfrm xmlns:a="http://schemas.openxmlformats.org/drawingml/2006/main">
            <a:off x="3108209"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867A7F54-0865-4D1D-924E-2E4147983706}"/>
              </a:ext>
            </a:extLst>
          </p:cNvPr>
          <p:cNvSpPr>
            <a:spLocks xmlns:a="http://schemas.openxmlformats.org/drawingml/2006/main" noGrp="1"/>
          </p:cNvSpPr>
          <p:nvPr/>
        </p:nvSpPr>
        <p:spPr>
          <a:xfrm xmlns:a="http://schemas.openxmlformats.org/drawingml/2006/main">
            <a:off x="3108209" y="241856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20FC5AE0-1C67-46F7-8325-1120CD5A3D02}"/>
              </a:ext>
            </a:extLst>
          </p:cNvPr>
          <p:cNvSpPr>
            <a:spLocks xmlns:a="http://schemas.openxmlformats.org/drawingml/2006/main" noGrp="1"/>
          </p:cNvSpPr>
          <p:nvPr/>
        </p:nvSpPr>
        <p:spPr>
          <a:xfrm xmlns:a="http://schemas.openxmlformats.org/drawingml/2006/main">
            <a:off x="3187211" y="424785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D18FC81B-8FB8-4B0E-9122-EF9569786B7A}"/>
              </a:ext>
            </a:extLst>
          </p:cNvPr>
          <p:cNvSpPr>
            <a:spLocks xmlns:a="http://schemas.openxmlformats.org/drawingml/2006/main" noGrp="1"/>
          </p:cNvSpPr>
          <p:nvPr/>
        </p:nvSpPr>
        <p:spPr>
          <a:xfrm xmlns:a="http://schemas.openxmlformats.org/drawingml/2006/main">
            <a:off x="318721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1A684838-2B70-434C-8A22-452D61DCB7C3}"/>
              </a:ext>
            </a:extLst>
          </p:cNvPr>
          <p:cNvSpPr>
            <a:spLocks xmlns:a="http://schemas.openxmlformats.org/drawingml/2006/main" noGrp="1"/>
          </p:cNvSpPr>
          <p:nvPr/>
        </p:nvSpPr>
        <p:spPr>
          <a:xfrm xmlns:a="http://schemas.openxmlformats.org/drawingml/2006/main">
            <a:off x="318721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F24BBB94-8484-47FD-8156-A788242AE702}"/>
              </a:ext>
            </a:extLst>
          </p:cNvPr>
          <p:cNvSpPr>
            <a:spLocks xmlns:a="http://schemas.openxmlformats.org/drawingml/2006/main" noGrp="1"/>
          </p:cNvSpPr>
          <p:nvPr/>
        </p:nvSpPr>
        <p:spPr>
          <a:xfrm xmlns:a="http://schemas.openxmlformats.org/drawingml/2006/main">
            <a:off x="318721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8AF34713-52FD-4722-9606-AE86459446EC}"/>
              </a:ext>
            </a:extLst>
          </p:cNvPr>
          <p:cNvSpPr>
            <a:spLocks xmlns:a="http://schemas.openxmlformats.org/drawingml/2006/main" noGrp="1"/>
          </p:cNvSpPr>
          <p:nvPr/>
        </p:nvSpPr>
        <p:spPr>
          <a:xfrm xmlns:a="http://schemas.openxmlformats.org/drawingml/2006/main">
            <a:off x="318721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6F43C97D-4631-4741-BB18-EB48F648B7EC}"/>
              </a:ext>
            </a:extLst>
          </p:cNvPr>
          <p:cNvSpPr>
            <a:spLocks xmlns:a="http://schemas.openxmlformats.org/drawingml/2006/main" noGrp="1"/>
          </p:cNvSpPr>
          <p:nvPr/>
        </p:nvSpPr>
        <p:spPr>
          <a:xfrm xmlns:a="http://schemas.openxmlformats.org/drawingml/2006/main">
            <a:off x="318721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1AA248C7-F613-40DC-BB78-CACA84D96E79}"/>
              </a:ext>
            </a:extLst>
          </p:cNvPr>
          <p:cNvSpPr>
            <a:spLocks xmlns:a="http://schemas.openxmlformats.org/drawingml/2006/main" noGrp="1"/>
          </p:cNvSpPr>
          <p:nvPr/>
        </p:nvSpPr>
        <p:spPr>
          <a:xfrm xmlns:a="http://schemas.openxmlformats.org/drawingml/2006/main">
            <a:off x="318721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D360B3BB-8D66-4895-A4F4-DE4BE600F16A}"/>
              </a:ext>
            </a:extLst>
          </p:cNvPr>
          <p:cNvSpPr>
            <a:spLocks xmlns:a="http://schemas.openxmlformats.org/drawingml/2006/main" noGrp="1"/>
          </p:cNvSpPr>
          <p:nvPr/>
        </p:nvSpPr>
        <p:spPr>
          <a:xfrm xmlns:a="http://schemas.openxmlformats.org/drawingml/2006/main">
            <a:off x="318721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E26C5D7B-2FF1-4198-833C-3A67AFC8E360}"/>
              </a:ext>
            </a:extLst>
          </p:cNvPr>
          <p:cNvSpPr>
            <a:spLocks xmlns:a="http://schemas.openxmlformats.org/drawingml/2006/main" noGrp="1"/>
          </p:cNvSpPr>
          <p:nvPr/>
        </p:nvSpPr>
        <p:spPr>
          <a:xfrm xmlns:a="http://schemas.openxmlformats.org/drawingml/2006/main">
            <a:off x="318721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B3024464-BD30-44B7-A86F-F5BA9112F4E4}"/>
              </a:ext>
            </a:extLst>
          </p:cNvPr>
          <p:cNvSpPr>
            <a:spLocks xmlns:a="http://schemas.openxmlformats.org/drawingml/2006/main" noGrp="1"/>
          </p:cNvSpPr>
          <p:nvPr/>
        </p:nvSpPr>
        <p:spPr>
          <a:xfrm xmlns:a="http://schemas.openxmlformats.org/drawingml/2006/main">
            <a:off x="318721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D1F8A408-441B-42F0-879D-37722D97B5D1}"/>
              </a:ext>
            </a:extLst>
          </p:cNvPr>
          <p:cNvSpPr>
            <a:spLocks xmlns:a="http://schemas.openxmlformats.org/drawingml/2006/main" noGrp="1"/>
          </p:cNvSpPr>
          <p:nvPr/>
        </p:nvSpPr>
        <p:spPr>
          <a:xfrm xmlns:a="http://schemas.openxmlformats.org/drawingml/2006/main">
            <a:off x="318721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0870156A-1A0F-49E1-994A-7A71C0595E48}"/>
              </a:ext>
            </a:extLst>
          </p:cNvPr>
          <p:cNvSpPr>
            <a:spLocks xmlns:a="http://schemas.openxmlformats.org/drawingml/2006/main" noGrp="1"/>
          </p:cNvSpPr>
          <p:nvPr/>
        </p:nvSpPr>
        <p:spPr>
          <a:xfrm xmlns:a="http://schemas.openxmlformats.org/drawingml/2006/main">
            <a:off x="3187211"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B818EFE8-88AB-471C-B1DD-3842342D1DA0}"/>
              </a:ext>
            </a:extLst>
          </p:cNvPr>
          <p:cNvSpPr>
            <a:spLocks xmlns:a="http://schemas.openxmlformats.org/drawingml/2006/main" noGrp="1"/>
          </p:cNvSpPr>
          <p:nvPr/>
        </p:nvSpPr>
        <p:spPr>
          <a:xfrm xmlns:a="http://schemas.openxmlformats.org/drawingml/2006/main">
            <a:off x="318721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8357D5AF-DE2F-4859-A3BD-79ADF0A9776A}"/>
              </a:ext>
            </a:extLst>
          </p:cNvPr>
          <p:cNvSpPr>
            <a:spLocks xmlns:a="http://schemas.openxmlformats.org/drawingml/2006/main" noGrp="1"/>
          </p:cNvSpPr>
          <p:nvPr/>
        </p:nvSpPr>
        <p:spPr>
          <a:xfrm xmlns:a="http://schemas.openxmlformats.org/drawingml/2006/main">
            <a:off x="318721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9761B2DC-A1AB-4790-A58C-E06CA4496DBD}"/>
              </a:ext>
            </a:extLst>
          </p:cNvPr>
          <p:cNvSpPr>
            <a:spLocks xmlns:a="http://schemas.openxmlformats.org/drawingml/2006/main" noGrp="1"/>
          </p:cNvSpPr>
          <p:nvPr/>
        </p:nvSpPr>
        <p:spPr>
          <a:xfrm xmlns:a="http://schemas.openxmlformats.org/drawingml/2006/main">
            <a:off x="318721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8EA8E5CE-D9E1-447B-BA8C-4F0037B6B0D3}"/>
              </a:ext>
            </a:extLst>
          </p:cNvPr>
          <p:cNvSpPr>
            <a:spLocks xmlns:a="http://schemas.openxmlformats.org/drawingml/2006/main" noGrp="1"/>
          </p:cNvSpPr>
          <p:nvPr/>
        </p:nvSpPr>
        <p:spPr>
          <a:xfrm xmlns:a="http://schemas.openxmlformats.org/drawingml/2006/main">
            <a:off x="3187211"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EEB83F7F-4866-4F40-B8D1-0127F06D4C7E}"/>
              </a:ext>
            </a:extLst>
          </p:cNvPr>
          <p:cNvSpPr>
            <a:spLocks xmlns:a="http://schemas.openxmlformats.org/drawingml/2006/main" noGrp="1"/>
          </p:cNvSpPr>
          <p:nvPr/>
        </p:nvSpPr>
        <p:spPr>
          <a:xfrm xmlns:a="http://schemas.openxmlformats.org/drawingml/2006/main">
            <a:off x="326621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695FF59B-3DCA-49AD-BBFE-E3238DB81481}"/>
              </a:ext>
            </a:extLst>
          </p:cNvPr>
          <p:cNvSpPr>
            <a:spLocks xmlns:a="http://schemas.openxmlformats.org/drawingml/2006/main" noGrp="1"/>
          </p:cNvSpPr>
          <p:nvPr/>
        </p:nvSpPr>
        <p:spPr>
          <a:xfrm xmlns:a="http://schemas.openxmlformats.org/drawingml/2006/main">
            <a:off x="326621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2C6D2982-68DD-40EA-8046-96F47F7CB569}"/>
              </a:ext>
            </a:extLst>
          </p:cNvPr>
          <p:cNvSpPr>
            <a:spLocks xmlns:a="http://schemas.openxmlformats.org/drawingml/2006/main" noGrp="1"/>
          </p:cNvSpPr>
          <p:nvPr/>
        </p:nvSpPr>
        <p:spPr>
          <a:xfrm xmlns:a="http://schemas.openxmlformats.org/drawingml/2006/main">
            <a:off x="326621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3411683B-6E0B-4FA8-BA6A-30F096A2D975}"/>
              </a:ext>
            </a:extLst>
          </p:cNvPr>
          <p:cNvSpPr>
            <a:spLocks xmlns:a="http://schemas.openxmlformats.org/drawingml/2006/main" noGrp="1"/>
          </p:cNvSpPr>
          <p:nvPr/>
        </p:nvSpPr>
        <p:spPr>
          <a:xfrm xmlns:a="http://schemas.openxmlformats.org/drawingml/2006/main">
            <a:off x="326621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D3B8A87F-3648-4196-BE91-D5B085480944}"/>
              </a:ext>
            </a:extLst>
          </p:cNvPr>
          <p:cNvSpPr>
            <a:spLocks xmlns:a="http://schemas.openxmlformats.org/drawingml/2006/main" noGrp="1"/>
          </p:cNvSpPr>
          <p:nvPr/>
        </p:nvSpPr>
        <p:spPr>
          <a:xfrm xmlns:a="http://schemas.openxmlformats.org/drawingml/2006/main">
            <a:off x="326621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5196CE42-B6FF-4B7E-9369-8EE8DFE5A684}"/>
              </a:ext>
            </a:extLst>
          </p:cNvPr>
          <p:cNvSpPr>
            <a:spLocks xmlns:a="http://schemas.openxmlformats.org/drawingml/2006/main" noGrp="1"/>
          </p:cNvSpPr>
          <p:nvPr/>
        </p:nvSpPr>
        <p:spPr>
          <a:xfrm xmlns:a="http://schemas.openxmlformats.org/drawingml/2006/main">
            <a:off x="326621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5AC067BD-C384-4D34-A42D-8487DE1124E7}"/>
              </a:ext>
            </a:extLst>
          </p:cNvPr>
          <p:cNvSpPr>
            <a:spLocks xmlns:a="http://schemas.openxmlformats.org/drawingml/2006/main" noGrp="1"/>
          </p:cNvSpPr>
          <p:nvPr/>
        </p:nvSpPr>
        <p:spPr>
          <a:xfrm xmlns:a="http://schemas.openxmlformats.org/drawingml/2006/main">
            <a:off x="326621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EB9F8643-B9B2-4DAD-95FF-E463E89E41B8}"/>
              </a:ext>
            </a:extLst>
          </p:cNvPr>
          <p:cNvSpPr>
            <a:spLocks xmlns:a="http://schemas.openxmlformats.org/drawingml/2006/main" noGrp="1"/>
          </p:cNvSpPr>
          <p:nvPr/>
        </p:nvSpPr>
        <p:spPr>
          <a:xfrm xmlns:a="http://schemas.openxmlformats.org/drawingml/2006/main">
            <a:off x="326621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606BF45B-7DF0-4801-8208-55382395C430}"/>
              </a:ext>
            </a:extLst>
          </p:cNvPr>
          <p:cNvSpPr>
            <a:spLocks xmlns:a="http://schemas.openxmlformats.org/drawingml/2006/main" noGrp="1"/>
          </p:cNvSpPr>
          <p:nvPr/>
        </p:nvSpPr>
        <p:spPr>
          <a:xfrm xmlns:a="http://schemas.openxmlformats.org/drawingml/2006/main">
            <a:off x="326621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42C7A009-FFD5-49CE-82B7-9A57012CC721}"/>
              </a:ext>
            </a:extLst>
          </p:cNvPr>
          <p:cNvSpPr>
            <a:spLocks xmlns:a="http://schemas.openxmlformats.org/drawingml/2006/main" noGrp="1"/>
          </p:cNvSpPr>
          <p:nvPr/>
        </p:nvSpPr>
        <p:spPr>
          <a:xfrm xmlns:a="http://schemas.openxmlformats.org/drawingml/2006/main">
            <a:off x="326621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B348E255-83F7-448D-B4E8-75CB2E89D327}"/>
              </a:ext>
            </a:extLst>
          </p:cNvPr>
          <p:cNvSpPr>
            <a:spLocks xmlns:a="http://schemas.openxmlformats.org/drawingml/2006/main" noGrp="1"/>
          </p:cNvSpPr>
          <p:nvPr/>
        </p:nvSpPr>
        <p:spPr>
          <a:xfrm xmlns:a="http://schemas.openxmlformats.org/drawingml/2006/main">
            <a:off x="326621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48DD6B52-7146-476A-8AF6-24AD5302BCE3}"/>
              </a:ext>
            </a:extLst>
          </p:cNvPr>
          <p:cNvSpPr>
            <a:spLocks xmlns:a="http://schemas.openxmlformats.org/drawingml/2006/main" noGrp="1"/>
          </p:cNvSpPr>
          <p:nvPr/>
        </p:nvSpPr>
        <p:spPr>
          <a:xfrm xmlns:a="http://schemas.openxmlformats.org/drawingml/2006/main">
            <a:off x="326621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8EC598C7-A3A6-47CD-82CE-8148F69497A7}"/>
              </a:ext>
            </a:extLst>
          </p:cNvPr>
          <p:cNvSpPr>
            <a:spLocks xmlns:a="http://schemas.openxmlformats.org/drawingml/2006/main" noGrp="1"/>
          </p:cNvSpPr>
          <p:nvPr/>
        </p:nvSpPr>
        <p:spPr>
          <a:xfrm xmlns:a="http://schemas.openxmlformats.org/drawingml/2006/main">
            <a:off x="326621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E77D70D9-BAF0-4739-9C21-853231FDCADC}"/>
              </a:ext>
            </a:extLst>
          </p:cNvPr>
          <p:cNvSpPr>
            <a:spLocks xmlns:a="http://schemas.openxmlformats.org/drawingml/2006/main" noGrp="1"/>
          </p:cNvSpPr>
          <p:nvPr/>
        </p:nvSpPr>
        <p:spPr>
          <a:xfrm xmlns:a="http://schemas.openxmlformats.org/drawingml/2006/main">
            <a:off x="326621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99D355FF-87A8-4145-A054-B2A6AE7FD370}"/>
              </a:ext>
            </a:extLst>
          </p:cNvPr>
          <p:cNvSpPr>
            <a:spLocks xmlns:a="http://schemas.openxmlformats.org/drawingml/2006/main" noGrp="1"/>
          </p:cNvSpPr>
          <p:nvPr/>
        </p:nvSpPr>
        <p:spPr>
          <a:xfrm xmlns:a="http://schemas.openxmlformats.org/drawingml/2006/main">
            <a:off x="326621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42A9FCB5-E1E0-47DF-9C66-816AE9E47BC2}"/>
              </a:ext>
            </a:extLst>
          </p:cNvPr>
          <p:cNvSpPr>
            <a:spLocks xmlns:a="http://schemas.openxmlformats.org/drawingml/2006/main" noGrp="1"/>
          </p:cNvSpPr>
          <p:nvPr/>
        </p:nvSpPr>
        <p:spPr>
          <a:xfrm xmlns:a="http://schemas.openxmlformats.org/drawingml/2006/main">
            <a:off x="326621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C49FEE63-2D1D-4CBA-A6E4-4089C20B033A}"/>
              </a:ext>
            </a:extLst>
          </p:cNvPr>
          <p:cNvSpPr>
            <a:spLocks xmlns:a="http://schemas.openxmlformats.org/drawingml/2006/main" noGrp="1"/>
          </p:cNvSpPr>
          <p:nvPr/>
        </p:nvSpPr>
        <p:spPr>
          <a:xfrm xmlns:a="http://schemas.openxmlformats.org/drawingml/2006/main">
            <a:off x="326621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CF4EE239-B252-415D-8A35-CFFC6490255F}"/>
              </a:ext>
            </a:extLst>
          </p:cNvPr>
          <p:cNvSpPr>
            <a:spLocks xmlns:a="http://schemas.openxmlformats.org/drawingml/2006/main" noGrp="1"/>
          </p:cNvSpPr>
          <p:nvPr/>
        </p:nvSpPr>
        <p:spPr>
          <a:xfrm xmlns:a="http://schemas.openxmlformats.org/drawingml/2006/main">
            <a:off x="326621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3572FAC1-CB45-4739-ABB4-0BAE248D6E36}"/>
              </a:ext>
            </a:extLst>
          </p:cNvPr>
          <p:cNvSpPr>
            <a:spLocks xmlns:a="http://schemas.openxmlformats.org/drawingml/2006/main" noGrp="1"/>
          </p:cNvSpPr>
          <p:nvPr/>
        </p:nvSpPr>
        <p:spPr>
          <a:xfrm xmlns:a="http://schemas.openxmlformats.org/drawingml/2006/main">
            <a:off x="326621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5766244B-DD60-42B5-8FB5-8583C92C1009}"/>
              </a:ext>
            </a:extLst>
          </p:cNvPr>
          <p:cNvSpPr>
            <a:spLocks xmlns:a="http://schemas.openxmlformats.org/drawingml/2006/main" noGrp="1"/>
          </p:cNvSpPr>
          <p:nvPr/>
        </p:nvSpPr>
        <p:spPr>
          <a:xfrm xmlns:a="http://schemas.openxmlformats.org/drawingml/2006/main">
            <a:off x="3345216" y="432738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404FCD2F-3165-4A14-9326-A3074A31EF4A}"/>
              </a:ext>
            </a:extLst>
          </p:cNvPr>
          <p:cNvSpPr>
            <a:spLocks xmlns:a="http://schemas.openxmlformats.org/drawingml/2006/main" noGrp="1"/>
          </p:cNvSpPr>
          <p:nvPr/>
        </p:nvSpPr>
        <p:spPr>
          <a:xfrm xmlns:a="http://schemas.openxmlformats.org/drawingml/2006/main">
            <a:off x="334521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C2803924-DEC0-4E33-AC4C-EF7A9FC2E341}"/>
              </a:ext>
            </a:extLst>
          </p:cNvPr>
          <p:cNvSpPr>
            <a:spLocks xmlns:a="http://schemas.openxmlformats.org/drawingml/2006/main" noGrp="1"/>
          </p:cNvSpPr>
          <p:nvPr/>
        </p:nvSpPr>
        <p:spPr>
          <a:xfrm xmlns:a="http://schemas.openxmlformats.org/drawingml/2006/main">
            <a:off x="334521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6C081B9A-C088-48AB-B229-744EFDB1CC6F}"/>
              </a:ext>
            </a:extLst>
          </p:cNvPr>
          <p:cNvSpPr>
            <a:spLocks xmlns:a="http://schemas.openxmlformats.org/drawingml/2006/main" noGrp="1"/>
          </p:cNvSpPr>
          <p:nvPr/>
        </p:nvSpPr>
        <p:spPr>
          <a:xfrm xmlns:a="http://schemas.openxmlformats.org/drawingml/2006/main">
            <a:off x="334521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7DEDEAD1-16ED-4DD4-BBB7-8FAC276158C4}"/>
              </a:ext>
            </a:extLst>
          </p:cNvPr>
          <p:cNvSpPr>
            <a:spLocks xmlns:a="http://schemas.openxmlformats.org/drawingml/2006/main" noGrp="1"/>
          </p:cNvSpPr>
          <p:nvPr/>
        </p:nvSpPr>
        <p:spPr>
          <a:xfrm xmlns:a="http://schemas.openxmlformats.org/drawingml/2006/main">
            <a:off x="334521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93650ACB-CF61-4ADD-8202-856656A258FC}"/>
              </a:ext>
            </a:extLst>
          </p:cNvPr>
          <p:cNvSpPr>
            <a:spLocks xmlns:a="http://schemas.openxmlformats.org/drawingml/2006/main" noGrp="1"/>
          </p:cNvSpPr>
          <p:nvPr/>
        </p:nvSpPr>
        <p:spPr>
          <a:xfrm xmlns:a="http://schemas.openxmlformats.org/drawingml/2006/main">
            <a:off x="334521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6DA4A05E-2F9B-4E04-9D3D-E65FAF2BF5E0}"/>
              </a:ext>
            </a:extLst>
          </p:cNvPr>
          <p:cNvSpPr>
            <a:spLocks xmlns:a="http://schemas.openxmlformats.org/drawingml/2006/main" noGrp="1"/>
          </p:cNvSpPr>
          <p:nvPr/>
        </p:nvSpPr>
        <p:spPr>
          <a:xfrm xmlns:a="http://schemas.openxmlformats.org/drawingml/2006/main">
            <a:off x="334521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E8161A85-C1CC-456B-A1B1-152D27486664}"/>
              </a:ext>
            </a:extLst>
          </p:cNvPr>
          <p:cNvSpPr>
            <a:spLocks xmlns:a="http://schemas.openxmlformats.org/drawingml/2006/main" noGrp="1"/>
          </p:cNvSpPr>
          <p:nvPr/>
        </p:nvSpPr>
        <p:spPr>
          <a:xfrm xmlns:a="http://schemas.openxmlformats.org/drawingml/2006/main">
            <a:off x="334521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C01D26F5-39F4-4CCF-889D-EFC983E87928}"/>
              </a:ext>
            </a:extLst>
          </p:cNvPr>
          <p:cNvSpPr>
            <a:spLocks xmlns:a="http://schemas.openxmlformats.org/drawingml/2006/main" noGrp="1"/>
          </p:cNvSpPr>
          <p:nvPr/>
        </p:nvSpPr>
        <p:spPr>
          <a:xfrm xmlns:a="http://schemas.openxmlformats.org/drawingml/2006/main">
            <a:off x="334521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F9F5C37F-FA8C-4302-ACF5-7E4273140CD4}"/>
              </a:ext>
            </a:extLst>
          </p:cNvPr>
          <p:cNvSpPr>
            <a:spLocks xmlns:a="http://schemas.openxmlformats.org/drawingml/2006/main" noGrp="1"/>
          </p:cNvSpPr>
          <p:nvPr/>
        </p:nvSpPr>
        <p:spPr>
          <a:xfrm xmlns:a="http://schemas.openxmlformats.org/drawingml/2006/main">
            <a:off x="334521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A3D79F99-6ADC-4280-88AE-D846FD8212B1}"/>
              </a:ext>
            </a:extLst>
          </p:cNvPr>
          <p:cNvSpPr>
            <a:spLocks xmlns:a="http://schemas.openxmlformats.org/drawingml/2006/main" noGrp="1"/>
          </p:cNvSpPr>
          <p:nvPr/>
        </p:nvSpPr>
        <p:spPr>
          <a:xfrm xmlns:a="http://schemas.openxmlformats.org/drawingml/2006/main">
            <a:off x="334521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E9065595-1841-4A95-AC3B-BBAF73DCA21D}"/>
              </a:ext>
            </a:extLst>
          </p:cNvPr>
          <p:cNvSpPr>
            <a:spLocks xmlns:a="http://schemas.openxmlformats.org/drawingml/2006/main" noGrp="1"/>
          </p:cNvSpPr>
          <p:nvPr/>
        </p:nvSpPr>
        <p:spPr>
          <a:xfrm xmlns:a="http://schemas.openxmlformats.org/drawingml/2006/main">
            <a:off x="334521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57C5FBAE-0912-4CFC-A019-68D55CBCBF4C}"/>
              </a:ext>
            </a:extLst>
          </p:cNvPr>
          <p:cNvSpPr>
            <a:spLocks xmlns:a="http://schemas.openxmlformats.org/drawingml/2006/main" noGrp="1"/>
          </p:cNvSpPr>
          <p:nvPr/>
        </p:nvSpPr>
        <p:spPr>
          <a:xfrm xmlns:a="http://schemas.openxmlformats.org/drawingml/2006/main">
            <a:off x="334521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92CE9F2A-65A7-435E-8C0C-BCAE37FB74CB}"/>
              </a:ext>
            </a:extLst>
          </p:cNvPr>
          <p:cNvSpPr>
            <a:spLocks xmlns:a="http://schemas.openxmlformats.org/drawingml/2006/main" noGrp="1"/>
          </p:cNvSpPr>
          <p:nvPr/>
        </p:nvSpPr>
        <p:spPr>
          <a:xfrm xmlns:a="http://schemas.openxmlformats.org/drawingml/2006/main">
            <a:off x="334521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82C8CEB9-16FD-428F-88A8-C3A522AD4A2E}"/>
              </a:ext>
            </a:extLst>
          </p:cNvPr>
          <p:cNvSpPr>
            <a:spLocks xmlns:a="http://schemas.openxmlformats.org/drawingml/2006/main" noGrp="1"/>
          </p:cNvSpPr>
          <p:nvPr/>
        </p:nvSpPr>
        <p:spPr>
          <a:xfrm xmlns:a="http://schemas.openxmlformats.org/drawingml/2006/main">
            <a:off x="334521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90539338-8213-45A6-BAA7-B0A1C46D77F7}"/>
              </a:ext>
            </a:extLst>
          </p:cNvPr>
          <p:cNvSpPr>
            <a:spLocks xmlns:a="http://schemas.openxmlformats.org/drawingml/2006/main" noGrp="1"/>
          </p:cNvSpPr>
          <p:nvPr/>
        </p:nvSpPr>
        <p:spPr>
          <a:xfrm xmlns:a="http://schemas.openxmlformats.org/drawingml/2006/main">
            <a:off x="334521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5D009E63-B255-4C89-9144-878AE72427FC}"/>
              </a:ext>
            </a:extLst>
          </p:cNvPr>
          <p:cNvSpPr>
            <a:spLocks xmlns:a="http://schemas.openxmlformats.org/drawingml/2006/main" noGrp="1"/>
          </p:cNvSpPr>
          <p:nvPr/>
        </p:nvSpPr>
        <p:spPr>
          <a:xfrm xmlns:a="http://schemas.openxmlformats.org/drawingml/2006/main">
            <a:off x="334521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188EC3C3-A25A-4158-B74D-33CC9DA2927A}"/>
              </a:ext>
            </a:extLst>
          </p:cNvPr>
          <p:cNvSpPr>
            <a:spLocks xmlns:a="http://schemas.openxmlformats.org/drawingml/2006/main" noGrp="1"/>
          </p:cNvSpPr>
          <p:nvPr/>
        </p:nvSpPr>
        <p:spPr>
          <a:xfrm xmlns:a="http://schemas.openxmlformats.org/drawingml/2006/main">
            <a:off x="334521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C519AB1F-9C76-4CFF-A014-1654A038915D}"/>
              </a:ext>
            </a:extLst>
          </p:cNvPr>
          <p:cNvSpPr>
            <a:spLocks xmlns:a="http://schemas.openxmlformats.org/drawingml/2006/main" noGrp="1"/>
          </p:cNvSpPr>
          <p:nvPr/>
        </p:nvSpPr>
        <p:spPr>
          <a:xfrm xmlns:a="http://schemas.openxmlformats.org/drawingml/2006/main">
            <a:off x="334521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D1A2ECED-E743-407E-8932-0AD96E29D645}"/>
              </a:ext>
            </a:extLst>
          </p:cNvPr>
          <p:cNvSpPr>
            <a:spLocks xmlns:a="http://schemas.openxmlformats.org/drawingml/2006/main" noGrp="1"/>
          </p:cNvSpPr>
          <p:nvPr/>
        </p:nvSpPr>
        <p:spPr>
          <a:xfrm xmlns:a="http://schemas.openxmlformats.org/drawingml/2006/main">
            <a:off x="342421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08E63B25-A30A-428D-B6BC-1AB608BABE51}"/>
              </a:ext>
            </a:extLst>
          </p:cNvPr>
          <p:cNvSpPr>
            <a:spLocks xmlns:a="http://schemas.openxmlformats.org/drawingml/2006/main" noGrp="1"/>
          </p:cNvSpPr>
          <p:nvPr/>
        </p:nvSpPr>
        <p:spPr>
          <a:xfrm xmlns:a="http://schemas.openxmlformats.org/drawingml/2006/main">
            <a:off x="342421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89D293A9-F7EF-4F30-AE40-67E483804072}"/>
              </a:ext>
            </a:extLst>
          </p:cNvPr>
          <p:cNvSpPr>
            <a:spLocks xmlns:a="http://schemas.openxmlformats.org/drawingml/2006/main" noGrp="1"/>
          </p:cNvSpPr>
          <p:nvPr/>
        </p:nvSpPr>
        <p:spPr>
          <a:xfrm xmlns:a="http://schemas.openxmlformats.org/drawingml/2006/main">
            <a:off x="342421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F5EA9267-C2D2-4F36-8955-B17269F2DCF8}"/>
              </a:ext>
            </a:extLst>
          </p:cNvPr>
          <p:cNvSpPr>
            <a:spLocks xmlns:a="http://schemas.openxmlformats.org/drawingml/2006/main" noGrp="1"/>
          </p:cNvSpPr>
          <p:nvPr/>
        </p:nvSpPr>
        <p:spPr>
          <a:xfrm xmlns:a="http://schemas.openxmlformats.org/drawingml/2006/main">
            <a:off x="342421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6D740451-39D9-4F71-ABBA-62DC53C1DE30}"/>
              </a:ext>
            </a:extLst>
          </p:cNvPr>
          <p:cNvSpPr>
            <a:spLocks xmlns:a="http://schemas.openxmlformats.org/drawingml/2006/main" noGrp="1"/>
          </p:cNvSpPr>
          <p:nvPr/>
        </p:nvSpPr>
        <p:spPr>
          <a:xfrm xmlns:a="http://schemas.openxmlformats.org/drawingml/2006/main">
            <a:off x="342421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EA4F8000-1C63-440F-B1F3-2D719D119FC9}"/>
              </a:ext>
            </a:extLst>
          </p:cNvPr>
          <p:cNvSpPr>
            <a:spLocks xmlns:a="http://schemas.openxmlformats.org/drawingml/2006/main" noGrp="1"/>
          </p:cNvSpPr>
          <p:nvPr/>
        </p:nvSpPr>
        <p:spPr>
          <a:xfrm xmlns:a="http://schemas.openxmlformats.org/drawingml/2006/main">
            <a:off x="342421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B0DD195F-425A-40C9-8FD2-AE7F536CFDAD}"/>
              </a:ext>
            </a:extLst>
          </p:cNvPr>
          <p:cNvSpPr>
            <a:spLocks xmlns:a="http://schemas.openxmlformats.org/drawingml/2006/main" noGrp="1"/>
          </p:cNvSpPr>
          <p:nvPr/>
        </p:nvSpPr>
        <p:spPr>
          <a:xfrm xmlns:a="http://schemas.openxmlformats.org/drawingml/2006/main">
            <a:off x="342421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BCB079AC-FF28-4DCC-8179-0CEFB7E4C5AF}"/>
              </a:ext>
            </a:extLst>
          </p:cNvPr>
          <p:cNvSpPr>
            <a:spLocks xmlns:a="http://schemas.openxmlformats.org/drawingml/2006/main" noGrp="1"/>
          </p:cNvSpPr>
          <p:nvPr/>
        </p:nvSpPr>
        <p:spPr>
          <a:xfrm xmlns:a="http://schemas.openxmlformats.org/drawingml/2006/main">
            <a:off x="342421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446505A9-0DE0-446B-97C5-96F3AFF47539}"/>
              </a:ext>
            </a:extLst>
          </p:cNvPr>
          <p:cNvSpPr>
            <a:spLocks xmlns:a="http://schemas.openxmlformats.org/drawingml/2006/main" noGrp="1"/>
          </p:cNvSpPr>
          <p:nvPr/>
        </p:nvSpPr>
        <p:spPr>
          <a:xfrm xmlns:a="http://schemas.openxmlformats.org/drawingml/2006/main">
            <a:off x="342421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1B94C19D-B517-46CD-B2A0-9EBAB65B7F49}"/>
              </a:ext>
            </a:extLst>
          </p:cNvPr>
          <p:cNvSpPr>
            <a:spLocks xmlns:a="http://schemas.openxmlformats.org/drawingml/2006/main" noGrp="1"/>
          </p:cNvSpPr>
          <p:nvPr/>
        </p:nvSpPr>
        <p:spPr>
          <a:xfrm xmlns:a="http://schemas.openxmlformats.org/drawingml/2006/main">
            <a:off x="342421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38C0DB89-F857-4C2C-B083-B6D2078D5E7A}"/>
              </a:ext>
            </a:extLst>
          </p:cNvPr>
          <p:cNvSpPr>
            <a:spLocks xmlns:a="http://schemas.openxmlformats.org/drawingml/2006/main" noGrp="1"/>
          </p:cNvSpPr>
          <p:nvPr/>
        </p:nvSpPr>
        <p:spPr>
          <a:xfrm xmlns:a="http://schemas.openxmlformats.org/drawingml/2006/main">
            <a:off x="342421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35B8C61D-2ACE-4692-A3C7-60C931DE6A6F}"/>
              </a:ext>
            </a:extLst>
          </p:cNvPr>
          <p:cNvSpPr>
            <a:spLocks xmlns:a="http://schemas.openxmlformats.org/drawingml/2006/main" noGrp="1"/>
          </p:cNvSpPr>
          <p:nvPr/>
        </p:nvSpPr>
        <p:spPr>
          <a:xfrm xmlns:a="http://schemas.openxmlformats.org/drawingml/2006/main">
            <a:off x="342421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ADE98E2D-36A8-4C0F-A01F-EE30DC08FE30}"/>
              </a:ext>
            </a:extLst>
          </p:cNvPr>
          <p:cNvSpPr>
            <a:spLocks xmlns:a="http://schemas.openxmlformats.org/drawingml/2006/main" noGrp="1"/>
          </p:cNvSpPr>
          <p:nvPr/>
        </p:nvSpPr>
        <p:spPr>
          <a:xfrm xmlns:a="http://schemas.openxmlformats.org/drawingml/2006/main">
            <a:off x="342421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DEF7892F-6F88-4FA7-B459-8A4F324BF732}"/>
              </a:ext>
            </a:extLst>
          </p:cNvPr>
          <p:cNvSpPr>
            <a:spLocks xmlns:a="http://schemas.openxmlformats.org/drawingml/2006/main" noGrp="1"/>
          </p:cNvSpPr>
          <p:nvPr/>
        </p:nvSpPr>
        <p:spPr>
          <a:xfrm xmlns:a="http://schemas.openxmlformats.org/drawingml/2006/main">
            <a:off x="342421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15836B10-18E4-48A9-9B0A-0881FEF16607}"/>
              </a:ext>
            </a:extLst>
          </p:cNvPr>
          <p:cNvSpPr>
            <a:spLocks xmlns:a="http://schemas.openxmlformats.org/drawingml/2006/main" noGrp="1"/>
          </p:cNvSpPr>
          <p:nvPr/>
        </p:nvSpPr>
        <p:spPr>
          <a:xfrm xmlns:a="http://schemas.openxmlformats.org/drawingml/2006/main">
            <a:off x="342421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E7979B01-3137-4518-A684-E47654EEE6BA}"/>
              </a:ext>
            </a:extLst>
          </p:cNvPr>
          <p:cNvSpPr>
            <a:spLocks xmlns:a="http://schemas.openxmlformats.org/drawingml/2006/main" noGrp="1"/>
          </p:cNvSpPr>
          <p:nvPr/>
        </p:nvSpPr>
        <p:spPr>
          <a:xfrm xmlns:a="http://schemas.openxmlformats.org/drawingml/2006/main">
            <a:off x="3424219"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138C22C3-C547-4CE8-A0B0-29F7F6ACDC17}"/>
              </a:ext>
            </a:extLst>
          </p:cNvPr>
          <p:cNvSpPr>
            <a:spLocks xmlns:a="http://schemas.openxmlformats.org/drawingml/2006/main" noGrp="1"/>
          </p:cNvSpPr>
          <p:nvPr/>
        </p:nvSpPr>
        <p:spPr>
          <a:xfrm xmlns:a="http://schemas.openxmlformats.org/drawingml/2006/main">
            <a:off x="342421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A1066FD5-83C0-462C-A650-C482EA7E36BD}"/>
              </a:ext>
            </a:extLst>
          </p:cNvPr>
          <p:cNvSpPr>
            <a:spLocks xmlns:a="http://schemas.openxmlformats.org/drawingml/2006/main" noGrp="1"/>
          </p:cNvSpPr>
          <p:nvPr/>
        </p:nvSpPr>
        <p:spPr>
          <a:xfrm xmlns:a="http://schemas.openxmlformats.org/drawingml/2006/main">
            <a:off x="350322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186B0B4A-AFA5-4D1B-A3A3-2845A6C416E0}"/>
              </a:ext>
            </a:extLst>
          </p:cNvPr>
          <p:cNvSpPr>
            <a:spLocks xmlns:a="http://schemas.openxmlformats.org/drawingml/2006/main" noGrp="1"/>
          </p:cNvSpPr>
          <p:nvPr/>
        </p:nvSpPr>
        <p:spPr>
          <a:xfrm xmlns:a="http://schemas.openxmlformats.org/drawingml/2006/main">
            <a:off x="350322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6EE73DD9-B510-4739-949E-B6635C976AD3}"/>
              </a:ext>
            </a:extLst>
          </p:cNvPr>
          <p:cNvSpPr>
            <a:spLocks xmlns:a="http://schemas.openxmlformats.org/drawingml/2006/main" noGrp="1"/>
          </p:cNvSpPr>
          <p:nvPr/>
        </p:nvSpPr>
        <p:spPr>
          <a:xfrm xmlns:a="http://schemas.openxmlformats.org/drawingml/2006/main">
            <a:off x="350322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80E55874-693E-4CDE-AABD-9DB927B25E87}"/>
              </a:ext>
            </a:extLst>
          </p:cNvPr>
          <p:cNvSpPr>
            <a:spLocks xmlns:a="http://schemas.openxmlformats.org/drawingml/2006/main" noGrp="1"/>
          </p:cNvSpPr>
          <p:nvPr/>
        </p:nvSpPr>
        <p:spPr>
          <a:xfrm xmlns:a="http://schemas.openxmlformats.org/drawingml/2006/main">
            <a:off x="350322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B53558CF-66D0-43E1-9650-7D277753900A}"/>
              </a:ext>
            </a:extLst>
          </p:cNvPr>
          <p:cNvSpPr>
            <a:spLocks xmlns:a="http://schemas.openxmlformats.org/drawingml/2006/main" noGrp="1"/>
          </p:cNvSpPr>
          <p:nvPr/>
        </p:nvSpPr>
        <p:spPr>
          <a:xfrm xmlns:a="http://schemas.openxmlformats.org/drawingml/2006/main">
            <a:off x="350322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0B6C1C44-B40D-43EB-B647-AD04D6D9461B}"/>
              </a:ext>
            </a:extLst>
          </p:cNvPr>
          <p:cNvSpPr>
            <a:spLocks xmlns:a="http://schemas.openxmlformats.org/drawingml/2006/main" noGrp="1"/>
          </p:cNvSpPr>
          <p:nvPr/>
        </p:nvSpPr>
        <p:spPr>
          <a:xfrm xmlns:a="http://schemas.openxmlformats.org/drawingml/2006/main">
            <a:off x="350322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07B4BD5D-80E8-4877-98D5-15B1DE741D19}"/>
              </a:ext>
            </a:extLst>
          </p:cNvPr>
          <p:cNvSpPr>
            <a:spLocks xmlns:a="http://schemas.openxmlformats.org/drawingml/2006/main" noGrp="1"/>
          </p:cNvSpPr>
          <p:nvPr/>
        </p:nvSpPr>
        <p:spPr>
          <a:xfrm xmlns:a="http://schemas.openxmlformats.org/drawingml/2006/main">
            <a:off x="350322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74B3233B-7321-4127-B041-1D71FF0C4BAB}"/>
              </a:ext>
            </a:extLst>
          </p:cNvPr>
          <p:cNvSpPr>
            <a:spLocks xmlns:a="http://schemas.openxmlformats.org/drawingml/2006/main" noGrp="1"/>
          </p:cNvSpPr>
          <p:nvPr/>
        </p:nvSpPr>
        <p:spPr>
          <a:xfrm xmlns:a="http://schemas.openxmlformats.org/drawingml/2006/main">
            <a:off x="350322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E54E1374-8055-4F66-B951-53860746AC39}"/>
              </a:ext>
            </a:extLst>
          </p:cNvPr>
          <p:cNvSpPr>
            <a:spLocks xmlns:a="http://schemas.openxmlformats.org/drawingml/2006/main" noGrp="1"/>
          </p:cNvSpPr>
          <p:nvPr/>
        </p:nvSpPr>
        <p:spPr>
          <a:xfrm xmlns:a="http://schemas.openxmlformats.org/drawingml/2006/main">
            <a:off x="350322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048838AD-9C11-45EA-9C64-F075E07FD1CC}"/>
              </a:ext>
            </a:extLst>
          </p:cNvPr>
          <p:cNvSpPr>
            <a:spLocks xmlns:a="http://schemas.openxmlformats.org/drawingml/2006/main" noGrp="1"/>
          </p:cNvSpPr>
          <p:nvPr/>
        </p:nvSpPr>
        <p:spPr>
          <a:xfrm xmlns:a="http://schemas.openxmlformats.org/drawingml/2006/main">
            <a:off x="350322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07930C5D-9349-4673-B849-42F7B985568F}"/>
              </a:ext>
            </a:extLst>
          </p:cNvPr>
          <p:cNvSpPr>
            <a:spLocks xmlns:a="http://schemas.openxmlformats.org/drawingml/2006/main" noGrp="1"/>
          </p:cNvSpPr>
          <p:nvPr/>
        </p:nvSpPr>
        <p:spPr>
          <a:xfrm xmlns:a="http://schemas.openxmlformats.org/drawingml/2006/main">
            <a:off x="350322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93996046-7154-4100-A79C-2CE3F1E366D0}"/>
              </a:ext>
            </a:extLst>
          </p:cNvPr>
          <p:cNvSpPr>
            <a:spLocks xmlns:a="http://schemas.openxmlformats.org/drawingml/2006/main" noGrp="1"/>
          </p:cNvSpPr>
          <p:nvPr/>
        </p:nvSpPr>
        <p:spPr>
          <a:xfrm xmlns:a="http://schemas.openxmlformats.org/drawingml/2006/main">
            <a:off x="350322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038E378B-AD46-4539-BDE4-627A492F6607}"/>
              </a:ext>
            </a:extLst>
          </p:cNvPr>
          <p:cNvSpPr>
            <a:spLocks xmlns:a="http://schemas.openxmlformats.org/drawingml/2006/main" noGrp="1"/>
          </p:cNvSpPr>
          <p:nvPr/>
        </p:nvSpPr>
        <p:spPr>
          <a:xfrm xmlns:a="http://schemas.openxmlformats.org/drawingml/2006/main">
            <a:off x="350322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654A8C74-1B98-4041-9464-C18C10BF30FC}"/>
              </a:ext>
            </a:extLst>
          </p:cNvPr>
          <p:cNvSpPr>
            <a:spLocks xmlns:a="http://schemas.openxmlformats.org/drawingml/2006/main" noGrp="1"/>
          </p:cNvSpPr>
          <p:nvPr/>
        </p:nvSpPr>
        <p:spPr>
          <a:xfrm xmlns:a="http://schemas.openxmlformats.org/drawingml/2006/main">
            <a:off x="350322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AB21A36A-A66B-412D-8251-CB3909AA6660}"/>
              </a:ext>
            </a:extLst>
          </p:cNvPr>
          <p:cNvSpPr>
            <a:spLocks xmlns:a="http://schemas.openxmlformats.org/drawingml/2006/main" noGrp="1"/>
          </p:cNvSpPr>
          <p:nvPr/>
        </p:nvSpPr>
        <p:spPr>
          <a:xfrm xmlns:a="http://schemas.openxmlformats.org/drawingml/2006/main">
            <a:off x="350322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DA4CACE1-8F75-48A8-9AF7-83561F777E08}"/>
              </a:ext>
            </a:extLst>
          </p:cNvPr>
          <p:cNvSpPr>
            <a:spLocks xmlns:a="http://schemas.openxmlformats.org/drawingml/2006/main" noGrp="1"/>
          </p:cNvSpPr>
          <p:nvPr/>
        </p:nvSpPr>
        <p:spPr>
          <a:xfrm xmlns:a="http://schemas.openxmlformats.org/drawingml/2006/main">
            <a:off x="350322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3CCF67BE-5CD5-4178-9C6A-F1A059162D20}"/>
              </a:ext>
            </a:extLst>
          </p:cNvPr>
          <p:cNvSpPr>
            <a:spLocks xmlns:a="http://schemas.openxmlformats.org/drawingml/2006/main" noGrp="1"/>
          </p:cNvSpPr>
          <p:nvPr/>
        </p:nvSpPr>
        <p:spPr>
          <a:xfrm xmlns:a="http://schemas.openxmlformats.org/drawingml/2006/main">
            <a:off x="350322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D9FA1B4A-E95C-48FE-BEDE-30944E65B0BC}"/>
              </a:ext>
            </a:extLst>
          </p:cNvPr>
          <p:cNvSpPr>
            <a:spLocks xmlns:a="http://schemas.openxmlformats.org/drawingml/2006/main" noGrp="1"/>
          </p:cNvSpPr>
          <p:nvPr/>
        </p:nvSpPr>
        <p:spPr>
          <a:xfrm xmlns:a="http://schemas.openxmlformats.org/drawingml/2006/main">
            <a:off x="350322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6A7FB5B1-71BF-4255-B7BE-45198451AF5B}"/>
              </a:ext>
            </a:extLst>
          </p:cNvPr>
          <p:cNvSpPr>
            <a:spLocks xmlns:a="http://schemas.openxmlformats.org/drawingml/2006/main" noGrp="1"/>
          </p:cNvSpPr>
          <p:nvPr/>
        </p:nvSpPr>
        <p:spPr>
          <a:xfrm xmlns:a="http://schemas.openxmlformats.org/drawingml/2006/main">
            <a:off x="358222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C00E407D-271B-4C38-8CA9-A9202C0C3E2B}"/>
              </a:ext>
            </a:extLst>
          </p:cNvPr>
          <p:cNvSpPr>
            <a:spLocks xmlns:a="http://schemas.openxmlformats.org/drawingml/2006/main" noGrp="1"/>
          </p:cNvSpPr>
          <p:nvPr/>
        </p:nvSpPr>
        <p:spPr>
          <a:xfrm xmlns:a="http://schemas.openxmlformats.org/drawingml/2006/main">
            <a:off x="358222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FBA57DA7-8995-4DD5-A678-2B3846BFC2A9}"/>
              </a:ext>
            </a:extLst>
          </p:cNvPr>
          <p:cNvSpPr>
            <a:spLocks xmlns:a="http://schemas.openxmlformats.org/drawingml/2006/main" noGrp="1"/>
          </p:cNvSpPr>
          <p:nvPr/>
        </p:nvSpPr>
        <p:spPr>
          <a:xfrm xmlns:a="http://schemas.openxmlformats.org/drawingml/2006/main">
            <a:off x="358222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1E5B8D10-89E2-4548-A6D5-6335C33D4B89}"/>
              </a:ext>
            </a:extLst>
          </p:cNvPr>
          <p:cNvSpPr>
            <a:spLocks xmlns:a="http://schemas.openxmlformats.org/drawingml/2006/main" noGrp="1"/>
          </p:cNvSpPr>
          <p:nvPr/>
        </p:nvSpPr>
        <p:spPr>
          <a:xfrm xmlns:a="http://schemas.openxmlformats.org/drawingml/2006/main">
            <a:off x="358222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6FC3B35C-220F-4B7E-8C91-019D4A315B22}"/>
              </a:ext>
            </a:extLst>
          </p:cNvPr>
          <p:cNvSpPr>
            <a:spLocks xmlns:a="http://schemas.openxmlformats.org/drawingml/2006/main" noGrp="1"/>
          </p:cNvSpPr>
          <p:nvPr/>
        </p:nvSpPr>
        <p:spPr>
          <a:xfrm xmlns:a="http://schemas.openxmlformats.org/drawingml/2006/main">
            <a:off x="358222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8C72AE54-1B12-432B-99F0-C533137F4D9D}"/>
              </a:ext>
            </a:extLst>
          </p:cNvPr>
          <p:cNvSpPr>
            <a:spLocks xmlns:a="http://schemas.openxmlformats.org/drawingml/2006/main" noGrp="1"/>
          </p:cNvSpPr>
          <p:nvPr/>
        </p:nvSpPr>
        <p:spPr>
          <a:xfrm xmlns:a="http://schemas.openxmlformats.org/drawingml/2006/main">
            <a:off x="358222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3C10D6B6-FCBD-4C01-9C08-04A7BA88F91F}"/>
              </a:ext>
            </a:extLst>
          </p:cNvPr>
          <p:cNvSpPr>
            <a:spLocks xmlns:a="http://schemas.openxmlformats.org/drawingml/2006/main" noGrp="1"/>
          </p:cNvSpPr>
          <p:nvPr/>
        </p:nvSpPr>
        <p:spPr>
          <a:xfrm xmlns:a="http://schemas.openxmlformats.org/drawingml/2006/main">
            <a:off x="358222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BB5690D9-13C6-4079-AA1D-5040466BF226}"/>
              </a:ext>
            </a:extLst>
          </p:cNvPr>
          <p:cNvSpPr>
            <a:spLocks xmlns:a="http://schemas.openxmlformats.org/drawingml/2006/main" noGrp="1"/>
          </p:cNvSpPr>
          <p:nvPr/>
        </p:nvSpPr>
        <p:spPr>
          <a:xfrm xmlns:a="http://schemas.openxmlformats.org/drawingml/2006/main">
            <a:off x="358222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E0B22245-81AB-488D-8D06-7CEAAEA562D3}"/>
              </a:ext>
            </a:extLst>
          </p:cNvPr>
          <p:cNvSpPr>
            <a:spLocks xmlns:a="http://schemas.openxmlformats.org/drawingml/2006/main" noGrp="1"/>
          </p:cNvSpPr>
          <p:nvPr/>
        </p:nvSpPr>
        <p:spPr>
          <a:xfrm xmlns:a="http://schemas.openxmlformats.org/drawingml/2006/main">
            <a:off x="358222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F95670A1-1BFE-4C66-80A9-373927FFA92E}"/>
              </a:ext>
            </a:extLst>
          </p:cNvPr>
          <p:cNvSpPr>
            <a:spLocks xmlns:a="http://schemas.openxmlformats.org/drawingml/2006/main" noGrp="1"/>
          </p:cNvSpPr>
          <p:nvPr/>
        </p:nvSpPr>
        <p:spPr>
          <a:xfrm xmlns:a="http://schemas.openxmlformats.org/drawingml/2006/main">
            <a:off x="358222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6F2814CB-16BD-4504-BD0E-FB28757C3ED8}"/>
              </a:ext>
            </a:extLst>
          </p:cNvPr>
          <p:cNvSpPr>
            <a:spLocks xmlns:a="http://schemas.openxmlformats.org/drawingml/2006/main" noGrp="1"/>
          </p:cNvSpPr>
          <p:nvPr/>
        </p:nvSpPr>
        <p:spPr>
          <a:xfrm xmlns:a="http://schemas.openxmlformats.org/drawingml/2006/main">
            <a:off x="358222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26DF9AF1-F893-4762-AF5B-87DB31C36AC0}"/>
              </a:ext>
            </a:extLst>
          </p:cNvPr>
          <p:cNvSpPr>
            <a:spLocks xmlns:a="http://schemas.openxmlformats.org/drawingml/2006/main" noGrp="1"/>
          </p:cNvSpPr>
          <p:nvPr/>
        </p:nvSpPr>
        <p:spPr>
          <a:xfrm xmlns:a="http://schemas.openxmlformats.org/drawingml/2006/main">
            <a:off x="358222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2EFF17C9-88F9-40BA-ADD1-1C665D437BA8}"/>
              </a:ext>
            </a:extLst>
          </p:cNvPr>
          <p:cNvSpPr>
            <a:spLocks xmlns:a="http://schemas.openxmlformats.org/drawingml/2006/main" noGrp="1"/>
          </p:cNvSpPr>
          <p:nvPr/>
        </p:nvSpPr>
        <p:spPr>
          <a:xfrm xmlns:a="http://schemas.openxmlformats.org/drawingml/2006/main">
            <a:off x="358222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714B34A1-5C76-4B4E-AA6B-7FD70DD91084}"/>
              </a:ext>
            </a:extLst>
          </p:cNvPr>
          <p:cNvSpPr>
            <a:spLocks xmlns:a="http://schemas.openxmlformats.org/drawingml/2006/main" noGrp="1"/>
          </p:cNvSpPr>
          <p:nvPr/>
        </p:nvSpPr>
        <p:spPr>
          <a:xfrm xmlns:a="http://schemas.openxmlformats.org/drawingml/2006/main">
            <a:off x="358222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E08200B6-141B-4C42-8A6D-548B323BA88B}"/>
              </a:ext>
            </a:extLst>
          </p:cNvPr>
          <p:cNvSpPr>
            <a:spLocks xmlns:a="http://schemas.openxmlformats.org/drawingml/2006/main" noGrp="1"/>
          </p:cNvSpPr>
          <p:nvPr/>
        </p:nvSpPr>
        <p:spPr>
          <a:xfrm xmlns:a="http://schemas.openxmlformats.org/drawingml/2006/main">
            <a:off x="366122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8E3083EA-ABAF-4D47-A707-4018B3BA3E65}"/>
              </a:ext>
            </a:extLst>
          </p:cNvPr>
          <p:cNvSpPr>
            <a:spLocks xmlns:a="http://schemas.openxmlformats.org/drawingml/2006/main" noGrp="1"/>
          </p:cNvSpPr>
          <p:nvPr/>
        </p:nvSpPr>
        <p:spPr>
          <a:xfrm xmlns:a="http://schemas.openxmlformats.org/drawingml/2006/main">
            <a:off x="366122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E809CF8E-9CCE-4A57-9A54-1BFDB274CFEA}"/>
              </a:ext>
            </a:extLst>
          </p:cNvPr>
          <p:cNvSpPr>
            <a:spLocks xmlns:a="http://schemas.openxmlformats.org/drawingml/2006/main" noGrp="1"/>
          </p:cNvSpPr>
          <p:nvPr/>
        </p:nvSpPr>
        <p:spPr>
          <a:xfrm xmlns:a="http://schemas.openxmlformats.org/drawingml/2006/main">
            <a:off x="366122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2B58C9B5-D630-48FC-AE27-A4021338FAEA}"/>
              </a:ext>
            </a:extLst>
          </p:cNvPr>
          <p:cNvSpPr>
            <a:spLocks xmlns:a="http://schemas.openxmlformats.org/drawingml/2006/main" noGrp="1"/>
          </p:cNvSpPr>
          <p:nvPr/>
        </p:nvSpPr>
        <p:spPr>
          <a:xfrm xmlns:a="http://schemas.openxmlformats.org/drawingml/2006/main">
            <a:off x="366122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A3171C9C-F940-4EFB-A748-662DC7439043}"/>
              </a:ext>
            </a:extLst>
          </p:cNvPr>
          <p:cNvSpPr>
            <a:spLocks xmlns:a="http://schemas.openxmlformats.org/drawingml/2006/main" noGrp="1"/>
          </p:cNvSpPr>
          <p:nvPr/>
        </p:nvSpPr>
        <p:spPr>
          <a:xfrm xmlns:a="http://schemas.openxmlformats.org/drawingml/2006/main">
            <a:off x="366122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D9ADE206-AD75-42A0-90B8-7C6621FD7313}"/>
              </a:ext>
            </a:extLst>
          </p:cNvPr>
          <p:cNvSpPr>
            <a:spLocks xmlns:a="http://schemas.openxmlformats.org/drawingml/2006/main" noGrp="1"/>
          </p:cNvSpPr>
          <p:nvPr/>
        </p:nvSpPr>
        <p:spPr>
          <a:xfrm xmlns:a="http://schemas.openxmlformats.org/drawingml/2006/main">
            <a:off x="366122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68311B5F-D6F8-4BC1-961A-DA0A7A983E0F}"/>
              </a:ext>
            </a:extLst>
          </p:cNvPr>
          <p:cNvSpPr>
            <a:spLocks xmlns:a="http://schemas.openxmlformats.org/drawingml/2006/main" noGrp="1"/>
          </p:cNvSpPr>
          <p:nvPr/>
        </p:nvSpPr>
        <p:spPr>
          <a:xfrm xmlns:a="http://schemas.openxmlformats.org/drawingml/2006/main">
            <a:off x="366122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4BE090CB-855F-478E-A90D-C0F4FD36EF81}"/>
              </a:ext>
            </a:extLst>
          </p:cNvPr>
          <p:cNvSpPr>
            <a:spLocks xmlns:a="http://schemas.openxmlformats.org/drawingml/2006/main" noGrp="1"/>
          </p:cNvSpPr>
          <p:nvPr/>
        </p:nvSpPr>
        <p:spPr>
          <a:xfrm xmlns:a="http://schemas.openxmlformats.org/drawingml/2006/main">
            <a:off x="366122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0A40E51B-C92B-4CFA-B089-E249C77DCCB8}"/>
              </a:ext>
            </a:extLst>
          </p:cNvPr>
          <p:cNvSpPr>
            <a:spLocks xmlns:a="http://schemas.openxmlformats.org/drawingml/2006/main" noGrp="1"/>
          </p:cNvSpPr>
          <p:nvPr/>
        </p:nvSpPr>
        <p:spPr>
          <a:xfrm xmlns:a="http://schemas.openxmlformats.org/drawingml/2006/main">
            <a:off x="366122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E2F34072-17A4-4561-97BA-8870BC8E306A}"/>
              </a:ext>
            </a:extLst>
          </p:cNvPr>
          <p:cNvSpPr>
            <a:spLocks xmlns:a="http://schemas.openxmlformats.org/drawingml/2006/main" noGrp="1"/>
          </p:cNvSpPr>
          <p:nvPr/>
        </p:nvSpPr>
        <p:spPr>
          <a:xfrm xmlns:a="http://schemas.openxmlformats.org/drawingml/2006/main">
            <a:off x="366122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B15420B6-5752-4B47-AB2A-496F514259F6}"/>
              </a:ext>
            </a:extLst>
          </p:cNvPr>
          <p:cNvSpPr>
            <a:spLocks xmlns:a="http://schemas.openxmlformats.org/drawingml/2006/main" noGrp="1"/>
          </p:cNvSpPr>
          <p:nvPr/>
        </p:nvSpPr>
        <p:spPr>
          <a:xfrm xmlns:a="http://schemas.openxmlformats.org/drawingml/2006/main">
            <a:off x="366122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EC5F3234-B8F1-4B1E-B225-7EDDEA503F6A}"/>
              </a:ext>
            </a:extLst>
          </p:cNvPr>
          <p:cNvSpPr>
            <a:spLocks xmlns:a="http://schemas.openxmlformats.org/drawingml/2006/main" noGrp="1"/>
          </p:cNvSpPr>
          <p:nvPr/>
        </p:nvSpPr>
        <p:spPr>
          <a:xfrm xmlns:a="http://schemas.openxmlformats.org/drawingml/2006/main">
            <a:off x="366122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0526FC81-584E-41C1-B3F5-84742D719C35}"/>
              </a:ext>
            </a:extLst>
          </p:cNvPr>
          <p:cNvSpPr>
            <a:spLocks xmlns:a="http://schemas.openxmlformats.org/drawingml/2006/main" noGrp="1"/>
          </p:cNvSpPr>
          <p:nvPr/>
        </p:nvSpPr>
        <p:spPr>
          <a:xfrm xmlns:a="http://schemas.openxmlformats.org/drawingml/2006/main">
            <a:off x="374022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13C05341-127A-423F-8310-4656D8C592DA}"/>
              </a:ext>
            </a:extLst>
          </p:cNvPr>
          <p:cNvSpPr>
            <a:spLocks xmlns:a="http://schemas.openxmlformats.org/drawingml/2006/main" noGrp="1"/>
          </p:cNvSpPr>
          <p:nvPr/>
        </p:nvSpPr>
        <p:spPr>
          <a:xfrm xmlns:a="http://schemas.openxmlformats.org/drawingml/2006/main">
            <a:off x="374022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70AA827D-0ED7-4444-8B63-2B02901B172C}"/>
              </a:ext>
            </a:extLst>
          </p:cNvPr>
          <p:cNvSpPr>
            <a:spLocks xmlns:a="http://schemas.openxmlformats.org/drawingml/2006/main" noGrp="1"/>
          </p:cNvSpPr>
          <p:nvPr/>
        </p:nvSpPr>
        <p:spPr>
          <a:xfrm xmlns:a="http://schemas.openxmlformats.org/drawingml/2006/main">
            <a:off x="374022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58389934-4D98-4566-95B5-FDCF6340A39F}"/>
              </a:ext>
            </a:extLst>
          </p:cNvPr>
          <p:cNvSpPr>
            <a:spLocks xmlns:a="http://schemas.openxmlformats.org/drawingml/2006/main" noGrp="1"/>
          </p:cNvSpPr>
          <p:nvPr/>
        </p:nvSpPr>
        <p:spPr>
          <a:xfrm xmlns:a="http://schemas.openxmlformats.org/drawingml/2006/main">
            <a:off x="374022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54B7E0C5-3463-47E5-99AC-538574EE9098}"/>
              </a:ext>
            </a:extLst>
          </p:cNvPr>
          <p:cNvSpPr>
            <a:spLocks xmlns:a="http://schemas.openxmlformats.org/drawingml/2006/main" noGrp="1"/>
          </p:cNvSpPr>
          <p:nvPr/>
        </p:nvSpPr>
        <p:spPr>
          <a:xfrm xmlns:a="http://schemas.openxmlformats.org/drawingml/2006/main">
            <a:off x="374022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D8D2B4CD-3430-4686-A0D3-FA9F7E2B6180}"/>
              </a:ext>
            </a:extLst>
          </p:cNvPr>
          <p:cNvSpPr>
            <a:spLocks xmlns:a="http://schemas.openxmlformats.org/drawingml/2006/main" noGrp="1"/>
          </p:cNvSpPr>
          <p:nvPr/>
        </p:nvSpPr>
        <p:spPr>
          <a:xfrm xmlns:a="http://schemas.openxmlformats.org/drawingml/2006/main">
            <a:off x="374022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9786AC4E-8B98-4743-97E5-2F7B248F5666}"/>
              </a:ext>
            </a:extLst>
          </p:cNvPr>
          <p:cNvSpPr>
            <a:spLocks xmlns:a="http://schemas.openxmlformats.org/drawingml/2006/main" noGrp="1"/>
          </p:cNvSpPr>
          <p:nvPr/>
        </p:nvSpPr>
        <p:spPr>
          <a:xfrm xmlns:a="http://schemas.openxmlformats.org/drawingml/2006/main">
            <a:off x="374022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9736FB11-28A4-4FFA-9444-81443B5C3B07}"/>
              </a:ext>
            </a:extLst>
          </p:cNvPr>
          <p:cNvSpPr>
            <a:spLocks xmlns:a="http://schemas.openxmlformats.org/drawingml/2006/main" noGrp="1"/>
          </p:cNvSpPr>
          <p:nvPr/>
        </p:nvSpPr>
        <p:spPr>
          <a:xfrm xmlns:a="http://schemas.openxmlformats.org/drawingml/2006/main">
            <a:off x="374022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46EDB861-F995-4E68-B7EB-04217717BF7E}"/>
              </a:ext>
            </a:extLst>
          </p:cNvPr>
          <p:cNvSpPr>
            <a:spLocks xmlns:a="http://schemas.openxmlformats.org/drawingml/2006/main" noGrp="1"/>
          </p:cNvSpPr>
          <p:nvPr/>
        </p:nvSpPr>
        <p:spPr>
          <a:xfrm xmlns:a="http://schemas.openxmlformats.org/drawingml/2006/main">
            <a:off x="374022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746D1D61-C632-4925-BFF6-54B9DC2E31CC}"/>
              </a:ext>
            </a:extLst>
          </p:cNvPr>
          <p:cNvSpPr>
            <a:spLocks xmlns:a="http://schemas.openxmlformats.org/drawingml/2006/main" noGrp="1"/>
          </p:cNvSpPr>
          <p:nvPr/>
        </p:nvSpPr>
        <p:spPr>
          <a:xfrm xmlns:a="http://schemas.openxmlformats.org/drawingml/2006/main">
            <a:off x="374022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6CF06210-29E5-4E02-BF67-DFCFC3A52E11}"/>
              </a:ext>
            </a:extLst>
          </p:cNvPr>
          <p:cNvSpPr>
            <a:spLocks xmlns:a="http://schemas.openxmlformats.org/drawingml/2006/main" noGrp="1"/>
          </p:cNvSpPr>
          <p:nvPr/>
        </p:nvSpPr>
        <p:spPr>
          <a:xfrm xmlns:a="http://schemas.openxmlformats.org/drawingml/2006/main">
            <a:off x="374022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793A5648-26D0-490F-BEB0-3B2B6D469EB7}"/>
              </a:ext>
            </a:extLst>
          </p:cNvPr>
          <p:cNvSpPr>
            <a:spLocks xmlns:a="http://schemas.openxmlformats.org/drawingml/2006/main" noGrp="1"/>
          </p:cNvSpPr>
          <p:nvPr/>
        </p:nvSpPr>
        <p:spPr>
          <a:xfrm xmlns:a="http://schemas.openxmlformats.org/drawingml/2006/main">
            <a:off x="374022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DC549BBE-2316-4106-B230-A4CEB8521CA5}"/>
              </a:ext>
            </a:extLst>
          </p:cNvPr>
          <p:cNvSpPr>
            <a:spLocks xmlns:a="http://schemas.openxmlformats.org/drawingml/2006/main" noGrp="1"/>
          </p:cNvSpPr>
          <p:nvPr/>
        </p:nvSpPr>
        <p:spPr>
          <a:xfrm xmlns:a="http://schemas.openxmlformats.org/drawingml/2006/main">
            <a:off x="381923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7FDE3F31-702C-4155-A413-9F1E55EDFD07}"/>
              </a:ext>
            </a:extLst>
          </p:cNvPr>
          <p:cNvSpPr>
            <a:spLocks xmlns:a="http://schemas.openxmlformats.org/drawingml/2006/main" noGrp="1"/>
          </p:cNvSpPr>
          <p:nvPr/>
        </p:nvSpPr>
        <p:spPr>
          <a:xfrm xmlns:a="http://schemas.openxmlformats.org/drawingml/2006/main">
            <a:off x="381923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7B5D1933-5CFE-4B07-A4E7-F811BC1E2924}"/>
              </a:ext>
            </a:extLst>
          </p:cNvPr>
          <p:cNvSpPr>
            <a:spLocks xmlns:a="http://schemas.openxmlformats.org/drawingml/2006/main" noGrp="1"/>
          </p:cNvSpPr>
          <p:nvPr/>
        </p:nvSpPr>
        <p:spPr>
          <a:xfrm xmlns:a="http://schemas.openxmlformats.org/drawingml/2006/main">
            <a:off x="381923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60BFA837-F1FF-49FB-8FB7-BD1D906867FF}"/>
              </a:ext>
            </a:extLst>
          </p:cNvPr>
          <p:cNvSpPr>
            <a:spLocks xmlns:a="http://schemas.openxmlformats.org/drawingml/2006/main" noGrp="1"/>
          </p:cNvSpPr>
          <p:nvPr/>
        </p:nvSpPr>
        <p:spPr>
          <a:xfrm xmlns:a="http://schemas.openxmlformats.org/drawingml/2006/main">
            <a:off x="381923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F070A53C-0A0F-40DF-A382-DA17696DA5E7}"/>
              </a:ext>
            </a:extLst>
          </p:cNvPr>
          <p:cNvSpPr>
            <a:spLocks xmlns:a="http://schemas.openxmlformats.org/drawingml/2006/main" noGrp="1"/>
          </p:cNvSpPr>
          <p:nvPr/>
        </p:nvSpPr>
        <p:spPr>
          <a:xfrm xmlns:a="http://schemas.openxmlformats.org/drawingml/2006/main">
            <a:off x="381923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3DF6F853-8A4A-46FD-8A68-5B172A254431}"/>
              </a:ext>
            </a:extLst>
          </p:cNvPr>
          <p:cNvSpPr>
            <a:spLocks xmlns:a="http://schemas.openxmlformats.org/drawingml/2006/main" noGrp="1"/>
          </p:cNvSpPr>
          <p:nvPr/>
        </p:nvSpPr>
        <p:spPr>
          <a:xfrm xmlns:a="http://schemas.openxmlformats.org/drawingml/2006/main">
            <a:off x="381923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BAB19A65-3D02-41EE-8502-F23D1DBA29E5}"/>
              </a:ext>
            </a:extLst>
          </p:cNvPr>
          <p:cNvSpPr>
            <a:spLocks xmlns:a="http://schemas.openxmlformats.org/drawingml/2006/main" noGrp="1"/>
          </p:cNvSpPr>
          <p:nvPr/>
        </p:nvSpPr>
        <p:spPr>
          <a:xfrm xmlns:a="http://schemas.openxmlformats.org/drawingml/2006/main">
            <a:off x="381923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9CE94AA3-2C8D-426B-9790-ECC1A53FDBF3}"/>
              </a:ext>
            </a:extLst>
          </p:cNvPr>
          <p:cNvSpPr>
            <a:spLocks xmlns:a="http://schemas.openxmlformats.org/drawingml/2006/main" noGrp="1"/>
          </p:cNvSpPr>
          <p:nvPr/>
        </p:nvSpPr>
        <p:spPr>
          <a:xfrm xmlns:a="http://schemas.openxmlformats.org/drawingml/2006/main">
            <a:off x="381923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CB545D95-6038-441E-99C8-220033446F6E}"/>
              </a:ext>
            </a:extLst>
          </p:cNvPr>
          <p:cNvSpPr>
            <a:spLocks xmlns:a="http://schemas.openxmlformats.org/drawingml/2006/main" noGrp="1"/>
          </p:cNvSpPr>
          <p:nvPr/>
        </p:nvSpPr>
        <p:spPr>
          <a:xfrm xmlns:a="http://schemas.openxmlformats.org/drawingml/2006/main">
            <a:off x="381923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9E493886-3DD3-4A90-AF7E-C3FBE81C0229}"/>
              </a:ext>
            </a:extLst>
          </p:cNvPr>
          <p:cNvSpPr>
            <a:spLocks xmlns:a="http://schemas.openxmlformats.org/drawingml/2006/main" noGrp="1"/>
          </p:cNvSpPr>
          <p:nvPr/>
        </p:nvSpPr>
        <p:spPr>
          <a:xfrm xmlns:a="http://schemas.openxmlformats.org/drawingml/2006/main">
            <a:off x="381923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8E84D73D-89CC-41E7-A50F-BCBBE1BD4724}"/>
              </a:ext>
            </a:extLst>
          </p:cNvPr>
          <p:cNvSpPr>
            <a:spLocks xmlns:a="http://schemas.openxmlformats.org/drawingml/2006/main" noGrp="1"/>
          </p:cNvSpPr>
          <p:nvPr/>
        </p:nvSpPr>
        <p:spPr>
          <a:xfrm xmlns:a="http://schemas.openxmlformats.org/drawingml/2006/main">
            <a:off x="381923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75F7BDAB-3044-46B1-A1AF-62EE235898C1}"/>
              </a:ext>
            </a:extLst>
          </p:cNvPr>
          <p:cNvSpPr>
            <a:spLocks xmlns:a="http://schemas.openxmlformats.org/drawingml/2006/main" noGrp="1"/>
          </p:cNvSpPr>
          <p:nvPr/>
        </p:nvSpPr>
        <p:spPr>
          <a:xfrm xmlns:a="http://schemas.openxmlformats.org/drawingml/2006/main">
            <a:off x="381923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B15C5018-3DB1-4DE9-A0B1-B1A00A0376AD}"/>
              </a:ext>
            </a:extLst>
          </p:cNvPr>
          <p:cNvSpPr>
            <a:spLocks xmlns:a="http://schemas.openxmlformats.org/drawingml/2006/main" noGrp="1"/>
          </p:cNvSpPr>
          <p:nvPr/>
        </p:nvSpPr>
        <p:spPr>
          <a:xfrm xmlns:a="http://schemas.openxmlformats.org/drawingml/2006/main">
            <a:off x="381923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1EADADE8-F642-4A7A-8CB6-7679CA3EED26}"/>
              </a:ext>
            </a:extLst>
          </p:cNvPr>
          <p:cNvSpPr>
            <a:spLocks xmlns:a="http://schemas.openxmlformats.org/drawingml/2006/main" noGrp="1"/>
          </p:cNvSpPr>
          <p:nvPr/>
        </p:nvSpPr>
        <p:spPr>
          <a:xfrm xmlns:a="http://schemas.openxmlformats.org/drawingml/2006/main">
            <a:off x="389823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7A80602B-8A62-458A-A77F-93E51C3918C5}"/>
              </a:ext>
            </a:extLst>
          </p:cNvPr>
          <p:cNvSpPr>
            <a:spLocks xmlns:a="http://schemas.openxmlformats.org/drawingml/2006/main" noGrp="1"/>
          </p:cNvSpPr>
          <p:nvPr/>
        </p:nvSpPr>
        <p:spPr>
          <a:xfrm xmlns:a="http://schemas.openxmlformats.org/drawingml/2006/main">
            <a:off x="389823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DE38627D-502C-43CE-B97D-B4F3DF458615}"/>
              </a:ext>
            </a:extLst>
          </p:cNvPr>
          <p:cNvSpPr>
            <a:spLocks xmlns:a="http://schemas.openxmlformats.org/drawingml/2006/main" noGrp="1"/>
          </p:cNvSpPr>
          <p:nvPr/>
        </p:nvSpPr>
        <p:spPr>
          <a:xfrm xmlns:a="http://schemas.openxmlformats.org/drawingml/2006/main">
            <a:off x="389823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2156BF04-1AA6-4A90-B272-77A589C2499F}"/>
              </a:ext>
            </a:extLst>
          </p:cNvPr>
          <p:cNvSpPr>
            <a:spLocks xmlns:a="http://schemas.openxmlformats.org/drawingml/2006/main" noGrp="1"/>
          </p:cNvSpPr>
          <p:nvPr/>
        </p:nvSpPr>
        <p:spPr>
          <a:xfrm xmlns:a="http://schemas.openxmlformats.org/drawingml/2006/main">
            <a:off x="389823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E80F90B7-B4D1-4D92-BBCC-6F55F407FA8F}"/>
              </a:ext>
            </a:extLst>
          </p:cNvPr>
          <p:cNvSpPr>
            <a:spLocks xmlns:a="http://schemas.openxmlformats.org/drawingml/2006/main" noGrp="1"/>
          </p:cNvSpPr>
          <p:nvPr/>
        </p:nvSpPr>
        <p:spPr>
          <a:xfrm xmlns:a="http://schemas.openxmlformats.org/drawingml/2006/main">
            <a:off x="389823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042EB2C2-9416-449A-830C-336EEE34E257}"/>
              </a:ext>
            </a:extLst>
          </p:cNvPr>
          <p:cNvSpPr>
            <a:spLocks xmlns:a="http://schemas.openxmlformats.org/drawingml/2006/main" noGrp="1"/>
          </p:cNvSpPr>
          <p:nvPr/>
        </p:nvSpPr>
        <p:spPr>
          <a:xfrm xmlns:a="http://schemas.openxmlformats.org/drawingml/2006/main">
            <a:off x="389823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750BDBDF-F934-4C7C-9C15-66519467DCBE}"/>
              </a:ext>
            </a:extLst>
          </p:cNvPr>
          <p:cNvSpPr>
            <a:spLocks xmlns:a="http://schemas.openxmlformats.org/drawingml/2006/main" noGrp="1"/>
          </p:cNvSpPr>
          <p:nvPr/>
        </p:nvSpPr>
        <p:spPr>
          <a:xfrm xmlns:a="http://schemas.openxmlformats.org/drawingml/2006/main">
            <a:off x="389823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EB36DABB-FCD8-4E8C-B7DF-8679F29D07AA}"/>
              </a:ext>
            </a:extLst>
          </p:cNvPr>
          <p:cNvSpPr>
            <a:spLocks xmlns:a="http://schemas.openxmlformats.org/drawingml/2006/main" noGrp="1"/>
          </p:cNvSpPr>
          <p:nvPr/>
        </p:nvSpPr>
        <p:spPr>
          <a:xfrm xmlns:a="http://schemas.openxmlformats.org/drawingml/2006/main">
            <a:off x="389823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C55A4B01-EEC5-458E-965F-10561A74AFD4}"/>
              </a:ext>
            </a:extLst>
          </p:cNvPr>
          <p:cNvSpPr>
            <a:spLocks xmlns:a="http://schemas.openxmlformats.org/drawingml/2006/main" noGrp="1"/>
          </p:cNvSpPr>
          <p:nvPr/>
        </p:nvSpPr>
        <p:spPr>
          <a:xfrm xmlns:a="http://schemas.openxmlformats.org/drawingml/2006/main">
            <a:off x="389823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EBCC1F9A-4792-48EB-90EA-0CD3710C1753}"/>
              </a:ext>
            </a:extLst>
          </p:cNvPr>
          <p:cNvSpPr>
            <a:spLocks xmlns:a="http://schemas.openxmlformats.org/drawingml/2006/main" noGrp="1"/>
          </p:cNvSpPr>
          <p:nvPr/>
        </p:nvSpPr>
        <p:spPr>
          <a:xfrm xmlns:a="http://schemas.openxmlformats.org/drawingml/2006/main">
            <a:off x="389823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5C254971-99F7-4D17-A7CF-EB82F7C5366B}"/>
              </a:ext>
            </a:extLst>
          </p:cNvPr>
          <p:cNvSpPr>
            <a:spLocks xmlns:a="http://schemas.openxmlformats.org/drawingml/2006/main" noGrp="1"/>
          </p:cNvSpPr>
          <p:nvPr/>
        </p:nvSpPr>
        <p:spPr>
          <a:xfrm xmlns:a="http://schemas.openxmlformats.org/drawingml/2006/main">
            <a:off x="389823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43887676-319A-46FA-BBAB-3E1D0EFE0AD1}"/>
              </a:ext>
            </a:extLst>
          </p:cNvPr>
          <p:cNvSpPr>
            <a:spLocks xmlns:a="http://schemas.openxmlformats.org/drawingml/2006/main" noGrp="1"/>
          </p:cNvSpPr>
          <p:nvPr/>
        </p:nvSpPr>
        <p:spPr>
          <a:xfrm xmlns:a="http://schemas.openxmlformats.org/drawingml/2006/main">
            <a:off x="389823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D4104AA8-762D-4AA9-99C6-AFC4E5098926}"/>
              </a:ext>
            </a:extLst>
          </p:cNvPr>
          <p:cNvSpPr>
            <a:spLocks xmlns:a="http://schemas.openxmlformats.org/drawingml/2006/main" noGrp="1"/>
          </p:cNvSpPr>
          <p:nvPr/>
        </p:nvSpPr>
        <p:spPr>
          <a:xfrm xmlns:a="http://schemas.openxmlformats.org/drawingml/2006/main">
            <a:off x="389823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DF34F690-AE3A-47BB-9031-7E1275C234E1}"/>
              </a:ext>
            </a:extLst>
          </p:cNvPr>
          <p:cNvSpPr>
            <a:spLocks xmlns:a="http://schemas.openxmlformats.org/drawingml/2006/main" noGrp="1"/>
          </p:cNvSpPr>
          <p:nvPr/>
        </p:nvSpPr>
        <p:spPr>
          <a:xfrm xmlns:a="http://schemas.openxmlformats.org/drawingml/2006/main">
            <a:off x="397723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CE1FBD39-B9F8-4DBD-B2B0-B50E92D336A9}"/>
              </a:ext>
            </a:extLst>
          </p:cNvPr>
          <p:cNvSpPr>
            <a:spLocks xmlns:a="http://schemas.openxmlformats.org/drawingml/2006/main" noGrp="1"/>
          </p:cNvSpPr>
          <p:nvPr/>
        </p:nvSpPr>
        <p:spPr>
          <a:xfrm xmlns:a="http://schemas.openxmlformats.org/drawingml/2006/main">
            <a:off x="397723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FA9B72EB-2355-43C9-9C42-9D17310E90AE}"/>
              </a:ext>
            </a:extLst>
          </p:cNvPr>
          <p:cNvSpPr>
            <a:spLocks xmlns:a="http://schemas.openxmlformats.org/drawingml/2006/main" noGrp="1"/>
          </p:cNvSpPr>
          <p:nvPr/>
        </p:nvSpPr>
        <p:spPr>
          <a:xfrm xmlns:a="http://schemas.openxmlformats.org/drawingml/2006/main">
            <a:off x="397723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7DCFC0D9-B7E7-45ED-9439-69A4A388E4C8}"/>
              </a:ext>
            </a:extLst>
          </p:cNvPr>
          <p:cNvSpPr>
            <a:spLocks xmlns:a="http://schemas.openxmlformats.org/drawingml/2006/main" noGrp="1"/>
          </p:cNvSpPr>
          <p:nvPr/>
        </p:nvSpPr>
        <p:spPr>
          <a:xfrm xmlns:a="http://schemas.openxmlformats.org/drawingml/2006/main">
            <a:off x="397723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BE5361AC-05ED-41B3-AB5C-FB030C2D3050}"/>
              </a:ext>
            </a:extLst>
          </p:cNvPr>
          <p:cNvSpPr>
            <a:spLocks xmlns:a="http://schemas.openxmlformats.org/drawingml/2006/main" noGrp="1"/>
          </p:cNvSpPr>
          <p:nvPr/>
        </p:nvSpPr>
        <p:spPr>
          <a:xfrm xmlns:a="http://schemas.openxmlformats.org/drawingml/2006/main">
            <a:off x="397723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A77E1AC8-AB51-4EBE-B064-E30C67C81A0C}"/>
              </a:ext>
            </a:extLst>
          </p:cNvPr>
          <p:cNvSpPr>
            <a:spLocks xmlns:a="http://schemas.openxmlformats.org/drawingml/2006/main" noGrp="1"/>
          </p:cNvSpPr>
          <p:nvPr/>
        </p:nvSpPr>
        <p:spPr>
          <a:xfrm xmlns:a="http://schemas.openxmlformats.org/drawingml/2006/main">
            <a:off x="397723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666B2337-0E3D-452E-8787-9710C08C91E2}"/>
              </a:ext>
            </a:extLst>
          </p:cNvPr>
          <p:cNvSpPr>
            <a:spLocks xmlns:a="http://schemas.openxmlformats.org/drawingml/2006/main" noGrp="1"/>
          </p:cNvSpPr>
          <p:nvPr/>
        </p:nvSpPr>
        <p:spPr>
          <a:xfrm xmlns:a="http://schemas.openxmlformats.org/drawingml/2006/main">
            <a:off x="397723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2EADF77C-1519-4843-86A2-D74749BCEFB1}"/>
              </a:ext>
            </a:extLst>
          </p:cNvPr>
          <p:cNvSpPr>
            <a:spLocks xmlns:a="http://schemas.openxmlformats.org/drawingml/2006/main" noGrp="1"/>
          </p:cNvSpPr>
          <p:nvPr/>
        </p:nvSpPr>
        <p:spPr>
          <a:xfrm xmlns:a="http://schemas.openxmlformats.org/drawingml/2006/main">
            <a:off x="397723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889134BC-9C60-4471-8DB2-89EEBCAAB2C9}"/>
              </a:ext>
            </a:extLst>
          </p:cNvPr>
          <p:cNvSpPr>
            <a:spLocks xmlns:a="http://schemas.openxmlformats.org/drawingml/2006/main" noGrp="1"/>
          </p:cNvSpPr>
          <p:nvPr/>
        </p:nvSpPr>
        <p:spPr>
          <a:xfrm xmlns:a="http://schemas.openxmlformats.org/drawingml/2006/main">
            <a:off x="397723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7CC10778-449A-4CE6-A329-54F3F74586D0}"/>
              </a:ext>
            </a:extLst>
          </p:cNvPr>
          <p:cNvSpPr>
            <a:spLocks xmlns:a="http://schemas.openxmlformats.org/drawingml/2006/main" noGrp="1"/>
          </p:cNvSpPr>
          <p:nvPr/>
        </p:nvSpPr>
        <p:spPr>
          <a:xfrm xmlns:a="http://schemas.openxmlformats.org/drawingml/2006/main">
            <a:off x="397723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E61703DE-32A9-49E9-92B1-3088302430B2}"/>
              </a:ext>
            </a:extLst>
          </p:cNvPr>
          <p:cNvSpPr>
            <a:spLocks xmlns:a="http://schemas.openxmlformats.org/drawingml/2006/main" noGrp="1"/>
          </p:cNvSpPr>
          <p:nvPr/>
        </p:nvSpPr>
        <p:spPr>
          <a:xfrm xmlns:a="http://schemas.openxmlformats.org/drawingml/2006/main">
            <a:off x="405623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CA7333AD-66ED-4DA2-BACA-79340D8D8140}"/>
              </a:ext>
            </a:extLst>
          </p:cNvPr>
          <p:cNvSpPr>
            <a:spLocks xmlns:a="http://schemas.openxmlformats.org/drawingml/2006/main" noGrp="1"/>
          </p:cNvSpPr>
          <p:nvPr/>
        </p:nvSpPr>
        <p:spPr>
          <a:xfrm xmlns:a="http://schemas.openxmlformats.org/drawingml/2006/main">
            <a:off x="405623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B9A21195-C367-40BB-986C-D92CEA20C703}"/>
              </a:ext>
            </a:extLst>
          </p:cNvPr>
          <p:cNvSpPr>
            <a:spLocks xmlns:a="http://schemas.openxmlformats.org/drawingml/2006/main" noGrp="1"/>
          </p:cNvSpPr>
          <p:nvPr/>
        </p:nvSpPr>
        <p:spPr>
          <a:xfrm xmlns:a="http://schemas.openxmlformats.org/drawingml/2006/main">
            <a:off x="405623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E867CED6-7F5B-49EC-8F7B-2110DC8DED0B}"/>
              </a:ext>
            </a:extLst>
          </p:cNvPr>
          <p:cNvSpPr>
            <a:spLocks xmlns:a="http://schemas.openxmlformats.org/drawingml/2006/main" noGrp="1"/>
          </p:cNvSpPr>
          <p:nvPr/>
        </p:nvSpPr>
        <p:spPr>
          <a:xfrm xmlns:a="http://schemas.openxmlformats.org/drawingml/2006/main">
            <a:off x="405623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39E15779-F44C-4EF8-9523-EF8BF0B73CF8}"/>
              </a:ext>
            </a:extLst>
          </p:cNvPr>
          <p:cNvSpPr>
            <a:spLocks xmlns:a="http://schemas.openxmlformats.org/drawingml/2006/main" noGrp="1"/>
          </p:cNvSpPr>
          <p:nvPr/>
        </p:nvSpPr>
        <p:spPr>
          <a:xfrm xmlns:a="http://schemas.openxmlformats.org/drawingml/2006/main">
            <a:off x="405623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38E9091A-4886-476C-BE9C-2DF54ED2342C}"/>
              </a:ext>
            </a:extLst>
          </p:cNvPr>
          <p:cNvSpPr>
            <a:spLocks xmlns:a="http://schemas.openxmlformats.org/drawingml/2006/main" noGrp="1"/>
          </p:cNvSpPr>
          <p:nvPr/>
        </p:nvSpPr>
        <p:spPr>
          <a:xfrm xmlns:a="http://schemas.openxmlformats.org/drawingml/2006/main">
            <a:off x="413524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86B00510-46BC-4E71-A1FF-CB047378330B}"/>
              </a:ext>
            </a:extLst>
          </p:cNvPr>
          <p:cNvSpPr>
            <a:spLocks xmlns:a="http://schemas.openxmlformats.org/drawingml/2006/main" noGrp="1"/>
          </p:cNvSpPr>
          <p:nvPr/>
        </p:nvSpPr>
        <p:spPr>
          <a:xfrm xmlns:a="http://schemas.openxmlformats.org/drawingml/2006/main">
            <a:off x="413524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6A6B5A11-83F7-4C63-9914-6F3ADE18941C}"/>
              </a:ext>
            </a:extLst>
          </p:cNvPr>
          <p:cNvSpPr>
            <a:spLocks xmlns:a="http://schemas.openxmlformats.org/drawingml/2006/main" noGrp="1"/>
          </p:cNvSpPr>
          <p:nvPr/>
        </p:nvSpPr>
        <p:spPr>
          <a:xfrm xmlns:a="http://schemas.openxmlformats.org/drawingml/2006/main">
            <a:off x="413524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A145286E-D214-40A6-BD2A-DF62E761097D}"/>
              </a:ext>
            </a:extLst>
          </p:cNvPr>
          <p:cNvSpPr>
            <a:spLocks xmlns:a="http://schemas.openxmlformats.org/drawingml/2006/main" noGrp="1"/>
          </p:cNvSpPr>
          <p:nvPr/>
        </p:nvSpPr>
        <p:spPr>
          <a:xfrm xmlns:a="http://schemas.openxmlformats.org/drawingml/2006/main">
            <a:off x="413524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D9A8D1B4-8F93-4FAE-B0D7-FD03B51068B6}"/>
              </a:ext>
            </a:extLst>
          </p:cNvPr>
          <p:cNvSpPr>
            <a:spLocks xmlns:a="http://schemas.openxmlformats.org/drawingml/2006/main" noGrp="1"/>
          </p:cNvSpPr>
          <p:nvPr/>
        </p:nvSpPr>
        <p:spPr>
          <a:xfrm xmlns:a="http://schemas.openxmlformats.org/drawingml/2006/main">
            <a:off x="413524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C97C1F61-6B14-4923-9328-AB8DA497E8DD}"/>
              </a:ext>
            </a:extLst>
          </p:cNvPr>
          <p:cNvSpPr>
            <a:spLocks xmlns:a="http://schemas.openxmlformats.org/drawingml/2006/main" noGrp="1"/>
          </p:cNvSpPr>
          <p:nvPr/>
        </p:nvSpPr>
        <p:spPr>
          <a:xfrm xmlns:a="http://schemas.openxmlformats.org/drawingml/2006/main">
            <a:off x="413524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101B946A-694A-4428-BDE2-EBC24971AB0F}"/>
              </a:ext>
            </a:extLst>
          </p:cNvPr>
          <p:cNvSpPr>
            <a:spLocks xmlns:a="http://schemas.openxmlformats.org/drawingml/2006/main" noGrp="1"/>
          </p:cNvSpPr>
          <p:nvPr/>
        </p:nvSpPr>
        <p:spPr>
          <a:xfrm xmlns:a="http://schemas.openxmlformats.org/drawingml/2006/main">
            <a:off x="413524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0B227646-7E86-4C18-810B-389689411893}"/>
              </a:ext>
            </a:extLst>
          </p:cNvPr>
          <p:cNvSpPr>
            <a:spLocks xmlns:a="http://schemas.openxmlformats.org/drawingml/2006/main" noGrp="1"/>
          </p:cNvSpPr>
          <p:nvPr/>
        </p:nvSpPr>
        <p:spPr>
          <a:xfrm xmlns:a="http://schemas.openxmlformats.org/drawingml/2006/main">
            <a:off x="413524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6AC968A3-142D-4834-8B0A-FF6D85CA7A8B}"/>
              </a:ext>
            </a:extLst>
          </p:cNvPr>
          <p:cNvSpPr>
            <a:spLocks xmlns:a="http://schemas.openxmlformats.org/drawingml/2006/main" noGrp="1"/>
          </p:cNvSpPr>
          <p:nvPr/>
        </p:nvSpPr>
        <p:spPr>
          <a:xfrm xmlns:a="http://schemas.openxmlformats.org/drawingml/2006/main">
            <a:off x="413524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35AA62EE-9B21-495C-8D51-19938B9DF988}"/>
              </a:ext>
            </a:extLst>
          </p:cNvPr>
          <p:cNvSpPr>
            <a:spLocks xmlns:a="http://schemas.openxmlformats.org/drawingml/2006/main" noGrp="1"/>
          </p:cNvSpPr>
          <p:nvPr/>
        </p:nvSpPr>
        <p:spPr>
          <a:xfrm xmlns:a="http://schemas.openxmlformats.org/drawingml/2006/main">
            <a:off x="421424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D910282E-4451-403D-9BFD-7078B1D9D225}"/>
              </a:ext>
            </a:extLst>
          </p:cNvPr>
          <p:cNvSpPr>
            <a:spLocks xmlns:a="http://schemas.openxmlformats.org/drawingml/2006/main" noGrp="1"/>
          </p:cNvSpPr>
          <p:nvPr/>
        </p:nvSpPr>
        <p:spPr>
          <a:xfrm xmlns:a="http://schemas.openxmlformats.org/drawingml/2006/main">
            <a:off x="421424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F7D244B7-4393-4BD3-8D27-84961B286E82}"/>
              </a:ext>
            </a:extLst>
          </p:cNvPr>
          <p:cNvSpPr>
            <a:spLocks xmlns:a="http://schemas.openxmlformats.org/drawingml/2006/main" noGrp="1"/>
          </p:cNvSpPr>
          <p:nvPr/>
        </p:nvSpPr>
        <p:spPr>
          <a:xfrm xmlns:a="http://schemas.openxmlformats.org/drawingml/2006/main">
            <a:off x="421424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3F2DE91A-C6F4-49A7-B590-8AA97B1874A1}"/>
              </a:ext>
            </a:extLst>
          </p:cNvPr>
          <p:cNvSpPr>
            <a:spLocks xmlns:a="http://schemas.openxmlformats.org/drawingml/2006/main" noGrp="1"/>
          </p:cNvSpPr>
          <p:nvPr/>
        </p:nvSpPr>
        <p:spPr>
          <a:xfrm xmlns:a="http://schemas.openxmlformats.org/drawingml/2006/main">
            <a:off x="421424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6058E75F-42F6-496F-B4BF-571399D4AD4E}"/>
              </a:ext>
            </a:extLst>
          </p:cNvPr>
          <p:cNvSpPr>
            <a:spLocks xmlns:a="http://schemas.openxmlformats.org/drawingml/2006/main" noGrp="1"/>
          </p:cNvSpPr>
          <p:nvPr/>
        </p:nvSpPr>
        <p:spPr>
          <a:xfrm xmlns:a="http://schemas.openxmlformats.org/drawingml/2006/main">
            <a:off x="421424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CCEFF390-A4C5-457D-A9A5-5CFC14A383A2}"/>
              </a:ext>
            </a:extLst>
          </p:cNvPr>
          <p:cNvSpPr>
            <a:spLocks xmlns:a="http://schemas.openxmlformats.org/drawingml/2006/main" noGrp="1"/>
          </p:cNvSpPr>
          <p:nvPr/>
        </p:nvSpPr>
        <p:spPr>
          <a:xfrm xmlns:a="http://schemas.openxmlformats.org/drawingml/2006/main">
            <a:off x="421424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F9DBD68D-68B6-4584-A1EA-87800CA7CBF1}"/>
              </a:ext>
            </a:extLst>
          </p:cNvPr>
          <p:cNvSpPr>
            <a:spLocks xmlns:a="http://schemas.openxmlformats.org/drawingml/2006/main" noGrp="1"/>
          </p:cNvSpPr>
          <p:nvPr/>
        </p:nvSpPr>
        <p:spPr>
          <a:xfrm xmlns:a="http://schemas.openxmlformats.org/drawingml/2006/main">
            <a:off x="421424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E412C719-719E-40E8-A218-B5BBF1F2E79E}"/>
              </a:ext>
            </a:extLst>
          </p:cNvPr>
          <p:cNvSpPr>
            <a:spLocks xmlns:a="http://schemas.openxmlformats.org/drawingml/2006/main" noGrp="1"/>
          </p:cNvSpPr>
          <p:nvPr/>
        </p:nvSpPr>
        <p:spPr>
          <a:xfrm xmlns:a="http://schemas.openxmlformats.org/drawingml/2006/main">
            <a:off x="421424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54FE80DE-AFBA-421A-B165-DBA57F66C9EE}"/>
              </a:ext>
            </a:extLst>
          </p:cNvPr>
          <p:cNvSpPr>
            <a:spLocks xmlns:a="http://schemas.openxmlformats.org/drawingml/2006/main" noGrp="1"/>
          </p:cNvSpPr>
          <p:nvPr/>
        </p:nvSpPr>
        <p:spPr>
          <a:xfrm xmlns:a="http://schemas.openxmlformats.org/drawingml/2006/main">
            <a:off x="421424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FEAFA0EF-DD13-4CFD-97E5-FFE9BF2AC3BC}"/>
              </a:ext>
            </a:extLst>
          </p:cNvPr>
          <p:cNvSpPr>
            <a:spLocks xmlns:a="http://schemas.openxmlformats.org/drawingml/2006/main" noGrp="1"/>
          </p:cNvSpPr>
          <p:nvPr/>
        </p:nvSpPr>
        <p:spPr>
          <a:xfrm xmlns:a="http://schemas.openxmlformats.org/drawingml/2006/main">
            <a:off x="429324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5EB8D0F7-E74B-409D-8D80-637294703CD7}"/>
              </a:ext>
            </a:extLst>
          </p:cNvPr>
          <p:cNvSpPr>
            <a:spLocks xmlns:a="http://schemas.openxmlformats.org/drawingml/2006/main" noGrp="1"/>
          </p:cNvSpPr>
          <p:nvPr/>
        </p:nvSpPr>
        <p:spPr>
          <a:xfrm xmlns:a="http://schemas.openxmlformats.org/drawingml/2006/main">
            <a:off x="429324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77E6BDAA-19B2-4A87-811E-3CE9F28C084A}"/>
              </a:ext>
            </a:extLst>
          </p:cNvPr>
          <p:cNvSpPr>
            <a:spLocks xmlns:a="http://schemas.openxmlformats.org/drawingml/2006/main" noGrp="1"/>
          </p:cNvSpPr>
          <p:nvPr/>
        </p:nvSpPr>
        <p:spPr>
          <a:xfrm xmlns:a="http://schemas.openxmlformats.org/drawingml/2006/main">
            <a:off x="429324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95A62B75-D077-48AA-A194-7B01A16D04ED}"/>
              </a:ext>
            </a:extLst>
          </p:cNvPr>
          <p:cNvSpPr>
            <a:spLocks xmlns:a="http://schemas.openxmlformats.org/drawingml/2006/main" noGrp="1"/>
          </p:cNvSpPr>
          <p:nvPr/>
        </p:nvSpPr>
        <p:spPr>
          <a:xfrm xmlns:a="http://schemas.openxmlformats.org/drawingml/2006/main">
            <a:off x="429324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9626A859-E46A-4289-9F08-74A7C7900E67}"/>
              </a:ext>
            </a:extLst>
          </p:cNvPr>
          <p:cNvSpPr>
            <a:spLocks xmlns:a="http://schemas.openxmlformats.org/drawingml/2006/main" noGrp="1"/>
          </p:cNvSpPr>
          <p:nvPr/>
        </p:nvSpPr>
        <p:spPr>
          <a:xfrm xmlns:a="http://schemas.openxmlformats.org/drawingml/2006/main">
            <a:off x="429324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6C5E496B-3F24-46F9-BBC2-A913CC93067E}"/>
              </a:ext>
            </a:extLst>
          </p:cNvPr>
          <p:cNvSpPr>
            <a:spLocks xmlns:a="http://schemas.openxmlformats.org/drawingml/2006/main" noGrp="1"/>
          </p:cNvSpPr>
          <p:nvPr/>
        </p:nvSpPr>
        <p:spPr>
          <a:xfrm xmlns:a="http://schemas.openxmlformats.org/drawingml/2006/main">
            <a:off x="429324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B8FC187C-6EC2-4BB7-940F-1761786710BA}"/>
              </a:ext>
            </a:extLst>
          </p:cNvPr>
          <p:cNvSpPr>
            <a:spLocks xmlns:a="http://schemas.openxmlformats.org/drawingml/2006/main" noGrp="1"/>
          </p:cNvSpPr>
          <p:nvPr/>
        </p:nvSpPr>
        <p:spPr>
          <a:xfrm xmlns:a="http://schemas.openxmlformats.org/drawingml/2006/main">
            <a:off x="429324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EFFEDD39-B6E2-48AE-9390-E269E7961AE7}"/>
              </a:ext>
            </a:extLst>
          </p:cNvPr>
          <p:cNvSpPr>
            <a:spLocks xmlns:a="http://schemas.openxmlformats.org/drawingml/2006/main" noGrp="1"/>
          </p:cNvSpPr>
          <p:nvPr/>
        </p:nvSpPr>
        <p:spPr>
          <a:xfrm xmlns:a="http://schemas.openxmlformats.org/drawingml/2006/main">
            <a:off x="4293246"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F5847D82-7597-459F-833C-CCE6F991EA0F}"/>
              </a:ext>
            </a:extLst>
          </p:cNvPr>
          <p:cNvSpPr>
            <a:spLocks xmlns:a="http://schemas.openxmlformats.org/drawingml/2006/main" noGrp="1"/>
          </p:cNvSpPr>
          <p:nvPr/>
        </p:nvSpPr>
        <p:spPr>
          <a:xfrm xmlns:a="http://schemas.openxmlformats.org/drawingml/2006/main">
            <a:off x="437224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9D8E6193-25C0-4379-ABE3-289F37BB3D8E}"/>
              </a:ext>
            </a:extLst>
          </p:cNvPr>
          <p:cNvSpPr>
            <a:spLocks xmlns:a="http://schemas.openxmlformats.org/drawingml/2006/main" noGrp="1"/>
          </p:cNvSpPr>
          <p:nvPr/>
        </p:nvSpPr>
        <p:spPr>
          <a:xfrm xmlns:a="http://schemas.openxmlformats.org/drawingml/2006/main">
            <a:off x="437224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50DE16BC-49F7-47E4-912D-F3010612E07E}"/>
              </a:ext>
            </a:extLst>
          </p:cNvPr>
          <p:cNvSpPr>
            <a:spLocks xmlns:a="http://schemas.openxmlformats.org/drawingml/2006/main" noGrp="1"/>
          </p:cNvSpPr>
          <p:nvPr/>
        </p:nvSpPr>
        <p:spPr>
          <a:xfrm xmlns:a="http://schemas.openxmlformats.org/drawingml/2006/main">
            <a:off x="437224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2B9BE04D-2852-43D3-98F1-9584ADF0507B}"/>
              </a:ext>
            </a:extLst>
          </p:cNvPr>
          <p:cNvSpPr>
            <a:spLocks xmlns:a="http://schemas.openxmlformats.org/drawingml/2006/main" noGrp="1"/>
          </p:cNvSpPr>
          <p:nvPr/>
        </p:nvSpPr>
        <p:spPr>
          <a:xfrm xmlns:a="http://schemas.openxmlformats.org/drawingml/2006/main">
            <a:off x="437224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73D95AF1-D62E-4212-97D1-DC017C15DB05}"/>
              </a:ext>
            </a:extLst>
          </p:cNvPr>
          <p:cNvSpPr>
            <a:spLocks xmlns:a="http://schemas.openxmlformats.org/drawingml/2006/main" noGrp="1"/>
          </p:cNvSpPr>
          <p:nvPr/>
        </p:nvSpPr>
        <p:spPr>
          <a:xfrm xmlns:a="http://schemas.openxmlformats.org/drawingml/2006/main">
            <a:off x="437224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8F69CDC4-C389-4BC9-8465-221B08B42153}"/>
              </a:ext>
            </a:extLst>
          </p:cNvPr>
          <p:cNvSpPr>
            <a:spLocks xmlns:a="http://schemas.openxmlformats.org/drawingml/2006/main" noGrp="1"/>
          </p:cNvSpPr>
          <p:nvPr/>
        </p:nvSpPr>
        <p:spPr>
          <a:xfrm xmlns:a="http://schemas.openxmlformats.org/drawingml/2006/main">
            <a:off x="437224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334B9CA9-11F9-456A-93D4-99A14661A199}"/>
              </a:ext>
            </a:extLst>
          </p:cNvPr>
          <p:cNvSpPr>
            <a:spLocks xmlns:a="http://schemas.openxmlformats.org/drawingml/2006/main" noGrp="1"/>
          </p:cNvSpPr>
          <p:nvPr/>
        </p:nvSpPr>
        <p:spPr>
          <a:xfrm xmlns:a="http://schemas.openxmlformats.org/drawingml/2006/main">
            <a:off x="445125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44C2BAA0-087B-47AE-B72E-4811A6D61B3E}"/>
              </a:ext>
            </a:extLst>
          </p:cNvPr>
          <p:cNvSpPr>
            <a:spLocks xmlns:a="http://schemas.openxmlformats.org/drawingml/2006/main" noGrp="1"/>
          </p:cNvSpPr>
          <p:nvPr/>
        </p:nvSpPr>
        <p:spPr>
          <a:xfrm xmlns:a="http://schemas.openxmlformats.org/drawingml/2006/main">
            <a:off x="445125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873C3380-8265-4280-8803-E66A3834D63D}"/>
              </a:ext>
            </a:extLst>
          </p:cNvPr>
          <p:cNvSpPr>
            <a:spLocks xmlns:a="http://schemas.openxmlformats.org/drawingml/2006/main" noGrp="1"/>
          </p:cNvSpPr>
          <p:nvPr/>
        </p:nvSpPr>
        <p:spPr>
          <a:xfrm xmlns:a="http://schemas.openxmlformats.org/drawingml/2006/main">
            <a:off x="445125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CE44A8F4-A467-44F4-9279-C9794507849F}"/>
              </a:ext>
            </a:extLst>
          </p:cNvPr>
          <p:cNvSpPr>
            <a:spLocks xmlns:a="http://schemas.openxmlformats.org/drawingml/2006/main" noGrp="1"/>
          </p:cNvSpPr>
          <p:nvPr/>
        </p:nvSpPr>
        <p:spPr>
          <a:xfrm xmlns:a="http://schemas.openxmlformats.org/drawingml/2006/main">
            <a:off x="445125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21D3E245-E86F-4606-B270-8B4846A00245}"/>
              </a:ext>
            </a:extLst>
          </p:cNvPr>
          <p:cNvSpPr>
            <a:spLocks xmlns:a="http://schemas.openxmlformats.org/drawingml/2006/main" noGrp="1"/>
          </p:cNvSpPr>
          <p:nvPr/>
        </p:nvSpPr>
        <p:spPr>
          <a:xfrm xmlns:a="http://schemas.openxmlformats.org/drawingml/2006/main">
            <a:off x="445125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E365308C-9496-424E-A10D-5936C4267D86}"/>
              </a:ext>
            </a:extLst>
          </p:cNvPr>
          <p:cNvSpPr>
            <a:spLocks xmlns:a="http://schemas.openxmlformats.org/drawingml/2006/main" noGrp="1"/>
          </p:cNvSpPr>
          <p:nvPr/>
        </p:nvSpPr>
        <p:spPr>
          <a:xfrm xmlns:a="http://schemas.openxmlformats.org/drawingml/2006/main">
            <a:off x="445125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9CB70C80-378D-4A45-BBC5-69BDF813F654}"/>
              </a:ext>
            </a:extLst>
          </p:cNvPr>
          <p:cNvSpPr>
            <a:spLocks xmlns:a="http://schemas.openxmlformats.org/drawingml/2006/main" noGrp="1"/>
          </p:cNvSpPr>
          <p:nvPr/>
        </p:nvSpPr>
        <p:spPr>
          <a:xfrm xmlns:a="http://schemas.openxmlformats.org/drawingml/2006/main">
            <a:off x="445125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1B426401-DEAD-4750-A66E-9AC262B368AF}"/>
              </a:ext>
            </a:extLst>
          </p:cNvPr>
          <p:cNvSpPr>
            <a:spLocks xmlns:a="http://schemas.openxmlformats.org/drawingml/2006/main" noGrp="1"/>
          </p:cNvSpPr>
          <p:nvPr/>
        </p:nvSpPr>
        <p:spPr>
          <a:xfrm xmlns:a="http://schemas.openxmlformats.org/drawingml/2006/main">
            <a:off x="453025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4A3C9F36-9FD5-4D68-9F30-78382785160D}"/>
              </a:ext>
            </a:extLst>
          </p:cNvPr>
          <p:cNvSpPr>
            <a:spLocks xmlns:a="http://schemas.openxmlformats.org/drawingml/2006/main" noGrp="1"/>
          </p:cNvSpPr>
          <p:nvPr/>
        </p:nvSpPr>
        <p:spPr>
          <a:xfrm xmlns:a="http://schemas.openxmlformats.org/drawingml/2006/main">
            <a:off x="453025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3CEE50B9-1CC0-4144-ADE6-95A349FCCF60}"/>
              </a:ext>
            </a:extLst>
          </p:cNvPr>
          <p:cNvSpPr>
            <a:spLocks xmlns:a="http://schemas.openxmlformats.org/drawingml/2006/main" noGrp="1"/>
          </p:cNvSpPr>
          <p:nvPr/>
        </p:nvSpPr>
        <p:spPr>
          <a:xfrm xmlns:a="http://schemas.openxmlformats.org/drawingml/2006/main">
            <a:off x="453025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A0E67F09-AFFD-4BDB-8C63-A3570105E4D5}"/>
              </a:ext>
            </a:extLst>
          </p:cNvPr>
          <p:cNvSpPr>
            <a:spLocks xmlns:a="http://schemas.openxmlformats.org/drawingml/2006/main" noGrp="1"/>
          </p:cNvSpPr>
          <p:nvPr/>
        </p:nvSpPr>
        <p:spPr>
          <a:xfrm xmlns:a="http://schemas.openxmlformats.org/drawingml/2006/main">
            <a:off x="453025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E660F8F5-BE69-414A-A7DC-EF14415CAF54}"/>
              </a:ext>
            </a:extLst>
          </p:cNvPr>
          <p:cNvSpPr>
            <a:spLocks xmlns:a="http://schemas.openxmlformats.org/drawingml/2006/main" noGrp="1"/>
          </p:cNvSpPr>
          <p:nvPr/>
        </p:nvSpPr>
        <p:spPr>
          <a:xfrm xmlns:a="http://schemas.openxmlformats.org/drawingml/2006/main">
            <a:off x="453025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545F6A8D-5CE5-411C-AD0B-7FAA1232461C}"/>
              </a:ext>
            </a:extLst>
          </p:cNvPr>
          <p:cNvSpPr>
            <a:spLocks xmlns:a="http://schemas.openxmlformats.org/drawingml/2006/main" noGrp="1"/>
          </p:cNvSpPr>
          <p:nvPr/>
        </p:nvSpPr>
        <p:spPr>
          <a:xfrm xmlns:a="http://schemas.openxmlformats.org/drawingml/2006/main">
            <a:off x="460925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9FD4EE1B-C999-407E-AA14-6AD1B436343F}"/>
              </a:ext>
            </a:extLst>
          </p:cNvPr>
          <p:cNvSpPr>
            <a:spLocks xmlns:a="http://schemas.openxmlformats.org/drawingml/2006/main" noGrp="1"/>
          </p:cNvSpPr>
          <p:nvPr/>
        </p:nvSpPr>
        <p:spPr>
          <a:xfrm xmlns:a="http://schemas.openxmlformats.org/drawingml/2006/main">
            <a:off x="460925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976864D4-7DD5-4120-B482-E04F55D4AAC6}"/>
              </a:ext>
            </a:extLst>
          </p:cNvPr>
          <p:cNvSpPr>
            <a:spLocks xmlns:a="http://schemas.openxmlformats.org/drawingml/2006/main" noGrp="1"/>
          </p:cNvSpPr>
          <p:nvPr/>
        </p:nvSpPr>
        <p:spPr>
          <a:xfrm xmlns:a="http://schemas.openxmlformats.org/drawingml/2006/main">
            <a:off x="460925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5ED963F5-E536-4EC8-BF07-9069DA03101B}"/>
              </a:ext>
            </a:extLst>
          </p:cNvPr>
          <p:cNvSpPr>
            <a:spLocks xmlns:a="http://schemas.openxmlformats.org/drawingml/2006/main" noGrp="1"/>
          </p:cNvSpPr>
          <p:nvPr/>
        </p:nvSpPr>
        <p:spPr>
          <a:xfrm xmlns:a="http://schemas.openxmlformats.org/drawingml/2006/main">
            <a:off x="460925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14295B"/>
          </a:solidFill>
          <a:ln xmlns:a="http://schemas.openxmlformats.org/drawingml/2006/main" w="3436">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5B124574-3B73-4F49-972D-2A587E7715C3}"/>
              </a:ext>
            </a:extLst>
          </p:cNvPr>
          <p:cNvSpPr>
            <a:spLocks xmlns:a="http://schemas.openxmlformats.org/drawingml/2006/main" noGrp="1"/>
          </p:cNvSpPr>
          <p:nvPr/>
        </p:nvSpPr>
        <p:spPr>
          <a:xfrm xmlns:a="http://schemas.openxmlformats.org/drawingml/2006/main">
            <a:off x="460925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224889"/>
          </a:solidFill>
          <a:ln xmlns:a="http://schemas.openxmlformats.org/drawingml/2006/main" w="3436">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C03AB5D8-7B3B-4376-A257-C6CEEA2033B3}"/>
              </a:ext>
            </a:extLst>
          </p:cNvPr>
          <p:cNvSpPr>
            <a:spLocks xmlns:a="http://schemas.openxmlformats.org/drawingml/2006/main" noGrp="1"/>
          </p:cNvSpPr>
          <p:nvPr/>
        </p:nvSpPr>
        <p:spPr>
          <a:xfrm xmlns:a="http://schemas.openxmlformats.org/drawingml/2006/main">
            <a:off x="4609256"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32A7F42F-B169-4874-8595-DAAD45ACD4F9}"/>
              </a:ext>
            </a:extLst>
          </p:cNvPr>
          <p:cNvSpPr>
            <a:spLocks xmlns:a="http://schemas.openxmlformats.org/drawingml/2006/main" noGrp="1"/>
          </p:cNvSpPr>
          <p:nvPr/>
        </p:nvSpPr>
        <p:spPr>
          <a:xfrm xmlns:a="http://schemas.openxmlformats.org/drawingml/2006/main">
            <a:off x="468825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32417287-EC2B-4A02-A102-14B79899464F}"/>
              </a:ext>
            </a:extLst>
          </p:cNvPr>
          <p:cNvSpPr>
            <a:spLocks xmlns:a="http://schemas.openxmlformats.org/drawingml/2006/main" noGrp="1"/>
          </p:cNvSpPr>
          <p:nvPr/>
        </p:nvSpPr>
        <p:spPr>
          <a:xfrm xmlns:a="http://schemas.openxmlformats.org/drawingml/2006/main">
            <a:off x="468825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1D3B665A-F3AA-4F3F-B229-A20932F0E90F}"/>
              </a:ext>
            </a:extLst>
          </p:cNvPr>
          <p:cNvSpPr>
            <a:spLocks xmlns:a="http://schemas.openxmlformats.org/drawingml/2006/main" noGrp="1"/>
          </p:cNvSpPr>
          <p:nvPr/>
        </p:nvSpPr>
        <p:spPr>
          <a:xfrm xmlns:a="http://schemas.openxmlformats.org/drawingml/2006/main">
            <a:off x="476726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E1F9083F-025C-4F3E-8AF8-38A59A491A04}"/>
              </a:ext>
            </a:extLst>
          </p:cNvPr>
          <p:cNvSpPr>
            <a:spLocks xmlns:a="http://schemas.openxmlformats.org/drawingml/2006/main" noGrp="1"/>
          </p:cNvSpPr>
          <p:nvPr/>
        </p:nvSpPr>
        <p:spPr>
          <a:xfrm xmlns:a="http://schemas.openxmlformats.org/drawingml/2006/main">
            <a:off x="4608671" y="3372655"/>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7" name="Editable chart path">
            <a:extLst xmlns:a="http://schemas.openxmlformats.org/drawingml/2006/main">
              <a:ext uri="{FF2B5EF4-FFF2-40B4-BE49-F238E27FC236}">
                <a16:creationId xmlns:a16="http://schemas.microsoft.com/office/drawing/2014/main" id="{BD9180DE-C09F-4B8D-84D3-5AA184668E1E}"/>
              </a:ext>
            </a:extLst>
          </p:cNvPr>
          <p:cNvSpPr>
            <a:spLocks xmlns:a="http://schemas.openxmlformats.org/drawingml/2006/main" noGrp="1"/>
          </p:cNvSpPr>
          <p:nvPr/>
        </p:nvSpPr>
        <p:spPr>
          <a:xfrm xmlns:a="http://schemas.openxmlformats.org/drawingml/2006/main">
            <a:off x="4608671" y="3293121"/>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8" name="Editable chart path">
            <a:extLst xmlns:a="http://schemas.openxmlformats.org/drawingml/2006/main">
              <a:ext uri="{FF2B5EF4-FFF2-40B4-BE49-F238E27FC236}">
                <a16:creationId xmlns:a16="http://schemas.microsoft.com/office/drawing/2014/main" id="{A94D0391-1BCA-4185-A3CF-5B4AC8D49288}"/>
              </a:ext>
            </a:extLst>
          </p:cNvPr>
          <p:cNvSpPr>
            <a:spLocks xmlns:a="http://schemas.openxmlformats.org/drawingml/2006/main" noGrp="1"/>
          </p:cNvSpPr>
          <p:nvPr/>
        </p:nvSpPr>
        <p:spPr>
          <a:xfrm xmlns:a="http://schemas.openxmlformats.org/drawingml/2006/main">
            <a:off x="4608671" y="3452190"/>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9" name="Editable chart path">
            <a:extLst xmlns:a="http://schemas.openxmlformats.org/drawingml/2006/main">
              <a:ext uri="{FF2B5EF4-FFF2-40B4-BE49-F238E27FC236}">
                <a16:creationId xmlns:a16="http://schemas.microsoft.com/office/drawing/2014/main" id="{C021FD2E-831B-4999-AB5E-3489892E3C10}"/>
              </a:ext>
            </a:extLst>
          </p:cNvPr>
          <p:cNvSpPr>
            <a:spLocks xmlns:a="http://schemas.openxmlformats.org/drawingml/2006/main" noGrp="1"/>
          </p:cNvSpPr>
          <p:nvPr/>
        </p:nvSpPr>
        <p:spPr>
          <a:xfrm xmlns:a="http://schemas.openxmlformats.org/drawingml/2006/main">
            <a:off x="3423633" y="400893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0" name="Editable chart path">
            <a:extLst xmlns:a="http://schemas.openxmlformats.org/drawingml/2006/main">
              <a:ext uri="{FF2B5EF4-FFF2-40B4-BE49-F238E27FC236}">
                <a16:creationId xmlns:a16="http://schemas.microsoft.com/office/drawing/2014/main" id="{1A67944D-3E9F-4D02-A7E2-85C0804A5393}"/>
              </a:ext>
            </a:extLst>
          </p:cNvPr>
          <p:cNvSpPr>
            <a:spLocks xmlns:a="http://schemas.openxmlformats.org/drawingml/2006/main" noGrp="1"/>
          </p:cNvSpPr>
          <p:nvPr/>
        </p:nvSpPr>
        <p:spPr>
          <a:xfrm xmlns:a="http://schemas.openxmlformats.org/drawingml/2006/main">
            <a:off x="3265628" y="2736379"/>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1" name="Editable chart path">
            <a:extLst xmlns:a="http://schemas.openxmlformats.org/drawingml/2006/main">
              <a:ext uri="{FF2B5EF4-FFF2-40B4-BE49-F238E27FC236}">
                <a16:creationId xmlns:a16="http://schemas.microsoft.com/office/drawing/2014/main" id="{5956AADB-3B92-4BAE-B63C-60D180514943}"/>
              </a:ext>
            </a:extLst>
          </p:cNvPr>
          <p:cNvSpPr>
            <a:spLocks xmlns:a="http://schemas.openxmlformats.org/drawingml/2006/main" noGrp="1"/>
          </p:cNvSpPr>
          <p:nvPr/>
        </p:nvSpPr>
        <p:spPr>
          <a:xfrm xmlns:a="http://schemas.openxmlformats.org/drawingml/2006/main">
            <a:off x="3423633" y="3849863"/>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2" name="Editable chart path">
            <a:extLst xmlns:a="http://schemas.openxmlformats.org/drawingml/2006/main">
              <a:ext uri="{FF2B5EF4-FFF2-40B4-BE49-F238E27FC236}">
                <a16:creationId xmlns:a16="http://schemas.microsoft.com/office/drawing/2014/main" id="{879844EC-64C2-474E-BA27-1F18E6B211CC}"/>
              </a:ext>
            </a:extLst>
          </p:cNvPr>
          <p:cNvSpPr>
            <a:spLocks xmlns:a="http://schemas.openxmlformats.org/drawingml/2006/main" noGrp="1"/>
          </p:cNvSpPr>
          <p:nvPr/>
        </p:nvSpPr>
        <p:spPr>
          <a:xfrm xmlns:a="http://schemas.openxmlformats.org/drawingml/2006/main">
            <a:off x="3423633" y="313405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3" name="Editable chart path">
            <a:extLst xmlns:a="http://schemas.openxmlformats.org/drawingml/2006/main">
              <a:ext uri="{FF2B5EF4-FFF2-40B4-BE49-F238E27FC236}">
                <a16:creationId xmlns:a16="http://schemas.microsoft.com/office/drawing/2014/main" id="{593D1583-01E2-4199-A01E-A4ECB9570E8A}"/>
              </a:ext>
            </a:extLst>
          </p:cNvPr>
          <p:cNvSpPr>
            <a:spLocks xmlns:a="http://schemas.openxmlformats.org/drawingml/2006/main" noGrp="1"/>
          </p:cNvSpPr>
          <p:nvPr/>
        </p:nvSpPr>
        <p:spPr>
          <a:xfrm xmlns:a="http://schemas.openxmlformats.org/drawingml/2006/main">
            <a:off x="3344631" y="400893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4" name="">
            <a:extLst xmlns:a="http://schemas.openxmlformats.org/drawingml/2006/main">
              <a:ext uri="{FF2B5EF4-FFF2-40B4-BE49-F238E27FC236}">
                <a16:creationId xmlns:a16="http://schemas.microsoft.com/office/drawing/2014/main" id="{E0393B74-CF45-4ACE-B00B-64412C62D729}"/>
              </a:ext>
            </a:extLst>
          </p:cNvPr>
          <p:cNvSpPr>
            <a:spLocks xmlns:a="http://schemas.openxmlformats.org/drawingml/2006/main" noGrp="1"/>
          </p:cNvSpPr>
          <p:nvPr/>
        </p:nvSpPr>
        <p:spPr>
          <a:xfrm xmlns:a="http://schemas.openxmlformats.org/drawingml/2006/main">
            <a:off x="4567404" y="333857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5" name="">
            <a:extLst xmlns:a="http://schemas.openxmlformats.org/drawingml/2006/main">
              <a:ext uri="{FF2B5EF4-FFF2-40B4-BE49-F238E27FC236}">
                <a16:creationId xmlns:a16="http://schemas.microsoft.com/office/drawing/2014/main" id="{533B924F-BE63-4F29-89B4-96B4894842EA}"/>
              </a:ext>
            </a:extLst>
          </p:cNvPr>
          <p:cNvSpPr>
            <a:spLocks xmlns:a="http://schemas.openxmlformats.org/drawingml/2006/main" noGrp="1"/>
          </p:cNvSpPr>
          <p:nvPr/>
        </p:nvSpPr>
        <p:spPr>
          <a:xfrm xmlns:a="http://schemas.openxmlformats.org/drawingml/2006/main">
            <a:off x="4567404" y="334810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46" name="">
            <a:extLst xmlns:a="http://schemas.openxmlformats.org/drawingml/2006/main">
              <a:ext uri="{FF2B5EF4-FFF2-40B4-BE49-F238E27FC236}">
                <a16:creationId xmlns:a16="http://schemas.microsoft.com/office/drawing/2014/main" id="{AFCBF52A-8585-454E-A7C5-A9EF2D65BB73}"/>
              </a:ext>
            </a:extLst>
          </p:cNvPr>
          <p:cNvSpPr>
            <a:spLocks xmlns:a="http://schemas.openxmlformats.org/drawingml/2006/main" noGrp="1"/>
          </p:cNvSpPr>
          <p:nvPr/>
        </p:nvSpPr>
        <p:spPr>
          <a:xfrm xmlns:a="http://schemas.openxmlformats.org/drawingml/2006/main">
            <a:off x="4647163" y="3240359"/>
            <a:ext cx="8334" cy="94885"/>
          </a:xfrm>
          <a:prstGeom xmlns:a="http://schemas.openxmlformats.org/drawingml/2006/main" prst="line">
            <a:avLst/>
          </a:prstGeom>
          <a:ln xmlns:a="http://schemas.openxmlformats.org/drawingml/2006/main" w="5715">
            <a:solidFill>
              <a:srgbClr val="14295B"/>
            </a:solidFill>
          </a:ln>
        </p:spPr>
      </p:sp>
      <p:sp>
        <p:nvSpPr>
          <p:cNvPr id="447" name="">
            <a:extLst xmlns:a="http://schemas.openxmlformats.org/drawingml/2006/main">
              <a:ext uri="{FF2B5EF4-FFF2-40B4-BE49-F238E27FC236}">
                <a16:creationId xmlns:a16="http://schemas.microsoft.com/office/drawing/2014/main" id="{632FCDB4-A02D-4A3D-9B7B-567C0114DC3E}"/>
              </a:ext>
            </a:extLst>
          </p:cNvPr>
          <p:cNvSpPr>
            <a:spLocks xmlns:a="http://schemas.openxmlformats.org/drawingml/2006/main" noGrp="1"/>
          </p:cNvSpPr>
          <p:nvPr/>
        </p:nvSpPr>
        <p:spPr>
          <a:xfrm xmlns:a="http://schemas.openxmlformats.org/drawingml/2006/main">
            <a:off x="4579297" y="316415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8" name="">
            <a:extLst xmlns:a="http://schemas.openxmlformats.org/drawingml/2006/main">
              <a:ext uri="{FF2B5EF4-FFF2-40B4-BE49-F238E27FC236}">
                <a16:creationId xmlns:a16="http://schemas.microsoft.com/office/drawing/2014/main" id="{5505DC0D-A7BB-484C-BE97-08AC13907A41}"/>
              </a:ext>
            </a:extLst>
          </p:cNvPr>
          <p:cNvSpPr>
            <a:spLocks xmlns:a="http://schemas.openxmlformats.org/drawingml/2006/main" noGrp="1"/>
          </p:cNvSpPr>
          <p:nvPr/>
        </p:nvSpPr>
        <p:spPr>
          <a:xfrm xmlns:a="http://schemas.openxmlformats.org/drawingml/2006/main">
            <a:off x="4579297" y="317368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49" name="">
            <a:extLst xmlns:a="http://schemas.openxmlformats.org/drawingml/2006/main">
              <a:ext uri="{FF2B5EF4-FFF2-40B4-BE49-F238E27FC236}">
                <a16:creationId xmlns:a16="http://schemas.microsoft.com/office/drawing/2014/main" id="{50E62B64-6DC6-41D9-AE2A-CBB75D6EF023}"/>
              </a:ext>
            </a:extLst>
          </p:cNvPr>
          <p:cNvSpPr>
            <a:spLocks xmlns:a="http://schemas.openxmlformats.org/drawingml/2006/main" noGrp="1"/>
          </p:cNvSpPr>
          <p:nvPr/>
        </p:nvSpPr>
        <p:spPr>
          <a:xfrm xmlns:a="http://schemas.openxmlformats.org/drawingml/2006/main">
            <a:off x="4647574" y="3494312"/>
            <a:ext cx="57945" cy="75597"/>
          </a:xfrm>
          <a:prstGeom xmlns:a="http://schemas.openxmlformats.org/drawingml/2006/main" prst="line">
            <a:avLst/>
          </a:prstGeom>
          <a:ln xmlns:a="http://schemas.openxmlformats.org/drawingml/2006/main" w="5715">
            <a:solidFill>
              <a:srgbClr val="14295B"/>
            </a:solidFill>
          </a:ln>
        </p:spPr>
      </p:sp>
      <p:sp>
        <p:nvSpPr>
          <p:cNvPr id="450" name="">
            <a:extLst xmlns:a="http://schemas.openxmlformats.org/drawingml/2006/main">
              <a:ext uri="{FF2B5EF4-FFF2-40B4-BE49-F238E27FC236}">
                <a16:creationId xmlns:a16="http://schemas.microsoft.com/office/drawing/2014/main" id="{3069DA5E-42AA-4B75-BDB4-C2D23A5D5649}"/>
              </a:ext>
            </a:extLst>
          </p:cNvPr>
          <p:cNvSpPr>
            <a:spLocks xmlns:a="http://schemas.openxmlformats.org/drawingml/2006/main" noGrp="1"/>
          </p:cNvSpPr>
          <p:nvPr/>
        </p:nvSpPr>
        <p:spPr>
          <a:xfrm xmlns:a="http://schemas.openxmlformats.org/drawingml/2006/main">
            <a:off x="4629319" y="349370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1" name="">
            <a:extLst xmlns:a="http://schemas.openxmlformats.org/drawingml/2006/main">
              <a:ext uri="{FF2B5EF4-FFF2-40B4-BE49-F238E27FC236}">
                <a16:creationId xmlns:a16="http://schemas.microsoft.com/office/drawing/2014/main" id="{1A01D1E6-3D3E-4A23-87F2-3B459D5840EC}"/>
              </a:ext>
            </a:extLst>
          </p:cNvPr>
          <p:cNvSpPr>
            <a:spLocks xmlns:a="http://schemas.openxmlformats.org/drawingml/2006/main" noGrp="1"/>
          </p:cNvSpPr>
          <p:nvPr/>
        </p:nvSpPr>
        <p:spPr>
          <a:xfrm xmlns:a="http://schemas.openxmlformats.org/drawingml/2006/main">
            <a:off x="4629319" y="350323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2" name="">
            <a:extLst xmlns:a="http://schemas.openxmlformats.org/drawingml/2006/main">
              <a:ext uri="{FF2B5EF4-FFF2-40B4-BE49-F238E27FC236}">
                <a16:creationId xmlns:a16="http://schemas.microsoft.com/office/drawing/2014/main" id="{B1E7A9FC-665D-43D3-861D-F9BDFAC2B0A5}"/>
              </a:ext>
            </a:extLst>
          </p:cNvPr>
          <p:cNvSpPr>
            <a:spLocks xmlns:a="http://schemas.openxmlformats.org/drawingml/2006/main" noGrp="1"/>
          </p:cNvSpPr>
          <p:nvPr/>
        </p:nvSpPr>
        <p:spPr>
          <a:xfrm xmlns:a="http://schemas.openxmlformats.org/drawingml/2006/main">
            <a:off x="3386465" y="397485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3" name="">
            <a:extLst xmlns:a="http://schemas.openxmlformats.org/drawingml/2006/main">
              <a:ext uri="{FF2B5EF4-FFF2-40B4-BE49-F238E27FC236}">
                <a16:creationId xmlns:a16="http://schemas.microsoft.com/office/drawing/2014/main" id="{EF1B3698-E52B-47A8-9274-FD16D93F9C34}"/>
              </a:ext>
            </a:extLst>
          </p:cNvPr>
          <p:cNvSpPr>
            <a:spLocks xmlns:a="http://schemas.openxmlformats.org/drawingml/2006/main" noGrp="1"/>
          </p:cNvSpPr>
          <p:nvPr/>
        </p:nvSpPr>
        <p:spPr>
          <a:xfrm xmlns:a="http://schemas.openxmlformats.org/drawingml/2006/main">
            <a:off x="3386465" y="398437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4" name="">
            <a:extLst xmlns:a="http://schemas.openxmlformats.org/drawingml/2006/main">
              <a:ext uri="{FF2B5EF4-FFF2-40B4-BE49-F238E27FC236}">
                <a16:creationId xmlns:a16="http://schemas.microsoft.com/office/drawing/2014/main" id="{F5DF78F7-6120-4B61-B656-DFF1C4E49038}"/>
              </a:ext>
            </a:extLst>
          </p:cNvPr>
          <p:cNvSpPr>
            <a:spLocks xmlns:a="http://schemas.openxmlformats.org/drawingml/2006/main" noGrp="1"/>
          </p:cNvSpPr>
          <p:nvPr/>
        </p:nvSpPr>
        <p:spPr>
          <a:xfrm xmlns:a="http://schemas.openxmlformats.org/drawingml/2006/main">
            <a:off x="3228307" y="270230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5" name="">
            <a:extLst xmlns:a="http://schemas.openxmlformats.org/drawingml/2006/main">
              <a:ext uri="{FF2B5EF4-FFF2-40B4-BE49-F238E27FC236}">
                <a16:creationId xmlns:a16="http://schemas.microsoft.com/office/drawing/2014/main" id="{DE64EFF1-9C76-469E-B882-AA35F015E726}"/>
              </a:ext>
            </a:extLst>
          </p:cNvPr>
          <p:cNvSpPr>
            <a:spLocks xmlns:a="http://schemas.openxmlformats.org/drawingml/2006/main" noGrp="1"/>
          </p:cNvSpPr>
          <p:nvPr/>
        </p:nvSpPr>
        <p:spPr>
          <a:xfrm xmlns:a="http://schemas.openxmlformats.org/drawingml/2006/main">
            <a:off x="3228307" y="271182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6" name="">
            <a:extLst xmlns:a="http://schemas.openxmlformats.org/drawingml/2006/main">
              <a:ext uri="{FF2B5EF4-FFF2-40B4-BE49-F238E27FC236}">
                <a16:creationId xmlns:a16="http://schemas.microsoft.com/office/drawing/2014/main" id="{0C1DE8C4-6F78-4B4D-B984-5A77D0EC850F}"/>
              </a:ext>
            </a:extLst>
          </p:cNvPr>
          <p:cNvSpPr>
            <a:spLocks xmlns:a="http://schemas.openxmlformats.org/drawingml/2006/main" noGrp="1"/>
          </p:cNvSpPr>
          <p:nvPr/>
        </p:nvSpPr>
        <p:spPr>
          <a:xfrm xmlns:a="http://schemas.openxmlformats.org/drawingml/2006/main">
            <a:off x="3462770" y="3891985"/>
            <a:ext cx="95250" cy="953"/>
          </a:xfrm>
          <a:prstGeom xmlns:a="http://schemas.openxmlformats.org/drawingml/2006/main" prst="line">
            <a:avLst/>
          </a:prstGeom>
          <a:ln xmlns:a="http://schemas.openxmlformats.org/drawingml/2006/main" w="5715">
            <a:solidFill>
              <a:srgbClr val="14295B"/>
            </a:solidFill>
          </a:ln>
        </p:spPr>
      </p:sp>
      <p:sp>
        <p:nvSpPr>
          <p:cNvPr id="457" name="">
            <a:extLst xmlns:a="http://schemas.openxmlformats.org/drawingml/2006/main">
              <a:ext uri="{FF2B5EF4-FFF2-40B4-BE49-F238E27FC236}">
                <a16:creationId xmlns:a16="http://schemas.microsoft.com/office/drawing/2014/main" id="{C24CD4A2-E625-4A17-B9BC-DD05F8F6F462}"/>
              </a:ext>
            </a:extLst>
          </p:cNvPr>
          <p:cNvSpPr>
            <a:spLocks xmlns:a="http://schemas.openxmlformats.org/drawingml/2006/main" noGrp="1"/>
          </p:cNvSpPr>
          <p:nvPr/>
        </p:nvSpPr>
        <p:spPr>
          <a:xfrm xmlns:a="http://schemas.openxmlformats.org/drawingml/2006/main">
            <a:off x="3481820" y="3815785"/>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8" name="">
            <a:extLst xmlns:a="http://schemas.openxmlformats.org/drawingml/2006/main">
              <a:ext uri="{FF2B5EF4-FFF2-40B4-BE49-F238E27FC236}">
                <a16:creationId xmlns:a16="http://schemas.microsoft.com/office/drawing/2014/main" id="{88C1DB36-5EB9-4499-8C6E-2B5E8F3250A0}"/>
              </a:ext>
            </a:extLst>
          </p:cNvPr>
          <p:cNvSpPr>
            <a:spLocks xmlns:a="http://schemas.openxmlformats.org/drawingml/2006/main" noGrp="1"/>
          </p:cNvSpPr>
          <p:nvPr/>
        </p:nvSpPr>
        <p:spPr>
          <a:xfrm xmlns:a="http://schemas.openxmlformats.org/drawingml/2006/main">
            <a:off x="3481820" y="3825310"/>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59" name="">
            <a:extLst xmlns:a="http://schemas.openxmlformats.org/drawingml/2006/main">
              <a:ext uri="{FF2B5EF4-FFF2-40B4-BE49-F238E27FC236}">
                <a16:creationId xmlns:a16="http://schemas.microsoft.com/office/drawing/2014/main" id="{C534B801-0DD7-4512-BE3D-ACB0CE268FA5}"/>
              </a:ext>
            </a:extLst>
          </p:cNvPr>
          <p:cNvSpPr>
            <a:spLocks xmlns:a="http://schemas.openxmlformats.org/drawingml/2006/main" noGrp="1"/>
          </p:cNvSpPr>
          <p:nvPr/>
        </p:nvSpPr>
        <p:spPr>
          <a:xfrm xmlns:a="http://schemas.openxmlformats.org/drawingml/2006/main">
            <a:off x="3386312" y="309997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0" name="">
            <a:extLst xmlns:a="http://schemas.openxmlformats.org/drawingml/2006/main">
              <a:ext uri="{FF2B5EF4-FFF2-40B4-BE49-F238E27FC236}">
                <a16:creationId xmlns:a16="http://schemas.microsoft.com/office/drawing/2014/main" id="{A9F7D75F-991E-4CA8-A482-C881D7A7C808}"/>
              </a:ext>
            </a:extLst>
          </p:cNvPr>
          <p:cNvSpPr>
            <a:spLocks xmlns:a="http://schemas.openxmlformats.org/drawingml/2006/main" noGrp="1"/>
          </p:cNvSpPr>
          <p:nvPr/>
        </p:nvSpPr>
        <p:spPr>
          <a:xfrm xmlns:a="http://schemas.openxmlformats.org/drawingml/2006/main">
            <a:off x="3386312" y="310949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61" name="">
            <a:extLst xmlns:a="http://schemas.openxmlformats.org/drawingml/2006/main">
              <a:ext uri="{FF2B5EF4-FFF2-40B4-BE49-F238E27FC236}">
                <a16:creationId xmlns:a16="http://schemas.microsoft.com/office/drawing/2014/main" id="{0D15987E-ECDE-4553-A6B0-A7A353F29944}"/>
              </a:ext>
            </a:extLst>
          </p:cNvPr>
          <p:cNvSpPr>
            <a:spLocks xmlns:a="http://schemas.openxmlformats.org/drawingml/2006/main" noGrp="1"/>
          </p:cNvSpPr>
          <p:nvPr/>
        </p:nvSpPr>
        <p:spPr>
          <a:xfrm xmlns:a="http://schemas.openxmlformats.org/drawingml/2006/main">
            <a:off x="3313450" y="4051054"/>
            <a:ext cx="70237" cy="64338"/>
          </a:xfrm>
          <a:prstGeom xmlns:a="http://schemas.openxmlformats.org/drawingml/2006/main" prst="line">
            <a:avLst/>
          </a:prstGeom>
          <a:ln xmlns:a="http://schemas.openxmlformats.org/drawingml/2006/main" w="5715">
            <a:solidFill>
              <a:srgbClr val="14295B"/>
            </a:solidFill>
          </a:ln>
        </p:spPr>
      </p:sp>
      <p:sp>
        <p:nvSpPr>
          <p:cNvPr id="462" name="">
            <a:extLst xmlns:a="http://schemas.openxmlformats.org/drawingml/2006/main">
              <a:ext uri="{FF2B5EF4-FFF2-40B4-BE49-F238E27FC236}">
                <a16:creationId xmlns:a16="http://schemas.microsoft.com/office/drawing/2014/main" id="{0EA72C05-9B01-4E68-8DCE-587400348C28}"/>
              </a:ext>
            </a:extLst>
          </p:cNvPr>
          <p:cNvSpPr>
            <a:spLocks xmlns:a="http://schemas.openxmlformats.org/drawingml/2006/main" noGrp="1"/>
          </p:cNvSpPr>
          <p:nvPr/>
        </p:nvSpPr>
        <p:spPr>
          <a:xfrm xmlns:a="http://schemas.openxmlformats.org/drawingml/2006/main">
            <a:off x="3237250" y="403919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3" name="">
            <a:extLst xmlns:a="http://schemas.openxmlformats.org/drawingml/2006/main">
              <a:ext uri="{FF2B5EF4-FFF2-40B4-BE49-F238E27FC236}">
                <a16:creationId xmlns:a16="http://schemas.microsoft.com/office/drawing/2014/main" id="{B07F2DD8-8BF6-46E9-8965-731832006B61}"/>
              </a:ext>
            </a:extLst>
          </p:cNvPr>
          <p:cNvSpPr>
            <a:spLocks xmlns:a="http://schemas.openxmlformats.org/drawingml/2006/main" noGrp="1"/>
          </p:cNvSpPr>
          <p:nvPr/>
        </p:nvSpPr>
        <p:spPr>
          <a:xfrm xmlns:a="http://schemas.openxmlformats.org/drawingml/2006/main">
            <a:off x="3237250" y="404871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4" name="">
            <a:extLst xmlns:a="http://schemas.openxmlformats.org/drawingml/2006/main">
              <a:ext uri="{FF2B5EF4-FFF2-40B4-BE49-F238E27FC236}">
                <a16:creationId xmlns:a16="http://schemas.microsoft.com/office/drawing/2014/main" id="{2498DC07-7D3B-4395-90CB-C6186123C33B}"/>
              </a:ext>
            </a:extLst>
          </p:cNvPr>
          <p:cNvSpPr>
            <a:spLocks xmlns:a="http://schemas.openxmlformats.org/drawingml/2006/main" noGrp="1"/>
          </p:cNvSpPr>
          <p:nvPr/>
        </p:nvSpPr>
        <p:spPr>
          <a:xfrm xmlns:a="http://schemas.openxmlformats.org/drawingml/2006/main">
            <a:off x="6153150" y="23812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5" name="">
            <a:extLst xmlns:a="http://schemas.openxmlformats.org/drawingml/2006/main">
              <a:ext uri="{FF2B5EF4-FFF2-40B4-BE49-F238E27FC236}">
                <a16:creationId xmlns:a16="http://schemas.microsoft.com/office/drawing/2014/main" id="{F108553B-B0D5-4989-807D-0E33DCD9D8B6}"/>
              </a:ext>
            </a:extLst>
          </p:cNvPr>
          <p:cNvSpPr>
            <a:spLocks xmlns:a="http://schemas.openxmlformats.org/drawingml/2006/main" noGrp="1"/>
          </p:cNvSpPr>
          <p:nvPr/>
        </p:nvSpPr>
        <p:spPr>
          <a:xfrm xmlns:a="http://schemas.openxmlformats.org/drawingml/2006/main">
            <a:off x="6153150" y="23907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66" name="">
            <a:extLst xmlns:a="http://schemas.openxmlformats.org/drawingml/2006/main">
              <a:ext uri="{FF2B5EF4-FFF2-40B4-BE49-F238E27FC236}">
                <a16:creationId xmlns:a16="http://schemas.microsoft.com/office/drawing/2014/main" id="{9E6FEE80-1502-4C70-8968-0F3839F3542F}"/>
              </a:ext>
            </a:extLst>
          </p:cNvPr>
          <p:cNvSpPr>
            <a:spLocks xmlns:a="http://schemas.openxmlformats.org/drawingml/2006/main" noGrp="1"/>
          </p:cNvSpPr>
          <p:nvPr/>
        </p:nvSpPr>
        <p:spPr>
          <a:xfrm xmlns:a="http://schemas.openxmlformats.org/drawingml/2006/main">
            <a:off x="6457950" y="23812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67" name="">
            <a:extLst xmlns:a="http://schemas.openxmlformats.org/drawingml/2006/main">
              <a:ext uri="{FF2B5EF4-FFF2-40B4-BE49-F238E27FC236}">
                <a16:creationId xmlns:a16="http://schemas.microsoft.com/office/drawing/2014/main" id="{638140ED-315D-4D43-83F1-E5F58EF1A794}"/>
              </a:ext>
            </a:extLst>
          </p:cNvPr>
          <p:cNvSpPr>
            <a:spLocks xmlns:a="http://schemas.openxmlformats.org/drawingml/2006/main" noGrp="1"/>
          </p:cNvSpPr>
          <p:nvPr/>
        </p:nvSpPr>
        <p:spPr>
          <a:xfrm xmlns:a="http://schemas.openxmlformats.org/drawingml/2006/main">
            <a:off x="6153150" y="26574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8" name="">
            <a:extLst xmlns:a="http://schemas.openxmlformats.org/drawingml/2006/main">
              <a:ext uri="{FF2B5EF4-FFF2-40B4-BE49-F238E27FC236}">
                <a16:creationId xmlns:a16="http://schemas.microsoft.com/office/drawing/2014/main" id="{1C9D1101-0C7B-4476-B7F3-A2D2EEA794E9}"/>
              </a:ext>
            </a:extLst>
          </p:cNvPr>
          <p:cNvSpPr>
            <a:spLocks xmlns:a="http://schemas.openxmlformats.org/drawingml/2006/main" noGrp="1"/>
          </p:cNvSpPr>
          <p:nvPr/>
        </p:nvSpPr>
        <p:spPr>
          <a:xfrm xmlns:a="http://schemas.openxmlformats.org/drawingml/2006/main">
            <a:off x="6153150" y="26670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69" name="">
            <a:extLst xmlns:a="http://schemas.openxmlformats.org/drawingml/2006/main">
              <a:ext uri="{FF2B5EF4-FFF2-40B4-BE49-F238E27FC236}">
                <a16:creationId xmlns:a16="http://schemas.microsoft.com/office/drawing/2014/main" id="{54B30672-8CAB-4B44-A0AC-3F4FD1D12B41}"/>
              </a:ext>
            </a:extLst>
          </p:cNvPr>
          <p:cNvSpPr>
            <a:spLocks xmlns:a="http://schemas.openxmlformats.org/drawingml/2006/main" noGrp="1"/>
          </p:cNvSpPr>
          <p:nvPr/>
        </p:nvSpPr>
        <p:spPr>
          <a:xfrm xmlns:a="http://schemas.openxmlformats.org/drawingml/2006/main">
            <a:off x="6457950" y="26574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70" name="">
            <a:extLst xmlns:a="http://schemas.openxmlformats.org/drawingml/2006/main">
              <a:ext uri="{FF2B5EF4-FFF2-40B4-BE49-F238E27FC236}">
                <a16:creationId xmlns:a16="http://schemas.microsoft.com/office/drawing/2014/main" id="{C4F47E9E-33EF-4755-A345-FFB2D6D369B2}"/>
              </a:ext>
            </a:extLst>
          </p:cNvPr>
          <p:cNvSpPr>
            <a:spLocks xmlns:a="http://schemas.openxmlformats.org/drawingml/2006/main" noGrp="1"/>
          </p:cNvSpPr>
          <p:nvPr/>
        </p:nvSpPr>
        <p:spPr>
          <a:xfrm xmlns:a="http://schemas.openxmlformats.org/drawingml/2006/main">
            <a:off x="6153150" y="29337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1" name="">
            <a:extLst xmlns:a="http://schemas.openxmlformats.org/drawingml/2006/main">
              <a:ext uri="{FF2B5EF4-FFF2-40B4-BE49-F238E27FC236}">
                <a16:creationId xmlns:a16="http://schemas.microsoft.com/office/drawing/2014/main" id="{130902D3-6803-4009-B5BD-71842DFE23EB}"/>
              </a:ext>
            </a:extLst>
          </p:cNvPr>
          <p:cNvSpPr>
            <a:spLocks xmlns:a="http://schemas.openxmlformats.org/drawingml/2006/main" noGrp="1"/>
          </p:cNvSpPr>
          <p:nvPr/>
        </p:nvSpPr>
        <p:spPr>
          <a:xfrm xmlns:a="http://schemas.openxmlformats.org/drawingml/2006/main">
            <a:off x="6153150" y="29432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72" name="">
            <a:extLst xmlns:a="http://schemas.openxmlformats.org/drawingml/2006/main">
              <a:ext uri="{FF2B5EF4-FFF2-40B4-BE49-F238E27FC236}">
                <a16:creationId xmlns:a16="http://schemas.microsoft.com/office/drawing/2014/main" id="{C748ACE7-BE18-45B6-89F8-1D21C4DA889F}"/>
              </a:ext>
            </a:extLst>
          </p:cNvPr>
          <p:cNvSpPr>
            <a:spLocks xmlns:a="http://schemas.openxmlformats.org/drawingml/2006/main" noGrp="1"/>
          </p:cNvSpPr>
          <p:nvPr/>
        </p:nvSpPr>
        <p:spPr>
          <a:xfrm xmlns:a="http://schemas.openxmlformats.org/drawingml/2006/main">
            <a:off x="6457950" y="29337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a:t>
            </a:r>
          </a:p>
        </p:txBody>
      </p:sp>
      <p:sp>
        <p:nvSpPr>
          <p:cNvPr id="473" name="">
            <a:extLst xmlns:a="http://schemas.openxmlformats.org/drawingml/2006/main">
              <a:ext uri="{FF2B5EF4-FFF2-40B4-BE49-F238E27FC236}">
                <a16:creationId xmlns:a16="http://schemas.microsoft.com/office/drawing/2014/main" id="{C9A912A1-5626-497E-AAA4-43F59ECD862A}"/>
              </a:ext>
            </a:extLst>
          </p:cNvPr>
          <p:cNvSpPr>
            <a:spLocks xmlns:a="http://schemas.openxmlformats.org/drawingml/2006/main" noGrp="1"/>
          </p:cNvSpPr>
          <p:nvPr/>
        </p:nvSpPr>
        <p:spPr>
          <a:xfrm xmlns:a="http://schemas.openxmlformats.org/drawingml/2006/main">
            <a:off x="6153150" y="32099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4" name="">
            <a:extLst xmlns:a="http://schemas.openxmlformats.org/drawingml/2006/main">
              <a:ext uri="{FF2B5EF4-FFF2-40B4-BE49-F238E27FC236}">
                <a16:creationId xmlns:a16="http://schemas.microsoft.com/office/drawing/2014/main" id="{40623232-2A02-4AD5-B25E-3FADBEEDE508}"/>
              </a:ext>
            </a:extLst>
          </p:cNvPr>
          <p:cNvSpPr>
            <a:spLocks xmlns:a="http://schemas.openxmlformats.org/drawingml/2006/main" noGrp="1"/>
          </p:cNvSpPr>
          <p:nvPr/>
        </p:nvSpPr>
        <p:spPr>
          <a:xfrm xmlns:a="http://schemas.openxmlformats.org/drawingml/2006/main">
            <a:off x="6153150" y="32194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75" name="">
            <a:extLst xmlns:a="http://schemas.openxmlformats.org/drawingml/2006/main">
              <a:ext uri="{FF2B5EF4-FFF2-40B4-BE49-F238E27FC236}">
                <a16:creationId xmlns:a16="http://schemas.microsoft.com/office/drawing/2014/main" id="{24195430-72C1-4078-B858-2035CBE4870B}"/>
              </a:ext>
            </a:extLst>
          </p:cNvPr>
          <p:cNvSpPr>
            <a:spLocks xmlns:a="http://schemas.openxmlformats.org/drawingml/2006/main" noGrp="1"/>
          </p:cNvSpPr>
          <p:nvPr/>
        </p:nvSpPr>
        <p:spPr>
          <a:xfrm xmlns:a="http://schemas.openxmlformats.org/drawingml/2006/main">
            <a:off x="6457950" y="32099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Raffles Place (Lau Pa Sat Singapore)</a:t>
            </a:r>
          </a:p>
        </p:txBody>
      </p:sp>
      <p:sp>
        <p:nvSpPr>
          <p:cNvPr id="476" name="">
            <a:extLst xmlns:a="http://schemas.openxmlformats.org/drawingml/2006/main">
              <a:ext uri="{FF2B5EF4-FFF2-40B4-BE49-F238E27FC236}">
                <a16:creationId xmlns:a16="http://schemas.microsoft.com/office/drawing/2014/main" id="{BB74081A-6848-4AD6-B644-D0599644EBFB}"/>
              </a:ext>
            </a:extLst>
          </p:cNvPr>
          <p:cNvSpPr>
            <a:spLocks xmlns:a="http://schemas.openxmlformats.org/drawingml/2006/main" noGrp="1"/>
          </p:cNvSpPr>
          <p:nvPr/>
        </p:nvSpPr>
        <p:spPr>
          <a:xfrm xmlns:a="http://schemas.openxmlformats.org/drawingml/2006/main">
            <a:off x="6153150" y="34861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7" name="">
            <a:extLst xmlns:a="http://schemas.openxmlformats.org/drawingml/2006/main">
              <a:ext uri="{FF2B5EF4-FFF2-40B4-BE49-F238E27FC236}">
                <a16:creationId xmlns:a16="http://schemas.microsoft.com/office/drawing/2014/main" id="{0ACA1875-0E38-406A-8C04-CAD5806FD235}"/>
              </a:ext>
            </a:extLst>
          </p:cNvPr>
          <p:cNvSpPr>
            <a:spLocks xmlns:a="http://schemas.openxmlformats.org/drawingml/2006/main" noGrp="1"/>
          </p:cNvSpPr>
          <p:nvPr/>
        </p:nvSpPr>
        <p:spPr>
          <a:xfrm xmlns:a="http://schemas.openxmlformats.org/drawingml/2006/main">
            <a:off x="6153150" y="34956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78" name="">
            <a:extLst xmlns:a="http://schemas.openxmlformats.org/drawingml/2006/main">
              <a:ext uri="{FF2B5EF4-FFF2-40B4-BE49-F238E27FC236}">
                <a16:creationId xmlns:a16="http://schemas.microsoft.com/office/drawing/2014/main" id="{402DF0CA-8C70-49F8-9899-09A5CD3DDB60}"/>
              </a:ext>
            </a:extLst>
          </p:cNvPr>
          <p:cNvSpPr>
            <a:spLocks xmlns:a="http://schemas.openxmlformats.org/drawingml/2006/main" noGrp="1"/>
          </p:cNvSpPr>
          <p:nvPr/>
        </p:nvSpPr>
        <p:spPr>
          <a:xfrm xmlns:a="http://schemas.openxmlformats.org/drawingml/2006/main">
            <a:off x="6457950" y="34861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Yishun West (Northpoint City)</a:t>
            </a:r>
          </a:p>
        </p:txBody>
      </p:sp>
      <p:sp>
        <p:nvSpPr>
          <p:cNvPr id="479" name="">
            <a:extLst xmlns:a="http://schemas.openxmlformats.org/drawingml/2006/main">
              <a:ext uri="{FF2B5EF4-FFF2-40B4-BE49-F238E27FC236}">
                <a16:creationId xmlns:a16="http://schemas.microsoft.com/office/drawing/2014/main" id="{1EB76AB3-8887-49EE-A53D-EC349209CFB8}"/>
              </a:ext>
            </a:extLst>
          </p:cNvPr>
          <p:cNvSpPr>
            <a:spLocks xmlns:a="http://schemas.openxmlformats.org/drawingml/2006/main" noGrp="1"/>
          </p:cNvSpPr>
          <p:nvPr/>
        </p:nvSpPr>
        <p:spPr>
          <a:xfrm xmlns:a="http://schemas.openxmlformats.org/drawingml/2006/main">
            <a:off x="6153150" y="37623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0" name="">
            <a:extLst xmlns:a="http://schemas.openxmlformats.org/drawingml/2006/main">
              <a:ext uri="{FF2B5EF4-FFF2-40B4-BE49-F238E27FC236}">
                <a16:creationId xmlns:a16="http://schemas.microsoft.com/office/drawing/2014/main" id="{525F10B8-EF0A-4223-B2C5-D93D7BD73124}"/>
              </a:ext>
            </a:extLst>
          </p:cNvPr>
          <p:cNvSpPr>
            <a:spLocks xmlns:a="http://schemas.openxmlformats.org/drawingml/2006/main" noGrp="1"/>
          </p:cNvSpPr>
          <p:nvPr/>
        </p:nvSpPr>
        <p:spPr>
          <a:xfrm xmlns:a="http://schemas.openxmlformats.org/drawingml/2006/main">
            <a:off x="6153150" y="37719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81" name="">
            <a:extLst xmlns:a="http://schemas.openxmlformats.org/drawingml/2006/main">
              <a:ext uri="{FF2B5EF4-FFF2-40B4-BE49-F238E27FC236}">
                <a16:creationId xmlns:a16="http://schemas.microsoft.com/office/drawing/2014/main" id="{84ACBD28-BDB5-47A4-88A3-19E1C8CAF696}"/>
              </a:ext>
            </a:extLst>
          </p:cNvPr>
          <p:cNvSpPr>
            <a:spLocks xmlns:a="http://schemas.openxmlformats.org/drawingml/2006/main" noGrp="1"/>
          </p:cNvSpPr>
          <p:nvPr/>
        </p:nvSpPr>
        <p:spPr>
          <a:xfrm xmlns:a="http://schemas.openxmlformats.org/drawingml/2006/main">
            <a:off x="6457950" y="37623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Victoria (Maghain Aboth Synagogue)</a:t>
            </a:r>
          </a:p>
        </p:txBody>
      </p:sp>
      <p:sp>
        <p:nvSpPr>
          <p:cNvPr id="482" name="">
            <a:extLst xmlns:a="http://schemas.openxmlformats.org/drawingml/2006/main">
              <a:ext uri="{FF2B5EF4-FFF2-40B4-BE49-F238E27FC236}">
                <a16:creationId xmlns:a16="http://schemas.microsoft.com/office/drawing/2014/main" id="{BC8DFE79-6A74-479A-8B53-97C19AFEB8EB}"/>
              </a:ext>
            </a:extLst>
          </p:cNvPr>
          <p:cNvSpPr>
            <a:spLocks xmlns:a="http://schemas.openxmlformats.org/drawingml/2006/main" noGrp="1"/>
          </p:cNvSpPr>
          <p:nvPr/>
        </p:nvSpPr>
        <p:spPr>
          <a:xfrm xmlns:a="http://schemas.openxmlformats.org/drawingml/2006/main">
            <a:off x="6153150" y="40386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3" name="">
            <a:extLst xmlns:a="http://schemas.openxmlformats.org/drawingml/2006/main">
              <a:ext uri="{FF2B5EF4-FFF2-40B4-BE49-F238E27FC236}">
                <a16:creationId xmlns:a16="http://schemas.microsoft.com/office/drawing/2014/main" id="{72A3DAA8-834F-47D1-A6C8-906670724522}"/>
              </a:ext>
            </a:extLst>
          </p:cNvPr>
          <p:cNvSpPr>
            <a:spLocks xmlns:a="http://schemas.openxmlformats.org/drawingml/2006/main" noGrp="1"/>
          </p:cNvSpPr>
          <p:nvPr/>
        </p:nvSpPr>
        <p:spPr>
          <a:xfrm xmlns:a="http://schemas.openxmlformats.org/drawingml/2006/main">
            <a:off x="6153150" y="40481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84" name="">
            <a:extLst xmlns:a="http://schemas.openxmlformats.org/drawingml/2006/main">
              <a:ext uri="{FF2B5EF4-FFF2-40B4-BE49-F238E27FC236}">
                <a16:creationId xmlns:a16="http://schemas.microsoft.com/office/drawing/2014/main" id="{3F783483-8022-40B5-9CF4-54CF94427D2F}"/>
              </a:ext>
            </a:extLst>
          </p:cNvPr>
          <p:cNvSpPr>
            <a:spLocks xmlns:a="http://schemas.openxmlformats.org/drawingml/2006/main" noGrp="1"/>
          </p:cNvSpPr>
          <p:nvPr/>
        </p:nvSpPr>
        <p:spPr>
          <a:xfrm xmlns:a="http://schemas.openxmlformats.org/drawingml/2006/main">
            <a:off x="6457950" y="40386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Yio Chu Kang East (Nanyang Polytechnic)</a:t>
            </a:r>
          </a:p>
        </p:txBody>
      </p:sp>
      <p:sp>
        <p:nvSpPr>
          <p:cNvPr id="485" name="">
            <a:extLst xmlns:a="http://schemas.openxmlformats.org/drawingml/2006/main">
              <a:ext uri="{FF2B5EF4-FFF2-40B4-BE49-F238E27FC236}">
                <a16:creationId xmlns:a16="http://schemas.microsoft.com/office/drawing/2014/main" id="{1C297DFD-4A45-459F-9DFF-81AED091CB3E}"/>
              </a:ext>
            </a:extLst>
          </p:cNvPr>
          <p:cNvSpPr>
            <a:spLocks xmlns:a="http://schemas.openxmlformats.org/drawingml/2006/main" noGrp="1"/>
          </p:cNvSpPr>
          <p:nvPr/>
        </p:nvSpPr>
        <p:spPr>
          <a:xfrm xmlns:a="http://schemas.openxmlformats.org/drawingml/2006/main">
            <a:off x="6153150" y="43148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6" name="">
            <a:extLst xmlns:a="http://schemas.openxmlformats.org/drawingml/2006/main">
              <a:ext uri="{FF2B5EF4-FFF2-40B4-BE49-F238E27FC236}">
                <a16:creationId xmlns:a16="http://schemas.microsoft.com/office/drawing/2014/main" id="{633E2034-0DAE-4B30-BDDC-87EF8163CC6C}"/>
              </a:ext>
            </a:extLst>
          </p:cNvPr>
          <p:cNvSpPr>
            <a:spLocks xmlns:a="http://schemas.openxmlformats.org/drawingml/2006/main" noGrp="1"/>
          </p:cNvSpPr>
          <p:nvPr/>
        </p:nvSpPr>
        <p:spPr>
          <a:xfrm xmlns:a="http://schemas.openxmlformats.org/drawingml/2006/main">
            <a:off x="6153150" y="43243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87" name="">
            <a:extLst xmlns:a="http://schemas.openxmlformats.org/drawingml/2006/main">
              <a:ext uri="{FF2B5EF4-FFF2-40B4-BE49-F238E27FC236}">
                <a16:creationId xmlns:a16="http://schemas.microsoft.com/office/drawing/2014/main" id="{F9DF0B80-C934-4FE9-9465-834A40561C16}"/>
              </a:ext>
            </a:extLst>
          </p:cNvPr>
          <p:cNvSpPr>
            <a:spLocks xmlns:a="http://schemas.openxmlformats.org/drawingml/2006/main" noGrp="1"/>
          </p:cNvSpPr>
          <p:nvPr/>
        </p:nvSpPr>
        <p:spPr>
          <a:xfrm xmlns:a="http://schemas.openxmlformats.org/drawingml/2006/main">
            <a:off x="6457950" y="43148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Chinatown (Kreta Ayer Square)</a:t>
            </a:r>
          </a:p>
        </p:txBody>
      </p:sp>
      <p:sp>
        <p:nvSpPr>
          <p:cNvPr id="488" name="Editable chart path">
            <a:extLst xmlns:a="http://schemas.openxmlformats.org/drawingml/2006/main">
              <a:ext uri="{FF2B5EF4-FFF2-40B4-BE49-F238E27FC236}">
                <a16:creationId xmlns:a16="http://schemas.microsoft.com/office/drawing/2014/main" id="{27C1EFBA-18C5-4ACE-B7AC-40E1BA599C0A}"/>
              </a:ext>
            </a:extLst>
          </p:cNvPr>
          <p:cNvSpPr>
            <a:spLocks xmlns:a="http://schemas.openxmlformats.org/drawingml/2006/main" noGrp="1"/>
          </p:cNvSpPr>
          <p:nvPr/>
        </p:nvSpPr>
        <p:spPr>
          <a:xfrm xmlns:a="http://schemas.openxmlformats.org/drawingml/2006/main">
            <a:off x="4932468" y="5143500"/>
            <a:ext cx="155859" cy="163652"/>
          </a:xfrm>
          <a:custGeom xmlns:a="http://schemas.openxmlformats.org/drawingml/2006/main">
            <a:pathLst>
              <a:path w="156682" h="164516">
                <a:moveTo>
                  <a:pt x="0" y="164516"/>
                </a:moveTo>
                <a:lnTo>
                  <a:pt x="156682" y="82258"/>
                </a:lnTo>
                <a:lnTo>
                  <a:pt x="0" y="0"/>
                </a:lnTo>
              </a:path>
            </a:pathLst>
          </a:custGeom>
          <a:solidFill xmlns:a="http://schemas.openxmlformats.org/drawingml/2006/main">
            <a:srgbClr val="14295B"/>
          </a:solidFill>
          <a:ln xmlns:a="http://schemas.openxmlformats.org/drawingml/2006/main" w="0">
            <a:noFill/>
            <a:prstDash val="solid"/>
          </a:ln>
        </p:spPr>
      </p:sp>
      <p:sp>
        <p:nvSpPr>
          <p:cNvPr id="489" name="Editable chart path">
            <a:extLst xmlns:a="http://schemas.openxmlformats.org/drawingml/2006/main">
              <a:ext uri="{FF2B5EF4-FFF2-40B4-BE49-F238E27FC236}">
                <a16:creationId xmlns:a16="http://schemas.microsoft.com/office/drawing/2014/main" id="{6EAEB97E-5F9A-4987-A05F-3ACBD6EEA419}"/>
              </a:ext>
            </a:extLst>
          </p:cNvPr>
          <p:cNvSpPr>
            <a:spLocks xmlns:a="http://schemas.openxmlformats.org/drawingml/2006/main" noGrp="1"/>
          </p:cNvSpPr>
          <p:nvPr/>
        </p:nvSpPr>
        <p:spPr>
          <a:xfrm xmlns:a="http://schemas.openxmlformats.org/drawingml/2006/main">
            <a:off x="181528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CE6F4"/>
          </a:solidFill>
          <a:ln xmlns:a="http://schemas.openxmlformats.org/drawingml/2006/main" w="0">
            <a:noFill/>
            <a:prstDash val="solid"/>
          </a:ln>
        </p:spPr>
      </p:sp>
      <p:sp>
        <p:nvSpPr>
          <p:cNvPr id="490" name="Editable chart path">
            <a:extLst xmlns:a="http://schemas.openxmlformats.org/drawingml/2006/main">
              <a:ext uri="{FF2B5EF4-FFF2-40B4-BE49-F238E27FC236}">
                <a16:creationId xmlns:a16="http://schemas.microsoft.com/office/drawing/2014/main" id="{17F94955-6353-401E-B51A-236F31966F57}"/>
              </a:ext>
            </a:extLst>
          </p:cNvPr>
          <p:cNvSpPr>
            <a:spLocks xmlns:a="http://schemas.openxmlformats.org/drawingml/2006/main" noGrp="1"/>
          </p:cNvSpPr>
          <p:nvPr/>
        </p:nvSpPr>
        <p:spPr>
          <a:xfrm xmlns:a="http://schemas.openxmlformats.org/drawingml/2006/main">
            <a:off x="226059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5E2F4"/>
          </a:solidFill>
          <a:ln xmlns:a="http://schemas.openxmlformats.org/drawingml/2006/main" w="0">
            <a:noFill/>
            <a:prstDash val="solid"/>
          </a:ln>
        </p:spPr>
      </p:sp>
      <p:sp>
        <p:nvSpPr>
          <p:cNvPr id="491" name="Editable chart path">
            <a:extLst xmlns:a="http://schemas.openxmlformats.org/drawingml/2006/main">
              <a:ext uri="{FF2B5EF4-FFF2-40B4-BE49-F238E27FC236}">
                <a16:creationId xmlns:a16="http://schemas.microsoft.com/office/drawing/2014/main" id="{51241D54-7D69-4FC8-B16E-954A6B0239C7}"/>
              </a:ext>
            </a:extLst>
          </p:cNvPr>
          <p:cNvSpPr>
            <a:spLocks xmlns:a="http://schemas.openxmlformats.org/drawingml/2006/main" noGrp="1"/>
          </p:cNvSpPr>
          <p:nvPr/>
        </p:nvSpPr>
        <p:spPr>
          <a:xfrm xmlns:a="http://schemas.openxmlformats.org/drawingml/2006/main">
            <a:off x="270590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C2D7F3"/>
          </a:solidFill>
          <a:ln xmlns:a="http://schemas.openxmlformats.org/drawingml/2006/main" w="0">
            <a:noFill/>
            <a:prstDash val="solid"/>
          </a:ln>
        </p:spPr>
      </p:sp>
      <p:sp>
        <p:nvSpPr>
          <p:cNvPr id="492" name="Editable chart path">
            <a:extLst xmlns:a="http://schemas.openxmlformats.org/drawingml/2006/main">
              <a:ext uri="{FF2B5EF4-FFF2-40B4-BE49-F238E27FC236}">
                <a16:creationId xmlns:a16="http://schemas.microsoft.com/office/drawing/2014/main" id="{25EB93B8-27CF-4FAD-9135-D30FCDC67A4F}"/>
              </a:ext>
            </a:extLst>
          </p:cNvPr>
          <p:cNvSpPr>
            <a:spLocks xmlns:a="http://schemas.openxmlformats.org/drawingml/2006/main" noGrp="1"/>
          </p:cNvSpPr>
          <p:nvPr/>
        </p:nvSpPr>
        <p:spPr>
          <a:xfrm xmlns:a="http://schemas.openxmlformats.org/drawingml/2006/main">
            <a:off x="3151218"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9FC2F2"/>
          </a:solidFill>
          <a:ln xmlns:a="http://schemas.openxmlformats.org/drawingml/2006/main" w="0">
            <a:noFill/>
            <a:prstDash val="solid"/>
          </a:ln>
        </p:spPr>
      </p:sp>
      <p:sp>
        <p:nvSpPr>
          <p:cNvPr id="493" name="Editable chart path">
            <a:extLst xmlns:a="http://schemas.openxmlformats.org/drawingml/2006/main">
              <a:ext uri="{FF2B5EF4-FFF2-40B4-BE49-F238E27FC236}">
                <a16:creationId xmlns:a16="http://schemas.microsoft.com/office/drawing/2014/main" id="{6CF43791-EFA0-471A-B9A0-1E50E45898D1}"/>
              </a:ext>
            </a:extLst>
          </p:cNvPr>
          <p:cNvSpPr>
            <a:spLocks xmlns:a="http://schemas.openxmlformats.org/drawingml/2006/main" noGrp="1"/>
          </p:cNvSpPr>
          <p:nvPr/>
        </p:nvSpPr>
        <p:spPr>
          <a:xfrm xmlns:a="http://schemas.openxmlformats.org/drawingml/2006/main">
            <a:off x="359653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6E9ADA"/>
          </a:solidFill>
          <a:ln xmlns:a="http://schemas.openxmlformats.org/drawingml/2006/main" w="0">
            <a:noFill/>
            <a:prstDash val="solid"/>
          </a:ln>
        </p:spPr>
      </p:sp>
      <p:sp>
        <p:nvSpPr>
          <p:cNvPr id="494" name="Editable chart path">
            <a:extLst xmlns:a="http://schemas.openxmlformats.org/drawingml/2006/main">
              <a:ext uri="{FF2B5EF4-FFF2-40B4-BE49-F238E27FC236}">
                <a16:creationId xmlns:a16="http://schemas.microsoft.com/office/drawing/2014/main" id="{F59682F8-879D-4347-8D24-A1217305AE4C}"/>
              </a:ext>
            </a:extLst>
          </p:cNvPr>
          <p:cNvSpPr>
            <a:spLocks xmlns:a="http://schemas.openxmlformats.org/drawingml/2006/main" noGrp="1"/>
          </p:cNvSpPr>
          <p:nvPr/>
        </p:nvSpPr>
        <p:spPr>
          <a:xfrm xmlns:a="http://schemas.openxmlformats.org/drawingml/2006/main">
            <a:off x="404184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3869B2"/>
          </a:solidFill>
          <a:ln xmlns:a="http://schemas.openxmlformats.org/drawingml/2006/main" w="0">
            <a:noFill/>
            <a:prstDash val="solid"/>
          </a:ln>
        </p:spPr>
      </p:sp>
      <p:sp>
        <p:nvSpPr>
          <p:cNvPr id="495" name="Editable chart path">
            <a:extLst xmlns:a="http://schemas.openxmlformats.org/drawingml/2006/main">
              <a:ext uri="{FF2B5EF4-FFF2-40B4-BE49-F238E27FC236}">
                <a16:creationId xmlns:a16="http://schemas.microsoft.com/office/drawing/2014/main" id="{A52A2B8A-EA9C-4358-B9A1-A76B0C2C9702}"/>
              </a:ext>
            </a:extLst>
          </p:cNvPr>
          <p:cNvSpPr>
            <a:spLocks xmlns:a="http://schemas.openxmlformats.org/drawingml/2006/main" noGrp="1"/>
          </p:cNvSpPr>
          <p:nvPr/>
        </p:nvSpPr>
        <p:spPr>
          <a:xfrm xmlns:a="http://schemas.openxmlformats.org/drawingml/2006/main">
            <a:off x="448715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224889"/>
          </a:solidFill>
          <a:ln xmlns:a="http://schemas.openxmlformats.org/drawingml/2006/main" w="0">
            <a:noFill/>
            <a:prstDash val="solid"/>
          </a:ln>
        </p:spPr>
      </p:sp>
      <p:sp>
        <p:nvSpPr>
          <p:cNvPr id="496" name="Editable chart path">
            <a:extLst xmlns:a="http://schemas.openxmlformats.org/drawingml/2006/main">
              <a:ext uri="{FF2B5EF4-FFF2-40B4-BE49-F238E27FC236}">
                <a16:creationId xmlns:a16="http://schemas.microsoft.com/office/drawing/2014/main" id="{AFBB184E-EDA2-437A-B129-D9AB61C720A9}"/>
              </a:ext>
            </a:extLst>
          </p:cNvPr>
          <p:cNvSpPr>
            <a:spLocks xmlns:a="http://schemas.openxmlformats.org/drawingml/2006/main" noGrp="1"/>
          </p:cNvSpPr>
          <p:nvPr/>
        </p:nvSpPr>
        <p:spPr>
          <a:xfrm xmlns:a="http://schemas.openxmlformats.org/drawingml/2006/main">
            <a:off x="181528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7" name="">
            <a:extLst xmlns:a="http://schemas.openxmlformats.org/drawingml/2006/main">
              <a:ext uri="{FF2B5EF4-FFF2-40B4-BE49-F238E27FC236}">
                <a16:creationId xmlns:a16="http://schemas.microsoft.com/office/drawing/2014/main" id="{6CBF6CD2-B982-4867-9F4C-1B6079915318}"/>
              </a:ext>
            </a:extLst>
          </p:cNvPr>
          <p:cNvSpPr>
            <a:spLocks xmlns:a="http://schemas.openxmlformats.org/drawingml/2006/main" noGrp="1"/>
          </p:cNvSpPr>
          <p:nvPr/>
        </p:nvSpPr>
        <p:spPr>
          <a:xfrm xmlns:a="http://schemas.openxmlformats.org/drawingml/2006/main" rot="0">
            <a:off x="1767299" y="5307941"/>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498" name="Editable chart path">
            <a:extLst xmlns:a="http://schemas.openxmlformats.org/drawingml/2006/main">
              <a:ext uri="{FF2B5EF4-FFF2-40B4-BE49-F238E27FC236}">
                <a16:creationId xmlns:a16="http://schemas.microsoft.com/office/drawing/2014/main" id="{79ED2287-20CF-4F4C-B411-349B79A4FFEB}"/>
              </a:ext>
            </a:extLst>
          </p:cNvPr>
          <p:cNvSpPr>
            <a:spLocks xmlns:a="http://schemas.openxmlformats.org/drawingml/2006/main" noGrp="1"/>
          </p:cNvSpPr>
          <p:nvPr/>
        </p:nvSpPr>
        <p:spPr>
          <a:xfrm xmlns:a="http://schemas.openxmlformats.org/drawingml/2006/main">
            <a:off x="226059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9" name="">
            <a:extLst xmlns:a="http://schemas.openxmlformats.org/drawingml/2006/main">
              <a:ext uri="{FF2B5EF4-FFF2-40B4-BE49-F238E27FC236}">
                <a16:creationId xmlns:a16="http://schemas.microsoft.com/office/drawing/2014/main" id="{F49FF9F8-536B-4498-93E1-85F37D63ABFC}"/>
              </a:ext>
            </a:extLst>
          </p:cNvPr>
          <p:cNvSpPr>
            <a:spLocks xmlns:a="http://schemas.openxmlformats.org/drawingml/2006/main" noGrp="1"/>
          </p:cNvSpPr>
          <p:nvPr/>
        </p:nvSpPr>
        <p:spPr>
          <a:xfrm xmlns:a="http://schemas.openxmlformats.org/drawingml/2006/main" rot="0">
            <a:off x="2227348" y="5307941"/>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500" name="Editable chart path">
            <a:extLst xmlns:a="http://schemas.openxmlformats.org/drawingml/2006/main">
              <a:ext uri="{FF2B5EF4-FFF2-40B4-BE49-F238E27FC236}">
                <a16:creationId xmlns:a16="http://schemas.microsoft.com/office/drawing/2014/main" id="{DE4BC8F2-CDB9-49B6-928A-51C9B082057C}"/>
              </a:ext>
            </a:extLst>
          </p:cNvPr>
          <p:cNvSpPr>
            <a:spLocks xmlns:a="http://schemas.openxmlformats.org/drawingml/2006/main" noGrp="1"/>
          </p:cNvSpPr>
          <p:nvPr/>
        </p:nvSpPr>
        <p:spPr>
          <a:xfrm xmlns:a="http://schemas.openxmlformats.org/drawingml/2006/main">
            <a:off x="270590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1" name="">
            <a:extLst xmlns:a="http://schemas.openxmlformats.org/drawingml/2006/main">
              <a:ext uri="{FF2B5EF4-FFF2-40B4-BE49-F238E27FC236}">
                <a16:creationId xmlns:a16="http://schemas.microsoft.com/office/drawing/2014/main" id="{968C806F-39C6-4F42-83C7-1D13C3235D53}"/>
              </a:ext>
            </a:extLst>
          </p:cNvPr>
          <p:cNvSpPr>
            <a:spLocks xmlns:a="http://schemas.openxmlformats.org/drawingml/2006/main" noGrp="1"/>
          </p:cNvSpPr>
          <p:nvPr/>
        </p:nvSpPr>
        <p:spPr>
          <a:xfrm xmlns:a="http://schemas.openxmlformats.org/drawingml/2006/main" rot="0">
            <a:off x="2660738" y="5307941"/>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502" name="Editable chart path">
            <a:extLst xmlns:a="http://schemas.openxmlformats.org/drawingml/2006/main">
              <a:ext uri="{FF2B5EF4-FFF2-40B4-BE49-F238E27FC236}">
                <a16:creationId xmlns:a16="http://schemas.microsoft.com/office/drawing/2014/main" id="{85E76040-77A3-42BA-81C7-67DF6EC500D3}"/>
              </a:ext>
            </a:extLst>
          </p:cNvPr>
          <p:cNvSpPr>
            <a:spLocks xmlns:a="http://schemas.openxmlformats.org/drawingml/2006/main" noGrp="1"/>
          </p:cNvSpPr>
          <p:nvPr/>
        </p:nvSpPr>
        <p:spPr>
          <a:xfrm xmlns:a="http://schemas.openxmlformats.org/drawingml/2006/main">
            <a:off x="315121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3" name="">
            <a:extLst xmlns:a="http://schemas.openxmlformats.org/drawingml/2006/main">
              <a:ext uri="{FF2B5EF4-FFF2-40B4-BE49-F238E27FC236}">
                <a16:creationId xmlns:a16="http://schemas.microsoft.com/office/drawing/2014/main" id="{9DBE43C2-7EEE-4D83-A2BC-315B9CE3B8D3}"/>
              </a:ext>
            </a:extLst>
          </p:cNvPr>
          <p:cNvSpPr>
            <a:spLocks xmlns:a="http://schemas.openxmlformats.org/drawingml/2006/main" noGrp="1"/>
          </p:cNvSpPr>
          <p:nvPr/>
        </p:nvSpPr>
        <p:spPr>
          <a:xfrm xmlns:a="http://schemas.openxmlformats.org/drawingml/2006/main" rot="0">
            <a:off x="3103181" y="5307941"/>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504" name="Editable chart path">
            <a:extLst xmlns:a="http://schemas.openxmlformats.org/drawingml/2006/main">
              <a:ext uri="{FF2B5EF4-FFF2-40B4-BE49-F238E27FC236}">
                <a16:creationId xmlns:a16="http://schemas.microsoft.com/office/drawing/2014/main" id="{7C65542B-4F5F-45B3-B7B8-C6C4997612A6}"/>
              </a:ext>
            </a:extLst>
          </p:cNvPr>
          <p:cNvSpPr>
            <a:spLocks xmlns:a="http://schemas.openxmlformats.org/drawingml/2006/main" noGrp="1"/>
          </p:cNvSpPr>
          <p:nvPr/>
        </p:nvSpPr>
        <p:spPr>
          <a:xfrm xmlns:a="http://schemas.openxmlformats.org/drawingml/2006/main">
            <a:off x="359653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5" name="">
            <a:extLst xmlns:a="http://schemas.openxmlformats.org/drawingml/2006/main">
              <a:ext uri="{FF2B5EF4-FFF2-40B4-BE49-F238E27FC236}">
                <a16:creationId xmlns:a16="http://schemas.microsoft.com/office/drawing/2014/main" id="{1F3C5871-BE31-4AC2-805B-EB0294507128}"/>
              </a:ext>
            </a:extLst>
          </p:cNvPr>
          <p:cNvSpPr>
            <a:spLocks xmlns:a="http://schemas.openxmlformats.org/drawingml/2006/main" noGrp="1"/>
          </p:cNvSpPr>
          <p:nvPr/>
        </p:nvSpPr>
        <p:spPr>
          <a:xfrm xmlns:a="http://schemas.openxmlformats.org/drawingml/2006/main" rot="0">
            <a:off x="3548390" y="5307941"/>
            <a:ext cx="928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506" name="Editable chart path">
            <a:extLst xmlns:a="http://schemas.openxmlformats.org/drawingml/2006/main">
              <a:ext uri="{FF2B5EF4-FFF2-40B4-BE49-F238E27FC236}">
                <a16:creationId xmlns:a16="http://schemas.microsoft.com/office/drawing/2014/main" id="{84648F19-DBD0-4816-8972-BB903BDAE647}"/>
              </a:ext>
            </a:extLst>
          </p:cNvPr>
          <p:cNvSpPr>
            <a:spLocks xmlns:a="http://schemas.openxmlformats.org/drawingml/2006/main" noGrp="1"/>
          </p:cNvSpPr>
          <p:nvPr/>
        </p:nvSpPr>
        <p:spPr>
          <a:xfrm xmlns:a="http://schemas.openxmlformats.org/drawingml/2006/main">
            <a:off x="404184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7" name="">
            <a:extLst xmlns:a="http://schemas.openxmlformats.org/drawingml/2006/main">
              <a:ext uri="{FF2B5EF4-FFF2-40B4-BE49-F238E27FC236}">
                <a16:creationId xmlns:a16="http://schemas.microsoft.com/office/drawing/2014/main" id="{FE9AD105-B298-4F17-BE49-00904EC9A3F9}"/>
              </a:ext>
            </a:extLst>
          </p:cNvPr>
          <p:cNvSpPr>
            <a:spLocks xmlns:a="http://schemas.openxmlformats.org/drawingml/2006/main" noGrp="1"/>
          </p:cNvSpPr>
          <p:nvPr/>
        </p:nvSpPr>
        <p:spPr>
          <a:xfrm xmlns:a="http://schemas.openxmlformats.org/drawingml/2006/main" rot="0">
            <a:off x="3971214" y="5307941"/>
            <a:ext cx="1381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508" name="Editable chart path">
            <a:extLst xmlns:a="http://schemas.openxmlformats.org/drawingml/2006/main">
              <a:ext uri="{FF2B5EF4-FFF2-40B4-BE49-F238E27FC236}">
                <a16:creationId xmlns:a16="http://schemas.microsoft.com/office/drawing/2014/main" id="{4F8ED473-6FAE-49C1-8596-76FFAE55E9C1}"/>
              </a:ext>
            </a:extLst>
          </p:cNvPr>
          <p:cNvSpPr>
            <a:spLocks xmlns:a="http://schemas.openxmlformats.org/drawingml/2006/main" noGrp="1"/>
          </p:cNvSpPr>
          <p:nvPr/>
        </p:nvSpPr>
        <p:spPr>
          <a:xfrm xmlns:a="http://schemas.openxmlformats.org/drawingml/2006/main">
            <a:off x="448715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9" name="">
            <a:extLst xmlns:a="http://schemas.openxmlformats.org/drawingml/2006/main">
              <a:ext uri="{FF2B5EF4-FFF2-40B4-BE49-F238E27FC236}">
                <a16:creationId xmlns:a16="http://schemas.microsoft.com/office/drawing/2014/main" id="{AC53E350-5935-47A2-B08F-7ABE980EAF23}"/>
              </a:ext>
            </a:extLst>
          </p:cNvPr>
          <p:cNvSpPr>
            <a:spLocks xmlns:a="http://schemas.openxmlformats.org/drawingml/2006/main" noGrp="1"/>
          </p:cNvSpPr>
          <p:nvPr/>
        </p:nvSpPr>
        <p:spPr>
          <a:xfrm xmlns:a="http://schemas.openxmlformats.org/drawingml/2006/main" rot="0">
            <a:off x="4400888" y="5307941"/>
            <a:ext cx="16725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32</a:t>
            </a:r>
          </a:p>
        </p:txBody>
      </p:sp>
      <p:sp>
        <p:nvSpPr>
          <p:cNvPr id="510" name="Editable chart path">
            <a:extLst xmlns:a="http://schemas.openxmlformats.org/drawingml/2006/main">
              <a:ext uri="{FF2B5EF4-FFF2-40B4-BE49-F238E27FC236}">
                <a16:creationId xmlns:a16="http://schemas.microsoft.com/office/drawing/2014/main" id="{042645DA-F635-434B-8965-DEB90A64CB3F}"/>
              </a:ext>
            </a:extLst>
          </p:cNvPr>
          <p:cNvSpPr>
            <a:spLocks xmlns:a="http://schemas.openxmlformats.org/drawingml/2006/main" noGrp="1"/>
          </p:cNvSpPr>
          <p:nvPr/>
        </p:nvSpPr>
        <p:spPr>
          <a:xfrm xmlns:a="http://schemas.openxmlformats.org/drawingml/2006/main">
            <a:off x="493246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11" name="">
            <a:extLst xmlns:a="http://schemas.openxmlformats.org/drawingml/2006/main">
              <a:ext uri="{FF2B5EF4-FFF2-40B4-BE49-F238E27FC236}">
                <a16:creationId xmlns:a16="http://schemas.microsoft.com/office/drawing/2014/main" id="{60D7A6FD-2161-4C58-9AE2-3C0A889BAB81}"/>
              </a:ext>
            </a:extLst>
          </p:cNvPr>
          <p:cNvSpPr>
            <a:spLocks xmlns:a="http://schemas.openxmlformats.org/drawingml/2006/main" noGrp="1"/>
          </p:cNvSpPr>
          <p:nvPr/>
        </p:nvSpPr>
        <p:spPr>
          <a:xfrm xmlns:a="http://schemas.openxmlformats.org/drawingml/2006/main" rot="0">
            <a:off x="4840092" y="5307941"/>
            <a:ext cx="18126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64</a:t>
            </a:r>
          </a:p>
        </p:txBody>
      </p:sp>
      <p:sp>
        <p:nvSpPr>
          <p:cNvPr id="512" name="Editable chart path">
            <a:extLst xmlns:a="http://schemas.openxmlformats.org/drawingml/2006/main">
              <a:ext uri="{FF2B5EF4-FFF2-40B4-BE49-F238E27FC236}">
                <a16:creationId xmlns:a16="http://schemas.microsoft.com/office/drawing/2014/main" id="{26126075-C8D2-4781-A8A8-0E07A3AE8E91}"/>
              </a:ext>
            </a:extLst>
          </p:cNvPr>
          <p:cNvSpPr>
            <a:spLocks xmlns:a="http://schemas.openxmlformats.org/drawingml/2006/main" noGrp="1"/>
          </p:cNvSpPr>
          <p:nvPr/>
        </p:nvSpPr>
        <p:spPr>
          <a:xfrm xmlns:a="http://schemas.openxmlformats.org/drawingml/2006/main">
            <a:off x="1815280" y="5143500"/>
            <a:ext cx="3273047" cy="163652"/>
          </a:xfrm>
          <a:custGeom xmlns:a="http://schemas.openxmlformats.org/drawingml/2006/main">
            <a:pathLst>
              <a:path w="3290316" h="164516">
                <a:moveTo>
                  <a:pt x="0" y="164516"/>
                </a:moveTo>
                <a:lnTo>
                  <a:pt x="0" y="82258"/>
                </a:lnTo>
                <a:lnTo>
                  <a:pt x="0" y="0"/>
                </a:lnTo>
                <a:lnTo>
                  <a:pt x="3133634" y="0"/>
                </a:lnTo>
                <a:lnTo>
                  <a:pt x="3290316" y="82258"/>
                </a:lnTo>
                <a:lnTo>
                  <a:pt x="3133634" y="164516"/>
                </a:lnTo>
                <a:lnTo>
                  <a:pt x="0" y="164516"/>
                </a:lnTo>
                <a:close/>
              </a:path>
            </a:pathLst>
          </a:custGeom>
          <a:noFill xmlns:a="http://schemas.openxmlformats.org/drawingml/2006/main"/>
          <a:ln xmlns:a="http://schemas.openxmlformats.org/drawingml/2006/main" w="7580">
            <a:solidFill>
              <a:srgbClr val="5A6683"/>
            </a:solidFill>
            <a:prstDash val="solid"/>
          </a:ln>
        </p:spPr>
      </p:sp>
      <p:sp>
        <p:nvSpPr>
          <p:cNvPr id="513" name="">
            <a:extLst xmlns:a="http://schemas.openxmlformats.org/drawingml/2006/main">
              <a:ext uri="{FF2B5EF4-FFF2-40B4-BE49-F238E27FC236}">
                <a16:creationId xmlns:a16="http://schemas.microsoft.com/office/drawing/2014/main" id="{39DDB4CD-4D53-4960-AC85-59F1FA1AAFD6}"/>
              </a:ext>
            </a:extLst>
          </p:cNvPr>
          <p:cNvSpPr>
            <a:spLocks xmlns:a="http://schemas.openxmlformats.org/drawingml/2006/main" noGrp="1"/>
          </p:cNvSpPr>
          <p:nvPr/>
        </p:nvSpPr>
        <p:spPr>
          <a:xfrm xmlns:a="http://schemas.openxmlformats.org/drawingml/2006/main">
            <a:off x="952500" y="5572125"/>
            <a:ext cx="495300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Mean vacant taxis per 1 km cell (dry, normal-coverage regimes)</a:t>
            </a:r>
          </a:p>
        </p:txBody>
      </p:sp>
    </p:spTree>
    <p:extLst>
      <p:ext uri="{BB962C8B-B14F-4D97-AF65-F5344CB8AC3E}">
        <p14:creationId xmlns:p14="http://schemas.microsoft.com/office/powerpoint/2010/main" val="597896415"/>
      </p:ext>
    </p:extLst>
  </p:cSld>
</p:sld>
</file>

<file path=ppt/slides/slide37.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DRY-WEATHER SUPPLY BY TIME BAND (4/5)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These are dry snapshots. Supply geography does not establish passenger demand.</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37</a:t>
            </a:r>
            <a:endParaRPr sz="1200"/>
          </a:p>
        </p:txBody>
      </p:sp>
      <p:sp>
        <p:nvSpPr>
          <p:cNvPr id="14" name="">
            <a:extLst xmlns:a="http://schemas.openxmlformats.org/drawingml/2006/main">
              <a:ext uri="{FF2B5EF4-FFF2-40B4-BE49-F238E27FC236}">
                <a16:creationId xmlns:a16="http://schemas.microsoft.com/office/drawing/2014/main" id="{A5C53D2E-8F9B-4C1A-AEBC-FECC92EA7469}"/>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9B78B9B8-3689-481A-A10F-912308C79C87}"/>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Dry weather, 20-24</a:t>
            </a:r>
          </a:p>
        </p:txBody>
      </p:sp>
      <p:sp>
        <p:nvSpPr>
          <p:cNvPr id="16" name="Editable chart path">
            <a:extLst xmlns:a="http://schemas.openxmlformats.org/drawingml/2006/main">
              <a:ext uri="{FF2B5EF4-FFF2-40B4-BE49-F238E27FC236}">
                <a16:creationId xmlns:a16="http://schemas.microsoft.com/office/drawing/2014/main" id="{269247A1-F1FE-429F-9226-CA94FF905740}"/>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7"/>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1"/>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5"/>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3"/>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7"/>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4"/>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599240" y="1571087"/>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2"/>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2936" y="1388314"/>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5"/>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B0C83305-6DA7-4D86-92B8-CADBE7734611}"/>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74C69947-5E67-42DC-A16D-970640D5BFE7}"/>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A6FD1099-CD9B-426F-8CF4-D57353CBCA8C}"/>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D726612D-3EE8-4D2D-85BB-6DDFB0C8EBC3}"/>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DFB1F3C9-5A6F-4D6F-8EC2-17282B6908D4}"/>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60B31359-69A0-4F16-A6A3-47EBF31EFD69}"/>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46809AC6-DADB-4680-87F4-544ED6740B76}"/>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2AF35169-CE87-441C-9B54-9FA488CDCEE5}"/>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348E6500-9655-42BF-8AB1-15E9F4A67CD7}"/>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580119" h="753253">
                <a:moveTo>
                  <a:pt x="328885" y="60339"/>
                </a:moveTo>
                <a:lnTo>
                  <a:pt x="334369" y="67507"/>
                </a:lnTo>
                <a:lnTo>
                  <a:pt x="341315" y="63777"/>
                </a:lnTo>
                <a:lnTo>
                  <a:pt x="359449" y="65605"/>
                </a:lnTo>
                <a:lnTo>
                  <a:pt x="398786" y="79063"/>
                </a:lnTo>
                <a:lnTo>
                  <a:pt x="413995" y="86596"/>
                </a:lnTo>
                <a:lnTo>
                  <a:pt x="414434" y="89229"/>
                </a:lnTo>
                <a:lnTo>
                  <a:pt x="416700" y="87766"/>
                </a:lnTo>
                <a:lnTo>
                  <a:pt x="444046" y="98517"/>
                </a:lnTo>
                <a:lnTo>
                  <a:pt x="465031" y="111536"/>
                </a:lnTo>
                <a:lnTo>
                  <a:pt x="502614" y="145911"/>
                </a:lnTo>
                <a:lnTo>
                  <a:pt x="522137" y="157760"/>
                </a:lnTo>
                <a:lnTo>
                  <a:pt x="555625" y="222487"/>
                </a:lnTo>
                <a:lnTo>
                  <a:pt x="555552" y="231044"/>
                </a:lnTo>
                <a:lnTo>
                  <a:pt x="544657" y="241869"/>
                </a:lnTo>
                <a:lnTo>
                  <a:pt x="545608" y="244136"/>
                </a:lnTo>
                <a:lnTo>
                  <a:pt x="566446" y="250865"/>
                </a:lnTo>
                <a:lnTo>
                  <a:pt x="578584" y="267906"/>
                </a:lnTo>
                <a:lnTo>
                  <a:pt x="580119" y="297966"/>
                </a:lnTo>
                <a:lnTo>
                  <a:pt x="574562" y="324296"/>
                </a:lnTo>
                <a:lnTo>
                  <a:pt x="561547" y="352235"/>
                </a:lnTo>
                <a:lnTo>
                  <a:pt x="529010" y="405333"/>
                </a:lnTo>
                <a:lnTo>
                  <a:pt x="514971" y="434515"/>
                </a:lnTo>
                <a:lnTo>
                  <a:pt x="490476" y="504143"/>
                </a:lnTo>
                <a:lnTo>
                  <a:pt x="478924" y="566677"/>
                </a:lnTo>
                <a:lnTo>
                  <a:pt x="479362" y="601929"/>
                </a:lnTo>
                <a:lnTo>
                  <a:pt x="485578" y="627089"/>
                </a:lnTo>
                <a:lnTo>
                  <a:pt x="512119" y="676823"/>
                </a:lnTo>
                <a:lnTo>
                  <a:pt x="548240" y="731677"/>
                </a:lnTo>
                <a:lnTo>
                  <a:pt x="547655" y="744037"/>
                </a:lnTo>
                <a:lnTo>
                  <a:pt x="537565" y="752960"/>
                </a:lnTo>
                <a:lnTo>
                  <a:pt x="528863" y="753253"/>
                </a:lnTo>
                <a:lnTo>
                  <a:pt x="522137" y="749815"/>
                </a:ln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39029869-6675-4634-9FA9-BF80E99CA858}"/>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680AE9DA-E0BB-4285-821A-25425EBE7C63}"/>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B8A528FE-D106-489B-A37A-55D458269B73}"/>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D6CB8719-101B-4ABF-A58C-1E0B0F963EE5}"/>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24BFC218-D457-4F13-A2E9-44B6AE8B3D6B}"/>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3"/>
                </a:lnTo>
                <a:lnTo>
                  <a:pt x="0" y="11263"/>
                </a:lnTo>
                <a:lnTo>
                  <a:pt x="3729" y="9142"/>
                </a:lnTo>
                <a:lnTo>
                  <a:pt x="3290" y="3730"/>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DBCB71C5-26B2-47A8-A5BB-3EC94BD09BFE}"/>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66A98E6D-11AD-45CC-BF58-069E23B352C6}"/>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6"/>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DCED29D5-B463-4889-BF3E-6CF2AF9891BE}"/>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9D727777-F607-468D-B421-98542F0A88BA}"/>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ED4C7D4C-4456-4645-838A-9E9CE94741CB}"/>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5BABF902-5472-4E84-AF6C-49948EDE36A0}"/>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699"/>
                </a:lnTo>
                <a:lnTo>
                  <a:pt x="26249" y="23624"/>
                </a:lnTo>
                <a:lnTo>
                  <a:pt x="26907" y="28743"/>
                </a:lnTo>
                <a:lnTo>
                  <a:pt x="34073" y="26915"/>
                </a:lnTo>
                <a:lnTo>
                  <a:pt x="14843" y="31596"/>
                </a:lnTo>
                <a:lnTo>
                  <a:pt x="22009" y="27939"/>
                </a:lnTo>
                <a:lnTo>
                  <a:pt x="16890" y="11848"/>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9631C2AA-C806-4B29-93DB-0FCDEE1251F3}"/>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860A6EF9-C907-4F43-B538-F42F6FBF625A}"/>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0B347E16-1C5A-4372-9FA5-AA4EB9AD20AC}"/>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7"/>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1"/>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5"/>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3"/>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7"/>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4"/>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2"/>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5"/>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lnTo>
                  <a:pt x="669689" y="1193839"/>
                </a:lnTo>
                <a:lnTo>
                  <a:pt x="669689" y="1193839"/>
                </a:lnTo>
              </a:path>
            </a:pathLst>
          </a:custGeom>
          <a:noFill xmlns:a="http://schemas.openxmlformats.org/drawingml/2006/main"/>
          <a:ln xmlns:a="http://schemas.openxmlformats.org/drawingml/2006/main" w="4581">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FCF87564-84BA-4FE8-B8E0-00B671FD202A}"/>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lnTo>
                  <a:pt x="12138" y="61656"/>
                </a:lnTo>
              </a:path>
            </a:pathLst>
          </a:custGeom>
          <a:noFill xmlns:a="http://schemas.openxmlformats.org/drawingml/2006/main"/>
          <a:ln xmlns:a="http://schemas.openxmlformats.org/drawingml/2006/main" w="4581">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D1D6A244-B69B-4984-BAE1-7BDCCF9AA07A}"/>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lnTo>
                  <a:pt x="40507" y="11922"/>
                </a:lnTo>
              </a:path>
            </a:pathLst>
          </a:custGeom>
          <a:noFill xmlns:a="http://schemas.openxmlformats.org/drawingml/2006/main"/>
          <a:ln xmlns:a="http://schemas.openxmlformats.org/drawingml/2006/main" w="4581">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F8E7CB9D-8007-422D-BA73-0FB3F6C27EED}"/>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lnTo>
                  <a:pt x="77944" y="33936"/>
                </a:lnTo>
              </a:path>
            </a:pathLst>
          </a:custGeom>
          <a:noFill xmlns:a="http://schemas.openxmlformats.org/drawingml/2006/main"/>
          <a:ln xmlns:a="http://schemas.openxmlformats.org/drawingml/2006/main" w="4581">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DE4780CF-E233-439B-B606-C84FE7C591DB}"/>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lnTo>
                  <a:pt x="38679" y="44322"/>
                </a:lnTo>
              </a:path>
            </a:pathLst>
          </a:custGeom>
          <a:noFill xmlns:a="http://schemas.openxmlformats.org/drawingml/2006/main"/>
          <a:ln xmlns:a="http://schemas.openxmlformats.org/drawingml/2006/main" w="4581">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70C935FE-F2B8-4406-843C-02FEB569CC23}"/>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lnTo>
                  <a:pt x="19011" y="8411"/>
                </a:lnTo>
              </a:path>
            </a:pathLst>
          </a:custGeom>
          <a:noFill xmlns:a="http://schemas.openxmlformats.org/drawingml/2006/main"/>
          <a:ln xmlns:a="http://schemas.openxmlformats.org/drawingml/2006/main" w="4581">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30561D33-F818-4D09-9733-BEFD636DDE37}"/>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lnTo>
                  <a:pt x="11333" y="0"/>
                </a:lnTo>
              </a:path>
            </a:pathLst>
          </a:custGeom>
          <a:noFill xmlns:a="http://schemas.openxmlformats.org/drawingml/2006/main"/>
          <a:ln xmlns:a="http://schemas.openxmlformats.org/drawingml/2006/main" w="4581">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0E8359CE-1D8B-4A6B-AD46-5C19A296F1B6}"/>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lnTo>
                  <a:pt x="3144" y="0"/>
                </a:lnTo>
              </a:path>
            </a:pathLst>
          </a:custGeom>
          <a:noFill xmlns:a="http://schemas.openxmlformats.org/drawingml/2006/main"/>
          <a:ln xmlns:a="http://schemas.openxmlformats.org/drawingml/2006/main" w="4581">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137DC303-6A5F-47BB-B3D9-42C2C5222685}"/>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lnTo>
                  <a:pt x="107703" y="92593"/>
                </a:lnTo>
              </a:path>
            </a:pathLst>
          </a:custGeom>
          <a:noFill xmlns:a="http://schemas.openxmlformats.org/drawingml/2006/main"/>
          <a:ln xmlns:a="http://schemas.openxmlformats.org/drawingml/2006/main" w="4581">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768C64C6-253B-416D-979B-046DEF029EA5}"/>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580119" h="753253">
                <a:moveTo>
                  <a:pt x="328885" y="60339"/>
                </a:moveTo>
                <a:lnTo>
                  <a:pt x="334369" y="67507"/>
                </a:lnTo>
                <a:lnTo>
                  <a:pt x="341315" y="63777"/>
                </a:lnTo>
                <a:lnTo>
                  <a:pt x="359449" y="65605"/>
                </a:lnTo>
                <a:lnTo>
                  <a:pt x="398786" y="79063"/>
                </a:lnTo>
                <a:lnTo>
                  <a:pt x="413995" y="86596"/>
                </a:lnTo>
                <a:lnTo>
                  <a:pt x="414434" y="89229"/>
                </a:lnTo>
                <a:lnTo>
                  <a:pt x="416700" y="87766"/>
                </a:lnTo>
                <a:lnTo>
                  <a:pt x="444046" y="98517"/>
                </a:lnTo>
                <a:lnTo>
                  <a:pt x="465031" y="111536"/>
                </a:lnTo>
                <a:lnTo>
                  <a:pt x="502614" y="145911"/>
                </a:lnTo>
                <a:lnTo>
                  <a:pt x="522137" y="157760"/>
                </a:lnTo>
                <a:lnTo>
                  <a:pt x="555625" y="222487"/>
                </a:lnTo>
                <a:lnTo>
                  <a:pt x="555552" y="231044"/>
                </a:lnTo>
                <a:lnTo>
                  <a:pt x="544657" y="241869"/>
                </a:lnTo>
                <a:lnTo>
                  <a:pt x="545608" y="244136"/>
                </a:lnTo>
                <a:lnTo>
                  <a:pt x="566446" y="250865"/>
                </a:lnTo>
                <a:lnTo>
                  <a:pt x="578584" y="267906"/>
                </a:lnTo>
                <a:lnTo>
                  <a:pt x="580119" y="297966"/>
                </a:lnTo>
                <a:lnTo>
                  <a:pt x="574562" y="324296"/>
                </a:lnTo>
                <a:lnTo>
                  <a:pt x="561547" y="352235"/>
                </a:lnTo>
                <a:lnTo>
                  <a:pt x="529010" y="405333"/>
                </a:lnTo>
                <a:lnTo>
                  <a:pt x="514971" y="434515"/>
                </a:lnTo>
                <a:lnTo>
                  <a:pt x="490476" y="504143"/>
                </a:lnTo>
                <a:lnTo>
                  <a:pt x="478924" y="566677"/>
                </a:lnTo>
                <a:lnTo>
                  <a:pt x="479362" y="601929"/>
                </a:lnTo>
                <a:lnTo>
                  <a:pt x="485578" y="627089"/>
                </a:lnTo>
                <a:lnTo>
                  <a:pt x="512119" y="676823"/>
                </a:lnTo>
                <a:lnTo>
                  <a:pt x="548240" y="731677"/>
                </a:lnTo>
                <a:lnTo>
                  <a:pt x="547655" y="744037"/>
                </a:lnTo>
                <a:lnTo>
                  <a:pt x="537565" y="752960"/>
                </a:lnTo>
                <a:lnTo>
                  <a:pt x="528863" y="753253"/>
                </a:lnTo>
                <a:lnTo>
                  <a:pt x="522137" y="749815"/>
                </a:ln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lnTo>
                  <a:pt x="328885" y="60339"/>
                </a:lnTo>
              </a:path>
            </a:pathLst>
          </a:custGeom>
          <a:noFill xmlns:a="http://schemas.openxmlformats.org/drawingml/2006/main"/>
          <a:ln xmlns:a="http://schemas.openxmlformats.org/drawingml/2006/main" w="4581">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738CDC63-F55C-4DB9-878B-D0FA6D05954F}"/>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lnTo>
                  <a:pt x="21643" y="4461"/>
                </a:lnTo>
              </a:path>
            </a:pathLst>
          </a:custGeom>
          <a:noFill xmlns:a="http://schemas.openxmlformats.org/drawingml/2006/main"/>
          <a:ln xmlns:a="http://schemas.openxmlformats.org/drawingml/2006/main" w="4581">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FFBFE78A-6B77-47F4-A7A6-1914516BDD8C}"/>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lnTo>
                  <a:pt x="17183" y="30572"/>
                </a:lnTo>
              </a:path>
            </a:pathLst>
          </a:custGeom>
          <a:noFill xmlns:a="http://schemas.openxmlformats.org/drawingml/2006/main"/>
          <a:ln xmlns:a="http://schemas.openxmlformats.org/drawingml/2006/main" w="4581">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AFA5368E-5EF7-471A-8721-DFB705F26497}"/>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lnTo>
                  <a:pt x="114430" y="146"/>
                </a:lnTo>
              </a:path>
            </a:pathLst>
          </a:custGeom>
          <a:noFill xmlns:a="http://schemas.openxmlformats.org/drawingml/2006/main"/>
          <a:ln xmlns:a="http://schemas.openxmlformats.org/drawingml/2006/main" w="4581">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71CBB87C-9017-4543-907B-53B2CD70C01E}"/>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lnTo>
                  <a:pt x="79479" y="9069"/>
                </a:lnTo>
              </a:path>
            </a:pathLst>
          </a:custGeom>
          <a:noFill xmlns:a="http://schemas.openxmlformats.org/drawingml/2006/main"/>
          <a:ln xmlns:a="http://schemas.openxmlformats.org/drawingml/2006/main" w="4581">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346A889C-888C-48A4-B109-78C36DEF58AB}"/>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3"/>
                </a:lnTo>
                <a:lnTo>
                  <a:pt x="0" y="11263"/>
                </a:lnTo>
                <a:lnTo>
                  <a:pt x="3729" y="9142"/>
                </a:lnTo>
                <a:lnTo>
                  <a:pt x="3290" y="3730"/>
                </a:lnTo>
                <a:lnTo>
                  <a:pt x="11699" y="0"/>
                </a:lnTo>
              </a:path>
            </a:pathLst>
          </a:custGeom>
          <a:noFill xmlns:a="http://schemas.openxmlformats.org/drawingml/2006/main"/>
          <a:ln xmlns:a="http://schemas.openxmlformats.org/drawingml/2006/main" w="4581">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B168A0BB-29EF-4FE0-92B6-5C00050C7C02}"/>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lnTo>
                  <a:pt x="70705" y="0"/>
                </a:lnTo>
              </a:path>
            </a:pathLst>
          </a:custGeom>
          <a:noFill xmlns:a="http://schemas.openxmlformats.org/drawingml/2006/main"/>
          <a:ln xmlns:a="http://schemas.openxmlformats.org/drawingml/2006/main" w="4581">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074D8D01-B007-4B1B-8357-0351A3523802}"/>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6"/>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lnTo>
                  <a:pt x="33854" y="0"/>
                </a:lnTo>
              </a:path>
            </a:pathLst>
          </a:custGeom>
          <a:noFill xmlns:a="http://schemas.openxmlformats.org/drawingml/2006/main"/>
          <a:ln xmlns:a="http://schemas.openxmlformats.org/drawingml/2006/main" w="4581">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3613F798-E610-47D0-83E5-D63C54D2D253}"/>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lnTo>
                  <a:pt x="8774" y="2048"/>
                </a:lnTo>
              </a:path>
            </a:pathLst>
          </a:custGeom>
          <a:noFill xmlns:a="http://schemas.openxmlformats.org/drawingml/2006/main"/>
          <a:ln xmlns:a="http://schemas.openxmlformats.org/drawingml/2006/main" w="4581">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FF186F44-6A0D-4ED1-8F69-FA0986E91125}"/>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lnTo>
                  <a:pt x="4753" y="0"/>
                </a:lnTo>
              </a:path>
            </a:pathLst>
          </a:custGeom>
          <a:noFill xmlns:a="http://schemas.openxmlformats.org/drawingml/2006/main"/>
          <a:ln xmlns:a="http://schemas.openxmlformats.org/drawingml/2006/main" w="4581">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237C63AD-A71E-4EF1-882E-EC449DE6D092}"/>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lnTo>
                  <a:pt x="13819" y="0"/>
                </a:lnTo>
              </a:path>
            </a:pathLst>
          </a:custGeom>
          <a:noFill xmlns:a="http://schemas.openxmlformats.org/drawingml/2006/main"/>
          <a:ln xmlns:a="http://schemas.openxmlformats.org/drawingml/2006/main" w="4581">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A19684BF-B3E5-47AA-A2FA-365297CB3CCF}"/>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699"/>
                </a:lnTo>
                <a:lnTo>
                  <a:pt x="26249" y="23624"/>
                </a:lnTo>
                <a:lnTo>
                  <a:pt x="26907" y="28743"/>
                </a:lnTo>
                <a:lnTo>
                  <a:pt x="34073" y="26915"/>
                </a:lnTo>
                <a:lnTo>
                  <a:pt x="14843" y="31596"/>
                </a:lnTo>
                <a:lnTo>
                  <a:pt x="22009" y="27939"/>
                </a:lnTo>
                <a:lnTo>
                  <a:pt x="16890" y="11848"/>
                </a:lnTo>
                <a:lnTo>
                  <a:pt x="0" y="0"/>
                </a:lnTo>
                <a:lnTo>
                  <a:pt x="22155" y="11044"/>
                </a:lnTo>
              </a:path>
            </a:pathLst>
          </a:custGeom>
          <a:noFill xmlns:a="http://schemas.openxmlformats.org/drawingml/2006/main"/>
          <a:ln xmlns:a="http://schemas.openxmlformats.org/drawingml/2006/main" w="4581">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B907C158-8FFC-4A7B-95AB-520439BB05F5}"/>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lnTo>
                  <a:pt x="9359" y="16749"/>
                </a:lnTo>
              </a:path>
            </a:pathLst>
          </a:custGeom>
          <a:noFill xmlns:a="http://schemas.openxmlformats.org/drawingml/2006/main"/>
          <a:ln xmlns:a="http://schemas.openxmlformats.org/drawingml/2006/main" w="4581">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12BCE145-6E09-4A29-8DB3-160A30A8E641}"/>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lnTo>
                  <a:pt x="6142" y="17773"/>
                </a:lnTo>
              </a:path>
            </a:pathLst>
          </a:custGeom>
          <a:noFill xmlns:a="http://schemas.openxmlformats.org/drawingml/2006/main"/>
          <a:ln xmlns:a="http://schemas.openxmlformats.org/drawingml/2006/main" w="4581">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C65390CF-FF9B-4293-AF8D-7DAE87E6CC0E}"/>
              </a:ext>
            </a:extLst>
          </p:cNvPr>
          <p:cNvSpPr>
            <a:spLocks xmlns:a="http://schemas.openxmlformats.org/drawingml/2006/main" noGrp="1"/>
          </p:cNvSpPr>
          <p:nvPr/>
        </p:nvSpPr>
        <p:spPr>
          <a:xfrm xmlns:a="http://schemas.openxmlformats.org/drawingml/2006/main">
            <a:off x="144915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4685C627-B817-4AB4-AFB2-4E306EC23273}"/>
              </a:ext>
            </a:extLst>
          </p:cNvPr>
          <p:cNvSpPr>
            <a:spLocks xmlns:a="http://schemas.openxmlformats.org/drawingml/2006/main" noGrp="1"/>
          </p:cNvSpPr>
          <p:nvPr/>
        </p:nvSpPr>
        <p:spPr>
          <a:xfrm xmlns:a="http://schemas.openxmlformats.org/drawingml/2006/main">
            <a:off x="152815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9AE9D8DC-7E7C-4E0A-AEBF-508B0CD0F83F}"/>
              </a:ext>
            </a:extLst>
          </p:cNvPr>
          <p:cNvSpPr>
            <a:spLocks xmlns:a="http://schemas.openxmlformats.org/drawingml/2006/main" noGrp="1"/>
          </p:cNvSpPr>
          <p:nvPr/>
        </p:nvSpPr>
        <p:spPr>
          <a:xfrm xmlns:a="http://schemas.openxmlformats.org/drawingml/2006/main">
            <a:off x="160716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AF40DFBD-41B6-4290-ADFE-5928F8439575}"/>
              </a:ext>
            </a:extLst>
          </p:cNvPr>
          <p:cNvSpPr>
            <a:spLocks xmlns:a="http://schemas.openxmlformats.org/drawingml/2006/main" noGrp="1"/>
          </p:cNvSpPr>
          <p:nvPr/>
        </p:nvSpPr>
        <p:spPr>
          <a:xfrm xmlns:a="http://schemas.openxmlformats.org/drawingml/2006/main">
            <a:off x="168616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FD9F5DEE-A0D1-4175-B173-B700CB2B8205}"/>
              </a:ext>
            </a:extLst>
          </p:cNvPr>
          <p:cNvSpPr>
            <a:spLocks xmlns:a="http://schemas.openxmlformats.org/drawingml/2006/main" noGrp="1"/>
          </p:cNvSpPr>
          <p:nvPr/>
        </p:nvSpPr>
        <p:spPr>
          <a:xfrm xmlns:a="http://schemas.openxmlformats.org/drawingml/2006/main">
            <a:off x="176516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5838FEF4-095D-4537-8E4C-887CFF9A8511}"/>
              </a:ext>
            </a:extLst>
          </p:cNvPr>
          <p:cNvSpPr>
            <a:spLocks xmlns:a="http://schemas.openxmlformats.org/drawingml/2006/main" noGrp="1"/>
          </p:cNvSpPr>
          <p:nvPr/>
        </p:nvSpPr>
        <p:spPr>
          <a:xfrm xmlns:a="http://schemas.openxmlformats.org/drawingml/2006/main">
            <a:off x="176516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7D7909D5-934B-4484-AC72-9633B9836774}"/>
              </a:ext>
            </a:extLst>
          </p:cNvPr>
          <p:cNvSpPr>
            <a:spLocks xmlns:a="http://schemas.openxmlformats.org/drawingml/2006/main" noGrp="1"/>
          </p:cNvSpPr>
          <p:nvPr/>
        </p:nvSpPr>
        <p:spPr>
          <a:xfrm xmlns:a="http://schemas.openxmlformats.org/drawingml/2006/main">
            <a:off x="184416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EC56A207-5285-4519-83D1-BAA9704FE690}"/>
              </a:ext>
            </a:extLst>
          </p:cNvPr>
          <p:cNvSpPr>
            <a:spLocks xmlns:a="http://schemas.openxmlformats.org/drawingml/2006/main" noGrp="1"/>
          </p:cNvSpPr>
          <p:nvPr/>
        </p:nvSpPr>
        <p:spPr>
          <a:xfrm xmlns:a="http://schemas.openxmlformats.org/drawingml/2006/main">
            <a:off x="192317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E0E0A26C-8ECF-43E9-A6CA-9A2D854F7BEC}"/>
              </a:ext>
            </a:extLst>
          </p:cNvPr>
          <p:cNvSpPr>
            <a:spLocks xmlns:a="http://schemas.openxmlformats.org/drawingml/2006/main" noGrp="1"/>
          </p:cNvSpPr>
          <p:nvPr/>
        </p:nvSpPr>
        <p:spPr>
          <a:xfrm xmlns:a="http://schemas.openxmlformats.org/drawingml/2006/main">
            <a:off x="192317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EF8A88D3-3505-44D5-A11E-4F7FDEF16E68}"/>
              </a:ext>
            </a:extLst>
          </p:cNvPr>
          <p:cNvSpPr>
            <a:spLocks xmlns:a="http://schemas.openxmlformats.org/drawingml/2006/main" noGrp="1"/>
          </p:cNvSpPr>
          <p:nvPr/>
        </p:nvSpPr>
        <p:spPr>
          <a:xfrm xmlns:a="http://schemas.openxmlformats.org/drawingml/2006/main">
            <a:off x="200217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BD55ACAE-7441-42D1-A0DA-56B6F2B45155}"/>
              </a:ext>
            </a:extLst>
          </p:cNvPr>
          <p:cNvSpPr>
            <a:spLocks xmlns:a="http://schemas.openxmlformats.org/drawingml/2006/main" noGrp="1"/>
          </p:cNvSpPr>
          <p:nvPr/>
        </p:nvSpPr>
        <p:spPr>
          <a:xfrm xmlns:a="http://schemas.openxmlformats.org/drawingml/2006/main">
            <a:off x="200217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EF26BC70-995B-4A4F-86CD-5DABB86D2136}"/>
              </a:ext>
            </a:extLst>
          </p:cNvPr>
          <p:cNvSpPr>
            <a:spLocks xmlns:a="http://schemas.openxmlformats.org/drawingml/2006/main" noGrp="1"/>
          </p:cNvSpPr>
          <p:nvPr/>
        </p:nvSpPr>
        <p:spPr>
          <a:xfrm xmlns:a="http://schemas.openxmlformats.org/drawingml/2006/main">
            <a:off x="200217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09C4C166-E081-4DFB-BD48-472E78FB752A}"/>
              </a:ext>
            </a:extLst>
          </p:cNvPr>
          <p:cNvSpPr>
            <a:spLocks xmlns:a="http://schemas.openxmlformats.org/drawingml/2006/main" noGrp="1"/>
          </p:cNvSpPr>
          <p:nvPr/>
        </p:nvSpPr>
        <p:spPr>
          <a:xfrm xmlns:a="http://schemas.openxmlformats.org/drawingml/2006/main">
            <a:off x="208117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58DBCA39-AD79-4F8F-9272-B5DD999ABCE8}"/>
              </a:ext>
            </a:extLst>
          </p:cNvPr>
          <p:cNvSpPr>
            <a:spLocks xmlns:a="http://schemas.openxmlformats.org/drawingml/2006/main" noGrp="1"/>
          </p:cNvSpPr>
          <p:nvPr/>
        </p:nvSpPr>
        <p:spPr>
          <a:xfrm xmlns:a="http://schemas.openxmlformats.org/drawingml/2006/main">
            <a:off x="208117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05030B9E-FFE3-4D16-B7BB-348CB74604C9}"/>
              </a:ext>
            </a:extLst>
          </p:cNvPr>
          <p:cNvSpPr>
            <a:spLocks xmlns:a="http://schemas.openxmlformats.org/drawingml/2006/main" noGrp="1"/>
          </p:cNvSpPr>
          <p:nvPr/>
        </p:nvSpPr>
        <p:spPr>
          <a:xfrm xmlns:a="http://schemas.openxmlformats.org/drawingml/2006/main">
            <a:off x="208117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A41555EC-5F82-4391-BE25-3381BFCFBF3F}"/>
              </a:ext>
            </a:extLst>
          </p:cNvPr>
          <p:cNvSpPr>
            <a:spLocks xmlns:a="http://schemas.openxmlformats.org/drawingml/2006/main" noGrp="1"/>
          </p:cNvSpPr>
          <p:nvPr/>
        </p:nvSpPr>
        <p:spPr>
          <a:xfrm xmlns:a="http://schemas.openxmlformats.org/drawingml/2006/main">
            <a:off x="208117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5138E8E0-F333-4044-9787-2F32601B1881}"/>
              </a:ext>
            </a:extLst>
          </p:cNvPr>
          <p:cNvSpPr>
            <a:spLocks xmlns:a="http://schemas.openxmlformats.org/drawingml/2006/main" noGrp="1"/>
          </p:cNvSpPr>
          <p:nvPr/>
        </p:nvSpPr>
        <p:spPr>
          <a:xfrm xmlns:a="http://schemas.openxmlformats.org/drawingml/2006/main">
            <a:off x="208117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FA3AE793-0446-4691-9A63-157CB6F62719}"/>
              </a:ext>
            </a:extLst>
          </p:cNvPr>
          <p:cNvSpPr>
            <a:spLocks xmlns:a="http://schemas.openxmlformats.org/drawingml/2006/main" noGrp="1"/>
          </p:cNvSpPr>
          <p:nvPr/>
        </p:nvSpPr>
        <p:spPr>
          <a:xfrm xmlns:a="http://schemas.openxmlformats.org/drawingml/2006/main">
            <a:off x="216017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CFCE8B37-8EDB-4400-B689-DCC3BB119FD5}"/>
              </a:ext>
            </a:extLst>
          </p:cNvPr>
          <p:cNvSpPr>
            <a:spLocks xmlns:a="http://schemas.openxmlformats.org/drawingml/2006/main" noGrp="1"/>
          </p:cNvSpPr>
          <p:nvPr/>
        </p:nvSpPr>
        <p:spPr>
          <a:xfrm xmlns:a="http://schemas.openxmlformats.org/drawingml/2006/main">
            <a:off x="216017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7B4FA921-626C-4119-8D88-C864DF045AD4}"/>
              </a:ext>
            </a:extLst>
          </p:cNvPr>
          <p:cNvSpPr>
            <a:spLocks xmlns:a="http://schemas.openxmlformats.org/drawingml/2006/main" noGrp="1"/>
          </p:cNvSpPr>
          <p:nvPr/>
        </p:nvSpPr>
        <p:spPr>
          <a:xfrm xmlns:a="http://schemas.openxmlformats.org/drawingml/2006/main">
            <a:off x="216017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E9EA5B3F-6690-4108-89C3-43F6512E3170}"/>
              </a:ext>
            </a:extLst>
          </p:cNvPr>
          <p:cNvSpPr>
            <a:spLocks xmlns:a="http://schemas.openxmlformats.org/drawingml/2006/main" noGrp="1"/>
          </p:cNvSpPr>
          <p:nvPr/>
        </p:nvSpPr>
        <p:spPr>
          <a:xfrm xmlns:a="http://schemas.openxmlformats.org/drawingml/2006/main">
            <a:off x="216017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9BBEC0D8-A80D-450E-801C-AEAA78FE3537}"/>
              </a:ext>
            </a:extLst>
          </p:cNvPr>
          <p:cNvSpPr>
            <a:spLocks xmlns:a="http://schemas.openxmlformats.org/drawingml/2006/main" noGrp="1"/>
          </p:cNvSpPr>
          <p:nvPr/>
        </p:nvSpPr>
        <p:spPr>
          <a:xfrm xmlns:a="http://schemas.openxmlformats.org/drawingml/2006/main">
            <a:off x="216017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A654A130-A9F4-4158-B746-CCBD17B71EB1}"/>
              </a:ext>
            </a:extLst>
          </p:cNvPr>
          <p:cNvSpPr>
            <a:spLocks xmlns:a="http://schemas.openxmlformats.org/drawingml/2006/main" noGrp="1"/>
          </p:cNvSpPr>
          <p:nvPr/>
        </p:nvSpPr>
        <p:spPr>
          <a:xfrm xmlns:a="http://schemas.openxmlformats.org/drawingml/2006/main">
            <a:off x="223918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F33AA274-5A1E-4F30-8D9E-8E5D79721B2A}"/>
              </a:ext>
            </a:extLst>
          </p:cNvPr>
          <p:cNvSpPr>
            <a:spLocks xmlns:a="http://schemas.openxmlformats.org/drawingml/2006/main" noGrp="1"/>
          </p:cNvSpPr>
          <p:nvPr/>
        </p:nvSpPr>
        <p:spPr>
          <a:xfrm xmlns:a="http://schemas.openxmlformats.org/drawingml/2006/main">
            <a:off x="223918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35271D06-F80C-4404-B463-DC9E58BE5DF5}"/>
              </a:ext>
            </a:extLst>
          </p:cNvPr>
          <p:cNvSpPr>
            <a:spLocks xmlns:a="http://schemas.openxmlformats.org/drawingml/2006/main" noGrp="1"/>
          </p:cNvSpPr>
          <p:nvPr/>
        </p:nvSpPr>
        <p:spPr>
          <a:xfrm xmlns:a="http://schemas.openxmlformats.org/drawingml/2006/main">
            <a:off x="223918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C5CB43D4-B50D-4DC6-9AD0-D37BB68D948C}"/>
              </a:ext>
            </a:extLst>
          </p:cNvPr>
          <p:cNvSpPr>
            <a:spLocks xmlns:a="http://schemas.openxmlformats.org/drawingml/2006/main" noGrp="1"/>
          </p:cNvSpPr>
          <p:nvPr/>
        </p:nvSpPr>
        <p:spPr>
          <a:xfrm xmlns:a="http://schemas.openxmlformats.org/drawingml/2006/main">
            <a:off x="223918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82E99B14-25F5-481B-A323-099EFEE32375}"/>
              </a:ext>
            </a:extLst>
          </p:cNvPr>
          <p:cNvSpPr>
            <a:spLocks xmlns:a="http://schemas.openxmlformats.org/drawingml/2006/main" noGrp="1"/>
          </p:cNvSpPr>
          <p:nvPr/>
        </p:nvSpPr>
        <p:spPr>
          <a:xfrm xmlns:a="http://schemas.openxmlformats.org/drawingml/2006/main">
            <a:off x="223918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767AD540-38B2-45D6-82AD-D808E0B0506B}"/>
              </a:ext>
            </a:extLst>
          </p:cNvPr>
          <p:cNvSpPr>
            <a:spLocks xmlns:a="http://schemas.openxmlformats.org/drawingml/2006/main" noGrp="1"/>
          </p:cNvSpPr>
          <p:nvPr/>
        </p:nvSpPr>
        <p:spPr>
          <a:xfrm xmlns:a="http://schemas.openxmlformats.org/drawingml/2006/main">
            <a:off x="223918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16786E77-BF91-4D93-8CE3-AD28C0A5854C}"/>
              </a:ext>
            </a:extLst>
          </p:cNvPr>
          <p:cNvSpPr>
            <a:spLocks xmlns:a="http://schemas.openxmlformats.org/drawingml/2006/main" noGrp="1"/>
          </p:cNvSpPr>
          <p:nvPr/>
        </p:nvSpPr>
        <p:spPr>
          <a:xfrm xmlns:a="http://schemas.openxmlformats.org/drawingml/2006/main">
            <a:off x="231818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6B5952C8-D99B-4FF3-B0AE-F0BDF5DDF372}"/>
              </a:ext>
            </a:extLst>
          </p:cNvPr>
          <p:cNvSpPr>
            <a:spLocks xmlns:a="http://schemas.openxmlformats.org/drawingml/2006/main" noGrp="1"/>
          </p:cNvSpPr>
          <p:nvPr/>
        </p:nvSpPr>
        <p:spPr>
          <a:xfrm xmlns:a="http://schemas.openxmlformats.org/drawingml/2006/main">
            <a:off x="231818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AA1C84E5-84B9-4D94-AA6B-A86C54CBFC81}"/>
              </a:ext>
            </a:extLst>
          </p:cNvPr>
          <p:cNvSpPr>
            <a:spLocks xmlns:a="http://schemas.openxmlformats.org/drawingml/2006/main" noGrp="1"/>
          </p:cNvSpPr>
          <p:nvPr/>
        </p:nvSpPr>
        <p:spPr>
          <a:xfrm xmlns:a="http://schemas.openxmlformats.org/drawingml/2006/main">
            <a:off x="231818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0DE7A129-0DAD-4534-ABA5-2193C9FF93C4}"/>
              </a:ext>
            </a:extLst>
          </p:cNvPr>
          <p:cNvSpPr>
            <a:spLocks xmlns:a="http://schemas.openxmlformats.org/drawingml/2006/main" noGrp="1"/>
          </p:cNvSpPr>
          <p:nvPr/>
        </p:nvSpPr>
        <p:spPr>
          <a:xfrm xmlns:a="http://schemas.openxmlformats.org/drawingml/2006/main">
            <a:off x="231818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E11814BD-1A14-4F9B-9481-E7C53457AF6B}"/>
              </a:ext>
            </a:extLst>
          </p:cNvPr>
          <p:cNvSpPr>
            <a:spLocks xmlns:a="http://schemas.openxmlformats.org/drawingml/2006/main" noGrp="1"/>
          </p:cNvSpPr>
          <p:nvPr/>
        </p:nvSpPr>
        <p:spPr>
          <a:xfrm xmlns:a="http://schemas.openxmlformats.org/drawingml/2006/main">
            <a:off x="239718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E5E529A3-BA3D-4292-99DD-2DB161BAD422}"/>
              </a:ext>
            </a:extLst>
          </p:cNvPr>
          <p:cNvSpPr>
            <a:spLocks xmlns:a="http://schemas.openxmlformats.org/drawingml/2006/main" noGrp="1"/>
          </p:cNvSpPr>
          <p:nvPr/>
        </p:nvSpPr>
        <p:spPr>
          <a:xfrm xmlns:a="http://schemas.openxmlformats.org/drawingml/2006/main">
            <a:off x="239718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C5E0116D-2D2A-42E7-82AC-03AB6CEBE43E}"/>
              </a:ext>
            </a:extLst>
          </p:cNvPr>
          <p:cNvSpPr>
            <a:spLocks xmlns:a="http://schemas.openxmlformats.org/drawingml/2006/main" noGrp="1"/>
          </p:cNvSpPr>
          <p:nvPr/>
        </p:nvSpPr>
        <p:spPr>
          <a:xfrm xmlns:a="http://schemas.openxmlformats.org/drawingml/2006/main">
            <a:off x="239718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5E5E3F14-8714-4D3F-9EA5-9A1C539C1DE8}"/>
              </a:ext>
            </a:extLst>
          </p:cNvPr>
          <p:cNvSpPr>
            <a:spLocks xmlns:a="http://schemas.openxmlformats.org/drawingml/2006/main" noGrp="1"/>
          </p:cNvSpPr>
          <p:nvPr/>
        </p:nvSpPr>
        <p:spPr>
          <a:xfrm xmlns:a="http://schemas.openxmlformats.org/drawingml/2006/main">
            <a:off x="239718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F457A8B6-DC6F-4B78-9702-D2DEEA55581A}"/>
              </a:ext>
            </a:extLst>
          </p:cNvPr>
          <p:cNvSpPr>
            <a:spLocks xmlns:a="http://schemas.openxmlformats.org/drawingml/2006/main" noGrp="1"/>
          </p:cNvSpPr>
          <p:nvPr/>
        </p:nvSpPr>
        <p:spPr>
          <a:xfrm xmlns:a="http://schemas.openxmlformats.org/drawingml/2006/main">
            <a:off x="239718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7E7C1148-D826-41E4-BBA1-C90A4650C1C3}"/>
              </a:ext>
            </a:extLst>
          </p:cNvPr>
          <p:cNvSpPr>
            <a:spLocks xmlns:a="http://schemas.openxmlformats.org/drawingml/2006/main" noGrp="1"/>
          </p:cNvSpPr>
          <p:nvPr/>
        </p:nvSpPr>
        <p:spPr>
          <a:xfrm xmlns:a="http://schemas.openxmlformats.org/drawingml/2006/main">
            <a:off x="2397186"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A8F633DF-0C33-4F45-83B9-8C0D892D8069}"/>
              </a:ext>
            </a:extLst>
          </p:cNvPr>
          <p:cNvSpPr>
            <a:spLocks xmlns:a="http://schemas.openxmlformats.org/drawingml/2006/main" noGrp="1"/>
          </p:cNvSpPr>
          <p:nvPr/>
        </p:nvSpPr>
        <p:spPr>
          <a:xfrm xmlns:a="http://schemas.openxmlformats.org/drawingml/2006/main">
            <a:off x="2476189"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4CA205BE-4430-4300-A22B-341249B231BA}"/>
              </a:ext>
            </a:extLst>
          </p:cNvPr>
          <p:cNvSpPr>
            <a:spLocks xmlns:a="http://schemas.openxmlformats.org/drawingml/2006/main" noGrp="1"/>
          </p:cNvSpPr>
          <p:nvPr/>
        </p:nvSpPr>
        <p:spPr>
          <a:xfrm xmlns:a="http://schemas.openxmlformats.org/drawingml/2006/main">
            <a:off x="247618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D054A345-8A13-460C-A472-F7579D8F2709}"/>
              </a:ext>
            </a:extLst>
          </p:cNvPr>
          <p:cNvSpPr>
            <a:spLocks xmlns:a="http://schemas.openxmlformats.org/drawingml/2006/main" noGrp="1"/>
          </p:cNvSpPr>
          <p:nvPr/>
        </p:nvSpPr>
        <p:spPr>
          <a:xfrm xmlns:a="http://schemas.openxmlformats.org/drawingml/2006/main">
            <a:off x="247618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935A8DCE-6116-4693-8B9E-389C1B23D0B9}"/>
              </a:ext>
            </a:extLst>
          </p:cNvPr>
          <p:cNvSpPr>
            <a:spLocks xmlns:a="http://schemas.openxmlformats.org/drawingml/2006/main" noGrp="1"/>
          </p:cNvSpPr>
          <p:nvPr/>
        </p:nvSpPr>
        <p:spPr>
          <a:xfrm xmlns:a="http://schemas.openxmlformats.org/drawingml/2006/main">
            <a:off x="247618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8C7B843F-0C36-40E3-888F-8447B225D872}"/>
              </a:ext>
            </a:extLst>
          </p:cNvPr>
          <p:cNvSpPr>
            <a:spLocks xmlns:a="http://schemas.openxmlformats.org/drawingml/2006/main" noGrp="1"/>
          </p:cNvSpPr>
          <p:nvPr/>
        </p:nvSpPr>
        <p:spPr>
          <a:xfrm xmlns:a="http://schemas.openxmlformats.org/drawingml/2006/main">
            <a:off x="247618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D6BAE5B4-4628-472D-9549-9E36256BB6BB}"/>
              </a:ext>
            </a:extLst>
          </p:cNvPr>
          <p:cNvSpPr>
            <a:spLocks xmlns:a="http://schemas.openxmlformats.org/drawingml/2006/main" noGrp="1"/>
          </p:cNvSpPr>
          <p:nvPr/>
        </p:nvSpPr>
        <p:spPr>
          <a:xfrm xmlns:a="http://schemas.openxmlformats.org/drawingml/2006/main">
            <a:off x="247618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07C52CC6-A37C-47AA-BEE6-BB4262D978B9}"/>
              </a:ext>
            </a:extLst>
          </p:cNvPr>
          <p:cNvSpPr>
            <a:spLocks xmlns:a="http://schemas.openxmlformats.org/drawingml/2006/main" noGrp="1"/>
          </p:cNvSpPr>
          <p:nvPr/>
        </p:nvSpPr>
        <p:spPr>
          <a:xfrm xmlns:a="http://schemas.openxmlformats.org/drawingml/2006/main">
            <a:off x="247618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FE869815-344F-46B3-941D-89EEBFB3D2D8}"/>
              </a:ext>
            </a:extLst>
          </p:cNvPr>
          <p:cNvSpPr>
            <a:spLocks xmlns:a="http://schemas.openxmlformats.org/drawingml/2006/main" noGrp="1"/>
          </p:cNvSpPr>
          <p:nvPr/>
        </p:nvSpPr>
        <p:spPr>
          <a:xfrm xmlns:a="http://schemas.openxmlformats.org/drawingml/2006/main">
            <a:off x="247618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FA3A5AD4-0B98-4BE7-A7C0-C54BADB53F92}"/>
              </a:ext>
            </a:extLst>
          </p:cNvPr>
          <p:cNvSpPr>
            <a:spLocks xmlns:a="http://schemas.openxmlformats.org/drawingml/2006/main" noGrp="1"/>
          </p:cNvSpPr>
          <p:nvPr/>
        </p:nvSpPr>
        <p:spPr>
          <a:xfrm xmlns:a="http://schemas.openxmlformats.org/drawingml/2006/main">
            <a:off x="247618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3368CA9C-BDE0-4720-A0C6-3C87CE7E71C4}"/>
              </a:ext>
            </a:extLst>
          </p:cNvPr>
          <p:cNvSpPr>
            <a:spLocks xmlns:a="http://schemas.openxmlformats.org/drawingml/2006/main" noGrp="1"/>
          </p:cNvSpPr>
          <p:nvPr/>
        </p:nvSpPr>
        <p:spPr>
          <a:xfrm xmlns:a="http://schemas.openxmlformats.org/drawingml/2006/main">
            <a:off x="2476189"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3948F1B3-9B71-4255-AC9F-0E1B6E25AA75}"/>
              </a:ext>
            </a:extLst>
          </p:cNvPr>
          <p:cNvSpPr>
            <a:spLocks xmlns:a="http://schemas.openxmlformats.org/drawingml/2006/main" noGrp="1"/>
          </p:cNvSpPr>
          <p:nvPr/>
        </p:nvSpPr>
        <p:spPr>
          <a:xfrm xmlns:a="http://schemas.openxmlformats.org/drawingml/2006/main">
            <a:off x="2476189"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D6513893-1425-40DE-BE67-C49C7D71FA90}"/>
              </a:ext>
            </a:extLst>
          </p:cNvPr>
          <p:cNvSpPr>
            <a:spLocks xmlns:a="http://schemas.openxmlformats.org/drawingml/2006/main" noGrp="1"/>
          </p:cNvSpPr>
          <p:nvPr/>
        </p:nvSpPr>
        <p:spPr>
          <a:xfrm xmlns:a="http://schemas.openxmlformats.org/drawingml/2006/main">
            <a:off x="255519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20F0B9BB-CD31-4C23-9748-65E67822A1CB}"/>
              </a:ext>
            </a:extLst>
          </p:cNvPr>
          <p:cNvSpPr>
            <a:spLocks xmlns:a="http://schemas.openxmlformats.org/drawingml/2006/main" noGrp="1"/>
          </p:cNvSpPr>
          <p:nvPr/>
        </p:nvSpPr>
        <p:spPr>
          <a:xfrm xmlns:a="http://schemas.openxmlformats.org/drawingml/2006/main">
            <a:off x="255519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6C354F3E-ADBE-4D78-AF80-CC19D784D231}"/>
              </a:ext>
            </a:extLst>
          </p:cNvPr>
          <p:cNvSpPr>
            <a:spLocks xmlns:a="http://schemas.openxmlformats.org/drawingml/2006/main" noGrp="1"/>
          </p:cNvSpPr>
          <p:nvPr/>
        </p:nvSpPr>
        <p:spPr>
          <a:xfrm xmlns:a="http://schemas.openxmlformats.org/drawingml/2006/main">
            <a:off x="255519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523CD97A-4F1D-40E7-AE22-F3E7553EFC26}"/>
              </a:ext>
            </a:extLst>
          </p:cNvPr>
          <p:cNvSpPr>
            <a:spLocks xmlns:a="http://schemas.openxmlformats.org/drawingml/2006/main" noGrp="1"/>
          </p:cNvSpPr>
          <p:nvPr/>
        </p:nvSpPr>
        <p:spPr>
          <a:xfrm xmlns:a="http://schemas.openxmlformats.org/drawingml/2006/main">
            <a:off x="255519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752CA85E-77FE-443B-855B-F32E3049E79A}"/>
              </a:ext>
            </a:extLst>
          </p:cNvPr>
          <p:cNvSpPr>
            <a:spLocks xmlns:a="http://schemas.openxmlformats.org/drawingml/2006/main" noGrp="1"/>
          </p:cNvSpPr>
          <p:nvPr/>
        </p:nvSpPr>
        <p:spPr>
          <a:xfrm xmlns:a="http://schemas.openxmlformats.org/drawingml/2006/main">
            <a:off x="255519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D7455259-1ECC-4DED-BA1C-D7E5F53FC756}"/>
              </a:ext>
            </a:extLst>
          </p:cNvPr>
          <p:cNvSpPr>
            <a:spLocks xmlns:a="http://schemas.openxmlformats.org/drawingml/2006/main" noGrp="1"/>
          </p:cNvSpPr>
          <p:nvPr/>
        </p:nvSpPr>
        <p:spPr>
          <a:xfrm xmlns:a="http://schemas.openxmlformats.org/drawingml/2006/main">
            <a:off x="255519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FA1C7EB0-7A66-4A40-AD43-3CEA7D670935}"/>
              </a:ext>
            </a:extLst>
          </p:cNvPr>
          <p:cNvSpPr>
            <a:spLocks xmlns:a="http://schemas.openxmlformats.org/drawingml/2006/main" noGrp="1"/>
          </p:cNvSpPr>
          <p:nvPr/>
        </p:nvSpPr>
        <p:spPr>
          <a:xfrm xmlns:a="http://schemas.openxmlformats.org/drawingml/2006/main">
            <a:off x="255519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BA483EFD-1C0B-4501-B8ED-3715B55C07AA}"/>
              </a:ext>
            </a:extLst>
          </p:cNvPr>
          <p:cNvSpPr>
            <a:spLocks xmlns:a="http://schemas.openxmlformats.org/drawingml/2006/main" noGrp="1"/>
          </p:cNvSpPr>
          <p:nvPr/>
        </p:nvSpPr>
        <p:spPr>
          <a:xfrm xmlns:a="http://schemas.openxmlformats.org/drawingml/2006/main">
            <a:off x="255519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DF5D9F92-CDD1-420E-9F11-20285995D93E}"/>
              </a:ext>
            </a:extLst>
          </p:cNvPr>
          <p:cNvSpPr>
            <a:spLocks xmlns:a="http://schemas.openxmlformats.org/drawingml/2006/main" noGrp="1"/>
          </p:cNvSpPr>
          <p:nvPr/>
        </p:nvSpPr>
        <p:spPr>
          <a:xfrm xmlns:a="http://schemas.openxmlformats.org/drawingml/2006/main">
            <a:off x="255519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9EC9F5BD-F98E-4D3D-A8C9-A7D47BE19151}"/>
              </a:ext>
            </a:extLst>
          </p:cNvPr>
          <p:cNvSpPr>
            <a:spLocks xmlns:a="http://schemas.openxmlformats.org/drawingml/2006/main" noGrp="1"/>
          </p:cNvSpPr>
          <p:nvPr/>
        </p:nvSpPr>
        <p:spPr>
          <a:xfrm xmlns:a="http://schemas.openxmlformats.org/drawingml/2006/main">
            <a:off x="2555191"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6DA7CE4D-6D30-4309-B8FA-AAF9957F9B8D}"/>
              </a:ext>
            </a:extLst>
          </p:cNvPr>
          <p:cNvSpPr>
            <a:spLocks xmlns:a="http://schemas.openxmlformats.org/drawingml/2006/main" noGrp="1"/>
          </p:cNvSpPr>
          <p:nvPr/>
        </p:nvSpPr>
        <p:spPr>
          <a:xfrm xmlns:a="http://schemas.openxmlformats.org/drawingml/2006/main">
            <a:off x="2555191"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11CC1A13-6A9D-4A73-B30F-2FD2EF8FFB74}"/>
              </a:ext>
            </a:extLst>
          </p:cNvPr>
          <p:cNvSpPr>
            <a:spLocks xmlns:a="http://schemas.openxmlformats.org/drawingml/2006/main" noGrp="1"/>
          </p:cNvSpPr>
          <p:nvPr/>
        </p:nvSpPr>
        <p:spPr>
          <a:xfrm xmlns:a="http://schemas.openxmlformats.org/drawingml/2006/main">
            <a:off x="2555191"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37059EAF-7A7A-4D2D-A988-6369627D776A}"/>
              </a:ext>
            </a:extLst>
          </p:cNvPr>
          <p:cNvSpPr>
            <a:spLocks xmlns:a="http://schemas.openxmlformats.org/drawingml/2006/main" noGrp="1"/>
          </p:cNvSpPr>
          <p:nvPr/>
        </p:nvSpPr>
        <p:spPr>
          <a:xfrm xmlns:a="http://schemas.openxmlformats.org/drawingml/2006/main">
            <a:off x="2634194"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273A53E7-7B89-4F10-A4D7-F6FB55F7D47E}"/>
              </a:ext>
            </a:extLst>
          </p:cNvPr>
          <p:cNvSpPr>
            <a:spLocks xmlns:a="http://schemas.openxmlformats.org/drawingml/2006/main" noGrp="1"/>
          </p:cNvSpPr>
          <p:nvPr/>
        </p:nvSpPr>
        <p:spPr>
          <a:xfrm xmlns:a="http://schemas.openxmlformats.org/drawingml/2006/main">
            <a:off x="263419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E526FC91-1A74-4180-9F28-AB21398C27C4}"/>
              </a:ext>
            </a:extLst>
          </p:cNvPr>
          <p:cNvSpPr>
            <a:spLocks xmlns:a="http://schemas.openxmlformats.org/drawingml/2006/main" noGrp="1"/>
          </p:cNvSpPr>
          <p:nvPr/>
        </p:nvSpPr>
        <p:spPr>
          <a:xfrm xmlns:a="http://schemas.openxmlformats.org/drawingml/2006/main">
            <a:off x="263419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F3C50704-C57D-46B0-9A61-01F776C4DA22}"/>
              </a:ext>
            </a:extLst>
          </p:cNvPr>
          <p:cNvSpPr>
            <a:spLocks xmlns:a="http://schemas.openxmlformats.org/drawingml/2006/main" noGrp="1"/>
          </p:cNvSpPr>
          <p:nvPr/>
        </p:nvSpPr>
        <p:spPr>
          <a:xfrm xmlns:a="http://schemas.openxmlformats.org/drawingml/2006/main">
            <a:off x="263419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B948EC9E-D4A4-4062-9CAD-1F9BB1EA74CD}"/>
              </a:ext>
            </a:extLst>
          </p:cNvPr>
          <p:cNvSpPr>
            <a:spLocks xmlns:a="http://schemas.openxmlformats.org/drawingml/2006/main" noGrp="1"/>
          </p:cNvSpPr>
          <p:nvPr/>
        </p:nvSpPr>
        <p:spPr>
          <a:xfrm xmlns:a="http://schemas.openxmlformats.org/drawingml/2006/main">
            <a:off x="263419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F354F674-B6B1-4B01-B42C-D3EF9733C808}"/>
              </a:ext>
            </a:extLst>
          </p:cNvPr>
          <p:cNvSpPr>
            <a:spLocks xmlns:a="http://schemas.openxmlformats.org/drawingml/2006/main" noGrp="1"/>
          </p:cNvSpPr>
          <p:nvPr/>
        </p:nvSpPr>
        <p:spPr>
          <a:xfrm xmlns:a="http://schemas.openxmlformats.org/drawingml/2006/main">
            <a:off x="263419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0D014271-E6C4-4C4F-A019-88E54DF6B716}"/>
              </a:ext>
            </a:extLst>
          </p:cNvPr>
          <p:cNvSpPr>
            <a:spLocks xmlns:a="http://schemas.openxmlformats.org/drawingml/2006/main" noGrp="1"/>
          </p:cNvSpPr>
          <p:nvPr/>
        </p:nvSpPr>
        <p:spPr>
          <a:xfrm xmlns:a="http://schemas.openxmlformats.org/drawingml/2006/main">
            <a:off x="263419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82C365C9-0CF7-48AA-997A-A53D975ED674}"/>
              </a:ext>
            </a:extLst>
          </p:cNvPr>
          <p:cNvSpPr>
            <a:spLocks xmlns:a="http://schemas.openxmlformats.org/drawingml/2006/main" noGrp="1"/>
          </p:cNvSpPr>
          <p:nvPr/>
        </p:nvSpPr>
        <p:spPr>
          <a:xfrm xmlns:a="http://schemas.openxmlformats.org/drawingml/2006/main">
            <a:off x="263419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E8B3B297-3D2B-4546-9D3B-10556CAD4B4A}"/>
              </a:ext>
            </a:extLst>
          </p:cNvPr>
          <p:cNvSpPr>
            <a:spLocks xmlns:a="http://schemas.openxmlformats.org/drawingml/2006/main" noGrp="1"/>
          </p:cNvSpPr>
          <p:nvPr/>
        </p:nvSpPr>
        <p:spPr>
          <a:xfrm xmlns:a="http://schemas.openxmlformats.org/drawingml/2006/main">
            <a:off x="263419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8D013DF4-5507-4B9E-84F5-6B303845EF86}"/>
              </a:ext>
            </a:extLst>
          </p:cNvPr>
          <p:cNvSpPr>
            <a:spLocks xmlns:a="http://schemas.openxmlformats.org/drawingml/2006/main" noGrp="1"/>
          </p:cNvSpPr>
          <p:nvPr/>
        </p:nvSpPr>
        <p:spPr>
          <a:xfrm xmlns:a="http://schemas.openxmlformats.org/drawingml/2006/main">
            <a:off x="263419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1398F7AC-BFBB-4850-9489-18FEF8F2CFE0}"/>
              </a:ext>
            </a:extLst>
          </p:cNvPr>
          <p:cNvSpPr>
            <a:spLocks xmlns:a="http://schemas.openxmlformats.org/drawingml/2006/main" noGrp="1"/>
          </p:cNvSpPr>
          <p:nvPr/>
        </p:nvSpPr>
        <p:spPr>
          <a:xfrm xmlns:a="http://schemas.openxmlformats.org/drawingml/2006/main">
            <a:off x="2634194"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AD471D35-B62E-4AB0-9BD4-AC094B7C2068}"/>
              </a:ext>
            </a:extLst>
          </p:cNvPr>
          <p:cNvSpPr>
            <a:spLocks xmlns:a="http://schemas.openxmlformats.org/drawingml/2006/main" noGrp="1"/>
          </p:cNvSpPr>
          <p:nvPr/>
        </p:nvSpPr>
        <p:spPr>
          <a:xfrm xmlns:a="http://schemas.openxmlformats.org/drawingml/2006/main">
            <a:off x="2634194"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8C724D4F-F560-425B-9616-808AD6C035CD}"/>
              </a:ext>
            </a:extLst>
          </p:cNvPr>
          <p:cNvSpPr>
            <a:spLocks xmlns:a="http://schemas.openxmlformats.org/drawingml/2006/main" noGrp="1"/>
          </p:cNvSpPr>
          <p:nvPr/>
        </p:nvSpPr>
        <p:spPr>
          <a:xfrm xmlns:a="http://schemas.openxmlformats.org/drawingml/2006/main">
            <a:off x="271319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C675B435-8555-4D3C-8BEE-5FA13D0EB37F}"/>
              </a:ext>
            </a:extLst>
          </p:cNvPr>
          <p:cNvSpPr>
            <a:spLocks xmlns:a="http://schemas.openxmlformats.org/drawingml/2006/main" noGrp="1"/>
          </p:cNvSpPr>
          <p:nvPr/>
        </p:nvSpPr>
        <p:spPr>
          <a:xfrm xmlns:a="http://schemas.openxmlformats.org/drawingml/2006/main">
            <a:off x="271319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260EE241-8A3F-490D-97F5-798F3C6CCDAA}"/>
              </a:ext>
            </a:extLst>
          </p:cNvPr>
          <p:cNvSpPr>
            <a:spLocks xmlns:a="http://schemas.openxmlformats.org/drawingml/2006/main" noGrp="1"/>
          </p:cNvSpPr>
          <p:nvPr/>
        </p:nvSpPr>
        <p:spPr>
          <a:xfrm xmlns:a="http://schemas.openxmlformats.org/drawingml/2006/main">
            <a:off x="271319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052391BC-B6EB-45A1-ACD1-4C8611AB9EFB}"/>
              </a:ext>
            </a:extLst>
          </p:cNvPr>
          <p:cNvSpPr>
            <a:spLocks xmlns:a="http://schemas.openxmlformats.org/drawingml/2006/main" noGrp="1"/>
          </p:cNvSpPr>
          <p:nvPr/>
        </p:nvSpPr>
        <p:spPr>
          <a:xfrm xmlns:a="http://schemas.openxmlformats.org/drawingml/2006/main">
            <a:off x="271319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6844FE96-9D0B-4D0F-A8E8-259A71A9BC1A}"/>
              </a:ext>
            </a:extLst>
          </p:cNvPr>
          <p:cNvSpPr>
            <a:spLocks xmlns:a="http://schemas.openxmlformats.org/drawingml/2006/main" noGrp="1"/>
          </p:cNvSpPr>
          <p:nvPr/>
        </p:nvSpPr>
        <p:spPr>
          <a:xfrm xmlns:a="http://schemas.openxmlformats.org/drawingml/2006/main">
            <a:off x="271319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147047A9-3127-42C4-8362-E1C8A895198E}"/>
              </a:ext>
            </a:extLst>
          </p:cNvPr>
          <p:cNvSpPr>
            <a:spLocks xmlns:a="http://schemas.openxmlformats.org/drawingml/2006/main" noGrp="1"/>
          </p:cNvSpPr>
          <p:nvPr/>
        </p:nvSpPr>
        <p:spPr>
          <a:xfrm xmlns:a="http://schemas.openxmlformats.org/drawingml/2006/main">
            <a:off x="271319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B77EC6F5-0657-44D2-A92F-259156EB2919}"/>
              </a:ext>
            </a:extLst>
          </p:cNvPr>
          <p:cNvSpPr>
            <a:spLocks xmlns:a="http://schemas.openxmlformats.org/drawingml/2006/main" noGrp="1"/>
          </p:cNvSpPr>
          <p:nvPr/>
        </p:nvSpPr>
        <p:spPr>
          <a:xfrm xmlns:a="http://schemas.openxmlformats.org/drawingml/2006/main">
            <a:off x="271319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E0BCC073-E252-4708-80EC-0CA17A93DA99}"/>
              </a:ext>
            </a:extLst>
          </p:cNvPr>
          <p:cNvSpPr>
            <a:spLocks xmlns:a="http://schemas.openxmlformats.org/drawingml/2006/main" noGrp="1"/>
          </p:cNvSpPr>
          <p:nvPr/>
        </p:nvSpPr>
        <p:spPr>
          <a:xfrm xmlns:a="http://schemas.openxmlformats.org/drawingml/2006/main">
            <a:off x="271319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C73ACFFD-CFEA-464F-863E-B55D1C99B285}"/>
              </a:ext>
            </a:extLst>
          </p:cNvPr>
          <p:cNvSpPr>
            <a:spLocks xmlns:a="http://schemas.openxmlformats.org/drawingml/2006/main" noGrp="1"/>
          </p:cNvSpPr>
          <p:nvPr/>
        </p:nvSpPr>
        <p:spPr>
          <a:xfrm xmlns:a="http://schemas.openxmlformats.org/drawingml/2006/main">
            <a:off x="271319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1FB31B15-1C75-4664-BDB4-AD0B356233B4}"/>
              </a:ext>
            </a:extLst>
          </p:cNvPr>
          <p:cNvSpPr>
            <a:spLocks xmlns:a="http://schemas.openxmlformats.org/drawingml/2006/main" noGrp="1"/>
          </p:cNvSpPr>
          <p:nvPr/>
        </p:nvSpPr>
        <p:spPr>
          <a:xfrm xmlns:a="http://schemas.openxmlformats.org/drawingml/2006/main">
            <a:off x="271319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271F51D1-6AAC-499A-B548-07C809F2474D}"/>
              </a:ext>
            </a:extLst>
          </p:cNvPr>
          <p:cNvSpPr>
            <a:spLocks xmlns:a="http://schemas.openxmlformats.org/drawingml/2006/main" noGrp="1"/>
          </p:cNvSpPr>
          <p:nvPr/>
        </p:nvSpPr>
        <p:spPr>
          <a:xfrm xmlns:a="http://schemas.openxmlformats.org/drawingml/2006/main">
            <a:off x="271319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6CC073A0-1C71-4289-81EF-CFF009B8D4E5}"/>
              </a:ext>
            </a:extLst>
          </p:cNvPr>
          <p:cNvSpPr>
            <a:spLocks xmlns:a="http://schemas.openxmlformats.org/drawingml/2006/main" noGrp="1"/>
          </p:cNvSpPr>
          <p:nvPr/>
        </p:nvSpPr>
        <p:spPr>
          <a:xfrm xmlns:a="http://schemas.openxmlformats.org/drawingml/2006/main">
            <a:off x="271319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60CD9EDC-28B9-4363-A6F6-5FEA4860DBF4}"/>
              </a:ext>
            </a:extLst>
          </p:cNvPr>
          <p:cNvSpPr>
            <a:spLocks xmlns:a="http://schemas.openxmlformats.org/drawingml/2006/main" noGrp="1"/>
          </p:cNvSpPr>
          <p:nvPr/>
        </p:nvSpPr>
        <p:spPr>
          <a:xfrm xmlns:a="http://schemas.openxmlformats.org/drawingml/2006/main">
            <a:off x="271319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50577D1D-12DF-4D40-8534-E99729E2C21A}"/>
              </a:ext>
            </a:extLst>
          </p:cNvPr>
          <p:cNvSpPr>
            <a:spLocks xmlns:a="http://schemas.openxmlformats.org/drawingml/2006/main" noGrp="1"/>
          </p:cNvSpPr>
          <p:nvPr/>
        </p:nvSpPr>
        <p:spPr>
          <a:xfrm xmlns:a="http://schemas.openxmlformats.org/drawingml/2006/main">
            <a:off x="271319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311C2930-5B59-4E85-B924-914E63C40843}"/>
              </a:ext>
            </a:extLst>
          </p:cNvPr>
          <p:cNvSpPr>
            <a:spLocks xmlns:a="http://schemas.openxmlformats.org/drawingml/2006/main" noGrp="1"/>
          </p:cNvSpPr>
          <p:nvPr/>
        </p:nvSpPr>
        <p:spPr>
          <a:xfrm xmlns:a="http://schemas.openxmlformats.org/drawingml/2006/main">
            <a:off x="271319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966A5927-4713-411A-B166-9FFCA4740A62}"/>
              </a:ext>
            </a:extLst>
          </p:cNvPr>
          <p:cNvSpPr>
            <a:spLocks xmlns:a="http://schemas.openxmlformats.org/drawingml/2006/main" noGrp="1"/>
          </p:cNvSpPr>
          <p:nvPr/>
        </p:nvSpPr>
        <p:spPr>
          <a:xfrm xmlns:a="http://schemas.openxmlformats.org/drawingml/2006/main">
            <a:off x="271319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23ED48DD-1C35-44B4-B5CA-FBFA47DD12A8}"/>
              </a:ext>
            </a:extLst>
          </p:cNvPr>
          <p:cNvSpPr>
            <a:spLocks xmlns:a="http://schemas.openxmlformats.org/drawingml/2006/main" noGrp="1"/>
          </p:cNvSpPr>
          <p:nvPr/>
        </p:nvSpPr>
        <p:spPr>
          <a:xfrm xmlns:a="http://schemas.openxmlformats.org/drawingml/2006/main">
            <a:off x="279219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92EBCCD9-7EF2-4FAC-9845-A16B0CD152C7}"/>
              </a:ext>
            </a:extLst>
          </p:cNvPr>
          <p:cNvSpPr>
            <a:spLocks xmlns:a="http://schemas.openxmlformats.org/drawingml/2006/main" noGrp="1"/>
          </p:cNvSpPr>
          <p:nvPr/>
        </p:nvSpPr>
        <p:spPr>
          <a:xfrm xmlns:a="http://schemas.openxmlformats.org/drawingml/2006/main">
            <a:off x="279219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3406246F-CA98-496E-8B77-EFF6722B373B}"/>
              </a:ext>
            </a:extLst>
          </p:cNvPr>
          <p:cNvSpPr>
            <a:spLocks xmlns:a="http://schemas.openxmlformats.org/drawingml/2006/main" noGrp="1"/>
          </p:cNvSpPr>
          <p:nvPr/>
        </p:nvSpPr>
        <p:spPr>
          <a:xfrm xmlns:a="http://schemas.openxmlformats.org/drawingml/2006/main">
            <a:off x="279219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5CE9C01F-8A5F-4BEF-BF0A-0F10D331E476}"/>
              </a:ext>
            </a:extLst>
          </p:cNvPr>
          <p:cNvSpPr>
            <a:spLocks xmlns:a="http://schemas.openxmlformats.org/drawingml/2006/main" noGrp="1"/>
          </p:cNvSpPr>
          <p:nvPr/>
        </p:nvSpPr>
        <p:spPr>
          <a:xfrm xmlns:a="http://schemas.openxmlformats.org/drawingml/2006/main">
            <a:off x="279219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EE47F5CC-1462-4758-B98A-9A07DB70AA81}"/>
              </a:ext>
            </a:extLst>
          </p:cNvPr>
          <p:cNvSpPr>
            <a:spLocks xmlns:a="http://schemas.openxmlformats.org/drawingml/2006/main" noGrp="1"/>
          </p:cNvSpPr>
          <p:nvPr/>
        </p:nvSpPr>
        <p:spPr>
          <a:xfrm xmlns:a="http://schemas.openxmlformats.org/drawingml/2006/main">
            <a:off x="279219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F05F004A-391A-4176-8A18-46161FB34B01}"/>
              </a:ext>
            </a:extLst>
          </p:cNvPr>
          <p:cNvSpPr>
            <a:spLocks xmlns:a="http://schemas.openxmlformats.org/drawingml/2006/main" noGrp="1"/>
          </p:cNvSpPr>
          <p:nvPr/>
        </p:nvSpPr>
        <p:spPr>
          <a:xfrm xmlns:a="http://schemas.openxmlformats.org/drawingml/2006/main">
            <a:off x="279219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11F22042-1887-41C4-9546-2DA6CA3E8D08}"/>
              </a:ext>
            </a:extLst>
          </p:cNvPr>
          <p:cNvSpPr>
            <a:spLocks xmlns:a="http://schemas.openxmlformats.org/drawingml/2006/main" noGrp="1"/>
          </p:cNvSpPr>
          <p:nvPr/>
        </p:nvSpPr>
        <p:spPr>
          <a:xfrm xmlns:a="http://schemas.openxmlformats.org/drawingml/2006/main">
            <a:off x="279219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33DC9B87-AB29-4D01-9592-6300B6B831EA}"/>
              </a:ext>
            </a:extLst>
          </p:cNvPr>
          <p:cNvSpPr>
            <a:spLocks xmlns:a="http://schemas.openxmlformats.org/drawingml/2006/main" noGrp="1"/>
          </p:cNvSpPr>
          <p:nvPr/>
        </p:nvSpPr>
        <p:spPr>
          <a:xfrm xmlns:a="http://schemas.openxmlformats.org/drawingml/2006/main">
            <a:off x="279219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54C31A44-6CD3-485C-BEDD-F5FA8C019297}"/>
              </a:ext>
            </a:extLst>
          </p:cNvPr>
          <p:cNvSpPr>
            <a:spLocks xmlns:a="http://schemas.openxmlformats.org/drawingml/2006/main" noGrp="1"/>
          </p:cNvSpPr>
          <p:nvPr/>
        </p:nvSpPr>
        <p:spPr>
          <a:xfrm xmlns:a="http://schemas.openxmlformats.org/drawingml/2006/main">
            <a:off x="279219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AC8EDAC4-76D1-4196-A892-8CCB80B4F598}"/>
              </a:ext>
            </a:extLst>
          </p:cNvPr>
          <p:cNvSpPr>
            <a:spLocks xmlns:a="http://schemas.openxmlformats.org/drawingml/2006/main" noGrp="1"/>
          </p:cNvSpPr>
          <p:nvPr/>
        </p:nvSpPr>
        <p:spPr>
          <a:xfrm xmlns:a="http://schemas.openxmlformats.org/drawingml/2006/main">
            <a:off x="2792199"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2A195B7E-2A47-4DFD-A137-611228610953}"/>
              </a:ext>
            </a:extLst>
          </p:cNvPr>
          <p:cNvSpPr>
            <a:spLocks xmlns:a="http://schemas.openxmlformats.org/drawingml/2006/main" noGrp="1"/>
          </p:cNvSpPr>
          <p:nvPr/>
        </p:nvSpPr>
        <p:spPr>
          <a:xfrm xmlns:a="http://schemas.openxmlformats.org/drawingml/2006/main">
            <a:off x="279219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1D5BD000-F0B8-45FE-819B-D45DD6E2CA78}"/>
              </a:ext>
            </a:extLst>
          </p:cNvPr>
          <p:cNvSpPr>
            <a:spLocks xmlns:a="http://schemas.openxmlformats.org/drawingml/2006/main" noGrp="1"/>
          </p:cNvSpPr>
          <p:nvPr/>
        </p:nvSpPr>
        <p:spPr>
          <a:xfrm xmlns:a="http://schemas.openxmlformats.org/drawingml/2006/main">
            <a:off x="2792199"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38ABE1B4-5EC1-40FD-B9A1-6141454E5F2D}"/>
              </a:ext>
            </a:extLst>
          </p:cNvPr>
          <p:cNvSpPr>
            <a:spLocks xmlns:a="http://schemas.openxmlformats.org/drawingml/2006/main" noGrp="1"/>
          </p:cNvSpPr>
          <p:nvPr/>
        </p:nvSpPr>
        <p:spPr>
          <a:xfrm xmlns:a="http://schemas.openxmlformats.org/drawingml/2006/main">
            <a:off x="279219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E5D792D1-6C5D-4FA2-BD0F-40A8E1C80247}"/>
              </a:ext>
            </a:extLst>
          </p:cNvPr>
          <p:cNvSpPr>
            <a:spLocks xmlns:a="http://schemas.openxmlformats.org/drawingml/2006/main" noGrp="1"/>
          </p:cNvSpPr>
          <p:nvPr/>
        </p:nvSpPr>
        <p:spPr>
          <a:xfrm xmlns:a="http://schemas.openxmlformats.org/drawingml/2006/main">
            <a:off x="287120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00D11865-337D-41D1-A4F7-FC33ECD0BDA8}"/>
              </a:ext>
            </a:extLst>
          </p:cNvPr>
          <p:cNvSpPr>
            <a:spLocks xmlns:a="http://schemas.openxmlformats.org/drawingml/2006/main" noGrp="1"/>
          </p:cNvSpPr>
          <p:nvPr/>
        </p:nvSpPr>
        <p:spPr>
          <a:xfrm xmlns:a="http://schemas.openxmlformats.org/drawingml/2006/main">
            <a:off x="287120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171BE627-A680-46FF-A33E-3E18EF825933}"/>
              </a:ext>
            </a:extLst>
          </p:cNvPr>
          <p:cNvSpPr>
            <a:spLocks xmlns:a="http://schemas.openxmlformats.org/drawingml/2006/main" noGrp="1"/>
          </p:cNvSpPr>
          <p:nvPr/>
        </p:nvSpPr>
        <p:spPr>
          <a:xfrm xmlns:a="http://schemas.openxmlformats.org/drawingml/2006/main">
            <a:off x="287120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B0D1B145-93AB-4BBC-A68A-0C0901E12319}"/>
              </a:ext>
            </a:extLst>
          </p:cNvPr>
          <p:cNvSpPr>
            <a:spLocks xmlns:a="http://schemas.openxmlformats.org/drawingml/2006/main" noGrp="1"/>
          </p:cNvSpPr>
          <p:nvPr/>
        </p:nvSpPr>
        <p:spPr>
          <a:xfrm xmlns:a="http://schemas.openxmlformats.org/drawingml/2006/main">
            <a:off x="287120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F10B4CAE-C2D3-4274-8FFD-6DD74C30102D}"/>
              </a:ext>
            </a:extLst>
          </p:cNvPr>
          <p:cNvSpPr>
            <a:spLocks xmlns:a="http://schemas.openxmlformats.org/drawingml/2006/main" noGrp="1"/>
          </p:cNvSpPr>
          <p:nvPr/>
        </p:nvSpPr>
        <p:spPr>
          <a:xfrm xmlns:a="http://schemas.openxmlformats.org/drawingml/2006/main">
            <a:off x="287120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C2295AA2-C140-476E-BB04-CA465DD7148C}"/>
              </a:ext>
            </a:extLst>
          </p:cNvPr>
          <p:cNvSpPr>
            <a:spLocks xmlns:a="http://schemas.openxmlformats.org/drawingml/2006/main" noGrp="1"/>
          </p:cNvSpPr>
          <p:nvPr/>
        </p:nvSpPr>
        <p:spPr>
          <a:xfrm xmlns:a="http://schemas.openxmlformats.org/drawingml/2006/main">
            <a:off x="287120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05017373-0324-461C-AC36-25DB56AFCD25}"/>
              </a:ext>
            </a:extLst>
          </p:cNvPr>
          <p:cNvSpPr>
            <a:spLocks xmlns:a="http://schemas.openxmlformats.org/drawingml/2006/main" noGrp="1"/>
          </p:cNvSpPr>
          <p:nvPr/>
        </p:nvSpPr>
        <p:spPr>
          <a:xfrm xmlns:a="http://schemas.openxmlformats.org/drawingml/2006/main">
            <a:off x="287120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0767FF79-BDE5-4789-AB56-B26A41F76FE8}"/>
              </a:ext>
            </a:extLst>
          </p:cNvPr>
          <p:cNvSpPr>
            <a:spLocks xmlns:a="http://schemas.openxmlformats.org/drawingml/2006/main" noGrp="1"/>
          </p:cNvSpPr>
          <p:nvPr/>
        </p:nvSpPr>
        <p:spPr>
          <a:xfrm xmlns:a="http://schemas.openxmlformats.org/drawingml/2006/main">
            <a:off x="287120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BDB4B2B9-FCF5-475E-9886-4CFFC65622F8}"/>
              </a:ext>
            </a:extLst>
          </p:cNvPr>
          <p:cNvSpPr>
            <a:spLocks xmlns:a="http://schemas.openxmlformats.org/drawingml/2006/main" noGrp="1"/>
          </p:cNvSpPr>
          <p:nvPr/>
        </p:nvSpPr>
        <p:spPr>
          <a:xfrm xmlns:a="http://schemas.openxmlformats.org/drawingml/2006/main">
            <a:off x="287120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FB878600-B400-40C3-B08E-AFDB4AEC5E2A}"/>
              </a:ext>
            </a:extLst>
          </p:cNvPr>
          <p:cNvSpPr>
            <a:spLocks xmlns:a="http://schemas.openxmlformats.org/drawingml/2006/main" noGrp="1"/>
          </p:cNvSpPr>
          <p:nvPr/>
        </p:nvSpPr>
        <p:spPr>
          <a:xfrm xmlns:a="http://schemas.openxmlformats.org/drawingml/2006/main">
            <a:off x="287120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CFA10BC6-44C8-4C48-81FC-EABBA8C0F649}"/>
              </a:ext>
            </a:extLst>
          </p:cNvPr>
          <p:cNvSpPr>
            <a:spLocks xmlns:a="http://schemas.openxmlformats.org/drawingml/2006/main" noGrp="1"/>
          </p:cNvSpPr>
          <p:nvPr/>
        </p:nvSpPr>
        <p:spPr>
          <a:xfrm xmlns:a="http://schemas.openxmlformats.org/drawingml/2006/main">
            <a:off x="287120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E88BF5C4-AC15-4BD5-998D-060F5D44AEDB}"/>
              </a:ext>
            </a:extLst>
          </p:cNvPr>
          <p:cNvSpPr>
            <a:spLocks xmlns:a="http://schemas.openxmlformats.org/drawingml/2006/main" noGrp="1"/>
          </p:cNvSpPr>
          <p:nvPr/>
        </p:nvSpPr>
        <p:spPr>
          <a:xfrm xmlns:a="http://schemas.openxmlformats.org/drawingml/2006/main">
            <a:off x="287120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7D0C4BDA-918F-4FB4-94C2-CFE179E0B5AD}"/>
              </a:ext>
            </a:extLst>
          </p:cNvPr>
          <p:cNvSpPr>
            <a:spLocks xmlns:a="http://schemas.openxmlformats.org/drawingml/2006/main" noGrp="1"/>
          </p:cNvSpPr>
          <p:nvPr/>
        </p:nvSpPr>
        <p:spPr>
          <a:xfrm xmlns:a="http://schemas.openxmlformats.org/drawingml/2006/main">
            <a:off x="295020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53743C03-CE38-4B05-8B41-85FAA16FB022}"/>
              </a:ext>
            </a:extLst>
          </p:cNvPr>
          <p:cNvSpPr>
            <a:spLocks xmlns:a="http://schemas.openxmlformats.org/drawingml/2006/main" noGrp="1"/>
          </p:cNvSpPr>
          <p:nvPr/>
        </p:nvSpPr>
        <p:spPr>
          <a:xfrm xmlns:a="http://schemas.openxmlformats.org/drawingml/2006/main">
            <a:off x="295020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F565C2EC-388F-47DE-A610-4BC19F0E8FD6}"/>
              </a:ext>
            </a:extLst>
          </p:cNvPr>
          <p:cNvSpPr>
            <a:spLocks xmlns:a="http://schemas.openxmlformats.org/drawingml/2006/main" noGrp="1"/>
          </p:cNvSpPr>
          <p:nvPr/>
        </p:nvSpPr>
        <p:spPr>
          <a:xfrm xmlns:a="http://schemas.openxmlformats.org/drawingml/2006/main">
            <a:off x="295020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BE591C14-A6AD-48C5-AA17-816F0315948F}"/>
              </a:ext>
            </a:extLst>
          </p:cNvPr>
          <p:cNvSpPr>
            <a:spLocks xmlns:a="http://schemas.openxmlformats.org/drawingml/2006/main" noGrp="1"/>
          </p:cNvSpPr>
          <p:nvPr/>
        </p:nvSpPr>
        <p:spPr>
          <a:xfrm xmlns:a="http://schemas.openxmlformats.org/drawingml/2006/main">
            <a:off x="295020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7B59F0B3-38FB-4357-9039-79DE041C51AC}"/>
              </a:ext>
            </a:extLst>
          </p:cNvPr>
          <p:cNvSpPr>
            <a:spLocks xmlns:a="http://schemas.openxmlformats.org/drawingml/2006/main" noGrp="1"/>
          </p:cNvSpPr>
          <p:nvPr/>
        </p:nvSpPr>
        <p:spPr>
          <a:xfrm xmlns:a="http://schemas.openxmlformats.org/drawingml/2006/main">
            <a:off x="295020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D486E1DE-9EF4-41A8-B9EC-EF635F7CF77C}"/>
              </a:ext>
            </a:extLst>
          </p:cNvPr>
          <p:cNvSpPr>
            <a:spLocks xmlns:a="http://schemas.openxmlformats.org/drawingml/2006/main" noGrp="1"/>
          </p:cNvSpPr>
          <p:nvPr/>
        </p:nvSpPr>
        <p:spPr>
          <a:xfrm xmlns:a="http://schemas.openxmlformats.org/drawingml/2006/main">
            <a:off x="295020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23B001F5-F03A-444B-8C15-1BE54DB74B5B}"/>
              </a:ext>
            </a:extLst>
          </p:cNvPr>
          <p:cNvSpPr>
            <a:spLocks xmlns:a="http://schemas.openxmlformats.org/drawingml/2006/main" noGrp="1"/>
          </p:cNvSpPr>
          <p:nvPr/>
        </p:nvSpPr>
        <p:spPr>
          <a:xfrm xmlns:a="http://schemas.openxmlformats.org/drawingml/2006/main">
            <a:off x="295020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2C26CAF6-BC2D-4178-BCD5-9E3CE11443B5}"/>
              </a:ext>
            </a:extLst>
          </p:cNvPr>
          <p:cNvSpPr>
            <a:spLocks xmlns:a="http://schemas.openxmlformats.org/drawingml/2006/main" noGrp="1"/>
          </p:cNvSpPr>
          <p:nvPr/>
        </p:nvSpPr>
        <p:spPr>
          <a:xfrm xmlns:a="http://schemas.openxmlformats.org/drawingml/2006/main">
            <a:off x="295020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E150AE76-2C45-4A0F-91DD-ADCD3659BBD8}"/>
              </a:ext>
            </a:extLst>
          </p:cNvPr>
          <p:cNvSpPr>
            <a:spLocks xmlns:a="http://schemas.openxmlformats.org/drawingml/2006/main" noGrp="1"/>
          </p:cNvSpPr>
          <p:nvPr/>
        </p:nvSpPr>
        <p:spPr>
          <a:xfrm xmlns:a="http://schemas.openxmlformats.org/drawingml/2006/main">
            <a:off x="295020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7583FB12-F026-416F-A87B-3F617F94D8CC}"/>
              </a:ext>
            </a:extLst>
          </p:cNvPr>
          <p:cNvSpPr>
            <a:spLocks xmlns:a="http://schemas.openxmlformats.org/drawingml/2006/main" noGrp="1"/>
          </p:cNvSpPr>
          <p:nvPr/>
        </p:nvSpPr>
        <p:spPr>
          <a:xfrm xmlns:a="http://schemas.openxmlformats.org/drawingml/2006/main">
            <a:off x="295020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9E0847AE-8E41-4A97-85D0-8A23F558B66D}"/>
              </a:ext>
            </a:extLst>
          </p:cNvPr>
          <p:cNvSpPr>
            <a:spLocks xmlns:a="http://schemas.openxmlformats.org/drawingml/2006/main" noGrp="1"/>
          </p:cNvSpPr>
          <p:nvPr/>
        </p:nvSpPr>
        <p:spPr>
          <a:xfrm xmlns:a="http://schemas.openxmlformats.org/drawingml/2006/main">
            <a:off x="295020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940ABDC2-6871-4077-8AA2-6493C27FF315}"/>
              </a:ext>
            </a:extLst>
          </p:cNvPr>
          <p:cNvSpPr>
            <a:spLocks xmlns:a="http://schemas.openxmlformats.org/drawingml/2006/main" noGrp="1"/>
          </p:cNvSpPr>
          <p:nvPr/>
        </p:nvSpPr>
        <p:spPr>
          <a:xfrm xmlns:a="http://schemas.openxmlformats.org/drawingml/2006/main">
            <a:off x="295020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0EE87811-1416-41B7-9D68-B230653B4296}"/>
              </a:ext>
            </a:extLst>
          </p:cNvPr>
          <p:cNvSpPr>
            <a:spLocks xmlns:a="http://schemas.openxmlformats.org/drawingml/2006/main" noGrp="1"/>
          </p:cNvSpPr>
          <p:nvPr/>
        </p:nvSpPr>
        <p:spPr>
          <a:xfrm xmlns:a="http://schemas.openxmlformats.org/drawingml/2006/main">
            <a:off x="2950204"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51D0CBBC-681D-44D1-9E9E-0A6321B08876}"/>
              </a:ext>
            </a:extLst>
          </p:cNvPr>
          <p:cNvSpPr>
            <a:spLocks xmlns:a="http://schemas.openxmlformats.org/drawingml/2006/main" noGrp="1"/>
          </p:cNvSpPr>
          <p:nvPr/>
        </p:nvSpPr>
        <p:spPr>
          <a:xfrm xmlns:a="http://schemas.openxmlformats.org/drawingml/2006/main">
            <a:off x="302920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02306AC5-7883-438A-A036-AC7983FF8D8A}"/>
              </a:ext>
            </a:extLst>
          </p:cNvPr>
          <p:cNvSpPr>
            <a:spLocks xmlns:a="http://schemas.openxmlformats.org/drawingml/2006/main" noGrp="1"/>
          </p:cNvSpPr>
          <p:nvPr/>
        </p:nvSpPr>
        <p:spPr>
          <a:xfrm xmlns:a="http://schemas.openxmlformats.org/drawingml/2006/main">
            <a:off x="302920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763017D0-95C1-4791-AD9D-D3CFF7B510E4}"/>
              </a:ext>
            </a:extLst>
          </p:cNvPr>
          <p:cNvSpPr>
            <a:spLocks xmlns:a="http://schemas.openxmlformats.org/drawingml/2006/main" noGrp="1"/>
          </p:cNvSpPr>
          <p:nvPr/>
        </p:nvSpPr>
        <p:spPr>
          <a:xfrm xmlns:a="http://schemas.openxmlformats.org/drawingml/2006/main">
            <a:off x="302920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37293C06-7BE3-46F4-A230-3622F02E64CF}"/>
              </a:ext>
            </a:extLst>
          </p:cNvPr>
          <p:cNvSpPr>
            <a:spLocks xmlns:a="http://schemas.openxmlformats.org/drawingml/2006/main" noGrp="1"/>
          </p:cNvSpPr>
          <p:nvPr/>
        </p:nvSpPr>
        <p:spPr>
          <a:xfrm xmlns:a="http://schemas.openxmlformats.org/drawingml/2006/main">
            <a:off x="302920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5752C0AA-B285-4A90-8445-D541D60401E1}"/>
              </a:ext>
            </a:extLst>
          </p:cNvPr>
          <p:cNvSpPr>
            <a:spLocks xmlns:a="http://schemas.openxmlformats.org/drawingml/2006/main" noGrp="1"/>
          </p:cNvSpPr>
          <p:nvPr/>
        </p:nvSpPr>
        <p:spPr>
          <a:xfrm xmlns:a="http://schemas.openxmlformats.org/drawingml/2006/main">
            <a:off x="302920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506ED89A-1EFF-4CA2-BAB8-05AF03BB9CFB}"/>
              </a:ext>
            </a:extLst>
          </p:cNvPr>
          <p:cNvSpPr>
            <a:spLocks xmlns:a="http://schemas.openxmlformats.org/drawingml/2006/main" noGrp="1"/>
          </p:cNvSpPr>
          <p:nvPr/>
        </p:nvSpPr>
        <p:spPr>
          <a:xfrm xmlns:a="http://schemas.openxmlformats.org/drawingml/2006/main">
            <a:off x="302920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96D2DE0D-6263-4324-BB18-05A6F1DBCF94}"/>
              </a:ext>
            </a:extLst>
          </p:cNvPr>
          <p:cNvSpPr>
            <a:spLocks xmlns:a="http://schemas.openxmlformats.org/drawingml/2006/main" noGrp="1"/>
          </p:cNvSpPr>
          <p:nvPr/>
        </p:nvSpPr>
        <p:spPr>
          <a:xfrm xmlns:a="http://schemas.openxmlformats.org/drawingml/2006/main">
            <a:off x="302920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032B6F8E-C8A0-4EA3-8517-07E2C6719C5A}"/>
              </a:ext>
            </a:extLst>
          </p:cNvPr>
          <p:cNvSpPr>
            <a:spLocks xmlns:a="http://schemas.openxmlformats.org/drawingml/2006/main" noGrp="1"/>
          </p:cNvSpPr>
          <p:nvPr/>
        </p:nvSpPr>
        <p:spPr>
          <a:xfrm xmlns:a="http://schemas.openxmlformats.org/drawingml/2006/main">
            <a:off x="302920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5E24BEBF-6D52-40B7-B535-15A49ABA00A8}"/>
              </a:ext>
            </a:extLst>
          </p:cNvPr>
          <p:cNvSpPr>
            <a:spLocks xmlns:a="http://schemas.openxmlformats.org/drawingml/2006/main" noGrp="1"/>
          </p:cNvSpPr>
          <p:nvPr/>
        </p:nvSpPr>
        <p:spPr>
          <a:xfrm xmlns:a="http://schemas.openxmlformats.org/drawingml/2006/main">
            <a:off x="302920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E18668A4-72C2-4C35-AE8D-D221DDD70885}"/>
              </a:ext>
            </a:extLst>
          </p:cNvPr>
          <p:cNvSpPr>
            <a:spLocks xmlns:a="http://schemas.openxmlformats.org/drawingml/2006/main" noGrp="1"/>
          </p:cNvSpPr>
          <p:nvPr/>
        </p:nvSpPr>
        <p:spPr>
          <a:xfrm xmlns:a="http://schemas.openxmlformats.org/drawingml/2006/main">
            <a:off x="302920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FE82F358-6588-47A3-ADF8-E865CE979A75}"/>
              </a:ext>
            </a:extLst>
          </p:cNvPr>
          <p:cNvSpPr>
            <a:spLocks xmlns:a="http://schemas.openxmlformats.org/drawingml/2006/main" noGrp="1"/>
          </p:cNvSpPr>
          <p:nvPr/>
        </p:nvSpPr>
        <p:spPr>
          <a:xfrm xmlns:a="http://schemas.openxmlformats.org/drawingml/2006/main">
            <a:off x="302920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3DD7F7D2-2152-4DBB-96B3-1D008F70995D}"/>
              </a:ext>
            </a:extLst>
          </p:cNvPr>
          <p:cNvSpPr>
            <a:spLocks xmlns:a="http://schemas.openxmlformats.org/drawingml/2006/main" noGrp="1"/>
          </p:cNvSpPr>
          <p:nvPr/>
        </p:nvSpPr>
        <p:spPr>
          <a:xfrm xmlns:a="http://schemas.openxmlformats.org/drawingml/2006/main">
            <a:off x="302920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6B8C9462-06B9-42FD-97AB-85931173B510}"/>
              </a:ext>
            </a:extLst>
          </p:cNvPr>
          <p:cNvSpPr>
            <a:spLocks xmlns:a="http://schemas.openxmlformats.org/drawingml/2006/main" noGrp="1"/>
          </p:cNvSpPr>
          <p:nvPr/>
        </p:nvSpPr>
        <p:spPr>
          <a:xfrm xmlns:a="http://schemas.openxmlformats.org/drawingml/2006/main">
            <a:off x="3029206"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5509BF8D-7432-4558-A088-C7FC9863874B}"/>
              </a:ext>
            </a:extLst>
          </p:cNvPr>
          <p:cNvSpPr>
            <a:spLocks xmlns:a="http://schemas.openxmlformats.org/drawingml/2006/main" noGrp="1"/>
          </p:cNvSpPr>
          <p:nvPr/>
        </p:nvSpPr>
        <p:spPr>
          <a:xfrm xmlns:a="http://schemas.openxmlformats.org/drawingml/2006/main">
            <a:off x="3108209" y="424785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01C83BA0-985C-421E-8A1E-BCC30BB8DAB3}"/>
              </a:ext>
            </a:extLst>
          </p:cNvPr>
          <p:cNvSpPr>
            <a:spLocks xmlns:a="http://schemas.openxmlformats.org/drawingml/2006/main" noGrp="1"/>
          </p:cNvSpPr>
          <p:nvPr/>
        </p:nvSpPr>
        <p:spPr>
          <a:xfrm xmlns:a="http://schemas.openxmlformats.org/drawingml/2006/main">
            <a:off x="3108209" y="416832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93128174-0D0E-4346-8E13-F9B7D6D186C8}"/>
              </a:ext>
            </a:extLst>
          </p:cNvPr>
          <p:cNvSpPr>
            <a:spLocks xmlns:a="http://schemas.openxmlformats.org/drawingml/2006/main" noGrp="1"/>
          </p:cNvSpPr>
          <p:nvPr/>
        </p:nvSpPr>
        <p:spPr>
          <a:xfrm xmlns:a="http://schemas.openxmlformats.org/drawingml/2006/main">
            <a:off x="310820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DE063DBA-00AF-4767-9B95-80FB44C45A78}"/>
              </a:ext>
            </a:extLst>
          </p:cNvPr>
          <p:cNvSpPr>
            <a:spLocks xmlns:a="http://schemas.openxmlformats.org/drawingml/2006/main" noGrp="1"/>
          </p:cNvSpPr>
          <p:nvPr/>
        </p:nvSpPr>
        <p:spPr>
          <a:xfrm xmlns:a="http://schemas.openxmlformats.org/drawingml/2006/main">
            <a:off x="310820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EC329D8E-CBA1-4094-A09B-DCF72C46D5D0}"/>
              </a:ext>
            </a:extLst>
          </p:cNvPr>
          <p:cNvSpPr>
            <a:spLocks xmlns:a="http://schemas.openxmlformats.org/drawingml/2006/main" noGrp="1"/>
          </p:cNvSpPr>
          <p:nvPr/>
        </p:nvSpPr>
        <p:spPr>
          <a:xfrm xmlns:a="http://schemas.openxmlformats.org/drawingml/2006/main">
            <a:off x="310820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FFC9F043-84EC-4195-BC99-583A1F4B7898}"/>
              </a:ext>
            </a:extLst>
          </p:cNvPr>
          <p:cNvSpPr>
            <a:spLocks xmlns:a="http://schemas.openxmlformats.org/drawingml/2006/main" noGrp="1"/>
          </p:cNvSpPr>
          <p:nvPr/>
        </p:nvSpPr>
        <p:spPr>
          <a:xfrm xmlns:a="http://schemas.openxmlformats.org/drawingml/2006/main">
            <a:off x="310820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4CD0939C-87B1-401B-988A-CDAA004CB74B}"/>
              </a:ext>
            </a:extLst>
          </p:cNvPr>
          <p:cNvSpPr>
            <a:spLocks xmlns:a="http://schemas.openxmlformats.org/drawingml/2006/main" noGrp="1"/>
          </p:cNvSpPr>
          <p:nvPr/>
        </p:nvSpPr>
        <p:spPr>
          <a:xfrm xmlns:a="http://schemas.openxmlformats.org/drawingml/2006/main">
            <a:off x="310820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506334F3-5900-4FB3-A863-1C23D6D7E6C4}"/>
              </a:ext>
            </a:extLst>
          </p:cNvPr>
          <p:cNvSpPr>
            <a:spLocks xmlns:a="http://schemas.openxmlformats.org/drawingml/2006/main" noGrp="1"/>
          </p:cNvSpPr>
          <p:nvPr/>
        </p:nvSpPr>
        <p:spPr>
          <a:xfrm xmlns:a="http://schemas.openxmlformats.org/drawingml/2006/main">
            <a:off x="310820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09E9AFB9-B442-48C4-852F-D17C399FDB64}"/>
              </a:ext>
            </a:extLst>
          </p:cNvPr>
          <p:cNvSpPr>
            <a:spLocks xmlns:a="http://schemas.openxmlformats.org/drawingml/2006/main" noGrp="1"/>
          </p:cNvSpPr>
          <p:nvPr/>
        </p:nvSpPr>
        <p:spPr>
          <a:xfrm xmlns:a="http://schemas.openxmlformats.org/drawingml/2006/main">
            <a:off x="310820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A7F800D8-91EA-42BE-B7D9-C164E4516393}"/>
              </a:ext>
            </a:extLst>
          </p:cNvPr>
          <p:cNvSpPr>
            <a:spLocks xmlns:a="http://schemas.openxmlformats.org/drawingml/2006/main" noGrp="1"/>
          </p:cNvSpPr>
          <p:nvPr/>
        </p:nvSpPr>
        <p:spPr>
          <a:xfrm xmlns:a="http://schemas.openxmlformats.org/drawingml/2006/main">
            <a:off x="310820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B405164D-BE60-4E31-B2CB-C5407F2B7935}"/>
              </a:ext>
            </a:extLst>
          </p:cNvPr>
          <p:cNvSpPr>
            <a:spLocks xmlns:a="http://schemas.openxmlformats.org/drawingml/2006/main" noGrp="1"/>
          </p:cNvSpPr>
          <p:nvPr/>
        </p:nvSpPr>
        <p:spPr>
          <a:xfrm xmlns:a="http://schemas.openxmlformats.org/drawingml/2006/main">
            <a:off x="310820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30BBE3FC-A574-4833-865A-40AE0A7270B0}"/>
              </a:ext>
            </a:extLst>
          </p:cNvPr>
          <p:cNvSpPr>
            <a:spLocks xmlns:a="http://schemas.openxmlformats.org/drawingml/2006/main" noGrp="1"/>
          </p:cNvSpPr>
          <p:nvPr/>
        </p:nvSpPr>
        <p:spPr>
          <a:xfrm xmlns:a="http://schemas.openxmlformats.org/drawingml/2006/main">
            <a:off x="3108209"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26406FB3-B61E-4541-BC64-2811239C3CD4}"/>
              </a:ext>
            </a:extLst>
          </p:cNvPr>
          <p:cNvSpPr>
            <a:spLocks xmlns:a="http://schemas.openxmlformats.org/drawingml/2006/main" noGrp="1"/>
          </p:cNvSpPr>
          <p:nvPr/>
        </p:nvSpPr>
        <p:spPr>
          <a:xfrm xmlns:a="http://schemas.openxmlformats.org/drawingml/2006/main">
            <a:off x="3108209" y="241856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6AB7674B-F05D-485A-B18E-CE9B8EE5385F}"/>
              </a:ext>
            </a:extLst>
          </p:cNvPr>
          <p:cNvSpPr>
            <a:spLocks xmlns:a="http://schemas.openxmlformats.org/drawingml/2006/main" noGrp="1"/>
          </p:cNvSpPr>
          <p:nvPr/>
        </p:nvSpPr>
        <p:spPr>
          <a:xfrm xmlns:a="http://schemas.openxmlformats.org/drawingml/2006/main">
            <a:off x="3187211" y="424785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C9A693BB-4A01-491B-9476-5C956CF6923F}"/>
              </a:ext>
            </a:extLst>
          </p:cNvPr>
          <p:cNvSpPr>
            <a:spLocks xmlns:a="http://schemas.openxmlformats.org/drawingml/2006/main" noGrp="1"/>
          </p:cNvSpPr>
          <p:nvPr/>
        </p:nvSpPr>
        <p:spPr>
          <a:xfrm xmlns:a="http://schemas.openxmlformats.org/drawingml/2006/main">
            <a:off x="318721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586D493A-4580-4664-AD01-1B89307C4511}"/>
              </a:ext>
            </a:extLst>
          </p:cNvPr>
          <p:cNvSpPr>
            <a:spLocks xmlns:a="http://schemas.openxmlformats.org/drawingml/2006/main" noGrp="1"/>
          </p:cNvSpPr>
          <p:nvPr/>
        </p:nvSpPr>
        <p:spPr>
          <a:xfrm xmlns:a="http://schemas.openxmlformats.org/drawingml/2006/main">
            <a:off x="318721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69B203F4-A5DC-4194-B45C-6CA5A08CFBF3}"/>
              </a:ext>
            </a:extLst>
          </p:cNvPr>
          <p:cNvSpPr>
            <a:spLocks xmlns:a="http://schemas.openxmlformats.org/drawingml/2006/main" noGrp="1"/>
          </p:cNvSpPr>
          <p:nvPr/>
        </p:nvSpPr>
        <p:spPr>
          <a:xfrm xmlns:a="http://schemas.openxmlformats.org/drawingml/2006/main">
            <a:off x="318721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2D98B9B5-78A7-496E-9C70-CA1EA263BA41}"/>
              </a:ext>
            </a:extLst>
          </p:cNvPr>
          <p:cNvSpPr>
            <a:spLocks xmlns:a="http://schemas.openxmlformats.org/drawingml/2006/main" noGrp="1"/>
          </p:cNvSpPr>
          <p:nvPr/>
        </p:nvSpPr>
        <p:spPr>
          <a:xfrm xmlns:a="http://schemas.openxmlformats.org/drawingml/2006/main">
            <a:off x="318721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4405A459-43E9-4A69-BEB0-02D7A9A8EEF7}"/>
              </a:ext>
            </a:extLst>
          </p:cNvPr>
          <p:cNvSpPr>
            <a:spLocks xmlns:a="http://schemas.openxmlformats.org/drawingml/2006/main" noGrp="1"/>
          </p:cNvSpPr>
          <p:nvPr/>
        </p:nvSpPr>
        <p:spPr>
          <a:xfrm xmlns:a="http://schemas.openxmlformats.org/drawingml/2006/main">
            <a:off x="318721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359E2E50-0084-47FE-9CC2-FF37CBC8AEF7}"/>
              </a:ext>
            </a:extLst>
          </p:cNvPr>
          <p:cNvSpPr>
            <a:spLocks xmlns:a="http://schemas.openxmlformats.org/drawingml/2006/main" noGrp="1"/>
          </p:cNvSpPr>
          <p:nvPr/>
        </p:nvSpPr>
        <p:spPr>
          <a:xfrm xmlns:a="http://schemas.openxmlformats.org/drawingml/2006/main">
            <a:off x="318721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DBF3D995-AB2A-4F43-81CF-25340AA9D959}"/>
              </a:ext>
            </a:extLst>
          </p:cNvPr>
          <p:cNvSpPr>
            <a:spLocks xmlns:a="http://schemas.openxmlformats.org/drawingml/2006/main" noGrp="1"/>
          </p:cNvSpPr>
          <p:nvPr/>
        </p:nvSpPr>
        <p:spPr>
          <a:xfrm xmlns:a="http://schemas.openxmlformats.org/drawingml/2006/main">
            <a:off x="318721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A6142F4E-266B-41F8-BC6F-DBA6287E906C}"/>
              </a:ext>
            </a:extLst>
          </p:cNvPr>
          <p:cNvSpPr>
            <a:spLocks xmlns:a="http://schemas.openxmlformats.org/drawingml/2006/main" noGrp="1"/>
          </p:cNvSpPr>
          <p:nvPr/>
        </p:nvSpPr>
        <p:spPr>
          <a:xfrm xmlns:a="http://schemas.openxmlformats.org/drawingml/2006/main">
            <a:off x="318721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DFECF849-5A03-4493-88A3-67454BE9044B}"/>
              </a:ext>
            </a:extLst>
          </p:cNvPr>
          <p:cNvSpPr>
            <a:spLocks xmlns:a="http://schemas.openxmlformats.org/drawingml/2006/main" noGrp="1"/>
          </p:cNvSpPr>
          <p:nvPr/>
        </p:nvSpPr>
        <p:spPr>
          <a:xfrm xmlns:a="http://schemas.openxmlformats.org/drawingml/2006/main">
            <a:off x="318721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8FD3DC2B-66AC-4D9D-BA42-29614C8D6DCA}"/>
              </a:ext>
            </a:extLst>
          </p:cNvPr>
          <p:cNvSpPr>
            <a:spLocks xmlns:a="http://schemas.openxmlformats.org/drawingml/2006/main" noGrp="1"/>
          </p:cNvSpPr>
          <p:nvPr/>
        </p:nvSpPr>
        <p:spPr>
          <a:xfrm xmlns:a="http://schemas.openxmlformats.org/drawingml/2006/main">
            <a:off x="318721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AA29E117-68FF-4F70-959D-4CF54042BC7B}"/>
              </a:ext>
            </a:extLst>
          </p:cNvPr>
          <p:cNvSpPr>
            <a:spLocks xmlns:a="http://schemas.openxmlformats.org/drawingml/2006/main" noGrp="1"/>
          </p:cNvSpPr>
          <p:nvPr/>
        </p:nvSpPr>
        <p:spPr>
          <a:xfrm xmlns:a="http://schemas.openxmlformats.org/drawingml/2006/main">
            <a:off x="3187211"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D1424B9D-B48B-4C25-BEB8-96A661C9A6B2}"/>
              </a:ext>
            </a:extLst>
          </p:cNvPr>
          <p:cNvSpPr>
            <a:spLocks xmlns:a="http://schemas.openxmlformats.org/drawingml/2006/main" noGrp="1"/>
          </p:cNvSpPr>
          <p:nvPr/>
        </p:nvSpPr>
        <p:spPr>
          <a:xfrm xmlns:a="http://schemas.openxmlformats.org/drawingml/2006/main">
            <a:off x="318721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10A75097-5C47-41BD-90E2-735E49AA501D}"/>
              </a:ext>
            </a:extLst>
          </p:cNvPr>
          <p:cNvSpPr>
            <a:spLocks xmlns:a="http://schemas.openxmlformats.org/drawingml/2006/main" noGrp="1"/>
          </p:cNvSpPr>
          <p:nvPr/>
        </p:nvSpPr>
        <p:spPr>
          <a:xfrm xmlns:a="http://schemas.openxmlformats.org/drawingml/2006/main">
            <a:off x="318721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97813167-C128-4556-B75D-139871B81118}"/>
              </a:ext>
            </a:extLst>
          </p:cNvPr>
          <p:cNvSpPr>
            <a:spLocks xmlns:a="http://schemas.openxmlformats.org/drawingml/2006/main" noGrp="1"/>
          </p:cNvSpPr>
          <p:nvPr/>
        </p:nvSpPr>
        <p:spPr>
          <a:xfrm xmlns:a="http://schemas.openxmlformats.org/drawingml/2006/main">
            <a:off x="318721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81790379-AE16-4F97-9B48-3299FFCE87FE}"/>
              </a:ext>
            </a:extLst>
          </p:cNvPr>
          <p:cNvSpPr>
            <a:spLocks xmlns:a="http://schemas.openxmlformats.org/drawingml/2006/main" noGrp="1"/>
          </p:cNvSpPr>
          <p:nvPr/>
        </p:nvSpPr>
        <p:spPr>
          <a:xfrm xmlns:a="http://schemas.openxmlformats.org/drawingml/2006/main">
            <a:off x="3187211"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A6D3A985-34E7-42B8-BBA6-7AD21932AF1A}"/>
              </a:ext>
            </a:extLst>
          </p:cNvPr>
          <p:cNvSpPr>
            <a:spLocks xmlns:a="http://schemas.openxmlformats.org/drawingml/2006/main" noGrp="1"/>
          </p:cNvSpPr>
          <p:nvPr/>
        </p:nvSpPr>
        <p:spPr>
          <a:xfrm xmlns:a="http://schemas.openxmlformats.org/drawingml/2006/main">
            <a:off x="326621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F00E2563-57A9-49A7-9F32-028C3AFF5EDC}"/>
              </a:ext>
            </a:extLst>
          </p:cNvPr>
          <p:cNvSpPr>
            <a:spLocks xmlns:a="http://schemas.openxmlformats.org/drawingml/2006/main" noGrp="1"/>
          </p:cNvSpPr>
          <p:nvPr/>
        </p:nvSpPr>
        <p:spPr>
          <a:xfrm xmlns:a="http://schemas.openxmlformats.org/drawingml/2006/main">
            <a:off x="326621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C966B4A6-74A3-433E-80BB-ACA98E6C6246}"/>
              </a:ext>
            </a:extLst>
          </p:cNvPr>
          <p:cNvSpPr>
            <a:spLocks xmlns:a="http://schemas.openxmlformats.org/drawingml/2006/main" noGrp="1"/>
          </p:cNvSpPr>
          <p:nvPr/>
        </p:nvSpPr>
        <p:spPr>
          <a:xfrm xmlns:a="http://schemas.openxmlformats.org/drawingml/2006/main">
            <a:off x="326621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B17C82C5-E60E-4BC7-B85C-33867C14E2C8}"/>
              </a:ext>
            </a:extLst>
          </p:cNvPr>
          <p:cNvSpPr>
            <a:spLocks xmlns:a="http://schemas.openxmlformats.org/drawingml/2006/main" noGrp="1"/>
          </p:cNvSpPr>
          <p:nvPr/>
        </p:nvSpPr>
        <p:spPr>
          <a:xfrm xmlns:a="http://schemas.openxmlformats.org/drawingml/2006/main">
            <a:off x="326621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357B4D71-E0E8-43FB-A55F-BB0B2CAAF9E2}"/>
              </a:ext>
            </a:extLst>
          </p:cNvPr>
          <p:cNvSpPr>
            <a:spLocks xmlns:a="http://schemas.openxmlformats.org/drawingml/2006/main" noGrp="1"/>
          </p:cNvSpPr>
          <p:nvPr/>
        </p:nvSpPr>
        <p:spPr>
          <a:xfrm xmlns:a="http://schemas.openxmlformats.org/drawingml/2006/main">
            <a:off x="326621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003D2CAE-E9C5-433D-9742-21D65C9727CB}"/>
              </a:ext>
            </a:extLst>
          </p:cNvPr>
          <p:cNvSpPr>
            <a:spLocks xmlns:a="http://schemas.openxmlformats.org/drawingml/2006/main" noGrp="1"/>
          </p:cNvSpPr>
          <p:nvPr/>
        </p:nvSpPr>
        <p:spPr>
          <a:xfrm xmlns:a="http://schemas.openxmlformats.org/drawingml/2006/main">
            <a:off x="326621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4D9412F6-6647-47A6-86F2-1716A87F7A1D}"/>
              </a:ext>
            </a:extLst>
          </p:cNvPr>
          <p:cNvSpPr>
            <a:spLocks xmlns:a="http://schemas.openxmlformats.org/drawingml/2006/main" noGrp="1"/>
          </p:cNvSpPr>
          <p:nvPr/>
        </p:nvSpPr>
        <p:spPr>
          <a:xfrm xmlns:a="http://schemas.openxmlformats.org/drawingml/2006/main">
            <a:off x="326621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49E08D4F-9F99-42FD-B26C-9C25D8B87B33}"/>
              </a:ext>
            </a:extLst>
          </p:cNvPr>
          <p:cNvSpPr>
            <a:spLocks xmlns:a="http://schemas.openxmlformats.org/drawingml/2006/main" noGrp="1"/>
          </p:cNvSpPr>
          <p:nvPr/>
        </p:nvSpPr>
        <p:spPr>
          <a:xfrm xmlns:a="http://schemas.openxmlformats.org/drawingml/2006/main">
            <a:off x="326621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BE4390AA-5DF0-4D94-93A3-23388BFC5142}"/>
              </a:ext>
            </a:extLst>
          </p:cNvPr>
          <p:cNvSpPr>
            <a:spLocks xmlns:a="http://schemas.openxmlformats.org/drawingml/2006/main" noGrp="1"/>
          </p:cNvSpPr>
          <p:nvPr/>
        </p:nvSpPr>
        <p:spPr>
          <a:xfrm xmlns:a="http://schemas.openxmlformats.org/drawingml/2006/main">
            <a:off x="326621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2DE5E1C0-CAB9-4901-AFF1-85680D9416FA}"/>
              </a:ext>
            </a:extLst>
          </p:cNvPr>
          <p:cNvSpPr>
            <a:spLocks xmlns:a="http://schemas.openxmlformats.org/drawingml/2006/main" noGrp="1"/>
          </p:cNvSpPr>
          <p:nvPr/>
        </p:nvSpPr>
        <p:spPr>
          <a:xfrm xmlns:a="http://schemas.openxmlformats.org/drawingml/2006/main">
            <a:off x="326621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ADFBD3BB-7155-453E-AEF4-C27F0F4F76E8}"/>
              </a:ext>
            </a:extLst>
          </p:cNvPr>
          <p:cNvSpPr>
            <a:spLocks xmlns:a="http://schemas.openxmlformats.org/drawingml/2006/main" noGrp="1"/>
          </p:cNvSpPr>
          <p:nvPr/>
        </p:nvSpPr>
        <p:spPr>
          <a:xfrm xmlns:a="http://schemas.openxmlformats.org/drawingml/2006/main">
            <a:off x="326621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A5A689C5-4CFC-431B-AD36-F8DC708E5745}"/>
              </a:ext>
            </a:extLst>
          </p:cNvPr>
          <p:cNvSpPr>
            <a:spLocks xmlns:a="http://schemas.openxmlformats.org/drawingml/2006/main" noGrp="1"/>
          </p:cNvSpPr>
          <p:nvPr/>
        </p:nvSpPr>
        <p:spPr>
          <a:xfrm xmlns:a="http://schemas.openxmlformats.org/drawingml/2006/main">
            <a:off x="326621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F8256E7F-2FC0-4AF6-8CE4-701562039227}"/>
              </a:ext>
            </a:extLst>
          </p:cNvPr>
          <p:cNvSpPr>
            <a:spLocks xmlns:a="http://schemas.openxmlformats.org/drawingml/2006/main" noGrp="1"/>
          </p:cNvSpPr>
          <p:nvPr/>
        </p:nvSpPr>
        <p:spPr>
          <a:xfrm xmlns:a="http://schemas.openxmlformats.org/drawingml/2006/main">
            <a:off x="326621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464FAEFF-4AC0-4E24-91A1-6DE2B7FAFB00}"/>
              </a:ext>
            </a:extLst>
          </p:cNvPr>
          <p:cNvSpPr>
            <a:spLocks xmlns:a="http://schemas.openxmlformats.org/drawingml/2006/main" noGrp="1"/>
          </p:cNvSpPr>
          <p:nvPr/>
        </p:nvSpPr>
        <p:spPr>
          <a:xfrm xmlns:a="http://schemas.openxmlformats.org/drawingml/2006/main">
            <a:off x="326621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95199C78-2171-4027-AD64-97D9944D4B28}"/>
              </a:ext>
            </a:extLst>
          </p:cNvPr>
          <p:cNvSpPr>
            <a:spLocks xmlns:a="http://schemas.openxmlformats.org/drawingml/2006/main" noGrp="1"/>
          </p:cNvSpPr>
          <p:nvPr/>
        </p:nvSpPr>
        <p:spPr>
          <a:xfrm xmlns:a="http://schemas.openxmlformats.org/drawingml/2006/main">
            <a:off x="326621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0A00536D-8827-4861-A950-E19D81F3094B}"/>
              </a:ext>
            </a:extLst>
          </p:cNvPr>
          <p:cNvSpPr>
            <a:spLocks xmlns:a="http://schemas.openxmlformats.org/drawingml/2006/main" noGrp="1"/>
          </p:cNvSpPr>
          <p:nvPr/>
        </p:nvSpPr>
        <p:spPr>
          <a:xfrm xmlns:a="http://schemas.openxmlformats.org/drawingml/2006/main">
            <a:off x="326621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7C4BAA14-CEC6-46AD-B567-44D87595D1FD}"/>
              </a:ext>
            </a:extLst>
          </p:cNvPr>
          <p:cNvSpPr>
            <a:spLocks xmlns:a="http://schemas.openxmlformats.org/drawingml/2006/main" noGrp="1"/>
          </p:cNvSpPr>
          <p:nvPr/>
        </p:nvSpPr>
        <p:spPr>
          <a:xfrm xmlns:a="http://schemas.openxmlformats.org/drawingml/2006/main">
            <a:off x="326621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FD6B4784-4DDD-4655-AA56-C59D0FE11727}"/>
              </a:ext>
            </a:extLst>
          </p:cNvPr>
          <p:cNvSpPr>
            <a:spLocks xmlns:a="http://schemas.openxmlformats.org/drawingml/2006/main" noGrp="1"/>
          </p:cNvSpPr>
          <p:nvPr/>
        </p:nvSpPr>
        <p:spPr>
          <a:xfrm xmlns:a="http://schemas.openxmlformats.org/drawingml/2006/main">
            <a:off x="326621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93C280DC-CAF7-4C51-B67E-E2725621A3C9}"/>
              </a:ext>
            </a:extLst>
          </p:cNvPr>
          <p:cNvSpPr>
            <a:spLocks xmlns:a="http://schemas.openxmlformats.org/drawingml/2006/main" noGrp="1"/>
          </p:cNvSpPr>
          <p:nvPr/>
        </p:nvSpPr>
        <p:spPr>
          <a:xfrm xmlns:a="http://schemas.openxmlformats.org/drawingml/2006/main">
            <a:off x="326621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0B557C5E-0C0F-448B-8030-9EB813D5065A}"/>
              </a:ext>
            </a:extLst>
          </p:cNvPr>
          <p:cNvSpPr>
            <a:spLocks xmlns:a="http://schemas.openxmlformats.org/drawingml/2006/main" noGrp="1"/>
          </p:cNvSpPr>
          <p:nvPr/>
        </p:nvSpPr>
        <p:spPr>
          <a:xfrm xmlns:a="http://schemas.openxmlformats.org/drawingml/2006/main">
            <a:off x="3345216" y="432738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0F3C3E7B-ECD0-4CEF-A23C-8A6460D11C8E}"/>
              </a:ext>
            </a:extLst>
          </p:cNvPr>
          <p:cNvSpPr>
            <a:spLocks xmlns:a="http://schemas.openxmlformats.org/drawingml/2006/main" noGrp="1"/>
          </p:cNvSpPr>
          <p:nvPr/>
        </p:nvSpPr>
        <p:spPr>
          <a:xfrm xmlns:a="http://schemas.openxmlformats.org/drawingml/2006/main">
            <a:off x="334521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AB76D4C7-B511-40E4-89A9-EF22AF3EFDB8}"/>
              </a:ext>
            </a:extLst>
          </p:cNvPr>
          <p:cNvSpPr>
            <a:spLocks xmlns:a="http://schemas.openxmlformats.org/drawingml/2006/main" noGrp="1"/>
          </p:cNvSpPr>
          <p:nvPr/>
        </p:nvSpPr>
        <p:spPr>
          <a:xfrm xmlns:a="http://schemas.openxmlformats.org/drawingml/2006/main">
            <a:off x="334521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A481F6FE-E533-4DEA-9371-7A08BB734951}"/>
              </a:ext>
            </a:extLst>
          </p:cNvPr>
          <p:cNvSpPr>
            <a:spLocks xmlns:a="http://schemas.openxmlformats.org/drawingml/2006/main" noGrp="1"/>
          </p:cNvSpPr>
          <p:nvPr/>
        </p:nvSpPr>
        <p:spPr>
          <a:xfrm xmlns:a="http://schemas.openxmlformats.org/drawingml/2006/main">
            <a:off x="334521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728CCFA4-35AE-4B05-AF23-2394834E129E}"/>
              </a:ext>
            </a:extLst>
          </p:cNvPr>
          <p:cNvSpPr>
            <a:spLocks xmlns:a="http://schemas.openxmlformats.org/drawingml/2006/main" noGrp="1"/>
          </p:cNvSpPr>
          <p:nvPr/>
        </p:nvSpPr>
        <p:spPr>
          <a:xfrm xmlns:a="http://schemas.openxmlformats.org/drawingml/2006/main">
            <a:off x="334521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77E7BAF9-49EB-4A18-BC28-BC711E918863}"/>
              </a:ext>
            </a:extLst>
          </p:cNvPr>
          <p:cNvSpPr>
            <a:spLocks xmlns:a="http://schemas.openxmlformats.org/drawingml/2006/main" noGrp="1"/>
          </p:cNvSpPr>
          <p:nvPr/>
        </p:nvSpPr>
        <p:spPr>
          <a:xfrm xmlns:a="http://schemas.openxmlformats.org/drawingml/2006/main">
            <a:off x="334521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59C60291-E053-47D3-8E75-E54B7511B3CA}"/>
              </a:ext>
            </a:extLst>
          </p:cNvPr>
          <p:cNvSpPr>
            <a:spLocks xmlns:a="http://schemas.openxmlformats.org/drawingml/2006/main" noGrp="1"/>
          </p:cNvSpPr>
          <p:nvPr/>
        </p:nvSpPr>
        <p:spPr>
          <a:xfrm xmlns:a="http://schemas.openxmlformats.org/drawingml/2006/main">
            <a:off x="334521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7312DF17-F3FA-4024-ABCB-FB0572229241}"/>
              </a:ext>
            </a:extLst>
          </p:cNvPr>
          <p:cNvSpPr>
            <a:spLocks xmlns:a="http://schemas.openxmlformats.org/drawingml/2006/main" noGrp="1"/>
          </p:cNvSpPr>
          <p:nvPr/>
        </p:nvSpPr>
        <p:spPr>
          <a:xfrm xmlns:a="http://schemas.openxmlformats.org/drawingml/2006/main">
            <a:off x="334521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7E8F08D0-FA6A-407D-9034-4D5222C41860}"/>
              </a:ext>
            </a:extLst>
          </p:cNvPr>
          <p:cNvSpPr>
            <a:spLocks xmlns:a="http://schemas.openxmlformats.org/drawingml/2006/main" noGrp="1"/>
          </p:cNvSpPr>
          <p:nvPr/>
        </p:nvSpPr>
        <p:spPr>
          <a:xfrm xmlns:a="http://schemas.openxmlformats.org/drawingml/2006/main">
            <a:off x="334521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C217BC9D-D956-4648-97DD-328D9977B611}"/>
              </a:ext>
            </a:extLst>
          </p:cNvPr>
          <p:cNvSpPr>
            <a:spLocks xmlns:a="http://schemas.openxmlformats.org/drawingml/2006/main" noGrp="1"/>
          </p:cNvSpPr>
          <p:nvPr/>
        </p:nvSpPr>
        <p:spPr>
          <a:xfrm xmlns:a="http://schemas.openxmlformats.org/drawingml/2006/main">
            <a:off x="334521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86CC120A-CB7F-40A3-B7CA-1DE33CF0C77A}"/>
              </a:ext>
            </a:extLst>
          </p:cNvPr>
          <p:cNvSpPr>
            <a:spLocks xmlns:a="http://schemas.openxmlformats.org/drawingml/2006/main" noGrp="1"/>
          </p:cNvSpPr>
          <p:nvPr/>
        </p:nvSpPr>
        <p:spPr>
          <a:xfrm xmlns:a="http://schemas.openxmlformats.org/drawingml/2006/main">
            <a:off x="334521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D34F4B99-E82F-4F41-88BB-B9F422B03180}"/>
              </a:ext>
            </a:extLst>
          </p:cNvPr>
          <p:cNvSpPr>
            <a:spLocks xmlns:a="http://schemas.openxmlformats.org/drawingml/2006/main" noGrp="1"/>
          </p:cNvSpPr>
          <p:nvPr/>
        </p:nvSpPr>
        <p:spPr>
          <a:xfrm xmlns:a="http://schemas.openxmlformats.org/drawingml/2006/main">
            <a:off x="334521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87538199-9040-47C1-8C1D-463385B3AE1E}"/>
              </a:ext>
            </a:extLst>
          </p:cNvPr>
          <p:cNvSpPr>
            <a:spLocks xmlns:a="http://schemas.openxmlformats.org/drawingml/2006/main" noGrp="1"/>
          </p:cNvSpPr>
          <p:nvPr/>
        </p:nvSpPr>
        <p:spPr>
          <a:xfrm xmlns:a="http://schemas.openxmlformats.org/drawingml/2006/main">
            <a:off x="334521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7DD9D2DE-EAB1-49E2-AFB4-E6AB67F95D48}"/>
              </a:ext>
            </a:extLst>
          </p:cNvPr>
          <p:cNvSpPr>
            <a:spLocks xmlns:a="http://schemas.openxmlformats.org/drawingml/2006/main" noGrp="1"/>
          </p:cNvSpPr>
          <p:nvPr/>
        </p:nvSpPr>
        <p:spPr>
          <a:xfrm xmlns:a="http://schemas.openxmlformats.org/drawingml/2006/main">
            <a:off x="334521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4E4C6EAA-123B-4021-A0AC-02FED125708B}"/>
              </a:ext>
            </a:extLst>
          </p:cNvPr>
          <p:cNvSpPr>
            <a:spLocks xmlns:a="http://schemas.openxmlformats.org/drawingml/2006/main" noGrp="1"/>
          </p:cNvSpPr>
          <p:nvPr/>
        </p:nvSpPr>
        <p:spPr>
          <a:xfrm xmlns:a="http://schemas.openxmlformats.org/drawingml/2006/main">
            <a:off x="334521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B059BBE7-DBFB-4162-8B28-F981E7415A47}"/>
              </a:ext>
            </a:extLst>
          </p:cNvPr>
          <p:cNvSpPr>
            <a:spLocks xmlns:a="http://schemas.openxmlformats.org/drawingml/2006/main" noGrp="1"/>
          </p:cNvSpPr>
          <p:nvPr/>
        </p:nvSpPr>
        <p:spPr>
          <a:xfrm xmlns:a="http://schemas.openxmlformats.org/drawingml/2006/main">
            <a:off x="334521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F26EFF56-43E6-4DC4-BB71-46785169DB21}"/>
              </a:ext>
            </a:extLst>
          </p:cNvPr>
          <p:cNvSpPr>
            <a:spLocks xmlns:a="http://schemas.openxmlformats.org/drawingml/2006/main" noGrp="1"/>
          </p:cNvSpPr>
          <p:nvPr/>
        </p:nvSpPr>
        <p:spPr>
          <a:xfrm xmlns:a="http://schemas.openxmlformats.org/drawingml/2006/main">
            <a:off x="334521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D8412237-37E6-429B-83B1-569D4C37F372}"/>
              </a:ext>
            </a:extLst>
          </p:cNvPr>
          <p:cNvSpPr>
            <a:spLocks xmlns:a="http://schemas.openxmlformats.org/drawingml/2006/main" noGrp="1"/>
          </p:cNvSpPr>
          <p:nvPr/>
        </p:nvSpPr>
        <p:spPr>
          <a:xfrm xmlns:a="http://schemas.openxmlformats.org/drawingml/2006/main">
            <a:off x="334521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667F91D3-CDBA-458C-A360-32346C90ED04}"/>
              </a:ext>
            </a:extLst>
          </p:cNvPr>
          <p:cNvSpPr>
            <a:spLocks xmlns:a="http://schemas.openxmlformats.org/drawingml/2006/main" noGrp="1"/>
          </p:cNvSpPr>
          <p:nvPr/>
        </p:nvSpPr>
        <p:spPr>
          <a:xfrm xmlns:a="http://schemas.openxmlformats.org/drawingml/2006/main">
            <a:off x="334521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5DE46A44-8515-41C1-AE30-5F803064EBF1}"/>
              </a:ext>
            </a:extLst>
          </p:cNvPr>
          <p:cNvSpPr>
            <a:spLocks xmlns:a="http://schemas.openxmlformats.org/drawingml/2006/main" noGrp="1"/>
          </p:cNvSpPr>
          <p:nvPr/>
        </p:nvSpPr>
        <p:spPr>
          <a:xfrm xmlns:a="http://schemas.openxmlformats.org/drawingml/2006/main">
            <a:off x="342421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A59C2A12-1850-4018-9B7E-D72E579B46E1}"/>
              </a:ext>
            </a:extLst>
          </p:cNvPr>
          <p:cNvSpPr>
            <a:spLocks xmlns:a="http://schemas.openxmlformats.org/drawingml/2006/main" noGrp="1"/>
          </p:cNvSpPr>
          <p:nvPr/>
        </p:nvSpPr>
        <p:spPr>
          <a:xfrm xmlns:a="http://schemas.openxmlformats.org/drawingml/2006/main">
            <a:off x="342421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BDA6D70E-7A73-4449-8CB1-04815754EE35}"/>
              </a:ext>
            </a:extLst>
          </p:cNvPr>
          <p:cNvSpPr>
            <a:spLocks xmlns:a="http://schemas.openxmlformats.org/drawingml/2006/main" noGrp="1"/>
          </p:cNvSpPr>
          <p:nvPr/>
        </p:nvSpPr>
        <p:spPr>
          <a:xfrm xmlns:a="http://schemas.openxmlformats.org/drawingml/2006/main">
            <a:off x="342421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F52620EE-35E6-43F1-B6A1-3B80A4820438}"/>
              </a:ext>
            </a:extLst>
          </p:cNvPr>
          <p:cNvSpPr>
            <a:spLocks xmlns:a="http://schemas.openxmlformats.org/drawingml/2006/main" noGrp="1"/>
          </p:cNvSpPr>
          <p:nvPr/>
        </p:nvSpPr>
        <p:spPr>
          <a:xfrm xmlns:a="http://schemas.openxmlformats.org/drawingml/2006/main">
            <a:off x="342421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99890A88-2741-4B0C-82D3-53D4AD0BC2AB}"/>
              </a:ext>
            </a:extLst>
          </p:cNvPr>
          <p:cNvSpPr>
            <a:spLocks xmlns:a="http://schemas.openxmlformats.org/drawingml/2006/main" noGrp="1"/>
          </p:cNvSpPr>
          <p:nvPr/>
        </p:nvSpPr>
        <p:spPr>
          <a:xfrm xmlns:a="http://schemas.openxmlformats.org/drawingml/2006/main">
            <a:off x="342421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F2E33ADE-36DB-4990-AF29-CB9C67677206}"/>
              </a:ext>
            </a:extLst>
          </p:cNvPr>
          <p:cNvSpPr>
            <a:spLocks xmlns:a="http://schemas.openxmlformats.org/drawingml/2006/main" noGrp="1"/>
          </p:cNvSpPr>
          <p:nvPr/>
        </p:nvSpPr>
        <p:spPr>
          <a:xfrm xmlns:a="http://schemas.openxmlformats.org/drawingml/2006/main">
            <a:off x="342421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849C2FFB-9AA2-4792-B284-7638C5490045}"/>
              </a:ext>
            </a:extLst>
          </p:cNvPr>
          <p:cNvSpPr>
            <a:spLocks xmlns:a="http://schemas.openxmlformats.org/drawingml/2006/main" noGrp="1"/>
          </p:cNvSpPr>
          <p:nvPr/>
        </p:nvSpPr>
        <p:spPr>
          <a:xfrm xmlns:a="http://schemas.openxmlformats.org/drawingml/2006/main">
            <a:off x="342421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46D18B60-0679-48EF-8671-731F3EA562CC}"/>
              </a:ext>
            </a:extLst>
          </p:cNvPr>
          <p:cNvSpPr>
            <a:spLocks xmlns:a="http://schemas.openxmlformats.org/drawingml/2006/main" noGrp="1"/>
          </p:cNvSpPr>
          <p:nvPr/>
        </p:nvSpPr>
        <p:spPr>
          <a:xfrm xmlns:a="http://schemas.openxmlformats.org/drawingml/2006/main">
            <a:off x="342421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3E433E2C-0101-4051-8672-0A1A5D67A8C8}"/>
              </a:ext>
            </a:extLst>
          </p:cNvPr>
          <p:cNvSpPr>
            <a:spLocks xmlns:a="http://schemas.openxmlformats.org/drawingml/2006/main" noGrp="1"/>
          </p:cNvSpPr>
          <p:nvPr/>
        </p:nvSpPr>
        <p:spPr>
          <a:xfrm xmlns:a="http://schemas.openxmlformats.org/drawingml/2006/main">
            <a:off x="342421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B9066BBB-3C71-4B9B-8734-8FB7DB0DDCD3}"/>
              </a:ext>
            </a:extLst>
          </p:cNvPr>
          <p:cNvSpPr>
            <a:spLocks xmlns:a="http://schemas.openxmlformats.org/drawingml/2006/main" noGrp="1"/>
          </p:cNvSpPr>
          <p:nvPr/>
        </p:nvSpPr>
        <p:spPr>
          <a:xfrm xmlns:a="http://schemas.openxmlformats.org/drawingml/2006/main">
            <a:off x="342421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15221A83-5256-4086-8E58-4320E6C9EF9F}"/>
              </a:ext>
            </a:extLst>
          </p:cNvPr>
          <p:cNvSpPr>
            <a:spLocks xmlns:a="http://schemas.openxmlformats.org/drawingml/2006/main" noGrp="1"/>
          </p:cNvSpPr>
          <p:nvPr/>
        </p:nvSpPr>
        <p:spPr>
          <a:xfrm xmlns:a="http://schemas.openxmlformats.org/drawingml/2006/main">
            <a:off x="342421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15A0C8A6-E609-45C3-BDFB-FB89C9937942}"/>
              </a:ext>
            </a:extLst>
          </p:cNvPr>
          <p:cNvSpPr>
            <a:spLocks xmlns:a="http://schemas.openxmlformats.org/drawingml/2006/main" noGrp="1"/>
          </p:cNvSpPr>
          <p:nvPr/>
        </p:nvSpPr>
        <p:spPr>
          <a:xfrm xmlns:a="http://schemas.openxmlformats.org/drawingml/2006/main">
            <a:off x="342421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371C62E6-C2DB-4774-B24A-33830AAAA67A}"/>
              </a:ext>
            </a:extLst>
          </p:cNvPr>
          <p:cNvSpPr>
            <a:spLocks xmlns:a="http://schemas.openxmlformats.org/drawingml/2006/main" noGrp="1"/>
          </p:cNvSpPr>
          <p:nvPr/>
        </p:nvSpPr>
        <p:spPr>
          <a:xfrm xmlns:a="http://schemas.openxmlformats.org/drawingml/2006/main">
            <a:off x="342421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1F0A313E-F1A3-47B1-92F8-756BA38578BB}"/>
              </a:ext>
            </a:extLst>
          </p:cNvPr>
          <p:cNvSpPr>
            <a:spLocks xmlns:a="http://schemas.openxmlformats.org/drawingml/2006/main" noGrp="1"/>
          </p:cNvSpPr>
          <p:nvPr/>
        </p:nvSpPr>
        <p:spPr>
          <a:xfrm xmlns:a="http://schemas.openxmlformats.org/drawingml/2006/main">
            <a:off x="342421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7B817FCE-4A0C-43FD-B5D3-0EEAA08790AA}"/>
              </a:ext>
            </a:extLst>
          </p:cNvPr>
          <p:cNvSpPr>
            <a:spLocks xmlns:a="http://schemas.openxmlformats.org/drawingml/2006/main" noGrp="1"/>
          </p:cNvSpPr>
          <p:nvPr/>
        </p:nvSpPr>
        <p:spPr>
          <a:xfrm xmlns:a="http://schemas.openxmlformats.org/drawingml/2006/main">
            <a:off x="342421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555AE281-A255-4E86-ADC6-72A59A3B8E99}"/>
              </a:ext>
            </a:extLst>
          </p:cNvPr>
          <p:cNvSpPr>
            <a:spLocks xmlns:a="http://schemas.openxmlformats.org/drawingml/2006/main" noGrp="1"/>
          </p:cNvSpPr>
          <p:nvPr/>
        </p:nvSpPr>
        <p:spPr>
          <a:xfrm xmlns:a="http://schemas.openxmlformats.org/drawingml/2006/main">
            <a:off x="3424219"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31252A4E-9A3F-4B05-BED1-07157CDA743A}"/>
              </a:ext>
            </a:extLst>
          </p:cNvPr>
          <p:cNvSpPr>
            <a:spLocks xmlns:a="http://schemas.openxmlformats.org/drawingml/2006/main" noGrp="1"/>
          </p:cNvSpPr>
          <p:nvPr/>
        </p:nvSpPr>
        <p:spPr>
          <a:xfrm xmlns:a="http://schemas.openxmlformats.org/drawingml/2006/main">
            <a:off x="342421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E2A7EF84-526E-480E-B5EF-F911293D2C40}"/>
              </a:ext>
            </a:extLst>
          </p:cNvPr>
          <p:cNvSpPr>
            <a:spLocks xmlns:a="http://schemas.openxmlformats.org/drawingml/2006/main" noGrp="1"/>
          </p:cNvSpPr>
          <p:nvPr/>
        </p:nvSpPr>
        <p:spPr>
          <a:xfrm xmlns:a="http://schemas.openxmlformats.org/drawingml/2006/main">
            <a:off x="350322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5C19F097-7AA5-42FC-AA6D-3D479689D97B}"/>
              </a:ext>
            </a:extLst>
          </p:cNvPr>
          <p:cNvSpPr>
            <a:spLocks xmlns:a="http://schemas.openxmlformats.org/drawingml/2006/main" noGrp="1"/>
          </p:cNvSpPr>
          <p:nvPr/>
        </p:nvSpPr>
        <p:spPr>
          <a:xfrm xmlns:a="http://schemas.openxmlformats.org/drawingml/2006/main">
            <a:off x="350322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1E274A49-CF01-4CF0-8351-AB6F9955B6B8}"/>
              </a:ext>
            </a:extLst>
          </p:cNvPr>
          <p:cNvSpPr>
            <a:spLocks xmlns:a="http://schemas.openxmlformats.org/drawingml/2006/main" noGrp="1"/>
          </p:cNvSpPr>
          <p:nvPr/>
        </p:nvSpPr>
        <p:spPr>
          <a:xfrm xmlns:a="http://schemas.openxmlformats.org/drawingml/2006/main">
            <a:off x="350322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3E927D80-A73A-494F-9C81-A7976A9A9B45}"/>
              </a:ext>
            </a:extLst>
          </p:cNvPr>
          <p:cNvSpPr>
            <a:spLocks xmlns:a="http://schemas.openxmlformats.org/drawingml/2006/main" noGrp="1"/>
          </p:cNvSpPr>
          <p:nvPr/>
        </p:nvSpPr>
        <p:spPr>
          <a:xfrm xmlns:a="http://schemas.openxmlformats.org/drawingml/2006/main">
            <a:off x="350322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A7F42DEA-0A8E-495C-B772-B7C3ACE23484}"/>
              </a:ext>
            </a:extLst>
          </p:cNvPr>
          <p:cNvSpPr>
            <a:spLocks xmlns:a="http://schemas.openxmlformats.org/drawingml/2006/main" noGrp="1"/>
          </p:cNvSpPr>
          <p:nvPr/>
        </p:nvSpPr>
        <p:spPr>
          <a:xfrm xmlns:a="http://schemas.openxmlformats.org/drawingml/2006/main">
            <a:off x="350322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5D5FC090-5848-42BC-8143-82BA6DBC9658}"/>
              </a:ext>
            </a:extLst>
          </p:cNvPr>
          <p:cNvSpPr>
            <a:spLocks xmlns:a="http://schemas.openxmlformats.org/drawingml/2006/main" noGrp="1"/>
          </p:cNvSpPr>
          <p:nvPr/>
        </p:nvSpPr>
        <p:spPr>
          <a:xfrm xmlns:a="http://schemas.openxmlformats.org/drawingml/2006/main">
            <a:off x="350322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C49E74C7-A8E6-42F5-AF64-B90FBB19AA65}"/>
              </a:ext>
            </a:extLst>
          </p:cNvPr>
          <p:cNvSpPr>
            <a:spLocks xmlns:a="http://schemas.openxmlformats.org/drawingml/2006/main" noGrp="1"/>
          </p:cNvSpPr>
          <p:nvPr/>
        </p:nvSpPr>
        <p:spPr>
          <a:xfrm xmlns:a="http://schemas.openxmlformats.org/drawingml/2006/main">
            <a:off x="350322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1B16B7CB-F411-405E-864A-3BC4B853E3C0}"/>
              </a:ext>
            </a:extLst>
          </p:cNvPr>
          <p:cNvSpPr>
            <a:spLocks xmlns:a="http://schemas.openxmlformats.org/drawingml/2006/main" noGrp="1"/>
          </p:cNvSpPr>
          <p:nvPr/>
        </p:nvSpPr>
        <p:spPr>
          <a:xfrm xmlns:a="http://schemas.openxmlformats.org/drawingml/2006/main">
            <a:off x="350322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533B7490-680B-4C50-8EAD-BB192D793550}"/>
              </a:ext>
            </a:extLst>
          </p:cNvPr>
          <p:cNvSpPr>
            <a:spLocks xmlns:a="http://schemas.openxmlformats.org/drawingml/2006/main" noGrp="1"/>
          </p:cNvSpPr>
          <p:nvPr/>
        </p:nvSpPr>
        <p:spPr>
          <a:xfrm xmlns:a="http://schemas.openxmlformats.org/drawingml/2006/main">
            <a:off x="350322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8FD3EA1E-72EC-4E0F-B84A-8FB87005C678}"/>
              </a:ext>
            </a:extLst>
          </p:cNvPr>
          <p:cNvSpPr>
            <a:spLocks xmlns:a="http://schemas.openxmlformats.org/drawingml/2006/main" noGrp="1"/>
          </p:cNvSpPr>
          <p:nvPr/>
        </p:nvSpPr>
        <p:spPr>
          <a:xfrm xmlns:a="http://schemas.openxmlformats.org/drawingml/2006/main">
            <a:off x="350322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F19F741B-B0A8-4AB5-BEC0-2757263759D8}"/>
              </a:ext>
            </a:extLst>
          </p:cNvPr>
          <p:cNvSpPr>
            <a:spLocks xmlns:a="http://schemas.openxmlformats.org/drawingml/2006/main" noGrp="1"/>
          </p:cNvSpPr>
          <p:nvPr/>
        </p:nvSpPr>
        <p:spPr>
          <a:xfrm xmlns:a="http://schemas.openxmlformats.org/drawingml/2006/main">
            <a:off x="350322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FF1648B9-C631-4BA3-96B0-120F309A4951}"/>
              </a:ext>
            </a:extLst>
          </p:cNvPr>
          <p:cNvSpPr>
            <a:spLocks xmlns:a="http://schemas.openxmlformats.org/drawingml/2006/main" noGrp="1"/>
          </p:cNvSpPr>
          <p:nvPr/>
        </p:nvSpPr>
        <p:spPr>
          <a:xfrm xmlns:a="http://schemas.openxmlformats.org/drawingml/2006/main">
            <a:off x="350322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5DAF8757-E0FB-4606-A417-8D2F5DBE9FF9}"/>
              </a:ext>
            </a:extLst>
          </p:cNvPr>
          <p:cNvSpPr>
            <a:spLocks xmlns:a="http://schemas.openxmlformats.org/drawingml/2006/main" noGrp="1"/>
          </p:cNvSpPr>
          <p:nvPr/>
        </p:nvSpPr>
        <p:spPr>
          <a:xfrm xmlns:a="http://schemas.openxmlformats.org/drawingml/2006/main">
            <a:off x="350322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E3AACE32-464E-47C5-A369-A474A137EF7C}"/>
              </a:ext>
            </a:extLst>
          </p:cNvPr>
          <p:cNvSpPr>
            <a:spLocks xmlns:a="http://schemas.openxmlformats.org/drawingml/2006/main" noGrp="1"/>
          </p:cNvSpPr>
          <p:nvPr/>
        </p:nvSpPr>
        <p:spPr>
          <a:xfrm xmlns:a="http://schemas.openxmlformats.org/drawingml/2006/main">
            <a:off x="350322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9D152D67-A870-41CD-B991-379B4A2DC576}"/>
              </a:ext>
            </a:extLst>
          </p:cNvPr>
          <p:cNvSpPr>
            <a:spLocks xmlns:a="http://schemas.openxmlformats.org/drawingml/2006/main" noGrp="1"/>
          </p:cNvSpPr>
          <p:nvPr/>
        </p:nvSpPr>
        <p:spPr>
          <a:xfrm xmlns:a="http://schemas.openxmlformats.org/drawingml/2006/main">
            <a:off x="350322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F5E724B9-074C-4988-A721-E58AB3A488B2}"/>
              </a:ext>
            </a:extLst>
          </p:cNvPr>
          <p:cNvSpPr>
            <a:spLocks xmlns:a="http://schemas.openxmlformats.org/drawingml/2006/main" noGrp="1"/>
          </p:cNvSpPr>
          <p:nvPr/>
        </p:nvSpPr>
        <p:spPr>
          <a:xfrm xmlns:a="http://schemas.openxmlformats.org/drawingml/2006/main">
            <a:off x="350322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9B5B89A4-D7AE-45FA-ADB1-39C7A72B492B}"/>
              </a:ext>
            </a:extLst>
          </p:cNvPr>
          <p:cNvSpPr>
            <a:spLocks xmlns:a="http://schemas.openxmlformats.org/drawingml/2006/main" noGrp="1"/>
          </p:cNvSpPr>
          <p:nvPr/>
        </p:nvSpPr>
        <p:spPr>
          <a:xfrm xmlns:a="http://schemas.openxmlformats.org/drawingml/2006/main">
            <a:off x="350322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782B26B7-9C9A-4790-BB0F-686D0C9BEF45}"/>
              </a:ext>
            </a:extLst>
          </p:cNvPr>
          <p:cNvSpPr>
            <a:spLocks xmlns:a="http://schemas.openxmlformats.org/drawingml/2006/main" noGrp="1"/>
          </p:cNvSpPr>
          <p:nvPr/>
        </p:nvSpPr>
        <p:spPr>
          <a:xfrm xmlns:a="http://schemas.openxmlformats.org/drawingml/2006/main">
            <a:off x="350322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483124DA-DBBE-48EA-A109-A057E83FB824}"/>
              </a:ext>
            </a:extLst>
          </p:cNvPr>
          <p:cNvSpPr>
            <a:spLocks xmlns:a="http://schemas.openxmlformats.org/drawingml/2006/main" noGrp="1"/>
          </p:cNvSpPr>
          <p:nvPr/>
        </p:nvSpPr>
        <p:spPr>
          <a:xfrm xmlns:a="http://schemas.openxmlformats.org/drawingml/2006/main">
            <a:off x="358222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D3378D85-1A5B-4EC3-A50C-760981CBE1BF}"/>
              </a:ext>
            </a:extLst>
          </p:cNvPr>
          <p:cNvSpPr>
            <a:spLocks xmlns:a="http://schemas.openxmlformats.org/drawingml/2006/main" noGrp="1"/>
          </p:cNvSpPr>
          <p:nvPr/>
        </p:nvSpPr>
        <p:spPr>
          <a:xfrm xmlns:a="http://schemas.openxmlformats.org/drawingml/2006/main">
            <a:off x="358222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6AC57E94-C5A9-4A0E-8A10-FDDD6332CAB8}"/>
              </a:ext>
            </a:extLst>
          </p:cNvPr>
          <p:cNvSpPr>
            <a:spLocks xmlns:a="http://schemas.openxmlformats.org/drawingml/2006/main" noGrp="1"/>
          </p:cNvSpPr>
          <p:nvPr/>
        </p:nvSpPr>
        <p:spPr>
          <a:xfrm xmlns:a="http://schemas.openxmlformats.org/drawingml/2006/main">
            <a:off x="358222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96368DA3-F1A7-4CF3-9BF7-A5DB07FE5D07}"/>
              </a:ext>
            </a:extLst>
          </p:cNvPr>
          <p:cNvSpPr>
            <a:spLocks xmlns:a="http://schemas.openxmlformats.org/drawingml/2006/main" noGrp="1"/>
          </p:cNvSpPr>
          <p:nvPr/>
        </p:nvSpPr>
        <p:spPr>
          <a:xfrm xmlns:a="http://schemas.openxmlformats.org/drawingml/2006/main">
            <a:off x="358222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C6DDE093-4D9C-41E9-A6AA-EE13F04E7A89}"/>
              </a:ext>
            </a:extLst>
          </p:cNvPr>
          <p:cNvSpPr>
            <a:spLocks xmlns:a="http://schemas.openxmlformats.org/drawingml/2006/main" noGrp="1"/>
          </p:cNvSpPr>
          <p:nvPr/>
        </p:nvSpPr>
        <p:spPr>
          <a:xfrm xmlns:a="http://schemas.openxmlformats.org/drawingml/2006/main">
            <a:off x="358222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484A1B53-7297-41E3-8A79-94C0F559A15A}"/>
              </a:ext>
            </a:extLst>
          </p:cNvPr>
          <p:cNvSpPr>
            <a:spLocks xmlns:a="http://schemas.openxmlformats.org/drawingml/2006/main" noGrp="1"/>
          </p:cNvSpPr>
          <p:nvPr/>
        </p:nvSpPr>
        <p:spPr>
          <a:xfrm xmlns:a="http://schemas.openxmlformats.org/drawingml/2006/main">
            <a:off x="358222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72F2064A-67B8-4064-883F-753E55A3CB46}"/>
              </a:ext>
            </a:extLst>
          </p:cNvPr>
          <p:cNvSpPr>
            <a:spLocks xmlns:a="http://schemas.openxmlformats.org/drawingml/2006/main" noGrp="1"/>
          </p:cNvSpPr>
          <p:nvPr/>
        </p:nvSpPr>
        <p:spPr>
          <a:xfrm xmlns:a="http://schemas.openxmlformats.org/drawingml/2006/main">
            <a:off x="358222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FB8E96C8-AFEB-43E1-959C-0100ABA6A70F}"/>
              </a:ext>
            </a:extLst>
          </p:cNvPr>
          <p:cNvSpPr>
            <a:spLocks xmlns:a="http://schemas.openxmlformats.org/drawingml/2006/main" noGrp="1"/>
          </p:cNvSpPr>
          <p:nvPr/>
        </p:nvSpPr>
        <p:spPr>
          <a:xfrm xmlns:a="http://schemas.openxmlformats.org/drawingml/2006/main">
            <a:off x="358222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4AF0A4D2-6AE3-4AAB-8253-5240CD540660}"/>
              </a:ext>
            </a:extLst>
          </p:cNvPr>
          <p:cNvSpPr>
            <a:spLocks xmlns:a="http://schemas.openxmlformats.org/drawingml/2006/main" noGrp="1"/>
          </p:cNvSpPr>
          <p:nvPr/>
        </p:nvSpPr>
        <p:spPr>
          <a:xfrm xmlns:a="http://schemas.openxmlformats.org/drawingml/2006/main">
            <a:off x="358222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3BC1BBA7-2964-4F8A-AA54-053C149FE197}"/>
              </a:ext>
            </a:extLst>
          </p:cNvPr>
          <p:cNvSpPr>
            <a:spLocks xmlns:a="http://schemas.openxmlformats.org/drawingml/2006/main" noGrp="1"/>
          </p:cNvSpPr>
          <p:nvPr/>
        </p:nvSpPr>
        <p:spPr>
          <a:xfrm xmlns:a="http://schemas.openxmlformats.org/drawingml/2006/main">
            <a:off x="358222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6F1D8AC9-D326-4921-964C-F02816B5608A}"/>
              </a:ext>
            </a:extLst>
          </p:cNvPr>
          <p:cNvSpPr>
            <a:spLocks xmlns:a="http://schemas.openxmlformats.org/drawingml/2006/main" noGrp="1"/>
          </p:cNvSpPr>
          <p:nvPr/>
        </p:nvSpPr>
        <p:spPr>
          <a:xfrm xmlns:a="http://schemas.openxmlformats.org/drawingml/2006/main">
            <a:off x="358222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85F01911-210C-483D-87B1-5E7DB7BAFE29}"/>
              </a:ext>
            </a:extLst>
          </p:cNvPr>
          <p:cNvSpPr>
            <a:spLocks xmlns:a="http://schemas.openxmlformats.org/drawingml/2006/main" noGrp="1"/>
          </p:cNvSpPr>
          <p:nvPr/>
        </p:nvSpPr>
        <p:spPr>
          <a:xfrm xmlns:a="http://schemas.openxmlformats.org/drawingml/2006/main">
            <a:off x="358222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5A183928-DF41-4151-AB4D-3565F578D0A5}"/>
              </a:ext>
            </a:extLst>
          </p:cNvPr>
          <p:cNvSpPr>
            <a:spLocks xmlns:a="http://schemas.openxmlformats.org/drawingml/2006/main" noGrp="1"/>
          </p:cNvSpPr>
          <p:nvPr/>
        </p:nvSpPr>
        <p:spPr>
          <a:xfrm xmlns:a="http://schemas.openxmlformats.org/drawingml/2006/main">
            <a:off x="358222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F25F76EA-79C4-49E5-8DFF-EE4FA60682AA}"/>
              </a:ext>
            </a:extLst>
          </p:cNvPr>
          <p:cNvSpPr>
            <a:spLocks xmlns:a="http://schemas.openxmlformats.org/drawingml/2006/main" noGrp="1"/>
          </p:cNvSpPr>
          <p:nvPr/>
        </p:nvSpPr>
        <p:spPr>
          <a:xfrm xmlns:a="http://schemas.openxmlformats.org/drawingml/2006/main">
            <a:off x="358222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5D94B883-6F75-4133-9D72-941010773CA1}"/>
              </a:ext>
            </a:extLst>
          </p:cNvPr>
          <p:cNvSpPr>
            <a:spLocks xmlns:a="http://schemas.openxmlformats.org/drawingml/2006/main" noGrp="1"/>
          </p:cNvSpPr>
          <p:nvPr/>
        </p:nvSpPr>
        <p:spPr>
          <a:xfrm xmlns:a="http://schemas.openxmlformats.org/drawingml/2006/main">
            <a:off x="366122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40F83ECC-AA71-4F02-AC42-DF8CDE9EC639}"/>
              </a:ext>
            </a:extLst>
          </p:cNvPr>
          <p:cNvSpPr>
            <a:spLocks xmlns:a="http://schemas.openxmlformats.org/drawingml/2006/main" noGrp="1"/>
          </p:cNvSpPr>
          <p:nvPr/>
        </p:nvSpPr>
        <p:spPr>
          <a:xfrm xmlns:a="http://schemas.openxmlformats.org/drawingml/2006/main">
            <a:off x="366122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9CDC7ED3-E895-4280-A587-84B42CEB6660}"/>
              </a:ext>
            </a:extLst>
          </p:cNvPr>
          <p:cNvSpPr>
            <a:spLocks xmlns:a="http://schemas.openxmlformats.org/drawingml/2006/main" noGrp="1"/>
          </p:cNvSpPr>
          <p:nvPr/>
        </p:nvSpPr>
        <p:spPr>
          <a:xfrm xmlns:a="http://schemas.openxmlformats.org/drawingml/2006/main">
            <a:off x="366122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2852FF69-BC93-40F1-A347-A7CD354F3E0F}"/>
              </a:ext>
            </a:extLst>
          </p:cNvPr>
          <p:cNvSpPr>
            <a:spLocks xmlns:a="http://schemas.openxmlformats.org/drawingml/2006/main" noGrp="1"/>
          </p:cNvSpPr>
          <p:nvPr/>
        </p:nvSpPr>
        <p:spPr>
          <a:xfrm xmlns:a="http://schemas.openxmlformats.org/drawingml/2006/main">
            <a:off x="366122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DE03F4B2-3866-4858-8A87-2FDC08A3CF0A}"/>
              </a:ext>
            </a:extLst>
          </p:cNvPr>
          <p:cNvSpPr>
            <a:spLocks xmlns:a="http://schemas.openxmlformats.org/drawingml/2006/main" noGrp="1"/>
          </p:cNvSpPr>
          <p:nvPr/>
        </p:nvSpPr>
        <p:spPr>
          <a:xfrm xmlns:a="http://schemas.openxmlformats.org/drawingml/2006/main">
            <a:off x="366122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8D06B2C5-861F-40BF-90AA-8819EA8ECE31}"/>
              </a:ext>
            </a:extLst>
          </p:cNvPr>
          <p:cNvSpPr>
            <a:spLocks xmlns:a="http://schemas.openxmlformats.org/drawingml/2006/main" noGrp="1"/>
          </p:cNvSpPr>
          <p:nvPr/>
        </p:nvSpPr>
        <p:spPr>
          <a:xfrm xmlns:a="http://schemas.openxmlformats.org/drawingml/2006/main">
            <a:off x="366122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1335EE4C-33BD-4E61-9A6D-088FA4215559}"/>
              </a:ext>
            </a:extLst>
          </p:cNvPr>
          <p:cNvSpPr>
            <a:spLocks xmlns:a="http://schemas.openxmlformats.org/drawingml/2006/main" noGrp="1"/>
          </p:cNvSpPr>
          <p:nvPr/>
        </p:nvSpPr>
        <p:spPr>
          <a:xfrm xmlns:a="http://schemas.openxmlformats.org/drawingml/2006/main">
            <a:off x="366122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278DC668-15BD-425B-A942-3543DB1C289B}"/>
              </a:ext>
            </a:extLst>
          </p:cNvPr>
          <p:cNvSpPr>
            <a:spLocks xmlns:a="http://schemas.openxmlformats.org/drawingml/2006/main" noGrp="1"/>
          </p:cNvSpPr>
          <p:nvPr/>
        </p:nvSpPr>
        <p:spPr>
          <a:xfrm xmlns:a="http://schemas.openxmlformats.org/drawingml/2006/main">
            <a:off x="366122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E41DCAEE-B5D4-440C-8D2A-376EE683F8B6}"/>
              </a:ext>
            </a:extLst>
          </p:cNvPr>
          <p:cNvSpPr>
            <a:spLocks xmlns:a="http://schemas.openxmlformats.org/drawingml/2006/main" noGrp="1"/>
          </p:cNvSpPr>
          <p:nvPr/>
        </p:nvSpPr>
        <p:spPr>
          <a:xfrm xmlns:a="http://schemas.openxmlformats.org/drawingml/2006/main">
            <a:off x="366122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86E50EAB-5684-4FFE-AF3B-FB44A0AA2359}"/>
              </a:ext>
            </a:extLst>
          </p:cNvPr>
          <p:cNvSpPr>
            <a:spLocks xmlns:a="http://schemas.openxmlformats.org/drawingml/2006/main" noGrp="1"/>
          </p:cNvSpPr>
          <p:nvPr/>
        </p:nvSpPr>
        <p:spPr>
          <a:xfrm xmlns:a="http://schemas.openxmlformats.org/drawingml/2006/main">
            <a:off x="366122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41DB5FB4-8252-44B8-A2D3-3D48B989E259}"/>
              </a:ext>
            </a:extLst>
          </p:cNvPr>
          <p:cNvSpPr>
            <a:spLocks xmlns:a="http://schemas.openxmlformats.org/drawingml/2006/main" noGrp="1"/>
          </p:cNvSpPr>
          <p:nvPr/>
        </p:nvSpPr>
        <p:spPr>
          <a:xfrm xmlns:a="http://schemas.openxmlformats.org/drawingml/2006/main">
            <a:off x="366122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8098659E-62FF-4892-8161-F8345A85BEEC}"/>
              </a:ext>
            </a:extLst>
          </p:cNvPr>
          <p:cNvSpPr>
            <a:spLocks xmlns:a="http://schemas.openxmlformats.org/drawingml/2006/main" noGrp="1"/>
          </p:cNvSpPr>
          <p:nvPr/>
        </p:nvSpPr>
        <p:spPr>
          <a:xfrm xmlns:a="http://schemas.openxmlformats.org/drawingml/2006/main">
            <a:off x="366122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14AE8205-B2DE-4491-A325-D6522D4D00F2}"/>
              </a:ext>
            </a:extLst>
          </p:cNvPr>
          <p:cNvSpPr>
            <a:spLocks xmlns:a="http://schemas.openxmlformats.org/drawingml/2006/main" noGrp="1"/>
          </p:cNvSpPr>
          <p:nvPr/>
        </p:nvSpPr>
        <p:spPr>
          <a:xfrm xmlns:a="http://schemas.openxmlformats.org/drawingml/2006/main">
            <a:off x="374022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8C5544BF-E69D-41F1-95B4-B8D28632C45D}"/>
              </a:ext>
            </a:extLst>
          </p:cNvPr>
          <p:cNvSpPr>
            <a:spLocks xmlns:a="http://schemas.openxmlformats.org/drawingml/2006/main" noGrp="1"/>
          </p:cNvSpPr>
          <p:nvPr/>
        </p:nvSpPr>
        <p:spPr>
          <a:xfrm xmlns:a="http://schemas.openxmlformats.org/drawingml/2006/main">
            <a:off x="374022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F7678DA3-2713-46F4-8A26-96A3AAC3B034}"/>
              </a:ext>
            </a:extLst>
          </p:cNvPr>
          <p:cNvSpPr>
            <a:spLocks xmlns:a="http://schemas.openxmlformats.org/drawingml/2006/main" noGrp="1"/>
          </p:cNvSpPr>
          <p:nvPr/>
        </p:nvSpPr>
        <p:spPr>
          <a:xfrm xmlns:a="http://schemas.openxmlformats.org/drawingml/2006/main">
            <a:off x="374022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1F424B7D-42A8-4697-9D43-ECB96AB3B843}"/>
              </a:ext>
            </a:extLst>
          </p:cNvPr>
          <p:cNvSpPr>
            <a:spLocks xmlns:a="http://schemas.openxmlformats.org/drawingml/2006/main" noGrp="1"/>
          </p:cNvSpPr>
          <p:nvPr/>
        </p:nvSpPr>
        <p:spPr>
          <a:xfrm xmlns:a="http://schemas.openxmlformats.org/drawingml/2006/main">
            <a:off x="374022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2A7426A3-E12C-4E00-9B44-7F75B4AB1709}"/>
              </a:ext>
            </a:extLst>
          </p:cNvPr>
          <p:cNvSpPr>
            <a:spLocks xmlns:a="http://schemas.openxmlformats.org/drawingml/2006/main" noGrp="1"/>
          </p:cNvSpPr>
          <p:nvPr/>
        </p:nvSpPr>
        <p:spPr>
          <a:xfrm xmlns:a="http://schemas.openxmlformats.org/drawingml/2006/main">
            <a:off x="374022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0DB5B7B8-32DE-426B-88EC-A1E175A09328}"/>
              </a:ext>
            </a:extLst>
          </p:cNvPr>
          <p:cNvSpPr>
            <a:spLocks xmlns:a="http://schemas.openxmlformats.org/drawingml/2006/main" noGrp="1"/>
          </p:cNvSpPr>
          <p:nvPr/>
        </p:nvSpPr>
        <p:spPr>
          <a:xfrm xmlns:a="http://schemas.openxmlformats.org/drawingml/2006/main">
            <a:off x="374022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7A4E53C2-1E52-4091-B2C3-85B365F29E84}"/>
              </a:ext>
            </a:extLst>
          </p:cNvPr>
          <p:cNvSpPr>
            <a:spLocks xmlns:a="http://schemas.openxmlformats.org/drawingml/2006/main" noGrp="1"/>
          </p:cNvSpPr>
          <p:nvPr/>
        </p:nvSpPr>
        <p:spPr>
          <a:xfrm xmlns:a="http://schemas.openxmlformats.org/drawingml/2006/main">
            <a:off x="374022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1017D6D2-2403-4EA2-BF1D-2A38D23E4529}"/>
              </a:ext>
            </a:extLst>
          </p:cNvPr>
          <p:cNvSpPr>
            <a:spLocks xmlns:a="http://schemas.openxmlformats.org/drawingml/2006/main" noGrp="1"/>
          </p:cNvSpPr>
          <p:nvPr/>
        </p:nvSpPr>
        <p:spPr>
          <a:xfrm xmlns:a="http://schemas.openxmlformats.org/drawingml/2006/main">
            <a:off x="374022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CBAA57C9-AF95-4CFB-8DE9-EEF5EA3E011A}"/>
              </a:ext>
            </a:extLst>
          </p:cNvPr>
          <p:cNvSpPr>
            <a:spLocks xmlns:a="http://schemas.openxmlformats.org/drawingml/2006/main" noGrp="1"/>
          </p:cNvSpPr>
          <p:nvPr/>
        </p:nvSpPr>
        <p:spPr>
          <a:xfrm xmlns:a="http://schemas.openxmlformats.org/drawingml/2006/main">
            <a:off x="374022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E3890848-024D-4BA2-9D7D-7DFEE735CB2B}"/>
              </a:ext>
            </a:extLst>
          </p:cNvPr>
          <p:cNvSpPr>
            <a:spLocks xmlns:a="http://schemas.openxmlformats.org/drawingml/2006/main" noGrp="1"/>
          </p:cNvSpPr>
          <p:nvPr/>
        </p:nvSpPr>
        <p:spPr>
          <a:xfrm xmlns:a="http://schemas.openxmlformats.org/drawingml/2006/main">
            <a:off x="374022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D85A6767-F9B8-49E5-85AA-67E451CEE341}"/>
              </a:ext>
            </a:extLst>
          </p:cNvPr>
          <p:cNvSpPr>
            <a:spLocks xmlns:a="http://schemas.openxmlformats.org/drawingml/2006/main" noGrp="1"/>
          </p:cNvSpPr>
          <p:nvPr/>
        </p:nvSpPr>
        <p:spPr>
          <a:xfrm xmlns:a="http://schemas.openxmlformats.org/drawingml/2006/main">
            <a:off x="374022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491EAE84-F40A-477B-B1C0-F4D08AD9FDA9}"/>
              </a:ext>
            </a:extLst>
          </p:cNvPr>
          <p:cNvSpPr>
            <a:spLocks xmlns:a="http://schemas.openxmlformats.org/drawingml/2006/main" noGrp="1"/>
          </p:cNvSpPr>
          <p:nvPr/>
        </p:nvSpPr>
        <p:spPr>
          <a:xfrm xmlns:a="http://schemas.openxmlformats.org/drawingml/2006/main">
            <a:off x="374022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51C08607-2114-4D3C-BB93-E3665B620134}"/>
              </a:ext>
            </a:extLst>
          </p:cNvPr>
          <p:cNvSpPr>
            <a:spLocks xmlns:a="http://schemas.openxmlformats.org/drawingml/2006/main" noGrp="1"/>
          </p:cNvSpPr>
          <p:nvPr/>
        </p:nvSpPr>
        <p:spPr>
          <a:xfrm xmlns:a="http://schemas.openxmlformats.org/drawingml/2006/main">
            <a:off x="381923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A90F5ED2-37E7-42EE-B602-C1EFBF6B0D83}"/>
              </a:ext>
            </a:extLst>
          </p:cNvPr>
          <p:cNvSpPr>
            <a:spLocks xmlns:a="http://schemas.openxmlformats.org/drawingml/2006/main" noGrp="1"/>
          </p:cNvSpPr>
          <p:nvPr/>
        </p:nvSpPr>
        <p:spPr>
          <a:xfrm xmlns:a="http://schemas.openxmlformats.org/drawingml/2006/main">
            <a:off x="381923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ED5477DA-8259-4AF8-A288-3A00483AB971}"/>
              </a:ext>
            </a:extLst>
          </p:cNvPr>
          <p:cNvSpPr>
            <a:spLocks xmlns:a="http://schemas.openxmlformats.org/drawingml/2006/main" noGrp="1"/>
          </p:cNvSpPr>
          <p:nvPr/>
        </p:nvSpPr>
        <p:spPr>
          <a:xfrm xmlns:a="http://schemas.openxmlformats.org/drawingml/2006/main">
            <a:off x="381923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8CA02D17-7A64-45DD-A427-CA26E86D6CE2}"/>
              </a:ext>
            </a:extLst>
          </p:cNvPr>
          <p:cNvSpPr>
            <a:spLocks xmlns:a="http://schemas.openxmlformats.org/drawingml/2006/main" noGrp="1"/>
          </p:cNvSpPr>
          <p:nvPr/>
        </p:nvSpPr>
        <p:spPr>
          <a:xfrm xmlns:a="http://schemas.openxmlformats.org/drawingml/2006/main">
            <a:off x="381923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3F748DB4-7531-4978-A383-DCE0F49CBAC1}"/>
              </a:ext>
            </a:extLst>
          </p:cNvPr>
          <p:cNvSpPr>
            <a:spLocks xmlns:a="http://schemas.openxmlformats.org/drawingml/2006/main" noGrp="1"/>
          </p:cNvSpPr>
          <p:nvPr/>
        </p:nvSpPr>
        <p:spPr>
          <a:xfrm xmlns:a="http://schemas.openxmlformats.org/drawingml/2006/main">
            <a:off x="381923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45188F53-FB39-4C04-95F6-226C8D0E42E0}"/>
              </a:ext>
            </a:extLst>
          </p:cNvPr>
          <p:cNvSpPr>
            <a:spLocks xmlns:a="http://schemas.openxmlformats.org/drawingml/2006/main" noGrp="1"/>
          </p:cNvSpPr>
          <p:nvPr/>
        </p:nvSpPr>
        <p:spPr>
          <a:xfrm xmlns:a="http://schemas.openxmlformats.org/drawingml/2006/main">
            <a:off x="381923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E8F561DD-CB69-49B1-9333-8F39E48B58F2}"/>
              </a:ext>
            </a:extLst>
          </p:cNvPr>
          <p:cNvSpPr>
            <a:spLocks xmlns:a="http://schemas.openxmlformats.org/drawingml/2006/main" noGrp="1"/>
          </p:cNvSpPr>
          <p:nvPr/>
        </p:nvSpPr>
        <p:spPr>
          <a:xfrm xmlns:a="http://schemas.openxmlformats.org/drawingml/2006/main">
            <a:off x="381923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58AE2EA4-DA24-4EC1-9FAA-6479F64152F9}"/>
              </a:ext>
            </a:extLst>
          </p:cNvPr>
          <p:cNvSpPr>
            <a:spLocks xmlns:a="http://schemas.openxmlformats.org/drawingml/2006/main" noGrp="1"/>
          </p:cNvSpPr>
          <p:nvPr/>
        </p:nvSpPr>
        <p:spPr>
          <a:xfrm xmlns:a="http://schemas.openxmlformats.org/drawingml/2006/main">
            <a:off x="381923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934FF354-F7AA-43CE-88A1-2CCF973EB418}"/>
              </a:ext>
            </a:extLst>
          </p:cNvPr>
          <p:cNvSpPr>
            <a:spLocks xmlns:a="http://schemas.openxmlformats.org/drawingml/2006/main" noGrp="1"/>
          </p:cNvSpPr>
          <p:nvPr/>
        </p:nvSpPr>
        <p:spPr>
          <a:xfrm xmlns:a="http://schemas.openxmlformats.org/drawingml/2006/main">
            <a:off x="381923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2387FB65-6207-44FA-9D70-513CAC8DA61E}"/>
              </a:ext>
            </a:extLst>
          </p:cNvPr>
          <p:cNvSpPr>
            <a:spLocks xmlns:a="http://schemas.openxmlformats.org/drawingml/2006/main" noGrp="1"/>
          </p:cNvSpPr>
          <p:nvPr/>
        </p:nvSpPr>
        <p:spPr>
          <a:xfrm xmlns:a="http://schemas.openxmlformats.org/drawingml/2006/main">
            <a:off x="381923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FCC56552-D4E7-45D9-AC30-D031E3980931}"/>
              </a:ext>
            </a:extLst>
          </p:cNvPr>
          <p:cNvSpPr>
            <a:spLocks xmlns:a="http://schemas.openxmlformats.org/drawingml/2006/main" noGrp="1"/>
          </p:cNvSpPr>
          <p:nvPr/>
        </p:nvSpPr>
        <p:spPr>
          <a:xfrm xmlns:a="http://schemas.openxmlformats.org/drawingml/2006/main">
            <a:off x="381923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A2EF9D53-7469-4D38-BD9E-7702BE3C95BF}"/>
              </a:ext>
            </a:extLst>
          </p:cNvPr>
          <p:cNvSpPr>
            <a:spLocks xmlns:a="http://schemas.openxmlformats.org/drawingml/2006/main" noGrp="1"/>
          </p:cNvSpPr>
          <p:nvPr/>
        </p:nvSpPr>
        <p:spPr>
          <a:xfrm xmlns:a="http://schemas.openxmlformats.org/drawingml/2006/main">
            <a:off x="381923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B08B2560-B646-4F40-8107-BD170D3EA9B7}"/>
              </a:ext>
            </a:extLst>
          </p:cNvPr>
          <p:cNvSpPr>
            <a:spLocks xmlns:a="http://schemas.openxmlformats.org/drawingml/2006/main" noGrp="1"/>
          </p:cNvSpPr>
          <p:nvPr/>
        </p:nvSpPr>
        <p:spPr>
          <a:xfrm xmlns:a="http://schemas.openxmlformats.org/drawingml/2006/main">
            <a:off x="381923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499AF2B1-B0D0-4D71-B94F-FA67F1570B2B}"/>
              </a:ext>
            </a:extLst>
          </p:cNvPr>
          <p:cNvSpPr>
            <a:spLocks xmlns:a="http://schemas.openxmlformats.org/drawingml/2006/main" noGrp="1"/>
          </p:cNvSpPr>
          <p:nvPr/>
        </p:nvSpPr>
        <p:spPr>
          <a:xfrm xmlns:a="http://schemas.openxmlformats.org/drawingml/2006/main">
            <a:off x="389823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EBF50062-0BCF-4459-9986-95BC74798623}"/>
              </a:ext>
            </a:extLst>
          </p:cNvPr>
          <p:cNvSpPr>
            <a:spLocks xmlns:a="http://schemas.openxmlformats.org/drawingml/2006/main" noGrp="1"/>
          </p:cNvSpPr>
          <p:nvPr/>
        </p:nvSpPr>
        <p:spPr>
          <a:xfrm xmlns:a="http://schemas.openxmlformats.org/drawingml/2006/main">
            <a:off x="389823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0CF9E339-95DF-4CFE-ADE1-E427B4CA0956}"/>
              </a:ext>
            </a:extLst>
          </p:cNvPr>
          <p:cNvSpPr>
            <a:spLocks xmlns:a="http://schemas.openxmlformats.org/drawingml/2006/main" noGrp="1"/>
          </p:cNvSpPr>
          <p:nvPr/>
        </p:nvSpPr>
        <p:spPr>
          <a:xfrm xmlns:a="http://schemas.openxmlformats.org/drawingml/2006/main">
            <a:off x="389823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AF52ABF7-6D4E-44EB-BD0C-1ED72582B541}"/>
              </a:ext>
            </a:extLst>
          </p:cNvPr>
          <p:cNvSpPr>
            <a:spLocks xmlns:a="http://schemas.openxmlformats.org/drawingml/2006/main" noGrp="1"/>
          </p:cNvSpPr>
          <p:nvPr/>
        </p:nvSpPr>
        <p:spPr>
          <a:xfrm xmlns:a="http://schemas.openxmlformats.org/drawingml/2006/main">
            <a:off x="389823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8668BBD1-2AE8-4EB7-8191-3FCEE66FC8B2}"/>
              </a:ext>
            </a:extLst>
          </p:cNvPr>
          <p:cNvSpPr>
            <a:spLocks xmlns:a="http://schemas.openxmlformats.org/drawingml/2006/main" noGrp="1"/>
          </p:cNvSpPr>
          <p:nvPr/>
        </p:nvSpPr>
        <p:spPr>
          <a:xfrm xmlns:a="http://schemas.openxmlformats.org/drawingml/2006/main">
            <a:off x="389823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6ABC40A6-C022-40DE-B0C6-7B30CF99CC1D}"/>
              </a:ext>
            </a:extLst>
          </p:cNvPr>
          <p:cNvSpPr>
            <a:spLocks xmlns:a="http://schemas.openxmlformats.org/drawingml/2006/main" noGrp="1"/>
          </p:cNvSpPr>
          <p:nvPr/>
        </p:nvSpPr>
        <p:spPr>
          <a:xfrm xmlns:a="http://schemas.openxmlformats.org/drawingml/2006/main">
            <a:off x="389823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2829F9C1-B055-4991-B008-B3D4642445A3}"/>
              </a:ext>
            </a:extLst>
          </p:cNvPr>
          <p:cNvSpPr>
            <a:spLocks xmlns:a="http://schemas.openxmlformats.org/drawingml/2006/main" noGrp="1"/>
          </p:cNvSpPr>
          <p:nvPr/>
        </p:nvSpPr>
        <p:spPr>
          <a:xfrm xmlns:a="http://schemas.openxmlformats.org/drawingml/2006/main">
            <a:off x="389823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D27D58FF-B33D-45FD-9E08-1125ADB7C5F1}"/>
              </a:ext>
            </a:extLst>
          </p:cNvPr>
          <p:cNvSpPr>
            <a:spLocks xmlns:a="http://schemas.openxmlformats.org/drawingml/2006/main" noGrp="1"/>
          </p:cNvSpPr>
          <p:nvPr/>
        </p:nvSpPr>
        <p:spPr>
          <a:xfrm xmlns:a="http://schemas.openxmlformats.org/drawingml/2006/main">
            <a:off x="389823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878D3788-8883-44C3-8233-277FD1712C6F}"/>
              </a:ext>
            </a:extLst>
          </p:cNvPr>
          <p:cNvSpPr>
            <a:spLocks xmlns:a="http://schemas.openxmlformats.org/drawingml/2006/main" noGrp="1"/>
          </p:cNvSpPr>
          <p:nvPr/>
        </p:nvSpPr>
        <p:spPr>
          <a:xfrm xmlns:a="http://schemas.openxmlformats.org/drawingml/2006/main">
            <a:off x="389823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7B60F2FE-C143-4F73-9A95-44175F4C4B84}"/>
              </a:ext>
            </a:extLst>
          </p:cNvPr>
          <p:cNvSpPr>
            <a:spLocks xmlns:a="http://schemas.openxmlformats.org/drawingml/2006/main" noGrp="1"/>
          </p:cNvSpPr>
          <p:nvPr/>
        </p:nvSpPr>
        <p:spPr>
          <a:xfrm xmlns:a="http://schemas.openxmlformats.org/drawingml/2006/main">
            <a:off x="389823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D2FEB457-A4E8-4AAD-8642-CCA1C4FFB81C}"/>
              </a:ext>
            </a:extLst>
          </p:cNvPr>
          <p:cNvSpPr>
            <a:spLocks xmlns:a="http://schemas.openxmlformats.org/drawingml/2006/main" noGrp="1"/>
          </p:cNvSpPr>
          <p:nvPr/>
        </p:nvSpPr>
        <p:spPr>
          <a:xfrm xmlns:a="http://schemas.openxmlformats.org/drawingml/2006/main">
            <a:off x="389823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38CB0504-255D-4DF4-B445-C31170E1D435}"/>
              </a:ext>
            </a:extLst>
          </p:cNvPr>
          <p:cNvSpPr>
            <a:spLocks xmlns:a="http://schemas.openxmlformats.org/drawingml/2006/main" noGrp="1"/>
          </p:cNvSpPr>
          <p:nvPr/>
        </p:nvSpPr>
        <p:spPr>
          <a:xfrm xmlns:a="http://schemas.openxmlformats.org/drawingml/2006/main">
            <a:off x="389823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6BA23B2E-5BB2-4C35-8C1D-C74B35642115}"/>
              </a:ext>
            </a:extLst>
          </p:cNvPr>
          <p:cNvSpPr>
            <a:spLocks xmlns:a="http://schemas.openxmlformats.org/drawingml/2006/main" noGrp="1"/>
          </p:cNvSpPr>
          <p:nvPr/>
        </p:nvSpPr>
        <p:spPr>
          <a:xfrm xmlns:a="http://schemas.openxmlformats.org/drawingml/2006/main">
            <a:off x="389823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B8B02150-A581-473A-BC17-3D188DBFD0DF}"/>
              </a:ext>
            </a:extLst>
          </p:cNvPr>
          <p:cNvSpPr>
            <a:spLocks xmlns:a="http://schemas.openxmlformats.org/drawingml/2006/main" noGrp="1"/>
          </p:cNvSpPr>
          <p:nvPr/>
        </p:nvSpPr>
        <p:spPr>
          <a:xfrm xmlns:a="http://schemas.openxmlformats.org/drawingml/2006/main">
            <a:off x="397723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EADAA6E9-1D33-4325-90BE-9D9F9E24864D}"/>
              </a:ext>
            </a:extLst>
          </p:cNvPr>
          <p:cNvSpPr>
            <a:spLocks xmlns:a="http://schemas.openxmlformats.org/drawingml/2006/main" noGrp="1"/>
          </p:cNvSpPr>
          <p:nvPr/>
        </p:nvSpPr>
        <p:spPr>
          <a:xfrm xmlns:a="http://schemas.openxmlformats.org/drawingml/2006/main">
            <a:off x="397723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3EACCC19-84DB-4A0E-A3F7-9CA49B774C05}"/>
              </a:ext>
            </a:extLst>
          </p:cNvPr>
          <p:cNvSpPr>
            <a:spLocks xmlns:a="http://schemas.openxmlformats.org/drawingml/2006/main" noGrp="1"/>
          </p:cNvSpPr>
          <p:nvPr/>
        </p:nvSpPr>
        <p:spPr>
          <a:xfrm xmlns:a="http://schemas.openxmlformats.org/drawingml/2006/main">
            <a:off x="397723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B4E1664A-CBDA-487D-A5FD-46E1E6881061}"/>
              </a:ext>
            </a:extLst>
          </p:cNvPr>
          <p:cNvSpPr>
            <a:spLocks xmlns:a="http://schemas.openxmlformats.org/drawingml/2006/main" noGrp="1"/>
          </p:cNvSpPr>
          <p:nvPr/>
        </p:nvSpPr>
        <p:spPr>
          <a:xfrm xmlns:a="http://schemas.openxmlformats.org/drawingml/2006/main">
            <a:off x="397723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51C8E287-583D-4BDF-AC98-99BC60F33BDB}"/>
              </a:ext>
            </a:extLst>
          </p:cNvPr>
          <p:cNvSpPr>
            <a:spLocks xmlns:a="http://schemas.openxmlformats.org/drawingml/2006/main" noGrp="1"/>
          </p:cNvSpPr>
          <p:nvPr/>
        </p:nvSpPr>
        <p:spPr>
          <a:xfrm xmlns:a="http://schemas.openxmlformats.org/drawingml/2006/main">
            <a:off x="397723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B261C0D4-48FF-4524-9A18-2AF3E5C70519}"/>
              </a:ext>
            </a:extLst>
          </p:cNvPr>
          <p:cNvSpPr>
            <a:spLocks xmlns:a="http://schemas.openxmlformats.org/drawingml/2006/main" noGrp="1"/>
          </p:cNvSpPr>
          <p:nvPr/>
        </p:nvSpPr>
        <p:spPr>
          <a:xfrm xmlns:a="http://schemas.openxmlformats.org/drawingml/2006/main">
            <a:off x="397723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53DAA1D6-AD58-4FF7-BF57-45DD0A8875EF}"/>
              </a:ext>
            </a:extLst>
          </p:cNvPr>
          <p:cNvSpPr>
            <a:spLocks xmlns:a="http://schemas.openxmlformats.org/drawingml/2006/main" noGrp="1"/>
          </p:cNvSpPr>
          <p:nvPr/>
        </p:nvSpPr>
        <p:spPr>
          <a:xfrm xmlns:a="http://schemas.openxmlformats.org/drawingml/2006/main">
            <a:off x="397723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3757A562-EAD1-4C4C-B47D-DCD9122725EC}"/>
              </a:ext>
            </a:extLst>
          </p:cNvPr>
          <p:cNvSpPr>
            <a:spLocks xmlns:a="http://schemas.openxmlformats.org/drawingml/2006/main" noGrp="1"/>
          </p:cNvSpPr>
          <p:nvPr/>
        </p:nvSpPr>
        <p:spPr>
          <a:xfrm xmlns:a="http://schemas.openxmlformats.org/drawingml/2006/main">
            <a:off x="397723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6C29DD8A-0075-4962-92AA-CEE3DF370A2A}"/>
              </a:ext>
            </a:extLst>
          </p:cNvPr>
          <p:cNvSpPr>
            <a:spLocks xmlns:a="http://schemas.openxmlformats.org/drawingml/2006/main" noGrp="1"/>
          </p:cNvSpPr>
          <p:nvPr/>
        </p:nvSpPr>
        <p:spPr>
          <a:xfrm xmlns:a="http://schemas.openxmlformats.org/drawingml/2006/main">
            <a:off x="397723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891FF004-B1F3-4BBA-A21F-677A8D43AF84}"/>
              </a:ext>
            </a:extLst>
          </p:cNvPr>
          <p:cNvSpPr>
            <a:spLocks xmlns:a="http://schemas.openxmlformats.org/drawingml/2006/main" noGrp="1"/>
          </p:cNvSpPr>
          <p:nvPr/>
        </p:nvSpPr>
        <p:spPr>
          <a:xfrm xmlns:a="http://schemas.openxmlformats.org/drawingml/2006/main">
            <a:off x="397723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ACB056C9-C999-492C-98DA-AD9C5ECB6C7C}"/>
              </a:ext>
            </a:extLst>
          </p:cNvPr>
          <p:cNvSpPr>
            <a:spLocks xmlns:a="http://schemas.openxmlformats.org/drawingml/2006/main" noGrp="1"/>
          </p:cNvSpPr>
          <p:nvPr/>
        </p:nvSpPr>
        <p:spPr>
          <a:xfrm xmlns:a="http://schemas.openxmlformats.org/drawingml/2006/main">
            <a:off x="405623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072469D9-245A-4586-8525-A7CCD76480EC}"/>
              </a:ext>
            </a:extLst>
          </p:cNvPr>
          <p:cNvSpPr>
            <a:spLocks xmlns:a="http://schemas.openxmlformats.org/drawingml/2006/main" noGrp="1"/>
          </p:cNvSpPr>
          <p:nvPr/>
        </p:nvSpPr>
        <p:spPr>
          <a:xfrm xmlns:a="http://schemas.openxmlformats.org/drawingml/2006/main">
            <a:off x="405623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51B9613E-ECF0-4559-B937-D4E5C7B77858}"/>
              </a:ext>
            </a:extLst>
          </p:cNvPr>
          <p:cNvSpPr>
            <a:spLocks xmlns:a="http://schemas.openxmlformats.org/drawingml/2006/main" noGrp="1"/>
          </p:cNvSpPr>
          <p:nvPr/>
        </p:nvSpPr>
        <p:spPr>
          <a:xfrm xmlns:a="http://schemas.openxmlformats.org/drawingml/2006/main">
            <a:off x="405623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0BCC5790-8DC5-4695-B96E-D8ABCDEE5464}"/>
              </a:ext>
            </a:extLst>
          </p:cNvPr>
          <p:cNvSpPr>
            <a:spLocks xmlns:a="http://schemas.openxmlformats.org/drawingml/2006/main" noGrp="1"/>
          </p:cNvSpPr>
          <p:nvPr/>
        </p:nvSpPr>
        <p:spPr>
          <a:xfrm xmlns:a="http://schemas.openxmlformats.org/drawingml/2006/main">
            <a:off x="405623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20FD9773-8634-4BEE-B34B-167D43A1A86A}"/>
              </a:ext>
            </a:extLst>
          </p:cNvPr>
          <p:cNvSpPr>
            <a:spLocks xmlns:a="http://schemas.openxmlformats.org/drawingml/2006/main" noGrp="1"/>
          </p:cNvSpPr>
          <p:nvPr/>
        </p:nvSpPr>
        <p:spPr>
          <a:xfrm xmlns:a="http://schemas.openxmlformats.org/drawingml/2006/main">
            <a:off x="405623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A8E09199-437D-4801-B8F0-392BFC471F66}"/>
              </a:ext>
            </a:extLst>
          </p:cNvPr>
          <p:cNvSpPr>
            <a:spLocks xmlns:a="http://schemas.openxmlformats.org/drawingml/2006/main" noGrp="1"/>
          </p:cNvSpPr>
          <p:nvPr/>
        </p:nvSpPr>
        <p:spPr>
          <a:xfrm xmlns:a="http://schemas.openxmlformats.org/drawingml/2006/main">
            <a:off x="413524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2B17AD99-A5AB-49FD-8960-3D8086F38495}"/>
              </a:ext>
            </a:extLst>
          </p:cNvPr>
          <p:cNvSpPr>
            <a:spLocks xmlns:a="http://schemas.openxmlformats.org/drawingml/2006/main" noGrp="1"/>
          </p:cNvSpPr>
          <p:nvPr/>
        </p:nvSpPr>
        <p:spPr>
          <a:xfrm xmlns:a="http://schemas.openxmlformats.org/drawingml/2006/main">
            <a:off x="413524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167F7210-5271-4A9C-990B-8FBC4C6EE48E}"/>
              </a:ext>
            </a:extLst>
          </p:cNvPr>
          <p:cNvSpPr>
            <a:spLocks xmlns:a="http://schemas.openxmlformats.org/drawingml/2006/main" noGrp="1"/>
          </p:cNvSpPr>
          <p:nvPr/>
        </p:nvSpPr>
        <p:spPr>
          <a:xfrm xmlns:a="http://schemas.openxmlformats.org/drawingml/2006/main">
            <a:off x="413524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AD2CEF13-CD84-43BA-BF3E-62A2446311D0}"/>
              </a:ext>
            </a:extLst>
          </p:cNvPr>
          <p:cNvSpPr>
            <a:spLocks xmlns:a="http://schemas.openxmlformats.org/drawingml/2006/main" noGrp="1"/>
          </p:cNvSpPr>
          <p:nvPr/>
        </p:nvSpPr>
        <p:spPr>
          <a:xfrm xmlns:a="http://schemas.openxmlformats.org/drawingml/2006/main">
            <a:off x="413524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B7C6749D-12A7-4DBC-BA93-5C3804689A5B}"/>
              </a:ext>
            </a:extLst>
          </p:cNvPr>
          <p:cNvSpPr>
            <a:spLocks xmlns:a="http://schemas.openxmlformats.org/drawingml/2006/main" noGrp="1"/>
          </p:cNvSpPr>
          <p:nvPr/>
        </p:nvSpPr>
        <p:spPr>
          <a:xfrm xmlns:a="http://schemas.openxmlformats.org/drawingml/2006/main">
            <a:off x="413524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F9A9B451-0368-4ED5-AA06-4127DC7D8AD5}"/>
              </a:ext>
            </a:extLst>
          </p:cNvPr>
          <p:cNvSpPr>
            <a:spLocks xmlns:a="http://schemas.openxmlformats.org/drawingml/2006/main" noGrp="1"/>
          </p:cNvSpPr>
          <p:nvPr/>
        </p:nvSpPr>
        <p:spPr>
          <a:xfrm xmlns:a="http://schemas.openxmlformats.org/drawingml/2006/main">
            <a:off x="413524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F7B52C11-3636-4C2C-94EB-A5159F71E9E7}"/>
              </a:ext>
            </a:extLst>
          </p:cNvPr>
          <p:cNvSpPr>
            <a:spLocks xmlns:a="http://schemas.openxmlformats.org/drawingml/2006/main" noGrp="1"/>
          </p:cNvSpPr>
          <p:nvPr/>
        </p:nvSpPr>
        <p:spPr>
          <a:xfrm xmlns:a="http://schemas.openxmlformats.org/drawingml/2006/main">
            <a:off x="413524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BC3BFB3E-6F41-4414-AC79-45F73CE4F31C}"/>
              </a:ext>
            </a:extLst>
          </p:cNvPr>
          <p:cNvSpPr>
            <a:spLocks xmlns:a="http://schemas.openxmlformats.org/drawingml/2006/main" noGrp="1"/>
          </p:cNvSpPr>
          <p:nvPr/>
        </p:nvSpPr>
        <p:spPr>
          <a:xfrm xmlns:a="http://schemas.openxmlformats.org/drawingml/2006/main">
            <a:off x="413524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73786F78-68EB-42CD-BB5F-7C231220573F}"/>
              </a:ext>
            </a:extLst>
          </p:cNvPr>
          <p:cNvSpPr>
            <a:spLocks xmlns:a="http://schemas.openxmlformats.org/drawingml/2006/main" noGrp="1"/>
          </p:cNvSpPr>
          <p:nvPr/>
        </p:nvSpPr>
        <p:spPr>
          <a:xfrm xmlns:a="http://schemas.openxmlformats.org/drawingml/2006/main">
            <a:off x="413524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315AB23E-47C3-45C2-98CB-B135436D7E94}"/>
              </a:ext>
            </a:extLst>
          </p:cNvPr>
          <p:cNvSpPr>
            <a:spLocks xmlns:a="http://schemas.openxmlformats.org/drawingml/2006/main" noGrp="1"/>
          </p:cNvSpPr>
          <p:nvPr/>
        </p:nvSpPr>
        <p:spPr>
          <a:xfrm xmlns:a="http://schemas.openxmlformats.org/drawingml/2006/main">
            <a:off x="421424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6671D4E5-91D9-4F21-A30E-40601CA6E700}"/>
              </a:ext>
            </a:extLst>
          </p:cNvPr>
          <p:cNvSpPr>
            <a:spLocks xmlns:a="http://schemas.openxmlformats.org/drawingml/2006/main" noGrp="1"/>
          </p:cNvSpPr>
          <p:nvPr/>
        </p:nvSpPr>
        <p:spPr>
          <a:xfrm xmlns:a="http://schemas.openxmlformats.org/drawingml/2006/main">
            <a:off x="421424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55E2371C-29AE-4D12-95C5-518DF8FC8B06}"/>
              </a:ext>
            </a:extLst>
          </p:cNvPr>
          <p:cNvSpPr>
            <a:spLocks xmlns:a="http://schemas.openxmlformats.org/drawingml/2006/main" noGrp="1"/>
          </p:cNvSpPr>
          <p:nvPr/>
        </p:nvSpPr>
        <p:spPr>
          <a:xfrm xmlns:a="http://schemas.openxmlformats.org/drawingml/2006/main">
            <a:off x="421424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8E1F7821-67FB-47AD-B9B9-8CB7D9CD2DCF}"/>
              </a:ext>
            </a:extLst>
          </p:cNvPr>
          <p:cNvSpPr>
            <a:spLocks xmlns:a="http://schemas.openxmlformats.org/drawingml/2006/main" noGrp="1"/>
          </p:cNvSpPr>
          <p:nvPr/>
        </p:nvSpPr>
        <p:spPr>
          <a:xfrm xmlns:a="http://schemas.openxmlformats.org/drawingml/2006/main">
            <a:off x="421424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76EF71E0-B519-4C52-B9D2-4417BE4AA695}"/>
              </a:ext>
            </a:extLst>
          </p:cNvPr>
          <p:cNvSpPr>
            <a:spLocks xmlns:a="http://schemas.openxmlformats.org/drawingml/2006/main" noGrp="1"/>
          </p:cNvSpPr>
          <p:nvPr/>
        </p:nvSpPr>
        <p:spPr>
          <a:xfrm xmlns:a="http://schemas.openxmlformats.org/drawingml/2006/main">
            <a:off x="421424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52F4CF4A-3ED1-4E38-879F-0075D6BA63B3}"/>
              </a:ext>
            </a:extLst>
          </p:cNvPr>
          <p:cNvSpPr>
            <a:spLocks xmlns:a="http://schemas.openxmlformats.org/drawingml/2006/main" noGrp="1"/>
          </p:cNvSpPr>
          <p:nvPr/>
        </p:nvSpPr>
        <p:spPr>
          <a:xfrm xmlns:a="http://schemas.openxmlformats.org/drawingml/2006/main">
            <a:off x="421424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5FF589BE-BBAB-4D50-A83C-AEF08BD63249}"/>
              </a:ext>
            </a:extLst>
          </p:cNvPr>
          <p:cNvSpPr>
            <a:spLocks xmlns:a="http://schemas.openxmlformats.org/drawingml/2006/main" noGrp="1"/>
          </p:cNvSpPr>
          <p:nvPr/>
        </p:nvSpPr>
        <p:spPr>
          <a:xfrm xmlns:a="http://schemas.openxmlformats.org/drawingml/2006/main">
            <a:off x="421424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AD829314-3F10-481E-B43C-E51414582BEB}"/>
              </a:ext>
            </a:extLst>
          </p:cNvPr>
          <p:cNvSpPr>
            <a:spLocks xmlns:a="http://schemas.openxmlformats.org/drawingml/2006/main" noGrp="1"/>
          </p:cNvSpPr>
          <p:nvPr/>
        </p:nvSpPr>
        <p:spPr>
          <a:xfrm xmlns:a="http://schemas.openxmlformats.org/drawingml/2006/main">
            <a:off x="421424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731AB5B8-5B7C-4A47-BA25-792C4C6EB0D8}"/>
              </a:ext>
            </a:extLst>
          </p:cNvPr>
          <p:cNvSpPr>
            <a:spLocks xmlns:a="http://schemas.openxmlformats.org/drawingml/2006/main" noGrp="1"/>
          </p:cNvSpPr>
          <p:nvPr/>
        </p:nvSpPr>
        <p:spPr>
          <a:xfrm xmlns:a="http://schemas.openxmlformats.org/drawingml/2006/main">
            <a:off x="421424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BF09196A-6C4B-465D-90A4-285F39CFF5C0}"/>
              </a:ext>
            </a:extLst>
          </p:cNvPr>
          <p:cNvSpPr>
            <a:spLocks xmlns:a="http://schemas.openxmlformats.org/drawingml/2006/main" noGrp="1"/>
          </p:cNvSpPr>
          <p:nvPr/>
        </p:nvSpPr>
        <p:spPr>
          <a:xfrm xmlns:a="http://schemas.openxmlformats.org/drawingml/2006/main">
            <a:off x="429324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4AA9C3CC-EBD5-4665-B90E-A17E50A77767}"/>
              </a:ext>
            </a:extLst>
          </p:cNvPr>
          <p:cNvSpPr>
            <a:spLocks xmlns:a="http://schemas.openxmlformats.org/drawingml/2006/main" noGrp="1"/>
          </p:cNvSpPr>
          <p:nvPr/>
        </p:nvSpPr>
        <p:spPr>
          <a:xfrm xmlns:a="http://schemas.openxmlformats.org/drawingml/2006/main">
            <a:off x="429324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2C796DBA-314D-47DB-82DE-46B3C94F85A6}"/>
              </a:ext>
            </a:extLst>
          </p:cNvPr>
          <p:cNvSpPr>
            <a:spLocks xmlns:a="http://schemas.openxmlformats.org/drawingml/2006/main" noGrp="1"/>
          </p:cNvSpPr>
          <p:nvPr/>
        </p:nvSpPr>
        <p:spPr>
          <a:xfrm xmlns:a="http://schemas.openxmlformats.org/drawingml/2006/main">
            <a:off x="429324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A666C627-1050-468E-BA7C-27260A954027}"/>
              </a:ext>
            </a:extLst>
          </p:cNvPr>
          <p:cNvSpPr>
            <a:spLocks xmlns:a="http://schemas.openxmlformats.org/drawingml/2006/main" noGrp="1"/>
          </p:cNvSpPr>
          <p:nvPr/>
        </p:nvSpPr>
        <p:spPr>
          <a:xfrm xmlns:a="http://schemas.openxmlformats.org/drawingml/2006/main">
            <a:off x="429324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237DDE33-4682-4771-A961-7CC28E568826}"/>
              </a:ext>
            </a:extLst>
          </p:cNvPr>
          <p:cNvSpPr>
            <a:spLocks xmlns:a="http://schemas.openxmlformats.org/drawingml/2006/main" noGrp="1"/>
          </p:cNvSpPr>
          <p:nvPr/>
        </p:nvSpPr>
        <p:spPr>
          <a:xfrm xmlns:a="http://schemas.openxmlformats.org/drawingml/2006/main">
            <a:off x="429324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86D82578-5C31-45C7-8B90-DBC4AA865540}"/>
              </a:ext>
            </a:extLst>
          </p:cNvPr>
          <p:cNvSpPr>
            <a:spLocks xmlns:a="http://schemas.openxmlformats.org/drawingml/2006/main" noGrp="1"/>
          </p:cNvSpPr>
          <p:nvPr/>
        </p:nvSpPr>
        <p:spPr>
          <a:xfrm xmlns:a="http://schemas.openxmlformats.org/drawingml/2006/main">
            <a:off x="429324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C575AE6A-963B-45CE-A9D2-9164DD3DE235}"/>
              </a:ext>
            </a:extLst>
          </p:cNvPr>
          <p:cNvSpPr>
            <a:spLocks xmlns:a="http://schemas.openxmlformats.org/drawingml/2006/main" noGrp="1"/>
          </p:cNvSpPr>
          <p:nvPr/>
        </p:nvSpPr>
        <p:spPr>
          <a:xfrm xmlns:a="http://schemas.openxmlformats.org/drawingml/2006/main">
            <a:off x="429324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02CADCBF-09EA-4F72-AE10-DFA9EC2B2136}"/>
              </a:ext>
            </a:extLst>
          </p:cNvPr>
          <p:cNvSpPr>
            <a:spLocks xmlns:a="http://schemas.openxmlformats.org/drawingml/2006/main" noGrp="1"/>
          </p:cNvSpPr>
          <p:nvPr/>
        </p:nvSpPr>
        <p:spPr>
          <a:xfrm xmlns:a="http://schemas.openxmlformats.org/drawingml/2006/main">
            <a:off x="4293246"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B40D4611-B424-4701-B1CF-A61E8FC30B31}"/>
              </a:ext>
            </a:extLst>
          </p:cNvPr>
          <p:cNvSpPr>
            <a:spLocks xmlns:a="http://schemas.openxmlformats.org/drawingml/2006/main" noGrp="1"/>
          </p:cNvSpPr>
          <p:nvPr/>
        </p:nvSpPr>
        <p:spPr>
          <a:xfrm xmlns:a="http://schemas.openxmlformats.org/drawingml/2006/main">
            <a:off x="437224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A3AB191B-D159-435E-8DFC-DE3E6C8E645E}"/>
              </a:ext>
            </a:extLst>
          </p:cNvPr>
          <p:cNvSpPr>
            <a:spLocks xmlns:a="http://schemas.openxmlformats.org/drawingml/2006/main" noGrp="1"/>
          </p:cNvSpPr>
          <p:nvPr/>
        </p:nvSpPr>
        <p:spPr>
          <a:xfrm xmlns:a="http://schemas.openxmlformats.org/drawingml/2006/main">
            <a:off x="437224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E9F4F734-CB7F-43E8-8BD3-23066DE0823A}"/>
              </a:ext>
            </a:extLst>
          </p:cNvPr>
          <p:cNvSpPr>
            <a:spLocks xmlns:a="http://schemas.openxmlformats.org/drawingml/2006/main" noGrp="1"/>
          </p:cNvSpPr>
          <p:nvPr/>
        </p:nvSpPr>
        <p:spPr>
          <a:xfrm xmlns:a="http://schemas.openxmlformats.org/drawingml/2006/main">
            <a:off x="437224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18D583AB-3E96-43FE-ADBE-C0D29E411BCD}"/>
              </a:ext>
            </a:extLst>
          </p:cNvPr>
          <p:cNvSpPr>
            <a:spLocks xmlns:a="http://schemas.openxmlformats.org/drawingml/2006/main" noGrp="1"/>
          </p:cNvSpPr>
          <p:nvPr/>
        </p:nvSpPr>
        <p:spPr>
          <a:xfrm xmlns:a="http://schemas.openxmlformats.org/drawingml/2006/main">
            <a:off x="437224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35D61037-AB96-4511-A63F-729A34EA3EE0}"/>
              </a:ext>
            </a:extLst>
          </p:cNvPr>
          <p:cNvSpPr>
            <a:spLocks xmlns:a="http://schemas.openxmlformats.org/drawingml/2006/main" noGrp="1"/>
          </p:cNvSpPr>
          <p:nvPr/>
        </p:nvSpPr>
        <p:spPr>
          <a:xfrm xmlns:a="http://schemas.openxmlformats.org/drawingml/2006/main">
            <a:off x="437224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B04C54AA-E711-4F25-92D7-83853B297C3D}"/>
              </a:ext>
            </a:extLst>
          </p:cNvPr>
          <p:cNvSpPr>
            <a:spLocks xmlns:a="http://schemas.openxmlformats.org/drawingml/2006/main" noGrp="1"/>
          </p:cNvSpPr>
          <p:nvPr/>
        </p:nvSpPr>
        <p:spPr>
          <a:xfrm xmlns:a="http://schemas.openxmlformats.org/drawingml/2006/main">
            <a:off x="437224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B940270B-2F4A-47D8-BB75-07EA0A44D5B3}"/>
              </a:ext>
            </a:extLst>
          </p:cNvPr>
          <p:cNvSpPr>
            <a:spLocks xmlns:a="http://schemas.openxmlformats.org/drawingml/2006/main" noGrp="1"/>
          </p:cNvSpPr>
          <p:nvPr/>
        </p:nvSpPr>
        <p:spPr>
          <a:xfrm xmlns:a="http://schemas.openxmlformats.org/drawingml/2006/main">
            <a:off x="445125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0A4ABF91-8A8C-4ACA-8D0C-9A83407C04C8}"/>
              </a:ext>
            </a:extLst>
          </p:cNvPr>
          <p:cNvSpPr>
            <a:spLocks xmlns:a="http://schemas.openxmlformats.org/drawingml/2006/main" noGrp="1"/>
          </p:cNvSpPr>
          <p:nvPr/>
        </p:nvSpPr>
        <p:spPr>
          <a:xfrm xmlns:a="http://schemas.openxmlformats.org/drawingml/2006/main">
            <a:off x="445125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FEAC3595-AACB-4388-918A-61DB46764CD2}"/>
              </a:ext>
            </a:extLst>
          </p:cNvPr>
          <p:cNvSpPr>
            <a:spLocks xmlns:a="http://schemas.openxmlformats.org/drawingml/2006/main" noGrp="1"/>
          </p:cNvSpPr>
          <p:nvPr/>
        </p:nvSpPr>
        <p:spPr>
          <a:xfrm xmlns:a="http://schemas.openxmlformats.org/drawingml/2006/main">
            <a:off x="445125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0283E635-7552-4E07-93C9-E1932E2AE47C}"/>
              </a:ext>
            </a:extLst>
          </p:cNvPr>
          <p:cNvSpPr>
            <a:spLocks xmlns:a="http://schemas.openxmlformats.org/drawingml/2006/main" noGrp="1"/>
          </p:cNvSpPr>
          <p:nvPr/>
        </p:nvSpPr>
        <p:spPr>
          <a:xfrm xmlns:a="http://schemas.openxmlformats.org/drawingml/2006/main">
            <a:off x="445125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518FBE5B-A86C-4B94-98C8-4FC41CE1DC88}"/>
              </a:ext>
            </a:extLst>
          </p:cNvPr>
          <p:cNvSpPr>
            <a:spLocks xmlns:a="http://schemas.openxmlformats.org/drawingml/2006/main" noGrp="1"/>
          </p:cNvSpPr>
          <p:nvPr/>
        </p:nvSpPr>
        <p:spPr>
          <a:xfrm xmlns:a="http://schemas.openxmlformats.org/drawingml/2006/main">
            <a:off x="445125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0E052953-E51D-42F1-BA2A-070632FD24D4}"/>
              </a:ext>
            </a:extLst>
          </p:cNvPr>
          <p:cNvSpPr>
            <a:spLocks xmlns:a="http://schemas.openxmlformats.org/drawingml/2006/main" noGrp="1"/>
          </p:cNvSpPr>
          <p:nvPr/>
        </p:nvSpPr>
        <p:spPr>
          <a:xfrm xmlns:a="http://schemas.openxmlformats.org/drawingml/2006/main">
            <a:off x="445125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D32D7A67-28AE-46EB-94EE-6086BAADD29D}"/>
              </a:ext>
            </a:extLst>
          </p:cNvPr>
          <p:cNvSpPr>
            <a:spLocks xmlns:a="http://schemas.openxmlformats.org/drawingml/2006/main" noGrp="1"/>
          </p:cNvSpPr>
          <p:nvPr/>
        </p:nvSpPr>
        <p:spPr>
          <a:xfrm xmlns:a="http://schemas.openxmlformats.org/drawingml/2006/main">
            <a:off x="445125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2362ABE7-0D0C-4D86-A033-653DB12296DB}"/>
              </a:ext>
            </a:extLst>
          </p:cNvPr>
          <p:cNvSpPr>
            <a:spLocks xmlns:a="http://schemas.openxmlformats.org/drawingml/2006/main" noGrp="1"/>
          </p:cNvSpPr>
          <p:nvPr/>
        </p:nvSpPr>
        <p:spPr>
          <a:xfrm xmlns:a="http://schemas.openxmlformats.org/drawingml/2006/main">
            <a:off x="453025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6ACC4631-2739-4C0B-99FE-6DA7364FD397}"/>
              </a:ext>
            </a:extLst>
          </p:cNvPr>
          <p:cNvSpPr>
            <a:spLocks xmlns:a="http://schemas.openxmlformats.org/drawingml/2006/main" noGrp="1"/>
          </p:cNvSpPr>
          <p:nvPr/>
        </p:nvSpPr>
        <p:spPr>
          <a:xfrm xmlns:a="http://schemas.openxmlformats.org/drawingml/2006/main">
            <a:off x="453025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5E7D6F4A-4D11-4BB2-B37D-EC4FCD5000DB}"/>
              </a:ext>
            </a:extLst>
          </p:cNvPr>
          <p:cNvSpPr>
            <a:spLocks xmlns:a="http://schemas.openxmlformats.org/drawingml/2006/main" noGrp="1"/>
          </p:cNvSpPr>
          <p:nvPr/>
        </p:nvSpPr>
        <p:spPr>
          <a:xfrm xmlns:a="http://schemas.openxmlformats.org/drawingml/2006/main">
            <a:off x="453025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710D8496-C212-4D65-8878-CDFA02D60A49}"/>
              </a:ext>
            </a:extLst>
          </p:cNvPr>
          <p:cNvSpPr>
            <a:spLocks xmlns:a="http://schemas.openxmlformats.org/drawingml/2006/main" noGrp="1"/>
          </p:cNvSpPr>
          <p:nvPr/>
        </p:nvSpPr>
        <p:spPr>
          <a:xfrm xmlns:a="http://schemas.openxmlformats.org/drawingml/2006/main">
            <a:off x="453025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434A46D4-474E-47B5-B1E6-FE47E5F3CC45}"/>
              </a:ext>
            </a:extLst>
          </p:cNvPr>
          <p:cNvSpPr>
            <a:spLocks xmlns:a="http://schemas.openxmlformats.org/drawingml/2006/main" noGrp="1"/>
          </p:cNvSpPr>
          <p:nvPr/>
        </p:nvSpPr>
        <p:spPr>
          <a:xfrm xmlns:a="http://schemas.openxmlformats.org/drawingml/2006/main">
            <a:off x="453025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F1EA2786-93BB-4BF9-A27D-6F0F944A2B6A}"/>
              </a:ext>
            </a:extLst>
          </p:cNvPr>
          <p:cNvSpPr>
            <a:spLocks xmlns:a="http://schemas.openxmlformats.org/drawingml/2006/main" noGrp="1"/>
          </p:cNvSpPr>
          <p:nvPr/>
        </p:nvSpPr>
        <p:spPr>
          <a:xfrm xmlns:a="http://schemas.openxmlformats.org/drawingml/2006/main">
            <a:off x="460925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9BC1879A-8F80-44A4-B26E-F0D7B6039532}"/>
              </a:ext>
            </a:extLst>
          </p:cNvPr>
          <p:cNvSpPr>
            <a:spLocks xmlns:a="http://schemas.openxmlformats.org/drawingml/2006/main" noGrp="1"/>
          </p:cNvSpPr>
          <p:nvPr/>
        </p:nvSpPr>
        <p:spPr>
          <a:xfrm xmlns:a="http://schemas.openxmlformats.org/drawingml/2006/main">
            <a:off x="460925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D1066E61-A52F-4B98-AB5B-39973915D455}"/>
              </a:ext>
            </a:extLst>
          </p:cNvPr>
          <p:cNvSpPr>
            <a:spLocks xmlns:a="http://schemas.openxmlformats.org/drawingml/2006/main" noGrp="1"/>
          </p:cNvSpPr>
          <p:nvPr/>
        </p:nvSpPr>
        <p:spPr>
          <a:xfrm xmlns:a="http://schemas.openxmlformats.org/drawingml/2006/main">
            <a:off x="460925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FDCF8535-ECBE-41B8-A24F-F5F8FE7568B7}"/>
              </a:ext>
            </a:extLst>
          </p:cNvPr>
          <p:cNvSpPr>
            <a:spLocks xmlns:a="http://schemas.openxmlformats.org/drawingml/2006/main" noGrp="1"/>
          </p:cNvSpPr>
          <p:nvPr/>
        </p:nvSpPr>
        <p:spPr>
          <a:xfrm xmlns:a="http://schemas.openxmlformats.org/drawingml/2006/main">
            <a:off x="460925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14295B"/>
          </a:solidFill>
          <a:ln xmlns:a="http://schemas.openxmlformats.org/drawingml/2006/main" w="3436">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2A2475B2-ACBC-406F-A6AE-9114A55C1D48}"/>
              </a:ext>
            </a:extLst>
          </p:cNvPr>
          <p:cNvSpPr>
            <a:spLocks xmlns:a="http://schemas.openxmlformats.org/drawingml/2006/main" noGrp="1"/>
          </p:cNvSpPr>
          <p:nvPr/>
        </p:nvSpPr>
        <p:spPr>
          <a:xfrm xmlns:a="http://schemas.openxmlformats.org/drawingml/2006/main">
            <a:off x="460925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224889"/>
          </a:solidFill>
          <a:ln xmlns:a="http://schemas.openxmlformats.org/drawingml/2006/main" w="3436">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22713B2A-9E48-4DD7-824C-6E530E1F0398}"/>
              </a:ext>
            </a:extLst>
          </p:cNvPr>
          <p:cNvSpPr>
            <a:spLocks xmlns:a="http://schemas.openxmlformats.org/drawingml/2006/main" noGrp="1"/>
          </p:cNvSpPr>
          <p:nvPr/>
        </p:nvSpPr>
        <p:spPr>
          <a:xfrm xmlns:a="http://schemas.openxmlformats.org/drawingml/2006/main">
            <a:off x="4609256"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7AB63940-1AEC-4613-957B-7C451E292128}"/>
              </a:ext>
            </a:extLst>
          </p:cNvPr>
          <p:cNvSpPr>
            <a:spLocks xmlns:a="http://schemas.openxmlformats.org/drawingml/2006/main" noGrp="1"/>
          </p:cNvSpPr>
          <p:nvPr/>
        </p:nvSpPr>
        <p:spPr>
          <a:xfrm xmlns:a="http://schemas.openxmlformats.org/drawingml/2006/main">
            <a:off x="468825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19D0E398-937F-4480-95B5-53B00DDB9DCF}"/>
              </a:ext>
            </a:extLst>
          </p:cNvPr>
          <p:cNvSpPr>
            <a:spLocks xmlns:a="http://schemas.openxmlformats.org/drawingml/2006/main" noGrp="1"/>
          </p:cNvSpPr>
          <p:nvPr/>
        </p:nvSpPr>
        <p:spPr>
          <a:xfrm xmlns:a="http://schemas.openxmlformats.org/drawingml/2006/main">
            <a:off x="468825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5BA856BF-A049-4078-9F7F-7CBC9682C9FB}"/>
              </a:ext>
            </a:extLst>
          </p:cNvPr>
          <p:cNvSpPr>
            <a:spLocks xmlns:a="http://schemas.openxmlformats.org/drawingml/2006/main" noGrp="1"/>
          </p:cNvSpPr>
          <p:nvPr/>
        </p:nvSpPr>
        <p:spPr>
          <a:xfrm xmlns:a="http://schemas.openxmlformats.org/drawingml/2006/main">
            <a:off x="476726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479C52D5-8289-4C05-8CEE-B011120BD5D3}"/>
              </a:ext>
            </a:extLst>
          </p:cNvPr>
          <p:cNvSpPr>
            <a:spLocks xmlns:a="http://schemas.openxmlformats.org/drawingml/2006/main" noGrp="1"/>
          </p:cNvSpPr>
          <p:nvPr/>
        </p:nvSpPr>
        <p:spPr>
          <a:xfrm xmlns:a="http://schemas.openxmlformats.org/drawingml/2006/main">
            <a:off x="4608671" y="3372655"/>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7" name="Editable chart path">
            <a:extLst xmlns:a="http://schemas.openxmlformats.org/drawingml/2006/main">
              <a:ext uri="{FF2B5EF4-FFF2-40B4-BE49-F238E27FC236}">
                <a16:creationId xmlns:a16="http://schemas.microsoft.com/office/drawing/2014/main" id="{670ED852-6757-4790-A63F-879507D59275}"/>
              </a:ext>
            </a:extLst>
          </p:cNvPr>
          <p:cNvSpPr>
            <a:spLocks xmlns:a="http://schemas.openxmlformats.org/drawingml/2006/main" noGrp="1"/>
          </p:cNvSpPr>
          <p:nvPr/>
        </p:nvSpPr>
        <p:spPr>
          <a:xfrm xmlns:a="http://schemas.openxmlformats.org/drawingml/2006/main">
            <a:off x="4608671" y="3293121"/>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8" name="Editable chart path">
            <a:extLst xmlns:a="http://schemas.openxmlformats.org/drawingml/2006/main">
              <a:ext uri="{FF2B5EF4-FFF2-40B4-BE49-F238E27FC236}">
                <a16:creationId xmlns:a16="http://schemas.microsoft.com/office/drawing/2014/main" id="{BF7A01D9-44B7-4893-BDCF-E371E7AB166B}"/>
              </a:ext>
            </a:extLst>
          </p:cNvPr>
          <p:cNvSpPr>
            <a:spLocks xmlns:a="http://schemas.openxmlformats.org/drawingml/2006/main" noGrp="1"/>
          </p:cNvSpPr>
          <p:nvPr/>
        </p:nvSpPr>
        <p:spPr>
          <a:xfrm xmlns:a="http://schemas.openxmlformats.org/drawingml/2006/main">
            <a:off x="3423633" y="400893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9" name="Editable chart path">
            <a:extLst xmlns:a="http://schemas.openxmlformats.org/drawingml/2006/main">
              <a:ext uri="{FF2B5EF4-FFF2-40B4-BE49-F238E27FC236}">
                <a16:creationId xmlns:a16="http://schemas.microsoft.com/office/drawing/2014/main" id="{9F7BC5C6-26C2-410C-9957-954990C8478D}"/>
              </a:ext>
            </a:extLst>
          </p:cNvPr>
          <p:cNvSpPr>
            <a:spLocks xmlns:a="http://schemas.openxmlformats.org/drawingml/2006/main" noGrp="1"/>
          </p:cNvSpPr>
          <p:nvPr/>
        </p:nvSpPr>
        <p:spPr>
          <a:xfrm xmlns:a="http://schemas.openxmlformats.org/drawingml/2006/main">
            <a:off x="4608671" y="3452190"/>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0" name="Editable chart path">
            <a:extLst xmlns:a="http://schemas.openxmlformats.org/drawingml/2006/main">
              <a:ext uri="{FF2B5EF4-FFF2-40B4-BE49-F238E27FC236}">
                <a16:creationId xmlns:a16="http://schemas.microsoft.com/office/drawing/2014/main" id="{39452F1B-0229-4DD2-8985-C3C72375E235}"/>
              </a:ext>
            </a:extLst>
          </p:cNvPr>
          <p:cNvSpPr>
            <a:spLocks xmlns:a="http://schemas.openxmlformats.org/drawingml/2006/main" noGrp="1"/>
          </p:cNvSpPr>
          <p:nvPr/>
        </p:nvSpPr>
        <p:spPr>
          <a:xfrm xmlns:a="http://schemas.openxmlformats.org/drawingml/2006/main">
            <a:off x="3502636" y="400893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1" name="Editable chart path">
            <a:extLst xmlns:a="http://schemas.openxmlformats.org/drawingml/2006/main">
              <a:ext uri="{FF2B5EF4-FFF2-40B4-BE49-F238E27FC236}">
                <a16:creationId xmlns:a16="http://schemas.microsoft.com/office/drawing/2014/main" id="{D09B00FD-BBD7-4A51-BD35-F836536947D1}"/>
              </a:ext>
            </a:extLst>
          </p:cNvPr>
          <p:cNvSpPr>
            <a:spLocks xmlns:a="http://schemas.openxmlformats.org/drawingml/2006/main" noGrp="1"/>
          </p:cNvSpPr>
          <p:nvPr/>
        </p:nvSpPr>
        <p:spPr>
          <a:xfrm xmlns:a="http://schemas.openxmlformats.org/drawingml/2006/main">
            <a:off x="3423633" y="3849863"/>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2" name="Editable chart path">
            <a:extLst xmlns:a="http://schemas.openxmlformats.org/drawingml/2006/main">
              <a:ext uri="{FF2B5EF4-FFF2-40B4-BE49-F238E27FC236}">
                <a16:creationId xmlns:a16="http://schemas.microsoft.com/office/drawing/2014/main" id="{D268A123-4428-4EA4-A962-AC8956AE4282}"/>
              </a:ext>
            </a:extLst>
          </p:cNvPr>
          <p:cNvSpPr>
            <a:spLocks xmlns:a="http://schemas.openxmlformats.org/drawingml/2006/main" noGrp="1"/>
          </p:cNvSpPr>
          <p:nvPr/>
        </p:nvSpPr>
        <p:spPr>
          <a:xfrm xmlns:a="http://schemas.openxmlformats.org/drawingml/2006/main">
            <a:off x="3502636" y="3849863"/>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3" name="Editable chart path">
            <a:extLst xmlns:a="http://schemas.openxmlformats.org/drawingml/2006/main">
              <a:ext uri="{FF2B5EF4-FFF2-40B4-BE49-F238E27FC236}">
                <a16:creationId xmlns:a16="http://schemas.microsoft.com/office/drawing/2014/main" id="{5A94AF50-34DB-4B35-A184-8EDA1AAD72FA}"/>
              </a:ext>
            </a:extLst>
          </p:cNvPr>
          <p:cNvSpPr>
            <a:spLocks xmlns:a="http://schemas.openxmlformats.org/drawingml/2006/main" noGrp="1"/>
          </p:cNvSpPr>
          <p:nvPr/>
        </p:nvSpPr>
        <p:spPr>
          <a:xfrm xmlns:a="http://schemas.openxmlformats.org/drawingml/2006/main">
            <a:off x="3265628" y="2736379"/>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4" name="">
            <a:extLst xmlns:a="http://schemas.openxmlformats.org/drawingml/2006/main">
              <a:ext uri="{FF2B5EF4-FFF2-40B4-BE49-F238E27FC236}">
                <a16:creationId xmlns:a16="http://schemas.microsoft.com/office/drawing/2014/main" id="{863515E6-EEBA-44B5-A017-229596230528}"/>
              </a:ext>
            </a:extLst>
          </p:cNvPr>
          <p:cNvSpPr>
            <a:spLocks xmlns:a="http://schemas.openxmlformats.org/drawingml/2006/main" noGrp="1"/>
          </p:cNvSpPr>
          <p:nvPr/>
        </p:nvSpPr>
        <p:spPr>
          <a:xfrm xmlns:a="http://schemas.openxmlformats.org/drawingml/2006/main">
            <a:off x="4567404" y="333857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5" name="">
            <a:extLst xmlns:a="http://schemas.openxmlformats.org/drawingml/2006/main">
              <a:ext uri="{FF2B5EF4-FFF2-40B4-BE49-F238E27FC236}">
                <a16:creationId xmlns:a16="http://schemas.microsoft.com/office/drawing/2014/main" id="{AABDDF97-B27F-4BDC-82A5-CD226CD679EE}"/>
              </a:ext>
            </a:extLst>
          </p:cNvPr>
          <p:cNvSpPr>
            <a:spLocks xmlns:a="http://schemas.openxmlformats.org/drawingml/2006/main" noGrp="1"/>
          </p:cNvSpPr>
          <p:nvPr/>
        </p:nvSpPr>
        <p:spPr>
          <a:xfrm xmlns:a="http://schemas.openxmlformats.org/drawingml/2006/main">
            <a:off x="4567404" y="334810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46" name="">
            <a:extLst xmlns:a="http://schemas.openxmlformats.org/drawingml/2006/main">
              <a:ext uri="{FF2B5EF4-FFF2-40B4-BE49-F238E27FC236}">
                <a16:creationId xmlns:a16="http://schemas.microsoft.com/office/drawing/2014/main" id="{3186CE5A-CC22-4660-B9EC-5E24F6CC6B57}"/>
              </a:ext>
            </a:extLst>
          </p:cNvPr>
          <p:cNvSpPr>
            <a:spLocks xmlns:a="http://schemas.openxmlformats.org/drawingml/2006/main" noGrp="1"/>
          </p:cNvSpPr>
          <p:nvPr/>
        </p:nvSpPr>
        <p:spPr>
          <a:xfrm xmlns:a="http://schemas.openxmlformats.org/drawingml/2006/main">
            <a:off x="4647163" y="3240359"/>
            <a:ext cx="8334" cy="94885"/>
          </a:xfrm>
          <a:prstGeom xmlns:a="http://schemas.openxmlformats.org/drawingml/2006/main" prst="line">
            <a:avLst/>
          </a:prstGeom>
          <a:ln xmlns:a="http://schemas.openxmlformats.org/drawingml/2006/main" w="5715">
            <a:solidFill>
              <a:srgbClr val="14295B"/>
            </a:solidFill>
          </a:ln>
        </p:spPr>
      </p:sp>
      <p:sp>
        <p:nvSpPr>
          <p:cNvPr id="447" name="">
            <a:extLst xmlns:a="http://schemas.openxmlformats.org/drawingml/2006/main">
              <a:ext uri="{FF2B5EF4-FFF2-40B4-BE49-F238E27FC236}">
                <a16:creationId xmlns:a16="http://schemas.microsoft.com/office/drawing/2014/main" id="{4C23ECA8-C477-40B3-8302-B71FA0DBC307}"/>
              </a:ext>
            </a:extLst>
          </p:cNvPr>
          <p:cNvSpPr>
            <a:spLocks xmlns:a="http://schemas.openxmlformats.org/drawingml/2006/main" noGrp="1"/>
          </p:cNvSpPr>
          <p:nvPr/>
        </p:nvSpPr>
        <p:spPr>
          <a:xfrm xmlns:a="http://schemas.openxmlformats.org/drawingml/2006/main">
            <a:off x="4579297" y="316415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8" name="">
            <a:extLst xmlns:a="http://schemas.openxmlformats.org/drawingml/2006/main">
              <a:ext uri="{FF2B5EF4-FFF2-40B4-BE49-F238E27FC236}">
                <a16:creationId xmlns:a16="http://schemas.microsoft.com/office/drawing/2014/main" id="{0751EE67-46E3-47B4-991E-2567C3AA4E54}"/>
              </a:ext>
            </a:extLst>
          </p:cNvPr>
          <p:cNvSpPr>
            <a:spLocks xmlns:a="http://schemas.openxmlformats.org/drawingml/2006/main" noGrp="1"/>
          </p:cNvSpPr>
          <p:nvPr/>
        </p:nvSpPr>
        <p:spPr>
          <a:xfrm xmlns:a="http://schemas.openxmlformats.org/drawingml/2006/main">
            <a:off x="4579297" y="317368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49" name="">
            <a:extLst xmlns:a="http://schemas.openxmlformats.org/drawingml/2006/main">
              <a:ext uri="{FF2B5EF4-FFF2-40B4-BE49-F238E27FC236}">
                <a16:creationId xmlns:a16="http://schemas.microsoft.com/office/drawing/2014/main" id="{969359AD-0FBE-43B2-BB98-B47EEB96D4A6}"/>
              </a:ext>
            </a:extLst>
          </p:cNvPr>
          <p:cNvSpPr>
            <a:spLocks xmlns:a="http://schemas.openxmlformats.org/drawingml/2006/main" noGrp="1"/>
          </p:cNvSpPr>
          <p:nvPr/>
        </p:nvSpPr>
        <p:spPr>
          <a:xfrm xmlns:a="http://schemas.openxmlformats.org/drawingml/2006/main">
            <a:off x="3386336" y="397485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0" name="">
            <a:extLst xmlns:a="http://schemas.openxmlformats.org/drawingml/2006/main">
              <a:ext uri="{FF2B5EF4-FFF2-40B4-BE49-F238E27FC236}">
                <a16:creationId xmlns:a16="http://schemas.microsoft.com/office/drawing/2014/main" id="{E02A2EEA-F0D8-4BBE-9AFD-5DC32B19C7B3}"/>
              </a:ext>
            </a:extLst>
          </p:cNvPr>
          <p:cNvSpPr>
            <a:spLocks xmlns:a="http://schemas.openxmlformats.org/drawingml/2006/main" noGrp="1"/>
          </p:cNvSpPr>
          <p:nvPr/>
        </p:nvSpPr>
        <p:spPr>
          <a:xfrm xmlns:a="http://schemas.openxmlformats.org/drawingml/2006/main">
            <a:off x="3386336" y="398437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1" name="">
            <a:extLst xmlns:a="http://schemas.openxmlformats.org/drawingml/2006/main">
              <a:ext uri="{FF2B5EF4-FFF2-40B4-BE49-F238E27FC236}">
                <a16:creationId xmlns:a16="http://schemas.microsoft.com/office/drawing/2014/main" id="{009B36B3-AC00-4F5C-9CAD-056307B1A422}"/>
              </a:ext>
            </a:extLst>
          </p:cNvPr>
          <p:cNvSpPr>
            <a:spLocks xmlns:a="http://schemas.openxmlformats.org/drawingml/2006/main" noGrp="1"/>
          </p:cNvSpPr>
          <p:nvPr/>
        </p:nvSpPr>
        <p:spPr>
          <a:xfrm xmlns:a="http://schemas.openxmlformats.org/drawingml/2006/main">
            <a:off x="4647703" y="3494312"/>
            <a:ext cx="57945" cy="75597"/>
          </a:xfrm>
          <a:prstGeom xmlns:a="http://schemas.openxmlformats.org/drawingml/2006/main" prst="line">
            <a:avLst/>
          </a:prstGeom>
          <a:ln xmlns:a="http://schemas.openxmlformats.org/drawingml/2006/main" w="5715">
            <a:solidFill>
              <a:srgbClr val="14295B"/>
            </a:solidFill>
          </a:ln>
        </p:spPr>
      </p:sp>
      <p:sp>
        <p:nvSpPr>
          <p:cNvPr id="452" name="">
            <a:extLst xmlns:a="http://schemas.openxmlformats.org/drawingml/2006/main">
              <a:ext uri="{FF2B5EF4-FFF2-40B4-BE49-F238E27FC236}">
                <a16:creationId xmlns:a16="http://schemas.microsoft.com/office/drawing/2014/main" id="{1433BC6E-42E5-42C8-946C-D42D4745B98B}"/>
              </a:ext>
            </a:extLst>
          </p:cNvPr>
          <p:cNvSpPr>
            <a:spLocks xmlns:a="http://schemas.openxmlformats.org/drawingml/2006/main" noGrp="1"/>
          </p:cNvSpPr>
          <p:nvPr/>
        </p:nvSpPr>
        <p:spPr>
          <a:xfrm xmlns:a="http://schemas.openxmlformats.org/drawingml/2006/main">
            <a:off x="4629448" y="349370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3" name="">
            <a:extLst xmlns:a="http://schemas.openxmlformats.org/drawingml/2006/main">
              <a:ext uri="{FF2B5EF4-FFF2-40B4-BE49-F238E27FC236}">
                <a16:creationId xmlns:a16="http://schemas.microsoft.com/office/drawing/2014/main" id="{D67DE24F-6C03-4A11-A045-9D80766437AD}"/>
              </a:ext>
            </a:extLst>
          </p:cNvPr>
          <p:cNvSpPr>
            <a:spLocks xmlns:a="http://schemas.openxmlformats.org/drawingml/2006/main" noGrp="1"/>
          </p:cNvSpPr>
          <p:nvPr/>
        </p:nvSpPr>
        <p:spPr>
          <a:xfrm xmlns:a="http://schemas.openxmlformats.org/drawingml/2006/main">
            <a:off x="4629448" y="350323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4" name="">
            <a:extLst xmlns:a="http://schemas.openxmlformats.org/drawingml/2006/main">
              <a:ext uri="{FF2B5EF4-FFF2-40B4-BE49-F238E27FC236}">
                <a16:creationId xmlns:a16="http://schemas.microsoft.com/office/drawing/2014/main" id="{FA2553DB-4EB0-4F5A-93DD-4ED27FE25056}"/>
              </a:ext>
            </a:extLst>
          </p:cNvPr>
          <p:cNvSpPr>
            <a:spLocks xmlns:a="http://schemas.openxmlformats.org/drawingml/2006/main" noGrp="1"/>
          </p:cNvSpPr>
          <p:nvPr/>
        </p:nvSpPr>
        <p:spPr>
          <a:xfrm xmlns:a="http://schemas.openxmlformats.org/drawingml/2006/main">
            <a:off x="3541515" y="4051054"/>
            <a:ext cx="95250" cy="953"/>
          </a:xfrm>
          <a:prstGeom xmlns:a="http://schemas.openxmlformats.org/drawingml/2006/main" prst="line">
            <a:avLst/>
          </a:prstGeom>
          <a:ln xmlns:a="http://schemas.openxmlformats.org/drawingml/2006/main" w="5715">
            <a:solidFill>
              <a:srgbClr val="14295B"/>
            </a:solidFill>
          </a:ln>
        </p:spPr>
      </p:sp>
      <p:sp>
        <p:nvSpPr>
          <p:cNvPr id="455" name="">
            <a:extLst xmlns:a="http://schemas.openxmlformats.org/drawingml/2006/main">
              <a:ext uri="{FF2B5EF4-FFF2-40B4-BE49-F238E27FC236}">
                <a16:creationId xmlns:a16="http://schemas.microsoft.com/office/drawing/2014/main" id="{09F260E3-A531-475B-907E-3FEEFB1ACFEB}"/>
              </a:ext>
            </a:extLst>
          </p:cNvPr>
          <p:cNvSpPr>
            <a:spLocks xmlns:a="http://schemas.openxmlformats.org/drawingml/2006/main" noGrp="1"/>
          </p:cNvSpPr>
          <p:nvPr/>
        </p:nvSpPr>
        <p:spPr>
          <a:xfrm xmlns:a="http://schemas.openxmlformats.org/drawingml/2006/main">
            <a:off x="3560565" y="397485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6" name="">
            <a:extLst xmlns:a="http://schemas.openxmlformats.org/drawingml/2006/main">
              <a:ext uri="{FF2B5EF4-FFF2-40B4-BE49-F238E27FC236}">
                <a16:creationId xmlns:a16="http://schemas.microsoft.com/office/drawing/2014/main" id="{082AD1E4-ADAB-44C6-9C5A-42C73518805A}"/>
              </a:ext>
            </a:extLst>
          </p:cNvPr>
          <p:cNvSpPr>
            <a:spLocks xmlns:a="http://schemas.openxmlformats.org/drawingml/2006/main" noGrp="1"/>
          </p:cNvSpPr>
          <p:nvPr/>
        </p:nvSpPr>
        <p:spPr>
          <a:xfrm xmlns:a="http://schemas.openxmlformats.org/drawingml/2006/main">
            <a:off x="3560565" y="398437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7" name="">
            <a:extLst xmlns:a="http://schemas.openxmlformats.org/drawingml/2006/main">
              <a:ext uri="{FF2B5EF4-FFF2-40B4-BE49-F238E27FC236}">
                <a16:creationId xmlns:a16="http://schemas.microsoft.com/office/drawing/2014/main" id="{0B309AD5-CFA9-42C2-8CD3-EBAF3AE77214}"/>
              </a:ext>
            </a:extLst>
          </p:cNvPr>
          <p:cNvSpPr>
            <a:spLocks xmlns:a="http://schemas.openxmlformats.org/drawingml/2006/main" noGrp="1"/>
          </p:cNvSpPr>
          <p:nvPr/>
        </p:nvSpPr>
        <p:spPr>
          <a:xfrm xmlns:a="http://schemas.openxmlformats.org/drawingml/2006/main">
            <a:off x="3462770" y="3891985"/>
            <a:ext cx="95250" cy="953"/>
          </a:xfrm>
          <a:prstGeom xmlns:a="http://schemas.openxmlformats.org/drawingml/2006/main" prst="line">
            <a:avLst/>
          </a:prstGeom>
          <a:ln xmlns:a="http://schemas.openxmlformats.org/drawingml/2006/main" w="5715">
            <a:solidFill>
              <a:srgbClr val="14295B"/>
            </a:solidFill>
          </a:ln>
        </p:spPr>
      </p:sp>
      <p:sp>
        <p:nvSpPr>
          <p:cNvPr id="458" name="">
            <a:extLst xmlns:a="http://schemas.openxmlformats.org/drawingml/2006/main">
              <a:ext uri="{FF2B5EF4-FFF2-40B4-BE49-F238E27FC236}">
                <a16:creationId xmlns:a16="http://schemas.microsoft.com/office/drawing/2014/main" id="{7F7FAD82-0192-4B5A-8E70-466A3C7DACA4}"/>
              </a:ext>
            </a:extLst>
          </p:cNvPr>
          <p:cNvSpPr>
            <a:spLocks xmlns:a="http://schemas.openxmlformats.org/drawingml/2006/main" noGrp="1"/>
          </p:cNvSpPr>
          <p:nvPr/>
        </p:nvSpPr>
        <p:spPr>
          <a:xfrm xmlns:a="http://schemas.openxmlformats.org/drawingml/2006/main">
            <a:off x="3481820" y="3815785"/>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9" name="">
            <a:extLst xmlns:a="http://schemas.openxmlformats.org/drawingml/2006/main">
              <a:ext uri="{FF2B5EF4-FFF2-40B4-BE49-F238E27FC236}">
                <a16:creationId xmlns:a16="http://schemas.microsoft.com/office/drawing/2014/main" id="{319783EB-A2D8-405A-90A9-3243BF80DD87}"/>
              </a:ext>
            </a:extLst>
          </p:cNvPr>
          <p:cNvSpPr>
            <a:spLocks xmlns:a="http://schemas.openxmlformats.org/drawingml/2006/main" noGrp="1"/>
          </p:cNvSpPr>
          <p:nvPr/>
        </p:nvSpPr>
        <p:spPr>
          <a:xfrm xmlns:a="http://schemas.openxmlformats.org/drawingml/2006/main">
            <a:off x="3481820" y="3825310"/>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60" name="">
            <a:extLst xmlns:a="http://schemas.openxmlformats.org/drawingml/2006/main">
              <a:ext uri="{FF2B5EF4-FFF2-40B4-BE49-F238E27FC236}">
                <a16:creationId xmlns:a16="http://schemas.microsoft.com/office/drawing/2014/main" id="{09B28B10-2A1C-4F5E-A23A-D95EBACA4BC2}"/>
              </a:ext>
            </a:extLst>
          </p:cNvPr>
          <p:cNvSpPr>
            <a:spLocks xmlns:a="http://schemas.openxmlformats.org/drawingml/2006/main" noGrp="1"/>
          </p:cNvSpPr>
          <p:nvPr/>
        </p:nvSpPr>
        <p:spPr>
          <a:xfrm xmlns:a="http://schemas.openxmlformats.org/drawingml/2006/main">
            <a:off x="3376734" y="3796394"/>
            <a:ext cx="164781" cy="95591"/>
          </a:xfrm>
          <a:prstGeom xmlns:a="http://schemas.openxmlformats.org/drawingml/2006/main" prst="line">
            <a:avLst/>
          </a:prstGeom>
          <a:ln xmlns:a="http://schemas.openxmlformats.org/drawingml/2006/main" w="5715">
            <a:solidFill>
              <a:srgbClr val="14295B"/>
            </a:solidFill>
          </a:ln>
        </p:spPr>
      </p:sp>
      <p:sp>
        <p:nvSpPr>
          <p:cNvPr id="461" name="">
            <a:extLst xmlns:a="http://schemas.openxmlformats.org/drawingml/2006/main">
              <a:ext uri="{FF2B5EF4-FFF2-40B4-BE49-F238E27FC236}">
                <a16:creationId xmlns:a16="http://schemas.microsoft.com/office/drawing/2014/main" id="{66DD5C73-CA70-4CB4-99E4-160AF3D8398B}"/>
              </a:ext>
            </a:extLst>
          </p:cNvPr>
          <p:cNvSpPr>
            <a:spLocks xmlns:a="http://schemas.openxmlformats.org/drawingml/2006/main" noGrp="1"/>
          </p:cNvSpPr>
          <p:nvPr/>
        </p:nvSpPr>
        <p:spPr>
          <a:xfrm xmlns:a="http://schemas.openxmlformats.org/drawingml/2006/main">
            <a:off x="3300534" y="372019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2" name="">
            <a:extLst xmlns:a="http://schemas.openxmlformats.org/drawingml/2006/main">
              <a:ext uri="{FF2B5EF4-FFF2-40B4-BE49-F238E27FC236}">
                <a16:creationId xmlns:a16="http://schemas.microsoft.com/office/drawing/2014/main" id="{8C25D1E0-439A-438A-9234-0494B24BA03A}"/>
              </a:ext>
            </a:extLst>
          </p:cNvPr>
          <p:cNvSpPr>
            <a:spLocks xmlns:a="http://schemas.openxmlformats.org/drawingml/2006/main" noGrp="1"/>
          </p:cNvSpPr>
          <p:nvPr/>
        </p:nvSpPr>
        <p:spPr>
          <a:xfrm xmlns:a="http://schemas.openxmlformats.org/drawingml/2006/main">
            <a:off x="3300534" y="372971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63" name="">
            <a:extLst xmlns:a="http://schemas.openxmlformats.org/drawingml/2006/main">
              <a:ext uri="{FF2B5EF4-FFF2-40B4-BE49-F238E27FC236}">
                <a16:creationId xmlns:a16="http://schemas.microsoft.com/office/drawing/2014/main" id="{59F7923E-F7A1-470D-8FE5-73D1280FA0C7}"/>
              </a:ext>
            </a:extLst>
          </p:cNvPr>
          <p:cNvSpPr>
            <a:spLocks xmlns:a="http://schemas.openxmlformats.org/drawingml/2006/main" noGrp="1"/>
          </p:cNvSpPr>
          <p:nvPr/>
        </p:nvSpPr>
        <p:spPr>
          <a:xfrm xmlns:a="http://schemas.openxmlformats.org/drawingml/2006/main">
            <a:off x="3228484" y="270230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4" name="">
            <a:extLst xmlns:a="http://schemas.openxmlformats.org/drawingml/2006/main">
              <a:ext uri="{FF2B5EF4-FFF2-40B4-BE49-F238E27FC236}">
                <a16:creationId xmlns:a16="http://schemas.microsoft.com/office/drawing/2014/main" id="{6322DCA9-ED24-47A9-8A22-074170D09DA6}"/>
              </a:ext>
            </a:extLst>
          </p:cNvPr>
          <p:cNvSpPr>
            <a:spLocks xmlns:a="http://schemas.openxmlformats.org/drawingml/2006/main" noGrp="1"/>
          </p:cNvSpPr>
          <p:nvPr/>
        </p:nvSpPr>
        <p:spPr>
          <a:xfrm xmlns:a="http://schemas.openxmlformats.org/drawingml/2006/main">
            <a:off x="3228484" y="271182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5" name="">
            <a:extLst xmlns:a="http://schemas.openxmlformats.org/drawingml/2006/main">
              <a:ext uri="{FF2B5EF4-FFF2-40B4-BE49-F238E27FC236}">
                <a16:creationId xmlns:a16="http://schemas.microsoft.com/office/drawing/2014/main" id="{CE1DC19A-6CBC-467E-B020-26A1C37AAA99}"/>
              </a:ext>
            </a:extLst>
          </p:cNvPr>
          <p:cNvSpPr>
            <a:spLocks xmlns:a="http://schemas.openxmlformats.org/drawingml/2006/main" noGrp="1"/>
          </p:cNvSpPr>
          <p:nvPr/>
        </p:nvSpPr>
        <p:spPr>
          <a:xfrm xmlns:a="http://schemas.openxmlformats.org/drawingml/2006/main">
            <a:off x="6153150" y="23812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6" name="">
            <a:extLst xmlns:a="http://schemas.openxmlformats.org/drawingml/2006/main">
              <a:ext uri="{FF2B5EF4-FFF2-40B4-BE49-F238E27FC236}">
                <a16:creationId xmlns:a16="http://schemas.microsoft.com/office/drawing/2014/main" id="{C0C3DFB9-663E-49F9-A146-990249FB27C8}"/>
              </a:ext>
            </a:extLst>
          </p:cNvPr>
          <p:cNvSpPr>
            <a:spLocks xmlns:a="http://schemas.openxmlformats.org/drawingml/2006/main" noGrp="1"/>
          </p:cNvSpPr>
          <p:nvPr/>
        </p:nvSpPr>
        <p:spPr>
          <a:xfrm xmlns:a="http://schemas.openxmlformats.org/drawingml/2006/main">
            <a:off x="6153150" y="23907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67" name="">
            <a:extLst xmlns:a="http://schemas.openxmlformats.org/drawingml/2006/main">
              <a:ext uri="{FF2B5EF4-FFF2-40B4-BE49-F238E27FC236}">
                <a16:creationId xmlns:a16="http://schemas.microsoft.com/office/drawing/2014/main" id="{DD0F1BBD-A078-4FB2-8D20-34B3B8D71490}"/>
              </a:ext>
            </a:extLst>
          </p:cNvPr>
          <p:cNvSpPr>
            <a:spLocks xmlns:a="http://schemas.openxmlformats.org/drawingml/2006/main" noGrp="1"/>
          </p:cNvSpPr>
          <p:nvPr/>
        </p:nvSpPr>
        <p:spPr>
          <a:xfrm xmlns:a="http://schemas.openxmlformats.org/drawingml/2006/main">
            <a:off x="6457950" y="23812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68" name="">
            <a:extLst xmlns:a="http://schemas.openxmlformats.org/drawingml/2006/main">
              <a:ext uri="{FF2B5EF4-FFF2-40B4-BE49-F238E27FC236}">
                <a16:creationId xmlns:a16="http://schemas.microsoft.com/office/drawing/2014/main" id="{DA89D4FC-A699-4098-A85A-2F63822397A0}"/>
              </a:ext>
            </a:extLst>
          </p:cNvPr>
          <p:cNvSpPr>
            <a:spLocks xmlns:a="http://schemas.openxmlformats.org/drawingml/2006/main" noGrp="1"/>
          </p:cNvSpPr>
          <p:nvPr/>
        </p:nvSpPr>
        <p:spPr>
          <a:xfrm xmlns:a="http://schemas.openxmlformats.org/drawingml/2006/main">
            <a:off x="6153150" y="26574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9" name="">
            <a:extLst xmlns:a="http://schemas.openxmlformats.org/drawingml/2006/main">
              <a:ext uri="{FF2B5EF4-FFF2-40B4-BE49-F238E27FC236}">
                <a16:creationId xmlns:a16="http://schemas.microsoft.com/office/drawing/2014/main" id="{C9877C0B-0A98-403C-ABA4-B91D1B3E73E9}"/>
              </a:ext>
            </a:extLst>
          </p:cNvPr>
          <p:cNvSpPr>
            <a:spLocks xmlns:a="http://schemas.openxmlformats.org/drawingml/2006/main" noGrp="1"/>
          </p:cNvSpPr>
          <p:nvPr/>
        </p:nvSpPr>
        <p:spPr>
          <a:xfrm xmlns:a="http://schemas.openxmlformats.org/drawingml/2006/main">
            <a:off x="6153150" y="26670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70" name="">
            <a:extLst xmlns:a="http://schemas.openxmlformats.org/drawingml/2006/main">
              <a:ext uri="{FF2B5EF4-FFF2-40B4-BE49-F238E27FC236}">
                <a16:creationId xmlns:a16="http://schemas.microsoft.com/office/drawing/2014/main" id="{4684E588-8AA8-42B2-BD9A-935686CFEFCF}"/>
              </a:ext>
            </a:extLst>
          </p:cNvPr>
          <p:cNvSpPr>
            <a:spLocks xmlns:a="http://schemas.openxmlformats.org/drawingml/2006/main" noGrp="1"/>
          </p:cNvSpPr>
          <p:nvPr/>
        </p:nvSpPr>
        <p:spPr>
          <a:xfrm xmlns:a="http://schemas.openxmlformats.org/drawingml/2006/main">
            <a:off x="6457950" y="26574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71" name="">
            <a:extLst xmlns:a="http://schemas.openxmlformats.org/drawingml/2006/main">
              <a:ext uri="{FF2B5EF4-FFF2-40B4-BE49-F238E27FC236}">
                <a16:creationId xmlns:a16="http://schemas.microsoft.com/office/drawing/2014/main" id="{B5DF5648-75F9-41FD-98F0-8343406106F9}"/>
              </a:ext>
            </a:extLst>
          </p:cNvPr>
          <p:cNvSpPr>
            <a:spLocks xmlns:a="http://schemas.openxmlformats.org/drawingml/2006/main" noGrp="1"/>
          </p:cNvSpPr>
          <p:nvPr/>
        </p:nvSpPr>
        <p:spPr>
          <a:xfrm xmlns:a="http://schemas.openxmlformats.org/drawingml/2006/main">
            <a:off x="6153150" y="29337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2" name="">
            <a:extLst xmlns:a="http://schemas.openxmlformats.org/drawingml/2006/main">
              <a:ext uri="{FF2B5EF4-FFF2-40B4-BE49-F238E27FC236}">
                <a16:creationId xmlns:a16="http://schemas.microsoft.com/office/drawing/2014/main" id="{29E6EA6B-79E1-49F6-A9F0-31511EE914F9}"/>
              </a:ext>
            </a:extLst>
          </p:cNvPr>
          <p:cNvSpPr>
            <a:spLocks xmlns:a="http://schemas.openxmlformats.org/drawingml/2006/main" noGrp="1"/>
          </p:cNvSpPr>
          <p:nvPr/>
        </p:nvSpPr>
        <p:spPr>
          <a:xfrm xmlns:a="http://schemas.openxmlformats.org/drawingml/2006/main">
            <a:off x="6153150" y="29432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73" name="">
            <a:extLst xmlns:a="http://schemas.openxmlformats.org/drawingml/2006/main">
              <a:ext uri="{FF2B5EF4-FFF2-40B4-BE49-F238E27FC236}">
                <a16:creationId xmlns:a16="http://schemas.microsoft.com/office/drawing/2014/main" id="{9A2EC2F6-9E09-45E9-BEB9-6C5200A47589}"/>
              </a:ext>
            </a:extLst>
          </p:cNvPr>
          <p:cNvSpPr>
            <a:spLocks xmlns:a="http://schemas.openxmlformats.org/drawingml/2006/main" noGrp="1"/>
          </p:cNvSpPr>
          <p:nvPr/>
        </p:nvSpPr>
        <p:spPr>
          <a:xfrm xmlns:a="http://schemas.openxmlformats.org/drawingml/2006/main">
            <a:off x="6457950" y="29337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Raffles Place (Lau Pa Sat Singapore)</a:t>
            </a:r>
          </a:p>
        </p:txBody>
      </p:sp>
      <p:sp>
        <p:nvSpPr>
          <p:cNvPr id="474" name="">
            <a:extLst xmlns:a="http://schemas.openxmlformats.org/drawingml/2006/main">
              <a:ext uri="{FF2B5EF4-FFF2-40B4-BE49-F238E27FC236}">
                <a16:creationId xmlns:a16="http://schemas.microsoft.com/office/drawing/2014/main" id="{4E436E0D-D41D-481A-A046-46F239F513D2}"/>
              </a:ext>
            </a:extLst>
          </p:cNvPr>
          <p:cNvSpPr>
            <a:spLocks xmlns:a="http://schemas.openxmlformats.org/drawingml/2006/main" noGrp="1"/>
          </p:cNvSpPr>
          <p:nvPr/>
        </p:nvSpPr>
        <p:spPr>
          <a:xfrm xmlns:a="http://schemas.openxmlformats.org/drawingml/2006/main">
            <a:off x="6153150" y="32099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5" name="">
            <a:extLst xmlns:a="http://schemas.openxmlformats.org/drawingml/2006/main">
              <a:ext uri="{FF2B5EF4-FFF2-40B4-BE49-F238E27FC236}">
                <a16:creationId xmlns:a16="http://schemas.microsoft.com/office/drawing/2014/main" id="{77833D61-113F-4305-85CE-542F26E76B63}"/>
              </a:ext>
            </a:extLst>
          </p:cNvPr>
          <p:cNvSpPr>
            <a:spLocks xmlns:a="http://schemas.openxmlformats.org/drawingml/2006/main" noGrp="1"/>
          </p:cNvSpPr>
          <p:nvPr/>
        </p:nvSpPr>
        <p:spPr>
          <a:xfrm xmlns:a="http://schemas.openxmlformats.org/drawingml/2006/main">
            <a:off x="6153150" y="32194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76" name="">
            <a:extLst xmlns:a="http://schemas.openxmlformats.org/drawingml/2006/main">
              <a:ext uri="{FF2B5EF4-FFF2-40B4-BE49-F238E27FC236}">
                <a16:creationId xmlns:a16="http://schemas.microsoft.com/office/drawing/2014/main" id="{91E043BA-CC43-425B-B2DF-79C613036B87}"/>
              </a:ext>
            </a:extLst>
          </p:cNvPr>
          <p:cNvSpPr>
            <a:spLocks xmlns:a="http://schemas.openxmlformats.org/drawingml/2006/main" noGrp="1"/>
          </p:cNvSpPr>
          <p:nvPr/>
        </p:nvSpPr>
        <p:spPr>
          <a:xfrm xmlns:a="http://schemas.openxmlformats.org/drawingml/2006/main">
            <a:off x="6457950" y="32099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a:t>
            </a:r>
          </a:p>
        </p:txBody>
      </p:sp>
      <p:sp>
        <p:nvSpPr>
          <p:cNvPr id="477" name="">
            <a:extLst xmlns:a="http://schemas.openxmlformats.org/drawingml/2006/main">
              <a:ext uri="{FF2B5EF4-FFF2-40B4-BE49-F238E27FC236}">
                <a16:creationId xmlns:a16="http://schemas.microsoft.com/office/drawing/2014/main" id="{449A3D11-C453-44F9-A272-A340E005096A}"/>
              </a:ext>
            </a:extLst>
          </p:cNvPr>
          <p:cNvSpPr>
            <a:spLocks xmlns:a="http://schemas.openxmlformats.org/drawingml/2006/main" noGrp="1"/>
          </p:cNvSpPr>
          <p:nvPr/>
        </p:nvSpPr>
        <p:spPr>
          <a:xfrm xmlns:a="http://schemas.openxmlformats.org/drawingml/2006/main">
            <a:off x="6153150" y="34861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8" name="">
            <a:extLst xmlns:a="http://schemas.openxmlformats.org/drawingml/2006/main">
              <a:ext uri="{FF2B5EF4-FFF2-40B4-BE49-F238E27FC236}">
                <a16:creationId xmlns:a16="http://schemas.microsoft.com/office/drawing/2014/main" id="{A728A4A9-76FE-4411-9982-5CB35D5486AB}"/>
              </a:ext>
            </a:extLst>
          </p:cNvPr>
          <p:cNvSpPr>
            <a:spLocks xmlns:a="http://schemas.openxmlformats.org/drawingml/2006/main" noGrp="1"/>
          </p:cNvSpPr>
          <p:nvPr/>
        </p:nvSpPr>
        <p:spPr>
          <a:xfrm xmlns:a="http://schemas.openxmlformats.org/drawingml/2006/main">
            <a:off x="6153150" y="34956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79" name="">
            <a:extLst xmlns:a="http://schemas.openxmlformats.org/drawingml/2006/main">
              <a:ext uri="{FF2B5EF4-FFF2-40B4-BE49-F238E27FC236}">
                <a16:creationId xmlns:a16="http://schemas.microsoft.com/office/drawing/2014/main" id="{5807D32C-46CC-48F8-9732-237A2ABBCE24}"/>
              </a:ext>
            </a:extLst>
          </p:cNvPr>
          <p:cNvSpPr>
            <a:spLocks xmlns:a="http://schemas.openxmlformats.org/drawingml/2006/main" noGrp="1"/>
          </p:cNvSpPr>
          <p:nvPr/>
        </p:nvSpPr>
        <p:spPr>
          <a:xfrm xmlns:a="http://schemas.openxmlformats.org/drawingml/2006/main">
            <a:off x="6457950" y="34861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Bayfront Subzone (Marina Bay Sands...)</a:t>
            </a:r>
          </a:p>
        </p:txBody>
      </p:sp>
      <p:sp>
        <p:nvSpPr>
          <p:cNvPr id="480" name="">
            <a:extLst xmlns:a="http://schemas.openxmlformats.org/drawingml/2006/main">
              <a:ext uri="{FF2B5EF4-FFF2-40B4-BE49-F238E27FC236}">
                <a16:creationId xmlns:a16="http://schemas.microsoft.com/office/drawing/2014/main" id="{0A963D5B-B607-4A55-B7DE-5C2AECEE130A}"/>
              </a:ext>
            </a:extLst>
          </p:cNvPr>
          <p:cNvSpPr>
            <a:spLocks xmlns:a="http://schemas.openxmlformats.org/drawingml/2006/main" noGrp="1"/>
          </p:cNvSpPr>
          <p:nvPr/>
        </p:nvSpPr>
        <p:spPr>
          <a:xfrm xmlns:a="http://schemas.openxmlformats.org/drawingml/2006/main">
            <a:off x="6153150" y="37623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1" name="">
            <a:extLst xmlns:a="http://schemas.openxmlformats.org/drawingml/2006/main">
              <a:ext uri="{FF2B5EF4-FFF2-40B4-BE49-F238E27FC236}">
                <a16:creationId xmlns:a16="http://schemas.microsoft.com/office/drawing/2014/main" id="{C79A98BC-3E52-463E-9C94-06E89E2535DA}"/>
              </a:ext>
            </a:extLst>
          </p:cNvPr>
          <p:cNvSpPr>
            <a:spLocks xmlns:a="http://schemas.openxmlformats.org/drawingml/2006/main" noGrp="1"/>
          </p:cNvSpPr>
          <p:nvPr/>
        </p:nvSpPr>
        <p:spPr>
          <a:xfrm xmlns:a="http://schemas.openxmlformats.org/drawingml/2006/main">
            <a:off x="6153150" y="37719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82" name="">
            <a:extLst xmlns:a="http://schemas.openxmlformats.org/drawingml/2006/main">
              <a:ext uri="{FF2B5EF4-FFF2-40B4-BE49-F238E27FC236}">
                <a16:creationId xmlns:a16="http://schemas.microsoft.com/office/drawing/2014/main" id="{3EF2CDE2-2CD2-435E-BBE3-25B8D1C40C64}"/>
              </a:ext>
            </a:extLst>
          </p:cNvPr>
          <p:cNvSpPr>
            <a:spLocks xmlns:a="http://schemas.openxmlformats.org/drawingml/2006/main" noGrp="1"/>
          </p:cNvSpPr>
          <p:nvPr/>
        </p:nvSpPr>
        <p:spPr>
          <a:xfrm xmlns:a="http://schemas.openxmlformats.org/drawingml/2006/main">
            <a:off x="6457950" y="37623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Victoria (Maghain Aboth Synagogue)</a:t>
            </a:r>
          </a:p>
        </p:txBody>
      </p:sp>
      <p:sp>
        <p:nvSpPr>
          <p:cNvPr id="483" name="">
            <a:extLst xmlns:a="http://schemas.openxmlformats.org/drawingml/2006/main">
              <a:ext uri="{FF2B5EF4-FFF2-40B4-BE49-F238E27FC236}">
                <a16:creationId xmlns:a16="http://schemas.microsoft.com/office/drawing/2014/main" id="{35DDAE75-1BF8-409B-AFCE-A394B5BF0D89}"/>
              </a:ext>
            </a:extLst>
          </p:cNvPr>
          <p:cNvSpPr>
            <a:spLocks xmlns:a="http://schemas.openxmlformats.org/drawingml/2006/main" noGrp="1"/>
          </p:cNvSpPr>
          <p:nvPr/>
        </p:nvSpPr>
        <p:spPr>
          <a:xfrm xmlns:a="http://schemas.openxmlformats.org/drawingml/2006/main">
            <a:off x="6153150" y="40386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4" name="">
            <a:extLst xmlns:a="http://schemas.openxmlformats.org/drawingml/2006/main">
              <a:ext uri="{FF2B5EF4-FFF2-40B4-BE49-F238E27FC236}">
                <a16:creationId xmlns:a16="http://schemas.microsoft.com/office/drawing/2014/main" id="{C5E65884-AB96-4700-A97F-C48AB27BA83B}"/>
              </a:ext>
            </a:extLst>
          </p:cNvPr>
          <p:cNvSpPr>
            <a:spLocks xmlns:a="http://schemas.openxmlformats.org/drawingml/2006/main" noGrp="1"/>
          </p:cNvSpPr>
          <p:nvPr/>
        </p:nvSpPr>
        <p:spPr>
          <a:xfrm xmlns:a="http://schemas.openxmlformats.org/drawingml/2006/main">
            <a:off x="6153150" y="40481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85" name="">
            <a:extLst xmlns:a="http://schemas.openxmlformats.org/drawingml/2006/main">
              <a:ext uri="{FF2B5EF4-FFF2-40B4-BE49-F238E27FC236}">
                <a16:creationId xmlns:a16="http://schemas.microsoft.com/office/drawing/2014/main" id="{19267F9A-4726-49A1-894C-0156EAD031C0}"/>
              </a:ext>
            </a:extLst>
          </p:cNvPr>
          <p:cNvSpPr>
            <a:spLocks xmlns:a="http://schemas.openxmlformats.org/drawingml/2006/main" noGrp="1"/>
          </p:cNvSpPr>
          <p:nvPr/>
        </p:nvSpPr>
        <p:spPr>
          <a:xfrm xmlns:a="http://schemas.openxmlformats.org/drawingml/2006/main">
            <a:off x="6457950" y="40386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Nicoll (Kampong Glam &amp; Malay Culture...)</a:t>
            </a:r>
          </a:p>
        </p:txBody>
      </p:sp>
      <p:sp>
        <p:nvSpPr>
          <p:cNvPr id="486" name="">
            <a:extLst xmlns:a="http://schemas.openxmlformats.org/drawingml/2006/main">
              <a:ext uri="{FF2B5EF4-FFF2-40B4-BE49-F238E27FC236}">
                <a16:creationId xmlns:a16="http://schemas.microsoft.com/office/drawing/2014/main" id="{77F943EB-1C71-4FE9-AC47-B97C91309240}"/>
              </a:ext>
            </a:extLst>
          </p:cNvPr>
          <p:cNvSpPr>
            <a:spLocks xmlns:a="http://schemas.openxmlformats.org/drawingml/2006/main" noGrp="1"/>
          </p:cNvSpPr>
          <p:nvPr/>
        </p:nvSpPr>
        <p:spPr>
          <a:xfrm xmlns:a="http://schemas.openxmlformats.org/drawingml/2006/main">
            <a:off x="6153150" y="43148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7" name="">
            <a:extLst xmlns:a="http://schemas.openxmlformats.org/drawingml/2006/main">
              <a:ext uri="{FF2B5EF4-FFF2-40B4-BE49-F238E27FC236}">
                <a16:creationId xmlns:a16="http://schemas.microsoft.com/office/drawing/2014/main" id="{D1382886-7331-4EBA-9DE8-12FA26747344}"/>
              </a:ext>
            </a:extLst>
          </p:cNvPr>
          <p:cNvSpPr>
            <a:spLocks xmlns:a="http://schemas.openxmlformats.org/drawingml/2006/main" noGrp="1"/>
          </p:cNvSpPr>
          <p:nvPr/>
        </p:nvSpPr>
        <p:spPr>
          <a:xfrm xmlns:a="http://schemas.openxmlformats.org/drawingml/2006/main">
            <a:off x="6153150" y="43243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88" name="">
            <a:extLst xmlns:a="http://schemas.openxmlformats.org/drawingml/2006/main">
              <a:ext uri="{FF2B5EF4-FFF2-40B4-BE49-F238E27FC236}">
                <a16:creationId xmlns:a16="http://schemas.microsoft.com/office/drawing/2014/main" id="{71EBA783-4935-49CF-B8F9-1FAFCBA434C5}"/>
              </a:ext>
            </a:extLst>
          </p:cNvPr>
          <p:cNvSpPr>
            <a:spLocks xmlns:a="http://schemas.openxmlformats.org/drawingml/2006/main" noGrp="1"/>
          </p:cNvSpPr>
          <p:nvPr/>
        </p:nvSpPr>
        <p:spPr>
          <a:xfrm xmlns:a="http://schemas.openxmlformats.org/drawingml/2006/main">
            <a:off x="6457950" y="43148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Yishun West (Northpoint City)</a:t>
            </a:r>
          </a:p>
        </p:txBody>
      </p:sp>
      <p:sp>
        <p:nvSpPr>
          <p:cNvPr id="489" name="Editable chart path">
            <a:extLst xmlns:a="http://schemas.openxmlformats.org/drawingml/2006/main">
              <a:ext uri="{FF2B5EF4-FFF2-40B4-BE49-F238E27FC236}">
                <a16:creationId xmlns:a16="http://schemas.microsoft.com/office/drawing/2014/main" id="{5C5CD4B4-1A9F-4794-9AA4-545419680DFD}"/>
              </a:ext>
            </a:extLst>
          </p:cNvPr>
          <p:cNvSpPr>
            <a:spLocks xmlns:a="http://schemas.openxmlformats.org/drawingml/2006/main" noGrp="1"/>
          </p:cNvSpPr>
          <p:nvPr/>
        </p:nvSpPr>
        <p:spPr>
          <a:xfrm xmlns:a="http://schemas.openxmlformats.org/drawingml/2006/main">
            <a:off x="4932468" y="5143500"/>
            <a:ext cx="155859" cy="163652"/>
          </a:xfrm>
          <a:custGeom xmlns:a="http://schemas.openxmlformats.org/drawingml/2006/main">
            <a:pathLst>
              <a:path w="156682" h="164516">
                <a:moveTo>
                  <a:pt x="0" y="164516"/>
                </a:moveTo>
                <a:lnTo>
                  <a:pt x="156682" y="82258"/>
                </a:lnTo>
                <a:lnTo>
                  <a:pt x="0" y="0"/>
                </a:lnTo>
              </a:path>
            </a:pathLst>
          </a:custGeom>
          <a:solidFill xmlns:a="http://schemas.openxmlformats.org/drawingml/2006/main">
            <a:srgbClr val="14295B"/>
          </a:solidFill>
          <a:ln xmlns:a="http://schemas.openxmlformats.org/drawingml/2006/main" w="0">
            <a:noFill/>
            <a:prstDash val="solid"/>
          </a:ln>
        </p:spPr>
      </p:sp>
      <p:sp>
        <p:nvSpPr>
          <p:cNvPr id="490" name="Editable chart path">
            <a:extLst xmlns:a="http://schemas.openxmlformats.org/drawingml/2006/main">
              <a:ext uri="{FF2B5EF4-FFF2-40B4-BE49-F238E27FC236}">
                <a16:creationId xmlns:a16="http://schemas.microsoft.com/office/drawing/2014/main" id="{906E28D7-C8A0-47EF-ADB5-E3B04EE131E5}"/>
              </a:ext>
            </a:extLst>
          </p:cNvPr>
          <p:cNvSpPr>
            <a:spLocks xmlns:a="http://schemas.openxmlformats.org/drawingml/2006/main" noGrp="1"/>
          </p:cNvSpPr>
          <p:nvPr/>
        </p:nvSpPr>
        <p:spPr>
          <a:xfrm xmlns:a="http://schemas.openxmlformats.org/drawingml/2006/main">
            <a:off x="181528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CE6F4"/>
          </a:solidFill>
          <a:ln xmlns:a="http://schemas.openxmlformats.org/drawingml/2006/main" w="0">
            <a:noFill/>
            <a:prstDash val="solid"/>
          </a:ln>
        </p:spPr>
      </p:sp>
      <p:sp>
        <p:nvSpPr>
          <p:cNvPr id="491" name="Editable chart path">
            <a:extLst xmlns:a="http://schemas.openxmlformats.org/drawingml/2006/main">
              <a:ext uri="{FF2B5EF4-FFF2-40B4-BE49-F238E27FC236}">
                <a16:creationId xmlns:a16="http://schemas.microsoft.com/office/drawing/2014/main" id="{1FF4B9FC-F5D0-4BB3-A6FB-87CDEA4E9522}"/>
              </a:ext>
            </a:extLst>
          </p:cNvPr>
          <p:cNvSpPr>
            <a:spLocks xmlns:a="http://schemas.openxmlformats.org/drawingml/2006/main" noGrp="1"/>
          </p:cNvSpPr>
          <p:nvPr/>
        </p:nvSpPr>
        <p:spPr>
          <a:xfrm xmlns:a="http://schemas.openxmlformats.org/drawingml/2006/main">
            <a:off x="226059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5E2F4"/>
          </a:solidFill>
          <a:ln xmlns:a="http://schemas.openxmlformats.org/drawingml/2006/main" w="0">
            <a:noFill/>
            <a:prstDash val="solid"/>
          </a:ln>
        </p:spPr>
      </p:sp>
      <p:sp>
        <p:nvSpPr>
          <p:cNvPr id="492" name="Editable chart path">
            <a:extLst xmlns:a="http://schemas.openxmlformats.org/drawingml/2006/main">
              <a:ext uri="{FF2B5EF4-FFF2-40B4-BE49-F238E27FC236}">
                <a16:creationId xmlns:a16="http://schemas.microsoft.com/office/drawing/2014/main" id="{88F02E75-CC48-4DDB-9BAB-8448B0267B5E}"/>
              </a:ext>
            </a:extLst>
          </p:cNvPr>
          <p:cNvSpPr>
            <a:spLocks xmlns:a="http://schemas.openxmlformats.org/drawingml/2006/main" noGrp="1"/>
          </p:cNvSpPr>
          <p:nvPr/>
        </p:nvSpPr>
        <p:spPr>
          <a:xfrm xmlns:a="http://schemas.openxmlformats.org/drawingml/2006/main">
            <a:off x="270590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C2D7F3"/>
          </a:solidFill>
          <a:ln xmlns:a="http://schemas.openxmlformats.org/drawingml/2006/main" w="0">
            <a:noFill/>
            <a:prstDash val="solid"/>
          </a:ln>
        </p:spPr>
      </p:sp>
      <p:sp>
        <p:nvSpPr>
          <p:cNvPr id="493" name="Editable chart path">
            <a:extLst xmlns:a="http://schemas.openxmlformats.org/drawingml/2006/main">
              <a:ext uri="{FF2B5EF4-FFF2-40B4-BE49-F238E27FC236}">
                <a16:creationId xmlns:a16="http://schemas.microsoft.com/office/drawing/2014/main" id="{192E562E-0027-42B6-84FB-5B4AC237551B}"/>
              </a:ext>
            </a:extLst>
          </p:cNvPr>
          <p:cNvSpPr>
            <a:spLocks xmlns:a="http://schemas.openxmlformats.org/drawingml/2006/main" noGrp="1"/>
          </p:cNvSpPr>
          <p:nvPr/>
        </p:nvSpPr>
        <p:spPr>
          <a:xfrm xmlns:a="http://schemas.openxmlformats.org/drawingml/2006/main">
            <a:off x="3151218"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9FC2F2"/>
          </a:solidFill>
          <a:ln xmlns:a="http://schemas.openxmlformats.org/drawingml/2006/main" w="0">
            <a:noFill/>
            <a:prstDash val="solid"/>
          </a:ln>
        </p:spPr>
      </p:sp>
      <p:sp>
        <p:nvSpPr>
          <p:cNvPr id="494" name="Editable chart path">
            <a:extLst xmlns:a="http://schemas.openxmlformats.org/drawingml/2006/main">
              <a:ext uri="{FF2B5EF4-FFF2-40B4-BE49-F238E27FC236}">
                <a16:creationId xmlns:a16="http://schemas.microsoft.com/office/drawing/2014/main" id="{D2811ED5-B668-417D-B699-0B70ED80BDB2}"/>
              </a:ext>
            </a:extLst>
          </p:cNvPr>
          <p:cNvSpPr>
            <a:spLocks xmlns:a="http://schemas.openxmlformats.org/drawingml/2006/main" noGrp="1"/>
          </p:cNvSpPr>
          <p:nvPr/>
        </p:nvSpPr>
        <p:spPr>
          <a:xfrm xmlns:a="http://schemas.openxmlformats.org/drawingml/2006/main">
            <a:off x="359653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6E9ADA"/>
          </a:solidFill>
          <a:ln xmlns:a="http://schemas.openxmlformats.org/drawingml/2006/main" w="0">
            <a:noFill/>
            <a:prstDash val="solid"/>
          </a:ln>
        </p:spPr>
      </p:sp>
      <p:sp>
        <p:nvSpPr>
          <p:cNvPr id="495" name="Editable chart path">
            <a:extLst xmlns:a="http://schemas.openxmlformats.org/drawingml/2006/main">
              <a:ext uri="{FF2B5EF4-FFF2-40B4-BE49-F238E27FC236}">
                <a16:creationId xmlns:a16="http://schemas.microsoft.com/office/drawing/2014/main" id="{3AFB399A-2180-4B0A-810F-B02D58BBC2AC}"/>
              </a:ext>
            </a:extLst>
          </p:cNvPr>
          <p:cNvSpPr>
            <a:spLocks xmlns:a="http://schemas.openxmlformats.org/drawingml/2006/main" noGrp="1"/>
          </p:cNvSpPr>
          <p:nvPr/>
        </p:nvSpPr>
        <p:spPr>
          <a:xfrm xmlns:a="http://schemas.openxmlformats.org/drawingml/2006/main">
            <a:off x="404184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3869B2"/>
          </a:solidFill>
          <a:ln xmlns:a="http://schemas.openxmlformats.org/drawingml/2006/main" w="0">
            <a:noFill/>
            <a:prstDash val="solid"/>
          </a:ln>
        </p:spPr>
      </p:sp>
      <p:sp>
        <p:nvSpPr>
          <p:cNvPr id="496" name="Editable chart path">
            <a:extLst xmlns:a="http://schemas.openxmlformats.org/drawingml/2006/main">
              <a:ext uri="{FF2B5EF4-FFF2-40B4-BE49-F238E27FC236}">
                <a16:creationId xmlns:a16="http://schemas.microsoft.com/office/drawing/2014/main" id="{580A5704-9474-45C9-AEEA-A24A1C2060BB}"/>
              </a:ext>
            </a:extLst>
          </p:cNvPr>
          <p:cNvSpPr>
            <a:spLocks xmlns:a="http://schemas.openxmlformats.org/drawingml/2006/main" noGrp="1"/>
          </p:cNvSpPr>
          <p:nvPr/>
        </p:nvSpPr>
        <p:spPr>
          <a:xfrm xmlns:a="http://schemas.openxmlformats.org/drawingml/2006/main">
            <a:off x="448715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224889"/>
          </a:solidFill>
          <a:ln xmlns:a="http://schemas.openxmlformats.org/drawingml/2006/main" w="0">
            <a:noFill/>
            <a:prstDash val="solid"/>
          </a:ln>
        </p:spPr>
      </p:sp>
      <p:sp>
        <p:nvSpPr>
          <p:cNvPr id="497" name="Editable chart path">
            <a:extLst xmlns:a="http://schemas.openxmlformats.org/drawingml/2006/main">
              <a:ext uri="{FF2B5EF4-FFF2-40B4-BE49-F238E27FC236}">
                <a16:creationId xmlns:a16="http://schemas.microsoft.com/office/drawing/2014/main" id="{0D41E7ED-E11C-4055-BDC3-9809C26D7E85}"/>
              </a:ext>
            </a:extLst>
          </p:cNvPr>
          <p:cNvSpPr>
            <a:spLocks xmlns:a="http://schemas.openxmlformats.org/drawingml/2006/main" noGrp="1"/>
          </p:cNvSpPr>
          <p:nvPr/>
        </p:nvSpPr>
        <p:spPr>
          <a:xfrm xmlns:a="http://schemas.openxmlformats.org/drawingml/2006/main">
            <a:off x="181528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8" name="">
            <a:extLst xmlns:a="http://schemas.openxmlformats.org/drawingml/2006/main">
              <a:ext uri="{FF2B5EF4-FFF2-40B4-BE49-F238E27FC236}">
                <a16:creationId xmlns:a16="http://schemas.microsoft.com/office/drawing/2014/main" id="{0F9BF049-D6C8-4F08-92E6-FC688EA8E277}"/>
              </a:ext>
            </a:extLst>
          </p:cNvPr>
          <p:cNvSpPr>
            <a:spLocks xmlns:a="http://schemas.openxmlformats.org/drawingml/2006/main" noGrp="1"/>
          </p:cNvSpPr>
          <p:nvPr/>
        </p:nvSpPr>
        <p:spPr>
          <a:xfrm xmlns:a="http://schemas.openxmlformats.org/drawingml/2006/main" rot="0">
            <a:off x="1767299" y="5307941"/>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499" name="Editable chart path">
            <a:extLst xmlns:a="http://schemas.openxmlformats.org/drawingml/2006/main">
              <a:ext uri="{FF2B5EF4-FFF2-40B4-BE49-F238E27FC236}">
                <a16:creationId xmlns:a16="http://schemas.microsoft.com/office/drawing/2014/main" id="{D3AB9700-E086-4E46-95CC-723018109450}"/>
              </a:ext>
            </a:extLst>
          </p:cNvPr>
          <p:cNvSpPr>
            <a:spLocks xmlns:a="http://schemas.openxmlformats.org/drawingml/2006/main" noGrp="1"/>
          </p:cNvSpPr>
          <p:nvPr/>
        </p:nvSpPr>
        <p:spPr>
          <a:xfrm xmlns:a="http://schemas.openxmlformats.org/drawingml/2006/main">
            <a:off x="226059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0" name="">
            <a:extLst xmlns:a="http://schemas.openxmlformats.org/drawingml/2006/main">
              <a:ext uri="{FF2B5EF4-FFF2-40B4-BE49-F238E27FC236}">
                <a16:creationId xmlns:a16="http://schemas.microsoft.com/office/drawing/2014/main" id="{DADBDB2D-0636-462A-84BE-634B00AED1B6}"/>
              </a:ext>
            </a:extLst>
          </p:cNvPr>
          <p:cNvSpPr>
            <a:spLocks xmlns:a="http://schemas.openxmlformats.org/drawingml/2006/main" noGrp="1"/>
          </p:cNvSpPr>
          <p:nvPr/>
        </p:nvSpPr>
        <p:spPr>
          <a:xfrm xmlns:a="http://schemas.openxmlformats.org/drawingml/2006/main" rot="0">
            <a:off x="2227348" y="5307941"/>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501" name="Editable chart path">
            <a:extLst xmlns:a="http://schemas.openxmlformats.org/drawingml/2006/main">
              <a:ext uri="{FF2B5EF4-FFF2-40B4-BE49-F238E27FC236}">
                <a16:creationId xmlns:a16="http://schemas.microsoft.com/office/drawing/2014/main" id="{832ACC46-7A7A-4B09-8C9F-85EBF3572D04}"/>
              </a:ext>
            </a:extLst>
          </p:cNvPr>
          <p:cNvSpPr>
            <a:spLocks xmlns:a="http://schemas.openxmlformats.org/drawingml/2006/main" noGrp="1"/>
          </p:cNvSpPr>
          <p:nvPr/>
        </p:nvSpPr>
        <p:spPr>
          <a:xfrm xmlns:a="http://schemas.openxmlformats.org/drawingml/2006/main">
            <a:off x="270590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2" name="">
            <a:extLst xmlns:a="http://schemas.openxmlformats.org/drawingml/2006/main">
              <a:ext uri="{FF2B5EF4-FFF2-40B4-BE49-F238E27FC236}">
                <a16:creationId xmlns:a16="http://schemas.microsoft.com/office/drawing/2014/main" id="{39AD2ABC-2537-40B8-9318-8EE88CE41115}"/>
              </a:ext>
            </a:extLst>
          </p:cNvPr>
          <p:cNvSpPr>
            <a:spLocks xmlns:a="http://schemas.openxmlformats.org/drawingml/2006/main" noGrp="1"/>
          </p:cNvSpPr>
          <p:nvPr/>
        </p:nvSpPr>
        <p:spPr>
          <a:xfrm xmlns:a="http://schemas.openxmlformats.org/drawingml/2006/main" rot="0">
            <a:off x="2660738" y="5307941"/>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503" name="Editable chart path">
            <a:extLst xmlns:a="http://schemas.openxmlformats.org/drawingml/2006/main">
              <a:ext uri="{FF2B5EF4-FFF2-40B4-BE49-F238E27FC236}">
                <a16:creationId xmlns:a16="http://schemas.microsoft.com/office/drawing/2014/main" id="{3AB37297-270E-4C77-B855-393DA65210EF}"/>
              </a:ext>
            </a:extLst>
          </p:cNvPr>
          <p:cNvSpPr>
            <a:spLocks xmlns:a="http://schemas.openxmlformats.org/drawingml/2006/main" noGrp="1"/>
          </p:cNvSpPr>
          <p:nvPr/>
        </p:nvSpPr>
        <p:spPr>
          <a:xfrm xmlns:a="http://schemas.openxmlformats.org/drawingml/2006/main">
            <a:off x="315121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4" name="">
            <a:extLst xmlns:a="http://schemas.openxmlformats.org/drawingml/2006/main">
              <a:ext uri="{FF2B5EF4-FFF2-40B4-BE49-F238E27FC236}">
                <a16:creationId xmlns:a16="http://schemas.microsoft.com/office/drawing/2014/main" id="{61374C0F-12E2-42CE-891B-FF725843FC28}"/>
              </a:ext>
            </a:extLst>
          </p:cNvPr>
          <p:cNvSpPr>
            <a:spLocks xmlns:a="http://schemas.openxmlformats.org/drawingml/2006/main" noGrp="1"/>
          </p:cNvSpPr>
          <p:nvPr/>
        </p:nvSpPr>
        <p:spPr>
          <a:xfrm xmlns:a="http://schemas.openxmlformats.org/drawingml/2006/main" rot="0">
            <a:off x="3103181" y="5307941"/>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505" name="Editable chart path">
            <a:extLst xmlns:a="http://schemas.openxmlformats.org/drawingml/2006/main">
              <a:ext uri="{FF2B5EF4-FFF2-40B4-BE49-F238E27FC236}">
                <a16:creationId xmlns:a16="http://schemas.microsoft.com/office/drawing/2014/main" id="{1968B677-98BB-4EE4-9D3B-9CF1F4A34C22}"/>
              </a:ext>
            </a:extLst>
          </p:cNvPr>
          <p:cNvSpPr>
            <a:spLocks xmlns:a="http://schemas.openxmlformats.org/drawingml/2006/main" noGrp="1"/>
          </p:cNvSpPr>
          <p:nvPr/>
        </p:nvSpPr>
        <p:spPr>
          <a:xfrm xmlns:a="http://schemas.openxmlformats.org/drawingml/2006/main">
            <a:off x="359653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6" name="">
            <a:extLst xmlns:a="http://schemas.openxmlformats.org/drawingml/2006/main">
              <a:ext uri="{FF2B5EF4-FFF2-40B4-BE49-F238E27FC236}">
                <a16:creationId xmlns:a16="http://schemas.microsoft.com/office/drawing/2014/main" id="{5496FBD3-B9D4-4C88-A0E7-8B6CFD8CFB9E}"/>
              </a:ext>
            </a:extLst>
          </p:cNvPr>
          <p:cNvSpPr>
            <a:spLocks xmlns:a="http://schemas.openxmlformats.org/drawingml/2006/main" noGrp="1"/>
          </p:cNvSpPr>
          <p:nvPr/>
        </p:nvSpPr>
        <p:spPr>
          <a:xfrm xmlns:a="http://schemas.openxmlformats.org/drawingml/2006/main" rot="0">
            <a:off x="3548390" y="5307941"/>
            <a:ext cx="928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507" name="Editable chart path">
            <a:extLst xmlns:a="http://schemas.openxmlformats.org/drawingml/2006/main">
              <a:ext uri="{FF2B5EF4-FFF2-40B4-BE49-F238E27FC236}">
                <a16:creationId xmlns:a16="http://schemas.microsoft.com/office/drawing/2014/main" id="{73441318-F091-424F-8674-B14A7ED014E0}"/>
              </a:ext>
            </a:extLst>
          </p:cNvPr>
          <p:cNvSpPr>
            <a:spLocks xmlns:a="http://schemas.openxmlformats.org/drawingml/2006/main" noGrp="1"/>
          </p:cNvSpPr>
          <p:nvPr/>
        </p:nvSpPr>
        <p:spPr>
          <a:xfrm xmlns:a="http://schemas.openxmlformats.org/drawingml/2006/main">
            <a:off x="404184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8" name="">
            <a:extLst xmlns:a="http://schemas.openxmlformats.org/drawingml/2006/main">
              <a:ext uri="{FF2B5EF4-FFF2-40B4-BE49-F238E27FC236}">
                <a16:creationId xmlns:a16="http://schemas.microsoft.com/office/drawing/2014/main" id="{6EB37860-7937-499F-B13F-0D307588AD2B}"/>
              </a:ext>
            </a:extLst>
          </p:cNvPr>
          <p:cNvSpPr>
            <a:spLocks xmlns:a="http://schemas.openxmlformats.org/drawingml/2006/main" noGrp="1"/>
          </p:cNvSpPr>
          <p:nvPr/>
        </p:nvSpPr>
        <p:spPr>
          <a:xfrm xmlns:a="http://schemas.openxmlformats.org/drawingml/2006/main" rot="0">
            <a:off x="3971214" y="5307941"/>
            <a:ext cx="1381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509" name="Editable chart path">
            <a:extLst xmlns:a="http://schemas.openxmlformats.org/drawingml/2006/main">
              <a:ext uri="{FF2B5EF4-FFF2-40B4-BE49-F238E27FC236}">
                <a16:creationId xmlns:a16="http://schemas.microsoft.com/office/drawing/2014/main" id="{9903C47E-C1DA-456C-A643-F70ADE463214}"/>
              </a:ext>
            </a:extLst>
          </p:cNvPr>
          <p:cNvSpPr>
            <a:spLocks xmlns:a="http://schemas.openxmlformats.org/drawingml/2006/main" noGrp="1"/>
          </p:cNvSpPr>
          <p:nvPr/>
        </p:nvSpPr>
        <p:spPr>
          <a:xfrm xmlns:a="http://schemas.openxmlformats.org/drawingml/2006/main">
            <a:off x="448715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10" name="">
            <a:extLst xmlns:a="http://schemas.openxmlformats.org/drawingml/2006/main">
              <a:ext uri="{FF2B5EF4-FFF2-40B4-BE49-F238E27FC236}">
                <a16:creationId xmlns:a16="http://schemas.microsoft.com/office/drawing/2014/main" id="{0EE32D76-99BB-490C-A6F3-E5656CF31182}"/>
              </a:ext>
            </a:extLst>
          </p:cNvPr>
          <p:cNvSpPr>
            <a:spLocks xmlns:a="http://schemas.openxmlformats.org/drawingml/2006/main" noGrp="1"/>
          </p:cNvSpPr>
          <p:nvPr/>
        </p:nvSpPr>
        <p:spPr>
          <a:xfrm xmlns:a="http://schemas.openxmlformats.org/drawingml/2006/main" rot="0">
            <a:off x="4400888" y="5307941"/>
            <a:ext cx="16725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32</a:t>
            </a:r>
          </a:p>
        </p:txBody>
      </p:sp>
      <p:sp>
        <p:nvSpPr>
          <p:cNvPr id="511" name="Editable chart path">
            <a:extLst xmlns:a="http://schemas.openxmlformats.org/drawingml/2006/main">
              <a:ext uri="{FF2B5EF4-FFF2-40B4-BE49-F238E27FC236}">
                <a16:creationId xmlns:a16="http://schemas.microsoft.com/office/drawing/2014/main" id="{5C9942BB-AA5D-40F6-868F-ECC55290637F}"/>
              </a:ext>
            </a:extLst>
          </p:cNvPr>
          <p:cNvSpPr>
            <a:spLocks xmlns:a="http://schemas.openxmlformats.org/drawingml/2006/main" noGrp="1"/>
          </p:cNvSpPr>
          <p:nvPr/>
        </p:nvSpPr>
        <p:spPr>
          <a:xfrm xmlns:a="http://schemas.openxmlformats.org/drawingml/2006/main">
            <a:off x="493246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12" name="">
            <a:extLst xmlns:a="http://schemas.openxmlformats.org/drawingml/2006/main">
              <a:ext uri="{FF2B5EF4-FFF2-40B4-BE49-F238E27FC236}">
                <a16:creationId xmlns:a16="http://schemas.microsoft.com/office/drawing/2014/main" id="{EF8C06FA-3F71-4AFC-818C-B07A2F6B1D84}"/>
              </a:ext>
            </a:extLst>
          </p:cNvPr>
          <p:cNvSpPr>
            <a:spLocks xmlns:a="http://schemas.openxmlformats.org/drawingml/2006/main" noGrp="1"/>
          </p:cNvSpPr>
          <p:nvPr/>
        </p:nvSpPr>
        <p:spPr>
          <a:xfrm xmlns:a="http://schemas.openxmlformats.org/drawingml/2006/main" rot="0">
            <a:off x="4840092" y="5307941"/>
            <a:ext cx="18126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64</a:t>
            </a:r>
          </a:p>
        </p:txBody>
      </p:sp>
      <p:sp>
        <p:nvSpPr>
          <p:cNvPr id="513" name="Editable chart path">
            <a:extLst xmlns:a="http://schemas.openxmlformats.org/drawingml/2006/main">
              <a:ext uri="{FF2B5EF4-FFF2-40B4-BE49-F238E27FC236}">
                <a16:creationId xmlns:a16="http://schemas.microsoft.com/office/drawing/2014/main" id="{0B7D43F2-9E28-4B19-947D-8208917BDEE4}"/>
              </a:ext>
            </a:extLst>
          </p:cNvPr>
          <p:cNvSpPr>
            <a:spLocks xmlns:a="http://schemas.openxmlformats.org/drawingml/2006/main" noGrp="1"/>
          </p:cNvSpPr>
          <p:nvPr/>
        </p:nvSpPr>
        <p:spPr>
          <a:xfrm xmlns:a="http://schemas.openxmlformats.org/drawingml/2006/main">
            <a:off x="1815280" y="5143500"/>
            <a:ext cx="3273047" cy="163652"/>
          </a:xfrm>
          <a:custGeom xmlns:a="http://schemas.openxmlformats.org/drawingml/2006/main">
            <a:pathLst>
              <a:path w="3290316" h="164516">
                <a:moveTo>
                  <a:pt x="0" y="164516"/>
                </a:moveTo>
                <a:lnTo>
                  <a:pt x="0" y="82258"/>
                </a:lnTo>
                <a:lnTo>
                  <a:pt x="0" y="0"/>
                </a:lnTo>
                <a:lnTo>
                  <a:pt x="3133634" y="0"/>
                </a:lnTo>
                <a:lnTo>
                  <a:pt x="3290316" y="82258"/>
                </a:lnTo>
                <a:lnTo>
                  <a:pt x="3133634" y="164516"/>
                </a:lnTo>
                <a:lnTo>
                  <a:pt x="0" y="164516"/>
                </a:lnTo>
                <a:close/>
              </a:path>
            </a:pathLst>
          </a:custGeom>
          <a:noFill xmlns:a="http://schemas.openxmlformats.org/drawingml/2006/main"/>
          <a:ln xmlns:a="http://schemas.openxmlformats.org/drawingml/2006/main" w="7580">
            <a:solidFill>
              <a:srgbClr val="5A6683"/>
            </a:solidFill>
            <a:prstDash val="solid"/>
          </a:ln>
        </p:spPr>
      </p:sp>
      <p:sp>
        <p:nvSpPr>
          <p:cNvPr id="514" name="">
            <a:extLst xmlns:a="http://schemas.openxmlformats.org/drawingml/2006/main">
              <a:ext uri="{FF2B5EF4-FFF2-40B4-BE49-F238E27FC236}">
                <a16:creationId xmlns:a16="http://schemas.microsoft.com/office/drawing/2014/main" id="{50A7DADB-B5F9-4177-B630-423C4FF9D219}"/>
              </a:ext>
            </a:extLst>
          </p:cNvPr>
          <p:cNvSpPr>
            <a:spLocks xmlns:a="http://schemas.openxmlformats.org/drawingml/2006/main" noGrp="1"/>
          </p:cNvSpPr>
          <p:nvPr/>
        </p:nvSpPr>
        <p:spPr>
          <a:xfrm xmlns:a="http://schemas.openxmlformats.org/drawingml/2006/main">
            <a:off x="952500" y="5572125"/>
            <a:ext cx="495300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Mean vacant taxis per 1 km cell (dry, normal-coverage regimes)</a:t>
            </a:r>
          </a:p>
        </p:txBody>
      </p:sp>
    </p:spTree>
    <p:extLst>
      <p:ext uri="{BB962C8B-B14F-4D97-AF65-F5344CB8AC3E}">
        <p14:creationId xmlns:p14="http://schemas.microsoft.com/office/powerpoint/2010/main" val="597896415"/>
      </p:ext>
    </p:extLst>
  </p:cSld>
</p:sld>
</file>

<file path=ppt/slides/slide38.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DRY-WEATHER SUPPLY BY TIME BAND (5/5)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These are dry snapshots. Supply geography does not establish passenger demand.</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38</a:t>
            </a:r>
            <a:endParaRPr sz="1200"/>
          </a:p>
        </p:txBody>
      </p:sp>
      <p:sp>
        <p:nvSpPr>
          <p:cNvPr id="14" name="">
            <a:extLst xmlns:a="http://schemas.openxmlformats.org/drawingml/2006/main">
              <a:ext uri="{FF2B5EF4-FFF2-40B4-BE49-F238E27FC236}">
                <a16:creationId xmlns:a16="http://schemas.microsoft.com/office/drawing/2014/main" id="{B989A039-B6DF-4066-B11E-18BF346D44F3}"/>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432B8C8A-3656-4E3F-A4C8-EFA52853EC3D}"/>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Dry weather, 00-07</a:t>
            </a:r>
          </a:p>
        </p:txBody>
      </p:sp>
      <p:sp>
        <p:nvSpPr>
          <p:cNvPr id="16" name="Editable chart path">
            <a:extLst xmlns:a="http://schemas.openxmlformats.org/drawingml/2006/main">
              <a:ext uri="{FF2B5EF4-FFF2-40B4-BE49-F238E27FC236}">
                <a16:creationId xmlns:a16="http://schemas.microsoft.com/office/drawing/2014/main" id="{2B238B22-F444-4A3B-AADA-A069913C96FC}"/>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7"/>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1"/>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5"/>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3"/>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7"/>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4"/>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599240" y="1571087"/>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2"/>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2936" y="1388314"/>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5"/>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178A6BF4-523D-49A5-B489-FD71E32DA13C}"/>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C90F62EF-1D01-4091-900A-4FB18202CE6A}"/>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DD33C7AA-7C1B-4EB4-83BF-1047D22E4AF7}"/>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0433CFA5-0B0C-4D79-A285-93658D83225D}"/>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B47807F6-1D57-4E4F-A1BC-893205969F64}"/>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630CD4CF-5E63-483F-A103-58283BA904D4}"/>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6E5EAF9B-C054-4106-B82E-B4278AD7D739}"/>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619052C7-712C-4607-892E-8B14D50A8A23}"/>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6AD3C6B6-BB2F-4AEA-89DA-749933496569}"/>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580119" h="753253">
                <a:moveTo>
                  <a:pt x="328885" y="60339"/>
                </a:moveTo>
                <a:lnTo>
                  <a:pt x="334369" y="67507"/>
                </a:lnTo>
                <a:lnTo>
                  <a:pt x="341315" y="63777"/>
                </a:lnTo>
                <a:lnTo>
                  <a:pt x="359449" y="65605"/>
                </a:lnTo>
                <a:lnTo>
                  <a:pt x="398786" y="79063"/>
                </a:lnTo>
                <a:lnTo>
                  <a:pt x="413995" y="86596"/>
                </a:lnTo>
                <a:lnTo>
                  <a:pt x="414434" y="89229"/>
                </a:lnTo>
                <a:lnTo>
                  <a:pt x="416700" y="87766"/>
                </a:lnTo>
                <a:lnTo>
                  <a:pt x="444046" y="98517"/>
                </a:lnTo>
                <a:lnTo>
                  <a:pt x="465031" y="111536"/>
                </a:lnTo>
                <a:lnTo>
                  <a:pt x="502614" y="145911"/>
                </a:lnTo>
                <a:lnTo>
                  <a:pt x="522137" y="157760"/>
                </a:lnTo>
                <a:lnTo>
                  <a:pt x="555625" y="222487"/>
                </a:lnTo>
                <a:lnTo>
                  <a:pt x="555552" y="231044"/>
                </a:lnTo>
                <a:lnTo>
                  <a:pt x="544657" y="241869"/>
                </a:lnTo>
                <a:lnTo>
                  <a:pt x="545608" y="244136"/>
                </a:lnTo>
                <a:lnTo>
                  <a:pt x="566446" y="250865"/>
                </a:lnTo>
                <a:lnTo>
                  <a:pt x="578584" y="267906"/>
                </a:lnTo>
                <a:lnTo>
                  <a:pt x="580119" y="297966"/>
                </a:lnTo>
                <a:lnTo>
                  <a:pt x="574562" y="324296"/>
                </a:lnTo>
                <a:lnTo>
                  <a:pt x="561547" y="352235"/>
                </a:lnTo>
                <a:lnTo>
                  <a:pt x="529010" y="405333"/>
                </a:lnTo>
                <a:lnTo>
                  <a:pt x="514971" y="434515"/>
                </a:lnTo>
                <a:lnTo>
                  <a:pt x="490476" y="504143"/>
                </a:lnTo>
                <a:lnTo>
                  <a:pt x="478924" y="566677"/>
                </a:lnTo>
                <a:lnTo>
                  <a:pt x="479362" y="601929"/>
                </a:lnTo>
                <a:lnTo>
                  <a:pt x="485578" y="627089"/>
                </a:lnTo>
                <a:lnTo>
                  <a:pt x="512119" y="676823"/>
                </a:lnTo>
                <a:lnTo>
                  <a:pt x="548240" y="731677"/>
                </a:lnTo>
                <a:lnTo>
                  <a:pt x="547655" y="744037"/>
                </a:lnTo>
                <a:lnTo>
                  <a:pt x="537565" y="752960"/>
                </a:lnTo>
                <a:lnTo>
                  <a:pt x="528863" y="753253"/>
                </a:lnTo>
                <a:lnTo>
                  <a:pt x="522137" y="749815"/>
                </a:ln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4825DE46-F8FE-418E-9F49-9D947D9E09B3}"/>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354F1EE2-81FD-4F98-A4C4-81D9C275B0F3}"/>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08E17A5E-CAF4-4999-BCDD-B026D33008B4}"/>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58979D50-F411-4D3B-936B-1D0DF6B3ED9C}"/>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C54D6330-AEB3-4643-A819-DA64F224B128}"/>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3"/>
                </a:lnTo>
                <a:lnTo>
                  <a:pt x="0" y="11263"/>
                </a:lnTo>
                <a:lnTo>
                  <a:pt x="3729" y="9142"/>
                </a:lnTo>
                <a:lnTo>
                  <a:pt x="3290" y="3730"/>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401F82F5-627C-4588-B90E-F52D884D1E9A}"/>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1FE2FD51-C92F-40F1-A3DC-9C0461533DEE}"/>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6"/>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89CAE94F-CF00-4603-9A54-1C2C7BF380D9}"/>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CEE0A621-3839-4C2F-9CC8-CF6401562A25}"/>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EC6502D8-2623-43EB-9849-1676E7BCCA94}"/>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6B49DC8F-5555-4C1C-8D7C-E69725B51211}"/>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699"/>
                </a:lnTo>
                <a:lnTo>
                  <a:pt x="26249" y="23624"/>
                </a:lnTo>
                <a:lnTo>
                  <a:pt x="26907" y="28743"/>
                </a:lnTo>
                <a:lnTo>
                  <a:pt x="34073" y="26915"/>
                </a:lnTo>
                <a:lnTo>
                  <a:pt x="14843" y="31596"/>
                </a:lnTo>
                <a:lnTo>
                  <a:pt x="22009" y="27939"/>
                </a:lnTo>
                <a:lnTo>
                  <a:pt x="16890" y="11848"/>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0C460F60-FBA9-40C8-A223-4B4791C8A82A}"/>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154E4857-E278-477B-9541-834676DB41E3}"/>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3788CF99-1061-484F-A044-120BE601B99C}"/>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3201770" h="1902404">
                <a:moveTo>
                  <a:pt x="669689" y="1193839"/>
                </a:moveTo>
                <a:lnTo>
                  <a:pt x="654773" y="1190840"/>
                </a:lnTo>
                <a:lnTo>
                  <a:pt x="658721" y="1199909"/>
                </a:lnTo>
                <a:lnTo>
                  <a:pt x="666984" y="1201957"/>
                </a:lnTo>
                <a:lnTo>
                  <a:pt x="684971" y="1224411"/>
                </a:lnTo>
                <a:lnTo>
                  <a:pt x="685190" y="1252423"/>
                </a:lnTo>
                <a:lnTo>
                  <a:pt x="661573" y="1251764"/>
                </a:lnTo>
                <a:lnTo>
                  <a:pt x="661719" y="1248327"/>
                </a:lnTo>
                <a:lnTo>
                  <a:pt x="657405" y="1245401"/>
                </a:lnTo>
                <a:lnTo>
                  <a:pt x="655065" y="1225873"/>
                </a:lnTo>
                <a:lnTo>
                  <a:pt x="648338" y="1213074"/>
                </a:lnTo>
                <a:lnTo>
                  <a:pt x="650532" y="1205833"/>
                </a:lnTo>
                <a:lnTo>
                  <a:pt x="657113" y="1200494"/>
                </a:lnTo>
                <a:lnTo>
                  <a:pt x="653384" y="1191498"/>
                </a:lnTo>
                <a:lnTo>
                  <a:pt x="645852" y="1200641"/>
                </a:lnTo>
                <a:lnTo>
                  <a:pt x="642343" y="1211758"/>
                </a:lnTo>
                <a:lnTo>
                  <a:pt x="643805" y="1242110"/>
                </a:lnTo>
                <a:lnTo>
                  <a:pt x="623478" y="1249790"/>
                </a:lnTo>
                <a:lnTo>
                  <a:pt x="608050" y="1248766"/>
                </a:lnTo>
                <a:lnTo>
                  <a:pt x="571638" y="1255567"/>
                </a:lnTo>
                <a:lnTo>
                  <a:pt x="561620" y="1183526"/>
                </a:lnTo>
                <a:lnTo>
                  <a:pt x="557453" y="1181625"/>
                </a:lnTo>
                <a:lnTo>
                  <a:pt x="548825" y="1183965"/>
                </a:lnTo>
                <a:lnTo>
                  <a:pt x="557160" y="1263613"/>
                </a:lnTo>
                <a:lnTo>
                  <a:pt x="544145" y="1269610"/>
                </a:lnTo>
                <a:lnTo>
                  <a:pt x="541659" y="1266685"/>
                </a:lnTo>
                <a:lnTo>
                  <a:pt x="531861" y="1273779"/>
                </a:lnTo>
                <a:lnTo>
                  <a:pt x="492231" y="1229750"/>
                </a:lnTo>
                <a:lnTo>
                  <a:pt x="490038" y="1199178"/>
                </a:lnTo>
                <a:lnTo>
                  <a:pt x="461302" y="1202762"/>
                </a:lnTo>
                <a:lnTo>
                  <a:pt x="466494" y="1245840"/>
                </a:lnTo>
                <a:lnTo>
                  <a:pt x="501883" y="1282336"/>
                </a:lnTo>
                <a:lnTo>
                  <a:pt x="499324" y="1281239"/>
                </a:lnTo>
                <a:lnTo>
                  <a:pt x="501371" y="1284677"/>
                </a:lnTo>
                <a:lnTo>
                  <a:pt x="490842" y="1295867"/>
                </a:lnTo>
                <a:lnTo>
                  <a:pt x="445216" y="1331778"/>
                </a:lnTo>
                <a:lnTo>
                  <a:pt x="435053" y="1319490"/>
                </a:lnTo>
                <a:lnTo>
                  <a:pt x="436808" y="1316784"/>
                </a:lnTo>
                <a:lnTo>
                  <a:pt x="431689" y="1308373"/>
                </a:lnTo>
                <a:lnTo>
                  <a:pt x="387087" y="1286139"/>
                </a:lnTo>
                <a:lnTo>
                  <a:pt x="389866" y="1280142"/>
                </a:lnTo>
                <a:lnTo>
                  <a:pt x="380214" y="1272462"/>
                </a:lnTo>
                <a:lnTo>
                  <a:pt x="372171" y="1279191"/>
                </a:lnTo>
                <a:lnTo>
                  <a:pt x="366834" y="1273267"/>
                </a:lnTo>
                <a:lnTo>
                  <a:pt x="373780" y="1267270"/>
                </a:lnTo>
                <a:lnTo>
                  <a:pt x="351333" y="1241452"/>
                </a:lnTo>
                <a:lnTo>
                  <a:pt x="336928" y="1253666"/>
                </a:lnTo>
                <a:lnTo>
                  <a:pt x="322524" y="1236625"/>
                </a:lnTo>
                <a:lnTo>
                  <a:pt x="378679" y="1175408"/>
                </a:lnTo>
                <a:lnTo>
                  <a:pt x="376266" y="1167728"/>
                </a:lnTo>
                <a:lnTo>
                  <a:pt x="368369" y="1164876"/>
                </a:lnTo>
                <a:lnTo>
                  <a:pt x="330348" y="1205907"/>
                </a:lnTo>
                <a:lnTo>
                  <a:pt x="319014" y="1209783"/>
                </a:lnTo>
                <a:lnTo>
                  <a:pt x="300369" y="1191791"/>
                </a:lnTo>
                <a:lnTo>
                  <a:pt x="297152" y="1182648"/>
                </a:lnTo>
                <a:lnTo>
                  <a:pt x="337586" y="1140740"/>
                </a:lnTo>
                <a:lnTo>
                  <a:pt x="339122" y="1136937"/>
                </a:lnTo>
                <a:lnTo>
                  <a:pt x="335027" y="1132110"/>
                </a:lnTo>
                <a:lnTo>
                  <a:pt x="321281" y="1121285"/>
                </a:lnTo>
                <a:lnTo>
                  <a:pt x="297518" y="1147469"/>
                </a:lnTo>
                <a:lnTo>
                  <a:pt x="274339" y="1165680"/>
                </a:lnTo>
                <a:lnTo>
                  <a:pt x="256791" y="1153832"/>
                </a:lnTo>
                <a:lnTo>
                  <a:pt x="233539" y="1130501"/>
                </a:lnTo>
                <a:lnTo>
                  <a:pt x="210873" y="1162974"/>
                </a:lnTo>
                <a:lnTo>
                  <a:pt x="236245" y="1184404"/>
                </a:lnTo>
                <a:lnTo>
                  <a:pt x="287574" y="1244450"/>
                </a:lnTo>
                <a:lnTo>
                  <a:pt x="298249" y="1309105"/>
                </a:lnTo>
                <a:lnTo>
                  <a:pt x="321647" y="1352257"/>
                </a:lnTo>
                <a:lnTo>
                  <a:pt x="325156" y="1364105"/>
                </a:lnTo>
                <a:lnTo>
                  <a:pt x="321720" y="1383413"/>
                </a:lnTo>
                <a:lnTo>
                  <a:pt x="306950" y="1398334"/>
                </a:lnTo>
                <a:lnTo>
                  <a:pt x="293204" y="1401918"/>
                </a:lnTo>
                <a:lnTo>
                  <a:pt x="256060" y="1399358"/>
                </a:lnTo>
                <a:lnTo>
                  <a:pt x="254012" y="1401991"/>
                </a:lnTo>
                <a:lnTo>
                  <a:pt x="248894" y="1469790"/>
                </a:lnTo>
                <a:lnTo>
                  <a:pt x="275290" y="1469790"/>
                </a:lnTo>
                <a:lnTo>
                  <a:pt x="275363" y="1535322"/>
                </a:lnTo>
                <a:lnTo>
                  <a:pt x="85110" y="1535322"/>
                </a:lnTo>
                <a:lnTo>
                  <a:pt x="85110" y="1585568"/>
                </a:lnTo>
                <a:lnTo>
                  <a:pt x="282602" y="1585568"/>
                </a:lnTo>
                <a:lnTo>
                  <a:pt x="282602" y="1629597"/>
                </a:lnTo>
                <a:lnTo>
                  <a:pt x="234636" y="1651027"/>
                </a:lnTo>
                <a:lnTo>
                  <a:pt x="85110" y="1651027"/>
                </a:lnTo>
                <a:lnTo>
                  <a:pt x="85110" y="1701346"/>
                </a:lnTo>
                <a:lnTo>
                  <a:pt x="322743" y="1701346"/>
                </a:lnTo>
                <a:lnTo>
                  <a:pt x="322743" y="1766805"/>
                </a:lnTo>
                <a:lnTo>
                  <a:pt x="85183" y="1766805"/>
                </a:lnTo>
                <a:lnTo>
                  <a:pt x="85183" y="1822390"/>
                </a:lnTo>
                <a:lnTo>
                  <a:pt x="374511" y="1822317"/>
                </a:lnTo>
                <a:lnTo>
                  <a:pt x="386649" y="1854791"/>
                </a:lnTo>
                <a:lnTo>
                  <a:pt x="309728" y="1883242"/>
                </a:lnTo>
                <a:lnTo>
                  <a:pt x="285014" y="1898089"/>
                </a:lnTo>
                <a:lnTo>
                  <a:pt x="268928" y="1902404"/>
                </a:lnTo>
                <a:lnTo>
                  <a:pt x="26396" y="1841479"/>
                </a:lnTo>
                <a:lnTo>
                  <a:pt x="9067" y="1832045"/>
                </a:lnTo>
                <a:lnTo>
                  <a:pt x="951" y="1817417"/>
                </a:lnTo>
                <a:lnTo>
                  <a:pt x="0" y="1660901"/>
                </a:lnTo>
                <a:lnTo>
                  <a:pt x="49209" y="1660901"/>
                </a:lnTo>
                <a:lnTo>
                  <a:pt x="49282" y="1641080"/>
                </a:lnTo>
                <a:lnTo>
                  <a:pt x="23032" y="1641080"/>
                </a:lnTo>
                <a:lnTo>
                  <a:pt x="23032" y="1593101"/>
                </a:lnTo>
                <a:lnTo>
                  <a:pt x="45991" y="1593101"/>
                </a:lnTo>
                <a:lnTo>
                  <a:pt x="45991" y="1573281"/>
                </a:lnTo>
                <a:lnTo>
                  <a:pt x="29613" y="1573281"/>
                </a:lnTo>
                <a:lnTo>
                  <a:pt x="29613" y="1539857"/>
                </a:lnTo>
                <a:lnTo>
                  <a:pt x="73" y="1539857"/>
                </a:lnTo>
                <a:lnTo>
                  <a:pt x="877" y="1526765"/>
                </a:lnTo>
                <a:lnTo>
                  <a:pt x="41750" y="1417277"/>
                </a:lnTo>
                <a:lnTo>
                  <a:pt x="52060" y="1407183"/>
                </a:lnTo>
                <a:lnTo>
                  <a:pt x="73411" y="1399285"/>
                </a:lnTo>
                <a:lnTo>
                  <a:pt x="87376" y="1390215"/>
                </a:lnTo>
                <a:lnTo>
                  <a:pt x="97905" y="1377855"/>
                </a:lnTo>
                <a:lnTo>
                  <a:pt x="104266" y="1364105"/>
                </a:lnTo>
                <a:lnTo>
                  <a:pt x="106899" y="1348014"/>
                </a:lnTo>
                <a:lnTo>
                  <a:pt x="104778" y="1331412"/>
                </a:lnTo>
                <a:lnTo>
                  <a:pt x="91544" y="1297622"/>
                </a:lnTo>
                <a:lnTo>
                  <a:pt x="86353" y="1297037"/>
                </a:lnTo>
                <a:lnTo>
                  <a:pt x="87596" y="1289357"/>
                </a:lnTo>
                <a:lnTo>
                  <a:pt x="85256" y="1292210"/>
                </a:lnTo>
                <a:lnTo>
                  <a:pt x="88619" y="1272901"/>
                </a:lnTo>
                <a:lnTo>
                  <a:pt x="89862" y="1276266"/>
                </a:lnTo>
                <a:lnTo>
                  <a:pt x="91032" y="1269756"/>
                </a:lnTo>
                <a:lnTo>
                  <a:pt x="95054" y="1270415"/>
                </a:lnTo>
                <a:lnTo>
                  <a:pt x="188499" y="1020427"/>
                </a:lnTo>
                <a:lnTo>
                  <a:pt x="197565" y="985614"/>
                </a:lnTo>
                <a:lnTo>
                  <a:pt x="212554" y="950727"/>
                </a:lnTo>
                <a:lnTo>
                  <a:pt x="209264" y="945680"/>
                </a:lnTo>
                <a:lnTo>
                  <a:pt x="212920" y="941804"/>
                </a:lnTo>
                <a:lnTo>
                  <a:pt x="210800" y="939829"/>
                </a:lnTo>
                <a:lnTo>
                  <a:pt x="219208" y="931125"/>
                </a:lnTo>
                <a:lnTo>
                  <a:pt x="225277" y="916717"/>
                </a:lnTo>
                <a:lnTo>
                  <a:pt x="224400" y="913426"/>
                </a:lnTo>
                <a:lnTo>
                  <a:pt x="217307" y="916498"/>
                </a:lnTo>
                <a:lnTo>
                  <a:pt x="211604" y="910208"/>
                </a:lnTo>
                <a:lnTo>
                  <a:pt x="207802" y="897628"/>
                </a:lnTo>
                <a:lnTo>
                  <a:pt x="210288" y="885341"/>
                </a:lnTo>
                <a:lnTo>
                  <a:pt x="200856" y="879270"/>
                </a:lnTo>
                <a:lnTo>
                  <a:pt x="201806" y="877442"/>
                </a:lnTo>
                <a:lnTo>
                  <a:pt x="211165" y="883659"/>
                </a:lnTo>
                <a:lnTo>
                  <a:pt x="218989" y="875101"/>
                </a:lnTo>
                <a:lnTo>
                  <a:pt x="229298" y="871006"/>
                </a:lnTo>
                <a:lnTo>
                  <a:pt x="234490" y="873273"/>
                </a:lnTo>
                <a:lnTo>
                  <a:pt x="237707" y="879929"/>
                </a:lnTo>
                <a:lnTo>
                  <a:pt x="241948" y="860693"/>
                </a:lnTo>
                <a:lnTo>
                  <a:pt x="251892" y="837216"/>
                </a:lnTo>
                <a:lnTo>
                  <a:pt x="253647" y="824051"/>
                </a:lnTo>
                <a:lnTo>
                  <a:pt x="255694" y="827196"/>
                </a:lnTo>
                <a:lnTo>
                  <a:pt x="269440" y="816225"/>
                </a:lnTo>
                <a:lnTo>
                  <a:pt x="278288" y="804742"/>
                </a:lnTo>
                <a:lnTo>
                  <a:pt x="300516" y="754496"/>
                </a:lnTo>
                <a:lnTo>
                  <a:pt x="317186" y="729995"/>
                </a:lnTo>
                <a:lnTo>
                  <a:pt x="319161" y="717707"/>
                </a:lnTo>
                <a:lnTo>
                  <a:pt x="331664" y="713831"/>
                </a:lnTo>
                <a:lnTo>
                  <a:pt x="330567" y="705420"/>
                </a:lnTo>
                <a:lnTo>
                  <a:pt x="334150" y="702568"/>
                </a:lnTo>
                <a:lnTo>
                  <a:pt x="343728" y="715001"/>
                </a:lnTo>
                <a:lnTo>
                  <a:pt x="343801" y="703007"/>
                </a:lnTo>
                <a:lnTo>
                  <a:pt x="350090" y="701763"/>
                </a:lnTo>
                <a:lnTo>
                  <a:pt x="360472" y="675360"/>
                </a:lnTo>
                <a:lnTo>
                  <a:pt x="376705" y="647348"/>
                </a:lnTo>
                <a:lnTo>
                  <a:pt x="374730" y="638279"/>
                </a:lnTo>
                <a:lnTo>
                  <a:pt x="382335" y="639376"/>
                </a:lnTo>
                <a:lnTo>
                  <a:pt x="378459" y="632940"/>
                </a:lnTo>
                <a:lnTo>
                  <a:pt x="390743" y="621750"/>
                </a:lnTo>
                <a:lnTo>
                  <a:pt x="395642" y="620433"/>
                </a:lnTo>
                <a:lnTo>
                  <a:pt x="396227" y="626723"/>
                </a:lnTo>
                <a:lnTo>
                  <a:pt x="398201" y="626431"/>
                </a:lnTo>
                <a:lnTo>
                  <a:pt x="400249" y="620068"/>
                </a:lnTo>
                <a:lnTo>
                  <a:pt x="395788" y="612754"/>
                </a:lnTo>
                <a:lnTo>
                  <a:pt x="400102" y="605074"/>
                </a:lnTo>
                <a:lnTo>
                  <a:pt x="408730" y="599077"/>
                </a:lnTo>
                <a:lnTo>
                  <a:pt x="408803" y="586790"/>
                </a:lnTo>
                <a:lnTo>
                  <a:pt x="417066" y="572308"/>
                </a:lnTo>
                <a:lnTo>
                  <a:pt x="414360" y="555194"/>
                </a:lnTo>
                <a:lnTo>
                  <a:pt x="417870" y="537275"/>
                </a:lnTo>
                <a:lnTo>
                  <a:pt x="412021" y="526889"/>
                </a:lnTo>
                <a:lnTo>
                  <a:pt x="416700" y="515699"/>
                </a:lnTo>
                <a:lnTo>
                  <a:pt x="419479" y="517674"/>
                </a:lnTo>
                <a:lnTo>
                  <a:pt x="420795" y="515260"/>
                </a:lnTo>
                <a:lnTo>
                  <a:pt x="416993" y="512554"/>
                </a:lnTo>
                <a:lnTo>
                  <a:pt x="418748" y="506922"/>
                </a:lnTo>
                <a:lnTo>
                  <a:pt x="425401" y="503266"/>
                </a:lnTo>
                <a:lnTo>
                  <a:pt x="419186" y="493758"/>
                </a:lnTo>
                <a:lnTo>
                  <a:pt x="415238" y="477155"/>
                </a:lnTo>
                <a:lnTo>
                  <a:pt x="428545" y="471450"/>
                </a:lnTo>
                <a:lnTo>
                  <a:pt x="434175" y="460918"/>
                </a:lnTo>
                <a:lnTo>
                  <a:pt x="434614" y="452361"/>
                </a:lnTo>
                <a:lnTo>
                  <a:pt x="447264" y="449216"/>
                </a:lnTo>
                <a:lnTo>
                  <a:pt x="455892" y="453678"/>
                </a:lnTo>
                <a:lnTo>
                  <a:pt x="457793" y="447680"/>
                </a:lnTo>
                <a:lnTo>
                  <a:pt x="467152" y="442853"/>
                </a:lnTo>
                <a:lnTo>
                  <a:pt x="468907" y="437002"/>
                </a:lnTo>
                <a:lnTo>
                  <a:pt x="474537" y="432029"/>
                </a:lnTo>
                <a:lnTo>
                  <a:pt x="472416" y="423325"/>
                </a:lnTo>
                <a:lnTo>
                  <a:pt x="474390" y="420473"/>
                </a:lnTo>
                <a:lnTo>
                  <a:pt x="478851" y="417401"/>
                </a:lnTo>
                <a:lnTo>
                  <a:pt x="485651" y="418937"/>
                </a:lnTo>
                <a:lnTo>
                  <a:pt x="489965" y="416743"/>
                </a:lnTo>
                <a:lnTo>
                  <a:pt x="483311" y="410672"/>
                </a:lnTo>
                <a:lnTo>
                  <a:pt x="481337" y="401091"/>
                </a:lnTo>
                <a:lnTo>
                  <a:pt x="485943" y="385878"/>
                </a:lnTo>
                <a:lnTo>
                  <a:pt x="492231" y="387634"/>
                </a:lnTo>
                <a:lnTo>
                  <a:pt x="492743" y="382075"/>
                </a:lnTo>
                <a:lnTo>
                  <a:pt x="486747" y="376882"/>
                </a:lnTo>
                <a:lnTo>
                  <a:pt x="498885" y="370300"/>
                </a:lnTo>
                <a:lnTo>
                  <a:pt x="505466" y="376809"/>
                </a:lnTo>
                <a:lnTo>
                  <a:pt x="502102" y="371397"/>
                </a:lnTo>
                <a:lnTo>
                  <a:pt x="506197" y="366131"/>
                </a:lnTo>
                <a:lnTo>
                  <a:pt x="500421" y="367521"/>
                </a:lnTo>
                <a:lnTo>
                  <a:pt x="495814" y="356623"/>
                </a:lnTo>
                <a:lnTo>
                  <a:pt x="501590" y="333438"/>
                </a:lnTo>
                <a:lnTo>
                  <a:pt x="513509" y="325759"/>
                </a:lnTo>
                <a:lnTo>
                  <a:pt x="520674" y="326783"/>
                </a:lnTo>
                <a:lnTo>
                  <a:pt x="516945" y="325173"/>
                </a:lnTo>
                <a:lnTo>
                  <a:pt x="518115" y="320858"/>
                </a:lnTo>
                <a:lnTo>
                  <a:pt x="529083" y="304622"/>
                </a:lnTo>
                <a:lnTo>
                  <a:pt x="535956" y="308937"/>
                </a:lnTo>
                <a:lnTo>
                  <a:pt x="553504" y="304475"/>
                </a:lnTo>
                <a:lnTo>
                  <a:pt x="567470" y="289628"/>
                </a:lnTo>
                <a:lnTo>
                  <a:pt x="575147" y="294455"/>
                </a:lnTo>
                <a:lnTo>
                  <a:pt x="583629" y="295187"/>
                </a:lnTo>
                <a:lnTo>
                  <a:pt x="585896" y="298405"/>
                </a:lnTo>
                <a:lnTo>
                  <a:pt x="586261" y="286995"/>
                </a:lnTo>
                <a:lnTo>
                  <a:pt x="590941" y="283850"/>
                </a:lnTo>
                <a:lnTo>
                  <a:pt x="600154" y="285679"/>
                </a:lnTo>
                <a:lnTo>
                  <a:pt x="606149" y="275951"/>
                </a:lnTo>
                <a:lnTo>
                  <a:pt x="640295" y="272221"/>
                </a:lnTo>
                <a:lnTo>
                  <a:pt x="647680" y="266297"/>
                </a:lnTo>
                <a:lnTo>
                  <a:pt x="660988" y="261543"/>
                </a:lnTo>
                <a:lnTo>
                  <a:pt x="660915" y="258471"/>
                </a:lnTo>
                <a:lnTo>
                  <a:pt x="690235" y="228265"/>
                </a:lnTo>
                <a:lnTo>
                  <a:pt x="708149" y="218026"/>
                </a:lnTo>
                <a:lnTo>
                  <a:pt x="736958" y="189794"/>
                </a:lnTo>
                <a:lnTo>
                  <a:pt x="737835" y="182188"/>
                </a:lnTo>
                <a:lnTo>
                  <a:pt x="743246" y="185698"/>
                </a:lnTo>
                <a:lnTo>
                  <a:pt x="761745" y="168145"/>
                </a:lnTo>
                <a:lnTo>
                  <a:pt x="781413" y="157101"/>
                </a:lnTo>
                <a:lnTo>
                  <a:pt x="812635" y="147959"/>
                </a:lnTo>
                <a:lnTo>
                  <a:pt x="817314" y="149568"/>
                </a:lnTo>
                <a:lnTo>
                  <a:pt x="819435" y="147008"/>
                </a:lnTo>
                <a:lnTo>
                  <a:pt x="846489" y="142327"/>
                </a:lnTo>
                <a:lnTo>
                  <a:pt x="889701" y="143278"/>
                </a:lnTo>
                <a:lnTo>
                  <a:pt x="902058" y="146423"/>
                </a:lnTo>
                <a:lnTo>
                  <a:pt x="919168" y="160027"/>
                </a:lnTo>
                <a:lnTo>
                  <a:pt x="920338" y="165439"/>
                </a:lnTo>
                <a:lnTo>
                  <a:pt x="916901" y="159369"/>
                </a:lnTo>
                <a:lnTo>
                  <a:pt x="916975" y="164050"/>
                </a:lnTo>
                <a:lnTo>
                  <a:pt x="913319" y="167414"/>
                </a:lnTo>
                <a:lnTo>
                  <a:pt x="918218" y="166171"/>
                </a:lnTo>
                <a:lnTo>
                  <a:pt x="928088" y="173119"/>
                </a:lnTo>
                <a:lnTo>
                  <a:pt x="917998" y="180213"/>
                </a:lnTo>
                <a:lnTo>
                  <a:pt x="923774" y="175386"/>
                </a:lnTo>
                <a:lnTo>
                  <a:pt x="929039" y="175093"/>
                </a:lnTo>
                <a:lnTo>
                  <a:pt x="923994" y="179555"/>
                </a:lnTo>
                <a:lnTo>
                  <a:pt x="926041" y="178311"/>
                </a:lnTo>
                <a:lnTo>
                  <a:pt x="928308" y="181164"/>
                </a:lnTo>
                <a:lnTo>
                  <a:pt x="928381" y="176702"/>
                </a:lnTo>
                <a:lnTo>
                  <a:pt x="934377" y="179555"/>
                </a:lnTo>
                <a:lnTo>
                  <a:pt x="936424" y="187015"/>
                </a:lnTo>
                <a:lnTo>
                  <a:pt x="942420" y="186357"/>
                </a:lnTo>
                <a:lnTo>
                  <a:pt x="966622" y="204934"/>
                </a:lnTo>
                <a:lnTo>
                  <a:pt x="967645" y="209761"/>
                </a:lnTo>
                <a:lnTo>
                  <a:pt x="956751" y="221975"/>
                </a:lnTo>
                <a:lnTo>
                  <a:pt x="958579" y="234336"/>
                </a:lnTo>
                <a:lnTo>
                  <a:pt x="961284" y="234409"/>
                </a:lnTo>
                <a:lnTo>
                  <a:pt x="962162" y="226656"/>
                </a:lnTo>
                <a:lnTo>
                  <a:pt x="968815" y="217294"/>
                </a:lnTo>
                <a:lnTo>
                  <a:pt x="972544" y="233092"/>
                </a:lnTo>
                <a:lnTo>
                  <a:pt x="998501" y="233019"/>
                </a:lnTo>
                <a:lnTo>
                  <a:pt x="1001645" y="230313"/>
                </a:lnTo>
                <a:lnTo>
                  <a:pt x="1003693" y="234482"/>
                </a:lnTo>
                <a:lnTo>
                  <a:pt x="1003546" y="185113"/>
                </a:lnTo>
                <a:lnTo>
                  <a:pt x="1009908" y="179043"/>
                </a:lnTo>
                <a:lnTo>
                  <a:pt x="1113077" y="200180"/>
                </a:lnTo>
                <a:lnTo>
                  <a:pt x="1141886" y="193232"/>
                </a:lnTo>
                <a:lnTo>
                  <a:pt x="1159434" y="200692"/>
                </a:lnTo>
                <a:lnTo>
                  <a:pt x="1179834" y="194475"/>
                </a:lnTo>
                <a:lnTo>
                  <a:pt x="1178226" y="188478"/>
                </a:lnTo>
                <a:lnTo>
                  <a:pt x="1182101" y="178165"/>
                </a:lnTo>
                <a:lnTo>
                  <a:pt x="1193800" y="168365"/>
                </a:lnTo>
                <a:lnTo>
                  <a:pt x="1199869" y="157467"/>
                </a:lnTo>
                <a:lnTo>
                  <a:pt x="1194385" y="133697"/>
                </a:lnTo>
                <a:lnTo>
                  <a:pt x="1197017" y="132234"/>
                </a:lnTo>
                <a:lnTo>
                  <a:pt x="1207619" y="162952"/>
                </a:lnTo>
                <a:lnTo>
                  <a:pt x="1222023" y="152274"/>
                </a:lnTo>
                <a:lnTo>
                  <a:pt x="1247615" y="142693"/>
                </a:lnTo>
                <a:lnTo>
                  <a:pt x="1294191" y="112121"/>
                </a:lnTo>
                <a:lnTo>
                  <a:pt x="1299821" y="111097"/>
                </a:lnTo>
                <a:lnTo>
                  <a:pt x="1315980" y="94275"/>
                </a:lnTo>
                <a:lnTo>
                  <a:pt x="1343399" y="74674"/>
                </a:lnTo>
                <a:lnTo>
                  <a:pt x="1354660" y="69920"/>
                </a:lnTo>
                <a:lnTo>
                  <a:pt x="1411034" y="28743"/>
                </a:lnTo>
                <a:lnTo>
                  <a:pt x="1419808" y="29036"/>
                </a:lnTo>
                <a:lnTo>
                  <a:pt x="1432238" y="16749"/>
                </a:lnTo>
                <a:lnTo>
                  <a:pt x="1442913" y="12726"/>
                </a:lnTo>
                <a:lnTo>
                  <a:pt x="1483859" y="1463"/>
                </a:lnTo>
                <a:lnTo>
                  <a:pt x="1491610" y="7241"/>
                </a:lnTo>
                <a:lnTo>
                  <a:pt x="1508062" y="2999"/>
                </a:lnTo>
                <a:lnTo>
                  <a:pt x="1547326" y="0"/>
                </a:lnTo>
                <a:lnTo>
                  <a:pt x="1577377" y="11190"/>
                </a:lnTo>
                <a:lnTo>
                  <a:pt x="1582788" y="15578"/>
                </a:lnTo>
                <a:lnTo>
                  <a:pt x="1568896" y="25306"/>
                </a:lnTo>
                <a:lnTo>
                  <a:pt x="1556612" y="42493"/>
                </a:lnTo>
                <a:lnTo>
                  <a:pt x="1562535" y="46150"/>
                </a:lnTo>
                <a:lnTo>
                  <a:pt x="1570797" y="33790"/>
                </a:lnTo>
                <a:lnTo>
                  <a:pt x="1587760" y="26403"/>
                </a:lnTo>
                <a:lnTo>
                  <a:pt x="1585347" y="35180"/>
                </a:lnTo>
                <a:lnTo>
                  <a:pt x="1591709" y="36496"/>
                </a:lnTo>
                <a:lnTo>
                  <a:pt x="1579205" y="58876"/>
                </a:lnTo>
                <a:lnTo>
                  <a:pt x="1582934" y="60851"/>
                </a:lnTo>
                <a:lnTo>
                  <a:pt x="1598289" y="36862"/>
                </a:lnTo>
                <a:lnTo>
                  <a:pt x="1591343" y="49368"/>
                </a:lnTo>
                <a:lnTo>
                  <a:pt x="1594122" y="51270"/>
                </a:lnTo>
                <a:lnTo>
                  <a:pt x="1583593" y="69847"/>
                </a:lnTo>
                <a:lnTo>
                  <a:pt x="1586225" y="71310"/>
                </a:lnTo>
                <a:lnTo>
                  <a:pt x="1596461" y="52660"/>
                </a:lnTo>
                <a:lnTo>
                  <a:pt x="1600190" y="54488"/>
                </a:lnTo>
                <a:lnTo>
                  <a:pt x="1622053" y="15944"/>
                </a:lnTo>
                <a:lnTo>
                  <a:pt x="1671481" y="44322"/>
                </a:lnTo>
                <a:lnTo>
                  <a:pt x="1654298" y="75040"/>
                </a:lnTo>
                <a:lnTo>
                  <a:pt x="1661244" y="79063"/>
                </a:lnTo>
                <a:lnTo>
                  <a:pt x="1678573" y="48491"/>
                </a:lnTo>
                <a:lnTo>
                  <a:pt x="1686470" y="48271"/>
                </a:lnTo>
                <a:lnTo>
                  <a:pt x="1693489" y="43591"/>
                </a:lnTo>
                <a:lnTo>
                  <a:pt x="1786495" y="82208"/>
                </a:lnTo>
                <a:lnTo>
                  <a:pt x="1816693" y="97274"/>
                </a:lnTo>
                <a:lnTo>
                  <a:pt x="1846160" y="116363"/>
                </a:lnTo>
                <a:lnTo>
                  <a:pt x="1845136" y="123970"/>
                </a:lnTo>
                <a:lnTo>
                  <a:pt x="1823128" y="133697"/>
                </a:lnTo>
                <a:lnTo>
                  <a:pt x="1842358" y="180506"/>
                </a:lnTo>
                <a:lnTo>
                  <a:pt x="1850254" y="207494"/>
                </a:lnTo>
                <a:lnTo>
                  <a:pt x="1884035" y="251084"/>
                </a:lnTo>
                <a:lnTo>
                  <a:pt x="1879794" y="254522"/>
                </a:lnTo>
                <a:lnTo>
                  <a:pt x="1885790" y="268125"/>
                </a:lnTo>
                <a:lnTo>
                  <a:pt x="1895514" y="264469"/>
                </a:lnTo>
                <a:lnTo>
                  <a:pt x="1898585" y="270978"/>
                </a:lnTo>
                <a:lnTo>
                  <a:pt x="1891639" y="285313"/>
                </a:lnTo>
                <a:lnTo>
                  <a:pt x="1854422" y="316104"/>
                </a:lnTo>
                <a:lnTo>
                  <a:pt x="1845867" y="318737"/>
                </a:lnTo>
                <a:lnTo>
                  <a:pt x="1843162" y="323564"/>
                </a:lnTo>
                <a:lnTo>
                  <a:pt x="1887106" y="343385"/>
                </a:lnTo>
                <a:lnTo>
                  <a:pt x="1897196" y="338119"/>
                </a:lnTo>
                <a:lnTo>
                  <a:pt x="1909992" y="336291"/>
                </a:lnTo>
                <a:lnTo>
                  <a:pt x="1926663" y="321663"/>
                </a:lnTo>
                <a:lnTo>
                  <a:pt x="1926955" y="313764"/>
                </a:lnTo>
                <a:lnTo>
                  <a:pt x="1931854" y="307474"/>
                </a:lnTo>
                <a:lnTo>
                  <a:pt x="1959200" y="289628"/>
                </a:lnTo>
                <a:lnTo>
                  <a:pt x="1976603" y="283997"/>
                </a:lnTo>
                <a:lnTo>
                  <a:pt x="1995101" y="285313"/>
                </a:lnTo>
                <a:lnTo>
                  <a:pt x="2007093" y="290506"/>
                </a:lnTo>
                <a:lnTo>
                  <a:pt x="2065002" y="329123"/>
                </a:lnTo>
                <a:lnTo>
                  <a:pt x="2053523" y="345067"/>
                </a:lnTo>
                <a:lnTo>
                  <a:pt x="2058787" y="348139"/>
                </a:lnTo>
                <a:lnTo>
                  <a:pt x="2069097" y="331537"/>
                </a:lnTo>
                <a:lnTo>
                  <a:pt x="2128981" y="366789"/>
                </a:lnTo>
                <a:lnTo>
                  <a:pt x="2133953" y="373299"/>
                </a:lnTo>
                <a:lnTo>
                  <a:pt x="2136000" y="383099"/>
                </a:lnTo>
                <a:lnTo>
                  <a:pt x="2126129" y="405699"/>
                </a:lnTo>
                <a:lnTo>
                  <a:pt x="2138194" y="409868"/>
                </a:lnTo>
                <a:lnTo>
                  <a:pt x="2150112" y="389755"/>
                </a:lnTo>
                <a:lnTo>
                  <a:pt x="2180017" y="370227"/>
                </a:lnTo>
                <a:lnTo>
                  <a:pt x="2191131" y="368618"/>
                </a:lnTo>
                <a:lnTo>
                  <a:pt x="2202757" y="371178"/>
                </a:lnTo>
                <a:lnTo>
                  <a:pt x="2209849" y="363791"/>
                </a:lnTo>
                <a:lnTo>
                  <a:pt x="2230030" y="360280"/>
                </a:lnTo>
                <a:lnTo>
                  <a:pt x="2243849" y="363205"/>
                </a:lnTo>
                <a:lnTo>
                  <a:pt x="2253647" y="382221"/>
                </a:lnTo>
                <a:lnTo>
                  <a:pt x="2255036" y="398751"/>
                </a:lnTo>
                <a:lnTo>
                  <a:pt x="2261763" y="397800"/>
                </a:lnTo>
                <a:lnTo>
                  <a:pt x="2265565" y="391144"/>
                </a:lnTo>
                <a:lnTo>
                  <a:pt x="2271049" y="391583"/>
                </a:lnTo>
                <a:lnTo>
                  <a:pt x="2288451" y="407747"/>
                </a:lnTo>
                <a:lnTo>
                  <a:pt x="2287940" y="414183"/>
                </a:lnTo>
                <a:lnTo>
                  <a:pt x="2291595" y="417913"/>
                </a:lnTo>
                <a:lnTo>
                  <a:pt x="2307901" y="424642"/>
                </a:lnTo>
                <a:lnTo>
                  <a:pt x="2323694" y="435686"/>
                </a:lnTo>
                <a:lnTo>
                  <a:pt x="2377582" y="489296"/>
                </a:lnTo>
                <a:lnTo>
                  <a:pt x="2378606" y="500340"/>
                </a:lnTo>
                <a:lnTo>
                  <a:pt x="2369832" y="505899"/>
                </a:lnTo>
                <a:lnTo>
                  <a:pt x="2372098" y="508166"/>
                </a:lnTo>
                <a:lnTo>
                  <a:pt x="2372245" y="519795"/>
                </a:lnTo>
                <a:lnTo>
                  <a:pt x="2403686" y="509043"/>
                </a:lnTo>
                <a:lnTo>
                  <a:pt x="2433225" y="536470"/>
                </a:lnTo>
                <a:lnTo>
                  <a:pt x="2434030" y="542541"/>
                </a:lnTo>
                <a:lnTo>
                  <a:pt x="2417870" y="559143"/>
                </a:lnTo>
                <a:lnTo>
                  <a:pt x="2416189" y="565872"/>
                </a:lnTo>
                <a:lnTo>
                  <a:pt x="2418309" y="568798"/>
                </a:lnTo>
                <a:lnTo>
                  <a:pt x="2426571" y="566969"/>
                </a:lnTo>
                <a:lnTo>
                  <a:pt x="2446240" y="551171"/>
                </a:lnTo>
                <a:lnTo>
                  <a:pt x="2465617" y="568066"/>
                </a:lnTo>
                <a:lnTo>
                  <a:pt x="2467956" y="574283"/>
                </a:lnTo>
                <a:lnTo>
                  <a:pt x="2463716" y="598857"/>
                </a:lnTo>
                <a:lnTo>
                  <a:pt x="2465324" y="607707"/>
                </a:lnTo>
                <a:lnTo>
                  <a:pt x="2471832" y="614875"/>
                </a:lnTo>
                <a:lnTo>
                  <a:pt x="2511900" y="642009"/>
                </a:lnTo>
                <a:lnTo>
                  <a:pt x="2548313" y="650859"/>
                </a:lnTo>
                <a:lnTo>
                  <a:pt x="2576756" y="654077"/>
                </a:lnTo>
                <a:lnTo>
                  <a:pt x="2625380" y="648592"/>
                </a:lnTo>
                <a:lnTo>
                  <a:pt x="2636055" y="659416"/>
                </a:lnTo>
                <a:lnTo>
                  <a:pt x="2645487" y="655905"/>
                </a:lnTo>
                <a:lnTo>
                  <a:pt x="2647681" y="649250"/>
                </a:lnTo>
                <a:lnTo>
                  <a:pt x="2644464" y="640327"/>
                </a:lnTo>
                <a:lnTo>
                  <a:pt x="2658210" y="631770"/>
                </a:lnTo>
                <a:lnTo>
                  <a:pt x="2668812" y="618897"/>
                </a:lnTo>
                <a:lnTo>
                  <a:pt x="2683947" y="610413"/>
                </a:lnTo>
                <a:lnTo>
                  <a:pt x="2692063" y="587009"/>
                </a:lnTo>
                <a:lnTo>
                  <a:pt x="2697840" y="585839"/>
                </a:lnTo>
                <a:lnTo>
                  <a:pt x="2702300" y="578086"/>
                </a:lnTo>
                <a:lnTo>
                  <a:pt x="2711952" y="572966"/>
                </a:lnTo>
                <a:lnTo>
                  <a:pt x="2741053" y="570919"/>
                </a:lnTo>
                <a:lnTo>
                  <a:pt x="2747048" y="566530"/>
                </a:lnTo>
                <a:lnTo>
                  <a:pt x="2744489" y="565360"/>
                </a:lnTo>
                <a:lnTo>
                  <a:pt x="2756481" y="563093"/>
                </a:lnTo>
                <a:lnTo>
                  <a:pt x="2754068" y="564702"/>
                </a:lnTo>
                <a:lnTo>
                  <a:pt x="2759917" y="567115"/>
                </a:lnTo>
                <a:lnTo>
                  <a:pt x="2767156" y="567627"/>
                </a:lnTo>
                <a:lnTo>
                  <a:pt x="2767668" y="565068"/>
                </a:lnTo>
                <a:lnTo>
                  <a:pt x="2795526" y="567847"/>
                </a:lnTo>
                <a:lnTo>
                  <a:pt x="2832670" y="579183"/>
                </a:lnTo>
                <a:lnTo>
                  <a:pt x="2847001" y="580500"/>
                </a:lnTo>
                <a:lnTo>
                  <a:pt x="2876687" y="598565"/>
                </a:lnTo>
                <a:lnTo>
                  <a:pt x="2928089" y="704031"/>
                </a:lnTo>
                <a:lnTo>
                  <a:pt x="2938691" y="711564"/>
                </a:lnTo>
                <a:lnTo>
                  <a:pt x="2947831" y="710394"/>
                </a:lnTo>
                <a:lnTo>
                  <a:pt x="2946661" y="718073"/>
                </a:lnTo>
                <a:lnTo>
                  <a:pt x="2932915" y="718658"/>
                </a:lnTo>
                <a:lnTo>
                  <a:pt x="2924506" y="740454"/>
                </a:lnTo>
                <a:lnTo>
                  <a:pt x="2928966" y="742867"/>
                </a:lnTo>
                <a:lnTo>
                  <a:pt x="2930794" y="738552"/>
                </a:lnTo>
                <a:lnTo>
                  <a:pt x="2956970" y="746890"/>
                </a:lnTo>
                <a:lnTo>
                  <a:pt x="2982562" y="736285"/>
                </a:lnTo>
                <a:lnTo>
                  <a:pt x="3087779" y="783093"/>
                </a:lnTo>
                <a:lnTo>
                  <a:pt x="3138303" y="813373"/>
                </a:lnTo>
                <a:lnTo>
                  <a:pt x="3185391" y="847967"/>
                </a:lnTo>
                <a:lnTo>
                  <a:pt x="3196286" y="862668"/>
                </a:lnTo>
                <a:lnTo>
                  <a:pt x="3201770" y="882123"/>
                </a:lnTo>
                <a:lnTo>
                  <a:pt x="3198918" y="892435"/>
                </a:lnTo>
                <a:lnTo>
                  <a:pt x="3189998" y="891923"/>
                </a:lnTo>
                <a:lnTo>
                  <a:pt x="3188828" y="886438"/>
                </a:lnTo>
                <a:lnTo>
                  <a:pt x="3195189" y="875174"/>
                </a:lnTo>
                <a:lnTo>
                  <a:pt x="3191972" y="861863"/>
                </a:lnTo>
                <a:lnTo>
                  <a:pt x="3184295" y="851697"/>
                </a:lnTo>
                <a:lnTo>
                  <a:pt x="3159873" y="832608"/>
                </a:lnTo>
                <a:lnTo>
                  <a:pt x="3151245" y="831730"/>
                </a:lnTo>
                <a:lnTo>
                  <a:pt x="3136987" y="822222"/>
                </a:lnTo>
                <a:lnTo>
                  <a:pt x="3127555" y="819370"/>
                </a:lnTo>
                <a:lnTo>
                  <a:pt x="3116075" y="821930"/>
                </a:lnTo>
                <a:lnTo>
                  <a:pt x="3111762" y="827854"/>
                </a:lnTo>
                <a:lnTo>
                  <a:pt x="3119073" y="832974"/>
                </a:lnTo>
                <a:lnTo>
                  <a:pt x="3121194" y="840361"/>
                </a:lnTo>
                <a:lnTo>
                  <a:pt x="3037766" y="1037176"/>
                </a:lnTo>
                <a:lnTo>
                  <a:pt x="3034329" y="1049317"/>
                </a:lnTo>
                <a:lnTo>
                  <a:pt x="3034841" y="1061312"/>
                </a:lnTo>
                <a:lnTo>
                  <a:pt x="3039448" y="1071112"/>
                </a:lnTo>
                <a:lnTo>
                  <a:pt x="3121048" y="1069064"/>
                </a:lnTo>
                <a:lnTo>
                  <a:pt x="3122437" y="1117409"/>
                </a:lnTo>
                <a:lnTo>
                  <a:pt x="3128359" y="1121505"/>
                </a:lnTo>
                <a:lnTo>
                  <a:pt x="3122071" y="1130647"/>
                </a:lnTo>
                <a:lnTo>
                  <a:pt x="3095529" y="1131378"/>
                </a:lnTo>
                <a:lnTo>
                  <a:pt x="3094725" y="1099929"/>
                </a:lnTo>
                <a:lnTo>
                  <a:pt x="3048734" y="1101172"/>
                </a:lnTo>
                <a:lnTo>
                  <a:pt x="3049611" y="1132549"/>
                </a:lnTo>
                <a:lnTo>
                  <a:pt x="2961577" y="1137668"/>
                </a:lnTo>
                <a:lnTo>
                  <a:pt x="2920558" y="1165242"/>
                </a:lnTo>
                <a:lnTo>
                  <a:pt x="2898915" y="1172848"/>
                </a:lnTo>
                <a:lnTo>
                  <a:pt x="2877418" y="1169996"/>
                </a:lnTo>
                <a:lnTo>
                  <a:pt x="2819216" y="1144982"/>
                </a:lnTo>
                <a:lnTo>
                  <a:pt x="2765401" y="1161073"/>
                </a:lnTo>
                <a:lnTo>
                  <a:pt x="2772640" y="1156684"/>
                </a:lnTo>
                <a:lnTo>
                  <a:pt x="2774906" y="1150980"/>
                </a:lnTo>
                <a:lnTo>
                  <a:pt x="2767448" y="1127136"/>
                </a:lnTo>
                <a:lnTo>
                  <a:pt x="2757431" y="1129696"/>
                </a:lnTo>
                <a:lnTo>
                  <a:pt x="2731693" y="1127648"/>
                </a:lnTo>
                <a:lnTo>
                  <a:pt x="2712683" y="1136132"/>
                </a:lnTo>
                <a:lnTo>
                  <a:pt x="2712244" y="1130208"/>
                </a:lnTo>
                <a:lnTo>
                  <a:pt x="2681681" y="1131452"/>
                </a:lnTo>
                <a:lnTo>
                  <a:pt x="2671883" y="1135401"/>
                </a:lnTo>
                <a:lnTo>
                  <a:pt x="2667276" y="1132768"/>
                </a:lnTo>
                <a:lnTo>
                  <a:pt x="2655066" y="1138619"/>
                </a:lnTo>
                <a:lnTo>
                  <a:pt x="2650825" y="1137010"/>
                </a:lnTo>
                <a:lnTo>
                  <a:pt x="2624795" y="1145787"/>
                </a:lnTo>
                <a:lnTo>
                  <a:pt x="2610610" y="1142203"/>
                </a:lnTo>
                <a:lnTo>
                  <a:pt x="2599130" y="1149882"/>
                </a:lnTo>
                <a:lnTo>
                  <a:pt x="2598107" y="1147542"/>
                </a:lnTo>
                <a:lnTo>
                  <a:pt x="2593720" y="1148859"/>
                </a:lnTo>
                <a:lnTo>
                  <a:pt x="2578730" y="1159025"/>
                </a:lnTo>
                <a:lnTo>
                  <a:pt x="2574489" y="1157489"/>
                </a:lnTo>
                <a:lnTo>
                  <a:pt x="2559500" y="1167070"/>
                </a:lnTo>
                <a:lnTo>
                  <a:pt x="2558769" y="1164364"/>
                </a:lnTo>
                <a:lnTo>
                  <a:pt x="2554309" y="1163998"/>
                </a:lnTo>
                <a:lnTo>
                  <a:pt x="2542171" y="1169484"/>
                </a:lnTo>
                <a:lnTo>
                  <a:pt x="2540051" y="1167801"/>
                </a:lnTo>
                <a:lnTo>
                  <a:pt x="2526305" y="1172117"/>
                </a:lnTo>
                <a:lnTo>
                  <a:pt x="2521771" y="1169922"/>
                </a:lnTo>
                <a:lnTo>
                  <a:pt x="2507001" y="1173140"/>
                </a:lnTo>
                <a:lnTo>
                  <a:pt x="2474171" y="1181698"/>
                </a:lnTo>
                <a:lnTo>
                  <a:pt x="2466786" y="1186744"/>
                </a:lnTo>
                <a:lnTo>
                  <a:pt x="2463277" y="1185281"/>
                </a:lnTo>
                <a:lnTo>
                  <a:pt x="2454137" y="1189377"/>
                </a:lnTo>
                <a:lnTo>
                  <a:pt x="2453260" y="1187183"/>
                </a:lnTo>
                <a:lnTo>
                  <a:pt x="2453625" y="1189670"/>
                </a:lnTo>
                <a:lnTo>
                  <a:pt x="2442950" y="1195594"/>
                </a:lnTo>
                <a:lnTo>
                  <a:pt x="2420795" y="1203566"/>
                </a:lnTo>
                <a:lnTo>
                  <a:pt x="2417724" y="1201957"/>
                </a:lnTo>
                <a:lnTo>
                  <a:pt x="2397251" y="1213293"/>
                </a:lnTo>
                <a:lnTo>
                  <a:pt x="2397105" y="1211099"/>
                </a:lnTo>
                <a:lnTo>
                  <a:pt x="2387234" y="1208028"/>
                </a:lnTo>
                <a:lnTo>
                  <a:pt x="2357182" y="1222290"/>
                </a:lnTo>
                <a:lnTo>
                  <a:pt x="2346800" y="1222216"/>
                </a:lnTo>
                <a:lnTo>
                  <a:pt x="2342047" y="1225800"/>
                </a:lnTo>
                <a:lnTo>
                  <a:pt x="2340658" y="1222875"/>
                </a:lnTo>
                <a:lnTo>
                  <a:pt x="2336124" y="1222728"/>
                </a:lnTo>
                <a:lnTo>
                  <a:pt x="2326400" y="1228433"/>
                </a:lnTo>
                <a:lnTo>
                  <a:pt x="2322013" y="1225581"/>
                </a:lnTo>
                <a:lnTo>
                  <a:pt x="2296421" y="1235674"/>
                </a:lnTo>
                <a:lnTo>
                  <a:pt x="2279750" y="1235820"/>
                </a:lnTo>
                <a:lnTo>
                  <a:pt x="2238804" y="1255056"/>
                </a:lnTo>
                <a:lnTo>
                  <a:pt x="2191643" y="1265661"/>
                </a:lnTo>
                <a:lnTo>
                  <a:pt x="2143019" y="1282336"/>
                </a:lnTo>
                <a:lnTo>
                  <a:pt x="2120353" y="1292356"/>
                </a:lnTo>
                <a:lnTo>
                  <a:pt x="2114211" y="1298573"/>
                </a:lnTo>
                <a:lnTo>
                  <a:pt x="2108946" y="1295501"/>
                </a:lnTo>
                <a:lnTo>
                  <a:pt x="2103097" y="1296232"/>
                </a:lnTo>
                <a:lnTo>
                  <a:pt x="2079407" y="1319271"/>
                </a:lnTo>
                <a:lnTo>
                  <a:pt x="2069170" y="1316199"/>
                </a:lnTo>
                <a:lnTo>
                  <a:pt x="2045114" y="1338506"/>
                </a:lnTo>
                <a:lnTo>
                  <a:pt x="2039923" y="1336020"/>
                </a:lnTo>
                <a:lnTo>
                  <a:pt x="2033854" y="1337848"/>
                </a:lnTo>
                <a:lnTo>
                  <a:pt x="2007605" y="1366884"/>
                </a:lnTo>
                <a:lnTo>
                  <a:pt x="1975944" y="1389484"/>
                </a:lnTo>
                <a:lnTo>
                  <a:pt x="1986693" y="1387802"/>
                </a:lnTo>
                <a:lnTo>
                  <a:pt x="1987278" y="1391020"/>
                </a:lnTo>
                <a:lnTo>
                  <a:pt x="1977261" y="1391166"/>
                </a:lnTo>
                <a:lnTo>
                  <a:pt x="1959932" y="1379245"/>
                </a:lnTo>
                <a:lnTo>
                  <a:pt x="1943041" y="1391678"/>
                </a:lnTo>
                <a:lnTo>
                  <a:pt x="1943919" y="1395262"/>
                </a:lnTo>
                <a:lnTo>
                  <a:pt x="1945966" y="1393945"/>
                </a:lnTo>
                <a:lnTo>
                  <a:pt x="1943992" y="1395408"/>
                </a:lnTo>
                <a:lnTo>
                  <a:pt x="1947940" y="1406233"/>
                </a:lnTo>
                <a:lnTo>
                  <a:pt x="1944138" y="1418886"/>
                </a:lnTo>
                <a:lnTo>
                  <a:pt x="1859175" y="1484564"/>
                </a:lnTo>
                <a:lnTo>
                  <a:pt x="1872044" y="1502483"/>
                </a:lnTo>
                <a:lnTo>
                  <a:pt x="1865609" y="1507164"/>
                </a:lnTo>
                <a:lnTo>
                  <a:pt x="1852814" y="1489245"/>
                </a:lnTo>
                <a:lnTo>
                  <a:pt x="1838848" y="1498826"/>
                </a:lnTo>
                <a:lnTo>
                  <a:pt x="1829123" y="1500289"/>
                </a:lnTo>
                <a:lnTo>
                  <a:pt x="1820495" y="1496851"/>
                </a:lnTo>
                <a:lnTo>
                  <a:pt x="1805360" y="1482224"/>
                </a:lnTo>
                <a:lnTo>
                  <a:pt x="1797756" y="1482224"/>
                </a:lnTo>
                <a:lnTo>
                  <a:pt x="1799437" y="1515428"/>
                </a:lnTo>
                <a:lnTo>
                  <a:pt x="1791175" y="1519305"/>
                </a:lnTo>
                <a:lnTo>
                  <a:pt x="1801411" y="1530861"/>
                </a:lnTo>
                <a:lnTo>
                  <a:pt x="1795489" y="1536200"/>
                </a:lnTo>
                <a:lnTo>
                  <a:pt x="1754835" y="1491512"/>
                </a:lnTo>
                <a:lnTo>
                  <a:pt x="1744452" y="1501020"/>
                </a:lnTo>
                <a:lnTo>
                  <a:pt x="1762366" y="1523766"/>
                </a:lnTo>
                <a:lnTo>
                  <a:pt x="1756590" y="1530275"/>
                </a:lnTo>
                <a:lnTo>
                  <a:pt x="1709136" y="1485807"/>
                </a:lnTo>
                <a:lnTo>
                  <a:pt x="1655248" y="1487343"/>
                </a:lnTo>
                <a:lnTo>
                  <a:pt x="1597046" y="1519012"/>
                </a:lnTo>
                <a:lnTo>
                  <a:pt x="1599167" y="1540149"/>
                </a:lnTo>
                <a:lnTo>
                  <a:pt x="1643111" y="1514990"/>
                </a:lnTo>
                <a:lnTo>
                  <a:pt x="1684569" y="1513380"/>
                </a:lnTo>
                <a:lnTo>
                  <a:pt x="1731291" y="1557190"/>
                </a:lnTo>
                <a:lnTo>
                  <a:pt x="1686543" y="1579498"/>
                </a:lnTo>
                <a:lnTo>
                  <a:pt x="1649253" y="1567722"/>
                </a:lnTo>
                <a:lnTo>
                  <a:pt x="1653932" y="1562310"/>
                </a:lnTo>
                <a:lnTo>
                  <a:pt x="1649838" y="1561067"/>
                </a:lnTo>
                <a:lnTo>
                  <a:pt x="1649180" y="1563115"/>
                </a:lnTo>
                <a:lnTo>
                  <a:pt x="1649033" y="1560774"/>
                </a:lnTo>
                <a:lnTo>
                  <a:pt x="1648302" y="1562822"/>
                </a:lnTo>
                <a:lnTo>
                  <a:pt x="1647790" y="1560262"/>
                </a:lnTo>
                <a:lnTo>
                  <a:pt x="1643696" y="1565309"/>
                </a:lnTo>
                <a:lnTo>
                  <a:pt x="1630534" y="1562530"/>
                </a:lnTo>
                <a:lnTo>
                  <a:pt x="1628633" y="1565894"/>
                </a:lnTo>
                <a:lnTo>
                  <a:pt x="1624173" y="1564065"/>
                </a:lnTo>
                <a:lnTo>
                  <a:pt x="1629438" y="1564870"/>
                </a:lnTo>
                <a:lnTo>
                  <a:pt x="1630388" y="1562383"/>
                </a:lnTo>
                <a:lnTo>
                  <a:pt x="1612109" y="1556605"/>
                </a:lnTo>
                <a:lnTo>
                  <a:pt x="1596315" y="1540369"/>
                </a:lnTo>
                <a:lnTo>
                  <a:pt x="1596242" y="1568234"/>
                </a:lnTo>
                <a:lnTo>
                  <a:pt x="1605089" y="1576133"/>
                </a:lnTo>
                <a:lnTo>
                  <a:pt x="1619859" y="1580814"/>
                </a:lnTo>
                <a:lnTo>
                  <a:pt x="1660220" y="1581253"/>
                </a:lnTo>
                <a:lnTo>
                  <a:pt x="1676306" y="1590834"/>
                </a:lnTo>
                <a:lnTo>
                  <a:pt x="1692319" y="1591346"/>
                </a:lnTo>
                <a:lnTo>
                  <a:pt x="1701093" y="1584837"/>
                </a:lnTo>
                <a:lnTo>
                  <a:pt x="1715936" y="1588932"/>
                </a:lnTo>
                <a:lnTo>
                  <a:pt x="1724784" y="1587762"/>
                </a:lnTo>
                <a:lnTo>
                  <a:pt x="1726538" y="1597343"/>
                </a:lnTo>
                <a:lnTo>
                  <a:pt x="1729756" y="1598587"/>
                </a:lnTo>
                <a:lnTo>
                  <a:pt x="1757687" y="1590980"/>
                </a:lnTo>
                <a:lnTo>
                  <a:pt x="1774723" y="1599245"/>
                </a:lnTo>
                <a:lnTo>
                  <a:pt x="1772091" y="1608899"/>
                </a:lnTo>
                <a:lnTo>
                  <a:pt x="1743867" y="1650954"/>
                </a:lnTo>
                <a:lnTo>
                  <a:pt x="1711184" y="1684671"/>
                </a:lnTo>
                <a:lnTo>
                  <a:pt x="1693562" y="1696812"/>
                </a:lnTo>
                <a:lnTo>
                  <a:pt x="1686908" y="1698128"/>
                </a:lnTo>
                <a:lnTo>
                  <a:pt x="1691954" y="1693740"/>
                </a:lnTo>
                <a:lnTo>
                  <a:pt x="1689175" y="1692058"/>
                </a:lnTo>
                <a:lnTo>
                  <a:pt x="1675795" y="1695276"/>
                </a:lnTo>
                <a:lnTo>
                  <a:pt x="1662779" y="1703833"/>
                </a:lnTo>
                <a:lnTo>
                  <a:pt x="1651519" y="1699079"/>
                </a:lnTo>
                <a:lnTo>
                  <a:pt x="1642160" y="1690010"/>
                </a:lnTo>
                <a:lnTo>
                  <a:pt x="1638577" y="1690595"/>
                </a:lnTo>
                <a:lnTo>
                  <a:pt x="1638504" y="1687157"/>
                </a:lnTo>
                <a:lnTo>
                  <a:pt x="1642672" y="1688035"/>
                </a:lnTo>
                <a:lnTo>
                  <a:pt x="1642380" y="1682842"/>
                </a:lnTo>
                <a:lnTo>
                  <a:pt x="1639528" y="1678820"/>
                </a:lnTo>
                <a:lnTo>
                  <a:pt x="1633605" y="1677357"/>
                </a:lnTo>
                <a:lnTo>
                  <a:pt x="1629145" y="1668653"/>
                </a:lnTo>
                <a:lnTo>
                  <a:pt x="1620737" y="1667483"/>
                </a:lnTo>
                <a:lnTo>
                  <a:pt x="1618762" y="1669824"/>
                </a:lnTo>
                <a:lnTo>
                  <a:pt x="1621833" y="1671871"/>
                </a:lnTo>
                <a:lnTo>
                  <a:pt x="1619201" y="1673846"/>
                </a:lnTo>
                <a:lnTo>
                  <a:pt x="1592513" y="1645103"/>
                </a:lnTo>
                <a:lnTo>
                  <a:pt x="1591051" y="1640056"/>
                </a:lnTo>
                <a:lnTo>
                  <a:pt x="1594780" y="1642397"/>
                </a:lnTo>
                <a:lnTo>
                  <a:pt x="1596754" y="1638008"/>
                </a:lnTo>
                <a:lnTo>
                  <a:pt x="1594341" y="1632084"/>
                </a:lnTo>
                <a:lnTo>
                  <a:pt x="1585274" y="1628647"/>
                </a:lnTo>
                <a:lnTo>
                  <a:pt x="1574380" y="1616652"/>
                </a:lnTo>
                <a:lnTo>
                  <a:pt x="1567141" y="1617603"/>
                </a:lnTo>
                <a:lnTo>
                  <a:pt x="1570431" y="1620601"/>
                </a:lnTo>
                <a:lnTo>
                  <a:pt x="1565971" y="1623454"/>
                </a:lnTo>
                <a:lnTo>
                  <a:pt x="1550031" y="1614604"/>
                </a:lnTo>
                <a:lnTo>
                  <a:pt x="1545498" y="1607729"/>
                </a:lnTo>
                <a:lnTo>
                  <a:pt x="1537967" y="1604804"/>
                </a:lnTo>
                <a:lnTo>
                  <a:pt x="1539795" y="1602902"/>
                </a:lnTo>
                <a:lnTo>
                  <a:pt x="1536504" y="1597709"/>
                </a:lnTo>
                <a:lnTo>
                  <a:pt x="1529266" y="1595734"/>
                </a:lnTo>
                <a:lnTo>
                  <a:pt x="1525829" y="1588786"/>
                </a:lnTo>
                <a:lnTo>
                  <a:pt x="1519029" y="1586665"/>
                </a:lnTo>
                <a:lnTo>
                  <a:pt x="1516178" y="1580375"/>
                </a:lnTo>
                <a:lnTo>
                  <a:pt x="1508281" y="1577230"/>
                </a:lnTo>
                <a:lnTo>
                  <a:pt x="1501481" y="1569770"/>
                </a:lnTo>
                <a:lnTo>
                  <a:pt x="1493657" y="1569405"/>
                </a:lnTo>
                <a:lnTo>
                  <a:pt x="1496582" y="1575036"/>
                </a:lnTo>
                <a:lnTo>
                  <a:pt x="1500603" y="1576280"/>
                </a:lnTo>
                <a:lnTo>
                  <a:pt x="1497313" y="1579571"/>
                </a:lnTo>
                <a:lnTo>
                  <a:pt x="1484883" y="1560555"/>
                </a:lnTo>
                <a:lnTo>
                  <a:pt x="1469748" y="1545854"/>
                </a:lnTo>
                <a:lnTo>
                  <a:pt x="1469894" y="1542782"/>
                </a:lnTo>
                <a:lnTo>
                  <a:pt x="1484737" y="1541173"/>
                </a:lnTo>
                <a:lnTo>
                  <a:pt x="1512010" y="1548633"/>
                </a:lnTo>
                <a:lnTo>
                  <a:pt x="1528461" y="1550096"/>
                </a:lnTo>
                <a:lnTo>
                  <a:pt x="1539429" y="1543148"/>
                </a:lnTo>
                <a:lnTo>
                  <a:pt x="1551494" y="1541392"/>
                </a:lnTo>
                <a:lnTo>
                  <a:pt x="1563704" y="1546366"/>
                </a:lnTo>
                <a:lnTo>
                  <a:pt x="1565021" y="1549657"/>
                </a:lnTo>
                <a:lnTo>
                  <a:pt x="1565313" y="1546878"/>
                </a:lnTo>
                <a:lnTo>
                  <a:pt x="1566556" y="1548999"/>
                </a:lnTo>
                <a:lnTo>
                  <a:pt x="1567799" y="1547317"/>
                </a:lnTo>
                <a:lnTo>
                  <a:pt x="1575623" y="1557995"/>
                </a:lnTo>
                <a:lnTo>
                  <a:pt x="1576354" y="1553314"/>
                </a:lnTo>
                <a:lnTo>
                  <a:pt x="1589003" y="1558946"/>
                </a:lnTo>
                <a:lnTo>
                  <a:pt x="1591343" y="1546805"/>
                </a:lnTo>
                <a:lnTo>
                  <a:pt x="1590685" y="1519085"/>
                </a:lnTo>
                <a:lnTo>
                  <a:pt x="1566264" y="1518939"/>
                </a:lnTo>
                <a:lnTo>
                  <a:pt x="1565898" y="1527277"/>
                </a:lnTo>
                <a:lnTo>
                  <a:pt x="1552737" y="1527204"/>
                </a:lnTo>
                <a:lnTo>
                  <a:pt x="1564216" y="1525668"/>
                </a:lnTo>
                <a:lnTo>
                  <a:pt x="1563778" y="1517842"/>
                </a:lnTo>
                <a:lnTo>
                  <a:pt x="1535920" y="1513454"/>
                </a:lnTo>
                <a:lnTo>
                  <a:pt x="1530728" y="1509285"/>
                </a:lnTo>
                <a:lnTo>
                  <a:pt x="1516543" y="1515721"/>
                </a:lnTo>
                <a:lnTo>
                  <a:pt x="1518737" y="1519744"/>
                </a:lnTo>
                <a:lnTo>
                  <a:pt x="1503382" y="1522669"/>
                </a:lnTo>
                <a:lnTo>
                  <a:pt x="1502578" y="1519963"/>
                </a:lnTo>
                <a:lnTo>
                  <a:pt x="1496801" y="1518866"/>
                </a:lnTo>
                <a:lnTo>
                  <a:pt x="1495851" y="1514624"/>
                </a:lnTo>
                <a:lnTo>
                  <a:pt x="1501700" y="1511845"/>
                </a:lnTo>
                <a:lnTo>
                  <a:pt x="1505283" y="1505994"/>
                </a:lnTo>
                <a:lnTo>
                  <a:pt x="1509524" y="1505994"/>
                </a:lnTo>
                <a:lnTo>
                  <a:pt x="1511864" y="1510455"/>
                </a:lnTo>
                <a:lnTo>
                  <a:pt x="1515300" y="1509212"/>
                </a:lnTo>
                <a:lnTo>
                  <a:pt x="1515885" y="1514697"/>
                </a:lnTo>
                <a:lnTo>
                  <a:pt x="1529924" y="1508553"/>
                </a:lnTo>
                <a:lnTo>
                  <a:pt x="1514569" y="1494730"/>
                </a:lnTo>
                <a:lnTo>
                  <a:pt x="1505064" y="1494438"/>
                </a:lnTo>
                <a:lnTo>
                  <a:pt x="1495193" y="1505043"/>
                </a:lnTo>
                <a:lnTo>
                  <a:pt x="1483494" y="1504970"/>
                </a:lnTo>
                <a:lnTo>
                  <a:pt x="1473477" y="1498533"/>
                </a:lnTo>
                <a:lnTo>
                  <a:pt x="1466604" y="1504896"/>
                </a:lnTo>
                <a:lnTo>
                  <a:pt x="1468431" y="1507237"/>
                </a:lnTo>
                <a:lnTo>
                  <a:pt x="1461924" y="1515355"/>
                </a:lnTo>
                <a:lnTo>
                  <a:pt x="1460023" y="1514185"/>
                </a:lnTo>
                <a:lnTo>
                  <a:pt x="1458268" y="1524717"/>
                </a:lnTo>
                <a:lnTo>
                  <a:pt x="1427997" y="1498460"/>
                </a:lnTo>
                <a:lnTo>
                  <a:pt x="1430191" y="1494364"/>
                </a:lnTo>
                <a:lnTo>
                  <a:pt x="1414909" y="1481565"/>
                </a:lnTo>
                <a:lnTo>
                  <a:pt x="1408328" y="1493048"/>
                </a:lnTo>
                <a:lnTo>
                  <a:pt x="1376741" y="1474178"/>
                </a:lnTo>
                <a:lnTo>
                  <a:pt x="1314737" y="1578035"/>
                </a:lnTo>
                <a:lnTo>
                  <a:pt x="1263993" y="1547536"/>
                </a:lnTo>
                <a:lnTo>
                  <a:pt x="1322926" y="1447995"/>
                </a:lnTo>
                <a:lnTo>
                  <a:pt x="1251563" y="1404989"/>
                </a:lnTo>
                <a:lnTo>
                  <a:pt x="1206230" y="1481273"/>
                </a:lnTo>
                <a:lnTo>
                  <a:pt x="1056849" y="1391678"/>
                </a:lnTo>
                <a:lnTo>
                  <a:pt x="1077103" y="1356718"/>
                </a:lnTo>
                <a:lnTo>
                  <a:pt x="1102548" y="1352476"/>
                </a:lnTo>
                <a:lnTo>
                  <a:pt x="1194970" y="1407622"/>
                </a:lnTo>
                <a:lnTo>
                  <a:pt x="1218075" y="1368566"/>
                </a:lnTo>
                <a:lnTo>
                  <a:pt x="1133550" y="1317735"/>
                </a:lnTo>
                <a:lnTo>
                  <a:pt x="1150587" y="1289504"/>
                </a:lnTo>
                <a:lnTo>
                  <a:pt x="1117757" y="1254178"/>
                </a:lnTo>
                <a:lnTo>
                  <a:pt x="1094286" y="1270049"/>
                </a:lnTo>
                <a:lnTo>
                  <a:pt x="1048368" y="1274583"/>
                </a:lnTo>
                <a:lnTo>
                  <a:pt x="1012321" y="1263247"/>
                </a:lnTo>
                <a:lnTo>
                  <a:pt x="1010419" y="1255641"/>
                </a:lnTo>
                <a:lnTo>
                  <a:pt x="1017293" y="1242549"/>
                </a:lnTo>
                <a:lnTo>
                  <a:pt x="1007056" y="1239331"/>
                </a:lnTo>
                <a:lnTo>
                  <a:pt x="988265" y="1257689"/>
                </a:lnTo>
                <a:lnTo>
                  <a:pt x="906299" y="1237063"/>
                </a:lnTo>
                <a:lnTo>
                  <a:pt x="891383" y="1247010"/>
                </a:lnTo>
                <a:lnTo>
                  <a:pt x="854093" y="1228799"/>
                </a:lnTo>
                <a:lnTo>
                  <a:pt x="805396" y="1187402"/>
                </a:lnTo>
                <a:lnTo>
                  <a:pt x="778708" y="1187256"/>
                </a:lnTo>
                <a:lnTo>
                  <a:pt x="781852" y="1201664"/>
                </a:lnTo>
                <a:lnTo>
                  <a:pt x="801813" y="1205833"/>
                </a:lnTo>
                <a:lnTo>
                  <a:pt x="842467" y="1240355"/>
                </a:lnTo>
                <a:lnTo>
                  <a:pt x="838665" y="1250375"/>
                </a:lnTo>
                <a:lnTo>
                  <a:pt x="855702" y="1251399"/>
                </a:lnTo>
                <a:lnTo>
                  <a:pt x="776368" y="1251837"/>
                </a:lnTo>
                <a:lnTo>
                  <a:pt x="775857" y="1299670"/>
                </a:lnTo>
                <a:lnTo>
                  <a:pt x="779512" y="1308666"/>
                </a:lnTo>
                <a:lnTo>
                  <a:pt x="816876" y="1317223"/>
                </a:lnTo>
                <a:lnTo>
                  <a:pt x="822287" y="1307569"/>
                </a:lnTo>
                <a:lnTo>
                  <a:pt x="834205" y="1311372"/>
                </a:lnTo>
                <a:lnTo>
                  <a:pt x="827478" y="1322197"/>
                </a:lnTo>
                <a:lnTo>
                  <a:pt x="837203" y="1313786"/>
                </a:lnTo>
                <a:lnTo>
                  <a:pt x="843052" y="1312323"/>
                </a:lnTo>
                <a:lnTo>
                  <a:pt x="868790" y="1325049"/>
                </a:lnTo>
                <a:lnTo>
                  <a:pt x="878880" y="1342383"/>
                </a:lnTo>
                <a:lnTo>
                  <a:pt x="882975" y="1364763"/>
                </a:lnTo>
                <a:lnTo>
                  <a:pt x="905714" y="1390435"/>
                </a:lnTo>
                <a:lnTo>
                  <a:pt x="911491" y="1388387"/>
                </a:lnTo>
                <a:lnTo>
                  <a:pt x="911198" y="1391239"/>
                </a:lnTo>
                <a:lnTo>
                  <a:pt x="915366" y="1392410"/>
                </a:lnTo>
                <a:lnTo>
                  <a:pt x="915293" y="1400089"/>
                </a:lnTo>
                <a:lnTo>
                  <a:pt x="920484" y="1397237"/>
                </a:lnTo>
                <a:lnTo>
                  <a:pt x="923116" y="1405062"/>
                </a:lnTo>
                <a:lnTo>
                  <a:pt x="951706" y="1409597"/>
                </a:lnTo>
                <a:lnTo>
                  <a:pt x="982269" y="1440608"/>
                </a:lnTo>
                <a:lnTo>
                  <a:pt x="982927" y="1445727"/>
                </a:lnTo>
                <a:lnTo>
                  <a:pt x="971374" y="1457722"/>
                </a:lnTo>
                <a:lnTo>
                  <a:pt x="961138" y="1463866"/>
                </a:lnTo>
                <a:lnTo>
                  <a:pt x="943663" y="1467596"/>
                </a:lnTo>
                <a:lnTo>
                  <a:pt x="929697" y="1474032"/>
                </a:lnTo>
                <a:lnTo>
                  <a:pt x="920630" y="1465475"/>
                </a:lnTo>
                <a:lnTo>
                  <a:pt x="906665" y="1464597"/>
                </a:lnTo>
                <a:lnTo>
                  <a:pt x="880854" y="1456186"/>
                </a:lnTo>
                <a:lnTo>
                  <a:pt x="861770" y="1473813"/>
                </a:lnTo>
                <a:lnTo>
                  <a:pt x="866377" y="1475275"/>
                </a:lnTo>
                <a:lnTo>
                  <a:pt x="881439" y="1461379"/>
                </a:lnTo>
                <a:lnTo>
                  <a:pt x="886557" y="1461598"/>
                </a:lnTo>
                <a:lnTo>
                  <a:pt x="918071" y="1468766"/>
                </a:lnTo>
                <a:lnTo>
                  <a:pt x="930209" y="1480541"/>
                </a:lnTo>
                <a:lnTo>
                  <a:pt x="931671" y="1486539"/>
                </a:lnTo>
                <a:lnTo>
                  <a:pt x="917194" y="1517330"/>
                </a:lnTo>
                <a:lnTo>
                  <a:pt x="903813" y="1527569"/>
                </a:lnTo>
                <a:lnTo>
                  <a:pt x="854020" y="1549145"/>
                </a:lnTo>
                <a:lnTo>
                  <a:pt x="819289" y="1519817"/>
                </a:lnTo>
                <a:lnTo>
                  <a:pt x="768472" y="1492243"/>
                </a:lnTo>
                <a:lnTo>
                  <a:pt x="767740" y="1481419"/>
                </a:lnTo>
                <a:lnTo>
                  <a:pt x="764011" y="1473666"/>
                </a:lnTo>
                <a:lnTo>
                  <a:pt x="753409" y="1490708"/>
                </a:lnTo>
                <a:lnTo>
                  <a:pt x="734252" y="1480468"/>
                </a:lnTo>
                <a:lnTo>
                  <a:pt x="724674" y="1500654"/>
                </a:lnTo>
                <a:lnTo>
                  <a:pt x="790626" y="1539930"/>
                </a:lnTo>
                <a:lnTo>
                  <a:pt x="792454" y="1548706"/>
                </a:lnTo>
                <a:lnTo>
                  <a:pt x="734325" y="1581545"/>
                </a:lnTo>
                <a:lnTo>
                  <a:pt x="646511" y="1612776"/>
                </a:lnTo>
                <a:lnTo>
                  <a:pt x="619384" y="1516745"/>
                </a:lnTo>
                <a:lnTo>
                  <a:pt x="579607" y="1480102"/>
                </a:lnTo>
                <a:lnTo>
                  <a:pt x="544218" y="1519158"/>
                </a:lnTo>
                <a:lnTo>
                  <a:pt x="586481" y="1558141"/>
                </a:lnTo>
                <a:lnTo>
                  <a:pt x="619164" y="1673188"/>
                </a:lnTo>
                <a:lnTo>
                  <a:pt x="619237" y="1687596"/>
                </a:lnTo>
                <a:lnTo>
                  <a:pt x="614704" y="1697104"/>
                </a:lnTo>
                <a:lnTo>
                  <a:pt x="600592" y="1712024"/>
                </a:lnTo>
                <a:lnTo>
                  <a:pt x="594231" y="1705515"/>
                </a:lnTo>
                <a:lnTo>
                  <a:pt x="562205" y="1739817"/>
                </a:lnTo>
                <a:lnTo>
                  <a:pt x="565423" y="1747277"/>
                </a:lnTo>
                <a:lnTo>
                  <a:pt x="502395" y="1811054"/>
                </a:lnTo>
                <a:lnTo>
                  <a:pt x="495010" y="1814930"/>
                </a:lnTo>
                <a:lnTo>
                  <a:pt x="486747" y="1813833"/>
                </a:lnTo>
                <a:lnTo>
                  <a:pt x="480605" y="1808202"/>
                </a:lnTo>
                <a:lnTo>
                  <a:pt x="468687" y="1783188"/>
                </a:lnTo>
                <a:lnTo>
                  <a:pt x="467664" y="1772803"/>
                </a:lnTo>
                <a:lnTo>
                  <a:pt x="469930" y="1773168"/>
                </a:lnTo>
                <a:lnTo>
                  <a:pt x="471246" y="1782164"/>
                </a:lnTo>
                <a:lnTo>
                  <a:pt x="483018" y="1806812"/>
                </a:lnTo>
                <a:lnTo>
                  <a:pt x="485943" y="1807909"/>
                </a:lnTo>
                <a:lnTo>
                  <a:pt x="514167" y="1780263"/>
                </a:lnTo>
                <a:lnTo>
                  <a:pt x="515629" y="1770389"/>
                </a:lnTo>
                <a:lnTo>
                  <a:pt x="503345" y="1744425"/>
                </a:lnTo>
                <a:lnTo>
                  <a:pt x="498300" y="1740914"/>
                </a:lnTo>
                <a:lnTo>
                  <a:pt x="491427" y="1728115"/>
                </a:lnTo>
                <a:lnTo>
                  <a:pt x="461375" y="1725409"/>
                </a:lnTo>
                <a:lnTo>
                  <a:pt x="433956" y="1668507"/>
                </a:lnTo>
                <a:lnTo>
                  <a:pt x="419113" y="1651393"/>
                </a:lnTo>
                <a:lnTo>
                  <a:pt x="351186" y="1482955"/>
                </a:lnTo>
                <a:lnTo>
                  <a:pt x="351186" y="1447117"/>
                </a:lnTo>
                <a:lnTo>
                  <a:pt x="387965" y="1418301"/>
                </a:lnTo>
                <a:lnTo>
                  <a:pt x="402881" y="1439145"/>
                </a:lnTo>
                <a:lnTo>
                  <a:pt x="519870" y="1357157"/>
                </a:lnTo>
                <a:lnTo>
                  <a:pt x="569298" y="1327536"/>
                </a:lnTo>
                <a:lnTo>
                  <a:pt x="606515" y="1316126"/>
                </a:lnTo>
                <a:lnTo>
                  <a:pt x="636493" y="1317077"/>
                </a:lnTo>
                <a:lnTo>
                  <a:pt x="662816" y="1313201"/>
                </a:lnTo>
                <a:lnTo>
                  <a:pt x="666910" y="1317808"/>
                </a:lnTo>
                <a:lnTo>
                  <a:pt x="628377" y="1360155"/>
                </a:lnTo>
                <a:lnTo>
                  <a:pt x="623844" y="1376538"/>
                </a:lnTo>
                <a:lnTo>
                  <a:pt x="596132" y="1403600"/>
                </a:lnTo>
                <a:lnTo>
                  <a:pt x="574197" y="1420641"/>
                </a:lnTo>
                <a:lnTo>
                  <a:pt x="602201" y="1448287"/>
                </a:lnTo>
                <a:lnTo>
                  <a:pt x="631668" y="1416691"/>
                </a:lnTo>
                <a:lnTo>
                  <a:pt x="641027" y="1424517"/>
                </a:lnTo>
                <a:lnTo>
                  <a:pt x="651629" y="1417862"/>
                </a:lnTo>
                <a:lnTo>
                  <a:pt x="658209" y="1417642"/>
                </a:lnTo>
                <a:lnTo>
                  <a:pt x="655723" y="1412596"/>
                </a:lnTo>
                <a:lnTo>
                  <a:pt x="659526" y="1412376"/>
                </a:lnTo>
                <a:lnTo>
                  <a:pt x="660257" y="1415448"/>
                </a:lnTo>
                <a:lnTo>
                  <a:pt x="664644" y="1413620"/>
                </a:lnTo>
                <a:lnTo>
                  <a:pt x="657186" y="1401479"/>
                </a:lnTo>
                <a:lnTo>
                  <a:pt x="662670" y="1388606"/>
                </a:lnTo>
                <a:lnTo>
                  <a:pt x="658209" y="1385023"/>
                </a:lnTo>
                <a:lnTo>
                  <a:pt x="674661" y="1369298"/>
                </a:lnTo>
                <a:lnTo>
                  <a:pt x="718971" y="1315614"/>
                </a:lnTo>
                <a:lnTo>
                  <a:pt x="728257" y="1314590"/>
                </a:lnTo>
                <a:lnTo>
                  <a:pt x="729573" y="1308227"/>
                </a:lnTo>
                <a:lnTo>
                  <a:pt x="736373" y="1304131"/>
                </a:lnTo>
                <a:lnTo>
                  <a:pt x="751654" y="1302230"/>
                </a:lnTo>
                <a:lnTo>
                  <a:pt x="776149" y="1310421"/>
                </a:lnTo>
                <a:lnTo>
                  <a:pt x="772054" y="1299012"/>
                </a:lnTo>
                <a:lnTo>
                  <a:pt x="773078" y="1198008"/>
                </a:lnTo>
                <a:lnTo>
                  <a:pt x="768545" y="1187476"/>
                </a:lnTo>
                <a:lnTo>
                  <a:pt x="761379" y="1192303"/>
                </a:lnTo>
                <a:lnTo>
                  <a:pt x="750850" y="1193254"/>
                </a:lnTo>
                <a:lnTo>
                  <a:pt x="751435" y="1209563"/>
                </a:lnTo>
                <a:lnTo>
                  <a:pt x="746682" y="1213440"/>
                </a:lnTo>
                <a:lnTo>
                  <a:pt x="743173" y="1227775"/>
                </a:lnTo>
                <a:lnTo>
                  <a:pt x="746171" y="1227629"/>
                </a:lnTo>
                <a:lnTo>
                  <a:pt x="746390" y="1233919"/>
                </a:lnTo>
                <a:lnTo>
                  <a:pt x="707125" y="1235528"/>
                </a:lnTo>
                <a:lnTo>
                  <a:pt x="706394" y="1219657"/>
                </a:lnTo>
                <a:lnTo>
                  <a:pt x="684532" y="1212270"/>
                </a:lnTo>
                <a:lnTo>
                  <a:pt x="669689" y="1193839"/>
                </a:lnTo>
                <a:lnTo>
                  <a:pt x="669689" y="1193839"/>
                </a:lnTo>
              </a:path>
            </a:pathLst>
          </a:custGeom>
          <a:noFill xmlns:a="http://schemas.openxmlformats.org/drawingml/2006/main"/>
          <a:ln xmlns:a="http://schemas.openxmlformats.org/drawingml/2006/main" w="4581">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74965BE4-DB54-40B8-B029-AD8CC39E6272}"/>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561182" h="209468">
                <a:moveTo>
                  <a:pt x="12138" y="61656"/>
                </a:moveTo>
                <a:lnTo>
                  <a:pt x="13673" y="57926"/>
                </a:lnTo>
                <a:lnTo>
                  <a:pt x="8847" y="54488"/>
                </a:lnTo>
                <a:lnTo>
                  <a:pt x="7970" y="45858"/>
                </a:lnTo>
                <a:lnTo>
                  <a:pt x="0" y="41835"/>
                </a:lnTo>
                <a:lnTo>
                  <a:pt x="1974" y="33717"/>
                </a:lnTo>
                <a:lnTo>
                  <a:pt x="73" y="32547"/>
                </a:lnTo>
                <a:lnTo>
                  <a:pt x="20400" y="27573"/>
                </a:lnTo>
                <a:lnTo>
                  <a:pt x="29905" y="14847"/>
                </a:lnTo>
                <a:lnTo>
                  <a:pt x="43944" y="10605"/>
                </a:lnTo>
                <a:lnTo>
                  <a:pt x="53522" y="0"/>
                </a:lnTo>
                <a:lnTo>
                  <a:pt x="87157" y="11629"/>
                </a:lnTo>
                <a:lnTo>
                  <a:pt x="121011" y="27500"/>
                </a:lnTo>
                <a:lnTo>
                  <a:pt x="141630" y="30938"/>
                </a:lnTo>
                <a:lnTo>
                  <a:pt x="158666" y="40007"/>
                </a:lnTo>
                <a:lnTo>
                  <a:pt x="165832" y="47540"/>
                </a:lnTo>
                <a:lnTo>
                  <a:pt x="168684" y="56609"/>
                </a:lnTo>
                <a:lnTo>
                  <a:pt x="196761" y="68896"/>
                </a:lnTo>
                <a:lnTo>
                  <a:pt x="198589" y="65093"/>
                </a:lnTo>
                <a:lnTo>
                  <a:pt x="211750" y="65971"/>
                </a:lnTo>
                <a:lnTo>
                  <a:pt x="216868" y="76064"/>
                </a:lnTo>
                <a:lnTo>
                  <a:pt x="239901" y="74382"/>
                </a:lnTo>
                <a:lnTo>
                  <a:pt x="255987" y="76357"/>
                </a:lnTo>
                <a:lnTo>
                  <a:pt x="275217" y="69189"/>
                </a:lnTo>
                <a:lnTo>
                  <a:pt x="313384" y="65971"/>
                </a:lnTo>
                <a:lnTo>
                  <a:pt x="322012" y="61509"/>
                </a:lnTo>
                <a:lnTo>
                  <a:pt x="339707" y="65166"/>
                </a:lnTo>
                <a:lnTo>
                  <a:pt x="349285" y="72334"/>
                </a:lnTo>
                <a:lnTo>
                  <a:pt x="360253" y="70652"/>
                </a:lnTo>
                <a:lnTo>
                  <a:pt x="383285" y="76576"/>
                </a:lnTo>
                <a:lnTo>
                  <a:pt x="418382" y="74674"/>
                </a:lnTo>
                <a:lnTo>
                  <a:pt x="428326" y="71164"/>
                </a:lnTo>
                <a:lnTo>
                  <a:pt x="433737" y="65751"/>
                </a:lnTo>
                <a:lnTo>
                  <a:pt x="493913" y="64069"/>
                </a:lnTo>
                <a:lnTo>
                  <a:pt x="516141" y="73797"/>
                </a:lnTo>
                <a:lnTo>
                  <a:pt x="532300" y="91350"/>
                </a:lnTo>
                <a:lnTo>
                  <a:pt x="547947" y="128212"/>
                </a:lnTo>
                <a:lnTo>
                  <a:pt x="561182" y="177434"/>
                </a:lnTo>
                <a:lnTo>
                  <a:pt x="558038" y="182554"/>
                </a:lnTo>
                <a:lnTo>
                  <a:pt x="549410" y="185040"/>
                </a:lnTo>
                <a:lnTo>
                  <a:pt x="512193" y="175825"/>
                </a:lnTo>
                <a:lnTo>
                  <a:pt x="455965" y="175532"/>
                </a:lnTo>
                <a:lnTo>
                  <a:pt x="451139" y="185552"/>
                </a:lnTo>
                <a:lnTo>
                  <a:pt x="445801" y="181456"/>
                </a:lnTo>
                <a:lnTo>
                  <a:pt x="447483" y="176629"/>
                </a:lnTo>
                <a:lnTo>
                  <a:pt x="443388" y="175459"/>
                </a:lnTo>
                <a:lnTo>
                  <a:pt x="378825" y="175020"/>
                </a:lnTo>
                <a:lnTo>
                  <a:pt x="353087" y="187454"/>
                </a:lnTo>
                <a:lnTo>
                  <a:pt x="339926" y="180140"/>
                </a:lnTo>
                <a:lnTo>
                  <a:pt x="335539" y="185772"/>
                </a:lnTo>
                <a:lnTo>
                  <a:pt x="324133" y="190160"/>
                </a:lnTo>
                <a:lnTo>
                  <a:pt x="321647" y="186722"/>
                </a:lnTo>
                <a:lnTo>
                  <a:pt x="316602" y="188258"/>
                </a:lnTo>
                <a:lnTo>
                  <a:pt x="305341" y="197328"/>
                </a:lnTo>
                <a:lnTo>
                  <a:pt x="297810" y="199229"/>
                </a:lnTo>
                <a:lnTo>
                  <a:pt x="291230" y="197254"/>
                </a:lnTo>
                <a:lnTo>
                  <a:pt x="262421" y="207421"/>
                </a:lnTo>
                <a:lnTo>
                  <a:pt x="234344" y="209468"/>
                </a:lnTo>
                <a:lnTo>
                  <a:pt x="213651" y="185113"/>
                </a:lnTo>
                <a:lnTo>
                  <a:pt x="208679" y="169681"/>
                </a:lnTo>
                <a:lnTo>
                  <a:pt x="198077" y="163245"/>
                </a:lnTo>
                <a:lnTo>
                  <a:pt x="176215" y="164854"/>
                </a:lnTo>
                <a:lnTo>
                  <a:pt x="162907" y="139768"/>
                </a:lnTo>
                <a:lnTo>
                  <a:pt x="164296" y="132746"/>
                </a:lnTo>
                <a:lnTo>
                  <a:pt x="161079" y="134063"/>
                </a:lnTo>
                <a:lnTo>
                  <a:pt x="148357" y="125140"/>
                </a:lnTo>
                <a:lnTo>
                  <a:pt x="133660" y="123897"/>
                </a:lnTo>
                <a:lnTo>
                  <a:pt x="128395" y="118484"/>
                </a:lnTo>
                <a:lnTo>
                  <a:pt x="107630" y="112487"/>
                </a:lnTo>
                <a:lnTo>
                  <a:pt x="91836" y="101077"/>
                </a:lnTo>
                <a:lnTo>
                  <a:pt x="87157" y="99322"/>
                </a:lnTo>
                <a:lnTo>
                  <a:pt x="88180" y="102174"/>
                </a:lnTo>
                <a:lnTo>
                  <a:pt x="82916" y="101516"/>
                </a:lnTo>
                <a:lnTo>
                  <a:pt x="77067" y="94422"/>
                </a:lnTo>
                <a:lnTo>
                  <a:pt x="58714" y="90984"/>
                </a:lnTo>
                <a:lnTo>
                  <a:pt x="53230" y="79501"/>
                </a:lnTo>
                <a:lnTo>
                  <a:pt x="42116" y="77527"/>
                </a:lnTo>
                <a:lnTo>
                  <a:pt x="37948" y="81184"/>
                </a:lnTo>
                <a:lnTo>
                  <a:pt x="31221" y="79867"/>
                </a:lnTo>
                <a:lnTo>
                  <a:pt x="17402" y="65386"/>
                </a:lnTo>
                <a:lnTo>
                  <a:pt x="14551" y="66629"/>
                </a:lnTo>
                <a:lnTo>
                  <a:pt x="15867" y="61802"/>
                </a:lnTo>
                <a:lnTo>
                  <a:pt x="12138" y="61656"/>
                </a:lnTo>
              </a:path>
            </a:pathLst>
          </a:custGeom>
          <a:noFill xmlns:a="http://schemas.openxmlformats.org/drawingml/2006/main"/>
          <a:ln xmlns:a="http://schemas.openxmlformats.org/drawingml/2006/main" w="4581">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D38F449F-DC74-434C-B739-FDA6937B9A8E}"/>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18744" h="140060">
                <a:moveTo>
                  <a:pt x="40507" y="11922"/>
                </a:moveTo>
                <a:lnTo>
                  <a:pt x="46576" y="20698"/>
                </a:lnTo>
                <a:lnTo>
                  <a:pt x="50744" y="16310"/>
                </a:lnTo>
                <a:lnTo>
                  <a:pt x="58568" y="16602"/>
                </a:lnTo>
                <a:lnTo>
                  <a:pt x="62516" y="13750"/>
                </a:lnTo>
                <a:lnTo>
                  <a:pt x="58202" y="9947"/>
                </a:lnTo>
                <a:lnTo>
                  <a:pt x="57178" y="11995"/>
                </a:lnTo>
                <a:lnTo>
                  <a:pt x="59738" y="7314"/>
                </a:lnTo>
                <a:lnTo>
                  <a:pt x="106972" y="1316"/>
                </a:lnTo>
                <a:lnTo>
                  <a:pt x="111066" y="4242"/>
                </a:lnTo>
                <a:lnTo>
                  <a:pt x="111066" y="10605"/>
                </a:lnTo>
                <a:lnTo>
                  <a:pt x="103755" y="22600"/>
                </a:lnTo>
                <a:lnTo>
                  <a:pt x="85548" y="29475"/>
                </a:lnTo>
                <a:lnTo>
                  <a:pt x="86499" y="25525"/>
                </a:lnTo>
                <a:lnTo>
                  <a:pt x="79845" y="24721"/>
                </a:lnTo>
                <a:lnTo>
                  <a:pt x="75019" y="29548"/>
                </a:lnTo>
                <a:lnTo>
                  <a:pt x="73484" y="36789"/>
                </a:lnTo>
                <a:lnTo>
                  <a:pt x="80211" y="50758"/>
                </a:lnTo>
                <a:lnTo>
                  <a:pt x="88107" y="50831"/>
                </a:lnTo>
                <a:lnTo>
                  <a:pt x="89716" y="48052"/>
                </a:lnTo>
                <a:lnTo>
                  <a:pt x="87157" y="46297"/>
                </a:lnTo>
                <a:lnTo>
                  <a:pt x="92787" y="48271"/>
                </a:lnTo>
                <a:lnTo>
                  <a:pt x="96150" y="64947"/>
                </a:lnTo>
                <a:lnTo>
                  <a:pt x="110701" y="77380"/>
                </a:lnTo>
                <a:lnTo>
                  <a:pt x="113626" y="85206"/>
                </a:lnTo>
                <a:lnTo>
                  <a:pt x="118451" y="88571"/>
                </a:lnTo>
                <a:lnTo>
                  <a:pt x="118744" y="93325"/>
                </a:lnTo>
                <a:lnTo>
                  <a:pt x="115454" y="90253"/>
                </a:lnTo>
                <a:lnTo>
                  <a:pt x="110481" y="92447"/>
                </a:lnTo>
                <a:lnTo>
                  <a:pt x="107411" y="101297"/>
                </a:lnTo>
                <a:lnTo>
                  <a:pt x="111578" y="104661"/>
                </a:lnTo>
                <a:lnTo>
                  <a:pt x="101049" y="109123"/>
                </a:lnTo>
                <a:lnTo>
                  <a:pt x="103462" y="107075"/>
                </a:lnTo>
                <a:lnTo>
                  <a:pt x="95419" y="103125"/>
                </a:lnTo>
                <a:lnTo>
                  <a:pt x="90228" y="95299"/>
                </a:lnTo>
                <a:lnTo>
                  <a:pt x="77505" y="85426"/>
                </a:lnTo>
                <a:lnTo>
                  <a:pt x="68219" y="72114"/>
                </a:lnTo>
                <a:lnTo>
                  <a:pt x="59372" y="85279"/>
                </a:lnTo>
                <a:lnTo>
                  <a:pt x="61492" y="98444"/>
                </a:lnTo>
                <a:lnTo>
                  <a:pt x="61419" y="94056"/>
                </a:lnTo>
                <a:lnTo>
                  <a:pt x="55497" y="95080"/>
                </a:lnTo>
                <a:lnTo>
                  <a:pt x="58202" y="109561"/>
                </a:lnTo>
                <a:lnTo>
                  <a:pt x="60834" y="110439"/>
                </a:lnTo>
                <a:lnTo>
                  <a:pt x="61785" y="107806"/>
                </a:lnTo>
                <a:lnTo>
                  <a:pt x="62589" y="120093"/>
                </a:lnTo>
                <a:lnTo>
                  <a:pt x="59299" y="119362"/>
                </a:lnTo>
                <a:lnTo>
                  <a:pt x="58495" y="126895"/>
                </a:lnTo>
                <a:lnTo>
                  <a:pt x="61419" y="130113"/>
                </a:lnTo>
                <a:lnTo>
                  <a:pt x="65148" y="128724"/>
                </a:lnTo>
                <a:lnTo>
                  <a:pt x="66099" y="134428"/>
                </a:lnTo>
                <a:lnTo>
                  <a:pt x="61492" y="140060"/>
                </a:lnTo>
                <a:lnTo>
                  <a:pt x="52133" y="130406"/>
                </a:lnTo>
                <a:lnTo>
                  <a:pt x="44968" y="128577"/>
                </a:lnTo>
                <a:lnTo>
                  <a:pt x="36632" y="114242"/>
                </a:lnTo>
                <a:lnTo>
                  <a:pt x="0" y="75625"/>
                </a:lnTo>
                <a:lnTo>
                  <a:pt x="8555" y="68019"/>
                </a:lnTo>
                <a:lnTo>
                  <a:pt x="17329" y="66117"/>
                </a:lnTo>
                <a:lnTo>
                  <a:pt x="22228" y="67946"/>
                </a:lnTo>
                <a:lnTo>
                  <a:pt x="19815" y="68458"/>
                </a:lnTo>
                <a:lnTo>
                  <a:pt x="23471" y="71749"/>
                </a:lnTo>
                <a:lnTo>
                  <a:pt x="26761" y="71822"/>
                </a:lnTo>
                <a:lnTo>
                  <a:pt x="26176" y="69555"/>
                </a:lnTo>
                <a:lnTo>
                  <a:pt x="31075" y="74528"/>
                </a:lnTo>
                <a:lnTo>
                  <a:pt x="39703" y="75991"/>
                </a:lnTo>
                <a:lnTo>
                  <a:pt x="37802" y="80525"/>
                </a:lnTo>
                <a:lnTo>
                  <a:pt x="51548" y="88059"/>
                </a:lnTo>
                <a:lnTo>
                  <a:pt x="54107" y="83963"/>
                </a:lnTo>
                <a:lnTo>
                  <a:pt x="48624" y="79575"/>
                </a:lnTo>
                <a:lnTo>
                  <a:pt x="58714" y="84475"/>
                </a:lnTo>
                <a:lnTo>
                  <a:pt x="66611" y="71603"/>
                </a:lnTo>
                <a:lnTo>
                  <a:pt x="65148" y="65093"/>
                </a:lnTo>
                <a:lnTo>
                  <a:pt x="67634" y="61144"/>
                </a:lnTo>
                <a:lnTo>
                  <a:pt x="64710" y="56609"/>
                </a:lnTo>
                <a:lnTo>
                  <a:pt x="62297" y="58438"/>
                </a:lnTo>
                <a:lnTo>
                  <a:pt x="51621" y="49295"/>
                </a:lnTo>
                <a:lnTo>
                  <a:pt x="57836" y="43737"/>
                </a:lnTo>
                <a:lnTo>
                  <a:pt x="62077" y="47247"/>
                </a:lnTo>
                <a:lnTo>
                  <a:pt x="66172" y="45712"/>
                </a:lnTo>
                <a:lnTo>
                  <a:pt x="65587" y="33717"/>
                </a:lnTo>
                <a:lnTo>
                  <a:pt x="51695" y="34302"/>
                </a:lnTo>
                <a:lnTo>
                  <a:pt x="49867" y="24575"/>
                </a:lnTo>
                <a:lnTo>
                  <a:pt x="36193" y="42640"/>
                </a:lnTo>
                <a:lnTo>
                  <a:pt x="26469" y="43883"/>
                </a:lnTo>
                <a:lnTo>
                  <a:pt x="27712" y="38105"/>
                </a:lnTo>
                <a:lnTo>
                  <a:pt x="42409" y="32473"/>
                </a:lnTo>
                <a:lnTo>
                  <a:pt x="45699" y="21795"/>
                </a:lnTo>
                <a:lnTo>
                  <a:pt x="36925" y="12068"/>
                </a:lnTo>
                <a:lnTo>
                  <a:pt x="34146" y="15798"/>
                </a:lnTo>
                <a:lnTo>
                  <a:pt x="35901" y="17114"/>
                </a:lnTo>
                <a:lnTo>
                  <a:pt x="31002" y="16529"/>
                </a:lnTo>
                <a:lnTo>
                  <a:pt x="17110" y="2779"/>
                </a:lnTo>
                <a:lnTo>
                  <a:pt x="19742" y="0"/>
                </a:lnTo>
                <a:lnTo>
                  <a:pt x="38753" y="5851"/>
                </a:lnTo>
                <a:lnTo>
                  <a:pt x="40507" y="11922"/>
                </a:lnTo>
              </a:path>
            </a:pathLst>
          </a:custGeom>
          <a:noFill xmlns:a="http://schemas.openxmlformats.org/drawingml/2006/main"/>
          <a:ln xmlns:a="http://schemas.openxmlformats.org/drawingml/2006/main" w="4581">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B88B4483-F480-47EE-ADA6-914C4EBDAA7C}"/>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77944" h="56975">
                <a:moveTo>
                  <a:pt x="77944" y="33936"/>
                </a:moveTo>
                <a:lnTo>
                  <a:pt x="76262" y="43883"/>
                </a:lnTo>
                <a:lnTo>
                  <a:pt x="68292" y="48783"/>
                </a:lnTo>
                <a:lnTo>
                  <a:pt x="40288" y="36642"/>
                </a:lnTo>
                <a:lnTo>
                  <a:pt x="31514" y="39641"/>
                </a:lnTo>
                <a:lnTo>
                  <a:pt x="9505" y="56975"/>
                </a:lnTo>
                <a:lnTo>
                  <a:pt x="3363" y="56755"/>
                </a:lnTo>
                <a:lnTo>
                  <a:pt x="0" y="51782"/>
                </a:lnTo>
                <a:lnTo>
                  <a:pt x="3437" y="41981"/>
                </a:lnTo>
                <a:lnTo>
                  <a:pt x="33269" y="21868"/>
                </a:lnTo>
                <a:lnTo>
                  <a:pt x="53815" y="0"/>
                </a:lnTo>
                <a:lnTo>
                  <a:pt x="60981" y="2414"/>
                </a:lnTo>
                <a:lnTo>
                  <a:pt x="69243" y="10824"/>
                </a:lnTo>
                <a:lnTo>
                  <a:pt x="77944" y="33936"/>
                </a:lnTo>
              </a:path>
            </a:pathLst>
          </a:custGeom>
          <a:noFill xmlns:a="http://schemas.openxmlformats.org/drawingml/2006/main"/>
          <a:ln xmlns:a="http://schemas.openxmlformats.org/drawingml/2006/main" w="4581">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6FB4D596-EABF-45C5-A60E-38B98FD9A645}"/>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38679" h="53099">
                <a:moveTo>
                  <a:pt x="38679" y="44322"/>
                </a:moveTo>
                <a:lnTo>
                  <a:pt x="36998" y="51636"/>
                </a:lnTo>
                <a:lnTo>
                  <a:pt x="32903" y="53099"/>
                </a:lnTo>
                <a:lnTo>
                  <a:pt x="13381" y="42055"/>
                </a:lnTo>
                <a:lnTo>
                  <a:pt x="0" y="13750"/>
                </a:lnTo>
                <a:lnTo>
                  <a:pt x="4680" y="0"/>
                </a:lnTo>
                <a:lnTo>
                  <a:pt x="17621" y="3949"/>
                </a:lnTo>
                <a:lnTo>
                  <a:pt x="29174" y="18723"/>
                </a:lnTo>
                <a:lnTo>
                  <a:pt x="38679" y="44322"/>
                </a:lnTo>
              </a:path>
            </a:pathLst>
          </a:custGeom>
          <a:noFill xmlns:a="http://schemas.openxmlformats.org/drawingml/2006/main"/>
          <a:ln xmlns:a="http://schemas.openxmlformats.org/drawingml/2006/main" w="4581">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122B842C-CF05-4227-AA79-051018B5A3B3}"/>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34804" h="33863">
                <a:moveTo>
                  <a:pt x="19011" y="8411"/>
                </a:moveTo>
                <a:lnTo>
                  <a:pt x="24860" y="6363"/>
                </a:lnTo>
                <a:lnTo>
                  <a:pt x="20912" y="3364"/>
                </a:lnTo>
                <a:lnTo>
                  <a:pt x="24202" y="5339"/>
                </a:lnTo>
                <a:lnTo>
                  <a:pt x="32830" y="18943"/>
                </a:lnTo>
                <a:lnTo>
                  <a:pt x="34804" y="25891"/>
                </a:lnTo>
                <a:lnTo>
                  <a:pt x="29101" y="33863"/>
                </a:lnTo>
                <a:lnTo>
                  <a:pt x="25006" y="32254"/>
                </a:lnTo>
                <a:lnTo>
                  <a:pt x="28955" y="33571"/>
                </a:lnTo>
                <a:lnTo>
                  <a:pt x="33415" y="27719"/>
                </a:lnTo>
                <a:lnTo>
                  <a:pt x="32318" y="29329"/>
                </a:lnTo>
                <a:lnTo>
                  <a:pt x="17695" y="22819"/>
                </a:lnTo>
                <a:lnTo>
                  <a:pt x="17695" y="20771"/>
                </a:lnTo>
                <a:lnTo>
                  <a:pt x="18938" y="24940"/>
                </a:lnTo>
                <a:lnTo>
                  <a:pt x="11845" y="14920"/>
                </a:lnTo>
                <a:lnTo>
                  <a:pt x="15720" y="15871"/>
                </a:lnTo>
                <a:lnTo>
                  <a:pt x="17475" y="12580"/>
                </a:lnTo>
                <a:lnTo>
                  <a:pt x="11480" y="10824"/>
                </a:lnTo>
                <a:lnTo>
                  <a:pt x="8701" y="14701"/>
                </a:lnTo>
                <a:lnTo>
                  <a:pt x="0" y="4461"/>
                </a:lnTo>
                <a:lnTo>
                  <a:pt x="877" y="658"/>
                </a:lnTo>
                <a:lnTo>
                  <a:pt x="7970" y="0"/>
                </a:lnTo>
                <a:lnTo>
                  <a:pt x="8335" y="2633"/>
                </a:lnTo>
                <a:lnTo>
                  <a:pt x="19011" y="8411"/>
                </a:lnTo>
              </a:path>
            </a:pathLst>
          </a:custGeom>
          <a:noFill xmlns:a="http://schemas.openxmlformats.org/drawingml/2006/main"/>
          <a:ln xmlns:a="http://schemas.openxmlformats.org/drawingml/2006/main" w="4581">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91897564-87DB-4299-9594-6F93364B24BA}"/>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23471" h="23770">
                <a:moveTo>
                  <a:pt x="11333" y="0"/>
                </a:moveTo>
                <a:lnTo>
                  <a:pt x="20766" y="5778"/>
                </a:lnTo>
                <a:lnTo>
                  <a:pt x="23471" y="11263"/>
                </a:lnTo>
                <a:lnTo>
                  <a:pt x="22009" y="8484"/>
                </a:lnTo>
                <a:lnTo>
                  <a:pt x="18791" y="9581"/>
                </a:lnTo>
                <a:lnTo>
                  <a:pt x="12503" y="20479"/>
                </a:lnTo>
                <a:lnTo>
                  <a:pt x="15135" y="22161"/>
                </a:lnTo>
                <a:lnTo>
                  <a:pt x="6581" y="23770"/>
                </a:lnTo>
                <a:lnTo>
                  <a:pt x="0" y="15359"/>
                </a:lnTo>
                <a:lnTo>
                  <a:pt x="11333" y="0"/>
                </a:lnTo>
              </a:path>
            </a:pathLst>
          </a:custGeom>
          <a:noFill xmlns:a="http://schemas.openxmlformats.org/drawingml/2006/main"/>
          <a:ln xmlns:a="http://schemas.openxmlformats.org/drawingml/2006/main" w="4581">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1C0894FA-DB5A-4613-9554-27487C9BA6F8}"/>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14697" h="16749">
                <a:moveTo>
                  <a:pt x="3144" y="0"/>
                </a:moveTo>
                <a:lnTo>
                  <a:pt x="10821" y="1755"/>
                </a:lnTo>
                <a:lnTo>
                  <a:pt x="14697" y="5778"/>
                </a:lnTo>
                <a:lnTo>
                  <a:pt x="6215" y="16749"/>
                </a:lnTo>
                <a:lnTo>
                  <a:pt x="658" y="10898"/>
                </a:lnTo>
                <a:lnTo>
                  <a:pt x="0" y="3657"/>
                </a:lnTo>
                <a:lnTo>
                  <a:pt x="512" y="6070"/>
                </a:lnTo>
                <a:lnTo>
                  <a:pt x="3144" y="3876"/>
                </a:lnTo>
                <a:lnTo>
                  <a:pt x="3144" y="0"/>
                </a:lnTo>
              </a:path>
            </a:pathLst>
          </a:custGeom>
          <a:noFill xmlns:a="http://schemas.openxmlformats.org/drawingml/2006/main"/>
          <a:ln xmlns:a="http://schemas.openxmlformats.org/drawingml/2006/main" w="4581">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1460FE1B-3AC5-46E8-85A0-782C087DEB2D}"/>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09823" h="127041">
                <a:moveTo>
                  <a:pt x="107703" y="92593"/>
                </a:moveTo>
                <a:lnTo>
                  <a:pt x="109823" y="101443"/>
                </a:lnTo>
                <a:lnTo>
                  <a:pt x="106899" y="108025"/>
                </a:lnTo>
                <a:lnTo>
                  <a:pt x="86864" y="123823"/>
                </a:lnTo>
                <a:lnTo>
                  <a:pt x="71875" y="127041"/>
                </a:lnTo>
                <a:lnTo>
                  <a:pt x="58495" y="122287"/>
                </a:lnTo>
                <a:lnTo>
                  <a:pt x="44017" y="106343"/>
                </a:lnTo>
                <a:lnTo>
                  <a:pt x="29905" y="81111"/>
                </a:lnTo>
                <a:lnTo>
                  <a:pt x="16671" y="71164"/>
                </a:lnTo>
                <a:lnTo>
                  <a:pt x="15428" y="49880"/>
                </a:lnTo>
                <a:lnTo>
                  <a:pt x="1535" y="22088"/>
                </a:lnTo>
                <a:lnTo>
                  <a:pt x="0" y="9654"/>
                </a:lnTo>
                <a:lnTo>
                  <a:pt x="20034" y="0"/>
                </a:lnTo>
                <a:lnTo>
                  <a:pt x="28443" y="1536"/>
                </a:lnTo>
                <a:lnTo>
                  <a:pt x="63832" y="39129"/>
                </a:lnTo>
                <a:lnTo>
                  <a:pt x="107703" y="92593"/>
                </a:lnTo>
              </a:path>
            </a:pathLst>
          </a:custGeom>
          <a:noFill xmlns:a="http://schemas.openxmlformats.org/drawingml/2006/main"/>
          <a:ln xmlns:a="http://schemas.openxmlformats.org/drawingml/2006/main" w="4581">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AFFCB622-5A0B-4A26-9FBC-7C8BD9D47605}"/>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580119" h="753253">
                <a:moveTo>
                  <a:pt x="328885" y="60339"/>
                </a:moveTo>
                <a:lnTo>
                  <a:pt x="334369" y="67507"/>
                </a:lnTo>
                <a:lnTo>
                  <a:pt x="341315" y="63777"/>
                </a:lnTo>
                <a:lnTo>
                  <a:pt x="359449" y="65605"/>
                </a:lnTo>
                <a:lnTo>
                  <a:pt x="398786" y="79063"/>
                </a:lnTo>
                <a:lnTo>
                  <a:pt x="413995" y="86596"/>
                </a:lnTo>
                <a:lnTo>
                  <a:pt x="414434" y="89229"/>
                </a:lnTo>
                <a:lnTo>
                  <a:pt x="416700" y="87766"/>
                </a:lnTo>
                <a:lnTo>
                  <a:pt x="444046" y="98517"/>
                </a:lnTo>
                <a:lnTo>
                  <a:pt x="465031" y="111536"/>
                </a:lnTo>
                <a:lnTo>
                  <a:pt x="502614" y="145911"/>
                </a:lnTo>
                <a:lnTo>
                  <a:pt x="522137" y="157760"/>
                </a:lnTo>
                <a:lnTo>
                  <a:pt x="555625" y="222487"/>
                </a:lnTo>
                <a:lnTo>
                  <a:pt x="555552" y="231044"/>
                </a:lnTo>
                <a:lnTo>
                  <a:pt x="544657" y="241869"/>
                </a:lnTo>
                <a:lnTo>
                  <a:pt x="545608" y="244136"/>
                </a:lnTo>
                <a:lnTo>
                  <a:pt x="566446" y="250865"/>
                </a:lnTo>
                <a:lnTo>
                  <a:pt x="578584" y="267906"/>
                </a:lnTo>
                <a:lnTo>
                  <a:pt x="580119" y="297966"/>
                </a:lnTo>
                <a:lnTo>
                  <a:pt x="574562" y="324296"/>
                </a:lnTo>
                <a:lnTo>
                  <a:pt x="561547" y="352235"/>
                </a:lnTo>
                <a:lnTo>
                  <a:pt x="529010" y="405333"/>
                </a:lnTo>
                <a:lnTo>
                  <a:pt x="514971" y="434515"/>
                </a:lnTo>
                <a:lnTo>
                  <a:pt x="490476" y="504143"/>
                </a:lnTo>
                <a:lnTo>
                  <a:pt x="478924" y="566677"/>
                </a:lnTo>
                <a:lnTo>
                  <a:pt x="479362" y="601929"/>
                </a:lnTo>
                <a:lnTo>
                  <a:pt x="485578" y="627089"/>
                </a:lnTo>
                <a:lnTo>
                  <a:pt x="512119" y="676823"/>
                </a:lnTo>
                <a:lnTo>
                  <a:pt x="548240" y="731677"/>
                </a:lnTo>
                <a:lnTo>
                  <a:pt x="547655" y="744037"/>
                </a:lnTo>
                <a:lnTo>
                  <a:pt x="537565" y="752960"/>
                </a:lnTo>
                <a:lnTo>
                  <a:pt x="528863" y="753253"/>
                </a:lnTo>
                <a:lnTo>
                  <a:pt x="522137" y="749815"/>
                </a:lnTo>
                <a:lnTo>
                  <a:pt x="171096" y="451630"/>
                </a:lnTo>
                <a:lnTo>
                  <a:pt x="91251" y="379077"/>
                </a:lnTo>
                <a:lnTo>
                  <a:pt x="63759" y="337973"/>
                </a:lnTo>
                <a:lnTo>
                  <a:pt x="52938" y="311277"/>
                </a:lnTo>
                <a:lnTo>
                  <a:pt x="47088" y="287653"/>
                </a:lnTo>
                <a:lnTo>
                  <a:pt x="54254" y="281949"/>
                </a:lnTo>
                <a:lnTo>
                  <a:pt x="115673" y="283704"/>
                </a:lnTo>
                <a:lnTo>
                  <a:pt x="130808" y="280120"/>
                </a:lnTo>
                <a:lnTo>
                  <a:pt x="141995" y="273684"/>
                </a:lnTo>
                <a:lnTo>
                  <a:pt x="150185" y="262201"/>
                </a:lnTo>
                <a:lnTo>
                  <a:pt x="149380" y="254302"/>
                </a:lnTo>
                <a:lnTo>
                  <a:pt x="141922" y="247135"/>
                </a:lnTo>
                <a:lnTo>
                  <a:pt x="140679" y="237261"/>
                </a:lnTo>
                <a:lnTo>
                  <a:pt x="154133" y="213272"/>
                </a:lnTo>
                <a:lnTo>
                  <a:pt x="142946" y="208079"/>
                </a:lnTo>
                <a:lnTo>
                  <a:pt x="130662" y="209249"/>
                </a:lnTo>
                <a:lnTo>
                  <a:pt x="113333" y="227095"/>
                </a:lnTo>
                <a:lnTo>
                  <a:pt x="97393" y="233531"/>
                </a:lnTo>
                <a:lnTo>
                  <a:pt x="38533" y="230825"/>
                </a:lnTo>
                <a:lnTo>
                  <a:pt x="29174" y="225413"/>
                </a:lnTo>
                <a:lnTo>
                  <a:pt x="22959" y="217587"/>
                </a:lnTo>
                <a:lnTo>
                  <a:pt x="1316" y="160027"/>
                </a:lnTo>
                <a:lnTo>
                  <a:pt x="0" y="132307"/>
                </a:lnTo>
                <a:lnTo>
                  <a:pt x="12211" y="107002"/>
                </a:lnTo>
                <a:lnTo>
                  <a:pt x="88985" y="37739"/>
                </a:lnTo>
                <a:lnTo>
                  <a:pt x="112529" y="25086"/>
                </a:lnTo>
                <a:lnTo>
                  <a:pt x="199832" y="805"/>
                </a:lnTo>
                <a:lnTo>
                  <a:pt x="228714" y="0"/>
                </a:lnTo>
                <a:lnTo>
                  <a:pt x="253281" y="7094"/>
                </a:lnTo>
                <a:lnTo>
                  <a:pt x="275582" y="40372"/>
                </a:lnTo>
                <a:lnTo>
                  <a:pt x="325303" y="49734"/>
                </a:lnTo>
                <a:lnTo>
                  <a:pt x="330786" y="54122"/>
                </a:lnTo>
                <a:lnTo>
                  <a:pt x="328885" y="60339"/>
                </a:lnTo>
              </a:path>
            </a:pathLst>
          </a:custGeom>
          <a:noFill xmlns:a="http://schemas.openxmlformats.org/drawingml/2006/main"/>
          <a:ln xmlns:a="http://schemas.openxmlformats.org/drawingml/2006/main" w="4581">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769F0669-6D75-43DE-AF02-0581264E9764}"/>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76482" h="70652">
                <a:moveTo>
                  <a:pt x="21643" y="4461"/>
                </a:moveTo>
                <a:lnTo>
                  <a:pt x="40215" y="28963"/>
                </a:lnTo>
                <a:lnTo>
                  <a:pt x="69535" y="38398"/>
                </a:lnTo>
                <a:lnTo>
                  <a:pt x="76482" y="63923"/>
                </a:lnTo>
                <a:lnTo>
                  <a:pt x="73484" y="70213"/>
                </a:lnTo>
                <a:lnTo>
                  <a:pt x="69535" y="70652"/>
                </a:lnTo>
                <a:lnTo>
                  <a:pt x="60030" y="62533"/>
                </a:lnTo>
                <a:lnTo>
                  <a:pt x="5557" y="9362"/>
                </a:lnTo>
                <a:lnTo>
                  <a:pt x="0" y="0"/>
                </a:lnTo>
                <a:lnTo>
                  <a:pt x="21643" y="4461"/>
                </a:lnTo>
              </a:path>
            </a:pathLst>
          </a:custGeom>
          <a:noFill xmlns:a="http://schemas.openxmlformats.org/drawingml/2006/main"/>
          <a:ln xmlns:a="http://schemas.openxmlformats.org/drawingml/2006/main" w="4581">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F2CB16A4-4CCF-40A2-A949-4EFB361F5093}"/>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176215" h="211589">
                <a:moveTo>
                  <a:pt x="17183" y="30572"/>
                </a:moveTo>
                <a:lnTo>
                  <a:pt x="28297" y="31888"/>
                </a:lnTo>
                <a:lnTo>
                  <a:pt x="24641" y="39568"/>
                </a:lnTo>
                <a:lnTo>
                  <a:pt x="28224" y="52440"/>
                </a:lnTo>
                <a:lnTo>
                  <a:pt x="23325" y="53903"/>
                </a:lnTo>
                <a:lnTo>
                  <a:pt x="31221" y="51489"/>
                </a:lnTo>
                <a:lnTo>
                  <a:pt x="32538" y="53757"/>
                </a:lnTo>
                <a:lnTo>
                  <a:pt x="35609" y="49807"/>
                </a:lnTo>
                <a:lnTo>
                  <a:pt x="38460" y="53391"/>
                </a:lnTo>
                <a:lnTo>
                  <a:pt x="34731" y="63192"/>
                </a:lnTo>
                <a:lnTo>
                  <a:pt x="39191" y="66117"/>
                </a:lnTo>
                <a:lnTo>
                  <a:pt x="29174" y="72041"/>
                </a:lnTo>
                <a:lnTo>
                  <a:pt x="23398" y="67946"/>
                </a:lnTo>
                <a:lnTo>
                  <a:pt x="21716" y="69335"/>
                </a:lnTo>
                <a:lnTo>
                  <a:pt x="28735" y="72700"/>
                </a:lnTo>
                <a:lnTo>
                  <a:pt x="40800" y="67946"/>
                </a:lnTo>
                <a:lnTo>
                  <a:pt x="35535" y="72773"/>
                </a:lnTo>
                <a:lnTo>
                  <a:pt x="42335" y="71822"/>
                </a:lnTo>
                <a:lnTo>
                  <a:pt x="40727" y="81257"/>
                </a:lnTo>
                <a:lnTo>
                  <a:pt x="43359" y="74016"/>
                </a:lnTo>
                <a:lnTo>
                  <a:pt x="60761" y="66410"/>
                </a:lnTo>
                <a:lnTo>
                  <a:pt x="70340" y="65459"/>
                </a:lnTo>
                <a:lnTo>
                  <a:pt x="90447" y="70579"/>
                </a:lnTo>
                <a:lnTo>
                  <a:pt x="114211" y="58145"/>
                </a:lnTo>
                <a:lnTo>
                  <a:pt x="128980" y="53757"/>
                </a:lnTo>
                <a:lnTo>
                  <a:pt x="128980" y="50758"/>
                </a:lnTo>
                <a:lnTo>
                  <a:pt x="166490" y="50173"/>
                </a:lnTo>
                <a:lnTo>
                  <a:pt x="174606" y="83670"/>
                </a:lnTo>
                <a:lnTo>
                  <a:pt x="176215" y="112926"/>
                </a:lnTo>
                <a:lnTo>
                  <a:pt x="173290" y="124555"/>
                </a:lnTo>
                <a:lnTo>
                  <a:pt x="163492" y="136549"/>
                </a:lnTo>
                <a:lnTo>
                  <a:pt x="135634" y="151762"/>
                </a:lnTo>
                <a:lnTo>
                  <a:pt x="129200" y="182407"/>
                </a:lnTo>
                <a:lnTo>
                  <a:pt x="112675" y="198498"/>
                </a:lnTo>
                <a:lnTo>
                  <a:pt x="97613" y="208445"/>
                </a:lnTo>
                <a:lnTo>
                  <a:pt x="81088" y="211589"/>
                </a:lnTo>
                <a:lnTo>
                  <a:pt x="64783" y="206250"/>
                </a:lnTo>
                <a:lnTo>
                  <a:pt x="21570" y="162660"/>
                </a:lnTo>
                <a:lnTo>
                  <a:pt x="20985" y="153371"/>
                </a:lnTo>
                <a:lnTo>
                  <a:pt x="40069" y="129748"/>
                </a:lnTo>
                <a:lnTo>
                  <a:pt x="44675" y="114754"/>
                </a:lnTo>
                <a:lnTo>
                  <a:pt x="41239" y="97859"/>
                </a:lnTo>
                <a:lnTo>
                  <a:pt x="37729" y="103491"/>
                </a:lnTo>
                <a:lnTo>
                  <a:pt x="36120" y="97786"/>
                </a:lnTo>
                <a:lnTo>
                  <a:pt x="28662" y="95665"/>
                </a:lnTo>
                <a:lnTo>
                  <a:pt x="36193" y="98956"/>
                </a:lnTo>
                <a:lnTo>
                  <a:pt x="36559" y="105100"/>
                </a:lnTo>
                <a:lnTo>
                  <a:pt x="29174" y="111902"/>
                </a:lnTo>
                <a:lnTo>
                  <a:pt x="23837" y="104442"/>
                </a:lnTo>
                <a:lnTo>
                  <a:pt x="22301" y="110732"/>
                </a:lnTo>
                <a:lnTo>
                  <a:pt x="14624" y="118557"/>
                </a:lnTo>
                <a:lnTo>
                  <a:pt x="5557" y="103345"/>
                </a:lnTo>
                <a:lnTo>
                  <a:pt x="0" y="81403"/>
                </a:lnTo>
                <a:lnTo>
                  <a:pt x="2852" y="61290"/>
                </a:lnTo>
                <a:lnTo>
                  <a:pt x="8335" y="54196"/>
                </a:lnTo>
                <a:lnTo>
                  <a:pt x="11406" y="37593"/>
                </a:lnTo>
                <a:lnTo>
                  <a:pt x="8335" y="366"/>
                </a:lnTo>
                <a:lnTo>
                  <a:pt x="10456" y="0"/>
                </a:lnTo>
                <a:lnTo>
                  <a:pt x="17183" y="30572"/>
                </a:lnTo>
              </a:path>
            </a:pathLst>
          </a:custGeom>
          <a:noFill xmlns:a="http://schemas.openxmlformats.org/drawingml/2006/main"/>
          <a:ln xmlns:a="http://schemas.openxmlformats.org/drawingml/2006/main" w="4581">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5BE51477-C00E-499A-8537-63E9922F10E1}"/>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194056" h="79209">
                <a:moveTo>
                  <a:pt x="114430" y="146"/>
                </a:moveTo>
                <a:lnTo>
                  <a:pt x="130077" y="4973"/>
                </a:lnTo>
                <a:lnTo>
                  <a:pt x="120279" y="2048"/>
                </a:lnTo>
                <a:lnTo>
                  <a:pt x="118086" y="8923"/>
                </a:lnTo>
                <a:lnTo>
                  <a:pt x="125105" y="19894"/>
                </a:lnTo>
                <a:lnTo>
                  <a:pt x="133075" y="24575"/>
                </a:lnTo>
                <a:lnTo>
                  <a:pt x="145724" y="23258"/>
                </a:lnTo>
                <a:lnTo>
                  <a:pt x="156180" y="16090"/>
                </a:lnTo>
                <a:lnTo>
                  <a:pt x="157277" y="14262"/>
                </a:lnTo>
                <a:lnTo>
                  <a:pt x="153475" y="11995"/>
                </a:lnTo>
                <a:lnTo>
                  <a:pt x="162176" y="16529"/>
                </a:lnTo>
                <a:lnTo>
                  <a:pt x="171974" y="39714"/>
                </a:lnTo>
                <a:lnTo>
                  <a:pt x="167367" y="28743"/>
                </a:lnTo>
                <a:lnTo>
                  <a:pt x="161518" y="26988"/>
                </a:lnTo>
                <a:lnTo>
                  <a:pt x="153182" y="30572"/>
                </a:lnTo>
                <a:lnTo>
                  <a:pt x="148210" y="39568"/>
                </a:lnTo>
                <a:lnTo>
                  <a:pt x="155815" y="47540"/>
                </a:lnTo>
                <a:lnTo>
                  <a:pt x="164808" y="48491"/>
                </a:lnTo>
                <a:lnTo>
                  <a:pt x="179359" y="59242"/>
                </a:lnTo>
                <a:lnTo>
                  <a:pt x="184916" y="58072"/>
                </a:lnTo>
                <a:lnTo>
                  <a:pt x="181845" y="53903"/>
                </a:lnTo>
                <a:lnTo>
                  <a:pt x="194056" y="71603"/>
                </a:lnTo>
                <a:lnTo>
                  <a:pt x="180236" y="73285"/>
                </a:lnTo>
                <a:lnTo>
                  <a:pt x="182795" y="69262"/>
                </a:lnTo>
                <a:lnTo>
                  <a:pt x="180090" y="65020"/>
                </a:lnTo>
                <a:lnTo>
                  <a:pt x="166051" y="61656"/>
                </a:lnTo>
                <a:lnTo>
                  <a:pt x="165028" y="74674"/>
                </a:lnTo>
                <a:lnTo>
                  <a:pt x="173656" y="73650"/>
                </a:lnTo>
                <a:lnTo>
                  <a:pt x="144701" y="79209"/>
                </a:lnTo>
                <a:lnTo>
                  <a:pt x="117574" y="73650"/>
                </a:lnTo>
                <a:lnTo>
                  <a:pt x="71363" y="78843"/>
                </a:lnTo>
                <a:lnTo>
                  <a:pt x="4899" y="67726"/>
                </a:lnTo>
                <a:lnTo>
                  <a:pt x="0" y="62972"/>
                </a:lnTo>
                <a:lnTo>
                  <a:pt x="2559" y="55805"/>
                </a:lnTo>
                <a:lnTo>
                  <a:pt x="26030" y="41104"/>
                </a:lnTo>
                <a:lnTo>
                  <a:pt x="49355" y="15505"/>
                </a:lnTo>
                <a:lnTo>
                  <a:pt x="102439" y="0"/>
                </a:lnTo>
                <a:lnTo>
                  <a:pt x="114430" y="146"/>
                </a:lnTo>
              </a:path>
            </a:pathLst>
          </a:custGeom>
          <a:noFill xmlns:a="http://schemas.openxmlformats.org/drawingml/2006/main"/>
          <a:ln xmlns:a="http://schemas.openxmlformats.org/drawingml/2006/main" w="4581">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B2413978-1458-4519-9D4E-A21AB601231B}"/>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227471" h="89960">
                <a:moveTo>
                  <a:pt x="79479" y="9069"/>
                </a:moveTo>
                <a:lnTo>
                  <a:pt x="108288" y="22088"/>
                </a:lnTo>
                <a:lnTo>
                  <a:pt x="111798" y="14189"/>
                </a:lnTo>
                <a:lnTo>
                  <a:pt x="122838" y="5632"/>
                </a:lnTo>
                <a:lnTo>
                  <a:pt x="129638" y="4681"/>
                </a:lnTo>
                <a:lnTo>
                  <a:pt x="132856" y="7753"/>
                </a:lnTo>
                <a:lnTo>
                  <a:pt x="143970" y="41616"/>
                </a:lnTo>
                <a:lnTo>
                  <a:pt x="147552" y="44614"/>
                </a:lnTo>
                <a:lnTo>
                  <a:pt x="175045" y="55073"/>
                </a:lnTo>
                <a:lnTo>
                  <a:pt x="184550" y="52294"/>
                </a:lnTo>
                <a:lnTo>
                  <a:pt x="201879" y="53172"/>
                </a:lnTo>
                <a:lnTo>
                  <a:pt x="220159" y="63777"/>
                </a:lnTo>
                <a:lnTo>
                  <a:pt x="227471" y="72188"/>
                </a:lnTo>
                <a:lnTo>
                  <a:pt x="213724" y="89960"/>
                </a:lnTo>
                <a:lnTo>
                  <a:pt x="176653" y="88424"/>
                </a:lnTo>
                <a:lnTo>
                  <a:pt x="141849" y="80818"/>
                </a:lnTo>
                <a:lnTo>
                  <a:pt x="91105" y="54488"/>
                </a:lnTo>
                <a:lnTo>
                  <a:pt x="40873" y="43517"/>
                </a:lnTo>
                <a:lnTo>
                  <a:pt x="21935" y="43664"/>
                </a:lnTo>
                <a:lnTo>
                  <a:pt x="3583" y="32400"/>
                </a:lnTo>
                <a:lnTo>
                  <a:pt x="0" y="23331"/>
                </a:lnTo>
                <a:lnTo>
                  <a:pt x="2486" y="17553"/>
                </a:lnTo>
                <a:lnTo>
                  <a:pt x="26834" y="4169"/>
                </a:lnTo>
                <a:lnTo>
                  <a:pt x="48404" y="0"/>
                </a:lnTo>
                <a:lnTo>
                  <a:pt x="70559" y="2414"/>
                </a:lnTo>
                <a:lnTo>
                  <a:pt x="79479" y="9069"/>
                </a:lnTo>
              </a:path>
            </a:pathLst>
          </a:custGeom>
          <a:noFill xmlns:a="http://schemas.openxmlformats.org/drawingml/2006/main"/>
          <a:ln xmlns:a="http://schemas.openxmlformats.org/drawingml/2006/main" w="4581">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503802EE-2863-4E87-8454-5C3E0163A39C}"/>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42215" h="119289">
                <a:moveTo>
                  <a:pt x="11699" y="0"/>
                </a:moveTo>
                <a:lnTo>
                  <a:pt x="39557" y="4973"/>
                </a:lnTo>
                <a:lnTo>
                  <a:pt x="71656" y="32035"/>
                </a:lnTo>
                <a:lnTo>
                  <a:pt x="79479" y="45273"/>
                </a:lnTo>
                <a:lnTo>
                  <a:pt x="85329" y="48564"/>
                </a:lnTo>
                <a:lnTo>
                  <a:pt x="88327" y="44249"/>
                </a:lnTo>
                <a:lnTo>
                  <a:pt x="91325" y="46955"/>
                </a:lnTo>
                <a:lnTo>
                  <a:pt x="89716" y="48783"/>
                </a:lnTo>
                <a:lnTo>
                  <a:pt x="95639" y="54196"/>
                </a:lnTo>
                <a:lnTo>
                  <a:pt x="97393" y="52660"/>
                </a:lnTo>
                <a:lnTo>
                  <a:pt x="101854" y="56975"/>
                </a:lnTo>
                <a:lnTo>
                  <a:pt x="100172" y="58657"/>
                </a:lnTo>
                <a:lnTo>
                  <a:pt x="105656" y="64069"/>
                </a:lnTo>
                <a:lnTo>
                  <a:pt x="107776" y="62095"/>
                </a:lnTo>
                <a:lnTo>
                  <a:pt x="124008" y="79428"/>
                </a:lnTo>
                <a:lnTo>
                  <a:pt x="127884" y="85279"/>
                </a:lnTo>
                <a:lnTo>
                  <a:pt x="125617" y="93617"/>
                </a:lnTo>
                <a:lnTo>
                  <a:pt x="131905" y="96323"/>
                </a:lnTo>
                <a:lnTo>
                  <a:pt x="142215" y="115778"/>
                </a:lnTo>
                <a:lnTo>
                  <a:pt x="141630" y="119289"/>
                </a:lnTo>
                <a:lnTo>
                  <a:pt x="122034" y="114096"/>
                </a:lnTo>
                <a:lnTo>
                  <a:pt x="99806" y="112999"/>
                </a:lnTo>
                <a:lnTo>
                  <a:pt x="94469" y="92593"/>
                </a:lnTo>
                <a:lnTo>
                  <a:pt x="81600" y="80672"/>
                </a:lnTo>
                <a:lnTo>
                  <a:pt x="54839" y="70432"/>
                </a:lnTo>
                <a:lnTo>
                  <a:pt x="24568" y="67434"/>
                </a:lnTo>
                <a:lnTo>
                  <a:pt x="7970" y="57853"/>
                </a:lnTo>
                <a:lnTo>
                  <a:pt x="0" y="11263"/>
                </a:lnTo>
                <a:lnTo>
                  <a:pt x="3729" y="9142"/>
                </a:lnTo>
                <a:lnTo>
                  <a:pt x="3290" y="3730"/>
                </a:lnTo>
                <a:lnTo>
                  <a:pt x="11699" y="0"/>
                </a:lnTo>
              </a:path>
            </a:pathLst>
          </a:custGeom>
          <a:noFill xmlns:a="http://schemas.openxmlformats.org/drawingml/2006/main"/>
          <a:ln xmlns:a="http://schemas.openxmlformats.org/drawingml/2006/main" w="4581">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ABF45414-2097-42EB-B127-AF3FDB1B7A84}"/>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06314" h="88936">
                <a:moveTo>
                  <a:pt x="70705" y="0"/>
                </a:moveTo>
                <a:lnTo>
                  <a:pt x="88107" y="1682"/>
                </a:lnTo>
                <a:lnTo>
                  <a:pt x="90593" y="6070"/>
                </a:lnTo>
                <a:lnTo>
                  <a:pt x="78821" y="9654"/>
                </a:lnTo>
                <a:lnTo>
                  <a:pt x="77578" y="13384"/>
                </a:lnTo>
                <a:lnTo>
                  <a:pt x="86426" y="7533"/>
                </a:lnTo>
                <a:lnTo>
                  <a:pt x="94907" y="8484"/>
                </a:lnTo>
                <a:lnTo>
                  <a:pt x="105875" y="26769"/>
                </a:lnTo>
                <a:lnTo>
                  <a:pt x="100318" y="31596"/>
                </a:lnTo>
                <a:lnTo>
                  <a:pt x="100903" y="33936"/>
                </a:lnTo>
                <a:lnTo>
                  <a:pt x="102146" y="31450"/>
                </a:lnTo>
                <a:lnTo>
                  <a:pt x="106314" y="31815"/>
                </a:lnTo>
                <a:lnTo>
                  <a:pt x="104925" y="40811"/>
                </a:lnTo>
                <a:lnTo>
                  <a:pt x="97174" y="39056"/>
                </a:lnTo>
                <a:lnTo>
                  <a:pt x="88619" y="45785"/>
                </a:lnTo>
                <a:lnTo>
                  <a:pt x="81454" y="28890"/>
                </a:lnTo>
                <a:lnTo>
                  <a:pt x="81307" y="33351"/>
                </a:lnTo>
                <a:lnTo>
                  <a:pt x="87815" y="41981"/>
                </a:lnTo>
                <a:lnTo>
                  <a:pt x="85548" y="46662"/>
                </a:lnTo>
                <a:lnTo>
                  <a:pt x="81307" y="38178"/>
                </a:lnTo>
                <a:lnTo>
                  <a:pt x="75019" y="36277"/>
                </a:lnTo>
                <a:lnTo>
                  <a:pt x="69316" y="38910"/>
                </a:lnTo>
                <a:lnTo>
                  <a:pt x="75531" y="36715"/>
                </a:lnTo>
                <a:lnTo>
                  <a:pt x="81161" y="38690"/>
                </a:lnTo>
                <a:lnTo>
                  <a:pt x="84159" y="44541"/>
                </a:lnTo>
                <a:lnTo>
                  <a:pt x="81892" y="65020"/>
                </a:lnTo>
                <a:lnTo>
                  <a:pt x="71583" y="64289"/>
                </a:lnTo>
                <a:lnTo>
                  <a:pt x="60322" y="70652"/>
                </a:lnTo>
                <a:lnTo>
                  <a:pt x="56155" y="65898"/>
                </a:lnTo>
                <a:lnTo>
                  <a:pt x="52499" y="65898"/>
                </a:lnTo>
                <a:lnTo>
                  <a:pt x="35097" y="76576"/>
                </a:lnTo>
                <a:lnTo>
                  <a:pt x="35609" y="78843"/>
                </a:lnTo>
                <a:lnTo>
                  <a:pt x="29247" y="80599"/>
                </a:lnTo>
                <a:lnTo>
                  <a:pt x="26030" y="76942"/>
                </a:lnTo>
                <a:lnTo>
                  <a:pt x="13892" y="88936"/>
                </a:lnTo>
                <a:lnTo>
                  <a:pt x="16378" y="83451"/>
                </a:lnTo>
                <a:lnTo>
                  <a:pt x="12869" y="67799"/>
                </a:lnTo>
                <a:lnTo>
                  <a:pt x="5118" y="44980"/>
                </a:lnTo>
                <a:lnTo>
                  <a:pt x="0" y="42055"/>
                </a:lnTo>
                <a:lnTo>
                  <a:pt x="585" y="38325"/>
                </a:lnTo>
                <a:lnTo>
                  <a:pt x="29978" y="34009"/>
                </a:lnTo>
                <a:lnTo>
                  <a:pt x="37656" y="40007"/>
                </a:lnTo>
                <a:lnTo>
                  <a:pt x="39630" y="38544"/>
                </a:lnTo>
                <a:lnTo>
                  <a:pt x="35755" y="29329"/>
                </a:lnTo>
                <a:lnTo>
                  <a:pt x="48112" y="8192"/>
                </a:lnTo>
                <a:lnTo>
                  <a:pt x="58495" y="2267"/>
                </a:lnTo>
                <a:lnTo>
                  <a:pt x="70705" y="0"/>
                </a:lnTo>
              </a:path>
            </a:pathLst>
          </a:custGeom>
          <a:noFill xmlns:a="http://schemas.openxmlformats.org/drawingml/2006/main"/>
          <a:ln xmlns:a="http://schemas.openxmlformats.org/drawingml/2006/main" w="4581">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43FB9232-F9BA-4F69-8866-3E7E8AED204B}"/>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96882" h="72919">
                <a:moveTo>
                  <a:pt x="33854" y="0"/>
                </a:moveTo>
                <a:lnTo>
                  <a:pt x="46211" y="5412"/>
                </a:lnTo>
                <a:lnTo>
                  <a:pt x="49062" y="11775"/>
                </a:lnTo>
                <a:lnTo>
                  <a:pt x="62370" y="5997"/>
                </a:lnTo>
                <a:lnTo>
                  <a:pt x="61346" y="17626"/>
                </a:lnTo>
                <a:lnTo>
                  <a:pt x="63174" y="5851"/>
                </a:lnTo>
                <a:lnTo>
                  <a:pt x="69097" y="4388"/>
                </a:lnTo>
                <a:lnTo>
                  <a:pt x="82623" y="8923"/>
                </a:lnTo>
                <a:lnTo>
                  <a:pt x="85914" y="15286"/>
                </a:lnTo>
                <a:lnTo>
                  <a:pt x="87888" y="12946"/>
                </a:lnTo>
                <a:lnTo>
                  <a:pt x="96882" y="14774"/>
                </a:lnTo>
                <a:lnTo>
                  <a:pt x="96443" y="22380"/>
                </a:lnTo>
                <a:lnTo>
                  <a:pt x="89497" y="31815"/>
                </a:lnTo>
                <a:lnTo>
                  <a:pt x="80064" y="26988"/>
                </a:lnTo>
                <a:lnTo>
                  <a:pt x="75750" y="30572"/>
                </a:lnTo>
                <a:lnTo>
                  <a:pt x="81454" y="29182"/>
                </a:lnTo>
                <a:lnTo>
                  <a:pt x="84671" y="33132"/>
                </a:lnTo>
                <a:lnTo>
                  <a:pt x="83208" y="45419"/>
                </a:lnTo>
                <a:lnTo>
                  <a:pt x="80357" y="47686"/>
                </a:lnTo>
                <a:lnTo>
                  <a:pt x="83501" y="66922"/>
                </a:lnTo>
                <a:lnTo>
                  <a:pt x="71948" y="72919"/>
                </a:lnTo>
                <a:lnTo>
                  <a:pt x="62224" y="71383"/>
                </a:lnTo>
                <a:lnTo>
                  <a:pt x="51402" y="64289"/>
                </a:lnTo>
                <a:lnTo>
                  <a:pt x="48039" y="68092"/>
                </a:lnTo>
                <a:lnTo>
                  <a:pt x="42116" y="67946"/>
                </a:lnTo>
                <a:lnTo>
                  <a:pt x="28077" y="51343"/>
                </a:lnTo>
                <a:lnTo>
                  <a:pt x="21204" y="30791"/>
                </a:lnTo>
                <a:lnTo>
                  <a:pt x="15428" y="26842"/>
                </a:lnTo>
                <a:lnTo>
                  <a:pt x="10895" y="28231"/>
                </a:lnTo>
                <a:lnTo>
                  <a:pt x="658" y="24794"/>
                </a:lnTo>
                <a:lnTo>
                  <a:pt x="0" y="19235"/>
                </a:lnTo>
                <a:lnTo>
                  <a:pt x="9652" y="7899"/>
                </a:lnTo>
                <a:lnTo>
                  <a:pt x="13966" y="9874"/>
                </a:lnTo>
                <a:lnTo>
                  <a:pt x="23252" y="731"/>
                </a:lnTo>
                <a:lnTo>
                  <a:pt x="25518" y="4388"/>
                </a:lnTo>
                <a:lnTo>
                  <a:pt x="26249" y="1536"/>
                </a:lnTo>
                <a:lnTo>
                  <a:pt x="33854" y="0"/>
                </a:lnTo>
              </a:path>
            </a:pathLst>
          </a:custGeom>
          <a:noFill xmlns:a="http://schemas.openxmlformats.org/drawingml/2006/main"/>
          <a:ln xmlns:a="http://schemas.openxmlformats.org/drawingml/2006/main" w="4581">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396F787B-60E4-4436-AB9D-761434249858}"/>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69828" h="74309">
                <a:moveTo>
                  <a:pt x="8774" y="2048"/>
                </a:moveTo>
                <a:lnTo>
                  <a:pt x="25591" y="17846"/>
                </a:lnTo>
                <a:lnTo>
                  <a:pt x="34950" y="21356"/>
                </a:lnTo>
                <a:lnTo>
                  <a:pt x="48039" y="44322"/>
                </a:lnTo>
                <a:lnTo>
                  <a:pt x="69462" y="66044"/>
                </a:lnTo>
                <a:lnTo>
                  <a:pt x="69828" y="74309"/>
                </a:lnTo>
                <a:lnTo>
                  <a:pt x="48258" y="68750"/>
                </a:lnTo>
                <a:lnTo>
                  <a:pt x="12430" y="46150"/>
                </a:lnTo>
                <a:lnTo>
                  <a:pt x="512" y="21356"/>
                </a:lnTo>
                <a:lnTo>
                  <a:pt x="0" y="1975"/>
                </a:lnTo>
                <a:lnTo>
                  <a:pt x="4241" y="0"/>
                </a:lnTo>
                <a:lnTo>
                  <a:pt x="8774" y="2048"/>
                </a:lnTo>
              </a:path>
            </a:pathLst>
          </a:custGeom>
          <a:noFill xmlns:a="http://schemas.openxmlformats.org/drawingml/2006/main"/>
          <a:ln xmlns:a="http://schemas.openxmlformats.org/drawingml/2006/main" w="4581">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1907B6D8-3315-4C29-A918-CC5330F98888}"/>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26834" h="39056">
                <a:moveTo>
                  <a:pt x="4753" y="0"/>
                </a:moveTo>
                <a:lnTo>
                  <a:pt x="12357" y="2487"/>
                </a:lnTo>
                <a:lnTo>
                  <a:pt x="2486" y="805"/>
                </a:lnTo>
                <a:lnTo>
                  <a:pt x="5923" y="14993"/>
                </a:lnTo>
                <a:lnTo>
                  <a:pt x="25299" y="18504"/>
                </a:lnTo>
                <a:lnTo>
                  <a:pt x="19230" y="30279"/>
                </a:lnTo>
                <a:lnTo>
                  <a:pt x="26834" y="35399"/>
                </a:lnTo>
                <a:lnTo>
                  <a:pt x="14039" y="39056"/>
                </a:lnTo>
                <a:lnTo>
                  <a:pt x="1389" y="29694"/>
                </a:lnTo>
                <a:lnTo>
                  <a:pt x="7385" y="31961"/>
                </a:lnTo>
                <a:lnTo>
                  <a:pt x="9578" y="28085"/>
                </a:lnTo>
                <a:lnTo>
                  <a:pt x="4533" y="20259"/>
                </a:lnTo>
                <a:lnTo>
                  <a:pt x="1755" y="20113"/>
                </a:lnTo>
                <a:lnTo>
                  <a:pt x="0" y="24282"/>
                </a:lnTo>
                <a:lnTo>
                  <a:pt x="3583" y="12799"/>
                </a:lnTo>
                <a:lnTo>
                  <a:pt x="658" y="2121"/>
                </a:lnTo>
                <a:lnTo>
                  <a:pt x="4753" y="0"/>
                </a:lnTo>
              </a:path>
            </a:pathLst>
          </a:custGeom>
          <a:noFill xmlns:a="http://schemas.openxmlformats.org/drawingml/2006/main"/>
          <a:ln xmlns:a="http://schemas.openxmlformats.org/drawingml/2006/main" w="4581">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9530C794-2D42-4089-A5AE-26039F408558}"/>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25738" h="6802">
                <a:moveTo>
                  <a:pt x="13819" y="0"/>
                </a:moveTo>
                <a:lnTo>
                  <a:pt x="25738" y="0"/>
                </a:lnTo>
                <a:lnTo>
                  <a:pt x="25738" y="6802"/>
                </a:lnTo>
                <a:lnTo>
                  <a:pt x="0" y="6802"/>
                </a:lnTo>
                <a:lnTo>
                  <a:pt x="0" y="0"/>
                </a:lnTo>
                <a:lnTo>
                  <a:pt x="13819" y="0"/>
                </a:lnTo>
              </a:path>
            </a:pathLst>
          </a:custGeom>
          <a:noFill xmlns:a="http://schemas.openxmlformats.org/drawingml/2006/main"/>
          <a:ln xmlns:a="http://schemas.openxmlformats.org/drawingml/2006/main" w="4581">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B9D8751F-353A-4C4E-89A0-B522A6C4F761}"/>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34512" h="31596">
                <a:moveTo>
                  <a:pt x="22155" y="11044"/>
                </a:moveTo>
                <a:lnTo>
                  <a:pt x="34512" y="22527"/>
                </a:lnTo>
                <a:lnTo>
                  <a:pt x="29540" y="17699"/>
                </a:lnTo>
                <a:lnTo>
                  <a:pt x="26249" y="23624"/>
                </a:lnTo>
                <a:lnTo>
                  <a:pt x="26907" y="28743"/>
                </a:lnTo>
                <a:lnTo>
                  <a:pt x="34073" y="26915"/>
                </a:lnTo>
                <a:lnTo>
                  <a:pt x="14843" y="31596"/>
                </a:lnTo>
                <a:lnTo>
                  <a:pt x="22009" y="27939"/>
                </a:lnTo>
                <a:lnTo>
                  <a:pt x="16890" y="11848"/>
                </a:lnTo>
                <a:lnTo>
                  <a:pt x="0" y="0"/>
                </a:lnTo>
                <a:lnTo>
                  <a:pt x="22155" y="11044"/>
                </a:lnTo>
              </a:path>
            </a:pathLst>
          </a:custGeom>
          <a:noFill xmlns:a="http://schemas.openxmlformats.org/drawingml/2006/main"/>
          <a:ln xmlns:a="http://schemas.openxmlformats.org/drawingml/2006/main" w="4581">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F99D18BB-4811-4395-B1CA-6E54AD2233AE}"/>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17037" h="17773">
                <a:moveTo>
                  <a:pt x="9359" y="16749"/>
                </a:moveTo>
                <a:lnTo>
                  <a:pt x="3729" y="17773"/>
                </a:lnTo>
                <a:lnTo>
                  <a:pt x="0" y="15213"/>
                </a:lnTo>
                <a:lnTo>
                  <a:pt x="4680" y="11775"/>
                </a:lnTo>
                <a:lnTo>
                  <a:pt x="5849" y="6436"/>
                </a:lnTo>
                <a:lnTo>
                  <a:pt x="17037" y="0"/>
                </a:lnTo>
                <a:lnTo>
                  <a:pt x="9359" y="16749"/>
                </a:lnTo>
              </a:path>
            </a:pathLst>
          </a:custGeom>
          <a:noFill xmlns:a="http://schemas.openxmlformats.org/drawingml/2006/main"/>
          <a:ln xmlns:a="http://schemas.openxmlformats.org/drawingml/2006/main" w="4581">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220F84BC-BA46-46FE-8638-73CB24892DF4}"/>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1845" h="17773">
                <a:moveTo>
                  <a:pt x="6142" y="17773"/>
                </a:moveTo>
                <a:lnTo>
                  <a:pt x="0" y="15798"/>
                </a:lnTo>
                <a:lnTo>
                  <a:pt x="7019" y="0"/>
                </a:lnTo>
                <a:lnTo>
                  <a:pt x="11845" y="9581"/>
                </a:lnTo>
                <a:lnTo>
                  <a:pt x="11626" y="13384"/>
                </a:lnTo>
                <a:lnTo>
                  <a:pt x="6142" y="17773"/>
                </a:lnTo>
              </a:path>
            </a:pathLst>
          </a:custGeom>
          <a:noFill xmlns:a="http://schemas.openxmlformats.org/drawingml/2006/main"/>
          <a:ln xmlns:a="http://schemas.openxmlformats.org/drawingml/2006/main" w="4581">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981F0CD7-C761-4CEB-A3A8-58B65A9597E0}"/>
              </a:ext>
            </a:extLst>
          </p:cNvPr>
          <p:cNvSpPr>
            <a:spLocks xmlns:a="http://schemas.openxmlformats.org/drawingml/2006/main" noGrp="1"/>
          </p:cNvSpPr>
          <p:nvPr/>
        </p:nvSpPr>
        <p:spPr>
          <a:xfrm xmlns:a="http://schemas.openxmlformats.org/drawingml/2006/main">
            <a:off x="144915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9AD146D8-F0F7-4559-AB01-1E96ECD896FF}"/>
              </a:ext>
            </a:extLst>
          </p:cNvPr>
          <p:cNvSpPr>
            <a:spLocks xmlns:a="http://schemas.openxmlformats.org/drawingml/2006/main" noGrp="1"/>
          </p:cNvSpPr>
          <p:nvPr/>
        </p:nvSpPr>
        <p:spPr>
          <a:xfrm xmlns:a="http://schemas.openxmlformats.org/drawingml/2006/main">
            <a:off x="152815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DC1C4678-0798-45A0-8082-B39F13FBFE0D}"/>
              </a:ext>
            </a:extLst>
          </p:cNvPr>
          <p:cNvSpPr>
            <a:spLocks xmlns:a="http://schemas.openxmlformats.org/drawingml/2006/main" noGrp="1"/>
          </p:cNvSpPr>
          <p:nvPr/>
        </p:nvSpPr>
        <p:spPr>
          <a:xfrm xmlns:a="http://schemas.openxmlformats.org/drawingml/2006/main">
            <a:off x="160716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71AFA4D6-280B-4F35-A445-CB7388E9543C}"/>
              </a:ext>
            </a:extLst>
          </p:cNvPr>
          <p:cNvSpPr>
            <a:spLocks xmlns:a="http://schemas.openxmlformats.org/drawingml/2006/main" noGrp="1"/>
          </p:cNvSpPr>
          <p:nvPr/>
        </p:nvSpPr>
        <p:spPr>
          <a:xfrm xmlns:a="http://schemas.openxmlformats.org/drawingml/2006/main">
            <a:off x="168616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D483480E-6F0E-43B8-98F8-2F364D768567}"/>
              </a:ext>
            </a:extLst>
          </p:cNvPr>
          <p:cNvSpPr>
            <a:spLocks xmlns:a="http://schemas.openxmlformats.org/drawingml/2006/main" noGrp="1"/>
          </p:cNvSpPr>
          <p:nvPr/>
        </p:nvSpPr>
        <p:spPr>
          <a:xfrm xmlns:a="http://schemas.openxmlformats.org/drawingml/2006/main">
            <a:off x="176516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10957286-1024-4E4F-992B-F6F24AFF5CAB}"/>
              </a:ext>
            </a:extLst>
          </p:cNvPr>
          <p:cNvSpPr>
            <a:spLocks xmlns:a="http://schemas.openxmlformats.org/drawingml/2006/main" noGrp="1"/>
          </p:cNvSpPr>
          <p:nvPr/>
        </p:nvSpPr>
        <p:spPr>
          <a:xfrm xmlns:a="http://schemas.openxmlformats.org/drawingml/2006/main">
            <a:off x="176516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27F04E2E-DC66-40BD-B1E1-E6B0C29A2952}"/>
              </a:ext>
            </a:extLst>
          </p:cNvPr>
          <p:cNvSpPr>
            <a:spLocks xmlns:a="http://schemas.openxmlformats.org/drawingml/2006/main" noGrp="1"/>
          </p:cNvSpPr>
          <p:nvPr/>
        </p:nvSpPr>
        <p:spPr>
          <a:xfrm xmlns:a="http://schemas.openxmlformats.org/drawingml/2006/main">
            <a:off x="184416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3C4B245F-5553-489E-ACCE-E6B422A6262B}"/>
              </a:ext>
            </a:extLst>
          </p:cNvPr>
          <p:cNvSpPr>
            <a:spLocks xmlns:a="http://schemas.openxmlformats.org/drawingml/2006/main" noGrp="1"/>
          </p:cNvSpPr>
          <p:nvPr/>
        </p:nvSpPr>
        <p:spPr>
          <a:xfrm xmlns:a="http://schemas.openxmlformats.org/drawingml/2006/main">
            <a:off x="192317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D42A1034-BCDC-4A74-84FA-7B72FB18A6E5}"/>
              </a:ext>
            </a:extLst>
          </p:cNvPr>
          <p:cNvSpPr>
            <a:spLocks xmlns:a="http://schemas.openxmlformats.org/drawingml/2006/main" noGrp="1"/>
          </p:cNvSpPr>
          <p:nvPr/>
        </p:nvSpPr>
        <p:spPr>
          <a:xfrm xmlns:a="http://schemas.openxmlformats.org/drawingml/2006/main">
            <a:off x="192317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FB2AD4D4-E906-4F15-8BD7-4042E1F1E9D4}"/>
              </a:ext>
            </a:extLst>
          </p:cNvPr>
          <p:cNvSpPr>
            <a:spLocks xmlns:a="http://schemas.openxmlformats.org/drawingml/2006/main" noGrp="1"/>
          </p:cNvSpPr>
          <p:nvPr/>
        </p:nvSpPr>
        <p:spPr>
          <a:xfrm xmlns:a="http://schemas.openxmlformats.org/drawingml/2006/main">
            <a:off x="200217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E19DC496-4ACD-4BE1-8621-A7489AF80FCA}"/>
              </a:ext>
            </a:extLst>
          </p:cNvPr>
          <p:cNvSpPr>
            <a:spLocks xmlns:a="http://schemas.openxmlformats.org/drawingml/2006/main" noGrp="1"/>
          </p:cNvSpPr>
          <p:nvPr/>
        </p:nvSpPr>
        <p:spPr>
          <a:xfrm xmlns:a="http://schemas.openxmlformats.org/drawingml/2006/main">
            <a:off x="200217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5149BDFB-DC15-4168-A154-A8D8AAD47F42}"/>
              </a:ext>
            </a:extLst>
          </p:cNvPr>
          <p:cNvSpPr>
            <a:spLocks xmlns:a="http://schemas.openxmlformats.org/drawingml/2006/main" noGrp="1"/>
          </p:cNvSpPr>
          <p:nvPr/>
        </p:nvSpPr>
        <p:spPr>
          <a:xfrm xmlns:a="http://schemas.openxmlformats.org/drawingml/2006/main">
            <a:off x="200217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9D220F43-C09F-4393-8567-B5DC41AD8657}"/>
              </a:ext>
            </a:extLst>
          </p:cNvPr>
          <p:cNvSpPr>
            <a:spLocks xmlns:a="http://schemas.openxmlformats.org/drawingml/2006/main" noGrp="1"/>
          </p:cNvSpPr>
          <p:nvPr/>
        </p:nvSpPr>
        <p:spPr>
          <a:xfrm xmlns:a="http://schemas.openxmlformats.org/drawingml/2006/main">
            <a:off x="208117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931E3FBA-8DD9-4010-9AA3-54A650F2F1B7}"/>
              </a:ext>
            </a:extLst>
          </p:cNvPr>
          <p:cNvSpPr>
            <a:spLocks xmlns:a="http://schemas.openxmlformats.org/drawingml/2006/main" noGrp="1"/>
          </p:cNvSpPr>
          <p:nvPr/>
        </p:nvSpPr>
        <p:spPr>
          <a:xfrm xmlns:a="http://schemas.openxmlformats.org/drawingml/2006/main">
            <a:off x="208117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D72E8EA0-E843-41B4-A310-FBBF8E510C57}"/>
              </a:ext>
            </a:extLst>
          </p:cNvPr>
          <p:cNvSpPr>
            <a:spLocks xmlns:a="http://schemas.openxmlformats.org/drawingml/2006/main" noGrp="1"/>
          </p:cNvSpPr>
          <p:nvPr/>
        </p:nvSpPr>
        <p:spPr>
          <a:xfrm xmlns:a="http://schemas.openxmlformats.org/drawingml/2006/main">
            <a:off x="208117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6D96DE3E-18D0-47E1-86B5-D695CC19457A}"/>
              </a:ext>
            </a:extLst>
          </p:cNvPr>
          <p:cNvSpPr>
            <a:spLocks xmlns:a="http://schemas.openxmlformats.org/drawingml/2006/main" noGrp="1"/>
          </p:cNvSpPr>
          <p:nvPr/>
        </p:nvSpPr>
        <p:spPr>
          <a:xfrm xmlns:a="http://schemas.openxmlformats.org/drawingml/2006/main">
            <a:off x="208117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779B0C7E-DDD7-4AC9-AC81-E614D060B9FD}"/>
              </a:ext>
            </a:extLst>
          </p:cNvPr>
          <p:cNvSpPr>
            <a:spLocks xmlns:a="http://schemas.openxmlformats.org/drawingml/2006/main" noGrp="1"/>
          </p:cNvSpPr>
          <p:nvPr/>
        </p:nvSpPr>
        <p:spPr>
          <a:xfrm xmlns:a="http://schemas.openxmlformats.org/drawingml/2006/main">
            <a:off x="208117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94E1D881-2775-4DBC-B430-8DEB6026FB04}"/>
              </a:ext>
            </a:extLst>
          </p:cNvPr>
          <p:cNvSpPr>
            <a:spLocks xmlns:a="http://schemas.openxmlformats.org/drawingml/2006/main" noGrp="1"/>
          </p:cNvSpPr>
          <p:nvPr/>
        </p:nvSpPr>
        <p:spPr>
          <a:xfrm xmlns:a="http://schemas.openxmlformats.org/drawingml/2006/main">
            <a:off x="216017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1593D196-482F-442A-8F93-317104A3D22D}"/>
              </a:ext>
            </a:extLst>
          </p:cNvPr>
          <p:cNvSpPr>
            <a:spLocks xmlns:a="http://schemas.openxmlformats.org/drawingml/2006/main" noGrp="1"/>
          </p:cNvSpPr>
          <p:nvPr/>
        </p:nvSpPr>
        <p:spPr>
          <a:xfrm xmlns:a="http://schemas.openxmlformats.org/drawingml/2006/main">
            <a:off x="216017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E1922EAD-1F51-422E-A02B-A1E2B01CBBAE}"/>
              </a:ext>
            </a:extLst>
          </p:cNvPr>
          <p:cNvSpPr>
            <a:spLocks xmlns:a="http://schemas.openxmlformats.org/drawingml/2006/main" noGrp="1"/>
          </p:cNvSpPr>
          <p:nvPr/>
        </p:nvSpPr>
        <p:spPr>
          <a:xfrm xmlns:a="http://schemas.openxmlformats.org/drawingml/2006/main">
            <a:off x="216017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8F4CFA49-CFD9-48FC-AEC6-1CB624FAD570}"/>
              </a:ext>
            </a:extLst>
          </p:cNvPr>
          <p:cNvSpPr>
            <a:spLocks xmlns:a="http://schemas.openxmlformats.org/drawingml/2006/main" noGrp="1"/>
          </p:cNvSpPr>
          <p:nvPr/>
        </p:nvSpPr>
        <p:spPr>
          <a:xfrm xmlns:a="http://schemas.openxmlformats.org/drawingml/2006/main">
            <a:off x="216017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5854A0C8-A6AD-48FC-B9AB-ABCA30D429C7}"/>
              </a:ext>
            </a:extLst>
          </p:cNvPr>
          <p:cNvSpPr>
            <a:spLocks xmlns:a="http://schemas.openxmlformats.org/drawingml/2006/main" noGrp="1"/>
          </p:cNvSpPr>
          <p:nvPr/>
        </p:nvSpPr>
        <p:spPr>
          <a:xfrm xmlns:a="http://schemas.openxmlformats.org/drawingml/2006/main">
            <a:off x="216017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764CB280-C18C-46F2-988D-C220DB9D7B82}"/>
              </a:ext>
            </a:extLst>
          </p:cNvPr>
          <p:cNvSpPr>
            <a:spLocks xmlns:a="http://schemas.openxmlformats.org/drawingml/2006/main" noGrp="1"/>
          </p:cNvSpPr>
          <p:nvPr/>
        </p:nvSpPr>
        <p:spPr>
          <a:xfrm xmlns:a="http://schemas.openxmlformats.org/drawingml/2006/main">
            <a:off x="223918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74E8079B-A423-4339-9A5E-9272407D66B5}"/>
              </a:ext>
            </a:extLst>
          </p:cNvPr>
          <p:cNvSpPr>
            <a:spLocks xmlns:a="http://schemas.openxmlformats.org/drawingml/2006/main" noGrp="1"/>
          </p:cNvSpPr>
          <p:nvPr/>
        </p:nvSpPr>
        <p:spPr>
          <a:xfrm xmlns:a="http://schemas.openxmlformats.org/drawingml/2006/main">
            <a:off x="223918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0C5AD48F-8312-4BDF-B084-E171A6DA20F7}"/>
              </a:ext>
            </a:extLst>
          </p:cNvPr>
          <p:cNvSpPr>
            <a:spLocks xmlns:a="http://schemas.openxmlformats.org/drawingml/2006/main" noGrp="1"/>
          </p:cNvSpPr>
          <p:nvPr/>
        </p:nvSpPr>
        <p:spPr>
          <a:xfrm xmlns:a="http://schemas.openxmlformats.org/drawingml/2006/main">
            <a:off x="223918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06D47D12-BE3B-457A-982C-BAE6F0BB70FE}"/>
              </a:ext>
            </a:extLst>
          </p:cNvPr>
          <p:cNvSpPr>
            <a:spLocks xmlns:a="http://schemas.openxmlformats.org/drawingml/2006/main" noGrp="1"/>
          </p:cNvSpPr>
          <p:nvPr/>
        </p:nvSpPr>
        <p:spPr>
          <a:xfrm xmlns:a="http://schemas.openxmlformats.org/drawingml/2006/main">
            <a:off x="223918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86956742-0118-432F-9A5E-825E5D6205B2}"/>
              </a:ext>
            </a:extLst>
          </p:cNvPr>
          <p:cNvSpPr>
            <a:spLocks xmlns:a="http://schemas.openxmlformats.org/drawingml/2006/main" noGrp="1"/>
          </p:cNvSpPr>
          <p:nvPr/>
        </p:nvSpPr>
        <p:spPr>
          <a:xfrm xmlns:a="http://schemas.openxmlformats.org/drawingml/2006/main">
            <a:off x="223918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C7D7F70C-F63C-47B1-B1FF-07CDAB12AD6D}"/>
              </a:ext>
            </a:extLst>
          </p:cNvPr>
          <p:cNvSpPr>
            <a:spLocks xmlns:a="http://schemas.openxmlformats.org/drawingml/2006/main" noGrp="1"/>
          </p:cNvSpPr>
          <p:nvPr/>
        </p:nvSpPr>
        <p:spPr>
          <a:xfrm xmlns:a="http://schemas.openxmlformats.org/drawingml/2006/main">
            <a:off x="223918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6A601772-C225-4ADF-B977-1A1B3CEAA88F}"/>
              </a:ext>
            </a:extLst>
          </p:cNvPr>
          <p:cNvSpPr>
            <a:spLocks xmlns:a="http://schemas.openxmlformats.org/drawingml/2006/main" noGrp="1"/>
          </p:cNvSpPr>
          <p:nvPr/>
        </p:nvSpPr>
        <p:spPr>
          <a:xfrm xmlns:a="http://schemas.openxmlformats.org/drawingml/2006/main">
            <a:off x="231818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4127B880-AAFC-4FA1-A71E-89C41A0C7C0D}"/>
              </a:ext>
            </a:extLst>
          </p:cNvPr>
          <p:cNvSpPr>
            <a:spLocks xmlns:a="http://schemas.openxmlformats.org/drawingml/2006/main" noGrp="1"/>
          </p:cNvSpPr>
          <p:nvPr/>
        </p:nvSpPr>
        <p:spPr>
          <a:xfrm xmlns:a="http://schemas.openxmlformats.org/drawingml/2006/main">
            <a:off x="231818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EDF56D64-0B41-4D31-89F6-F032776E813D}"/>
              </a:ext>
            </a:extLst>
          </p:cNvPr>
          <p:cNvSpPr>
            <a:spLocks xmlns:a="http://schemas.openxmlformats.org/drawingml/2006/main" noGrp="1"/>
          </p:cNvSpPr>
          <p:nvPr/>
        </p:nvSpPr>
        <p:spPr>
          <a:xfrm xmlns:a="http://schemas.openxmlformats.org/drawingml/2006/main">
            <a:off x="231818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23B02D93-7CA1-4D2D-B393-56CD745B57D1}"/>
              </a:ext>
            </a:extLst>
          </p:cNvPr>
          <p:cNvSpPr>
            <a:spLocks xmlns:a="http://schemas.openxmlformats.org/drawingml/2006/main" noGrp="1"/>
          </p:cNvSpPr>
          <p:nvPr/>
        </p:nvSpPr>
        <p:spPr>
          <a:xfrm xmlns:a="http://schemas.openxmlformats.org/drawingml/2006/main">
            <a:off x="231818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8498F6CE-D27E-43DA-BD11-43EB0CC7F791}"/>
              </a:ext>
            </a:extLst>
          </p:cNvPr>
          <p:cNvSpPr>
            <a:spLocks xmlns:a="http://schemas.openxmlformats.org/drawingml/2006/main" noGrp="1"/>
          </p:cNvSpPr>
          <p:nvPr/>
        </p:nvSpPr>
        <p:spPr>
          <a:xfrm xmlns:a="http://schemas.openxmlformats.org/drawingml/2006/main">
            <a:off x="239718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A1A107EC-AED6-40E7-B5ED-5F7C701AD277}"/>
              </a:ext>
            </a:extLst>
          </p:cNvPr>
          <p:cNvSpPr>
            <a:spLocks xmlns:a="http://schemas.openxmlformats.org/drawingml/2006/main" noGrp="1"/>
          </p:cNvSpPr>
          <p:nvPr/>
        </p:nvSpPr>
        <p:spPr>
          <a:xfrm xmlns:a="http://schemas.openxmlformats.org/drawingml/2006/main">
            <a:off x="239718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1D60B2BC-FC86-458A-B329-3FD5D8C71C34}"/>
              </a:ext>
            </a:extLst>
          </p:cNvPr>
          <p:cNvSpPr>
            <a:spLocks xmlns:a="http://schemas.openxmlformats.org/drawingml/2006/main" noGrp="1"/>
          </p:cNvSpPr>
          <p:nvPr/>
        </p:nvSpPr>
        <p:spPr>
          <a:xfrm xmlns:a="http://schemas.openxmlformats.org/drawingml/2006/main">
            <a:off x="239718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B8454390-B7B7-4A47-8112-01D1448DC7C2}"/>
              </a:ext>
            </a:extLst>
          </p:cNvPr>
          <p:cNvSpPr>
            <a:spLocks xmlns:a="http://schemas.openxmlformats.org/drawingml/2006/main" noGrp="1"/>
          </p:cNvSpPr>
          <p:nvPr/>
        </p:nvSpPr>
        <p:spPr>
          <a:xfrm xmlns:a="http://schemas.openxmlformats.org/drawingml/2006/main">
            <a:off x="239718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F50E3CCD-500C-4BAF-A649-34045E96E692}"/>
              </a:ext>
            </a:extLst>
          </p:cNvPr>
          <p:cNvSpPr>
            <a:spLocks xmlns:a="http://schemas.openxmlformats.org/drawingml/2006/main" noGrp="1"/>
          </p:cNvSpPr>
          <p:nvPr/>
        </p:nvSpPr>
        <p:spPr>
          <a:xfrm xmlns:a="http://schemas.openxmlformats.org/drawingml/2006/main">
            <a:off x="239718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DE954404-2CA6-4DE0-AC2C-B742E4370EA8}"/>
              </a:ext>
            </a:extLst>
          </p:cNvPr>
          <p:cNvSpPr>
            <a:spLocks xmlns:a="http://schemas.openxmlformats.org/drawingml/2006/main" noGrp="1"/>
          </p:cNvSpPr>
          <p:nvPr/>
        </p:nvSpPr>
        <p:spPr>
          <a:xfrm xmlns:a="http://schemas.openxmlformats.org/drawingml/2006/main">
            <a:off x="2397186"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97B45B4F-D36F-4066-A5BD-2E7A18CEC8F0}"/>
              </a:ext>
            </a:extLst>
          </p:cNvPr>
          <p:cNvSpPr>
            <a:spLocks xmlns:a="http://schemas.openxmlformats.org/drawingml/2006/main" noGrp="1"/>
          </p:cNvSpPr>
          <p:nvPr/>
        </p:nvSpPr>
        <p:spPr>
          <a:xfrm xmlns:a="http://schemas.openxmlformats.org/drawingml/2006/main">
            <a:off x="2476189"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64F213CA-9643-41CA-9CBD-18EBDBA93D9E}"/>
              </a:ext>
            </a:extLst>
          </p:cNvPr>
          <p:cNvSpPr>
            <a:spLocks xmlns:a="http://schemas.openxmlformats.org/drawingml/2006/main" noGrp="1"/>
          </p:cNvSpPr>
          <p:nvPr/>
        </p:nvSpPr>
        <p:spPr>
          <a:xfrm xmlns:a="http://schemas.openxmlformats.org/drawingml/2006/main">
            <a:off x="247618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BC95F847-17DB-48A1-8102-76C50E5DFA58}"/>
              </a:ext>
            </a:extLst>
          </p:cNvPr>
          <p:cNvSpPr>
            <a:spLocks xmlns:a="http://schemas.openxmlformats.org/drawingml/2006/main" noGrp="1"/>
          </p:cNvSpPr>
          <p:nvPr/>
        </p:nvSpPr>
        <p:spPr>
          <a:xfrm xmlns:a="http://schemas.openxmlformats.org/drawingml/2006/main">
            <a:off x="247618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4BDF6301-5385-4DBE-B609-14C4AF3E8729}"/>
              </a:ext>
            </a:extLst>
          </p:cNvPr>
          <p:cNvSpPr>
            <a:spLocks xmlns:a="http://schemas.openxmlformats.org/drawingml/2006/main" noGrp="1"/>
          </p:cNvSpPr>
          <p:nvPr/>
        </p:nvSpPr>
        <p:spPr>
          <a:xfrm xmlns:a="http://schemas.openxmlformats.org/drawingml/2006/main">
            <a:off x="247618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C76753AD-89C4-41D2-86D4-A374EBFF81DE}"/>
              </a:ext>
            </a:extLst>
          </p:cNvPr>
          <p:cNvSpPr>
            <a:spLocks xmlns:a="http://schemas.openxmlformats.org/drawingml/2006/main" noGrp="1"/>
          </p:cNvSpPr>
          <p:nvPr/>
        </p:nvSpPr>
        <p:spPr>
          <a:xfrm xmlns:a="http://schemas.openxmlformats.org/drawingml/2006/main">
            <a:off x="247618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D6888367-8FFC-4BF5-A2E4-27AB529251BA}"/>
              </a:ext>
            </a:extLst>
          </p:cNvPr>
          <p:cNvSpPr>
            <a:spLocks xmlns:a="http://schemas.openxmlformats.org/drawingml/2006/main" noGrp="1"/>
          </p:cNvSpPr>
          <p:nvPr/>
        </p:nvSpPr>
        <p:spPr>
          <a:xfrm xmlns:a="http://schemas.openxmlformats.org/drawingml/2006/main">
            <a:off x="247618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DE5F440E-C658-4E65-9AF1-C66F8098592D}"/>
              </a:ext>
            </a:extLst>
          </p:cNvPr>
          <p:cNvSpPr>
            <a:spLocks xmlns:a="http://schemas.openxmlformats.org/drawingml/2006/main" noGrp="1"/>
          </p:cNvSpPr>
          <p:nvPr/>
        </p:nvSpPr>
        <p:spPr>
          <a:xfrm xmlns:a="http://schemas.openxmlformats.org/drawingml/2006/main">
            <a:off x="247618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4FDC222A-43CB-4475-B347-E9EE5C840A54}"/>
              </a:ext>
            </a:extLst>
          </p:cNvPr>
          <p:cNvSpPr>
            <a:spLocks xmlns:a="http://schemas.openxmlformats.org/drawingml/2006/main" noGrp="1"/>
          </p:cNvSpPr>
          <p:nvPr/>
        </p:nvSpPr>
        <p:spPr>
          <a:xfrm xmlns:a="http://schemas.openxmlformats.org/drawingml/2006/main">
            <a:off x="247618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51DF420B-56C1-445A-8FAE-7A6E41B4630C}"/>
              </a:ext>
            </a:extLst>
          </p:cNvPr>
          <p:cNvSpPr>
            <a:spLocks xmlns:a="http://schemas.openxmlformats.org/drawingml/2006/main" noGrp="1"/>
          </p:cNvSpPr>
          <p:nvPr/>
        </p:nvSpPr>
        <p:spPr>
          <a:xfrm xmlns:a="http://schemas.openxmlformats.org/drawingml/2006/main">
            <a:off x="247618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7D3C66F3-11E0-4FC3-91DF-C45D02793EA5}"/>
              </a:ext>
            </a:extLst>
          </p:cNvPr>
          <p:cNvSpPr>
            <a:spLocks xmlns:a="http://schemas.openxmlformats.org/drawingml/2006/main" noGrp="1"/>
          </p:cNvSpPr>
          <p:nvPr/>
        </p:nvSpPr>
        <p:spPr>
          <a:xfrm xmlns:a="http://schemas.openxmlformats.org/drawingml/2006/main">
            <a:off x="2476189"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9916CC48-17A4-43DE-ACA8-D5F5B3F3F60F}"/>
              </a:ext>
            </a:extLst>
          </p:cNvPr>
          <p:cNvSpPr>
            <a:spLocks xmlns:a="http://schemas.openxmlformats.org/drawingml/2006/main" noGrp="1"/>
          </p:cNvSpPr>
          <p:nvPr/>
        </p:nvSpPr>
        <p:spPr>
          <a:xfrm xmlns:a="http://schemas.openxmlformats.org/drawingml/2006/main">
            <a:off x="2476189"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C725CBB8-7742-403E-8FB3-8D513C42B831}"/>
              </a:ext>
            </a:extLst>
          </p:cNvPr>
          <p:cNvSpPr>
            <a:spLocks xmlns:a="http://schemas.openxmlformats.org/drawingml/2006/main" noGrp="1"/>
          </p:cNvSpPr>
          <p:nvPr/>
        </p:nvSpPr>
        <p:spPr>
          <a:xfrm xmlns:a="http://schemas.openxmlformats.org/drawingml/2006/main">
            <a:off x="255519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691B8838-1A0E-430F-956C-7EB78BF05DB4}"/>
              </a:ext>
            </a:extLst>
          </p:cNvPr>
          <p:cNvSpPr>
            <a:spLocks xmlns:a="http://schemas.openxmlformats.org/drawingml/2006/main" noGrp="1"/>
          </p:cNvSpPr>
          <p:nvPr/>
        </p:nvSpPr>
        <p:spPr>
          <a:xfrm xmlns:a="http://schemas.openxmlformats.org/drawingml/2006/main">
            <a:off x="255519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48EDFFB7-3005-4EC3-9AFE-DB8AE7FB6F66}"/>
              </a:ext>
            </a:extLst>
          </p:cNvPr>
          <p:cNvSpPr>
            <a:spLocks xmlns:a="http://schemas.openxmlformats.org/drawingml/2006/main" noGrp="1"/>
          </p:cNvSpPr>
          <p:nvPr/>
        </p:nvSpPr>
        <p:spPr>
          <a:xfrm xmlns:a="http://schemas.openxmlformats.org/drawingml/2006/main">
            <a:off x="255519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47477857-F6B7-401D-A6EA-7EEA0DAA535D}"/>
              </a:ext>
            </a:extLst>
          </p:cNvPr>
          <p:cNvSpPr>
            <a:spLocks xmlns:a="http://schemas.openxmlformats.org/drawingml/2006/main" noGrp="1"/>
          </p:cNvSpPr>
          <p:nvPr/>
        </p:nvSpPr>
        <p:spPr>
          <a:xfrm xmlns:a="http://schemas.openxmlformats.org/drawingml/2006/main">
            <a:off x="255519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F59B86DB-D196-4F15-9D2C-3CE72B4FC5A4}"/>
              </a:ext>
            </a:extLst>
          </p:cNvPr>
          <p:cNvSpPr>
            <a:spLocks xmlns:a="http://schemas.openxmlformats.org/drawingml/2006/main" noGrp="1"/>
          </p:cNvSpPr>
          <p:nvPr/>
        </p:nvSpPr>
        <p:spPr>
          <a:xfrm xmlns:a="http://schemas.openxmlformats.org/drawingml/2006/main">
            <a:off x="255519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BE215FDB-256B-4301-AD8C-DF0EE03D9FA6}"/>
              </a:ext>
            </a:extLst>
          </p:cNvPr>
          <p:cNvSpPr>
            <a:spLocks xmlns:a="http://schemas.openxmlformats.org/drawingml/2006/main" noGrp="1"/>
          </p:cNvSpPr>
          <p:nvPr/>
        </p:nvSpPr>
        <p:spPr>
          <a:xfrm xmlns:a="http://schemas.openxmlformats.org/drawingml/2006/main">
            <a:off x="255519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D191CBF9-D791-44CE-BA73-422B72AAE852}"/>
              </a:ext>
            </a:extLst>
          </p:cNvPr>
          <p:cNvSpPr>
            <a:spLocks xmlns:a="http://schemas.openxmlformats.org/drawingml/2006/main" noGrp="1"/>
          </p:cNvSpPr>
          <p:nvPr/>
        </p:nvSpPr>
        <p:spPr>
          <a:xfrm xmlns:a="http://schemas.openxmlformats.org/drawingml/2006/main">
            <a:off x="255519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B96EE843-2B7E-4B1C-9524-81231EE83EB9}"/>
              </a:ext>
            </a:extLst>
          </p:cNvPr>
          <p:cNvSpPr>
            <a:spLocks xmlns:a="http://schemas.openxmlformats.org/drawingml/2006/main" noGrp="1"/>
          </p:cNvSpPr>
          <p:nvPr/>
        </p:nvSpPr>
        <p:spPr>
          <a:xfrm xmlns:a="http://schemas.openxmlformats.org/drawingml/2006/main">
            <a:off x="255519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F6FFAC64-1652-4EC4-9033-2A4772CB6A72}"/>
              </a:ext>
            </a:extLst>
          </p:cNvPr>
          <p:cNvSpPr>
            <a:spLocks xmlns:a="http://schemas.openxmlformats.org/drawingml/2006/main" noGrp="1"/>
          </p:cNvSpPr>
          <p:nvPr/>
        </p:nvSpPr>
        <p:spPr>
          <a:xfrm xmlns:a="http://schemas.openxmlformats.org/drawingml/2006/main">
            <a:off x="255519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F0D7701B-94C1-4D3B-B712-B06CA046A30E}"/>
              </a:ext>
            </a:extLst>
          </p:cNvPr>
          <p:cNvSpPr>
            <a:spLocks xmlns:a="http://schemas.openxmlformats.org/drawingml/2006/main" noGrp="1"/>
          </p:cNvSpPr>
          <p:nvPr/>
        </p:nvSpPr>
        <p:spPr>
          <a:xfrm xmlns:a="http://schemas.openxmlformats.org/drawingml/2006/main">
            <a:off x="2555191"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745DB250-B327-4E16-A6C1-5F39A8E11FEE}"/>
              </a:ext>
            </a:extLst>
          </p:cNvPr>
          <p:cNvSpPr>
            <a:spLocks xmlns:a="http://schemas.openxmlformats.org/drawingml/2006/main" noGrp="1"/>
          </p:cNvSpPr>
          <p:nvPr/>
        </p:nvSpPr>
        <p:spPr>
          <a:xfrm xmlns:a="http://schemas.openxmlformats.org/drawingml/2006/main">
            <a:off x="2555191"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89DE66C2-CE15-4EBF-A368-ACBAFB2DE344}"/>
              </a:ext>
            </a:extLst>
          </p:cNvPr>
          <p:cNvSpPr>
            <a:spLocks xmlns:a="http://schemas.openxmlformats.org/drawingml/2006/main" noGrp="1"/>
          </p:cNvSpPr>
          <p:nvPr/>
        </p:nvSpPr>
        <p:spPr>
          <a:xfrm xmlns:a="http://schemas.openxmlformats.org/drawingml/2006/main">
            <a:off x="2555191"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88E673B4-2166-4CA7-932C-1442B98623B3}"/>
              </a:ext>
            </a:extLst>
          </p:cNvPr>
          <p:cNvSpPr>
            <a:spLocks xmlns:a="http://schemas.openxmlformats.org/drawingml/2006/main" noGrp="1"/>
          </p:cNvSpPr>
          <p:nvPr/>
        </p:nvSpPr>
        <p:spPr>
          <a:xfrm xmlns:a="http://schemas.openxmlformats.org/drawingml/2006/main">
            <a:off x="2634194"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0E927C69-D393-4496-ABFB-379DCF0AB9C8}"/>
              </a:ext>
            </a:extLst>
          </p:cNvPr>
          <p:cNvSpPr>
            <a:spLocks xmlns:a="http://schemas.openxmlformats.org/drawingml/2006/main" noGrp="1"/>
          </p:cNvSpPr>
          <p:nvPr/>
        </p:nvSpPr>
        <p:spPr>
          <a:xfrm xmlns:a="http://schemas.openxmlformats.org/drawingml/2006/main">
            <a:off x="263419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96322D7A-50A8-4CC4-BF6A-15F136A1F779}"/>
              </a:ext>
            </a:extLst>
          </p:cNvPr>
          <p:cNvSpPr>
            <a:spLocks xmlns:a="http://schemas.openxmlformats.org/drawingml/2006/main" noGrp="1"/>
          </p:cNvSpPr>
          <p:nvPr/>
        </p:nvSpPr>
        <p:spPr>
          <a:xfrm xmlns:a="http://schemas.openxmlformats.org/drawingml/2006/main">
            <a:off x="263419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C96D0901-17E3-4366-B904-82629FB13F41}"/>
              </a:ext>
            </a:extLst>
          </p:cNvPr>
          <p:cNvSpPr>
            <a:spLocks xmlns:a="http://schemas.openxmlformats.org/drawingml/2006/main" noGrp="1"/>
          </p:cNvSpPr>
          <p:nvPr/>
        </p:nvSpPr>
        <p:spPr>
          <a:xfrm xmlns:a="http://schemas.openxmlformats.org/drawingml/2006/main">
            <a:off x="263419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FCEE356B-1408-457C-B6F9-15154BD06DDD}"/>
              </a:ext>
            </a:extLst>
          </p:cNvPr>
          <p:cNvSpPr>
            <a:spLocks xmlns:a="http://schemas.openxmlformats.org/drawingml/2006/main" noGrp="1"/>
          </p:cNvSpPr>
          <p:nvPr/>
        </p:nvSpPr>
        <p:spPr>
          <a:xfrm xmlns:a="http://schemas.openxmlformats.org/drawingml/2006/main">
            <a:off x="263419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45602003-CA5D-430C-A243-CFEEB277C880}"/>
              </a:ext>
            </a:extLst>
          </p:cNvPr>
          <p:cNvSpPr>
            <a:spLocks xmlns:a="http://schemas.openxmlformats.org/drawingml/2006/main" noGrp="1"/>
          </p:cNvSpPr>
          <p:nvPr/>
        </p:nvSpPr>
        <p:spPr>
          <a:xfrm xmlns:a="http://schemas.openxmlformats.org/drawingml/2006/main">
            <a:off x="263419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641D2396-2576-4B0C-BCE1-90DFF5D0AAA2}"/>
              </a:ext>
            </a:extLst>
          </p:cNvPr>
          <p:cNvSpPr>
            <a:spLocks xmlns:a="http://schemas.openxmlformats.org/drawingml/2006/main" noGrp="1"/>
          </p:cNvSpPr>
          <p:nvPr/>
        </p:nvSpPr>
        <p:spPr>
          <a:xfrm xmlns:a="http://schemas.openxmlformats.org/drawingml/2006/main">
            <a:off x="263419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BC14CC5F-BEBD-459E-B683-7C1EB151452B}"/>
              </a:ext>
            </a:extLst>
          </p:cNvPr>
          <p:cNvSpPr>
            <a:spLocks xmlns:a="http://schemas.openxmlformats.org/drawingml/2006/main" noGrp="1"/>
          </p:cNvSpPr>
          <p:nvPr/>
        </p:nvSpPr>
        <p:spPr>
          <a:xfrm xmlns:a="http://schemas.openxmlformats.org/drawingml/2006/main">
            <a:off x="263419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A6EFB1E3-C668-4FE7-A157-ED69E3F2B63F}"/>
              </a:ext>
            </a:extLst>
          </p:cNvPr>
          <p:cNvSpPr>
            <a:spLocks xmlns:a="http://schemas.openxmlformats.org/drawingml/2006/main" noGrp="1"/>
          </p:cNvSpPr>
          <p:nvPr/>
        </p:nvSpPr>
        <p:spPr>
          <a:xfrm xmlns:a="http://schemas.openxmlformats.org/drawingml/2006/main">
            <a:off x="263419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78FC12FD-A945-437B-A8D9-0280C7027AA0}"/>
              </a:ext>
            </a:extLst>
          </p:cNvPr>
          <p:cNvSpPr>
            <a:spLocks xmlns:a="http://schemas.openxmlformats.org/drawingml/2006/main" noGrp="1"/>
          </p:cNvSpPr>
          <p:nvPr/>
        </p:nvSpPr>
        <p:spPr>
          <a:xfrm xmlns:a="http://schemas.openxmlformats.org/drawingml/2006/main">
            <a:off x="263419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2DDA392C-1469-442D-83DD-A51ED8437A40}"/>
              </a:ext>
            </a:extLst>
          </p:cNvPr>
          <p:cNvSpPr>
            <a:spLocks xmlns:a="http://schemas.openxmlformats.org/drawingml/2006/main" noGrp="1"/>
          </p:cNvSpPr>
          <p:nvPr/>
        </p:nvSpPr>
        <p:spPr>
          <a:xfrm xmlns:a="http://schemas.openxmlformats.org/drawingml/2006/main">
            <a:off x="2634194"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86897AD6-379B-4BC9-AFBE-63FB231CEC21}"/>
              </a:ext>
            </a:extLst>
          </p:cNvPr>
          <p:cNvSpPr>
            <a:spLocks xmlns:a="http://schemas.openxmlformats.org/drawingml/2006/main" noGrp="1"/>
          </p:cNvSpPr>
          <p:nvPr/>
        </p:nvSpPr>
        <p:spPr>
          <a:xfrm xmlns:a="http://schemas.openxmlformats.org/drawingml/2006/main">
            <a:off x="2634194"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0B754EA4-3242-499E-8815-C10FF2AD51A4}"/>
              </a:ext>
            </a:extLst>
          </p:cNvPr>
          <p:cNvSpPr>
            <a:spLocks xmlns:a="http://schemas.openxmlformats.org/drawingml/2006/main" noGrp="1"/>
          </p:cNvSpPr>
          <p:nvPr/>
        </p:nvSpPr>
        <p:spPr>
          <a:xfrm xmlns:a="http://schemas.openxmlformats.org/drawingml/2006/main">
            <a:off x="271319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B9F83A84-72C1-4ACA-9010-3009461560E7}"/>
              </a:ext>
            </a:extLst>
          </p:cNvPr>
          <p:cNvSpPr>
            <a:spLocks xmlns:a="http://schemas.openxmlformats.org/drawingml/2006/main" noGrp="1"/>
          </p:cNvSpPr>
          <p:nvPr/>
        </p:nvSpPr>
        <p:spPr>
          <a:xfrm xmlns:a="http://schemas.openxmlformats.org/drawingml/2006/main">
            <a:off x="271319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0271C454-F21A-4646-AE15-A63CC702CBE8}"/>
              </a:ext>
            </a:extLst>
          </p:cNvPr>
          <p:cNvSpPr>
            <a:spLocks xmlns:a="http://schemas.openxmlformats.org/drawingml/2006/main" noGrp="1"/>
          </p:cNvSpPr>
          <p:nvPr/>
        </p:nvSpPr>
        <p:spPr>
          <a:xfrm xmlns:a="http://schemas.openxmlformats.org/drawingml/2006/main">
            <a:off x="271319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8116CEBD-B89F-4548-9E99-F9943D6B7F57}"/>
              </a:ext>
            </a:extLst>
          </p:cNvPr>
          <p:cNvSpPr>
            <a:spLocks xmlns:a="http://schemas.openxmlformats.org/drawingml/2006/main" noGrp="1"/>
          </p:cNvSpPr>
          <p:nvPr/>
        </p:nvSpPr>
        <p:spPr>
          <a:xfrm xmlns:a="http://schemas.openxmlformats.org/drawingml/2006/main">
            <a:off x="271319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9E84C769-C54E-4193-B055-51649EB81396}"/>
              </a:ext>
            </a:extLst>
          </p:cNvPr>
          <p:cNvSpPr>
            <a:spLocks xmlns:a="http://schemas.openxmlformats.org/drawingml/2006/main" noGrp="1"/>
          </p:cNvSpPr>
          <p:nvPr/>
        </p:nvSpPr>
        <p:spPr>
          <a:xfrm xmlns:a="http://schemas.openxmlformats.org/drawingml/2006/main">
            <a:off x="271319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2DD1E3A6-A9F8-45CF-851B-3B1BFAF57FF3}"/>
              </a:ext>
            </a:extLst>
          </p:cNvPr>
          <p:cNvSpPr>
            <a:spLocks xmlns:a="http://schemas.openxmlformats.org/drawingml/2006/main" noGrp="1"/>
          </p:cNvSpPr>
          <p:nvPr/>
        </p:nvSpPr>
        <p:spPr>
          <a:xfrm xmlns:a="http://schemas.openxmlformats.org/drawingml/2006/main">
            <a:off x="271319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7107C78C-0B8D-4988-BFAE-68D6CADB9388}"/>
              </a:ext>
            </a:extLst>
          </p:cNvPr>
          <p:cNvSpPr>
            <a:spLocks xmlns:a="http://schemas.openxmlformats.org/drawingml/2006/main" noGrp="1"/>
          </p:cNvSpPr>
          <p:nvPr/>
        </p:nvSpPr>
        <p:spPr>
          <a:xfrm xmlns:a="http://schemas.openxmlformats.org/drawingml/2006/main">
            <a:off x="271319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6E0845AA-EC17-475C-86BE-666620AB6FAD}"/>
              </a:ext>
            </a:extLst>
          </p:cNvPr>
          <p:cNvSpPr>
            <a:spLocks xmlns:a="http://schemas.openxmlformats.org/drawingml/2006/main" noGrp="1"/>
          </p:cNvSpPr>
          <p:nvPr/>
        </p:nvSpPr>
        <p:spPr>
          <a:xfrm xmlns:a="http://schemas.openxmlformats.org/drawingml/2006/main">
            <a:off x="271319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7D7A6A69-4535-409E-B509-06BFEC5C0890}"/>
              </a:ext>
            </a:extLst>
          </p:cNvPr>
          <p:cNvSpPr>
            <a:spLocks xmlns:a="http://schemas.openxmlformats.org/drawingml/2006/main" noGrp="1"/>
          </p:cNvSpPr>
          <p:nvPr/>
        </p:nvSpPr>
        <p:spPr>
          <a:xfrm xmlns:a="http://schemas.openxmlformats.org/drawingml/2006/main">
            <a:off x="271319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4C95EB04-BEE9-49CD-BF5B-8AAACAD372AA}"/>
              </a:ext>
            </a:extLst>
          </p:cNvPr>
          <p:cNvSpPr>
            <a:spLocks xmlns:a="http://schemas.openxmlformats.org/drawingml/2006/main" noGrp="1"/>
          </p:cNvSpPr>
          <p:nvPr/>
        </p:nvSpPr>
        <p:spPr>
          <a:xfrm xmlns:a="http://schemas.openxmlformats.org/drawingml/2006/main">
            <a:off x="271319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9AE2143E-9621-4AC8-86BB-67000236724E}"/>
              </a:ext>
            </a:extLst>
          </p:cNvPr>
          <p:cNvSpPr>
            <a:spLocks xmlns:a="http://schemas.openxmlformats.org/drawingml/2006/main" noGrp="1"/>
          </p:cNvSpPr>
          <p:nvPr/>
        </p:nvSpPr>
        <p:spPr>
          <a:xfrm xmlns:a="http://schemas.openxmlformats.org/drawingml/2006/main">
            <a:off x="271319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D2336318-9428-48D5-B704-C7368B673EDD}"/>
              </a:ext>
            </a:extLst>
          </p:cNvPr>
          <p:cNvSpPr>
            <a:spLocks xmlns:a="http://schemas.openxmlformats.org/drawingml/2006/main" noGrp="1"/>
          </p:cNvSpPr>
          <p:nvPr/>
        </p:nvSpPr>
        <p:spPr>
          <a:xfrm xmlns:a="http://schemas.openxmlformats.org/drawingml/2006/main">
            <a:off x="271319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A920DB5C-4CC9-4C81-85AB-4A94EF5A02D9}"/>
              </a:ext>
            </a:extLst>
          </p:cNvPr>
          <p:cNvSpPr>
            <a:spLocks xmlns:a="http://schemas.openxmlformats.org/drawingml/2006/main" noGrp="1"/>
          </p:cNvSpPr>
          <p:nvPr/>
        </p:nvSpPr>
        <p:spPr>
          <a:xfrm xmlns:a="http://schemas.openxmlformats.org/drawingml/2006/main">
            <a:off x="271319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284FC0CD-39D6-4044-BA40-E416EE60C1F9}"/>
              </a:ext>
            </a:extLst>
          </p:cNvPr>
          <p:cNvSpPr>
            <a:spLocks xmlns:a="http://schemas.openxmlformats.org/drawingml/2006/main" noGrp="1"/>
          </p:cNvSpPr>
          <p:nvPr/>
        </p:nvSpPr>
        <p:spPr>
          <a:xfrm xmlns:a="http://schemas.openxmlformats.org/drawingml/2006/main">
            <a:off x="271319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754BC819-9655-44AC-B71C-BEC521B6BDF6}"/>
              </a:ext>
            </a:extLst>
          </p:cNvPr>
          <p:cNvSpPr>
            <a:spLocks xmlns:a="http://schemas.openxmlformats.org/drawingml/2006/main" noGrp="1"/>
          </p:cNvSpPr>
          <p:nvPr/>
        </p:nvSpPr>
        <p:spPr>
          <a:xfrm xmlns:a="http://schemas.openxmlformats.org/drawingml/2006/main">
            <a:off x="271319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ED46113B-8EFC-45D3-834A-FF4AE37DB1BD}"/>
              </a:ext>
            </a:extLst>
          </p:cNvPr>
          <p:cNvSpPr>
            <a:spLocks xmlns:a="http://schemas.openxmlformats.org/drawingml/2006/main" noGrp="1"/>
          </p:cNvSpPr>
          <p:nvPr/>
        </p:nvSpPr>
        <p:spPr>
          <a:xfrm xmlns:a="http://schemas.openxmlformats.org/drawingml/2006/main">
            <a:off x="271319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791DE9B8-FB6C-4B0E-8C79-CD55D572505D}"/>
              </a:ext>
            </a:extLst>
          </p:cNvPr>
          <p:cNvSpPr>
            <a:spLocks xmlns:a="http://schemas.openxmlformats.org/drawingml/2006/main" noGrp="1"/>
          </p:cNvSpPr>
          <p:nvPr/>
        </p:nvSpPr>
        <p:spPr>
          <a:xfrm xmlns:a="http://schemas.openxmlformats.org/drawingml/2006/main">
            <a:off x="279219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3A385959-5B0A-43D7-B768-BF3AB4171E9C}"/>
              </a:ext>
            </a:extLst>
          </p:cNvPr>
          <p:cNvSpPr>
            <a:spLocks xmlns:a="http://schemas.openxmlformats.org/drawingml/2006/main" noGrp="1"/>
          </p:cNvSpPr>
          <p:nvPr/>
        </p:nvSpPr>
        <p:spPr>
          <a:xfrm xmlns:a="http://schemas.openxmlformats.org/drawingml/2006/main">
            <a:off x="279219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E7160BB5-1517-4295-A198-6D3E33FA4219}"/>
              </a:ext>
            </a:extLst>
          </p:cNvPr>
          <p:cNvSpPr>
            <a:spLocks xmlns:a="http://schemas.openxmlformats.org/drawingml/2006/main" noGrp="1"/>
          </p:cNvSpPr>
          <p:nvPr/>
        </p:nvSpPr>
        <p:spPr>
          <a:xfrm xmlns:a="http://schemas.openxmlformats.org/drawingml/2006/main">
            <a:off x="279219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6938181C-E667-4677-915B-89400080E451}"/>
              </a:ext>
            </a:extLst>
          </p:cNvPr>
          <p:cNvSpPr>
            <a:spLocks xmlns:a="http://schemas.openxmlformats.org/drawingml/2006/main" noGrp="1"/>
          </p:cNvSpPr>
          <p:nvPr/>
        </p:nvSpPr>
        <p:spPr>
          <a:xfrm xmlns:a="http://schemas.openxmlformats.org/drawingml/2006/main">
            <a:off x="279219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338956A7-4B04-4F32-A767-553B013B892C}"/>
              </a:ext>
            </a:extLst>
          </p:cNvPr>
          <p:cNvSpPr>
            <a:spLocks xmlns:a="http://schemas.openxmlformats.org/drawingml/2006/main" noGrp="1"/>
          </p:cNvSpPr>
          <p:nvPr/>
        </p:nvSpPr>
        <p:spPr>
          <a:xfrm xmlns:a="http://schemas.openxmlformats.org/drawingml/2006/main">
            <a:off x="279219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1F542445-71DA-4905-9729-732BB8FC0AC1}"/>
              </a:ext>
            </a:extLst>
          </p:cNvPr>
          <p:cNvSpPr>
            <a:spLocks xmlns:a="http://schemas.openxmlformats.org/drawingml/2006/main" noGrp="1"/>
          </p:cNvSpPr>
          <p:nvPr/>
        </p:nvSpPr>
        <p:spPr>
          <a:xfrm xmlns:a="http://schemas.openxmlformats.org/drawingml/2006/main">
            <a:off x="279219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099B0E55-125A-47BD-9521-0D2B9413836C}"/>
              </a:ext>
            </a:extLst>
          </p:cNvPr>
          <p:cNvSpPr>
            <a:spLocks xmlns:a="http://schemas.openxmlformats.org/drawingml/2006/main" noGrp="1"/>
          </p:cNvSpPr>
          <p:nvPr/>
        </p:nvSpPr>
        <p:spPr>
          <a:xfrm xmlns:a="http://schemas.openxmlformats.org/drawingml/2006/main">
            <a:off x="279219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EAA95136-013D-458A-AFB9-9260F5311FCD}"/>
              </a:ext>
            </a:extLst>
          </p:cNvPr>
          <p:cNvSpPr>
            <a:spLocks xmlns:a="http://schemas.openxmlformats.org/drawingml/2006/main" noGrp="1"/>
          </p:cNvSpPr>
          <p:nvPr/>
        </p:nvSpPr>
        <p:spPr>
          <a:xfrm xmlns:a="http://schemas.openxmlformats.org/drawingml/2006/main">
            <a:off x="279219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2924F0BE-4AE4-469D-8892-99041BAEA795}"/>
              </a:ext>
            </a:extLst>
          </p:cNvPr>
          <p:cNvSpPr>
            <a:spLocks xmlns:a="http://schemas.openxmlformats.org/drawingml/2006/main" noGrp="1"/>
          </p:cNvSpPr>
          <p:nvPr/>
        </p:nvSpPr>
        <p:spPr>
          <a:xfrm xmlns:a="http://schemas.openxmlformats.org/drawingml/2006/main">
            <a:off x="279219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1B79FD51-CBAA-4409-8CB0-5699F1C51679}"/>
              </a:ext>
            </a:extLst>
          </p:cNvPr>
          <p:cNvSpPr>
            <a:spLocks xmlns:a="http://schemas.openxmlformats.org/drawingml/2006/main" noGrp="1"/>
          </p:cNvSpPr>
          <p:nvPr/>
        </p:nvSpPr>
        <p:spPr>
          <a:xfrm xmlns:a="http://schemas.openxmlformats.org/drawingml/2006/main">
            <a:off x="2792199"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C7ECB83C-70F9-48EB-AFDC-AF5354CFCEC3}"/>
              </a:ext>
            </a:extLst>
          </p:cNvPr>
          <p:cNvSpPr>
            <a:spLocks xmlns:a="http://schemas.openxmlformats.org/drawingml/2006/main" noGrp="1"/>
          </p:cNvSpPr>
          <p:nvPr/>
        </p:nvSpPr>
        <p:spPr>
          <a:xfrm xmlns:a="http://schemas.openxmlformats.org/drawingml/2006/main">
            <a:off x="279219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A31EEC42-B5EB-4AB1-BB71-0FFED93296E0}"/>
              </a:ext>
            </a:extLst>
          </p:cNvPr>
          <p:cNvSpPr>
            <a:spLocks xmlns:a="http://schemas.openxmlformats.org/drawingml/2006/main" noGrp="1"/>
          </p:cNvSpPr>
          <p:nvPr/>
        </p:nvSpPr>
        <p:spPr>
          <a:xfrm xmlns:a="http://schemas.openxmlformats.org/drawingml/2006/main">
            <a:off x="2792199"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0E9233DD-4C7E-4BD5-99B3-3A0F2A3CB6BC}"/>
              </a:ext>
            </a:extLst>
          </p:cNvPr>
          <p:cNvSpPr>
            <a:spLocks xmlns:a="http://schemas.openxmlformats.org/drawingml/2006/main" noGrp="1"/>
          </p:cNvSpPr>
          <p:nvPr/>
        </p:nvSpPr>
        <p:spPr>
          <a:xfrm xmlns:a="http://schemas.openxmlformats.org/drawingml/2006/main">
            <a:off x="279219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1C4647B8-45D2-49BA-980D-8D438028111B}"/>
              </a:ext>
            </a:extLst>
          </p:cNvPr>
          <p:cNvSpPr>
            <a:spLocks xmlns:a="http://schemas.openxmlformats.org/drawingml/2006/main" noGrp="1"/>
          </p:cNvSpPr>
          <p:nvPr/>
        </p:nvSpPr>
        <p:spPr>
          <a:xfrm xmlns:a="http://schemas.openxmlformats.org/drawingml/2006/main">
            <a:off x="287120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7FA3FBA5-72AB-4E9C-88F7-C3A433D31BF4}"/>
              </a:ext>
            </a:extLst>
          </p:cNvPr>
          <p:cNvSpPr>
            <a:spLocks xmlns:a="http://schemas.openxmlformats.org/drawingml/2006/main" noGrp="1"/>
          </p:cNvSpPr>
          <p:nvPr/>
        </p:nvSpPr>
        <p:spPr>
          <a:xfrm xmlns:a="http://schemas.openxmlformats.org/drawingml/2006/main">
            <a:off x="287120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E9C42A01-5C37-4136-9227-83A88FC8BD74}"/>
              </a:ext>
            </a:extLst>
          </p:cNvPr>
          <p:cNvSpPr>
            <a:spLocks xmlns:a="http://schemas.openxmlformats.org/drawingml/2006/main" noGrp="1"/>
          </p:cNvSpPr>
          <p:nvPr/>
        </p:nvSpPr>
        <p:spPr>
          <a:xfrm xmlns:a="http://schemas.openxmlformats.org/drawingml/2006/main">
            <a:off x="287120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4175D9A9-400C-4A28-BC24-E9D00FADED9F}"/>
              </a:ext>
            </a:extLst>
          </p:cNvPr>
          <p:cNvSpPr>
            <a:spLocks xmlns:a="http://schemas.openxmlformats.org/drawingml/2006/main" noGrp="1"/>
          </p:cNvSpPr>
          <p:nvPr/>
        </p:nvSpPr>
        <p:spPr>
          <a:xfrm xmlns:a="http://schemas.openxmlformats.org/drawingml/2006/main">
            <a:off x="287120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F6198684-E980-468A-8107-8909312608CF}"/>
              </a:ext>
            </a:extLst>
          </p:cNvPr>
          <p:cNvSpPr>
            <a:spLocks xmlns:a="http://schemas.openxmlformats.org/drawingml/2006/main" noGrp="1"/>
          </p:cNvSpPr>
          <p:nvPr/>
        </p:nvSpPr>
        <p:spPr>
          <a:xfrm xmlns:a="http://schemas.openxmlformats.org/drawingml/2006/main">
            <a:off x="287120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CC4A51DF-5D4E-4CEA-9EB3-5EE72CF4EFBF}"/>
              </a:ext>
            </a:extLst>
          </p:cNvPr>
          <p:cNvSpPr>
            <a:spLocks xmlns:a="http://schemas.openxmlformats.org/drawingml/2006/main" noGrp="1"/>
          </p:cNvSpPr>
          <p:nvPr/>
        </p:nvSpPr>
        <p:spPr>
          <a:xfrm xmlns:a="http://schemas.openxmlformats.org/drawingml/2006/main">
            <a:off x="287120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4CB1DB0B-2ADE-4924-85DA-6791AC7492E8}"/>
              </a:ext>
            </a:extLst>
          </p:cNvPr>
          <p:cNvSpPr>
            <a:spLocks xmlns:a="http://schemas.openxmlformats.org/drawingml/2006/main" noGrp="1"/>
          </p:cNvSpPr>
          <p:nvPr/>
        </p:nvSpPr>
        <p:spPr>
          <a:xfrm xmlns:a="http://schemas.openxmlformats.org/drawingml/2006/main">
            <a:off x="287120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0322E2E8-9369-49DE-81BA-EC7B151AC555}"/>
              </a:ext>
            </a:extLst>
          </p:cNvPr>
          <p:cNvSpPr>
            <a:spLocks xmlns:a="http://schemas.openxmlformats.org/drawingml/2006/main" noGrp="1"/>
          </p:cNvSpPr>
          <p:nvPr/>
        </p:nvSpPr>
        <p:spPr>
          <a:xfrm xmlns:a="http://schemas.openxmlformats.org/drawingml/2006/main">
            <a:off x="287120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B5ED1DB5-811A-47FA-94C9-00FB66B07B1D}"/>
              </a:ext>
            </a:extLst>
          </p:cNvPr>
          <p:cNvSpPr>
            <a:spLocks xmlns:a="http://schemas.openxmlformats.org/drawingml/2006/main" noGrp="1"/>
          </p:cNvSpPr>
          <p:nvPr/>
        </p:nvSpPr>
        <p:spPr>
          <a:xfrm xmlns:a="http://schemas.openxmlformats.org/drawingml/2006/main">
            <a:off x="287120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00BDE118-5FFF-4F93-978D-B7ED8E57BFBA}"/>
              </a:ext>
            </a:extLst>
          </p:cNvPr>
          <p:cNvSpPr>
            <a:spLocks xmlns:a="http://schemas.openxmlformats.org/drawingml/2006/main" noGrp="1"/>
          </p:cNvSpPr>
          <p:nvPr/>
        </p:nvSpPr>
        <p:spPr>
          <a:xfrm xmlns:a="http://schemas.openxmlformats.org/drawingml/2006/main">
            <a:off x="287120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C15C9FA9-955C-42B4-B8B7-BB0C747597FE}"/>
              </a:ext>
            </a:extLst>
          </p:cNvPr>
          <p:cNvSpPr>
            <a:spLocks xmlns:a="http://schemas.openxmlformats.org/drawingml/2006/main" noGrp="1"/>
          </p:cNvSpPr>
          <p:nvPr/>
        </p:nvSpPr>
        <p:spPr>
          <a:xfrm xmlns:a="http://schemas.openxmlformats.org/drawingml/2006/main">
            <a:off x="287120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8E0606CB-8268-436A-9B7A-E95F769505E1}"/>
              </a:ext>
            </a:extLst>
          </p:cNvPr>
          <p:cNvSpPr>
            <a:spLocks xmlns:a="http://schemas.openxmlformats.org/drawingml/2006/main" noGrp="1"/>
          </p:cNvSpPr>
          <p:nvPr/>
        </p:nvSpPr>
        <p:spPr>
          <a:xfrm xmlns:a="http://schemas.openxmlformats.org/drawingml/2006/main">
            <a:off x="287120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1997590B-4497-41DE-A952-76EF4480ED6C}"/>
              </a:ext>
            </a:extLst>
          </p:cNvPr>
          <p:cNvSpPr>
            <a:spLocks xmlns:a="http://schemas.openxmlformats.org/drawingml/2006/main" noGrp="1"/>
          </p:cNvSpPr>
          <p:nvPr/>
        </p:nvSpPr>
        <p:spPr>
          <a:xfrm xmlns:a="http://schemas.openxmlformats.org/drawingml/2006/main">
            <a:off x="295020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E64565EA-BBF9-4243-9325-369C9B898B13}"/>
              </a:ext>
            </a:extLst>
          </p:cNvPr>
          <p:cNvSpPr>
            <a:spLocks xmlns:a="http://schemas.openxmlformats.org/drawingml/2006/main" noGrp="1"/>
          </p:cNvSpPr>
          <p:nvPr/>
        </p:nvSpPr>
        <p:spPr>
          <a:xfrm xmlns:a="http://schemas.openxmlformats.org/drawingml/2006/main">
            <a:off x="295020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CAD1733C-341F-4F62-868C-F3FD73494205}"/>
              </a:ext>
            </a:extLst>
          </p:cNvPr>
          <p:cNvSpPr>
            <a:spLocks xmlns:a="http://schemas.openxmlformats.org/drawingml/2006/main" noGrp="1"/>
          </p:cNvSpPr>
          <p:nvPr/>
        </p:nvSpPr>
        <p:spPr>
          <a:xfrm xmlns:a="http://schemas.openxmlformats.org/drawingml/2006/main">
            <a:off x="295020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57CB8DD5-1653-4A9A-A413-B01CF078CDB6}"/>
              </a:ext>
            </a:extLst>
          </p:cNvPr>
          <p:cNvSpPr>
            <a:spLocks xmlns:a="http://schemas.openxmlformats.org/drawingml/2006/main" noGrp="1"/>
          </p:cNvSpPr>
          <p:nvPr/>
        </p:nvSpPr>
        <p:spPr>
          <a:xfrm xmlns:a="http://schemas.openxmlformats.org/drawingml/2006/main">
            <a:off x="295020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DB1796BB-2D5A-4D6C-9A60-7414BD22611A}"/>
              </a:ext>
            </a:extLst>
          </p:cNvPr>
          <p:cNvSpPr>
            <a:spLocks xmlns:a="http://schemas.openxmlformats.org/drawingml/2006/main" noGrp="1"/>
          </p:cNvSpPr>
          <p:nvPr/>
        </p:nvSpPr>
        <p:spPr>
          <a:xfrm xmlns:a="http://schemas.openxmlformats.org/drawingml/2006/main">
            <a:off x="295020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B692FEC2-72D8-4D77-BAA4-316C53EA41E4}"/>
              </a:ext>
            </a:extLst>
          </p:cNvPr>
          <p:cNvSpPr>
            <a:spLocks xmlns:a="http://schemas.openxmlformats.org/drawingml/2006/main" noGrp="1"/>
          </p:cNvSpPr>
          <p:nvPr/>
        </p:nvSpPr>
        <p:spPr>
          <a:xfrm xmlns:a="http://schemas.openxmlformats.org/drawingml/2006/main">
            <a:off x="295020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2ECAF25C-3EFB-4D29-9AD7-ED14DFC6E168}"/>
              </a:ext>
            </a:extLst>
          </p:cNvPr>
          <p:cNvSpPr>
            <a:spLocks xmlns:a="http://schemas.openxmlformats.org/drawingml/2006/main" noGrp="1"/>
          </p:cNvSpPr>
          <p:nvPr/>
        </p:nvSpPr>
        <p:spPr>
          <a:xfrm xmlns:a="http://schemas.openxmlformats.org/drawingml/2006/main">
            <a:off x="295020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33AA769F-DF55-499E-ACC4-DA417D0AD66E}"/>
              </a:ext>
            </a:extLst>
          </p:cNvPr>
          <p:cNvSpPr>
            <a:spLocks xmlns:a="http://schemas.openxmlformats.org/drawingml/2006/main" noGrp="1"/>
          </p:cNvSpPr>
          <p:nvPr/>
        </p:nvSpPr>
        <p:spPr>
          <a:xfrm xmlns:a="http://schemas.openxmlformats.org/drawingml/2006/main">
            <a:off x="295020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929263DC-A0F3-459F-A83E-1EF39A8F2CEF}"/>
              </a:ext>
            </a:extLst>
          </p:cNvPr>
          <p:cNvSpPr>
            <a:spLocks xmlns:a="http://schemas.openxmlformats.org/drawingml/2006/main" noGrp="1"/>
          </p:cNvSpPr>
          <p:nvPr/>
        </p:nvSpPr>
        <p:spPr>
          <a:xfrm xmlns:a="http://schemas.openxmlformats.org/drawingml/2006/main">
            <a:off x="295020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8015BFA0-B793-40C7-A64B-17C4D7DFE474}"/>
              </a:ext>
            </a:extLst>
          </p:cNvPr>
          <p:cNvSpPr>
            <a:spLocks xmlns:a="http://schemas.openxmlformats.org/drawingml/2006/main" noGrp="1"/>
          </p:cNvSpPr>
          <p:nvPr/>
        </p:nvSpPr>
        <p:spPr>
          <a:xfrm xmlns:a="http://schemas.openxmlformats.org/drawingml/2006/main">
            <a:off x="295020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A2FB4BC9-880E-4C2C-AE20-E525A135F10A}"/>
              </a:ext>
            </a:extLst>
          </p:cNvPr>
          <p:cNvSpPr>
            <a:spLocks xmlns:a="http://schemas.openxmlformats.org/drawingml/2006/main" noGrp="1"/>
          </p:cNvSpPr>
          <p:nvPr/>
        </p:nvSpPr>
        <p:spPr>
          <a:xfrm xmlns:a="http://schemas.openxmlformats.org/drawingml/2006/main">
            <a:off x="295020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D7F42418-6E1E-4761-9EF4-014B0BAD1EA4}"/>
              </a:ext>
            </a:extLst>
          </p:cNvPr>
          <p:cNvSpPr>
            <a:spLocks xmlns:a="http://schemas.openxmlformats.org/drawingml/2006/main" noGrp="1"/>
          </p:cNvSpPr>
          <p:nvPr/>
        </p:nvSpPr>
        <p:spPr>
          <a:xfrm xmlns:a="http://schemas.openxmlformats.org/drawingml/2006/main">
            <a:off x="295020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B3FA9ED7-5458-4542-AE37-78ADBDBA748A}"/>
              </a:ext>
            </a:extLst>
          </p:cNvPr>
          <p:cNvSpPr>
            <a:spLocks xmlns:a="http://schemas.openxmlformats.org/drawingml/2006/main" noGrp="1"/>
          </p:cNvSpPr>
          <p:nvPr/>
        </p:nvSpPr>
        <p:spPr>
          <a:xfrm xmlns:a="http://schemas.openxmlformats.org/drawingml/2006/main">
            <a:off x="2950204"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2A43A5A6-D905-4AFD-AFAA-073857B7514B}"/>
              </a:ext>
            </a:extLst>
          </p:cNvPr>
          <p:cNvSpPr>
            <a:spLocks xmlns:a="http://schemas.openxmlformats.org/drawingml/2006/main" noGrp="1"/>
          </p:cNvSpPr>
          <p:nvPr/>
        </p:nvSpPr>
        <p:spPr>
          <a:xfrm xmlns:a="http://schemas.openxmlformats.org/drawingml/2006/main">
            <a:off x="302920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EB76EB77-D89C-4F86-B166-370ED81E6A96}"/>
              </a:ext>
            </a:extLst>
          </p:cNvPr>
          <p:cNvSpPr>
            <a:spLocks xmlns:a="http://schemas.openxmlformats.org/drawingml/2006/main" noGrp="1"/>
          </p:cNvSpPr>
          <p:nvPr/>
        </p:nvSpPr>
        <p:spPr>
          <a:xfrm xmlns:a="http://schemas.openxmlformats.org/drawingml/2006/main">
            <a:off x="302920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36431923-9671-420A-8B57-C96932AF9446}"/>
              </a:ext>
            </a:extLst>
          </p:cNvPr>
          <p:cNvSpPr>
            <a:spLocks xmlns:a="http://schemas.openxmlformats.org/drawingml/2006/main" noGrp="1"/>
          </p:cNvSpPr>
          <p:nvPr/>
        </p:nvSpPr>
        <p:spPr>
          <a:xfrm xmlns:a="http://schemas.openxmlformats.org/drawingml/2006/main">
            <a:off x="302920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9B13F75F-3D4A-46D7-87D8-34EB9FFD4D8F}"/>
              </a:ext>
            </a:extLst>
          </p:cNvPr>
          <p:cNvSpPr>
            <a:spLocks xmlns:a="http://schemas.openxmlformats.org/drawingml/2006/main" noGrp="1"/>
          </p:cNvSpPr>
          <p:nvPr/>
        </p:nvSpPr>
        <p:spPr>
          <a:xfrm xmlns:a="http://schemas.openxmlformats.org/drawingml/2006/main">
            <a:off x="302920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820A9992-7CC8-48A5-9E8D-D09E57B39782}"/>
              </a:ext>
            </a:extLst>
          </p:cNvPr>
          <p:cNvSpPr>
            <a:spLocks xmlns:a="http://schemas.openxmlformats.org/drawingml/2006/main" noGrp="1"/>
          </p:cNvSpPr>
          <p:nvPr/>
        </p:nvSpPr>
        <p:spPr>
          <a:xfrm xmlns:a="http://schemas.openxmlformats.org/drawingml/2006/main">
            <a:off x="302920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45DCDF85-7FD6-49AD-88B0-5815858A86CC}"/>
              </a:ext>
            </a:extLst>
          </p:cNvPr>
          <p:cNvSpPr>
            <a:spLocks xmlns:a="http://schemas.openxmlformats.org/drawingml/2006/main" noGrp="1"/>
          </p:cNvSpPr>
          <p:nvPr/>
        </p:nvSpPr>
        <p:spPr>
          <a:xfrm xmlns:a="http://schemas.openxmlformats.org/drawingml/2006/main">
            <a:off x="302920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A09C88A0-76BE-4E7E-B6EA-F064D5C1621E}"/>
              </a:ext>
            </a:extLst>
          </p:cNvPr>
          <p:cNvSpPr>
            <a:spLocks xmlns:a="http://schemas.openxmlformats.org/drawingml/2006/main" noGrp="1"/>
          </p:cNvSpPr>
          <p:nvPr/>
        </p:nvSpPr>
        <p:spPr>
          <a:xfrm xmlns:a="http://schemas.openxmlformats.org/drawingml/2006/main">
            <a:off x="302920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D7724108-F3E1-422A-A53E-44A0BE2FABC1}"/>
              </a:ext>
            </a:extLst>
          </p:cNvPr>
          <p:cNvSpPr>
            <a:spLocks xmlns:a="http://schemas.openxmlformats.org/drawingml/2006/main" noGrp="1"/>
          </p:cNvSpPr>
          <p:nvPr/>
        </p:nvSpPr>
        <p:spPr>
          <a:xfrm xmlns:a="http://schemas.openxmlformats.org/drawingml/2006/main">
            <a:off x="302920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E2469183-175F-4FE3-98D9-AB9801ECABC4}"/>
              </a:ext>
            </a:extLst>
          </p:cNvPr>
          <p:cNvSpPr>
            <a:spLocks xmlns:a="http://schemas.openxmlformats.org/drawingml/2006/main" noGrp="1"/>
          </p:cNvSpPr>
          <p:nvPr/>
        </p:nvSpPr>
        <p:spPr>
          <a:xfrm xmlns:a="http://schemas.openxmlformats.org/drawingml/2006/main">
            <a:off x="302920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18A5FC2D-054E-4965-95BC-9C45CAA50206}"/>
              </a:ext>
            </a:extLst>
          </p:cNvPr>
          <p:cNvSpPr>
            <a:spLocks xmlns:a="http://schemas.openxmlformats.org/drawingml/2006/main" noGrp="1"/>
          </p:cNvSpPr>
          <p:nvPr/>
        </p:nvSpPr>
        <p:spPr>
          <a:xfrm xmlns:a="http://schemas.openxmlformats.org/drawingml/2006/main">
            <a:off x="302920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E46D1823-443E-48B8-93FF-BEA9A865BE8F}"/>
              </a:ext>
            </a:extLst>
          </p:cNvPr>
          <p:cNvSpPr>
            <a:spLocks xmlns:a="http://schemas.openxmlformats.org/drawingml/2006/main" noGrp="1"/>
          </p:cNvSpPr>
          <p:nvPr/>
        </p:nvSpPr>
        <p:spPr>
          <a:xfrm xmlns:a="http://schemas.openxmlformats.org/drawingml/2006/main">
            <a:off x="302920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2F59569C-778E-4CD4-BE7A-308E836887F7}"/>
              </a:ext>
            </a:extLst>
          </p:cNvPr>
          <p:cNvSpPr>
            <a:spLocks xmlns:a="http://schemas.openxmlformats.org/drawingml/2006/main" noGrp="1"/>
          </p:cNvSpPr>
          <p:nvPr/>
        </p:nvSpPr>
        <p:spPr>
          <a:xfrm xmlns:a="http://schemas.openxmlformats.org/drawingml/2006/main">
            <a:off x="302920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6CF79F75-1724-4712-B5EF-F84BD712DBB5}"/>
              </a:ext>
            </a:extLst>
          </p:cNvPr>
          <p:cNvSpPr>
            <a:spLocks xmlns:a="http://schemas.openxmlformats.org/drawingml/2006/main" noGrp="1"/>
          </p:cNvSpPr>
          <p:nvPr/>
        </p:nvSpPr>
        <p:spPr>
          <a:xfrm xmlns:a="http://schemas.openxmlformats.org/drawingml/2006/main">
            <a:off x="3029206"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CBCB4EB4-A468-475F-AC45-3D9BE2DD7E9A}"/>
              </a:ext>
            </a:extLst>
          </p:cNvPr>
          <p:cNvSpPr>
            <a:spLocks xmlns:a="http://schemas.openxmlformats.org/drawingml/2006/main" noGrp="1"/>
          </p:cNvSpPr>
          <p:nvPr/>
        </p:nvSpPr>
        <p:spPr>
          <a:xfrm xmlns:a="http://schemas.openxmlformats.org/drawingml/2006/main">
            <a:off x="3108209" y="424785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3F40E1BA-497C-4686-B9A6-D08FDA802073}"/>
              </a:ext>
            </a:extLst>
          </p:cNvPr>
          <p:cNvSpPr>
            <a:spLocks xmlns:a="http://schemas.openxmlformats.org/drawingml/2006/main" noGrp="1"/>
          </p:cNvSpPr>
          <p:nvPr/>
        </p:nvSpPr>
        <p:spPr>
          <a:xfrm xmlns:a="http://schemas.openxmlformats.org/drawingml/2006/main">
            <a:off x="3108209" y="416832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4DF7F44A-B23E-4508-BDFE-321153C9BECA}"/>
              </a:ext>
            </a:extLst>
          </p:cNvPr>
          <p:cNvSpPr>
            <a:spLocks xmlns:a="http://schemas.openxmlformats.org/drawingml/2006/main" noGrp="1"/>
          </p:cNvSpPr>
          <p:nvPr/>
        </p:nvSpPr>
        <p:spPr>
          <a:xfrm xmlns:a="http://schemas.openxmlformats.org/drawingml/2006/main">
            <a:off x="310820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1CD8099F-4898-4543-8AC9-064548937F40}"/>
              </a:ext>
            </a:extLst>
          </p:cNvPr>
          <p:cNvSpPr>
            <a:spLocks xmlns:a="http://schemas.openxmlformats.org/drawingml/2006/main" noGrp="1"/>
          </p:cNvSpPr>
          <p:nvPr/>
        </p:nvSpPr>
        <p:spPr>
          <a:xfrm xmlns:a="http://schemas.openxmlformats.org/drawingml/2006/main">
            <a:off x="310820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97F12CBC-C844-4C9E-8D4B-A93C804460E2}"/>
              </a:ext>
            </a:extLst>
          </p:cNvPr>
          <p:cNvSpPr>
            <a:spLocks xmlns:a="http://schemas.openxmlformats.org/drawingml/2006/main" noGrp="1"/>
          </p:cNvSpPr>
          <p:nvPr/>
        </p:nvSpPr>
        <p:spPr>
          <a:xfrm xmlns:a="http://schemas.openxmlformats.org/drawingml/2006/main">
            <a:off x="310820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6EEC1873-2EE9-46CC-BA68-BF88CE587BBB}"/>
              </a:ext>
            </a:extLst>
          </p:cNvPr>
          <p:cNvSpPr>
            <a:spLocks xmlns:a="http://schemas.openxmlformats.org/drawingml/2006/main" noGrp="1"/>
          </p:cNvSpPr>
          <p:nvPr/>
        </p:nvSpPr>
        <p:spPr>
          <a:xfrm xmlns:a="http://schemas.openxmlformats.org/drawingml/2006/main">
            <a:off x="310820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B83516AE-1619-46F7-90FF-B8C0117B3ECA}"/>
              </a:ext>
            </a:extLst>
          </p:cNvPr>
          <p:cNvSpPr>
            <a:spLocks xmlns:a="http://schemas.openxmlformats.org/drawingml/2006/main" noGrp="1"/>
          </p:cNvSpPr>
          <p:nvPr/>
        </p:nvSpPr>
        <p:spPr>
          <a:xfrm xmlns:a="http://schemas.openxmlformats.org/drawingml/2006/main">
            <a:off x="310820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4144760B-8B5E-4CD0-816D-1B8396267930}"/>
              </a:ext>
            </a:extLst>
          </p:cNvPr>
          <p:cNvSpPr>
            <a:spLocks xmlns:a="http://schemas.openxmlformats.org/drawingml/2006/main" noGrp="1"/>
          </p:cNvSpPr>
          <p:nvPr/>
        </p:nvSpPr>
        <p:spPr>
          <a:xfrm xmlns:a="http://schemas.openxmlformats.org/drawingml/2006/main">
            <a:off x="310820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C62F1947-8F45-487D-9AA9-6CB48171584D}"/>
              </a:ext>
            </a:extLst>
          </p:cNvPr>
          <p:cNvSpPr>
            <a:spLocks xmlns:a="http://schemas.openxmlformats.org/drawingml/2006/main" noGrp="1"/>
          </p:cNvSpPr>
          <p:nvPr/>
        </p:nvSpPr>
        <p:spPr>
          <a:xfrm xmlns:a="http://schemas.openxmlformats.org/drawingml/2006/main">
            <a:off x="310820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E6B9B8AD-5706-498E-A331-87B1178A14DD}"/>
              </a:ext>
            </a:extLst>
          </p:cNvPr>
          <p:cNvSpPr>
            <a:spLocks xmlns:a="http://schemas.openxmlformats.org/drawingml/2006/main" noGrp="1"/>
          </p:cNvSpPr>
          <p:nvPr/>
        </p:nvSpPr>
        <p:spPr>
          <a:xfrm xmlns:a="http://schemas.openxmlformats.org/drawingml/2006/main">
            <a:off x="310820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324D64D6-94B4-4D95-BB94-9D6FC90E445B}"/>
              </a:ext>
            </a:extLst>
          </p:cNvPr>
          <p:cNvSpPr>
            <a:spLocks xmlns:a="http://schemas.openxmlformats.org/drawingml/2006/main" noGrp="1"/>
          </p:cNvSpPr>
          <p:nvPr/>
        </p:nvSpPr>
        <p:spPr>
          <a:xfrm xmlns:a="http://schemas.openxmlformats.org/drawingml/2006/main">
            <a:off x="3108209"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612778D6-6FB6-46B3-952B-08BC343E5453}"/>
              </a:ext>
            </a:extLst>
          </p:cNvPr>
          <p:cNvSpPr>
            <a:spLocks xmlns:a="http://schemas.openxmlformats.org/drawingml/2006/main" noGrp="1"/>
          </p:cNvSpPr>
          <p:nvPr/>
        </p:nvSpPr>
        <p:spPr>
          <a:xfrm xmlns:a="http://schemas.openxmlformats.org/drawingml/2006/main">
            <a:off x="3108209" y="249809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EF4B727A-3847-49BB-A91C-316D1DC94BED}"/>
              </a:ext>
            </a:extLst>
          </p:cNvPr>
          <p:cNvSpPr>
            <a:spLocks xmlns:a="http://schemas.openxmlformats.org/drawingml/2006/main" noGrp="1"/>
          </p:cNvSpPr>
          <p:nvPr/>
        </p:nvSpPr>
        <p:spPr>
          <a:xfrm xmlns:a="http://schemas.openxmlformats.org/drawingml/2006/main">
            <a:off x="3108209" y="241856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D2714DE2-FE3D-4D1D-B55D-40DFE9D2C524}"/>
              </a:ext>
            </a:extLst>
          </p:cNvPr>
          <p:cNvSpPr>
            <a:spLocks xmlns:a="http://schemas.openxmlformats.org/drawingml/2006/main" noGrp="1"/>
          </p:cNvSpPr>
          <p:nvPr/>
        </p:nvSpPr>
        <p:spPr>
          <a:xfrm xmlns:a="http://schemas.openxmlformats.org/drawingml/2006/main">
            <a:off x="3187211" y="424785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E291808A-0196-4B72-B908-F432656C466C}"/>
              </a:ext>
            </a:extLst>
          </p:cNvPr>
          <p:cNvSpPr>
            <a:spLocks xmlns:a="http://schemas.openxmlformats.org/drawingml/2006/main" noGrp="1"/>
          </p:cNvSpPr>
          <p:nvPr/>
        </p:nvSpPr>
        <p:spPr>
          <a:xfrm xmlns:a="http://schemas.openxmlformats.org/drawingml/2006/main">
            <a:off x="318721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808E032A-2C2F-4201-A01D-A33DA619EEF0}"/>
              </a:ext>
            </a:extLst>
          </p:cNvPr>
          <p:cNvSpPr>
            <a:spLocks xmlns:a="http://schemas.openxmlformats.org/drawingml/2006/main" noGrp="1"/>
          </p:cNvSpPr>
          <p:nvPr/>
        </p:nvSpPr>
        <p:spPr>
          <a:xfrm xmlns:a="http://schemas.openxmlformats.org/drawingml/2006/main">
            <a:off x="318721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3F716A93-73AE-4A53-9731-DE7E8F2A291D}"/>
              </a:ext>
            </a:extLst>
          </p:cNvPr>
          <p:cNvSpPr>
            <a:spLocks xmlns:a="http://schemas.openxmlformats.org/drawingml/2006/main" noGrp="1"/>
          </p:cNvSpPr>
          <p:nvPr/>
        </p:nvSpPr>
        <p:spPr>
          <a:xfrm xmlns:a="http://schemas.openxmlformats.org/drawingml/2006/main">
            <a:off x="318721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BDCCE467-F958-4184-87F7-238127CA010A}"/>
              </a:ext>
            </a:extLst>
          </p:cNvPr>
          <p:cNvSpPr>
            <a:spLocks xmlns:a="http://schemas.openxmlformats.org/drawingml/2006/main" noGrp="1"/>
          </p:cNvSpPr>
          <p:nvPr/>
        </p:nvSpPr>
        <p:spPr>
          <a:xfrm xmlns:a="http://schemas.openxmlformats.org/drawingml/2006/main">
            <a:off x="318721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10537D64-AB73-4FF5-98EA-4F072A91CAEE}"/>
              </a:ext>
            </a:extLst>
          </p:cNvPr>
          <p:cNvSpPr>
            <a:spLocks xmlns:a="http://schemas.openxmlformats.org/drawingml/2006/main" noGrp="1"/>
          </p:cNvSpPr>
          <p:nvPr/>
        </p:nvSpPr>
        <p:spPr>
          <a:xfrm xmlns:a="http://schemas.openxmlformats.org/drawingml/2006/main">
            <a:off x="318721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549245DC-C4E0-442A-9955-DD873D693996}"/>
              </a:ext>
            </a:extLst>
          </p:cNvPr>
          <p:cNvSpPr>
            <a:spLocks xmlns:a="http://schemas.openxmlformats.org/drawingml/2006/main" noGrp="1"/>
          </p:cNvSpPr>
          <p:nvPr/>
        </p:nvSpPr>
        <p:spPr>
          <a:xfrm xmlns:a="http://schemas.openxmlformats.org/drawingml/2006/main">
            <a:off x="318721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19C9B3D0-8B56-47B4-B294-3B0152928D9B}"/>
              </a:ext>
            </a:extLst>
          </p:cNvPr>
          <p:cNvSpPr>
            <a:spLocks xmlns:a="http://schemas.openxmlformats.org/drawingml/2006/main" noGrp="1"/>
          </p:cNvSpPr>
          <p:nvPr/>
        </p:nvSpPr>
        <p:spPr>
          <a:xfrm xmlns:a="http://schemas.openxmlformats.org/drawingml/2006/main">
            <a:off x="318721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5B8B171D-03A6-4666-9481-91C51AD6FCD3}"/>
              </a:ext>
            </a:extLst>
          </p:cNvPr>
          <p:cNvSpPr>
            <a:spLocks xmlns:a="http://schemas.openxmlformats.org/drawingml/2006/main" noGrp="1"/>
          </p:cNvSpPr>
          <p:nvPr/>
        </p:nvSpPr>
        <p:spPr>
          <a:xfrm xmlns:a="http://schemas.openxmlformats.org/drawingml/2006/main">
            <a:off x="318721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DD383E4C-4FBF-412F-96AA-E032A90CEAC2}"/>
              </a:ext>
            </a:extLst>
          </p:cNvPr>
          <p:cNvSpPr>
            <a:spLocks xmlns:a="http://schemas.openxmlformats.org/drawingml/2006/main" noGrp="1"/>
          </p:cNvSpPr>
          <p:nvPr/>
        </p:nvSpPr>
        <p:spPr>
          <a:xfrm xmlns:a="http://schemas.openxmlformats.org/drawingml/2006/main">
            <a:off x="318721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55C83E7A-8235-4ED2-9247-73FF5CBC4CDE}"/>
              </a:ext>
            </a:extLst>
          </p:cNvPr>
          <p:cNvSpPr>
            <a:spLocks xmlns:a="http://schemas.openxmlformats.org/drawingml/2006/main" noGrp="1"/>
          </p:cNvSpPr>
          <p:nvPr/>
        </p:nvSpPr>
        <p:spPr>
          <a:xfrm xmlns:a="http://schemas.openxmlformats.org/drawingml/2006/main">
            <a:off x="318721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3831A7B6-09DF-417E-8847-6B52AED289F0}"/>
              </a:ext>
            </a:extLst>
          </p:cNvPr>
          <p:cNvSpPr>
            <a:spLocks xmlns:a="http://schemas.openxmlformats.org/drawingml/2006/main" noGrp="1"/>
          </p:cNvSpPr>
          <p:nvPr/>
        </p:nvSpPr>
        <p:spPr>
          <a:xfrm xmlns:a="http://schemas.openxmlformats.org/drawingml/2006/main">
            <a:off x="3187211"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AC4D9C34-6515-4D2F-88FA-CD454F0794C8}"/>
              </a:ext>
            </a:extLst>
          </p:cNvPr>
          <p:cNvSpPr>
            <a:spLocks xmlns:a="http://schemas.openxmlformats.org/drawingml/2006/main" noGrp="1"/>
          </p:cNvSpPr>
          <p:nvPr/>
        </p:nvSpPr>
        <p:spPr>
          <a:xfrm xmlns:a="http://schemas.openxmlformats.org/drawingml/2006/main">
            <a:off x="318721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D1A0C7D0-65D7-4EA8-A607-06CE38A95F6A}"/>
              </a:ext>
            </a:extLst>
          </p:cNvPr>
          <p:cNvSpPr>
            <a:spLocks xmlns:a="http://schemas.openxmlformats.org/drawingml/2006/main" noGrp="1"/>
          </p:cNvSpPr>
          <p:nvPr/>
        </p:nvSpPr>
        <p:spPr>
          <a:xfrm xmlns:a="http://schemas.openxmlformats.org/drawingml/2006/main">
            <a:off x="3187211"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AC9858DA-424C-4D8D-B093-4790DCEC0081}"/>
              </a:ext>
            </a:extLst>
          </p:cNvPr>
          <p:cNvSpPr>
            <a:spLocks xmlns:a="http://schemas.openxmlformats.org/drawingml/2006/main" noGrp="1"/>
          </p:cNvSpPr>
          <p:nvPr/>
        </p:nvSpPr>
        <p:spPr>
          <a:xfrm xmlns:a="http://schemas.openxmlformats.org/drawingml/2006/main">
            <a:off x="3187211"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37754A77-BD28-4DB4-B28E-A11D341E37B1}"/>
              </a:ext>
            </a:extLst>
          </p:cNvPr>
          <p:cNvSpPr>
            <a:spLocks xmlns:a="http://schemas.openxmlformats.org/drawingml/2006/main" noGrp="1"/>
          </p:cNvSpPr>
          <p:nvPr/>
        </p:nvSpPr>
        <p:spPr>
          <a:xfrm xmlns:a="http://schemas.openxmlformats.org/drawingml/2006/main">
            <a:off x="3187211" y="249809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163D9612-2A47-415E-B993-6E3954955A56}"/>
              </a:ext>
            </a:extLst>
          </p:cNvPr>
          <p:cNvSpPr>
            <a:spLocks xmlns:a="http://schemas.openxmlformats.org/drawingml/2006/main" noGrp="1"/>
          </p:cNvSpPr>
          <p:nvPr/>
        </p:nvSpPr>
        <p:spPr>
          <a:xfrm xmlns:a="http://schemas.openxmlformats.org/drawingml/2006/main">
            <a:off x="3266214"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83025730-0BEC-41B3-9764-3D9732F05B0C}"/>
              </a:ext>
            </a:extLst>
          </p:cNvPr>
          <p:cNvSpPr>
            <a:spLocks xmlns:a="http://schemas.openxmlformats.org/drawingml/2006/main" noGrp="1"/>
          </p:cNvSpPr>
          <p:nvPr/>
        </p:nvSpPr>
        <p:spPr>
          <a:xfrm xmlns:a="http://schemas.openxmlformats.org/drawingml/2006/main">
            <a:off x="326621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EFA4731F-A023-4793-8365-EF3D430B7F62}"/>
              </a:ext>
            </a:extLst>
          </p:cNvPr>
          <p:cNvSpPr>
            <a:spLocks xmlns:a="http://schemas.openxmlformats.org/drawingml/2006/main" noGrp="1"/>
          </p:cNvSpPr>
          <p:nvPr/>
        </p:nvSpPr>
        <p:spPr>
          <a:xfrm xmlns:a="http://schemas.openxmlformats.org/drawingml/2006/main">
            <a:off x="3266214"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F71C5D80-7AEB-4307-AFBE-A91B99EF4342}"/>
              </a:ext>
            </a:extLst>
          </p:cNvPr>
          <p:cNvSpPr>
            <a:spLocks xmlns:a="http://schemas.openxmlformats.org/drawingml/2006/main" noGrp="1"/>
          </p:cNvSpPr>
          <p:nvPr/>
        </p:nvSpPr>
        <p:spPr>
          <a:xfrm xmlns:a="http://schemas.openxmlformats.org/drawingml/2006/main">
            <a:off x="326621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EA9B8BDA-48D6-44D1-A4D3-A0E2A2751E9A}"/>
              </a:ext>
            </a:extLst>
          </p:cNvPr>
          <p:cNvSpPr>
            <a:spLocks xmlns:a="http://schemas.openxmlformats.org/drawingml/2006/main" noGrp="1"/>
          </p:cNvSpPr>
          <p:nvPr/>
        </p:nvSpPr>
        <p:spPr>
          <a:xfrm xmlns:a="http://schemas.openxmlformats.org/drawingml/2006/main">
            <a:off x="326621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89CF8C26-4D16-4762-BA79-7B04D5AC65F4}"/>
              </a:ext>
            </a:extLst>
          </p:cNvPr>
          <p:cNvSpPr>
            <a:spLocks xmlns:a="http://schemas.openxmlformats.org/drawingml/2006/main" noGrp="1"/>
          </p:cNvSpPr>
          <p:nvPr/>
        </p:nvSpPr>
        <p:spPr>
          <a:xfrm xmlns:a="http://schemas.openxmlformats.org/drawingml/2006/main">
            <a:off x="326621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E4374B95-9B14-49D0-9680-46CD1332A20E}"/>
              </a:ext>
            </a:extLst>
          </p:cNvPr>
          <p:cNvSpPr>
            <a:spLocks xmlns:a="http://schemas.openxmlformats.org/drawingml/2006/main" noGrp="1"/>
          </p:cNvSpPr>
          <p:nvPr/>
        </p:nvSpPr>
        <p:spPr>
          <a:xfrm xmlns:a="http://schemas.openxmlformats.org/drawingml/2006/main">
            <a:off x="326621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1E40197B-4C9F-4BED-A79B-445A126CE4D5}"/>
              </a:ext>
            </a:extLst>
          </p:cNvPr>
          <p:cNvSpPr>
            <a:spLocks xmlns:a="http://schemas.openxmlformats.org/drawingml/2006/main" noGrp="1"/>
          </p:cNvSpPr>
          <p:nvPr/>
        </p:nvSpPr>
        <p:spPr>
          <a:xfrm xmlns:a="http://schemas.openxmlformats.org/drawingml/2006/main">
            <a:off x="326621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6DBEC20F-44D4-4E1F-85B7-9507E46AC5F7}"/>
              </a:ext>
            </a:extLst>
          </p:cNvPr>
          <p:cNvSpPr>
            <a:spLocks xmlns:a="http://schemas.openxmlformats.org/drawingml/2006/main" noGrp="1"/>
          </p:cNvSpPr>
          <p:nvPr/>
        </p:nvSpPr>
        <p:spPr>
          <a:xfrm xmlns:a="http://schemas.openxmlformats.org/drawingml/2006/main">
            <a:off x="326621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7274F041-6B94-49A1-8EB8-C92A83EEA12A}"/>
              </a:ext>
            </a:extLst>
          </p:cNvPr>
          <p:cNvSpPr>
            <a:spLocks xmlns:a="http://schemas.openxmlformats.org/drawingml/2006/main" noGrp="1"/>
          </p:cNvSpPr>
          <p:nvPr/>
        </p:nvSpPr>
        <p:spPr>
          <a:xfrm xmlns:a="http://schemas.openxmlformats.org/drawingml/2006/main">
            <a:off x="326621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0D5839D8-6726-41A7-83C6-DC0286FD7407}"/>
              </a:ext>
            </a:extLst>
          </p:cNvPr>
          <p:cNvSpPr>
            <a:spLocks xmlns:a="http://schemas.openxmlformats.org/drawingml/2006/main" noGrp="1"/>
          </p:cNvSpPr>
          <p:nvPr/>
        </p:nvSpPr>
        <p:spPr>
          <a:xfrm xmlns:a="http://schemas.openxmlformats.org/drawingml/2006/main">
            <a:off x="326621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C545C0F1-C8EA-4716-B1B8-E279DBA931BB}"/>
              </a:ext>
            </a:extLst>
          </p:cNvPr>
          <p:cNvSpPr>
            <a:spLocks xmlns:a="http://schemas.openxmlformats.org/drawingml/2006/main" noGrp="1"/>
          </p:cNvSpPr>
          <p:nvPr/>
        </p:nvSpPr>
        <p:spPr>
          <a:xfrm xmlns:a="http://schemas.openxmlformats.org/drawingml/2006/main">
            <a:off x="326621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C70A92F5-9C2A-43B2-894A-EED48225EE20}"/>
              </a:ext>
            </a:extLst>
          </p:cNvPr>
          <p:cNvSpPr>
            <a:spLocks xmlns:a="http://schemas.openxmlformats.org/drawingml/2006/main" noGrp="1"/>
          </p:cNvSpPr>
          <p:nvPr/>
        </p:nvSpPr>
        <p:spPr>
          <a:xfrm xmlns:a="http://schemas.openxmlformats.org/drawingml/2006/main">
            <a:off x="326621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3767459F-0624-4E06-A0AB-FE3988B7524C}"/>
              </a:ext>
            </a:extLst>
          </p:cNvPr>
          <p:cNvSpPr>
            <a:spLocks xmlns:a="http://schemas.openxmlformats.org/drawingml/2006/main" noGrp="1"/>
          </p:cNvSpPr>
          <p:nvPr/>
        </p:nvSpPr>
        <p:spPr>
          <a:xfrm xmlns:a="http://schemas.openxmlformats.org/drawingml/2006/main">
            <a:off x="326621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6009D4B2-5BBB-492E-9CE1-BCC97F257855}"/>
              </a:ext>
            </a:extLst>
          </p:cNvPr>
          <p:cNvSpPr>
            <a:spLocks xmlns:a="http://schemas.openxmlformats.org/drawingml/2006/main" noGrp="1"/>
          </p:cNvSpPr>
          <p:nvPr/>
        </p:nvSpPr>
        <p:spPr>
          <a:xfrm xmlns:a="http://schemas.openxmlformats.org/drawingml/2006/main">
            <a:off x="326621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EBC0AD61-80C7-4B3A-8F8F-DFD4371F8493}"/>
              </a:ext>
            </a:extLst>
          </p:cNvPr>
          <p:cNvSpPr>
            <a:spLocks xmlns:a="http://schemas.openxmlformats.org/drawingml/2006/main" noGrp="1"/>
          </p:cNvSpPr>
          <p:nvPr/>
        </p:nvSpPr>
        <p:spPr>
          <a:xfrm xmlns:a="http://schemas.openxmlformats.org/drawingml/2006/main">
            <a:off x="326621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53D78DBD-6C82-49D7-A090-29ADC1A43A7C}"/>
              </a:ext>
            </a:extLst>
          </p:cNvPr>
          <p:cNvSpPr>
            <a:spLocks xmlns:a="http://schemas.openxmlformats.org/drawingml/2006/main" noGrp="1"/>
          </p:cNvSpPr>
          <p:nvPr/>
        </p:nvSpPr>
        <p:spPr>
          <a:xfrm xmlns:a="http://schemas.openxmlformats.org/drawingml/2006/main">
            <a:off x="3266214"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6B34EFD4-558A-470A-8864-647DC8A4A6A5}"/>
              </a:ext>
            </a:extLst>
          </p:cNvPr>
          <p:cNvSpPr>
            <a:spLocks xmlns:a="http://schemas.openxmlformats.org/drawingml/2006/main" noGrp="1"/>
          </p:cNvSpPr>
          <p:nvPr/>
        </p:nvSpPr>
        <p:spPr>
          <a:xfrm xmlns:a="http://schemas.openxmlformats.org/drawingml/2006/main">
            <a:off x="3266214" y="265716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421180D8-A839-4C43-BB9D-F38A56E99F0C}"/>
              </a:ext>
            </a:extLst>
          </p:cNvPr>
          <p:cNvSpPr>
            <a:spLocks xmlns:a="http://schemas.openxmlformats.org/drawingml/2006/main" noGrp="1"/>
          </p:cNvSpPr>
          <p:nvPr/>
        </p:nvSpPr>
        <p:spPr>
          <a:xfrm xmlns:a="http://schemas.openxmlformats.org/drawingml/2006/main">
            <a:off x="3266214" y="257762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E8D4FCAB-4E44-49A4-AB05-C45B73CE95CB}"/>
              </a:ext>
            </a:extLst>
          </p:cNvPr>
          <p:cNvSpPr>
            <a:spLocks xmlns:a="http://schemas.openxmlformats.org/drawingml/2006/main" noGrp="1"/>
          </p:cNvSpPr>
          <p:nvPr/>
        </p:nvSpPr>
        <p:spPr>
          <a:xfrm xmlns:a="http://schemas.openxmlformats.org/drawingml/2006/main">
            <a:off x="3345216" y="432738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F8A1EC21-F59C-4863-B1D3-D8145248B8D5}"/>
              </a:ext>
            </a:extLst>
          </p:cNvPr>
          <p:cNvSpPr>
            <a:spLocks xmlns:a="http://schemas.openxmlformats.org/drawingml/2006/main" noGrp="1"/>
          </p:cNvSpPr>
          <p:nvPr/>
        </p:nvSpPr>
        <p:spPr>
          <a:xfrm xmlns:a="http://schemas.openxmlformats.org/drawingml/2006/main">
            <a:off x="3345216"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A771C283-41A5-4E5F-AE8C-D48CCC22E3F9}"/>
              </a:ext>
            </a:extLst>
          </p:cNvPr>
          <p:cNvSpPr>
            <a:spLocks xmlns:a="http://schemas.openxmlformats.org/drawingml/2006/main" noGrp="1"/>
          </p:cNvSpPr>
          <p:nvPr/>
        </p:nvSpPr>
        <p:spPr>
          <a:xfrm xmlns:a="http://schemas.openxmlformats.org/drawingml/2006/main">
            <a:off x="3345216"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B543A325-E92D-469C-8C23-CD9CC64F0224}"/>
              </a:ext>
            </a:extLst>
          </p:cNvPr>
          <p:cNvSpPr>
            <a:spLocks xmlns:a="http://schemas.openxmlformats.org/drawingml/2006/main" noGrp="1"/>
          </p:cNvSpPr>
          <p:nvPr/>
        </p:nvSpPr>
        <p:spPr>
          <a:xfrm xmlns:a="http://schemas.openxmlformats.org/drawingml/2006/main">
            <a:off x="3345216"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AFA014DE-68E5-41D5-9648-7CA53D437F95}"/>
              </a:ext>
            </a:extLst>
          </p:cNvPr>
          <p:cNvSpPr>
            <a:spLocks xmlns:a="http://schemas.openxmlformats.org/drawingml/2006/main" noGrp="1"/>
          </p:cNvSpPr>
          <p:nvPr/>
        </p:nvSpPr>
        <p:spPr>
          <a:xfrm xmlns:a="http://schemas.openxmlformats.org/drawingml/2006/main">
            <a:off x="334521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FE89FBB5-7B47-442B-8458-8CCC85C774F1}"/>
              </a:ext>
            </a:extLst>
          </p:cNvPr>
          <p:cNvSpPr>
            <a:spLocks xmlns:a="http://schemas.openxmlformats.org/drawingml/2006/main" noGrp="1"/>
          </p:cNvSpPr>
          <p:nvPr/>
        </p:nvSpPr>
        <p:spPr>
          <a:xfrm xmlns:a="http://schemas.openxmlformats.org/drawingml/2006/main">
            <a:off x="334521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482C9964-ABB6-4DDC-B8C3-07D3258A1BA7}"/>
              </a:ext>
            </a:extLst>
          </p:cNvPr>
          <p:cNvSpPr>
            <a:spLocks xmlns:a="http://schemas.openxmlformats.org/drawingml/2006/main" noGrp="1"/>
          </p:cNvSpPr>
          <p:nvPr/>
        </p:nvSpPr>
        <p:spPr>
          <a:xfrm xmlns:a="http://schemas.openxmlformats.org/drawingml/2006/main">
            <a:off x="334521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76D02D39-4050-406C-AB10-3B562BECAC08}"/>
              </a:ext>
            </a:extLst>
          </p:cNvPr>
          <p:cNvSpPr>
            <a:spLocks xmlns:a="http://schemas.openxmlformats.org/drawingml/2006/main" noGrp="1"/>
          </p:cNvSpPr>
          <p:nvPr/>
        </p:nvSpPr>
        <p:spPr>
          <a:xfrm xmlns:a="http://schemas.openxmlformats.org/drawingml/2006/main">
            <a:off x="334521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02FECA22-B18D-4F96-9DB5-68DA8271692A}"/>
              </a:ext>
            </a:extLst>
          </p:cNvPr>
          <p:cNvSpPr>
            <a:spLocks xmlns:a="http://schemas.openxmlformats.org/drawingml/2006/main" noGrp="1"/>
          </p:cNvSpPr>
          <p:nvPr/>
        </p:nvSpPr>
        <p:spPr>
          <a:xfrm xmlns:a="http://schemas.openxmlformats.org/drawingml/2006/main">
            <a:off x="334521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797E929C-4F46-4936-81A1-534DC60674EB}"/>
              </a:ext>
            </a:extLst>
          </p:cNvPr>
          <p:cNvSpPr>
            <a:spLocks xmlns:a="http://schemas.openxmlformats.org/drawingml/2006/main" noGrp="1"/>
          </p:cNvSpPr>
          <p:nvPr/>
        </p:nvSpPr>
        <p:spPr>
          <a:xfrm xmlns:a="http://schemas.openxmlformats.org/drawingml/2006/main">
            <a:off x="334521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610DCE89-CB8E-47DC-9E2F-1E51409CAC87}"/>
              </a:ext>
            </a:extLst>
          </p:cNvPr>
          <p:cNvSpPr>
            <a:spLocks xmlns:a="http://schemas.openxmlformats.org/drawingml/2006/main" noGrp="1"/>
          </p:cNvSpPr>
          <p:nvPr/>
        </p:nvSpPr>
        <p:spPr>
          <a:xfrm xmlns:a="http://schemas.openxmlformats.org/drawingml/2006/main">
            <a:off x="334521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4930563D-2748-4BA6-8100-0748293AEF80}"/>
              </a:ext>
            </a:extLst>
          </p:cNvPr>
          <p:cNvSpPr>
            <a:spLocks xmlns:a="http://schemas.openxmlformats.org/drawingml/2006/main" noGrp="1"/>
          </p:cNvSpPr>
          <p:nvPr/>
        </p:nvSpPr>
        <p:spPr>
          <a:xfrm xmlns:a="http://schemas.openxmlformats.org/drawingml/2006/main">
            <a:off x="334521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13F6D389-09CF-4962-920D-9A485C15E633}"/>
              </a:ext>
            </a:extLst>
          </p:cNvPr>
          <p:cNvSpPr>
            <a:spLocks xmlns:a="http://schemas.openxmlformats.org/drawingml/2006/main" noGrp="1"/>
          </p:cNvSpPr>
          <p:nvPr/>
        </p:nvSpPr>
        <p:spPr>
          <a:xfrm xmlns:a="http://schemas.openxmlformats.org/drawingml/2006/main">
            <a:off x="334521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49718FFC-47C5-490F-8119-B75CC231A5A3}"/>
              </a:ext>
            </a:extLst>
          </p:cNvPr>
          <p:cNvSpPr>
            <a:spLocks xmlns:a="http://schemas.openxmlformats.org/drawingml/2006/main" noGrp="1"/>
          </p:cNvSpPr>
          <p:nvPr/>
        </p:nvSpPr>
        <p:spPr>
          <a:xfrm xmlns:a="http://schemas.openxmlformats.org/drawingml/2006/main">
            <a:off x="334521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43E1CDB5-34FA-4846-A392-818150CCBD93}"/>
              </a:ext>
            </a:extLst>
          </p:cNvPr>
          <p:cNvSpPr>
            <a:spLocks xmlns:a="http://schemas.openxmlformats.org/drawingml/2006/main" noGrp="1"/>
          </p:cNvSpPr>
          <p:nvPr/>
        </p:nvSpPr>
        <p:spPr>
          <a:xfrm xmlns:a="http://schemas.openxmlformats.org/drawingml/2006/main">
            <a:off x="334521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128FCB0E-0177-41BB-B4DC-E7E58A9437EA}"/>
              </a:ext>
            </a:extLst>
          </p:cNvPr>
          <p:cNvSpPr>
            <a:spLocks xmlns:a="http://schemas.openxmlformats.org/drawingml/2006/main" noGrp="1"/>
          </p:cNvSpPr>
          <p:nvPr/>
        </p:nvSpPr>
        <p:spPr>
          <a:xfrm xmlns:a="http://schemas.openxmlformats.org/drawingml/2006/main">
            <a:off x="3345216" y="281623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4070E92A-1922-4856-97A2-D07C92F30167}"/>
              </a:ext>
            </a:extLst>
          </p:cNvPr>
          <p:cNvSpPr>
            <a:spLocks xmlns:a="http://schemas.openxmlformats.org/drawingml/2006/main" noGrp="1"/>
          </p:cNvSpPr>
          <p:nvPr/>
        </p:nvSpPr>
        <p:spPr>
          <a:xfrm xmlns:a="http://schemas.openxmlformats.org/drawingml/2006/main">
            <a:off x="3345216"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CC9DC26B-90A6-42B9-BFD2-5F4855BDABD3}"/>
              </a:ext>
            </a:extLst>
          </p:cNvPr>
          <p:cNvSpPr>
            <a:spLocks xmlns:a="http://schemas.openxmlformats.org/drawingml/2006/main" noGrp="1"/>
          </p:cNvSpPr>
          <p:nvPr/>
        </p:nvSpPr>
        <p:spPr>
          <a:xfrm xmlns:a="http://schemas.openxmlformats.org/drawingml/2006/main">
            <a:off x="3345216" y="265716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C1E104D8-6CCD-4EB4-8F07-486D8558AF15}"/>
              </a:ext>
            </a:extLst>
          </p:cNvPr>
          <p:cNvSpPr>
            <a:spLocks xmlns:a="http://schemas.openxmlformats.org/drawingml/2006/main" noGrp="1"/>
          </p:cNvSpPr>
          <p:nvPr/>
        </p:nvSpPr>
        <p:spPr>
          <a:xfrm xmlns:a="http://schemas.openxmlformats.org/drawingml/2006/main">
            <a:off x="3345216" y="257762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776EDEF1-6E14-467B-AB7E-EE6818ED629E}"/>
              </a:ext>
            </a:extLst>
          </p:cNvPr>
          <p:cNvSpPr>
            <a:spLocks xmlns:a="http://schemas.openxmlformats.org/drawingml/2006/main" noGrp="1"/>
          </p:cNvSpPr>
          <p:nvPr/>
        </p:nvSpPr>
        <p:spPr>
          <a:xfrm xmlns:a="http://schemas.openxmlformats.org/drawingml/2006/main">
            <a:off x="3424219" y="408878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D02FB2C0-B518-4283-A1F4-F32FEC62D9F8}"/>
              </a:ext>
            </a:extLst>
          </p:cNvPr>
          <p:cNvSpPr>
            <a:spLocks xmlns:a="http://schemas.openxmlformats.org/drawingml/2006/main" noGrp="1"/>
          </p:cNvSpPr>
          <p:nvPr/>
        </p:nvSpPr>
        <p:spPr>
          <a:xfrm xmlns:a="http://schemas.openxmlformats.org/drawingml/2006/main">
            <a:off x="3424219"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A890F98A-D5DB-41FD-BEE5-D4E21038BCDB}"/>
              </a:ext>
            </a:extLst>
          </p:cNvPr>
          <p:cNvSpPr>
            <a:spLocks xmlns:a="http://schemas.openxmlformats.org/drawingml/2006/main" noGrp="1"/>
          </p:cNvSpPr>
          <p:nvPr/>
        </p:nvSpPr>
        <p:spPr>
          <a:xfrm xmlns:a="http://schemas.openxmlformats.org/drawingml/2006/main">
            <a:off x="3424219" y="392971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745538C1-E68C-4BF1-AA10-18B90F13C33C}"/>
              </a:ext>
            </a:extLst>
          </p:cNvPr>
          <p:cNvSpPr>
            <a:spLocks xmlns:a="http://schemas.openxmlformats.org/drawingml/2006/main" noGrp="1"/>
          </p:cNvSpPr>
          <p:nvPr/>
        </p:nvSpPr>
        <p:spPr>
          <a:xfrm xmlns:a="http://schemas.openxmlformats.org/drawingml/2006/main">
            <a:off x="342421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DE9AC5B5-7E4B-4EDC-9998-6796AC3D6A00}"/>
              </a:ext>
            </a:extLst>
          </p:cNvPr>
          <p:cNvSpPr>
            <a:spLocks xmlns:a="http://schemas.openxmlformats.org/drawingml/2006/main" noGrp="1"/>
          </p:cNvSpPr>
          <p:nvPr/>
        </p:nvSpPr>
        <p:spPr>
          <a:xfrm xmlns:a="http://schemas.openxmlformats.org/drawingml/2006/main">
            <a:off x="342421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EE466D6F-8C29-4467-B185-85485DE4D257}"/>
              </a:ext>
            </a:extLst>
          </p:cNvPr>
          <p:cNvSpPr>
            <a:spLocks xmlns:a="http://schemas.openxmlformats.org/drawingml/2006/main" noGrp="1"/>
          </p:cNvSpPr>
          <p:nvPr/>
        </p:nvSpPr>
        <p:spPr>
          <a:xfrm xmlns:a="http://schemas.openxmlformats.org/drawingml/2006/main">
            <a:off x="342421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F7942830-C709-4951-9EF5-AFF2988315AD}"/>
              </a:ext>
            </a:extLst>
          </p:cNvPr>
          <p:cNvSpPr>
            <a:spLocks xmlns:a="http://schemas.openxmlformats.org/drawingml/2006/main" noGrp="1"/>
          </p:cNvSpPr>
          <p:nvPr/>
        </p:nvSpPr>
        <p:spPr>
          <a:xfrm xmlns:a="http://schemas.openxmlformats.org/drawingml/2006/main">
            <a:off x="342421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A2FEFD45-4ACD-4620-9F45-0EF8CB728D6B}"/>
              </a:ext>
            </a:extLst>
          </p:cNvPr>
          <p:cNvSpPr>
            <a:spLocks xmlns:a="http://schemas.openxmlformats.org/drawingml/2006/main" noGrp="1"/>
          </p:cNvSpPr>
          <p:nvPr/>
        </p:nvSpPr>
        <p:spPr>
          <a:xfrm xmlns:a="http://schemas.openxmlformats.org/drawingml/2006/main">
            <a:off x="342421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8C39ADC7-171D-4BC0-A3B8-F0D8815D3078}"/>
              </a:ext>
            </a:extLst>
          </p:cNvPr>
          <p:cNvSpPr>
            <a:spLocks xmlns:a="http://schemas.openxmlformats.org/drawingml/2006/main" noGrp="1"/>
          </p:cNvSpPr>
          <p:nvPr/>
        </p:nvSpPr>
        <p:spPr>
          <a:xfrm xmlns:a="http://schemas.openxmlformats.org/drawingml/2006/main">
            <a:off x="342421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88C078A4-B05A-4A74-B38B-8A187A1D3173}"/>
              </a:ext>
            </a:extLst>
          </p:cNvPr>
          <p:cNvSpPr>
            <a:spLocks xmlns:a="http://schemas.openxmlformats.org/drawingml/2006/main" noGrp="1"/>
          </p:cNvSpPr>
          <p:nvPr/>
        </p:nvSpPr>
        <p:spPr>
          <a:xfrm xmlns:a="http://schemas.openxmlformats.org/drawingml/2006/main">
            <a:off x="342421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80E715F1-E314-417D-87C0-8DCF57286157}"/>
              </a:ext>
            </a:extLst>
          </p:cNvPr>
          <p:cNvSpPr>
            <a:spLocks xmlns:a="http://schemas.openxmlformats.org/drawingml/2006/main" noGrp="1"/>
          </p:cNvSpPr>
          <p:nvPr/>
        </p:nvSpPr>
        <p:spPr>
          <a:xfrm xmlns:a="http://schemas.openxmlformats.org/drawingml/2006/main">
            <a:off x="342421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768AEF93-40C2-4A73-B265-7956F83F3864}"/>
              </a:ext>
            </a:extLst>
          </p:cNvPr>
          <p:cNvSpPr>
            <a:spLocks xmlns:a="http://schemas.openxmlformats.org/drawingml/2006/main" noGrp="1"/>
          </p:cNvSpPr>
          <p:nvPr/>
        </p:nvSpPr>
        <p:spPr>
          <a:xfrm xmlns:a="http://schemas.openxmlformats.org/drawingml/2006/main">
            <a:off x="342421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35DD1C8A-B756-4DDB-9E7F-671DAB55200A}"/>
              </a:ext>
            </a:extLst>
          </p:cNvPr>
          <p:cNvSpPr>
            <a:spLocks xmlns:a="http://schemas.openxmlformats.org/drawingml/2006/main" noGrp="1"/>
          </p:cNvSpPr>
          <p:nvPr/>
        </p:nvSpPr>
        <p:spPr>
          <a:xfrm xmlns:a="http://schemas.openxmlformats.org/drawingml/2006/main">
            <a:off x="342421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FDF4A6E8-2239-433D-A04E-D32A85A7669C}"/>
              </a:ext>
            </a:extLst>
          </p:cNvPr>
          <p:cNvSpPr>
            <a:spLocks xmlns:a="http://schemas.openxmlformats.org/drawingml/2006/main" noGrp="1"/>
          </p:cNvSpPr>
          <p:nvPr/>
        </p:nvSpPr>
        <p:spPr>
          <a:xfrm xmlns:a="http://schemas.openxmlformats.org/drawingml/2006/main">
            <a:off x="342421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FDE06659-C835-4129-8F84-A8E5983AC603}"/>
              </a:ext>
            </a:extLst>
          </p:cNvPr>
          <p:cNvSpPr>
            <a:spLocks xmlns:a="http://schemas.openxmlformats.org/drawingml/2006/main" noGrp="1"/>
          </p:cNvSpPr>
          <p:nvPr/>
        </p:nvSpPr>
        <p:spPr>
          <a:xfrm xmlns:a="http://schemas.openxmlformats.org/drawingml/2006/main">
            <a:off x="342421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638C29CF-E2F4-4A4E-B0AD-C028E74F92ED}"/>
              </a:ext>
            </a:extLst>
          </p:cNvPr>
          <p:cNvSpPr>
            <a:spLocks xmlns:a="http://schemas.openxmlformats.org/drawingml/2006/main" noGrp="1"/>
          </p:cNvSpPr>
          <p:nvPr/>
        </p:nvSpPr>
        <p:spPr>
          <a:xfrm xmlns:a="http://schemas.openxmlformats.org/drawingml/2006/main">
            <a:off x="3424219"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46E31E5C-8E3D-4AEA-A30F-6379137C5F54}"/>
              </a:ext>
            </a:extLst>
          </p:cNvPr>
          <p:cNvSpPr>
            <a:spLocks xmlns:a="http://schemas.openxmlformats.org/drawingml/2006/main" noGrp="1"/>
          </p:cNvSpPr>
          <p:nvPr/>
        </p:nvSpPr>
        <p:spPr>
          <a:xfrm xmlns:a="http://schemas.openxmlformats.org/drawingml/2006/main">
            <a:off x="3424219" y="273669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22475C39-CC83-49FF-BE2C-553FC6D60E7F}"/>
              </a:ext>
            </a:extLst>
          </p:cNvPr>
          <p:cNvSpPr>
            <a:spLocks xmlns:a="http://schemas.openxmlformats.org/drawingml/2006/main" noGrp="1"/>
          </p:cNvSpPr>
          <p:nvPr/>
        </p:nvSpPr>
        <p:spPr>
          <a:xfrm xmlns:a="http://schemas.openxmlformats.org/drawingml/2006/main">
            <a:off x="3503221" y="416832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450AD7F9-57B9-4F08-ABB7-E2A7C87FB67F}"/>
              </a:ext>
            </a:extLst>
          </p:cNvPr>
          <p:cNvSpPr>
            <a:spLocks xmlns:a="http://schemas.openxmlformats.org/drawingml/2006/main" noGrp="1"/>
          </p:cNvSpPr>
          <p:nvPr/>
        </p:nvSpPr>
        <p:spPr>
          <a:xfrm xmlns:a="http://schemas.openxmlformats.org/drawingml/2006/main">
            <a:off x="3503221" y="408878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EC784B28-7425-462A-8831-40D44A63FB54}"/>
              </a:ext>
            </a:extLst>
          </p:cNvPr>
          <p:cNvSpPr>
            <a:spLocks xmlns:a="http://schemas.openxmlformats.org/drawingml/2006/main" noGrp="1"/>
          </p:cNvSpPr>
          <p:nvPr/>
        </p:nvSpPr>
        <p:spPr>
          <a:xfrm xmlns:a="http://schemas.openxmlformats.org/drawingml/2006/main">
            <a:off x="3503221" y="400925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0D6150E1-9411-4CD0-B8A5-1BDBB6E5D487}"/>
              </a:ext>
            </a:extLst>
          </p:cNvPr>
          <p:cNvSpPr>
            <a:spLocks xmlns:a="http://schemas.openxmlformats.org/drawingml/2006/main" noGrp="1"/>
          </p:cNvSpPr>
          <p:nvPr/>
        </p:nvSpPr>
        <p:spPr>
          <a:xfrm xmlns:a="http://schemas.openxmlformats.org/drawingml/2006/main">
            <a:off x="3503221" y="392971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807A6848-534E-40A1-894E-81FB7000C529}"/>
              </a:ext>
            </a:extLst>
          </p:cNvPr>
          <p:cNvSpPr>
            <a:spLocks xmlns:a="http://schemas.openxmlformats.org/drawingml/2006/main" noGrp="1"/>
          </p:cNvSpPr>
          <p:nvPr/>
        </p:nvSpPr>
        <p:spPr>
          <a:xfrm xmlns:a="http://schemas.openxmlformats.org/drawingml/2006/main">
            <a:off x="350322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570546A3-ECD5-4BFE-8E75-3E84ACE80257}"/>
              </a:ext>
            </a:extLst>
          </p:cNvPr>
          <p:cNvSpPr>
            <a:spLocks xmlns:a="http://schemas.openxmlformats.org/drawingml/2006/main" noGrp="1"/>
          </p:cNvSpPr>
          <p:nvPr/>
        </p:nvSpPr>
        <p:spPr>
          <a:xfrm xmlns:a="http://schemas.openxmlformats.org/drawingml/2006/main">
            <a:off x="350322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67EE5AEF-434D-46F5-991C-4D6B4A48B442}"/>
              </a:ext>
            </a:extLst>
          </p:cNvPr>
          <p:cNvSpPr>
            <a:spLocks xmlns:a="http://schemas.openxmlformats.org/drawingml/2006/main" noGrp="1"/>
          </p:cNvSpPr>
          <p:nvPr/>
        </p:nvSpPr>
        <p:spPr>
          <a:xfrm xmlns:a="http://schemas.openxmlformats.org/drawingml/2006/main">
            <a:off x="350322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6EB02BF1-8EB7-4FDD-8D41-6636AFEDDCC1}"/>
              </a:ext>
            </a:extLst>
          </p:cNvPr>
          <p:cNvSpPr>
            <a:spLocks xmlns:a="http://schemas.openxmlformats.org/drawingml/2006/main" noGrp="1"/>
          </p:cNvSpPr>
          <p:nvPr/>
        </p:nvSpPr>
        <p:spPr>
          <a:xfrm xmlns:a="http://schemas.openxmlformats.org/drawingml/2006/main">
            <a:off x="350322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DE131E07-8D86-404C-AB97-4214C244BDC5}"/>
              </a:ext>
            </a:extLst>
          </p:cNvPr>
          <p:cNvSpPr>
            <a:spLocks xmlns:a="http://schemas.openxmlformats.org/drawingml/2006/main" noGrp="1"/>
          </p:cNvSpPr>
          <p:nvPr/>
        </p:nvSpPr>
        <p:spPr>
          <a:xfrm xmlns:a="http://schemas.openxmlformats.org/drawingml/2006/main">
            <a:off x="350322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6F0C01E8-4F9A-4BB5-BBB7-81C7565951E7}"/>
              </a:ext>
            </a:extLst>
          </p:cNvPr>
          <p:cNvSpPr>
            <a:spLocks xmlns:a="http://schemas.openxmlformats.org/drawingml/2006/main" noGrp="1"/>
          </p:cNvSpPr>
          <p:nvPr/>
        </p:nvSpPr>
        <p:spPr>
          <a:xfrm xmlns:a="http://schemas.openxmlformats.org/drawingml/2006/main">
            <a:off x="350322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75C1C12D-01C9-4621-BC19-F866EF54D6EC}"/>
              </a:ext>
            </a:extLst>
          </p:cNvPr>
          <p:cNvSpPr>
            <a:spLocks xmlns:a="http://schemas.openxmlformats.org/drawingml/2006/main" noGrp="1"/>
          </p:cNvSpPr>
          <p:nvPr/>
        </p:nvSpPr>
        <p:spPr>
          <a:xfrm xmlns:a="http://schemas.openxmlformats.org/drawingml/2006/main">
            <a:off x="350322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D22FCF71-028D-403A-A9B1-26F9256A0AA1}"/>
              </a:ext>
            </a:extLst>
          </p:cNvPr>
          <p:cNvSpPr>
            <a:spLocks xmlns:a="http://schemas.openxmlformats.org/drawingml/2006/main" noGrp="1"/>
          </p:cNvSpPr>
          <p:nvPr/>
        </p:nvSpPr>
        <p:spPr>
          <a:xfrm xmlns:a="http://schemas.openxmlformats.org/drawingml/2006/main">
            <a:off x="350322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7783C26B-CE93-48FC-B5E4-008DAAF39EB1}"/>
              </a:ext>
            </a:extLst>
          </p:cNvPr>
          <p:cNvSpPr>
            <a:spLocks xmlns:a="http://schemas.openxmlformats.org/drawingml/2006/main" noGrp="1"/>
          </p:cNvSpPr>
          <p:nvPr/>
        </p:nvSpPr>
        <p:spPr>
          <a:xfrm xmlns:a="http://schemas.openxmlformats.org/drawingml/2006/main">
            <a:off x="350322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20BB36D6-1AE3-45CC-BF38-992F0D8C56C3}"/>
              </a:ext>
            </a:extLst>
          </p:cNvPr>
          <p:cNvSpPr>
            <a:spLocks xmlns:a="http://schemas.openxmlformats.org/drawingml/2006/main" noGrp="1"/>
          </p:cNvSpPr>
          <p:nvPr/>
        </p:nvSpPr>
        <p:spPr>
          <a:xfrm xmlns:a="http://schemas.openxmlformats.org/drawingml/2006/main">
            <a:off x="350322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C45982D6-EC03-4953-AFA7-98AF09B5F0B3}"/>
              </a:ext>
            </a:extLst>
          </p:cNvPr>
          <p:cNvSpPr>
            <a:spLocks xmlns:a="http://schemas.openxmlformats.org/drawingml/2006/main" noGrp="1"/>
          </p:cNvSpPr>
          <p:nvPr/>
        </p:nvSpPr>
        <p:spPr>
          <a:xfrm xmlns:a="http://schemas.openxmlformats.org/drawingml/2006/main">
            <a:off x="350322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24B9158C-1097-4DC9-B861-40AB30E50224}"/>
              </a:ext>
            </a:extLst>
          </p:cNvPr>
          <p:cNvSpPr>
            <a:spLocks xmlns:a="http://schemas.openxmlformats.org/drawingml/2006/main" noGrp="1"/>
          </p:cNvSpPr>
          <p:nvPr/>
        </p:nvSpPr>
        <p:spPr>
          <a:xfrm xmlns:a="http://schemas.openxmlformats.org/drawingml/2006/main">
            <a:off x="350322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89DBC6EF-77F1-4D9C-873C-0BDC03764475}"/>
              </a:ext>
            </a:extLst>
          </p:cNvPr>
          <p:cNvSpPr>
            <a:spLocks xmlns:a="http://schemas.openxmlformats.org/drawingml/2006/main" noGrp="1"/>
          </p:cNvSpPr>
          <p:nvPr/>
        </p:nvSpPr>
        <p:spPr>
          <a:xfrm xmlns:a="http://schemas.openxmlformats.org/drawingml/2006/main">
            <a:off x="350322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138DEAE5-F3C3-4A14-81D2-57D25CF8D872}"/>
              </a:ext>
            </a:extLst>
          </p:cNvPr>
          <p:cNvSpPr>
            <a:spLocks xmlns:a="http://schemas.openxmlformats.org/drawingml/2006/main" noGrp="1"/>
          </p:cNvSpPr>
          <p:nvPr/>
        </p:nvSpPr>
        <p:spPr>
          <a:xfrm xmlns:a="http://schemas.openxmlformats.org/drawingml/2006/main">
            <a:off x="3503221" y="273669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EB363574-4796-445C-8274-37F95BFDE557}"/>
              </a:ext>
            </a:extLst>
          </p:cNvPr>
          <p:cNvSpPr>
            <a:spLocks xmlns:a="http://schemas.openxmlformats.org/drawingml/2006/main" noGrp="1"/>
          </p:cNvSpPr>
          <p:nvPr/>
        </p:nvSpPr>
        <p:spPr>
          <a:xfrm xmlns:a="http://schemas.openxmlformats.org/drawingml/2006/main">
            <a:off x="3582224" y="400925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D2BD2682-6522-47A8-AA94-BB0B7CC059CB}"/>
              </a:ext>
            </a:extLst>
          </p:cNvPr>
          <p:cNvSpPr>
            <a:spLocks xmlns:a="http://schemas.openxmlformats.org/drawingml/2006/main" noGrp="1"/>
          </p:cNvSpPr>
          <p:nvPr/>
        </p:nvSpPr>
        <p:spPr>
          <a:xfrm xmlns:a="http://schemas.openxmlformats.org/drawingml/2006/main">
            <a:off x="358222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9DA3D8B0-79BD-4538-B635-64F19EF4107F}"/>
              </a:ext>
            </a:extLst>
          </p:cNvPr>
          <p:cNvSpPr>
            <a:spLocks xmlns:a="http://schemas.openxmlformats.org/drawingml/2006/main" noGrp="1"/>
          </p:cNvSpPr>
          <p:nvPr/>
        </p:nvSpPr>
        <p:spPr>
          <a:xfrm xmlns:a="http://schemas.openxmlformats.org/drawingml/2006/main">
            <a:off x="358222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2E56D151-DEDC-48BC-B337-4DD2C315946C}"/>
              </a:ext>
            </a:extLst>
          </p:cNvPr>
          <p:cNvSpPr>
            <a:spLocks xmlns:a="http://schemas.openxmlformats.org/drawingml/2006/main" noGrp="1"/>
          </p:cNvSpPr>
          <p:nvPr/>
        </p:nvSpPr>
        <p:spPr>
          <a:xfrm xmlns:a="http://schemas.openxmlformats.org/drawingml/2006/main">
            <a:off x="358222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97D5BBF1-E81C-41B0-AE79-079B0B06FB9A}"/>
              </a:ext>
            </a:extLst>
          </p:cNvPr>
          <p:cNvSpPr>
            <a:spLocks xmlns:a="http://schemas.openxmlformats.org/drawingml/2006/main" noGrp="1"/>
          </p:cNvSpPr>
          <p:nvPr/>
        </p:nvSpPr>
        <p:spPr>
          <a:xfrm xmlns:a="http://schemas.openxmlformats.org/drawingml/2006/main">
            <a:off x="358222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A0BACBEA-6C09-4418-BC10-C77EAE3C034C}"/>
              </a:ext>
            </a:extLst>
          </p:cNvPr>
          <p:cNvSpPr>
            <a:spLocks xmlns:a="http://schemas.openxmlformats.org/drawingml/2006/main" noGrp="1"/>
          </p:cNvSpPr>
          <p:nvPr/>
        </p:nvSpPr>
        <p:spPr>
          <a:xfrm xmlns:a="http://schemas.openxmlformats.org/drawingml/2006/main">
            <a:off x="358222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5DFD06E1-4229-43F4-8B89-FB309F00DFA9}"/>
              </a:ext>
            </a:extLst>
          </p:cNvPr>
          <p:cNvSpPr>
            <a:spLocks xmlns:a="http://schemas.openxmlformats.org/drawingml/2006/main" noGrp="1"/>
          </p:cNvSpPr>
          <p:nvPr/>
        </p:nvSpPr>
        <p:spPr>
          <a:xfrm xmlns:a="http://schemas.openxmlformats.org/drawingml/2006/main">
            <a:off x="3582224"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CEA20C4E-4AC1-4F12-A35D-E432FCD253C0}"/>
              </a:ext>
            </a:extLst>
          </p:cNvPr>
          <p:cNvSpPr>
            <a:spLocks xmlns:a="http://schemas.openxmlformats.org/drawingml/2006/main" noGrp="1"/>
          </p:cNvSpPr>
          <p:nvPr/>
        </p:nvSpPr>
        <p:spPr>
          <a:xfrm xmlns:a="http://schemas.openxmlformats.org/drawingml/2006/main">
            <a:off x="358222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D0F56AB5-4DA9-420F-B110-87CB8EE79941}"/>
              </a:ext>
            </a:extLst>
          </p:cNvPr>
          <p:cNvSpPr>
            <a:spLocks xmlns:a="http://schemas.openxmlformats.org/drawingml/2006/main" noGrp="1"/>
          </p:cNvSpPr>
          <p:nvPr/>
        </p:nvSpPr>
        <p:spPr>
          <a:xfrm xmlns:a="http://schemas.openxmlformats.org/drawingml/2006/main">
            <a:off x="358222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4CF5B2BF-889A-4241-AD25-18967C98A8FD}"/>
              </a:ext>
            </a:extLst>
          </p:cNvPr>
          <p:cNvSpPr>
            <a:spLocks xmlns:a="http://schemas.openxmlformats.org/drawingml/2006/main" noGrp="1"/>
          </p:cNvSpPr>
          <p:nvPr/>
        </p:nvSpPr>
        <p:spPr>
          <a:xfrm xmlns:a="http://schemas.openxmlformats.org/drawingml/2006/main">
            <a:off x="358222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DB2889D8-0E6F-4406-8F62-39FDE43991FF}"/>
              </a:ext>
            </a:extLst>
          </p:cNvPr>
          <p:cNvSpPr>
            <a:spLocks xmlns:a="http://schemas.openxmlformats.org/drawingml/2006/main" noGrp="1"/>
          </p:cNvSpPr>
          <p:nvPr/>
        </p:nvSpPr>
        <p:spPr>
          <a:xfrm xmlns:a="http://schemas.openxmlformats.org/drawingml/2006/main">
            <a:off x="358222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706726B8-9A4E-4D32-8873-084D31897F81}"/>
              </a:ext>
            </a:extLst>
          </p:cNvPr>
          <p:cNvSpPr>
            <a:spLocks xmlns:a="http://schemas.openxmlformats.org/drawingml/2006/main" noGrp="1"/>
          </p:cNvSpPr>
          <p:nvPr/>
        </p:nvSpPr>
        <p:spPr>
          <a:xfrm xmlns:a="http://schemas.openxmlformats.org/drawingml/2006/main">
            <a:off x="358222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8F40FCBA-AFC4-4633-9231-352DF0F20615}"/>
              </a:ext>
            </a:extLst>
          </p:cNvPr>
          <p:cNvSpPr>
            <a:spLocks xmlns:a="http://schemas.openxmlformats.org/drawingml/2006/main" noGrp="1"/>
          </p:cNvSpPr>
          <p:nvPr/>
        </p:nvSpPr>
        <p:spPr>
          <a:xfrm xmlns:a="http://schemas.openxmlformats.org/drawingml/2006/main">
            <a:off x="358222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C4577888-A54F-48D9-A14A-38BFF7F3648C}"/>
              </a:ext>
            </a:extLst>
          </p:cNvPr>
          <p:cNvSpPr>
            <a:spLocks xmlns:a="http://schemas.openxmlformats.org/drawingml/2006/main" noGrp="1"/>
          </p:cNvSpPr>
          <p:nvPr/>
        </p:nvSpPr>
        <p:spPr>
          <a:xfrm xmlns:a="http://schemas.openxmlformats.org/drawingml/2006/main">
            <a:off x="358222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FD60ECCD-E408-4E8C-BE26-E4A598F24D17}"/>
              </a:ext>
            </a:extLst>
          </p:cNvPr>
          <p:cNvSpPr>
            <a:spLocks xmlns:a="http://schemas.openxmlformats.org/drawingml/2006/main" noGrp="1"/>
          </p:cNvSpPr>
          <p:nvPr/>
        </p:nvSpPr>
        <p:spPr>
          <a:xfrm xmlns:a="http://schemas.openxmlformats.org/drawingml/2006/main">
            <a:off x="366122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5B853BE0-C897-4842-AF6E-B02A64C050B6}"/>
              </a:ext>
            </a:extLst>
          </p:cNvPr>
          <p:cNvSpPr>
            <a:spLocks xmlns:a="http://schemas.openxmlformats.org/drawingml/2006/main" noGrp="1"/>
          </p:cNvSpPr>
          <p:nvPr/>
        </p:nvSpPr>
        <p:spPr>
          <a:xfrm xmlns:a="http://schemas.openxmlformats.org/drawingml/2006/main">
            <a:off x="366122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81AA1C9F-1F59-4A38-AC19-B7DBD9A5A19B}"/>
              </a:ext>
            </a:extLst>
          </p:cNvPr>
          <p:cNvSpPr>
            <a:spLocks xmlns:a="http://schemas.openxmlformats.org/drawingml/2006/main" noGrp="1"/>
          </p:cNvSpPr>
          <p:nvPr/>
        </p:nvSpPr>
        <p:spPr>
          <a:xfrm xmlns:a="http://schemas.openxmlformats.org/drawingml/2006/main">
            <a:off x="366122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79E7946C-85EE-4CB9-BBF9-7175F5380E2C}"/>
              </a:ext>
            </a:extLst>
          </p:cNvPr>
          <p:cNvSpPr>
            <a:spLocks xmlns:a="http://schemas.openxmlformats.org/drawingml/2006/main" noGrp="1"/>
          </p:cNvSpPr>
          <p:nvPr/>
        </p:nvSpPr>
        <p:spPr>
          <a:xfrm xmlns:a="http://schemas.openxmlformats.org/drawingml/2006/main">
            <a:off x="366122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2D989324-4F1C-4173-93FC-28E3179CDCD9}"/>
              </a:ext>
            </a:extLst>
          </p:cNvPr>
          <p:cNvSpPr>
            <a:spLocks xmlns:a="http://schemas.openxmlformats.org/drawingml/2006/main" noGrp="1"/>
          </p:cNvSpPr>
          <p:nvPr/>
        </p:nvSpPr>
        <p:spPr>
          <a:xfrm xmlns:a="http://schemas.openxmlformats.org/drawingml/2006/main">
            <a:off x="366122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1B9461F9-483B-49BF-AC72-87B75A6FECB1}"/>
              </a:ext>
            </a:extLst>
          </p:cNvPr>
          <p:cNvSpPr>
            <a:spLocks xmlns:a="http://schemas.openxmlformats.org/drawingml/2006/main" noGrp="1"/>
          </p:cNvSpPr>
          <p:nvPr/>
        </p:nvSpPr>
        <p:spPr>
          <a:xfrm xmlns:a="http://schemas.openxmlformats.org/drawingml/2006/main">
            <a:off x="366122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437660A9-1EF9-44A1-ADD6-F3D5767AC237}"/>
              </a:ext>
            </a:extLst>
          </p:cNvPr>
          <p:cNvSpPr>
            <a:spLocks xmlns:a="http://schemas.openxmlformats.org/drawingml/2006/main" noGrp="1"/>
          </p:cNvSpPr>
          <p:nvPr/>
        </p:nvSpPr>
        <p:spPr>
          <a:xfrm xmlns:a="http://schemas.openxmlformats.org/drawingml/2006/main">
            <a:off x="3661226"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7A8188D4-28A7-46B9-B35E-B3E5CC374CCE}"/>
              </a:ext>
            </a:extLst>
          </p:cNvPr>
          <p:cNvSpPr>
            <a:spLocks xmlns:a="http://schemas.openxmlformats.org/drawingml/2006/main" noGrp="1"/>
          </p:cNvSpPr>
          <p:nvPr/>
        </p:nvSpPr>
        <p:spPr>
          <a:xfrm xmlns:a="http://schemas.openxmlformats.org/drawingml/2006/main">
            <a:off x="3661226"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A5A5E2D1-3479-492F-ACCD-1A6C71A45F84}"/>
              </a:ext>
            </a:extLst>
          </p:cNvPr>
          <p:cNvSpPr>
            <a:spLocks xmlns:a="http://schemas.openxmlformats.org/drawingml/2006/main" noGrp="1"/>
          </p:cNvSpPr>
          <p:nvPr/>
        </p:nvSpPr>
        <p:spPr>
          <a:xfrm xmlns:a="http://schemas.openxmlformats.org/drawingml/2006/main">
            <a:off x="3661226"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772706A6-F5CE-410F-8B21-037BCAB3B7FB}"/>
              </a:ext>
            </a:extLst>
          </p:cNvPr>
          <p:cNvSpPr>
            <a:spLocks xmlns:a="http://schemas.openxmlformats.org/drawingml/2006/main" noGrp="1"/>
          </p:cNvSpPr>
          <p:nvPr/>
        </p:nvSpPr>
        <p:spPr>
          <a:xfrm xmlns:a="http://schemas.openxmlformats.org/drawingml/2006/main">
            <a:off x="366122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B9EBE48F-4393-4D67-95EB-6D64F135F5C3}"/>
              </a:ext>
            </a:extLst>
          </p:cNvPr>
          <p:cNvSpPr>
            <a:spLocks xmlns:a="http://schemas.openxmlformats.org/drawingml/2006/main" noGrp="1"/>
          </p:cNvSpPr>
          <p:nvPr/>
        </p:nvSpPr>
        <p:spPr>
          <a:xfrm xmlns:a="http://schemas.openxmlformats.org/drawingml/2006/main">
            <a:off x="366122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450D819F-BB5F-452D-A59B-EB6301B3F38C}"/>
              </a:ext>
            </a:extLst>
          </p:cNvPr>
          <p:cNvSpPr>
            <a:spLocks xmlns:a="http://schemas.openxmlformats.org/drawingml/2006/main" noGrp="1"/>
          </p:cNvSpPr>
          <p:nvPr/>
        </p:nvSpPr>
        <p:spPr>
          <a:xfrm xmlns:a="http://schemas.openxmlformats.org/drawingml/2006/main">
            <a:off x="366122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1C47D5B8-E355-4BD7-8C64-E5D139A37531}"/>
              </a:ext>
            </a:extLst>
          </p:cNvPr>
          <p:cNvSpPr>
            <a:spLocks xmlns:a="http://schemas.openxmlformats.org/drawingml/2006/main" noGrp="1"/>
          </p:cNvSpPr>
          <p:nvPr/>
        </p:nvSpPr>
        <p:spPr>
          <a:xfrm xmlns:a="http://schemas.openxmlformats.org/drawingml/2006/main">
            <a:off x="3740229"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9BAB6482-64BB-404E-9DBF-465116B070ED}"/>
              </a:ext>
            </a:extLst>
          </p:cNvPr>
          <p:cNvSpPr>
            <a:spLocks xmlns:a="http://schemas.openxmlformats.org/drawingml/2006/main" noGrp="1"/>
          </p:cNvSpPr>
          <p:nvPr/>
        </p:nvSpPr>
        <p:spPr>
          <a:xfrm xmlns:a="http://schemas.openxmlformats.org/drawingml/2006/main">
            <a:off x="3740229"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19CD12BA-EF0F-412D-B848-EBE7713587BB}"/>
              </a:ext>
            </a:extLst>
          </p:cNvPr>
          <p:cNvSpPr>
            <a:spLocks xmlns:a="http://schemas.openxmlformats.org/drawingml/2006/main" noGrp="1"/>
          </p:cNvSpPr>
          <p:nvPr/>
        </p:nvSpPr>
        <p:spPr>
          <a:xfrm xmlns:a="http://schemas.openxmlformats.org/drawingml/2006/main">
            <a:off x="3740229"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2A493990-7EEB-4725-B488-19E99FD8DA50}"/>
              </a:ext>
            </a:extLst>
          </p:cNvPr>
          <p:cNvSpPr>
            <a:spLocks xmlns:a="http://schemas.openxmlformats.org/drawingml/2006/main" noGrp="1"/>
          </p:cNvSpPr>
          <p:nvPr/>
        </p:nvSpPr>
        <p:spPr>
          <a:xfrm xmlns:a="http://schemas.openxmlformats.org/drawingml/2006/main">
            <a:off x="3740229"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DF1560BD-C931-4C73-9CC6-3789A291BAF1}"/>
              </a:ext>
            </a:extLst>
          </p:cNvPr>
          <p:cNvSpPr>
            <a:spLocks xmlns:a="http://schemas.openxmlformats.org/drawingml/2006/main" noGrp="1"/>
          </p:cNvSpPr>
          <p:nvPr/>
        </p:nvSpPr>
        <p:spPr>
          <a:xfrm xmlns:a="http://schemas.openxmlformats.org/drawingml/2006/main">
            <a:off x="3740229"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1568A890-D113-47F8-A2D5-D7F328E2FDAE}"/>
              </a:ext>
            </a:extLst>
          </p:cNvPr>
          <p:cNvSpPr>
            <a:spLocks xmlns:a="http://schemas.openxmlformats.org/drawingml/2006/main" noGrp="1"/>
          </p:cNvSpPr>
          <p:nvPr/>
        </p:nvSpPr>
        <p:spPr>
          <a:xfrm xmlns:a="http://schemas.openxmlformats.org/drawingml/2006/main">
            <a:off x="3740229"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B7A5775F-502A-4B8E-88A0-994A07F562CC}"/>
              </a:ext>
            </a:extLst>
          </p:cNvPr>
          <p:cNvSpPr>
            <a:spLocks xmlns:a="http://schemas.openxmlformats.org/drawingml/2006/main" noGrp="1"/>
          </p:cNvSpPr>
          <p:nvPr/>
        </p:nvSpPr>
        <p:spPr>
          <a:xfrm xmlns:a="http://schemas.openxmlformats.org/drawingml/2006/main">
            <a:off x="3740229"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EF38362A-F0DF-42F3-8F0C-B95482BCC87F}"/>
              </a:ext>
            </a:extLst>
          </p:cNvPr>
          <p:cNvSpPr>
            <a:spLocks xmlns:a="http://schemas.openxmlformats.org/drawingml/2006/main" noGrp="1"/>
          </p:cNvSpPr>
          <p:nvPr/>
        </p:nvSpPr>
        <p:spPr>
          <a:xfrm xmlns:a="http://schemas.openxmlformats.org/drawingml/2006/main">
            <a:off x="3740229"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1FF37812-825E-46D8-BEC5-DE59EA116C1D}"/>
              </a:ext>
            </a:extLst>
          </p:cNvPr>
          <p:cNvSpPr>
            <a:spLocks xmlns:a="http://schemas.openxmlformats.org/drawingml/2006/main" noGrp="1"/>
          </p:cNvSpPr>
          <p:nvPr/>
        </p:nvSpPr>
        <p:spPr>
          <a:xfrm xmlns:a="http://schemas.openxmlformats.org/drawingml/2006/main">
            <a:off x="3740229"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8D1E7CC5-3EF9-405B-AFE4-67E4C77FD9E2}"/>
              </a:ext>
            </a:extLst>
          </p:cNvPr>
          <p:cNvSpPr>
            <a:spLocks xmlns:a="http://schemas.openxmlformats.org/drawingml/2006/main" noGrp="1"/>
          </p:cNvSpPr>
          <p:nvPr/>
        </p:nvSpPr>
        <p:spPr>
          <a:xfrm xmlns:a="http://schemas.openxmlformats.org/drawingml/2006/main">
            <a:off x="3740229"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FCEED9A9-8F9F-4C0E-BAFC-F349E3CF1660}"/>
              </a:ext>
            </a:extLst>
          </p:cNvPr>
          <p:cNvSpPr>
            <a:spLocks xmlns:a="http://schemas.openxmlformats.org/drawingml/2006/main" noGrp="1"/>
          </p:cNvSpPr>
          <p:nvPr/>
        </p:nvSpPr>
        <p:spPr>
          <a:xfrm xmlns:a="http://schemas.openxmlformats.org/drawingml/2006/main">
            <a:off x="3740229"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5E4B85FC-1132-4491-9A3E-F30984F2FC0A}"/>
              </a:ext>
            </a:extLst>
          </p:cNvPr>
          <p:cNvSpPr>
            <a:spLocks xmlns:a="http://schemas.openxmlformats.org/drawingml/2006/main" noGrp="1"/>
          </p:cNvSpPr>
          <p:nvPr/>
        </p:nvSpPr>
        <p:spPr>
          <a:xfrm xmlns:a="http://schemas.openxmlformats.org/drawingml/2006/main">
            <a:off x="3740229"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9AC7E461-E396-47D8-8744-7D2BAE06784C}"/>
              </a:ext>
            </a:extLst>
          </p:cNvPr>
          <p:cNvSpPr>
            <a:spLocks xmlns:a="http://schemas.openxmlformats.org/drawingml/2006/main" noGrp="1"/>
          </p:cNvSpPr>
          <p:nvPr/>
        </p:nvSpPr>
        <p:spPr>
          <a:xfrm xmlns:a="http://schemas.openxmlformats.org/drawingml/2006/main">
            <a:off x="3819231"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97DFA409-B33A-4803-A53E-B42C8F3778CF}"/>
              </a:ext>
            </a:extLst>
          </p:cNvPr>
          <p:cNvSpPr>
            <a:spLocks xmlns:a="http://schemas.openxmlformats.org/drawingml/2006/main" noGrp="1"/>
          </p:cNvSpPr>
          <p:nvPr/>
        </p:nvSpPr>
        <p:spPr>
          <a:xfrm xmlns:a="http://schemas.openxmlformats.org/drawingml/2006/main">
            <a:off x="3819231"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61D2BD49-E193-40D6-96FA-19AC932C79E6}"/>
              </a:ext>
            </a:extLst>
          </p:cNvPr>
          <p:cNvSpPr>
            <a:spLocks xmlns:a="http://schemas.openxmlformats.org/drawingml/2006/main" noGrp="1"/>
          </p:cNvSpPr>
          <p:nvPr/>
        </p:nvSpPr>
        <p:spPr>
          <a:xfrm xmlns:a="http://schemas.openxmlformats.org/drawingml/2006/main">
            <a:off x="3819231"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E117574C-A610-43B2-ABF8-8E02983C8F1C}"/>
              </a:ext>
            </a:extLst>
          </p:cNvPr>
          <p:cNvSpPr>
            <a:spLocks xmlns:a="http://schemas.openxmlformats.org/drawingml/2006/main" noGrp="1"/>
          </p:cNvSpPr>
          <p:nvPr/>
        </p:nvSpPr>
        <p:spPr>
          <a:xfrm xmlns:a="http://schemas.openxmlformats.org/drawingml/2006/main">
            <a:off x="3819231"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9C02E928-1C66-4D84-9071-D3CBD80A3DFD}"/>
              </a:ext>
            </a:extLst>
          </p:cNvPr>
          <p:cNvSpPr>
            <a:spLocks xmlns:a="http://schemas.openxmlformats.org/drawingml/2006/main" noGrp="1"/>
          </p:cNvSpPr>
          <p:nvPr/>
        </p:nvSpPr>
        <p:spPr>
          <a:xfrm xmlns:a="http://schemas.openxmlformats.org/drawingml/2006/main">
            <a:off x="3819231"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EC181E44-F196-445B-A3A0-576111B1B291}"/>
              </a:ext>
            </a:extLst>
          </p:cNvPr>
          <p:cNvSpPr>
            <a:spLocks xmlns:a="http://schemas.openxmlformats.org/drawingml/2006/main" noGrp="1"/>
          </p:cNvSpPr>
          <p:nvPr/>
        </p:nvSpPr>
        <p:spPr>
          <a:xfrm xmlns:a="http://schemas.openxmlformats.org/drawingml/2006/main">
            <a:off x="3819231"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CE233045-FD32-49DF-9BBB-F8F03FD9149B}"/>
              </a:ext>
            </a:extLst>
          </p:cNvPr>
          <p:cNvSpPr>
            <a:spLocks xmlns:a="http://schemas.openxmlformats.org/drawingml/2006/main" noGrp="1"/>
          </p:cNvSpPr>
          <p:nvPr/>
        </p:nvSpPr>
        <p:spPr>
          <a:xfrm xmlns:a="http://schemas.openxmlformats.org/drawingml/2006/main">
            <a:off x="3819231"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979FE287-E6FA-4AF5-80E0-99ECEBAEAA54}"/>
              </a:ext>
            </a:extLst>
          </p:cNvPr>
          <p:cNvSpPr>
            <a:spLocks xmlns:a="http://schemas.openxmlformats.org/drawingml/2006/main" noGrp="1"/>
          </p:cNvSpPr>
          <p:nvPr/>
        </p:nvSpPr>
        <p:spPr>
          <a:xfrm xmlns:a="http://schemas.openxmlformats.org/drawingml/2006/main">
            <a:off x="3819231"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709749A5-D892-49AA-98F9-055C45E519C7}"/>
              </a:ext>
            </a:extLst>
          </p:cNvPr>
          <p:cNvSpPr>
            <a:spLocks xmlns:a="http://schemas.openxmlformats.org/drawingml/2006/main" noGrp="1"/>
          </p:cNvSpPr>
          <p:nvPr/>
        </p:nvSpPr>
        <p:spPr>
          <a:xfrm xmlns:a="http://schemas.openxmlformats.org/drawingml/2006/main">
            <a:off x="3819231"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A71057E1-761D-42E3-9DCA-D94CAE5AD2B8}"/>
              </a:ext>
            </a:extLst>
          </p:cNvPr>
          <p:cNvSpPr>
            <a:spLocks xmlns:a="http://schemas.openxmlformats.org/drawingml/2006/main" noGrp="1"/>
          </p:cNvSpPr>
          <p:nvPr/>
        </p:nvSpPr>
        <p:spPr>
          <a:xfrm xmlns:a="http://schemas.openxmlformats.org/drawingml/2006/main">
            <a:off x="3819231"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B7A11D8E-43FD-433B-940B-3C13CCF60A5F}"/>
              </a:ext>
            </a:extLst>
          </p:cNvPr>
          <p:cNvSpPr>
            <a:spLocks xmlns:a="http://schemas.openxmlformats.org/drawingml/2006/main" noGrp="1"/>
          </p:cNvSpPr>
          <p:nvPr/>
        </p:nvSpPr>
        <p:spPr>
          <a:xfrm xmlns:a="http://schemas.openxmlformats.org/drawingml/2006/main">
            <a:off x="3819231"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7F325EF6-B32A-4E15-8146-950E60AB9353}"/>
              </a:ext>
            </a:extLst>
          </p:cNvPr>
          <p:cNvSpPr>
            <a:spLocks xmlns:a="http://schemas.openxmlformats.org/drawingml/2006/main" noGrp="1"/>
          </p:cNvSpPr>
          <p:nvPr/>
        </p:nvSpPr>
        <p:spPr>
          <a:xfrm xmlns:a="http://schemas.openxmlformats.org/drawingml/2006/main">
            <a:off x="3819231"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4CA732E4-51D5-4D8D-BCE3-2820FBB1D142}"/>
              </a:ext>
            </a:extLst>
          </p:cNvPr>
          <p:cNvSpPr>
            <a:spLocks xmlns:a="http://schemas.openxmlformats.org/drawingml/2006/main" noGrp="1"/>
          </p:cNvSpPr>
          <p:nvPr/>
        </p:nvSpPr>
        <p:spPr>
          <a:xfrm xmlns:a="http://schemas.openxmlformats.org/drawingml/2006/main">
            <a:off x="3819231"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107F0C17-6E77-4868-8795-486A8ADAABA0}"/>
              </a:ext>
            </a:extLst>
          </p:cNvPr>
          <p:cNvSpPr>
            <a:spLocks xmlns:a="http://schemas.openxmlformats.org/drawingml/2006/main" noGrp="1"/>
          </p:cNvSpPr>
          <p:nvPr/>
        </p:nvSpPr>
        <p:spPr>
          <a:xfrm xmlns:a="http://schemas.openxmlformats.org/drawingml/2006/main">
            <a:off x="3898234" y="385018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EC28C86F-D3E3-4CA5-9C84-3B83E1D94B4A}"/>
              </a:ext>
            </a:extLst>
          </p:cNvPr>
          <p:cNvSpPr>
            <a:spLocks xmlns:a="http://schemas.openxmlformats.org/drawingml/2006/main" noGrp="1"/>
          </p:cNvSpPr>
          <p:nvPr/>
        </p:nvSpPr>
        <p:spPr>
          <a:xfrm xmlns:a="http://schemas.openxmlformats.org/drawingml/2006/main">
            <a:off x="3898234"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A3F7E14D-99F0-4898-A8DF-07789D249CA7}"/>
              </a:ext>
            </a:extLst>
          </p:cNvPr>
          <p:cNvSpPr>
            <a:spLocks xmlns:a="http://schemas.openxmlformats.org/drawingml/2006/main" noGrp="1"/>
          </p:cNvSpPr>
          <p:nvPr/>
        </p:nvSpPr>
        <p:spPr>
          <a:xfrm xmlns:a="http://schemas.openxmlformats.org/drawingml/2006/main">
            <a:off x="3898234"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809E1ABD-245F-42BA-A71B-D5EB7FF1817E}"/>
              </a:ext>
            </a:extLst>
          </p:cNvPr>
          <p:cNvSpPr>
            <a:spLocks xmlns:a="http://schemas.openxmlformats.org/drawingml/2006/main" noGrp="1"/>
          </p:cNvSpPr>
          <p:nvPr/>
        </p:nvSpPr>
        <p:spPr>
          <a:xfrm xmlns:a="http://schemas.openxmlformats.org/drawingml/2006/main">
            <a:off x="3898234"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ED0D09D1-22E8-43B8-B1AF-2386C4C3D929}"/>
              </a:ext>
            </a:extLst>
          </p:cNvPr>
          <p:cNvSpPr>
            <a:spLocks xmlns:a="http://schemas.openxmlformats.org/drawingml/2006/main" noGrp="1"/>
          </p:cNvSpPr>
          <p:nvPr/>
        </p:nvSpPr>
        <p:spPr>
          <a:xfrm xmlns:a="http://schemas.openxmlformats.org/drawingml/2006/main">
            <a:off x="3898234"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4D295761-E612-4296-8246-6D84E35D3A36}"/>
              </a:ext>
            </a:extLst>
          </p:cNvPr>
          <p:cNvSpPr>
            <a:spLocks xmlns:a="http://schemas.openxmlformats.org/drawingml/2006/main" noGrp="1"/>
          </p:cNvSpPr>
          <p:nvPr/>
        </p:nvSpPr>
        <p:spPr>
          <a:xfrm xmlns:a="http://schemas.openxmlformats.org/drawingml/2006/main">
            <a:off x="3898234"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E0325911-57AC-4F96-85C6-B99564244DBB}"/>
              </a:ext>
            </a:extLst>
          </p:cNvPr>
          <p:cNvSpPr>
            <a:spLocks xmlns:a="http://schemas.openxmlformats.org/drawingml/2006/main" noGrp="1"/>
          </p:cNvSpPr>
          <p:nvPr/>
        </p:nvSpPr>
        <p:spPr>
          <a:xfrm xmlns:a="http://schemas.openxmlformats.org/drawingml/2006/main">
            <a:off x="3898234"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C24A73FE-884B-4856-8775-026900DD486F}"/>
              </a:ext>
            </a:extLst>
          </p:cNvPr>
          <p:cNvSpPr>
            <a:spLocks xmlns:a="http://schemas.openxmlformats.org/drawingml/2006/main" noGrp="1"/>
          </p:cNvSpPr>
          <p:nvPr/>
        </p:nvSpPr>
        <p:spPr>
          <a:xfrm xmlns:a="http://schemas.openxmlformats.org/drawingml/2006/main">
            <a:off x="3898234"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D3B21524-3F16-475E-97DD-6A4D4796C937}"/>
              </a:ext>
            </a:extLst>
          </p:cNvPr>
          <p:cNvSpPr>
            <a:spLocks xmlns:a="http://schemas.openxmlformats.org/drawingml/2006/main" noGrp="1"/>
          </p:cNvSpPr>
          <p:nvPr/>
        </p:nvSpPr>
        <p:spPr>
          <a:xfrm xmlns:a="http://schemas.openxmlformats.org/drawingml/2006/main">
            <a:off x="3898234"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0EC7A68C-F8A4-4C26-BCCA-CCC90872C117}"/>
              </a:ext>
            </a:extLst>
          </p:cNvPr>
          <p:cNvSpPr>
            <a:spLocks xmlns:a="http://schemas.openxmlformats.org/drawingml/2006/main" noGrp="1"/>
          </p:cNvSpPr>
          <p:nvPr/>
        </p:nvSpPr>
        <p:spPr>
          <a:xfrm xmlns:a="http://schemas.openxmlformats.org/drawingml/2006/main">
            <a:off x="3898234"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3869B2"/>
          </a:solidFill>
          <a:ln xmlns:a="http://schemas.openxmlformats.org/drawingml/2006/main" w="3436">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D76C36E4-B7C0-4E7C-8596-353F6D0CA4CF}"/>
              </a:ext>
            </a:extLst>
          </p:cNvPr>
          <p:cNvSpPr>
            <a:spLocks xmlns:a="http://schemas.openxmlformats.org/drawingml/2006/main" noGrp="1"/>
          </p:cNvSpPr>
          <p:nvPr/>
        </p:nvSpPr>
        <p:spPr>
          <a:xfrm xmlns:a="http://schemas.openxmlformats.org/drawingml/2006/main">
            <a:off x="3898234" y="2975302"/>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84A78411-305A-4EC0-88D8-0C9CF3F05C8F}"/>
              </a:ext>
            </a:extLst>
          </p:cNvPr>
          <p:cNvSpPr>
            <a:spLocks xmlns:a="http://schemas.openxmlformats.org/drawingml/2006/main" noGrp="1"/>
          </p:cNvSpPr>
          <p:nvPr/>
        </p:nvSpPr>
        <p:spPr>
          <a:xfrm xmlns:a="http://schemas.openxmlformats.org/drawingml/2006/main">
            <a:off x="3898234" y="289576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1AC3BC2F-93AB-4114-9FC6-747CDCC1F977}"/>
              </a:ext>
            </a:extLst>
          </p:cNvPr>
          <p:cNvSpPr>
            <a:spLocks xmlns:a="http://schemas.openxmlformats.org/drawingml/2006/main" noGrp="1"/>
          </p:cNvSpPr>
          <p:nvPr/>
        </p:nvSpPr>
        <p:spPr>
          <a:xfrm xmlns:a="http://schemas.openxmlformats.org/drawingml/2006/main">
            <a:off x="3898234" y="281623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0E692689-B92F-4B38-B644-21A04000F4E5}"/>
              </a:ext>
            </a:extLst>
          </p:cNvPr>
          <p:cNvSpPr>
            <a:spLocks xmlns:a="http://schemas.openxmlformats.org/drawingml/2006/main" noGrp="1"/>
          </p:cNvSpPr>
          <p:nvPr/>
        </p:nvSpPr>
        <p:spPr>
          <a:xfrm xmlns:a="http://schemas.openxmlformats.org/drawingml/2006/main">
            <a:off x="3977236" y="385018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0F55E569-8177-4E00-A82A-51B565CC9A3F}"/>
              </a:ext>
            </a:extLst>
          </p:cNvPr>
          <p:cNvSpPr>
            <a:spLocks xmlns:a="http://schemas.openxmlformats.org/drawingml/2006/main" noGrp="1"/>
          </p:cNvSpPr>
          <p:nvPr/>
        </p:nvSpPr>
        <p:spPr>
          <a:xfrm xmlns:a="http://schemas.openxmlformats.org/drawingml/2006/main">
            <a:off x="3977236"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9B8155AC-F0E5-4516-A6CA-51991CD25D35}"/>
              </a:ext>
            </a:extLst>
          </p:cNvPr>
          <p:cNvSpPr>
            <a:spLocks xmlns:a="http://schemas.openxmlformats.org/drawingml/2006/main" noGrp="1"/>
          </p:cNvSpPr>
          <p:nvPr/>
        </p:nvSpPr>
        <p:spPr>
          <a:xfrm xmlns:a="http://schemas.openxmlformats.org/drawingml/2006/main">
            <a:off x="3977236"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B151AC8B-A992-4C7D-9D7D-3C60A9528CCA}"/>
              </a:ext>
            </a:extLst>
          </p:cNvPr>
          <p:cNvSpPr>
            <a:spLocks xmlns:a="http://schemas.openxmlformats.org/drawingml/2006/main" noGrp="1"/>
          </p:cNvSpPr>
          <p:nvPr/>
        </p:nvSpPr>
        <p:spPr>
          <a:xfrm xmlns:a="http://schemas.openxmlformats.org/drawingml/2006/main">
            <a:off x="3977236"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86BFE927-A65F-4265-A387-1485CBB454C7}"/>
              </a:ext>
            </a:extLst>
          </p:cNvPr>
          <p:cNvSpPr>
            <a:spLocks xmlns:a="http://schemas.openxmlformats.org/drawingml/2006/main" noGrp="1"/>
          </p:cNvSpPr>
          <p:nvPr/>
        </p:nvSpPr>
        <p:spPr>
          <a:xfrm xmlns:a="http://schemas.openxmlformats.org/drawingml/2006/main">
            <a:off x="3977236"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8764EEAB-EE6E-4DA8-98DE-53E937939647}"/>
              </a:ext>
            </a:extLst>
          </p:cNvPr>
          <p:cNvSpPr>
            <a:spLocks xmlns:a="http://schemas.openxmlformats.org/drawingml/2006/main" noGrp="1"/>
          </p:cNvSpPr>
          <p:nvPr/>
        </p:nvSpPr>
        <p:spPr>
          <a:xfrm xmlns:a="http://schemas.openxmlformats.org/drawingml/2006/main">
            <a:off x="3977236"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80046F4C-FE91-4D1C-8EFB-4F8B0D9CAFFB}"/>
              </a:ext>
            </a:extLst>
          </p:cNvPr>
          <p:cNvSpPr>
            <a:spLocks xmlns:a="http://schemas.openxmlformats.org/drawingml/2006/main" noGrp="1"/>
          </p:cNvSpPr>
          <p:nvPr/>
        </p:nvSpPr>
        <p:spPr>
          <a:xfrm xmlns:a="http://schemas.openxmlformats.org/drawingml/2006/main">
            <a:off x="3977236"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5C58295D-C491-468D-89D8-83DE3BB385C4}"/>
              </a:ext>
            </a:extLst>
          </p:cNvPr>
          <p:cNvSpPr>
            <a:spLocks xmlns:a="http://schemas.openxmlformats.org/drawingml/2006/main" noGrp="1"/>
          </p:cNvSpPr>
          <p:nvPr/>
        </p:nvSpPr>
        <p:spPr>
          <a:xfrm xmlns:a="http://schemas.openxmlformats.org/drawingml/2006/main">
            <a:off x="3977236" y="305483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A0E86444-0822-4BE3-A8E4-04EE8E755988}"/>
              </a:ext>
            </a:extLst>
          </p:cNvPr>
          <p:cNvSpPr>
            <a:spLocks xmlns:a="http://schemas.openxmlformats.org/drawingml/2006/main" noGrp="1"/>
          </p:cNvSpPr>
          <p:nvPr/>
        </p:nvSpPr>
        <p:spPr>
          <a:xfrm xmlns:a="http://schemas.openxmlformats.org/drawingml/2006/main">
            <a:off x="3977236" y="2975302"/>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CD92C878-4BA8-4FF9-B8C6-AA5C986866CB}"/>
              </a:ext>
            </a:extLst>
          </p:cNvPr>
          <p:cNvSpPr>
            <a:spLocks xmlns:a="http://schemas.openxmlformats.org/drawingml/2006/main" noGrp="1"/>
          </p:cNvSpPr>
          <p:nvPr/>
        </p:nvSpPr>
        <p:spPr>
          <a:xfrm xmlns:a="http://schemas.openxmlformats.org/drawingml/2006/main">
            <a:off x="3977236" y="289576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EDB22400-B78A-4433-A567-549120333CDE}"/>
              </a:ext>
            </a:extLst>
          </p:cNvPr>
          <p:cNvSpPr>
            <a:spLocks xmlns:a="http://schemas.openxmlformats.org/drawingml/2006/main" noGrp="1"/>
          </p:cNvSpPr>
          <p:nvPr/>
        </p:nvSpPr>
        <p:spPr>
          <a:xfrm xmlns:a="http://schemas.openxmlformats.org/drawingml/2006/main">
            <a:off x="4056239"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9306977E-7A91-4FEE-BBC3-5DD258E87D5F}"/>
              </a:ext>
            </a:extLst>
          </p:cNvPr>
          <p:cNvSpPr>
            <a:spLocks xmlns:a="http://schemas.openxmlformats.org/drawingml/2006/main" noGrp="1"/>
          </p:cNvSpPr>
          <p:nvPr/>
        </p:nvSpPr>
        <p:spPr>
          <a:xfrm xmlns:a="http://schemas.openxmlformats.org/drawingml/2006/main">
            <a:off x="405623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325B648C-92F6-48A3-8A26-3DC45E54B305}"/>
              </a:ext>
            </a:extLst>
          </p:cNvPr>
          <p:cNvSpPr>
            <a:spLocks xmlns:a="http://schemas.openxmlformats.org/drawingml/2006/main" noGrp="1"/>
          </p:cNvSpPr>
          <p:nvPr/>
        </p:nvSpPr>
        <p:spPr>
          <a:xfrm xmlns:a="http://schemas.openxmlformats.org/drawingml/2006/main">
            <a:off x="4056239"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106664D6-ED8D-4CAC-88C0-F82A08C327CA}"/>
              </a:ext>
            </a:extLst>
          </p:cNvPr>
          <p:cNvSpPr>
            <a:spLocks xmlns:a="http://schemas.openxmlformats.org/drawingml/2006/main" noGrp="1"/>
          </p:cNvSpPr>
          <p:nvPr/>
        </p:nvSpPr>
        <p:spPr>
          <a:xfrm xmlns:a="http://schemas.openxmlformats.org/drawingml/2006/main">
            <a:off x="405623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B2E23A30-D4A6-4193-B17E-7EBE1D2D0880}"/>
              </a:ext>
            </a:extLst>
          </p:cNvPr>
          <p:cNvSpPr>
            <a:spLocks xmlns:a="http://schemas.openxmlformats.org/drawingml/2006/main" noGrp="1"/>
          </p:cNvSpPr>
          <p:nvPr/>
        </p:nvSpPr>
        <p:spPr>
          <a:xfrm xmlns:a="http://schemas.openxmlformats.org/drawingml/2006/main">
            <a:off x="4056239"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2D3506A4-2921-4A57-B81D-9CC53CA37CED}"/>
              </a:ext>
            </a:extLst>
          </p:cNvPr>
          <p:cNvSpPr>
            <a:spLocks xmlns:a="http://schemas.openxmlformats.org/drawingml/2006/main" noGrp="1"/>
          </p:cNvSpPr>
          <p:nvPr/>
        </p:nvSpPr>
        <p:spPr>
          <a:xfrm xmlns:a="http://schemas.openxmlformats.org/drawingml/2006/main">
            <a:off x="4135241"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3BA06AB6-D4DC-4E58-B17E-A864F915BBD1}"/>
              </a:ext>
            </a:extLst>
          </p:cNvPr>
          <p:cNvSpPr>
            <a:spLocks xmlns:a="http://schemas.openxmlformats.org/drawingml/2006/main" noGrp="1"/>
          </p:cNvSpPr>
          <p:nvPr/>
        </p:nvSpPr>
        <p:spPr>
          <a:xfrm xmlns:a="http://schemas.openxmlformats.org/drawingml/2006/main">
            <a:off x="413524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C69B1097-A716-487D-B315-4065746558CB}"/>
              </a:ext>
            </a:extLst>
          </p:cNvPr>
          <p:cNvSpPr>
            <a:spLocks xmlns:a="http://schemas.openxmlformats.org/drawingml/2006/main" noGrp="1"/>
          </p:cNvSpPr>
          <p:nvPr/>
        </p:nvSpPr>
        <p:spPr>
          <a:xfrm xmlns:a="http://schemas.openxmlformats.org/drawingml/2006/main">
            <a:off x="413524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5CFA1F20-BF6B-422D-9D1E-4ED3550A63AF}"/>
              </a:ext>
            </a:extLst>
          </p:cNvPr>
          <p:cNvSpPr>
            <a:spLocks xmlns:a="http://schemas.openxmlformats.org/drawingml/2006/main" noGrp="1"/>
          </p:cNvSpPr>
          <p:nvPr/>
        </p:nvSpPr>
        <p:spPr>
          <a:xfrm xmlns:a="http://schemas.openxmlformats.org/drawingml/2006/main">
            <a:off x="413524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736BF779-C5E5-47ED-BC83-9CF8B2E2A573}"/>
              </a:ext>
            </a:extLst>
          </p:cNvPr>
          <p:cNvSpPr>
            <a:spLocks xmlns:a="http://schemas.openxmlformats.org/drawingml/2006/main" noGrp="1"/>
          </p:cNvSpPr>
          <p:nvPr/>
        </p:nvSpPr>
        <p:spPr>
          <a:xfrm xmlns:a="http://schemas.openxmlformats.org/drawingml/2006/main">
            <a:off x="413524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7739F207-A187-415F-9549-B6B0071B712F}"/>
              </a:ext>
            </a:extLst>
          </p:cNvPr>
          <p:cNvSpPr>
            <a:spLocks xmlns:a="http://schemas.openxmlformats.org/drawingml/2006/main" noGrp="1"/>
          </p:cNvSpPr>
          <p:nvPr/>
        </p:nvSpPr>
        <p:spPr>
          <a:xfrm xmlns:a="http://schemas.openxmlformats.org/drawingml/2006/main">
            <a:off x="413524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634BF627-0BDD-416F-B12F-1BE1D70F4A51}"/>
              </a:ext>
            </a:extLst>
          </p:cNvPr>
          <p:cNvSpPr>
            <a:spLocks xmlns:a="http://schemas.openxmlformats.org/drawingml/2006/main" noGrp="1"/>
          </p:cNvSpPr>
          <p:nvPr/>
        </p:nvSpPr>
        <p:spPr>
          <a:xfrm xmlns:a="http://schemas.openxmlformats.org/drawingml/2006/main">
            <a:off x="413524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7BF3690D-5CA8-43FD-9F8B-47F252519C8F}"/>
              </a:ext>
            </a:extLst>
          </p:cNvPr>
          <p:cNvSpPr>
            <a:spLocks xmlns:a="http://schemas.openxmlformats.org/drawingml/2006/main" noGrp="1"/>
          </p:cNvSpPr>
          <p:nvPr/>
        </p:nvSpPr>
        <p:spPr>
          <a:xfrm xmlns:a="http://schemas.openxmlformats.org/drawingml/2006/main">
            <a:off x="413524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F655876A-9545-4F4F-8FF2-94F8E96D7994}"/>
              </a:ext>
            </a:extLst>
          </p:cNvPr>
          <p:cNvSpPr>
            <a:spLocks xmlns:a="http://schemas.openxmlformats.org/drawingml/2006/main" noGrp="1"/>
          </p:cNvSpPr>
          <p:nvPr/>
        </p:nvSpPr>
        <p:spPr>
          <a:xfrm xmlns:a="http://schemas.openxmlformats.org/drawingml/2006/main">
            <a:off x="413524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6BC562BE-AFB8-4B35-8D77-BE6FF67CF16F}"/>
              </a:ext>
            </a:extLst>
          </p:cNvPr>
          <p:cNvSpPr>
            <a:spLocks xmlns:a="http://schemas.openxmlformats.org/drawingml/2006/main" noGrp="1"/>
          </p:cNvSpPr>
          <p:nvPr/>
        </p:nvSpPr>
        <p:spPr>
          <a:xfrm xmlns:a="http://schemas.openxmlformats.org/drawingml/2006/main">
            <a:off x="4214244" y="3770647"/>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5A49DAB4-3C08-4854-9C4E-2D869CADF899}"/>
              </a:ext>
            </a:extLst>
          </p:cNvPr>
          <p:cNvSpPr>
            <a:spLocks xmlns:a="http://schemas.openxmlformats.org/drawingml/2006/main" noGrp="1"/>
          </p:cNvSpPr>
          <p:nvPr/>
        </p:nvSpPr>
        <p:spPr>
          <a:xfrm xmlns:a="http://schemas.openxmlformats.org/drawingml/2006/main">
            <a:off x="4214244"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81DFF185-7375-4627-9667-B1F6C3F1C158}"/>
              </a:ext>
            </a:extLst>
          </p:cNvPr>
          <p:cNvSpPr>
            <a:spLocks xmlns:a="http://schemas.openxmlformats.org/drawingml/2006/main" noGrp="1"/>
          </p:cNvSpPr>
          <p:nvPr/>
        </p:nvSpPr>
        <p:spPr>
          <a:xfrm xmlns:a="http://schemas.openxmlformats.org/drawingml/2006/main">
            <a:off x="421424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B25BF937-F64B-40FE-9519-44C02CBC8E00}"/>
              </a:ext>
            </a:extLst>
          </p:cNvPr>
          <p:cNvSpPr>
            <a:spLocks xmlns:a="http://schemas.openxmlformats.org/drawingml/2006/main" noGrp="1"/>
          </p:cNvSpPr>
          <p:nvPr/>
        </p:nvSpPr>
        <p:spPr>
          <a:xfrm xmlns:a="http://schemas.openxmlformats.org/drawingml/2006/main">
            <a:off x="421424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96AF4BC3-9250-441D-9D9A-4B3D459354D0}"/>
              </a:ext>
            </a:extLst>
          </p:cNvPr>
          <p:cNvSpPr>
            <a:spLocks xmlns:a="http://schemas.openxmlformats.org/drawingml/2006/main" noGrp="1"/>
          </p:cNvSpPr>
          <p:nvPr/>
        </p:nvSpPr>
        <p:spPr>
          <a:xfrm xmlns:a="http://schemas.openxmlformats.org/drawingml/2006/main">
            <a:off x="421424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27058FA6-C69F-42D8-94E0-F73D6AD598C2}"/>
              </a:ext>
            </a:extLst>
          </p:cNvPr>
          <p:cNvSpPr>
            <a:spLocks xmlns:a="http://schemas.openxmlformats.org/drawingml/2006/main" noGrp="1"/>
          </p:cNvSpPr>
          <p:nvPr/>
        </p:nvSpPr>
        <p:spPr>
          <a:xfrm xmlns:a="http://schemas.openxmlformats.org/drawingml/2006/main">
            <a:off x="4214244"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4AA9649A-5323-495A-8DDA-D3829F6FAE91}"/>
              </a:ext>
            </a:extLst>
          </p:cNvPr>
          <p:cNvSpPr>
            <a:spLocks xmlns:a="http://schemas.openxmlformats.org/drawingml/2006/main" noGrp="1"/>
          </p:cNvSpPr>
          <p:nvPr/>
        </p:nvSpPr>
        <p:spPr>
          <a:xfrm xmlns:a="http://schemas.openxmlformats.org/drawingml/2006/main">
            <a:off x="4214244"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053DFAC3-ED69-4076-9F0E-E70766D46AE0}"/>
              </a:ext>
            </a:extLst>
          </p:cNvPr>
          <p:cNvSpPr>
            <a:spLocks xmlns:a="http://schemas.openxmlformats.org/drawingml/2006/main" noGrp="1"/>
          </p:cNvSpPr>
          <p:nvPr/>
        </p:nvSpPr>
        <p:spPr>
          <a:xfrm xmlns:a="http://schemas.openxmlformats.org/drawingml/2006/main">
            <a:off x="421424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F31C159E-F5E7-43FC-9133-E78D598770D5}"/>
              </a:ext>
            </a:extLst>
          </p:cNvPr>
          <p:cNvSpPr>
            <a:spLocks xmlns:a="http://schemas.openxmlformats.org/drawingml/2006/main" noGrp="1"/>
          </p:cNvSpPr>
          <p:nvPr/>
        </p:nvSpPr>
        <p:spPr>
          <a:xfrm xmlns:a="http://schemas.openxmlformats.org/drawingml/2006/main">
            <a:off x="421424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086D8B2D-7384-4914-B564-6C9E49DECC1B}"/>
              </a:ext>
            </a:extLst>
          </p:cNvPr>
          <p:cNvSpPr>
            <a:spLocks xmlns:a="http://schemas.openxmlformats.org/drawingml/2006/main" noGrp="1"/>
          </p:cNvSpPr>
          <p:nvPr/>
        </p:nvSpPr>
        <p:spPr>
          <a:xfrm xmlns:a="http://schemas.openxmlformats.org/drawingml/2006/main">
            <a:off x="4293246" y="377064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EABC20F7-FF24-4076-94CA-B556ACE85DA7}"/>
              </a:ext>
            </a:extLst>
          </p:cNvPr>
          <p:cNvSpPr>
            <a:spLocks xmlns:a="http://schemas.openxmlformats.org/drawingml/2006/main" noGrp="1"/>
          </p:cNvSpPr>
          <p:nvPr/>
        </p:nvSpPr>
        <p:spPr>
          <a:xfrm xmlns:a="http://schemas.openxmlformats.org/drawingml/2006/main">
            <a:off x="429324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0B6C0BA2-7E93-439A-A84E-3ED6EFB287D1}"/>
              </a:ext>
            </a:extLst>
          </p:cNvPr>
          <p:cNvSpPr>
            <a:spLocks xmlns:a="http://schemas.openxmlformats.org/drawingml/2006/main" noGrp="1"/>
          </p:cNvSpPr>
          <p:nvPr/>
        </p:nvSpPr>
        <p:spPr>
          <a:xfrm xmlns:a="http://schemas.openxmlformats.org/drawingml/2006/main">
            <a:off x="4293246"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18587027-7049-4A02-A551-D23D43BE4AC1}"/>
              </a:ext>
            </a:extLst>
          </p:cNvPr>
          <p:cNvSpPr>
            <a:spLocks xmlns:a="http://schemas.openxmlformats.org/drawingml/2006/main" noGrp="1"/>
          </p:cNvSpPr>
          <p:nvPr/>
        </p:nvSpPr>
        <p:spPr>
          <a:xfrm xmlns:a="http://schemas.openxmlformats.org/drawingml/2006/main">
            <a:off x="429324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1A9A4AFA-34CA-4B36-BE2F-066C052FBB28}"/>
              </a:ext>
            </a:extLst>
          </p:cNvPr>
          <p:cNvSpPr>
            <a:spLocks xmlns:a="http://schemas.openxmlformats.org/drawingml/2006/main" noGrp="1"/>
          </p:cNvSpPr>
          <p:nvPr/>
        </p:nvSpPr>
        <p:spPr>
          <a:xfrm xmlns:a="http://schemas.openxmlformats.org/drawingml/2006/main">
            <a:off x="429324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4DB50ABC-DB25-4547-87F9-071AA6032CA9}"/>
              </a:ext>
            </a:extLst>
          </p:cNvPr>
          <p:cNvSpPr>
            <a:spLocks xmlns:a="http://schemas.openxmlformats.org/drawingml/2006/main" noGrp="1"/>
          </p:cNvSpPr>
          <p:nvPr/>
        </p:nvSpPr>
        <p:spPr>
          <a:xfrm xmlns:a="http://schemas.openxmlformats.org/drawingml/2006/main">
            <a:off x="429324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0465DEEA-D6A8-4B18-A0C6-F518ACB6BD63}"/>
              </a:ext>
            </a:extLst>
          </p:cNvPr>
          <p:cNvSpPr>
            <a:spLocks xmlns:a="http://schemas.openxmlformats.org/drawingml/2006/main" noGrp="1"/>
          </p:cNvSpPr>
          <p:nvPr/>
        </p:nvSpPr>
        <p:spPr>
          <a:xfrm xmlns:a="http://schemas.openxmlformats.org/drawingml/2006/main">
            <a:off x="429324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7205D560-C9A3-4234-A58D-6A3E0F1B14AA}"/>
              </a:ext>
            </a:extLst>
          </p:cNvPr>
          <p:cNvSpPr>
            <a:spLocks xmlns:a="http://schemas.openxmlformats.org/drawingml/2006/main" noGrp="1"/>
          </p:cNvSpPr>
          <p:nvPr/>
        </p:nvSpPr>
        <p:spPr>
          <a:xfrm xmlns:a="http://schemas.openxmlformats.org/drawingml/2006/main">
            <a:off x="4293246"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AE3EE928-78CA-4A16-BEF5-66451F0BBF58}"/>
              </a:ext>
            </a:extLst>
          </p:cNvPr>
          <p:cNvSpPr>
            <a:spLocks xmlns:a="http://schemas.openxmlformats.org/drawingml/2006/main" noGrp="1"/>
          </p:cNvSpPr>
          <p:nvPr/>
        </p:nvSpPr>
        <p:spPr>
          <a:xfrm xmlns:a="http://schemas.openxmlformats.org/drawingml/2006/main">
            <a:off x="4372249" y="3691113"/>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7EE7F6E7-B448-45A6-BEB7-9978BB0A6BB8}"/>
              </a:ext>
            </a:extLst>
          </p:cNvPr>
          <p:cNvSpPr>
            <a:spLocks xmlns:a="http://schemas.openxmlformats.org/drawingml/2006/main" noGrp="1"/>
          </p:cNvSpPr>
          <p:nvPr/>
        </p:nvSpPr>
        <p:spPr>
          <a:xfrm xmlns:a="http://schemas.openxmlformats.org/drawingml/2006/main">
            <a:off x="4372249"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8E683148-A32D-497A-A17E-5B978A35E6CC}"/>
              </a:ext>
            </a:extLst>
          </p:cNvPr>
          <p:cNvSpPr>
            <a:spLocks xmlns:a="http://schemas.openxmlformats.org/drawingml/2006/main" noGrp="1"/>
          </p:cNvSpPr>
          <p:nvPr/>
        </p:nvSpPr>
        <p:spPr>
          <a:xfrm xmlns:a="http://schemas.openxmlformats.org/drawingml/2006/main">
            <a:off x="4372249"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7DB2EAD3-9066-482E-A03D-194E56214FEE}"/>
              </a:ext>
            </a:extLst>
          </p:cNvPr>
          <p:cNvSpPr>
            <a:spLocks xmlns:a="http://schemas.openxmlformats.org/drawingml/2006/main" noGrp="1"/>
          </p:cNvSpPr>
          <p:nvPr/>
        </p:nvSpPr>
        <p:spPr>
          <a:xfrm xmlns:a="http://schemas.openxmlformats.org/drawingml/2006/main">
            <a:off x="437224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15C61490-E102-4DDE-913F-8E95B3D28D0B}"/>
              </a:ext>
            </a:extLst>
          </p:cNvPr>
          <p:cNvSpPr>
            <a:spLocks xmlns:a="http://schemas.openxmlformats.org/drawingml/2006/main" noGrp="1"/>
          </p:cNvSpPr>
          <p:nvPr/>
        </p:nvSpPr>
        <p:spPr>
          <a:xfrm xmlns:a="http://schemas.openxmlformats.org/drawingml/2006/main">
            <a:off x="437224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5746415E-42C6-4E95-93D5-2499B391D689}"/>
              </a:ext>
            </a:extLst>
          </p:cNvPr>
          <p:cNvSpPr>
            <a:spLocks xmlns:a="http://schemas.openxmlformats.org/drawingml/2006/main" noGrp="1"/>
          </p:cNvSpPr>
          <p:nvPr/>
        </p:nvSpPr>
        <p:spPr>
          <a:xfrm xmlns:a="http://schemas.openxmlformats.org/drawingml/2006/main">
            <a:off x="4372249"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9FDB8B17-BFD9-4A20-8214-65570040B36E}"/>
              </a:ext>
            </a:extLst>
          </p:cNvPr>
          <p:cNvSpPr>
            <a:spLocks xmlns:a="http://schemas.openxmlformats.org/drawingml/2006/main" noGrp="1"/>
          </p:cNvSpPr>
          <p:nvPr/>
        </p:nvSpPr>
        <p:spPr>
          <a:xfrm xmlns:a="http://schemas.openxmlformats.org/drawingml/2006/main">
            <a:off x="4451251"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D5358E29-346F-45E3-BFF3-5176D6A635B5}"/>
              </a:ext>
            </a:extLst>
          </p:cNvPr>
          <p:cNvSpPr>
            <a:spLocks xmlns:a="http://schemas.openxmlformats.org/drawingml/2006/main" noGrp="1"/>
          </p:cNvSpPr>
          <p:nvPr/>
        </p:nvSpPr>
        <p:spPr>
          <a:xfrm xmlns:a="http://schemas.openxmlformats.org/drawingml/2006/main">
            <a:off x="4451251" y="3611578"/>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CDEA67AC-7AE7-43E8-96A5-AA0C9C1DB5ED}"/>
              </a:ext>
            </a:extLst>
          </p:cNvPr>
          <p:cNvSpPr>
            <a:spLocks xmlns:a="http://schemas.openxmlformats.org/drawingml/2006/main" noGrp="1"/>
          </p:cNvSpPr>
          <p:nvPr/>
        </p:nvSpPr>
        <p:spPr>
          <a:xfrm xmlns:a="http://schemas.openxmlformats.org/drawingml/2006/main">
            <a:off x="4451251"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94CC768E-F8E6-493F-B7AB-B9E9C2AC4E1D}"/>
              </a:ext>
            </a:extLst>
          </p:cNvPr>
          <p:cNvSpPr>
            <a:spLocks xmlns:a="http://schemas.openxmlformats.org/drawingml/2006/main" noGrp="1"/>
          </p:cNvSpPr>
          <p:nvPr/>
        </p:nvSpPr>
        <p:spPr>
          <a:xfrm xmlns:a="http://schemas.openxmlformats.org/drawingml/2006/main">
            <a:off x="4451251"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F4A97736-AC73-4DC6-9A9C-6A3E3C9667EB}"/>
              </a:ext>
            </a:extLst>
          </p:cNvPr>
          <p:cNvSpPr>
            <a:spLocks xmlns:a="http://schemas.openxmlformats.org/drawingml/2006/main" noGrp="1"/>
          </p:cNvSpPr>
          <p:nvPr/>
        </p:nvSpPr>
        <p:spPr>
          <a:xfrm xmlns:a="http://schemas.openxmlformats.org/drawingml/2006/main">
            <a:off x="4451251"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D026A537-7ACF-4F76-8C59-E4314E961BCA}"/>
              </a:ext>
            </a:extLst>
          </p:cNvPr>
          <p:cNvSpPr>
            <a:spLocks xmlns:a="http://schemas.openxmlformats.org/drawingml/2006/main" noGrp="1"/>
          </p:cNvSpPr>
          <p:nvPr/>
        </p:nvSpPr>
        <p:spPr>
          <a:xfrm xmlns:a="http://schemas.openxmlformats.org/drawingml/2006/main">
            <a:off x="4451251"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3F323B48-9F3A-4CF8-A990-91531EAE3C31}"/>
              </a:ext>
            </a:extLst>
          </p:cNvPr>
          <p:cNvSpPr>
            <a:spLocks xmlns:a="http://schemas.openxmlformats.org/drawingml/2006/main" noGrp="1"/>
          </p:cNvSpPr>
          <p:nvPr/>
        </p:nvSpPr>
        <p:spPr>
          <a:xfrm xmlns:a="http://schemas.openxmlformats.org/drawingml/2006/main">
            <a:off x="4451251" y="3213906"/>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00D87738-2E35-4F69-9AF1-86765AD90869}"/>
              </a:ext>
            </a:extLst>
          </p:cNvPr>
          <p:cNvSpPr>
            <a:spLocks xmlns:a="http://schemas.openxmlformats.org/drawingml/2006/main" noGrp="1"/>
          </p:cNvSpPr>
          <p:nvPr/>
        </p:nvSpPr>
        <p:spPr>
          <a:xfrm xmlns:a="http://schemas.openxmlformats.org/drawingml/2006/main">
            <a:off x="4530254" y="3611578"/>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47CAB952-C714-44C1-9BA9-F485854A25CA}"/>
              </a:ext>
            </a:extLst>
          </p:cNvPr>
          <p:cNvSpPr>
            <a:spLocks xmlns:a="http://schemas.openxmlformats.org/drawingml/2006/main" noGrp="1"/>
          </p:cNvSpPr>
          <p:nvPr/>
        </p:nvSpPr>
        <p:spPr>
          <a:xfrm xmlns:a="http://schemas.openxmlformats.org/drawingml/2006/main">
            <a:off x="4530254" y="3532044"/>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2C263D93-C86C-4215-8188-0EE72BB26E31}"/>
              </a:ext>
            </a:extLst>
          </p:cNvPr>
          <p:cNvSpPr>
            <a:spLocks xmlns:a="http://schemas.openxmlformats.org/drawingml/2006/main" noGrp="1"/>
          </p:cNvSpPr>
          <p:nvPr/>
        </p:nvSpPr>
        <p:spPr>
          <a:xfrm xmlns:a="http://schemas.openxmlformats.org/drawingml/2006/main">
            <a:off x="4530254" y="3452509"/>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6CEF5050-669B-4F26-85F7-F49D0594A588}"/>
              </a:ext>
            </a:extLst>
          </p:cNvPr>
          <p:cNvSpPr>
            <a:spLocks xmlns:a="http://schemas.openxmlformats.org/drawingml/2006/main" noGrp="1"/>
          </p:cNvSpPr>
          <p:nvPr/>
        </p:nvSpPr>
        <p:spPr>
          <a:xfrm xmlns:a="http://schemas.openxmlformats.org/drawingml/2006/main">
            <a:off x="4530254" y="3213906"/>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6B4BE61F-23D0-44B9-94C3-240ECC5C3C24}"/>
              </a:ext>
            </a:extLst>
          </p:cNvPr>
          <p:cNvSpPr>
            <a:spLocks xmlns:a="http://schemas.openxmlformats.org/drawingml/2006/main" noGrp="1"/>
          </p:cNvSpPr>
          <p:nvPr/>
        </p:nvSpPr>
        <p:spPr>
          <a:xfrm xmlns:a="http://schemas.openxmlformats.org/drawingml/2006/main">
            <a:off x="4530254" y="3134371"/>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55B64DAB-3AC1-4B33-8B36-18B7AD826B01}"/>
              </a:ext>
            </a:extLst>
          </p:cNvPr>
          <p:cNvSpPr>
            <a:spLocks xmlns:a="http://schemas.openxmlformats.org/drawingml/2006/main" noGrp="1"/>
          </p:cNvSpPr>
          <p:nvPr/>
        </p:nvSpPr>
        <p:spPr>
          <a:xfrm xmlns:a="http://schemas.openxmlformats.org/drawingml/2006/main">
            <a:off x="4609256" y="3691113"/>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6EEE8B27-2613-4584-80EC-B86C82C5C59C}"/>
              </a:ext>
            </a:extLst>
          </p:cNvPr>
          <p:cNvSpPr>
            <a:spLocks xmlns:a="http://schemas.openxmlformats.org/drawingml/2006/main" noGrp="1"/>
          </p:cNvSpPr>
          <p:nvPr/>
        </p:nvSpPr>
        <p:spPr>
          <a:xfrm xmlns:a="http://schemas.openxmlformats.org/drawingml/2006/main">
            <a:off x="4609256" y="3532044"/>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9FC2F2"/>
          </a:solidFill>
          <a:ln xmlns:a="http://schemas.openxmlformats.org/drawingml/2006/main" w="3436">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FE64637B-FE88-4009-82FF-918297816119}"/>
              </a:ext>
            </a:extLst>
          </p:cNvPr>
          <p:cNvSpPr>
            <a:spLocks xmlns:a="http://schemas.openxmlformats.org/drawingml/2006/main" noGrp="1"/>
          </p:cNvSpPr>
          <p:nvPr/>
        </p:nvSpPr>
        <p:spPr>
          <a:xfrm xmlns:a="http://schemas.openxmlformats.org/drawingml/2006/main">
            <a:off x="4609256" y="3452509"/>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6E9ADA"/>
          </a:solidFill>
          <a:ln xmlns:a="http://schemas.openxmlformats.org/drawingml/2006/main" w="3436">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8E5DA09E-27FF-4E9A-854E-0FA7521201F6}"/>
              </a:ext>
            </a:extLst>
          </p:cNvPr>
          <p:cNvSpPr>
            <a:spLocks xmlns:a="http://schemas.openxmlformats.org/drawingml/2006/main" noGrp="1"/>
          </p:cNvSpPr>
          <p:nvPr/>
        </p:nvSpPr>
        <p:spPr>
          <a:xfrm xmlns:a="http://schemas.openxmlformats.org/drawingml/2006/main">
            <a:off x="4609256" y="3372975"/>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14295B"/>
          </a:solidFill>
          <a:ln xmlns:a="http://schemas.openxmlformats.org/drawingml/2006/main" w="3436">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0888E3C5-1869-4175-A000-3A6596E278D6}"/>
              </a:ext>
            </a:extLst>
          </p:cNvPr>
          <p:cNvSpPr>
            <a:spLocks xmlns:a="http://schemas.openxmlformats.org/drawingml/2006/main" noGrp="1"/>
          </p:cNvSpPr>
          <p:nvPr/>
        </p:nvSpPr>
        <p:spPr>
          <a:xfrm xmlns:a="http://schemas.openxmlformats.org/drawingml/2006/main">
            <a:off x="4609256" y="3293440"/>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224889"/>
          </a:solidFill>
          <a:ln xmlns:a="http://schemas.openxmlformats.org/drawingml/2006/main" w="3436">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52123F83-FB4D-40A7-807D-0E09BE464458}"/>
              </a:ext>
            </a:extLst>
          </p:cNvPr>
          <p:cNvSpPr>
            <a:spLocks xmlns:a="http://schemas.openxmlformats.org/drawingml/2006/main" noGrp="1"/>
          </p:cNvSpPr>
          <p:nvPr/>
        </p:nvSpPr>
        <p:spPr>
          <a:xfrm xmlns:a="http://schemas.openxmlformats.org/drawingml/2006/main">
            <a:off x="4609256" y="3054837"/>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CE6F4"/>
          </a:solidFill>
          <a:ln xmlns:a="http://schemas.openxmlformats.org/drawingml/2006/main" w="3436">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998A08E6-5FE1-4F01-AFCF-CFE1F2074E25}"/>
              </a:ext>
            </a:extLst>
          </p:cNvPr>
          <p:cNvSpPr>
            <a:spLocks xmlns:a="http://schemas.openxmlformats.org/drawingml/2006/main" noGrp="1"/>
          </p:cNvSpPr>
          <p:nvPr/>
        </p:nvSpPr>
        <p:spPr>
          <a:xfrm xmlns:a="http://schemas.openxmlformats.org/drawingml/2006/main">
            <a:off x="4688259" y="3372975"/>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9C4C516A-A042-4C4A-B834-D744E2418EF0}"/>
              </a:ext>
            </a:extLst>
          </p:cNvPr>
          <p:cNvSpPr>
            <a:spLocks xmlns:a="http://schemas.openxmlformats.org/drawingml/2006/main" noGrp="1"/>
          </p:cNvSpPr>
          <p:nvPr/>
        </p:nvSpPr>
        <p:spPr>
          <a:xfrm xmlns:a="http://schemas.openxmlformats.org/drawingml/2006/main">
            <a:off x="4688259" y="3293440"/>
            <a:ext cx="79002"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D5E2F4"/>
          </a:solidFill>
          <a:ln xmlns:a="http://schemas.openxmlformats.org/drawingml/2006/main" w="3436">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EB10A9F4-662D-4EE4-9512-5F696662C62D}"/>
              </a:ext>
            </a:extLst>
          </p:cNvPr>
          <p:cNvSpPr>
            <a:spLocks xmlns:a="http://schemas.openxmlformats.org/drawingml/2006/main" noGrp="1"/>
          </p:cNvSpPr>
          <p:nvPr/>
        </p:nvSpPr>
        <p:spPr>
          <a:xfrm xmlns:a="http://schemas.openxmlformats.org/drawingml/2006/main">
            <a:off x="4767261" y="3134371"/>
            <a:ext cx="79003" cy="79535"/>
          </a:xfrm>
          <a:custGeom xmlns:a="http://schemas.openxmlformats.org/drawingml/2006/main">
            <a:pathLst>
              <a:path w="65701" h="66144">
                <a:moveTo>
                  <a:pt x="0" y="66144"/>
                </a:moveTo>
                <a:lnTo>
                  <a:pt x="65701" y="66144"/>
                </a:lnTo>
                <a:lnTo>
                  <a:pt x="65701" y="0"/>
                </a:lnTo>
                <a:lnTo>
                  <a:pt x="0" y="0"/>
                </a:lnTo>
                <a:close/>
              </a:path>
            </a:pathLst>
          </a:custGeom>
          <a:solidFill xmlns:a="http://schemas.openxmlformats.org/drawingml/2006/main">
            <a:srgbClr val="C2D7F3"/>
          </a:solidFill>
          <a:ln xmlns:a="http://schemas.openxmlformats.org/drawingml/2006/main" w="3436">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3BEA3B04-006A-442D-BD50-1F7F5D8F8D04}"/>
              </a:ext>
            </a:extLst>
          </p:cNvPr>
          <p:cNvSpPr>
            <a:spLocks xmlns:a="http://schemas.openxmlformats.org/drawingml/2006/main" noGrp="1"/>
          </p:cNvSpPr>
          <p:nvPr/>
        </p:nvSpPr>
        <p:spPr>
          <a:xfrm xmlns:a="http://schemas.openxmlformats.org/drawingml/2006/main">
            <a:off x="4608671" y="3372655"/>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7" name="Editable chart path">
            <a:extLst xmlns:a="http://schemas.openxmlformats.org/drawingml/2006/main">
              <a:ext uri="{FF2B5EF4-FFF2-40B4-BE49-F238E27FC236}">
                <a16:creationId xmlns:a16="http://schemas.microsoft.com/office/drawing/2014/main" id="{C3EDB21F-059D-4460-B113-A60358350D2B}"/>
              </a:ext>
            </a:extLst>
          </p:cNvPr>
          <p:cNvSpPr>
            <a:spLocks xmlns:a="http://schemas.openxmlformats.org/drawingml/2006/main" noGrp="1"/>
          </p:cNvSpPr>
          <p:nvPr/>
        </p:nvSpPr>
        <p:spPr>
          <a:xfrm xmlns:a="http://schemas.openxmlformats.org/drawingml/2006/main">
            <a:off x="4608671" y="3293121"/>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8" name="Editable chart path">
            <a:extLst xmlns:a="http://schemas.openxmlformats.org/drawingml/2006/main">
              <a:ext uri="{FF2B5EF4-FFF2-40B4-BE49-F238E27FC236}">
                <a16:creationId xmlns:a16="http://schemas.microsoft.com/office/drawing/2014/main" id="{B58E6FB2-38F6-49F5-96C4-F22F036BA472}"/>
              </a:ext>
            </a:extLst>
          </p:cNvPr>
          <p:cNvSpPr>
            <a:spLocks xmlns:a="http://schemas.openxmlformats.org/drawingml/2006/main" noGrp="1"/>
          </p:cNvSpPr>
          <p:nvPr/>
        </p:nvSpPr>
        <p:spPr>
          <a:xfrm xmlns:a="http://schemas.openxmlformats.org/drawingml/2006/main">
            <a:off x="3502636" y="3770328"/>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39" name="Editable chart path">
            <a:extLst xmlns:a="http://schemas.openxmlformats.org/drawingml/2006/main">
              <a:ext uri="{FF2B5EF4-FFF2-40B4-BE49-F238E27FC236}">
                <a16:creationId xmlns:a16="http://schemas.microsoft.com/office/drawing/2014/main" id="{B74844B4-2D64-4735-B83E-16AEE70ACFD4}"/>
              </a:ext>
            </a:extLst>
          </p:cNvPr>
          <p:cNvSpPr>
            <a:spLocks xmlns:a="http://schemas.openxmlformats.org/drawingml/2006/main" noGrp="1"/>
          </p:cNvSpPr>
          <p:nvPr/>
        </p:nvSpPr>
        <p:spPr>
          <a:xfrm xmlns:a="http://schemas.openxmlformats.org/drawingml/2006/main">
            <a:off x="2949618" y="2577310"/>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0" name="Editable chart path">
            <a:extLst xmlns:a="http://schemas.openxmlformats.org/drawingml/2006/main">
              <a:ext uri="{FF2B5EF4-FFF2-40B4-BE49-F238E27FC236}">
                <a16:creationId xmlns:a16="http://schemas.microsoft.com/office/drawing/2014/main" id="{18A80FA2-6B3B-4FF7-A47A-BE4AFA44AA1B}"/>
              </a:ext>
            </a:extLst>
          </p:cNvPr>
          <p:cNvSpPr>
            <a:spLocks xmlns:a="http://schemas.openxmlformats.org/drawingml/2006/main" noGrp="1"/>
          </p:cNvSpPr>
          <p:nvPr/>
        </p:nvSpPr>
        <p:spPr>
          <a:xfrm xmlns:a="http://schemas.openxmlformats.org/drawingml/2006/main">
            <a:off x="3265628" y="2736379"/>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1" name="Editable chart path">
            <a:extLst xmlns:a="http://schemas.openxmlformats.org/drawingml/2006/main">
              <a:ext uri="{FF2B5EF4-FFF2-40B4-BE49-F238E27FC236}">
                <a16:creationId xmlns:a16="http://schemas.microsoft.com/office/drawing/2014/main" id="{04BDBADF-6D19-4B0F-939D-8CDD4419C501}"/>
              </a:ext>
            </a:extLst>
          </p:cNvPr>
          <p:cNvSpPr>
            <a:spLocks xmlns:a="http://schemas.openxmlformats.org/drawingml/2006/main" noGrp="1"/>
          </p:cNvSpPr>
          <p:nvPr/>
        </p:nvSpPr>
        <p:spPr>
          <a:xfrm xmlns:a="http://schemas.openxmlformats.org/drawingml/2006/main">
            <a:off x="3897648" y="3054517"/>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2" name="Editable chart path">
            <a:extLst xmlns:a="http://schemas.openxmlformats.org/drawingml/2006/main">
              <a:ext uri="{FF2B5EF4-FFF2-40B4-BE49-F238E27FC236}">
                <a16:creationId xmlns:a16="http://schemas.microsoft.com/office/drawing/2014/main" id="{C7F16A79-30FA-4BD5-9B5B-932F761FDA9A}"/>
              </a:ext>
            </a:extLst>
          </p:cNvPr>
          <p:cNvSpPr>
            <a:spLocks xmlns:a="http://schemas.openxmlformats.org/drawingml/2006/main" noGrp="1"/>
          </p:cNvSpPr>
          <p:nvPr/>
        </p:nvSpPr>
        <p:spPr>
          <a:xfrm xmlns:a="http://schemas.openxmlformats.org/drawingml/2006/main">
            <a:off x="3423633" y="3134052"/>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3" name="Editable chart path">
            <a:extLst xmlns:a="http://schemas.openxmlformats.org/drawingml/2006/main">
              <a:ext uri="{FF2B5EF4-FFF2-40B4-BE49-F238E27FC236}">
                <a16:creationId xmlns:a16="http://schemas.microsoft.com/office/drawing/2014/main" id="{792C27B8-69E0-4090-8F9F-2ED638CE32A7}"/>
              </a:ext>
            </a:extLst>
          </p:cNvPr>
          <p:cNvSpPr>
            <a:spLocks xmlns:a="http://schemas.openxmlformats.org/drawingml/2006/main" noGrp="1"/>
          </p:cNvSpPr>
          <p:nvPr/>
        </p:nvSpPr>
        <p:spPr>
          <a:xfrm xmlns:a="http://schemas.openxmlformats.org/drawingml/2006/main">
            <a:off x="4608671" y="3452190"/>
            <a:ext cx="80173" cy="8017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9163">
            <a:solidFill>
              <a:srgbClr val="5A6683"/>
            </a:solidFill>
            <a:prstDash val="solid"/>
          </a:ln>
        </p:spPr>
      </p:sp>
      <p:sp>
        <p:nvSpPr>
          <p:cNvPr id="444" name="">
            <a:extLst xmlns:a="http://schemas.openxmlformats.org/drawingml/2006/main">
              <a:ext uri="{FF2B5EF4-FFF2-40B4-BE49-F238E27FC236}">
                <a16:creationId xmlns:a16="http://schemas.microsoft.com/office/drawing/2014/main" id="{D068637E-DC2B-40C9-9D04-59E80EF8E78F}"/>
              </a:ext>
            </a:extLst>
          </p:cNvPr>
          <p:cNvSpPr>
            <a:spLocks xmlns:a="http://schemas.openxmlformats.org/drawingml/2006/main" noGrp="1"/>
          </p:cNvSpPr>
          <p:nvPr/>
        </p:nvSpPr>
        <p:spPr>
          <a:xfrm xmlns:a="http://schemas.openxmlformats.org/drawingml/2006/main">
            <a:off x="4567404" y="333857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5" name="">
            <a:extLst xmlns:a="http://schemas.openxmlformats.org/drawingml/2006/main">
              <a:ext uri="{FF2B5EF4-FFF2-40B4-BE49-F238E27FC236}">
                <a16:creationId xmlns:a16="http://schemas.microsoft.com/office/drawing/2014/main" id="{A1750394-82FD-4FF3-B917-431E21D8ECE3}"/>
              </a:ext>
            </a:extLst>
          </p:cNvPr>
          <p:cNvSpPr>
            <a:spLocks xmlns:a="http://schemas.openxmlformats.org/drawingml/2006/main" noGrp="1"/>
          </p:cNvSpPr>
          <p:nvPr/>
        </p:nvSpPr>
        <p:spPr>
          <a:xfrm xmlns:a="http://schemas.openxmlformats.org/drawingml/2006/main">
            <a:off x="4567404" y="334810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46" name="">
            <a:extLst xmlns:a="http://schemas.openxmlformats.org/drawingml/2006/main">
              <a:ext uri="{FF2B5EF4-FFF2-40B4-BE49-F238E27FC236}">
                <a16:creationId xmlns:a16="http://schemas.microsoft.com/office/drawing/2014/main" id="{CD698E42-881D-4B84-BB45-05D6C4D674DB}"/>
              </a:ext>
            </a:extLst>
          </p:cNvPr>
          <p:cNvSpPr>
            <a:spLocks xmlns:a="http://schemas.openxmlformats.org/drawingml/2006/main" noGrp="1"/>
          </p:cNvSpPr>
          <p:nvPr/>
        </p:nvSpPr>
        <p:spPr>
          <a:xfrm xmlns:a="http://schemas.openxmlformats.org/drawingml/2006/main">
            <a:off x="4647163" y="3240359"/>
            <a:ext cx="8334" cy="94885"/>
          </a:xfrm>
          <a:prstGeom xmlns:a="http://schemas.openxmlformats.org/drawingml/2006/main" prst="line">
            <a:avLst/>
          </a:prstGeom>
          <a:ln xmlns:a="http://schemas.openxmlformats.org/drawingml/2006/main" w="5715">
            <a:solidFill>
              <a:srgbClr val="14295B"/>
            </a:solidFill>
          </a:ln>
        </p:spPr>
      </p:sp>
      <p:sp>
        <p:nvSpPr>
          <p:cNvPr id="447" name="">
            <a:extLst xmlns:a="http://schemas.openxmlformats.org/drawingml/2006/main">
              <a:ext uri="{FF2B5EF4-FFF2-40B4-BE49-F238E27FC236}">
                <a16:creationId xmlns:a16="http://schemas.microsoft.com/office/drawing/2014/main" id="{C14248E1-67C2-494C-A7B1-E692626982B6}"/>
              </a:ext>
            </a:extLst>
          </p:cNvPr>
          <p:cNvSpPr>
            <a:spLocks xmlns:a="http://schemas.openxmlformats.org/drawingml/2006/main" noGrp="1"/>
          </p:cNvSpPr>
          <p:nvPr/>
        </p:nvSpPr>
        <p:spPr>
          <a:xfrm xmlns:a="http://schemas.openxmlformats.org/drawingml/2006/main">
            <a:off x="4579297" y="316415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8" name="">
            <a:extLst xmlns:a="http://schemas.openxmlformats.org/drawingml/2006/main">
              <a:ext uri="{FF2B5EF4-FFF2-40B4-BE49-F238E27FC236}">
                <a16:creationId xmlns:a16="http://schemas.microsoft.com/office/drawing/2014/main" id="{9332047B-60FB-4A8B-A1C3-4454F53A82E3}"/>
              </a:ext>
            </a:extLst>
          </p:cNvPr>
          <p:cNvSpPr>
            <a:spLocks xmlns:a="http://schemas.openxmlformats.org/drawingml/2006/main" noGrp="1"/>
          </p:cNvSpPr>
          <p:nvPr/>
        </p:nvSpPr>
        <p:spPr>
          <a:xfrm xmlns:a="http://schemas.openxmlformats.org/drawingml/2006/main">
            <a:off x="4579297" y="317368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49" name="">
            <a:extLst xmlns:a="http://schemas.openxmlformats.org/drawingml/2006/main">
              <a:ext uri="{FF2B5EF4-FFF2-40B4-BE49-F238E27FC236}">
                <a16:creationId xmlns:a16="http://schemas.microsoft.com/office/drawing/2014/main" id="{3581308F-07D3-4381-8EDC-5FBD741C93F0}"/>
              </a:ext>
            </a:extLst>
          </p:cNvPr>
          <p:cNvSpPr>
            <a:spLocks xmlns:a="http://schemas.openxmlformats.org/drawingml/2006/main" noGrp="1"/>
          </p:cNvSpPr>
          <p:nvPr/>
        </p:nvSpPr>
        <p:spPr>
          <a:xfrm xmlns:a="http://schemas.openxmlformats.org/drawingml/2006/main">
            <a:off x="3465339" y="373625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0" name="">
            <a:extLst xmlns:a="http://schemas.openxmlformats.org/drawingml/2006/main">
              <a:ext uri="{FF2B5EF4-FFF2-40B4-BE49-F238E27FC236}">
                <a16:creationId xmlns:a16="http://schemas.microsoft.com/office/drawing/2014/main" id="{D69DF764-1338-440F-B345-26CDA0F3750E}"/>
              </a:ext>
            </a:extLst>
          </p:cNvPr>
          <p:cNvSpPr>
            <a:spLocks xmlns:a="http://schemas.openxmlformats.org/drawingml/2006/main" noGrp="1"/>
          </p:cNvSpPr>
          <p:nvPr/>
        </p:nvSpPr>
        <p:spPr>
          <a:xfrm xmlns:a="http://schemas.openxmlformats.org/drawingml/2006/main">
            <a:off x="3465339" y="374577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1" name="">
            <a:extLst xmlns:a="http://schemas.openxmlformats.org/drawingml/2006/main">
              <a:ext uri="{FF2B5EF4-FFF2-40B4-BE49-F238E27FC236}">
                <a16:creationId xmlns:a16="http://schemas.microsoft.com/office/drawing/2014/main" id="{90E4064A-135E-4D88-8978-745CB74AFDDA}"/>
              </a:ext>
            </a:extLst>
          </p:cNvPr>
          <p:cNvSpPr>
            <a:spLocks xmlns:a="http://schemas.openxmlformats.org/drawingml/2006/main" noGrp="1"/>
          </p:cNvSpPr>
          <p:nvPr/>
        </p:nvSpPr>
        <p:spPr>
          <a:xfrm xmlns:a="http://schemas.openxmlformats.org/drawingml/2006/main">
            <a:off x="2912450" y="254323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2" name="">
            <a:extLst xmlns:a="http://schemas.openxmlformats.org/drawingml/2006/main">
              <a:ext uri="{FF2B5EF4-FFF2-40B4-BE49-F238E27FC236}">
                <a16:creationId xmlns:a16="http://schemas.microsoft.com/office/drawing/2014/main" id="{DA8A5A2E-D9AB-47B1-A81D-310FAE1036A0}"/>
              </a:ext>
            </a:extLst>
          </p:cNvPr>
          <p:cNvSpPr>
            <a:spLocks xmlns:a="http://schemas.openxmlformats.org/drawingml/2006/main" noGrp="1"/>
          </p:cNvSpPr>
          <p:nvPr/>
        </p:nvSpPr>
        <p:spPr>
          <a:xfrm xmlns:a="http://schemas.openxmlformats.org/drawingml/2006/main">
            <a:off x="2912450" y="255275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3" name="">
            <a:extLst xmlns:a="http://schemas.openxmlformats.org/drawingml/2006/main">
              <a:ext uri="{FF2B5EF4-FFF2-40B4-BE49-F238E27FC236}">
                <a16:creationId xmlns:a16="http://schemas.microsoft.com/office/drawing/2014/main" id="{7F4A4C9E-B925-47B6-84DF-BD282CA9596F}"/>
              </a:ext>
            </a:extLst>
          </p:cNvPr>
          <p:cNvSpPr>
            <a:spLocks xmlns:a="http://schemas.openxmlformats.org/drawingml/2006/main" noGrp="1"/>
          </p:cNvSpPr>
          <p:nvPr/>
        </p:nvSpPr>
        <p:spPr>
          <a:xfrm xmlns:a="http://schemas.openxmlformats.org/drawingml/2006/main">
            <a:off x="3228307" y="270230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4" name="">
            <a:extLst xmlns:a="http://schemas.openxmlformats.org/drawingml/2006/main">
              <a:ext uri="{FF2B5EF4-FFF2-40B4-BE49-F238E27FC236}">
                <a16:creationId xmlns:a16="http://schemas.microsoft.com/office/drawing/2014/main" id="{F0081071-A4FD-4C15-A687-CB7265078C37}"/>
              </a:ext>
            </a:extLst>
          </p:cNvPr>
          <p:cNvSpPr>
            <a:spLocks xmlns:a="http://schemas.openxmlformats.org/drawingml/2006/main" noGrp="1"/>
          </p:cNvSpPr>
          <p:nvPr/>
        </p:nvSpPr>
        <p:spPr>
          <a:xfrm xmlns:a="http://schemas.openxmlformats.org/drawingml/2006/main">
            <a:off x="3228307" y="271182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5" name="">
            <a:extLst xmlns:a="http://schemas.openxmlformats.org/drawingml/2006/main">
              <a:ext uri="{FF2B5EF4-FFF2-40B4-BE49-F238E27FC236}">
                <a16:creationId xmlns:a16="http://schemas.microsoft.com/office/drawing/2014/main" id="{DFC2CE9C-9190-4165-9DF1-8A23F383B6FB}"/>
              </a:ext>
            </a:extLst>
          </p:cNvPr>
          <p:cNvSpPr>
            <a:spLocks xmlns:a="http://schemas.openxmlformats.org/drawingml/2006/main" noGrp="1"/>
          </p:cNvSpPr>
          <p:nvPr/>
        </p:nvSpPr>
        <p:spPr>
          <a:xfrm xmlns:a="http://schemas.openxmlformats.org/drawingml/2006/main">
            <a:off x="3860585" y="302044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6" name="">
            <a:extLst xmlns:a="http://schemas.openxmlformats.org/drawingml/2006/main">
              <a:ext uri="{FF2B5EF4-FFF2-40B4-BE49-F238E27FC236}">
                <a16:creationId xmlns:a16="http://schemas.microsoft.com/office/drawing/2014/main" id="{9146E92E-545E-4DEF-B2A2-57556D7AE974}"/>
              </a:ext>
            </a:extLst>
          </p:cNvPr>
          <p:cNvSpPr>
            <a:spLocks xmlns:a="http://schemas.openxmlformats.org/drawingml/2006/main" noGrp="1"/>
          </p:cNvSpPr>
          <p:nvPr/>
        </p:nvSpPr>
        <p:spPr>
          <a:xfrm xmlns:a="http://schemas.openxmlformats.org/drawingml/2006/main">
            <a:off x="3860585" y="302996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57" name="">
            <a:extLst xmlns:a="http://schemas.openxmlformats.org/drawingml/2006/main">
              <a:ext uri="{FF2B5EF4-FFF2-40B4-BE49-F238E27FC236}">
                <a16:creationId xmlns:a16="http://schemas.microsoft.com/office/drawing/2014/main" id="{4C5957CD-0872-4D85-8E56-8FFA23C52410}"/>
              </a:ext>
            </a:extLst>
          </p:cNvPr>
          <p:cNvSpPr>
            <a:spLocks xmlns:a="http://schemas.openxmlformats.org/drawingml/2006/main" noGrp="1"/>
          </p:cNvSpPr>
          <p:nvPr/>
        </p:nvSpPr>
        <p:spPr>
          <a:xfrm xmlns:a="http://schemas.openxmlformats.org/drawingml/2006/main">
            <a:off x="3386312" y="309997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8" name="">
            <a:extLst xmlns:a="http://schemas.openxmlformats.org/drawingml/2006/main">
              <a:ext uri="{FF2B5EF4-FFF2-40B4-BE49-F238E27FC236}">
                <a16:creationId xmlns:a16="http://schemas.microsoft.com/office/drawing/2014/main" id="{1B7CD90E-3FFF-4564-88F4-318079C58C87}"/>
              </a:ext>
            </a:extLst>
          </p:cNvPr>
          <p:cNvSpPr>
            <a:spLocks xmlns:a="http://schemas.openxmlformats.org/drawingml/2006/main" noGrp="1"/>
          </p:cNvSpPr>
          <p:nvPr/>
        </p:nvSpPr>
        <p:spPr>
          <a:xfrm xmlns:a="http://schemas.openxmlformats.org/drawingml/2006/main">
            <a:off x="3386312" y="310949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59" name="">
            <a:extLst xmlns:a="http://schemas.openxmlformats.org/drawingml/2006/main">
              <a:ext uri="{FF2B5EF4-FFF2-40B4-BE49-F238E27FC236}">
                <a16:creationId xmlns:a16="http://schemas.microsoft.com/office/drawing/2014/main" id="{4851EF49-795D-4CFD-A0D5-15654E9B94C4}"/>
              </a:ext>
            </a:extLst>
          </p:cNvPr>
          <p:cNvSpPr>
            <a:spLocks xmlns:a="http://schemas.openxmlformats.org/drawingml/2006/main" noGrp="1"/>
          </p:cNvSpPr>
          <p:nvPr/>
        </p:nvSpPr>
        <p:spPr>
          <a:xfrm xmlns:a="http://schemas.openxmlformats.org/drawingml/2006/main">
            <a:off x="4647727" y="3494312"/>
            <a:ext cx="57945" cy="75597"/>
          </a:xfrm>
          <a:prstGeom xmlns:a="http://schemas.openxmlformats.org/drawingml/2006/main" prst="line">
            <a:avLst/>
          </a:prstGeom>
          <a:ln xmlns:a="http://schemas.openxmlformats.org/drawingml/2006/main" w="5715">
            <a:solidFill>
              <a:srgbClr val="14295B"/>
            </a:solidFill>
          </a:ln>
        </p:spPr>
      </p:sp>
      <p:sp>
        <p:nvSpPr>
          <p:cNvPr id="460" name="">
            <a:extLst xmlns:a="http://schemas.openxmlformats.org/drawingml/2006/main">
              <a:ext uri="{FF2B5EF4-FFF2-40B4-BE49-F238E27FC236}">
                <a16:creationId xmlns:a16="http://schemas.microsoft.com/office/drawing/2014/main" id="{B53A0AEF-A287-4DC6-97FA-D5FCD734F643}"/>
              </a:ext>
            </a:extLst>
          </p:cNvPr>
          <p:cNvSpPr>
            <a:spLocks xmlns:a="http://schemas.openxmlformats.org/drawingml/2006/main" noGrp="1"/>
          </p:cNvSpPr>
          <p:nvPr/>
        </p:nvSpPr>
        <p:spPr>
          <a:xfrm xmlns:a="http://schemas.openxmlformats.org/drawingml/2006/main">
            <a:off x="4629472" y="349370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1" name="">
            <a:extLst xmlns:a="http://schemas.openxmlformats.org/drawingml/2006/main">
              <a:ext uri="{FF2B5EF4-FFF2-40B4-BE49-F238E27FC236}">
                <a16:creationId xmlns:a16="http://schemas.microsoft.com/office/drawing/2014/main" id="{7EBE9305-60E0-4B08-8509-890EDFE7BA52}"/>
              </a:ext>
            </a:extLst>
          </p:cNvPr>
          <p:cNvSpPr>
            <a:spLocks xmlns:a="http://schemas.openxmlformats.org/drawingml/2006/main" noGrp="1"/>
          </p:cNvSpPr>
          <p:nvPr/>
        </p:nvSpPr>
        <p:spPr>
          <a:xfrm xmlns:a="http://schemas.openxmlformats.org/drawingml/2006/main">
            <a:off x="4629472" y="350323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2" name="">
            <a:extLst xmlns:a="http://schemas.openxmlformats.org/drawingml/2006/main">
              <a:ext uri="{FF2B5EF4-FFF2-40B4-BE49-F238E27FC236}">
                <a16:creationId xmlns:a16="http://schemas.microsoft.com/office/drawing/2014/main" id="{FE232D7B-F764-4309-90CF-1D83BC9A9C75}"/>
              </a:ext>
            </a:extLst>
          </p:cNvPr>
          <p:cNvSpPr>
            <a:spLocks xmlns:a="http://schemas.openxmlformats.org/drawingml/2006/main" noGrp="1"/>
          </p:cNvSpPr>
          <p:nvPr/>
        </p:nvSpPr>
        <p:spPr>
          <a:xfrm xmlns:a="http://schemas.openxmlformats.org/drawingml/2006/main">
            <a:off x="6153150" y="23812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3" name="">
            <a:extLst xmlns:a="http://schemas.openxmlformats.org/drawingml/2006/main">
              <a:ext uri="{FF2B5EF4-FFF2-40B4-BE49-F238E27FC236}">
                <a16:creationId xmlns:a16="http://schemas.microsoft.com/office/drawing/2014/main" id="{8CEC0207-A3B0-4FC0-B450-852E9B3B6026}"/>
              </a:ext>
            </a:extLst>
          </p:cNvPr>
          <p:cNvSpPr>
            <a:spLocks xmlns:a="http://schemas.openxmlformats.org/drawingml/2006/main" noGrp="1"/>
          </p:cNvSpPr>
          <p:nvPr/>
        </p:nvSpPr>
        <p:spPr>
          <a:xfrm xmlns:a="http://schemas.openxmlformats.org/drawingml/2006/main">
            <a:off x="6153150" y="23907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64" name="">
            <a:extLst xmlns:a="http://schemas.openxmlformats.org/drawingml/2006/main">
              <a:ext uri="{FF2B5EF4-FFF2-40B4-BE49-F238E27FC236}">
                <a16:creationId xmlns:a16="http://schemas.microsoft.com/office/drawing/2014/main" id="{D1749E28-2773-451F-9033-40DFBA6B3859}"/>
              </a:ext>
            </a:extLst>
          </p:cNvPr>
          <p:cNvSpPr>
            <a:spLocks xmlns:a="http://schemas.openxmlformats.org/drawingml/2006/main" noGrp="1"/>
          </p:cNvSpPr>
          <p:nvPr/>
        </p:nvSpPr>
        <p:spPr>
          <a:xfrm xmlns:a="http://schemas.openxmlformats.org/drawingml/2006/main">
            <a:off x="6457950" y="23812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65" name="">
            <a:extLst xmlns:a="http://schemas.openxmlformats.org/drawingml/2006/main">
              <a:ext uri="{FF2B5EF4-FFF2-40B4-BE49-F238E27FC236}">
                <a16:creationId xmlns:a16="http://schemas.microsoft.com/office/drawing/2014/main" id="{A0794976-B0CD-4F19-AC60-E44E16090619}"/>
              </a:ext>
            </a:extLst>
          </p:cNvPr>
          <p:cNvSpPr>
            <a:spLocks xmlns:a="http://schemas.openxmlformats.org/drawingml/2006/main" noGrp="1"/>
          </p:cNvSpPr>
          <p:nvPr/>
        </p:nvSpPr>
        <p:spPr>
          <a:xfrm xmlns:a="http://schemas.openxmlformats.org/drawingml/2006/main">
            <a:off x="6153150" y="26574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6" name="">
            <a:extLst xmlns:a="http://schemas.openxmlformats.org/drawingml/2006/main">
              <a:ext uri="{FF2B5EF4-FFF2-40B4-BE49-F238E27FC236}">
                <a16:creationId xmlns:a16="http://schemas.microsoft.com/office/drawing/2014/main" id="{E36857E7-0B65-4E3D-8A91-C59C51D4A437}"/>
              </a:ext>
            </a:extLst>
          </p:cNvPr>
          <p:cNvSpPr>
            <a:spLocks xmlns:a="http://schemas.openxmlformats.org/drawingml/2006/main" noGrp="1"/>
          </p:cNvSpPr>
          <p:nvPr/>
        </p:nvSpPr>
        <p:spPr>
          <a:xfrm xmlns:a="http://schemas.openxmlformats.org/drawingml/2006/main">
            <a:off x="6153150" y="26670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67" name="">
            <a:extLst xmlns:a="http://schemas.openxmlformats.org/drawingml/2006/main">
              <a:ext uri="{FF2B5EF4-FFF2-40B4-BE49-F238E27FC236}">
                <a16:creationId xmlns:a16="http://schemas.microsoft.com/office/drawing/2014/main" id="{62E0EDEC-BDDF-4E2D-B3A5-5FBB6EECCC95}"/>
              </a:ext>
            </a:extLst>
          </p:cNvPr>
          <p:cNvSpPr>
            <a:spLocks xmlns:a="http://schemas.openxmlformats.org/drawingml/2006/main" noGrp="1"/>
          </p:cNvSpPr>
          <p:nvPr/>
        </p:nvSpPr>
        <p:spPr>
          <a:xfrm xmlns:a="http://schemas.openxmlformats.org/drawingml/2006/main">
            <a:off x="6457950" y="26574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68" name="">
            <a:extLst xmlns:a="http://schemas.openxmlformats.org/drawingml/2006/main">
              <a:ext uri="{FF2B5EF4-FFF2-40B4-BE49-F238E27FC236}">
                <a16:creationId xmlns:a16="http://schemas.microsoft.com/office/drawing/2014/main" id="{25EFEA58-31D8-4DD1-BE0F-8A336CEBE7BA}"/>
              </a:ext>
            </a:extLst>
          </p:cNvPr>
          <p:cNvSpPr>
            <a:spLocks xmlns:a="http://schemas.openxmlformats.org/drawingml/2006/main" noGrp="1"/>
          </p:cNvSpPr>
          <p:nvPr/>
        </p:nvSpPr>
        <p:spPr>
          <a:xfrm xmlns:a="http://schemas.openxmlformats.org/drawingml/2006/main">
            <a:off x="6153150" y="29337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9" name="">
            <a:extLst xmlns:a="http://schemas.openxmlformats.org/drawingml/2006/main">
              <a:ext uri="{FF2B5EF4-FFF2-40B4-BE49-F238E27FC236}">
                <a16:creationId xmlns:a16="http://schemas.microsoft.com/office/drawing/2014/main" id="{0B5687AE-7146-45DD-A5E6-23C8AD1B70EA}"/>
              </a:ext>
            </a:extLst>
          </p:cNvPr>
          <p:cNvSpPr>
            <a:spLocks xmlns:a="http://schemas.openxmlformats.org/drawingml/2006/main" noGrp="1"/>
          </p:cNvSpPr>
          <p:nvPr/>
        </p:nvSpPr>
        <p:spPr>
          <a:xfrm xmlns:a="http://schemas.openxmlformats.org/drawingml/2006/main">
            <a:off x="6153150" y="29432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70" name="">
            <a:extLst xmlns:a="http://schemas.openxmlformats.org/drawingml/2006/main">
              <a:ext uri="{FF2B5EF4-FFF2-40B4-BE49-F238E27FC236}">
                <a16:creationId xmlns:a16="http://schemas.microsoft.com/office/drawing/2014/main" id="{395C4E1D-96A8-4CB0-961C-D145639BBF6C}"/>
              </a:ext>
            </a:extLst>
          </p:cNvPr>
          <p:cNvSpPr>
            <a:spLocks xmlns:a="http://schemas.openxmlformats.org/drawingml/2006/main" noGrp="1"/>
          </p:cNvSpPr>
          <p:nvPr/>
        </p:nvSpPr>
        <p:spPr>
          <a:xfrm xmlns:a="http://schemas.openxmlformats.org/drawingml/2006/main">
            <a:off x="6457950" y="29337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Lavender (Malay Heritage Centre...)</a:t>
            </a:r>
          </a:p>
        </p:txBody>
      </p:sp>
      <p:sp>
        <p:nvSpPr>
          <p:cNvPr id="471" name="">
            <a:extLst xmlns:a="http://schemas.openxmlformats.org/drawingml/2006/main">
              <a:ext uri="{FF2B5EF4-FFF2-40B4-BE49-F238E27FC236}">
                <a16:creationId xmlns:a16="http://schemas.microsoft.com/office/drawing/2014/main" id="{A0561F0A-9612-450A-BC5C-D35174E5CA95}"/>
              </a:ext>
            </a:extLst>
          </p:cNvPr>
          <p:cNvSpPr>
            <a:spLocks xmlns:a="http://schemas.openxmlformats.org/drawingml/2006/main" noGrp="1"/>
          </p:cNvSpPr>
          <p:nvPr/>
        </p:nvSpPr>
        <p:spPr>
          <a:xfrm xmlns:a="http://schemas.openxmlformats.org/drawingml/2006/main">
            <a:off x="6153150" y="32099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2" name="">
            <a:extLst xmlns:a="http://schemas.openxmlformats.org/drawingml/2006/main">
              <a:ext uri="{FF2B5EF4-FFF2-40B4-BE49-F238E27FC236}">
                <a16:creationId xmlns:a16="http://schemas.microsoft.com/office/drawing/2014/main" id="{C2A7F42C-2995-4A81-B95E-2B92DDEED1D5}"/>
              </a:ext>
            </a:extLst>
          </p:cNvPr>
          <p:cNvSpPr>
            <a:spLocks xmlns:a="http://schemas.openxmlformats.org/drawingml/2006/main" noGrp="1"/>
          </p:cNvSpPr>
          <p:nvPr/>
        </p:nvSpPr>
        <p:spPr>
          <a:xfrm xmlns:a="http://schemas.openxmlformats.org/drawingml/2006/main">
            <a:off x="6153150" y="32194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73" name="">
            <a:extLst xmlns:a="http://schemas.openxmlformats.org/drawingml/2006/main">
              <a:ext uri="{FF2B5EF4-FFF2-40B4-BE49-F238E27FC236}">
                <a16:creationId xmlns:a16="http://schemas.microsoft.com/office/drawing/2014/main" id="{EE3AB3E4-8973-43A3-A8D0-DB23C9ACEFB3}"/>
              </a:ext>
            </a:extLst>
          </p:cNvPr>
          <p:cNvSpPr>
            <a:spLocks xmlns:a="http://schemas.openxmlformats.org/drawingml/2006/main" noGrp="1"/>
          </p:cNvSpPr>
          <p:nvPr/>
        </p:nvSpPr>
        <p:spPr>
          <a:xfrm xmlns:a="http://schemas.openxmlformats.org/drawingml/2006/main">
            <a:off x="6457950" y="32099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Woodlands East (Admiralty Place)</a:t>
            </a:r>
          </a:p>
        </p:txBody>
      </p:sp>
      <p:sp>
        <p:nvSpPr>
          <p:cNvPr id="474" name="">
            <a:extLst xmlns:a="http://schemas.openxmlformats.org/drawingml/2006/main">
              <a:ext uri="{FF2B5EF4-FFF2-40B4-BE49-F238E27FC236}">
                <a16:creationId xmlns:a16="http://schemas.microsoft.com/office/drawing/2014/main" id="{6A9297BC-4D76-42E4-AF93-34501E8FFD0D}"/>
              </a:ext>
            </a:extLst>
          </p:cNvPr>
          <p:cNvSpPr>
            <a:spLocks xmlns:a="http://schemas.openxmlformats.org/drawingml/2006/main" noGrp="1"/>
          </p:cNvSpPr>
          <p:nvPr/>
        </p:nvSpPr>
        <p:spPr>
          <a:xfrm xmlns:a="http://schemas.openxmlformats.org/drawingml/2006/main">
            <a:off x="6153150" y="34861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5" name="">
            <a:extLst xmlns:a="http://schemas.openxmlformats.org/drawingml/2006/main">
              <a:ext uri="{FF2B5EF4-FFF2-40B4-BE49-F238E27FC236}">
                <a16:creationId xmlns:a16="http://schemas.microsoft.com/office/drawing/2014/main" id="{3B6569DE-D034-4A8E-A36F-28520F09C595}"/>
              </a:ext>
            </a:extLst>
          </p:cNvPr>
          <p:cNvSpPr>
            <a:spLocks xmlns:a="http://schemas.openxmlformats.org/drawingml/2006/main" noGrp="1"/>
          </p:cNvSpPr>
          <p:nvPr/>
        </p:nvSpPr>
        <p:spPr>
          <a:xfrm xmlns:a="http://schemas.openxmlformats.org/drawingml/2006/main">
            <a:off x="6153150" y="34956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76" name="">
            <a:extLst xmlns:a="http://schemas.openxmlformats.org/drawingml/2006/main">
              <a:ext uri="{FF2B5EF4-FFF2-40B4-BE49-F238E27FC236}">
                <a16:creationId xmlns:a16="http://schemas.microsoft.com/office/drawing/2014/main" id="{6AA5617C-F2D8-4359-AB3C-AB49052ADBE0}"/>
              </a:ext>
            </a:extLst>
          </p:cNvPr>
          <p:cNvSpPr>
            <a:spLocks xmlns:a="http://schemas.openxmlformats.org/drawingml/2006/main" noGrp="1"/>
          </p:cNvSpPr>
          <p:nvPr/>
        </p:nvSpPr>
        <p:spPr>
          <a:xfrm xmlns:a="http://schemas.openxmlformats.org/drawingml/2006/main">
            <a:off x="6457950" y="34861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Yishun West (Northpoint City)</a:t>
            </a:r>
          </a:p>
        </p:txBody>
      </p:sp>
      <p:sp>
        <p:nvSpPr>
          <p:cNvPr id="477" name="">
            <a:extLst xmlns:a="http://schemas.openxmlformats.org/drawingml/2006/main">
              <a:ext uri="{FF2B5EF4-FFF2-40B4-BE49-F238E27FC236}">
                <a16:creationId xmlns:a16="http://schemas.microsoft.com/office/drawing/2014/main" id="{43107547-B210-4F07-83DA-08F757CAA362}"/>
              </a:ext>
            </a:extLst>
          </p:cNvPr>
          <p:cNvSpPr>
            <a:spLocks xmlns:a="http://schemas.openxmlformats.org/drawingml/2006/main" noGrp="1"/>
          </p:cNvSpPr>
          <p:nvPr/>
        </p:nvSpPr>
        <p:spPr>
          <a:xfrm xmlns:a="http://schemas.openxmlformats.org/drawingml/2006/main">
            <a:off x="6153150" y="37623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8" name="">
            <a:extLst xmlns:a="http://schemas.openxmlformats.org/drawingml/2006/main">
              <a:ext uri="{FF2B5EF4-FFF2-40B4-BE49-F238E27FC236}">
                <a16:creationId xmlns:a16="http://schemas.microsoft.com/office/drawing/2014/main" id="{450167A1-D475-4806-B500-AAEDB180175A}"/>
              </a:ext>
            </a:extLst>
          </p:cNvPr>
          <p:cNvSpPr>
            <a:spLocks xmlns:a="http://schemas.openxmlformats.org/drawingml/2006/main" noGrp="1"/>
          </p:cNvSpPr>
          <p:nvPr/>
        </p:nvSpPr>
        <p:spPr>
          <a:xfrm xmlns:a="http://schemas.openxmlformats.org/drawingml/2006/main">
            <a:off x="6153150" y="37719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79" name="">
            <a:extLst xmlns:a="http://schemas.openxmlformats.org/drawingml/2006/main">
              <a:ext uri="{FF2B5EF4-FFF2-40B4-BE49-F238E27FC236}">
                <a16:creationId xmlns:a16="http://schemas.microsoft.com/office/drawing/2014/main" id="{7C6376A8-3B13-4460-89B6-CAC486DD79CF}"/>
              </a:ext>
            </a:extLst>
          </p:cNvPr>
          <p:cNvSpPr>
            <a:spLocks xmlns:a="http://schemas.openxmlformats.org/drawingml/2006/main" noGrp="1"/>
          </p:cNvSpPr>
          <p:nvPr/>
        </p:nvSpPr>
        <p:spPr>
          <a:xfrm xmlns:a="http://schemas.openxmlformats.org/drawingml/2006/main">
            <a:off x="6457950" y="37623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Rivervale (Rivervale Mall)</a:t>
            </a:r>
          </a:p>
        </p:txBody>
      </p:sp>
      <p:sp>
        <p:nvSpPr>
          <p:cNvPr id="480" name="">
            <a:extLst xmlns:a="http://schemas.openxmlformats.org/drawingml/2006/main">
              <a:ext uri="{FF2B5EF4-FFF2-40B4-BE49-F238E27FC236}">
                <a16:creationId xmlns:a16="http://schemas.microsoft.com/office/drawing/2014/main" id="{6648DA4D-B429-4775-9D98-82A9AEB86997}"/>
              </a:ext>
            </a:extLst>
          </p:cNvPr>
          <p:cNvSpPr>
            <a:spLocks xmlns:a="http://schemas.openxmlformats.org/drawingml/2006/main" noGrp="1"/>
          </p:cNvSpPr>
          <p:nvPr/>
        </p:nvSpPr>
        <p:spPr>
          <a:xfrm xmlns:a="http://schemas.openxmlformats.org/drawingml/2006/main">
            <a:off x="6153150" y="40386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1" name="">
            <a:extLst xmlns:a="http://schemas.openxmlformats.org/drawingml/2006/main">
              <a:ext uri="{FF2B5EF4-FFF2-40B4-BE49-F238E27FC236}">
                <a16:creationId xmlns:a16="http://schemas.microsoft.com/office/drawing/2014/main" id="{BC68B99D-9F2A-41AE-AAF2-9DF277599520}"/>
              </a:ext>
            </a:extLst>
          </p:cNvPr>
          <p:cNvSpPr>
            <a:spLocks xmlns:a="http://schemas.openxmlformats.org/drawingml/2006/main" noGrp="1"/>
          </p:cNvSpPr>
          <p:nvPr/>
        </p:nvSpPr>
        <p:spPr>
          <a:xfrm xmlns:a="http://schemas.openxmlformats.org/drawingml/2006/main">
            <a:off x="6153150" y="40481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82" name="">
            <a:extLst xmlns:a="http://schemas.openxmlformats.org/drawingml/2006/main">
              <a:ext uri="{FF2B5EF4-FFF2-40B4-BE49-F238E27FC236}">
                <a16:creationId xmlns:a16="http://schemas.microsoft.com/office/drawing/2014/main" id="{E21AC201-8AF1-4820-A003-36BAB2604EC8}"/>
              </a:ext>
            </a:extLst>
          </p:cNvPr>
          <p:cNvSpPr>
            <a:spLocks xmlns:a="http://schemas.openxmlformats.org/drawingml/2006/main" noGrp="1"/>
          </p:cNvSpPr>
          <p:nvPr/>
        </p:nvSpPr>
        <p:spPr>
          <a:xfrm xmlns:a="http://schemas.openxmlformats.org/drawingml/2006/main">
            <a:off x="6457950" y="40386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Yio Chu Kang East (Nanyang Polytechnic)</a:t>
            </a:r>
          </a:p>
        </p:txBody>
      </p:sp>
      <p:sp>
        <p:nvSpPr>
          <p:cNvPr id="483" name="">
            <a:extLst xmlns:a="http://schemas.openxmlformats.org/drawingml/2006/main">
              <a:ext uri="{FF2B5EF4-FFF2-40B4-BE49-F238E27FC236}">
                <a16:creationId xmlns:a16="http://schemas.microsoft.com/office/drawing/2014/main" id="{BD98C310-9CDB-4D83-AF76-D0F89FBBC728}"/>
              </a:ext>
            </a:extLst>
          </p:cNvPr>
          <p:cNvSpPr>
            <a:spLocks xmlns:a="http://schemas.openxmlformats.org/drawingml/2006/main" noGrp="1"/>
          </p:cNvSpPr>
          <p:nvPr/>
        </p:nvSpPr>
        <p:spPr>
          <a:xfrm xmlns:a="http://schemas.openxmlformats.org/drawingml/2006/main">
            <a:off x="6153150" y="43148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4" name="">
            <a:extLst xmlns:a="http://schemas.openxmlformats.org/drawingml/2006/main">
              <a:ext uri="{FF2B5EF4-FFF2-40B4-BE49-F238E27FC236}">
                <a16:creationId xmlns:a16="http://schemas.microsoft.com/office/drawing/2014/main" id="{C557136A-63D5-4F91-8CC7-4739F8B33414}"/>
              </a:ext>
            </a:extLst>
          </p:cNvPr>
          <p:cNvSpPr>
            <a:spLocks xmlns:a="http://schemas.openxmlformats.org/drawingml/2006/main" noGrp="1"/>
          </p:cNvSpPr>
          <p:nvPr/>
        </p:nvSpPr>
        <p:spPr>
          <a:xfrm xmlns:a="http://schemas.openxmlformats.org/drawingml/2006/main">
            <a:off x="6153150" y="43243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85" name="">
            <a:extLst xmlns:a="http://schemas.openxmlformats.org/drawingml/2006/main">
              <a:ext uri="{FF2B5EF4-FFF2-40B4-BE49-F238E27FC236}">
                <a16:creationId xmlns:a16="http://schemas.microsoft.com/office/drawing/2014/main" id="{8FB085D3-F84B-4182-A450-0908274BFE59}"/>
              </a:ext>
            </a:extLst>
          </p:cNvPr>
          <p:cNvSpPr>
            <a:spLocks xmlns:a="http://schemas.openxmlformats.org/drawingml/2006/main" noGrp="1"/>
          </p:cNvSpPr>
          <p:nvPr/>
        </p:nvSpPr>
        <p:spPr>
          <a:xfrm xmlns:a="http://schemas.openxmlformats.org/drawingml/2006/main">
            <a:off x="6457950" y="43148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a:t>
            </a:r>
          </a:p>
        </p:txBody>
      </p:sp>
      <p:sp>
        <p:nvSpPr>
          <p:cNvPr id="486" name="Editable chart path">
            <a:extLst xmlns:a="http://schemas.openxmlformats.org/drawingml/2006/main">
              <a:ext uri="{FF2B5EF4-FFF2-40B4-BE49-F238E27FC236}">
                <a16:creationId xmlns:a16="http://schemas.microsoft.com/office/drawing/2014/main" id="{8B37DA73-4C9E-4100-A30B-F9D4D3E8E58C}"/>
              </a:ext>
            </a:extLst>
          </p:cNvPr>
          <p:cNvSpPr>
            <a:spLocks xmlns:a="http://schemas.openxmlformats.org/drawingml/2006/main" noGrp="1"/>
          </p:cNvSpPr>
          <p:nvPr/>
        </p:nvSpPr>
        <p:spPr>
          <a:xfrm xmlns:a="http://schemas.openxmlformats.org/drawingml/2006/main">
            <a:off x="4932468" y="5143500"/>
            <a:ext cx="155859" cy="163652"/>
          </a:xfrm>
          <a:custGeom xmlns:a="http://schemas.openxmlformats.org/drawingml/2006/main">
            <a:pathLst>
              <a:path w="156682" h="164516">
                <a:moveTo>
                  <a:pt x="0" y="164516"/>
                </a:moveTo>
                <a:lnTo>
                  <a:pt x="156682" y="82258"/>
                </a:lnTo>
                <a:lnTo>
                  <a:pt x="0" y="0"/>
                </a:lnTo>
              </a:path>
            </a:pathLst>
          </a:custGeom>
          <a:solidFill xmlns:a="http://schemas.openxmlformats.org/drawingml/2006/main">
            <a:srgbClr val="14295B"/>
          </a:solidFill>
          <a:ln xmlns:a="http://schemas.openxmlformats.org/drawingml/2006/main" w="0">
            <a:noFill/>
            <a:prstDash val="solid"/>
          </a:ln>
        </p:spPr>
      </p:sp>
      <p:sp>
        <p:nvSpPr>
          <p:cNvPr id="487" name="Editable chart path">
            <a:extLst xmlns:a="http://schemas.openxmlformats.org/drawingml/2006/main">
              <a:ext uri="{FF2B5EF4-FFF2-40B4-BE49-F238E27FC236}">
                <a16:creationId xmlns:a16="http://schemas.microsoft.com/office/drawing/2014/main" id="{1C76D2DF-4278-41CA-9952-F21524AFE24D}"/>
              </a:ext>
            </a:extLst>
          </p:cNvPr>
          <p:cNvSpPr>
            <a:spLocks xmlns:a="http://schemas.openxmlformats.org/drawingml/2006/main" noGrp="1"/>
          </p:cNvSpPr>
          <p:nvPr/>
        </p:nvSpPr>
        <p:spPr>
          <a:xfrm xmlns:a="http://schemas.openxmlformats.org/drawingml/2006/main">
            <a:off x="181528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CE6F4"/>
          </a:solidFill>
          <a:ln xmlns:a="http://schemas.openxmlformats.org/drawingml/2006/main" w="0">
            <a:noFill/>
            <a:prstDash val="solid"/>
          </a:ln>
        </p:spPr>
      </p:sp>
      <p:sp>
        <p:nvSpPr>
          <p:cNvPr id="488" name="Editable chart path">
            <a:extLst xmlns:a="http://schemas.openxmlformats.org/drawingml/2006/main">
              <a:ext uri="{FF2B5EF4-FFF2-40B4-BE49-F238E27FC236}">
                <a16:creationId xmlns:a16="http://schemas.microsoft.com/office/drawing/2014/main" id="{920CD023-5530-4B67-8512-BA03731EA25B}"/>
              </a:ext>
            </a:extLst>
          </p:cNvPr>
          <p:cNvSpPr>
            <a:spLocks xmlns:a="http://schemas.openxmlformats.org/drawingml/2006/main" noGrp="1"/>
          </p:cNvSpPr>
          <p:nvPr/>
        </p:nvSpPr>
        <p:spPr>
          <a:xfrm xmlns:a="http://schemas.openxmlformats.org/drawingml/2006/main">
            <a:off x="226059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D5E2F4"/>
          </a:solidFill>
          <a:ln xmlns:a="http://schemas.openxmlformats.org/drawingml/2006/main" w="0">
            <a:noFill/>
            <a:prstDash val="solid"/>
          </a:ln>
        </p:spPr>
      </p:sp>
      <p:sp>
        <p:nvSpPr>
          <p:cNvPr id="489" name="Editable chart path">
            <a:extLst xmlns:a="http://schemas.openxmlformats.org/drawingml/2006/main">
              <a:ext uri="{FF2B5EF4-FFF2-40B4-BE49-F238E27FC236}">
                <a16:creationId xmlns:a16="http://schemas.microsoft.com/office/drawing/2014/main" id="{7B0B2DAB-277D-4B77-A861-2EFA95C6EB93}"/>
              </a:ext>
            </a:extLst>
          </p:cNvPr>
          <p:cNvSpPr>
            <a:spLocks xmlns:a="http://schemas.openxmlformats.org/drawingml/2006/main" noGrp="1"/>
          </p:cNvSpPr>
          <p:nvPr/>
        </p:nvSpPr>
        <p:spPr>
          <a:xfrm xmlns:a="http://schemas.openxmlformats.org/drawingml/2006/main">
            <a:off x="270590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C2D7F3"/>
          </a:solidFill>
          <a:ln xmlns:a="http://schemas.openxmlformats.org/drawingml/2006/main" w="0">
            <a:noFill/>
            <a:prstDash val="solid"/>
          </a:ln>
        </p:spPr>
      </p:sp>
      <p:sp>
        <p:nvSpPr>
          <p:cNvPr id="490" name="Editable chart path">
            <a:extLst xmlns:a="http://schemas.openxmlformats.org/drawingml/2006/main">
              <a:ext uri="{FF2B5EF4-FFF2-40B4-BE49-F238E27FC236}">
                <a16:creationId xmlns:a16="http://schemas.microsoft.com/office/drawing/2014/main" id="{4480DFC8-1835-4D6D-93EC-C3F7DEDB1C10}"/>
              </a:ext>
            </a:extLst>
          </p:cNvPr>
          <p:cNvSpPr>
            <a:spLocks xmlns:a="http://schemas.openxmlformats.org/drawingml/2006/main" noGrp="1"/>
          </p:cNvSpPr>
          <p:nvPr/>
        </p:nvSpPr>
        <p:spPr>
          <a:xfrm xmlns:a="http://schemas.openxmlformats.org/drawingml/2006/main">
            <a:off x="3151218"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9FC2F2"/>
          </a:solidFill>
          <a:ln xmlns:a="http://schemas.openxmlformats.org/drawingml/2006/main" w="0">
            <a:noFill/>
            <a:prstDash val="solid"/>
          </a:ln>
        </p:spPr>
      </p:sp>
      <p:sp>
        <p:nvSpPr>
          <p:cNvPr id="491" name="Editable chart path">
            <a:extLst xmlns:a="http://schemas.openxmlformats.org/drawingml/2006/main">
              <a:ext uri="{FF2B5EF4-FFF2-40B4-BE49-F238E27FC236}">
                <a16:creationId xmlns:a16="http://schemas.microsoft.com/office/drawing/2014/main" id="{560AD089-0167-4822-9F93-708661372C2E}"/>
              </a:ext>
            </a:extLst>
          </p:cNvPr>
          <p:cNvSpPr>
            <a:spLocks xmlns:a="http://schemas.openxmlformats.org/drawingml/2006/main" noGrp="1"/>
          </p:cNvSpPr>
          <p:nvPr/>
        </p:nvSpPr>
        <p:spPr>
          <a:xfrm xmlns:a="http://schemas.openxmlformats.org/drawingml/2006/main">
            <a:off x="3596530"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6E9ADA"/>
          </a:solidFill>
          <a:ln xmlns:a="http://schemas.openxmlformats.org/drawingml/2006/main" w="0">
            <a:noFill/>
            <a:prstDash val="solid"/>
          </a:ln>
        </p:spPr>
      </p:sp>
      <p:sp>
        <p:nvSpPr>
          <p:cNvPr id="492" name="Editable chart path">
            <a:extLst xmlns:a="http://schemas.openxmlformats.org/drawingml/2006/main">
              <a:ext uri="{FF2B5EF4-FFF2-40B4-BE49-F238E27FC236}">
                <a16:creationId xmlns:a16="http://schemas.microsoft.com/office/drawing/2014/main" id="{4468AA03-CD01-4DA9-B181-A56155165157}"/>
              </a:ext>
            </a:extLst>
          </p:cNvPr>
          <p:cNvSpPr>
            <a:spLocks xmlns:a="http://schemas.openxmlformats.org/drawingml/2006/main" noGrp="1"/>
          </p:cNvSpPr>
          <p:nvPr/>
        </p:nvSpPr>
        <p:spPr>
          <a:xfrm xmlns:a="http://schemas.openxmlformats.org/drawingml/2006/main">
            <a:off x="4041843" y="5143500"/>
            <a:ext cx="445313"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3869B2"/>
          </a:solidFill>
          <a:ln xmlns:a="http://schemas.openxmlformats.org/drawingml/2006/main" w="0">
            <a:noFill/>
            <a:prstDash val="solid"/>
          </a:ln>
        </p:spPr>
      </p:sp>
      <p:sp>
        <p:nvSpPr>
          <p:cNvPr id="493" name="Editable chart path">
            <a:extLst xmlns:a="http://schemas.openxmlformats.org/drawingml/2006/main">
              <a:ext uri="{FF2B5EF4-FFF2-40B4-BE49-F238E27FC236}">
                <a16:creationId xmlns:a16="http://schemas.microsoft.com/office/drawing/2014/main" id="{CF9BB533-3B66-4A0A-AB06-616CC096994A}"/>
              </a:ext>
            </a:extLst>
          </p:cNvPr>
          <p:cNvSpPr>
            <a:spLocks xmlns:a="http://schemas.openxmlformats.org/drawingml/2006/main" noGrp="1"/>
          </p:cNvSpPr>
          <p:nvPr/>
        </p:nvSpPr>
        <p:spPr>
          <a:xfrm xmlns:a="http://schemas.openxmlformats.org/drawingml/2006/main">
            <a:off x="4487155" y="5143500"/>
            <a:ext cx="445312" cy="163652"/>
          </a:xfrm>
          <a:custGeom xmlns:a="http://schemas.openxmlformats.org/drawingml/2006/main">
            <a:pathLst>
              <a:path w="447662" h="164516">
                <a:moveTo>
                  <a:pt x="0" y="164516"/>
                </a:moveTo>
                <a:lnTo>
                  <a:pt x="0" y="0"/>
                </a:lnTo>
                <a:lnTo>
                  <a:pt x="447662" y="0"/>
                </a:lnTo>
                <a:lnTo>
                  <a:pt x="447662" y="164516"/>
                </a:lnTo>
                <a:lnTo>
                  <a:pt x="0" y="164516"/>
                </a:lnTo>
              </a:path>
            </a:pathLst>
          </a:custGeom>
          <a:solidFill xmlns:a="http://schemas.openxmlformats.org/drawingml/2006/main">
            <a:srgbClr val="224889"/>
          </a:solidFill>
          <a:ln xmlns:a="http://schemas.openxmlformats.org/drawingml/2006/main" w="0">
            <a:noFill/>
            <a:prstDash val="solid"/>
          </a:ln>
        </p:spPr>
      </p:sp>
      <p:sp>
        <p:nvSpPr>
          <p:cNvPr id="494" name="Editable chart path">
            <a:extLst xmlns:a="http://schemas.openxmlformats.org/drawingml/2006/main">
              <a:ext uri="{FF2B5EF4-FFF2-40B4-BE49-F238E27FC236}">
                <a16:creationId xmlns:a16="http://schemas.microsoft.com/office/drawing/2014/main" id="{61C7C979-1185-40A4-B32F-FB50197D9199}"/>
              </a:ext>
            </a:extLst>
          </p:cNvPr>
          <p:cNvSpPr>
            <a:spLocks xmlns:a="http://schemas.openxmlformats.org/drawingml/2006/main" noGrp="1"/>
          </p:cNvSpPr>
          <p:nvPr/>
        </p:nvSpPr>
        <p:spPr>
          <a:xfrm xmlns:a="http://schemas.openxmlformats.org/drawingml/2006/main">
            <a:off x="181528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5" name="">
            <a:extLst xmlns:a="http://schemas.openxmlformats.org/drawingml/2006/main">
              <a:ext uri="{FF2B5EF4-FFF2-40B4-BE49-F238E27FC236}">
                <a16:creationId xmlns:a16="http://schemas.microsoft.com/office/drawing/2014/main" id="{FFA78F95-5083-4207-B626-752F77DC6645}"/>
              </a:ext>
            </a:extLst>
          </p:cNvPr>
          <p:cNvSpPr>
            <a:spLocks xmlns:a="http://schemas.openxmlformats.org/drawingml/2006/main" noGrp="1"/>
          </p:cNvSpPr>
          <p:nvPr/>
        </p:nvSpPr>
        <p:spPr>
          <a:xfrm xmlns:a="http://schemas.openxmlformats.org/drawingml/2006/main" rot="0">
            <a:off x="1767299" y="5307941"/>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496" name="Editable chart path">
            <a:extLst xmlns:a="http://schemas.openxmlformats.org/drawingml/2006/main">
              <a:ext uri="{FF2B5EF4-FFF2-40B4-BE49-F238E27FC236}">
                <a16:creationId xmlns:a16="http://schemas.microsoft.com/office/drawing/2014/main" id="{4EC09751-846D-44A3-B54B-17282AF161F1}"/>
              </a:ext>
            </a:extLst>
          </p:cNvPr>
          <p:cNvSpPr>
            <a:spLocks xmlns:a="http://schemas.openxmlformats.org/drawingml/2006/main" noGrp="1"/>
          </p:cNvSpPr>
          <p:nvPr/>
        </p:nvSpPr>
        <p:spPr>
          <a:xfrm xmlns:a="http://schemas.openxmlformats.org/drawingml/2006/main">
            <a:off x="226059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7" name="">
            <a:extLst xmlns:a="http://schemas.openxmlformats.org/drawingml/2006/main">
              <a:ext uri="{FF2B5EF4-FFF2-40B4-BE49-F238E27FC236}">
                <a16:creationId xmlns:a16="http://schemas.microsoft.com/office/drawing/2014/main" id="{FDD3E9A9-A51E-4FC1-B92C-EB6757036279}"/>
              </a:ext>
            </a:extLst>
          </p:cNvPr>
          <p:cNvSpPr>
            <a:spLocks xmlns:a="http://schemas.openxmlformats.org/drawingml/2006/main" noGrp="1"/>
          </p:cNvSpPr>
          <p:nvPr/>
        </p:nvSpPr>
        <p:spPr>
          <a:xfrm xmlns:a="http://schemas.openxmlformats.org/drawingml/2006/main" rot="0">
            <a:off x="2227348" y="5307941"/>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498" name="Editable chart path">
            <a:extLst xmlns:a="http://schemas.openxmlformats.org/drawingml/2006/main">
              <a:ext uri="{FF2B5EF4-FFF2-40B4-BE49-F238E27FC236}">
                <a16:creationId xmlns:a16="http://schemas.microsoft.com/office/drawing/2014/main" id="{0795DAE5-EF5B-4181-B31B-5B126860584D}"/>
              </a:ext>
            </a:extLst>
          </p:cNvPr>
          <p:cNvSpPr>
            <a:spLocks xmlns:a="http://schemas.openxmlformats.org/drawingml/2006/main" noGrp="1"/>
          </p:cNvSpPr>
          <p:nvPr/>
        </p:nvSpPr>
        <p:spPr>
          <a:xfrm xmlns:a="http://schemas.openxmlformats.org/drawingml/2006/main">
            <a:off x="270590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499" name="">
            <a:extLst xmlns:a="http://schemas.openxmlformats.org/drawingml/2006/main">
              <a:ext uri="{FF2B5EF4-FFF2-40B4-BE49-F238E27FC236}">
                <a16:creationId xmlns:a16="http://schemas.microsoft.com/office/drawing/2014/main" id="{C5CB23D3-8484-42B5-9874-840D2979152C}"/>
              </a:ext>
            </a:extLst>
          </p:cNvPr>
          <p:cNvSpPr>
            <a:spLocks xmlns:a="http://schemas.openxmlformats.org/drawingml/2006/main" noGrp="1"/>
          </p:cNvSpPr>
          <p:nvPr/>
        </p:nvSpPr>
        <p:spPr>
          <a:xfrm xmlns:a="http://schemas.openxmlformats.org/drawingml/2006/main" rot="0">
            <a:off x="2660738" y="5307941"/>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500" name="Editable chart path">
            <a:extLst xmlns:a="http://schemas.openxmlformats.org/drawingml/2006/main">
              <a:ext uri="{FF2B5EF4-FFF2-40B4-BE49-F238E27FC236}">
                <a16:creationId xmlns:a16="http://schemas.microsoft.com/office/drawing/2014/main" id="{82A582D0-42A4-49B9-892D-713DED485E8C}"/>
              </a:ext>
            </a:extLst>
          </p:cNvPr>
          <p:cNvSpPr>
            <a:spLocks xmlns:a="http://schemas.openxmlformats.org/drawingml/2006/main" noGrp="1"/>
          </p:cNvSpPr>
          <p:nvPr/>
        </p:nvSpPr>
        <p:spPr>
          <a:xfrm xmlns:a="http://schemas.openxmlformats.org/drawingml/2006/main">
            <a:off x="315121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1" name="">
            <a:extLst xmlns:a="http://schemas.openxmlformats.org/drawingml/2006/main">
              <a:ext uri="{FF2B5EF4-FFF2-40B4-BE49-F238E27FC236}">
                <a16:creationId xmlns:a16="http://schemas.microsoft.com/office/drawing/2014/main" id="{C9565116-6D68-4E3C-9700-98ACC2CCEE5E}"/>
              </a:ext>
            </a:extLst>
          </p:cNvPr>
          <p:cNvSpPr>
            <a:spLocks xmlns:a="http://schemas.openxmlformats.org/drawingml/2006/main" noGrp="1"/>
          </p:cNvSpPr>
          <p:nvPr/>
        </p:nvSpPr>
        <p:spPr>
          <a:xfrm xmlns:a="http://schemas.openxmlformats.org/drawingml/2006/main" rot="0">
            <a:off x="3103181" y="5307941"/>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502" name="Editable chart path">
            <a:extLst xmlns:a="http://schemas.openxmlformats.org/drawingml/2006/main">
              <a:ext uri="{FF2B5EF4-FFF2-40B4-BE49-F238E27FC236}">
                <a16:creationId xmlns:a16="http://schemas.microsoft.com/office/drawing/2014/main" id="{65693E0A-DD53-4A0D-A2C7-5F1E41C039C8}"/>
              </a:ext>
            </a:extLst>
          </p:cNvPr>
          <p:cNvSpPr>
            <a:spLocks xmlns:a="http://schemas.openxmlformats.org/drawingml/2006/main" noGrp="1"/>
          </p:cNvSpPr>
          <p:nvPr/>
        </p:nvSpPr>
        <p:spPr>
          <a:xfrm xmlns:a="http://schemas.openxmlformats.org/drawingml/2006/main">
            <a:off x="3596530"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3" name="">
            <a:extLst xmlns:a="http://schemas.openxmlformats.org/drawingml/2006/main">
              <a:ext uri="{FF2B5EF4-FFF2-40B4-BE49-F238E27FC236}">
                <a16:creationId xmlns:a16="http://schemas.microsoft.com/office/drawing/2014/main" id="{D47C1FDE-6020-4806-A9C5-E7A4956419C8}"/>
              </a:ext>
            </a:extLst>
          </p:cNvPr>
          <p:cNvSpPr>
            <a:spLocks xmlns:a="http://schemas.openxmlformats.org/drawingml/2006/main" noGrp="1"/>
          </p:cNvSpPr>
          <p:nvPr/>
        </p:nvSpPr>
        <p:spPr>
          <a:xfrm xmlns:a="http://schemas.openxmlformats.org/drawingml/2006/main" rot="0">
            <a:off x="3548390" y="5307941"/>
            <a:ext cx="928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504" name="Editable chart path">
            <a:extLst xmlns:a="http://schemas.openxmlformats.org/drawingml/2006/main">
              <a:ext uri="{FF2B5EF4-FFF2-40B4-BE49-F238E27FC236}">
                <a16:creationId xmlns:a16="http://schemas.microsoft.com/office/drawing/2014/main" id="{70E1EC0C-C19B-47FB-9890-6E0866CB5E5F}"/>
              </a:ext>
            </a:extLst>
          </p:cNvPr>
          <p:cNvSpPr>
            <a:spLocks xmlns:a="http://schemas.openxmlformats.org/drawingml/2006/main" noGrp="1"/>
          </p:cNvSpPr>
          <p:nvPr/>
        </p:nvSpPr>
        <p:spPr>
          <a:xfrm xmlns:a="http://schemas.openxmlformats.org/drawingml/2006/main">
            <a:off x="4041843"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5" name="">
            <a:extLst xmlns:a="http://schemas.openxmlformats.org/drawingml/2006/main">
              <a:ext uri="{FF2B5EF4-FFF2-40B4-BE49-F238E27FC236}">
                <a16:creationId xmlns:a16="http://schemas.microsoft.com/office/drawing/2014/main" id="{BB2ABACC-3A10-4192-AAD6-838DEFDE7103}"/>
              </a:ext>
            </a:extLst>
          </p:cNvPr>
          <p:cNvSpPr>
            <a:spLocks xmlns:a="http://schemas.openxmlformats.org/drawingml/2006/main" noGrp="1"/>
          </p:cNvSpPr>
          <p:nvPr/>
        </p:nvSpPr>
        <p:spPr>
          <a:xfrm xmlns:a="http://schemas.openxmlformats.org/drawingml/2006/main" rot="0">
            <a:off x="3971214" y="5307941"/>
            <a:ext cx="1381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506" name="Editable chart path">
            <a:extLst xmlns:a="http://schemas.openxmlformats.org/drawingml/2006/main">
              <a:ext uri="{FF2B5EF4-FFF2-40B4-BE49-F238E27FC236}">
                <a16:creationId xmlns:a16="http://schemas.microsoft.com/office/drawing/2014/main" id="{91150C3E-7D52-4546-ABCE-2EF11CEB6894}"/>
              </a:ext>
            </a:extLst>
          </p:cNvPr>
          <p:cNvSpPr>
            <a:spLocks xmlns:a="http://schemas.openxmlformats.org/drawingml/2006/main" noGrp="1"/>
          </p:cNvSpPr>
          <p:nvPr/>
        </p:nvSpPr>
        <p:spPr>
          <a:xfrm xmlns:a="http://schemas.openxmlformats.org/drawingml/2006/main">
            <a:off x="4487155"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7" name="">
            <a:extLst xmlns:a="http://schemas.openxmlformats.org/drawingml/2006/main">
              <a:ext uri="{FF2B5EF4-FFF2-40B4-BE49-F238E27FC236}">
                <a16:creationId xmlns:a16="http://schemas.microsoft.com/office/drawing/2014/main" id="{817DADD9-0A85-4825-AA4A-3B39042BEEF2}"/>
              </a:ext>
            </a:extLst>
          </p:cNvPr>
          <p:cNvSpPr>
            <a:spLocks xmlns:a="http://schemas.openxmlformats.org/drawingml/2006/main" noGrp="1"/>
          </p:cNvSpPr>
          <p:nvPr/>
        </p:nvSpPr>
        <p:spPr>
          <a:xfrm xmlns:a="http://schemas.openxmlformats.org/drawingml/2006/main" rot="0">
            <a:off x="4400888" y="5307941"/>
            <a:ext cx="16725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32</a:t>
            </a:r>
          </a:p>
        </p:txBody>
      </p:sp>
      <p:sp>
        <p:nvSpPr>
          <p:cNvPr id="508" name="Editable chart path">
            <a:extLst xmlns:a="http://schemas.openxmlformats.org/drawingml/2006/main">
              <a:ext uri="{FF2B5EF4-FFF2-40B4-BE49-F238E27FC236}">
                <a16:creationId xmlns:a16="http://schemas.microsoft.com/office/drawing/2014/main" id="{EED11A13-45BC-4D2B-B111-34FFB43B644A}"/>
              </a:ext>
            </a:extLst>
          </p:cNvPr>
          <p:cNvSpPr>
            <a:spLocks xmlns:a="http://schemas.openxmlformats.org/drawingml/2006/main" noGrp="1"/>
          </p:cNvSpPr>
          <p:nvPr/>
        </p:nvSpPr>
        <p:spPr>
          <a:xfrm xmlns:a="http://schemas.openxmlformats.org/drawingml/2006/main">
            <a:off x="4932468" y="5307152"/>
            <a:ext cx="95" cy="331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580">
            <a:solidFill>
              <a:srgbClr val="5A6683"/>
            </a:solidFill>
            <a:prstDash val="solid"/>
          </a:ln>
        </p:spPr>
      </p:sp>
      <p:sp>
        <p:nvSpPr>
          <p:cNvPr id="509" name="">
            <a:extLst xmlns:a="http://schemas.openxmlformats.org/drawingml/2006/main">
              <a:ext uri="{FF2B5EF4-FFF2-40B4-BE49-F238E27FC236}">
                <a16:creationId xmlns:a16="http://schemas.microsoft.com/office/drawing/2014/main" id="{31B024DD-8E85-4C6F-9463-1D963139FDF4}"/>
              </a:ext>
            </a:extLst>
          </p:cNvPr>
          <p:cNvSpPr>
            <a:spLocks xmlns:a="http://schemas.openxmlformats.org/drawingml/2006/main" noGrp="1"/>
          </p:cNvSpPr>
          <p:nvPr/>
        </p:nvSpPr>
        <p:spPr>
          <a:xfrm xmlns:a="http://schemas.openxmlformats.org/drawingml/2006/main" rot="0">
            <a:off x="4840092" y="5307941"/>
            <a:ext cx="18126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64</a:t>
            </a:r>
          </a:p>
        </p:txBody>
      </p:sp>
      <p:sp>
        <p:nvSpPr>
          <p:cNvPr id="510" name="Editable chart path">
            <a:extLst xmlns:a="http://schemas.openxmlformats.org/drawingml/2006/main">
              <a:ext uri="{FF2B5EF4-FFF2-40B4-BE49-F238E27FC236}">
                <a16:creationId xmlns:a16="http://schemas.microsoft.com/office/drawing/2014/main" id="{B067BDF9-5A99-4D67-B94A-A5D4E57956B0}"/>
              </a:ext>
            </a:extLst>
          </p:cNvPr>
          <p:cNvSpPr>
            <a:spLocks xmlns:a="http://schemas.openxmlformats.org/drawingml/2006/main" noGrp="1"/>
          </p:cNvSpPr>
          <p:nvPr/>
        </p:nvSpPr>
        <p:spPr>
          <a:xfrm xmlns:a="http://schemas.openxmlformats.org/drawingml/2006/main">
            <a:off x="1815280" y="5143500"/>
            <a:ext cx="3273047" cy="163652"/>
          </a:xfrm>
          <a:custGeom xmlns:a="http://schemas.openxmlformats.org/drawingml/2006/main">
            <a:pathLst>
              <a:path w="3290316" h="164516">
                <a:moveTo>
                  <a:pt x="0" y="164516"/>
                </a:moveTo>
                <a:lnTo>
                  <a:pt x="0" y="82258"/>
                </a:lnTo>
                <a:lnTo>
                  <a:pt x="0" y="0"/>
                </a:lnTo>
                <a:lnTo>
                  <a:pt x="3133634" y="0"/>
                </a:lnTo>
                <a:lnTo>
                  <a:pt x="3290316" y="82258"/>
                </a:lnTo>
                <a:lnTo>
                  <a:pt x="3133634" y="164516"/>
                </a:lnTo>
                <a:lnTo>
                  <a:pt x="0" y="164516"/>
                </a:lnTo>
                <a:close/>
              </a:path>
            </a:pathLst>
          </a:custGeom>
          <a:noFill xmlns:a="http://schemas.openxmlformats.org/drawingml/2006/main"/>
          <a:ln xmlns:a="http://schemas.openxmlformats.org/drawingml/2006/main" w="7580">
            <a:solidFill>
              <a:srgbClr val="5A6683"/>
            </a:solidFill>
            <a:prstDash val="solid"/>
          </a:ln>
        </p:spPr>
      </p:sp>
      <p:sp>
        <p:nvSpPr>
          <p:cNvPr id="511" name="">
            <a:extLst xmlns:a="http://schemas.openxmlformats.org/drawingml/2006/main">
              <a:ext uri="{FF2B5EF4-FFF2-40B4-BE49-F238E27FC236}">
                <a16:creationId xmlns:a16="http://schemas.microsoft.com/office/drawing/2014/main" id="{4FAA7408-2E92-452B-9340-6FE64FF0A00A}"/>
              </a:ext>
            </a:extLst>
          </p:cNvPr>
          <p:cNvSpPr>
            <a:spLocks xmlns:a="http://schemas.openxmlformats.org/drawingml/2006/main" noGrp="1"/>
          </p:cNvSpPr>
          <p:nvPr/>
        </p:nvSpPr>
        <p:spPr>
          <a:xfrm xmlns:a="http://schemas.openxmlformats.org/drawingml/2006/main">
            <a:off x="952500" y="5572125"/>
            <a:ext cx="495300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Mean vacant taxis per 1 km cell (dry, normal-coverage regimes)</a:t>
            </a:r>
          </a:p>
        </p:txBody>
      </p:sp>
    </p:spTree>
    <p:extLst>
      <p:ext uri="{BB962C8B-B14F-4D97-AF65-F5344CB8AC3E}">
        <p14:creationId xmlns:p14="http://schemas.microsoft.com/office/powerpoint/2010/main" val="597896415"/>
      </p:ext>
    </p:extLst>
  </p:cSld>
</p:sld>
</file>

<file path=ppt/slides/slide39.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NEARBY RAIN AND ISSUED FORECASTS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 local cell remains dry in the approaching-rain comparison. Association does not identify the mechanism.</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39</a:t>
            </a:r>
            <a:endParaRPr sz="1200"/>
          </a:p>
        </p:txBody>
      </p:sp>
      <p:sp>
        <p:nvSpPr>
          <p:cNvPr id="14" name="">
            <a:extLst xmlns:a="http://schemas.openxmlformats.org/drawingml/2006/main">
              <a:ext uri="{FF2B5EF4-FFF2-40B4-BE49-F238E27FC236}">
                <a16:creationId xmlns:a16="http://schemas.microsoft.com/office/drawing/2014/main" id="{225AF64E-CDAD-4E7A-B89C-107A75473F99}"/>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EDA69C87-E4B5-4FB2-9BAC-DF9D55FA452C}"/>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Cell still dry (90 min): rain nearby</a:t>
            </a:r>
          </a:p>
        </p:txBody>
      </p:sp>
      <p:sp>
        <p:nvSpPr>
          <p:cNvPr id="16" name="Editable chart path">
            <a:extLst xmlns:a="http://schemas.openxmlformats.org/drawingml/2006/main">
              <a:ext uri="{FF2B5EF4-FFF2-40B4-BE49-F238E27FC236}">
                <a16:creationId xmlns:a16="http://schemas.microsoft.com/office/drawing/2014/main" id="{284B1950-140F-4441-AE2B-1418791BDB80}"/>
              </a:ext>
            </a:extLst>
          </p:cNvPr>
          <p:cNvSpPr>
            <a:spLocks xmlns:a="http://schemas.openxmlformats.org/drawingml/2006/main" noGrp="1"/>
          </p:cNvSpPr>
          <p:nvPr/>
        </p:nvSpPr>
        <p:spPr>
          <a:xfrm xmlns:a="http://schemas.openxmlformats.org/drawingml/2006/main">
            <a:off x="3337575" y="4728405"/>
            <a:ext cx="95" cy="3837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71">
            <a:solidFill>
              <a:srgbClr val="5A6683"/>
            </a:solidFill>
            <a:prstDash val="solid"/>
          </a:ln>
        </p:spPr>
      </p:sp>
      <p:sp>
        <p:nvSpPr>
          <p:cNvPr id="17" name="">
            <a:extLst xmlns:a="http://schemas.openxmlformats.org/drawingml/2006/main">
              <a:ext uri="{FF2B5EF4-FFF2-40B4-BE49-F238E27FC236}">
                <a16:creationId xmlns:a16="http://schemas.microsoft.com/office/drawing/2014/main" id="{091D58C4-38B6-4A8A-9C07-D110703D6C6B}"/>
              </a:ext>
            </a:extLst>
          </p:cNvPr>
          <p:cNvSpPr>
            <a:spLocks xmlns:a="http://schemas.openxmlformats.org/drawingml/2006/main" noGrp="1"/>
          </p:cNvSpPr>
          <p:nvPr/>
        </p:nvSpPr>
        <p:spPr>
          <a:xfrm xmlns:a="http://schemas.openxmlformats.org/drawingml/2006/main" rot="0">
            <a:off x="3250734" y="4752374"/>
            <a:ext cx="1697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18" name="Editable chart path">
            <a:extLst xmlns:a="http://schemas.openxmlformats.org/drawingml/2006/main">
              <a:ext uri="{FF2B5EF4-FFF2-40B4-BE49-F238E27FC236}">
                <a16:creationId xmlns:a16="http://schemas.microsoft.com/office/drawing/2014/main" id="{721EF9D5-5263-4C6A-A018-DB19832C1A0C}"/>
              </a:ext>
            </a:extLst>
          </p:cNvPr>
          <p:cNvSpPr>
            <a:spLocks xmlns:a="http://schemas.openxmlformats.org/drawingml/2006/main" noGrp="1"/>
          </p:cNvSpPr>
          <p:nvPr/>
        </p:nvSpPr>
        <p:spPr>
          <a:xfrm xmlns:a="http://schemas.openxmlformats.org/drawingml/2006/main">
            <a:off x="3909796" y="4728405"/>
            <a:ext cx="95" cy="3837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71">
            <a:solidFill>
              <a:srgbClr val="5A6683"/>
            </a:solidFill>
            <a:prstDash val="solid"/>
          </a:ln>
        </p:spPr>
      </p:sp>
      <p:sp>
        <p:nvSpPr>
          <p:cNvPr id="19" name="">
            <a:extLst xmlns:a="http://schemas.openxmlformats.org/drawingml/2006/main">
              <a:ext uri="{FF2B5EF4-FFF2-40B4-BE49-F238E27FC236}">
                <a16:creationId xmlns:a16="http://schemas.microsoft.com/office/drawing/2014/main" id="{0033A89A-F23A-4CE9-ADD3-ECA6A10B77A8}"/>
              </a:ext>
            </a:extLst>
          </p:cNvPr>
          <p:cNvSpPr>
            <a:spLocks xmlns:a="http://schemas.openxmlformats.org/drawingml/2006/main" noGrp="1"/>
          </p:cNvSpPr>
          <p:nvPr/>
        </p:nvSpPr>
        <p:spPr>
          <a:xfrm xmlns:a="http://schemas.openxmlformats.org/drawingml/2006/main" rot="0">
            <a:off x="3822823" y="4752374"/>
            <a:ext cx="1703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20" name="Editable chart path">
            <a:extLst xmlns:a="http://schemas.openxmlformats.org/drawingml/2006/main">
              <a:ext uri="{FF2B5EF4-FFF2-40B4-BE49-F238E27FC236}">
                <a16:creationId xmlns:a16="http://schemas.microsoft.com/office/drawing/2014/main" id="{BDEAB5D9-5B32-4919-9628-14B9C9589DB8}"/>
              </a:ext>
            </a:extLst>
          </p:cNvPr>
          <p:cNvSpPr>
            <a:spLocks xmlns:a="http://schemas.openxmlformats.org/drawingml/2006/main" noGrp="1"/>
          </p:cNvSpPr>
          <p:nvPr/>
        </p:nvSpPr>
        <p:spPr>
          <a:xfrm xmlns:a="http://schemas.openxmlformats.org/drawingml/2006/main">
            <a:off x="4482018" y="4728405"/>
            <a:ext cx="95" cy="3837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71">
            <a:solidFill>
              <a:srgbClr val="5A6683"/>
            </a:solidFill>
            <a:prstDash val="solid"/>
          </a:ln>
        </p:spPr>
      </p:sp>
      <p:sp>
        <p:nvSpPr>
          <p:cNvPr id="21" name="">
            <a:extLst xmlns:a="http://schemas.openxmlformats.org/drawingml/2006/main">
              <a:ext uri="{FF2B5EF4-FFF2-40B4-BE49-F238E27FC236}">
                <a16:creationId xmlns:a16="http://schemas.microsoft.com/office/drawing/2014/main" id="{B4D4580D-0681-49EC-A6D7-FA108AE4B19C}"/>
              </a:ext>
            </a:extLst>
          </p:cNvPr>
          <p:cNvSpPr>
            <a:spLocks xmlns:a="http://schemas.openxmlformats.org/drawingml/2006/main" noGrp="1"/>
          </p:cNvSpPr>
          <p:nvPr/>
        </p:nvSpPr>
        <p:spPr>
          <a:xfrm xmlns:a="http://schemas.openxmlformats.org/drawingml/2006/main" rot="0">
            <a:off x="4395273" y="4752374"/>
            <a:ext cx="1694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22" name="Editable chart path">
            <a:extLst xmlns:a="http://schemas.openxmlformats.org/drawingml/2006/main">
              <a:ext uri="{FF2B5EF4-FFF2-40B4-BE49-F238E27FC236}">
                <a16:creationId xmlns:a16="http://schemas.microsoft.com/office/drawing/2014/main" id="{81365AF8-EB1F-461D-83A0-DC18B4A1D1A4}"/>
              </a:ext>
            </a:extLst>
          </p:cNvPr>
          <p:cNvSpPr>
            <a:spLocks xmlns:a="http://schemas.openxmlformats.org/drawingml/2006/main" noGrp="1"/>
          </p:cNvSpPr>
          <p:nvPr/>
        </p:nvSpPr>
        <p:spPr>
          <a:xfrm xmlns:a="http://schemas.openxmlformats.org/drawingml/2006/main">
            <a:off x="5054239" y="4728405"/>
            <a:ext cx="95" cy="3837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71">
            <a:solidFill>
              <a:srgbClr val="5A6683"/>
            </a:solidFill>
            <a:prstDash val="solid"/>
          </a:ln>
        </p:spPr>
      </p:sp>
      <p:sp>
        <p:nvSpPr>
          <p:cNvPr id="23" name="">
            <a:extLst xmlns:a="http://schemas.openxmlformats.org/drawingml/2006/main">
              <a:ext uri="{FF2B5EF4-FFF2-40B4-BE49-F238E27FC236}">
                <a16:creationId xmlns:a16="http://schemas.microsoft.com/office/drawing/2014/main" id="{F6E9D172-A4CA-4F92-983F-BF414113DE56}"/>
              </a:ext>
            </a:extLst>
          </p:cNvPr>
          <p:cNvSpPr>
            <a:spLocks xmlns:a="http://schemas.openxmlformats.org/drawingml/2006/main" noGrp="1"/>
          </p:cNvSpPr>
          <p:nvPr/>
        </p:nvSpPr>
        <p:spPr>
          <a:xfrm xmlns:a="http://schemas.openxmlformats.org/drawingml/2006/main" rot="0">
            <a:off x="4970224" y="4752374"/>
            <a:ext cx="161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24" name="Editable chart path">
            <a:extLst xmlns:a="http://schemas.openxmlformats.org/drawingml/2006/main">
              <a:ext uri="{FF2B5EF4-FFF2-40B4-BE49-F238E27FC236}">
                <a16:creationId xmlns:a16="http://schemas.microsoft.com/office/drawing/2014/main" id="{E33293D9-6023-4738-874A-3BE6C1043B0C}"/>
              </a:ext>
            </a:extLst>
          </p:cNvPr>
          <p:cNvSpPr>
            <a:spLocks xmlns:a="http://schemas.openxmlformats.org/drawingml/2006/main" noGrp="1"/>
          </p:cNvSpPr>
          <p:nvPr/>
        </p:nvSpPr>
        <p:spPr>
          <a:xfrm xmlns:a="http://schemas.openxmlformats.org/drawingml/2006/main">
            <a:off x="5626460" y="4728405"/>
            <a:ext cx="95" cy="3837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71">
            <a:solidFill>
              <a:srgbClr val="5A6683"/>
            </a:solidFill>
            <a:prstDash val="solid"/>
          </a:ln>
        </p:spPr>
      </p:sp>
      <p:sp>
        <p:nvSpPr>
          <p:cNvPr id="25" name="">
            <a:extLst xmlns:a="http://schemas.openxmlformats.org/drawingml/2006/main">
              <a:ext uri="{FF2B5EF4-FFF2-40B4-BE49-F238E27FC236}">
                <a16:creationId xmlns:a16="http://schemas.microsoft.com/office/drawing/2014/main" id="{A5135D3F-F087-48C9-9850-D67F94E609C1}"/>
              </a:ext>
            </a:extLst>
          </p:cNvPr>
          <p:cNvSpPr>
            <a:spLocks xmlns:a="http://schemas.openxmlformats.org/drawingml/2006/main" noGrp="1"/>
          </p:cNvSpPr>
          <p:nvPr/>
        </p:nvSpPr>
        <p:spPr>
          <a:xfrm xmlns:a="http://schemas.openxmlformats.org/drawingml/2006/main" rot="0">
            <a:off x="5578198" y="4752374"/>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6" name="">
            <a:extLst xmlns:a="http://schemas.openxmlformats.org/drawingml/2006/main">
              <a:ext uri="{FF2B5EF4-FFF2-40B4-BE49-F238E27FC236}">
                <a16:creationId xmlns:a16="http://schemas.microsoft.com/office/drawing/2014/main" id="{40028B36-474D-4588-AD90-AFC92685061B}"/>
              </a:ext>
            </a:extLst>
          </p:cNvPr>
          <p:cNvSpPr>
            <a:spLocks xmlns:a="http://schemas.openxmlformats.org/drawingml/2006/main" noGrp="1"/>
          </p:cNvSpPr>
          <p:nvPr/>
        </p:nvSpPr>
        <p:spPr>
          <a:xfrm xmlns:a="http://schemas.openxmlformats.org/drawingml/2006/main" rot="0">
            <a:off x="2967974" y="4911186"/>
            <a:ext cx="29778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change in vacant taxis vs no rain nearby</a:t>
            </a:r>
          </a:p>
        </p:txBody>
      </p:sp>
      <p:sp>
        <p:nvSpPr>
          <p:cNvPr id="27" name="Editable chart path">
            <a:extLst xmlns:a="http://schemas.openxmlformats.org/drawingml/2006/main">
              <a:ext uri="{FF2B5EF4-FFF2-40B4-BE49-F238E27FC236}">
                <a16:creationId xmlns:a16="http://schemas.microsoft.com/office/drawing/2014/main" id="{C14D8C81-C00A-4A86-A6A7-02D463160EE4}"/>
              </a:ext>
            </a:extLst>
          </p:cNvPr>
          <p:cNvSpPr>
            <a:spLocks xmlns:a="http://schemas.openxmlformats.org/drawingml/2006/main" noGrp="1"/>
          </p:cNvSpPr>
          <p:nvPr/>
        </p:nvSpPr>
        <p:spPr>
          <a:xfrm xmlns:a="http://schemas.openxmlformats.org/drawingml/2006/main">
            <a:off x="2913881" y="2730001"/>
            <a:ext cx="3086869" cy="95"/>
          </a:xfrm>
          <a:custGeom xmlns:a="http://schemas.openxmlformats.org/drawingml/2006/main">
            <a:pathLst>
              <a:path w="2681740" h="95">
                <a:moveTo>
                  <a:pt x="0" y="0"/>
                </a:moveTo>
                <a:lnTo>
                  <a:pt x="2681740" y="0"/>
                </a:lnTo>
              </a:path>
            </a:pathLst>
          </a:custGeom>
          <a:noFill xmlns:a="http://schemas.openxmlformats.org/drawingml/2006/main"/>
          <a:ln xmlns:a="http://schemas.openxmlformats.org/drawingml/2006/main" w="6578">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6F4492DF-A5E5-4615-90FC-AD9F35619C3E}"/>
              </a:ext>
            </a:extLst>
          </p:cNvPr>
          <p:cNvSpPr>
            <a:spLocks xmlns:a="http://schemas.openxmlformats.org/drawingml/2006/main" noGrp="1"/>
          </p:cNvSpPr>
          <p:nvPr/>
        </p:nvSpPr>
        <p:spPr>
          <a:xfrm xmlns:a="http://schemas.openxmlformats.org/drawingml/2006/main">
            <a:off x="2875507" y="2730001"/>
            <a:ext cx="383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71">
            <a:solidFill>
              <a:srgbClr val="5A6683"/>
            </a:solidFill>
            <a:prstDash val="solid"/>
          </a:ln>
        </p:spPr>
      </p:sp>
      <p:sp>
        <p:nvSpPr>
          <p:cNvPr id="29" name="">
            <a:extLst xmlns:a="http://schemas.openxmlformats.org/drawingml/2006/main">
              <a:ext uri="{FF2B5EF4-FFF2-40B4-BE49-F238E27FC236}">
                <a16:creationId xmlns:a16="http://schemas.microsoft.com/office/drawing/2014/main" id="{E0D81EB0-6731-47AC-BE11-BA2669543975}"/>
              </a:ext>
            </a:extLst>
          </p:cNvPr>
          <p:cNvSpPr>
            <a:spLocks xmlns:a="http://schemas.openxmlformats.org/drawingml/2006/main" noGrp="1"/>
          </p:cNvSpPr>
          <p:nvPr/>
        </p:nvSpPr>
        <p:spPr>
          <a:xfrm xmlns:a="http://schemas.openxmlformats.org/drawingml/2006/main" rot="0">
            <a:off x="1204488" y="2625033"/>
            <a:ext cx="16300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 2-5 km away, light</a:t>
            </a:r>
          </a:p>
        </p:txBody>
      </p:sp>
      <p:sp>
        <p:nvSpPr>
          <p:cNvPr id="30" name="Editable chart path">
            <a:extLst xmlns:a="http://schemas.openxmlformats.org/drawingml/2006/main">
              <a:ext uri="{FF2B5EF4-FFF2-40B4-BE49-F238E27FC236}">
                <a16:creationId xmlns:a16="http://schemas.microsoft.com/office/drawing/2014/main" id="{DB0AE5C7-97A9-4192-A5AA-7620FD9DBBF1}"/>
              </a:ext>
            </a:extLst>
          </p:cNvPr>
          <p:cNvSpPr>
            <a:spLocks xmlns:a="http://schemas.openxmlformats.org/drawingml/2006/main" noGrp="1"/>
          </p:cNvSpPr>
          <p:nvPr/>
        </p:nvSpPr>
        <p:spPr>
          <a:xfrm xmlns:a="http://schemas.openxmlformats.org/drawingml/2006/main">
            <a:off x="2913881" y="3332838"/>
            <a:ext cx="3086869" cy="95"/>
          </a:xfrm>
          <a:custGeom xmlns:a="http://schemas.openxmlformats.org/drawingml/2006/main">
            <a:pathLst>
              <a:path w="2681740" h="95">
                <a:moveTo>
                  <a:pt x="0" y="0"/>
                </a:moveTo>
                <a:lnTo>
                  <a:pt x="2681740" y="0"/>
                </a:lnTo>
              </a:path>
            </a:pathLst>
          </a:custGeom>
          <a:noFill xmlns:a="http://schemas.openxmlformats.org/drawingml/2006/main"/>
          <a:ln xmlns:a="http://schemas.openxmlformats.org/drawingml/2006/main" w="6578">
            <a:solidFill>
              <a:srgbClr val="E4EAF4"/>
            </a:solidFill>
            <a:prstDash val="solid"/>
          </a:ln>
        </p:spPr>
      </p:sp>
      <p:sp>
        <p:nvSpPr>
          <p:cNvPr id="31" name="Editable chart path">
            <a:extLst xmlns:a="http://schemas.openxmlformats.org/drawingml/2006/main">
              <a:ext uri="{FF2B5EF4-FFF2-40B4-BE49-F238E27FC236}">
                <a16:creationId xmlns:a16="http://schemas.microsoft.com/office/drawing/2014/main" id="{191C5925-A37F-45C0-98F1-EC4EDEB7F6CB}"/>
              </a:ext>
            </a:extLst>
          </p:cNvPr>
          <p:cNvSpPr>
            <a:spLocks xmlns:a="http://schemas.openxmlformats.org/drawingml/2006/main" noGrp="1"/>
          </p:cNvSpPr>
          <p:nvPr/>
        </p:nvSpPr>
        <p:spPr>
          <a:xfrm xmlns:a="http://schemas.openxmlformats.org/drawingml/2006/main">
            <a:off x="2875507" y="3332838"/>
            <a:ext cx="383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71">
            <a:solidFill>
              <a:srgbClr val="5A6683"/>
            </a:solidFill>
            <a:prstDash val="solid"/>
          </a:ln>
        </p:spPr>
      </p:sp>
      <p:sp>
        <p:nvSpPr>
          <p:cNvPr id="32" name="">
            <a:extLst xmlns:a="http://schemas.openxmlformats.org/drawingml/2006/main">
              <a:ext uri="{FF2B5EF4-FFF2-40B4-BE49-F238E27FC236}">
                <a16:creationId xmlns:a16="http://schemas.microsoft.com/office/drawing/2014/main" id="{689814D1-EC04-402B-B4FE-F498E9A61DFF}"/>
              </a:ext>
            </a:extLst>
          </p:cNvPr>
          <p:cNvSpPr>
            <a:spLocks xmlns:a="http://schemas.openxmlformats.org/drawingml/2006/main" noGrp="1"/>
          </p:cNvSpPr>
          <p:nvPr/>
        </p:nvSpPr>
        <p:spPr>
          <a:xfrm xmlns:a="http://schemas.openxmlformats.org/drawingml/2006/main" rot="0">
            <a:off x="988807" y="3227870"/>
            <a:ext cx="184832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 2-5 km away, heavier</a:t>
            </a:r>
          </a:p>
        </p:txBody>
      </p:sp>
      <p:sp>
        <p:nvSpPr>
          <p:cNvPr id="33" name="Editable chart path">
            <a:extLst xmlns:a="http://schemas.openxmlformats.org/drawingml/2006/main">
              <a:ext uri="{FF2B5EF4-FFF2-40B4-BE49-F238E27FC236}">
                <a16:creationId xmlns:a16="http://schemas.microsoft.com/office/drawing/2014/main" id="{2B40EADB-613E-40AE-B79E-893AA8A384E9}"/>
              </a:ext>
            </a:extLst>
          </p:cNvPr>
          <p:cNvSpPr>
            <a:spLocks xmlns:a="http://schemas.openxmlformats.org/drawingml/2006/main" noGrp="1"/>
          </p:cNvSpPr>
          <p:nvPr/>
        </p:nvSpPr>
        <p:spPr>
          <a:xfrm xmlns:a="http://schemas.openxmlformats.org/drawingml/2006/main">
            <a:off x="2913881" y="3935675"/>
            <a:ext cx="3086869" cy="95"/>
          </a:xfrm>
          <a:custGeom xmlns:a="http://schemas.openxmlformats.org/drawingml/2006/main">
            <a:pathLst>
              <a:path w="2681740" h="95">
                <a:moveTo>
                  <a:pt x="0" y="0"/>
                </a:moveTo>
                <a:lnTo>
                  <a:pt x="2681740" y="0"/>
                </a:lnTo>
              </a:path>
            </a:pathLst>
          </a:custGeom>
          <a:noFill xmlns:a="http://schemas.openxmlformats.org/drawingml/2006/main"/>
          <a:ln xmlns:a="http://schemas.openxmlformats.org/drawingml/2006/main" w="6578">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8982A1CC-9CCB-4F50-9484-11A6BC235F3A}"/>
              </a:ext>
            </a:extLst>
          </p:cNvPr>
          <p:cNvSpPr>
            <a:spLocks xmlns:a="http://schemas.openxmlformats.org/drawingml/2006/main" noGrp="1"/>
          </p:cNvSpPr>
          <p:nvPr/>
        </p:nvSpPr>
        <p:spPr>
          <a:xfrm xmlns:a="http://schemas.openxmlformats.org/drawingml/2006/main">
            <a:off x="2875507" y="3935675"/>
            <a:ext cx="383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71">
            <a:solidFill>
              <a:srgbClr val="5A6683"/>
            </a:solidFill>
            <a:prstDash val="solid"/>
          </a:ln>
        </p:spPr>
      </p:sp>
      <p:sp>
        <p:nvSpPr>
          <p:cNvPr id="35" name="">
            <a:extLst xmlns:a="http://schemas.openxmlformats.org/drawingml/2006/main">
              <a:ext uri="{FF2B5EF4-FFF2-40B4-BE49-F238E27FC236}">
                <a16:creationId xmlns:a16="http://schemas.microsoft.com/office/drawing/2014/main" id="{FA38BC3A-01DB-425F-A113-B525B44E2D70}"/>
              </a:ext>
            </a:extLst>
          </p:cNvPr>
          <p:cNvSpPr>
            <a:spLocks xmlns:a="http://schemas.openxmlformats.org/drawingml/2006/main" noGrp="1"/>
          </p:cNvSpPr>
          <p:nvPr/>
        </p:nvSpPr>
        <p:spPr>
          <a:xfrm xmlns:a="http://schemas.openxmlformats.org/drawingml/2006/main" rot="0">
            <a:off x="1338219" y="3830707"/>
            <a:ext cx="149628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 within 2 km, light</a:t>
            </a:r>
          </a:p>
        </p:txBody>
      </p:sp>
      <p:sp>
        <p:nvSpPr>
          <p:cNvPr id="36" name="Editable chart path">
            <a:extLst xmlns:a="http://schemas.openxmlformats.org/drawingml/2006/main">
              <a:ext uri="{FF2B5EF4-FFF2-40B4-BE49-F238E27FC236}">
                <a16:creationId xmlns:a16="http://schemas.microsoft.com/office/drawing/2014/main" id="{2CDDB2D4-130D-4653-8BFA-3B0849F75398}"/>
              </a:ext>
            </a:extLst>
          </p:cNvPr>
          <p:cNvSpPr>
            <a:spLocks xmlns:a="http://schemas.openxmlformats.org/drawingml/2006/main" noGrp="1"/>
          </p:cNvSpPr>
          <p:nvPr/>
        </p:nvSpPr>
        <p:spPr>
          <a:xfrm xmlns:a="http://schemas.openxmlformats.org/drawingml/2006/main">
            <a:off x="2913881" y="4538512"/>
            <a:ext cx="3086869" cy="95"/>
          </a:xfrm>
          <a:custGeom xmlns:a="http://schemas.openxmlformats.org/drawingml/2006/main">
            <a:pathLst>
              <a:path w="2681740" h="95">
                <a:moveTo>
                  <a:pt x="0" y="0"/>
                </a:moveTo>
                <a:lnTo>
                  <a:pt x="2681740" y="0"/>
                </a:lnTo>
              </a:path>
            </a:pathLst>
          </a:custGeom>
          <a:noFill xmlns:a="http://schemas.openxmlformats.org/drawingml/2006/main"/>
          <a:ln xmlns:a="http://schemas.openxmlformats.org/drawingml/2006/main" w="6578">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C25E4951-659F-43CA-A272-482642777884}"/>
              </a:ext>
            </a:extLst>
          </p:cNvPr>
          <p:cNvSpPr>
            <a:spLocks xmlns:a="http://schemas.openxmlformats.org/drawingml/2006/main" noGrp="1"/>
          </p:cNvSpPr>
          <p:nvPr/>
        </p:nvSpPr>
        <p:spPr>
          <a:xfrm xmlns:a="http://schemas.openxmlformats.org/drawingml/2006/main">
            <a:off x="2875507" y="4538512"/>
            <a:ext cx="383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71">
            <a:solidFill>
              <a:srgbClr val="5A6683"/>
            </a:solidFill>
            <a:prstDash val="solid"/>
          </a:ln>
        </p:spPr>
      </p:sp>
      <p:sp>
        <p:nvSpPr>
          <p:cNvPr id="38" name="">
            <a:extLst xmlns:a="http://schemas.openxmlformats.org/drawingml/2006/main">
              <a:ext uri="{FF2B5EF4-FFF2-40B4-BE49-F238E27FC236}">
                <a16:creationId xmlns:a16="http://schemas.microsoft.com/office/drawing/2014/main" id="{685CA48E-4514-4D4A-A8D0-ABAFD235AC4F}"/>
              </a:ext>
            </a:extLst>
          </p:cNvPr>
          <p:cNvSpPr>
            <a:spLocks xmlns:a="http://schemas.openxmlformats.org/drawingml/2006/main" noGrp="1"/>
          </p:cNvSpPr>
          <p:nvPr/>
        </p:nvSpPr>
        <p:spPr>
          <a:xfrm xmlns:a="http://schemas.openxmlformats.org/drawingml/2006/main" rot="0">
            <a:off x="1122538" y="4433544"/>
            <a:ext cx="171459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 within 2 km, heavier</a:t>
            </a:r>
          </a:p>
        </p:txBody>
      </p:sp>
      <p:sp>
        <p:nvSpPr>
          <p:cNvPr id="39" name="Editable chart path">
            <a:extLst xmlns:a="http://schemas.openxmlformats.org/drawingml/2006/main">
              <a:ext uri="{FF2B5EF4-FFF2-40B4-BE49-F238E27FC236}">
                <a16:creationId xmlns:a16="http://schemas.microsoft.com/office/drawing/2014/main" id="{9CF4EA83-1EAC-40C6-8B4B-F62E581E00F8}"/>
              </a:ext>
            </a:extLst>
          </p:cNvPr>
          <p:cNvSpPr>
            <a:spLocks xmlns:a="http://schemas.openxmlformats.org/drawingml/2006/main" noGrp="1"/>
          </p:cNvSpPr>
          <p:nvPr/>
        </p:nvSpPr>
        <p:spPr>
          <a:xfrm xmlns:a="http://schemas.openxmlformats.org/drawingml/2006/main">
            <a:off x="4889445" y="2639575"/>
            <a:ext cx="480608" cy="95"/>
          </a:xfrm>
          <a:custGeom xmlns:a="http://schemas.openxmlformats.org/drawingml/2006/main">
            <a:pathLst>
              <a:path w="417532" h="95">
                <a:moveTo>
                  <a:pt x="0" y="0"/>
                </a:moveTo>
                <a:lnTo>
                  <a:pt x="417532" y="0"/>
                </a:lnTo>
              </a:path>
            </a:pathLst>
          </a:custGeom>
          <a:noFill xmlns:a="http://schemas.openxmlformats.org/drawingml/2006/main"/>
          <a:ln xmlns:a="http://schemas.openxmlformats.org/drawingml/2006/main" w="16446">
            <a:solidFill>
              <a:srgbClr val="224889"/>
            </a:solidFill>
            <a:prstDash val="solid"/>
          </a:ln>
        </p:spPr>
      </p:sp>
      <p:sp>
        <p:nvSpPr>
          <p:cNvPr id="40" name="Editable chart path">
            <a:extLst xmlns:a="http://schemas.openxmlformats.org/drawingml/2006/main">
              <a:ext uri="{FF2B5EF4-FFF2-40B4-BE49-F238E27FC236}">
                <a16:creationId xmlns:a16="http://schemas.microsoft.com/office/drawing/2014/main" id="{8217EEAC-384E-4204-9405-9CA0284A18E9}"/>
              </a:ext>
            </a:extLst>
          </p:cNvPr>
          <p:cNvSpPr>
            <a:spLocks xmlns:a="http://schemas.openxmlformats.org/drawingml/2006/main" noGrp="1"/>
          </p:cNvSpPr>
          <p:nvPr/>
        </p:nvSpPr>
        <p:spPr>
          <a:xfrm xmlns:a="http://schemas.openxmlformats.org/drawingml/2006/main">
            <a:off x="3054193" y="3242412"/>
            <a:ext cx="953925" cy="95"/>
          </a:xfrm>
          <a:custGeom xmlns:a="http://schemas.openxmlformats.org/drawingml/2006/main">
            <a:pathLst>
              <a:path w="828729" h="95">
                <a:moveTo>
                  <a:pt x="0" y="0"/>
                </a:moveTo>
                <a:lnTo>
                  <a:pt x="828729" y="0"/>
                </a:lnTo>
              </a:path>
            </a:pathLst>
          </a:custGeom>
          <a:noFill xmlns:a="http://schemas.openxmlformats.org/drawingml/2006/main"/>
          <a:ln xmlns:a="http://schemas.openxmlformats.org/drawingml/2006/main" w="16446">
            <a:solidFill>
              <a:srgbClr val="224889"/>
            </a:solidFill>
            <a:prstDash val="solid"/>
          </a:ln>
        </p:spPr>
      </p:sp>
      <p:sp>
        <p:nvSpPr>
          <p:cNvPr id="41" name="Editable chart path">
            <a:extLst xmlns:a="http://schemas.openxmlformats.org/drawingml/2006/main">
              <a:ext uri="{FF2B5EF4-FFF2-40B4-BE49-F238E27FC236}">
                <a16:creationId xmlns:a16="http://schemas.microsoft.com/office/drawing/2014/main" id="{6F85ABE4-736C-4DF3-8D4E-E18EC1DFAEB0}"/>
              </a:ext>
            </a:extLst>
          </p:cNvPr>
          <p:cNvSpPr>
            <a:spLocks xmlns:a="http://schemas.openxmlformats.org/drawingml/2006/main" noGrp="1"/>
          </p:cNvSpPr>
          <p:nvPr/>
        </p:nvSpPr>
        <p:spPr>
          <a:xfrm xmlns:a="http://schemas.openxmlformats.org/drawingml/2006/main">
            <a:off x="5281553" y="3845249"/>
            <a:ext cx="284969" cy="95"/>
          </a:xfrm>
          <a:custGeom xmlns:a="http://schemas.openxmlformats.org/drawingml/2006/main">
            <a:pathLst>
              <a:path w="247568" h="95">
                <a:moveTo>
                  <a:pt x="0" y="0"/>
                </a:moveTo>
                <a:lnTo>
                  <a:pt x="247568" y="0"/>
                </a:lnTo>
              </a:path>
            </a:pathLst>
          </a:custGeom>
          <a:noFill xmlns:a="http://schemas.openxmlformats.org/drawingml/2006/main"/>
          <a:ln xmlns:a="http://schemas.openxmlformats.org/drawingml/2006/main" w="16446">
            <a:solidFill>
              <a:srgbClr val="224889"/>
            </a:solidFill>
            <a:prstDash val="solid"/>
          </a:ln>
        </p:spPr>
      </p:sp>
      <p:sp>
        <p:nvSpPr>
          <p:cNvPr id="42" name="Editable chart path">
            <a:extLst xmlns:a="http://schemas.openxmlformats.org/drawingml/2006/main">
              <a:ext uri="{FF2B5EF4-FFF2-40B4-BE49-F238E27FC236}">
                <a16:creationId xmlns:a16="http://schemas.microsoft.com/office/drawing/2014/main" id="{AEE2D1ED-77EC-4D5D-ACDD-300FE3056932}"/>
              </a:ext>
            </a:extLst>
          </p:cNvPr>
          <p:cNvSpPr>
            <a:spLocks xmlns:a="http://schemas.openxmlformats.org/drawingml/2006/main" noGrp="1"/>
          </p:cNvSpPr>
          <p:nvPr/>
        </p:nvSpPr>
        <p:spPr>
          <a:xfrm xmlns:a="http://schemas.openxmlformats.org/drawingml/2006/main">
            <a:off x="4702819" y="4448086"/>
            <a:ext cx="941760" cy="95"/>
          </a:xfrm>
          <a:custGeom xmlns:a="http://schemas.openxmlformats.org/drawingml/2006/main">
            <a:pathLst>
              <a:path w="818160" h="95">
                <a:moveTo>
                  <a:pt x="0" y="0"/>
                </a:moveTo>
                <a:lnTo>
                  <a:pt x="818160" y="0"/>
                </a:lnTo>
              </a:path>
            </a:pathLst>
          </a:custGeom>
          <a:noFill xmlns:a="http://schemas.openxmlformats.org/drawingml/2006/main"/>
          <a:ln xmlns:a="http://schemas.openxmlformats.org/drawingml/2006/main" w="16446">
            <a:solidFill>
              <a:srgbClr val="224889"/>
            </a:solidFill>
            <a:prstDash val="solid"/>
          </a:ln>
        </p:spPr>
      </p:sp>
      <p:sp>
        <p:nvSpPr>
          <p:cNvPr id="43" name="Editable chart path">
            <a:extLst xmlns:a="http://schemas.openxmlformats.org/drawingml/2006/main">
              <a:ext uri="{FF2B5EF4-FFF2-40B4-BE49-F238E27FC236}">
                <a16:creationId xmlns:a16="http://schemas.microsoft.com/office/drawing/2014/main" id="{2F9F6168-1608-4F35-8E22-6DF8E3D09915}"/>
              </a:ext>
            </a:extLst>
          </p:cNvPr>
          <p:cNvSpPr>
            <a:spLocks xmlns:a="http://schemas.openxmlformats.org/drawingml/2006/main" noGrp="1"/>
          </p:cNvSpPr>
          <p:nvPr/>
        </p:nvSpPr>
        <p:spPr>
          <a:xfrm xmlns:a="http://schemas.openxmlformats.org/drawingml/2006/main">
            <a:off x="4889445" y="2617648"/>
            <a:ext cx="95" cy="43856"/>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64">
            <a:solidFill>
              <a:srgbClr val="224889"/>
            </a:solidFill>
            <a:prstDash val="solid"/>
          </a:ln>
        </p:spPr>
      </p:sp>
      <p:sp>
        <p:nvSpPr>
          <p:cNvPr id="44" name="Editable chart path">
            <a:extLst xmlns:a="http://schemas.openxmlformats.org/drawingml/2006/main">
              <a:ext uri="{FF2B5EF4-FFF2-40B4-BE49-F238E27FC236}">
                <a16:creationId xmlns:a16="http://schemas.microsoft.com/office/drawing/2014/main" id="{A450D860-DD0C-4F91-B9BC-8C265C1C2A22}"/>
              </a:ext>
            </a:extLst>
          </p:cNvPr>
          <p:cNvSpPr>
            <a:spLocks xmlns:a="http://schemas.openxmlformats.org/drawingml/2006/main" noGrp="1"/>
          </p:cNvSpPr>
          <p:nvPr/>
        </p:nvSpPr>
        <p:spPr>
          <a:xfrm xmlns:a="http://schemas.openxmlformats.org/drawingml/2006/main">
            <a:off x="3054193" y="3220484"/>
            <a:ext cx="95" cy="43856"/>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64">
            <a:solidFill>
              <a:srgbClr val="224889"/>
            </a:solidFill>
            <a:prstDash val="solid"/>
          </a:ln>
        </p:spPr>
      </p:sp>
      <p:sp>
        <p:nvSpPr>
          <p:cNvPr id="45" name="Editable chart path">
            <a:extLst xmlns:a="http://schemas.openxmlformats.org/drawingml/2006/main">
              <a:ext uri="{FF2B5EF4-FFF2-40B4-BE49-F238E27FC236}">
                <a16:creationId xmlns:a16="http://schemas.microsoft.com/office/drawing/2014/main" id="{11ED0247-721E-464D-BB36-D41B5EB5913B}"/>
              </a:ext>
            </a:extLst>
          </p:cNvPr>
          <p:cNvSpPr>
            <a:spLocks xmlns:a="http://schemas.openxmlformats.org/drawingml/2006/main" noGrp="1"/>
          </p:cNvSpPr>
          <p:nvPr/>
        </p:nvSpPr>
        <p:spPr>
          <a:xfrm xmlns:a="http://schemas.openxmlformats.org/drawingml/2006/main">
            <a:off x="5281553" y="3823321"/>
            <a:ext cx="95" cy="43856"/>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64">
            <a:solidFill>
              <a:srgbClr val="224889"/>
            </a:solidFill>
            <a:prstDash val="solid"/>
          </a:ln>
        </p:spPr>
      </p:sp>
      <p:sp>
        <p:nvSpPr>
          <p:cNvPr id="46" name="Editable chart path">
            <a:extLst xmlns:a="http://schemas.openxmlformats.org/drawingml/2006/main">
              <a:ext uri="{FF2B5EF4-FFF2-40B4-BE49-F238E27FC236}">
                <a16:creationId xmlns:a16="http://schemas.microsoft.com/office/drawing/2014/main" id="{C496405A-8B6E-47DB-A1C6-46D835307C58}"/>
              </a:ext>
            </a:extLst>
          </p:cNvPr>
          <p:cNvSpPr>
            <a:spLocks xmlns:a="http://schemas.openxmlformats.org/drawingml/2006/main" noGrp="1"/>
          </p:cNvSpPr>
          <p:nvPr/>
        </p:nvSpPr>
        <p:spPr>
          <a:xfrm xmlns:a="http://schemas.openxmlformats.org/drawingml/2006/main">
            <a:off x="4702819" y="4426158"/>
            <a:ext cx="95" cy="43856"/>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64">
            <a:solidFill>
              <a:srgbClr val="224889"/>
            </a:solidFill>
            <a:prstDash val="solid"/>
          </a:ln>
        </p:spPr>
      </p:sp>
      <p:sp>
        <p:nvSpPr>
          <p:cNvPr id="47" name="Editable chart path">
            <a:extLst xmlns:a="http://schemas.openxmlformats.org/drawingml/2006/main">
              <a:ext uri="{FF2B5EF4-FFF2-40B4-BE49-F238E27FC236}">
                <a16:creationId xmlns:a16="http://schemas.microsoft.com/office/drawing/2014/main" id="{AC8F49A9-E529-4D82-BD9D-8C7098DA8BCE}"/>
              </a:ext>
            </a:extLst>
          </p:cNvPr>
          <p:cNvSpPr>
            <a:spLocks xmlns:a="http://schemas.openxmlformats.org/drawingml/2006/main" noGrp="1"/>
          </p:cNvSpPr>
          <p:nvPr/>
        </p:nvSpPr>
        <p:spPr>
          <a:xfrm xmlns:a="http://schemas.openxmlformats.org/drawingml/2006/main">
            <a:off x="5370053" y="2617648"/>
            <a:ext cx="95" cy="43856"/>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64">
            <a:solidFill>
              <a:srgbClr val="224889"/>
            </a:solidFill>
            <a:prstDash val="solid"/>
          </a:ln>
        </p:spPr>
      </p:sp>
      <p:sp>
        <p:nvSpPr>
          <p:cNvPr id="48" name="Editable chart path">
            <a:extLst xmlns:a="http://schemas.openxmlformats.org/drawingml/2006/main">
              <a:ext uri="{FF2B5EF4-FFF2-40B4-BE49-F238E27FC236}">
                <a16:creationId xmlns:a16="http://schemas.microsoft.com/office/drawing/2014/main" id="{3F1D7FB6-DA06-4922-8193-72E653FEF618}"/>
              </a:ext>
            </a:extLst>
          </p:cNvPr>
          <p:cNvSpPr>
            <a:spLocks xmlns:a="http://schemas.openxmlformats.org/drawingml/2006/main" noGrp="1"/>
          </p:cNvSpPr>
          <p:nvPr/>
        </p:nvSpPr>
        <p:spPr>
          <a:xfrm xmlns:a="http://schemas.openxmlformats.org/drawingml/2006/main">
            <a:off x="4008117" y="3220484"/>
            <a:ext cx="95" cy="43856"/>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64">
            <a:solidFill>
              <a:srgbClr val="224889"/>
            </a:solidFill>
            <a:prstDash val="solid"/>
          </a:ln>
        </p:spPr>
      </p:sp>
      <p:sp>
        <p:nvSpPr>
          <p:cNvPr id="49" name="Editable chart path">
            <a:extLst xmlns:a="http://schemas.openxmlformats.org/drawingml/2006/main">
              <a:ext uri="{FF2B5EF4-FFF2-40B4-BE49-F238E27FC236}">
                <a16:creationId xmlns:a16="http://schemas.microsoft.com/office/drawing/2014/main" id="{ABB2A6AD-EDE2-4885-99E0-9FEB3DB44D7A}"/>
              </a:ext>
            </a:extLst>
          </p:cNvPr>
          <p:cNvSpPr>
            <a:spLocks xmlns:a="http://schemas.openxmlformats.org/drawingml/2006/main" noGrp="1"/>
          </p:cNvSpPr>
          <p:nvPr/>
        </p:nvSpPr>
        <p:spPr>
          <a:xfrm xmlns:a="http://schemas.openxmlformats.org/drawingml/2006/main">
            <a:off x="5566521" y="3823321"/>
            <a:ext cx="95" cy="43856"/>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64">
            <a:solidFill>
              <a:srgbClr val="224889"/>
            </a:solidFill>
            <a:prstDash val="solid"/>
          </a:ln>
        </p:spPr>
      </p:sp>
      <p:sp>
        <p:nvSpPr>
          <p:cNvPr id="50" name="Editable chart path">
            <a:extLst xmlns:a="http://schemas.openxmlformats.org/drawingml/2006/main">
              <a:ext uri="{FF2B5EF4-FFF2-40B4-BE49-F238E27FC236}">
                <a16:creationId xmlns:a16="http://schemas.microsoft.com/office/drawing/2014/main" id="{7BDB49CF-9CD5-4825-BC7F-A9AEBE0AAF69}"/>
              </a:ext>
            </a:extLst>
          </p:cNvPr>
          <p:cNvSpPr>
            <a:spLocks xmlns:a="http://schemas.openxmlformats.org/drawingml/2006/main" noGrp="1"/>
          </p:cNvSpPr>
          <p:nvPr/>
        </p:nvSpPr>
        <p:spPr>
          <a:xfrm xmlns:a="http://schemas.openxmlformats.org/drawingml/2006/main">
            <a:off x="5644578" y="4426158"/>
            <a:ext cx="95" cy="43856"/>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64">
            <a:solidFill>
              <a:srgbClr val="224889"/>
            </a:solidFill>
            <a:prstDash val="solid"/>
          </a:ln>
        </p:spPr>
      </p:sp>
      <p:sp>
        <p:nvSpPr>
          <p:cNvPr id="51" name="Editable chart path">
            <a:extLst xmlns:a="http://schemas.openxmlformats.org/drawingml/2006/main">
              <a:ext uri="{FF2B5EF4-FFF2-40B4-BE49-F238E27FC236}">
                <a16:creationId xmlns:a16="http://schemas.microsoft.com/office/drawing/2014/main" id="{B4F39D4C-EFB2-4BFD-A8CD-9C6B1188E59E}"/>
              </a:ext>
            </a:extLst>
          </p:cNvPr>
          <p:cNvSpPr>
            <a:spLocks xmlns:a="http://schemas.openxmlformats.org/drawingml/2006/main" noGrp="1"/>
          </p:cNvSpPr>
          <p:nvPr/>
        </p:nvSpPr>
        <p:spPr>
          <a:xfrm xmlns:a="http://schemas.openxmlformats.org/drawingml/2006/main">
            <a:off x="5455775" y="2820426"/>
            <a:ext cx="301274" cy="95"/>
          </a:xfrm>
          <a:custGeom xmlns:a="http://schemas.openxmlformats.org/drawingml/2006/main">
            <a:pathLst>
              <a:path w="261734" h="95">
                <a:moveTo>
                  <a:pt x="0" y="0"/>
                </a:moveTo>
                <a:lnTo>
                  <a:pt x="261734" y="0"/>
                </a:lnTo>
              </a:path>
            </a:pathLst>
          </a:custGeom>
          <a:noFill xmlns:a="http://schemas.openxmlformats.org/drawingml/2006/main"/>
          <a:ln xmlns:a="http://schemas.openxmlformats.org/drawingml/2006/main" w="16446">
            <a:solidFill>
              <a:srgbClr val="2C5EAA"/>
            </a:solidFill>
            <a:prstDash val="solid"/>
          </a:ln>
        </p:spPr>
      </p:sp>
      <p:sp>
        <p:nvSpPr>
          <p:cNvPr id="52" name="Editable chart path">
            <a:extLst xmlns:a="http://schemas.openxmlformats.org/drawingml/2006/main">
              <a:ext uri="{FF2B5EF4-FFF2-40B4-BE49-F238E27FC236}">
                <a16:creationId xmlns:a16="http://schemas.microsoft.com/office/drawing/2014/main" id="{EFD6A850-037A-4B86-B945-F4A7425F40A4}"/>
              </a:ext>
            </a:extLst>
          </p:cNvPr>
          <p:cNvSpPr>
            <a:spLocks xmlns:a="http://schemas.openxmlformats.org/drawingml/2006/main" noGrp="1"/>
          </p:cNvSpPr>
          <p:nvPr/>
        </p:nvSpPr>
        <p:spPr>
          <a:xfrm xmlns:a="http://schemas.openxmlformats.org/drawingml/2006/main">
            <a:off x="4346040" y="3423263"/>
            <a:ext cx="805718" cy="95"/>
          </a:xfrm>
          <a:custGeom xmlns:a="http://schemas.openxmlformats.org/drawingml/2006/main">
            <a:pathLst>
              <a:path w="699974" h="95">
                <a:moveTo>
                  <a:pt x="0" y="0"/>
                </a:moveTo>
                <a:lnTo>
                  <a:pt x="699974" y="0"/>
                </a:lnTo>
              </a:path>
            </a:pathLst>
          </a:custGeom>
          <a:noFill xmlns:a="http://schemas.openxmlformats.org/drawingml/2006/main"/>
          <a:ln xmlns:a="http://schemas.openxmlformats.org/drawingml/2006/main" w="16446">
            <a:solidFill>
              <a:srgbClr val="2C5EAA"/>
            </a:solidFill>
            <a:prstDash val="solid"/>
          </a:ln>
        </p:spPr>
      </p:sp>
      <p:sp>
        <p:nvSpPr>
          <p:cNvPr id="53" name="Editable chart path">
            <a:extLst xmlns:a="http://schemas.openxmlformats.org/drawingml/2006/main">
              <a:ext uri="{FF2B5EF4-FFF2-40B4-BE49-F238E27FC236}">
                <a16:creationId xmlns:a16="http://schemas.microsoft.com/office/drawing/2014/main" id="{CF350DD6-9888-421E-9FF9-06A0ACC359F9}"/>
              </a:ext>
            </a:extLst>
          </p:cNvPr>
          <p:cNvSpPr>
            <a:spLocks xmlns:a="http://schemas.openxmlformats.org/drawingml/2006/main" noGrp="1"/>
          </p:cNvSpPr>
          <p:nvPr/>
        </p:nvSpPr>
        <p:spPr>
          <a:xfrm xmlns:a="http://schemas.openxmlformats.org/drawingml/2006/main">
            <a:off x="5443489" y="4026100"/>
            <a:ext cx="250116" cy="95"/>
          </a:xfrm>
          <a:custGeom xmlns:a="http://schemas.openxmlformats.org/drawingml/2006/main">
            <a:pathLst>
              <a:path w="217290" h="95">
                <a:moveTo>
                  <a:pt x="0" y="0"/>
                </a:moveTo>
                <a:lnTo>
                  <a:pt x="217290" y="0"/>
                </a:lnTo>
              </a:path>
            </a:pathLst>
          </a:custGeom>
          <a:noFill xmlns:a="http://schemas.openxmlformats.org/drawingml/2006/main"/>
          <a:ln xmlns:a="http://schemas.openxmlformats.org/drawingml/2006/main" w="16446">
            <a:solidFill>
              <a:srgbClr val="2C5EAA"/>
            </a:solidFill>
            <a:prstDash val="solid"/>
          </a:ln>
        </p:spPr>
      </p:sp>
      <p:sp>
        <p:nvSpPr>
          <p:cNvPr id="54" name="Editable chart path">
            <a:extLst xmlns:a="http://schemas.openxmlformats.org/drawingml/2006/main">
              <a:ext uri="{FF2B5EF4-FFF2-40B4-BE49-F238E27FC236}">
                <a16:creationId xmlns:a16="http://schemas.microsoft.com/office/drawing/2014/main" id="{65FC0E80-CAA3-46D1-B6C9-F39A8BE788A4}"/>
              </a:ext>
            </a:extLst>
          </p:cNvPr>
          <p:cNvSpPr>
            <a:spLocks xmlns:a="http://schemas.openxmlformats.org/drawingml/2006/main" noGrp="1"/>
          </p:cNvSpPr>
          <p:nvPr/>
        </p:nvSpPr>
        <p:spPr>
          <a:xfrm xmlns:a="http://schemas.openxmlformats.org/drawingml/2006/main">
            <a:off x="4991449" y="4628937"/>
            <a:ext cx="868989" cy="95"/>
          </a:xfrm>
          <a:custGeom xmlns:a="http://schemas.openxmlformats.org/drawingml/2006/main">
            <a:pathLst>
              <a:path w="754940" h="95">
                <a:moveTo>
                  <a:pt x="0" y="0"/>
                </a:moveTo>
                <a:lnTo>
                  <a:pt x="754940" y="0"/>
                </a:lnTo>
              </a:path>
            </a:pathLst>
          </a:custGeom>
          <a:noFill xmlns:a="http://schemas.openxmlformats.org/drawingml/2006/main"/>
          <a:ln xmlns:a="http://schemas.openxmlformats.org/drawingml/2006/main" w="16446">
            <a:solidFill>
              <a:srgbClr val="2C5EAA"/>
            </a:solidFill>
            <a:prstDash val="solid"/>
          </a:ln>
        </p:spPr>
      </p:sp>
      <p:sp>
        <p:nvSpPr>
          <p:cNvPr id="55" name="Editable chart path">
            <a:extLst xmlns:a="http://schemas.openxmlformats.org/drawingml/2006/main">
              <a:ext uri="{FF2B5EF4-FFF2-40B4-BE49-F238E27FC236}">
                <a16:creationId xmlns:a16="http://schemas.microsoft.com/office/drawing/2014/main" id="{0ADE7FCB-BF57-4A6B-B000-7845B3B6C5A9}"/>
              </a:ext>
            </a:extLst>
          </p:cNvPr>
          <p:cNvSpPr>
            <a:spLocks xmlns:a="http://schemas.openxmlformats.org/drawingml/2006/main" noGrp="1"/>
          </p:cNvSpPr>
          <p:nvPr/>
        </p:nvSpPr>
        <p:spPr>
          <a:xfrm xmlns:a="http://schemas.openxmlformats.org/drawingml/2006/main">
            <a:off x="5455775" y="2798499"/>
            <a:ext cx="95" cy="43856"/>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64">
            <a:solidFill>
              <a:srgbClr val="2C5EAA"/>
            </a:solidFill>
            <a:prstDash val="solid"/>
          </a:ln>
        </p:spPr>
      </p:sp>
      <p:sp>
        <p:nvSpPr>
          <p:cNvPr id="56" name="Editable chart path">
            <a:extLst xmlns:a="http://schemas.openxmlformats.org/drawingml/2006/main">
              <a:ext uri="{FF2B5EF4-FFF2-40B4-BE49-F238E27FC236}">
                <a16:creationId xmlns:a16="http://schemas.microsoft.com/office/drawing/2014/main" id="{48AAE9CB-19E2-48AE-97B3-7E8C08DA776F}"/>
              </a:ext>
            </a:extLst>
          </p:cNvPr>
          <p:cNvSpPr>
            <a:spLocks xmlns:a="http://schemas.openxmlformats.org/drawingml/2006/main" noGrp="1"/>
          </p:cNvSpPr>
          <p:nvPr/>
        </p:nvSpPr>
        <p:spPr>
          <a:xfrm xmlns:a="http://schemas.openxmlformats.org/drawingml/2006/main">
            <a:off x="4346040" y="3401336"/>
            <a:ext cx="95" cy="43856"/>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64">
            <a:solidFill>
              <a:srgbClr val="2C5EAA"/>
            </a:solidFill>
            <a:prstDash val="solid"/>
          </a:ln>
        </p:spPr>
      </p:sp>
      <p:sp>
        <p:nvSpPr>
          <p:cNvPr id="57" name="Editable chart path">
            <a:extLst xmlns:a="http://schemas.openxmlformats.org/drawingml/2006/main">
              <a:ext uri="{FF2B5EF4-FFF2-40B4-BE49-F238E27FC236}">
                <a16:creationId xmlns:a16="http://schemas.microsoft.com/office/drawing/2014/main" id="{FCF17BE1-FC33-42B8-9F25-6684BFE70638}"/>
              </a:ext>
            </a:extLst>
          </p:cNvPr>
          <p:cNvSpPr>
            <a:spLocks xmlns:a="http://schemas.openxmlformats.org/drawingml/2006/main" noGrp="1"/>
          </p:cNvSpPr>
          <p:nvPr/>
        </p:nvSpPr>
        <p:spPr>
          <a:xfrm xmlns:a="http://schemas.openxmlformats.org/drawingml/2006/main">
            <a:off x="5443489" y="4004172"/>
            <a:ext cx="95" cy="43856"/>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64">
            <a:solidFill>
              <a:srgbClr val="2C5EAA"/>
            </a:solidFill>
            <a:prstDash val="solid"/>
          </a:ln>
        </p:spPr>
      </p:sp>
      <p:sp>
        <p:nvSpPr>
          <p:cNvPr id="58" name="Editable chart path">
            <a:extLst xmlns:a="http://schemas.openxmlformats.org/drawingml/2006/main">
              <a:ext uri="{FF2B5EF4-FFF2-40B4-BE49-F238E27FC236}">
                <a16:creationId xmlns:a16="http://schemas.microsoft.com/office/drawing/2014/main" id="{EEBED562-D0BF-4EF5-B654-CC5A00E213E0}"/>
              </a:ext>
            </a:extLst>
          </p:cNvPr>
          <p:cNvSpPr>
            <a:spLocks xmlns:a="http://schemas.openxmlformats.org/drawingml/2006/main" noGrp="1"/>
          </p:cNvSpPr>
          <p:nvPr/>
        </p:nvSpPr>
        <p:spPr>
          <a:xfrm xmlns:a="http://schemas.openxmlformats.org/drawingml/2006/main">
            <a:off x="4991449" y="4607009"/>
            <a:ext cx="95" cy="43856"/>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64">
            <a:solidFill>
              <a:srgbClr val="2C5EAA"/>
            </a:solidFill>
            <a:prstDash val="solid"/>
          </a:ln>
        </p:spPr>
      </p:sp>
      <p:sp>
        <p:nvSpPr>
          <p:cNvPr id="59" name="Editable chart path">
            <a:extLst xmlns:a="http://schemas.openxmlformats.org/drawingml/2006/main">
              <a:ext uri="{FF2B5EF4-FFF2-40B4-BE49-F238E27FC236}">
                <a16:creationId xmlns:a16="http://schemas.microsoft.com/office/drawing/2014/main" id="{7C2D7FE7-536C-43D9-B15F-7EFBEE41AAC8}"/>
              </a:ext>
            </a:extLst>
          </p:cNvPr>
          <p:cNvSpPr>
            <a:spLocks xmlns:a="http://schemas.openxmlformats.org/drawingml/2006/main" noGrp="1"/>
          </p:cNvSpPr>
          <p:nvPr/>
        </p:nvSpPr>
        <p:spPr>
          <a:xfrm xmlns:a="http://schemas.openxmlformats.org/drawingml/2006/main">
            <a:off x="5757048" y="2798499"/>
            <a:ext cx="95" cy="43856"/>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64">
            <a:solidFill>
              <a:srgbClr val="2C5EAA"/>
            </a:solidFill>
            <a:prstDash val="solid"/>
          </a:ln>
        </p:spPr>
      </p:sp>
      <p:sp>
        <p:nvSpPr>
          <p:cNvPr id="60" name="Editable chart path">
            <a:extLst xmlns:a="http://schemas.openxmlformats.org/drawingml/2006/main">
              <a:ext uri="{FF2B5EF4-FFF2-40B4-BE49-F238E27FC236}">
                <a16:creationId xmlns:a16="http://schemas.microsoft.com/office/drawing/2014/main" id="{D4781C75-9851-416C-AF5F-EBCFAB167C48}"/>
              </a:ext>
            </a:extLst>
          </p:cNvPr>
          <p:cNvSpPr>
            <a:spLocks xmlns:a="http://schemas.openxmlformats.org/drawingml/2006/main" noGrp="1"/>
          </p:cNvSpPr>
          <p:nvPr/>
        </p:nvSpPr>
        <p:spPr>
          <a:xfrm xmlns:a="http://schemas.openxmlformats.org/drawingml/2006/main">
            <a:off x="5151758" y="3401336"/>
            <a:ext cx="95" cy="43856"/>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64">
            <a:solidFill>
              <a:srgbClr val="2C5EAA"/>
            </a:solidFill>
            <a:prstDash val="solid"/>
          </a:ln>
        </p:spPr>
      </p:sp>
      <p:sp>
        <p:nvSpPr>
          <p:cNvPr id="61" name="Editable chart path">
            <a:extLst xmlns:a="http://schemas.openxmlformats.org/drawingml/2006/main">
              <a:ext uri="{FF2B5EF4-FFF2-40B4-BE49-F238E27FC236}">
                <a16:creationId xmlns:a16="http://schemas.microsoft.com/office/drawing/2014/main" id="{9E5300D8-7BAF-42D0-8D36-ED7FA49069C9}"/>
              </a:ext>
            </a:extLst>
          </p:cNvPr>
          <p:cNvSpPr>
            <a:spLocks xmlns:a="http://schemas.openxmlformats.org/drawingml/2006/main" noGrp="1"/>
          </p:cNvSpPr>
          <p:nvPr/>
        </p:nvSpPr>
        <p:spPr>
          <a:xfrm xmlns:a="http://schemas.openxmlformats.org/drawingml/2006/main">
            <a:off x="5693605" y="4004172"/>
            <a:ext cx="95" cy="43856"/>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64">
            <a:solidFill>
              <a:srgbClr val="2C5EAA"/>
            </a:solidFill>
            <a:prstDash val="solid"/>
          </a:ln>
        </p:spPr>
      </p:sp>
      <p:sp>
        <p:nvSpPr>
          <p:cNvPr id="62" name="Editable chart path">
            <a:extLst xmlns:a="http://schemas.openxmlformats.org/drawingml/2006/main">
              <a:ext uri="{FF2B5EF4-FFF2-40B4-BE49-F238E27FC236}">
                <a16:creationId xmlns:a16="http://schemas.microsoft.com/office/drawing/2014/main" id="{39552A64-A3A3-4D89-9E8C-990D98DF9BD6}"/>
              </a:ext>
            </a:extLst>
          </p:cNvPr>
          <p:cNvSpPr>
            <a:spLocks xmlns:a="http://schemas.openxmlformats.org/drawingml/2006/main" noGrp="1"/>
          </p:cNvSpPr>
          <p:nvPr/>
        </p:nvSpPr>
        <p:spPr>
          <a:xfrm xmlns:a="http://schemas.openxmlformats.org/drawingml/2006/main">
            <a:off x="5860438" y="4607009"/>
            <a:ext cx="95" cy="43856"/>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64">
            <a:solidFill>
              <a:srgbClr val="2C5EAA"/>
            </a:solidFill>
            <a:prstDash val="solid"/>
          </a:ln>
        </p:spPr>
      </p:sp>
      <p:sp>
        <p:nvSpPr>
          <p:cNvPr id="63" name="Editable chart path">
            <a:extLst xmlns:a="http://schemas.openxmlformats.org/drawingml/2006/main">
              <a:ext uri="{FF2B5EF4-FFF2-40B4-BE49-F238E27FC236}">
                <a16:creationId xmlns:a16="http://schemas.microsoft.com/office/drawing/2014/main" id="{8233B2BA-D4A2-4E88-918D-43AF8D3AC2FD}"/>
              </a:ext>
            </a:extLst>
          </p:cNvPr>
          <p:cNvSpPr>
            <a:spLocks xmlns:a="http://schemas.openxmlformats.org/drawingml/2006/main" noGrp="1"/>
          </p:cNvSpPr>
          <p:nvPr/>
        </p:nvSpPr>
        <p:spPr>
          <a:xfrm xmlns:a="http://schemas.openxmlformats.org/drawingml/2006/main">
            <a:off x="5626460" y="2540107"/>
            <a:ext cx="95" cy="2188298"/>
          </a:xfrm>
          <a:custGeom xmlns:a="http://schemas.openxmlformats.org/drawingml/2006/main">
            <a:pathLst>
              <a:path w="95" h="1901100">
                <a:moveTo>
                  <a:pt x="0" y="1901100"/>
                </a:moveTo>
                <a:lnTo>
                  <a:pt x="0" y="0"/>
                </a:lnTo>
              </a:path>
            </a:pathLst>
          </a:custGeom>
          <a:noFill xmlns:a="http://schemas.openxmlformats.org/drawingml/2006/main"/>
          <a:ln xmlns:a="http://schemas.openxmlformats.org/drawingml/2006/main" w="8771">
            <a:solidFill>
              <a:srgbClr val="5A6683"/>
            </a:solidFill>
            <a:prstDash val="solid"/>
          </a:ln>
        </p:spPr>
      </p:sp>
      <p:sp>
        <p:nvSpPr>
          <p:cNvPr id="64" name="Editable chart path">
            <a:extLst xmlns:a="http://schemas.openxmlformats.org/drawingml/2006/main">
              <a:ext uri="{FF2B5EF4-FFF2-40B4-BE49-F238E27FC236}">
                <a16:creationId xmlns:a16="http://schemas.microsoft.com/office/drawing/2014/main" id="{1D2085A1-E049-44E3-870D-A7A6F3BB6A1D}"/>
              </a:ext>
            </a:extLst>
          </p:cNvPr>
          <p:cNvSpPr>
            <a:spLocks xmlns:a="http://schemas.openxmlformats.org/drawingml/2006/main" noGrp="1"/>
          </p:cNvSpPr>
          <p:nvPr/>
        </p:nvSpPr>
        <p:spPr>
          <a:xfrm xmlns:a="http://schemas.openxmlformats.org/drawingml/2006/main">
            <a:off x="5101312" y="2612166"/>
            <a:ext cx="54820" cy="5482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64">
            <a:solidFill>
              <a:srgbClr val="224889"/>
            </a:solidFill>
            <a:prstDash val="solid"/>
          </a:ln>
        </p:spPr>
      </p:sp>
      <p:sp>
        <p:nvSpPr>
          <p:cNvPr id="65" name="Editable chart path">
            <a:extLst xmlns:a="http://schemas.openxmlformats.org/drawingml/2006/main">
              <a:ext uri="{FF2B5EF4-FFF2-40B4-BE49-F238E27FC236}">
                <a16:creationId xmlns:a16="http://schemas.microsoft.com/office/drawing/2014/main" id="{252859FC-B9AC-4188-A97B-A467E1969C3F}"/>
              </a:ext>
            </a:extLst>
          </p:cNvPr>
          <p:cNvSpPr>
            <a:spLocks xmlns:a="http://schemas.openxmlformats.org/drawingml/2006/main" noGrp="1"/>
          </p:cNvSpPr>
          <p:nvPr/>
        </p:nvSpPr>
        <p:spPr>
          <a:xfrm xmlns:a="http://schemas.openxmlformats.org/drawingml/2006/main">
            <a:off x="3499455" y="3215002"/>
            <a:ext cx="54820" cy="5482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64">
            <a:solidFill>
              <a:srgbClr val="224889"/>
            </a:solidFill>
            <a:prstDash val="solid"/>
          </a:ln>
        </p:spPr>
      </p:sp>
      <p:sp>
        <p:nvSpPr>
          <p:cNvPr id="66" name="Editable chart path">
            <a:extLst xmlns:a="http://schemas.openxmlformats.org/drawingml/2006/main">
              <a:ext uri="{FF2B5EF4-FFF2-40B4-BE49-F238E27FC236}">
                <a16:creationId xmlns:a16="http://schemas.microsoft.com/office/drawing/2014/main" id="{BA8583F4-3C60-4B86-ACB9-D30A5DB60C07}"/>
              </a:ext>
            </a:extLst>
          </p:cNvPr>
          <p:cNvSpPr>
            <a:spLocks xmlns:a="http://schemas.openxmlformats.org/drawingml/2006/main" noGrp="1"/>
          </p:cNvSpPr>
          <p:nvPr/>
        </p:nvSpPr>
        <p:spPr>
          <a:xfrm xmlns:a="http://schemas.openxmlformats.org/drawingml/2006/main">
            <a:off x="5396270" y="3817839"/>
            <a:ext cx="54820" cy="5482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64">
            <a:solidFill>
              <a:srgbClr val="224889"/>
            </a:solidFill>
            <a:prstDash val="solid"/>
          </a:ln>
        </p:spPr>
      </p:sp>
      <p:sp>
        <p:nvSpPr>
          <p:cNvPr id="67" name="Editable chart path">
            <a:extLst xmlns:a="http://schemas.openxmlformats.org/drawingml/2006/main">
              <a:ext uri="{FF2B5EF4-FFF2-40B4-BE49-F238E27FC236}">
                <a16:creationId xmlns:a16="http://schemas.microsoft.com/office/drawing/2014/main" id="{FF15A764-86A1-4B71-8F52-EFD7F5D30308}"/>
              </a:ext>
            </a:extLst>
          </p:cNvPr>
          <p:cNvSpPr>
            <a:spLocks xmlns:a="http://schemas.openxmlformats.org/drawingml/2006/main" noGrp="1"/>
          </p:cNvSpPr>
          <p:nvPr/>
        </p:nvSpPr>
        <p:spPr>
          <a:xfrm xmlns:a="http://schemas.openxmlformats.org/drawingml/2006/main">
            <a:off x="5142351" y="4420676"/>
            <a:ext cx="54820" cy="5482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64">
            <a:solidFill>
              <a:srgbClr val="224889"/>
            </a:solidFill>
            <a:prstDash val="solid"/>
          </a:ln>
        </p:spPr>
      </p:sp>
      <p:sp>
        <p:nvSpPr>
          <p:cNvPr id="68" name="Editable chart path">
            <a:extLst xmlns:a="http://schemas.openxmlformats.org/drawingml/2006/main">
              <a:ext uri="{FF2B5EF4-FFF2-40B4-BE49-F238E27FC236}">
                <a16:creationId xmlns:a16="http://schemas.microsoft.com/office/drawing/2014/main" id="{26003E67-F754-4403-BA61-CF611A0B49CD}"/>
              </a:ext>
            </a:extLst>
          </p:cNvPr>
          <p:cNvSpPr>
            <a:spLocks xmlns:a="http://schemas.openxmlformats.org/drawingml/2006/main" noGrp="1"/>
          </p:cNvSpPr>
          <p:nvPr/>
        </p:nvSpPr>
        <p:spPr>
          <a:xfrm xmlns:a="http://schemas.openxmlformats.org/drawingml/2006/main">
            <a:off x="5578605" y="2793017"/>
            <a:ext cx="54820" cy="5482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64">
            <a:solidFill>
              <a:srgbClr val="2C5EAA"/>
            </a:solidFill>
            <a:prstDash val="solid"/>
          </a:ln>
        </p:spPr>
      </p:sp>
      <p:sp>
        <p:nvSpPr>
          <p:cNvPr id="69" name="Editable chart path">
            <a:extLst xmlns:a="http://schemas.openxmlformats.org/drawingml/2006/main">
              <a:ext uri="{FF2B5EF4-FFF2-40B4-BE49-F238E27FC236}">
                <a16:creationId xmlns:a16="http://schemas.microsoft.com/office/drawing/2014/main" id="{412B35FB-7050-41C0-A98B-D5EF4F75258C}"/>
              </a:ext>
            </a:extLst>
          </p:cNvPr>
          <p:cNvSpPr>
            <a:spLocks xmlns:a="http://schemas.openxmlformats.org/drawingml/2006/main" noGrp="1"/>
          </p:cNvSpPr>
          <p:nvPr/>
        </p:nvSpPr>
        <p:spPr>
          <a:xfrm xmlns:a="http://schemas.openxmlformats.org/drawingml/2006/main">
            <a:off x="4718563" y="3395854"/>
            <a:ext cx="54820" cy="5482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64">
            <a:solidFill>
              <a:srgbClr val="2C5EAA"/>
            </a:solidFill>
            <a:prstDash val="solid"/>
          </a:ln>
        </p:spPr>
      </p:sp>
      <p:sp>
        <p:nvSpPr>
          <p:cNvPr id="70" name="Editable chart path">
            <a:extLst xmlns:a="http://schemas.openxmlformats.org/drawingml/2006/main">
              <a:ext uri="{FF2B5EF4-FFF2-40B4-BE49-F238E27FC236}">
                <a16:creationId xmlns:a16="http://schemas.microsoft.com/office/drawing/2014/main" id="{F5523313-2B86-4A5D-9AB4-751DFB3A70BE}"/>
              </a:ext>
            </a:extLst>
          </p:cNvPr>
          <p:cNvSpPr>
            <a:spLocks xmlns:a="http://schemas.openxmlformats.org/drawingml/2006/main" noGrp="1"/>
          </p:cNvSpPr>
          <p:nvPr/>
        </p:nvSpPr>
        <p:spPr>
          <a:xfrm xmlns:a="http://schemas.openxmlformats.org/drawingml/2006/main">
            <a:off x="5540863" y="3998690"/>
            <a:ext cx="54820" cy="5482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64">
            <a:solidFill>
              <a:srgbClr val="2C5EAA"/>
            </a:solidFill>
            <a:prstDash val="solid"/>
          </a:ln>
        </p:spPr>
      </p:sp>
      <p:sp>
        <p:nvSpPr>
          <p:cNvPr id="71" name="Editable chart path">
            <a:extLst xmlns:a="http://schemas.openxmlformats.org/drawingml/2006/main">
              <a:ext uri="{FF2B5EF4-FFF2-40B4-BE49-F238E27FC236}">
                <a16:creationId xmlns:a16="http://schemas.microsoft.com/office/drawing/2014/main" id="{47CC7F02-448D-4DF6-A11D-25EF5EF7C8BE}"/>
              </a:ext>
            </a:extLst>
          </p:cNvPr>
          <p:cNvSpPr>
            <a:spLocks xmlns:a="http://schemas.openxmlformats.org/drawingml/2006/main" noGrp="1"/>
          </p:cNvSpPr>
          <p:nvPr/>
        </p:nvSpPr>
        <p:spPr>
          <a:xfrm xmlns:a="http://schemas.openxmlformats.org/drawingml/2006/main">
            <a:off x="5395211" y="4601527"/>
            <a:ext cx="54820" cy="5482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64">
            <a:solidFill>
              <a:srgbClr val="2C5EAA"/>
            </a:solidFill>
            <a:prstDash val="solid"/>
          </a:ln>
        </p:spPr>
      </p:sp>
      <p:sp>
        <p:nvSpPr>
          <p:cNvPr id="72" name="Editable chart path">
            <a:extLst xmlns:a="http://schemas.openxmlformats.org/drawingml/2006/main">
              <a:ext uri="{FF2B5EF4-FFF2-40B4-BE49-F238E27FC236}">
                <a16:creationId xmlns:a16="http://schemas.microsoft.com/office/drawing/2014/main" id="{7933BFD4-7213-4FF3-BB4D-66948D4578AB}"/>
              </a:ext>
            </a:extLst>
          </p:cNvPr>
          <p:cNvSpPr>
            <a:spLocks xmlns:a="http://schemas.openxmlformats.org/drawingml/2006/main" noGrp="1"/>
          </p:cNvSpPr>
          <p:nvPr/>
        </p:nvSpPr>
        <p:spPr>
          <a:xfrm xmlns:a="http://schemas.openxmlformats.org/drawingml/2006/main">
            <a:off x="2913881" y="2540107"/>
            <a:ext cx="95" cy="2188298"/>
          </a:xfrm>
          <a:custGeom xmlns:a="http://schemas.openxmlformats.org/drawingml/2006/main">
            <a:pathLst>
              <a:path w="95" h="1901100">
                <a:moveTo>
                  <a:pt x="0" y="1901100"/>
                </a:moveTo>
                <a:lnTo>
                  <a:pt x="0" y="0"/>
                </a:lnTo>
              </a:path>
            </a:pathLst>
          </a:custGeom>
          <a:noFill xmlns:a="http://schemas.openxmlformats.org/drawingml/2006/main"/>
          <a:ln xmlns:a="http://schemas.openxmlformats.org/drawingml/2006/main" w="8771">
            <a:solidFill>
              <a:srgbClr val="5A6683"/>
            </a:solidFill>
            <a:prstDash val="solid"/>
          </a:ln>
        </p:spPr>
      </p:sp>
      <p:sp>
        <p:nvSpPr>
          <p:cNvPr id="73" name="Editable chart path">
            <a:extLst xmlns:a="http://schemas.openxmlformats.org/drawingml/2006/main">
              <a:ext uri="{FF2B5EF4-FFF2-40B4-BE49-F238E27FC236}">
                <a16:creationId xmlns:a16="http://schemas.microsoft.com/office/drawing/2014/main" id="{204FD32B-CFDA-4CE3-A241-41F1CA189203}"/>
              </a:ext>
            </a:extLst>
          </p:cNvPr>
          <p:cNvSpPr>
            <a:spLocks xmlns:a="http://schemas.openxmlformats.org/drawingml/2006/main" noGrp="1"/>
          </p:cNvSpPr>
          <p:nvPr/>
        </p:nvSpPr>
        <p:spPr>
          <a:xfrm xmlns:a="http://schemas.openxmlformats.org/drawingml/2006/main">
            <a:off x="2913881" y="4728405"/>
            <a:ext cx="3086869" cy="95"/>
          </a:xfrm>
          <a:custGeom xmlns:a="http://schemas.openxmlformats.org/drawingml/2006/main">
            <a:pathLst>
              <a:path w="2681740" h="95">
                <a:moveTo>
                  <a:pt x="0" y="0"/>
                </a:moveTo>
                <a:lnTo>
                  <a:pt x="2681740" y="0"/>
                </a:lnTo>
              </a:path>
            </a:pathLst>
          </a:custGeom>
          <a:noFill xmlns:a="http://schemas.openxmlformats.org/drawingml/2006/main"/>
          <a:ln xmlns:a="http://schemas.openxmlformats.org/drawingml/2006/main" w="8771">
            <a:solidFill>
              <a:srgbClr val="5A6683"/>
            </a:solidFill>
            <a:prstDash val="solid"/>
          </a:ln>
        </p:spPr>
      </p:sp>
      <p:sp>
        <p:nvSpPr>
          <p:cNvPr id="74" name="">
            <a:extLst xmlns:a="http://schemas.openxmlformats.org/drawingml/2006/main">
              <a:ext uri="{FF2B5EF4-FFF2-40B4-BE49-F238E27FC236}">
                <a16:creationId xmlns:a16="http://schemas.microsoft.com/office/drawing/2014/main" id="{41B69BEF-A247-4837-A28B-70EECC6DCACD}"/>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75" name="">
            <a:extLst xmlns:a="http://schemas.openxmlformats.org/drawingml/2006/main">
              <a:ext uri="{FF2B5EF4-FFF2-40B4-BE49-F238E27FC236}">
                <a16:creationId xmlns:a16="http://schemas.microsoft.com/office/drawing/2014/main" id="{71274BA7-E790-40DF-879B-4B4C98859392}"/>
              </a:ext>
            </a:extLst>
          </p:cNvPr>
          <p:cNvSpPr>
            <a:spLocks xmlns:a="http://schemas.openxmlformats.org/drawingml/2006/main" noGrp="1"/>
          </p:cNvSpPr>
          <p:nvPr/>
        </p:nvSpPr>
        <p:spPr>
          <a:xfrm xmlns:a="http://schemas.openxmlformats.org/drawingml/2006/main">
            <a:off x="1371600" y="5334000"/>
            <a:ext cx="6451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Absolute</a:t>
            </a:r>
          </a:p>
        </p:txBody>
      </p:sp>
      <p:sp>
        <p:nvSpPr>
          <p:cNvPr id="76" name="">
            <a:extLst xmlns:a="http://schemas.openxmlformats.org/drawingml/2006/main">
              <a:ext uri="{FF2B5EF4-FFF2-40B4-BE49-F238E27FC236}">
                <a16:creationId xmlns:a16="http://schemas.microsoft.com/office/drawing/2014/main" id="{D8CFF42B-A7F4-43D6-ABD9-861A5F05855D}"/>
              </a:ext>
            </a:extLst>
          </p:cNvPr>
          <p:cNvSpPr>
            <a:spLocks xmlns:a="http://schemas.openxmlformats.org/drawingml/2006/main" noGrp="1"/>
          </p:cNvSpPr>
          <p:nvPr/>
        </p:nvSpPr>
        <p:spPr>
          <a:xfrm xmlns:a="http://schemas.openxmlformats.org/drawingml/2006/main">
            <a:off x="2226278"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77" name="">
            <a:extLst xmlns:a="http://schemas.openxmlformats.org/drawingml/2006/main">
              <a:ext uri="{FF2B5EF4-FFF2-40B4-BE49-F238E27FC236}">
                <a16:creationId xmlns:a16="http://schemas.microsoft.com/office/drawing/2014/main" id="{41BDDD5D-F74E-4041-BFD4-5DFCDB754EB0}"/>
              </a:ext>
            </a:extLst>
          </p:cNvPr>
          <p:cNvSpPr>
            <a:spLocks xmlns:a="http://schemas.openxmlformats.org/drawingml/2006/main" noGrp="1"/>
          </p:cNvSpPr>
          <p:nvPr/>
        </p:nvSpPr>
        <p:spPr>
          <a:xfrm xmlns:a="http://schemas.openxmlformats.org/drawingml/2006/main">
            <a:off x="2454878" y="5334000"/>
            <a:ext cx="4328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Share</a:t>
            </a:r>
          </a:p>
        </p:txBody>
      </p:sp>
      <p:sp>
        <p:nvSpPr>
          <p:cNvPr id="78" name="">
            <a:extLst xmlns:a="http://schemas.openxmlformats.org/drawingml/2006/main">
              <a:ext uri="{FF2B5EF4-FFF2-40B4-BE49-F238E27FC236}">
                <a16:creationId xmlns:a16="http://schemas.microsoft.com/office/drawing/2014/main" id="{8D6E77E1-A0CA-476B-865D-5413406D1581}"/>
              </a:ext>
            </a:extLst>
          </p:cNvPr>
          <p:cNvSpPr>
            <a:spLocks xmlns:a="http://schemas.openxmlformats.org/drawingml/2006/main" noGrp="1"/>
          </p:cNvSpPr>
          <p:nvPr/>
        </p:nvSpPr>
        <p:spPr>
          <a:xfrm xmlns:a="http://schemas.openxmlformats.org/drawingml/2006/main">
            <a:off x="6191250" y="2009775"/>
            <a:ext cx="5000625" cy="4762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Cell still dry (90 min): NEA 2-hour forecast as issued</a:t>
            </a:r>
          </a:p>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(absolute model)</a:t>
            </a:r>
          </a:p>
        </p:txBody>
      </p:sp>
      <p:sp>
        <p:nvSpPr>
          <p:cNvPr id="79" name="Editable chart path">
            <a:extLst xmlns:a="http://schemas.openxmlformats.org/drawingml/2006/main">
              <a:ext uri="{FF2B5EF4-FFF2-40B4-BE49-F238E27FC236}">
                <a16:creationId xmlns:a16="http://schemas.microsoft.com/office/drawing/2014/main" id="{E2F02F54-3458-4AFD-B66D-FB308EAFACD0}"/>
              </a:ext>
            </a:extLst>
          </p:cNvPr>
          <p:cNvSpPr>
            <a:spLocks xmlns:a="http://schemas.openxmlformats.org/drawingml/2006/main" noGrp="1"/>
          </p:cNvSpPr>
          <p:nvPr/>
        </p:nvSpPr>
        <p:spPr>
          <a:xfrm xmlns:a="http://schemas.openxmlformats.org/drawingml/2006/main">
            <a:off x="8095123" y="4799876"/>
            <a:ext cx="95" cy="373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80" name="">
            <a:extLst xmlns:a="http://schemas.openxmlformats.org/drawingml/2006/main">
              <a:ext uri="{FF2B5EF4-FFF2-40B4-BE49-F238E27FC236}">
                <a16:creationId xmlns:a16="http://schemas.microsoft.com/office/drawing/2014/main" id="{356BD3FA-7D8B-4AF5-A362-9B53B11226BF}"/>
              </a:ext>
            </a:extLst>
          </p:cNvPr>
          <p:cNvSpPr>
            <a:spLocks xmlns:a="http://schemas.openxmlformats.org/drawingml/2006/main" noGrp="1"/>
          </p:cNvSpPr>
          <p:nvPr/>
        </p:nvSpPr>
        <p:spPr>
          <a:xfrm xmlns:a="http://schemas.openxmlformats.org/drawingml/2006/main" rot="0">
            <a:off x="8013907" y="4819431"/>
            <a:ext cx="15792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−7</a:t>
            </a:r>
          </a:p>
        </p:txBody>
      </p:sp>
      <p:sp>
        <p:nvSpPr>
          <p:cNvPr id="81" name="Editable chart path">
            <a:extLst xmlns:a="http://schemas.openxmlformats.org/drawingml/2006/main">
              <a:ext uri="{FF2B5EF4-FFF2-40B4-BE49-F238E27FC236}">
                <a16:creationId xmlns:a16="http://schemas.microsoft.com/office/drawing/2014/main" id="{D8FE3C7B-9D82-45D0-A765-346B257BC355}"/>
              </a:ext>
            </a:extLst>
          </p:cNvPr>
          <p:cNvSpPr>
            <a:spLocks xmlns:a="http://schemas.openxmlformats.org/drawingml/2006/main" noGrp="1"/>
          </p:cNvSpPr>
          <p:nvPr/>
        </p:nvSpPr>
        <p:spPr>
          <a:xfrm xmlns:a="http://schemas.openxmlformats.org/drawingml/2006/main">
            <a:off x="8502201" y="4799876"/>
            <a:ext cx="95" cy="373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82" name="">
            <a:extLst xmlns:a="http://schemas.openxmlformats.org/drawingml/2006/main">
              <a:ext uri="{FF2B5EF4-FFF2-40B4-BE49-F238E27FC236}">
                <a16:creationId xmlns:a16="http://schemas.microsoft.com/office/drawing/2014/main" id="{3FF44C2F-4145-4152-BB4A-B0355365DA7E}"/>
              </a:ext>
            </a:extLst>
          </p:cNvPr>
          <p:cNvSpPr>
            <a:spLocks xmlns:a="http://schemas.openxmlformats.org/drawingml/2006/main" noGrp="1"/>
          </p:cNvSpPr>
          <p:nvPr/>
        </p:nvSpPr>
        <p:spPr>
          <a:xfrm xmlns:a="http://schemas.openxmlformats.org/drawingml/2006/main" rot="0">
            <a:off x="8415276" y="4819431"/>
            <a:ext cx="1703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83" name="Editable chart path">
            <a:extLst xmlns:a="http://schemas.openxmlformats.org/drawingml/2006/main">
              <a:ext uri="{FF2B5EF4-FFF2-40B4-BE49-F238E27FC236}">
                <a16:creationId xmlns:a16="http://schemas.microsoft.com/office/drawing/2014/main" id="{277A06A0-D62F-48ED-A8B2-30D000265717}"/>
              </a:ext>
            </a:extLst>
          </p:cNvPr>
          <p:cNvSpPr>
            <a:spLocks xmlns:a="http://schemas.openxmlformats.org/drawingml/2006/main" noGrp="1"/>
          </p:cNvSpPr>
          <p:nvPr/>
        </p:nvSpPr>
        <p:spPr>
          <a:xfrm xmlns:a="http://schemas.openxmlformats.org/drawingml/2006/main">
            <a:off x="8909280" y="4799876"/>
            <a:ext cx="95" cy="373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84" name="">
            <a:extLst xmlns:a="http://schemas.openxmlformats.org/drawingml/2006/main">
              <a:ext uri="{FF2B5EF4-FFF2-40B4-BE49-F238E27FC236}">
                <a16:creationId xmlns:a16="http://schemas.microsoft.com/office/drawing/2014/main" id="{D8E19DD7-44E4-4A11-BB1B-76DE7C247060}"/>
              </a:ext>
            </a:extLst>
          </p:cNvPr>
          <p:cNvSpPr>
            <a:spLocks xmlns:a="http://schemas.openxmlformats.org/drawingml/2006/main" noGrp="1"/>
          </p:cNvSpPr>
          <p:nvPr/>
        </p:nvSpPr>
        <p:spPr>
          <a:xfrm xmlns:a="http://schemas.openxmlformats.org/drawingml/2006/main" rot="0">
            <a:off x="8822350" y="4819431"/>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85" name="Editable chart path">
            <a:extLst xmlns:a="http://schemas.openxmlformats.org/drawingml/2006/main">
              <a:ext uri="{FF2B5EF4-FFF2-40B4-BE49-F238E27FC236}">
                <a16:creationId xmlns:a16="http://schemas.microsoft.com/office/drawing/2014/main" id="{0F16EAFE-7DAB-4736-BDC4-579E48BF95EA}"/>
              </a:ext>
            </a:extLst>
          </p:cNvPr>
          <p:cNvSpPr>
            <a:spLocks xmlns:a="http://schemas.openxmlformats.org/drawingml/2006/main" noGrp="1"/>
          </p:cNvSpPr>
          <p:nvPr/>
        </p:nvSpPr>
        <p:spPr>
          <a:xfrm xmlns:a="http://schemas.openxmlformats.org/drawingml/2006/main">
            <a:off x="9316359" y="4799876"/>
            <a:ext cx="95" cy="373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86" name="">
            <a:extLst xmlns:a="http://schemas.openxmlformats.org/drawingml/2006/main">
              <a:ext uri="{FF2B5EF4-FFF2-40B4-BE49-F238E27FC236}">
                <a16:creationId xmlns:a16="http://schemas.microsoft.com/office/drawing/2014/main" id="{2102D195-3A02-486E-9C74-447F9E665AF7}"/>
              </a:ext>
            </a:extLst>
          </p:cNvPr>
          <p:cNvSpPr>
            <a:spLocks xmlns:a="http://schemas.openxmlformats.org/drawingml/2006/main" noGrp="1"/>
          </p:cNvSpPr>
          <p:nvPr/>
        </p:nvSpPr>
        <p:spPr>
          <a:xfrm xmlns:a="http://schemas.openxmlformats.org/drawingml/2006/main" rot="0">
            <a:off x="9229666" y="4819431"/>
            <a:ext cx="1694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87" name="Editable chart path">
            <a:extLst xmlns:a="http://schemas.openxmlformats.org/drawingml/2006/main">
              <a:ext uri="{FF2B5EF4-FFF2-40B4-BE49-F238E27FC236}">
                <a16:creationId xmlns:a16="http://schemas.microsoft.com/office/drawing/2014/main" id="{288E109D-5E16-4F56-A991-D6C8F377A591}"/>
              </a:ext>
            </a:extLst>
          </p:cNvPr>
          <p:cNvSpPr>
            <a:spLocks xmlns:a="http://schemas.openxmlformats.org/drawingml/2006/main" noGrp="1"/>
          </p:cNvSpPr>
          <p:nvPr/>
        </p:nvSpPr>
        <p:spPr>
          <a:xfrm xmlns:a="http://schemas.openxmlformats.org/drawingml/2006/main">
            <a:off x="9723438" y="4799876"/>
            <a:ext cx="95" cy="373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88" name="">
            <a:extLst xmlns:a="http://schemas.openxmlformats.org/drawingml/2006/main">
              <a:ext uri="{FF2B5EF4-FFF2-40B4-BE49-F238E27FC236}">
                <a16:creationId xmlns:a16="http://schemas.microsoft.com/office/drawing/2014/main" id="{BB76DC4A-B916-4E57-B92F-B967BF1008E2}"/>
              </a:ext>
            </a:extLst>
          </p:cNvPr>
          <p:cNvSpPr>
            <a:spLocks xmlns:a="http://schemas.openxmlformats.org/drawingml/2006/main" noGrp="1"/>
          </p:cNvSpPr>
          <p:nvPr/>
        </p:nvSpPr>
        <p:spPr>
          <a:xfrm xmlns:a="http://schemas.openxmlformats.org/drawingml/2006/main" rot="0">
            <a:off x="9639267" y="4819431"/>
            <a:ext cx="163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a:t>
            </a:r>
          </a:p>
        </p:txBody>
      </p:sp>
      <p:sp>
        <p:nvSpPr>
          <p:cNvPr id="89" name="Editable chart path">
            <a:extLst xmlns:a="http://schemas.openxmlformats.org/drawingml/2006/main">
              <a:ext uri="{FF2B5EF4-FFF2-40B4-BE49-F238E27FC236}">
                <a16:creationId xmlns:a16="http://schemas.microsoft.com/office/drawing/2014/main" id="{BD2DD3FD-0890-4A27-99CD-01EDDD56FC12}"/>
              </a:ext>
            </a:extLst>
          </p:cNvPr>
          <p:cNvSpPr>
            <a:spLocks xmlns:a="http://schemas.openxmlformats.org/drawingml/2006/main" noGrp="1"/>
          </p:cNvSpPr>
          <p:nvPr/>
        </p:nvSpPr>
        <p:spPr>
          <a:xfrm xmlns:a="http://schemas.openxmlformats.org/drawingml/2006/main">
            <a:off x="10130516" y="4799876"/>
            <a:ext cx="95" cy="373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90" name="">
            <a:extLst xmlns:a="http://schemas.openxmlformats.org/drawingml/2006/main">
              <a:ext uri="{FF2B5EF4-FFF2-40B4-BE49-F238E27FC236}">
                <a16:creationId xmlns:a16="http://schemas.microsoft.com/office/drawing/2014/main" id="{68731A04-3FA3-4E67-9218-5ED2D2E506F5}"/>
              </a:ext>
            </a:extLst>
          </p:cNvPr>
          <p:cNvSpPr>
            <a:spLocks xmlns:a="http://schemas.openxmlformats.org/drawingml/2006/main" noGrp="1"/>
          </p:cNvSpPr>
          <p:nvPr/>
        </p:nvSpPr>
        <p:spPr>
          <a:xfrm xmlns:a="http://schemas.openxmlformats.org/drawingml/2006/main" rot="0">
            <a:off x="10046580" y="4819431"/>
            <a:ext cx="161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91" name="Editable chart path">
            <a:extLst xmlns:a="http://schemas.openxmlformats.org/drawingml/2006/main">
              <a:ext uri="{FF2B5EF4-FFF2-40B4-BE49-F238E27FC236}">
                <a16:creationId xmlns:a16="http://schemas.microsoft.com/office/drawing/2014/main" id="{C407E6A7-17A5-447A-BB4E-DFACEDB4CF4F}"/>
              </a:ext>
            </a:extLst>
          </p:cNvPr>
          <p:cNvSpPr>
            <a:spLocks xmlns:a="http://schemas.openxmlformats.org/drawingml/2006/main" noGrp="1"/>
          </p:cNvSpPr>
          <p:nvPr/>
        </p:nvSpPr>
        <p:spPr>
          <a:xfrm xmlns:a="http://schemas.openxmlformats.org/drawingml/2006/main">
            <a:off x="10537595" y="4799876"/>
            <a:ext cx="95" cy="373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92" name="">
            <a:extLst xmlns:a="http://schemas.openxmlformats.org/drawingml/2006/main">
              <a:ext uri="{FF2B5EF4-FFF2-40B4-BE49-F238E27FC236}">
                <a16:creationId xmlns:a16="http://schemas.microsoft.com/office/drawing/2014/main" id="{C069CDDA-D512-42D2-8B83-F85A718B811F}"/>
              </a:ext>
            </a:extLst>
          </p:cNvPr>
          <p:cNvSpPr>
            <a:spLocks xmlns:a="http://schemas.openxmlformats.org/drawingml/2006/main" noGrp="1"/>
          </p:cNvSpPr>
          <p:nvPr/>
        </p:nvSpPr>
        <p:spPr>
          <a:xfrm xmlns:a="http://schemas.openxmlformats.org/drawingml/2006/main" rot="0">
            <a:off x="10464784" y="4819431"/>
            <a:ext cx="1263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93" name="Editable chart path">
            <a:extLst xmlns:a="http://schemas.openxmlformats.org/drawingml/2006/main">
              <a:ext uri="{FF2B5EF4-FFF2-40B4-BE49-F238E27FC236}">
                <a16:creationId xmlns:a16="http://schemas.microsoft.com/office/drawing/2014/main" id="{7991BF8D-7458-4B26-81DD-E98E637F8D37}"/>
              </a:ext>
            </a:extLst>
          </p:cNvPr>
          <p:cNvSpPr>
            <a:spLocks xmlns:a="http://schemas.openxmlformats.org/drawingml/2006/main" noGrp="1"/>
          </p:cNvSpPr>
          <p:nvPr/>
        </p:nvSpPr>
        <p:spPr>
          <a:xfrm xmlns:a="http://schemas.openxmlformats.org/drawingml/2006/main">
            <a:off x="10944674" y="4799876"/>
            <a:ext cx="95" cy="373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94" name="">
            <a:extLst xmlns:a="http://schemas.openxmlformats.org/drawingml/2006/main">
              <a:ext uri="{FF2B5EF4-FFF2-40B4-BE49-F238E27FC236}">
                <a16:creationId xmlns:a16="http://schemas.microsoft.com/office/drawing/2014/main" id="{9B43ED70-DD4A-4EB8-BA6E-8B6D5378167E}"/>
              </a:ext>
            </a:extLst>
          </p:cNvPr>
          <p:cNvSpPr>
            <a:spLocks xmlns:a="http://schemas.openxmlformats.org/drawingml/2006/main" noGrp="1"/>
          </p:cNvSpPr>
          <p:nvPr/>
        </p:nvSpPr>
        <p:spPr>
          <a:xfrm xmlns:a="http://schemas.openxmlformats.org/drawingml/2006/main" rot="0">
            <a:off x="10896465" y="4819431"/>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95" name="">
            <a:extLst xmlns:a="http://schemas.openxmlformats.org/drawingml/2006/main">
              <a:ext uri="{FF2B5EF4-FFF2-40B4-BE49-F238E27FC236}">
                <a16:creationId xmlns:a16="http://schemas.microsoft.com/office/drawing/2014/main" id="{FC194F52-0856-496D-AC32-03A5CC7CD33E}"/>
              </a:ext>
            </a:extLst>
          </p:cNvPr>
          <p:cNvSpPr>
            <a:spLocks xmlns:a="http://schemas.openxmlformats.org/drawingml/2006/main" noGrp="1"/>
          </p:cNvSpPr>
          <p:nvPr/>
        </p:nvSpPr>
        <p:spPr>
          <a:xfrm xmlns:a="http://schemas.openxmlformats.org/drawingml/2006/main" rot="0">
            <a:off x="7874161" y="4974138"/>
            <a:ext cx="333708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change in vacant taxis vs fair/cloudy forecast</a:t>
            </a:r>
          </a:p>
        </p:txBody>
      </p:sp>
      <p:sp>
        <p:nvSpPr>
          <p:cNvPr id="96" name="Editable chart path">
            <a:extLst xmlns:a="http://schemas.openxmlformats.org/drawingml/2006/main">
              <a:ext uri="{FF2B5EF4-FFF2-40B4-BE49-F238E27FC236}">
                <a16:creationId xmlns:a16="http://schemas.microsoft.com/office/drawing/2014/main" id="{2580F20A-A5A5-46D0-BDA1-C95C110818DB}"/>
              </a:ext>
            </a:extLst>
          </p:cNvPr>
          <p:cNvSpPr>
            <a:spLocks xmlns:a="http://schemas.openxmlformats.org/drawingml/2006/main" noGrp="1"/>
          </p:cNvSpPr>
          <p:nvPr/>
        </p:nvSpPr>
        <p:spPr>
          <a:xfrm xmlns:a="http://schemas.openxmlformats.org/drawingml/2006/main">
            <a:off x="8040614" y="2868868"/>
            <a:ext cx="3007061" cy="95"/>
          </a:xfrm>
          <a:custGeom xmlns:a="http://schemas.openxmlformats.org/drawingml/2006/main">
            <a:pathLst>
              <a:path w="2681740" h="95">
                <a:moveTo>
                  <a:pt x="0" y="0"/>
                </a:moveTo>
                <a:lnTo>
                  <a:pt x="2681740" y="0"/>
                </a:lnTo>
              </a:path>
            </a:pathLst>
          </a:custGeom>
          <a:noFill xmlns:a="http://schemas.openxmlformats.org/drawingml/2006/main"/>
          <a:ln xmlns:a="http://schemas.openxmlformats.org/drawingml/2006/main" w="6408">
            <a:solidFill>
              <a:srgbClr val="E4EAF4"/>
            </a:solidFill>
            <a:prstDash val="solid"/>
          </a:ln>
        </p:spPr>
      </p:sp>
      <p:sp>
        <p:nvSpPr>
          <p:cNvPr id="97" name="Editable chart path">
            <a:extLst xmlns:a="http://schemas.openxmlformats.org/drawingml/2006/main">
              <a:ext uri="{FF2B5EF4-FFF2-40B4-BE49-F238E27FC236}">
                <a16:creationId xmlns:a16="http://schemas.microsoft.com/office/drawing/2014/main" id="{4928B302-F31E-4A84-B9F3-F9613FC0063D}"/>
              </a:ext>
            </a:extLst>
          </p:cNvPr>
          <p:cNvSpPr>
            <a:spLocks xmlns:a="http://schemas.openxmlformats.org/drawingml/2006/main" noGrp="1"/>
          </p:cNvSpPr>
          <p:nvPr/>
        </p:nvSpPr>
        <p:spPr>
          <a:xfrm xmlns:a="http://schemas.openxmlformats.org/drawingml/2006/main">
            <a:off x="8003233" y="2868868"/>
            <a:ext cx="373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98" name="">
            <a:extLst xmlns:a="http://schemas.openxmlformats.org/drawingml/2006/main">
              <a:ext uri="{FF2B5EF4-FFF2-40B4-BE49-F238E27FC236}">
                <a16:creationId xmlns:a16="http://schemas.microsoft.com/office/drawing/2014/main" id="{DD92C724-0198-4F5E-AB95-98EFDA3B8863}"/>
              </a:ext>
            </a:extLst>
          </p:cNvPr>
          <p:cNvSpPr>
            <a:spLocks xmlns:a="http://schemas.openxmlformats.org/drawingml/2006/main" noGrp="1"/>
          </p:cNvSpPr>
          <p:nvPr/>
        </p:nvSpPr>
        <p:spPr>
          <a:xfrm xmlns:a="http://schemas.openxmlformats.org/drawingml/2006/main" rot="0">
            <a:off x="6676897" y="2762821"/>
            <a:ext cx="12834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Forecast: light rain</a:t>
            </a:r>
          </a:p>
        </p:txBody>
      </p:sp>
      <p:sp>
        <p:nvSpPr>
          <p:cNvPr id="99" name="Editable chart path">
            <a:extLst xmlns:a="http://schemas.openxmlformats.org/drawingml/2006/main">
              <a:ext uri="{FF2B5EF4-FFF2-40B4-BE49-F238E27FC236}">
                <a16:creationId xmlns:a16="http://schemas.microsoft.com/office/drawing/2014/main" id="{6341DF4A-04C3-46CB-8E96-45948A06971E}"/>
              </a:ext>
            </a:extLst>
          </p:cNvPr>
          <p:cNvSpPr>
            <a:spLocks xmlns:a="http://schemas.openxmlformats.org/drawingml/2006/main" noGrp="1"/>
          </p:cNvSpPr>
          <p:nvPr/>
        </p:nvSpPr>
        <p:spPr>
          <a:xfrm xmlns:a="http://schemas.openxmlformats.org/drawingml/2006/main">
            <a:off x="8040614" y="3734015"/>
            <a:ext cx="3007061" cy="95"/>
          </a:xfrm>
          <a:custGeom xmlns:a="http://schemas.openxmlformats.org/drawingml/2006/main">
            <a:pathLst>
              <a:path w="2681740" h="95">
                <a:moveTo>
                  <a:pt x="0" y="0"/>
                </a:moveTo>
                <a:lnTo>
                  <a:pt x="2681740" y="0"/>
                </a:lnTo>
              </a:path>
            </a:pathLst>
          </a:custGeom>
          <a:noFill xmlns:a="http://schemas.openxmlformats.org/drawingml/2006/main"/>
          <a:ln xmlns:a="http://schemas.openxmlformats.org/drawingml/2006/main" w="6408">
            <a:solidFill>
              <a:srgbClr val="E4EAF4"/>
            </a:solidFill>
            <a:prstDash val="solid"/>
          </a:ln>
        </p:spPr>
      </p:sp>
      <p:sp>
        <p:nvSpPr>
          <p:cNvPr id="100" name="Editable chart path">
            <a:extLst xmlns:a="http://schemas.openxmlformats.org/drawingml/2006/main">
              <a:ext uri="{FF2B5EF4-FFF2-40B4-BE49-F238E27FC236}">
                <a16:creationId xmlns:a16="http://schemas.microsoft.com/office/drawing/2014/main" id="{67058421-1D29-4B22-B4B5-7A4D3BBDF3B9}"/>
              </a:ext>
            </a:extLst>
          </p:cNvPr>
          <p:cNvSpPr>
            <a:spLocks xmlns:a="http://schemas.openxmlformats.org/drawingml/2006/main" noGrp="1"/>
          </p:cNvSpPr>
          <p:nvPr/>
        </p:nvSpPr>
        <p:spPr>
          <a:xfrm xmlns:a="http://schemas.openxmlformats.org/drawingml/2006/main">
            <a:off x="8003233" y="3734015"/>
            <a:ext cx="373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101" name="">
            <a:extLst xmlns:a="http://schemas.openxmlformats.org/drawingml/2006/main">
              <a:ext uri="{FF2B5EF4-FFF2-40B4-BE49-F238E27FC236}">
                <a16:creationId xmlns:a16="http://schemas.microsoft.com/office/drawing/2014/main" id="{4100C627-E48B-40FE-A253-9877831CADB8}"/>
              </a:ext>
            </a:extLst>
          </p:cNvPr>
          <p:cNvSpPr>
            <a:spLocks xmlns:a="http://schemas.openxmlformats.org/drawingml/2006/main" noGrp="1"/>
          </p:cNvSpPr>
          <p:nvPr/>
        </p:nvSpPr>
        <p:spPr>
          <a:xfrm xmlns:a="http://schemas.openxmlformats.org/drawingml/2006/main" rot="0">
            <a:off x="6712846" y="3627968"/>
            <a:ext cx="125044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Forecast: showers</a:t>
            </a:r>
          </a:p>
        </p:txBody>
      </p:sp>
      <p:sp>
        <p:nvSpPr>
          <p:cNvPr id="102" name="Editable chart path">
            <a:extLst xmlns:a="http://schemas.openxmlformats.org/drawingml/2006/main">
              <a:ext uri="{FF2B5EF4-FFF2-40B4-BE49-F238E27FC236}">
                <a16:creationId xmlns:a16="http://schemas.microsoft.com/office/drawing/2014/main" id="{B4250064-5845-421B-A394-AF08B4589761}"/>
              </a:ext>
            </a:extLst>
          </p:cNvPr>
          <p:cNvSpPr>
            <a:spLocks xmlns:a="http://schemas.openxmlformats.org/drawingml/2006/main" noGrp="1"/>
          </p:cNvSpPr>
          <p:nvPr/>
        </p:nvSpPr>
        <p:spPr>
          <a:xfrm xmlns:a="http://schemas.openxmlformats.org/drawingml/2006/main">
            <a:off x="8040614" y="4599162"/>
            <a:ext cx="3007061" cy="95"/>
          </a:xfrm>
          <a:custGeom xmlns:a="http://schemas.openxmlformats.org/drawingml/2006/main">
            <a:pathLst>
              <a:path w="2681740" h="95">
                <a:moveTo>
                  <a:pt x="0" y="0"/>
                </a:moveTo>
                <a:lnTo>
                  <a:pt x="2681740" y="0"/>
                </a:lnTo>
              </a:path>
            </a:pathLst>
          </a:custGeom>
          <a:noFill xmlns:a="http://schemas.openxmlformats.org/drawingml/2006/main"/>
          <a:ln xmlns:a="http://schemas.openxmlformats.org/drawingml/2006/main" w="6408">
            <a:solidFill>
              <a:srgbClr val="E4EAF4"/>
            </a:solidFill>
            <a:prstDash val="solid"/>
          </a:ln>
        </p:spPr>
      </p:sp>
      <p:sp>
        <p:nvSpPr>
          <p:cNvPr id="103" name="Editable chart path">
            <a:extLst xmlns:a="http://schemas.openxmlformats.org/drawingml/2006/main">
              <a:ext uri="{FF2B5EF4-FFF2-40B4-BE49-F238E27FC236}">
                <a16:creationId xmlns:a16="http://schemas.microsoft.com/office/drawing/2014/main" id="{BFBF6964-A506-465A-9740-9FAC80E97E96}"/>
              </a:ext>
            </a:extLst>
          </p:cNvPr>
          <p:cNvSpPr>
            <a:spLocks xmlns:a="http://schemas.openxmlformats.org/drawingml/2006/main" noGrp="1"/>
          </p:cNvSpPr>
          <p:nvPr/>
        </p:nvSpPr>
        <p:spPr>
          <a:xfrm xmlns:a="http://schemas.openxmlformats.org/drawingml/2006/main">
            <a:off x="8003233" y="4599162"/>
            <a:ext cx="373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544">
            <a:solidFill>
              <a:srgbClr val="5A6683"/>
            </a:solidFill>
            <a:prstDash val="solid"/>
          </a:ln>
        </p:spPr>
      </p:sp>
      <p:sp>
        <p:nvSpPr>
          <p:cNvPr id="104" name="">
            <a:extLst xmlns:a="http://schemas.openxmlformats.org/drawingml/2006/main">
              <a:ext uri="{FF2B5EF4-FFF2-40B4-BE49-F238E27FC236}">
                <a16:creationId xmlns:a16="http://schemas.microsoft.com/office/drawing/2014/main" id="{93039418-60BB-4426-A84D-3E8342D06335}"/>
              </a:ext>
            </a:extLst>
          </p:cNvPr>
          <p:cNvSpPr>
            <a:spLocks xmlns:a="http://schemas.openxmlformats.org/drawingml/2006/main" noGrp="1"/>
          </p:cNvSpPr>
          <p:nvPr/>
        </p:nvSpPr>
        <p:spPr>
          <a:xfrm xmlns:a="http://schemas.openxmlformats.org/drawingml/2006/main" rot="0">
            <a:off x="6168183" y="4493115"/>
            <a:ext cx="179698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Forecast: thundery/heavy</a:t>
            </a:r>
          </a:p>
        </p:txBody>
      </p:sp>
      <p:sp>
        <p:nvSpPr>
          <p:cNvPr id="105" name="Editable chart path">
            <a:extLst xmlns:a="http://schemas.openxmlformats.org/drawingml/2006/main">
              <a:ext uri="{FF2B5EF4-FFF2-40B4-BE49-F238E27FC236}">
                <a16:creationId xmlns:a16="http://schemas.microsoft.com/office/drawing/2014/main" id="{9CBD4C47-6819-473F-81B2-66171A0FBD0F}"/>
              </a:ext>
            </a:extLst>
          </p:cNvPr>
          <p:cNvSpPr>
            <a:spLocks xmlns:a="http://schemas.openxmlformats.org/drawingml/2006/main" noGrp="1"/>
          </p:cNvSpPr>
          <p:nvPr/>
        </p:nvSpPr>
        <p:spPr>
          <a:xfrm xmlns:a="http://schemas.openxmlformats.org/drawingml/2006/main">
            <a:off x="9683279" y="2765051"/>
            <a:ext cx="1090721" cy="95"/>
          </a:xfrm>
          <a:custGeom xmlns:a="http://schemas.openxmlformats.org/drawingml/2006/main">
            <a:pathLst>
              <a:path w="972721" h="95">
                <a:moveTo>
                  <a:pt x="0" y="0"/>
                </a:moveTo>
                <a:lnTo>
                  <a:pt x="972721" y="0"/>
                </a:lnTo>
              </a:path>
            </a:pathLst>
          </a:custGeom>
          <a:noFill xmlns:a="http://schemas.openxmlformats.org/drawingml/2006/main"/>
          <a:ln xmlns:a="http://schemas.openxmlformats.org/drawingml/2006/main" w="16021">
            <a:solidFill>
              <a:srgbClr val="224889"/>
            </a:solidFill>
            <a:prstDash val="solid"/>
          </a:ln>
        </p:spPr>
      </p:sp>
      <p:sp>
        <p:nvSpPr>
          <p:cNvPr id="106" name="Editable chart path">
            <a:extLst xmlns:a="http://schemas.openxmlformats.org/drawingml/2006/main">
              <a:ext uri="{FF2B5EF4-FFF2-40B4-BE49-F238E27FC236}">
                <a16:creationId xmlns:a16="http://schemas.microsoft.com/office/drawing/2014/main" id="{8B163FBE-CD72-4D99-88C0-83CFF190ADF1}"/>
              </a:ext>
            </a:extLst>
          </p:cNvPr>
          <p:cNvSpPr>
            <a:spLocks xmlns:a="http://schemas.openxmlformats.org/drawingml/2006/main" noGrp="1"/>
          </p:cNvSpPr>
          <p:nvPr/>
        </p:nvSpPr>
        <p:spPr>
          <a:xfrm xmlns:a="http://schemas.openxmlformats.org/drawingml/2006/main">
            <a:off x="9423090" y="3630197"/>
            <a:ext cx="1207197" cy="95"/>
          </a:xfrm>
          <a:custGeom xmlns:a="http://schemas.openxmlformats.org/drawingml/2006/main">
            <a:pathLst>
              <a:path w="1076595" h="95">
                <a:moveTo>
                  <a:pt x="0" y="0"/>
                </a:moveTo>
                <a:lnTo>
                  <a:pt x="1076595" y="0"/>
                </a:lnTo>
              </a:path>
            </a:pathLst>
          </a:custGeom>
          <a:noFill xmlns:a="http://schemas.openxmlformats.org/drawingml/2006/main"/>
          <a:ln xmlns:a="http://schemas.openxmlformats.org/drawingml/2006/main" w="16021">
            <a:solidFill>
              <a:srgbClr val="224889"/>
            </a:solidFill>
            <a:prstDash val="solid"/>
          </a:ln>
        </p:spPr>
      </p:sp>
      <p:sp>
        <p:nvSpPr>
          <p:cNvPr id="107" name="Editable chart path">
            <a:extLst xmlns:a="http://schemas.openxmlformats.org/drawingml/2006/main">
              <a:ext uri="{FF2B5EF4-FFF2-40B4-BE49-F238E27FC236}">
                <a16:creationId xmlns:a16="http://schemas.microsoft.com/office/drawing/2014/main" id="{85C47DDE-A1F5-42C3-967E-85E628F017FA}"/>
              </a:ext>
            </a:extLst>
          </p:cNvPr>
          <p:cNvSpPr>
            <a:spLocks xmlns:a="http://schemas.openxmlformats.org/drawingml/2006/main" noGrp="1"/>
          </p:cNvSpPr>
          <p:nvPr/>
        </p:nvSpPr>
        <p:spPr>
          <a:xfrm xmlns:a="http://schemas.openxmlformats.org/drawingml/2006/main">
            <a:off x="8177299" y="4495344"/>
            <a:ext cx="1394578" cy="95"/>
          </a:xfrm>
          <a:custGeom xmlns:a="http://schemas.openxmlformats.org/drawingml/2006/main">
            <a:pathLst>
              <a:path w="1243704" h="95">
                <a:moveTo>
                  <a:pt x="0" y="0"/>
                </a:moveTo>
                <a:lnTo>
                  <a:pt x="1243704" y="0"/>
                </a:lnTo>
              </a:path>
            </a:pathLst>
          </a:custGeom>
          <a:noFill xmlns:a="http://schemas.openxmlformats.org/drawingml/2006/main"/>
          <a:ln xmlns:a="http://schemas.openxmlformats.org/drawingml/2006/main" w="16021">
            <a:solidFill>
              <a:srgbClr val="224889"/>
            </a:solidFill>
            <a:prstDash val="solid"/>
          </a:ln>
        </p:spPr>
      </p:sp>
      <p:sp>
        <p:nvSpPr>
          <p:cNvPr id="108" name="Editable chart path">
            <a:extLst xmlns:a="http://schemas.openxmlformats.org/drawingml/2006/main">
              <a:ext uri="{FF2B5EF4-FFF2-40B4-BE49-F238E27FC236}">
                <a16:creationId xmlns:a16="http://schemas.microsoft.com/office/drawing/2014/main" id="{764C7EB2-F0D1-4F55-8442-30E6EF9D09F9}"/>
              </a:ext>
            </a:extLst>
          </p:cNvPr>
          <p:cNvSpPr>
            <a:spLocks xmlns:a="http://schemas.openxmlformats.org/drawingml/2006/main" noGrp="1"/>
          </p:cNvSpPr>
          <p:nvPr/>
        </p:nvSpPr>
        <p:spPr>
          <a:xfrm xmlns:a="http://schemas.openxmlformats.org/drawingml/2006/main">
            <a:off x="9683279" y="2743690"/>
            <a:ext cx="95" cy="42722"/>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680">
            <a:solidFill>
              <a:srgbClr val="224889"/>
            </a:solidFill>
            <a:prstDash val="solid"/>
          </a:ln>
        </p:spPr>
      </p:sp>
      <p:sp>
        <p:nvSpPr>
          <p:cNvPr id="109" name="Editable chart path">
            <a:extLst xmlns:a="http://schemas.openxmlformats.org/drawingml/2006/main">
              <a:ext uri="{FF2B5EF4-FFF2-40B4-BE49-F238E27FC236}">
                <a16:creationId xmlns:a16="http://schemas.microsoft.com/office/drawing/2014/main" id="{EC3ED3B9-4FEF-46D2-8DEE-781E6EE9007A}"/>
              </a:ext>
            </a:extLst>
          </p:cNvPr>
          <p:cNvSpPr>
            <a:spLocks xmlns:a="http://schemas.openxmlformats.org/drawingml/2006/main" noGrp="1"/>
          </p:cNvSpPr>
          <p:nvPr/>
        </p:nvSpPr>
        <p:spPr>
          <a:xfrm xmlns:a="http://schemas.openxmlformats.org/drawingml/2006/main">
            <a:off x="9423090" y="3608837"/>
            <a:ext cx="95" cy="42722"/>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680">
            <a:solidFill>
              <a:srgbClr val="224889"/>
            </a:solidFill>
            <a:prstDash val="solid"/>
          </a:ln>
        </p:spPr>
      </p:sp>
      <p:sp>
        <p:nvSpPr>
          <p:cNvPr id="110" name="Editable chart path">
            <a:extLst xmlns:a="http://schemas.openxmlformats.org/drawingml/2006/main">
              <a:ext uri="{FF2B5EF4-FFF2-40B4-BE49-F238E27FC236}">
                <a16:creationId xmlns:a16="http://schemas.microsoft.com/office/drawing/2014/main" id="{77CB6372-E03A-4D40-BC76-9844824B37BC}"/>
              </a:ext>
            </a:extLst>
          </p:cNvPr>
          <p:cNvSpPr>
            <a:spLocks xmlns:a="http://schemas.openxmlformats.org/drawingml/2006/main" noGrp="1"/>
          </p:cNvSpPr>
          <p:nvPr/>
        </p:nvSpPr>
        <p:spPr>
          <a:xfrm xmlns:a="http://schemas.openxmlformats.org/drawingml/2006/main">
            <a:off x="8177299" y="4473983"/>
            <a:ext cx="95" cy="42722"/>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680">
            <a:solidFill>
              <a:srgbClr val="224889"/>
            </a:solidFill>
            <a:prstDash val="solid"/>
          </a:ln>
        </p:spPr>
      </p:sp>
      <p:sp>
        <p:nvSpPr>
          <p:cNvPr id="111" name="Editable chart path">
            <a:extLst xmlns:a="http://schemas.openxmlformats.org/drawingml/2006/main">
              <a:ext uri="{FF2B5EF4-FFF2-40B4-BE49-F238E27FC236}">
                <a16:creationId xmlns:a16="http://schemas.microsoft.com/office/drawing/2014/main" id="{6DF62E66-4102-44C6-B299-10CAAE743607}"/>
              </a:ext>
            </a:extLst>
          </p:cNvPr>
          <p:cNvSpPr>
            <a:spLocks xmlns:a="http://schemas.openxmlformats.org/drawingml/2006/main" noGrp="1"/>
          </p:cNvSpPr>
          <p:nvPr/>
        </p:nvSpPr>
        <p:spPr>
          <a:xfrm xmlns:a="http://schemas.openxmlformats.org/drawingml/2006/main">
            <a:off x="10774000" y="2743690"/>
            <a:ext cx="95" cy="42722"/>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680">
            <a:solidFill>
              <a:srgbClr val="224889"/>
            </a:solidFill>
            <a:prstDash val="solid"/>
          </a:ln>
        </p:spPr>
      </p:sp>
      <p:sp>
        <p:nvSpPr>
          <p:cNvPr id="112" name="Editable chart path">
            <a:extLst xmlns:a="http://schemas.openxmlformats.org/drawingml/2006/main">
              <a:ext uri="{FF2B5EF4-FFF2-40B4-BE49-F238E27FC236}">
                <a16:creationId xmlns:a16="http://schemas.microsoft.com/office/drawing/2014/main" id="{3A97E18A-BC37-4446-88B0-159768DC384F}"/>
              </a:ext>
            </a:extLst>
          </p:cNvPr>
          <p:cNvSpPr>
            <a:spLocks xmlns:a="http://schemas.openxmlformats.org/drawingml/2006/main" noGrp="1"/>
          </p:cNvSpPr>
          <p:nvPr/>
        </p:nvSpPr>
        <p:spPr>
          <a:xfrm xmlns:a="http://schemas.openxmlformats.org/drawingml/2006/main">
            <a:off x="10630287" y="3608837"/>
            <a:ext cx="95" cy="42722"/>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680">
            <a:solidFill>
              <a:srgbClr val="224889"/>
            </a:solidFill>
            <a:prstDash val="solid"/>
          </a:ln>
        </p:spPr>
      </p:sp>
      <p:sp>
        <p:nvSpPr>
          <p:cNvPr id="113" name="Editable chart path">
            <a:extLst xmlns:a="http://schemas.openxmlformats.org/drawingml/2006/main">
              <a:ext uri="{FF2B5EF4-FFF2-40B4-BE49-F238E27FC236}">
                <a16:creationId xmlns:a16="http://schemas.microsoft.com/office/drawing/2014/main" id="{AA214FC7-F88F-4C50-A631-BA870830BD55}"/>
              </a:ext>
            </a:extLst>
          </p:cNvPr>
          <p:cNvSpPr>
            <a:spLocks xmlns:a="http://schemas.openxmlformats.org/drawingml/2006/main" noGrp="1"/>
          </p:cNvSpPr>
          <p:nvPr/>
        </p:nvSpPr>
        <p:spPr>
          <a:xfrm xmlns:a="http://schemas.openxmlformats.org/drawingml/2006/main">
            <a:off x="9571877" y="4473983"/>
            <a:ext cx="95" cy="42722"/>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680">
            <a:solidFill>
              <a:srgbClr val="224889"/>
            </a:solidFill>
            <a:prstDash val="solid"/>
          </a:ln>
        </p:spPr>
      </p:sp>
      <p:sp>
        <p:nvSpPr>
          <p:cNvPr id="114" name="Editable chart path">
            <a:extLst xmlns:a="http://schemas.openxmlformats.org/drawingml/2006/main">
              <a:ext uri="{FF2B5EF4-FFF2-40B4-BE49-F238E27FC236}">
                <a16:creationId xmlns:a16="http://schemas.microsoft.com/office/drawing/2014/main" id="{0E264EA5-8779-4A25-A2D6-2BB4D2274122}"/>
              </a:ext>
            </a:extLst>
          </p:cNvPr>
          <p:cNvSpPr>
            <a:spLocks xmlns:a="http://schemas.openxmlformats.org/drawingml/2006/main" noGrp="1"/>
          </p:cNvSpPr>
          <p:nvPr/>
        </p:nvSpPr>
        <p:spPr>
          <a:xfrm xmlns:a="http://schemas.openxmlformats.org/drawingml/2006/main">
            <a:off x="9821007" y="2972686"/>
            <a:ext cx="1089984" cy="95"/>
          </a:xfrm>
          <a:custGeom xmlns:a="http://schemas.openxmlformats.org/drawingml/2006/main">
            <a:pathLst>
              <a:path w="972063" h="95">
                <a:moveTo>
                  <a:pt x="0" y="0"/>
                </a:moveTo>
                <a:lnTo>
                  <a:pt x="972063" y="0"/>
                </a:lnTo>
              </a:path>
            </a:pathLst>
          </a:custGeom>
          <a:noFill xmlns:a="http://schemas.openxmlformats.org/drawingml/2006/main"/>
          <a:ln xmlns:a="http://schemas.openxmlformats.org/drawingml/2006/main" w="16021">
            <a:solidFill>
              <a:srgbClr val="C0453C"/>
            </a:solidFill>
            <a:prstDash val="solid"/>
          </a:ln>
        </p:spPr>
      </p:sp>
      <p:sp>
        <p:nvSpPr>
          <p:cNvPr id="115" name="Editable chart path">
            <a:extLst xmlns:a="http://schemas.openxmlformats.org/drawingml/2006/main">
              <a:ext uri="{FF2B5EF4-FFF2-40B4-BE49-F238E27FC236}">
                <a16:creationId xmlns:a16="http://schemas.microsoft.com/office/drawing/2014/main" id="{B8A034C7-9B7E-4B04-B56A-D636D2ACD0B1}"/>
              </a:ext>
            </a:extLst>
          </p:cNvPr>
          <p:cNvSpPr>
            <a:spLocks xmlns:a="http://schemas.openxmlformats.org/drawingml/2006/main" noGrp="1"/>
          </p:cNvSpPr>
          <p:nvPr/>
        </p:nvSpPr>
        <p:spPr>
          <a:xfrm xmlns:a="http://schemas.openxmlformats.org/drawingml/2006/main">
            <a:off x="9706658" y="3837833"/>
            <a:ext cx="1192709" cy="95"/>
          </a:xfrm>
          <a:custGeom xmlns:a="http://schemas.openxmlformats.org/drawingml/2006/main">
            <a:pathLst>
              <a:path w="1063675" h="95">
                <a:moveTo>
                  <a:pt x="0" y="0"/>
                </a:moveTo>
                <a:lnTo>
                  <a:pt x="1063675" y="0"/>
                </a:lnTo>
              </a:path>
            </a:pathLst>
          </a:custGeom>
          <a:noFill xmlns:a="http://schemas.openxmlformats.org/drawingml/2006/main"/>
          <a:ln xmlns:a="http://schemas.openxmlformats.org/drawingml/2006/main" w="16021">
            <a:solidFill>
              <a:srgbClr val="C0453C"/>
            </a:solidFill>
            <a:prstDash val="solid"/>
          </a:ln>
        </p:spPr>
      </p:sp>
      <p:sp>
        <p:nvSpPr>
          <p:cNvPr id="116" name="Editable chart path">
            <a:extLst xmlns:a="http://schemas.openxmlformats.org/drawingml/2006/main">
              <a:ext uri="{FF2B5EF4-FFF2-40B4-BE49-F238E27FC236}">
                <a16:creationId xmlns:a16="http://schemas.microsoft.com/office/drawing/2014/main" id="{FE662A4E-691A-4D56-A77D-5A62E3902E92}"/>
              </a:ext>
            </a:extLst>
          </p:cNvPr>
          <p:cNvSpPr>
            <a:spLocks xmlns:a="http://schemas.openxmlformats.org/drawingml/2006/main" noGrp="1"/>
          </p:cNvSpPr>
          <p:nvPr/>
        </p:nvSpPr>
        <p:spPr>
          <a:xfrm xmlns:a="http://schemas.openxmlformats.org/drawingml/2006/main">
            <a:off x="8718033" y="4702979"/>
            <a:ext cx="1479270" cy="95"/>
          </a:xfrm>
          <a:custGeom xmlns:a="http://schemas.openxmlformats.org/drawingml/2006/main">
            <a:pathLst>
              <a:path w="1319235" h="95">
                <a:moveTo>
                  <a:pt x="0" y="0"/>
                </a:moveTo>
                <a:lnTo>
                  <a:pt x="1319235" y="0"/>
                </a:lnTo>
              </a:path>
            </a:pathLst>
          </a:custGeom>
          <a:noFill xmlns:a="http://schemas.openxmlformats.org/drawingml/2006/main"/>
          <a:ln xmlns:a="http://schemas.openxmlformats.org/drawingml/2006/main" w="16021">
            <a:solidFill>
              <a:srgbClr val="C0453C"/>
            </a:solidFill>
            <a:prstDash val="solid"/>
          </a:ln>
        </p:spPr>
      </p:sp>
      <p:sp>
        <p:nvSpPr>
          <p:cNvPr id="117" name="Editable chart path">
            <a:extLst xmlns:a="http://schemas.openxmlformats.org/drawingml/2006/main">
              <a:ext uri="{FF2B5EF4-FFF2-40B4-BE49-F238E27FC236}">
                <a16:creationId xmlns:a16="http://schemas.microsoft.com/office/drawing/2014/main" id="{A54BF3C9-16D3-4B8F-983C-4A244A219625}"/>
              </a:ext>
            </a:extLst>
          </p:cNvPr>
          <p:cNvSpPr>
            <a:spLocks xmlns:a="http://schemas.openxmlformats.org/drawingml/2006/main" noGrp="1"/>
          </p:cNvSpPr>
          <p:nvPr/>
        </p:nvSpPr>
        <p:spPr>
          <a:xfrm xmlns:a="http://schemas.openxmlformats.org/drawingml/2006/main">
            <a:off x="9821007" y="2951325"/>
            <a:ext cx="95" cy="42722"/>
          </a:xfrm>
          <a:custGeom xmlns:a="http://schemas.openxmlformats.org/drawingml/2006/main">
            <a:pathLst>
              <a:path w="95" h="38100">
                <a:moveTo>
                  <a:pt x="0" y="38100"/>
                </a:moveTo>
                <a:lnTo>
                  <a:pt x="0" y="0"/>
                </a:lnTo>
              </a:path>
            </a:pathLst>
          </a:custGeom>
          <a:solidFill xmlns:a="http://schemas.openxmlformats.org/drawingml/2006/main">
            <a:srgbClr val="C0453C"/>
          </a:solidFill>
          <a:ln xmlns:a="http://schemas.openxmlformats.org/drawingml/2006/main" w="10680">
            <a:solidFill>
              <a:srgbClr val="C0453C"/>
            </a:solidFill>
            <a:prstDash val="solid"/>
          </a:ln>
        </p:spPr>
      </p:sp>
      <p:sp>
        <p:nvSpPr>
          <p:cNvPr id="118" name="Editable chart path">
            <a:extLst xmlns:a="http://schemas.openxmlformats.org/drawingml/2006/main">
              <a:ext uri="{FF2B5EF4-FFF2-40B4-BE49-F238E27FC236}">
                <a16:creationId xmlns:a16="http://schemas.microsoft.com/office/drawing/2014/main" id="{9EE0871C-6000-40D1-BD01-9F1505FA825F}"/>
              </a:ext>
            </a:extLst>
          </p:cNvPr>
          <p:cNvSpPr>
            <a:spLocks xmlns:a="http://schemas.openxmlformats.org/drawingml/2006/main" noGrp="1"/>
          </p:cNvSpPr>
          <p:nvPr/>
        </p:nvSpPr>
        <p:spPr>
          <a:xfrm xmlns:a="http://schemas.openxmlformats.org/drawingml/2006/main">
            <a:off x="9706658" y="3816472"/>
            <a:ext cx="95" cy="42722"/>
          </a:xfrm>
          <a:custGeom xmlns:a="http://schemas.openxmlformats.org/drawingml/2006/main">
            <a:pathLst>
              <a:path w="95" h="38100">
                <a:moveTo>
                  <a:pt x="0" y="38100"/>
                </a:moveTo>
                <a:lnTo>
                  <a:pt x="0" y="0"/>
                </a:lnTo>
              </a:path>
            </a:pathLst>
          </a:custGeom>
          <a:solidFill xmlns:a="http://schemas.openxmlformats.org/drawingml/2006/main">
            <a:srgbClr val="C0453C"/>
          </a:solidFill>
          <a:ln xmlns:a="http://schemas.openxmlformats.org/drawingml/2006/main" w="10680">
            <a:solidFill>
              <a:srgbClr val="C0453C"/>
            </a:solidFill>
            <a:prstDash val="solid"/>
          </a:ln>
        </p:spPr>
      </p:sp>
      <p:sp>
        <p:nvSpPr>
          <p:cNvPr id="119" name="Editable chart path">
            <a:extLst xmlns:a="http://schemas.openxmlformats.org/drawingml/2006/main">
              <a:ext uri="{FF2B5EF4-FFF2-40B4-BE49-F238E27FC236}">
                <a16:creationId xmlns:a16="http://schemas.microsoft.com/office/drawing/2014/main" id="{D8300F11-2FBB-474C-AD9D-91BA49D23C7F}"/>
              </a:ext>
            </a:extLst>
          </p:cNvPr>
          <p:cNvSpPr>
            <a:spLocks xmlns:a="http://schemas.openxmlformats.org/drawingml/2006/main" noGrp="1"/>
          </p:cNvSpPr>
          <p:nvPr/>
        </p:nvSpPr>
        <p:spPr>
          <a:xfrm xmlns:a="http://schemas.openxmlformats.org/drawingml/2006/main">
            <a:off x="8718033" y="4681618"/>
            <a:ext cx="95" cy="42722"/>
          </a:xfrm>
          <a:custGeom xmlns:a="http://schemas.openxmlformats.org/drawingml/2006/main">
            <a:pathLst>
              <a:path w="95" h="38100">
                <a:moveTo>
                  <a:pt x="0" y="38100"/>
                </a:moveTo>
                <a:lnTo>
                  <a:pt x="0" y="0"/>
                </a:lnTo>
              </a:path>
            </a:pathLst>
          </a:custGeom>
          <a:solidFill xmlns:a="http://schemas.openxmlformats.org/drawingml/2006/main">
            <a:srgbClr val="C0453C"/>
          </a:solidFill>
          <a:ln xmlns:a="http://schemas.openxmlformats.org/drawingml/2006/main" w="10680">
            <a:solidFill>
              <a:srgbClr val="C0453C"/>
            </a:solidFill>
            <a:prstDash val="solid"/>
          </a:ln>
        </p:spPr>
      </p:sp>
      <p:sp>
        <p:nvSpPr>
          <p:cNvPr id="120" name="Editable chart path">
            <a:extLst xmlns:a="http://schemas.openxmlformats.org/drawingml/2006/main">
              <a:ext uri="{FF2B5EF4-FFF2-40B4-BE49-F238E27FC236}">
                <a16:creationId xmlns:a16="http://schemas.microsoft.com/office/drawing/2014/main" id="{8FF8CDD1-5740-4335-ABE7-2EA71D245199}"/>
              </a:ext>
            </a:extLst>
          </p:cNvPr>
          <p:cNvSpPr>
            <a:spLocks xmlns:a="http://schemas.openxmlformats.org/drawingml/2006/main" noGrp="1"/>
          </p:cNvSpPr>
          <p:nvPr/>
        </p:nvSpPr>
        <p:spPr>
          <a:xfrm xmlns:a="http://schemas.openxmlformats.org/drawingml/2006/main">
            <a:off x="10910991" y="2951325"/>
            <a:ext cx="95" cy="42722"/>
          </a:xfrm>
          <a:custGeom xmlns:a="http://schemas.openxmlformats.org/drawingml/2006/main">
            <a:pathLst>
              <a:path w="95" h="38100">
                <a:moveTo>
                  <a:pt x="0" y="38100"/>
                </a:moveTo>
                <a:lnTo>
                  <a:pt x="0" y="0"/>
                </a:lnTo>
              </a:path>
            </a:pathLst>
          </a:custGeom>
          <a:solidFill xmlns:a="http://schemas.openxmlformats.org/drawingml/2006/main">
            <a:srgbClr val="C0453C"/>
          </a:solidFill>
          <a:ln xmlns:a="http://schemas.openxmlformats.org/drawingml/2006/main" w="10680">
            <a:solidFill>
              <a:srgbClr val="C0453C"/>
            </a:solidFill>
            <a:prstDash val="solid"/>
          </a:ln>
        </p:spPr>
      </p:sp>
      <p:sp>
        <p:nvSpPr>
          <p:cNvPr id="121" name="Editable chart path">
            <a:extLst xmlns:a="http://schemas.openxmlformats.org/drawingml/2006/main">
              <a:ext uri="{FF2B5EF4-FFF2-40B4-BE49-F238E27FC236}">
                <a16:creationId xmlns:a16="http://schemas.microsoft.com/office/drawing/2014/main" id="{96DD9519-84C1-4975-B2DF-F14C0D7EA626}"/>
              </a:ext>
            </a:extLst>
          </p:cNvPr>
          <p:cNvSpPr>
            <a:spLocks xmlns:a="http://schemas.openxmlformats.org/drawingml/2006/main" noGrp="1"/>
          </p:cNvSpPr>
          <p:nvPr/>
        </p:nvSpPr>
        <p:spPr>
          <a:xfrm xmlns:a="http://schemas.openxmlformats.org/drawingml/2006/main">
            <a:off x="10899366" y="3816472"/>
            <a:ext cx="95" cy="42722"/>
          </a:xfrm>
          <a:custGeom xmlns:a="http://schemas.openxmlformats.org/drawingml/2006/main">
            <a:pathLst>
              <a:path w="95" h="38100">
                <a:moveTo>
                  <a:pt x="0" y="38100"/>
                </a:moveTo>
                <a:lnTo>
                  <a:pt x="0" y="0"/>
                </a:lnTo>
              </a:path>
            </a:pathLst>
          </a:custGeom>
          <a:solidFill xmlns:a="http://schemas.openxmlformats.org/drawingml/2006/main">
            <a:srgbClr val="C0453C"/>
          </a:solidFill>
          <a:ln xmlns:a="http://schemas.openxmlformats.org/drawingml/2006/main" w="10680">
            <a:solidFill>
              <a:srgbClr val="C0453C"/>
            </a:solidFill>
            <a:prstDash val="solid"/>
          </a:ln>
        </p:spPr>
      </p:sp>
      <p:sp>
        <p:nvSpPr>
          <p:cNvPr id="122" name="Editable chart path">
            <a:extLst xmlns:a="http://schemas.openxmlformats.org/drawingml/2006/main">
              <a:ext uri="{FF2B5EF4-FFF2-40B4-BE49-F238E27FC236}">
                <a16:creationId xmlns:a16="http://schemas.microsoft.com/office/drawing/2014/main" id="{979BB84A-8E9B-44D7-B1C9-9A26C050E1CC}"/>
              </a:ext>
            </a:extLst>
          </p:cNvPr>
          <p:cNvSpPr>
            <a:spLocks xmlns:a="http://schemas.openxmlformats.org/drawingml/2006/main" noGrp="1"/>
          </p:cNvSpPr>
          <p:nvPr/>
        </p:nvSpPr>
        <p:spPr>
          <a:xfrm xmlns:a="http://schemas.openxmlformats.org/drawingml/2006/main">
            <a:off x="10197304" y="4681618"/>
            <a:ext cx="95" cy="42722"/>
          </a:xfrm>
          <a:custGeom xmlns:a="http://schemas.openxmlformats.org/drawingml/2006/main">
            <a:pathLst>
              <a:path w="95" h="38100">
                <a:moveTo>
                  <a:pt x="0" y="38100"/>
                </a:moveTo>
                <a:lnTo>
                  <a:pt x="0" y="0"/>
                </a:lnTo>
              </a:path>
            </a:pathLst>
          </a:custGeom>
          <a:solidFill xmlns:a="http://schemas.openxmlformats.org/drawingml/2006/main">
            <a:srgbClr val="C0453C"/>
          </a:solidFill>
          <a:ln xmlns:a="http://schemas.openxmlformats.org/drawingml/2006/main" w="10680">
            <a:solidFill>
              <a:srgbClr val="C0453C"/>
            </a:solidFill>
            <a:prstDash val="solid"/>
          </a:ln>
        </p:spPr>
      </p:sp>
      <p:sp>
        <p:nvSpPr>
          <p:cNvPr id="123" name="Editable chart path">
            <a:extLst xmlns:a="http://schemas.openxmlformats.org/drawingml/2006/main">
              <a:ext uri="{FF2B5EF4-FFF2-40B4-BE49-F238E27FC236}">
                <a16:creationId xmlns:a16="http://schemas.microsoft.com/office/drawing/2014/main" id="{CC2AAADB-6B0C-4FC2-804D-B297359E0397}"/>
              </a:ext>
            </a:extLst>
          </p:cNvPr>
          <p:cNvSpPr>
            <a:spLocks xmlns:a="http://schemas.openxmlformats.org/drawingml/2006/main" noGrp="1"/>
          </p:cNvSpPr>
          <p:nvPr/>
        </p:nvSpPr>
        <p:spPr>
          <a:xfrm xmlns:a="http://schemas.openxmlformats.org/drawingml/2006/main">
            <a:off x="10944674" y="2668154"/>
            <a:ext cx="95" cy="2131721"/>
          </a:xfrm>
          <a:custGeom xmlns:a="http://schemas.openxmlformats.org/drawingml/2006/main">
            <a:pathLst>
              <a:path w="95" h="1901100">
                <a:moveTo>
                  <a:pt x="0" y="1901100"/>
                </a:moveTo>
                <a:lnTo>
                  <a:pt x="0" y="0"/>
                </a:lnTo>
              </a:path>
            </a:pathLst>
          </a:custGeom>
          <a:noFill xmlns:a="http://schemas.openxmlformats.org/drawingml/2006/main"/>
          <a:ln xmlns:a="http://schemas.openxmlformats.org/drawingml/2006/main" w="8544">
            <a:solidFill>
              <a:srgbClr val="5A6683"/>
            </a:solidFill>
            <a:prstDash val="solid"/>
          </a:ln>
        </p:spPr>
      </p:sp>
      <p:sp>
        <p:nvSpPr>
          <p:cNvPr id="124" name="Editable chart path">
            <a:extLst xmlns:a="http://schemas.openxmlformats.org/drawingml/2006/main">
              <a:ext uri="{FF2B5EF4-FFF2-40B4-BE49-F238E27FC236}">
                <a16:creationId xmlns:a16="http://schemas.microsoft.com/office/drawing/2014/main" id="{32BDD3C2-4939-44B5-9509-64F01606DE30}"/>
              </a:ext>
            </a:extLst>
          </p:cNvPr>
          <p:cNvSpPr>
            <a:spLocks xmlns:a="http://schemas.openxmlformats.org/drawingml/2006/main" noGrp="1"/>
          </p:cNvSpPr>
          <p:nvPr/>
        </p:nvSpPr>
        <p:spPr>
          <a:xfrm xmlns:a="http://schemas.openxmlformats.org/drawingml/2006/main">
            <a:off x="10198220" y="2738350"/>
            <a:ext cx="53402" cy="53402"/>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680">
            <a:solidFill>
              <a:srgbClr val="224889"/>
            </a:solidFill>
            <a:prstDash val="solid"/>
          </a:ln>
        </p:spPr>
      </p:sp>
      <p:sp>
        <p:nvSpPr>
          <p:cNvPr id="125" name="Editable chart path">
            <a:extLst xmlns:a="http://schemas.openxmlformats.org/drawingml/2006/main">
              <a:ext uri="{FF2B5EF4-FFF2-40B4-BE49-F238E27FC236}">
                <a16:creationId xmlns:a16="http://schemas.microsoft.com/office/drawing/2014/main" id="{F8471E3F-31AA-41A2-BB90-C7986E8A0893}"/>
              </a:ext>
            </a:extLst>
          </p:cNvPr>
          <p:cNvSpPr>
            <a:spLocks xmlns:a="http://schemas.openxmlformats.org/drawingml/2006/main" noGrp="1"/>
          </p:cNvSpPr>
          <p:nvPr/>
        </p:nvSpPr>
        <p:spPr>
          <a:xfrm xmlns:a="http://schemas.openxmlformats.org/drawingml/2006/main">
            <a:off x="9995409" y="3603496"/>
            <a:ext cx="53402" cy="53402"/>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680">
            <a:solidFill>
              <a:srgbClr val="224889"/>
            </a:solidFill>
            <a:prstDash val="solid"/>
          </a:ln>
        </p:spPr>
      </p:sp>
      <p:sp>
        <p:nvSpPr>
          <p:cNvPr id="126" name="Editable chart path">
            <a:extLst xmlns:a="http://schemas.openxmlformats.org/drawingml/2006/main">
              <a:ext uri="{FF2B5EF4-FFF2-40B4-BE49-F238E27FC236}">
                <a16:creationId xmlns:a16="http://schemas.microsoft.com/office/drawing/2014/main" id="{1EBC5847-D05F-4DA7-9BA3-A354C1988788}"/>
              </a:ext>
            </a:extLst>
          </p:cNvPr>
          <p:cNvSpPr>
            <a:spLocks xmlns:a="http://schemas.openxmlformats.org/drawingml/2006/main" noGrp="1"/>
          </p:cNvSpPr>
          <p:nvPr/>
        </p:nvSpPr>
        <p:spPr>
          <a:xfrm xmlns:a="http://schemas.openxmlformats.org/drawingml/2006/main">
            <a:off x="8841594" y="4468643"/>
            <a:ext cx="53402" cy="53402"/>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680">
            <a:solidFill>
              <a:srgbClr val="224889"/>
            </a:solidFill>
            <a:prstDash val="solid"/>
          </a:ln>
        </p:spPr>
      </p:sp>
      <p:sp>
        <p:nvSpPr>
          <p:cNvPr id="127" name="Editable chart path">
            <a:extLst xmlns:a="http://schemas.openxmlformats.org/drawingml/2006/main">
              <a:ext uri="{FF2B5EF4-FFF2-40B4-BE49-F238E27FC236}">
                <a16:creationId xmlns:a16="http://schemas.microsoft.com/office/drawing/2014/main" id="{3F9114B5-932F-4E26-BCCF-E87884C8BB39}"/>
              </a:ext>
            </a:extLst>
          </p:cNvPr>
          <p:cNvSpPr>
            <a:spLocks xmlns:a="http://schemas.openxmlformats.org/drawingml/2006/main" noGrp="1"/>
          </p:cNvSpPr>
          <p:nvPr/>
        </p:nvSpPr>
        <p:spPr>
          <a:xfrm xmlns:a="http://schemas.openxmlformats.org/drawingml/2006/main">
            <a:off x="10335597" y="2945985"/>
            <a:ext cx="53402" cy="53402"/>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C0453C"/>
          </a:solidFill>
          <a:ln xmlns:a="http://schemas.openxmlformats.org/drawingml/2006/main" w="10680">
            <a:solidFill>
              <a:srgbClr val="C0453C"/>
            </a:solidFill>
            <a:prstDash val="solid"/>
          </a:ln>
        </p:spPr>
      </p:sp>
      <p:sp>
        <p:nvSpPr>
          <p:cNvPr id="128" name="Editable chart path">
            <a:extLst xmlns:a="http://schemas.openxmlformats.org/drawingml/2006/main">
              <a:ext uri="{FF2B5EF4-FFF2-40B4-BE49-F238E27FC236}">
                <a16:creationId xmlns:a16="http://schemas.microsoft.com/office/drawing/2014/main" id="{D8412712-407E-4047-AA78-2B86E13BC0F7}"/>
              </a:ext>
            </a:extLst>
          </p:cNvPr>
          <p:cNvSpPr>
            <a:spLocks xmlns:a="http://schemas.openxmlformats.org/drawingml/2006/main" noGrp="1"/>
          </p:cNvSpPr>
          <p:nvPr/>
        </p:nvSpPr>
        <p:spPr>
          <a:xfrm xmlns:a="http://schemas.openxmlformats.org/drawingml/2006/main">
            <a:off x="10271873" y="3811131"/>
            <a:ext cx="53402" cy="53402"/>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C0453C"/>
          </a:solidFill>
          <a:ln xmlns:a="http://schemas.openxmlformats.org/drawingml/2006/main" w="10680">
            <a:solidFill>
              <a:srgbClr val="C0453C"/>
            </a:solidFill>
            <a:prstDash val="solid"/>
          </a:ln>
        </p:spPr>
      </p:sp>
      <p:sp>
        <p:nvSpPr>
          <p:cNvPr id="129" name="Editable chart path">
            <a:extLst xmlns:a="http://schemas.openxmlformats.org/drawingml/2006/main">
              <a:ext uri="{FF2B5EF4-FFF2-40B4-BE49-F238E27FC236}">
                <a16:creationId xmlns:a16="http://schemas.microsoft.com/office/drawing/2014/main" id="{CCC0937C-3C06-4E22-BDE8-31D37319C27A}"/>
              </a:ext>
            </a:extLst>
          </p:cNvPr>
          <p:cNvSpPr>
            <a:spLocks xmlns:a="http://schemas.openxmlformats.org/drawingml/2006/main" noGrp="1"/>
          </p:cNvSpPr>
          <p:nvPr/>
        </p:nvSpPr>
        <p:spPr>
          <a:xfrm xmlns:a="http://schemas.openxmlformats.org/drawingml/2006/main">
            <a:off x="9423992" y="4676278"/>
            <a:ext cx="53402" cy="53402"/>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C0453C"/>
          </a:solidFill>
          <a:ln xmlns:a="http://schemas.openxmlformats.org/drawingml/2006/main" w="10680">
            <a:solidFill>
              <a:srgbClr val="C0453C"/>
            </a:solidFill>
            <a:prstDash val="solid"/>
          </a:ln>
        </p:spPr>
      </p:sp>
      <p:sp>
        <p:nvSpPr>
          <p:cNvPr id="130" name="Editable chart path">
            <a:extLst xmlns:a="http://schemas.openxmlformats.org/drawingml/2006/main">
              <a:ext uri="{FF2B5EF4-FFF2-40B4-BE49-F238E27FC236}">
                <a16:creationId xmlns:a16="http://schemas.microsoft.com/office/drawing/2014/main" id="{0DA444FC-6B4E-416D-A569-F832FC80B5E0}"/>
              </a:ext>
            </a:extLst>
          </p:cNvPr>
          <p:cNvSpPr>
            <a:spLocks xmlns:a="http://schemas.openxmlformats.org/drawingml/2006/main" noGrp="1"/>
          </p:cNvSpPr>
          <p:nvPr/>
        </p:nvSpPr>
        <p:spPr>
          <a:xfrm xmlns:a="http://schemas.openxmlformats.org/drawingml/2006/main">
            <a:off x="8040614" y="2668154"/>
            <a:ext cx="95" cy="2131721"/>
          </a:xfrm>
          <a:custGeom xmlns:a="http://schemas.openxmlformats.org/drawingml/2006/main">
            <a:pathLst>
              <a:path w="95" h="1901100">
                <a:moveTo>
                  <a:pt x="0" y="1901100"/>
                </a:moveTo>
                <a:lnTo>
                  <a:pt x="0" y="0"/>
                </a:lnTo>
              </a:path>
            </a:pathLst>
          </a:custGeom>
          <a:noFill xmlns:a="http://schemas.openxmlformats.org/drawingml/2006/main"/>
          <a:ln xmlns:a="http://schemas.openxmlformats.org/drawingml/2006/main" w="8544">
            <a:solidFill>
              <a:srgbClr val="5A6683"/>
            </a:solidFill>
            <a:prstDash val="solid"/>
          </a:ln>
        </p:spPr>
      </p:sp>
      <p:sp>
        <p:nvSpPr>
          <p:cNvPr id="131" name="Editable chart path">
            <a:extLst xmlns:a="http://schemas.openxmlformats.org/drawingml/2006/main">
              <a:ext uri="{FF2B5EF4-FFF2-40B4-BE49-F238E27FC236}">
                <a16:creationId xmlns:a16="http://schemas.microsoft.com/office/drawing/2014/main" id="{400F10B3-8823-45C5-B492-0CC9904989B2}"/>
              </a:ext>
            </a:extLst>
          </p:cNvPr>
          <p:cNvSpPr>
            <a:spLocks xmlns:a="http://schemas.openxmlformats.org/drawingml/2006/main" noGrp="1"/>
          </p:cNvSpPr>
          <p:nvPr/>
        </p:nvSpPr>
        <p:spPr>
          <a:xfrm xmlns:a="http://schemas.openxmlformats.org/drawingml/2006/main">
            <a:off x="8040614" y="4799876"/>
            <a:ext cx="3007061" cy="95"/>
          </a:xfrm>
          <a:custGeom xmlns:a="http://schemas.openxmlformats.org/drawingml/2006/main">
            <a:pathLst>
              <a:path w="2681740" h="95">
                <a:moveTo>
                  <a:pt x="0" y="0"/>
                </a:moveTo>
                <a:lnTo>
                  <a:pt x="2681740" y="0"/>
                </a:lnTo>
              </a:path>
            </a:pathLst>
          </a:custGeom>
          <a:noFill xmlns:a="http://schemas.openxmlformats.org/drawingml/2006/main"/>
          <a:ln xmlns:a="http://schemas.openxmlformats.org/drawingml/2006/main" w="8544">
            <a:solidFill>
              <a:srgbClr val="5A6683"/>
            </a:solidFill>
            <a:prstDash val="solid"/>
          </a:ln>
        </p:spPr>
      </p:sp>
      <p:sp>
        <p:nvSpPr>
          <p:cNvPr id="132" name="">
            <a:extLst xmlns:a="http://schemas.openxmlformats.org/drawingml/2006/main">
              <a:ext uri="{FF2B5EF4-FFF2-40B4-BE49-F238E27FC236}">
                <a16:creationId xmlns:a16="http://schemas.microsoft.com/office/drawing/2014/main" id="{EECD251D-C586-452B-ADE0-60662562CB8B}"/>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133" name="">
            <a:extLst xmlns:a="http://schemas.openxmlformats.org/drawingml/2006/main">
              <a:ext uri="{FF2B5EF4-FFF2-40B4-BE49-F238E27FC236}">
                <a16:creationId xmlns:a16="http://schemas.microsoft.com/office/drawing/2014/main" id="{8AD60428-9EA7-4B6D-98FE-C40938DA4F71}"/>
              </a:ext>
            </a:extLst>
          </p:cNvPr>
          <p:cNvSpPr>
            <a:spLocks xmlns:a="http://schemas.openxmlformats.org/drawingml/2006/main" noGrp="1"/>
          </p:cNvSpPr>
          <p:nvPr/>
        </p:nvSpPr>
        <p:spPr>
          <a:xfrm xmlns:a="http://schemas.openxmlformats.org/drawingml/2006/main">
            <a:off x="6562725" y="5334000"/>
            <a:ext cx="9459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forecast only</a:t>
            </a:r>
          </a:p>
        </p:txBody>
      </p:sp>
      <p:sp>
        <p:nvSpPr>
          <p:cNvPr id="134" name="">
            <a:extLst xmlns:a="http://schemas.openxmlformats.org/drawingml/2006/main">
              <a:ext uri="{FF2B5EF4-FFF2-40B4-BE49-F238E27FC236}">
                <a16:creationId xmlns:a16="http://schemas.microsoft.com/office/drawing/2014/main" id="{053B19BA-3A29-4E6F-A05D-B756451F124B}"/>
              </a:ext>
            </a:extLst>
          </p:cNvPr>
          <p:cNvSpPr>
            <a:spLocks xmlns:a="http://schemas.openxmlformats.org/drawingml/2006/main" noGrp="1"/>
          </p:cNvSpPr>
          <p:nvPr/>
        </p:nvSpPr>
        <p:spPr>
          <a:xfrm xmlns:a="http://schemas.openxmlformats.org/drawingml/2006/main">
            <a:off x="7718203"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35" name="">
            <a:extLst xmlns:a="http://schemas.openxmlformats.org/drawingml/2006/main">
              <a:ext uri="{FF2B5EF4-FFF2-40B4-BE49-F238E27FC236}">
                <a16:creationId xmlns:a16="http://schemas.microsoft.com/office/drawing/2014/main" id="{D4982A07-545C-4913-96DC-C3AE70329715}"/>
              </a:ext>
            </a:extLst>
          </p:cNvPr>
          <p:cNvSpPr>
            <a:spLocks xmlns:a="http://schemas.openxmlformats.org/drawingml/2006/main" noGrp="1"/>
          </p:cNvSpPr>
          <p:nvPr/>
        </p:nvSpPr>
        <p:spPr>
          <a:xfrm xmlns:a="http://schemas.openxmlformats.org/drawingml/2006/main">
            <a:off x="7946803" y="5334000"/>
            <a:ext cx="205692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forecast + neighbouring rain</a:t>
            </a:r>
          </a:p>
        </p:txBody>
      </p:sp>
    </p:spTree>
    <p:extLst>
      <p:ext uri="{BB962C8B-B14F-4D97-AF65-F5344CB8AC3E}">
        <p14:creationId xmlns:p14="http://schemas.microsoft.com/office/powerpoint/2010/main" val="597896415"/>
      </p:ext>
    </p:extLst>
  </p:cSld>
</p:sld>
</file>

<file path=ppt/slides/slide40.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ASSOCIATIONS ACROSS FEED REGIMES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Regime results differ in magnitude. A pooled result does not establish stability in every regime.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40</a:t>
            </a:r>
            <a:endParaRPr sz="1200"/>
          </a:p>
        </p:txBody>
      </p:sp>
      <p:sp>
        <p:nvSpPr>
          <p:cNvPr id="14" name="">
            <a:extLst xmlns:a="http://schemas.openxmlformats.org/drawingml/2006/main">
              <a:ext uri="{FF2B5EF4-FFF2-40B4-BE49-F238E27FC236}">
                <a16:creationId xmlns:a16="http://schemas.microsoft.com/office/drawing/2014/main" id="{DAA1487B-BE6F-4895-BEEE-91069229C5FA}"/>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C9912FB3-5020-4259-A795-7CF1032CD79D}"/>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Heavy rain lowers a cell's share in 9 of 10 regimes, but the size varies (heterogeneity p = 0.000)</a:t>
            </a:r>
          </a:p>
        </p:txBody>
      </p:sp>
      <p:sp>
        <p:nvSpPr>
          <p:cNvPr id="16" name="">
            <a:extLst xmlns:a="http://schemas.openxmlformats.org/drawingml/2006/main">
              <a:ext uri="{FF2B5EF4-FFF2-40B4-BE49-F238E27FC236}">
                <a16:creationId xmlns:a16="http://schemas.microsoft.com/office/drawing/2014/main" id="{EA12E35E-8F25-423D-A4A2-815E500377A3}"/>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change in cell's share vs dry</a:t>
            </a:r>
          </a:p>
        </p:txBody>
      </p:sp>
      <p:sp>
        <p:nvSpPr>
          <p:cNvPr id="17" name="Editable chart path">
            <a:extLst xmlns:a="http://schemas.openxmlformats.org/drawingml/2006/main">
              <a:ext uri="{FF2B5EF4-FFF2-40B4-BE49-F238E27FC236}">
                <a16:creationId xmlns:a16="http://schemas.microsoft.com/office/drawing/2014/main" id="{5F706B73-1DD0-49B6-9911-B631B47576CC}"/>
              </a:ext>
            </a:extLst>
          </p:cNvPr>
          <p:cNvSpPr>
            <a:spLocks xmlns:a="http://schemas.openxmlformats.org/drawingml/2006/main" noGrp="1"/>
          </p:cNvSpPr>
          <p:nvPr/>
        </p:nvSpPr>
        <p:spPr>
          <a:xfrm xmlns:a="http://schemas.openxmlformats.org/drawingml/2006/main">
            <a:off x="3628526"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18" name="">
            <a:extLst xmlns:a="http://schemas.openxmlformats.org/drawingml/2006/main">
              <a:ext uri="{FF2B5EF4-FFF2-40B4-BE49-F238E27FC236}">
                <a16:creationId xmlns:a16="http://schemas.microsoft.com/office/drawing/2014/main" id="{4550EFDC-1077-429F-A6BC-C308649800B4}"/>
              </a:ext>
            </a:extLst>
          </p:cNvPr>
          <p:cNvSpPr>
            <a:spLocks xmlns:a="http://schemas.openxmlformats.org/drawingml/2006/main" noGrp="1"/>
          </p:cNvSpPr>
          <p:nvPr/>
        </p:nvSpPr>
        <p:spPr>
          <a:xfrm xmlns:a="http://schemas.openxmlformats.org/drawingml/2006/main" rot="0">
            <a:off x="3496983" y="4740164"/>
            <a:ext cx="25955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R03</a:t>
            </a:r>
          </a:p>
        </p:txBody>
      </p:sp>
      <p:sp>
        <p:nvSpPr>
          <p:cNvPr id="19" name="">
            <a:extLst xmlns:a="http://schemas.openxmlformats.org/drawingml/2006/main">
              <a:ext uri="{FF2B5EF4-FFF2-40B4-BE49-F238E27FC236}">
                <a16:creationId xmlns:a16="http://schemas.microsoft.com/office/drawing/2014/main" id="{4127ECDE-C606-4784-9E6F-4A9BDC0C8E34}"/>
              </a:ext>
            </a:extLst>
          </p:cNvPr>
          <p:cNvSpPr>
            <a:spLocks xmlns:a="http://schemas.openxmlformats.org/drawingml/2006/main" noGrp="1"/>
          </p:cNvSpPr>
          <p:nvPr/>
        </p:nvSpPr>
        <p:spPr>
          <a:xfrm xmlns:a="http://schemas.openxmlformats.org/drawingml/2006/main" rot="0">
            <a:off x="3445876" y="4831856"/>
            <a:ext cx="3646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0.98x</a:t>
            </a:r>
          </a:p>
        </p:txBody>
      </p:sp>
      <p:sp>
        <p:nvSpPr>
          <p:cNvPr id="20" name="">
            <a:extLst xmlns:a="http://schemas.openxmlformats.org/drawingml/2006/main">
              <a:ext uri="{FF2B5EF4-FFF2-40B4-BE49-F238E27FC236}">
                <a16:creationId xmlns:a16="http://schemas.microsoft.com/office/drawing/2014/main" id="{0444444B-BC74-49FA-9B84-61484354F26D}"/>
              </a:ext>
            </a:extLst>
          </p:cNvPr>
          <p:cNvSpPr>
            <a:spLocks xmlns:a="http://schemas.openxmlformats.org/drawingml/2006/main" noGrp="1"/>
          </p:cNvSpPr>
          <p:nvPr/>
        </p:nvSpPr>
        <p:spPr>
          <a:xfrm xmlns:a="http://schemas.openxmlformats.org/drawingml/2006/main" rot="0">
            <a:off x="3399215" y="4923549"/>
            <a:ext cx="45386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Feb 22</a:t>
            </a:r>
          </a:p>
        </p:txBody>
      </p:sp>
      <p:sp>
        <p:nvSpPr>
          <p:cNvPr id="21" name="Editable chart path">
            <a:extLst xmlns:a="http://schemas.openxmlformats.org/drawingml/2006/main">
              <a:ext uri="{FF2B5EF4-FFF2-40B4-BE49-F238E27FC236}">
                <a16:creationId xmlns:a16="http://schemas.microsoft.com/office/drawing/2014/main" id="{278EB12C-AC04-4620-8E3C-0969452C4CE7}"/>
              </a:ext>
            </a:extLst>
          </p:cNvPr>
          <p:cNvSpPr>
            <a:spLocks xmlns:a="http://schemas.openxmlformats.org/drawingml/2006/main" noGrp="1"/>
          </p:cNvSpPr>
          <p:nvPr/>
        </p:nvSpPr>
        <p:spPr>
          <a:xfrm xmlns:a="http://schemas.openxmlformats.org/drawingml/2006/main">
            <a:off x="4208556"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22" name="">
            <a:extLst xmlns:a="http://schemas.openxmlformats.org/drawingml/2006/main">
              <a:ext uri="{FF2B5EF4-FFF2-40B4-BE49-F238E27FC236}">
                <a16:creationId xmlns:a16="http://schemas.microsoft.com/office/drawing/2014/main" id="{24F34AC4-1BDD-42F6-9A82-F17FC94C9FB5}"/>
              </a:ext>
            </a:extLst>
          </p:cNvPr>
          <p:cNvSpPr>
            <a:spLocks xmlns:a="http://schemas.openxmlformats.org/drawingml/2006/main" noGrp="1"/>
          </p:cNvSpPr>
          <p:nvPr/>
        </p:nvSpPr>
        <p:spPr>
          <a:xfrm xmlns:a="http://schemas.openxmlformats.org/drawingml/2006/main" rot="0">
            <a:off x="4074442" y="4740164"/>
            <a:ext cx="26508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R04</a:t>
            </a:r>
          </a:p>
        </p:txBody>
      </p:sp>
      <p:sp>
        <p:nvSpPr>
          <p:cNvPr id="23" name="">
            <a:extLst xmlns:a="http://schemas.openxmlformats.org/drawingml/2006/main">
              <a:ext uri="{FF2B5EF4-FFF2-40B4-BE49-F238E27FC236}">
                <a16:creationId xmlns:a16="http://schemas.microsoft.com/office/drawing/2014/main" id="{3503E5F5-6E92-4DA0-9D77-150203846F61}"/>
              </a:ext>
            </a:extLst>
          </p:cNvPr>
          <p:cNvSpPr>
            <a:spLocks xmlns:a="http://schemas.openxmlformats.org/drawingml/2006/main" noGrp="1"/>
          </p:cNvSpPr>
          <p:nvPr/>
        </p:nvSpPr>
        <p:spPr>
          <a:xfrm xmlns:a="http://schemas.openxmlformats.org/drawingml/2006/main" rot="0">
            <a:off x="4031954" y="4831856"/>
            <a:ext cx="35252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0.75x</a:t>
            </a:r>
          </a:p>
        </p:txBody>
      </p:sp>
      <p:sp>
        <p:nvSpPr>
          <p:cNvPr id="24" name="">
            <a:extLst xmlns:a="http://schemas.openxmlformats.org/drawingml/2006/main">
              <a:ext uri="{FF2B5EF4-FFF2-40B4-BE49-F238E27FC236}">
                <a16:creationId xmlns:a16="http://schemas.microsoft.com/office/drawing/2014/main" id="{BECB3AD3-DC85-4448-B8A9-31D42FD67D54}"/>
              </a:ext>
            </a:extLst>
          </p:cNvPr>
          <p:cNvSpPr>
            <a:spLocks xmlns:a="http://schemas.openxmlformats.org/drawingml/2006/main" noGrp="1"/>
          </p:cNvSpPr>
          <p:nvPr/>
        </p:nvSpPr>
        <p:spPr>
          <a:xfrm xmlns:a="http://schemas.openxmlformats.org/drawingml/2006/main" rot="0">
            <a:off x="4006058" y="4923549"/>
            <a:ext cx="40024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Jul 22</a:t>
            </a:r>
          </a:p>
        </p:txBody>
      </p:sp>
      <p:sp>
        <p:nvSpPr>
          <p:cNvPr id="25" name="Editable chart path">
            <a:extLst xmlns:a="http://schemas.openxmlformats.org/drawingml/2006/main">
              <a:ext uri="{FF2B5EF4-FFF2-40B4-BE49-F238E27FC236}">
                <a16:creationId xmlns:a16="http://schemas.microsoft.com/office/drawing/2014/main" id="{1479682D-442D-46F8-850B-DB2D16F0B0FA}"/>
              </a:ext>
            </a:extLst>
          </p:cNvPr>
          <p:cNvSpPr>
            <a:spLocks xmlns:a="http://schemas.openxmlformats.org/drawingml/2006/main" noGrp="1"/>
          </p:cNvSpPr>
          <p:nvPr/>
        </p:nvSpPr>
        <p:spPr>
          <a:xfrm xmlns:a="http://schemas.openxmlformats.org/drawingml/2006/main">
            <a:off x="4788586"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26" name="">
            <a:extLst xmlns:a="http://schemas.openxmlformats.org/drawingml/2006/main">
              <a:ext uri="{FF2B5EF4-FFF2-40B4-BE49-F238E27FC236}">
                <a16:creationId xmlns:a16="http://schemas.microsoft.com/office/drawing/2014/main" id="{1DC79EDE-2856-4F30-990E-E4F1407E3553}"/>
              </a:ext>
            </a:extLst>
          </p:cNvPr>
          <p:cNvSpPr>
            <a:spLocks xmlns:a="http://schemas.openxmlformats.org/drawingml/2006/main" noGrp="1"/>
          </p:cNvSpPr>
          <p:nvPr/>
        </p:nvSpPr>
        <p:spPr>
          <a:xfrm xmlns:a="http://schemas.openxmlformats.org/drawingml/2006/main" rot="0">
            <a:off x="4654291" y="4740164"/>
            <a:ext cx="2649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R05</a:t>
            </a:r>
          </a:p>
        </p:txBody>
      </p:sp>
      <p:sp>
        <p:nvSpPr>
          <p:cNvPr id="27" name="">
            <a:extLst xmlns:a="http://schemas.openxmlformats.org/drawingml/2006/main">
              <a:ext uri="{FF2B5EF4-FFF2-40B4-BE49-F238E27FC236}">
                <a16:creationId xmlns:a16="http://schemas.microsoft.com/office/drawing/2014/main" id="{4985D4A1-2E31-4B7C-836F-B22867CF9179}"/>
              </a:ext>
            </a:extLst>
          </p:cNvPr>
          <p:cNvSpPr>
            <a:spLocks xmlns:a="http://schemas.openxmlformats.org/drawingml/2006/main" noGrp="1"/>
          </p:cNvSpPr>
          <p:nvPr/>
        </p:nvSpPr>
        <p:spPr>
          <a:xfrm xmlns:a="http://schemas.openxmlformats.org/drawingml/2006/main" rot="0">
            <a:off x="4627747" y="4831856"/>
            <a:ext cx="3209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0.51x</a:t>
            </a:r>
          </a:p>
        </p:txBody>
      </p:sp>
      <p:sp>
        <p:nvSpPr>
          <p:cNvPr id="28" name="">
            <a:extLst xmlns:a="http://schemas.openxmlformats.org/drawingml/2006/main">
              <a:ext uri="{FF2B5EF4-FFF2-40B4-BE49-F238E27FC236}">
                <a16:creationId xmlns:a16="http://schemas.microsoft.com/office/drawing/2014/main" id="{912E8F77-6107-4CD7-8441-50A4C0877E33}"/>
              </a:ext>
            </a:extLst>
          </p:cNvPr>
          <p:cNvSpPr>
            <a:spLocks xmlns:a="http://schemas.openxmlformats.org/drawingml/2006/main" noGrp="1"/>
          </p:cNvSpPr>
          <p:nvPr/>
        </p:nvSpPr>
        <p:spPr>
          <a:xfrm xmlns:a="http://schemas.openxmlformats.org/drawingml/2006/main" rot="0">
            <a:off x="4546035" y="4923549"/>
            <a:ext cx="48034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Aug 22</a:t>
            </a:r>
          </a:p>
        </p:txBody>
      </p:sp>
      <p:sp>
        <p:nvSpPr>
          <p:cNvPr id="29" name="Editable chart path">
            <a:extLst xmlns:a="http://schemas.openxmlformats.org/drawingml/2006/main">
              <a:ext uri="{FF2B5EF4-FFF2-40B4-BE49-F238E27FC236}">
                <a16:creationId xmlns:a16="http://schemas.microsoft.com/office/drawing/2014/main" id="{DEB0F57A-D236-4880-861C-DBBA0BFD3B6E}"/>
              </a:ext>
            </a:extLst>
          </p:cNvPr>
          <p:cNvSpPr>
            <a:spLocks xmlns:a="http://schemas.openxmlformats.org/drawingml/2006/main" noGrp="1"/>
          </p:cNvSpPr>
          <p:nvPr/>
        </p:nvSpPr>
        <p:spPr>
          <a:xfrm xmlns:a="http://schemas.openxmlformats.org/drawingml/2006/main">
            <a:off x="5368615"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30" name="">
            <a:extLst xmlns:a="http://schemas.openxmlformats.org/drawingml/2006/main">
              <a:ext uri="{FF2B5EF4-FFF2-40B4-BE49-F238E27FC236}">
                <a16:creationId xmlns:a16="http://schemas.microsoft.com/office/drawing/2014/main" id="{672F3293-FA03-4F47-BD8B-AD0C8866DD7D}"/>
              </a:ext>
            </a:extLst>
          </p:cNvPr>
          <p:cNvSpPr>
            <a:spLocks xmlns:a="http://schemas.openxmlformats.org/drawingml/2006/main" noGrp="1"/>
          </p:cNvSpPr>
          <p:nvPr/>
        </p:nvSpPr>
        <p:spPr>
          <a:xfrm xmlns:a="http://schemas.openxmlformats.org/drawingml/2006/main" rot="0">
            <a:off x="5234229" y="4740164"/>
            <a:ext cx="26593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R06</a:t>
            </a:r>
          </a:p>
        </p:txBody>
      </p:sp>
      <p:sp>
        <p:nvSpPr>
          <p:cNvPr id="31" name="">
            <a:extLst xmlns:a="http://schemas.openxmlformats.org/drawingml/2006/main">
              <a:ext uri="{FF2B5EF4-FFF2-40B4-BE49-F238E27FC236}">
                <a16:creationId xmlns:a16="http://schemas.microsoft.com/office/drawing/2014/main" id="{6693CF16-65B4-47AC-8DE5-1E1C2C1EC0EE}"/>
              </a:ext>
            </a:extLst>
          </p:cNvPr>
          <p:cNvSpPr>
            <a:spLocks xmlns:a="http://schemas.openxmlformats.org/drawingml/2006/main" noGrp="1"/>
          </p:cNvSpPr>
          <p:nvPr/>
        </p:nvSpPr>
        <p:spPr>
          <a:xfrm xmlns:a="http://schemas.openxmlformats.org/drawingml/2006/main" rot="0">
            <a:off x="5185869" y="4831856"/>
            <a:ext cx="3648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0.88x</a:t>
            </a:r>
          </a:p>
        </p:txBody>
      </p:sp>
      <p:sp>
        <p:nvSpPr>
          <p:cNvPr id="32" name="">
            <a:extLst xmlns:a="http://schemas.openxmlformats.org/drawingml/2006/main">
              <a:ext uri="{FF2B5EF4-FFF2-40B4-BE49-F238E27FC236}">
                <a16:creationId xmlns:a16="http://schemas.microsoft.com/office/drawing/2014/main" id="{D5D0B538-2AF4-4607-B154-5B8ABB17B955}"/>
              </a:ext>
            </a:extLst>
          </p:cNvPr>
          <p:cNvSpPr>
            <a:spLocks xmlns:a="http://schemas.openxmlformats.org/drawingml/2006/main" noGrp="1"/>
          </p:cNvSpPr>
          <p:nvPr/>
        </p:nvSpPr>
        <p:spPr>
          <a:xfrm xmlns:a="http://schemas.openxmlformats.org/drawingml/2006/main" rot="0">
            <a:off x="5132065" y="4923549"/>
            <a:ext cx="4683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Nov 22</a:t>
            </a:r>
          </a:p>
        </p:txBody>
      </p:sp>
      <p:sp>
        <p:nvSpPr>
          <p:cNvPr id="33" name="Editable chart path">
            <a:extLst xmlns:a="http://schemas.openxmlformats.org/drawingml/2006/main">
              <a:ext uri="{FF2B5EF4-FFF2-40B4-BE49-F238E27FC236}">
                <a16:creationId xmlns:a16="http://schemas.microsoft.com/office/drawing/2014/main" id="{C618010F-5896-4834-82CE-2A86E2E8EAD3}"/>
              </a:ext>
            </a:extLst>
          </p:cNvPr>
          <p:cNvSpPr>
            <a:spLocks xmlns:a="http://schemas.openxmlformats.org/drawingml/2006/main" noGrp="1"/>
          </p:cNvSpPr>
          <p:nvPr/>
        </p:nvSpPr>
        <p:spPr>
          <a:xfrm xmlns:a="http://schemas.openxmlformats.org/drawingml/2006/main">
            <a:off x="5948645"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34" name="">
            <a:extLst xmlns:a="http://schemas.openxmlformats.org/drawingml/2006/main">
              <a:ext uri="{FF2B5EF4-FFF2-40B4-BE49-F238E27FC236}">
                <a16:creationId xmlns:a16="http://schemas.microsoft.com/office/drawing/2014/main" id="{899A98F2-54B1-4F38-B6B6-8DB4F5969207}"/>
              </a:ext>
            </a:extLst>
          </p:cNvPr>
          <p:cNvSpPr>
            <a:spLocks xmlns:a="http://schemas.openxmlformats.org/drawingml/2006/main" noGrp="1"/>
          </p:cNvSpPr>
          <p:nvPr/>
        </p:nvSpPr>
        <p:spPr>
          <a:xfrm xmlns:a="http://schemas.openxmlformats.org/drawingml/2006/main" rot="0">
            <a:off x="5820066" y="4740164"/>
            <a:ext cx="25355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R07</a:t>
            </a:r>
          </a:p>
        </p:txBody>
      </p:sp>
      <p:sp>
        <p:nvSpPr>
          <p:cNvPr id="35" name="">
            <a:extLst xmlns:a="http://schemas.openxmlformats.org/drawingml/2006/main">
              <a:ext uri="{FF2B5EF4-FFF2-40B4-BE49-F238E27FC236}">
                <a16:creationId xmlns:a16="http://schemas.microsoft.com/office/drawing/2014/main" id="{9307B845-697A-413A-95DB-6E371B85AB6E}"/>
              </a:ext>
            </a:extLst>
          </p:cNvPr>
          <p:cNvSpPr>
            <a:spLocks xmlns:a="http://schemas.openxmlformats.org/drawingml/2006/main" noGrp="1"/>
          </p:cNvSpPr>
          <p:nvPr/>
        </p:nvSpPr>
        <p:spPr>
          <a:xfrm xmlns:a="http://schemas.openxmlformats.org/drawingml/2006/main" rot="0">
            <a:off x="5771852" y="4831856"/>
            <a:ext cx="35290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0.87x</a:t>
            </a:r>
          </a:p>
        </p:txBody>
      </p:sp>
      <p:sp>
        <p:nvSpPr>
          <p:cNvPr id="36" name="">
            <a:extLst xmlns:a="http://schemas.openxmlformats.org/drawingml/2006/main">
              <a:ext uri="{FF2B5EF4-FFF2-40B4-BE49-F238E27FC236}">
                <a16:creationId xmlns:a16="http://schemas.microsoft.com/office/drawing/2014/main" id="{049CAA89-BD6E-4B95-8107-55B85ADA7DEC}"/>
              </a:ext>
            </a:extLst>
          </p:cNvPr>
          <p:cNvSpPr>
            <a:spLocks xmlns:a="http://schemas.openxmlformats.org/drawingml/2006/main" noGrp="1"/>
          </p:cNvSpPr>
          <p:nvPr/>
        </p:nvSpPr>
        <p:spPr>
          <a:xfrm xmlns:a="http://schemas.openxmlformats.org/drawingml/2006/main" rot="0">
            <a:off x="5711278" y="4923549"/>
            <a:ext cx="4712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Mar 23</a:t>
            </a:r>
          </a:p>
        </p:txBody>
      </p:sp>
      <p:sp>
        <p:nvSpPr>
          <p:cNvPr id="37" name="Editable chart path">
            <a:extLst xmlns:a="http://schemas.openxmlformats.org/drawingml/2006/main">
              <a:ext uri="{FF2B5EF4-FFF2-40B4-BE49-F238E27FC236}">
                <a16:creationId xmlns:a16="http://schemas.microsoft.com/office/drawing/2014/main" id="{FBC5A57D-2532-4BC8-AD32-3CDDBCAAF10D}"/>
              </a:ext>
            </a:extLst>
          </p:cNvPr>
          <p:cNvSpPr>
            <a:spLocks xmlns:a="http://schemas.openxmlformats.org/drawingml/2006/main" noGrp="1"/>
          </p:cNvSpPr>
          <p:nvPr/>
        </p:nvSpPr>
        <p:spPr>
          <a:xfrm xmlns:a="http://schemas.openxmlformats.org/drawingml/2006/main">
            <a:off x="6528674"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38" name="">
            <a:extLst xmlns:a="http://schemas.openxmlformats.org/drawingml/2006/main">
              <a:ext uri="{FF2B5EF4-FFF2-40B4-BE49-F238E27FC236}">
                <a16:creationId xmlns:a16="http://schemas.microsoft.com/office/drawing/2014/main" id="{8B2CDCC7-9A6E-45D0-8A2C-468349691664}"/>
              </a:ext>
            </a:extLst>
          </p:cNvPr>
          <p:cNvSpPr>
            <a:spLocks xmlns:a="http://schemas.openxmlformats.org/drawingml/2006/main" noGrp="1"/>
          </p:cNvSpPr>
          <p:nvPr/>
        </p:nvSpPr>
        <p:spPr>
          <a:xfrm xmlns:a="http://schemas.openxmlformats.org/drawingml/2006/main" rot="0">
            <a:off x="6394454" y="4740164"/>
            <a:ext cx="2653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R08</a:t>
            </a:r>
          </a:p>
        </p:txBody>
      </p:sp>
      <p:sp>
        <p:nvSpPr>
          <p:cNvPr id="39" name="">
            <a:extLst xmlns:a="http://schemas.openxmlformats.org/drawingml/2006/main">
              <a:ext uri="{FF2B5EF4-FFF2-40B4-BE49-F238E27FC236}">
                <a16:creationId xmlns:a16="http://schemas.microsoft.com/office/drawing/2014/main" id="{A08CEFCF-C043-46EC-951D-7E0E5D00CF30}"/>
              </a:ext>
            </a:extLst>
          </p:cNvPr>
          <p:cNvSpPr>
            <a:spLocks xmlns:a="http://schemas.openxmlformats.org/drawingml/2006/main" noGrp="1"/>
          </p:cNvSpPr>
          <p:nvPr/>
        </p:nvSpPr>
        <p:spPr>
          <a:xfrm xmlns:a="http://schemas.openxmlformats.org/drawingml/2006/main" rot="0">
            <a:off x="6367836" y="4831856"/>
            <a:ext cx="3209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1.00x</a:t>
            </a:r>
          </a:p>
        </p:txBody>
      </p:sp>
      <p:sp>
        <p:nvSpPr>
          <p:cNvPr id="40" name="">
            <a:extLst xmlns:a="http://schemas.openxmlformats.org/drawingml/2006/main">
              <a:ext uri="{FF2B5EF4-FFF2-40B4-BE49-F238E27FC236}">
                <a16:creationId xmlns:a16="http://schemas.microsoft.com/office/drawing/2014/main" id="{39E63FC0-E30C-440C-ABAC-9D5F80F36D45}"/>
              </a:ext>
            </a:extLst>
          </p:cNvPr>
          <p:cNvSpPr>
            <a:spLocks xmlns:a="http://schemas.openxmlformats.org/drawingml/2006/main" noGrp="1"/>
          </p:cNvSpPr>
          <p:nvPr/>
        </p:nvSpPr>
        <p:spPr>
          <a:xfrm xmlns:a="http://schemas.openxmlformats.org/drawingml/2006/main" rot="0">
            <a:off x="6325789" y="4923549"/>
            <a:ext cx="40224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Jul 23</a:t>
            </a:r>
          </a:p>
        </p:txBody>
      </p:sp>
      <p:sp>
        <p:nvSpPr>
          <p:cNvPr id="41" name="Editable chart path">
            <a:extLst xmlns:a="http://schemas.openxmlformats.org/drawingml/2006/main">
              <a:ext uri="{FF2B5EF4-FFF2-40B4-BE49-F238E27FC236}">
                <a16:creationId xmlns:a16="http://schemas.microsoft.com/office/drawing/2014/main" id="{F1BFFA63-A6DC-414A-99E2-9CB1D97C0789}"/>
              </a:ext>
            </a:extLst>
          </p:cNvPr>
          <p:cNvSpPr>
            <a:spLocks xmlns:a="http://schemas.openxmlformats.org/drawingml/2006/main" noGrp="1"/>
          </p:cNvSpPr>
          <p:nvPr/>
        </p:nvSpPr>
        <p:spPr>
          <a:xfrm xmlns:a="http://schemas.openxmlformats.org/drawingml/2006/main">
            <a:off x="7108704"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42" name="">
            <a:extLst xmlns:a="http://schemas.openxmlformats.org/drawingml/2006/main">
              <a:ext uri="{FF2B5EF4-FFF2-40B4-BE49-F238E27FC236}">
                <a16:creationId xmlns:a16="http://schemas.microsoft.com/office/drawing/2014/main" id="{CE4E3459-83C2-4ADE-AFE7-645799FCD27B}"/>
              </a:ext>
            </a:extLst>
          </p:cNvPr>
          <p:cNvSpPr>
            <a:spLocks xmlns:a="http://schemas.openxmlformats.org/drawingml/2006/main" noGrp="1"/>
          </p:cNvSpPr>
          <p:nvPr/>
        </p:nvSpPr>
        <p:spPr>
          <a:xfrm xmlns:a="http://schemas.openxmlformats.org/drawingml/2006/main" rot="0">
            <a:off x="6974303" y="4740164"/>
            <a:ext cx="26527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R09</a:t>
            </a:r>
          </a:p>
        </p:txBody>
      </p:sp>
      <p:sp>
        <p:nvSpPr>
          <p:cNvPr id="43" name="">
            <a:extLst xmlns:a="http://schemas.openxmlformats.org/drawingml/2006/main">
              <a:ext uri="{FF2B5EF4-FFF2-40B4-BE49-F238E27FC236}">
                <a16:creationId xmlns:a16="http://schemas.microsoft.com/office/drawing/2014/main" id="{3D34D45F-AA75-4DC3-9091-2E068389CA2C}"/>
              </a:ext>
            </a:extLst>
          </p:cNvPr>
          <p:cNvSpPr>
            <a:spLocks xmlns:a="http://schemas.openxmlformats.org/drawingml/2006/main" noGrp="1"/>
          </p:cNvSpPr>
          <p:nvPr/>
        </p:nvSpPr>
        <p:spPr>
          <a:xfrm xmlns:a="http://schemas.openxmlformats.org/drawingml/2006/main" rot="0">
            <a:off x="6926244" y="4831856"/>
            <a:ext cx="36423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0.95x</a:t>
            </a:r>
          </a:p>
        </p:txBody>
      </p:sp>
      <p:sp>
        <p:nvSpPr>
          <p:cNvPr id="44" name="">
            <a:extLst xmlns:a="http://schemas.openxmlformats.org/drawingml/2006/main">
              <a:ext uri="{FF2B5EF4-FFF2-40B4-BE49-F238E27FC236}">
                <a16:creationId xmlns:a16="http://schemas.microsoft.com/office/drawing/2014/main" id="{1594A976-E604-483A-A48C-CF89F5E12EDB}"/>
              </a:ext>
            </a:extLst>
          </p:cNvPr>
          <p:cNvSpPr>
            <a:spLocks xmlns:a="http://schemas.openxmlformats.org/drawingml/2006/main" noGrp="1"/>
          </p:cNvSpPr>
          <p:nvPr/>
        </p:nvSpPr>
        <p:spPr>
          <a:xfrm xmlns:a="http://schemas.openxmlformats.org/drawingml/2006/main" rot="0">
            <a:off x="6871766" y="4923549"/>
            <a:ext cx="47034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Nov 23</a:t>
            </a:r>
          </a:p>
        </p:txBody>
      </p:sp>
      <p:sp>
        <p:nvSpPr>
          <p:cNvPr id="45" name="Editable chart path">
            <a:extLst xmlns:a="http://schemas.openxmlformats.org/drawingml/2006/main">
              <a:ext uri="{FF2B5EF4-FFF2-40B4-BE49-F238E27FC236}">
                <a16:creationId xmlns:a16="http://schemas.microsoft.com/office/drawing/2014/main" id="{624D1C4B-F860-4DAC-98AB-7647794E1397}"/>
              </a:ext>
            </a:extLst>
          </p:cNvPr>
          <p:cNvSpPr>
            <a:spLocks xmlns:a="http://schemas.openxmlformats.org/drawingml/2006/main" noGrp="1"/>
          </p:cNvSpPr>
          <p:nvPr/>
        </p:nvSpPr>
        <p:spPr>
          <a:xfrm xmlns:a="http://schemas.openxmlformats.org/drawingml/2006/main">
            <a:off x="7688734"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46" name="">
            <a:extLst xmlns:a="http://schemas.openxmlformats.org/drawingml/2006/main">
              <a:ext uri="{FF2B5EF4-FFF2-40B4-BE49-F238E27FC236}">
                <a16:creationId xmlns:a16="http://schemas.microsoft.com/office/drawing/2014/main" id="{EF0D674E-650F-4BEE-A575-21E1E3D5DAC2}"/>
              </a:ext>
            </a:extLst>
          </p:cNvPr>
          <p:cNvSpPr>
            <a:spLocks xmlns:a="http://schemas.openxmlformats.org/drawingml/2006/main" noGrp="1"/>
          </p:cNvSpPr>
          <p:nvPr/>
        </p:nvSpPr>
        <p:spPr>
          <a:xfrm xmlns:a="http://schemas.openxmlformats.org/drawingml/2006/main" rot="0">
            <a:off x="7576110" y="4740164"/>
            <a:ext cx="22202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R10</a:t>
            </a:r>
          </a:p>
        </p:txBody>
      </p:sp>
      <p:sp>
        <p:nvSpPr>
          <p:cNvPr id="47" name="">
            <a:extLst xmlns:a="http://schemas.openxmlformats.org/drawingml/2006/main">
              <a:ext uri="{FF2B5EF4-FFF2-40B4-BE49-F238E27FC236}">
                <a16:creationId xmlns:a16="http://schemas.microsoft.com/office/drawing/2014/main" id="{F8641FAB-EE21-4E1F-BFE4-ECA42D035A1F}"/>
              </a:ext>
            </a:extLst>
          </p:cNvPr>
          <p:cNvSpPr>
            <a:spLocks xmlns:a="http://schemas.openxmlformats.org/drawingml/2006/main" noGrp="1"/>
          </p:cNvSpPr>
          <p:nvPr/>
        </p:nvSpPr>
        <p:spPr>
          <a:xfrm xmlns:a="http://schemas.openxmlformats.org/drawingml/2006/main" rot="0">
            <a:off x="7512083" y="4831856"/>
            <a:ext cx="35261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0.47x</a:t>
            </a:r>
          </a:p>
        </p:txBody>
      </p:sp>
      <p:sp>
        <p:nvSpPr>
          <p:cNvPr id="48" name="">
            <a:extLst xmlns:a="http://schemas.openxmlformats.org/drawingml/2006/main">
              <a:ext uri="{FF2B5EF4-FFF2-40B4-BE49-F238E27FC236}">
                <a16:creationId xmlns:a16="http://schemas.microsoft.com/office/drawing/2014/main" id="{00F609DE-72C5-4341-96B6-F0A9497BA637}"/>
              </a:ext>
            </a:extLst>
          </p:cNvPr>
          <p:cNvSpPr>
            <a:spLocks xmlns:a="http://schemas.openxmlformats.org/drawingml/2006/main" noGrp="1"/>
          </p:cNvSpPr>
          <p:nvPr/>
        </p:nvSpPr>
        <p:spPr>
          <a:xfrm xmlns:a="http://schemas.openxmlformats.org/drawingml/2006/main" rot="0">
            <a:off x="7449178" y="4923549"/>
            <a:ext cx="47596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Nov 24</a:t>
            </a:r>
          </a:p>
        </p:txBody>
      </p:sp>
      <p:sp>
        <p:nvSpPr>
          <p:cNvPr id="49" name="Editable chart path">
            <a:extLst xmlns:a="http://schemas.openxmlformats.org/drawingml/2006/main">
              <a:ext uri="{FF2B5EF4-FFF2-40B4-BE49-F238E27FC236}">
                <a16:creationId xmlns:a16="http://schemas.microsoft.com/office/drawing/2014/main" id="{EFDB4540-74CF-4AE8-8C90-40380EF9E050}"/>
              </a:ext>
            </a:extLst>
          </p:cNvPr>
          <p:cNvSpPr>
            <a:spLocks xmlns:a="http://schemas.openxmlformats.org/drawingml/2006/main" noGrp="1"/>
          </p:cNvSpPr>
          <p:nvPr/>
        </p:nvSpPr>
        <p:spPr>
          <a:xfrm xmlns:a="http://schemas.openxmlformats.org/drawingml/2006/main">
            <a:off x="8268763"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50" name="">
            <a:extLst xmlns:a="http://schemas.openxmlformats.org/drawingml/2006/main">
              <a:ext uri="{FF2B5EF4-FFF2-40B4-BE49-F238E27FC236}">
                <a16:creationId xmlns:a16="http://schemas.microsoft.com/office/drawing/2014/main" id="{F95B6F50-68BC-404A-8758-ECF74ECCBF40}"/>
              </a:ext>
            </a:extLst>
          </p:cNvPr>
          <p:cNvSpPr>
            <a:spLocks xmlns:a="http://schemas.openxmlformats.org/drawingml/2006/main" noGrp="1"/>
          </p:cNvSpPr>
          <p:nvPr/>
        </p:nvSpPr>
        <p:spPr>
          <a:xfrm xmlns:a="http://schemas.openxmlformats.org/drawingml/2006/main" rot="0">
            <a:off x="8171590" y="4740164"/>
            <a:ext cx="17897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R11</a:t>
            </a:r>
          </a:p>
        </p:txBody>
      </p:sp>
      <p:sp>
        <p:nvSpPr>
          <p:cNvPr id="51" name="">
            <a:extLst xmlns:a="http://schemas.openxmlformats.org/drawingml/2006/main">
              <a:ext uri="{FF2B5EF4-FFF2-40B4-BE49-F238E27FC236}">
                <a16:creationId xmlns:a16="http://schemas.microsoft.com/office/drawing/2014/main" id="{C1C398CD-3C22-4843-8FA1-AE00E23AF68E}"/>
              </a:ext>
            </a:extLst>
          </p:cNvPr>
          <p:cNvSpPr>
            <a:spLocks xmlns:a="http://schemas.openxmlformats.org/drawingml/2006/main" noGrp="1"/>
          </p:cNvSpPr>
          <p:nvPr/>
        </p:nvSpPr>
        <p:spPr>
          <a:xfrm xmlns:a="http://schemas.openxmlformats.org/drawingml/2006/main" rot="0">
            <a:off x="8089922" y="4831856"/>
            <a:ext cx="3569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0.82x</a:t>
            </a:r>
          </a:p>
        </p:txBody>
      </p:sp>
      <p:sp>
        <p:nvSpPr>
          <p:cNvPr id="52" name="">
            <a:extLst xmlns:a="http://schemas.openxmlformats.org/drawingml/2006/main">
              <a:ext uri="{FF2B5EF4-FFF2-40B4-BE49-F238E27FC236}">
                <a16:creationId xmlns:a16="http://schemas.microsoft.com/office/drawing/2014/main" id="{5D69F745-3074-4176-825D-FE413FAE1FF9}"/>
              </a:ext>
            </a:extLst>
          </p:cNvPr>
          <p:cNvSpPr>
            <a:spLocks xmlns:a="http://schemas.openxmlformats.org/drawingml/2006/main" noGrp="1"/>
          </p:cNvSpPr>
          <p:nvPr/>
        </p:nvSpPr>
        <p:spPr>
          <a:xfrm xmlns:a="http://schemas.openxmlformats.org/drawingml/2006/main" rot="0">
            <a:off x="8027160" y="4923549"/>
            <a:ext cx="4800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Dec 24</a:t>
            </a:r>
          </a:p>
        </p:txBody>
      </p:sp>
      <p:sp>
        <p:nvSpPr>
          <p:cNvPr id="53" name="Editable chart path">
            <a:extLst xmlns:a="http://schemas.openxmlformats.org/drawingml/2006/main">
              <a:ext uri="{FF2B5EF4-FFF2-40B4-BE49-F238E27FC236}">
                <a16:creationId xmlns:a16="http://schemas.microsoft.com/office/drawing/2014/main" id="{88317FF3-D5B4-4AFB-B3E4-5E147DC3EDEA}"/>
              </a:ext>
            </a:extLst>
          </p:cNvPr>
          <p:cNvSpPr>
            <a:spLocks xmlns:a="http://schemas.openxmlformats.org/drawingml/2006/main" noGrp="1"/>
          </p:cNvSpPr>
          <p:nvPr/>
        </p:nvSpPr>
        <p:spPr>
          <a:xfrm xmlns:a="http://schemas.openxmlformats.org/drawingml/2006/main">
            <a:off x="8848793" y="4740902"/>
            <a:ext cx="95" cy="3586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54" name="">
            <a:extLst xmlns:a="http://schemas.openxmlformats.org/drawingml/2006/main">
              <a:ext uri="{FF2B5EF4-FFF2-40B4-BE49-F238E27FC236}">
                <a16:creationId xmlns:a16="http://schemas.microsoft.com/office/drawing/2014/main" id="{BAA23F47-0747-4C4D-80F2-7E10F38860AB}"/>
              </a:ext>
            </a:extLst>
          </p:cNvPr>
          <p:cNvSpPr>
            <a:spLocks xmlns:a="http://schemas.openxmlformats.org/drawingml/2006/main" noGrp="1"/>
          </p:cNvSpPr>
          <p:nvPr/>
        </p:nvSpPr>
        <p:spPr>
          <a:xfrm xmlns:a="http://schemas.openxmlformats.org/drawingml/2006/main" rot="0">
            <a:off x="8739116" y="4740164"/>
            <a:ext cx="21459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R12</a:t>
            </a:r>
          </a:p>
        </p:txBody>
      </p:sp>
      <p:sp>
        <p:nvSpPr>
          <p:cNvPr id="55" name="">
            <a:extLst xmlns:a="http://schemas.openxmlformats.org/drawingml/2006/main">
              <a:ext uri="{FF2B5EF4-FFF2-40B4-BE49-F238E27FC236}">
                <a16:creationId xmlns:a16="http://schemas.microsoft.com/office/drawing/2014/main" id="{DDDB5983-3D33-4026-A355-80D15EB7D79E}"/>
              </a:ext>
            </a:extLst>
          </p:cNvPr>
          <p:cNvSpPr>
            <a:spLocks xmlns:a="http://schemas.openxmlformats.org/drawingml/2006/main" noGrp="1"/>
          </p:cNvSpPr>
          <p:nvPr/>
        </p:nvSpPr>
        <p:spPr>
          <a:xfrm xmlns:a="http://schemas.openxmlformats.org/drawingml/2006/main" rot="0">
            <a:off x="8666332" y="4831856"/>
            <a:ext cx="36423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0.95x</a:t>
            </a:r>
          </a:p>
        </p:txBody>
      </p:sp>
      <p:sp>
        <p:nvSpPr>
          <p:cNvPr id="56" name="">
            <a:extLst xmlns:a="http://schemas.openxmlformats.org/drawingml/2006/main">
              <a:ext uri="{FF2B5EF4-FFF2-40B4-BE49-F238E27FC236}">
                <a16:creationId xmlns:a16="http://schemas.microsoft.com/office/drawing/2014/main" id="{B704EA0A-93D2-4FF4-91C3-B8F31551E130}"/>
              </a:ext>
            </a:extLst>
          </p:cNvPr>
          <p:cNvSpPr>
            <a:spLocks xmlns:a="http://schemas.openxmlformats.org/drawingml/2006/main" noGrp="1"/>
          </p:cNvSpPr>
          <p:nvPr/>
        </p:nvSpPr>
        <p:spPr>
          <a:xfrm xmlns:a="http://schemas.openxmlformats.org/drawingml/2006/main" rot="0">
            <a:off x="8613153" y="4923549"/>
            <a:ext cx="46767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Jan 25</a:t>
            </a:r>
          </a:p>
        </p:txBody>
      </p:sp>
      <p:sp>
        <p:nvSpPr>
          <p:cNvPr id="57" name="">
            <a:extLst xmlns:a="http://schemas.openxmlformats.org/drawingml/2006/main">
              <a:ext uri="{FF2B5EF4-FFF2-40B4-BE49-F238E27FC236}">
                <a16:creationId xmlns:a16="http://schemas.microsoft.com/office/drawing/2014/main" id="{D2C4FFAD-05CD-434E-95D9-74B885F76119}"/>
              </a:ext>
            </a:extLst>
          </p:cNvPr>
          <p:cNvSpPr>
            <a:spLocks xmlns:a="http://schemas.openxmlformats.org/drawingml/2006/main" noGrp="1"/>
          </p:cNvSpPr>
          <p:nvPr/>
        </p:nvSpPr>
        <p:spPr>
          <a:xfrm xmlns:a="http://schemas.openxmlformats.org/drawingml/2006/main" rot="0">
            <a:off x="4675557" y="5069791"/>
            <a:ext cx="312343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Feed regime, coverage level (x normal), start</a:t>
            </a:r>
          </a:p>
        </p:txBody>
      </p:sp>
      <p:sp>
        <p:nvSpPr>
          <p:cNvPr id="58" name="Editable chart path">
            <a:extLst xmlns:a="http://schemas.openxmlformats.org/drawingml/2006/main">
              <a:ext uri="{FF2B5EF4-FFF2-40B4-BE49-F238E27FC236}">
                <a16:creationId xmlns:a16="http://schemas.microsoft.com/office/drawing/2014/main" id="{AC99ACE8-E32E-46C1-996B-889F54F0A87C}"/>
              </a:ext>
            </a:extLst>
          </p:cNvPr>
          <p:cNvSpPr>
            <a:spLocks xmlns:a="http://schemas.openxmlformats.org/drawingml/2006/main" noGrp="1"/>
          </p:cNvSpPr>
          <p:nvPr/>
        </p:nvSpPr>
        <p:spPr>
          <a:xfrm xmlns:a="http://schemas.openxmlformats.org/drawingml/2006/main">
            <a:off x="3208005" y="4477686"/>
            <a:ext cx="6061309" cy="95"/>
          </a:xfrm>
          <a:custGeom xmlns:a="http://schemas.openxmlformats.org/drawingml/2006/main">
            <a:pathLst>
              <a:path w="5633771" h="95">
                <a:moveTo>
                  <a:pt x="0" y="0"/>
                </a:moveTo>
                <a:lnTo>
                  <a:pt x="5633771" y="0"/>
                </a:lnTo>
              </a:path>
            </a:pathLst>
          </a:custGeom>
          <a:noFill xmlns:a="http://schemas.openxmlformats.org/drawingml/2006/main"/>
          <a:ln xmlns:a="http://schemas.openxmlformats.org/drawingml/2006/main" w="6149">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7F130271-F728-4550-A756-5F3D493539AE}"/>
              </a:ext>
            </a:extLst>
          </p:cNvPr>
          <p:cNvSpPr>
            <a:spLocks xmlns:a="http://schemas.openxmlformats.org/drawingml/2006/main" noGrp="1"/>
          </p:cNvSpPr>
          <p:nvPr/>
        </p:nvSpPr>
        <p:spPr>
          <a:xfrm xmlns:a="http://schemas.openxmlformats.org/drawingml/2006/main">
            <a:off x="3172137" y="4477686"/>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60" name="">
            <a:extLst xmlns:a="http://schemas.openxmlformats.org/drawingml/2006/main">
              <a:ext uri="{FF2B5EF4-FFF2-40B4-BE49-F238E27FC236}">
                <a16:creationId xmlns:a16="http://schemas.microsoft.com/office/drawing/2014/main" id="{C2FFC37D-A5CB-406B-8761-69405AD2270B}"/>
              </a:ext>
            </a:extLst>
          </p:cNvPr>
          <p:cNvSpPr>
            <a:spLocks xmlns:a="http://schemas.openxmlformats.org/drawingml/2006/main" noGrp="1"/>
          </p:cNvSpPr>
          <p:nvPr/>
        </p:nvSpPr>
        <p:spPr>
          <a:xfrm xmlns:a="http://schemas.openxmlformats.org/drawingml/2006/main" rot="0">
            <a:off x="2917920" y="4374870"/>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61" name="Editable chart path">
            <a:extLst xmlns:a="http://schemas.openxmlformats.org/drawingml/2006/main">
              <a:ext uri="{FF2B5EF4-FFF2-40B4-BE49-F238E27FC236}">
                <a16:creationId xmlns:a16="http://schemas.microsoft.com/office/drawing/2014/main" id="{1C9175C4-9850-4E66-85D8-B1B97CB50BA0}"/>
              </a:ext>
            </a:extLst>
          </p:cNvPr>
          <p:cNvSpPr>
            <a:spLocks xmlns:a="http://schemas.openxmlformats.org/drawingml/2006/main" noGrp="1"/>
          </p:cNvSpPr>
          <p:nvPr/>
        </p:nvSpPr>
        <p:spPr>
          <a:xfrm xmlns:a="http://schemas.openxmlformats.org/drawingml/2006/main">
            <a:off x="3208005" y="4088724"/>
            <a:ext cx="6061309" cy="95"/>
          </a:xfrm>
          <a:custGeom xmlns:a="http://schemas.openxmlformats.org/drawingml/2006/main">
            <a:pathLst>
              <a:path w="5633771" h="95">
                <a:moveTo>
                  <a:pt x="0" y="0"/>
                </a:moveTo>
                <a:lnTo>
                  <a:pt x="5633771" y="0"/>
                </a:lnTo>
              </a:path>
            </a:pathLst>
          </a:custGeom>
          <a:noFill xmlns:a="http://schemas.openxmlformats.org/drawingml/2006/main"/>
          <a:ln xmlns:a="http://schemas.openxmlformats.org/drawingml/2006/main" w="6149">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C48ED2C1-0E36-4AC6-8A7B-F5170B03FB05}"/>
              </a:ext>
            </a:extLst>
          </p:cNvPr>
          <p:cNvSpPr>
            <a:spLocks xmlns:a="http://schemas.openxmlformats.org/drawingml/2006/main" noGrp="1"/>
          </p:cNvSpPr>
          <p:nvPr/>
        </p:nvSpPr>
        <p:spPr>
          <a:xfrm xmlns:a="http://schemas.openxmlformats.org/drawingml/2006/main">
            <a:off x="3172137" y="4088724"/>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63" name="">
            <a:extLst xmlns:a="http://schemas.openxmlformats.org/drawingml/2006/main">
              <a:ext uri="{FF2B5EF4-FFF2-40B4-BE49-F238E27FC236}">
                <a16:creationId xmlns:a16="http://schemas.microsoft.com/office/drawing/2014/main" id="{28C434BC-ECDE-4258-8685-B6F1F1843D66}"/>
              </a:ext>
            </a:extLst>
          </p:cNvPr>
          <p:cNvSpPr>
            <a:spLocks xmlns:a="http://schemas.openxmlformats.org/drawingml/2006/main" noGrp="1"/>
          </p:cNvSpPr>
          <p:nvPr/>
        </p:nvSpPr>
        <p:spPr>
          <a:xfrm xmlns:a="http://schemas.openxmlformats.org/drawingml/2006/main" rot="0">
            <a:off x="2918381" y="3985908"/>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64" name="Editable chart path">
            <a:extLst xmlns:a="http://schemas.openxmlformats.org/drawingml/2006/main">
              <a:ext uri="{FF2B5EF4-FFF2-40B4-BE49-F238E27FC236}">
                <a16:creationId xmlns:a16="http://schemas.microsoft.com/office/drawing/2014/main" id="{0946C0A8-3BFE-41EA-AFED-51457B209CDC}"/>
              </a:ext>
            </a:extLst>
          </p:cNvPr>
          <p:cNvSpPr>
            <a:spLocks xmlns:a="http://schemas.openxmlformats.org/drawingml/2006/main" noGrp="1"/>
          </p:cNvSpPr>
          <p:nvPr/>
        </p:nvSpPr>
        <p:spPr>
          <a:xfrm xmlns:a="http://schemas.openxmlformats.org/drawingml/2006/main">
            <a:off x="3208005" y="3699762"/>
            <a:ext cx="6061309" cy="95"/>
          </a:xfrm>
          <a:custGeom xmlns:a="http://schemas.openxmlformats.org/drawingml/2006/main">
            <a:pathLst>
              <a:path w="5633771" h="95">
                <a:moveTo>
                  <a:pt x="0" y="0"/>
                </a:moveTo>
                <a:lnTo>
                  <a:pt x="5633771" y="0"/>
                </a:lnTo>
              </a:path>
            </a:pathLst>
          </a:custGeom>
          <a:noFill xmlns:a="http://schemas.openxmlformats.org/drawingml/2006/main"/>
          <a:ln xmlns:a="http://schemas.openxmlformats.org/drawingml/2006/main" w="6149">
            <a:solidFill>
              <a:srgbClr val="E4EAF4"/>
            </a:solidFill>
            <a:prstDash val="solid"/>
          </a:ln>
        </p:spPr>
      </p:sp>
      <p:sp>
        <p:nvSpPr>
          <p:cNvPr id="65" name="Editable chart path">
            <a:extLst xmlns:a="http://schemas.openxmlformats.org/drawingml/2006/main">
              <a:ext uri="{FF2B5EF4-FFF2-40B4-BE49-F238E27FC236}">
                <a16:creationId xmlns:a16="http://schemas.microsoft.com/office/drawing/2014/main" id="{78F8D000-88B3-47E4-A643-302716F84E70}"/>
              </a:ext>
            </a:extLst>
          </p:cNvPr>
          <p:cNvSpPr>
            <a:spLocks xmlns:a="http://schemas.openxmlformats.org/drawingml/2006/main" noGrp="1"/>
          </p:cNvSpPr>
          <p:nvPr/>
        </p:nvSpPr>
        <p:spPr>
          <a:xfrm xmlns:a="http://schemas.openxmlformats.org/drawingml/2006/main">
            <a:off x="3172137" y="3699762"/>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66" name="">
            <a:extLst xmlns:a="http://schemas.openxmlformats.org/drawingml/2006/main">
              <a:ext uri="{FF2B5EF4-FFF2-40B4-BE49-F238E27FC236}">
                <a16:creationId xmlns:a16="http://schemas.microsoft.com/office/drawing/2014/main" id="{2287C3BD-A186-40AF-8179-534DA4D59910}"/>
              </a:ext>
            </a:extLst>
          </p:cNvPr>
          <p:cNvSpPr>
            <a:spLocks xmlns:a="http://schemas.openxmlformats.org/drawingml/2006/main" noGrp="1"/>
          </p:cNvSpPr>
          <p:nvPr/>
        </p:nvSpPr>
        <p:spPr>
          <a:xfrm xmlns:a="http://schemas.openxmlformats.org/drawingml/2006/main" rot="0">
            <a:off x="2962592" y="3596946"/>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67" name="Editable chart path">
            <a:extLst xmlns:a="http://schemas.openxmlformats.org/drawingml/2006/main">
              <a:ext uri="{FF2B5EF4-FFF2-40B4-BE49-F238E27FC236}">
                <a16:creationId xmlns:a16="http://schemas.microsoft.com/office/drawing/2014/main" id="{6444355A-5DAD-4092-8D1E-1C4D8AC14552}"/>
              </a:ext>
            </a:extLst>
          </p:cNvPr>
          <p:cNvSpPr>
            <a:spLocks xmlns:a="http://schemas.openxmlformats.org/drawingml/2006/main" noGrp="1"/>
          </p:cNvSpPr>
          <p:nvPr/>
        </p:nvSpPr>
        <p:spPr>
          <a:xfrm xmlns:a="http://schemas.openxmlformats.org/drawingml/2006/main">
            <a:off x="3208005" y="3310801"/>
            <a:ext cx="6061309" cy="95"/>
          </a:xfrm>
          <a:custGeom xmlns:a="http://schemas.openxmlformats.org/drawingml/2006/main">
            <a:pathLst>
              <a:path w="5633771" h="95">
                <a:moveTo>
                  <a:pt x="0" y="0"/>
                </a:moveTo>
                <a:lnTo>
                  <a:pt x="5633771" y="0"/>
                </a:lnTo>
              </a:path>
            </a:pathLst>
          </a:custGeom>
          <a:noFill xmlns:a="http://schemas.openxmlformats.org/drawingml/2006/main"/>
          <a:ln xmlns:a="http://schemas.openxmlformats.org/drawingml/2006/main" w="6149">
            <a:solidFill>
              <a:srgbClr val="E4EAF4"/>
            </a:solidFill>
            <a:prstDash val="solid"/>
          </a:ln>
        </p:spPr>
      </p:sp>
      <p:sp>
        <p:nvSpPr>
          <p:cNvPr id="68" name="Editable chart path">
            <a:extLst xmlns:a="http://schemas.openxmlformats.org/drawingml/2006/main">
              <a:ext uri="{FF2B5EF4-FFF2-40B4-BE49-F238E27FC236}">
                <a16:creationId xmlns:a16="http://schemas.microsoft.com/office/drawing/2014/main" id="{4C3BCD88-3E1E-4C62-A1C1-BF865E3FCA45}"/>
              </a:ext>
            </a:extLst>
          </p:cNvPr>
          <p:cNvSpPr>
            <a:spLocks xmlns:a="http://schemas.openxmlformats.org/drawingml/2006/main" noGrp="1"/>
          </p:cNvSpPr>
          <p:nvPr/>
        </p:nvSpPr>
        <p:spPr>
          <a:xfrm xmlns:a="http://schemas.openxmlformats.org/drawingml/2006/main">
            <a:off x="3172137" y="3310801"/>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69" name="">
            <a:extLst xmlns:a="http://schemas.openxmlformats.org/drawingml/2006/main">
              <a:ext uri="{FF2B5EF4-FFF2-40B4-BE49-F238E27FC236}">
                <a16:creationId xmlns:a16="http://schemas.microsoft.com/office/drawing/2014/main" id="{67796995-2349-4F70-AA54-A3D1A07ED2A4}"/>
              </a:ext>
            </a:extLst>
          </p:cNvPr>
          <p:cNvSpPr>
            <a:spLocks xmlns:a="http://schemas.openxmlformats.org/drawingml/2006/main" noGrp="1"/>
          </p:cNvSpPr>
          <p:nvPr/>
        </p:nvSpPr>
        <p:spPr>
          <a:xfrm xmlns:a="http://schemas.openxmlformats.org/drawingml/2006/main" rot="0">
            <a:off x="3040015" y="3207984"/>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70" name="Editable chart path">
            <a:extLst xmlns:a="http://schemas.openxmlformats.org/drawingml/2006/main">
              <a:ext uri="{FF2B5EF4-FFF2-40B4-BE49-F238E27FC236}">
                <a16:creationId xmlns:a16="http://schemas.microsoft.com/office/drawing/2014/main" id="{A3F44A0D-9898-4357-826C-9ECA1BD46324}"/>
              </a:ext>
            </a:extLst>
          </p:cNvPr>
          <p:cNvSpPr>
            <a:spLocks xmlns:a="http://schemas.openxmlformats.org/drawingml/2006/main" noGrp="1"/>
          </p:cNvSpPr>
          <p:nvPr/>
        </p:nvSpPr>
        <p:spPr>
          <a:xfrm xmlns:a="http://schemas.openxmlformats.org/drawingml/2006/main">
            <a:off x="3208005" y="2921839"/>
            <a:ext cx="6061309" cy="95"/>
          </a:xfrm>
          <a:custGeom xmlns:a="http://schemas.openxmlformats.org/drawingml/2006/main">
            <a:pathLst>
              <a:path w="5633771" h="95">
                <a:moveTo>
                  <a:pt x="0" y="0"/>
                </a:moveTo>
                <a:lnTo>
                  <a:pt x="5633771" y="0"/>
                </a:lnTo>
              </a:path>
            </a:pathLst>
          </a:custGeom>
          <a:noFill xmlns:a="http://schemas.openxmlformats.org/drawingml/2006/main"/>
          <a:ln xmlns:a="http://schemas.openxmlformats.org/drawingml/2006/main" w="6149">
            <a:solidFill>
              <a:srgbClr val="E4EAF4"/>
            </a:solidFill>
            <a:prstDash val="solid"/>
          </a:ln>
        </p:spPr>
      </p:sp>
      <p:sp>
        <p:nvSpPr>
          <p:cNvPr id="71" name="Editable chart path">
            <a:extLst xmlns:a="http://schemas.openxmlformats.org/drawingml/2006/main">
              <a:ext uri="{FF2B5EF4-FFF2-40B4-BE49-F238E27FC236}">
                <a16:creationId xmlns:a16="http://schemas.microsoft.com/office/drawing/2014/main" id="{076A168F-3826-4B8C-A9AA-9448E5EAE539}"/>
              </a:ext>
            </a:extLst>
          </p:cNvPr>
          <p:cNvSpPr>
            <a:spLocks xmlns:a="http://schemas.openxmlformats.org/drawingml/2006/main" noGrp="1"/>
          </p:cNvSpPr>
          <p:nvPr/>
        </p:nvSpPr>
        <p:spPr>
          <a:xfrm xmlns:a="http://schemas.openxmlformats.org/drawingml/2006/main">
            <a:off x="3172137" y="2921839"/>
            <a:ext cx="3586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98">
            <a:solidFill>
              <a:srgbClr val="5A6683"/>
            </a:solidFill>
            <a:prstDash val="solid"/>
          </a:ln>
        </p:spPr>
      </p:sp>
      <p:sp>
        <p:nvSpPr>
          <p:cNvPr id="72" name="">
            <a:extLst xmlns:a="http://schemas.openxmlformats.org/drawingml/2006/main">
              <a:ext uri="{FF2B5EF4-FFF2-40B4-BE49-F238E27FC236}">
                <a16:creationId xmlns:a16="http://schemas.microsoft.com/office/drawing/2014/main" id="{9F435876-66CD-451A-A169-057E939817CA}"/>
              </a:ext>
            </a:extLst>
          </p:cNvPr>
          <p:cNvSpPr>
            <a:spLocks xmlns:a="http://schemas.openxmlformats.org/drawingml/2006/main" noGrp="1"/>
          </p:cNvSpPr>
          <p:nvPr/>
        </p:nvSpPr>
        <p:spPr>
          <a:xfrm xmlns:a="http://schemas.openxmlformats.org/drawingml/2006/main" rot="0">
            <a:off x="3039554" y="2819022"/>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73" name="Editable chart path">
            <a:extLst xmlns:a="http://schemas.openxmlformats.org/drawingml/2006/main">
              <a:ext uri="{FF2B5EF4-FFF2-40B4-BE49-F238E27FC236}">
                <a16:creationId xmlns:a16="http://schemas.microsoft.com/office/drawing/2014/main" id="{264B8793-649B-4A45-BBB9-90D8CBF551E8}"/>
              </a:ext>
            </a:extLst>
          </p:cNvPr>
          <p:cNvSpPr>
            <a:spLocks xmlns:a="http://schemas.openxmlformats.org/drawingml/2006/main" noGrp="1"/>
          </p:cNvSpPr>
          <p:nvPr/>
        </p:nvSpPr>
        <p:spPr>
          <a:xfrm xmlns:a="http://schemas.openxmlformats.org/drawingml/2006/main">
            <a:off x="3483519" y="3321233"/>
            <a:ext cx="95" cy="290953"/>
          </a:xfrm>
          <a:custGeom xmlns:a="http://schemas.openxmlformats.org/drawingml/2006/main">
            <a:pathLst>
              <a:path w="95" h="270431">
                <a:moveTo>
                  <a:pt x="0" y="270431"/>
                </a:moveTo>
                <a:lnTo>
                  <a:pt x="0" y="0"/>
                </a:lnTo>
              </a:path>
            </a:pathLst>
          </a:custGeom>
          <a:noFill xmlns:a="http://schemas.openxmlformats.org/drawingml/2006/main"/>
          <a:ln xmlns:a="http://schemas.openxmlformats.org/drawingml/2006/main" w="12297">
            <a:solidFill>
              <a:srgbClr val="9BBFF2"/>
            </a:solidFill>
            <a:prstDash val="solid"/>
          </a:ln>
        </p:spPr>
      </p:sp>
      <p:sp>
        <p:nvSpPr>
          <p:cNvPr id="74" name="Editable chart path">
            <a:extLst xmlns:a="http://schemas.openxmlformats.org/drawingml/2006/main">
              <a:ext uri="{FF2B5EF4-FFF2-40B4-BE49-F238E27FC236}">
                <a16:creationId xmlns:a16="http://schemas.microsoft.com/office/drawing/2014/main" id="{EB01F246-587A-4904-BF37-77F30F72E725}"/>
              </a:ext>
            </a:extLst>
          </p:cNvPr>
          <p:cNvSpPr>
            <a:spLocks xmlns:a="http://schemas.openxmlformats.org/drawingml/2006/main" noGrp="1"/>
          </p:cNvSpPr>
          <p:nvPr/>
        </p:nvSpPr>
        <p:spPr>
          <a:xfrm xmlns:a="http://schemas.openxmlformats.org/drawingml/2006/main">
            <a:off x="4063549" y="2807551"/>
            <a:ext cx="95" cy="932713"/>
          </a:xfrm>
          <a:custGeom xmlns:a="http://schemas.openxmlformats.org/drawingml/2006/main">
            <a:pathLst>
              <a:path w="95" h="866924">
                <a:moveTo>
                  <a:pt x="0" y="866924"/>
                </a:moveTo>
                <a:lnTo>
                  <a:pt x="0" y="0"/>
                </a:lnTo>
              </a:path>
            </a:pathLst>
          </a:custGeom>
          <a:noFill xmlns:a="http://schemas.openxmlformats.org/drawingml/2006/main"/>
          <a:ln xmlns:a="http://schemas.openxmlformats.org/drawingml/2006/main" w="12297">
            <a:solidFill>
              <a:srgbClr val="9BBFF2"/>
            </a:solidFill>
            <a:prstDash val="solid"/>
          </a:ln>
        </p:spPr>
      </p:sp>
      <p:sp>
        <p:nvSpPr>
          <p:cNvPr id="75" name="Editable chart path">
            <a:extLst xmlns:a="http://schemas.openxmlformats.org/drawingml/2006/main">
              <a:ext uri="{FF2B5EF4-FFF2-40B4-BE49-F238E27FC236}">
                <a16:creationId xmlns:a16="http://schemas.microsoft.com/office/drawing/2014/main" id="{A0345729-EEEC-4C03-A96B-E8EF9999C43B}"/>
              </a:ext>
            </a:extLst>
          </p:cNvPr>
          <p:cNvSpPr>
            <a:spLocks xmlns:a="http://schemas.openxmlformats.org/drawingml/2006/main" noGrp="1"/>
          </p:cNvSpPr>
          <p:nvPr/>
        </p:nvSpPr>
        <p:spPr>
          <a:xfrm xmlns:a="http://schemas.openxmlformats.org/drawingml/2006/main">
            <a:off x="4643578" y="3372496"/>
            <a:ext cx="95" cy="237399"/>
          </a:xfrm>
          <a:custGeom xmlns:a="http://schemas.openxmlformats.org/drawingml/2006/main">
            <a:pathLst>
              <a:path w="95" h="220654">
                <a:moveTo>
                  <a:pt x="0" y="220654"/>
                </a:moveTo>
                <a:lnTo>
                  <a:pt x="0" y="0"/>
                </a:lnTo>
              </a:path>
            </a:pathLst>
          </a:custGeom>
          <a:noFill xmlns:a="http://schemas.openxmlformats.org/drawingml/2006/main"/>
          <a:ln xmlns:a="http://schemas.openxmlformats.org/drawingml/2006/main" w="12297">
            <a:solidFill>
              <a:srgbClr val="9BBFF2"/>
            </a:solidFill>
            <a:prstDash val="solid"/>
          </a:ln>
        </p:spPr>
      </p:sp>
      <p:sp>
        <p:nvSpPr>
          <p:cNvPr id="76" name="Editable chart path">
            <a:extLst xmlns:a="http://schemas.openxmlformats.org/drawingml/2006/main">
              <a:ext uri="{FF2B5EF4-FFF2-40B4-BE49-F238E27FC236}">
                <a16:creationId xmlns:a16="http://schemas.microsoft.com/office/drawing/2014/main" id="{5503CBA5-88B6-42C4-8AFD-42A7AF31CF11}"/>
              </a:ext>
            </a:extLst>
          </p:cNvPr>
          <p:cNvSpPr>
            <a:spLocks xmlns:a="http://schemas.openxmlformats.org/drawingml/2006/main" noGrp="1"/>
          </p:cNvSpPr>
          <p:nvPr/>
        </p:nvSpPr>
        <p:spPr>
          <a:xfrm xmlns:a="http://schemas.openxmlformats.org/drawingml/2006/main">
            <a:off x="5223608" y="3353220"/>
            <a:ext cx="95" cy="210052"/>
          </a:xfrm>
          <a:custGeom xmlns:a="http://schemas.openxmlformats.org/drawingml/2006/main">
            <a:pathLst>
              <a:path w="95" h="195236">
                <a:moveTo>
                  <a:pt x="0" y="195236"/>
                </a:moveTo>
                <a:lnTo>
                  <a:pt x="0" y="0"/>
                </a:lnTo>
              </a:path>
            </a:pathLst>
          </a:custGeom>
          <a:noFill xmlns:a="http://schemas.openxmlformats.org/drawingml/2006/main"/>
          <a:ln xmlns:a="http://schemas.openxmlformats.org/drawingml/2006/main" w="12297">
            <a:solidFill>
              <a:srgbClr val="9BBFF2"/>
            </a:solidFill>
            <a:prstDash val="solid"/>
          </a:ln>
        </p:spPr>
      </p:sp>
      <p:sp>
        <p:nvSpPr>
          <p:cNvPr id="77" name="Editable chart path">
            <a:extLst xmlns:a="http://schemas.openxmlformats.org/drawingml/2006/main">
              <a:ext uri="{FF2B5EF4-FFF2-40B4-BE49-F238E27FC236}">
                <a16:creationId xmlns:a16="http://schemas.microsoft.com/office/drawing/2014/main" id="{5B47C31F-015E-4EF3-95D8-F90E88996A49}"/>
              </a:ext>
            </a:extLst>
          </p:cNvPr>
          <p:cNvSpPr>
            <a:spLocks xmlns:a="http://schemas.openxmlformats.org/drawingml/2006/main" noGrp="1"/>
          </p:cNvSpPr>
          <p:nvPr/>
        </p:nvSpPr>
        <p:spPr>
          <a:xfrm xmlns:a="http://schemas.openxmlformats.org/drawingml/2006/main">
            <a:off x="5803637" y="3118477"/>
            <a:ext cx="95" cy="306748"/>
          </a:xfrm>
          <a:custGeom xmlns:a="http://schemas.openxmlformats.org/drawingml/2006/main">
            <a:pathLst>
              <a:path w="95" h="285111">
                <a:moveTo>
                  <a:pt x="0" y="285111"/>
                </a:moveTo>
                <a:lnTo>
                  <a:pt x="0" y="0"/>
                </a:lnTo>
              </a:path>
            </a:pathLst>
          </a:custGeom>
          <a:noFill xmlns:a="http://schemas.openxmlformats.org/drawingml/2006/main"/>
          <a:ln xmlns:a="http://schemas.openxmlformats.org/drawingml/2006/main" w="12297">
            <a:solidFill>
              <a:srgbClr val="9BBFF2"/>
            </a:solidFill>
            <a:prstDash val="solid"/>
          </a:ln>
        </p:spPr>
      </p:sp>
      <p:sp>
        <p:nvSpPr>
          <p:cNvPr id="78" name="Editable chart path">
            <a:extLst xmlns:a="http://schemas.openxmlformats.org/drawingml/2006/main">
              <a:ext uri="{FF2B5EF4-FFF2-40B4-BE49-F238E27FC236}">
                <a16:creationId xmlns:a16="http://schemas.microsoft.com/office/drawing/2014/main" id="{9B9082B5-739F-4A95-9E49-6E6DC570D1EA}"/>
              </a:ext>
            </a:extLst>
          </p:cNvPr>
          <p:cNvSpPr>
            <a:spLocks xmlns:a="http://schemas.openxmlformats.org/drawingml/2006/main" noGrp="1"/>
          </p:cNvSpPr>
          <p:nvPr/>
        </p:nvSpPr>
        <p:spPr>
          <a:xfrm xmlns:a="http://schemas.openxmlformats.org/drawingml/2006/main">
            <a:off x="6383667" y="3338045"/>
            <a:ext cx="95" cy="216585"/>
          </a:xfrm>
          <a:custGeom xmlns:a="http://schemas.openxmlformats.org/drawingml/2006/main">
            <a:pathLst>
              <a:path w="95" h="201308">
                <a:moveTo>
                  <a:pt x="0" y="201308"/>
                </a:moveTo>
                <a:lnTo>
                  <a:pt x="0" y="0"/>
                </a:lnTo>
              </a:path>
            </a:pathLst>
          </a:custGeom>
          <a:noFill xmlns:a="http://schemas.openxmlformats.org/drawingml/2006/main"/>
          <a:ln xmlns:a="http://schemas.openxmlformats.org/drawingml/2006/main" w="12297">
            <a:solidFill>
              <a:srgbClr val="9BBFF2"/>
            </a:solidFill>
            <a:prstDash val="solid"/>
          </a:ln>
        </p:spPr>
      </p:sp>
      <p:sp>
        <p:nvSpPr>
          <p:cNvPr id="79" name="Editable chart path">
            <a:extLst xmlns:a="http://schemas.openxmlformats.org/drawingml/2006/main">
              <a:ext uri="{FF2B5EF4-FFF2-40B4-BE49-F238E27FC236}">
                <a16:creationId xmlns:a16="http://schemas.microsoft.com/office/drawing/2014/main" id="{2CDBF3B7-D60E-4B48-836B-AAB46A172F3B}"/>
              </a:ext>
            </a:extLst>
          </p:cNvPr>
          <p:cNvSpPr>
            <a:spLocks xmlns:a="http://schemas.openxmlformats.org/drawingml/2006/main" noGrp="1"/>
          </p:cNvSpPr>
          <p:nvPr/>
        </p:nvSpPr>
        <p:spPr>
          <a:xfrm xmlns:a="http://schemas.openxmlformats.org/drawingml/2006/main">
            <a:off x="6963697" y="3382748"/>
            <a:ext cx="95" cy="144030"/>
          </a:xfrm>
          <a:custGeom xmlns:a="http://schemas.openxmlformats.org/drawingml/2006/main">
            <a:pathLst>
              <a:path w="95" h="133871">
                <a:moveTo>
                  <a:pt x="0" y="133871"/>
                </a:moveTo>
                <a:lnTo>
                  <a:pt x="0" y="0"/>
                </a:lnTo>
              </a:path>
            </a:pathLst>
          </a:custGeom>
          <a:noFill xmlns:a="http://schemas.openxmlformats.org/drawingml/2006/main"/>
          <a:ln xmlns:a="http://schemas.openxmlformats.org/drawingml/2006/main" w="12297">
            <a:solidFill>
              <a:srgbClr val="9BBFF2"/>
            </a:solidFill>
            <a:prstDash val="solid"/>
          </a:ln>
        </p:spPr>
      </p:sp>
      <p:sp>
        <p:nvSpPr>
          <p:cNvPr id="80" name="Editable chart path">
            <a:extLst xmlns:a="http://schemas.openxmlformats.org/drawingml/2006/main">
              <a:ext uri="{FF2B5EF4-FFF2-40B4-BE49-F238E27FC236}">
                <a16:creationId xmlns:a16="http://schemas.microsoft.com/office/drawing/2014/main" id="{AF8CAB1A-1D17-4B9D-A39C-8CD7221206DF}"/>
              </a:ext>
            </a:extLst>
          </p:cNvPr>
          <p:cNvSpPr>
            <a:spLocks xmlns:a="http://schemas.openxmlformats.org/drawingml/2006/main" noGrp="1"/>
          </p:cNvSpPr>
          <p:nvPr/>
        </p:nvSpPr>
        <p:spPr>
          <a:xfrm xmlns:a="http://schemas.openxmlformats.org/drawingml/2006/main">
            <a:off x="7543726" y="3154954"/>
            <a:ext cx="95" cy="337406"/>
          </a:xfrm>
          <a:custGeom xmlns:a="http://schemas.openxmlformats.org/drawingml/2006/main">
            <a:pathLst>
              <a:path w="95" h="313607">
                <a:moveTo>
                  <a:pt x="0" y="313607"/>
                </a:moveTo>
                <a:lnTo>
                  <a:pt x="0" y="0"/>
                </a:lnTo>
              </a:path>
            </a:pathLst>
          </a:custGeom>
          <a:noFill xmlns:a="http://schemas.openxmlformats.org/drawingml/2006/main"/>
          <a:ln xmlns:a="http://schemas.openxmlformats.org/drawingml/2006/main" w="12297">
            <a:solidFill>
              <a:srgbClr val="9BBFF2"/>
            </a:solidFill>
            <a:prstDash val="solid"/>
          </a:ln>
        </p:spPr>
      </p:sp>
      <p:sp>
        <p:nvSpPr>
          <p:cNvPr id="81" name="Editable chart path">
            <a:extLst xmlns:a="http://schemas.openxmlformats.org/drawingml/2006/main">
              <a:ext uri="{FF2B5EF4-FFF2-40B4-BE49-F238E27FC236}">
                <a16:creationId xmlns:a16="http://schemas.microsoft.com/office/drawing/2014/main" id="{B3CE63DF-BA8A-4F3F-8419-2FEF4E3507DB}"/>
              </a:ext>
            </a:extLst>
          </p:cNvPr>
          <p:cNvSpPr>
            <a:spLocks xmlns:a="http://schemas.openxmlformats.org/drawingml/2006/main" noGrp="1"/>
          </p:cNvSpPr>
          <p:nvPr/>
        </p:nvSpPr>
        <p:spPr>
          <a:xfrm xmlns:a="http://schemas.openxmlformats.org/drawingml/2006/main">
            <a:off x="8123756" y="3351621"/>
            <a:ext cx="95" cy="745067"/>
          </a:xfrm>
          <a:custGeom xmlns:a="http://schemas.openxmlformats.org/drawingml/2006/main">
            <a:pathLst>
              <a:path w="95" h="692513">
                <a:moveTo>
                  <a:pt x="0" y="692513"/>
                </a:moveTo>
                <a:lnTo>
                  <a:pt x="0" y="0"/>
                </a:lnTo>
              </a:path>
            </a:pathLst>
          </a:custGeom>
          <a:noFill xmlns:a="http://schemas.openxmlformats.org/drawingml/2006/main"/>
          <a:ln xmlns:a="http://schemas.openxmlformats.org/drawingml/2006/main" w="12297">
            <a:solidFill>
              <a:srgbClr val="9BBFF2"/>
            </a:solidFill>
            <a:prstDash val="solid"/>
          </a:ln>
        </p:spPr>
      </p:sp>
      <p:sp>
        <p:nvSpPr>
          <p:cNvPr id="82" name="Editable chart path">
            <a:extLst xmlns:a="http://schemas.openxmlformats.org/drawingml/2006/main">
              <a:ext uri="{FF2B5EF4-FFF2-40B4-BE49-F238E27FC236}">
                <a16:creationId xmlns:a16="http://schemas.microsoft.com/office/drawing/2014/main" id="{3B35DADF-0ABB-4F57-AA1E-E7E52C0CC498}"/>
              </a:ext>
            </a:extLst>
          </p:cNvPr>
          <p:cNvSpPr>
            <a:spLocks xmlns:a="http://schemas.openxmlformats.org/drawingml/2006/main" noGrp="1"/>
          </p:cNvSpPr>
          <p:nvPr/>
        </p:nvSpPr>
        <p:spPr>
          <a:xfrm xmlns:a="http://schemas.openxmlformats.org/drawingml/2006/main">
            <a:off x="8703785" y="3326560"/>
            <a:ext cx="95" cy="320053"/>
          </a:xfrm>
          <a:custGeom xmlns:a="http://schemas.openxmlformats.org/drawingml/2006/main">
            <a:pathLst>
              <a:path w="95" h="297478">
                <a:moveTo>
                  <a:pt x="0" y="297478"/>
                </a:moveTo>
                <a:lnTo>
                  <a:pt x="0" y="0"/>
                </a:lnTo>
              </a:path>
            </a:pathLst>
          </a:custGeom>
          <a:noFill xmlns:a="http://schemas.openxmlformats.org/drawingml/2006/main"/>
          <a:ln xmlns:a="http://schemas.openxmlformats.org/drawingml/2006/main" w="12297">
            <a:solidFill>
              <a:srgbClr val="9BBFF2"/>
            </a:solidFill>
            <a:prstDash val="solid"/>
          </a:ln>
        </p:spPr>
      </p:sp>
      <p:sp>
        <p:nvSpPr>
          <p:cNvPr id="83" name="Editable chart path">
            <a:extLst xmlns:a="http://schemas.openxmlformats.org/drawingml/2006/main">
              <a:ext uri="{FF2B5EF4-FFF2-40B4-BE49-F238E27FC236}">
                <a16:creationId xmlns:a16="http://schemas.microsoft.com/office/drawing/2014/main" id="{1F792C7D-65C2-43C4-9100-45412929A4BF}"/>
              </a:ext>
            </a:extLst>
          </p:cNvPr>
          <p:cNvSpPr>
            <a:spLocks xmlns:a="http://schemas.openxmlformats.org/drawingml/2006/main" noGrp="1"/>
          </p:cNvSpPr>
          <p:nvPr/>
        </p:nvSpPr>
        <p:spPr>
          <a:xfrm xmlns:a="http://schemas.openxmlformats.org/drawingml/2006/main">
            <a:off x="3463023" y="3612186"/>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84" name="Editable chart path">
            <a:extLst xmlns:a="http://schemas.openxmlformats.org/drawingml/2006/main">
              <a:ext uri="{FF2B5EF4-FFF2-40B4-BE49-F238E27FC236}">
                <a16:creationId xmlns:a16="http://schemas.microsoft.com/office/drawing/2014/main" id="{BAADACA9-2438-41E8-962E-8B3D97FB8C07}"/>
              </a:ext>
            </a:extLst>
          </p:cNvPr>
          <p:cNvSpPr>
            <a:spLocks xmlns:a="http://schemas.openxmlformats.org/drawingml/2006/main" noGrp="1"/>
          </p:cNvSpPr>
          <p:nvPr/>
        </p:nvSpPr>
        <p:spPr>
          <a:xfrm xmlns:a="http://schemas.openxmlformats.org/drawingml/2006/main">
            <a:off x="4043053" y="3740264"/>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85" name="Editable chart path">
            <a:extLst xmlns:a="http://schemas.openxmlformats.org/drawingml/2006/main">
              <a:ext uri="{FF2B5EF4-FFF2-40B4-BE49-F238E27FC236}">
                <a16:creationId xmlns:a16="http://schemas.microsoft.com/office/drawing/2014/main" id="{7FF6A688-645F-431D-8C10-CEE464699C14}"/>
              </a:ext>
            </a:extLst>
          </p:cNvPr>
          <p:cNvSpPr>
            <a:spLocks xmlns:a="http://schemas.openxmlformats.org/drawingml/2006/main" noGrp="1"/>
          </p:cNvSpPr>
          <p:nvPr/>
        </p:nvSpPr>
        <p:spPr>
          <a:xfrm xmlns:a="http://schemas.openxmlformats.org/drawingml/2006/main">
            <a:off x="4623082" y="3609895"/>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86" name="Editable chart path">
            <a:extLst xmlns:a="http://schemas.openxmlformats.org/drawingml/2006/main">
              <a:ext uri="{FF2B5EF4-FFF2-40B4-BE49-F238E27FC236}">
                <a16:creationId xmlns:a16="http://schemas.microsoft.com/office/drawing/2014/main" id="{AA135EA9-0FAB-484A-9568-7404EA1212EF}"/>
              </a:ext>
            </a:extLst>
          </p:cNvPr>
          <p:cNvSpPr>
            <a:spLocks xmlns:a="http://schemas.openxmlformats.org/drawingml/2006/main" noGrp="1"/>
          </p:cNvSpPr>
          <p:nvPr/>
        </p:nvSpPr>
        <p:spPr>
          <a:xfrm xmlns:a="http://schemas.openxmlformats.org/drawingml/2006/main">
            <a:off x="5203112" y="3563272"/>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87" name="Editable chart path">
            <a:extLst xmlns:a="http://schemas.openxmlformats.org/drawingml/2006/main">
              <a:ext uri="{FF2B5EF4-FFF2-40B4-BE49-F238E27FC236}">
                <a16:creationId xmlns:a16="http://schemas.microsoft.com/office/drawing/2014/main" id="{479E9BBB-7930-4A78-8240-6396575DD54A}"/>
              </a:ext>
            </a:extLst>
          </p:cNvPr>
          <p:cNvSpPr>
            <a:spLocks xmlns:a="http://schemas.openxmlformats.org/drawingml/2006/main" noGrp="1"/>
          </p:cNvSpPr>
          <p:nvPr/>
        </p:nvSpPr>
        <p:spPr>
          <a:xfrm xmlns:a="http://schemas.openxmlformats.org/drawingml/2006/main">
            <a:off x="5783142" y="3425226"/>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88" name="Editable chart path">
            <a:extLst xmlns:a="http://schemas.openxmlformats.org/drawingml/2006/main">
              <a:ext uri="{FF2B5EF4-FFF2-40B4-BE49-F238E27FC236}">
                <a16:creationId xmlns:a16="http://schemas.microsoft.com/office/drawing/2014/main" id="{83C292E7-56E8-4584-810C-17367C0E3457}"/>
              </a:ext>
            </a:extLst>
          </p:cNvPr>
          <p:cNvSpPr>
            <a:spLocks xmlns:a="http://schemas.openxmlformats.org/drawingml/2006/main" noGrp="1"/>
          </p:cNvSpPr>
          <p:nvPr/>
        </p:nvSpPr>
        <p:spPr>
          <a:xfrm xmlns:a="http://schemas.openxmlformats.org/drawingml/2006/main">
            <a:off x="6363171" y="3554630"/>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89" name="Editable chart path">
            <a:extLst xmlns:a="http://schemas.openxmlformats.org/drawingml/2006/main">
              <a:ext uri="{FF2B5EF4-FFF2-40B4-BE49-F238E27FC236}">
                <a16:creationId xmlns:a16="http://schemas.microsoft.com/office/drawing/2014/main" id="{0AF3E20E-9E29-4DA3-990E-350EFABFB193}"/>
              </a:ext>
            </a:extLst>
          </p:cNvPr>
          <p:cNvSpPr>
            <a:spLocks xmlns:a="http://schemas.openxmlformats.org/drawingml/2006/main" noGrp="1"/>
          </p:cNvSpPr>
          <p:nvPr/>
        </p:nvSpPr>
        <p:spPr>
          <a:xfrm xmlns:a="http://schemas.openxmlformats.org/drawingml/2006/main">
            <a:off x="6943201" y="3526778"/>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0" name="Editable chart path">
            <a:extLst xmlns:a="http://schemas.openxmlformats.org/drawingml/2006/main">
              <a:ext uri="{FF2B5EF4-FFF2-40B4-BE49-F238E27FC236}">
                <a16:creationId xmlns:a16="http://schemas.microsoft.com/office/drawing/2014/main" id="{FB9300C1-DE11-40A0-BBDD-F2A33EC46605}"/>
              </a:ext>
            </a:extLst>
          </p:cNvPr>
          <p:cNvSpPr>
            <a:spLocks xmlns:a="http://schemas.openxmlformats.org/drawingml/2006/main" noGrp="1"/>
          </p:cNvSpPr>
          <p:nvPr/>
        </p:nvSpPr>
        <p:spPr>
          <a:xfrm xmlns:a="http://schemas.openxmlformats.org/drawingml/2006/main">
            <a:off x="7523230" y="3492360"/>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1" name="Editable chart path">
            <a:extLst xmlns:a="http://schemas.openxmlformats.org/drawingml/2006/main">
              <a:ext uri="{FF2B5EF4-FFF2-40B4-BE49-F238E27FC236}">
                <a16:creationId xmlns:a16="http://schemas.microsoft.com/office/drawing/2014/main" id="{23224D3C-3090-437A-AD41-B3DE9F935A92}"/>
              </a:ext>
            </a:extLst>
          </p:cNvPr>
          <p:cNvSpPr>
            <a:spLocks xmlns:a="http://schemas.openxmlformats.org/drawingml/2006/main" noGrp="1"/>
          </p:cNvSpPr>
          <p:nvPr/>
        </p:nvSpPr>
        <p:spPr>
          <a:xfrm xmlns:a="http://schemas.openxmlformats.org/drawingml/2006/main">
            <a:off x="8103260" y="4096688"/>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2" name="Editable chart path">
            <a:extLst xmlns:a="http://schemas.openxmlformats.org/drawingml/2006/main">
              <a:ext uri="{FF2B5EF4-FFF2-40B4-BE49-F238E27FC236}">
                <a16:creationId xmlns:a16="http://schemas.microsoft.com/office/drawing/2014/main" id="{104FF5B8-D12B-4CD5-9FF0-E3220716639B}"/>
              </a:ext>
            </a:extLst>
          </p:cNvPr>
          <p:cNvSpPr>
            <a:spLocks xmlns:a="http://schemas.openxmlformats.org/drawingml/2006/main" noGrp="1"/>
          </p:cNvSpPr>
          <p:nvPr/>
        </p:nvSpPr>
        <p:spPr>
          <a:xfrm xmlns:a="http://schemas.openxmlformats.org/drawingml/2006/main">
            <a:off x="8683290" y="3646613"/>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3" name="Editable chart path">
            <a:extLst xmlns:a="http://schemas.openxmlformats.org/drawingml/2006/main">
              <a:ext uri="{FF2B5EF4-FFF2-40B4-BE49-F238E27FC236}">
                <a16:creationId xmlns:a16="http://schemas.microsoft.com/office/drawing/2014/main" id="{02241CE4-F0C0-45C1-91ED-EFFFB956B98D}"/>
              </a:ext>
            </a:extLst>
          </p:cNvPr>
          <p:cNvSpPr>
            <a:spLocks xmlns:a="http://schemas.openxmlformats.org/drawingml/2006/main" noGrp="1"/>
          </p:cNvSpPr>
          <p:nvPr/>
        </p:nvSpPr>
        <p:spPr>
          <a:xfrm xmlns:a="http://schemas.openxmlformats.org/drawingml/2006/main">
            <a:off x="3463023" y="3321233"/>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4" name="Editable chart path">
            <a:extLst xmlns:a="http://schemas.openxmlformats.org/drawingml/2006/main">
              <a:ext uri="{FF2B5EF4-FFF2-40B4-BE49-F238E27FC236}">
                <a16:creationId xmlns:a16="http://schemas.microsoft.com/office/drawing/2014/main" id="{AEB25AA8-4D8E-4B6B-8804-D2FFF146F500}"/>
              </a:ext>
            </a:extLst>
          </p:cNvPr>
          <p:cNvSpPr>
            <a:spLocks xmlns:a="http://schemas.openxmlformats.org/drawingml/2006/main" noGrp="1"/>
          </p:cNvSpPr>
          <p:nvPr/>
        </p:nvSpPr>
        <p:spPr>
          <a:xfrm xmlns:a="http://schemas.openxmlformats.org/drawingml/2006/main">
            <a:off x="4043053" y="2807551"/>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5" name="Editable chart path">
            <a:extLst xmlns:a="http://schemas.openxmlformats.org/drawingml/2006/main">
              <a:ext uri="{FF2B5EF4-FFF2-40B4-BE49-F238E27FC236}">
                <a16:creationId xmlns:a16="http://schemas.microsoft.com/office/drawing/2014/main" id="{A764B037-AB43-4FF7-B67B-2282E27BEB40}"/>
              </a:ext>
            </a:extLst>
          </p:cNvPr>
          <p:cNvSpPr>
            <a:spLocks xmlns:a="http://schemas.openxmlformats.org/drawingml/2006/main" noGrp="1"/>
          </p:cNvSpPr>
          <p:nvPr/>
        </p:nvSpPr>
        <p:spPr>
          <a:xfrm xmlns:a="http://schemas.openxmlformats.org/drawingml/2006/main">
            <a:off x="4623082" y="3372496"/>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6" name="Editable chart path">
            <a:extLst xmlns:a="http://schemas.openxmlformats.org/drawingml/2006/main">
              <a:ext uri="{FF2B5EF4-FFF2-40B4-BE49-F238E27FC236}">
                <a16:creationId xmlns:a16="http://schemas.microsoft.com/office/drawing/2014/main" id="{003D1AD2-7068-4ADA-A3F5-CBD547FEDE8C}"/>
              </a:ext>
            </a:extLst>
          </p:cNvPr>
          <p:cNvSpPr>
            <a:spLocks xmlns:a="http://schemas.openxmlformats.org/drawingml/2006/main" noGrp="1"/>
          </p:cNvSpPr>
          <p:nvPr/>
        </p:nvSpPr>
        <p:spPr>
          <a:xfrm xmlns:a="http://schemas.openxmlformats.org/drawingml/2006/main">
            <a:off x="5203112" y="3353220"/>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7" name="Editable chart path">
            <a:extLst xmlns:a="http://schemas.openxmlformats.org/drawingml/2006/main">
              <a:ext uri="{FF2B5EF4-FFF2-40B4-BE49-F238E27FC236}">
                <a16:creationId xmlns:a16="http://schemas.microsoft.com/office/drawing/2014/main" id="{531049ED-AEBB-4F4D-88BF-B8BDA90F26E8}"/>
              </a:ext>
            </a:extLst>
          </p:cNvPr>
          <p:cNvSpPr>
            <a:spLocks xmlns:a="http://schemas.openxmlformats.org/drawingml/2006/main" noGrp="1"/>
          </p:cNvSpPr>
          <p:nvPr/>
        </p:nvSpPr>
        <p:spPr>
          <a:xfrm xmlns:a="http://schemas.openxmlformats.org/drawingml/2006/main">
            <a:off x="5783142" y="3118477"/>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8" name="Editable chart path">
            <a:extLst xmlns:a="http://schemas.openxmlformats.org/drawingml/2006/main">
              <a:ext uri="{FF2B5EF4-FFF2-40B4-BE49-F238E27FC236}">
                <a16:creationId xmlns:a16="http://schemas.microsoft.com/office/drawing/2014/main" id="{3F362AE1-C8DD-4D8D-8215-31F3FAB734A0}"/>
              </a:ext>
            </a:extLst>
          </p:cNvPr>
          <p:cNvSpPr>
            <a:spLocks xmlns:a="http://schemas.openxmlformats.org/drawingml/2006/main" noGrp="1"/>
          </p:cNvSpPr>
          <p:nvPr/>
        </p:nvSpPr>
        <p:spPr>
          <a:xfrm xmlns:a="http://schemas.openxmlformats.org/drawingml/2006/main">
            <a:off x="6363171" y="3338045"/>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99" name="Editable chart path">
            <a:extLst xmlns:a="http://schemas.openxmlformats.org/drawingml/2006/main">
              <a:ext uri="{FF2B5EF4-FFF2-40B4-BE49-F238E27FC236}">
                <a16:creationId xmlns:a16="http://schemas.microsoft.com/office/drawing/2014/main" id="{B6AAFCCC-DB4C-41FF-9228-F1CE3D9A65FC}"/>
              </a:ext>
            </a:extLst>
          </p:cNvPr>
          <p:cNvSpPr>
            <a:spLocks xmlns:a="http://schemas.openxmlformats.org/drawingml/2006/main" noGrp="1"/>
          </p:cNvSpPr>
          <p:nvPr/>
        </p:nvSpPr>
        <p:spPr>
          <a:xfrm xmlns:a="http://schemas.openxmlformats.org/drawingml/2006/main">
            <a:off x="6943201" y="3382748"/>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100" name="Editable chart path">
            <a:extLst xmlns:a="http://schemas.openxmlformats.org/drawingml/2006/main">
              <a:ext uri="{FF2B5EF4-FFF2-40B4-BE49-F238E27FC236}">
                <a16:creationId xmlns:a16="http://schemas.microsoft.com/office/drawing/2014/main" id="{D4A32E62-2BF8-4D62-ABC7-A23531B92BEF}"/>
              </a:ext>
            </a:extLst>
          </p:cNvPr>
          <p:cNvSpPr>
            <a:spLocks xmlns:a="http://schemas.openxmlformats.org/drawingml/2006/main" noGrp="1"/>
          </p:cNvSpPr>
          <p:nvPr/>
        </p:nvSpPr>
        <p:spPr>
          <a:xfrm xmlns:a="http://schemas.openxmlformats.org/drawingml/2006/main">
            <a:off x="7523230" y="3154954"/>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101" name="Editable chart path">
            <a:extLst xmlns:a="http://schemas.openxmlformats.org/drawingml/2006/main">
              <a:ext uri="{FF2B5EF4-FFF2-40B4-BE49-F238E27FC236}">
                <a16:creationId xmlns:a16="http://schemas.microsoft.com/office/drawing/2014/main" id="{3FD7D130-160D-4B45-A921-7EA9A158575E}"/>
              </a:ext>
            </a:extLst>
          </p:cNvPr>
          <p:cNvSpPr>
            <a:spLocks xmlns:a="http://schemas.openxmlformats.org/drawingml/2006/main" noGrp="1"/>
          </p:cNvSpPr>
          <p:nvPr/>
        </p:nvSpPr>
        <p:spPr>
          <a:xfrm xmlns:a="http://schemas.openxmlformats.org/drawingml/2006/main">
            <a:off x="8103260" y="3351621"/>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102" name="Editable chart path">
            <a:extLst xmlns:a="http://schemas.openxmlformats.org/drawingml/2006/main">
              <a:ext uri="{FF2B5EF4-FFF2-40B4-BE49-F238E27FC236}">
                <a16:creationId xmlns:a16="http://schemas.microsoft.com/office/drawing/2014/main" id="{7A9825F8-C59A-46E6-982E-9779CA047AAA}"/>
              </a:ext>
            </a:extLst>
          </p:cNvPr>
          <p:cNvSpPr>
            <a:spLocks xmlns:a="http://schemas.openxmlformats.org/drawingml/2006/main" noGrp="1"/>
          </p:cNvSpPr>
          <p:nvPr/>
        </p:nvSpPr>
        <p:spPr>
          <a:xfrm xmlns:a="http://schemas.openxmlformats.org/drawingml/2006/main">
            <a:off x="8683290" y="3326560"/>
            <a:ext cx="40991" cy="95"/>
          </a:xfrm>
          <a:custGeom xmlns:a="http://schemas.openxmlformats.org/drawingml/2006/main">
            <a:pathLst>
              <a:path w="38100" h="95">
                <a:moveTo>
                  <a:pt x="38100" y="0"/>
                </a:moveTo>
                <a:lnTo>
                  <a:pt x="0" y="0"/>
                </a:lnTo>
              </a:path>
            </a:pathLst>
          </a:custGeom>
          <a:solidFill xmlns:a="http://schemas.openxmlformats.org/drawingml/2006/main">
            <a:srgbClr val="9BBFF2"/>
          </a:solidFill>
          <a:ln xmlns:a="http://schemas.openxmlformats.org/drawingml/2006/main" w="10248">
            <a:solidFill>
              <a:srgbClr val="9BBFF2"/>
            </a:solidFill>
            <a:prstDash val="solid"/>
          </a:ln>
        </p:spPr>
      </p:sp>
      <p:sp>
        <p:nvSpPr>
          <p:cNvPr id="103" name="Editable chart path">
            <a:extLst xmlns:a="http://schemas.openxmlformats.org/drawingml/2006/main">
              <a:ext uri="{FF2B5EF4-FFF2-40B4-BE49-F238E27FC236}">
                <a16:creationId xmlns:a16="http://schemas.microsoft.com/office/drawing/2014/main" id="{C9EA592E-E9BB-4340-97AB-3606D7D44F8D}"/>
              </a:ext>
            </a:extLst>
          </p:cNvPr>
          <p:cNvSpPr>
            <a:spLocks xmlns:a="http://schemas.openxmlformats.org/drawingml/2006/main" noGrp="1"/>
          </p:cNvSpPr>
          <p:nvPr/>
        </p:nvSpPr>
        <p:spPr>
          <a:xfrm xmlns:a="http://schemas.openxmlformats.org/drawingml/2006/main">
            <a:off x="3628526" y="3506008"/>
            <a:ext cx="95" cy="365373"/>
          </a:xfrm>
          <a:custGeom xmlns:a="http://schemas.openxmlformats.org/drawingml/2006/main">
            <a:pathLst>
              <a:path w="95" h="339601">
                <a:moveTo>
                  <a:pt x="0" y="339601"/>
                </a:moveTo>
                <a:lnTo>
                  <a:pt x="0" y="0"/>
                </a:lnTo>
              </a:path>
            </a:pathLst>
          </a:custGeom>
          <a:noFill xmlns:a="http://schemas.openxmlformats.org/drawingml/2006/main"/>
          <a:ln xmlns:a="http://schemas.openxmlformats.org/drawingml/2006/main" w="12297">
            <a:solidFill>
              <a:srgbClr val="2C5EAA"/>
            </a:solidFill>
            <a:prstDash val="solid"/>
          </a:ln>
        </p:spPr>
      </p:sp>
      <p:sp>
        <p:nvSpPr>
          <p:cNvPr id="104" name="Editable chart path">
            <a:extLst xmlns:a="http://schemas.openxmlformats.org/drawingml/2006/main">
              <a:ext uri="{FF2B5EF4-FFF2-40B4-BE49-F238E27FC236}">
                <a16:creationId xmlns:a16="http://schemas.microsoft.com/office/drawing/2014/main" id="{7778C0D5-C1FC-4DD7-BF4F-6C67F46CE18D}"/>
              </a:ext>
            </a:extLst>
          </p:cNvPr>
          <p:cNvSpPr>
            <a:spLocks xmlns:a="http://schemas.openxmlformats.org/drawingml/2006/main" noGrp="1"/>
          </p:cNvSpPr>
          <p:nvPr/>
        </p:nvSpPr>
        <p:spPr>
          <a:xfrm xmlns:a="http://schemas.openxmlformats.org/drawingml/2006/main">
            <a:off x="4208556" y="3299585"/>
            <a:ext cx="95" cy="863992"/>
          </a:xfrm>
          <a:custGeom xmlns:a="http://schemas.openxmlformats.org/drawingml/2006/main">
            <a:pathLst>
              <a:path w="95" h="803050">
                <a:moveTo>
                  <a:pt x="0" y="803050"/>
                </a:moveTo>
                <a:lnTo>
                  <a:pt x="0" y="0"/>
                </a:lnTo>
              </a:path>
            </a:pathLst>
          </a:custGeom>
          <a:noFill xmlns:a="http://schemas.openxmlformats.org/drawingml/2006/main"/>
          <a:ln xmlns:a="http://schemas.openxmlformats.org/drawingml/2006/main" w="12297">
            <a:solidFill>
              <a:srgbClr val="2C5EAA"/>
            </a:solidFill>
            <a:prstDash val="solid"/>
          </a:ln>
        </p:spPr>
      </p:sp>
      <p:sp>
        <p:nvSpPr>
          <p:cNvPr id="105" name="Editable chart path">
            <a:extLst xmlns:a="http://schemas.openxmlformats.org/drawingml/2006/main">
              <a:ext uri="{FF2B5EF4-FFF2-40B4-BE49-F238E27FC236}">
                <a16:creationId xmlns:a16="http://schemas.microsoft.com/office/drawing/2014/main" id="{DEB4F88F-86C1-4C85-A0A6-DB4CBF5B9C8C}"/>
              </a:ext>
            </a:extLst>
          </p:cNvPr>
          <p:cNvSpPr>
            <a:spLocks xmlns:a="http://schemas.openxmlformats.org/drawingml/2006/main" noGrp="1"/>
          </p:cNvSpPr>
          <p:nvPr/>
        </p:nvSpPr>
        <p:spPr>
          <a:xfrm xmlns:a="http://schemas.openxmlformats.org/drawingml/2006/main">
            <a:off x="4788586" y="3414342"/>
            <a:ext cx="95" cy="342469"/>
          </a:xfrm>
          <a:custGeom xmlns:a="http://schemas.openxmlformats.org/drawingml/2006/main">
            <a:pathLst>
              <a:path w="95" h="318312">
                <a:moveTo>
                  <a:pt x="0" y="318312"/>
                </a:moveTo>
                <a:lnTo>
                  <a:pt x="0" y="0"/>
                </a:lnTo>
              </a:path>
            </a:pathLst>
          </a:custGeom>
          <a:noFill xmlns:a="http://schemas.openxmlformats.org/drawingml/2006/main"/>
          <a:ln xmlns:a="http://schemas.openxmlformats.org/drawingml/2006/main" w="12297">
            <a:solidFill>
              <a:srgbClr val="2C5EAA"/>
            </a:solidFill>
            <a:prstDash val="solid"/>
          </a:ln>
        </p:spPr>
      </p:sp>
      <p:sp>
        <p:nvSpPr>
          <p:cNvPr id="106" name="Editable chart path">
            <a:extLst xmlns:a="http://schemas.openxmlformats.org/drawingml/2006/main">
              <a:ext uri="{FF2B5EF4-FFF2-40B4-BE49-F238E27FC236}">
                <a16:creationId xmlns:a16="http://schemas.microsoft.com/office/drawing/2014/main" id="{6F29D180-50DB-487E-90BB-BC3DB4ED28E0}"/>
              </a:ext>
            </a:extLst>
          </p:cNvPr>
          <p:cNvSpPr>
            <a:spLocks xmlns:a="http://schemas.openxmlformats.org/drawingml/2006/main" noGrp="1"/>
          </p:cNvSpPr>
          <p:nvPr/>
        </p:nvSpPr>
        <p:spPr>
          <a:xfrm xmlns:a="http://schemas.openxmlformats.org/drawingml/2006/main">
            <a:off x="5368615" y="3324685"/>
            <a:ext cx="95" cy="429530"/>
          </a:xfrm>
          <a:custGeom xmlns:a="http://schemas.openxmlformats.org/drawingml/2006/main">
            <a:pathLst>
              <a:path w="95" h="399233">
                <a:moveTo>
                  <a:pt x="0" y="399233"/>
                </a:moveTo>
                <a:lnTo>
                  <a:pt x="0" y="0"/>
                </a:lnTo>
              </a:path>
            </a:pathLst>
          </a:custGeom>
          <a:noFill xmlns:a="http://schemas.openxmlformats.org/drawingml/2006/main"/>
          <a:ln xmlns:a="http://schemas.openxmlformats.org/drawingml/2006/main" w="12297">
            <a:solidFill>
              <a:srgbClr val="2C5EAA"/>
            </a:solidFill>
            <a:prstDash val="solid"/>
          </a:ln>
        </p:spPr>
      </p:sp>
      <p:sp>
        <p:nvSpPr>
          <p:cNvPr id="107" name="Editable chart path">
            <a:extLst xmlns:a="http://schemas.openxmlformats.org/drawingml/2006/main">
              <a:ext uri="{FF2B5EF4-FFF2-40B4-BE49-F238E27FC236}">
                <a16:creationId xmlns:a16="http://schemas.microsoft.com/office/drawing/2014/main" id="{51D62FE7-0B5A-4736-8C40-DE28193D3B2D}"/>
              </a:ext>
            </a:extLst>
          </p:cNvPr>
          <p:cNvSpPr>
            <a:spLocks xmlns:a="http://schemas.openxmlformats.org/drawingml/2006/main" noGrp="1"/>
          </p:cNvSpPr>
          <p:nvPr/>
        </p:nvSpPr>
        <p:spPr>
          <a:xfrm xmlns:a="http://schemas.openxmlformats.org/drawingml/2006/main">
            <a:off x="5948645" y="3217359"/>
            <a:ext cx="95" cy="375140"/>
          </a:xfrm>
          <a:custGeom xmlns:a="http://schemas.openxmlformats.org/drawingml/2006/main">
            <a:pathLst>
              <a:path w="95" h="348679">
                <a:moveTo>
                  <a:pt x="0" y="348679"/>
                </a:moveTo>
                <a:lnTo>
                  <a:pt x="0" y="0"/>
                </a:lnTo>
              </a:path>
            </a:pathLst>
          </a:custGeom>
          <a:noFill xmlns:a="http://schemas.openxmlformats.org/drawingml/2006/main"/>
          <a:ln xmlns:a="http://schemas.openxmlformats.org/drawingml/2006/main" w="12297">
            <a:solidFill>
              <a:srgbClr val="2C5EAA"/>
            </a:solidFill>
            <a:prstDash val="solid"/>
          </a:ln>
        </p:spPr>
      </p:sp>
      <p:sp>
        <p:nvSpPr>
          <p:cNvPr id="108" name="Editable chart path">
            <a:extLst xmlns:a="http://schemas.openxmlformats.org/drawingml/2006/main">
              <a:ext uri="{FF2B5EF4-FFF2-40B4-BE49-F238E27FC236}">
                <a16:creationId xmlns:a16="http://schemas.microsoft.com/office/drawing/2014/main" id="{E487413D-1ED1-43F5-A219-0331BF48D409}"/>
              </a:ext>
            </a:extLst>
          </p:cNvPr>
          <p:cNvSpPr>
            <a:spLocks xmlns:a="http://schemas.openxmlformats.org/drawingml/2006/main" noGrp="1"/>
          </p:cNvSpPr>
          <p:nvPr/>
        </p:nvSpPr>
        <p:spPr>
          <a:xfrm xmlns:a="http://schemas.openxmlformats.org/drawingml/2006/main">
            <a:off x="6528674" y="3417780"/>
            <a:ext cx="95" cy="452037"/>
          </a:xfrm>
          <a:custGeom xmlns:a="http://schemas.openxmlformats.org/drawingml/2006/main">
            <a:pathLst>
              <a:path w="95" h="420153">
                <a:moveTo>
                  <a:pt x="0" y="420153"/>
                </a:moveTo>
                <a:lnTo>
                  <a:pt x="0" y="0"/>
                </a:lnTo>
              </a:path>
            </a:pathLst>
          </a:custGeom>
          <a:noFill xmlns:a="http://schemas.openxmlformats.org/drawingml/2006/main"/>
          <a:ln xmlns:a="http://schemas.openxmlformats.org/drawingml/2006/main" w="12297">
            <a:solidFill>
              <a:srgbClr val="2C5EAA"/>
            </a:solidFill>
            <a:prstDash val="solid"/>
          </a:ln>
        </p:spPr>
      </p:sp>
      <p:sp>
        <p:nvSpPr>
          <p:cNvPr id="109" name="Editable chart path">
            <a:extLst xmlns:a="http://schemas.openxmlformats.org/drawingml/2006/main">
              <a:ext uri="{FF2B5EF4-FFF2-40B4-BE49-F238E27FC236}">
                <a16:creationId xmlns:a16="http://schemas.microsoft.com/office/drawing/2014/main" id="{13680AF8-7721-49AE-B353-CC88BADDA151}"/>
              </a:ext>
            </a:extLst>
          </p:cNvPr>
          <p:cNvSpPr>
            <a:spLocks xmlns:a="http://schemas.openxmlformats.org/drawingml/2006/main" noGrp="1"/>
          </p:cNvSpPr>
          <p:nvPr/>
        </p:nvSpPr>
        <p:spPr>
          <a:xfrm xmlns:a="http://schemas.openxmlformats.org/drawingml/2006/main">
            <a:off x="7108704" y="3551655"/>
            <a:ext cx="95" cy="219233"/>
          </a:xfrm>
          <a:custGeom xmlns:a="http://schemas.openxmlformats.org/drawingml/2006/main">
            <a:pathLst>
              <a:path w="95" h="203770">
                <a:moveTo>
                  <a:pt x="0" y="203770"/>
                </a:moveTo>
                <a:lnTo>
                  <a:pt x="0" y="0"/>
                </a:lnTo>
              </a:path>
            </a:pathLst>
          </a:custGeom>
          <a:noFill xmlns:a="http://schemas.openxmlformats.org/drawingml/2006/main"/>
          <a:ln xmlns:a="http://schemas.openxmlformats.org/drawingml/2006/main" w="12297">
            <a:solidFill>
              <a:srgbClr val="2C5EAA"/>
            </a:solidFill>
            <a:prstDash val="solid"/>
          </a:ln>
        </p:spPr>
      </p:sp>
      <p:sp>
        <p:nvSpPr>
          <p:cNvPr id="110" name="Editable chart path">
            <a:extLst xmlns:a="http://schemas.openxmlformats.org/drawingml/2006/main">
              <a:ext uri="{FF2B5EF4-FFF2-40B4-BE49-F238E27FC236}">
                <a16:creationId xmlns:a16="http://schemas.microsoft.com/office/drawing/2014/main" id="{62B81A54-830B-4136-9E4B-AAB77FC6240D}"/>
              </a:ext>
            </a:extLst>
          </p:cNvPr>
          <p:cNvSpPr>
            <a:spLocks xmlns:a="http://schemas.openxmlformats.org/drawingml/2006/main" noGrp="1"/>
          </p:cNvSpPr>
          <p:nvPr/>
        </p:nvSpPr>
        <p:spPr>
          <a:xfrm xmlns:a="http://schemas.openxmlformats.org/drawingml/2006/main">
            <a:off x="7688734" y="2978069"/>
            <a:ext cx="95" cy="487882"/>
          </a:xfrm>
          <a:custGeom xmlns:a="http://schemas.openxmlformats.org/drawingml/2006/main">
            <a:pathLst>
              <a:path w="95" h="453469">
                <a:moveTo>
                  <a:pt x="0" y="453469"/>
                </a:moveTo>
                <a:lnTo>
                  <a:pt x="0" y="0"/>
                </a:lnTo>
              </a:path>
            </a:pathLst>
          </a:custGeom>
          <a:noFill xmlns:a="http://schemas.openxmlformats.org/drawingml/2006/main"/>
          <a:ln xmlns:a="http://schemas.openxmlformats.org/drawingml/2006/main" w="12297">
            <a:solidFill>
              <a:srgbClr val="2C5EAA"/>
            </a:solidFill>
            <a:prstDash val="solid"/>
          </a:ln>
        </p:spPr>
      </p:sp>
      <p:sp>
        <p:nvSpPr>
          <p:cNvPr id="111" name="Editable chart path">
            <a:extLst xmlns:a="http://schemas.openxmlformats.org/drawingml/2006/main">
              <a:ext uri="{FF2B5EF4-FFF2-40B4-BE49-F238E27FC236}">
                <a16:creationId xmlns:a16="http://schemas.microsoft.com/office/drawing/2014/main" id="{51B85882-2523-43CC-8E73-4E9D052771E9}"/>
              </a:ext>
            </a:extLst>
          </p:cNvPr>
          <p:cNvSpPr>
            <a:spLocks xmlns:a="http://schemas.openxmlformats.org/drawingml/2006/main" noGrp="1"/>
          </p:cNvSpPr>
          <p:nvPr/>
        </p:nvSpPr>
        <p:spPr>
          <a:xfrm xmlns:a="http://schemas.openxmlformats.org/drawingml/2006/main">
            <a:off x="8268763" y="3486159"/>
            <a:ext cx="95" cy="800927"/>
          </a:xfrm>
          <a:custGeom xmlns:a="http://schemas.openxmlformats.org/drawingml/2006/main">
            <a:pathLst>
              <a:path w="95" h="744433">
                <a:moveTo>
                  <a:pt x="0" y="744433"/>
                </a:moveTo>
                <a:lnTo>
                  <a:pt x="0" y="0"/>
                </a:lnTo>
              </a:path>
            </a:pathLst>
          </a:custGeom>
          <a:noFill xmlns:a="http://schemas.openxmlformats.org/drawingml/2006/main"/>
          <a:ln xmlns:a="http://schemas.openxmlformats.org/drawingml/2006/main" w="12297">
            <a:solidFill>
              <a:srgbClr val="2C5EAA"/>
            </a:solidFill>
            <a:prstDash val="solid"/>
          </a:ln>
        </p:spPr>
      </p:sp>
      <p:sp>
        <p:nvSpPr>
          <p:cNvPr id="112" name="Editable chart path">
            <a:extLst xmlns:a="http://schemas.openxmlformats.org/drawingml/2006/main">
              <a:ext uri="{FF2B5EF4-FFF2-40B4-BE49-F238E27FC236}">
                <a16:creationId xmlns:a16="http://schemas.microsoft.com/office/drawing/2014/main" id="{B81AAF27-BCF2-434D-BDAB-2CFA52CBE79E}"/>
              </a:ext>
            </a:extLst>
          </p:cNvPr>
          <p:cNvSpPr>
            <a:spLocks xmlns:a="http://schemas.openxmlformats.org/drawingml/2006/main" noGrp="1"/>
          </p:cNvSpPr>
          <p:nvPr/>
        </p:nvSpPr>
        <p:spPr>
          <a:xfrm xmlns:a="http://schemas.openxmlformats.org/drawingml/2006/main">
            <a:off x="8848793" y="3577511"/>
            <a:ext cx="95" cy="492334"/>
          </a:xfrm>
          <a:custGeom xmlns:a="http://schemas.openxmlformats.org/drawingml/2006/main">
            <a:pathLst>
              <a:path w="95" h="457607">
                <a:moveTo>
                  <a:pt x="0" y="457607"/>
                </a:moveTo>
                <a:lnTo>
                  <a:pt x="0" y="0"/>
                </a:lnTo>
              </a:path>
            </a:pathLst>
          </a:custGeom>
          <a:noFill xmlns:a="http://schemas.openxmlformats.org/drawingml/2006/main"/>
          <a:ln xmlns:a="http://schemas.openxmlformats.org/drawingml/2006/main" w="12297">
            <a:solidFill>
              <a:srgbClr val="2C5EAA"/>
            </a:solidFill>
            <a:prstDash val="solid"/>
          </a:ln>
        </p:spPr>
      </p:sp>
      <p:sp>
        <p:nvSpPr>
          <p:cNvPr id="113" name="Editable chart path">
            <a:extLst xmlns:a="http://schemas.openxmlformats.org/drawingml/2006/main">
              <a:ext uri="{FF2B5EF4-FFF2-40B4-BE49-F238E27FC236}">
                <a16:creationId xmlns:a16="http://schemas.microsoft.com/office/drawing/2014/main" id="{CC162A43-5949-4D43-8B3C-54AB08F5BEE6}"/>
              </a:ext>
            </a:extLst>
          </p:cNvPr>
          <p:cNvSpPr>
            <a:spLocks xmlns:a="http://schemas.openxmlformats.org/drawingml/2006/main" noGrp="1"/>
          </p:cNvSpPr>
          <p:nvPr/>
        </p:nvSpPr>
        <p:spPr>
          <a:xfrm xmlns:a="http://schemas.openxmlformats.org/drawingml/2006/main">
            <a:off x="3608031" y="3871381"/>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14" name="Editable chart path">
            <a:extLst xmlns:a="http://schemas.openxmlformats.org/drawingml/2006/main">
              <a:ext uri="{FF2B5EF4-FFF2-40B4-BE49-F238E27FC236}">
                <a16:creationId xmlns:a16="http://schemas.microsoft.com/office/drawing/2014/main" id="{27A91E09-E4AC-42F0-9A55-99C3AF48E391}"/>
              </a:ext>
            </a:extLst>
          </p:cNvPr>
          <p:cNvSpPr>
            <a:spLocks xmlns:a="http://schemas.openxmlformats.org/drawingml/2006/main" noGrp="1"/>
          </p:cNvSpPr>
          <p:nvPr/>
        </p:nvSpPr>
        <p:spPr>
          <a:xfrm xmlns:a="http://schemas.openxmlformats.org/drawingml/2006/main">
            <a:off x="4188060" y="4163577"/>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15" name="Editable chart path">
            <a:extLst xmlns:a="http://schemas.openxmlformats.org/drawingml/2006/main">
              <a:ext uri="{FF2B5EF4-FFF2-40B4-BE49-F238E27FC236}">
                <a16:creationId xmlns:a16="http://schemas.microsoft.com/office/drawing/2014/main" id="{D9A3712F-19E8-418B-9E91-0004888914FC}"/>
              </a:ext>
            </a:extLst>
          </p:cNvPr>
          <p:cNvSpPr>
            <a:spLocks xmlns:a="http://schemas.openxmlformats.org/drawingml/2006/main" noGrp="1"/>
          </p:cNvSpPr>
          <p:nvPr/>
        </p:nvSpPr>
        <p:spPr>
          <a:xfrm xmlns:a="http://schemas.openxmlformats.org/drawingml/2006/main">
            <a:off x="4768090" y="3756811"/>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16" name="Editable chart path">
            <a:extLst xmlns:a="http://schemas.openxmlformats.org/drawingml/2006/main">
              <a:ext uri="{FF2B5EF4-FFF2-40B4-BE49-F238E27FC236}">
                <a16:creationId xmlns:a16="http://schemas.microsoft.com/office/drawing/2014/main" id="{86AF4CD5-A9BB-4A7A-96AD-4AD966C54697}"/>
              </a:ext>
            </a:extLst>
          </p:cNvPr>
          <p:cNvSpPr>
            <a:spLocks xmlns:a="http://schemas.openxmlformats.org/drawingml/2006/main" noGrp="1"/>
          </p:cNvSpPr>
          <p:nvPr/>
        </p:nvSpPr>
        <p:spPr>
          <a:xfrm xmlns:a="http://schemas.openxmlformats.org/drawingml/2006/main">
            <a:off x="5348119" y="3754215"/>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17" name="Editable chart path">
            <a:extLst xmlns:a="http://schemas.openxmlformats.org/drawingml/2006/main">
              <a:ext uri="{FF2B5EF4-FFF2-40B4-BE49-F238E27FC236}">
                <a16:creationId xmlns:a16="http://schemas.microsoft.com/office/drawing/2014/main" id="{5B02D821-CA87-4D23-9193-D0E7DA384CF1}"/>
              </a:ext>
            </a:extLst>
          </p:cNvPr>
          <p:cNvSpPr>
            <a:spLocks xmlns:a="http://schemas.openxmlformats.org/drawingml/2006/main" noGrp="1"/>
          </p:cNvSpPr>
          <p:nvPr/>
        </p:nvSpPr>
        <p:spPr>
          <a:xfrm xmlns:a="http://schemas.openxmlformats.org/drawingml/2006/main">
            <a:off x="5928149" y="3592499"/>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18" name="Editable chart path">
            <a:extLst xmlns:a="http://schemas.openxmlformats.org/drawingml/2006/main">
              <a:ext uri="{FF2B5EF4-FFF2-40B4-BE49-F238E27FC236}">
                <a16:creationId xmlns:a16="http://schemas.microsoft.com/office/drawing/2014/main" id="{9CF3AFD9-1FBB-4ECE-AB05-741C03A7806E}"/>
              </a:ext>
            </a:extLst>
          </p:cNvPr>
          <p:cNvSpPr>
            <a:spLocks xmlns:a="http://schemas.openxmlformats.org/drawingml/2006/main" noGrp="1"/>
          </p:cNvSpPr>
          <p:nvPr/>
        </p:nvSpPr>
        <p:spPr>
          <a:xfrm xmlns:a="http://schemas.openxmlformats.org/drawingml/2006/main">
            <a:off x="6508179" y="3869818"/>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19" name="Editable chart path">
            <a:extLst xmlns:a="http://schemas.openxmlformats.org/drawingml/2006/main">
              <a:ext uri="{FF2B5EF4-FFF2-40B4-BE49-F238E27FC236}">
                <a16:creationId xmlns:a16="http://schemas.microsoft.com/office/drawing/2014/main" id="{8D2A84B3-4647-4EC9-BEE8-7DA96298B7CF}"/>
              </a:ext>
            </a:extLst>
          </p:cNvPr>
          <p:cNvSpPr>
            <a:spLocks xmlns:a="http://schemas.openxmlformats.org/drawingml/2006/main" noGrp="1"/>
          </p:cNvSpPr>
          <p:nvPr/>
        </p:nvSpPr>
        <p:spPr>
          <a:xfrm xmlns:a="http://schemas.openxmlformats.org/drawingml/2006/main">
            <a:off x="7088208" y="3770889"/>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0" name="Editable chart path">
            <a:extLst xmlns:a="http://schemas.openxmlformats.org/drawingml/2006/main">
              <a:ext uri="{FF2B5EF4-FFF2-40B4-BE49-F238E27FC236}">
                <a16:creationId xmlns:a16="http://schemas.microsoft.com/office/drawing/2014/main" id="{ABC93473-3FD9-4264-B8FB-C8A3365E96C9}"/>
              </a:ext>
            </a:extLst>
          </p:cNvPr>
          <p:cNvSpPr>
            <a:spLocks xmlns:a="http://schemas.openxmlformats.org/drawingml/2006/main" noGrp="1"/>
          </p:cNvSpPr>
          <p:nvPr/>
        </p:nvSpPr>
        <p:spPr>
          <a:xfrm xmlns:a="http://schemas.openxmlformats.org/drawingml/2006/main">
            <a:off x="7668238" y="3465951"/>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1" name="Editable chart path">
            <a:extLst xmlns:a="http://schemas.openxmlformats.org/drawingml/2006/main">
              <a:ext uri="{FF2B5EF4-FFF2-40B4-BE49-F238E27FC236}">
                <a16:creationId xmlns:a16="http://schemas.microsoft.com/office/drawing/2014/main" id="{CC8C1852-81BA-47D3-BF3A-2D470E9AC88A}"/>
              </a:ext>
            </a:extLst>
          </p:cNvPr>
          <p:cNvSpPr>
            <a:spLocks xmlns:a="http://schemas.openxmlformats.org/drawingml/2006/main" noGrp="1"/>
          </p:cNvSpPr>
          <p:nvPr/>
        </p:nvSpPr>
        <p:spPr>
          <a:xfrm xmlns:a="http://schemas.openxmlformats.org/drawingml/2006/main">
            <a:off x="8248267" y="4287086"/>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2" name="Editable chart path">
            <a:extLst xmlns:a="http://schemas.openxmlformats.org/drawingml/2006/main">
              <a:ext uri="{FF2B5EF4-FFF2-40B4-BE49-F238E27FC236}">
                <a16:creationId xmlns:a16="http://schemas.microsoft.com/office/drawing/2014/main" id="{B5454DA3-2DF9-4715-BA24-9E7F9569EDA5}"/>
              </a:ext>
            </a:extLst>
          </p:cNvPr>
          <p:cNvSpPr>
            <a:spLocks xmlns:a="http://schemas.openxmlformats.org/drawingml/2006/main" noGrp="1"/>
          </p:cNvSpPr>
          <p:nvPr/>
        </p:nvSpPr>
        <p:spPr>
          <a:xfrm xmlns:a="http://schemas.openxmlformats.org/drawingml/2006/main">
            <a:off x="8828297" y="4069846"/>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3" name="Editable chart path">
            <a:extLst xmlns:a="http://schemas.openxmlformats.org/drawingml/2006/main">
              <a:ext uri="{FF2B5EF4-FFF2-40B4-BE49-F238E27FC236}">
                <a16:creationId xmlns:a16="http://schemas.microsoft.com/office/drawing/2014/main" id="{DC0D477A-BD34-4D6C-B8DB-67161F61B758}"/>
              </a:ext>
            </a:extLst>
          </p:cNvPr>
          <p:cNvSpPr>
            <a:spLocks xmlns:a="http://schemas.openxmlformats.org/drawingml/2006/main" noGrp="1"/>
          </p:cNvSpPr>
          <p:nvPr/>
        </p:nvSpPr>
        <p:spPr>
          <a:xfrm xmlns:a="http://schemas.openxmlformats.org/drawingml/2006/main">
            <a:off x="3608031" y="3506008"/>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4" name="Editable chart path">
            <a:extLst xmlns:a="http://schemas.openxmlformats.org/drawingml/2006/main">
              <a:ext uri="{FF2B5EF4-FFF2-40B4-BE49-F238E27FC236}">
                <a16:creationId xmlns:a16="http://schemas.microsoft.com/office/drawing/2014/main" id="{4ECB771D-FCEA-42BC-93AC-7C3776E0569E}"/>
              </a:ext>
            </a:extLst>
          </p:cNvPr>
          <p:cNvSpPr>
            <a:spLocks xmlns:a="http://schemas.openxmlformats.org/drawingml/2006/main" noGrp="1"/>
          </p:cNvSpPr>
          <p:nvPr/>
        </p:nvSpPr>
        <p:spPr>
          <a:xfrm xmlns:a="http://schemas.openxmlformats.org/drawingml/2006/main">
            <a:off x="4188060" y="3299585"/>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5" name="Editable chart path">
            <a:extLst xmlns:a="http://schemas.openxmlformats.org/drawingml/2006/main">
              <a:ext uri="{FF2B5EF4-FFF2-40B4-BE49-F238E27FC236}">
                <a16:creationId xmlns:a16="http://schemas.microsoft.com/office/drawing/2014/main" id="{AE024EEA-1DB8-49D9-930E-CD8358E692DA}"/>
              </a:ext>
            </a:extLst>
          </p:cNvPr>
          <p:cNvSpPr>
            <a:spLocks xmlns:a="http://schemas.openxmlformats.org/drawingml/2006/main" noGrp="1"/>
          </p:cNvSpPr>
          <p:nvPr/>
        </p:nvSpPr>
        <p:spPr>
          <a:xfrm xmlns:a="http://schemas.openxmlformats.org/drawingml/2006/main">
            <a:off x="4768090" y="3414342"/>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6" name="Editable chart path">
            <a:extLst xmlns:a="http://schemas.openxmlformats.org/drawingml/2006/main">
              <a:ext uri="{FF2B5EF4-FFF2-40B4-BE49-F238E27FC236}">
                <a16:creationId xmlns:a16="http://schemas.microsoft.com/office/drawing/2014/main" id="{BA53EC31-CD17-4423-84BA-80F4188B308F}"/>
              </a:ext>
            </a:extLst>
          </p:cNvPr>
          <p:cNvSpPr>
            <a:spLocks xmlns:a="http://schemas.openxmlformats.org/drawingml/2006/main" noGrp="1"/>
          </p:cNvSpPr>
          <p:nvPr/>
        </p:nvSpPr>
        <p:spPr>
          <a:xfrm xmlns:a="http://schemas.openxmlformats.org/drawingml/2006/main">
            <a:off x="5348119" y="3324685"/>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7" name="Editable chart path">
            <a:extLst xmlns:a="http://schemas.openxmlformats.org/drawingml/2006/main">
              <a:ext uri="{FF2B5EF4-FFF2-40B4-BE49-F238E27FC236}">
                <a16:creationId xmlns:a16="http://schemas.microsoft.com/office/drawing/2014/main" id="{1AA78B75-A37A-43DA-9F87-BFE157FB2951}"/>
              </a:ext>
            </a:extLst>
          </p:cNvPr>
          <p:cNvSpPr>
            <a:spLocks xmlns:a="http://schemas.openxmlformats.org/drawingml/2006/main" noGrp="1"/>
          </p:cNvSpPr>
          <p:nvPr/>
        </p:nvSpPr>
        <p:spPr>
          <a:xfrm xmlns:a="http://schemas.openxmlformats.org/drawingml/2006/main">
            <a:off x="5928149" y="3217359"/>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8" name="Editable chart path">
            <a:extLst xmlns:a="http://schemas.openxmlformats.org/drawingml/2006/main">
              <a:ext uri="{FF2B5EF4-FFF2-40B4-BE49-F238E27FC236}">
                <a16:creationId xmlns:a16="http://schemas.microsoft.com/office/drawing/2014/main" id="{C6FC539B-EF2A-479A-8D02-4BB9E7AA5260}"/>
              </a:ext>
            </a:extLst>
          </p:cNvPr>
          <p:cNvSpPr>
            <a:spLocks xmlns:a="http://schemas.openxmlformats.org/drawingml/2006/main" noGrp="1"/>
          </p:cNvSpPr>
          <p:nvPr/>
        </p:nvSpPr>
        <p:spPr>
          <a:xfrm xmlns:a="http://schemas.openxmlformats.org/drawingml/2006/main">
            <a:off x="6508179" y="3417780"/>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29" name="Editable chart path">
            <a:extLst xmlns:a="http://schemas.openxmlformats.org/drawingml/2006/main">
              <a:ext uri="{FF2B5EF4-FFF2-40B4-BE49-F238E27FC236}">
                <a16:creationId xmlns:a16="http://schemas.microsoft.com/office/drawing/2014/main" id="{D4308728-9DD3-4FF5-AAD3-F23A11D2DD02}"/>
              </a:ext>
            </a:extLst>
          </p:cNvPr>
          <p:cNvSpPr>
            <a:spLocks xmlns:a="http://schemas.openxmlformats.org/drawingml/2006/main" noGrp="1"/>
          </p:cNvSpPr>
          <p:nvPr/>
        </p:nvSpPr>
        <p:spPr>
          <a:xfrm xmlns:a="http://schemas.openxmlformats.org/drawingml/2006/main">
            <a:off x="7088208" y="3551655"/>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30" name="Editable chart path">
            <a:extLst xmlns:a="http://schemas.openxmlformats.org/drawingml/2006/main">
              <a:ext uri="{FF2B5EF4-FFF2-40B4-BE49-F238E27FC236}">
                <a16:creationId xmlns:a16="http://schemas.microsoft.com/office/drawing/2014/main" id="{EDC9E326-CC37-45E5-976A-51B1656EB8F6}"/>
              </a:ext>
            </a:extLst>
          </p:cNvPr>
          <p:cNvSpPr>
            <a:spLocks xmlns:a="http://schemas.openxmlformats.org/drawingml/2006/main" noGrp="1"/>
          </p:cNvSpPr>
          <p:nvPr/>
        </p:nvSpPr>
        <p:spPr>
          <a:xfrm xmlns:a="http://schemas.openxmlformats.org/drawingml/2006/main">
            <a:off x="7668238" y="2978069"/>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31" name="Editable chart path">
            <a:extLst xmlns:a="http://schemas.openxmlformats.org/drawingml/2006/main">
              <a:ext uri="{FF2B5EF4-FFF2-40B4-BE49-F238E27FC236}">
                <a16:creationId xmlns:a16="http://schemas.microsoft.com/office/drawing/2014/main" id="{8B85202B-8147-4313-B7E3-7F3B9348EBC0}"/>
              </a:ext>
            </a:extLst>
          </p:cNvPr>
          <p:cNvSpPr>
            <a:spLocks xmlns:a="http://schemas.openxmlformats.org/drawingml/2006/main" noGrp="1"/>
          </p:cNvSpPr>
          <p:nvPr/>
        </p:nvSpPr>
        <p:spPr>
          <a:xfrm xmlns:a="http://schemas.openxmlformats.org/drawingml/2006/main">
            <a:off x="8248267" y="3486159"/>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32" name="Editable chart path">
            <a:extLst xmlns:a="http://schemas.openxmlformats.org/drawingml/2006/main">
              <a:ext uri="{FF2B5EF4-FFF2-40B4-BE49-F238E27FC236}">
                <a16:creationId xmlns:a16="http://schemas.microsoft.com/office/drawing/2014/main" id="{6CD35701-2EEA-4C4F-93A7-B601B2724511}"/>
              </a:ext>
            </a:extLst>
          </p:cNvPr>
          <p:cNvSpPr>
            <a:spLocks xmlns:a="http://schemas.openxmlformats.org/drawingml/2006/main" noGrp="1"/>
          </p:cNvSpPr>
          <p:nvPr/>
        </p:nvSpPr>
        <p:spPr>
          <a:xfrm xmlns:a="http://schemas.openxmlformats.org/drawingml/2006/main">
            <a:off x="8828297" y="3577511"/>
            <a:ext cx="40991"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248">
            <a:solidFill>
              <a:srgbClr val="2C5EAA"/>
            </a:solidFill>
            <a:prstDash val="solid"/>
          </a:ln>
        </p:spPr>
      </p:sp>
      <p:sp>
        <p:nvSpPr>
          <p:cNvPr id="133" name="Editable chart path">
            <a:extLst xmlns:a="http://schemas.openxmlformats.org/drawingml/2006/main">
              <a:ext uri="{FF2B5EF4-FFF2-40B4-BE49-F238E27FC236}">
                <a16:creationId xmlns:a16="http://schemas.microsoft.com/office/drawing/2014/main" id="{5FA5EC0F-92E5-43F9-9240-AA2FDCBC3615}"/>
              </a:ext>
            </a:extLst>
          </p:cNvPr>
          <p:cNvSpPr>
            <a:spLocks xmlns:a="http://schemas.openxmlformats.org/drawingml/2006/main" noGrp="1"/>
          </p:cNvSpPr>
          <p:nvPr/>
        </p:nvSpPr>
        <p:spPr>
          <a:xfrm xmlns:a="http://schemas.openxmlformats.org/drawingml/2006/main">
            <a:off x="3773534" y="3395748"/>
            <a:ext cx="95" cy="611149"/>
          </a:xfrm>
          <a:custGeom xmlns:a="http://schemas.openxmlformats.org/drawingml/2006/main">
            <a:pathLst>
              <a:path w="95" h="568041">
                <a:moveTo>
                  <a:pt x="0" y="568041"/>
                </a:moveTo>
                <a:lnTo>
                  <a:pt x="0" y="0"/>
                </a:lnTo>
              </a:path>
            </a:pathLst>
          </a:custGeom>
          <a:noFill xmlns:a="http://schemas.openxmlformats.org/drawingml/2006/main"/>
          <a:ln xmlns:a="http://schemas.openxmlformats.org/drawingml/2006/main" w="12297">
            <a:solidFill>
              <a:srgbClr val="14295B"/>
            </a:solidFill>
            <a:prstDash val="solid"/>
          </a:ln>
        </p:spPr>
      </p:sp>
      <p:sp>
        <p:nvSpPr>
          <p:cNvPr id="134" name="Editable chart path">
            <a:extLst xmlns:a="http://schemas.openxmlformats.org/drawingml/2006/main">
              <a:ext uri="{FF2B5EF4-FFF2-40B4-BE49-F238E27FC236}">
                <a16:creationId xmlns:a16="http://schemas.microsoft.com/office/drawing/2014/main" id="{77BBC632-8212-4EB9-89B6-6833E5D6BF96}"/>
              </a:ext>
            </a:extLst>
          </p:cNvPr>
          <p:cNvSpPr>
            <a:spLocks xmlns:a="http://schemas.openxmlformats.org/drawingml/2006/main" noGrp="1"/>
          </p:cNvSpPr>
          <p:nvPr/>
        </p:nvSpPr>
        <p:spPr>
          <a:xfrm xmlns:a="http://schemas.openxmlformats.org/drawingml/2006/main">
            <a:off x="4353563" y="3664407"/>
            <a:ext cx="95" cy="934771"/>
          </a:xfrm>
          <a:custGeom xmlns:a="http://schemas.openxmlformats.org/drawingml/2006/main">
            <a:pathLst>
              <a:path w="95" h="868836">
                <a:moveTo>
                  <a:pt x="0" y="868836"/>
                </a:moveTo>
                <a:lnTo>
                  <a:pt x="0" y="0"/>
                </a:lnTo>
              </a:path>
            </a:pathLst>
          </a:custGeom>
          <a:noFill xmlns:a="http://schemas.openxmlformats.org/drawingml/2006/main"/>
          <a:ln xmlns:a="http://schemas.openxmlformats.org/drawingml/2006/main" w="12297">
            <a:solidFill>
              <a:srgbClr val="14295B"/>
            </a:solidFill>
            <a:prstDash val="solid"/>
          </a:ln>
        </p:spPr>
      </p:sp>
      <p:sp>
        <p:nvSpPr>
          <p:cNvPr id="135" name="Editable chart path">
            <a:extLst xmlns:a="http://schemas.openxmlformats.org/drawingml/2006/main">
              <a:ext uri="{FF2B5EF4-FFF2-40B4-BE49-F238E27FC236}">
                <a16:creationId xmlns:a16="http://schemas.microsoft.com/office/drawing/2014/main" id="{C3FC12FA-4ADB-4CB7-BABF-9802F2E6C22E}"/>
              </a:ext>
            </a:extLst>
          </p:cNvPr>
          <p:cNvSpPr>
            <a:spLocks xmlns:a="http://schemas.openxmlformats.org/drawingml/2006/main" noGrp="1"/>
          </p:cNvSpPr>
          <p:nvPr/>
        </p:nvSpPr>
        <p:spPr>
          <a:xfrm xmlns:a="http://schemas.openxmlformats.org/drawingml/2006/main">
            <a:off x="4933593" y="3405776"/>
            <a:ext cx="95" cy="419690"/>
          </a:xfrm>
          <a:custGeom xmlns:a="http://schemas.openxmlformats.org/drawingml/2006/main">
            <a:pathLst>
              <a:path w="95" h="390087">
                <a:moveTo>
                  <a:pt x="0" y="390087"/>
                </a:moveTo>
                <a:lnTo>
                  <a:pt x="0" y="0"/>
                </a:lnTo>
              </a:path>
            </a:pathLst>
          </a:custGeom>
          <a:noFill xmlns:a="http://schemas.openxmlformats.org/drawingml/2006/main"/>
          <a:ln xmlns:a="http://schemas.openxmlformats.org/drawingml/2006/main" w="12297">
            <a:solidFill>
              <a:srgbClr val="14295B"/>
            </a:solidFill>
            <a:prstDash val="solid"/>
          </a:ln>
        </p:spPr>
      </p:sp>
      <p:sp>
        <p:nvSpPr>
          <p:cNvPr id="136" name="Editable chart path">
            <a:extLst xmlns:a="http://schemas.openxmlformats.org/drawingml/2006/main">
              <a:ext uri="{FF2B5EF4-FFF2-40B4-BE49-F238E27FC236}">
                <a16:creationId xmlns:a16="http://schemas.microsoft.com/office/drawing/2014/main" id="{D672C638-7BF9-41F7-9453-DFBFEE3DF0CF}"/>
              </a:ext>
            </a:extLst>
          </p:cNvPr>
          <p:cNvSpPr>
            <a:spLocks xmlns:a="http://schemas.openxmlformats.org/drawingml/2006/main" noGrp="1"/>
          </p:cNvSpPr>
          <p:nvPr/>
        </p:nvSpPr>
        <p:spPr>
          <a:xfrm xmlns:a="http://schemas.openxmlformats.org/drawingml/2006/main">
            <a:off x="5513623" y="3334364"/>
            <a:ext cx="95" cy="543779"/>
          </a:xfrm>
          <a:custGeom xmlns:a="http://schemas.openxmlformats.org/drawingml/2006/main">
            <a:pathLst>
              <a:path w="95" h="505423">
                <a:moveTo>
                  <a:pt x="0" y="505423"/>
                </a:moveTo>
                <a:lnTo>
                  <a:pt x="0" y="0"/>
                </a:lnTo>
              </a:path>
            </a:pathLst>
          </a:custGeom>
          <a:noFill xmlns:a="http://schemas.openxmlformats.org/drawingml/2006/main"/>
          <a:ln xmlns:a="http://schemas.openxmlformats.org/drawingml/2006/main" w="12297">
            <a:solidFill>
              <a:srgbClr val="14295B"/>
            </a:solidFill>
            <a:prstDash val="solid"/>
          </a:ln>
        </p:spPr>
      </p:sp>
      <p:sp>
        <p:nvSpPr>
          <p:cNvPr id="137" name="Editable chart path">
            <a:extLst xmlns:a="http://schemas.openxmlformats.org/drawingml/2006/main">
              <a:ext uri="{FF2B5EF4-FFF2-40B4-BE49-F238E27FC236}">
                <a16:creationId xmlns:a16="http://schemas.microsoft.com/office/drawing/2014/main" id="{9D22E421-3A69-45BC-B786-E28DFFCD84D2}"/>
              </a:ext>
            </a:extLst>
          </p:cNvPr>
          <p:cNvSpPr>
            <a:spLocks xmlns:a="http://schemas.openxmlformats.org/drawingml/2006/main" noGrp="1"/>
          </p:cNvSpPr>
          <p:nvPr/>
        </p:nvSpPr>
        <p:spPr>
          <a:xfrm xmlns:a="http://schemas.openxmlformats.org/drawingml/2006/main">
            <a:off x="6093652" y="3399283"/>
            <a:ext cx="95" cy="571280"/>
          </a:xfrm>
          <a:custGeom xmlns:a="http://schemas.openxmlformats.org/drawingml/2006/main">
            <a:pathLst>
              <a:path w="95" h="530984">
                <a:moveTo>
                  <a:pt x="0" y="530984"/>
                </a:moveTo>
                <a:lnTo>
                  <a:pt x="0" y="0"/>
                </a:lnTo>
              </a:path>
            </a:pathLst>
          </a:custGeom>
          <a:noFill xmlns:a="http://schemas.openxmlformats.org/drawingml/2006/main"/>
          <a:ln xmlns:a="http://schemas.openxmlformats.org/drawingml/2006/main" w="12297">
            <a:solidFill>
              <a:srgbClr val="14295B"/>
            </a:solidFill>
            <a:prstDash val="solid"/>
          </a:ln>
        </p:spPr>
      </p:sp>
      <p:sp>
        <p:nvSpPr>
          <p:cNvPr id="138" name="Editable chart path">
            <a:extLst xmlns:a="http://schemas.openxmlformats.org/drawingml/2006/main">
              <a:ext uri="{FF2B5EF4-FFF2-40B4-BE49-F238E27FC236}">
                <a16:creationId xmlns:a16="http://schemas.microsoft.com/office/drawing/2014/main" id="{35A1A869-D702-4A4C-B5A3-3A57CC670356}"/>
              </a:ext>
            </a:extLst>
          </p:cNvPr>
          <p:cNvSpPr>
            <a:spLocks xmlns:a="http://schemas.openxmlformats.org/drawingml/2006/main" noGrp="1"/>
          </p:cNvSpPr>
          <p:nvPr/>
        </p:nvSpPr>
        <p:spPr>
          <a:xfrm xmlns:a="http://schemas.openxmlformats.org/drawingml/2006/main">
            <a:off x="6673682" y="3517880"/>
            <a:ext cx="95" cy="515740"/>
          </a:xfrm>
          <a:custGeom xmlns:a="http://schemas.openxmlformats.org/drawingml/2006/main">
            <a:pathLst>
              <a:path w="95" h="479362">
                <a:moveTo>
                  <a:pt x="0" y="479362"/>
                </a:moveTo>
                <a:lnTo>
                  <a:pt x="0" y="0"/>
                </a:lnTo>
              </a:path>
            </a:pathLst>
          </a:custGeom>
          <a:noFill xmlns:a="http://schemas.openxmlformats.org/drawingml/2006/main"/>
          <a:ln xmlns:a="http://schemas.openxmlformats.org/drawingml/2006/main" w="12297">
            <a:solidFill>
              <a:srgbClr val="14295B"/>
            </a:solidFill>
            <a:prstDash val="solid"/>
          </a:ln>
        </p:spPr>
      </p:sp>
      <p:sp>
        <p:nvSpPr>
          <p:cNvPr id="139" name="Editable chart path">
            <a:extLst xmlns:a="http://schemas.openxmlformats.org/drawingml/2006/main">
              <a:ext uri="{FF2B5EF4-FFF2-40B4-BE49-F238E27FC236}">
                <a16:creationId xmlns:a16="http://schemas.microsoft.com/office/drawing/2014/main" id="{314A203D-A4A1-448A-AA2D-1E2D42FA5277}"/>
              </a:ext>
            </a:extLst>
          </p:cNvPr>
          <p:cNvSpPr>
            <a:spLocks xmlns:a="http://schemas.openxmlformats.org/drawingml/2006/main" noGrp="1"/>
          </p:cNvSpPr>
          <p:nvPr/>
        </p:nvSpPr>
        <p:spPr>
          <a:xfrm xmlns:a="http://schemas.openxmlformats.org/drawingml/2006/main">
            <a:off x="7253711" y="3553143"/>
            <a:ext cx="95" cy="271357"/>
          </a:xfrm>
          <a:custGeom xmlns:a="http://schemas.openxmlformats.org/drawingml/2006/main">
            <a:pathLst>
              <a:path w="95" h="252217">
                <a:moveTo>
                  <a:pt x="0" y="252217"/>
                </a:moveTo>
                <a:lnTo>
                  <a:pt x="0" y="0"/>
                </a:lnTo>
              </a:path>
            </a:pathLst>
          </a:custGeom>
          <a:noFill xmlns:a="http://schemas.openxmlformats.org/drawingml/2006/main"/>
          <a:ln xmlns:a="http://schemas.openxmlformats.org/drawingml/2006/main" w="12297">
            <a:solidFill>
              <a:srgbClr val="14295B"/>
            </a:solidFill>
            <a:prstDash val="solid"/>
          </a:ln>
        </p:spPr>
      </p:sp>
      <p:sp>
        <p:nvSpPr>
          <p:cNvPr id="140" name="Editable chart path">
            <a:extLst xmlns:a="http://schemas.openxmlformats.org/drawingml/2006/main">
              <a:ext uri="{FF2B5EF4-FFF2-40B4-BE49-F238E27FC236}">
                <a16:creationId xmlns:a16="http://schemas.microsoft.com/office/drawing/2014/main" id="{28B8C40C-03D2-40D3-B36C-B6D91C0A74EE}"/>
              </a:ext>
            </a:extLst>
          </p:cNvPr>
          <p:cNvSpPr>
            <a:spLocks xmlns:a="http://schemas.openxmlformats.org/drawingml/2006/main" noGrp="1"/>
          </p:cNvSpPr>
          <p:nvPr/>
        </p:nvSpPr>
        <p:spPr>
          <a:xfrm xmlns:a="http://schemas.openxmlformats.org/drawingml/2006/main">
            <a:off x="7833741" y="2743084"/>
            <a:ext cx="95" cy="768725"/>
          </a:xfrm>
          <a:custGeom xmlns:a="http://schemas.openxmlformats.org/drawingml/2006/main">
            <a:pathLst>
              <a:path w="95" h="714503">
                <a:moveTo>
                  <a:pt x="0" y="714503"/>
                </a:moveTo>
                <a:lnTo>
                  <a:pt x="0" y="0"/>
                </a:lnTo>
              </a:path>
            </a:pathLst>
          </a:custGeom>
          <a:noFill xmlns:a="http://schemas.openxmlformats.org/drawingml/2006/main"/>
          <a:ln xmlns:a="http://schemas.openxmlformats.org/drawingml/2006/main" w="12297">
            <a:solidFill>
              <a:srgbClr val="14295B"/>
            </a:solidFill>
            <a:prstDash val="solid"/>
          </a:ln>
        </p:spPr>
      </p:sp>
      <p:sp>
        <p:nvSpPr>
          <p:cNvPr id="141" name="Editable chart path">
            <a:extLst xmlns:a="http://schemas.openxmlformats.org/drawingml/2006/main">
              <a:ext uri="{FF2B5EF4-FFF2-40B4-BE49-F238E27FC236}">
                <a16:creationId xmlns:a16="http://schemas.microsoft.com/office/drawing/2014/main" id="{6C5FC8AE-0157-45BD-9307-C5FB770426E7}"/>
              </a:ext>
            </a:extLst>
          </p:cNvPr>
          <p:cNvSpPr>
            <a:spLocks xmlns:a="http://schemas.openxmlformats.org/drawingml/2006/main" noGrp="1"/>
          </p:cNvSpPr>
          <p:nvPr/>
        </p:nvSpPr>
        <p:spPr>
          <a:xfrm xmlns:a="http://schemas.openxmlformats.org/drawingml/2006/main">
            <a:off x="8413771" y="3553369"/>
            <a:ext cx="95" cy="1092399"/>
          </a:xfrm>
          <a:custGeom xmlns:a="http://schemas.openxmlformats.org/drawingml/2006/main">
            <a:pathLst>
              <a:path w="95" h="1015346">
                <a:moveTo>
                  <a:pt x="0" y="1015346"/>
                </a:moveTo>
                <a:lnTo>
                  <a:pt x="0" y="0"/>
                </a:lnTo>
              </a:path>
            </a:pathLst>
          </a:custGeom>
          <a:noFill xmlns:a="http://schemas.openxmlformats.org/drawingml/2006/main"/>
          <a:ln xmlns:a="http://schemas.openxmlformats.org/drawingml/2006/main" w="12297">
            <a:solidFill>
              <a:srgbClr val="14295B"/>
            </a:solidFill>
            <a:prstDash val="solid"/>
          </a:ln>
        </p:spPr>
      </p:sp>
      <p:sp>
        <p:nvSpPr>
          <p:cNvPr id="142" name="Editable chart path">
            <a:extLst xmlns:a="http://schemas.openxmlformats.org/drawingml/2006/main">
              <a:ext uri="{FF2B5EF4-FFF2-40B4-BE49-F238E27FC236}">
                <a16:creationId xmlns:a16="http://schemas.microsoft.com/office/drawing/2014/main" id="{EEF93135-CE57-4A62-B19A-B4E4F6F3C758}"/>
              </a:ext>
            </a:extLst>
          </p:cNvPr>
          <p:cNvSpPr>
            <a:spLocks xmlns:a="http://schemas.openxmlformats.org/drawingml/2006/main" noGrp="1"/>
          </p:cNvSpPr>
          <p:nvPr/>
        </p:nvSpPr>
        <p:spPr>
          <a:xfrm xmlns:a="http://schemas.openxmlformats.org/drawingml/2006/main">
            <a:off x="8993800" y="3980390"/>
            <a:ext cx="95" cy="466454"/>
          </a:xfrm>
          <a:custGeom xmlns:a="http://schemas.openxmlformats.org/drawingml/2006/main">
            <a:pathLst>
              <a:path w="95" h="433552">
                <a:moveTo>
                  <a:pt x="0" y="433552"/>
                </a:moveTo>
                <a:lnTo>
                  <a:pt x="0" y="0"/>
                </a:lnTo>
              </a:path>
            </a:pathLst>
          </a:custGeom>
          <a:noFill xmlns:a="http://schemas.openxmlformats.org/drawingml/2006/main"/>
          <a:ln xmlns:a="http://schemas.openxmlformats.org/drawingml/2006/main" w="12297">
            <a:solidFill>
              <a:srgbClr val="14295B"/>
            </a:solidFill>
            <a:prstDash val="solid"/>
          </a:ln>
        </p:spPr>
      </p:sp>
      <p:sp>
        <p:nvSpPr>
          <p:cNvPr id="143" name="Editable chart path">
            <a:extLst xmlns:a="http://schemas.openxmlformats.org/drawingml/2006/main">
              <a:ext uri="{FF2B5EF4-FFF2-40B4-BE49-F238E27FC236}">
                <a16:creationId xmlns:a16="http://schemas.microsoft.com/office/drawing/2014/main" id="{3137E608-B654-4373-A0CB-48932C9CAB3F}"/>
              </a:ext>
            </a:extLst>
          </p:cNvPr>
          <p:cNvSpPr>
            <a:spLocks xmlns:a="http://schemas.openxmlformats.org/drawingml/2006/main" noGrp="1"/>
          </p:cNvSpPr>
          <p:nvPr/>
        </p:nvSpPr>
        <p:spPr>
          <a:xfrm xmlns:a="http://schemas.openxmlformats.org/drawingml/2006/main">
            <a:off x="3753038" y="4006897"/>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44" name="Editable chart path">
            <a:extLst xmlns:a="http://schemas.openxmlformats.org/drawingml/2006/main">
              <a:ext uri="{FF2B5EF4-FFF2-40B4-BE49-F238E27FC236}">
                <a16:creationId xmlns:a16="http://schemas.microsoft.com/office/drawing/2014/main" id="{FF1D5030-8BDD-4363-969F-39A39923CE01}"/>
              </a:ext>
            </a:extLst>
          </p:cNvPr>
          <p:cNvSpPr>
            <a:spLocks xmlns:a="http://schemas.openxmlformats.org/drawingml/2006/main" noGrp="1"/>
          </p:cNvSpPr>
          <p:nvPr/>
        </p:nvSpPr>
        <p:spPr>
          <a:xfrm xmlns:a="http://schemas.openxmlformats.org/drawingml/2006/main">
            <a:off x="4333068" y="4599177"/>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45" name="Editable chart path">
            <a:extLst xmlns:a="http://schemas.openxmlformats.org/drawingml/2006/main">
              <a:ext uri="{FF2B5EF4-FFF2-40B4-BE49-F238E27FC236}">
                <a16:creationId xmlns:a16="http://schemas.microsoft.com/office/drawing/2014/main" id="{B881F1B5-BB54-490B-87A7-0AADA641DDEB}"/>
              </a:ext>
            </a:extLst>
          </p:cNvPr>
          <p:cNvSpPr>
            <a:spLocks xmlns:a="http://schemas.openxmlformats.org/drawingml/2006/main" noGrp="1"/>
          </p:cNvSpPr>
          <p:nvPr/>
        </p:nvSpPr>
        <p:spPr>
          <a:xfrm xmlns:a="http://schemas.openxmlformats.org/drawingml/2006/main">
            <a:off x="4913097" y="3825466"/>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46" name="Editable chart path">
            <a:extLst xmlns:a="http://schemas.openxmlformats.org/drawingml/2006/main">
              <a:ext uri="{FF2B5EF4-FFF2-40B4-BE49-F238E27FC236}">
                <a16:creationId xmlns:a16="http://schemas.microsoft.com/office/drawing/2014/main" id="{1CE3A9AD-AE19-4168-A83E-B0B522255A0A}"/>
              </a:ext>
            </a:extLst>
          </p:cNvPr>
          <p:cNvSpPr>
            <a:spLocks xmlns:a="http://schemas.openxmlformats.org/drawingml/2006/main" noGrp="1"/>
          </p:cNvSpPr>
          <p:nvPr/>
        </p:nvSpPr>
        <p:spPr>
          <a:xfrm xmlns:a="http://schemas.openxmlformats.org/drawingml/2006/main">
            <a:off x="5493127" y="3878143"/>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47" name="Editable chart path">
            <a:extLst xmlns:a="http://schemas.openxmlformats.org/drawingml/2006/main">
              <a:ext uri="{FF2B5EF4-FFF2-40B4-BE49-F238E27FC236}">
                <a16:creationId xmlns:a16="http://schemas.microsoft.com/office/drawing/2014/main" id="{DC9318F1-7674-4D30-A178-DC52D9669AC7}"/>
              </a:ext>
            </a:extLst>
          </p:cNvPr>
          <p:cNvSpPr>
            <a:spLocks xmlns:a="http://schemas.openxmlformats.org/drawingml/2006/main" noGrp="1"/>
          </p:cNvSpPr>
          <p:nvPr/>
        </p:nvSpPr>
        <p:spPr>
          <a:xfrm xmlns:a="http://schemas.openxmlformats.org/drawingml/2006/main">
            <a:off x="6073156" y="3970562"/>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48" name="Editable chart path">
            <a:extLst xmlns:a="http://schemas.openxmlformats.org/drawingml/2006/main">
              <a:ext uri="{FF2B5EF4-FFF2-40B4-BE49-F238E27FC236}">
                <a16:creationId xmlns:a16="http://schemas.microsoft.com/office/drawing/2014/main" id="{197DFDC0-D80C-4EE5-A671-A076B6BF5EBB}"/>
              </a:ext>
            </a:extLst>
          </p:cNvPr>
          <p:cNvSpPr>
            <a:spLocks xmlns:a="http://schemas.openxmlformats.org/drawingml/2006/main" noGrp="1"/>
          </p:cNvSpPr>
          <p:nvPr/>
        </p:nvSpPr>
        <p:spPr>
          <a:xfrm xmlns:a="http://schemas.openxmlformats.org/drawingml/2006/main">
            <a:off x="6653186" y="4033620"/>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49" name="Editable chart path">
            <a:extLst xmlns:a="http://schemas.openxmlformats.org/drawingml/2006/main">
              <a:ext uri="{FF2B5EF4-FFF2-40B4-BE49-F238E27FC236}">
                <a16:creationId xmlns:a16="http://schemas.microsoft.com/office/drawing/2014/main" id="{83811B7B-5069-44ED-A2D4-43695E59D512}"/>
              </a:ext>
            </a:extLst>
          </p:cNvPr>
          <p:cNvSpPr>
            <a:spLocks xmlns:a="http://schemas.openxmlformats.org/drawingml/2006/main" noGrp="1"/>
          </p:cNvSpPr>
          <p:nvPr/>
        </p:nvSpPr>
        <p:spPr>
          <a:xfrm xmlns:a="http://schemas.openxmlformats.org/drawingml/2006/main">
            <a:off x="7233216" y="3824500"/>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0" name="Editable chart path">
            <a:extLst xmlns:a="http://schemas.openxmlformats.org/drawingml/2006/main">
              <a:ext uri="{FF2B5EF4-FFF2-40B4-BE49-F238E27FC236}">
                <a16:creationId xmlns:a16="http://schemas.microsoft.com/office/drawing/2014/main" id="{4CC9440A-0C59-412E-9443-F0B3B72D7B67}"/>
              </a:ext>
            </a:extLst>
          </p:cNvPr>
          <p:cNvSpPr>
            <a:spLocks xmlns:a="http://schemas.openxmlformats.org/drawingml/2006/main" noGrp="1"/>
          </p:cNvSpPr>
          <p:nvPr/>
        </p:nvSpPr>
        <p:spPr>
          <a:xfrm xmlns:a="http://schemas.openxmlformats.org/drawingml/2006/main">
            <a:off x="7813245" y="3511810"/>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1" name="Editable chart path">
            <a:extLst xmlns:a="http://schemas.openxmlformats.org/drawingml/2006/main">
              <a:ext uri="{FF2B5EF4-FFF2-40B4-BE49-F238E27FC236}">
                <a16:creationId xmlns:a16="http://schemas.microsoft.com/office/drawing/2014/main" id="{263FCAE8-E254-4D4E-A549-77F6C4758045}"/>
              </a:ext>
            </a:extLst>
          </p:cNvPr>
          <p:cNvSpPr>
            <a:spLocks xmlns:a="http://schemas.openxmlformats.org/drawingml/2006/main" noGrp="1"/>
          </p:cNvSpPr>
          <p:nvPr/>
        </p:nvSpPr>
        <p:spPr>
          <a:xfrm xmlns:a="http://schemas.openxmlformats.org/drawingml/2006/main">
            <a:off x="8393275" y="4645768"/>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2" name="Editable chart path">
            <a:extLst xmlns:a="http://schemas.openxmlformats.org/drawingml/2006/main">
              <a:ext uri="{FF2B5EF4-FFF2-40B4-BE49-F238E27FC236}">
                <a16:creationId xmlns:a16="http://schemas.microsoft.com/office/drawing/2014/main" id="{C4493E09-5AB7-46DD-B49C-7DEC9FC2EF7A}"/>
              </a:ext>
            </a:extLst>
          </p:cNvPr>
          <p:cNvSpPr>
            <a:spLocks xmlns:a="http://schemas.openxmlformats.org/drawingml/2006/main" noGrp="1"/>
          </p:cNvSpPr>
          <p:nvPr/>
        </p:nvSpPr>
        <p:spPr>
          <a:xfrm xmlns:a="http://schemas.openxmlformats.org/drawingml/2006/main">
            <a:off x="8973304" y="4446844"/>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3" name="Editable chart path">
            <a:extLst xmlns:a="http://schemas.openxmlformats.org/drawingml/2006/main">
              <a:ext uri="{FF2B5EF4-FFF2-40B4-BE49-F238E27FC236}">
                <a16:creationId xmlns:a16="http://schemas.microsoft.com/office/drawing/2014/main" id="{8A51988B-B0F7-413F-90A3-3DBB80345839}"/>
              </a:ext>
            </a:extLst>
          </p:cNvPr>
          <p:cNvSpPr>
            <a:spLocks xmlns:a="http://schemas.openxmlformats.org/drawingml/2006/main" noGrp="1"/>
          </p:cNvSpPr>
          <p:nvPr/>
        </p:nvSpPr>
        <p:spPr>
          <a:xfrm xmlns:a="http://schemas.openxmlformats.org/drawingml/2006/main">
            <a:off x="3753038" y="3395748"/>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4" name="Editable chart path">
            <a:extLst xmlns:a="http://schemas.openxmlformats.org/drawingml/2006/main">
              <a:ext uri="{FF2B5EF4-FFF2-40B4-BE49-F238E27FC236}">
                <a16:creationId xmlns:a16="http://schemas.microsoft.com/office/drawing/2014/main" id="{867DE67D-FB13-457F-B621-543B2DC23574}"/>
              </a:ext>
            </a:extLst>
          </p:cNvPr>
          <p:cNvSpPr>
            <a:spLocks xmlns:a="http://schemas.openxmlformats.org/drawingml/2006/main" noGrp="1"/>
          </p:cNvSpPr>
          <p:nvPr/>
        </p:nvSpPr>
        <p:spPr>
          <a:xfrm xmlns:a="http://schemas.openxmlformats.org/drawingml/2006/main">
            <a:off x="4333068" y="3664407"/>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5" name="Editable chart path">
            <a:extLst xmlns:a="http://schemas.openxmlformats.org/drawingml/2006/main">
              <a:ext uri="{FF2B5EF4-FFF2-40B4-BE49-F238E27FC236}">
                <a16:creationId xmlns:a16="http://schemas.microsoft.com/office/drawing/2014/main" id="{14D2236D-8C0E-4581-90F9-3E2D1096E451}"/>
              </a:ext>
            </a:extLst>
          </p:cNvPr>
          <p:cNvSpPr>
            <a:spLocks xmlns:a="http://schemas.openxmlformats.org/drawingml/2006/main" noGrp="1"/>
          </p:cNvSpPr>
          <p:nvPr/>
        </p:nvSpPr>
        <p:spPr>
          <a:xfrm xmlns:a="http://schemas.openxmlformats.org/drawingml/2006/main">
            <a:off x="4913097" y="3405776"/>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6" name="Editable chart path">
            <a:extLst xmlns:a="http://schemas.openxmlformats.org/drawingml/2006/main">
              <a:ext uri="{FF2B5EF4-FFF2-40B4-BE49-F238E27FC236}">
                <a16:creationId xmlns:a16="http://schemas.microsoft.com/office/drawing/2014/main" id="{6E84EF6E-C77D-47C8-9A9F-67601DED70CC}"/>
              </a:ext>
            </a:extLst>
          </p:cNvPr>
          <p:cNvSpPr>
            <a:spLocks xmlns:a="http://schemas.openxmlformats.org/drawingml/2006/main" noGrp="1"/>
          </p:cNvSpPr>
          <p:nvPr/>
        </p:nvSpPr>
        <p:spPr>
          <a:xfrm xmlns:a="http://schemas.openxmlformats.org/drawingml/2006/main">
            <a:off x="5493127" y="3334364"/>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7" name="Editable chart path">
            <a:extLst xmlns:a="http://schemas.openxmlformats.org/drawingml/2006/main">
              <a:ext uri="{FF2B5EF4-FFF2-40B4-BE49-F238E27FC236}">
                <a16:creationId xmlns:a16="http://schemas.microsoft.com/office/drawing/2014/main" id="{098D33EB-0A9F-4E96-A042-35EFF22FCD6F}"/>
              </a:ext>
            </a:extLst>
          </p:cNvPr>
          <p:cNvSpPr>
            <a:spLocks xmlns:a="http://schemas.openxmlformats.org/drawingml/2006/main" noGrp="1"/>
          </p:cNvSpPr>
          <p:nvPr/>
        </p:nvSpPr>
        <p:spPr>
          <a:xfrm xmlns:a="http://schemas.openxmlformats.org/drawingml/2006/main">
            <a:off x="6073156" y="3399283"/>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8" name="Editable chart path">
            <a:extLst xmlns:a="http://schemas.openxmlformats.org/drawingml/2006/main">
              <a:ext uri="{FF2B5EF4-FFF2-40B4-BE49-F238E27FC236}">
                <a16:creationId xmlns:a16="http://schemas.microsoft.com/office/drawing/2014/main" id="{FCA671EF-2056-4095-8FAA-A43AE089405E}"/>
              </a:ext>
            </a:extLst>
          </p:cNvPr>
          <p:cNvSpPr>
            <a:spLocks xmlns:a="http://schemas.openxmlformats.org/drawingml/2006/main" noGrp="1"/>
          </p:cNvSpPr>
          <p:nvPr/>
        </p:nvSpPr>
        <p:spPr>
          <a:xfrm xmlns:a="http://schemas.openxmlformats.org/drawingml/2006/main">
            <a:off x="6653186" y="3517880"/>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59" name="Editable chart path">
            <a:extLst xmlns:a="http://schemas.openxmlformats.org/drawingml/2006/main">
              <a:ext uri="{FF2B5EF4-FFF2-40B4-BE49-F238E27FC236}">
                <a16:creationId xmlns:a16="http://schemas.microsoft.com/office/drawing/2014/main" id="{D62859BD-8A82-46C3-930A-A80646A67A16}"/>
              </a:ext>
            </a:extLst>
          </p:cNvPr>
          <p:cNvSpPr>
            <a:spLocks xmlns:a="http://schemas.openxmlformats.org/drawingml/2006/main" noGrp="1"/>
          </p:cNvSpPr>
          <p:nvPr/>
        </p:nvSpPr>
        <p:spPr>
          <a:xfrm xmlns:a="http://schemas.openxmlformats.org/drawingml/2006/main">
            <a:off x="7233216" y="3553143"/>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60" name="Editable chart path">
            <a:extLst xmlns:a="http://schemas.openxmlformats.org/drawingml/2006/main">
              <a:ext uri="{FF2B5EF4-FFF2-40B4-BE49-F238E27FC236}">
                <a16:creationId xmlns:a16="http://schemas.microsoft.com/office/drawing/2014/main" id="{33C8C9F8-345F-4296-9F09-CEA6A32D754F}"/>
              </a:ext>
            </a:extLst>
          </p:cNvPr>
          <p:cNvSpPr>
            <a:spLocks xmlns:a="http://schemas.openxmlformats.org/drawingml/2006/main" noGrp="1"/>
          </p:cNvSpPr>
          <p:nvPr/>
        </p:nvSpPr>
        <p:spPr>
          <a:xfrm xmlns:a="http://schemas.openxmlformats.org/drawingml/2006/main">
            <a:off x="7813245" y="2743084"/>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61" name="Editable chart path">
            <a:extLst xmlns:a="http://schemas.openxmlformats.org/drawingml/2006/main">
              <a:ext uri="{FF2B5EF4-FFF2-40B4-BE49-F238E27FC236}">
                <a16:creationId xmlns:a16="http://schemas.microsoft.com/office/drawing/2014/main" id="{06AEA83E-EDDA-4FCF-B0C7-9B05B954E319}"/>
              </a:ext>
            </a:extLst>
          </p:cNvPr>
          <p:cNvSpPr>
            <a:spLocks xmlns:a="http://schemas.openxmlformats.org/drawingml/2006/main" noGrp="1"/>
          </p:cNvSpPr>
          <p:nvPr/>
        </p:nvSpPr>
        <p:spPr>
          <a:xfrm xmlns:a="http://schemas.openxmlformats.org/drawingml/2006/main">
            <a:off x="8393275" y="3553369"/>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62" name="Editable chart path">
            <a:extLst xmlns:a="http://schemas.openxmlformats.org/drawingml/2006/main">
              <a:ext uri="{FF2B5EF4-FFF2-40B4-BE49-F238E27FC236}">
                <a16:creationId xmlns:a16="http://schemas.microsoft.com/office/drawing/2014/main" id="{84944E56-0F21-49BA-AD34-0B8D929CDA03}"/>
              </a:ext>
            </a:extLst>
          </p:cNvPr>
          <p:cNvSpPr>
            <a:spLocks xmlns:a="http://schemas.openxmlformats.org/drawingml/2006/main" noGrp="1"/>
          </p:cNvSpPr>
          <p:nvPr/>
        </p:nvSpPr>
        <p:spPr>
          <a:xfrm xmlns:a="http://schemas.openxmlformats.org/drawingml/2006/main">
            <a:off x="8973304" y="3980390"/>
            <a:ext cx="40991"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248">
            <a:solidFill>
              <a:srgbClr val="14295B"/>
            </a:solidFill>
            <a:prstDash val="solid"/>
          </a:ln>
        </p:spPr>
      </p:sp>
      <p:sp>
        <p:nvSpPr>
          <p:cNvPr id="163" name="Editable chart path">
            <a:extLst xmlns:a="http://schemas.openxmlformats.org/drawingml/2006/main">
              <a:ext uri="{FF2B5EF4-FFF2-40B4-BE49-F238E27FC236}">
                <a16:creationId xmlns:a16="http://schemas.microsoft.com/office/drawing/2014/main" id="{4121E771-94BF-49DA-B021-7937332E5048}"/>
              </a:ext>
            </a:extLst>
          </p:cNvPr>
          <p:cNvSpPr>
            <a:spLocks xmlns:a="http://schemas.openxmlformats.org/drawingml/2006/main" noGrp="1"/>
          </p:cNvSpPr>
          <p:nvPr/>
        </p:nvSpPr>
        <p:spPr>
          <a:xfrm xmlns:a="http://schemas.openxmlformats.org/drawingml/2006/main">
            <a:off x="3208005" y="3310801"/>
            <a:ext cx="6061309" cy="95"/>
          </a:xfrm>
          <a:custGeom xmlns:a="http://schemas.openxmlformats.org/drawingml/2006/main">
            <a:pathLst>
              <a:path w="5633771" h="95">
                <a:moveTo>
                  <a:pt x="0" y="0"/>
                </a:moveTo>
                <a:lnTo>
                  <a:pt x="5633771" y="0"/>
                </a:lnTo>
              </a:path>
            </a:pathLst>
          </a:custGeom>
          <a:noFill xmlns:a="http://schemas.openxmlformats.org/drawingml/2006/main"/>
          <a:ln xmlns:a="http://schemas.openxmlformats.org/drawingml/2006/main" w="8198">
            <a:solidFill>
              <a:srgbClr val="5A6683"/>
            </a:solidFill>
            <a:prstDash val="solid"/>
          </a:ln>
        </p:spPr>
      </p:sp>
      <p:sp>
        <p:nvSpPr>
          <p:cNvPr id="164" name="Editable chart path">
            <a:extLst xmlns:a="http://schemas.openxmlformats.org/drawingml/2006/main">
              <a:ext uri="{FF2B5EF4-FFF2-40B4-BE49-F238E27FC236}">
                <a16:creationId xmlns:a16="http://schemas.microsoft.com/office/drawing/2014/main" id="{4B66BB8C-839D-4544-B81A-674FF14B0A84}"/>
              </a:ext>
            </a:extLst>
          </p:cNvPr>
          <p:cNvSpPr>
            <a:spLocks xmlns:a="http://schemas.openxmlformats.org/drawingml/2006/main" noGrp="1"/>
          </p:cNvSpPr>
          <p:nvPr/>
        </p:nvSpPr>
        <p:spPr>
          <a:xfrm xmlns:a="http://schemas.openxmlformats.org/drawingml/2006/main">
            <a:off x="3208005" y="3756551"/>
            <a:ext cx="6061309" cy="95"/>
          </a:xfrm>
          <a:custGeom xmlns:a="http://schemas.openxmlformats.org/drawingml/2006/main">
            <a:pathLst>
              <a:path w="5633771" h="95">
                <a:moveTo>
                  <a:pt x="0" y="0"/>
                </a:moveTo>
                <a:lnTo>
                  <a:pt x="5633771" y="0"/>
                </a:lnTo>
              </a:path>
            </a:pathLst>
          </a:custGeom>
          <a:noFill xmlns:a="http://schemas.openxmlformats.org/drawingml/2006/main"/>
          <a:ln xmlns:a="http://schemas.openxmlformats.org/drawingml/2006/main" w="8198">
            <a:solidFill>
              <a:srgbClr val="224889"/>
            </a:solidFill>
            <a:prstDash val="dash"/>
          </a:ln>
        </p:spPr>
      </p:sp>
      <p:sp>
        <p:nvSpPr>
          <p:cNvPr id="165" name="Editable chart path">
            <a:extLst xmlns:a="http://schemas.openxmlformats.org/drawingml/2006/main">
              <a:ext uri="{FF2B5EF4-FFF2-40B4-BE49-F238E27FC236}">
                <a16:creationId xmlns:a16="http://schemas.microsoft.com/office/drawing/2014/main" id="{27FF1B4C-A29E-4A45-95D4-D3401866D743}"/>
              </a:ext>
            </a:extLst>
          </p:cNvPr>
          <p:cNvSpPr>
            <a:spLocks xmlns:a="http://schemas.openxmlformats.org/drawingml/2006/main" noGrp="1"/>
          </p:cNvSpPr>
          <p:nvPr/>
        </p:nvSpPr>
        <p:spPr>
          <a:xfrm xmlns:a="http://schemas.openxmlformats.org/drawingml/2006/main">
            <a:off x="3457899" y="3442478"/>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66" name="Editable chart path">
            <a:extLst xmlns:a="http://schemas.openxmlformats.org/drawingml/2006/main">
              <a:ext uri="{FF2B5EF4-FFF2-40B4-BE49-F238E27FC236}">
                <a16:creationId xmlns:a16="http://schemas.microsoft.com/office/drawing/2014/main" id="{7156785A-8225-4C68-B1CD-2D6B8C41EE97}"/>
              </a:ext>
            </a:extLst>
          </p:cNvPr>
          <p:cNvSpPr>
            <a:spLocks xmlns:a="http://schemas.openxmlformats.org/drawingml/2006/main" noGrp="1"/>
          </p:cNvSpPr>
          <p:nvPr/>
        </p:nvSpPr>
        <p:spPr>
          <a:xfrm xmlns:a="http://schemas.openxmlformats.org/drawingml/2006/main">
            <a:off x="4037929" y="3262213"/>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67" name="Editable chart path">
            <a:extLst xmlns:a="http://schemas.openxmlformats.org/drawingml/2006/main">
              <a:ext uri="{FF2B5EF4-FFF2-40B4-BE49-F238E27FC236}">
                <a16:creationId xmlns:a16="http://schemas.microsoft.com/office/drawing/2014/main" id="{3A544F50-8D57-48C8-AA5B-D184C42CE829}"/>
              </a:ext>
            </a:extLst>
          </p:cNvPr>
          <p:cNvSpPr>
            <a:spLocks xmlns:a="http://schemas.openxmlformats.org/drawingml/2006/main" noGrp="1"/>
          </p:cNvSpPr>
          <p:nvPr/>
        </p:nvSpPr>
        <p:spPr>
          <a:xfrm xmlns:a="http://schemas.openxmlformats.org/drawingml/2006/main">
            <a:off x="4617959" y="3466503"/>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68" name="Editable chart path">
            <a:extLst xmlns:a="http://schemas.openxmlformats.org/drawingml/2006/main">
              <a:ext uri="{FF2B5EF4-FFF2-40B4-BE49-F238E27FC236}">
                <a16:creationId xmlns:a16="http://schemas.microsoft.com/office/drawing/2014/main" id="{E15E7B16-9A6D-4EA9-86B5-EDC43F6D51CB}"/>
              </a:ext>
            </a:extLst>
          </p:cNvPr>
          <p:cNvSpPr>
            <a:spLocks xmlns:a="http://schemas.openxmlformats.org/drawingml/2006/main" noGrp="1"/>
          </p:cNvSpPr>
          <p:nvPr/>
        </p:nvSpPr>
        <p:spPr>
          <a:xfrm xmlns:a="http://schemas.openxmlformats.org/drawingml/2006/main">
            <a:off x="5197988" y="3433349"/>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69" name="Editable chart path">
            <a:extLst xmlns:a="http://schemas.openxmlformats.org/drawingml/2006/main">
              <a:ext uri="{FF2B5EF4-FFF2-40B4-BE49-F238E27FC236}">
                <a16:creationId xmlns:a16="http://schemas.microsoft.com/office/drawing/2014/main" id="{86D97E06-5026-49A4-987D-B9A010B39977}"/>
              </a:ext>
            </a:extLst>
          </p:cNvPr>
          <p:cNvSpPr>
            <a:spLocks xmlns:a="http://schemas.openxmlformats.org/drawingml/2006/main" noGrp="1"/>
          </p:cNvSpPr>
          <p:nvPr/>
        </p:nvSpPr>
        <p:spPr>
          <a:xfrm xmlns:a="http://schemas.openxmlformats.org/drawingml/2006/main">
            <a:off x="5778018" y="3247737"/>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70" name="Editable chart path">
            <a:extLst xmlns:a="http://schemas.openxmlformats.org/drawingml/2006/main">
              <a:ext uri="{FF2B5EF4-FFF2-40B4-BE49-F238E27FC236}">
                <a16:creationId xmlns:a16="http://schemas.microsoft.com/office/drawing/2014/main" id="{3AFC033B-F76A-490E-984B-652CD145C28A}"/>
              </a:ext>
            </a:extLst>
          </p:cNvPr>
          <p:cNvSpPr>
            <a:spLocks xmlns:a="http://schemas.openxmlformats.org/drawingml/2006/main" noGrp="1"/>
          </p:cNvSpPr>
          <p:nvPr/>
        </p:nvSpPr>
        <p:spPr>
          <a:xfrm xmlns:a="http://schemas.openxmlformats.org/drawingml/2006/main">
            <a:off x="6358047" y="3421485"/>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71" name="Editable chart path">
            <a:extLst xmlns:a="http://schemas.openxmlformats.org/drawingml/2006/main">
              <a:ext uri="{FF2B5EF4-FFF2-40B4-BE49-F238E27FC236}">
                <a16:creationId xmlns:a16="http://schemas.microsoft.com/office/drawing/2014/main" id="{AB17504B-6CDC-48BC-95A1-8B43F24118A3}"/>
              </a:ext>
            </a:extLst>
          </p:cNvPr>
          <p:cNvSpPr>
            <a:spLocks xmlns:a="http://schemas.openxmlformats.org/drawingml/2006/main" noGrp="1"/>
          </p:cNvSpPr>
          <p:nvPr/>
        </p:nvSpPr>
        <p:spPr>
          <a:xfrm xmlns:a="http://schemas.openxmlformats.org/drawingml/2006/main">
            <a:off x="6938077" y="3429483"/>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72" name="Editable chart path">
            <a:extLst xmlns:a="http://schemas.openxmlformats.org/drawingml/2006/main">
              <a:ext uri="{FF2B5EF4-FFF2-40B4-BE49-F238E27FC236}">
                <a16:creationId xmlns:a16="http://schemas.microsoft.com/office/drawing/2014/main" id="{A859D396-EFC0-4B3C-8DB7-00E0F003D93C}"/>
              </a:ext>
            </a:extLst>
          </p:cNvPr>
          <p:cNvSpPr>
            <a:spLocks xmlns:a="http://schemas.openxmlformats.org/drawingml/2006/main" noGrp="1"/>
          </p:cNvSpPr>
          <p:nvPr/>
        </p:nvSpPr>
        <p:spPr>
          <a:xfrm xmlns:a="http://schemas.openxmlformats.org/drawingml/2006/main">
            <a:off x="7518107" y="3299870"/>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73" name="Editable chart path">
            <a:extLst xmlns:a="http://schemas.openxmlformats.org/drawingml/2006/main">
              <a:ext uri="{FF2B5EF4-FFF2-40B4-BE49-F238E27FC236}">
                <a16:creationId xmlns:a16="http://schemas.microsoft.com/office/drawing/2014/main" id="{5BF15E04-9652-411C-B4E4-E33E439ACEBF}"/>
              </a:ext>
            </a:extLst>
          </p:cNvPr>
          <p:cNvSpPr>
            <a:spLocks xmlns:a="http://schemas.openxmlformats.org/drawingml/2006/main" noGrp="1"/>
          </p:cNvSpPr>
          <p:nvPr/>
        </p:nvSpPr>
        <p:spPr>
          <a:xfrm xmlns:a="http://schemas.openxmlformats.org/drawingml/2006/main">
            <a:off x="8098136" y="3707962"/>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74" name="Editable chart path">
            <a:extLst xmlns:a="http://schemas.openxmlformats.org/drawingml/2006/main">
              <a:ext uri="{FF2B5EF4-FFF2-40B4-BE49-F238E27FC236}">
                <a16:creationId xmlns:a16="http://schemas.microsoft.com/office/drawing/2014/main" id="{2E6866D0-C0C4-4863-8E53-ADC8C4F0D945}"/>
              </a:ext>
            </a:extLst>
          </p:cNvPr>
          <p:cNvSpPr>
            <a:spLocks xmlns:a="http://schemas.openxmlformats.org/drawingml/2006/main" noGrp="1"/>
          </p:cNvSpPr>
          <p:nvPr/>
        </p:nvSpPr>
        <p:spPr>
          <a:xfrm xmlns:a="http://schemas.openxmlformats.org/drawingml/2006/main">
            <a:off x="8678166" y="3462651"/>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9BBFF2"/>
          </a:solidFill>
          <a:ln xmlns:a="http://schemas.openxmlformats.org/drawingml/2006/main" w="10248">
            <a:solidFill>
              <a:srgbClr val="9BBFF2"/>
            </a:solidFill>
            <a:prstDash val="solid"/>
          </a:ln>
        </p:spPr>
      </p:sp>
      <p:sp>
        <p:nvSpPr>
          <p:cNvPr id="175" name="Editable chart path">
            <a:extLst xmlns:a="http://schemas.openxmlformats.org/drawingml/2006/main">
              <a:ext uri="{FF2B5EF4-FFF2-40B4-BE49-F238E27FC236}">
                <a16:creationId xmlns:a16="http://schemas.microsoft.com/office/drawing/2014/main" id="{5F7FC96B-4448-4316-806C-3FAED8FE7E92}"/>
              </a:ext>
            </a:extLst>
          </p:cNvPr>
          <p:cNvSpPr>
            <a:spLocks xmlns:a="http://schemas.openxmlformats.org/drawingml/2006/main" noGrp="1"/>
          </p:cNvSpPr>
          <p:nvPr/>
        </p:nvSpPr>
        <p:spPr>
          <a:xfrm xmlns:a="http://schemas.openxmlformats.org/drawingml/2006/main">
            <a:off x="3602907" y="3665330"/>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76" name="Editable chart path">
            <a:extLst xmlns:a="http://schemas.openxmlformats.org/drawingml/2006/main">
              <a:ext uri="{FF2B5EF4-FFF2-40B4-BE49-F238E27FC236}">
                <a16:creationId xmlns:a16="http://schemas.microsoft.com/office/drawing/2014/main" id="{B5042AA6-C180-4B25-AC57-E8ECB4C26E58}"/>
              </a:ext>
            </a:extLst>
          </p:cNvPr>
          <p:cNvSpPr>
            <a:spLocks xmlns:a="http://schemas.openxmlformats.org/drawingml/2006/main" noGrp="1"/>
          </p:cNvSpPr>
          <p:nvPr/>
        </p:nvSpPr>
        <p:spPr>
          <a:xfrm xmlns:a="http://schemas.openxmlformats.org/drawingml/2006/main">
            <a:off x="4182936" y="3718653"/>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77" name="Editable chart path">
            <a:extLst xmlns:a="http://schemas.openxmlformats.org/drawingml/2006/main">
              <a:ext uri="{FF2B5EF4-FFF2-40B4-BE49-F238E27FC236}">
                <a16:creationId xmlns:a16="http://schemas.microsoft.com/office/drawing/2014/main" id="{039B0F1D-4C91-4294-B1F2-31F38803A22D}"/>
              </a:ext>
            </a:extLst>
          </p:cNvPr>
          <p:cNvSpPr>
            <a:spLocks xmlns:a="http://schemas.openxmlformats.org/drawingml/2006/main" noGrp="1"/>
          </p:cNvSpPr>
          <p:nvPr/>
        </p:nvSpPr>
        <p:spPr>
          <a:xfrm xmlns:a="http://schemas.openxmlformats.org/drawingml/2006/main">
            <a:off x="4762966" y="3561911"/>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78" name="Editable chart path">
            <a:extLst xmlns:a="http://schemas.openxmlformats.org/drawingml/2006/main">
              <a:ext uri="{FF2B5EF4-FFF2-40B4-BE49-F238E27FC236}">
                <a16:creationId xmlns:a16="http://schemas.microsoft.com/office/drawing/2014/main" id="{98CC445A-8C22-4A3A-9681-296214D60FFC}"/>
              </a:ext>
            </a:extLst>
          </p:cNvPr>
          <p:cNvSpPr>
            <a:spLocks xmlns:a="http://schemas.openxmlformats.org/drawingml/2006/main" noGrp="1"/>
          </p:cNvSpPr>
          <p:nvPr/>
        </p:nvSpPr>
        <p:spPr>
          <a:xfrm xmlns:a="http://schemas.openxmlformats.org/drawingml/2006/main">
            <a:off x="5342996" y="3516886"/>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79" name="Editable chart path">
            <a:extLst xmlns:a="http://schemas.openxmlformats.org/drawingml/2006/main">
              <a:ext uri="{FF2B5EF4-FFF2-40B4-BE49-F238E27FC236}">
                <a16:creationId xmlns:a16="http://schemas.microsoft.com/office/drawing/2014/main" id="{2E4B770F-8B3C-43E1-9A0B-37BA62D98D34}"/>
              </a:ext>
            </a:extLst>
          </p:cNvPr>
          <p:cNvSpPr>
            <a:spLocks xmlns:a="http://schemas.openxmlformats.org/drawingml/2006/main" noGrp="1"/>
          </p:cNvSpPr>
          <p:nvPr/>
        </p:nvSpPr>
        <p:spPr>
          <a:xfrm xmlns:a="http://schemas.openxmlformats.org/drawingml/2006/main">
            <a:off x="5923025" y="3381599"/>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80" name="Editable chart path">
            <a:extLst xmlns:a="http://schemas.openxmlformats.org/drawingml/2006/main">
              <a:ext uri="{FF2B5EF4-FFF2-40B4-BE49-F238E27FC236}">
                <a16:creationId xmlns:a16="http://schemas.microsoft.com/office/drawing/2014/main" id="{1DB34515-B0F6-49EE-979E-D0DDC3980CE0}"/>
              </a:ext>
            </a:extLst>
          </p:cNvPr>
          <p:cNvSpPr>
            <a:spLocks xmlns:a="http://schemas.openxmlformats.org/drawingml/2006/main" noGrp="1"/>
          </p:cNvSpPr>
          <p:nvPr/>
        </p:nvSpPr>
        <p:spPr>
          <a:xfrm xmlns:a="http://schemas.openxmlformats.org/drawingml/2006/main">
            <a:off x="6503055" y="3621610"/>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81" name="Editable chart path">
            <a:extLst xmlns:a="http://schemas.openxmlformats.org/drawingml/2006/main">
              <a:ext uri="{FF2B5EF4-FFF2-40B4-BE49-F238E27FC236}">
                <a16:creationId xmlns:a16="http://schemas.microsoft.com/office/drawing/2014/main" id="{59D4E663-A906-4B73-B0B1-58FDC3B0BC42}"/>
              </a:ext>
            </a:extLst>
          </p:cNvPr>
          <p:cNvSpPr>
            <a:spLocks xmlns:a="http://schemas.openxmlformats.org/drawingml/2006/main" noGrp="1"/>
          </p:cNvSpPr>
          <p:nvPr/>
        </p:nvSpPr>
        <p:spPr>
          <a:xfrm xmlns:a="http://schemas.openxmlformats.org/drawingml/2006/main">
            <a:off x="7083084" y="3636461"/>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82" name="Editable chart path">
            <a:extLst xmlns:a="http://schemas.openxmlformats.org/drawingml/2006/main">
              <a:ext uri="{FF2B5EF4-FFF2-40B4-BE49-F238E27FC236}">
                <a16:creationId xmlns:a16="http://schemas.microsoft.com/office/drawing/2014/main" id="{A633277C-2A40-4E1A-90A8-E9E25BE9AD1C}"/>
              </a:ext>
            </a:extLst>
          </p:cNvPr>
          <p:cNvSpPr>
            <a:spLocks xmlns:a="http://schemas.openxmlformats.org/drawingml/2006/main" noGrp="1"/>
          </p:cNvSpPr>
          <p:nvPr/>
        </p:nvSpPr>
        <p:spPr>
          <a:xfrm xmlns:a="http://schemas.openxmlformats.org/drawingml/2006/main">
            <a:off x="7663114" y="3200173"/>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83" name="Editable chart path">
            <a:extLst xmlns:a="http://schemas.openxmlformats.org/drawingml/2006/main">
              <a:ext uri="{FF2B5EF4-FFF2-40B4-BE49-F238E27FC236}">
                <a16:creationId xmlns:a16="http://schemas.microsoft.com/office/drawing/2014/main" id="{193A0997-74DB-4880-B72B-83635B9078F8}"/>
              </a:ext>
            </a:extLst>
          </p:cNvPr>
          <p:cNvSpPr>
            <a:spLocks xmlns:a="http://schemas.openxmlformats.org/drawingml/2006/main" noGrp="1"/>
          </p:cNvSpPr>
          <p:nvPr/>
        </p:nvSpPr>
        <p:spPr>
          <a:xfrm xmlns:a="http://schemas.openxmlformats.org/drawingml/2006/main">
            <a:off x="8243144" y="3872143"/>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84" name="Editable chart path">
            <a:extLst xmlns:a="http://schemas.openxmlformats.org/drawingml/2006/main">
              <a:ext uri="{FF2B5EF4-FFF2-40B4-BE49-F238E27FC236}">
                <a16:creationId xmlns:a16="http://schemas.microsoft.com/office/drawing/2014/main" id="{651A7006-B045-43D6-87DE-A9147647C598}"/>
              </a:ext>
            </a:extLst>
          </p:cNvPr>
          <p:cNvSpPr>
            <a:spLocks xmlns:a="http://schemas.openxmlformats.org/drawingml/2006/main" noGrp="1"/>
          </p:cNvSpPr>
          <p:nvPr/>
        </p:nvSpPr>
        <p:spPr>
          <a:xfrm xmlns:a="http://schemas.openxmlformats.org/drawingml/2006/main">
            <a:off x="8823173" y="3802230"/>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248">
            <a:solidFill>
              <a:srgbClr val="2C5EAA"/>
            </a:solidFill>
            <a:prstDash val="solid"/>
          </a:ln>
        </p:spPr>
      </p:sp>
      <p:sp>
        <p:nvSpPr>
          <p:cNvPr id="185" name="Editable chart path">
            <a:extLst xmlns:a="http://schemas.openxmlformats.org/drawingml/2006/main">
              <a:ext uri="{FF2B5EF4-FFF2-40B4-BE49-F238E27FC236}">
                <a16:creationId xmlns:a16="http://schemas.microsoft.com/office/drawing/2014/main" id="{1647F8EE-ABD8-49F0-8BF5-675EE3F1FBA4}"/>
              </a:ext>
            </a:extLst>
          </p:cNvPr>
          <p:cNvSpPr>
            <a:spLocks xmlns:a="http://schemas.openxmlformats.org/drawingml/2006/main" noGrp="1"/>
          </p:cNvSpPr>
          <p:nvPr/>
        </p:nvSpPr>
        <p:spPr>
          <a:xfrm xmlns:a="http://schemas.openxmlformats.org/drawingml/2006/main">
            <a:off x="3747914" y="3682024"/>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86" name="Editable chart path">
            <a:extLst xmlns:a="http://schemas.openxmlformats.org/drawingml/2006/main">
              <a:ext uri="{FF2B5EF4-FFF2-40B4-BE49-F238E27FC236}">
                <a16:creationId xmlns:a16="http://schemas.microsoft.com/office/drawing/2014/main" id="{DBAEA438-A959-45E4-92FE-8B19EE3E4A8A}"/>
              </a:ext>
            </a:extLst>
          </p:cNvPr>
          <p:cNvSpPr>
            <a:spLocks xmlns:a="http://schemas.openxmlformats.org/drawingml/2006/main" noGrp="1"/>
          </p:cNvSpPr>
          <p:nvPr/>
        </p:nvSpPr>
        <p:spPr>
          <a:xfrm xmlns:a="http://schemas.openxmlformats.org/drawingml/2006/main">
            <a:off x="4327944" y="4121887"/>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87" name="Editable chart path">
            <a:extLst xmlns:a="http://schemas.openxmlformats.org/drawingml/2006/main">
              <a:ext uri="{FF2B5EF4-FFF2-40B4-BE49-F238E27FC236}">
                <a16:creationId xmlns:a16="http://schemas.microsoft.com/office/drawing/2014/main" id="{1CE7310F-7A62-4709-B0EE-ABFC253FA788}"/>
              </a:ext>
            </a:extLst>
          </p:cNvPr>
          <p:cNvSpPr>
            <a:spLocks xmlns:a="http://schemas.openxmlformats.org/drawingml/2006/main" noGrp="1"/>
          </p:cNvSpPr>
          <p:nvPr/>
        </p:nvSpPr>
        <p:spPr>
          <a:xfrm xmlns:a="http://schemas.openxmlformats.org/drawingml/2006/main">
            <a:off x="4907973" y="3592947"/>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88" name="Editable chart path">
            <a:extLst xmlns:a="http://schemas.openxmlformats.org/drawingml/2006/main">
              <a:ext uri="{FF2B5EF4-FFF2-40B4-BE49-F238E27FC236}">
                <a16:creationId xmlns:a16="http://schemas.microsoft.com/office/drawing/2014/main" id="{1378BEDE-797E-402B-B705-8D5D6169C49D}"/>
              </a:ext>
            </a:extLst>
          </p:cNvPr>
          <p:cNvSpPr>
            <a:spLocks xmlns:a="http://schemas.openxmlformats.org/drawingml/2006/main" noGrp="1"/>
          </p:cNvSpPr>
          <p:nvPr/>
        </p:nvSpPr>
        <p:spPr>
          <a:xfrm xmlns:a="http://schemas.openxmlformats.org/drawingml/2006/main">
            <a:off x="5488003" y="3585575"/>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89" name="Editable chart path">
            <a:extLst xmlns:a="http://schemas.openxmlformats.org/drawingml/2006/main">
              <a:ext uri="{FF2B5EF4-FFF2-40B4-BE49-F238E27FC236}">
                <a16:creationId xmlns:a16="http://schemas.microsoft.com/office/drawing/2014/main" id="{078287C9-84CF-4F02-B7EE-36548056D94D}"/>
              </a:ext>
            </a:extLst>
          </p:cNvPr>
          <p:cNvSpPr>
            <a:spLocks xmlns:a="http://schemas.openxmlformats.org/drawingml/2006/main" noGrp="1"/>
          </p:cNvSpPr>
          <p:nvPr/>
        </p:nvSpPr>
        <p:spPr>
          <a:xfrm xmlns:a="http://schemas.openxmlformats.org/drawingml/2006/main">
            <a:off x="6068033" y="3664814"/>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90" name="Editable chart path">
            <a:extLst xmlns:a="http://schemas.openxmlformats.org/drawingml/2006/main">
              <a:ext uri="{FF2B5EF4-FFF2-40B4-BE49-F238E27FC236}">
                <a16:creationId xmlns:a16="http://schemas.microsoft.com/office/drawing/2014/main" id="{BBA89ECF-6EDF-4910-9DB0-1A6E749CEA7B}"/>
              </a:ext>
            </a:extLst>
          </p:cNvPr>
          <p:cNvSpPr>
            <a:spLocks xmlns:a="http://schemas.openxmlformats.org/drawingml/2006/main" noGrp="1"/>
          </p:cNvSpPr>
          <p:nvPr/>
        </p:nvSpPr>
        <p:spPr>
          <a:xfrm xmlns:a="http://schemas.openxmlformats.org/drawingml/2006/main">
            <a:off x="6648062" y="3754678"/>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91" name="Editable chart path">
            <a:extLst xmlns:a="http://schemas.openxmlformats.org/drawingml/2006/main">
              <a:ext uri="{FF2B5EF4-FFF2-40B4-BE49-F238E27FC236}">
                <a16:creationId xmlns:a16="http://schemas.microsoft.com/office/drawing/2014/main" id="{87034A31-57EE-40D0-852E-C2E92E7662F1}"/>
              </a:ext>
            </a:extLst>
          </p:cNvPr>
          <p:cNvSpPr>
            <a:spLocks xmlns:a="http://schemas.openxmlformats.org/drawingml/2006/main" noGrp="1"/>
          </p:cNvSpPr>
          <p:nvPr/>
        </p:nvSpPr>
        <p:spPr>
          <a:xfrm xmlns:a="http://schemas.openxmlformats.org/drawingml/2006/main">
            <a:off x="7228092" y="3664446"/>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92" name="Editable chart path">
            <a:extLst xmlns:a="http://schemas.openxmlformats.org/drawingml/2006/main">
              <a:ext uri="{FF2B5EF4-FFF2-40B4-BE49-F238E27FC236}">
                <a16:creationId xmlns:a16="http://schemas.microsoft.com/office/drawing/2014/main" id="{67B9BAD9-BF8D-4716-AD85-97DF821096EA}"/>
              </a:ext>
            </a:extLst>
          </p:cNvPr>
          <p:cNvSpPr>
            <a:spLocks xmlns:a="http://schemas.openxmlformats.org/drawingml/2006/main" noGrp="1"/>
          </p:cNvSpPr>
          <p:nvPr/>
        </p:nvSpPr>
        <p:spPr>
          <a:xfrm xmlns:a="http://schemas.openxmlformats.org/drawingml/2006/main">
            <a:off x="7808121" y="3111109"/>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93" name="Editable chart path">
            <a:extLst xmlns:a="http://schemas.openxmlformats.org/drawingml/2006/main">
              <a:ext uri="{FF2B5EF4-FFF2-40B4-BE49-F238E27FC236}">
                <a16:creationId xmlns:a16="http://schemas.microsoft.com/office/drawing/2014/main" id="{42176176-3303-424F-A7EB-751AD4020790}"/>
              </a:ext>
            </a:extLst>
          </p:cNvPr>
          <p:cNvSpPr>
            <a:spLocks xmlns:a="http://schemas.openxmlformats.org/drawingml/2006/main" noGrp="1"/>
          </p:cNvSpPr>
          <p:nvPr/>
        </p:nvSpPr>
        <p:spPr>
          <a:xfrm xmlns:a="http://schemas.openxmlformats.org/drawingml/2006/main">
            <a:off x="8388151" y="4095320"/>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94" name="Editable chart path">
            <a:extLst xmlns:a="http://schemas.openxmlformats.org/drawingml/2006/main">
              <a:ext uri="{FF2B5EF4-FFF2-40B4-BE49-F238E27FC236}">
                <a16:creationId xmlns:a16="http://schemas.microsoft.com/office/drawing/2014/main" id="{A7622A85-E199-4FF8-829C-9CBCEF5B76C1}"/>
              </a:ext>
            </a:extLst>
          </p:cNvPr>
          <p:cNvSpPr>
            <a:spLocks xmlns:a="http://schemas.openxmlformats.org/drawingml/2006/main" noGrp="1"/>
          </p:cNvSpPr>
          <p:nvPr/>
        </p:nvSpPr>
        <p:spPr>
          <a:xfrm xmlns:a="http://schemas.openxmlformats.org/drawingml/2006/main">
            <a:off x="8968181" y="4191954"/>
            <a:ext cx="51239" cy="51239"/>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248">
            <a:solidFill>
              <a:srgbClr val="14295B"/>
            </a:solidFill>
            <a:prstDash val="solid"/>
          </a:ln>
        </p:spPr>
      </p:sp>
      <p:sp>
        <p:nvSpPr>
          <p:cNvPr id="195" name="Editable chart path">
            <a:extLst xmlns:a="http://schemas.openxmlformats.org/drawingml/2006/main">
              <a:ext uri="{FF2B5EF4-FFF2-40B4-BE49-F238E27FC236}">
                <a16:creationId xmlns:a16="http://schemas.microsoft.com/office/drawing/2014/main" id="{3A215A2A-A41C-4A1E-9C17-A93C6069B855}"/>
              </a:ext>
            </a:extLst>
          </p:cNvPr>
          <p:cNvSpPr>
            <a:spLocks xmlns:a="http://schemas.openxmlformats.org/drawingml/2006/main" noGrp="1"/>
          </p:cNvSpPr>
          <p:nvPr/>
        </p:nvSpPr>
        <p:spPr>
          <a:xfrm xmlns:a="http://schemas.openxmlformats.org/drawingml/2006/main">
            <a:off x="3208005" y="2647950"/>
            <a:ext cx="95" cy="2092952"/>
          </a:xfrm>
          <a:custGeom xmlns:a="http://schemas.openxmlformats.org/drawingml/2006/main">
            <a:pathLst>
              <a:path w="95" h="1945324">
                <a:moveTo>
                  <a:pt x="0" y="1945324"/>
                </a:moveTo>
                <a:lnTo>
                  <a:pt x="0" y="0"/>
                </a:lnTo>
              </a:path>
            </a:pathLst>
          </a:custGeom>
          <a:noFill xmlns:a="http://schemas.openxmlformats.org/drawingml/2006/main"/>
          <a:ln xmlns:a="http://schemas.openxmlformats.org/drawingml/2006/main" w="8198">
            <a:solidFill>
              <a:srgbClr val="5A6683"/>
            </a:solidFill>
            <a:prstDash val="solid"/>
          </a:ln>
        </p:spPr>
      </p:sp>
      <p:sp>
        <p:nvSpPr>
          <p:cNvPr id="196" name="Editable chart path">
            <a:extLst xmlns:a="http://schemas.openxmlformats.org/drawingml/2006/main">
              <a:ext uri="{FF2B5EF4-FFF2-40B4-BE49-F238E27FC236}">
                <a16:creationId xmlns:a16="http://schemas.microsoft.com/office/drawing/2014/main" id="{9B1DD92B-0ACA-41F6-967A-711A91F15E4A}"/>
              </a:ext>
            </a:extLst>
          </p:cNvPr>
          <p:cNvSpPr>
            <a:spLocks xmlns:a="http://schemas.openxmlformats.org/drawingml/2006/main" noGrp="1"/>
          </p:cNvSpPr>
          <p:nvPr/>
        </p:nvSpPr>
        <p:spPr>
          <a:xfrm xmlns:a="http://schemas.openxmlformats.org/drawingml/2006/main">
            <a:off x="3208005" y="4740902"/>
            <a:ext cx="6061309" cy="95"/>
          </a:xfrm>
          <a:custGeom xmlns:a="http://schemas.openxmlformats.org/drawingml/2006/main">
            <a:pathLst>
              <a:path w="5633771" h="95">
                <a:moveTo>
                  <a:pt x="0" y="0"/>
                </a:moveTo>
                <a:lnTo>
                  <a:pt x="5633771" y="0"/>
                </a:lnTo>
              </a:path>
            </a:pathLst>
          </a:custGeom>
          <a:noFill xmlns:a="http://schemas.openxmlformats.org/drawingml/2006/main"/>
          <a:ln xmlns:a="http://schemas.openxmlformats.org/drawingml/2006/main" w="8198">
            <a:solidFill>
              <a:srgbClr val="5A6683"/>
            </a:solidFill>
            <a:prstDash val="solid"/>
          </a:ln>
        </p:spPr>
      </p:sp>
      <p:sp>
        <p:nvSpPr>
          <p:cNvPr id="197" name="">
            <a:extLst xmlns:a="http://schemas.openxmlformats.org/drawingml/2006/main">
              <a:ext uri="{FF2B5EF4-FFF2-40B4-BE49-F238E27FC236}">
                <a16:creationId xmlns:a16="http://schemas.microsoft.com/office/drawing/2014/main" id="{DE7B3B78-0035-47E7-BD30-319760DA3469}"/>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9BBFF2"/>
          </a:solidFill>
          <a:ln xmlns:a="http://schemas.openxmlformats.org/drawingml/2006/main" w="0">
            <a:noFill/>
          </a:ln>
        </p:spPr>
      </p:sp>
      <p:sp>
        <p:nvSpPr>
          <p:cNvPr id="198" name="">
            <a:extLst xmlns:a="http://schemas.openxmlformats.org/drawingml/2006/main">
              <a:ext uri="{FF2B5EF4-FFF2-40B4-BE49-F238E27FC236}">
                <a16:creationId xmlns:a16="http://schemas.microsoft.com/office/drawing/2014/main" id="{5785518F-643F-49B3-989D-35A58D445620}"/>
              </a:ext>
            </a:extLst>
          </p:cNvPr>
          <p:cNvSpPr>
            <a:spLocks xmlns:a="http://schemas.openxmlformats.org/drawingml/2006/main" noGrp="1"/>
          </p:cNvSpPr>
          <p:nvPr/>
        </p:nvSpPr>
        <p:spPr>
          <a:xfrm xmlns:a="http://schemas.openxmlformats.org/drawingml/2006/main">
            <a:off x="1466850" y="5334000"/>
            <a:ext cx="35594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Light</a:t>
            </a:r>
          </a:p>
        </p:txBody>
      </p:sp>
      <p:sp>
        <p:nvSpPr>
          <p:cNvPr id="199" name="">
            <a:extLst xmlns:a="http://schemas.openxmlformats.org/drawingml/2006/main">
              <a:ext uri="{FF2B5EF4-FFF2-40B4-BE49-F238E27FC236}">
                <a16:creationId xmlns:a16="http://schemas.microsoft.com/office/drawing/2014/main" id="{9995EE8D-503F-4CC2-931C-DFDA3A7E491C}"/>
              </a:ext>
            </a:extLst>
          </p:cNvPr>
          <p:cNvSpPr>
            <a:spLocks xmlns:a="http://schemas.openxmlformats.org/drawingml/2006/main" noGrp="1"/>
          </p:cNvSpPr>
          <p:nvPr/>
        </p:nvSpPr>
        <p:spPr>
          <a:xfrm xmlns:a="http://schemas.openxmlformats.org/drawingml/2006/main">
            <a:off x="2032349"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200" name="">
            <a:extLst xmlns:a="http://schemas.openxmlformats.org/drawingml/2006/main">
              <a:ext uri="{FF2B5EF4-FFF2-40B4-BE49-F238E27FC236}">
                <a16:creationId xmlns:a16="http://schemas.microsoft.com/office/drawing/2014/main" id="{ED34EF35-0907-4EE3-8B6E-4E1DAFA750B9}"/>
              </a:ext>
            </a:extLst>
          </p:cNvPr>
          <p:cNvSpPr>
            <a:spLocks xmlns:a="http://schemas.openxmlformats.org/drawingml/2006/main" noGrp="1"/>
          </p:cNvSpPr>
          <p:nvPr/>
        </p:nvSpPr>
        <p:spPr>
          <a:xfrm xmlns:a="http://schemas.openxmlformats.org/drawingml/2006/main">
            <a:off x="2260949" y="5334000"/>
            <a:ext cx="70913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Moderate</a:t>
            </a:r>
          </a:p>
        </p:txBody>
      </p:sp>
      <p:sp>
        <p:nvSpPr>
          <p:cNvPr id="201" name="">
            <a:extLst xmlns:a="http://schemas.openxmlformats.org/drawingml/2006/main">
              <a:ext uri="{FF2B5EF4-FFF2-40B4-BE49-F238E27FC236}">
                <a16:creationId xmlns:a16="http://schemas.microsoft.com/office/drawing/2014/main" id="{8FBA2D3A-AA92-47B1-907B-513900BA5A1E}"/>
              </a:ext>
            </a:extLst>
          </p:cNvPr>
          <p:cNvSpPr>
            <a:spLocks xmlns:a="http://schemas.openxmlformats.org/drawingml/2006/main" noGrp="1"/>
          </p:cNvSpPr>
          <p:nvPr/>
        </p:nvSpPr>
        <p:spPr>
          <a:xfrm xmlns:a="http://schemas.openxmlformats.org/drawingml/2006/main">
            <a:off x="3179635" y="5400675"/>
            <a:ext cx="161925" cy="47625"/>
          </a:xfrm>
          <a:prstGeom xmlns:a="http://schemas.openxmlformats.org/drawingml/2006/main" prst="rect">
            <a:avLst/>
          </a:prstGeom>
          <a:solidFill xmlns:a="http://schemas.openxmlformats.org/drawingml/2006/main">
            <a:srgbClr val="14295B"/>
          </a:solidFill>
          <a:ln xmlns:a="http://schemas.openxmlformats.org/drawingml/2006/main" w="0">
            <a:noFill/>
          </a:ln>
        </p:spPr>
      </p:sp>
      <p:sp>
        <p:nvSpPr>
          <p:cNvPr id="202" name="">
            <a:extLst xmlns:a="http://schemas.openxmlformats.org/drawingml/2006/main">
              <a:ext uri="{FF2B5EF4-FFF2-40B4-BE49-F238E27FC236}">
                <a16:creationId xmlns:a16="http://schemas.microsoft.com/office/drawing/2014/main" id="{D4528DCE-E5D3-4A6F-BC92-6F0FE39BEB59}"/>
              </a:ext>
            </a:extLst>
          </p:cNvPr>
          <p:cNvSpPr>
            <a:spLocks xmlns:a="http://schemas.openxmlformats.org/drawingml/2006/main" noGrp="1"/>
          </p:cNvSpPr>
          <p:nvPr/>
        </p:nvSpPr>
        <p:spPr>
          <a:xfrm xmlns:a="http://schemas.openxmlformats.org/drawingml/2006/main">
            <a:off x="3408235" y="5334000"/>
            <a:ext cx="46367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Heavy</a:t>
            </a:r>
          </a:p>
        </p:txBody>
      </p:sp>
    </p:spTree>
    <p:extLst>
      <p:ext uri="{BB962C8B-B14F-4D97-AF65-F5344CB8AC3E}">
        <p14:creationId xmlns:p14="http://schemas.microsoft.com/office/powerpoint/2010/main" val="597896415"/>
      </p:ext>
    </p:extLst>
  </p:cSld>
</p:sld>
</file>

<file path=ppt/slides/slide41.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SUPPLY AROUND LOCAL RAIN ONSET</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Reference: 30 minutes before onset. Recovery means intervals include zero, not exact restoration.</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41</a:t>
            </a:r>
            <a:endParaRPr sz="1200"/>
          </a:p>
        </p:txBody>
      </p:sp>
      <p:sp>
        <p:nvSpPr>
          <p:cNvPr id="14" name="">
            <a:extLst xmlns:a="http://schemas.openxmlformats.org/drawingml/2006/main">
              <a:ext uri="{FF2B5EF4-FFF2-40B4-BE49-F238E27FC236}">
                <a16:creationId xmlns:a16="http://schemas.microsoft.com/office/drawing/2014/main" id="{9488EC6E-8610-48E2-B94D-D6117F3E4D8B}"/>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FC389005-7A58-4F44-8BD6-BA2BD377411B}"/>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Vacant taxis fall as rain starts and recover within about two hours</a:t>
            </a:r>
          </a:p>
        </p:txBody>
      </p:sp>
      <p:sp>
        <p:nvSpPr>
          <p:cNvPr id="16" name="">
            <a:extLst xmlns:a="http://schemas.openxmlformats.org/drawingml/2006/main">
              <a:ext uri="{FF2B5EF4-FFF2-40B4-BE49-F238E27FC236}">
                <a16:creationId xmlns:a16="http://schemas.microsoft.com/office/drawing/2014/main" id="{120B2281-4B9B-4657-B001-B17F3DA001DC}"/>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vacant taxis vs 30 min before onset</a:t>
            </a:r>
          </a:p>
        </p:txBody>
      </p:sp>
      <p:sp>
        <p:nvSpPr>
          <p:cNvPr id="17" name="Editable chart path">
            <a:extLst xmlns:a="http://schemas.openxmlformats.org/drawingml/2006/main">
              <a:ext uri="{FF2B5EF4-FFF2-40B4-BE49-F238E27FC236}">
                <a16:creationId xmlns:a16="http://schemas.microsoft.com/office/drawing/2014/main" id="{EE64D01D-50DD-4BBE-A53B-9434EFE38F8E}"/>
              </a:ext>
            </a:extLst>
          </p:cNvPr>
          <p:cNvSpPr>
            <a:spLocks xmlns:a="http://schemas.openxmlformats.org/drawingml/2006/main" noGrp="1"/>
          </p:cNvSpPr>
          <p:nvPr/>
        </p:nvSpPr>
        <p:spPr>
          <a:xfrm xmlns:a="http://schemas.openxmlformats.org/drawingml/2006/main">
            <a:off x="3726881" y="2846821"/>
            <a:ext cx="4980476" cy="1957893"/>
          </a:xfrm>
          <a:custGeom xmlns:a="http://schemas.openxmlformats.org/drawingml/2006/main">
            <a:pathLst>
              <a:path w="4541823" h="1785453">
                <a:moveTo>
                  <a:pt x="0" y="0"/>
                </a:moveTo>
                <a:lnTo>
                  <a:pt x="0" y="246685"/>
                </a:lnTo>
                <a:lnTo>
                  <a:pt x="567728" y="455252"/>
                </a:lnTo>
                <a:lnTo>
                  <a:pt x="1135456" y="1685058"/>
                </a:lnTo>
                <a:lnTo>
                  <a:pt x="1703184" y="1785453"/>
                </a:lnTo>
                <a:lnTo>
                  <a:pt x="2270912" y="1321259"/>
                </a:lnTo>
                <a:lnTo>
                  <a:pt x="2838639" y="1051412"/>
                </a:lnTo>
                <a:lnTo>
                  <a:pt x="3406367" y="965816"/>
                </a:lnTo>
                <a:lnTo>
                  <a:pt x="3974095" y="857104"/>
                </a:lnTo>
                <a:lnTo>
                  <a:pt x="4541823" y="861032"/>
                </a:lnTo>
                <a:lnTo>
                  <a:pt x="4541823" y="283164"/>
                </a:lnTo>
                <a:lnTo>
                  <a:pt x="4541823" y="283164"/>
                </a:lnTo>
                <a:lnTo>
                  <a:pt x="3974095" y="308340"/>
                </a:lnTo>
                <a:lnTo>
                  <a:pt x="3406367" y="458774"/>
                </a:lnTo>
                <a:lnTo>
                  <a:pt x="2838639" y="564225"/>
                </a:lnTo>
                <a:lnTo>
                  <a:pt x="2270912" y="878956"/>
                </a:lnTo>
                <a:lnTo>
                  <a:pt x="1703184" y="1426864"/>
                </a:lnTo>
                <a:lnTo>
                  <a:pt x="1135456" y="1417627"/>
                </a:lnTo>
                <a:lnTo>
                  <a:pt x="567728" y="455252"/>
                </a:lnTo>
                <a:lnTo>
                  <a:pt x="0" y="0"/>
                </a:lnTo>
                <a:close/>
              </a:path>
            </a:pathLst>
          </a:custGeom>
          <a:solidFill xmlns:a="http://schemas.openxmlformats.org/drawingml/2006/main">
            <a:srgbClr val="224889">
              <a:alpha val="15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F6478C47-4509-420B-8246-4E0CD52B9C2E}"/>
              </a:ext>
            </a:extLst>
          </p:cNvPr>
          <p:cNvSpPr>
            <a:spLocks xmlns:a="http://schemas.openxmlformats.org/drawingml/2006/main" noGrp="1"/>
          </p:cNvSpPr>
          <p:nvPr/>
        </p:nvSpPr>
        <p:spPr>
          <a:xfrm xmlns:a="http://schemas.openxmlformats.org/drawingml/2006/main">
            <a:off x="3726881" y="2897312"/>
            <a:ext cx="4980476" cy="1333360"/>
          </a:xfrm>
          <a:custGeom xmlns:a="http://schemas.openxmlformats.org/drawingml/2006/main">
            <a:pathLst>
              <a:path w="4541823" h="1215925">
                <a:moveTo>
                  <a:pt x="0" y="194941"/>
                </a:moveTo>
                <a:lnTo>
                  <a:pt x="0" y="391971"/>
                </a:lnTo>
                <a:lnTo>
                  <a:pt x="567728" y="409208"/>
                </a:lnTo>
                <a:lnTo>
                  <a:pt x="1135456" y="1215925"/>
                </a:lnTo>
                <a:lnTo>
                  <a:pt x="1703184" y="978638"/>
                </a:lnTo>
                <a:lnTo>
                  <a:pt x="2270912" y="542215"/>
                </a:lnTo>
                <a:lnTo>
                  <a:pt x="2838639" y="414960"/>
                </a:lnTo>
                <a:lnTo>
                  <a:pt x="3406367" y="431935"/>
                </a:lnTo>
                <a:lnTo>
                  <a:pt x="3974095" y="471498"/>
                </a:lnTo>
                <a:lnTo>
                  <a:pt x="4541823" y="462549"/>
                </a:lnTo>
                <a:lnTo>
                  <a:pt x="4541823" y="271"/>
                </a:lnTo>
                <a:lnTo>
                  <a:pt x="4541823" y="271"/>
                </a:lnTo>
                <a:lnTo>
                  <a:pt x="3974095" y="20467"/>
                </a:lnTo>
                <a:lnTo>
                  <a:pt x="3406367" y="0"/>
                </a:lnTo>
                <a:lnTo>
                  <a:pt x="2838639" y="10615"/>
                </a:lnTo>
                <a:lnTo>
                  <a:pt x="2270912" y="178456"/>
                </a:lnTo>
                <a:lnTo>
                  <a:pt x="1703184" y="698660"/>
                </a:lnTo>
                <a:lnTo>
                  <a:pt x="1135456" y="1002330"/>
                </a:lnTo>
                <a:lnTo>
                  <a:pt x="567728" y="409208"/>
                </a:lnTo>
                <a:lnTo>
                  <a:pt x="0" y="194941"/>
                </a:lnTo>
                <a:close/>
              </a:path>
            </a:pathLst>
          </a:custGeom>
          <a:solidFill xmlns:a="http://schemas.openxmlformats.org/drawingml/2006/main">
            <a:srgbClr val="2C5EAA">
              <a:alpha val="15000"/>
            </a:srgbClr>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74F2E850-7BBD-475D-8422-9BF5DDFA7770}"/>
              </a:ext>
            </a:extLst>
          </p:cNvPr>
          <p:cNvSpPr>
            <a:spLocks xmlns:a="http://schemas.openxmlformats.org/drawingml/2006/main" noGrp="1"/>
          </p:cNvSpPr>
          <p:nvPr/>
        </p:nvSpPr>
        <p:spPr>
          <a:xfrm xmlns:a="http://schemas.openxmlformats.org/drawingml/2006/main">
            <a:off x="3726881" y="4902609"/>
            <a:ext cx="95" cy="3655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20" name="">
            <a:extLst xmlns:a="http://schemas.openxmlformats.org/drawingml/2006/main">
              <a:ext uri="{FF2B5EF4-FFF2-40B4-BE49-F238E27FC236}">
                <a16:creationId xmlns:a16="http://schemas.microsoft.com/office/drawing/2014/main" id="{6FD09C03-265E-4516-B114-242D650D817E}"/>
              </a:ext>
            </a:extLst>
          </p:cNvPr>
          <p:cNvSpPr>
            <a:spLocks xmlns:a="http://schemas.openxmlformats.org/drawingml/2006/main" noGrp="1"/>
          </p:cNvSpPr>
          <p:nvPr/>
        </p:nvSpPr>
        <p:spPr>
          <a:xfrm xmlns:a="http://schemas.openxmlformats.org/drawingml/2006/main" rot="0">
            <a:off x="3595896" y="4918497"/>
            <a:ext cx="25803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21" name="Editable chart path">
            <a:extLst xmlns:a="http://schemas.openxmlformats.org/drawingml/2006/main">
              <a:ext uri="{FF2B5EF4-FFF2-40B4-BE49-F238E27FC236}">
                <a16:creationId xmlns:a16="http://schemas.microsoft.com/office/drawing/2014/main" id="{C3DD3112-DF22-4084-9F5C-D69EA50940C0}"/>
              </a:ext>
            </a:extLst>
          </p:cNvPr>
          <p:cNvSpPr>
            <a:spLocks xmlns:a="http://schemas.openxmlformats.org/drawingml/2006/main" noGrp="1"/>
          </p:cNvSpPr>
          <p:nvPr/>
        </p:nvSpPr>
        <p:spPr>
          <a:xfrm xmlns:a="http://schemas.openxmlformats.org/drawingml/2006/main">
            <a:off x="4349440" y="4902609"/>
            <a:ext cx="95" cy="3655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22" name="">
            <a:extLst xmlns:a="http://schemas.openxmlformats.org/drawingml/2006/main">
              <a:ext uri="{FF2B5EF4-FFF2-40B4-BE49-F238E27FC236}">
                <a16:creationId xmlns:a16="http://schemas.microsoft.com/office/drawing/2014/main" id="{84D306FE-A047-42B9-8638-5C3493BA8EF3}"/>
              </a:ext>
            </a:extLst>
          </p:cNvPr>
          <p:cNvSpPr>
            <a:spLocks xmlns:a="http://schemas.openxmlformats.org/drawingml/2006/main" noGrp="1"/>
          </p:cNvSpPr>
          <p:nvPr/>
        </p:nvSpPr>
        <p:spPr>
          <a:xfrm xmlns:a="http://schemas.openxmlformats.org/drawingml/2006/main" rot="0">
            <a:off x="4221694" y="4918497"/>
            <a:ext cx="2515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23" name="Editable chart path">
            <a:extLst xmlns:a="http://schemas.openxmlformats.org/drawingml/2006/main">
              <a:ext uri="{FF2B5EF4-FFF2-40B4-BE49-F238E27FC236}">
                <a16:creationId xmlns:a16="http://schemas.microsoft.com/office/drawing/2014/main" id="{08B78FA5-AA1B-4955-A8BA-ED225AB811BC}"/>
              </a:ext>
            </a:extLst>
          </p:cNvPr>
          <p:cNvSpPr>
            <a:spLocks xmlns:a="http://schemas.openxmlformats.org/drawingml/2006/main" noGrp="1"/>
          </p:cNvSpPr>
          <p:nvPr/>
        </p:nvSpPr>
        <p:spPr>
          <a:xfrm xmlns:a="http://schemas.openxmlformats.org/drawingml/2006/main">
            <a:off x="4972000" y="4902609"/>
            <a:ext cx="95" cy="3655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24" name="">
            <a:extLst xmlns:a="http://schemas.openxmlformats.org/drawingml/2006/main">
              <a:ext uri="{FF2B5EF4-FFF2-40B4-BE49-F238E27FC236}">
                <a16:creationId xmlns:a16="http://schemas.microsoft.com/office/drawing/2014/main" id="{2FF3D80C-3777-46E4-83D2-9FD81138038B}"/>
              </a:ext>
            </a:extLst>
          </p:cNvPr>
          <p:cNvSpPr>
            <a:spLocks xmlns:a="http://schemas.openxmlformats.org/drawingml/2006/main" noGrp="1"/>
          </p:cNvSpPr>
          <p:nvPr/>
        </p:nvSpPr>
        <p:spPr>
          <a:xfrm xmlns:a="http://schemas.openxmlformats.org/drawingml/2006/main" rot="0">
            <a:off x="4923835" y="4918497"/>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5" name="Editable chart path">
            <a:extLst xmlns:a="http://schemas.openxmlformats.org/drawingml/2006/main">
              <a:ext uri="{FF2B5EF4-FFF2-40B4-BE49-F238E27FC236}">
                <a16:creationId xmlns:a16="http://schemas.microsoft.com/office/drawing/2014/main" id="{EF9FE42D-0959-44FB-88C9-27DA194A7E53}"/>
              </a:ext>
            </a:extLst>
          </p:cNvPr>
          <p:cNvSpPr>
            <a:spLocks xmlns:a="http://schemas.openxmlformats.org/drawingml/2006/main" noGrp="1"/>
          </p:cNvSpPr>
          <p:nvPr/>
        </p:nvSpPr>
        <p:spPr>
          <a:xfrm xmlns:a="http://schemas.openxmlformats.org/drawingml/2006/main">
            <a:off x="5594559" y="4902609"/>
            <a:ext cx="95" cy="3655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26" name="">
            <a:extLst xmlns:a="http://schemas.openxmlformats.org/drawingml/2006/main">
              <a:ext uri="{FF2B5EF4-FFF2-40B4-BE49-F238E27FC236}">
                <a16:creationId xmlns:a16="http://schemas.microsoft.com/office/drawing/2014/main" id="{ECCE68B9-CA9B-4DF6-8A35-A85CF7647FE3}"/>
              </a:ext>
            </a:extLst>
          </p:cNvPr>
          <p:cNvSpPr>
            <a:spLocks xmlns:a="http://schemas.openxmlformats.org/drawingml/2006/main" noGrp="1"/>
          </p:cNvSpPr>
          <p:nvPr/>
        </p:nvSpPr>
        <p:spPr>
          <a:xfrm xmlns:a="http://schemas.openxmlformats.org/drawingml/2006/main" rot="0">
            <a:off x="5505247" y="4918497"/>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27" name="Editable chart path">
            <a:extLst xmlns:a="http://schemas.openxmlformats.org/drawingml/2006/main">
              <a:ext uri="{FF2B5EF4-FFF2-40B4-BE49-F238E27FC236}">
                <a16:creationId xmlns:a16="http://schemas.microsoft.com/office/drawing/2014/main" id="{8BBDE6FC-AA72-4EC1-A64B-B6EEFEC21081}"/>
              </a:ext>
            </a:extLst>
          </p:cNvPr>
          <p:cNvSpPr>
            <a:spLocks xmlns:a="http://schemas.openxmlformats.org/drawingml/2006/main" noGrp="1"/>
          </p:cNvSpPr>
          <p:nvPr/>
        </p:nvSpPr>
        <p:spPr>
          <a:xfrm xmlns:a="http://schemas.openxmlformats.org/drawingml/2006/main">
            <a:off x="6217119" y="4902609"/>
            <a:ext cx="95" cy="3655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28" name="">
            <a:extLst xmlns:a="http://schemas.openxmlformats.org/drawingml/2006/main">
              <a:ext uri="{FF2B5EF4-FFF2-40B4-BE49-F238E27FC236}">
                <a16:creationId xmlns:a16="http://schemas.microsoft.com/office/drawing/2014/main" id="{5B213C72-C550-4A10-980C-D22167745BC4}"/>
              </a:ext>
            </a:extLst>
          </p:cNvPr>
          <p:cNvSpPr>
            <a:spLocks xmlns:a="http://schemas.openxmlformats.org/drawingml/2006/main" noGrp="1"/>
          </p:cNvSpPr>
          <p:nvPr/>
        </p:nvSpPr>
        <p:spPr>
          <a:xfrm xmlns:a="http://schemas.openxmlformats.org/drawingml/2006/main" rot="0">
            <a:off x="6124615" y="4918497"/>
            <a:ext cx="1810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29" name="Editable chart path">
            <a:extLst xmlns:a="http://schemas.openxmlformats.org/drawingml/2006/main">
              <a:ext uri="{FF2B5EF4-FFF2-40B4-BE49-F238E27FC236}">
                <a16:creationId xmlns:a16="http://schemas.microsoft.com/office/drawing/2014/main" id="{02ACCD31-D20C-43CD-82B0-F3C2D95DED36}"/>
              </a:ext>
            </a:extLst>
          </p:cNvPr>
          <p:cNvSpPr>
            <a:spLocks xmlns:a="http://schemas.openxmlformats.org/drawingml/2006/main" noGrp="1"/>
          </p:cNvSpPr>
          <p:nvPr/>
        </p:nvSpPr>
        <p:spPr>
          <a:xfrm xmlns:a="http://schemas.openxmlformats.org/drawingml/2006/main">
            <a:off x="6839678" y="4902609"/>
            <a:ext cx="95" cy="3655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30" name="">
            <a:extLst xmlns:a="http://schemas.openxmlformats.org/drawingml/2006/main">
              <a:ext uri="{FF2B5EF4-FFF2-40B4-BE49-F238E27FC236}">
                <a16:creationId xmlns:a16="http://schemas.microsoft.com/office/drawing/2014/main" id="{4D9F9371-3AC5-4C13-A910-34C0EB93FD15}"/>
              </a:ext>
            </a:extLst>
          </p:cNvPr>
          <p:cNvSpPr>
            <a:spLocks xmlns:a="http://schemas.openxmlformats.org/drawingml/2006/main" noGrp="1"/>
          </p:cNvSpPr>
          <p:nvPr/>
        </p:nvSpPr>
        <p:spPr>
          <a:xfrm xmlns:a="http://schemas.openxmlformats.org/drawingml/2006/main" rot="0">
            <a:off x="6747508" y="4918497"/>
            <a:ext cx="18040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90</a:t>
            </a:r>
          </a:p>
        </p:txBody>
      </p:sp>
      <p:sp>
        <p:nvSpPr>
          <p:cNvPr id="31" name="Editable chart path">
            <a:extLst xmlns:a="http://schemas.openxmlformats.org/drawingml/2006/main">
              <a:ext uri="{FF2B5EF4-FFF2-40B4-BE49-F238E27FC236}">
                <a16:creationId xmlns:a16="http://schemas.microsoft.com/office/drawing/2014/main" id="{1980C1A0-6BFC-4FCF-8EAA-B045913B88C3}"/>
              </a:ext>
            </a:extLst>
          </p:cNvPr>
          <p:cNvSpPr>
            <a:spLocks xmlns:a="http://schemas.openxmlformats.org/drawingml/2006/main" noGrp="1"/>
          </p:cNvSpPr>
          <p:nvPr/>
        </p:nvSpPr>
        <p:spPr>
          <a:xfrm xmlns:a="http://schemas.openxmlformats.org/drawingml/2006/main">
            <a:off x="7462238" y="4902609"/>
            <a:ext cx="95" cy="3655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32" name="">
            <a:extLst xmlns:a="http://schemas.openxmlformats.org/drawingml/2006/main">
              <a:ext uri="{FF2B5EF4-FFF2-40B4-BE49-F238E27FC236}">
                <a16:creationId xmlns:a16="http://schemas.microsoft.com/office/drawing/2014/main" id="{DDB81AC1-F39D-4649-AC74-140F0E42A5E2}"/>
              </a:ext>
            </a:extLst>
          </p:cNvPr>
          <p:cNvSpPr>
            <a:spLocks xmlns:a="http://schemas.openxmlformats.org/drawingml/2006/main" noGrp="1"/>
          </p:cNvSpPr>
          <p:nvPr/>
        </p:nvSpPr>
        <p:spPr>
          <a:xfrm xmlns:a="http://schemas.openxmlformats.org/drawingml/2006/main" rot="0">
            <a:off x="7351589" y="4918497"/>
            <a:ext cx="2173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a:t>
            </a:r>
          </a:p>
        </p:txBody>
      </p:sp>
      <p:sp>
        <p:nvSpPr>
          <p:cNvPr id="33" name="Editable chart path">
            <a:extLst xmlns:a="http://schemas.openxmlformats.org/drawingml/2006/main">
              <a:ext uri="{FF2B5EF4-FFF2-40B4-BE49-F238E27FC236}">
                <a16:creationId xmlns:a16="http://schemas.microsoft.com/office/drawing/2014/main" id="{072DE649-AAD2-4ED7-ACDF-733F24037C99}"/>
              </a:ext>
            </a:extLst>
          </p:cNvPr>
          <p:cNvSpPr>
            <a:spLocks xmlns:a="http://schemas.openxmlformats.org/drawingml/2006/main" noGrp="1"/>
          </p:cNvSpPr>
          <p:nvPr/>
        </p:nvSpPr>
        <p:spPr>
          <a:xfrm xmlns:a="http://schemas.openxmlformats.org/drawingml/2006/main">
            <a:off x="8084797" y="4902609"/>
            <a:ext cx="95" cy="3655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34" name="">
            <a:extLst xmlns:a="http://schemas.openxmlformats.org/drawingml/2006/main">
              <a:ext uri="{FF2B5EF4-FFF2-40B4-BE49-F238E27FC236}">
                <a16:creationId xmlns:a16="http://schemas.microsoft.com/office/drawing/2014/main" id="{B1AF08F3-129B-4E64-A161-C784FAF2FCEC}"/>
              </a:ext>
            </a:extLst>
          </p:cNvPr>
          <p:cNvSpPr>
            <a:spLocks xmlns:a="http://schemas.openxmlformats.org/drawingml/2006/main" noGrp="1"/>
          </p:cNvSpPr>
          <p:nvPr/>
        </p:nvSpPr>
        <p:spPr>
          <a:xfrm xmlns:a="http://schemas.openxmlformats.org/drawingml/2006/main" rot="0">
            <a:off x="7970434" y="4918497"/>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a:t>
            </a:r>
          </a:p>
        </p:txBody>
      </p:sp>
      <p:sp>
        <p:nvSpPr>
          <p:cNvPr id="35" name="Editable chart path">
            <a:extLst xmlns:a="http://schemas.openxmlformats.org/drawingml/2006/main">
              <a:ext uri="{FF2B5EF4-FFF2-40B4-BE49-F238E27FC236}">
                <a16:creationId xmlns:a16="http://schemas.microsoft.com/office/drawing/2014/main" id="{6C2B1B1E-DB9B-4841-8468-0F1D0479A22E}"/>
              </a:ext>
            </a:extLst>
          </p:cNvPr>
          <p:cNvSpPr>
            <a:spLocks xmlns:a="http://schemas.openxmlformats.org/drawingml/2006/main" noGrp="1"/>
          </p:cNvSpPr>
          <p:nvPr/>
        </p:nvSpPr>
        <p:spPr>
          <a:xfrm xmlns:a="http://schemas.openxmlformats.org/drawingml/2006/main">
            <a:off x="8707357" y="4902609"/>
            <a:ext cx="95" cy="3655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36" name="">
            <a:extLst xmlns:a="http://schemas.openxmlformats.org/drawingml/2006/main">
              <a:ext uri="{FF2B5EF4-FFF2-40B4-BE49-F238E27FC236}">
                <a16:creationId xmlns:a16="http://schemas.microsoft.com/office/drawing/2014/main" id="{0DAE1618-36CB-4C63-A781-8687D70F3041}"/>
              </a:ext>
            </a:extLst>
          </p:cNvPr>
          <p:cNvSpPr>
            <a:spLocks xmlns:a="http://schemas.openxmlformats.org/drawingml/2006/main" noGrp="1"/>
          </p:cNvSpPr>
          <p:nvPr/>
        </p:nvSpPr>
        <p:spPr>
          <a:xfrm xmlns:a="http://schemas.openxmlformats.org/drawingml/2006/main" rot="0">
            <a:off x="8592803" y="4918497"/>
            <a:ext cx="22517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180</a:t>
            </a:r>
          </a:p>
        </p:txBody>
      </p:sp>
      <p:sp>
        <p:nvSpPr>
          <p:cNvPr id="37" name="">
            <a:extLst xmlns:a="http://schemas.openxmlformats.org/drawingml/2006/main">
              <a:ext uri="{FF2B5EF4-FFF2-40B4-BE49-F238E27FC236}">
                <a16:creationId xmlns:a16="http://schemas.microsoft.com/office/drawing/2014/main" id="{F626D7E8-4C3A-4971-A18C-BE79C78A3E41}"/>
              </a:ext>
            </a:extLst>
          </p:cNvPr>
          <p:cNvSpPr>
            <a:spLocks xmlns:a="http://schemas.openxmlformats.org/drawingml/2006/main" noGrp="1"/>
          </p:cNvSpPr>
          <p:nvPr/>
        </p:nvSpPr>
        <p:spPr>
          <a:xfrm xmlns:a="http://schemas.openxmlformats.org/drawingml/2006/main" rot="0">
            <a:off x="3604153" y="5069792"/>
            <a:ext cx="522151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Minutes from rain onset in the cell (snapshot at end of the 30-min window)</a:t>
            </a:r>
          </a:p>
        </p:txBody>
      </p:sp>
      <p:sp>
        <p:nvSpPr>
          <p:cNvPr id="38" name="Editable chart path">
            <a:extLst xmlns:a="http://schemas.openxmlformats.org/drawingml/2006/main">
              <a:ext uri="{FF2B5EF4-FFF2-40B4-BE49-F238E27FC236}">
                <a16:creationId xmlns:a16="http://schemas.microsoft.com/office/drawing/2014/main" id="{B1810157-BB31-441C-BC4D-1FA920D3DF25}"/>
              </a:ext>
            </a:extLst>
          </p:cNvPr>
          <p:cNvSpPr>
            <a:spLocks xmlns:a="http://schemas.openxmlformats.org/drawingml/2006/main" noGrp="1"/>
          </p:cNvSpPr>
          <p:nvPr/>
        </p:nvSpPr>
        <p:spPr>
          <a:xfrm xmlns:a="http://schemas.openxmlformats.org/drawingml/2006/main">
            <a:off x="3477857" y="4699961"/>
            <a:ext cx="5478524" cy="95"/>
          </a:xfrm>
          <a:custGeom xmlns:a="http://schemas.openxmlformats.org/drawingml/2006/main">
            <a:pathLst>
              <a:path w="4996005" h="95">
                <a:moveTo>
                  <a:pt x="0" y="0"/>
                </a:moveTo>
                <a:lnTo>
                  <a:pt x="4996005" y="0"/>
                </a:lnTo>
              </a:path>
            </a:pathLst>
          </a:custGeom>
          <a:noFill xmlns:a="http://schemas.openxmlformats.org/drawingml/2006/main"/>
          <a:ln xmlns:a="http://schemas.openxmlformats.org/drawingml/2006/main" w="6267">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B5709AD9-FC5C-4FC8-8A16-34586CE2543E}"/>
              </a:ext>
            </a:extLst>
          </p:cNvPr>
          <p:cNvSpPr>
            <a:spLocks xmlns:a="http://schemas.openxmlformats.org/drawingml/2006/main" noGrp="1"/>
          </p:cNvSpPr>
          <p:nvPr/>
        </p:nvSpPr>
        <p:spPr>
          <a:xfrm xmlns:a="http://schemas.openxmlformats.org/drawingml/2006/main">
            <a:off x="3441300" y="4699961"/>
            <a:ext cx="3655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40" name="">
            <a:extLst xmlns:a="http://schemas.openxmlformats.org/drawingml/2006/main">
              <a:ext uri="{FF2B5EF4-FFF2-40B4-BE49-F238E27FC236}">
                <a16:creationId xmlns:a16="http://schemas.microsoft.com/office/drawing/2014/main" id="{7CD20980-1CEE-425E-B8C7-05C4EC15790C}"/>
              </a:ext>
            </a:extLst>
          </p:cNvPr>
          <p:cNvSpPr>
            <a:spLocks xmlns:a="http://schemas.openxmlformats.org/drawingml/2006/main" noGrp="1"/>
          </p:cNvSpPr>
          <p:nvPr/>
        </p:nvSpPr>
        <p:spPr>
          <a:xfrm xmlns:a="http://schemas.openxmlformats.org/drawingml/2006/main" rot="0">
            <a:off x="3230969" y="4597989"/>
            <a:ext cx="1703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41" name="Editable chart path">
            <a:extLst xmlns:a="http://schemas.openxmlformats.org/drawingml/2006/main">
              <a:ext uri="{FF2B5EF4-FFF2-40B4-BE49-F238E27FC236}">
                <a16:creationId xmlns:a16="http://schemas.microsoft.com/office/drawing/2014/main" id="{BD266F4B-3530-4903-A3C8-435B9D3DCCE2}"/>
              </a:ext>
            </a:extLst>
          </p:cNvPr>
          <p:cNvSpPr>
            <a:spLocks xmlns:a="http://schemas.openxmlformats.org/drawingml/2006/main" noGrp="1"/>
          </p:cNvSpPr>
          <p:nvPr/>
        </p:nvSpPr>
        <p:spPr>
          <a:xfrm xmlns:a="http://schemas.openxmlformats.org/drawingml/2006/main">
            <a:off x="3477857" y="4248655"/>
            <a:ext cx="5478524" cy="95"/>
          </a:xfrm>
          <a:custGeom xmlns:a="http://schemas.openxmlformats.org/drawingml/2006/main">
            <a:pathLst>
              <a:path w="4996005" h="95">
                <a:moveTo>
                  <a:pt x="0" y="0"/>
                </a:moveTo>
                <a:lnTo>
                  <a:pt x="4996005" y="0"/>
                </a:lnTo>
              </a:path>
            </a:pathLst>
          </a:custGeom>
          <a:noFill xmlns:a="http://schemas.openxmlformats.org/drawingml/2006/main"/>
          <a:ln xmlns:a="http://schemas.openxmlformats.org/drawingml/2006/main" w="6267">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32F03B5B-5A1B-4776-BC74-CEB6660BF641}"/>
              </a:ext>
            </a:extLst>
          </p:cNvPr>
          <p:cNvSpPr>
            <a:spLocks xmlns:a="http://schemas.openxmlformats.org/drawingml/2006/main" noGrp="1"/>
          </p:cNvSpPr>
          <p:nvPr/>
        </p:nvSpPr>
        <p:spPr>
          <a:xfrm xmlns:a="http://schemas.openxmlformats.org/drawingml/2006/main">
            <a:off x="3441300" y="4248655"/>
            <a:ext cx="3655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43" name="">
            <a:extLst xmlns:a="http://schemas.openxmlformats.org/drawingml/2006/main">
              <a:ext uri="{FF2B5EF4-FFF2-40B4-BE49-F238E27FC236}">
                <a16:creationId xmlns:a16="http://schemas.microsoft.com/office/drawing/2014/main" id="{76ACC5E8-ED05-4634-B9C5-DCAA8FED671A}"/>
              </a:ext>
            </a:extLst>
          </p:cNvPr>
          <p:cNvSpPr>
            <a:spLocks xmlns:a="http://schemas.openxmlformats.org/drawingml/2006/main" noGrp="1"/>
          </p:cNvSpPr>
          <p:nvPr/>
        </p:nvSpPr>
        <p:spPr>
          <a:xfrm xmlns:a="http://schemas.openxmlformats.org/drawingml/2006/main" rot="0">
            <a:off x="3231444" y="4146682"/>
            <a:ext cx="1694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44" name="Editable chart path">
            <a:extLst xmlns:a="http://schemas.openxmlformats.org/drawingml/2006/main">
              <a:ext uri="{FF2B5EF4-FFF2-40B4-BE49-F238E27FC236}">
                <a16:creationId xmlns:a16="http://schemas.microsoft.com/office/drawing/2014/main" id="{5AC9CB5F-9A06-49FB-8E18-5A3FA1CB216A}"/>
              </a:ext>
            </a:extLst>
          </p:cNvPr>
          <p:cNvSpPr>
            <a:spLocks xmlns:a="http://schemas.openxmlformats.org/drawingml/2006/main" noGrp="1"/>
          </p:cNvSpPr>
          <p:nvPr/>
        </p:nvSpPr>
        <p:spPr>
          <a:xfrm xmlns:a="http://schemas.openxmlformats.org/drawingml/2006/main">
            <a:off x="3477857" y="3797348"/>
            <a:ext cx="5478524" cy="95"/>
          </a:xfrm>
          <a:custGeom xmlns:a="http://schemas.openxmlformats.org/drawingml/2006/main">
            <a:pathLst>
              <a:path w="4996005" h="95">
                <a:moveTo>
                  <a:pt x="0" y="0"/>
                </a:moveTo>
                <a:lnTo>
                  <a:pt x="4996005" y="0"/>
                </a:lnTo>
              </a:path>
            </a:pathLst>
          </a:custGeom>
          <a:noFill xmlns:a="http://schemas.openxmlformats.org/drawingml/2006/main"/>
          <a:ln xmlns:a="http://schemas.openxmlformats.org/drawingml/2006/main" w="6267">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72160F74-A258-43AA-9DD2-90F03D9AE080}"/>
              </a:ext>
            </a:extLst>
          </p:cNvPr>
          <p:cNvSpPr>
            <a:spLocks xmlns:a="http://schemas.openxmlformats.org/drawingml/2006/main" noGrp="1"/>
          </p:cNvSpPr>
          <p:nvPr/>
        </p:nvSpPr>
        <p:spPr>
          <a:xfrm xmlns:a="http://schemas.openxmlformats.org/drawingml/2006/main">
            <a:off x="3441300" y="3797348"/>
            <a:ext cx="3655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46" name="">
            <a:extLst xmlns:a="http://schemas.openxmlformats.org/drawingml/2006/main">
              <a:ext uri="{FF2B5EF4-FFF2-40B4-BE49-F238E27FC236}">
                <a16:creationId xmlns:a16="http://schemas.microsoft.com/office/drawing/2014/main" id="{EB40113C-128F-4AEE-A487-6AED5612B00C}"/>
              </a:ext>
            </a:extLst>
          </p:cNvPr>
          <p:cNvSpPr>
            <a:spLocks xmlns:a="http://schemas.openxmlformats.org/drawingml/2006/main" noGrp="1"/>
          </p:cNvSpPr>
          <p:nvPr/>
        </p:nvSpPr>
        <p:spPr>
          <a:xfrm xmlns:a="http://schemas.openxmlformats.org/drawingml/2006/main" rot="0">
            <a:off x="3237001" y="3695376"/>
            <a:ext cx="161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47" name="Editable chart path">
            <a:extLst xmlns:a="http://schemas.openxmlformats.org/drawingml/2006/main">
              <a:ext uri="{FF2B5EF4-FFF2-40B4-BE49-F238E27FC236}">
                <a16:creationId xmlns:a16="http://schemas.microsoft.com/office/drawing/2014/main" id="{561DE792-894B-4715-AA90-8FC4BE83128B}"/>
              </a:ext>
            </a:extLst>
          </p:cNvPr>
          <p:cNvSpPr>
            <a:spLocks xmlns:a="http://schemas.openxmlformats.org/drawingml/2006/main" noGrp="1"/>
          </p:cNvSpPr>
          <p:nvPr/>
        </p:nvSpPr>
        <p:spPr>
          <a:xfrm xmlns:a="http://schemas.openxmlformats.org/drawingml/2006/main">
            <a:off x="3477857" y="3346042"/>
            <a:ext cx="5478524" cy="95"/>
          </a:xfrm>
          <a:custGeom xmlns:a="http://schemas.openxmlformats.org/drawingml/2006/main">
            <a:pathLst>
              <a:path w="4996005" h="95">
                <a:moveTo>
                  <a:pt x="0" y="0"/>
                </a:moveTo>
                <a:lnTo>
                  <a:pt x="4996005" y="0"/>
                </a:lnTo>
              </a:path>
            </a:pathLst>
          </a:custGeom>
          <a:noFill xmlns:a="http://schemas.openxmlformats.org/drawingml/2006/main"/>
          <a:ln xmlns:a="http://schemas.openxmlformats.org/drawingml/2006/main" w="6267">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9B78D2B9-05D6-469A-81BD-A7E4CDFBF811}"/>
              </a:ext>
            </a:extLst>
          </p:cNvPr>
          <p:cNvSpPr>
            <a:spLocks xmlns:a="http://schemas.openxmlformats.org/drawingml/2006/main" noGrp="1"/>
          </p:cNvSpPr>
          <p:nvPr/>
        </p:nvSpPr>
        <p:spPr>
          <a:xfrm xmlns:a="http://schemas.openxmlformats.org/drawingml/2006/main">
            <a:off x="3441300" y="3346042"/>
            <a:ext cx="3655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49" name="">
            <a:extLst xmlns:a="http://schemas.openxmlformats.org/drawingml/2006/main">
              <a:ext uri="{FF2B5EF4-FFF2-40B4-BE49-F238E27FC236}">
                <a16:creationId xmlns:a16="http://schemas.microsoft.com/office/drawing/2014/main" id="{FAC160B0-A54B-429F-A1A9-101E39993C6A}"/>
              </a:ext>
            </a:extLst>
          </p:cNvPr>
          <p:cNvSpPr>
            <a:spLocks xmlns:a="http://schemas.openxmlformats.org/drawingml/2006/main" noGrp="1"/>
          </p:cNvSpPr>
          <p:nvPr/>
        </p:nvSpPr>
        <p:spPr>
          <a:xfrm xmlns:a="http://schemas.openxmlformats.org/drawingml/2006/main" rot="0">
            <a:off x="3308413" y="3244069"/>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50" name="Editable chart path">
            <a:extLst xmlns:a="http://schemas.openxmlformats.org/drawingml/2006/main">
              <a:ext uri="{FF2B5EF4-FFF2-40B4-BE49-F238E27FC236}">
                <a16:creationId xmlns:a16="http://schemas.microsoft.com/office/drawing/2014/main" id="{6B4FBF0A-C59B-47EE-8ADD-484481EFEB7D}"/>
              </a:ext>
            </a:extLst>
          </p:cNvPr>
          <p:cNvSpPr>
            <a:spLocks xmlns:a="http://schemas.openxmlformats.org/drawingml/2006/main" noGrp="1"/>
          </p:cNvSpPr>
          <p:nvPr/>
        </p:nvSpPr>
        <p:spPr>
          <a:xfrm xmlns:a="http://schemas.openxmlformats.org/drawingml/2006/main">
            <a:off x="3477857" y="2894735"/>
            <a:ext cx="5478524" cy="95"/>
          </a:xfrm>
          <a:custGeom xmlns:a="http://schemas.openxmlformats.org/drawingml/2006/main">
            <a:pathLst>
              <a:path w="4996005" h="95">
                <a:moveTo>
                  <a:pt x="0" y="0"/>
                </a:moveTo>
                <a:lnTo>
                  <a:pt x="4996005" y="0"/>
                </a:lnTo>
              </a:path>
            </a:pathLst>
          </a:custGeom>
          <a:noFill xmlns:a="http://schemas.openxmlformats.org/drawingml/2006/main"/>
          <a:ln xmlns:a="http://schemas.openxmlformats.org/drawingml/2006/main" w="6267">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618F94AC-23D2-4487-9FD0-693D94E70AA9}"/>
              </a:ext>
            </a:extLst>
          </p:cNvPr>
          <p:cNvSpPr>
            <a:spLocks xmlns:a="http://schemas.openxmlformats.org/drawingml/2006/main" noGrp="1"/>
          </p:cNvSpPr>
          <p:nvPr/>
        </p:nvSpPr>
        <p:spPr>
          <a:xfrm xmlns:a="http://schemas.openxmlformats.org/drawingml/2006/main">
            <a:off x="3441300" y="2894735"/>
            <a:ext cx="3655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56">
            <a:solidFill>
              <a:srgbClr val="5A6683"/>
            </a:solidFill>
            <a:prstDash val="solid"/>
          </a:ln>
        </p:spPr>
      </p:sp>
      <p:sp>
        <p:nvSpPr>
          <p:cNvPr id="52" name="">
            <a:extLst xmlns:a="http://schemas.openxmlformats.org/drawingml/2006/main">
              <a:ext uri="{FF2B5EF4-FFF2-40B4-BE49-F238E27FC236}">
                <a16:creationId xmlns:a16="http://schemas.microsoft.com/office/drawing/2014/main" id="{36A318C5-9880-4150-AC1A-358A1D706296}"/>
              </a:ext>
            </a:extLst>
          </p:cNvPr>
          <p:cNvSpPr>
            <a:spLocks xmlns:a="http://schemas.openxmlformats.org/drawingml/2006/main" noGrp="1"/>
          </p:cNvSpPr>
          <p:nvPr/>
        </p:nvSpPr>
        <p:spPr>
          <a:xfrm xmlns:a="http://schemas.openxmlformats.org/drawingml/2006/main" rot="0">
            <a:off x="3313867" y="2792763"/>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53" name="Editable chart path">
            <a:extLst xmlns:a="http://schemas.openxmlformats.org/drawingml/2006/main">
              <a:ext uri="{FF2B5EF4-FFF2-40B4-BE49-F238E27FC236}">
                <a16:creationId xmlns:a16="http://schemas.microsoft.com/office/drawing/2014/main" id="{24DB0D1D-4FC9-449F-AC9A-D38914989BB7}"/>
              </a:ext>
            </a:extLst>
          </p:cNvPr>
          <p:cNvSpPr>
            <a:spLocks xmlns:a="http://schemas.openxmlformats.org/drawingml/2006/main" noGrp="1"/>
          </p:cNvSpPr>
          <p:nvPr/>
        </p:nvSpPr>
        <p:spPr>
          <a:xfrm xmlns:a="http://schemas.openxmlformats.org/drawingml/2006/main">
            <a:off x="3726881" y="2982475"/>
            <a:ext cx="4980476" cy="1626536"/>
          </a:xfrm>
          <a:custGeom xmlns:a="http://schemas.openxmlformats.org/drawingml/2006/main">
            <a:pathLst>
              <a:path w="4541823" h="1483279">
                <a:moveTo>
                  <a:pt x="0" y="0"/>
                </a:moveTo>
                <a:lnTo>
                  <a:pt x="567728" y="331546"/>
                </a:lnTo>
                <a:lnTo>
                  <a:pt x="1135456" y="1428096"/>
                </a:lnTo>
                <a:lnTo>
                  <a:pt x="1703184" y="1483279"/>
                </a:lnTo>
                <a:lnTo>
                  <a:pt x="2270912" y="977628"/>
                </a:lnTo>
                <a:lnTo>
                  <a:pt x="2838639" y="685579"/>
                </a:lnTo>
                <a:lnTo>
                  <a:pt x="3406367" y="590170"/>
                </a:lnTo>
                <a:lnTo>
                  <a:pt x="3974095" y="460856"/>
                </a:lnTo>
                <a:lnTo>
                  <a:pt x="4541823" y="450432"/>
                </a:lnTo>
              </a:path>
            </a:pathLst>
          </a:custGeom>
          <a:noFill xmlns:a="http://schemas.openxmlformats.org/drawingml/2006/main"/>
          <a:ln xmlns:a="http://schemas.openxmlformats.org/drawingml/2006/main" w="20890">
            <a:solidFill>
              <a:srgbClr val="224889"/>
            </a:solidFill>
            <a:prstDash val="solid"/>
          </a:ln>
        </p:spPr>
      </p:sp>
      <p:sp>
        <p:nvSpPr>
          <p:cNvPr id="54" name="Editable chart path">
            <a:extLst xmlns:a="http://schemas.openxmlformats.org/drawingml/2006/main">
              <a:ext uri="{FF2B5EF4-FFF2-40B4-BE49-F238E27FC236}">
                <a16:creationId xmlns:a16="http://schemas.microsoft.com/office/drawing/2014/main" id="{E75D7C16-27D7-4F60-A95E-6C42C32D33A9}"/>
              </a:ext>
            </a:extLst>
          </p:cNvPr>
          <p:cNvSpPr>
            <a:spLocks xmlns:a="http://schemas.openxmlformats.org/drawingml/2006/main" noGrp="1"/>
          </p:cNvSpPr>
          <p:nvPr/>
        </p:nvSpPr>
        <p:spPr>
          <a:xfrm xmlns:a="http://schemas.openxmlformats.org/drawingml/2006/main">
            <a:off x="3700768" y="2956363"/>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445">
            <a:solidFill>
              <a:srgbClr val="224889"/>
            </a:solidFill>
            <a:prstDash val="solid"/>
          </a:ln>
        </p:spPr>
      </p:sp>
      <p:sp>
        <p:nvSpPr>
          <p:cNvPr id="55" name="Editable chart path">
            <a:extLst xmlns:a="http://schemas.openxmlformats.org/drawingml/2006/main">
              <a:ext uri="{FF2B5EF4-FFF2-40B4-BE49-F238E27FC236}">
                <a16:creationId xmlns:a16="http://schemas.microsoft.com/office/drawing/2014/main" id="{0DFBA91A-65D3-41DE-BBB9-34E53D83B9AF}"/>
              </a:ext>
            </a:extLst>
          </p:cNvPr>
          <p:cNvSpPr>
            <a:spLocks xmlns:a="http://schemas.openxmlformats.org/drawingml/2006/main" noGrp="1"/>
          </p:cNvSpPr>
          <p:nvPr/>
        </p:nvSpPr>
        <p:spPr>
          <a:xfrm xmlns:a="http://schemas.openxmlformats.org/drawingml/2006/main">
            <a:off x="4323328" y="3319929"/>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445">
            <a:solidFill>
              <a:srgbClr val="224889"/>
            </a:solidFill>
            <a:prstDash val="solid"/>
          </a:ln>
        </p:spPr>
      </p:sp>
      <p:sp>
        <p:nvSpPr>
          <p:cNvPr id="56" name="Editable chart path">
            <a:extLst xmlns:a="http://schemas.openxmlformats.org/drawingml/2006/main">
              <a:ext uri="{FF2B5EF4-FFF2-40B4-BE49-F238E27FC236}">
                <a16:creationId xmlns:a16="http://schemas.microsoft.com/office/drawing/2014/main" id="{D5A3B550-C45E-4D8E-885B-32494DAAE2A4}"/>
              </a:ext>
            </a:extLst>
          </p:cNvPr>
          <p:cNvSpPr>
            <a:spLocks xmlns:a="http://schemas.openxmlformats.org/drawingml/2006/main" noGrp="1"/>
          </p:cNvSpPr>
          <p:nvPr/>
        </p:nvSpPr>
        <p:spPr>
          <a:xfrm xmlns:a="http://schemas.openxmlformats.org/drawingml/2006/main">
            <a:off x="4945887" y="4522385"/>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445">
            <a:solidFill>
              <a:srgbClr val="224889"/>
            </a:solidFill>
            <a:prstDash val="solid"/>
          </a:ln>
        </p:spPr>
      </p:sp>
      <p:sp>
        <p:nvSpPr>
          <p:cNvPr id="57" name="Editable chart path">
            <a:extLst xmlns:a="http://schemas.openxmlformats.org/drawingml/2006/main">
              <a:ext uri="{FF2B5EF4-FFF2-40B4-BE49-F238E27FC236}">
                <a16:creationId xmlns:a16="http://schemas.microsoft.com/office/drawing/2014/main" id="{F461EB10-1C23-4FA3-B7BE-5696EF354172}"/>
              </a:ext>
            </a:extLst>
          </p:cNvPr>
          <p:cNvSpPr>
            <a:spLocks xmlns:a="http://schemas.openxmlformats.org/drawingml/2006/main" noGrp="1"/>
          </p:cNvSpPr>
          <p:nvPr/>
        </p:nvSpPr>
        <p:spPr>
          <a:xfrm xmlns:a="http://schemas.openxmlformats.org/drawingml/2006/main">
            <a:off x="5568447" y="4582898"/>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445">
            <a:solidFill>
              <a:srgbClr val="224889"/>
            </a:solidFill>
            <a:prstDash val="solid"/>
          </a:ln>
        </p:spPr>
      </p:sp>
      <p:sp>
        <p:nvSpPr>
          <p:cNvPr id="58" name="Editable chart path">
            <a:extLst xmlns:a="http://schemas.openxmlformats.org/drawingml/2006/main">
              <a:ext uri="{FF2B5EF4-FFF2-40B4-BE49-F238E27FC236}">
                <a16:creationId xmlns:a16="http://schemas.microsoft.com/office/drawing/2014/main" id="{FDF16432-40E9-46C1-8AFB-529B7B41AD84}"/>
              </a:ext>
            </a:extLst>
          </p:cNvPr>
          <p:cNvSpPr>
            <a:spLocks xmlns:a="http://schemas.openxmlformats.org/drawingml/2006/main" noGrp="1"/>
          </p:cNvSpPr>
          <p:nvPr/>
        </p:nvSpPr>
        <p:spPr>
          <a:xfrm xmlns:a="http://schemas.openxmlformats.org/drawingml/2006/main">
            <a:off x="6191006" y="4028411"/>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445">
            <a:solidFill>
              <a:srgbClr val="224889"/>
            </a:solidFill>
            <a:prstDash val="solid"/>
          </a:ln>
        </p:spPr>
      </p:sp>
      <p:sp>
        <p:nvSpPr>
          <p:cNvPr id="59" name="Editable chart path">
            <a:extLst xmlns:a="http://schemas.openxmlformats.org/drawingml/2006/main">
              <a:ext uri="{FF2B5EF4-FFF2-40B4-BE49-F238E27FC236}">
                <a16:creationId xmlns:a16="http://schemas.microsoft.com/office/drawing/2014/main" id="{720DC9F9-D981-4D89-B66A-6B4C743F3E6F}"/>
              </a:ext>
            </a:extLst>
          </p:cNvPr>
          <p:cNvSpPr>
            <a:spLocks xmlns:a="http://schemas.openxmlformats.org/drawingml/2006/main" noGrp="1"/>
          </p:cNvSpPr>
          <p:nvPr/>
        </p:nvSpPr>
        <p:spPr>
          <a:xfrm xmlns:a="http://schemas.openxmlformats.org/drawingml/2006/main">
            <a:off x="6813566" y="3708155"/>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445">
            <a:solidFill>
              <a:srgbClr val="224889"/>
            </a:solidFill>
            <a:prstDash val="solid"/>
          </a:ln>
        </p:spPr>
      </p:sp>
      <p:sp>
        <p:nvSpPr>
          <p:cNvPr id="60" name="Editable chart path">
            <a:extLst xmlns:a="http://schemas.openxmlformats.org/drawingml/2006/main">
              <a:ext uri="{FF2B5EF4-FFF2-40B4-BE49-F238E27FC236}">
                <a16:creationId xmlns:a16="http://schemas.microsoft.com/office/drawing/2014/main" id="{F4179FE5-E599-4DCF-8CE0-65663A58A15D}"/>
              </a:ext>
            </a:extLst>
          </p:cNvPr>
          <p:cNvSpPr>
            <a:spLocks xmlns:a="http://schemas.openxmlformats.org/drawingml/2006/main" noGrp="1"/>
          </p:cNvSpPr>
          <p:nvPr/>
        </p:nvSpPr>
        <p:spPr>
          <a:xfrm xmlns:a="http://schemas.openxmlformats.org/drawingml/2006/main">
            <a:off x="7436126" y="3603532"/>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445">
            <a:solidFill>
              <a:srgbClr val="224889"/>
            </a:solidFill>
            <a:prstDash val="solid"/>
          </a:ln>
        </p:spPr>
      </p:sp>
      <p:sp>
        <p:nvSpPr>
          <p:cNvPr id="61" name="Editable chart path">
            <a:extLst xmlns:a="http://schemas.openxmlformats.org/drawingml/2006/main">
              <a:ext uri="{FF2B5EF4-FFF2-40B4-BE49-F238E27FC236}">
                <a16:creationId xmlns:a16="http://schemas.microsoft.com/office/drawing/2014/main" id="{394907E3-A6F7-405F-9FF8-036F3F4CC3FC}"/>
              </a:ext>
            </a:extLst>
          </p:cNvPr>
          <p:cNvSpPr>
            <a:spLocks xmlns:a="http://schemas.openxmlformats.org/drawingml/2006/main" noGrp="1"/>
          </p:cNvSpPr>
          <p:nvPr/>
        </p:nvSpPr>
        <p:spPr>
          <a:xfrm xmlns:a="http://schemas.openxmlformats.org/drawingml/2006/main">
            <a:off x="8058685" y="3461729"/>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445">
            <a:solidFill>
              <a:srgbClr val="224889"/>
            </a:solidFill>
            <a:prstDash val="solid"/>
          </a:ln>
        </p:spPr>
      </p:sp>
      <p:sp>
        <p:nvSpPr>
          <p:cNvPr id="62" name="Editable chart path">
            <a:extLst xmlns:a="http://schemas.openxmlformats.org/drawingml/2006/main">
              <a:ext uri="{FF2B5EF4-FFF2-40B4-BE49-F238E27FC236}">
                <a16:creationId xmlns:a16="http://schemas.microsoft.com/office/drawing/2014/main" id="{D86312CA-DA9F-48CB-834A-0D321B9FEAE8}"/>
              </a:ext>
            </a:extLst>
          </p:cNvPr>
          <p:cNvSpPr>
            <a:spLocks xmlns:a="http://schemas.openxmlformats.org/drawingml/2006/main" noGrp="1"/>
          </p:cNvSpPr>
          <p:nvPr/>
        </p:nvSpPr>
        <p:spPr>
          <a:xfrm xmlns:a="http://schemas.openxmlformats.org/drawingml/2006/main">
            <a:off x="8681245" y="3450298"/>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445">
            <a:solidFill>
              <a:srgbClr val="224889"/>
            </a:solidFill>
            <a:prstDash val="solid"/>
          </a:ln>
        </p:spPr>
      </p:sp>
      <p:sp>
        <p:nvSpPr>
          <p:cNvPr id="63" name="Editable chart path">
            <a:extLst xmlns:a="http://schemas.openxmlformats.org/drawingml/2006/main">
              <a:ext uri="{FF2B5EF4-FFF2-40B4-BE49-F238E27FC236}">
                <a16:creationId xmlns:a16="http://schemas.microsoft.com/office/drawing/2014/main" id="{D31E8070-AA7C-49D8-9451-03C87F8B6C69}"/>
              </a:ext>
            </a:extLst>
          </p:cNvPr>
          <p:cNvSpPr>
            <a:spLocks xmlns:a="http://schemas.openxmlformats.org/drawingml/2006/main" noGrp="1"/>
          </p:cNvSpPr>
          <p:nvPr/>
        </p:nvSpPr>
        <p:spPr>
          <a:xfrm xmlns:a="http://schemas.openxmlformats.org/drawingml/2006/main">
            <a:off x="3726881" y="3131729"/>
            <a:ext cx="4980476" cy="982145"/>
          </a:xfrm>
          <a:custGeom xmlns:a="http://schemas.openxmlformats.org/drawingml/2006/main">
            <a:pathLst>
              <a:path w="4541823" h="895643">
                <a:moveTo>
                  <a:pt x="0" y="79920"/>
                </a:moveTo>
                <a:lnTo>
                  <a:pt x="567728" y="195437"/>
                </a:lnTo>
                <a:lnTo>
                  <a:pt x="1135456" y="895643"/>
                </a:lnTo>
                <a:lnTo>
                  <a:pt x="1703184" y="625364"/>
                </a:lnTo>
                <a:lnTo>
                  <a:pt x="2270912" y="147366"/>
                </a:lnTo>
                <a:lnTo>
                  <a:pt x="2838639" y="0"/>
                </a:lnTo>
                <a:lnTo>
                  <a:pt x="3406367" y="3319"/>
                </a:lnTo>
                <a:lnTo>
                  <a:pt x="3974095" y="33438"/>
                </a:lnTo>
                <a:lnTo>
                  <a:pt x="4541823" y="18926"/>
                </a:lnTo>
              </a:path>
            </a:pathLst>
          </a:custGeom>
          <a:noFill xmlns:a="http://schemas.openxmlformats.org/drawingml/2006/main"/>
          <a:ln xmlns:a="http://schemas.openxmlformats.org/drawingml/2006/main" w="20890">
            <a:solidFill>
              <a:srgbClr val="2C5EAA"/>
            </a:solidFill>
            <a:prstDash val="solid"/>
          </a:ln>
        </p:spPr>
      </p:sp>
      <p:sp>
        <p:nvSpPr>
          <p:cNvPr id="64" name="Editable chart path">
            <a:extLst xmlns:a="http://schemas.openxmlformats.org/drawingml/2006/main">
              <a:ext uri="{FF2B5EF4-FFF2-40B4-BE49-F238E27FC236}">
                <a16:creationId xmlns:a16="http://schemas.microsoft.com/office/drawing/2014/main" id="{D95D27FE-488F-4B02-9DFE-8ACD1D7ED16F}"/>
              </a:ext>
            </a:extLst>
          </p:cNvPr>
          <p:cNvSpPr>
            <a:spLocks xmlns:a="http://schemas.openxmlformats.org/drawingml/2006/main" noGrp="1"/>
          </p:cNvSpPr>
          <p:nvPr/>
        </p:nvSpPr>
        <p:spPr>
          <a:xfrm xmlns:a="http://schemas.openxmlformats.org/drawingml/2006/main">
            <a:off x="3700768" y="3193255"/>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445">
            <a:solidFill>
              <a:srgbClr val="2C5EAA"/>
            </a:solidFill>
            <a:prstDash val="solid"/>
          </a:ln>
        </p:spPr>
      </p:sp>
      <p:sp>
        <p:nvSpPr>
          <p:cNvPr id="65" name="Editable chart path">
            <a:extLst xmlns:a="http://schemas.openxmlformats.org/drawingml/2006/main">
              <a:ext uri="{FF2B5EF4-FFF2-40B4-BE49-F238E27FC236}">
                <a16:creationId xmlns:a16="http://schemas.microsoft.com/office/drawing/2014/main" id="{071BDE6D-0F23-40C3-B8E2-13D1AF36656A}"/>
              </a:ext>
            </a:extLst>
          </p:cNvPr>
          <p:cNvSpPr>
            <a:spLocks xmlns:a="http://schemas.openxmlformats.org/drawingml/2006/main" noGrp="1"/>
          </p:cNvSpPr>
          <p:nvPr/>
        </p:nvSpPr>
        <p:spPr>
          <a:xfrm xmlns:a="http://schemas.openxmlformats.org/drawingml/2006/main">
            <a:off x="4323328" y="3319929"/>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445">
            <a:solidFill>
              <a:srgbClr val="2C5EAA"/>
            </a:solidFill>
            <a:prstDash val="solid"/>
          </a:ln>
        </p:spPr>
      </p:sp>
      <p:sp>
        <p:nvSpPr>
          <p:cNvPr id="66" name="Editable chart path">
            <a:extLst xmlns:a="http://schemas.openxmlformats.org/drawingml/2006/main">
              <a:ext uri="{FF2B5EF4-FFF2-40B4-BE49-F238E27FC236}">
                <a16:creationId xmlns:a16="http://schemas.microsoft.com/office/drawing/2014/main" id="{2026AA6C-26AD-4DFF-A301-EE6D59D0555B}"/>
              </a:ext>
            </a:extLst>
          </p:cNvPr>
          <p:cNvSpPr>
            <a:spLocks xmlns:a="http://schemas.openxmlformats.org/drawingml/2006/main" noGrp="1"/>
          </p:cNvSpPr>
          <p:nvPr/>
        </p:nvSpPr>
        <p:spPr>
          <a:xfrm xmlns:a="http://schemas.openxmlformats.org/drawingml/2006/main">
            <a:off x="4945887" y="4087762"/>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445">
            <a:solidFill>
              <a:srgbClr val="2C5EAA"/>
            </a:solidFill>
            <a:prstDash val="solid"/>
          </a:ln>
        </p:spPr>
      </p:sp>
      <p:sp>
        <p:nvSpPr>
          <p:cNvPr id="67" name="Editable chart path">
            <a:extLst xmlns:a="http://schemas.openxmlformats.org/drawingml/2006/main">
              <a:ext uri="{FF2B5EF4-FFF2-40B4-BE49-F238E27FC236}">
                <a16:creationId xmlns:a16="http://schemas.microsoft.com/office/drawing/2014/main" id="{FD9BA421-8240-469C-905F-45A9FAC1C084}"/>
              </a:ext>
            </a:extLst>
          </p:cNvPr>
          <p:cNvSpPr>
            <a:spLocks xmlns:a="http://schemas.openxmlformats.org/drawingml/2006/main" noGrp="1"/>
          </p:cNvSpPr>
          <p:nvPr/>
        </p:nvSpPr>
        <p:spPr>
          <a:xfrm xmlns:a="http://schemas.openxmlformats.org/drawingml/2006/main">
            <a:off x="5568447" y="3791379"/>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445">
            <a:solidFill>
              <a:srgbClr val="2C5EAA"/>
            </a:solidFill>
            <a:prstDash val="solid"/>
          </a:ln>
        </p:spPr>
      </p:sp>
      <p:sp>
        <p:nvSpPr>
          <p:cNvPr id="68" name="Editable chart path">
            <a:extLst xmlns:a="http://schemas.openxmlformats.org/drawingml/2006/main">
              <a:ext uri="{FF2B5EF4-FFF2-40B4-BE49-F238E27FC236}">
                <a16:creationId xmlns:a16="http://schemas.microsoft.com/office/drawing/2014/main" id="{1493D320-D366-4F78-AA2E-52046BCAE77F}"/>
              </a:ext>
            </a:extLst>
          </p:cNvPr>
          <p:cNvSpPr>
            <a:spLocks xmlns:a="http://schemas.openxmlformats.org/drawingml/2006/main" noGrp="1"/>
          </p:cNvSpPr>
          <p:nvPr/>
        </p:nvSpPr>
        <p:spPr>
          <a:xfrm xmlns:a="http://schemas.openxmlformats.org/drawingml/2006/main">
            <a:off x="6191006" y="3267216"/>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445">
            <a:solidFill>
              <a:srgbClr val="2C5EAA"/>
            </a:solidFill>
            <a:prstDash val="solid"/>
          </a:ln>
        </p:spPr>
      </p:sp>
      <p:sp>
        <p:nvSpPr>
          <p:cNvPr id="69" name="Editable chart path">
            <a:extLst xmlns:a="http://schemas.openxmlformats.org/drawingml/2006/main">
              <a:ext uri="{FF2B5EF4-FFF2-40B4-BE49-F238E27FC236}">
                <a16:creationId xmlns:a16="http://schemas.microsoft.com/office/drawing/2014/main" id="{758DAB9C-31E5-4DFF-9970-53F82055A774}"/>
              </a:ext>
            </a:extLst>
          </p:cNvPr>
          <p:cNvSpPr>
            <a:spLocks xmlns:a="http://schemas.openxmlformats.org/drawingml/2006/main" noGrp="1"/>
          </p:cNvSpPr>
          <p:nvPr/>
        </p:nvSpPr>
        <p:spPr>
          <a:xfrm xmlns:a="http://schemas.openxmlformats.org/drawingml/2006/main">
            <a:off x="6813566" y="3105617"/>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445">
            <a:solidFill>
              <a:srgbClr val="2C5EAA"/>
            </a:solidFill>
            <a:prstDash val="solid"/>
          </a:ln>
        </p:spPr>
      </p:sp>
      <p:sp>
        <p:nvSpPr>
          <p:cNvPr id="70" name="Editable chart path">
            <a:extLst xmlns:a="http://schemas.openxmlformats.org/drawingml/2006/main">
              <a:ext uri="{FF2B5EF4-FFF2-40B4-BE49-F238E27FC236}">
                <a16:creationId xmlns:a16="http://schemas.microsoft.com/office/drawing/2014/main" id="{6ABF8039-7955-4CDF-922D-F30FC79D7708}"/>
              </a:ext>
            </a:extLst>
          </p:cNvPr>
          <p:cNvSpPr>
            <a:spLocks xmlns:a="http://schemas.openxmlformats.org/drawingml/2006/main" noGrp="1"/>
          </p:cNvSpPr>
          <p:nvPr/>
        </p:nvSpPr>
        <p:spPr>
          <a:xfrm xmlns:a="http://schemas.openxmlformats.org/drawingml/2006/main">
            <a:off x="7436126" y="3109257"/>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445">
            <a:solidFill>
              <a:srgbClr val="2C5EAA"/>
            </a:solidFill>
            <a:prstDash val="solid"/>
          </a:ln>
        </p:spPr>
      </p:sp>
      <p:sp>
        <p:nvSpPr>
          <p:cNvPr id="71" name="Editable chart path">
            <a:extLst xmlns:a="http://schemas.openxmlformats.org/drawingml/2006/main">
              <a:ext uri="{FF2B5EF4-FFF2-40B4-BE49-F238E27FC236}">
                <a16:creationId xmlns:a16="http://schemas.microsoft.com/office/drawing/2014/main" id="{77F2511A-CC9A-4B63-8E1D-AD97830C0DE1}"/>
              </a:ext>
            </a:extLst>
          </p:cNvPr>
          <p:cNvSpPr>
            <a:spLocks xmlns:a="http://schemas.openxmlformats.org/drawingml/2006/main" noGrp="1"/>
          </p:cNvSpPr>
          <p:nvPr/>
        </p:nvSpPr>
        <p:spPr>
          <a:xfrm xmlns:a="http://schemas.openxmlformats.org/drawingml/2006/main">
            <a:off x="8058685" y="3142284"/>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445">
            <a:solidFill>
              <a:srgbClr val="2C5EAA"/>
            </a:solidFill>
            <a:prstDash val="solid"/>
          </a:ln>
        </p:spPr>
      </p:sp>
      <p:sp>
        <p:nvSpPr>
          <p:cNvPr id="72" name="Editable chart path">
            <a:extLst xmlns:a="http://schemas.openxmlformats.org/drawingml/2006/main">
              <a:ext uri="{FF2B5EF4-FFF2-40B4-BE49-F238E27FC236}">
                <a16:creationId xmlns:a16="http://schemas.microsoft.com/office/drawing/2014/main" id="{B725A640-18DD-4BBA-8D9C-082793139A2E}"/>
              </a:ext>
            </a:extLst>
          </p:cNvPr>
          <p:cNvSpPr>
            <a:spLocks xmlns:a="http://schemas.openxmlformats.org/drawingml/2006/main" noGrp="1"/>
          </p:cNvSpPr>
          <p:nvPr/>
        </p:nvSpPr>
        <p:spPr>
          <a:xfrm xmlns:a="http://schemas.openxmlformats.org/drawingml/2006/main">
            <a:off x="8681245" y="3126370"/>
            <a:ext cx="52225" cy="5222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445">
            <a:solidFill>
              <a:srgbClr val="2C5EAA"/>
            </a:solidFill>
            <a:prstDash val="solid"/>
          </a:ln>
        </p:spPr>
      </p:sp>
      <p:sp>
        <p:nvSpPr>
          <p:cNvPr id="73" name="Editable chart path">
            <a:extLst xmlns:a="http://schemas.openxmlformats.org/drawingml/2006/main">
              <a:ext uri="{FF2B5EF4-FFF2-40B4-BE49-F238E27FC236}">
                <a16:creationId xmlns:a16="http://schemas.microsoft.com/office/drawing/2014/main" id="{182487AD-7456-454F-ACB7-48575959DECC}"/>
              </a:ext>
            </a:extLst>
          </p:cNvPr>
          <p:cNvSpPr>
            <a:spLocks xmlns:a="http://schemas.openxmlformats.org/drawingml/2006/main" noGrp="1"/>
          </p:cNvSpPr>
          <p:nvPr/>
        </p:nvSpPr>
        <p:spPr>
          <a:xfrm xmlns:a="http://schemas.openxmlformats.org/drawingml/2006/main">
            <a:off x="3477857" y="3346042"/>
            <a:ext cx="5478524" cy="95"/>
          </a:xfrm>
          <a:custGeom xmlns:a="http://schemas.openxmlformats.org/drawingml/2006/main">
            <a:pathLst>
              <a:path w="4996005" h="95">
                <a:moveTo>
                  <a:pt x="0" y="0"/>
                </a:moveTo>
                <a:lnTo>
                  <a:pt x="4996005" y="0"/>
                </a:lnTo>
              </a:path>
            </a:pathLst>
          </a:custGeom>
          <a:noFill xmlns:a="http://schemas.openxmlformats.org/drawingml/2006/main"/>
          <a:ln xmlns:a="http://schemas.openxmlformats.org/drawingml/2006/main" w="8356">
            <a:solidFill>
              <a:srgbClr val="5A6683"/>
            </a:solidFill>
            <a:prstDash val="solid"/>
          </a:ln>
        </p:spPr>
      </p:sp>
      <p:sp>
        <p:nvSpPr>
          <p:cNvPr id="74" name="Editable chart path">
            <a:extLst xmlns:a="http://schemas.openxmlformats.org/drawingml/2006/main">
              <a:ext uri="{FF2B5EF4-FFF2-40B4-BE49-F238E27FC236}">
                <a16:creationId xmlns:a16="http://schemas.microsoft.com/office/drawing/2014/main" id="{6C8CB3FD-25E5-48CA-8A25-BDB76A858FC2}"/>
              </a:ext>
            </a:extLst>
          </p:cNvPr>
          <p:cNvSpPr>
            <a:spLocks xmlns:a="http://schemas.openxmlformats.org/drawingml/2006/main" noGrp="1"/>
          </p:cNvSpPr>
          <p:nvPr/>
        </p:nvSpPr>
        <p:spPr>
          <a:xfrm xmlns:a="http://schemas.openxmlformats.org/drawingml/2006/main">
            <a:off x="4660720" y="2748927"/>
            <a:ext cx="95" cy="2153683"/>
          </a:xfrm>
          <a:custGeom xmlns:a="http://schemas.openxmlformats.org/drawingml/2006/main">
            <a:pathLst>
              <a:path w="95" h="1963998">
                <a:moveTo>
                  <a:pt x="0" y="1963998"/>
                </a:moveTo>
                <a:lnTo>
                  <a:pt x="0" y="0"/>
                </a:lnTo>
              </a:path>
            </a:pathLst>
          </a:custGeom>
          <a:noFill xmlns:a="http://schemas.openxmlformats.org/drawingml/2006/main"/>
          <a:ln xmlns:a="http://schemas.openxmlformats.org/drawingml/2006/main" w="8356">
            <a:solidFill>
              <a:srgbClr val="5A6683"/>
            </a:solidFill>
            <a:prstDash val="dash"/>
          </a:ln>
        </p:spPr>
      </p:sp>
      <p:sp>
        <p:nvSpPr>
          <p:cNvPr id="75" name="Editable chart path">
            <a:extLst xmlns:a="http://schemas.openxmlformats.org/drawingml/2006/main">
              <a:ext uri="{FF2B5EF4-FFF2-40B4-BE49-F238E27FC236}">
                <a16:creationId xmlns:a16="http://schemas.microsoft.com/office/drawing/2014/main" id="{F303E17A-5325-4C33-BAD8-F6B9EFD92485}"/>
              </a:ext>
            </a:extLst>
          </p:cNvPr>
          <p:cNvSpPr>
            <a:spLocks xmlns:a="http://schemas.openxmlformats.org/drawingml/2006/main" noGrp="1"/>
          </p:cNvSpPr>
          <p:nvPr/>
        </p:nvSpPr>
        <p:spPr>
          <a:xfrm xmlns:a="http://schemas.openxmlformats.org/drawingml/2006/main">
            <a:off x="3477857" y="2748927"/>
            <a:ext cx="95" cy="2153683"/>
          </a:xfrm>
          <a:custGeom xmlns:a="http://schemas.openxmlformats.org/drawingml/2006/main">
            <a:pathLst>
              <a:path w="95" h="1963998">
                <a:moveTo>
                  <a:pt x="0" y="1963998"/>
                </a:moveTo>
                <a:lnTo>
                  <a:pt x="0" y="0"/>
                </a:lnTo>
              </a:path>
            </a:pathLst>
          </a:custGeom>
          <a:noFill xmlns:a="http://schemas.openxmlformats.org/drawingml/2006/main"/>
          <a:ln xmlns:a="http://schemas.openxmlformats.org/drawingml/2006/main" w="8356">
            <a:solidFill>
              <a:srgbClr val="5A6683"/>
            </a:solidFill>
            <a:prstDash val="solid"/>
          </a:ln>
        </p:spPr>
      </p:sp>
      <p:sp>
        <p:nvSpPr>
          <p:cNvPr id="76" name="Editable chart path">
            <a:extLst xmlns:a="http://schemas.openxmlformats.org/drawingml/2006/main">
              <a:ext uri="{FF2B5EF4-FFF2-40B4-BE49-F238E27FC236}">
                <a16:creationId xmlns:a16="http://schemas.microsoft.com/office/drawing/2014/main" id="{25F18B65-DD8A-4EF8-97D0-1D3F2124B446}"/>
              </a:ext>
            </a:extLst>
          </p:cNvPr>
          <p:cNvSpPr>
            <a:spLocks xmlns:a="http://schemas.openxmlformats.org/drawingml/2006/main" noGrp="1"/>
          </p:cNvSpPr>
          <p:nvPr/>
        </p:nvSpPr>
        <p:spPr>
          <a:xfrm xmlns:a="http://schemas.openxmlformats.org/drawingml/2006/main">
            <a:off x="3477857" y="4902609"/>
            <a:ext cx="5478524" cy="95"/>
          </a:xfrm>
          <a:custGeom xmlns:a="http://schemas.openxmlformats.org/drawingml/2006/main">
            <a:pathLst>
              <a:path w="4996005" h="95">
                <a:moveTo>
                  <a:pt x="0" y="0"/>
                </a:moveTo>
                <a:lnTo>
                  <a:pt x="4996005" y="0"/>
                </a:lnTo>
              </a:path>
            </a:pathLst>
          </a:custGeom>
          <a:noFill xmlns:a="http://schemas.openxmlformats.org/drawingml/2006/main"/>
          <a:ln xmlns:a="http://schemas.openxmlformats.org/drawingml/2006/main" w="8356">
            <a:solidFill>
              <a:srgbClr val="5A6683"/>
            </a:solidFill>
            <a:prstDash val="solid"/>
          </a:ln>
        </p:spPr>
      </p:sp>
      <p:sp>
        <p:nvSpPr>
          <p:cNvPr id="77" name="">
            <a:extLst xmlns:a="http://schemas.openxmlformats.org/drawingml/2006/main">
              <a:ext uri="{FF2B5EF4-FFF2-40B4-BE49-F238E27FC236}">
                <a16:creationId xmlns:a16="http://schemas.microsoft.com/office/drawing/2014/main" id="{308008D7-D122-4C11-8AC8-C7BAE194C49B}"/>
              </a:ext>
            </a:extLst>
          </p:cNvPr>
          <p:cNvSpPr>
            <a:spLocks xmlns:a="http://schemas.openxmlformats.org/drawingml/2006/main" noGrp="1"/>
          </p:cNvSpPr>
          <p:nvPr/>
        </p:nvSpPr>
        <p:spPr>
          <a:xfrm xmlns:a="http://schemas.openxmlformats.org/drawingml/2006/main" rot="0">
            <a:off x="4722976" y="2661920"/>
            <a:ext cx="7059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 starts</a:t>
            </a:r>
          </a:p>
        </p:txBody>
      </p:sp>
      <p:sp>
        <p:nvSpPr>
          <p:cNvPr id="78" name="">
            <a:extLst xmlns:a="http://schemas.openxmlformats.org/drawingml/2006/main">
              <a:ext uri="{FF2B5EF4-FFF2-40B4-BE49-F238E27FC236}">
                <a16:creationId xmlns:a16="http://schemas.microsoft.com/office/drawing/2014/main" id="{8AE2D129-0846-4D3B-B68B-A4D79F576AB3}"/>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79" name="">
            <a:extLst xmlns:a="http://schemas.openxmlformats.org/drawingml/2006/main">
              <a:ext uri="{FF2B5EF4-FFF2-40B4-BE49-F238E27FC236}">
                <a16:creationId xmlns:a16="http://schemas.microsoft.com/office/drawing/2014/main" id="{CB15634C-E198-45F9-A507-2EC939072892}"/>
              </a:ext>
            </a:extLst>
          </p:cNvPr>
          <p:cNvSpPr>
            <a:spLocks xmlns:a="http://schemas.openxmlformats.org/drawingml/2006/main" noGrp="1"/>
          </p:cNvSpPr>
          <p:nvPr/>
        </p:nvSpPr>
        <p:spPr>
          <a:xfrm xmlns:a="http://schemas.openxmlformats.org/drawingml/2006/main">
            <a:off x="1466850" y="5334000"/>
            <a:ext cx="109632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Absolute count</a:t>
            </a:r>
          </a:p>
        </p:txBody>
      </p:sp>
      <p:sp>
        <p:nvSpPr>
          <p:cNvPr id="80" name="">
            <a:extLst xmlns:a="http://schemas.openxmlformats.org/drawingml/2006/main">
              <a:ext uri="{FF2B5EF4-FFF2-40B4-BE49-F238E27FC236}">
                <a16:creationId xmlns:a16="http://schemas.microsoft.com/office/drawing/2014/main" id="{CA557A5A-931F-47B7-ACE4-3DE77BEE824A}"/>
              </a:ext>
            </a:extLst>
          </p:cNvPr>
          <p:cNvSpPr>
            <a:spLocks xmlns:a="http://schemas.openxmlformats.org/drawingml/2006/main" noGrp="1"/>
          </p:cNvSpPr>
          <p:nvPr/>
        </p:nvSpPr>
        <p:spPr>
          <a:xfrm xmlns:a="http://schemas.openxmlformats.org/drawingml/2006/main">
            <a:off x="2772727"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1" name="">
            <a:extLst xmlns:a="http://schemas.openxmlformats.org/drawingml/2006/main">
              <a:ext uri="{FF2B5EF4-FFF2-40B4-BE49-F238E27FC236}">
                <a16:creationId xmlns:a16="http://schemas.microsoft.com/office/drawing/2014/main" id="{6A202878-C180-44FD-B2DE-06948359D9BA}"/>
              </a:ext>
            </a:extLst>
          </p:cNvPr>
          <p:cNvSpPr>
            <a:spLocks xmlns:a="http://schemas.openxmlformats.org/drawingml/2006/main" noGrp="1"/>
          </p:cNvSpPr>
          <p:nvPr/>
        </p:nvSpPr>
        <p:spPr>
          <a:xfrm xmlns:a="http://schemas.openxmlformats.org/drawingml/2006/main">
            <a:off x="3001327" y="5334000"/>
            <a:ext cx="1690592"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Share of citywide count</a:t>
            </a:r>
          </a:p>
        </p:txBody>
      </p:sp>
    </p:spTree>
    <p:extLst>
      <p:ext uri="{BB962C8B-B14F-4D97-AF65-F5344CB8AC3E}">
        <p14:creationId xmlns:p14="http://schemas.microsoft.com/office/powerpoint/2010/main" val="597896415"/>
      </p:ext>
    </p:extLst>
  </p:cSld>
</p:sld>
</file>

<file path=ppt/slides/slide4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RAIN ASSOCIATIONS DIFFER ACROSS CONDITIONS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Differences between groups use the saved interaction models.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42</a:t>
            </a:r>
            <a:endParaRPr sz="1200"/>
          </a:p>
        </p:txBody>
      </p:sp>
      <p:sp>
        <p:nvSpPr>
          <p:cNvPr id="14" name="">
            <a:extLst xmlns:a="http://schemas.openxmlformats.org/drawingml/2006/main">
              <a:ext uri="{FF2B5EF4-FFF2-40B4-BE49-F238E27FC236}">
                <a16:creationId xmlns:a16="http://schemas.microsoft.com/office/drawing/2014/main" id="{73F34C47-7D95-45CE-B995-5D46B1695FB3}"/>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150A9048-99AA-40AB-BC97-A3A153483D8C}"/>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Absolute count model</a:t>
            </a:r>
          </a:p>
        </p:txBody>
      </p:sp>
      <p:sp>
        <p:nvSpPr>
          <p:cNvPr id="16" name="Editable chart path">
            <a:extLst xmlns:a="http://schemas.openxmlformats.org/drawingml/2006/main">
              <a:ext uri="{FF2B5EF4-FFF2-40B4-BE49-F238E27FC236}">
                <a16:creationId xmlns:a16="http://schemas.microsoft.com/office/drawing/2014/main" id="{2514FF33-90F5-4EB9-AB96-A1C7D612EADF}"/>
              </a:ext>
            </a:extLst>
          </p:cNvPr>
          <p:cNvSpPr>
            <a:spLocks xmlns:a="http://schemas.openxmlformats.org/drawingml/2006/main" noGrp="1"/>
          </p:cNvSpPr>
          <p:nvPr/>
        </p:nvSpPr>
        <p:spPr>
          <a:xfrm xmlns:a="http://schemas.openxmlformats.org/drawingml/2006/main">
            <a:off x="3143964" y="4949329"/>
            <a:ext cx="95" cy="345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17" name="">
            <a:extLst xmlns:a="http://schemas.openxmlformats.org/drawingml/2006/main">
              <a:ext uri="{FF2B5EF4-FFF2-40B4-BE49-F238E27FC236}">
                <a16:creationId xmlns:a16="http://schemas.microsoft.com/office/drawing/2014/main" id="{9EF8BA25-C3FA-466A-9105-C0D954CFF32D}"/>
              </a:ext>
            </a:extLst>
          </p:cNvPr>
          <p:cNvSpPr>
            <a:spLocks xmlns:a="http://schemas.openxmlformats.org/drawingml/2006/main" noGrp="1"/>
          </p:cNvSpPr>
          <p:nvPr/>
        </p:nvSpPr>
        <p:spPr>
          <a:xfrm xmlns:a="http://schemas.openxmlformats.org/drawingml/2006/main" rot="0">
            <a:off x="3017058" y="4956186"/>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18" name="Editable chart path">
            <a:extLst xmlns:a="http://schemas.openxmlformats.org/drawingml/2006/main">
              <a:ext uri="{FF2B5EF4-FFF2-40B4-BE49-F238E27FC236}">
                <a16:creationId xmlns:a16="http://schemas.microsoft.com/office/drawing/2014/main" id="{11BBD1A4-EB09-4C85-96A6-5E773175D3F2}"/>
              </a:ext>
            </a:extLst>
          </p:cNvPr>
          <p:cNvSpPr>
            <a:spLocks xmlns:a="http://schemas.openxmlformats.org/drawingml/2006/main" noGrp="1"/>
          </p:cNvSpPr>
          <p:nvPr/>
        </p:nvSpPr>
        <p:spPr>
          <a:xfrm xmlns:a="http://schemas.openxmlformats.org/drawingml/2006/main">
            <a:off x="3685260" y="4949329"/>
            <a:ext cx="95" cy="345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19" name="">
            <a:extLst xmlns:a="http://schemas.openxmlformats.org/drawingml/2006/main">
              <a:ext uri="{FF2B5EF4-FFF2-40B4-BE49-F238E27FC236}">
                <a16:creationId xmlns:a16="http://schemas.microsoft.com/office/drawing/2014/main" id="{D6A99CD4-4F9D-41E6-98F8-991EDB913C07}"/>
              </a:ext>
            </a:extLst>
          </p:cNvPr>
          <p:cNvSpPr>
            <a:spLocks xmlns:a="http://schemas.openxmlformats.org/drawingml/2006/main" noGrp="1"/>
          </p:cNvSpPr>
          <p:nvPr/>
        </p:nvSpPr>
        <p:spPr>
          <a:xfrm xmlns:a="http://schemas.openxmlformats.org/drawingml/2006/main" rot="0">
            <a:off x="3558576" y="4956186"/>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0" name="Editable chart path">
            <a:extLst xmlns:a="http://schemas.openxmlformats.org/drawingml/2006/main">
              <a:ext uri="{FF2B5EF4-FFF2-40B4-BE49-F238E27FC236}">
                <a16:creationId xmlns:a16="http://schemas.microsoft.com/office/drawing/2014/main" id="{64A8A8A0-75B0-4884-80D7-441390ECF57E}"/>
              </a:ext>
            </a:extLst>
          </p:cNvPr>
          <p:cNvSpPr>
            <a:spLocks xmlns:a="http://schemas.openxmlformats.org/drawingml/2006/main" noGrp="1"/>
          </p:cNvSpPr>
          <p:nvPr/>
        </p:nvSpPr>
        <p:spPr>
          <a:xfrm xmlns:a="http://schemas.openxmlformats.org/drawingml/2006/main">
            <a:off x="4226555" y="4949329"/>
            <a:ext cx="95" cy="345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21" name="">
            <a:extLst xmlns:a="http://schemas.openxmlformats.org/drawingml/2006/main">
              <a:ext uri="{FF2B5EF4-FFF2-40B4-BE49-F238E27FC236}">
                <a16:creationId xmlns:a16="http://schemas.microsoft.com/office/drawing/2014/main" id="{E172F29A-5934-4B0E-91EB-9CE7B71B7125}"/>
              </a:ext>
            </a:extLst>
          </p:cNvPr>
          <p:cNvSpPr>
            <a:spLocks xmlns:a="http://schemas.openxmlformats.org/drawingml/2006/main" noGrp="1"/>
          </p:cNvSpPr>
          <p:nvPr/>
        </p:nvSpPr>
        <p:spPr>
          <a:xfrm xmlns:a="http://schemas.openxmlformats.org/drawingml/2006/main" rot="0">
            <a:off x="4117461" y="4956186"/>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22" name="Editable chart path">
            <a:extLst xmlns:a="http://schemas.openxmlformats.org/drawingml/2006/main">
              <a:ext uri="{FF2B5EF4-FFF2-40B4-BE49-F238E27FC236}">
                <a16:creationId xmlns:a16="http://schemas.microsoft.com/office/drawing/2014/main" id="{9641448D-3CD1-4278-8176-CAEAE13C4E95}"/>
              </a:ext>
            </a:extLst>
          </p:cNvPr>
          <p:cNvSpPr>
            <a:spLocks xmlns:a="http://schemas.openxmlformats.org/drawingml/2006/main" noGrp="1"/>
          </p:cNvSpPr>
          <p:nvPr/>
        </p:nvSpPr>
        <p:spPr>
          <a:xfrm xmlns:a="http://schemas.openxmlformats.org/drawingml/2006/main">
            <a:off x="4767850" y="4949329"/>
            <a:ext cx="95" cy="345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23" name="">
            <a:extLst xmlns:a="http://schemas.openxmlformats.org/drawingml/2006/main">
              <a:ext uri="{FF2B5EF4-FFF2-40B4-BE49-F238E27FC236}">
                <a16:creationId xmlns:a16="http://schemas.microsoft.com/office/drawing/2014/main" id="{FBD9B037-2950-4D43-8B87-E0BCC08BE395}"/>
              </a:ext>
            </a:extLst>
          </p:cNvPr>
          <p:cNvSpPr>
            <a:spLocks xmlns:a="http://schemas.openxmlformats.org/drawingml/2006/main" noGrp="1"/>
          </p:cNvSpPr>
          <p:nvPr/>
        </p:nvSpPr>
        <p:spPr>
          <a:xfrm xmlns:a="http://schemas.openxmlformats.org/drawingml/2006/main" rot="0">
            <a:off x="4658978" y="4956186"/>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4" name="Editable chart path">
            <a:extLst xmlns:a="http://schemas.openxmlformats.org/drawingml/2006/main">
              <a:ext uri="{FF2B5EF4-FFF2-40B4-BE49-F238E27FC236}">
                <a16:creationId xmlns:a16="http://schemas.microsoft.com/office/drawing/2014/main" id="{11FC6096-0E21-4FF1-A751-E34F0377589E}"/>
              </a:ext>
            </a:extLst>
          </p:cNvPr>
          <p:cNvSpPr>
            <a:spLocks xmlns:a="http://schemas.openxmlformats.org/drawingml/2006/main" noGrp="1"/>
          </p:cNvSpPr>
          <p:nvPr/>
        </p:nvSpPr>
        <p:spPr>
          <a:xfrm xmlns:a="http://schemas.openxmlformats.org/drawingml/2006/main">
            <a:off x="5309145" y="4949329"/>
            <a:ext cx="95" cy="345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25" name="">
            <a:extLst xmlns:a="http://schemas.openxmlformats.org/drawingml/2006/main">
              <a:ext uri="{FF2B5EF4-FFF2-40B4-BE49-F238E27FC236}">
                <a16:creationId xmlns:a16="http://schemas.microsoft.com/office/drawing/2014/main" id="{3645BF9C-330F-4DD4-9973-F5CDA4E57352}"/>
              </a:ext>
            </a:extLst>
          </p:cNvPr>
          <p:cNvSpPr>
            <a:spLocks xmlns:a="http://schemas.openxmlformats.org/drawingml/2006/main" noGrp="1"/>
          </p:cNvSpPr>
          <p:nvPr/>
        </p:nvSpPr>
        <p:spPr>
          <a:xfrm xmlns:a="http://schemas.openxmlformats.org/drawingml/2006/main" rot="0">
            <a:off x="5222387" y="4956186"/>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26" name="Editable chart path">
            <a:extLst xmlns:a="http://schemas.openxmlformats.org/drawingml/2006/main">
              <a:ext uri="{FF2B5EF4-FFF2-40B4-BE49-F238E27FC236}">
                <a16:creationId xmlns:a16="http://schemas.microsoft.com/office/drawing/2014/main" id="{4ACB947B-22C8-4EE4-A11D-0A1CCC3D9E52}"/>
              </a:ext>
            </a:extLst>
          </p:cNvPr>
          <p:cNvSpPr>
            <a:spLocks xmlns:a="http://schemas.openxmlformats.org/drawingml/2006/main" noGrp="1"/>
          </p:cNvSpPr>
          <p:nvPr/>
        </p:nvSpPr>
        <p:spPr>
          <a:xfrm xmlns:a="http://schemas.openxmlformats.org/drawingml/2006/main">
            <a:off x="5850440" y="4949329"/>
            <a:ext cx="95" cy="345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27" name="">
            <a:extLst xmlns:a="http://schemas.openxmlformats.org/drawingml/2006/main">
              <a:ext uri="{FF2B5EF4-FFF2-40B4-BE49-F238E27FC236}">
                <a16:creationId xmlns:a16="http://schemas.microsoft.com/office/drawing/2014/main" id="{F617E319-B639-4446-B982-119374DAB8B3}"/>
              </a:ext>
            </a:extLst>
          </p:cNvPr>
          <p:cNvSpPr>
            <a:spLocks xmlns:a="http://schemas.openxmlformats.org/drawingml/2006/main" noGrp="1"/>
          </p:cNvSpPr>
          <p:nvPr/>
        </p:nvSpPr>
        <p:spPr>
          <a:xfrm xmlns:a="http://schemas.openxmlformats.org/drawingml/2006/main" rot="0">
            <a:off x="5802385" y="4956186"/>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8" name="">
            <a:extLst xmlns:a="http://schemas.openxmlformats.org/drawingml/2006/main">
              <a:ext uri="{FF2B5EF4-FFF2-40B4-BE49-F238E27FC236}">
                <a16:creationId xmlns:a16="http://schemas.microsoft.com/office/drawing/2014/main" id="{C6B7A794-463F-40C3-8718-0111F1091C65}"/>
              </a:ext>
            </a:extLst>
          </p:cNvPr>
          <p:cNvSpPr>
            <a:spLocks xmlns:a="http://schemas.openxmlformats.org/drawingml/2006/main" noGrp="1"/>
          </p:cNvSpPr>
          <p:nvPr/>
        </p:nvSpPr>
        <p:spPr>
          <a:xfrm xmlns:a="http://schemas.openxmlformats.org/drawingml/2006/main" rot="0">
            <a:off x="2850539" y="5099077"/>
            <a:ext cx="299094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 rain vs dry, % change in vacant taxis</a:t>
            </a:r>
          </a:p>
        </p:txBody>
      </p:sp>
      <p:sp>
        <p:nvSpPr>
          <p:cNvPr id="29" name="Editable chart path">
            <a:extLst xmlns:a="http://schemas.openxmlformats.org/drawingml/2006/main">
              <a:ext uri="{FF2B5EF4-FFF2-40B4-BE49-F238E27FC236}">
                <a16:creationId xmlns:a16="http://schemas.microsoft.com/office/drawing/2014/main" id="{02AA9C9D-58ED-4755-AB1F-C6173AE78B43}"/>
              </a:ext>
            </a:extLst>
          </p:cNvPr>
          <p:cNvSpPr>
            <a:spLocks xmlns:a="http://schemas.openxmlformats.org/drawingml/2006/main" noGrp="1"/>
          </p:cNvSpPr>
          <p:nvPr/>
        </p:nvSpPr>
        <p:spPr>
          <a:xfrm xmlns:a="http://schemas.openxmlformats.org/drawingml/2006/main">
            <a:off x="2693936" y="2934312"/>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5919">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9E429888-F88D-4BE0-A72F-80798C2FC9AA}"/>
              </a:ext>
            </a:extLst>
          </p:cNvPr>
          <p:cNvSpPr>
            <a:spLocks xmlns:a="http://schemas.openxmlformats.org/drawingml/2006/main" noGrp="1"/>
          </p:cNvSpPr>
          <p:nvPr/>
        </p:nvSpPr>
        <p:spPr>
          <a:xfrm xmlns:a="http://schemas.openxmlformats.org/drawingml/2006/main">
            <a:off x="2659409" y="2934312"/>
            <a:ext cx="345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31" name="">
            <a:extLst xmlns:a="http://schemas.openxmlformats.org/drawingml/2006/main">
              <a:ext uri="{FF2B5EF4-FFF2-40B4-BE49-F238E27FC236}">
                <a16:creationId xmlns:a16="http://schemas.microsoft.com/office/drawing/2014/main" id="{CBCAF0F8-E1AA-4657-B15B-764D2C19C0B4}"/>
              </a:ext>
            </a:extLst>
          </p:cNvPr>
          <p:cNvSpPr>
            <a:spLocks xmlns:a="http://schemas.openxmlformats.org/drawingml/2006/main" noGrp="1"/>
          </p:cNvSpPr>
          <p:nvPr/>
        </p:nvSpPr>
        <p:spPr>
          <a:xfrm xmlns:a="http://schemas.openxmlformats.org/drawingml/2006/main" rot="0">
            <a:off x="1824087" y="2822811"/>
            <a:ext cx="79857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other times</a:t>
            </a:r>
          </a:p>
        </p:txBody>
      </p:sp>
      <p:sp>
        <p:nvSpPr>
          <p:cNvPr id="32" name="Editable chart path">
            <a:extLst xmlns:a="http://schemas.openxmlformats.org/drawingml/2006/main">
              <a:ext uri="{FF2B5EF4-FFF2-40B4-BE49-F238E27FC236}">
                <a16:creationId xmlns:a16="http://schemas.microsoft.com/office/drawing/2014/main" id="{5F95B060-2E9B-415C-81AE-B7961BD49EFE}"/>
              </a:ext>
            </a:extLst>
          </p:cNvPr>
          <p:cNvSpPr>
            <a:spLocks xmlns:a="http://schemas.openxmlformats.org/drawingml/2006/main" noGrp="1"/>
          </p:cNvSpPr>
          <p:nvPr/>
        </p:nvSpPr>
        <p:spPr>
          <a:xfrm xmlns:a="http://schemas.openxmlformats.org/drawingml/2006/main">
            <a:off x="2693936" y="3174195"/>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5919">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9B5FF352-58D7-4265-A438-A4866AAB53DA}"/>
              </a:ext>
            </a:extLst>
          </p:cNvPr>
          <p:cNvSpPr>
            <a:spLocks xmlns:a="http://schemas.openxmlformats.org/drawingml/2006/main" noGrp="1"/>
          </p:cNvSpPr>
          <p:nvPr/>
        </p:nvSpPr>
        <p:spPr>
          <a:xfrm xmlns:a="http://schemas.openxmlformats.org/drawingml/2006/main">
            <a:off x="2659409" y="3174195"/>
            <a:ext cx="345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34" name="">
            <a:extLst xmlns:a="http://schemas.openxmlformats.org/drawingml/2006/main">
              <a:ext uri="{FF2B5EF4-FFF2-40B4-BE49-F238E27FC236}">
                <a16:creationId xmlns:a16="http://schemas.microsoft.com/office/drawing/2014/main" id="{26BE89A7-BB5A-4B83-AC83-028BAEADF803}"/>
              </a:ext>
            </a:extLst>
          </p:cNvPr>
          <p:cNvSpPr>
            <a:spLocks xmlns:a="http://schemas.openxmlformats.org/drawingml/2006/main" noGrp="1"/>
          </p:cNvSpPr>
          <p:nvPr/>
        </p:nvSpPr>
        <p:spPr>
          <a:xfrm xmlns:a="http://schemas.openxmlformats.org/drawingml/2006/main" rot="0">
            <a:off x="1959085" y="3062694"/>
            <a:ext cx="66579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rush hour</a:t>
            </a:r>
          </a:p>
        </p:txBody>
      </p:sp>
      <p:sp>
        <p:nvSpPr>
          <p:cNvPr id="35" name="Editable chart path">
            <a:extLst xmlns:a="http://schemas.openxmlformats.org/drawingml/2006/main">
              <a:ext uri="{FF2B5EF4-FFF2-40B4-BE49-F238E27FC236}">
                <a16:creationId xmlns:a16="http://schemas.microsoft.com/office/drawing/2014/main" id="{18AAA0A5-256B-4D99-9680-A34E14594021}"/>
              </a:ext>
            </a:extLst>
          </p:cNvPr>
          <p:cNvSpPr>
            <a:spLocks xmlns:a="http://schemas.openxmlformats.org/drawingml/2006/main" noGrp="1"/>
          </p:cNvSpPr>
          <p:nvPr/>
        </p:nvSpPr>
        <p:spPr>
          <a:xfrm xmlns:a="http://schemas.openxmlformats.org/drawingml/2006/main">
            <a:off x="2693936" y="3414078"/>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5919">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8096E37F-A303-4187-BCA2-16408B49CF02}"/>
              </a:ext>
            </a:extLst>
          </p:cNvPr>
          <p:cNvSpPr>
            <a:spLocks xmlns:a="http://schemas.openxmlformats.org/drawingml/2006/main" noGrp="1"/>
          </p:cNvSpPr>
          <p:nvPr/>
        </p:nvSpPr>
        <p:spPr>
          <a:xfrm xmlns:a="http://schemas.openxmlformats.org/drawingml/2006/main">
            <a:off x="2659409" y="3414078"/>
            <a:ext cx="345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37" name="">
            <a:extLst xmlns:a="http://schemas.openxmlformats.org/drawingml/2006/main">
              <a:ext uri="{FF2B5EF4-FFF2-40B4-BE49-F238E27FC236}">
                <a16:creationId xmlns:a16="http://schemas.microsoft.com/office/drawing/2014/main" id="{94B7ABCF-426B-453D-9700-4D3324781148}"/>
              </a:ext>
            </a:extLst>
          </p:cNvPr>
          <p:cNvSpPr>
            <a:spLocks xmlns:a="http://schemas.openxmlformats.org/drawingml/2006/main" noGrp="1"/>
          </p:cNvSpPr>
          <p:nvPr/>
        </p:nvSpPr>
        <p:spPr>
          <a:xfrm xmlns:a="http://schemas.openxmlformats.org/drawingml/2006/main" rot="0">
            <a:off x="1613507" y="3302577"/>
            <a:ext cx="100974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outside centre</a:t>
            </a:r>
          </a:p>
        </p:txBody>
      </p:sp>
      <p:sp>
        <p:nvSpPr>
          <p:cNvPr id="38" name="Editable chart path">
            <a:extLst xmlns:a="http://schemas.openxmlformats.org/drawingml/2006/main">
              <a:ext uri="{FF2B5EF4-FFF2-40B4-BE49-F238E27FC236}">
                <a16:creationId xmlns:a16="http://schemas.microsoft.com/office/drawing/2014/main" id="{0DC672B8-B784-47FC-92CC-8500CBD37EA6}"/>
              </a:ext>
            </a:extLst>
          </p:cNvPr>
          <p:cNvSpPr>
            <a:spLocks xmlns:a="http://schemas.openxmlformats.org/drawingml/2006/main" noGrp="1"/>
          </p:cNvSpPr>
          <p:nvPr/>
        </p:nvSpPr>
        <p:spPr>
          <a:xfrm xmlns:a="http://schemas.openxmlformats.org/drawingml/2006/main">
            <a:off x="2693936" y="3653961"/>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5919">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30EE0CBC-8588-419D-BB7D-5126F26A20F8}"/>
              </a:ext>
            </a:extLst>
          </p:cNvPr>
          <p:cNvSpPr>
            <a:spLocks xmlns:a="http://schemas.openxmlformats.org/drawingml/2006/main" noGrp="1"/>
          </p:cNvSpPr>
          <p:nvPr/>
        </p:nvSpPr>
        <p:spPr>
          <a:xfrm xmlns:a="http://schemas.openxmlformats.org/drawingml/2006/main">
            <a:off x="2659409" y="3653961"/>
            <a:ext cx="345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40" name="">
            <a:extLst xmlns:a="http://schemas.openxmlformats.org/drawingml/2006/main">
              <a:ext uri="{FF2B5EF4-FFF2-40B4-BE49-F238E27FC236}">
                <a16:creationId xmlns:a16="http://schemas.microsoft.com/office/drawing/2014/main" id="{8FBE28BF-21E8-4823-A0AA-3534283C2C50}"/>
              </a:ext>
            </a:extLst>
          </p:cNvPr>
          <p:cNvSpPr>
            <a:spLocks xmlns:a="http://schemas.openxmlformats.org/drawingml/2006/main" noGrp="1"/>
          </p:cNvSpPr>
          <p:nvPr/>
        </p:nvSpPr>
        <p:spPr>
          <a:xfrm xmlns:a="http://schemas.openxmlformats.org/drawingml/2006/main" rot="0">
            <a:off x="1882684" y="3542460"/>
            <a:ext cx="7405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city centre</a:t>
            </a:r>
          </a:p>
        </p:txBody>
      </p:sp>
      <p:sp>
        <p:nvSpPr>
          <p:cNvPr id="41" name="Editable chart path">
            <a:extLst xmlns:a="http://schemas.openxmlformats.org/drawingml/2006/main">
              <a:ext uri="{FF2B5EF4-FFF2-40B4-BE49-F238E27FC236}">
                <a16:creationId xmlns:a16="http://schemas.microsoft.com/office/drawing/2014/main" id="{5C279CEA-966C-4A6F-86A9-CCA19ACD3504}"/>
              </a:ext>
            </a:extLst>
          </p:cNvPr>
          <p:cNvSpPr>
            <a:spLocks xmlns:a="http://schemas.openxmlformats.org/drawingml/2006/main" noGrp="1"/>
          </p:cNvSpPr>
          <p:nvPr/>
        </p:nvSpPr>
        <p:spPr>
          <a:xfrm xmlns:a="http://schemas.openxmlformats.org/drawingml/2006/main">
            <a:off x="2693936" y="3893844"/>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5919">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D8938FFE-773F-4BD8-B9F3-23A25F7ABFBA}"/>
              </a:ext>
            </a:extLst>
          </p:cNvPr>
          <p:cNvSpPr>
            <a:spLocks xmlns:a="http://schemas.openxmlformats.org/drawingml/2006/main" noGrp="1"/>
          </p:cNvSpPr>
          <p:nvPr/>
        </p:nvSpPr>
        <p:spPr>
          <a:xfrm xmlns:a="http://schemas.openxmlformats.org/drawingml/2006/main">
            <a:off x="2659409" y="3893844"/>
            <a:ext cx="345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43" name="">
            <a:extLst xmlns:a="http://schemas.openxmlformats.org/drawingml/2006/main">
              <a:ext uri="{FF2B5EF4-FFF2-40B4-BE49-F238E27FC236}">
                <a16:creationId xmlns:a16="http://schemas.microsoft.com/office/drawing/2014/main" id="{7DC0828B-8DD7-4B06-8B0C-63F5DC1573FF}"/>
              </a:ext>
            </a:extLst>
          </p:cNvPr>
          <p:cNvSpPr>
            <a:spLocks xmlns:a="http://schemas.openxmlformats.org/drawingml/2006/main" noGrp="1"/>
          </p:cNvSpPr>
          <p:nvPr/>
        </p:nvSpPr>
        <p:spPr>
          <a:xfrm xmlns:a="http://schemas.openxmlformats.org/drawingml/2006/main" rot="0">
            <a:off x="1992690" y="3782343"/>
            <a:ext cx="631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weekday</a:t>
            </a:r>
          </a:p>
        </p:txBody>
      </p:sp>
      <p:sp>
        <p:nvSpPr>
          <p:cNvPr id="44" name="Editable chart path">
            <a:extLst xmlns:a="http://schemas.openxmlformats.org/drawingml/2006/main">
              <a:ext uri="{FF2B5EF4-FFF2-40B4-BE49-F238E27FC236}">
                <a16:creationId xmlns:a16="http://schemas.microsoft.com/office/drawing/2014/main" id="{3F1DC662-9360-4B8E-AEDC-05375D97C44D}"/>
              </a:ext>
            </a:extLst>
          </p:cNvPr>
          <p:cNvSpPr>
            <a:spLocks xmlns:a="http://schemas.openxmlformats.org/drawingml/2006/main" noGrp="1"/>
          </p:cNvSpPr>
          <p:nvPr/>
        </p:nvSpPr>
        <p:spPr>
          <a:xfrm xmlns:a="http://schemas.openxmlformats.org/drawingml/2006/main">
            <a:off x="2693936" y="4133727"/>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5919">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07BB38AA-84BE-4770-85BF-0C86AFFD4409}"/>
              </a:ext>
            </a:extLst>
          </p:cNvPr>
          <p:cNvSpPr>
            <a:spLocks xmlns:a="http://schemas.openxmlformats.org/drawingml/2006/main" noGrp="1"/>
          </p:cNvSpPr>
          <p:nvPr/>
        </p:nvSpPr>
        <p:spPr>
          <a:xfrm xmlns:a="http://schemas.openxmlformats.org/drawingml/2006/main">
            <a:off x="2659409" y="4133727"/>
            <a:ext cx="345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46" name="">
            <a:extLst xmlns:a="http://schemas.openxmlformats.org/drawingml/2006/main">
              <a:ext uri="{FF2B5EF4-FFF2-40B4-BE49-F238E27FC236}">
                <a16:creationId xmlns:a16="http://schemas.microsoft.com/office/drawing/2014/main" id="{7A956764-77AE-4137-B3D2-ED3A27D62E2D}"/>
              </a:ext>
            </a:extLst>
          </p:cNvPr>
          <p:cNvSpPr>
            <a:spLocks xmlns:a="http://schemas.openxmlformats.org/drawingml/2006/main" noGrp="1"/>
          </p:cNvSpPr>
          <p:nvPr/>
        </p:nvSpPr>
        <p:spPr>
          <a:xfrm xmlns:a="http://schemas.openxmlformats.org/drawingml/2006/main" rot="0">
            <a:off x="1259075" y="4022226"/>
            <a:ext cx="13652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weekend or holiday</a:t>
            </a:r>
          </a:p>
        </p:txBody>
      </p:sp>
      <p:sp>
        <p:nvSpPr>
          <p:cNvPr id="47" name="Editable chart path">
            <a:extLst xmlns:a="http://schemas.openxmlformats.org/drawingml/2006/main">
              <a:ext uri="{FF2B5EF4-FFF2-40B4-BE49-F238E27FC236}">
                <a16:creationId xmlns:a16="http://schemas.microsoft.com/office/drawing/2014/main" id="{DBB892F6-89F7-4181-BD36-41DCFCE82B38}"/>
              </a:ext>
            </a:extLst>
          </p:cNvPr>
          <p:cNvSpPr>
            <a:spLocks xmlns:a="http://schemas.openxmlformats.org/drawingml/2006/main" noGrp="1"/>
          </p:cNvSpPr>
          <p:nvPr/>
        </p:nvSpPr>
        <p:spPr>
          <a:xfrm xmlns:a="http://schemas.openxmlformats.org/drawingml/2006/main">
            <a:off x="2693936" y="4373610"/>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5919">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6C2B5077-D4F4-4AFD-B066-A0C13561728A}"/>
              </a:ext>
            </a:extLst>
          </p:cNvPr>
          <p:cNvSpPr>
            <a:spLocks xmlns:a="http://schemas.openxmlformats.org/drawingml/2006/main" noGrp="1"/>
          </p:cNvSpPr>
          <p:nvPr/>
        </p:nvSpPr>
        <p:spPr>
          <a:xfrm xmlns:a="http://schemas.openxmlformats.org/drawingml/2006/main">
            <a:off x="2659409" y="4373610"/>
            <a:ext cx="345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49" name="">
            <a:extLst xmlns:a="http://schemas.openxmlformats.org/drawingml/2006/main">
              <a:ext uri="{FF2B5EF4-FFF2-40B4-BE49-F238E27FC236}">
                <a16:creationId xmlns:a16="http://schemas.microsoft.com/office/drawing/2014/main" id="{26076D5F-7ED2-44A4-A53D-2B006D4D3374}"/>
              </a:ext>
            </a:extLst>
          </p:cNvPr>
          <p:cNvSpPr>
            <a:spLocks xmlns:a="http://schemas.openxmlformats.org/drawingml/2006/main" noGrp="1"/>
          </p:cNvSpPr>
          <p:nvPr/>
        </p:nvSpPr>
        <p:spPr>
          <a:xfrm xmlns:a="http://schemas.openxmlformats.org/drawingml/2006/main" rot="0">
            <a:off x="990532" y="4262109"/>
            <a:ext cx="163087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FY2022 (Apr 22-Mar 23)</a:t>
            </a:r>
          </a:p>
        </p:txBody>
      </p:sp>
      <p:sp>
        <p:nvSpPr>
          <p:cNvPr id="50" name="Editable chart path">
            <a:extLst xmlns:a="http://schemas.openxmlformats.org/drawingml/2006/main">
              <a:ext uri="{FF2B5EF4-FFF2-40B4-BE49-F238E27FC236}">
                <a16:creationId xmlns:a16="http://schemas.microsoft.com/office/drawing/2014/main" id="{AC221104-2A90-4935-8B4D-542ED719FAF7}"/>
              </a:ext>
            </a:extLst>
          </p:cNvPr>
          <p:cNvSpPr>
            <a:spLocks xmlns:a="http://schemas.openxmlformats.org/drawingml/2006/main" noGrp="1"/>
          </p:cNvSpPr>
          <p:nvPr/>
        </p:nvSpPr>
        <p:spPr>
          <a:xfrm xmlns:a="http://schemas.openxmlformats.org/drawingml/2006/main">
            <a:off x="2693936" y="4613493"/>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5919">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82AF163A-9DE3-4EFF-9484-EEE7841DD94F}"/>
              </a:ext>
            </a:extLst>
          </p:cNvPr>
          <p:cNvSpPr>
            <a:spLocks xmlns:a="http://schemas.openxmlformats.org/drawingml/2006/main" noGrp="1"/>
          </p:cNvSpPr>
          <p:nvPr/>
        </p:nvSpPr>
        <p:spPr>
          <a:xfrm xmlns:a="http://schemas.openxmlformats.org/drawingml/2006/main">
            <a:off x="2659409" y="4613493"/>
            <a:ext cx="345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52" name="">
            <a:extLst xmlns:a="http://schemas.openxmlformats.org/drawingml/2006/main">
              <a:ext uri="{FF2B5EF4-FFF2-40B4-BE49-F238E27FC236}">
                <a16:creationId xmlns:a16="http://schemas.microsoft.com/office/drawing/2014/main" id="{7ADCF918-477B-4E30-96E9-5D506305A8CA}"/>
              </a:ext>
            </a:extLst>
          </p:cNvPr>
          <p:cNvSpPr>
            <a:spLocks xmlns:a="http://schemas.openxmlformats.org/drawingml/2006/main" noGrp="1"/>
          </p:cNvSpPr>
          <p:nvPr/>
        </p:nvSpPr>
        <p:spPr>
          <a:xfrm xmlns:a="http://schemas.openxmlformats.org/drawingml/2006/main" rot="0">
            <a:off x="2134375" y="4501992"/>
            <a:ext cx="48710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FY2023</a:t>
            </a:r>
          </a:p>
        </p:txBody>
      </p:sp>
      <p:sp>
        <p:nvSpPr>
          <p:cNvPr id="53" name="Editable chart path">
            <a:extLst xmlns:a="http://schemas.openxmlformats.org/drawingml/2006/main">
              <a:ext uri="{FF2B5EF4-FFF2-40B4-BE49-F238E27FC236}">
                <a16:creationId xmlns:a16="http://schemas.microsoft.com/office/drawing/2014/main" id="{184F84C4-C964-486E-B111-37A91F6B7BBD}"/>
              </a:ext>
            </a:extLst>
          </p:cNvPr>
          <p:cNvSpPr>
            <a:spLocks xmlns:a="http://schemas.openxmlformats.org/drawingml/2006/main" noGrp="1"/>
          </p:cNvSpPr>
          <p:nvPr/>
        </p:nvSpPr>
        <p:spPr>
          <a:xfrm xmlns:a="http://schemas.openxmlformats.org/drawingml/2006/main">
            <a:off x="2693936" y="4853376"/>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5919">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65B91B42-D158-496F-B36F-FD6E701D6953}"/>
              </a:ext>
            </a:extLst>
          </p:cNvPr>
          <p:cNvSpPr>
            <a:spLocks xmlns:a="http://schemas.openxmlformats.org/drawingml/2006/main" noGrp="1"/>
          </p:cNvSpPr>
          <p:nvPr/>
        </p:nvSpPr>
        <p:spPr>
          <a:xfrm xmlns:a="http://schemas.openxmlformats.org/drawingml/2006/main">
            <a:off x="2659409" y="4853376"/>
            <a:ext cx="345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92">
            <a:solidFill>
              <a:srgbClr val="5A6683"/>
            </a:solidFill>
            <a:prstDash val="solid"/>
          </a:ln>
        </p:spPr>
      </p:sp>
      <p:sp>
        <p:nvSpPr>
          <p:cNvPr id="55" name="">
            <a:extLst xmlns:a="http://schemas.openxmlformats.org/drawingml/2006/main">
              <a:ext uri="{FF2B5EF4-FFF2-40B4-BE49-F238E27FC236}">
                <a16:creationId xmlns:a16="http://schemas.microsoft.com/office/drawing/2014/main" id="{606F3752-72B0-4E7C-AB7E-07365C14FB12}"/>
              </a:ext>
            </a:extLst>
          </p:cNvPr>
          <p:cNvSpPr>
            <a:spLocks xmlns:a="http://schemas.openxmlformats.org/drawingml/2006/main" noGrp="1"/>
          </p:cNvSpPr>
          <p:nvPr/>
        </p:nvSpPr>
        <p:spPr>
          <a:xfrm xmlns:a="http://schemas.openxmlformats.org/drawingml/2006/main" rot="0">
            <a:off x="2129221" y="4741875"/>
            <a:ext cx="49263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FY2024</a:t>
            </a:r>
          </a:p>
        </p:txBody>
      </p:sp>
      <p:sp>
        <p:nvSpPr>
          <p:cNvPr id="56" name="Editable chart path">
            <a:extLst xmlns:a="http://schemas.openxmlformats.org/drawingml/2006/main">
              <a:ext uri="{FF2B5EF4-FFF2-40B4-BE49-F238E27FC236}">
                <a16:creationId xmlns:a16="http://schemas.microsoft.com/office/drawing/2014/main" id="{956A1109-9F07-4B01-9124-BEF7C55A9DDF}"/>
              </a:ext>
            </a:extLst>
          </p:cNvPr>
          <p:cNvSpPr>
            <a:spLocks xmlns:a="http://schemas.openxmlformats.org/drawingml/2006/main" noGrp="1"/>
          </p:cNvSpPr>
          <p:nvPr/>
        </p:nvSpPr>
        <p:spPr>
          <a:xfrm xmlns:a="http://schemas.openxmlformats.org/drawingml/2006/main">
            <a:off x="4452279" y="2934312"/>
            <a:ext cx="348148" cy="95"/>
          </a:xfrm>
          <a:custGeom xmlns:a="http://schemas.openxmlformats.org/drawingml/2006/main">
            <a:pathLst>
              <a:path w="336156" h="95">
                <a:moveTo>
                  <a:pt x="0" y="0"/>
                </a:moveTo>
                <a:lnTo>
                  <a:pt x="336156" y="0"/>
                </a:lnTo>
              </a:path>
            </a:pathLst>
          </a:custGeom>
          <a:noFill xmlns:a="http://schemas.openxmlformats.org/drawingml/2006/main"/>
          <a:ln xmlns:a="http://schemas.openxmlformats.org/drawingml/2006/main" w="14797">
            <a:solidFill>
              <a:srgbClr val="224889"/>
            </a:solidFill>
            <a:prstDash val="solid"/>
          </a:ln>
        </p:spPr>
      </p:sp>
      <p:sp>
        <p:nvSpPr>
          <p:cNvPr id="57" name="Editable chart path">
            <a:extLst xmlns:a="http://schemas.openxmlformats.org/drawingml/2006/main">
              <a:ext uri="{FF2B5EF4-FFF2-40B4-BE49-F238E27FC236}">
                <a16:creationId xmlns:a16="http://schemas.microsoft.com/office/drawing/2014/main" id="{2D871241-5411-4F39-B597-3B143B1095FD}"/>
              </a:ext>
            </a:extLst>
          </p:cNvPr>
          <p:cNvSpPr>
            <a:spLocks xmlns:a="http://schemas.openxmlformats.org/drawingml/2006/main" noGrp="1"/>
          </p:cNvSpPr>
          <p:nvPr/>
        </p:nvSpPr>
        <p:spPr>
          <a:xfrm xmlns:a="http://schemas.openxmlformats.org/drawingml/2006/main">
            <a:off x="3632708" y="3174195"/>
            <a:ext cx="518993" cy="95"/>
          </a:xfrm>
          <a:custGeom xmlns:a="http://schemas.openxmlformats.org/drawingml/2006/main">
            <a:pathLst>
              <a:path w="501117" h="95">
                <a:moveTo>
                  <a:pt x="0" y="0"/>
                </a:moveTo>
                <a:lnTo>
                  <a:pt x="501117" y="0"/>
                </a:lnTo>
              </a:path>
            </a:pathLst>
          </a:custGeom>
          <a:noFill xmlns:a="http://schemas.openxmlformats.org/drawingml/2006/main"/>
          <a:ln xmlns:a="http://schemas.openxmlformats.org/drawingml/2006/main" w="14797">
            <a:solidFill>
              <a:srgbClr val="224889"/>
            </a:solidFill>
            <a:prstDash val="solid"/>
          </a:ln>
        </p:spPr>
      </p:sp>
      <p:sp>
        <p:nvSpPr>
          <p:cNvPr id="58" name="Editable chart path">
            <a:extLst xmlns:a="http://schemas.openxmlformats.org/drawingml/2006/main">
              <a:ext uri="{FF2B5EF4-FFF2-40B4-BE49-F238E27FC236}">
                <a16:creationId xmlns:a16="http://schemas.microsoft.com/office/drawing/2014/main" id="{7EB1FB07-B427-4BC3-A389-3CC4FCAEC15E}"/>
              </a:ext>
            </a:extLst>
          </p:cNvPr>
          <p:cNvSpPr>
            <a:spLocks xmlns:a="http://schemas.openxmlformats.org/drawingml/2006/main" noGrp="1"/>
          </p:cNvSpPr>
          <p:nvPr/>
        </p:nvSpPr>
        <p:spPr>
          <a:xfrm xmlns:a="http://schemas.openxmlformats.org/drawingml/2006/main">
            <a:off x="4398296" y="3414078"/>
            <a:ext cx="321031" cy="95"/>
          </a:xfrm>
          <a:custGeom xmlns:a="http://schemas.openxmlformats.org/drawingml/2006/main">
            <a:pathLst>
              <a:path w="309974" h="95">
                <a:moveTo>
                  <a:pt x="0" y="0"/>
                </a:moveTo>
                <a:lnTo>
                  <a:pt x="309974" y="0"/>
                </a:lnTo>
              </a:path>
            </a:pathLst>
          </a:custGeom>
          <a:noFill xmlns:a="http://schemas.openxmlformats.org/drawingml/2006/main"/>
          <a:ln xmlns:a="http://schemas.openxmlformats.org/drawingml/2006/main" w="14797">
            <a:solidFill>
              <a:srgbClr val="224889"/>
            </a:solidFill>
            <a:prstDash val="solid"/>
          </a:ln>
        </p:spPr>
      </p:sp>
      <p:sp>
        <p:nvSpPr>
          <p:cNvPr id="59" name="Editable chart path">
            <a:extLst xmlns:a="http://schemas.openxmlformats.org/drawingml/2006/main">
              <a:ext uri="{FF2B5EF4-FFF2-40B4-BE49-F238E27FC236}">
                <a16:creationId xmlns:a16="http://schemas.microsoft.com/office/drawing/2014/main" id="{B6659A7A-A896-4DAD-9D3E-056AD55F2335}"/>
              </a:ext>
            </a:extLst>
          </p:cNvPr>
          <p:cNvSpPr>
            <a:spLocks xmlns:a="http://schemas.openxmlformats.org/drawingml/2006/main" noGrp="1"/>
          </p:cNvSpPr>
          <p:nvPr/>
        </p:nvSpPr>
        <p:spPr>
          <a:xfrm xmlns:a="http://schemas.openxmlformats.org/drawingml/2006/main">
            <a:off x="2844246" y="3653961"/>
            <a:ext cx="782754" cy="95"/>
          </a:xfrm>
          <a:custGeom xmlns:a="http://schemas.openxmlformats.org/drawingml/2006/main">
            <a:pathLst>
              <a:path w="755792" h="95">
                <a:moveTo>
                  <a:pt x="0" y="0"/>
                </a:moveTo>
                <a:lnTo>
                  <a:pt x="755792" y="0"/>
                </a:lnTo>
              </a:path>
            </a:pathLst>
          </a:custGeom>
          <a:noFill xmlns:a="http://schemas.openxmlformats.org/drawingml/2006/main"/>
          <a:ln xmlns:a="http://schemas.openxmlformats.org/drawingml/2006/main" w="14797">
            <a:solidFill>
              <a:srgbClr val="224889"/>
            </a:solidFill>
            <a:prstDash val="solid"/>
          </a:ln>
        </p:spPr>
      </p:sp>
      <p:sp>
        <p:nvSpPr>
          <p:cNvPr id="60" name="Editable chart path">
            <a:extLst xmlns:a="http://schemas.openxmlformats.org/drawingml/2006/main">
              <a:ext uri="{FF2B5EF4-FFF2-40B4-BE49-F238E27FC236}">
                <a16:creationId xmlns:a16="http://schemas.microsoft.com/office/drawing/2014/main" id="{580F569E-E657-41F7-B87E-99B483EF5AD5}"/>
              </a:ext>
            </a:extLst>
          </p:cNvPr>
          <p:cNvSpPr>
            <a:spLocks xmlns:a="http://schemas.openxmlformats.org/drawingml/2006/main" noGrp="1"/>
          </p:cNvSpPr>
          <p:nvPr/>
        </p:nvSpPr>
        <p:spPr>
          <a:xfrm xmlns:a="http://schemas.openxmlformats.org/drawingml/2006/main">
            <a:off x="4139981" y="3893844"/>
            <a:ext cx="375047" cy="95"/>
          </a:xfrm>
          <a:custGeom xmlns:a="http://schemas.openxmlformats.org/drawingml/2006/main">
            <a:pathLst>
              <a:path w="362129" h="95">
                <a:moveTo>
                  <a:pt x="0" y="0"/>
                </a:moveTo>
                <a:lnTo>
                  <a:pt x="362129" y="0"/>
                </a:lnTo>
              </a:path>
            </a:pathLst>
          </a:custGeom>
          <a:noFill xmlns:a="http://schemas.openxmlformats.org/drawingml/2006/main"/>
          <a:ln xmlns:a="http://schemas.openxmlformats.org/drawingml/2006/main" w="14797">
            <a:solidFill>
              <a:srgbClr val="224889"/>
            </a:solidFill>
            <a:prstDash val="solid"/>
          </a:ln>
        </p:spPr>
      </p:sp>
      <p:sp>
        <p:nvSpPr>
          <p:cNvPr id="61" name="Editable chart path">
            <a:extLst xmlns:a="http://schemas.openxmlformats.org/drawingml/2006/main">
              <a:ext uri="{FF2B5EF4-FFF2-40B4-BE49-F238E27FC236}">
                <a16:creationId xmlns:a16="http://schemas.microsoft.com/office/drawing/2014/main" id="{059AB52F-307A-4B84-8931-1073CB057CD3}"/>
              </a:ext>
            </a:extLst>
          </p:cNvPr>
          <p:cNvSpPr>
            <a:spLocks xmlns:a="http://schemas.openxmlformats.org/drawingml/2006/main" noGrp="1"/>
          </p:cNvSpPr>
          <p:nvPr/>
        </p:nvSpPr>
        <p:spPr>
          <a:xfrm xmlns:a="http://schemas.openxmlformats.org/drawingml/2006/main">
            <a:off x="4501758" y="4133727"/>
            <a:ext cx="569849" cy="95"/>
          </a:xfrm>
          <a:custGeom xmlns:a="http://schemas.openxmlformats.org/drawingml/2006/main">
            <a:pathLst>
              <a:path w="550221" h="95">
                <a:moveTo>
                  <a:pt x="0" y="0"/>
                </a:moveTo>
                <a:lnTo>
                  <a:pt x="550221" y="0"/>
                </a:lnTo>
              </a:path>
            </a:pathLst>
          </a:custGeom>
          <a:noFill xmlns:a="http://schemas.openxmlformats.org/drawingml/2006/main"/>
          <a:ln xmlns:a="http://schemas.openxmlformats.org/drawingml/2006/main" w="14797">
            <a:solidFill>
              <a:srgbClr val="224889"/>
            </a:solidFill>
            <a:prstDash val="solid"/>
          </a:ln>
        </p:spPr>
      </p:sp>
      <p:sp>
        <p:nvSpPr>
          <p:cNvPr id="62" name="Editable chart path">
            <a:extLst xmlns:a="http://schemas.openxmlformats.org/drawingml/2006/main">
              <a:ext uri="{FF2B5EF4-FFF2-40B4-BE49-F238E27FC236}">
                <a16:creationId xmlns:a16="http://schemas.microsoft.com/office/drawing/2014/main" id="{A3E373B5-75D7-413B-990A-561935A47BFF}"/>
              </a:ext>
            </a:extLst>
          </p:cNvPr>
          <p:cNvSpPr>
            <a:spLocks xmlns:a="http://schemas.openxmlformats.org/drawingml/2006/main" noGrp="1"/>
          </p:cNvSpPr>
          <p:nvPr/>
        </p:nvSpPr>
        <p:spPr>
          <a:xfrm xmlns:a="http://schemas.openxmlformats.org/drawingml/2006/main">
            <a:off x="4204861" y="4373610"/>
            <a:ext cx="666204" cy="95"/>
          </a:xfrm>
          <a:custGeom xmlns:a="http://schemas.openxmlformats.org/drawingml/2006/main">
            <a:pathLst>
              <a:path w="643257" h="95">
                <a:moveTo>
                  <a:pt x="0" y="0"/>
                </a:moveTo>
                <a:lnTo>
                  <a:pt x="643257" y="0"/>
                </a:lnTo>
              </a:path>
            </a:pathLst>
          </a:custGeom>
          <a:noFill xmlns:a="http://schemas.openxmlformats.org/drawingml/2006/main"/>
          <a:ln xmlns:a="http://schemas.openxmlformats.org/drawingml/2006/main" w="14797">
            <a:solidFill>
              <a:srgbClr val="224889"/>
            </a:solidFill>
            <a:prstDash val="solid"/>
          </a:ln>
        </p:spPr>
      </p:sp>
      <p:sp>
        <p:nvSpPr>
          <p:cNvPr id="63" name="Editable chart path">
            <a:extLst xmlns:a="http://schemas.openxmlformats.org/drawingml/2006/main">
              <a:ext uri="{FF2B5EF4-FFF2-40B4-BE49-F238E27FC236}">
                <a16:creationId xmlns:a16="http://schemas.microsoft.com/office/drawing/2014/main" id="{06A2BE93-3AE7-48E3-94E4-4498391D7B57}"/>
              </a:ext>
            </a:extLst>
          </p:cNvPr>
          <p:cNvSpPr>
            <a:spLocks xmlns:a="http://schemas.openxmlformats.org/drawingml/2006/main" noGrp="1"/>
          </p:cNvSpPr>
          <p:nvPr/>
        </p:nvSpPr>
        <p:spPr>
          <a:xfrm xmlns:a="http://schemas.openxmlformats.org/drawingml/2006/main">
            <a:off x="4324886" y="4613493"/>
            <a:ext cx="511164" cy="95"/>
          </a:xfrm>
          <a:custGeom xmlns:a="http://schemas.openxmlformats.org/drawingml/2006/main">
            <a:pathLst>
              <a:path w="493557" h="95">
                <a:moveTo>
                  <a:pt x="0" y="0"/>
                </a:moveTo>
                <a:lnTo>
                  <a:pt x="493557" y="0"/>
                </a:lnTo>
              </a:path>
            </a:pathLst>
          </a:custGeom>
          <a:noFill xmlns:a="http://schemas.openxmlformats.org/drawingml/2006/main"/>
          <a:ln xmlns:a="http://schemas.openxmlformats.org/drawingml/2006/main" w="14797">
            <a:solidFill>
              <a:srgbClr val="224889"/>
            </a:solidFill>
            <a:prstDash val="solid"/>
          </a:ln>
        </p:spPr>
      </p:sp>
      <p:sp>
        <p:nvSpPr>
          <p:cNvPr id="64" name="Editable chart path">
            <a:extLst xmlns:a="http://schemas.openxmlformats.org/drawingml/2006/main">
              <a:ext uri="{FF2B5EF4-FFF2-40B4-BE49-F238E27FC236}">
                <a16:creationId xmlns:a16="http://schemas.microsoft.com/office/drawing/2014/main" id="{2C06D5E2-CD33-45E7-A11F-0A98D09EB6B1}"/>
              </a:ext>
            </a:extLst>
          </p:cNvPr>
          <p:cNvSpPr>
            <a:spLocks xmlns:a="http://schemas.openxmlformats.org/drawingml/2006/main" noGrp="1"/>
          </p:cNvSpPr>
          <p:nvPr/>
        </p:nvSpPr>
        <p:spPr>
          <a:xfrm xmlns:a="http://schemas.openxmlformats.org/drawingml/2006/main">
            <a:off x="4048881" y="4853376"/>
            <a:ext cx="474271" cy="95"/>
          </a:xfrm>
          <a:custGeom xmlns:a="http://schemas.openxmlformats.org/drawingml/2006/main">
            <a:pathLst>
              <a:path w="457935" h="95">
                <a:moveTo>
                  <a:pt x="0" y="0"/>
                </a:moveTo>
                <a:lnTo>
                  <a:pt x="457935" y="0"/>
                </a:lnTo>
              </a:path>
            </a:pathLst>
          </a:custGeom>
          <a:noFill xmlns:a="http://schemas.openxmlformats.org/drawingml/2006/main"/>
          <a:ln xmlns:a="http://schemas.openxmlformats.org/drawingml/2006/main" w="14797">
            <a:solidFill>
              <a:srgbClr val="224889"/>
            </a:solidFill>
            <a:prstDash val="solid"/>
          </a:ln>
        </p:spPr>
      </p:sp>
      <p:sp>
        <p:nvSpPr>
          <p:cNvPr id="65" name="Editable chart path">
            <a:extLst xmlns:a="http://schemas.openxmlformats.org/drawingml/2006/main">
              <a:ext uri="{FF2B5EF4-FFF2-40B4-BE49-F238E27FC236}">
                <a16:creationId xmlns:a16="http://schemas.microsoft.com/office/drawing/2014/main" id="{10E0780A-6D11-4C9D-83D2-7BBB95EBFEE5}"/>
              </a:ext>
            </a:extLst>
          </p:cNvPr>
          <p:cNvSpPr>
            <a:spLocks xmlns:a="http://schemas.openxmlformats.org/drawingml/2006/main" noGrp="1"/>
          </p:cNvSpPr>
          <p:nvPr/>
        </p:nvSpPr>
        <p:spPr>
          <a:xfrm xmlns:a="http://schemas.openxmlformats.org/drawingml/2006/main">
            <a:off x="4452279" y="2914582"/>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66" name="Editable chart path">
            <a:extLst xmlns:a="http://schemas.openxmlformats.org/drawingml/2006/main">
              <a:ext uri="{FF2B5EF4-FFF2-40B4-BE49-F238E27FC236}">
                <a16:creationId xmlns:a16="http://schemas.microsoft.com/office/drawing/2014/main" id="{A08E1BD3-C1EC-42C4-BB34-1422AAF46729}"/>
              </a:ext>
            </a:extLst>
          </p:cNvPr>
          <p:cNvSpPr>
            <a:spLocks xmlns:a="http://schemas.openxmlformats.org/drawingml/2006/main" noGrp="1"/>
          </p:cNvSpPr>
          <p:nvPr/>
        </p:nvSpPr>
        <p:spPr>
          <a:xfrm xmlns:a="http://schemas.openxmlformats.org/drawingml/2006/main">
            <a:off x="3632708" y="3154465"/>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67" name="Editable chart path">
            <a:extLst xmlns:a="http://schemas.openxmlformats.org/drawingml/2006/main">
              <a:ext uri="{FF2B5EF4-FFF2-40B4-BE49-F238E27FC236}">
                <a16:creationId xmlns:a16="http://schemas.microsoft.com/office/drawing/2014/main" id="{DCFF3422-8A7E-49DE-B790-39208DDD2759}"/>
              </a:ext>
            </a:extLst>
          </p:cNvPr>
          <p:cNvSpPr>
            <a:spLocks xmlns:a="http://schemas.openxmlformats.org/drawingml/2006/main" noGrp="1"/>
          </p:cNvSpPr>
          <p:nvPr/>
        </p:nvSpPr>
        <p:spPr>
          <a:xfrm xmlns:a="http://schemas.openxmlformats.org/drawingml/2006/main">
            <a:off x="4398296" y="3394348"/>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68" name="Editable chart path">
            <a:extLst xmlns:a="http://schemas.openxmlformats.org/drawingml/2006/main">
              <a:ext uri="{FF2B5EF4-FFF2-40B4-BE49-F238E27FC236}">
                <a16:creationId xmlns:a16="http://schemas.microsoft.com/office/drawing/2014/main" id="{E3BDC0E3-669E-4282-9E97-A69BCB4885D2}"/>
              </a:ext>
            </a:extLst>
          </p:cNvPr>
          <p:cNvSpPr>
            <a:spLocks xmlns:a="http://schemas.openxmlformats.org/drawingml/2006/main" noGrp="1"/>
          </p:cNvSpPr>
          <p:nvPr/>
        </p:nvSpPr>
        <p:spPr>
          <a:xfrm xmlns:a="http://schemas.openxmlformats.org/drawingml/2006/main">
            <a:off x="2844246" y="3634231"/>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69" name="Editable chart path">
            <a:extLst xmlns:a="http://schemas.openxmlformats.org/drawingml/2006/main">
              <a:ext uri="{FF2B5EF4-FFF2-40B4-BE49-F238E27FC236}">
                <a16:creationId xmlns:a16="http://schemas.microsoft.com/office/drawing/2014/main" id="{B60E25A2-F6B4-41EB-B3C5-18465E3BFE2D}"/>
              </a:ext>
            </a:extLst>
          </p:cNvPr>
          <p:cNvSpPr>
            <a:spLocks xmlns:a="http://schemas.openxmlformats.org/drawingml/2006/main" noGrp="1"/>
          </p:cNvSpPr>
          <p:nvPr/>
        </p:nvSpPr>
        <p:spPr>
          <a:xfrm xmlns:a="http://schemas.openxmlformats.org/drawingml/2006/main">
            <a:off x="4139981" y="3874114"/>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0" name="Editable chart path">
            <a:extLst xmlns:a="http://schemas.openxmlformats.org/drawingml/2006/main">
              <a:ext uri="{FF2B5EF4-FFF2-40B4-BE49-F238E27FC236}">
                <a16:creationId xmlns:a16="http://schemas.microsoft.com/office/drawing/2014/main" id="{FDFD452D-A868-4AA5-AC52-04C521AE23D9}"/>
              </a:ext>
            </a:extLst>
          </p:cNvPr>
          <p:cNvSpPr>
            <a:spLocks xmlns:a="http://schemas.openxmlformats.org/drawingml/2006/main" noGrp="1"/>
          </p:cNvSpPr>
          <p:nvPr/>
        </p:nvSpPr>
        <p:spPr>
          <a:xfrm xmlns:a="http://schemas.openxmlformats.org/drawingml/2006/main">
            <a:off x="4501758" y="4113997"/>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1" name="Editable chart path">
            <a:extLst xmlns:a="http://schemas.openxmlformats.org/drawingml/2006/main">
              <a:ext uri="{FF2B5EF4-FFF2-40B4-BE49-F238E27FC236}">
                <a16:creationId xmlns:a16="http://schemas.microsoft.com/office/drawing/2014/main" id="{716B7A6B-8B77-4AC4-B513-2FAE5AFF4354}"/>
              </a:ext>
            </a:extLst>
          </p:cNvPr>
          <p:cNvSpPr>
            <a:spLocks xmlns:a="http://schemas.openxmlformats.org/drawingml/2006/main" noGrp="1"/>
          </p:cNvSpPr>
          <p:nvPr/>
        </p:nvSpPr>
        <p:spPr>
          <a:xfrm xmlns:a="http://schemas.openxmlformats.org/drawingml/2006/main">
            <a:off x="4204861" y="4353880"/>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2" name="Editable chart path">
            <a:extLst xmlns:a="http://schemas.openxmlformats.org/drawingml/2006/main">
              <a:ext uri="{FF2B5EF4-FFF2-40B4-BE49-F238E27FC236}">
                <a16:creationId xmlns:a16="http://schemas.microsoft.com/office/drawing/2014/main" id="{6F77687B-A3DB-4ED2-B1DB-710FD6B53CB7}"/>
              </a:ext>
            </a:extLst>
          </p:cNvPr>
          <p:cNvSpPr>
            <a:spLocks xmlns:a="http://schemas.openxmlformats.org/drawingml/2006/main" noGrp="1"/>
          </p:cNvSpPr>
          <p:nvPr/>
        </p:nvSpPr>
        <p:spPr>
          <a:xfrm xmlns:a="http://schemas.openxmlformats.org/drawingml/2006/main">
            <a:off x="4324886" y="4593763"/>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3" name="Editable chart path">
            <a:extLst xmlns:a="http://schemas.openxmlformats.org/drawingml/2006/main">
              <a:ext uri="{FF2B5EF4-FFF2-40B4-BE49-F238E27FC236}">
                <a16:creationId xmlns:a16="http://schemas.microsoft.com/office/drawing/2014/main" id="{7826BD9F-3C64-4DC7-952E-C0029CBC5386}"/>
              </a:ext>
            </a:extLst>
          </p:cNvPr>
          <p:cNvSpPr>
            <a:spLocks xmlns:a="http://schemas.openxmlformats.org/drawingml/2006/main" noGrp="1"/>
          </p:cNvSpPr>
          <p:nvPr/>
        </p:nvSpPr>
        <p:spPr>
          <a:xfrm xmlns:a="http://schemas.openxmlformats.org/drawingml/2006/main">
            <a:off x="4048881" y="4833646"/>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4" name="Editable chart path">
            <a:extLst xmlns:a="http://schemas.openxmlformats.org/drawingml/2006/main">
              <a:ext uri="{FF2B5EF4-FFF2-40B4-BE49-F238E27FC236}">
                <a16:creationId xmlns:a16="http://schemas.microsoft.com/office/drawing/2014/main" id="{00D5B8A5-C09F-4547-B3A0-2E109D748F26}"/>
              </a:ext>
            </a:extLst>
          </p:cNvPr>
          <p:cNvSpPr>
            <a:spLocks xmlns:a="http://schemas.openxmlformats.org/drawingml/2006/main" noGrp="1"/>
          </p:cNvSpPr>
          <p:nvPr/>
        </p:nvSpPr>
        <p:spPr>
          <a:xfrm xmlns:a="http://schemas.openxmlformats.org/drawingml/2006/main">
            <a:off x="4800427" y="2914582"/>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5" name="Editable chart path">
            <a:extLst xmlns:a="http://schemas.openxmlformats.org/drawingml/2006/main">
              <a:ext uri="{FF2B5EF4-FFF2-40B4-BE49-F238E27FC236}">
                <a16:creationId xmlns:a16="http://schemas.microsoft.com/office/drawing/2014/main" id="{239276E7-C3B1-426A-81F6-EB0B711EC8B6}"/>
              </a:ext>
            </a:extLst>
          </p:cNvPr>
          <p:cNvSpPr>
            <a:spLocks xmlns:a="http://schemas.openxmlformats.org/drawingml/2006/main" noGrp="1"/>
          </p:cNvSpPr>
          <p:nvPr/>
        </p:nvSpPr>
        <p:spPr>
          <a:xfrm xmlns:a="http://schemas.openxmlformats.org/drawingml/2006/main">
            <a:off x="4151701" y="3154465"/>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6" name="Editable chart path">
            <a:extLst xmlns:a="http://schemas.openxmlformats.org/drawingml/2006/main">
              <a:ext uri="{FF2B5EF4-FFF2-40B4-BE49-F238E27FC236}">
                <a16:creationId xmlns:a16="http://schemas.microsoft.com/office/drawing/2014/main" id="{8772A1AA-1591-4578-8DB2-89A444DC1DEB}"/>
              </a:ext>
            </a:extLst>
          </p:cNvPr>
          <p:cNvSpPr>
            <a:spLocks xmlns:a="http://schemas.openxmlformats.org/drawingml/2006/main" noGrp="1"/>
          </p:cNvSpPr>
          <p:nvPr/>
        </p:nvSpPr>
        <p:spPr>
          <a:xfrm xmlns:a="http://schemas.openxmlformats.org/drawingml/2006/main">
            <a:off x="4719328" y="3394348"/>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7" name="Editable chart path">
            <a:extLst xmlns:a="http://schemas.openxmlformats.org/drawingml/2006/main">
              <a:ext uri="{FF2B5EF4-FFF2-40B4-BE49-F238E27FC236}">
                <a16:creationId xmlns:a16="http://schemas.microsoft.com/office/drawing/2014/main" id="{F69E9014-45E2-42CC-A99F-9A23574E09B9}"/>
              </a:ext>
            </a:extLst>
          </p:cNvPr>
          <p:cNvSpPr>
            <a:spLocks xmlns:a="http://schemas.openxmlformats.org/drawingml/2006/main" noGrp="1"/>
          </p:cNvSpPr>
          <p:nvPr/>
        </p:nvSpPr>
        <p:spPr>
          <a:xfrm xmlns:a="http://schemas.openxmlformats.org/drawingml/2006/main">
            <a:off x="3627000" y="3634231"/>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8" name="Editable chart path">
            <a:extLst xmlns:a="http://schemas.openxmlformats.org/drawingml/2006/main">
              <a:ext uri="{FF2B5EF4-FFF2-40B4-BE49-F238E27FC236}">
                <a16:creationId xmlns:a16="http://schemas.microsoft.com/office/drawing/2014/main" id="{D8A775EB-10CF-4BEE-B2CA-BE108D600DCA}"/>
              </a:ext>
            </a:extLst>
          </p:cNvPr>
          <p:cNvSpPr>
            <a:spLocks xmlns:a="http://schemas.openxmlformats.org/drawingml/2006/main" noGrp="1"/>
          </p:cNvSpPr>
          <p:nvPr/>
        </p:nvSpPr>
        <p:spPr>
          <a:xfrm xmlns:a="http://schemas.openxmlformats.org/drawingml/2006/main">
            <a:off x="4515028" y="3874114"/>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79" name="Editable chart path">
            <a:extLst xmlns:a="http://schemas.openxmlformats.org/drawingml/2006/main">
              <a:ext uri="{FF2B5EF4-FFF2-40B4-BE49-F238E27FC236}">
                <a16:creationId xmlns:a16="http://schemas.microsoft.com/office/drawing/2014/main" id="{738FF56E-A3E1-4354-BB4C-655460A40828}"/>
              </a:ext>
            </a:extLst>
          </p:cNvPr>
          <p:cNvSpPr>
            <a:spLocks xmlns:a="http://schemas.openxmlformats.org/drawingml/2006/main" noGrp="1"/>
          </p:cNvSpPr>
          <p:nvPr/>
        </p:nvSpPr>
        <p:spPr>
          <a:xfrm xmlns:a="http://schemas.openxmlformats.org/drawingml/2006/main">
            <a:off x="5071607" y="4113997"/>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80" name="Editable chart path">
            <a:extLst xmlns:a="http://schemas.openxmlformats.org/drawingml/2006/main">
              <a:ext uri="{FF2B5EF4-FFF2-40B4-BE49-F238E27FC236}">
                <a16:creationId xmlns:a16="http://schemas.microsoft.com/office/drawing/2014/main" id="{55ECB6D5-F973-4559-9B8B-0B5B1BCA1A22}"/>
              </a:ext>
            </a:extLst>
          </p:cNvPr>
          <p:cNvSpPr>
            <a:spLocks xmlns:a="http://schemas.openxmlformats.org/drawingml/2006/main" noGrp="1"/>
          </p:cNvSpPr>
          <p:nvPr/>
        </p:nvSpPr>
        <p:spPr>
          <a:xfrm xmlns:a="http://schemas.openxmlformats.org/drawingml/2006/main">
            <a:off x="4871065" y="4353880"/>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81" name="Editable chart path">
            <a:extLst xmlns:a="http://schemas.openxmlformats.org/drawingml/2006/main">
              <a:ext uri="{FF2B5EF4-FFF2-40B4-BE49-F238E27FC236}">
                <a16:creationId xmlns:a16="http://schemas.microsoft.com/office/drawing/2014/main" id="{4D25025E-ECE4-46E2-A8B2-AD207E761B3C}"/>
              </a:ext>
            </a:extLst>
          </p:cNvPr>
          <p:cNvSpPr>
            <a:spLocks xmlns:a="http://schemas.openxmlformats.org/drawingml/2006/main" noGrp="1"/>
          </p:cNvSpPr>
          <p:nvPr/>
        </p:nvSpPr>
        <p:spPr>
          <a:xfrm xmlns:a="http://schemas.openxmlformats.org/drawingml/2006/main">
            <a:off x="4836049" y="4593763"/>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82" name="Editable chart path">
            <a:extLst xmlns:a="http://schemas.openxmlformats.org/drawingml/2006/main">
              <a:ext uri="{FF2B5EF4-FFF2-40B4-BE49-F238E27FC236}">
                <a16:creationId xmlns:a16="http://schemas.microsoft.com/office/drawing/2014/main" id="{18518279-2A05-40C0-A4CE-51BC534A054C}"/>
              </a:ext>
            </a:extLst>
          </p:cNvPr>
          <p:cNvSpPr>
            <a:spLocks xmlns:a="http://schemas.openxmlformats.org/drawingml/2006/main" noGrp="1"/>
          </p:cNvSpPr>
          <p:nvPr/>
        </p:nvSpPr>
        <p:spPr>
          <a:xfrm xmlns:a="http://schemas.openxmlformats.org/drawingml/2006/main">
            <a:off x="4523152" y="4833646"/>
            <a:ext cx="95" cy="39459"/>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9865">
            <a:solidFill>
              <a:srgbClr val="224889"/>
            </a:solidFill>
            <a:prstDash val="solid"/>
          </a:ln>
        </p:spPr>
      </p:sp>
      <p:sp>
        <p:nvSpPr>
          <p:cNvPr id="83" name="Editable chart path">
            <a:extLst xmlns:a="http://schemas.openxmlformats.org/drawingml/2006/main">
              <a:ext uri="{FF2B5EF4-FFF2-40B4-BE49-F238E27FC236}">
                <a16:creationId xmlns:a16="http://schemas.microsoft.com/office/drawing/2014/main" id="{EF25B6CB-5483-4F5F-B7BD-8C0B473D8CB0}"/>
              </a:ext>
            </a:extLst>
          </p:cNvPr>
          <p:cNvSpPr>
            <a:spLocks xmlns:a="http://schemas.openxmlformats.org/drawingml/2006/main" noGrp="1"/>
          </p:cNvSpPr>
          <p:nvPr/>
        </p:nvSpPr>
        <p:spPr>
          <a:xfrm xmlns:a="http://schemas.openxmlformats.org/drawingml/2006/main">
            <a:off x="5850440" y="2838358"/>
            <a:ext cx="95" cy="2110971"/>
          </a:xfrm>
          <a:custGeom xmlns:a="http://schemas.openxmlformats.org/drawingml/2006/main">
            <a:pathLst>
              <a:path w="95" h="2038260">
                <a:moveTo>
                  <a:pt x="0" y="2038260"/>
                </a:moveTo>
                <a:lnTo>
                  <a:pt x="0" y="0"/>
                </a:lnTo>
              </a:path>
            </a:pathLst>
          </a:custGeom>
          <a:noFill xmlns:a="http://schemas.openxmlformats.org/drawingml/2006/main"/>
          <a:ln xmlns:a="http://schemas.openxmlformats.org/drawingml/2006/main" w="7892">
            <a:solidFill>
              <a:srgbClr val="5A6683"/>
            </a:solidFill>
            <a:prstDash val="solid"/>
          </a:ln>
        </p:spPr>
      </p:sp>
      <p:sp>
        <p:nvSpPr>
          <p:cNvPr id="84" name="Editable chart path">
            <a:extLst xmlns:a="http://schemas.openxmlformats.org/drawingml/2006/main">
              <a:ext uri="{FF2B5EF4-FFF2-40B4-BE49-F238E27FC236}">
                <a16:creationId xmlns:a16="http://schemas.microsoft.com/office/drawing/2014/main" id="{719C183D-F2C1-4927-9D9C-A4454EF6D8D5}"/>
              </a:ext>
            </a:extLst>
          </p:cNvPr>
          <p:cNvSpPr>
            <a:spLocks xmlns:a="http://schemas.openxmlformats.org/drawingml/2006/main" noGrp="1"/>
          </p:cNvSpPr>
          <p:nvPr/>
        </p:nvSpPr>
        <p:spPr>
          <a:xfrm xmlns:a="http://schemas.openxmlformats.org/drawingml/2006/main">
            <a:off x="4600113" y="2909650"/>
            <a:ext cx="49324" cy="49324"/>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9865">
            <a:solidFill>
              <a:srgbClr val="224889"/>
            </a:solidFill>
            <a:prstDash val="solid"/>
          </a:ln>
        </p:spPr>
      </p:sp>
      <p:sp>
        <p:nvSpPr>
          <p:cNvPr id="85" name="Editable chart path">
            <a:extLst xmlns:a="http://schemas.openxmlformats.org/drawingml/2006/main">
              <a:ext uri="{FF2B5EF4-FFF2-40B4-BE49-F238E27FC236}">
                <a16:creationId xmlns:a16="http://schemas.microsoft.com/office/drawing/2014/main" id="{3A13ABE9-9178-4A79-91DA-12A86635DE9F}"/>
              </a:ext>
            </a:extLst>
          </p:cNvPr>
          <p:cNvSpPr>
            <a:spLocks xmlns:a="http://schemas.openxmlformats.org/drawingml/2006/main" noGrp="1"/>
          </p:cNvSpPr>
          <p:nvPr/>
        </p:nvSpPr>
        <p:spPr>
          <a:xfrm xmlns:a="http://schemas.openxmlformats.org/drawingml/2006/main">
            <a:off x="3863745" y="3149533"/>
            <a:ext cx="49324" cy="49324"/>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9865">
            <a:solidFill>
              <a:srgbClr val="224889"/>
            </a:solidFill>
            <a:prstDash val="solid"/>
          </a:ln>
        </p:spPr>
      </p:sp>
      <p:sp>
        <p:nvSpPr>
          <p:cNvPr id="86" name="Editable chart path">
            <a:extLst xmlns:a="http://schemas.openxmlformats.org/drawingml/2006/main">
              <a:ext uri="{FF2B5EF4-FFF2-40B4-BE49-F238E27FC236}">
                <a16:creationId xmlns:a16="http://schemas.microsoft.com/office/drawing/2014/main" id="{DBE563C4-C08A-4188-99B5-FEDE9C10F152}"/>
              </a:ext>
            </a:extLst>
          </p:cNvPr>
          <p:cNvSpPr>
            <a:spLocks xmlns:a="http://schemas.openxmlformats.org/drawingml/2006/main" noGrp="1"/>
          </p:cNvSpPr>
          <p:nvPr/>
        </p:nvSpPr>
        <p:spPr>
          <a:xfrm xmlns:a="http://schemas.openxmlformats.org/drawingml/2006/main">
            <a:off x="4532799" y="3389416"/>
            <a:ext cx="49324" cy="49324"/>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9865">
            <a:solidFill>
              <a:srgbClr val="224889"/>
            </a:solidFill>
            <a:prstDash val="solid"/>
          </a:ln>
        </p:spPr>
      </p:sp>
      <p:sp>
        <p:nvSpPr>
          <p:cNvPr id="87" name="Editable chart path">
            <a:extLst xmlns:a="http://schemas.openxmlformats.org/drawingml/2006/main">
              <a:ext uri="{FF2B5EF4-FFF2-40B4-BE49-F238E27FC236}">
                <a16:creationId xmlns:a16="http://schemas.microsoft.com/office/drawing/2014/main" id="{C692F031-803A-46C8-91C1-B2CF13B742D1}"/>
              </a:ext>
            </a:extLst>
          </p:cNvPr>
          <p:cNvSpPr>
            <a:spLocks xmlns:a="http://schemas.openxmlformats.org/drawingml/2006/main" noGrp="1"/>
          </p:cNvSpPr>
          <p:nvPr/>
        </p:nvSpPr>
        <p:spPr>
          <a:xfrm xmlns:a="http://schemas.openxmlformats.org/drawingml/2006/main">
            <a:off x="3201628" y="3629299"/>
            <a:ext cx="49324" cy="49324"/>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9865">
            <a:solidFill>
              <a:srgbClr val="224889"/>
            </a:solidFill>
            <a:prstDash val="solid"/>
          </a:ln>
        </p:spPr>
      </p:sp>
      <p:sp>
        <p:nvSpPr>
          <p:cNvPr id="88" name="Editable chart path">
            <a:extLst xmlns:a="http://schemas.openxmlformats.org/drawingml/2006/main">
              <a:ext uri="{FF2B5EF4-FFF2-40B4-BE49-F238E27FC236}">
                <a16:creationId xmlns:a16="http://schemas.microsoft.com/office/drawing/2014/main" id="{93ACBA4F-BBE4-42DB-B5D6-302B9491099B}"/>
              </a:ext>
            </a:extLst>
          </p:cNvPr>
          <p:cNvSpPr>
            <a:spLocks xmlns:a="http://schemas.openxmlformats.org/drawingml/2006/main" noGrp="1"/>
          </p:cNvSpPr>
          <p:nvPr/>
        </p:nvSpPr>
        <p:spPr>
          <a:xfrm xmlns:a="http://schemas.openxmlformats.org/drawingml/2006/main">
            <a:off x="4300952" y="3869182"/>
            <a:ext cx="49324" cy="49324"/>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9865">
            <a:solidFill>
              <a:srgbClr val="224889"/>
            </a:solidFill>
            <a:prstDash val="solid"/>
          </a:ln>
        </p:spPr>
      </p:sp>
      <p:sp>
        <p:nvSpPr>
          <p:cNvPr id="89" name="Editable chart path">
            <a:extLst xmlns:a="http://schemas.openxmlformats.org/drawingml/2006/main">
              <a:ext uri="{FF2B5EF4-FFF2-40B4-BE49-F238E27FC236}">
                <a16:creationId xmlns:a16="http://schemas.microsoft.com/office/drawing/2014/main" id="{7DE600CD-FE29-4BAB-8CE9-D82E3D5A31CA}"/>
              </a:ext>
            </a:extLst>
          </p:cNvPr>
          <p:cNvSpPr>
            <a:spLocks xmlns:a="http://schemas.openxmlformats.org/drawingml/2006/main" noGrp="1"/>
          </p:cNvSpPr>
          <p:nvPr/>
        </p:nvSpPr>
        <p:spPr>
          <a:xfrm xmlns:a="http://schemas.openxmlformats.org/drawingml/2006/main">
            <a:off x="4757862" y="4109065"/>
            <a:ext cx="49324" cy="49324"/>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9865">
            <a:solidFill>
              <a:srgbClr val="224889"/>
            </a:solidFill>
            <a:prstDash val="solid"/>
          </a:ln>
        </p:spPr>
      </p:sp>
      <p:sp>
        <p:nvSpPr>
          <p:cNvPr id="90" name="Editable chart path">
            <a:extLst xmlns:a="http://schemas.openxmlformats.org/drawingml/2006/main">
              <a:ext uri="{FF2B5EF4-FFF2-40B4-BE49-F238E27FC236}">
                <a16:creationId xmlns:a16="http://schemas.microsoft.com/office/drawing/2014/main" id="{19588B2A-51B2-4131-9668-9EE9C41BE815}"/>
              </a:ext>
            </a:extLst>
          </p:cNvPr>
          <p:cNvSpPr>
            <a:spLocks xmlns:a="http://schemas.openxmlformats.org/drawingml/2006/main" noGrp="1"/>
          </p:cNvSpPr>
          <p:nvPr/>
        </p:nvSpPr>
        <p:spPr>
          <a:xfrm xmlns:a="http://schemas.openxmlformats.org/drawingml/2006/main">
            <a:off x="4507468" y="4348948"/>
            <a:ext cx="49324" cy="49324"/>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9865">
            <a:solidFill>
              <a:srgbClr val="224889"/>
            </a:solidFill>
            <a:prstDash val="solid"/>
          </a:ln>
        </p:spPr>
      </p:sp>
      <p:sp>
        <p:nvSpPr>
          <p:cNvPr id="91" name="Editable chart path">
            <a:extLst xmlns:a="http://schemas.openxmlformats.org/drawingml/2006/main">
              <a:ext uri="{FF2B5EF4-FFF2-40B4-BE49-F238E27FC236}">
                <a16:creationId xmlns:a16="http://schemas.microsoft.com/office/drawing/2014/main" id="{3662AC25-C30B-494F-B0BA-83227098C1FA}"/>
              </a:ext>
            </a:extLst>
          </p:cNvPr>
          <p:cNvSpPr>
            <a:spLocks xmlns:a="http://schemas.openxmlformats.org/drawingml/2006/main" noGrp="1"/>
          </p:cNvSpPr>
          <p:nvPr/>
        </p:nvSpPr>
        <p:spPr>
          <a:xfrm xmlns:a="http://schemas.openxmlformats.org/drawingml/2006/main">
            <a:off x="4552387" y="4588831"/>
            <a:ext cx="49324" cy="49324"/>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9865">
            <a:solidFill>
              <a:srgbClr val="224889"/>
            </a:solidFill>
            <a:prstDash val="solid"/>
          </a:ln>
        </p:spPr>
      </p:sp>
      <p:sp>
        <p:nvSpPr>
          <p:cNvPr id="92" name="Editable chart path">
            <a:extLst xmlns:a="http://schemas.openxmlformats.org/drawingml/2006/main">
              <a:ext uri="{FF2B5EF4-FFF2-40B4-BE49-F238E27FC236}">
                <a16:creationId xmlns:a16="http://schemas.microsoft.com/office/drawing/2014/main" id="{808BF939-0996-497E-BF8E-1211C2BC871D}"/>
              </a:ext>
            </a:extLst>
          </p:cNvPr>
          <p:cNvSpPr>
            <a:spLocks xmlns:a="http://schemas.openxmlformats.org/drawingml/2006/main" noGrp="1"/>
          </p:cNvSpPr>
          <p:nvPr/>
        </p:nvSpPr>
        <p:spPr>
          <a:xfrm xmlns:a="http://schemas.openxmlformats.org/drawingml/2006/main">
            <a:off x="4258318" y="4828714"/>
            <a:ext cx="49324" cy="49324"/>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9865">
            <a:solidFill>
              <a:srgbClr val="224889"/>
            </a:solidFill>
            <a:prstDash val="solid"/>
          </a:ln>
        </p:spPr>
      </p:sp>
      <p:sp>
        <p:nvSpPr>
          <p:cNvPr id="93" name="Editable chart path">
            <a:extLst xmlns:a="http://schemas.openxmlformats.org/drawingml/2006/main">
              <a:ext uri="{FF2B5EF4-FFF2-40B4-BE49-F238E27FC236}">
                <a16:creationId xmlns:a16="http://schemas.microsoft.com/office/drawing/2014/main" id="{2FA3693F-2ECC-4F6C-9F38-C4532E1DF739}"/>
              </a:ext>
            </a:extLst>
          </p:cNvPr>
          <p:cNvSpPr>
            <a:spLocks xmlns:a="http://schemas.openxmlformats.org/drawingml/2006/main" noGrp="1"/>
          </p:cNvSpPr>
          <p:nvPr/>
        </p:nvSpPr>
        <p:spPr>
          <a:xfrm xmlns:a="http://schemas.openxmlformats.org/drawingml/2006/main">
            <a:off x="2693936" y="2838358"/>
            <a:ext cx="95" cy="2110971"/>
          </a:xfrm>
          <a:custGeom xmlns:a="http://schemas.openxmlformats.org/drawingml/2006/main">
            <a:pathLst>
              <a:path w="95" h="2038260">
                <a:moveTo>
                  <a:pt x="0" y="2038260"/>
                </a:moveTo>
                <a:lnTo>
                  <a:pt x="0" y="0"/>
                </a:lnTo>
              </a:path>
            </a:pathLst>
          </a:custGeom>
          <a:noFill xmlns:a="http://schemas.openxmlformats.org/drawingml/2006/main"/>
          <a:ln xmlns:a="http://schemas.openxmlformats.org/drawingml/2006/main" w="7892">
            <a:solidFill>
              <a:srgbClr val="5A6683"/>
            </a:solidFill>
            <a:prstDash val="solid"/>
          </a:ln>
        </p:spPr>
      </p:sp>
      <p:sp>
        <p:nvSpPr>
          <p:cNvPr id="94" name="Editable chart path">
            <a:extLst xmlns:a="http://schemas.openxmlformats.org/drawingml/2006/main">
              <a:ext uri="{FF2B5EF4-FFF2-40B4-BE49-F238E27FC236}">
                <a16:creationId xmlns:a16="http://schemas.microsoft.com/office/drawing/2014/main" id="{E2CA360C-D0C6-40A4-96DD-2E08A466BE42}"/>
              </a:ext>
            </a:extLst>
          </p:cNvPr>
          <p:cNvSpPr>
            <a:spLocks xmlns:a="http://schemas.openxmlformats.org/drawingml/2006/main" noGrp="1"/>
          </p:cNvSpPr>
          <p:nvPr/>
        </p:nvSpPr>
        <p:spPr>
          <a:xfrm xmlns:a="http://schemas.openxmlformats.org/drawingml/2006/main">
            <a:off x="2693936" y="4949329"/>
            <a:ext cx="3306814"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7892">
            <a:solidFill>
              <a:srgbClr val="5A6683"/>
            </a:solidFill>
            <a:prstDash val="solid"/>
          </a:ln>
        </p:spPr>
      </p:sp>
      <p:sp>
        <p:nvSpPr>
          <p:cNvPr id="95" name="">
            <a:extLst xmlns:a="http://schemas.openxmlformats.org/drawingml/2006/main">
              <a:ext uri="{FF2B5EF4-FFF2-40B4-BE49-F238E27FC236}">
                <a16:creationId xmlns:a16="http://schemas.microsoft.com/office/drawing/2014/main" id="{F63A2007-B91A-450A-B365-C010CD01CF07}"/>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Share model</a:t>
            </a:r>
          </a:p>
        </p:txBody>
      </p:sp>
      <p:sp>
        <p:nvSpPr>
          <p:cNvPr id="96" name="Editable chart path">
            <a:extLst xmlns:a="http://schemas.openxmlformats.org/drawingml/2006/main">
              <a:ext uri="{FF2B5EF4-FFF2-40B4-BE49-F238E27FC236}">
                <a16:creationId xmlns:a16="http://schemas.microsoft.com/office/drawing/2014/main" id="{AC0321DC-0F0A-43F7-905D-416B27A32E09}"/>
              </a:ext>
            </a:extLst>
          </p:cNvPr>
          <p:cNvSpPr>
            <a:spLocks xmlns:a="http://schemas.openxmlformats.org/drawingml/2006/main" noGrp="1"/>
          </p:cNvSpPr>
          <p:nvPr/>
        </p:nvSpPr>
        <p:spPr>
          <a:xfrm xmlns:a="http://schemas.openxmlformats.org/drawingml/2006/main">
            <a:off x="6973481" y="5268256"/>
            <a:ext cx="95" cy="4721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97" name="">
            <a:extLst xmlns:a="http://schemas.openxmlformats.org/drawingml/2006/main">
              <a:ext uri="{FF2B5EF4-FFF2-40B4-BE49-F238E27FC236}">
                <a16:creationId xmlns:a16="http://schemas.microsoft.com/office/drawing/2014/main" id="{C20B9F09-3E33-46CF-93AC-D0434B272B93}"/>
              </a:ext>
            </a:extLst>
          </p:cNvPr>
          <p:cNvSpPr>
            <a:spLocks xmlns:a="http://schemas.openxmlformats.org/drawingml/2006/main" noGrp="1"/>
          </p:cNvSpPr>
          <p:nvPr/>
        </p:nvSpPr>
        <p:spPr>
          <a:xfrm xmlns:a="http://schemas.openxmlformats.org/drawingml/2006/main" rot="0">
            <a:off x="6846114" y="5331570"/>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98" name="Editable chart path">
            <a:extLst xmlns:a="http://schemas.openxmlformats.org/drawingml/2006/main">
              <a:ext uri="{FF2B5EF4-FFF2-40B4-BE49-F238E27FC236}">
                <a16:creationId xmlns:a16="http://schemas.microsoft.com/office/drawing/2014/main" id="{EF963556-083C-4A0B-A868-8E844006B82F}"/>
              </a:ext>
            </a:extLst>
          </p:cNvPr>
          <p:cNvSpPr>
            <a:spLocks xmlns:a="http://schemas.openxmlformats.org/drawingml/2006/main" noGrp="1"/>
          </p:cNvSpPr>
          <p:nvPr/>
        </p:nvSpPr>
        <p:spPr>
          <a:xfrm xmlns:a="http://schemas.openxmlformats.org/drawingml/2006/main">
            <a:off x="7968466" y="5268256"/>
            <a:ext cx="95" cy="4721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99" name="">
            <a:extLst xmlns:a="http://schemas.openxmlformats.org/drawingml/2006/main">
              <a:ext uri="{FF2B5EF4-FFF2-40B4-BE49-F238E27FC236}">
                <a16:creationId xmlns:a16="http://schemas.microsoft.com/office/drawing/2014/main" id="{B24FE904-D0E3-4D43-9339-351C18181980}"/>
              </a:ext>
            </a:extLst>
          </p:cNvPr>
          <p:cNvSpPr>
            <a:spLocks xmlns:a="http://schemas.openxmlformats.org/drawingml/2006/main" noGrp="1"/>
          </p:cNvSpPr>
          <p:nvPr/>
        </p:nvSpPr>
        <p:spPr>
          <a:xfrm xmlns:a="http://schemas.openxmlformats.org/drawingml/2006/main" rot="0">
            <a:off x="7858606" y="5331570"/>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100" name="Editable chart path">
            <a:extLst xmlns:a="http://schemas.openxmlformats.org/drawingml/2006/main">
              <a:ext uri="{FF2B5EF4-FFF2-40B4-BE49-F238E27FC236}">
                <a16:creationId xmlns:a16="http://schemas.microsoft.com/office/drawing/2014/main" id="{B88EEB48-0F25-403F-99EB-1515186044A7}"/>
              </a:ext>
            </a:extLst>
          </p:cNvPr>
          <p:cNvSpPr>
            <a:spLocks xmlns:a="http://schemas.openxmlformats.org/drawingml/2006/main" noGrp="1"/>
          </p:cNvSpPr>
          <p:nvPr/>
        </p:nvSpPr>
        <p:spPr>
          <a:xfrm xmlns:a="http://schemas.openxmlformats.org/drawingml/2006/main">
            <a:off x="8963450" y="5268256"/>
            <a:ext cx="95" cy="4721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01" name="">
            <a:extLst xmlns:a="http://schemas.openxmlformats.org/drawingml/2006/main">
              <a:ext uri="{FF2B5EF4-FFF2-40B4-BE49-F238E27FC236}">
                <a16:creationId xmlns:a16="http://schemas.microsoft.com/office/drawing/2014/main" id="{0F03F1A5-77C6-46B7-A1FE-F1F4B748E591}"/>
              </a:ext>
            </a:extLst>
          </p:cNvPr>
          <p:cNvSpPr>
            <a:spLocks xmlns:a="http://schemas.openxmlformats.org/drawingml/2006/main" noGrp="1"/>
          </p:cNvSpPr>
          <p:nvPr/>
        </p:nvSpPr>
        <p:spPr>
          <a:xfrm xmlns:a="http://schemas.openxmlformats.org/drawingml/2006/main" rot="0">
            <a:off x="8853895" y="5331570"/>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102" name="Editable chart path">
            <a:extLst xmlns:a="http://schemas.openxmlformats.org/drawingml/2006/main">
              <a:ext uri="{FF2B5EF4-FFF2-40B4-BE49-F238E27FC236}">
                <a16:creationId xmlns:a16="http://schemas.microsoft.com/office/drawing/2014/main" id="{7BE3BB89-3025-43BE-8D13-964E6C99377D}"/>
              </a:ext>
            </a:extLst>
          </p:cNvPr>
          <p:cNvSpPr>
            <a:spLocks xmlns:a="http://schemas.openxmlformats.org/drawingml/2006/main" noGrp="1"/>
          </p:cNvSpPr>
          <p:nvPr/>
        </p:nvSpPr>
        <p:spPr>
          <a:xfrm xmlns:a="http://schemas.openxmlformats.org/drawingml/2006/main">
            <a:off x="9958435" y="5268256"/>
            <a:ext cx="95" cy="4721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03" name="">
            <a:extLst xmlns:a="http://schemas.openxmlformats.org/drawingml/2006/main">
              <a:ext uri="{FF2B5EF4-FFF2-40B4-BE49-F238E27FC236}">
                <a16:creationId xmlns:a16="http://schemas.microsoft.com/office/drawing/2014/main" id="{0F05EEBC-D294-4E30-B43B-F7E262B82EFF}"/>
              </a:ext>
            </a:extLst>
          </p:cNvPr>
          <p:cNvSpPr>
            <a:spLocks xmlns:a="http://schemas.openxmlformats.org/drawingml/2006/main" noGrp="1"/>
          </p:cNvSpPr>
          <p:nvPr/>
        </p:nvSpPr>
        <p:spPr>
          <a:xfrm xmlns:a="http://schemas.openxmlformats.org/drawingml/2006/main" rot="0">
            <a:off x="9870912" y="5331570"/>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104" name="Editable chart path">
            <a:extLst xmlns:a="http://schemas.openxmlformats.org/drawingml/2006/main">
              <a:ext uri="{FF2B5EF4-FFF2-40B4-BE49-F238E27FC236}">
                <a16:creationId xmlns:a16="http://schemas.microsoft.com/office/drawing/2014/main" id="{7A15DEA5-546E-4CCF-955E-A50D67560FA1}"/>
              </a:ext>
            </a:extLst>
          </p:cNvPr>
          <p:cNvSpPr>
            <a:spLocks xmlns:a="http://schemas.openxmlformats.org/drawingml/2006/main" noGrp="1"/>
          </p:cNvSpPr>
          <p:nvPr/>
        </p:nvSpPr>
        <p:spPr>
          <a:xfrm xmlns:a="http://schemas.openxmlformats.org/drawingml/2006/main">
            <a:off x="10953419" y="5268256"/>
            <a:ext cx="95" cy="4721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05" name="">
            <a:extLst xmlns:a="http://schemas.openxmlformats.org/drawingml/2006/main">
              <a:ext uri="{FF2B5EF4-FFF2-40B4-BE49-F238E27FC236}">
                <a16:creationId xmlns:a16="http://schemas.microsoft.com/office/drawing/2014/main" id="{386ED8E3-0D93-4B88-880A-74663C39C9D5}"/>
              </a:ext>
            </a:extLst>
          </p:cNvPr>
          <p:cNvSpPr>
            <a:spLocks xmlns:a="http://schemas.openxmlformats.org/drawingml/2006/main" noGrp="1"/>
          </p:cNvSpPr>
          <p:nvPr/>
        </p:nvSpPr>
        <p:spPr>
          <a:xfrm xmlns:a="http://schemas.openxmlformats.org/drawingml/2006/main" rot="0">
            <a:off x="10904681" y="533157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06" name="">
            <a:extLst xmlns:a="http://schemas.openxmlformats.org/drawingml/2006/main">
              <a:ext uri="{FF2B5EF4-FFF2-40B4-BE49-F238E27FC236}">
                <a16:creationId xmlns:a16="http://schemas.microsoft.com/office/drawing/2014/main" id="{D8440212-7EE5-41EE-97DF-2F1AE7B7BF93}"/>
              </a:ext>
            </a:extLst>
          </p:cNvPr>
          <p:cNvSpPr>
            <a:spLocks xmlns:a="http://schemas.openxmlformats.org/drawingml/2006/main" noGrp="1"/>
          </p:cNvSpPr>
          <p:nvPr/>
        </p:nvSpPr>
        <p:spPr>
          <a:xfrm xmlns:a="http://schemas.openxmlformats.org/drawingml/2006/main" rot="0">
            <a:off x="7199559" y="5526991"/>
            <a:ext cx="299094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 rain vs dry, % change in vacant taxis</a:t>
            </a:r>
          </a:p>
        </p:txBody>
      </p:sp>
      <p:sp>
        <p:nvSpPr>
          <p:cNvPr id="107" name="Editable chart path">
            <a:extLst xmlns:a="http://schemas.openxmlformats.org/drawingml/2006/main">
              <a:ext uri="{FF2B5EF4-FFF2-40B4-BE49-F238E27FC236}">
                <a16:creationId xmlns:a16="http://schemas.microsoft.com/office/drawing/2014/main" id="{BD0AA554-0486-44D5-A8E4-C84B2277D8A0}"/>
              </a:ext>
            </a:extLst>
          </p:cNvPr>
          <p:cNvSpPr>
            <a:spLocks xmlns:a="http://schemas.openxmlformats.org/drawingml/2006/main" noGrp="1"/>
          </p:cNvSpPr>
          <p:nvPr/>
        </p:nvSpPr>
        <p:spPr>
          <a:xfrm xmlns:a="http://schemas.openxmlformats.org/drawingml/2006/main">
            <a:off x="6435621" y="2512478"/>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8095">
            <a:solidFill>
              <a:srgbClr val="E4EAF4"/>
            </a:solidFill>
            <a:prstDash val="solid"/>
          </a:ln>
        </p:spPr>
      </p:sp>
      <p:sp>
        <p:nvSpPr>
          <p:cNvPr id="108" name="Editable chart path">
            <a:extLst xmlns:a="http://schemas.openxmlformats.org/drawingml/2006/main">
              <a:ext uri="{FF2B5EF4-FFF2-40B4-BE49-F238E27FC236}">
                <a16:creationId xmlns:a16="http://schemas.microsoft.com/office/drawing/2014/main" id="{D48BAE7E-652F-497D-BFA3-8523687C5D0C}"/>
              </a:ext>
            </a:extLst>
          </p:cNvPr>
          <p:cNvSpPr>
            <a:spLocks xmlns:a="http://schemas.openxmlformats.org/drawingml/2006/main" noGrp="1"/>
          </p:cNvSpPr>
          <p:nvPr/>
        </p:nvSpPr>
        <p:spPr>
          <a:xfrm xmlns:a="http://schemas.openxmlformats.org/drawingml/2006/main">
            <a:off x="6388401" y="2512478"/>
            <a:ext cx="4721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09" name="Editable chart path">
            <a:extLst xmlns:a="http://schemas.openxmlformats.org/drawingml/2006/main">
              <a:ext uri="{FF2B5EF4-FFF2-40B4-BE49-F238E27FC236}">
                <a16:creationId xmlns:a16="http://schemas.microsoft.com/office/drawing/2014/main" id="{EB1AA256-3C88-49C9-9F33-2138EA59A4D9}"/>
              </a:ext>
            </a:extLst>
          </p:cNvPr>
          <p:cNvSpPr>
            <a:spLocks xmlns:a="http://schemas.openxmlformats.org/drawingml/2006/main" noGrp="1"/>
          </p:cNvSpPr>
          <p:nvPr/>
        </p:nvSpPr>
        <p:spPr>
          <a:xfrm xmlns:a="http://schemas.openxmlformats.org/drawingml/2006/main">
            <a:off x="6435621" y="2840546"/>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8095">
            <a:solidFill>
              <a:srgbClr val="E4EAF4"/>
            </a:solidFill>
            <a:prstDash val="solid"/>
          </a:ln>
        </p:spPr>
      </p:sp>
      <p:sp>
        <p:nvSpPr>
          <p:cNvPr id="110" name="Editable chart path">
            <a:extLst xmlns:a="http://schemas.openxmlformats.org/drawingml/2006/main">
              <a:ext uri="{FF2B5EF4-FFF2-40B4-BE49-F238E27FC236}">
                <a16:creationId xmlns:a16="http://schemas.microsoft.com/office/drawing/2014/main" id="{26915A46-7A91-4C3B-8FEA-65DCFAD92896}"/>
              </a:ext>
            </a:extLst>
          </p:cNvPr>
          <p:cNvSpPr>
            <a:spLocks xmlns:a="http://schemas.openxmlformats.org/drawingml/2006/main" noGrp="1"/>
          </p:cNvSpPr>
          <p:nvPr/>
        </p:nvSpPr>
        <p:spPr>
          <a:xfrm xmlns:a="http://schemas.openxmlformats.org/drawingml/2006/main">
            <a:off x="6388401" y="2840546"/>
            <a:ext cx="4721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11" name="Editable chart path">
            <a:extLst xmlns:a="http://schemas.openxmlformats.org/drawingml/2006/main">
              <a:ext uri="{FF2B5EF4-FFF2-40B4-BE49-F238E27FC236}">
                <a16:creationId xmlns:a16="http://schemas.microsoft.com/office/drawing/2014/main" id="{0B15C692-184F-417E-85BD-6C2D066DF9DA}"/>
              </a:ext>
            </a:extLst>
          </p:cNvPr>
          <p:cNvSpPr>
            <a:spLocks xmlns:a="http://schemas.openxmlformats.org/drawingml/2006/main" noGrp="1"/>
          </p:cNvSpPr>
          <p:nvPr/>
        </p:nvSpPr>
        <p:spPr>
          <a:xfrm xmlns:a="http://schemas.openxmlformats.org/drawingml/2006/main">
            <a:off x="6435621" y="3168615"/>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8095">
            <a:solidFill>
              <a:srgbClr val="E4EAF4"/>
            </a:solidFill>
            <a:prstDash val="solid"/>
          </a:ln>
        </p:spPr>
      </p:sp>
      <p:sp>
        <p:nvSpPr>
          <p:cNvPr id="112" name="Editable chart path">
            <a:extLst xmlns:a="http://schemas.openxmlformats.org/drawingml/2006/main">
              <a:ext uri="{FF2B5EF4-FFF2-40B4-BE49-F238E27FC236}">
                <a16:creationId xmlns:a16="http://schemas.microsoft.com/office/drawing/2014/main" id="{181C4F69-B18C-49A3-B36C-526F6FE814B0}"/>
              </a:ext>
            </a:extLst>
          </p:cNvPr>
          <p:cNvSpPr>
            <a:spLocks xmlns:a="http://schemas.openxmlformats.org/drawingml/2006/main" noGrp="1"/>
          </p:cNvSpPr>
          <p:nvPr/>
        </p:nvSpPr>
        <p:spPr>
          <a:xfrm xmlns:a="http://schemas.openxmlformats.org/drawingml/2006/main">
            <a:off x="6388401" y="3168615"/>
            <a:ext cx="4721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13" name="Editable chart path">
            <a:extLst xmlns:a="http://schemas.openxmlformats.org/drawingml/2006/main">
              <a:ext uri="{FF2B5EF4-FFF2-40B4-BE49-F238E27FC236}">
                <a16:creationId xmlns:a16="http://schemas.microsoft.com/office/drawing/2014/main" id="{85EFED56-FB82-4D20-AFE2-0835D149180A}"/>
              </a:ext>
            </a:extLst>
          </p:cNvPr>
          <p:cNvSpPr>
            <a:spLocks xmlns:a="http://schemas.openxmlformats.org/drawingml/2006/main" noGrp="1"/>
          </p:cNvSpPr>
          <p:nvPr/>
        </p:nvSpPr>
        <p:spPr>
          <a:xfrm xmlns:a="http://schemas.openxmlformats.org/drawingml/2006/main">
            <a:off x="6435621" y="3496684"/>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8095">
            <a:solidFill>
              <a:srgbClr val="E4EAF4"/>
            </a:solidFill>
            <a:prstDash val="solid"/>
          </a:ln>
        </p:spPr>
      </p:sp>
      <p:sp>
        <p:nvSpPr>
          <p:cNvPr id="114" name="Editable chart path">
            <a:extLst xmlns:a="http://schemas.openxmlformats.org/drawingml/2006/main">
              <a:ext uri="{FF2B5EF4-FFF2-40B4-BE49-F238E27FC236}">
                <a16:creationId xmlns:a16="http://schemas.microsoft.com/office/drawing/2014/main" id="{5B6927E8-3D25-4A4A-95BF-FDD86956AA9E}"/>
              </a:ext>
            </a:extLst>
          </p:cNvPr>
          <p:cNvSpPr>
            <a:spLocks xmlns:a="http://schemas.openxmlformats.org/drawingml/2006/main" noGrp="1"/>
          </p:cNvSpPr>
          <p:nvPr/>
        </p:nvSpPr>
        <p:spPr>
          <a:xfrm xmlns:a="http://schemas.openxmlformats.org/drawingml/2006/main">
            <a:off x="6388401" y="3496684"/>
            <a:ext cx="4721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15" name="Editable chart path">
            <a:extLst xmlns:a="http://schemas.openxmlformats.org/drawingml/2006/main">
              <a:ext uri="{FF2B5EF4-FFF2-40B4-BE49-F238E27FC236}">
                <a16:creationId xmlns:a16="http://schemas.microsoft.com/office/drawing/2014/main" id="{510E9382-AD90-4020-AEF9-18C09A702066}"/>
              </a:ext>
            </a:extLst>
          </p:cNvPr>
          <p:cNvSpPr>
            <a:spLocks xmlns:a="http://schemas.openxmlformats.org/drawingml/2006/main" noGrp="1"/>
          </p:cNvSpPr>
          <p:nvPr/>
        </p:nvSpPr>
        <p:spPr>
          <a:xfrm xmlns:a="http://schemas.openxmlformats.org/drawingml/2006/main">
            <a:off x="6435621" y="3824753"/>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8095">
            <a:solidFill>
              <a:srgbClr val="E4EAF4"/>
            </a:solidFill>
            <a:prstDash val="solid"/>
          </a:ln>
        </p:spPr>
      </p:sp>
      <p:sp>
        <p:nvSpPr>
          <p:cNvPr id="116" name="Editable chart path">
            <a:extLst xmlns:a="http://schemas.openxmlformats.org/drawingml/2006/main">
              <a:ext uri="{FF2B5EF4-FFF2-40B4-BE49-F238E27FC236}">
                <a16:creationId xmlns:a16="http://schemas.microsoft.com/office/drawing/2014/main" id="{FC5B8FC2-A32F-4B52-9B7E-9927C2084D55}"/>
              </a:ext>
            </a:extLst>
          </p:cNvPr>
          <p:cNvSpPr>
            <a:spLocks xmlns:a="http://schemas.openxmlformats.org/drawingml/2006/main" noGrp="1"/>
          </p:cNvSpPr>
          <p:nvPr/>
        </p:nvSpPr>
        <p:spPr>
          <a:xfrm xmlns:a="http://schemas.openxmlformats.org/drawingml/2006/main">
            <a:off x="6388401" y="3824753"/>
            <a:ext cx="4721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17" name="Editable chart path">
            <a:extLst xmlns:a="http://schemas.openxmlformats.org/drawingml/2006/main">
              <a:ext uri="{FF2B5EF4-FFF2-40B4-BE49-F238E27FC236}">
                <a16:creationId xmlns:a16="http://schemas.microsoft.com/office/drawing/2014/main" id="{62575886-C8DA-4AB8-9760-0AD2BD306A99}"/>
              </a:ext>
            </a:extLst>
          </p:cNvPr>
          <p:cNvSpPr>
            <a:spLocks xmlns:a="http://schemas.openxmlformats.org/drawingml/2006/main" noGrp="1"/>
          </p:cNvSpPr>
          <p:nvPr/>
        </p:nvSpPr>
        <p:spPr>
          <a:xfrm xmlns:a="http://schemas.openxmlformats.org/drawingml/2006/main">
            <a:off x="6435621" y="4152822"/>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8095">
            <a:solidFill>
              <a:srgbClr val="E4EAF4"/>
            </a:solidFill>
            <a:prstDash val="solid"/>
          </a:ln>
        </p:spPr>
      </p:sp>
      <p:sp>
        <p:nvSpPr>
          <p:cNvPr id="118" name="Editable chart path">
            <a:extLst xmlns:a="http://schemas.openxmlformats.org/drawingml/2006/main">
              <a:ext uri="{FF2B5EF4-FFF2-40B4-BE49-F238E27FC236}">
                <a16:creationId xmlns:a16="http://schemas.microsoft.com/office/drawing/2014/main" id="{F6B48143-8058-4816-A3B1-B84E46BE7EAD}"/>
              </a:ext>
            </a:extLst>
          </p:cNvPr>
          <p:cNvSpPr>
            <a:spLocks xmlns:a="http://schemas.openxmlformats.org/drawingml/2006/main" noGrp="1"/>
          </p:cNvSpPr>
          <p:nvPr/>
        </p:nvSpPr>
        <p:spPr>
          <a:xfrm xmlns:a="http://schemas.openxmlformats.org/drawingml/2006/main">
            <a:off x="6388401" y="4152822"/>
            <a:ext cx="4721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19" name="Editable chart path">
            <a:extLst xmlns:a="http://schemas.openxmlformats.org/drawingml/2006/main">
              <a:ext uri="{FF2B5EF4-FFF2-40B4-BE49-F238E27FC236}">
                <a16:creationId xmlns:a16="http://schemas.microsoft.com/office/drawing/2014/main" id="{996EE2E8-6301-4088-B843-2997D5E36261}"/>
              </a:ext>
            </a:extLst>
          </p:cNvPr>
          <p:cNvSpPr>
            <a:spLocks xmlns:a="http://schemas.openxmlformats.org/drawingml/2006/main" noGrp="1"/>
          </p:cNvSpPr>
          <p:nvPr/>
        </p:nvSpPr>
        <p:spPr>
          <a:xfrm xmlns:a="http://schemas.openxmlformats.org/drawingml/2006/main">
            <a:off x="6435621" y="4480891"/>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8095">
            <a:solidFill>
              <a:srgbClr val="E4EAF4"/>
            </a:solidFill>
            <a:prstDash val="solid"/>
          </a:ln>
        </p:spPr>
      </p:sp>
      <p:sp>
        <p:nvSpPr>
          <p:cNvPr id="120" name="Editable chart path">
            <a:extLst xmlns:a="http://schemas.openxmlformats.org/drawingml/2006/main">
              <a:ext uri="{FF2B5EF4-FFF2-40B4-BE49-F238E27FC236}">
                <a16:creationId xmlns:a16="http://schemas.microsoft.com/office/drawing/2014/main" id="{C8F16303-6512-4870-9EE8-B0D4F73E4D8E}"/>
              </a:ext>
            </a:extLst>
          </p:cNvPr>
          <p:cNvSpPr>
            <a:spLocks xmlns:a="http://schemas.openxmlformats.org/drawingml/2006/main" noGrp="1"/>
          </p:cNvSpPr>
          <p:nvPr/>
        </p:nvSpPr>
        <p:spPr>
          <a:xfrm xmlns:a="http://schemas.openxmlformats.org/drawingml/2006/main">
            <a:off x="6388401" y="4480891"/>
            <a:ext cx="4721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21" name="Editable chart path">
            <a:extLst xmlns:a="http://schemas.openxmlformats.org/drawingml/2006/main">
              <a:ext uri="{FF2B5EF4-FFF2-40B4-BE49-F238E27FC236}">
                <a16:creationId xmlns:a16="http://schemas.microsoft.com/office/drawing/2014/main" id="{3D0DBC17-DA6D-426D-B8F4-6A8CCB7E4931}"/>
              </a:ext>
            </a:extLst>
          </p:cNvPr>
          <p:cNvSpPr>
            <a:spLocks xmlns:a="http://schemas.openxmlformats.org/drawingml/2006/main" noGrp="1"/>
          </p:cNvSpPr>
          <p:nvPr/>
        </p:nvSpPr>
        <p:spPr>
          <a:xfrm xmlns:a="http://schemas.openxmlformats.org/drawingml/2006/main">
            <a:off x="6435621" y="4808959"/>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8095">
            <a:solidFill>
              <a:srgbClr val="E4EAF4"/>
            </a:solidFill>
            <a:prstDash val="solid"/>
          </a:ln>
        </p:spPr>
      </p:sp>
      <p:sp>
        <p:nvSpPr>
          <p:cNvPr id="122" name="Editable chart path">
            <a:extLst xmlns:a="http://schemas.openxmlformats.org/drawingml/2006/main">
              <a:ext uri="{FF2B5EF4-FFF2-40B4-BE49-F238E27FC236}">
                <a16:creationId xmlns:a16="http://schemas.microsoft.com/office/drawing/2014/main" id="{B91E508F-BD58-45BC-AAAF-C1090D956B43}"/>
              </a:ext>
            </a:extLst>
          </p:cNvPr>
          <p:cNvSpPr>
            <a:spLocks xmlns:a="http://schemas.openxmlformats.org/drawingml/2006/main" noGrp="1"/>
          </p:cNvSpPr>
          <p:nvPr/>
        </p:nvSpPr>
        <p:spPr>
          <a:xfrm xmlns:a="http://schemas.openxmlformats.org/drawingml/2006/main">
            <a:off x="6388401" y="4808959"/>
            <a:ext cx="4721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23" name="Editable chart path">
            <a:extLst xmlns:a="http://schemas.openxmlformats.org/drawingml/2006/main">
              <a:ext uri="{FF2B5EF4-FFF2-40B4-BE49-F238E27FC236}">
                <a16:creationId xmlns:a16="http://schemas.microsoft.com/office/drawing/2014/main" id="{4765697A-BC31-45EF-B4B3-6E1D3A43D0C4}"/>
              </a:ext>
            </a:extLst>
          </p:cNvPr>
          <p:cNvSpPr>
            <a:spLocks xmlns:a="http://schemas.openxmlformats.org/drawingml/2006/main" noGrp="1"/>
          </p:cNvSpPr>
          <p:nvPr/>
        </p:nvSpPr>
        <p:spPr>
          <a:xfrm xmlns:a="http://schemas.openxmlformats.org/drawingml/2006/main">
            <a:off x="6435621" y="5137028"/>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8095">
            <a:solidFill>
              <a:srgbClr val="E4EAF4"/>
            </a:solidFill>
            <a:prstDash val="solid"/>
          </a:ln>
        </p:spPr>
      </p:sp>
      <p:sp>
        <p:nvSpPr>
          <p:cNvPr id="124" name="Editable chart path">
            <a:extLst xmlns:a="http://schemas.openxmlformats.org/drawingml/2006/main">
              <a:ext uri="{FF2B5EF4-FFF2-40B4-BE49-F238E27FC236}">
                <a16:creationId xmlns:a16="http://schemas.microsoft.com/office/drawing/2014/main" id="{BBB94500-961C-4D33-A1C2-45206CFAF075}"/>
              </a:ext>
            </a:extLst>
          </p:cNvPr>
          <p:cNvSpPr>
            <a:spLocks xmlns:a="http://schemas.openxmlformats.org/drawingml/2006/main" noGrp="1"/>
          </p:cNvSpPr>
          <p:nvPr/>
        </p:nvSpPr>
        <p:spPr>
          <a:xfrm xmlns:a="http://schemas.openxmlformats.org/drawingml/2006/main">
            <a:off x="6388401" y="5137028"/>
            <a:ext cx="4721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793">
            <a:solidFill>
              <a:srgbClr val="5A6683"/>
            </a:solidFill>
            <a:prstDash val="solid"/>
          </a:ln>
        </p:spPr>
      </p:sp>
      <p:sp>
        <p:nvSpPr>
          <p:cNvPr id="125" name="Editable chart path">
            <a:extLst xmlns:a="http://schemas.openxmlformats.org/drawingml/2006/main">
              <a:ext uri="{FF2B5EF4-FFF2-40B4-BE49-F238E27FC236}">
                <a16:creationId xmlns:a16="http://schemas.microsoft.com/office/drawing/2014/main" id="{1DE196BF-DB2A-4301-B4E5-788B2C26090B}"/>
              </a:ext>
            </a:extLst>
          </p:cNvPr>
          <p:cNvSpPr>
            <a:spLocks xmlns:a="http://schemas.openxmlformats.org/drawingml/2006/main" noGrp="1"/>
          </p:cNvSpPr>
          <p:nvPr/>
        </p:nvSpPr>
        <p:spPr>
          <a:xfrm xmlns:a="http://schemas.openxmlformats.org/drawingml/2006/main">
            <a:off x="9593433" y="2512478"/>
            <a:ext cx="598472" cy="95"/>
          </a:xfrm>
          <a:custGeom xmlns:a="http://schemas.openxmlformats.org/drawingml/2006/main">
            <a:pathLst>
              <a:path w="422528" h="95">
                <a:moveTo>
                  <a:pt x="0" y="0"/>
                </a:moveTo>
                <a:lnTo>
                  <a:pt x="422528" y="0"/>
                </a:lnTo>
              </a:path>
            </a:pathLst>
          </a:custGeom>
          <a:noFill xmlns:a="http://schemas.openxmlformats.org/drawingml/2006/main"/>
          <a:ln xmlns:a="http://schemas.openxmlformats.org/drawingml/2006/main" w="20237">
            <a:solidFill>
              <a:srgbClr val="2C5EAA"/>
            </a:solidFill>
            <a:prstDash val="solid"/>
          </a:ln>
        </p:spPr>
      </p:sp>
      <p:sp>
        <p:nvSpPr>
          <p:cNvPr id="126" name="Editable chart path">
            <a:extLst xmlns:a="http://schemas.openxmlformats.org/drawingml/2006/main">
              <a:ext uri="{FF2B5EF4-FFF2-40B4-BE49-F238E27FC236}">
                <a16:creationId xmlns:a16="http://schemas.microsoft.com/office/drawing/2014/main" id="{A14460EB-88AE-4C70-96BC-B8EE5858A47A}"/>
              </a:ext>
            </a:extLst>
          </p:cNvPr>
          <p:cNvSpPr>
            <a:spLocks xmlns:a="http://schemas.openxmlformats.org/drawingml/2006/main" noGrp="1"/>
          </p:cNvSpPr>
          <p:nvPr/>
        </p:nvSpPr>
        <p:spPr>
          <a:xfrm xmlns:a="http://schemas.openxmlformats.org/drawingml/2006/main">
            <a:off x="9118722" y="2840546"/>
            <a:ext cx="853683" cy="95"/>
          </a:xfrm>
          <a:custGeom xmlns:a="http://schemas.openxmlformats.org/drawingml/2006/main">
            <a:pathLst>
              <a:path w="602710" h="95">
                <a:moveTo>
                  <a:pt x="0" y="0"/>
                </a:moveTo>
                <a:lnTo>
                  <a:pt x="602710" y="0"/>
                </a:lnTo>
              </a:path>
            </a:pathLst>
          </a:custGeom>
          <a:noFill xmlns:a="http://schemas.openxmlformats.org/drawingml/2006/main"/>
          <a:ln xmlns:a="http://schemas.openxmlformats.org/drawingml/2006/main" w="20237">
            <a:solidFill>
              <a:srgbClr val="2C5EAA"/>
            </a:solidFill>
            <a:prstDash val="solid"/>
          </a:ln>
        </p:spPr>
      </p:sp>
      <p:sp>
        <p:nvSpPr>
          <p:cNvPr id="127" name="Editable chart path">
            <a:extLst xmlns:a="http://schemas.openxmlformats.org/drawingml/2006/main">
              <a:ext uri="{FF2B5EF4-FFF2-40B4-BE49-F238E27FC236}">
                <a16:creationId xmlns:a16="http://schemas.microsoft.com/office/drawing/2014/main" id="{63799652-7F1D-446F-BC0C-4AFE34C48E21}"/>
              </a:ext>
            </a:extLst>
          </p:cNvPr>
          <p:cNvSpPr>
            <a:spLocks xmlns:a="http://schemas.openxmlformats.org/drawingml/2006/main" noGrp="1"/>
          </p:cNvSpPr>
          <p:nvPr/>
        </p:nvSpPr>
        <p:spPr>
          <a:xfrm xmlns:a="http://schemas.openxmlformats.org/drawingml/2006/main">
            <a:off x="9745015" y="3168615"/>
            <a:ext cx="506318" cy="95"/>
          </a:xfrm>
          <a:custGeom xmlns:a="http://schemas.openxmlformats.org/drawingml/2006/main">
            <a:pathLst>
              <a:path w="357467" h="95">
                <a:moveTo>
                  <a:pt x="0" y="0"/>
                </a:moveTo>
                <a:lnTo>
                  <a:pt x="357467" y="0"/>
                </a:lnTo>
              </a:path>
            </a:pathLst>
          </a:custGeom>
          <a:noFill xmlns:a="http://schemas.openxmlformats.org/drawingml/2006/main"/>
          <a:ln xmlns:a="http://schemas.openxmlformats.org/drawingml/2006/main" w="20237">
            <a:solidFill>
              <a:srgbClr val="2C5EAA"/>
            </a:solidFill>
            <a:prstDash val="solid"/>
          </a:ln>
        </p:spPr>
      </p:sp>
      <p:sp>
        <p:nvSpPr>
          <p:cNvPr id="128" name="Editable chart path">
            <a:extLst xmlns:a="http://schemas.openxmlformats.org/drawingml/2006/main">
              <a:ext uri="{FF2B5EF4-FFF2-40B4-BE49-F238E27FC236}">
                <a16:creationId xmlns:a16="http://schemas.microsoft.com/office/drawing/2014/main" id="{913A5CC9-8018-4B6D-B4BF-06A52AED1970}"/>
              </a:ext>
            </a:extLst>
          </p:cNvPr>
          <p:cNvSpPr>
            <a:spLocks xmlns:a="http://schemas.openxmlformats.org/drawingml/2006/main" noGrp="1"/>
          </p:cNvSpPr>
          <p:nvPr/>
        </p:nvSpPr>
        <p:spPr>
          <a:xfrm xmlns:a="http://schemas.openxmlformats.org/drawingml/2006/main">
            <a:off x="6641187" y="3496684"/>
            <a:ext cx="1629730" cy="95"/>
          </a:xfrm>
          <a:custGeom xmlns:a="http://schemas.openxmlformats.org/drawingml/2006/main">
            <a:pathLst>
              <a:path w="1150608" h="95">
                <a:moveTo>
                  <a:pt x="0" y="0"/>
                </a:moveTo>
                <a:lnTo>
                  <a:pt x="1150608" y="0"/>
                </a:lnTo>
              </a:path>
            </a:pathLst>
          </a:custGeom>
          <a:noFill xmlns:a="http://schemas.openxmlformats.org/drawingml/2006/main"/>
          <a:ln xmlns:a="http://schemas.openxmlformats.org/drawingml/2006/main" w="20237">
            <a:solidFill>
              <a:srgbClr val="2C5EAA"/>
            </a:solidFill>
            <a:prstDash val="solid"/>
          </a:ln>
        </p:spPr>
      </p:sp>
      <p:sp>
        <p:nvSpPr>
          <p:cNvPr id="129" name="Editable chart path">
            <a:extLst xmlns:a="http://schemas.openxmlformats.org/drawingml/2006/main">
              <a:ext uri="{FF2B5EF4-FFF2-40B4-BE49-F238E27FC236}">
                <a16:creationId xmlns:a16="http://schemas.microsoft.com/office/drawing/2014/main" id="{99D71C24-6396-467B-B87B-0A7361E7337F}"/>
              </a:ext>
            </a:extLst>
          </p:cNvPr>
          <p:cNvSpPr>
            <a:spLocks xmlns:a="http://schemas.openxmlformats.org/drawingml/2006/main" noGrp="1"/>
          </p:cNvSpPr>
          <p:nvPr/>
        </p:nvSpPr>
        <p:spPr>
          <a:xfrm xmlns:a="http://schemas.openxmlformats.org/drawingml/2006/main">
            <a:off x="9453468" y="3824753"/>
            <a:ext cx="615877" cy="95"/>
          </a:xfrm>
          <a:custGeom xmlns:a="http://schemas.openxmlformats.org/drawingml/2006/main">
            <a:pathLst>
              <a:path w="434816" h="95">
                <a:moveTo>
                  <a:pt x="0" y="0"/>
                </a:moveTo>
                <a:lnTo>
                  <a:pt x="434816" y="0"/>
                </a:lnTo>
              </a:path>
            </a:pathLst>
          </a:custGeom>
          <a:noFill xmlns:a="http://schemas.openxmlformats.org/drawingml/2006/main"/>
          <a:ln xmlns:a="http://schemas.openxmlformats.org/drawingml/2006/main" w="20237">
            <a:solidFill>
              <a:srgbClr val="2C5EAA"/>
            </a:solidFill>
            <a:prstDash val="solid"/>
          </a:ln>
        </p:spPr>
      </p:sp>
      <p:sp>
        <p:nvSpPr>
          <p:cNvPr id="130" name="Editable chart path">
            <a:extLst xmlns:a="http://schemas.openxmlformats.org/drawingml/2006/main">
              <a:ext uri="{FF2B5EF4-FFF2-40B4-BE49-F238E27FC236}">
                <a16:creationId xmlns:a16="http://schemas.microsoft.com/office/drawing/2014/main" id="{A3F0A782-5383-4CBF-A91F-D8117125702C}"/>
              </a:ext>
            </a:extLst>
          </p:cNvPr>
          <p:cNvSpPr>
            <a:spLocks xmlns:a="http://schemas.openxmlformats.org/drawingml/2006/main" noGrp="1"/>
          </p:cNvSpPr>
          <p:nvPr/>
        </p:nvSpPr>
        <p:spPr>
          <a:xfrm xmlns:a="http://schemas.openxmlformats.org/drawingml/2006/main">
            <a:off x="9562863" y="4152822"/>
            <a:ext cx="777056" cy="95"/>
          </a:xfrm>
          <a:custGeom xmlns:a="http://schemas.openxmlformats.org/drawingml/2006/main">
            <a:pathLst>
              <a:path w="548611" h="95">
                <a:moveTo>
                  <a:pt x="0" y="0"/>
                </a:moveTo>
                <a:lnTo>
                  <a:pt x="548611" y="0"/>
                </a:lnTo>
              </a:path>
            </a:pathLst>
          </a:custGeom>
          <a:noFill xmlns:a="http://schemas.openxmlformats.org/drawingml/2006/main"/>
          <a:ln xmlns:a="http://schemas.openxmlformats.org/drawingml/2006/main" w="20237">
            <a:solidFill>
              <a:srgbClr val="2C5EAA"/>
            </a:solidFill>
            <a:prstDash val="solid"/>
          </a:ln>
        </p:spPr>
      </p:sp>
      <p:sp>
        <p:nvSpPr>
          <p:cNvPr id="131" name="Editable chart path">
            <a:extLst xmlns:a="http://schemas.openxmlformats.org/drawingml/2006/main">
              <a:ext uri="{FF2B5EF4-FFF2-40B4-BE49-F238E27FC236}">
                <a16:creationId xmlns:a16="http://schemas.microsoft.com/office/drawing/2014/main" id="{6D00A8CF-2203-4FF5-A9F2-C20747E8DEC1}"/>
              </a:ext>
            </a:extLst>
          </p:cNvPr>
          <p:cNvSpPr>
            <a:spLocks xmlns:a="http://schemas.openxmlformats.org/drawingml/2006/main" noGrp="1"/>
          </p:cNvSpPr>
          <p:nvPr/>
        </p:nvSpPr>
        <p:spPr>
          <a:xfrm xmlns:a="http://schemas.openxmlformats.org/drawingml/2006/main">
            <a:off x="9734507" y="4480891"/>
            <a:ext cx="1018012" cy="95"/>
          </a:xfrm>
          <a:custGeom xmlns:a="http://schemas.openxmlformats.org/drawingml/2006/main">
            <a:pathLst>
              <a:path w="718729" h="95">
                <a:moveTo>
                  <a:pt x="0" y="0"/>
                </a:moveTo>
                <a:lnTo>
                  <a:pt x="718729" y="0"/>
                </a:lnTo>
              </a:path>
            </a:pathLst>
          </a:custGeom>
          <a:noFill xmlns:a="http://schemas.openxmlformats.org/drawingml/2006/main"/>
          <a:ln xmlns:a="http://schemas.openxmlformats.org/drawingml/2006/main" w="20237">
            <a:solidFill>
              <a:srgbClr val="2C5EAA"/>
            </a:solidFill>
            <a:prstDash val="solid"/>
          </a:ln>
        </p:spPr>
      </p:sp>
      <p:sp>
        <p:nvSpPr>
          <p:cNvPr id="132" name="Editable chart path">
            <a:extLst xmlns:a="http://schemas.openxmlformats.org/drawingml/2006/main">
              <a:ext uri="{FF2B5EF4-FFF2-40B4-BE49-F238E27FC236}">
                <a16:creationId xmlns:a16="http://schemas.microsoft.com/office/drawing/2014/main" id="{ACAD7478-5A78-43B4-AE07-362223BECB62}"/>
              </a:ext>
            </a:extLst>
          </p:cNvPr>
          <p:cNvSpPr>
            <a:spLocks xmlns:a="http://schemas.openxmlformats.org/drawingml/2006/main" noGrp="1"/>
          </p:cNvSpPr>
          <p:nvPr/>
        </p:nvSpPr>
        <p:spPr>
          <a:xfrm xmlns:a="http://schemas.openxmlformats.org/drawingml/2006/main">
            <a:off x="9493524" y="4808959"/>
            <a:ext cx="719485" cy="95"/>
          </a:xfrm>
          <a:custGeom xmlns:a="http://schemas.openxmlformats.org/drawingml/2006/main">
            <a:pathLst>
              <a:path w="507965" h="95">
                <a:moveTo>
                  <a:pt x="0" y="0"/>
                </a:moveTo>
                <a:lnTo>
                  <a:pt x="507965" y="0"/>
                </a:lnTo>
              </a:path>
            </a:pathLst>
          </a:custGeom>
          <a:noFill xmlns:a="http://schemas.openxmlformats.org/drawingml/2006/main"/>
          <a:ln xmlns:a="http://schemas.openxmlformats.org/drawingml/2006/main" w="20237">
            <a:solidFill>
              <a:srgbClr val="2C5EAA"/>
            </a:solidFill>
            <a:prstDash val="solid"/>
          </a:ln>
        </p:spPr>
      </p:sp>
      <p:sp>
        <p:nvSpPr>
          <p:cNvPr id="133" name="Editable chart path">
            <a:extLst xmlns:a="http://schemas.openxmlformats.org/drawingml/2006/main">
              <a:ext uri="{FF2B5EF4-FFF2-40B4-BE49-F238E27FC236}">
                <a16:creationId xmlns:a16="http://schemas.microsoft.com/office/drawing/2014/main" id="{C7DB3BC2-13F0-4DDA-A598-4F828D538963}"/>
              </a:ext>
            </a:extLst>
          </p:cNvPr>
          <p:cNvSpPr>
            <a:spLocks xmlns:a="http://schemas.openxmlformats.org/drawingml/2006/main" noGrp="1"/>
          </p:cNvSpPr>
          <p:nvPr/>
        </p:nvSpPr>
        <p:spPr>
          <a:xfrm xmlns:a="http://schemas.openxmlformats.org/drawingml/2006/main">
            <a:off x="9013358" y="5137028"/>
            <a:ext cx="823419" cy="95"/>
          </a:xfrm>
          <a:custGeom xmlns:a="http://schemas.openxmlformats.org/drawingml/2006/main">
            <a:pathLst>
              <a:path w="581343" h="95">
                <a:moveTo>
                  <a:pt x="0" y="0"/>
                </a:moveTo>
                <a:lnTo>
                  <a:pt x="581343" y="0"/>
                </a:lnTo>
              </a:path>
            </a:pathLst>
          </a:custGeom>
          <a:noFill xmlns:a="http://schemas.openxmlformats.org/drawingml/2006/main"/>
          <a:ln xmlns:a="http://schemas.openxmlformats.org/drawingml/2006/main" w="20237">
            <a:solidFill>
              <a:srgbClr val="2C5EAA"/>
            </a:solidFill>
            <a:prstDash val="solid"/>
          </a:ln>
        </p:spPr>
      </p:sp>
      <p:sp>
        <p:nvSpPr>
          <p:cNvPr id="134" name="Editable chart path">
            <a:extLst xmlns:a="http://schemas.openxmlformats.org/drawingml/2006/main">
              <a:ext uri="{FF2B5EF4-FFF2-40B4-BE49-F238E27FC236}">
                <a16:creationId xmlns:a16="http://schemas.microsoft.com/office/drawing/2014/main" id="{A4AA7910-6847-4CB1-9BED-CDBC4505A0DB}"/>
              </a:ext>
            </a:extLst>
          </p:cNvPr>
          <p:cNvSpPr>
            <a:spLocks xmlns:a="http://schemas.openxmlformats.org/drawingml/2006/main" noGrp="1"/>
          </p:cNvSpPr>
          <p:nvPr/>
        </p:nvSpPr>
        <p:spPr>
          <a:xfrm xmlns:a="http://schemas.openxmlformats.org/drawingml/2006/main">
            <a:off x="9593433" y="2485495"/>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35" name="Editable chart path">
            <a:extLst xmlns:a="http://schemas.openxmlformats.org/drawingml/2006/main">
              <a:ext uri="{FF2B5EF4-FFF2-40B4-BE49-F238E27FC236}">
                <a16:creationId xmlns:a16="http://schemas.microsoft.com/office/drawing/2014/main" id="{3BE04EA2-9400-480D-9F83-CE2313B43A74}"/>
              </a:ext>
            </a:extLst>
          </p:cNvPr>
          <p:cNvSpPr>
            <a:spLocks xmlns:a="http://schemas.openxmlformats.org/drawingml/2006/main" noGrp="1"/>
          </p:cNvSpPr>
          <p:nvPr/>
        </p:nvSpPr>
        <p:spPr>
          <a:xfrm xmlns:a="http://schemas.openxmlformats.org/drawingml/2006/main">
            <a:off x="9118722" y="2813564"/>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36" name="Editable chart path">
            <a:extLst xmlns:a="http://schemas.openxmlformats.org/drawingml/2006/main">
              <a:ext uri="{FF2B5EF4-FFF2-40B4-BE49-F238E27FC236}">
                <a16:creationId xmlns:a16="http://schemas.microsoft.com/office/drawing/2014/main" id="{3FE4428C-9E1A-4968-9458-AC5F95251462}"/>
              </a:ext>
            </a:extLst>
          </p:cNvPr>
          <p:cNvSpPr>
            <a:spLocks xmlns:a="http://schemas.openxmlformats.org/drawingml/2006/main" noGrp="1"/>
          </p:cNvSpPr>
          <p:nvPr/>
        </p:nvSpPr>
        <p:spPr>
          <a:xfrm xmlns:a="http://schemas.openxmlformats.org/drawingml/2006/main">
            <a:off x="9745015" y="3141633"/>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37" name="Editable chart path">
            <a:extLst xmlns:a="http://schemas.openxmlformats.org/drawingml/2006/main">
              <a:ext uri="{FF2B5EF4-FFF2-40B4-BE49-F238E27FC236}">
                <a16:creationId xmlns:a16="http://schemas.microsoft.com/office/drawing/2014/main" id="{A470FB18-758A-4E9F-A147-706A05FF1269}"/>
              </a:ext>
            </a:extLst>
          </p:cNvPr>
          <p:cNvSpPr>
            <a:spLocks xmlns:a="http://schemas.openxmlformats.org/drawingml/2006/main" noGrp="1"/>
          </p:cNvSpPr>
          <p:nvPr/>
        </p:nvSpPr>
        <p:spPr>
          <a:xfrm xmlns:a="http://schemas.openxmlformats.org/drawingml/2006/main">
            <a:off x="6641187" y="3469701"/>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38" name="Editable chart path">
            <a:extLst xmlns:a="http://schemas.openxmlformats.org/drawingml/2006/main">
              <a:ext uri="{FF2B5EF4-FFF2-40B4-BE49-F238E27FC236}">
                <a16:creationId xmlns:a16="http://schemas.microsoft.com/office/drawing/2014/main" id="{6DFFF12A-ABDC-4223-AE2C-1F61E97F7B0C}"/>
              </a:ext>
            </a:extLst>
          </p:cNvPr>
          <p:cNvSpPr>
            <a:spLocks xmlns:a="http://schemas.openxmlformats.org/drawingml/2006/main" noGrp="1"/>
          </p:cNvSpPr>
          <p:nvPr/>
        </p:nvSpPr>
        <p:spPr>
          <a:xfrm xmlns:a="http://schemas.openxmlformats.org/drawingml/2006/main">
            <a:off x="9453468" y="3797770"/>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39" name="Editable chart path">
            <a:extLst xmlns:a="http://schemas.openxmlformats.org/drawingml/2006/main">
              <a:ext uri="{FF2B5EF4-FFF2-40B4-BE49-F238E27FC236}">
                <a16:creationId xmlns:a16="http://schemas.microsoft.com/office/drawing/2014/main" id="{6334AD2D-4D16-4B1E-BEDB-405254BDEF90}"/>
              </a:ext>
            </a:extLst>
          </p:cNvPr>
          <p:cNvSpPr>
            <a:spLocks xmlns:a="http://schemas.openxmlformats.org/drawingml/2006/main" noGrp="1"/>
          </p:cNvSpPr>
          <p:nvPr/>
        </p:nvSpPr>
        <p:spPr>
          <a:xfrm xmlns:a="http://schemas.openxmlformats.org/drawingml/2006/main">
            <a:off x="9562863" y="4125839"/>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0" name="Editable chart path">
            <a:extLst xmlns:a="http://schemas.openxmlformats.org/drawingml/2006/main">
              <a:ext uri="{FF2B5EF4-FFF2-40B4-BE49-F238E27FC236}">
                <a16:creationId xmlns:a16="http://schemas.microsoft.com/office/drawing/2014/main" id="{F184895A-42F1-44B1-9E7F-CCDC3EF6AC33}"/>
              </a:ext>
            </a:extLst>
          </p:cNvPr>
          <p:cNvSpPr>
            <a:spLocks xmlns:a="http://schemas.openxmlformats.org/drawingml/2006/main" noGrp="1"/>
          </p:cNvSpPr>
          <p:nvPr/>
        </p:nvSpPr>
        <p:spPr>
          <a:xfrm xmlns:a="http://schemas.openxmlformats.org/drawingml/2006/main">
            <a:off x="9734507" y="4453908"/>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1" name="Editable chart path">
            <a:extLst xmlns:a="http://schemas.openxmlformats.org/drawingml/2006/main">
              <a:ext uri="{FF2B5EF4-FFF2-40B4-BE49-F238E27FC236}">
                <a16:creationId xmlns:a16="http://schemas.microsoft.com/office/drawing/2014/main" id="{AD839425-7C22-4717-A785-770391F5B7AC}"/>
              </a:ext>
            </a:extLst>
          </p:cNvPr>
          <p:cNvSpPr>
            <a:spLocks xmlns:a="http://schemas.openxmlformats.org/drawingml/2006/main" noGrp="1"/>
          </p:cNvSpPr>
          <p:nvPr/>
        </p:nvSpPr>
        <p:spPr>
          <a:xfrm xmlns:a="http://schemas.openxmlformats.org/drawingml/2006/main">
            <a:off x="9493524" y="4781977"/>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2" name="Editable chart path">
            <a:extLst xmlns:a="http://schemas.openxmlformats.org/drawingml/2006/main">
              <a:ext uri="{FF2B5EF4-FFF2-40B4-BE49-F238E27FC236}">
                <a16:creationId xmlns:a16="http://schemas.microsoft.com/office/drawing/2014/main" id="{22B4E7ED-4D38-44D4-96C5-77B618FAAEDF}"/>
              </a:ext>
            </a:extLst>
          </p:cNvPr>
          <p:cNvSpPr>
            <a:spLocks xmlns:a="http://schemas.openxmlformats.org/drawingml/2006/main" noGrp="1"/>
          </p:cNvSpPr>
          <p:nvPr/>
        </p:nvSpPr>
        <p:spPr>
          <a:xfrm xmlns:a="http://schemas.openxmlformats.org/drawingml/2006/main">
            <a:off x="9013358" y="5110046"/>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3" name="Editable chart path">
            <a:extLst xmlns:a="http://schemas.openxmlformats.org/drawingml/2006/main">
              <a:ext uri="{FF2B5EF4-FFF2-40B4-BE49-F238E27FC236}">
                <a16:creationId xmlns:a16="http://schemas.microsoft.com/office/drawing/2014/main" id="{948FCD77-F914-4207-88FF-97CE143B9132}"/>
              </a:ext>
            </a:extLst>
          </p:cNvPr>
          <p:cNvSpPr>
            <a:spLocks xmlns:a="http://schemas.openxmlformats.org/drawingml/2006/main" noGrp="1"/>
          </p:cNvSpPr>
          <p:nvPr/>
        </p:nvSpPr>
        <p:spPr>
          <a:xfrm xmlns:a="http://schemas.openxmlformats.org/drawingml/2006/main">
            <a:off x="10191904" y="2485495"/>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4" name="Editable chart path">
            <a:extLst xmlns:a="http://schemas.openxmlformats.org/drawingml/2006/main">
              <a:ext uri="{FF2B5EF4-FFF2-40B4-BE49-F238E27FC236}">
                <a16:creationId xmlns:a16="http://schemas.microsoft.com/office/drawing/2014/main" id="{92CC9B65-5E48-491F-B3DA-819C77164F1C}"/>
              </a:ext>
            </a:extLst>
          </p:cNvPr>
          <p:cNvSpPr>
            <a:spLocks xmlns:a="http://schemas.openxmlformats.org/drawingml/2006/main" noGrp="1"/>
          </p:cNvSpPr>
          <p:nvPr/>
        </p:nvSpPr>
        <p:spPr>
          <a:xfrm xmlns:a="http://schemas.openxmlformats.org/drawingml/2006/main">
            <a:off x="9972405" y="2813564"/>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5" name="Editable chart path">
            <a:extLst xmlns:a="http://schemas.openxmlformats.org/drawingml/2006/main">
              <a:ext uri="{FF2B5EF4-FFF2-40B4-BE49-F238E27FC236}">
                <a16:creationId xmlns:a16="http://schemas.microsoft.com/office/drawing/2014/main" id="{A8118033-6A0E-41D7-8B2E-F1EFD665DE14}"/>
              </a:ext>
            </a:extLst>
          </p:cNvPr>
          <p:cNvSpPr>
            <a:spLocks xmlns:a="http://schemas.openxmlformats.org/drawingml/2006/main" noGrp="1"/>
          </p:cNvSpPr>
          <p:nvPr/>
        </p:nvSpPr>
        <p:spPr>
          <a:xfrm xmlns:a="http://schemas.openxmlformats.org/drawingml/2006/main">
            <a:off x="10251334" y="3141633"/>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6" name="Editable chart path">
            <a:extLst xmlns:a="http://schemas.openxmlformats.org/drawingml/2006/main">
              <a:ext uri="{FF2B5EF4-FFF2-40B4-BE49-F238E27FC236}">
                <a16:creationId xmlns:a16="http://schemas.microsoft.com/office/drawing/2014/main" id="{97F3E5E2-F360-4453-A8AE-A1C79861FBA7}"/>
              </a:ext>
            </a:extLst>
          </p:cNvPr>
          <p:cNvSpPr>
            <a:spLocks xmlns:a="http://schemas.openxmlformats.org/drawingml/2006/main" noGrp="1"/>
          </p:cNvSpPr>
          <p:nvPr/>
        </p:nvSpPr>
        <p:spPr>
          <a:xfrm xmlns:a="http://schemas.openxmlformats.org/drawingml/2006/main">
            <a:off x="8270917" y="3469701"/>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7" name="Editable chart path">
            <a:extLst xmlns:a="http://schemas.openxmlformats.org/drawingml/2006/main">
              <a:ext uri="{FF2B5EF4-FFF2-40B4-BE49-F238E27FC236}">
                <a16:creationId xmlns:a16="http://schemas.microsoft.com/office/drawing/2014/main" id="{42587E06-49E6-4AF9-90C8-70E04B173130}"/>
              </a:ext>
            </a:extLst>
          </p:cNvPr>
          <p:cNvSpPr>
            <a:spLocks xmlns:a="http://schemas.openxmlformats.org/drawingml/2006/main" noGrp="1"/>
          </p:cNvSpPr>
          <p:nvPr/>
        </p:nvSpPr>
        <p:spPr>
          <a:xfrm xmlns:a="http://schemas.openxmlformats.org/drawingml/2006/main">
            <a:off x="10069345" y="3797770"/>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8" name="Editable chart path">
            <a:extLst xmlns:a="http://schemas.openxmlformats.org/drawingml/2006/main">
              <a:ext uri="{FF2B5EF4-FFF2-40B4-BE49-F238E27FC236}">
                <a16:creationId xmlns:a16="http://schemas.microsoft.com/office/drawing/2014/main" id="{499089A4-DE83-4E07-89E7-FC880FB1E72D}"/>
              </a:ext>
            </a:extLst>
          </p:cNvPr>
          <p:cNvSpPr>
            <a:spLocks xmlns:a="http://schemas.openxmlformats.org/drawingml/2006/main" noGrp="1"/>
          </p:cNvSpPr>
          <p:nvPr/>
        </p:nvSpPr>
        <p:spPr>
          <a:xfrm xmlns:a="http://schemas.openxmlformats.org/drawingml/2006/main">
            <a:off x="10339919" y="4125839"/>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49" name="Editable chart path">
            <a:extLst xmlns:a="http://schemas.openxmlformats.org/drawingml/2006/main">
              <a:ext uri="{FF2B5EF4-FFF2-40B4-BE49-F238E27FC236}">
                <a16:creationId xmlns:a16="http://schemas.microsoft.com/office/drawing/2014/main" id="{31F2A9CC-32EE-447A-B5B5-0DCBBAB8E987}"/>
              </a:ext>
            </a:extLst>
          </p:cNvPr>
          <p:cNvSpPr>
            <a:spLocks xmlns:a="http://schemas.openxmlformats.org/drawingml/2006/main" noGrp="1"/>
          </p:cNvSpPr>
          <p:nvPr/>
        </p:nvSpPr>
        <p:spPr>
          <a:xfrm xmlns:a="http://schemas.openxmlformats.org/drawingml/2006/main">
            <a:off x="10752519" y="4453908"/>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50" name="Editable chart path">
            <a:extLst xmlns:a="http://schemas.openxmlformats.org/drawingml/2006/main">
              <a:ext uri="{FF2B5EF4-FFF2-40B4-BE49-F238E27FC236}">
                <a16:creationId xmlns:a16="http://schemas.microsoft.com/office/drawing/2014/main" id="{4D09570E-9681-4DB5-83D3-8453558356AB}"/>
              </a:ext>
            </a:extLst>
          </p:cNvPr>
          <p:cNvSpPr>
            <a:spLocks xmlns:a="http://schemas.openxmlformats.org/drawingml/2006/main" noGrp="1"/>
          </p:cNvSpPr>
          <p:nvPr/>
        </p:nvSpPr>
        <p:spPr>
          <a:xfrm xmlns:a="http://schemas.openxmlformats.org/drawingml/2006/main">
            <a:off x="10213009" y="4781977"/>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51" name="Editable chart path">
            <a:extLst xmlns:a="http://schemas.openxmlformats.org/drawingml/2006/main">
              <a:ext uri="{FF2B5EF4-FFF2-40B4-BE49-F238E27FC236}">
                <a16:creationId xmlns:a16="http://schemas.microsoft.com/office/drawing/2014/main" id="{38EB3607-B37B-47FF-94F3-1C32AAE539C4}"/>
              </a:ext>
            </a:extLst>
          </p:cNvPr>
          <p:cNvSpPr>
            <a:spLocks xmlns:a="http://schemas.openxmlformats.org/drawingml/2006/main" noGrp="1"/>
          </p:cNvSpPr>
          <p:nvPr/>
        </p:nvSpPr>
        <p:spPr>
          <a:xfrm xmlns:a="http://schemas.openxmlformats.org/drawingml/2006/main">
            <a:off x="9836777" y="5110046"/>
            <a:ext cx="95" cy="53965"/>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3491">
            <a:solidFill>
              <a:srgbClr val="2C5EAA"/>
            </a:solidFill>
            <a:prstDash val="solid"/>
          </a:ln>
        </p:spPr>
      </p:sp>
      <p:sp>
        <p:nvSpPr>
          <p:cNvPr id="152" name="Editable chart path">
            <a:extLst xmlns:a="http://schemas.openxmlformats.org/drawingml/2006/main">
              <a:ext uri="{FF2B5EF4-FFF2-40B4-BE49-F238E27FC236}">
                <a16:creationId xmlns:a16="http://schemas.microsoft.com/office/drawing/2014/main" id="{582A272E-CEEA-4532-9DEF-145710A8DCD8}"/>
              </a:ext>
            </a:extLst>
          </p:cNvPr>
          <p:cNvSpPr>
            <a:spLocks xmlns:a="http://schemas.openxmlformats.org/drawingml/2006/main" noGrp="1"/>
          </p:cNvSpPr>
          <p:nvPr/>
        </p:nvSpPr>
        <p:spPr>
          <a:xfrm xmlns:a="http://schemas.openxmlformats.org/drawingml/2006/main">
            <a:off x="10953419" y="2381250"/>
            <a:ext cx="95" cy="2887006"/>
          </a:xfrm>
          <a:custGeom xmlns:a="http://schemas.openxmlformats.org/drawingml/2006/main">
            <a:pathLst>
              <a:path w="95" h="2038260">
                <a:moveTo>
                  <a:pt x="0" y="2038260"/>
                </a:moveTo>
                <a:lnTo>
                  <a:pt x="0" y="0"/>
                </a:lnTo>
              </a:path>
            </a:pathLst>
          </a:custGeom>
          <a:noFill xmlns:a="http://schemas.openxmlformats.org/drawingml/2006/main"/>
          <a:ln xmlns:a="http://schemas.openxmlformats.org/drawingml/2006/main" w="10793">
            <a:solidFill>
              <a:srgbClr val="5A6683"/>
            </a:solidFill>
            <a:prstDash val="solid"/>
          </a:ln>
        </p:spPr>
      </p:sp>
      <p:sp>
        <p:nvSpPr>
          <p:cNvPr id="153" name="Editable chart path">
            <a:extLst xmlns:a="http://schemas.openxmlformats.org/drawingml/2006/main">
              <a:ext uri="{FF2B5EF4-FFF2-40B4-BE49-F238E27FC236}">
                <a16:creationId xmlns:a16="http://schemas.microsoft.com/office/drawing/2014/main" id="{263CC237-95EC-4A7D-BDBB-A3498397E8DE}"/>
              </a:ext>
            </a:extLst>
          </p:cNvPr>
          <p:cNvSpPr>
            <a:spLocks xmlns:a="http://schemas.openxmlformats.org/drawingml/2006/main" noGrp="1"/>
          </p:cNvSpPr>
          <p:nvPr/>
        </p:nvSpPr>
        <p:spPr>
          <a:xfrm xmlns:a="http://schemas.openxmlformats.org/drawingml/2006/main">
            <a:off x="9856564" y="2478749"/>
            <a:ext cx="67456" cy="67456"/>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3491">
            <a:solidFill>
              <a:srgbClr val="2C5EAA"/>
            </a:solidFill>
            <a:prstDash val="solid"/>
          </a:ln>
        </p:spPr>
      </p:sp>
      <p:sp>
        <p:nvSpPr>
          <p:cNvPr id="154" name="Editable chart path">
            <a:extLst xmlns:a="http://schemas.openxmlformats.org/drawingml/2006/main">
              <a:ext uri="{FF2B5EF4-FFF2-40B4-BE49-F238E27FC236}">
                <a16:creationId xmlns:a16="http://schemas.microsoft.com/office/drawing/2014/main" id="{4F31CC17-2D20-4EFC-BFAC-7650BCCF017A}"/>
              </a:ext>
            </a:extLst>
          </p:cNvPr>
          <p:cNvSpPr>
            <a:spLocks xmlns:a="http://schemas.openxmlformats.org/drawingml/2006/main" noGrp="1"/>
          </p:cNvSpPr>
          <p:nvPr/>
        </p:nvSpPr>
        <p:spPr>
          <a:xfrm xmlns:a="http://schemas.openxmlformats.org/drawingml/2006/main">
            <a:off x="9506908" y="2806818"/>
            <a:ext cx="67456" cy="67456"/>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3491">
            <a:solidFill>
              <a:srgbClr val="2C5EAA"/>
            </a:solidFill>
            <a:prstDash val="solid"/>
          </a:ln>
        </p:spPr>
      </p:sp>
      <p:sp>
        <p:nvSpPr>
          <p:cNvPr id="155" name="Editable chart path">
            <a:extLst xmlns:a="http://schemas.openxmlformats.org/drawingml/2006/main">
              <a:ext uri="{FF2B5EF4-FFF2-40B4-BE49-F238E27FC236}">
                <a16:creationId xmlns:a16="http://schemas.microsoft.com/office/drawing/2014/main" id="{457FD56A-BC7A-4DBB-A316-9301DAD6BF6F}"/>
              </a:ext>
            </a:extLst>
          </p:cNvPr>
          <p:cNvSpPr>
            <a:spLocks xmlns:a="http://schemas.openxmlformats.org/drawingml/2006/main" noGrp="1"/>
          </p:cNvSpPr>
          <p:nvPr/>
        </p:nvSpPr>
        <p:spPr>
          <a:xfrm xmlns:a="http://schemas.openxmlformats.org/drawingml/2006/main">
            <a:off x="9962755" y="3134887"/>
            <a:ext cx="67456" cy="67456"/>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3491">
            <a:solidFill>
              <a:srgbClr val="2C5EAA"/>
            </a:solidFill>
            <a:prstDash val="solid"/>
          </a:ln>
        </p:spPr>
      </p:sp>
      <p:sp>
        <p:nvSpPr>
          <p:cNvPr id="156" name="Editable chart path">
            <a:extLst xmlns:a="http://schemas.openxmlformats.org/drawingml/2006/main">
              <a:ext uri="{FF2B5EF4-FFF2-40B4-BE49-F238E27FC236}">
                <a16:creationId xmlns:a16="http://schemas.microsoft.com/office/drawing/2014/main" id="{8CE2A4D4-FFC0-4065-B0F9-FE1B26310AF6}"/>
              </a:ext>
            </a:extLst>
          </p:cNvPr>
          <p:cNvSpPr>
            <a:spLocks xmlns:a="http://schemas.openxmlformats.org/drawingml/2006/main" noGrp="1"/>
          </p:cNvSpPr>
          <p:nvPr/>
        </p:nvSpPr>
        <p:spPr>
          <a:xfrm xmlns:a="http://schemas.openxmlformats.org/drawingml/2006/main">
            <a:off x="7402070" y="3462956"/>
            <a:ext cx="67456" cy="67456"/>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3491">
            <a:solidFill>
              <a:srgbClr val="2C5EAA"/>
            </a:solidFill>
            <a:prstDash val="solid"/>
          </a:ln>
        </p:spPr>
      </p:sp>
      <p:sp>
        <p:nvSpPr>
          <p:cNvPr id="157" name="Editable chart path">
            <a:extLst xmlns:a="http://schemas.openxmlformats.org/drawingml/2006/main">
              <a:ext uri="{FF2B5EF4-FFF2-40B4-BE49-F238E27FC236}">
                <a16:creationId xmlns:a16="http://schemas.microsoft.com/office/drawing/2014/main" id="{B8C04B97-C264-482E-A8D6-BB778E4E10C0}"/>
              </a:ext>
            </a:extLst>
          </p:cNvPr>
          <p:cNvSpPr>
            <a:spLocks xmlns:a="http://schemas.openxmlformats.org/drawingml/2006/main" noGrp="1"/>
          </p:cNvSpPr>
          <p:nvPr/>
        </p:nvSpPr>
        <p:spPr>
          <a:xfrm xmlns:a="http://schemas.openxmlformats.org/drawingml/2006/main">
            <a:off x="9725144" y="3791025"/>
            <a:ext cx="67456" cy="67456"/>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3491">
            <a:solidFill>
              <a:srgbClr val="2C5EAA"/>
            </a:solidFill>
            <a:prstDash val="solid"/>
          </a:ln>
        </p:spPr>
      </p:sp>
      <p:sp>
        <p:nvSpPr>
          <p:cNvPr id="158" name="Editable chart path">
            <a:extLst xmlns:a="http://schemas.openxmlformats.org/drawingml/2006/main">
              <a:ext uri="{FF2B5EF4-FFF2-40B4-BE49-F238E27FC236}">
                <a16:creationId xmlns:a16="http://schemas.microsoft.com/office/drawing/2014/main" id="{6F663D38-D1BF-4475-83D0-44234311B67A}"/>
              </a:ext>
            </a:extLst>
          </p:cNvPr>
          <p:cNvSpPr>
            <a:spLocks xmlns:a="http://schemas.openxmlformats.org/drawingml/2006/main" noGrp="1"/>
          </p:cNvSpPr>
          <p:nvPr/>
        </p:nvSpPr>
        <p:spPr>
          <a:xfrm xmlns:a="http://schemas.openxmlformats.org/drawingml/2006/main">
            <a:off x="9913669" y="4119093"/>
            <a:ext cx="67456" cy="67456"/>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3491">
            <a:solidFill>
              <a:srgbClr val="2C5EAA"/>
            </a:solidFill>
            <a:prstDash val="solid"/>
          </a:ln>
        </p:spPr>
      </p:sp>
      <p:sp>
        <p:nvSpPr>
          <p:cNvPr id="159" name="Editable chart path">
            <a:extLst xmlns:a="http://schemas.openxmlformats.org/drawingml/2006/main">
              <a:ext uri="{FF2B5EF4-FFF2-40B4-BE49-F238E27FC236}">
                <a16:creationId xmlns:a16="http://schemas.microsoft.com/office/drawing/2014/main" id="{EF460C77-C47A-411C-8A73-73A742716600}"/>
              </a:ext>
            </a:extLst>
          </p:cNvPr>
          <p:cNvSpPr>
            <a:spLocks xmlns:a="http://schemas.openxmlformats.org/drawingml/2006/main" noGrp="1"/>
          </p:cNvSpPr>
          <p:nvPr/>
        </p:nvSpPr>
        <p:spPr>
          <a:xfrm xmlns:a="http://schemas.openxmlformats.org/drawingml/2006/main">
            <a:off x="10203033" y="4447162"/>
            <a:ext cx="67456" cy="67456"/>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3491">
            <a:solidFill>
              <a:srgbClr val="2C5EAA"/>
            </a:solidFill>
            <a:prstDash val="solid"/>
          </a:ln>
        </p:spPr>
      </p:sp>
      <p:sp>
        <p:nvSpPr>
          <p:cNvPr id="160" name="Editable chart path">
            <a:extLst xmlns:a="http://schemas.openxmlformats.org/drawingml/2006/main">
              <a:ext uri="{FF2B5EF4-FFF2-40B4-BE49-F238E27FC236}">
                <a16:creationId xmlns:a16="http://schemas.microsoft.com/office/drawing/2014/main" id="{8A6050C3-33FD-4244-9731-0272C859FF48}"/>
              </a:ext>
            </a:extLst>
          </p:cNvPr>
          <p:cNvSpPr>
            <a:spLocks xmlns:a="http://schemas.openxmlformats.org/drawingml/2006/main" noGrp="1"/>
          </p:cNvSpPr>
          <p:nvPr/>
        </p:nvSpPr>
        <p:spPr>
          <a:xfrm xmlns:a="http://schemas.openxmlformats.org/drawingml/2006/main">
            <a:off x="9816096" y="4775231"/>
            <a:ext cx="67456" cy="67456"/>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3491">
            <a:solidFill>
              <a:srgbClr val="2C5EAA"/>
            </a:solidFill>
            <a:prstDash val="solid"/>
          </a:ln>
        </p:spPr>
      </p:sp>
      <p:sp>
        <p:nvSpPr>
          <p:cNvPr id="161" name="Editable chart path">
            <a:extLst xmlns:a="http://schemas.openxmlformats.org/drawingml/2006/main">
              <a:ext uri="{FF2B5EF4-FFF2-40B4-BE49-F238E27FC236}">
                <a16:creationId xmlns:a16="http://schemas.microsoft.com/office/drawing/2014/main" id="{0EBF981B-3B96-4B26-84D6-7B347EA30FBB}"/>
              </a:ext>
            </a:extLst>
          </p:cNvPr>
          <p:cNvSpPr>
            <a:spLocks xmlns:a="http://schemas.openxmlformats.org/drawingml/2006/main" noGrp="1"/>
          </p:cNvSpPr>
          <p:nvPr/>
        </p:nvSpPr>
        <p:spPr>
          <a:xfrm xmlns:a="http://schemas.openxmlformats.org/drawingml/2006/main">
            <a:off x="9386726" y="5103300"/>
            <a:ext cx="67456" cy="67456"/>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3491">
            <a:solidFill>
              <a:srgbClr val="2C5EAA"/>
            </a:solidFill>
            <a:prstDash val="solid"/>
          </a:ln>
        </p:spPr>
      </p:sp>
      <p:sp>
        <p:nvSpPr>
          <p:cNvPr id="162" name="Editable chart path">
            <a:extLst xmlns:a="http://schemas.openxmlformats.org/drawingml/2006/main">
              <a:ext uri="{FF2B5EF4-FFF2-40B4-BE49-F238E27FC236}">
                <a16:creationId xmlns:a16="http://schemas.microsoft.com/office/drawing/2014/main" id="{78F239BE-A005-4BE4-B0EA-A7E8B8921FDB}"/>
              </a:ext>
            </a:extLst>
          </p:cNvPr>
          <p:cNvSpPr>
            <a:spLocks xmlns:a="http://schemas.openxmlformats.org/drawingml/2006/main" noGrp="1"/>
          </p:cNvSpPr>
          <p:nvPr/>
        </p:nvSpPr>
        <p:spPr>
          <a:xfrm xmlns:a="http://schemas.openxmlformats.org/drawingml/2006/main">
            <a:off x="6435621" y="2381250"/>
            <a:ext cx="95" cy="2887006"/>
          </a:xfrm>
          <a:custGeom xmlns:a="http://schemas.openxmlformats.org/drawingml/2006/main">
            <a:pathLst>
              <a:path w="95" h="2038260">
                <a:moveTo>
                  <a:pt x="0" y="2038260"/>
                </a:moveTo>
                <a:lnTo>
                  <a:pt x="0" y="0"/>
                </a:lnTo>
              </a:path>
            </a:pathLst>
          </a:custGeom>
          <a:noFill xmlns:a="http://schemas.openxmlformats.org/drawingml/2006/main"/>
          <a:ln xmlns:a="http://schemas.openxmlformats.org/drawingml/2006/main" w="10793">
            <a:solidFill>
              <a:srgbClr val="5A6683"/>
            </a:solidFill>
            <a:prstDash val="solid"/>
          </a:ln>
        </p:spPr>
      </p:sp>
      <p:sp>
        <p:nvSpPr>
          <p:cNvPr id="163" name="Editable chart path">
            <a:extLst xmlns:a="http://schemas.openxmlformats.org/drawingml/2006/main">
              <a:ext uri="{FF2B5EF4-FFF2-40B4-BE49-F238E27FC236}">
                <a16:creationId xmlns:a16="http://schemas.microsoft.com/office/drawing/2014/main" id="{0F2BB7A9-03BD-4270-8DD5-B0ADC64A24F2}"/>
              </a:ext>
            </a:extLst>
          </p:cNvPr>
          <p:cNvSpPr>
            <a:spLocks xmlns:a="http://schemas.openxmlformats.org/drawingml/2006/main" noGrp="1"/>
          </p:cNvSpPr>
          <p:nvPr/>
        </p:nvSpPr>
        <p:spPr>
          <a:xfrm xmlns:a="http://schemas.openxmlformats.org/drawingml/2006/main">
            <a:off x="6435621" y="5268256"/>
            <a:ext cx="4522465" cy="95"/>
          </a:xfrm>
          <a:custGeom xmlns:a="http://schemas.openxmlformats.org/drawingml/2006/main">
            <a:pathLst>
              <a:path w="3192913" h="95">
                <a:moveTo>
                  <a:pt x="0" y="0"/>
                </a:moveTo>
                <a:lnTo>
                  <a:pt x="3192913" y="0"/>
                </a:lnTo>
              </a:path>
            </a:pathLst>
          </a:custGeom>
          <a:noFill xmlns:a="http://schemas.openxmlformats.org/drawingml/2006/main"/>
          <a:ln xmlns:a="http://schemas.openxmlformats.org/drawingml/2006/main" w="10793">
            <a:solidFill>
              <a:srgbClr val="5A6683"/>
            </a:solidFill>
            <a:prstDash val="solid"/>
          </a:ln>
        </p:spPr>
      </p:sp>
    </p:spTree>
    <p:extLst>
      <p:ext uri="{BB962C8B-B14F-4D97-AF65-F5344CB8AC3E}">
        <p14:creationId xmlns:p14="http://schemas.microsoft.com/office/powerpoint/2010/main" val="597896415"/>
      </p:ext>
    </p:extLst>
  </p:cSld>
</p:sld>
</file>

<file path=ppt/slides/slide43.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RAIN ASSOCIATIONS ACROSS SPECIFICATIONS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Absolute, share and citywide-offset specifications retain their saved estimates and CIs.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43</a:t>
            </a:r>
            <a:endParaRPr sz="1200"/>
          </a:p>
        </p:txBody>
      </p:sp>
      <p:sp>
        <p:nvSpPr>
          <p:cNvPr id="14" name="">
            <a:extLst xmlns:a="http://schemas.openxmlformats.org/drawingml/2006/main">
              <a:ext uri="{FF2B5EF4-FFF2-40B4-BE49-F238E27FC236}">
                <a16:creationId xmlns:a16="http://schemas.microsoft.com/office/drawing/2014/main" id="{AB9773CE-606C-41DA-B26E-1DF1D42C97FB}"/>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FA734D4C-E0D4-4FC1-BD2B-C3E04310C896}"/>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Rain in the previous 30 minutes is associated with fewer vacant taxis in the cell</a:t>
            </a:r>
          </a:p>
        </p:txBody>
      </p:sp>
      <p:sp>
        <p:nvSpPr>
          <p:cNvPr id="16" name="">
            <a:extLst xmlns:a="http://schemas.openxmlformats.org/drawingml/2006/main">
              <a:ext uri="{FF2B5EF4-FFF2-40B4-BE49-F238E27FC236}">
                <a16:creationId xmlns:a16="http://schemas.microsoft.com/office/drawing/2014/main" id="{4F5EADDB-EE8A-4D2A-ADEC-3831615FC2EE}"/>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change in vacant taxis vs dry (rain in previous 30 min)</a:t>
            </a:r>
          </a:p>
        </p:txBody>
      </p:sp>
      <p:sp>
        <p:nvSpPr>
          <p:cNvPr id="17" name="Editable chart path">
            <a:extLst xmlns:a="http://schemas.openxmlformats.org/drawingml/2006/main">
              <a:ext uri="{FF2B5EF4-FFF2-40B4-BE49-F238E27FC236}">
                <a16:creationId xmlns:a16="http://schemas.microsoft.com/office/drawing/2014/main" id="{A10FC7E0-332F-4D68-BB2D-6CC43C53FC4F}"/>
              </a:ext>
            </a:extLst>
          </p:cNvPr>
          <p:cNvSpPr>
            <a:spLocks xmlns:a="http://schemas.openxmlformats.org/drawingml/2006/main" noGrp="1"/>
          </p:cNvSpPr>
          <p:nvPr/>
        </p:nvSpPr>
        <p:spPr>
          <a:xfrm xmlns:a="http://schemas.openxmlformats.org/drawingml/2006/main">
            <a:off x="4223738" y="4939555"/>
            <a:ext cx="95" cy="3667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18" name="">
            <a:extLst xmlns:a="http://schemas.openxmlformats.org/drawingml/2006/main">
              <a:ext uri="{FF2B5EF4-FFF2-40B4-BE49-F238E27FC236}">
                <a16:creationId xmlns:a16="http://schemas.microsoft.com/office/drawing/2014/main" id="{E443FE8F-B0D9-4AAC-97A2-5FD3F1E8F71C}"/>
              </a:ext>
            </a:extLst>
          </p:cNvPr>
          <p:cNvSpPr>
            <a:spLocks xmlns:a="http://schemas.openxmlformats.org/drawingml/2006/main" noGrp="1"/>
          </p:cNvSpPr>
          <p:nvPr/>
        </p:nvSpPr>
        <p:spPr>
          <a:xfrm xmlns:a="http://schemas.openxmlformats.org/drawingml/2006/main" rot="0">
            <a:off x="4055350" y="4957285"/>
            <a:ext cx="33394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a:t>
            </a:r>
          </a:p>
        </p:txBody>
      </p:sp>
      <p:sp>
        <p:nvSpPr>
          <p:cNvPr id="19" name="">
            <a:extLst xmlns:a="http://schemas.openxmlformats.org/drawingml/2006/main">
              <a:ext uri="{FF2B5EF4-FFF2-40B4-BE49-F238E27FC236}">
                <a16:creationId xmlns:a16="http://schemas.microsoft.com/office/drawing/2014/main" id="{0E84CACB-7DF1-41C7-8F91-5684EB23FCE5}"/>
              </a:ext>
            </a:extLst>
          </p:cNvPr>
          <p:cNvSpPr>
            <a:spLocks xmlns:a="http://schemas.openxmlformats.org/drawingml/2006/main" noGrp="1"/>
          </p:cNvSpPr>
          <p:nvPr/>
        </p:nvSpPr>
        <p:spPr>
          <a:xfrm xmlns:a="http://schemas.openxmlformats.org/drawingml/2006/main" rot="0">
            <a:off x="3734507" y="5069792"/>
            <a:ext cx="97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(0-2.5 mm/h)</a:t>
            </a:r>
          </a:p>
        </p:txBody>
      </p:sp>
      <p:sp>
        <p:nvSpPr>
          <p:cNvPr id="20" name="Editable chart path">
            <a:extLst xmlns:a="http://schemas.openxmlformats.org/drawingml/2006/main">
              <a:ext uri="{FF2B5EF4-FFF2-40B4-BE49-F238E27FC236}">
                <a16:creationId xmlns:a16="http://schemas.microsoft.com/office/drawing/2014/main" id="{DE18AFBF-A9D8-4252-8BC0-44289506255A}"/>
              </a:ext>
            </a:extLst>
          </p:cNvPr>
          <p:cNvSpPr>
            <a:spLocks xmlns:a="http://schemas.openxmlformats.org/drawingml/2006/main" noGrp="1"/>
          </p:cNvSpPr>
          <p:nvPr/>
        </p:nvSpPr>
        <p:spPr>
          <a:xfrm xmlns:a="http://schemas.openxmlformats.org/drawingml/2006/main">
            <a:off x="6135156" y="4939555"/>
            <a:ext cx="95" cy="3667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21" name="">
            <a:extLst xmlns:a="http://schemas.openxmlformats.org/drawingml/2006/main">
              <a:ext uri="{FF2B5EF4-FFF2-40B4-BE49-F238E27FC236}">
                <a16:creationId xmlns:a16="http://schemas.microsoft.com/office/drawing/2014/main" id="{9DFF6868-0E75-4EE8-86E8-5BED669E3EDF}"/>
              </a:ext>
            </a:extLst>
          </p:cNvPr>
          <p:cNvSpPr>
            <a:spLocks xmlns:a="http://schemas.openxmlformats.org/drawingml/2006/main" noGrp="1"/>
          </p:cNvSpPr>
          <p:nvPr/>
        </p:nvSpPr>
        <p:spPr>
          <a:xfrm xmlns:a="http://schemas.openxmlformats.org/drawingml/2006/main" rot="0">
            <a:off x="5794599" y="4957285"/>
            <a:ext cx="67903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Moderate</a:t>
            </a:r>
          </a:p>
        </p:txBody>
      </p:sp>
      <p:sp>
        <p:nvSpPr>
          <p:cNvPr id="22" name="">
            <a:extLst xmlns:a="http://schemas.openxmlformats.org/drawingml/2006/main">
              <a:ext uri="{FF2B5EF4-FFF2-40B4-BE49-F238E27FC236}">
                <a16:creationId xmlns:a16="http://schemas.microsoft.com/office/drawing/2014/main" id="{C56F732A-2346-4A0F-A8F9-12B7146EB26E}"/>
              </a:ext>
            </a:extLst>
          </p:cNvPr>
          <p:cNvSpPr>
            <a:spLocks xmlns:a="http://schemas.openxmlformats.org/drawingml/2006/main" noGrp="1"/>
          </p:cNvSpPr>
          <p:nvPr/>
        </p:nvSpPr>
        <p:spPr>
          <a:xfrm xmlns:a="http://schemas.openxmlformats.org/drawingml/2006/main" rot="0">
            <a:off x="5623589" y="5069792"/>
            <a:ext cx="101869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(2.5-10 mm/h)</a:t>
            </a:r>
          </a:p>
        </p:txBody>
      </p:sp>
      <p:sp>
        <p:nvSpPr>
          <p:cNvPr id="23" name="Editable chart path">
            <a:extLst xmlns:a="http://schemas.openxmlformats.org/drawingml/2006/main">
              <a:ext uri="{FF2B5EF4-FFF2-40B4-BE49-F238E27FC236}">
                <a16:creationId xmlns:a16="http://schemas.microsoft.com/office/drawing/2014/main" id="{679EA82F-6563-4823-ADBF-F84B4ABE1B63}"/>
              </a:ext>
            </a:extLst>
          </p:cNvPr>
          <p:cNvSpPr>
            <a:spLocks xmlns:a="http://schemas.openxmlformats.org/drawingml/2006/main" noGrp="1"/>
          </p:cNvSpPr>
          <p:nvPr/>
        </p:nvSpPr>
        <p:spPr>
          <a:xfrm xmlns:a="http://schemas.openxmlformats.org/drawingml/2006/main">
            <a:off x="8046575" y="4939555"/>
            <a:ext cx="95" cy="3667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24" name="">
            <a:extLst xmlns:a="http://schemas.openxmlformats.org/drawingml/2006/main">
              <a:ext uri="{FF2B5EF4-FFF2-40B4-BE49-F238E27FC236}">
                <a16:creationId xmlns:a16="http://schemas.microsoft.com/office/drawing/2014/main" id="{CD22E9F0-C279-4467-975B-08ECCD305F63}"/>
              </a:ext>
            </a:extLst>
          </p:cNvPr>
          <p:cNvSpPr>
            <a:spLocks xmlns:a="http://schemas.openxmlformats.org/drawingml/2006/main" noGrp="1"/>
          </p:cNvSpPr>
          <p:nvPr/>
        </p:nvSpPr>
        <p:spPr>
          <a:xfrm xmlns:a="http://schemas.openxmlformats.org/drawingml/2006/main" rot="0">
            <a:off x="7826600" y="4957285"/>
            <a:ext cx="43919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a:t>
            </a:r>
          </a:p>
        </p:txBody>
      </p:sp>
      <p:sp>
        <p:nvSpPr>
          <p:cNvPr id="25" name="">
            <a:extLst xmlns:a="http://schemas.openxmlformats.org/drawingml/2006/main">
              <a:ext uri="{FF2B5EF4-FFF2-40B4-BE49-F238E27FC236}">
                <a16:creationId xmlns:a16="http://schemas.microsoft.com/office/drawing/2014/main" id="{C4C37892-F416-411C-B723-5B55ED48BAF9}"/>
              </a:ext>
            </a:extLst>
          </p:cNvPr>
          <p:cNvSpPr>
            <a:spLocks xmlns:a="http://schemas.openxmlformats.org/drawingml/2006/main" noGrp="1"/>
          </p:cNvSpPr>
          <p:nvPr/>
        </p:nvSpPr>
        <p:spPr>
          <a:xfrm xmlns:a="http://schemas.openxmlformats.org/drawingml/2006/main" rot="0">
            <a:off x="7615827" y="5069792"/>
            <a:ext cx="8570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(&gt; 10 mm/h)</a:t>
            </a:r>
          </a:p>
        </p:txBody>
      </p:sp>
      <p:sp>
        <p:nvSpPr>
          <p:cNvPr id="26" name="Editable chart path">
            <a:extLst xmlns:a="http://schemas.openxmlformats.org/drawingml/2006/main">
              <a:ext uri="{FF2B5EF4-FFF2-40B4-BE49-F238E27FC236}">
                <a16:creationId xmlns:a16="http://schemas.microsoft.com/office/drawing/2014/main" id="{17240F85-C1BA-4B7E-8BE0-DBA03A57608F}"/>
              </a:ext>
            </a:extLst>
          </p:cNvPr>
          <p:cNvSpPr>
            <a:spLocks xmlns:a="http://schemas.openxmlformats.org/drawingml/2006/main" noGrp="1"/>
          </p:cNvSpPr>
          <p:nvPr/>
        </p:nvSpPr>
        <p:spPr>
          <a:xfrm xmlns:a="http://schemas.openxmlformats.org/drawingml/2006/main">
            <a:off x="3506956" y="4795769"/>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6287">
            <a:solidFill>
              <a:srgbClr val="E4EAF4"/>
            </a:solidFill>
            <a:prstDash val="solid"/>
          </a:ln>
        </p:spPr>
      </p:sp>
      <p:sp>
        <p:nvSpPr>
          <p:cNvPr id="27" name="Editable chart path">
            <a:extLst xmlns:a="http://schemas.openxmlformats.org/drawingml/2006/main">
              <a:ext uri="{FF2B5EF4-FFF2-40B4-BE49-F238E27FC236}">
                <a16:creationId xmlns:a16="http://schemas.microsoft.com/office/drawing/2014/main" id="{3BF67FB3-14AE-4E82-8D9A-B8C7BF52609E}"/>
              </a:ext>
            </a:extLst>
          </p:cNvPr>
          <p:cNvSpPr>
            <a:spLocks xmlns:a="http://schemas.openxmlformats.org/drawingml/2006/main" noGrp="1"/>
          </p:cNvSpPr>
          <p:nvPr/>
        </p:nvSpPr>
        <p:spPr>
          <a:xfrm xmlns:a="http://schemas.openxmlformats.org/drawingml/2006/main">
            <a:off x="3470281" y="4795769"/>
            <a:ext cx="366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28" name="">
            <a:extLst xmlns:a="http://schemas.openxmlformats.org/drawingml/2006/main">
              <a:ext uri="{FF2B5EF4-FFF2-40B4-BE49-F238E27FC236}">
                <a16:creationId xmlns:a16="http://schemas.microsoft.com/office/drawing/2014/main" id="{BA569F32-F56C-442C-82F4-E3FEC91B9473}"/>
              </a:ext>
            </a:extLst>
          </p:cNvPr>
          <p:cNvSpPr>
            <a:spLocks xmlns:a="http://schemas.openxmlformats.org/drawingml/2006/main" noGrp="1"/>
          </p:cNvSpPr>
          <p:nvPr/>
        </p:nvSpPr>
        <p:spPr>
          <a:xfrm xmlns:a="http://schemas.openxmlformats.org/drawingml/2006/main" rot="0">
            <a:off x="3215624" y="4693941"/>
            <a:ext cx="2141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a:t>
            </a:r>
          </a:p>
        </p:txBody>
      </p:sp>
      <p:sp>
        <p:nvSpPr>
          <p:cNvPr id="29" name="Editable chart path">
            <a:extLst xmlns:a="http://schemas.openxmlformats.org/drawingml/2006/main">
              <a:ext uri="{FF2B5EF4-FFF2-40B4-BE49-F238E27FC236}">
                <a16:creationId xmlns:a16="http://schemas.microsoft.com/office/drawing/2014/main" id="{D7355782-AA53-45F1-BD52-C5274A06E569}"/>
              </a:ext>
            </a:extLst>
          </p:cNvPr>
          <p:cNvSpPr>
            <a:spLocks xmlns:a="http://schemas.openxmlformats.org/drawingml/2006/main" noGrp="1"/>
          </p:cNvSpPr>
          <p:nvPr/>
        </p:nvSpPr>
        <p:spPr>
          <a:xfrm xmlns:a="http://schemas.openxmlformats.org/drawingml/2006/main">
            <a:off x="3506956" y="4505481"/>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6287">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D01E5709-A5CC-473C-94B0-5540EA6FC363}"/>
              </a:ext>
            </a:extLst>
          </p:cNvPr>
          <p:cNvSpPr>
            <a:spLocks xmlns:a="http://schemas.openxmlformats.org/drawingml/2006/main" noGrp="1"/>
          </p:cNvSpPr>
          <p:nvPr/>
        </p:nvSpPr>
        <p:spPr>
          <a:xfrm xmlns:a="http://schemas.openxmlformats.org/drawingml/2006/main">
            <a:off x="3470281" y="4505481"/>
            <a:ext cx="366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31" name="">
            <a:extLst xmlns:a="http://schemas.openxmlformats.org/drawingml/2006/main">
              <a:ext uri="{FF2B5EF4-FFF2-40B4-BE49-F238E27FC236}">
                <a16:creationId xmlns:a16="http://schemas.microsoft.com/office/drawing/2014/main" id="{545C88F1-882E-4363-ABAD-8F7085781257}"/>
              </a:ext>
            </a:extLst>
          </p:cNvPr>
          <p:cNvSpPr>
            <a:spLocks xmlns:a="http://schemas.openxmlformats.org/drawingml/2006/main" noGrp="1"/>
          </p:cNvSpPr>
          <p:nvPr/>
        </p:nvSpPr>
        <p:spPr>
          <a:xfrm xmlns:a="http://schemas.openxmlformats.org/drawingml/2006/main" rot="0">
            <a:off x="3221174" y="4403652"/>
            <a:ext cx="2065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a:t>
            </a:r>
          </a:p>
        </p:txBody>
      </p:sp>
      <p:sp>
        <p:nvSpPr>
          <p:cNvPr id="32" name="Editable chart path">
            <a:extLst xmlns:a="http://schemas.openxmlformats.org/drawingml/2006/main">
              <a:ext uri="{FF2B5EF4-FFF2-40B4-BE49-F238E27FC236}">
                <a16:creationId xmlns:a16="http://schemas.microsoft.com/office/drawing/2014/main" id="{E0F2502D-FF02-4E19-9341-FA15C80DAA26}"/>
              </a:ext>
            </a:extLst>
          </p:cNvPr>
          <p:cNvSpPr>
            <a:spLocks xmlns:a="http://schemas.openxmlformats.org/drawingml/2006/main" noGrp="1"/>
          </p:cNvSpPr>
          <p:nvPr/>
        </p:nvSpPr>
        <p:spPr>
          <a:xfrm xmlns:a="http://schemas.openxmlformats.org/drawingml/2006/main">
            <a:off x="3506956" y="4215192"/>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6287">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E9BC5262-A950-49D5-B798-AEABE84F634B}"/>
              </a:ext>
            </a:extLst>
          </p:cNvPr>
          <p:cNvSpPr>
            <a:spLocks xmlns:a="http://schemas.openxmlformats.org/drawingml/2006/main" noGrp="1"/>
          </p:cNvSpPr>
          <p:nvPr/>
        </p:nvSpPr>
        <p:spPr>
          <a:xfrm xmlns:a="http://schemas.openxmlformats.org/drawingml/2006/main">
            <a:off x="3470281" y="4215192"/>
            <a:ext cx="366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34" name="">
            <a:extLst xmlns:a="http://schemas.openxmlformats.org/drawingml/2006/main">
              <a:ext uri="{FF2B5EF4-FFF2-40B4-BE49-F238E27FC236}">
                <a16:creationId xmlns:a16="http://schemas.microsoft.com/office/drawing/2014/main" id="{462E235D-1C02-4459-995D-D597783D8E7D}"/>
              </a:ext>
            </a:extLst>
          </p:cNvPr>
          <p:cNvSpPr>
            <a:spLocks xmlns:a="http://schemas.openxmlformats.org/drawingml/2006/main" noGrp="1"/>
          </p:cNvSpPr>
          <p:nvPr/>
        </p:nvSpPr>
        <p:spPr>
          <a:xfrm xmlns:a="http://schemas.openxmlformats.org/drawingml/2006/main" rot="0">
            <a:off x="3215631" y="4113363"/>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35" name="Editable chart path">
            <a:extLst xmlns:a="http://schemas.openxmlformats.org/drawingml/2006/main">
              <a:ext uri="{FF2B5EF4-FFF2-40B4-BE49-F238E27FC236}">
                <a16:creationId xmlns:a16="http://schemas.microsoft.com/office/drawing/2014/main" id="{07EBFC22-ACC7-492A-BAFD-E522F1E91096}"/>
              </a:ext>
            </a:extLst>
          </p:cNvPr>
          <p:cNvSpPr>
            <a:spLocks xmlns:a="http://schemas.openxmlformats.org/drawingml/2006/main" noGrp="1"/>
          </p:cNvSpPr>
          <p:nvPr/>
        </p:nvSpPr>
        <p:spPr>
          <a:xfrm xmlns:a="http://schemas.openxmlformats.org/drawingml/2006/main">
            <a:off x="3506956" y="3924904"/>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6287">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A5645102-63B1-42F9-ABF2-D94A230CA06B}"/>
              </a:ext>
            </a:extLst>
          </p:cNvPr>
          <p:cNvSpPr>
            <a:spLocks xmlns:a="http://schemas.openxmlformats.org/drawingml/2006/main" noGrp="1"/>
          </p:cNvSpPr>
          <p:nvPr/>
        </p:nvSpPr>
        <p:spPr>
          <a:xfrm xmlns:a="http://schemas.openxmlformats.org/drawingml/2006/main">
            <a:off x="3470281" y="3924904"/>
            <a:ext cx="366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37" name="">
            <a:extLst xmlns:a="http://schemas.openxmlformats.org/drawingml/2006/main">
              <a:ext uri="{FF2B5EF4-FFF2-40B4-BE49-F238E27FC236}">
                <a16:creationId xmlns:a16="http://schemas.microsoft.com/office/drawing/2014/main" id="{B58B7F63-E849-4BB5-96B0-1841AE73C4AD}"/>
              </a:ext>
            </a:extLst>
          </p:cNvPr>
          <p:cNvSpPr>
            <a:spLocks xmlns:a="http://schemas.openxmlformats.org/drawingml/2006/main" noGrp="1"/>
          </p:cNvSpPr>
          <p:nvPr/>
        </p:nvSpPr>
        <p:spPr>
          <a:xfrm xmlns:a="http://schemas.openxmlformats.org/drawingml/2006/main" rot="0">
            <a:off x="3260099" y="3823075"/>
            <a:ext cx="1697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38" name="Editable chart path">
            <a:extLst xmlns:a="http://schemas.openxmlformats.org/drawingml/2006/main">
              <a:ext uri="{FF2B5EF4-FFF2-40B4-BE49-F238E27FC236}">
                <a16:creationId xmlns:a16="http://schemas.microsoft.com/office/drawing/2014/main" id="{C5B14EAC-33A2-48D2-B23B-E87699E036F0}"/>
              </a:ext>
            </a:extLst>
          </p:cNvPr>
          <p:cNvSpPr>
            <a:spLocks xmlns:a="http://schemas.openxmlformats.org/drawingml/2006/main" noGrp="1"/>
          </p:cNvSpPr>
          <p:nvPr/>
        </p:nvSpPr>
        <p:spPr>
          <a:xfrm xmlns:a="http://schemas.openxmlformats.org/drawingml/2006/main">
            <a:off x="3506956" y="3634615"/>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6287">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905C1C3C-8274-42C9-ABA0-94FDE8FB4F16}"/>
              </a:ext>
            </a:extLst>
          </p:cNvPr>
          <p:cNvSpPr>
            <a:spLocks xmlns:a="http://schemas.openxmlformats.org/drawingml/2006/main" noGrp="1"/>
          </p:cNvSpPr>
          <p:nvPr/>
        </p:nvSpPr>
        <p:spPr>
          <a:xfrm xmlns:a="http://schemas.openxmlformats.org/drawingml/2006/main">
            <a:off x="3470281" y="3634615"/>
            <a:ext cx="366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40" name="">
            <a:extLst xmlns:a="http://schemas.openxmlformats.org/drawingml/2006/main">
              <a:ext uri="{FF2B5EF4-FFF2-40B4-BE49-F238E27FC236}">
                <a16:creationId xmlns:a16="http://schemas.microsoft.com/office/drawing/2014/main" id="{16124AFC-D0F8-42BE-8215-365394ABF420}"/>
              </a:ext>
            </a:extLst>
          </p:cNvPr>
          <p:cNvSpPr>
            <a:spLocks xmlns:a="http://schemas.openxmlformats.org/drawingml/2006/main" noGrp="1"/>
          </p:cNvSpPr>
          <p:nvPr/>
        </p:nvSpPr>
        <p:spPr>
          <a:xfrm xmlns:a="http://schemas.openxmlformats.org/drawingml/2006/main" rot="0">
            <a:off x="3259822" y="3532786"/>
            <a:ext cx="1703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41" name="Editable chart path">
            <a:extLst xmlns:a="http://schemas.openxmlformats.org/drawingml/2006/main">
              <a:ext uri="{FF2B5EF4-FFF2-40B4-BE49-F238E27FC236}">
                <a16:creationId xmlns:a16="http://schemas.microsoft.com/office/drawing/2014/main" id="{0ECCDE70-C235-424D-B0EC-DD61C629ABFC}"/>
              </a:ext>
            </a:extLst>
          </p:cNvPr>
          <p:cNvSpPr>
            <a:spLocks xmlns:a="http://schemas.openxmlformats.org/drawingml/2006/main" noGrp="1"/>
          </p:cNvSpPr>
          <p:nvPr/>
        </p:nvSpPr>
        <p:spPr>
          <a:xfrm xmlns:a="http://schemas.openxmlformats.org/drawingml/2006/main">
            <a:off x="3506956" y="3344326"/>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6287">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7595F730-D247-42E9-B876-10A4A3BBC7CF}"/>
              </a:ext>
            </a:extLst>
          </p:cNvPr>
          <p:cNvSpPr>
            <a:spLocks xmlns:a="http://schemas.openxmlformats.org/drawingml/2006/main" noGrp="1"/>
          </p:cNvSpPr>
          <p:nvPr/>
        </p:nvSpPr>
        <p:spPr>
          <a:xfrm xmlns:a="http://schemas.openxmlformats.org/drawingml/2006/main">
            <a:off x="3470281" y="3344326"/>
            <a:ext cx="366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43" name="">
            <a:extLst xmlns:a="http://schemas.openxmlformats.org/drawingml/2006/main">
              <a:ext uri="{FF2B5EF4-FFF2-40B4-BE49-F238E27FC236}">
                <a16:creationId xmlns:a16="http://schemas.microsoft.com/office/drawing/2014/main" id="{CC0A8448-8692-41AC-A67A-57425A82FFEE}"/>
              </a:ext>
            </a:extLst>
          </p:cNvPr>
          <p:cNvSpPr>
            <a:spLocks xmlns:a="http://schemas.openxmlformats.org/drawingml/2006/main" noGrp="1"/>
          </p:cNvSpPr>
          <p:nvPr/>
        </p:nvSpPr>
        <p:spPr>
          <a:xfrm xmlns:a="http://schemas.openxmlformats.org/drawingml/2006/main" rot="0">
            <a:off x="3260296" y="3242498"/>
            <a:ext cx="1694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44" name="Editable chart path">
            <a:extLst xmlns:a="http://schemas.openxmlformats.org/drawingml/2006/main">
              <a:ext uri="{FF2B5EF4-FFF2-40B4-BE49-F238E27FC236}">
                <a16:creationId xmlns:a16="http://schemas.microsoft.com/office/drawing/2014/main" id="{FB9042C3-04C7-4F52-94EB-8FF468536CB3}"/>
              </a:ext>
            </a:extLst>
          </p:cNvPr>
          <p:cNvSpPr>
            <a:spLocks xmlns:a="http://schemas.openxmlformats.org/drawingml/2006/main" noGrp="1"/>
          </p:cNvSpPr>
          <p:nvPr/>
        </p:nvSpPr>
        <p:spPr>
          <a:xfrm xmlns:a="http://schemas.openxmlformats.org/drawingml/2006/main">
            <a:off x="3506956" y="3054038"/>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6287">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89782082-78DF-443A-B5C2-39A25F058C44}"/>
              </a:ext>
            </a:extLst>
          </p:cNvPr>
          <p:cNvSpPr>
            <a:spLocks xmlns:a="http://schemas.openxmlformats.org/drawingml/2006/main" noGrp="1"/>
          </p:cNvSpPr>
          <p:nvPr/>
        </p:nvSpPr>
        <p:spPr>
          <a:xfrm xmlns:a="http://schemas.openxmlformats.org/drawingml/2006/main">
            <a:off x="3470281" y="3054038"/>
            <a:ext cx="366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46" name="">
            <a:extLst xmlns:a="http://schemas.openxmlformats.org/drawingml/2006/main">
              <a:ext uri="{FF2B5EF4-FFF2-40B4-BE49-F238E27FC236}">
                <a16:creationId xmlns:a16="http://schemas.microsoft.com/office/drawing/2014/main" id="{A4E26888-91D0-4562-A600-2FB73A9FFFAC}"/>
              </a:ext>
            </a:extLst>
          </p:cNvPr>
          <p:cNvSpPr>
            <a:spLocks xmlns:a="http://schemas.openxmlformats.org/drawingml/2006/main" noGrp="1"/>
          </p:cNvSpPr>
          <p:nvPr/>
        </p:nvSpPr>
        <p:spPr>
          <a:xfrm xmlns:a="http://schemas.openxmlformats.org/drawingml/2006/main" rot="0">
            <a:off x="3265847" y="2952209"/>
            <a:ext cx="161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47" name="Editable chart path">
            <a:extLst xmlns:a="http://schemas.openxmlformats.org/drawingml/2006/main">
              <a:ext uri="{FF2B5EF4-FFF2-40B4-BE49-F238E27FC236}">
                <a16:creationId xmlns:a16="http://schemas.microsoft.com/office/drawing/2014/main" id="{7F95624C-EAD5-44B3-AD35-1E481B612C22}"/>
              </a:ext>
            </a:extLst>
          </p:cNvPr>
          <p:cNvSpPr>
            <a:spLocks xmlns:a="http://schemas.openxmlformats.org/drawingml/2006/main" noGrp="1"/>
          </p:cNvSpPr>
          <p:nvPr/>
        </p:nvSpPr>
        <p:spPr>
          <a:xfrm xmlns:a="http://schemas.openxmlformats.org/drawingml/2006/main">
            <a:off x="3506956" y="2763749"/>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6287">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1B9FEE95-603E-4AF3-AE3E-48FCF3ED91B0}"/>
              </a:ext>
            </a:extLst>
          </p:cNvPr>
          <p:cNvSpPr>
            <a:spLocks xmlns:a="http://schemas.openxmlformats.org/drawingml/2006/main" noGrp="1"/>
          </p:cNvSpPr>
          <p:nvPr/>
        </p:nvSpPr>
        <p:spPr>
          <a:xfrm xmlns:a="http://schemas.openxmlformats.org/drawingml/2006/main">
            <a:off x="3470281" y="2763749"/>
            <a:ext cx="3667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83">
            <a:solidFill>
              <a:srgbClr val="5A6683"/>
            </a:solidFill>
            <a:prstDash val="solid"/>
          </a:ln>
        </p:spPr>
      </p:sp>
      <p:sp>
        <p:nvSpPr>
          <p:cNvPr id="49" name="">
            <a:extLst xmlns:a="http://schemas.openxmlformats.org/drawingml/2006/main">
              <a:ext uri="{FF2B5EF4-FFF2-40B4-BE49-F238E27FC236}">
                <a16:creationId xmlns:a16="http://schemas.microsoft.com/office/drawing/2014/main" id="{3799B9B2-3392-40C7-8500-CFF54047311C}"/>
              </a:ext>
            </a:extLst>
          </p:cNvPr>
          <p:cNvSpPr>
            <a:spLocks xmlns:a="http://schemas.openxmlformats.org/drawingml/2006/main" noGrp="1"/>
          </p:cNvSpPr>
          <p:nvPr/>
        </p:nvSpPr>
        <p:spPr>
          <a:xfrm xmlns:a="http://schemas.openxmlformats.org/drawingml/2006/main" rot="0">
            <a:off x="3337265" y="266192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50" name="Editable chart path">
            <a:extLst xmlns:a="http://schemas.openxmlformats.org/drawingml/2006/main">
              <a:ext uri="{FF2B5EF4-FFF2-40B4-BE49-F238E27FC236}">
                <a16:creationId xmlns:a16="http://schemas.microsoft.com/office/drawing/2014/main" id="{9119E964-BAB0-423F-A702-38C996563ACF}"/>
              </a:ext>
            </a:extLst>
          </p:cNvPr>
          <p:cNvSpPr>
            <a:spLocks xmlns:a="http://schemas.openxmlformats.org/drawingml/2006/main" noGrp="1"/>
          </p:cNvSpPr>
          <p:nvPr/>
        </p:nvSpPr>
        <p:spPr>
          <a:xfrm xmlns:a="http://schemas.openxmlformats.org/drawingml/2006/main">
            <a:off x="3745883" y="3674595"/>
            <a:ext cx="95" cy="400999"/>
          </a:xfrm>
          <a:custGeom xmlns:a="http://schemas.openxmlformats.org/drawingml/2006/main">
            <a:pathLst>
              <a:path w="95" h="364512">
                <a:moveTo>
                  <a:pt x="0" y="364512"/>
                </a:moveTo>
                <a:lnTo>
                  <a:pt x="0" y="0"/>
                </a:lnTo>
              </a:path>
            </a:pathLst>
          </a:custGeom>
          <a:noFill xmlns:a="http://schemas.openxmlformats.org/drawingml/2006/main"/>
          <a:ln xmlns:a="http://schemas.openxmlformats.org/drawingml/2006/main" w="15718">
            <a:solidFill>
              <a:srgbClr val="224889"/>
            </a:solidFill>
            <a:prstDash val="solid"/>
          </a:ln>
        </p:spPr>
      </p:sp>
      <p:sp>
        <p:nvSpPr>
          <p:cNvPr id="51" name="Editable chart path">
            <a:extLst xmlns:a="http://schemas.openxmlformats.org/drawingml/2006/main">
              <a:ext uri="{FF2B5EF4-FFF2-40B4-BE49-F238E27FC236}">
                <a16:creationId xmlns:a16="http://schemas.microsoft.com/office/drawing/2014/main" id="{EC9ECF46-C74F-44A6-8950-D5127B7204E4}"/>
              </a:ext>
            </a:extLst>
          </p:cNvPr>
          <p:cNvSpPr>
            <a:spLocks xmlns:a="http://schemas.openxmlformats.org/drawingml/2006/main" noGrp="1"/>
          </p:cNvSpPr>
          <p:nvPr/>
        </p:nvSpPr>
        <p:spPr>
          <a:xfrm xmlns:a="http://schemas.openxmlformats.org/drawingml/2006/main">
            <a:off x="5657302" y="4130837"/>
            <a:ext cx="95" cy="404867"/>
          </a:xfrm>
          <a:custGeom xmlns:a="http://schemas.openxmlformats.org/drawingml/2006/main">
            <a:pathLst>
              <a:path w="95" h="368028">
                <a:moveTo>
                  <a:pt x="0" y="368028"/>
                </a:moveTo>
                <a:lnTo>
                  <a:pt x="0" y="0"/>
                </a:lnTo>
              </a:path>
            </a:pathLst>
          </a:custGeom>
          <a:noFill xmlns:a="http://schemas.openxmlformats.org/drawingml/2006/main"/>
          <a:ln xmlns:a="http://schemas.openxmlformats.org/drawingml/2006/main" w="15718">
            <a:solidFill>
              <a:srgbClr val="224889"/>
            </a:solidFill>
            <a:prstDash val="solid"/>
          </a:ln>
        </p:spPr>
      </p:sp>
      <p:sp>
        <p:nvSpPr>
          <p:cNvPr id="52" name="Editable chart path">
            <a:extLst xmlns:a="http://schemas.openxmlformats.org/drawingml/2006/main">
              <a:ext uri="{FF2B5EF4-FFF2-40B4-BE49-F238E27FC236}">
                <a16:creationId xmlns:a16="http://schemas.microsoft.com/office/drawing/2014/main" id="{1BBEF4C6-630A-40E2-93D1-1BC7E8F6CB23}"/>
              </a:ext>
            </a:extLst>
          </p:cNvPr>
          <p:cNvSpPr>
            <a:spLocks xmlns:a="http://schemas.openxmlformats.org/drawingml/2006/main" noGrp="1"/>
          </p:cNvSpPr>
          <p:nvPr/>
        </p:nvSpPr>
        <p:spPr>
          <a:xfrm xmlns:a="http://schemas.openxmlformats.org/drawingml/2006/main">
            <a:off x="7568720" y="4430387"/>
            <a:ext cx="95" cy="409296"/>
          </a:xfrm>
          <a:custGeom xmlns:a="http://schemas.openxmlformats.org/drawingml/2006/main">
            <a:pathLst>
              <a:path w="95" h="372055">
                <a:moveTo>
                  <a:pt x="0" y="372055"/>
                </a:moveTo>
                <a:lnTo>
                  <a:pt x="0" y="0"/>
                </a:lnTo>
              </a:path>
            </a:pathLst>
          </a:custGeom>
          <a:noFill xmlns:a="http://schemas.openxmlformats.org/drawingml/2006/main"/>
          <a:ln xmlns:a="http://schemas.openxmlformats.org/drawingml/2006/main" w="15718">
            <a:solidFill>
              <a:srgbClr val="224889"/>
            </a:solidFill>
            <a:prstDash val="solid"/>
          </a:ln>
        </p:spPr>
      </p:sp>
      <p:sp>
        <p:nvSpPr>
          <p:cNvPr id="53" name="Editable chart path">
            <a:extLst xmlns:a="http://schemas.openxmlformats.org/drawingml/2006/main">
              <a:ext uri="{FF2B5EF4-FFF2-40B4-BE49-F238E27FC236}">
                <a16:creationId xmlns:a16="http://schemas.microsoft.com/office/drawing/2014/main" id="{946E22FE-EF81-42C0-9BA7-7AD687C58681}"/>
              </a:ext>
            </a:extLst>
          </p:cNvPr>
          <p:cNvSpPr>
            <a:spLocks xmlns:a="http://schemas.openxmlformats.org/drawingml/2006/main" noGrp="1"/>
          </p:cNvSpPr>
          <p:nvPr/>
        </p:nvSpPr>
        <p:spPr>
          <a:xfrm xmlns:a="http://schemas.openxmlformats.org/drawingml/2006/main">
            <a:off x="3714448" y="4075593"/>
            <a:ext cx="62870"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0478">
            <a:solidFill>
              <a:srgbClr val="224889"/>
            </a:solidFill>
            <a:prstDash val="solid"/>
          </a:ln>
        </p:spPr>
      </p:sp>
      <p:sp>
        <p:nvSpPr>
          <p:cNvPr id="54" name="Editable chart path">
            <a:extLst xmlns:a="http://schemas.openxmlformats.org/drawingml/2006/main">
              <a:ext uri="{FF2B5EF4-FFF2-40B4-BE49-F238E27FC236}">
                <a16:creationId xmlns:a16="http://schemas.microsoft.com/office/drawing/2014/main" id="{821DF005-7D83-413E-A2D6-E4DE47C9CD49}"/>
              </a:ext>
            </a:extLst>
          </p:cNvPr>
          <p:cNvSpPr>
            <a:spLocks xmlns:a="http://schemas.openxmlformats.org/drawingml/2006/main" noGrp="1"/>
          </p:cNvSpPr>
          <p:nvPr/>
        </p:nvSpPr>
        <p:spPr>
          <a:xfrm xmlns:a="http://schemas.openxmlformats.org/drawingml/2006/main">
            <a:off x="5625866" y="4535704"/>
            <a:ext cx="62870"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0478">
            <a:solidFill>
              <a:srgbClr val="224889"/>
            </a:solidFill>
            <a:prstDash val="solid"/>
          </a:ln>
        </p:spPr>
      </p:sp>
      <p:sp>
        <p:nvSpPr>
          <p:cNvPr id="55" name="Editable chart path">
            <a:extLst xmlns:a="http://schemas.openxmlformats.org/drawingml/2006/main">
              <a:ext uri="{FF2B5EF4-FFF2-40B4-BE49-F238E27FC236}">
                <a16:creationId xmlns:a16="http://schemas.microsoft.com/office/drawing/2014/main" id="{14E1DB3D-72E8-4529-A75E-BAE26218904F}"/>
              </a:ext>
            </a:extLst>
          </p:cNvPr>
          <p:cNvSpPr>
            <a:spLocks xmlns:a="http://schemas.openxmlformats.org/drawingml/2006/main" noGrp="1"/>
          </p:cNvSpPr>
          <p:nvPr/>
        </p:nvSpPr>
        <p:spPr>
          <a:xfrm xmlns:a="http://schemas.openxmlformats.org/drawingml/2006/main">
            <a:off x="7537285" y="4839683"/>
            <a:ext cx="62870"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0478">
            <a:solidFill>
              <a:srgbClr val="224889"/>
            </a:solidFill>
            <a:prstDash val="solid"/>
          </a:ln>
        </p:spPr>
      </p:sp>
      <p:sp>
        <p:nvSpPr>
          <p:cNvPr id="56" name="Editable chart path">
            <a:extLst xmlns:a="http://schemas.openxmlformats.org/drawingml/2006/main">
              <a:ext uri="{FF2B5EF4-FFF2-40B4-BE49-F238E27FC236}">
                <a16:creationId xmlns:a16="http://schemas.microsoft.com/office/drawing/2014/main" id="{3FCD900A-DF09-4272-AD86-8F6E0E04AD96}"/>
              </a:ext>
            </a:extLst>
          </p:cNvPr>
          <p:cNvSpPr>
            <a:spLocks xmlns:a="http://schemas.openxmlformats.org/drawingml/2006/main" noGrp="1"/>
          </p:cNvSpPr>
          <p:nvPr/>
        </p:nvSpPr>
        <p:spPr>
          <a:xfrm xmlns:a="http://schemas.openxmlformats.org/drawingml/2006/main">
            <a:off x="3714448" y="3674595"/>
            <a:ext cx="62870"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0478">
            <a:solidFill>
              <a:srgbClr val="224889"/>
            </a:solidFill>
            <a:prstDash val="solid"/>
          </a:ln>
        </p:spPr>
      </p:sp>
      <p:sp>
        <p:nvSpPr>
          <p:cNvPr id="57" name="Editable chart path">
            <a:extLst xmlns:a="http://schemas.openxmlformats.org/drawingml/2006/main">
              <a:ext uri="{FF2B5EF4-FFF2-40B4-BE49-F238E27FC236}">
                <a16:creationId xmlns:a16="http://schemas.microsoft.com/office/drawing/2014/main" id="{95C2F66A-FE60-44F0-BCD4-DF8E3A2789AA}"/>
              </a:ext>
            </a:extLst>
          </p:cNvPr>
          <p:cNvSpPr>
            <a:spLocks xmlns:a="http://schemas.openxmlformats.org/drawingml/2006/main" noGrp="1"/>
          </p:cNvSpPr>
          <p:nvPr/>
        </p:nvSpPr>
        <p:spPr>
          <a:xfrm xmlns:a="http://schemas.openxmlformats.org/drawingml/2006/main">
            <a:off x="5625866" y="4130837"/>
            <a:ext cx="62870"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0478">
            <a:solidFill>
              <a:srgbClr val="224889"/>
            </a:solidFill>
            <a:prstDash val="solid"/>
          </a:ln>
        </p:spPr>
      </p:sp>
      <p:sp>
        <p:nvSpPr>
          <p:cNvPr id="58" name="Editable chart path">
            <a:extLst xmlns:a="http://schemas.openxmlformats.org/drawingml/2006/main">
              <a:ext uri="{FF2B5EF4-FFF2-40B4-BE49-F238E27FC236}">
                <a16:creationId xmlns:a16="http://schemas.microsoft.com/office/drawing/2014/main" id="{A3D8E6E1-11E0-4686-A4CD-B8ABD85EE13D}"/>
              </a:ext>
            </a:extLst>
          </p:cNvPr>
          <p:cNvSpPr>
            <a:spLocks xmlns:a="http://schemas.openxmlformats.org/drawingml/2006/main" noGrp="1"/>
          </p:cNvSpPr>
          <p:nvPr/>
        </p:nvSpPr>
        <p:spPr>
          <a:xfrm xmlns:a="http://schemas.openxmlformats.org/drawingml/2006/main">
            <a:off x="7537285" y="4430387"/>
            <a:ext cx="62870"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0478">
            <a:solidFill>
              <a:srgbClr val="224889"/>
            </a:solidFill>
            <a:prstDash val="solid"/>
          </a:ln>
        </p:spPr>
      </p:sp>
      <p:sp>
        <p:nvSpPr>
          <p:cNvPr id="59" name="Editable chart path">
            <a:extLst xmlns:a="http://schemas.openxmlformats.org/drawingml/2006/main">
              <a:ext uri="{FF2B5EF4-FFF2-40B4-BE49-F238E27FC236}">
                <a16:creationId xmlns:a16="http://schemas.microsoft.com/office/drawing/2014/main" id="{3C246D5F-C999-4AAB-AFC8-01BC0FD9265A}"/>
              </a:ext>
            </a:extLst>
          </p:cNvPr>
          <p:cNvSpPr>
            <a:spLocks xmlns:a="http://schemas.openxmlformats.org/drawingml/2006/main" noGrp="1"/>
          </p:cNvSpPr>
          <p:nvPr/>
        </p:nvSpPr>
        <p:spPr>
          <a:xfrm xmlns:a="http://schemas.openxmlformats.org/drawingml/2006/main">
            <a:off x="4223738" y="2955810"/>
            <a:ext cx="95" cy="173354"/>
          </a:xfrm>
          <a:custGeom xmlns:a="http://schemas.openxmlformats.org/drawingml/2006/main">
            <a:pathLst>
              <a:path w="95" h="157581">
                <a:moveTo>
                  <a:pt x="0" y="157581"/>
                </a:moveTo>
                <a:lnTo>
                  <a:pt x="0" y="0"/>
                </a:lnTo>
              </a:path>
            </a:pathLst>
          </a:custGeom>
          <a:noFill xmlns:a="http://schemas.openxmlformats.org/drawingml/2006/main"/>
          <a:ln xmlns:a="http://schemas.openxmlformats.org/drawingml/2006/main" w="15718">
            <a:solidFill>
              <a:srgbClr val="2C5EAA"/>
            </a:solidFill>
            <a:prstDash val="solid"/>
          </a:ln>
        </p:spPr>
      </p:sp>
      <p:sp>
        <p:nvSpPr>
          <p:cNvPr id="60" name="Editable chart path">
            <a:extLst xmlns:a="http://schemas.openxmlformats.org/drawingml/2006/main">
              <a:ext uri="{FF2B5EF4-FFF2-40B4-BE49-F238E27FC236}">
                <a16:creationId xmlns:a16="http://schemas.microsoft.com/office/drawing/2014/main" id="{A218779D-C8AE-4BFE-BC25-AC8BD6FD408F}"/>
              </a:ext>
            </a:extLst>
          </p:cNvPr>
          <p:cNvSpPr>
            <a:spLocks xmlns:a="http://schemas.openxmlformats.org/drawingml/2006/main" noGrp="1"/>
          </p:cNvSpPr>
          <p:nvPr/>
        </p:nvSpPr>
        <p:spPr>
          <a:xfrm xmlns:a="http://schemas.openxmlformats.org/drawingml/2006/main">
            <a:off x="6135156" y="3278532"/>
            <a:ext cx="95" cy="271545"/>
          </a:xfrm>
          <a:custGeom xmlns:a="http://schemas.openxmlformats.org/drawingml/2006/main">
            <a:pathLst>
              <a:path w="95" h="246838">
                <a:moveTo>
                  <a:pt x="0" y="246838"/>
                </a:moveTo>
                <a:lnTo>
                  <a:pt x="0" y="0"/>
                </a:lnTo>
              </a:path>
            </a:pathLst>
          </a:custGeom>
          <a:noFill xmlns:a="http://schemas.openxmlformats.org/drawingml/2006/main"/>
          <a:ln xmlns:a="http://schemas.openxmlformats.org/drawingml/2006/main" w="15718">
            <a:solidFill>
              <a:srgbClr val="2C5EAA"/>
            </a:solidFill>
            <a:prstDash val="solid"/>
          </a:ln>
        </p:spPr>
      </p:sp>
      <p:sp>
        <p:nvSpPr>
          <p:cNvPr id="61" name="Editable chart path">
            <a:extLst xmlns:a="http://schemas.openxmlformats.org/drawingml/2006/main">
              <a:ext uri="{FF2B5EF4-FFF2-40B4-BE49-F238E27FC236}">
                <a16:creationId xmlns:a16="http://schemas.microsoft.com/office/drawing/2014/main" id="{A1156C5C-66F2-40EB-87F8-6C836E1B1585}"/>
              </a:ext>
            </a:extLst>
          </p:cNvPr>
          <p:cNvSpPr>
            <a:spLocks xmlns:a="http://schemas.openxmlformats.org/drawingml/2006/main" noGrp="1"/>
          </p:cNvSpPr>
          <p:nvPr/>
        </p:nvSpPr>
        <p:spPr>
          <a:xfrm xmlns:a="http://schemas.openxmlformats.org/drawingml/2006/main">
            <a:off x="8046575" y="3413492"/>
            <a:ext cx="95" cy="361482"/>
          </a:xfrm>
          <a:custGeom xmlns:a="http://schemas.openxmlformats.org/drawingml/2006/main">
            <a:pathLst>
              <a:path w="95" h="328591">
                <a:moveTo>
                  <a:pt x="0" y="328591"/>
                </a:moveTo>
                <a:lnTo>
                  <a:pt x="0" y="0"/>
                </a:lnTo>
              </a:path>
            </a:pathLst>
          </a:custGeom>
          <a:noFill xmlns:a="http://schemas.openxmlformats.org/drawingml/2006/main"/>
          <a:ln xmlns:a="http://schemas.openxmlformats.org/drawingml/2006/main" w="15718">
            <a:solidFill>
              <a:srgbClr val="2C5EAA"/>
            </a:solidFill>
            <a:prstDash val="solid"/>
          </a:ln>
        </p:spPr>
      </p:sp>
      <p:sp>
        <p:nvSpPr>
          <p:cNvPr id="62" name="Editable chart path">
            <a:extLst xmlns:a="http://schemas.openxmlformats.org/drawingml/2006/main">
              <a:ext uri="{FF2B5EF4-FFF2-40B4-BE49-F238E27FC236}">
                <a16:creationId xmlns:a16="http://schemas.microsoft.com/office/drawing/2014/main" id="{AEF79EDC-9E41-4666-9CA3-AB882BF8BC5F}"/>
              </a:ext>
            </a:extLst>
          </p:cNvPr>
          <p:cNvSpPr>
            <a:spLocks xmlns:a="http://schemas.openxmlformats.org/drawingml/2006/main" noGrp="1"/>
          </p:cNvSpPr>
          <p:nvPr/>
        </p:nvSpPr>
        <p:spPr>
          <a:xfrm xmlns:a="http://schemas.openxmlformats.org/drawingml/2006/main">
            <a:off x="4192302" y="3129164"/>
            <a:ext cx="62870" cy="95"/>
          </a:xfrm>
          <a:custGeom xmlns:a="http://schemas.openxmlformats.org/drawingml/2006/main">
            <a:pathLst>
              <a:path w="57150" h="95">
                <a:moveTo>
                  <a:pt x="57150" y="0"/>
                </a:moveTo>
                <a:lnTo>
                  <a:pt x="0" y="0"/>
                </a:lnTo>
              </a:path>
            </a:pathLst>
          </a:custGeom>
          <a:solidFill xmlns:a="http://schemas.openxmlformats.org/drawingml/2006/main">
            <a:srgbClr val="2C5EAA"/>
          </a:solidFill>
          <a:ln xmlns:a="http://schemas.openxmlformats.org/drawingml/2006/main" w="10478">
            <a:solidFill>
              <a:srgbClr val="2C5EAA"/>
            </a:solidFill>
            <a:prstDash val="solid"/>
          </a:ln>
        </p:spPr>
      </p:sp>
      <p:sp>
        <p:nvSpPr>
          <p:cNvPr id="63" name="Editable chart path">
            <a:extLst xmlns:a="http://schemas.openxmlformats.org/drawingml/2006/main">
              <a:ext uri="{FF2B5EF4-FFF2-40B4-BE49-F238E27FC236}">
                <a16:creationId xmlns:a16="http://schemas.microsoft.com/office/drawing/2014/main" id="{9965BAFC-5825-4E16-915B-0A921658E296}"/>
              </a:ext>
            </a:extLst>
          </p:cNvPr>
          <p:cNvSpPr>
            <a:spLocks xmlns:a="http://schemas.openxmlformats.org/drawingml/2006/main" noGrp="1"/>
          </p:cNvSpPr>
          <p:nvPr/>
        </p:nvSpPr>
        <p:spPr>
          <a:xfrm xmlns:a="http://schemas.openxmlformats.org/drawingml/2006/main">
            <a:off x="6103721" y="3550078"/>
            <a:ext cx="62870" cy="95"/>
          </a:xfrm>
          <a:custGeom xmlns:a="http://schemas.openxmlformats.org/drawingml/2006/main">
            <a:pathLst>
              <a:path w="57150" h="95">
                <a:moveTo>
                  <a:pt x="57150" y="0"/>
                </a:moveTo>
                <a:lnTo>
                  <a:pt x="0" y="0"/>
                </a:lnTo>
              </a:path>
            </a:pathLst>
          </a:custGeom>
          <a:solidFill xmlns:a="http://schemas.openxmlformats.org/drawingml/2006/main">
            <a:srgbClr val="2C5EAA"/>
          </a:solidFill>
          <a:ln xmlns:a="http://schemas.openxmlformats.org/drawingml/2006/main" w="10478">
            <a:solidFill>
              <a:srgbClr val="2C5EAA"/>
            </a:solidFill>
            <a:prstDash val="solid"/>
          </a:ln>
        </p:spPr>
      </p:sp>
      <p:sp>
        <p:nvSpPr>
          <p:cNvPr id="64" name="Editable chart path">
            <a:extLst xmlns:a="http://schemas.openxmlformats.org/drawingml/2006/main">
              <a:ext uri="{FF2B5EF4-FFF2-40B4-BE49-F238E27FC236}">
                <a16:creationId xmlns:a16="http://schemas.microsoft.com/office/drawing/2014/main" id="{B2D2F28E-F3BC-4D96-A74D-60160A71BEC0}"/>
              </a:ext>
            </a:extLst>
          </p:cNvPr>
          <p:cNvSpPr>
            <a:spLocks xmlns:a="http://schemas.openxmlformats.org/drawingml/2006/main" noGrp="1"/>
          </p:cNvSpPr>
          <p:nvPr/>
        </p:nvSpPr>
        <p:spPr>
          <a:xfrm xmlns:a="http://schemas.openxmlformats.org/drawingml/2006/main">
            <a:off x="8015140" y="3774974"/>
            <a:ext cx="62870" cy="95"/>
          </a:xfrm>
          <a:custGeom xmlns:a="http://schemas.openxmlformats.org/drawingml/2006/main">
            <a:pathLst>
              <a:path w="57150" h="95">
                <a:moveTo>
                  <a:pt x="57150" y="0"/>
                </a:moveTo>
                <a:lnTo>
                  <a:pt x="0" y="0"/>
                </a:lnTo>
              </a:path>
            </a:pathLst>
          </a:custGeom>
          <a:solidFill xmlns:a="http://schemas.openxmlformats.org/drawingml/2006/main">
            <a:srgbClr val="2C5EAA"/>
          </a:solidFill>
          <a:ln xmlns:a="http://schemas.openxmlformats.org/drawingml/2006/main" w="10478">
            <a:solidFill>
              <a:srgbClr val="2C5EAA"/>
            </a:solidFill>
            <a:prstDash val="solid"/>
          </a:ln>
        </p:spPr>
      </p:sp>
      <p:sp>
        <p:nvSpPr>
          <p:cNvPr id="65" name="Editable chart path">
            <a:extLst xmlns:a="http://schemas.openxmlformats.org/drawingml/2006/main">
              <a:ext uri="{FF2B5EF4-FFF2-40B4-BE49-F238E27FC236}">
                <a16:creationId xmlns:a16="http://schemas.microsoft.com/office/drawing/2014/main" id="{C4BE500F-09CF-4237-AF98-3DB16BC0243C}"/>
              </a:ext>
            </a:extLst>
          </p:cNvPr>
          <p:cNvSpPr>
            <a:spLocks xmlns:a="http://schemas.openxmlformats.org/drawingml/2006/main" noGrp="1"/>
          </p:cNvSpPr>
          <p:nvPr/>
        </p:nvSpPr>
        <p:spPr>
          <a:xfrm xmlns:a="http://schemas.openxmlformats.org/drawingml/2006/main">
            <a:off x="4192302" y="2955810"/>
            <a:ext cx="62870" cy="95"/>
          </a:xfrm>
          <a:custGeom xmlns:a="http://schemas.openxmlformats.org/drawingml/2006/main">
            <a:pathLst>
              <a:path w="57150" h="95">
                <a:moveTo>
                  <a:pt x="57150" y="0"/>
                </a:moveTo>
                <a:lnTo>
                  <a:pt x="0" y="0"/>
                </a:lnTo>
              </a:path>
            </a:pathLst>
          </a:custGeom>
          <a:solidFill xmlns:a="http://schemas.openxmlformats.org/drawingml/2006/main">
            <a:srgbClr val="2C5EAA"/>
          </a:solidFill>
          <a:ln xmlns:a="http://schemas.openxmlformats.org/drawingml/2006/main" w="10478">
            <a:solidFill>
              <a:srgbClr val="2C5EAA"/>
            </a:solidFill>
            <a:prstDash val="solid"/>
          </a:ln>
        </p:spPr>
      </p:sp>
      <p:sp>
        <p:nvSpPr>
          <p:cNvPr id="66" name="Editable chart path">
            <a:extLst xmlns:a="http://schemas.openxmlformats.org/drawingml/2006/main">
              <a:ext uri="{FF2B5EF4-FFF2-40B4-BE49-F238E27FC236}">
                <a16:creationId xmlns:a16="http://schemas.microsoft.com/office/drawing/2014/main" id="{59AB54AE-DAB8-46C6-A1EC-7008A190A787}"/>
              </a:ext>
            </a:extLst>
          </p:cNvPr>
          <p:cNvSpPr>
            <a:spLocks xmlns:a="http://schemas.openxmlformats.org/drawingml/2006/main" noGrp="1"/>
          </p:cNvSpPr>
          <p:nvPr/>
        </p:nvSpPr>
        <p:spPr>
          <a:xfrm xmlns:a="http://schemas.openxmlformats.org/drawingml/2006/main">
            <a:off x="6103721" y="3278532"/>
            <a:ext cx="62870" cy="95"/>
          </a:xfrm>
          <a:custGeom xmlns:a="http://schemas.openxmlformats.org/drawingml/2006/main">
            <a:pathLst>
              <a:path w="57150" h="95">
                <a:moveTo>
                  <a:pt x="57150" y="0"/>
                </a:moveTo>
                <a:lnTo>
                  <a:pt x="0" y="0"/>
                </a:lnTo>
              </a:path>
            </a:pathLst>
          </a:custGeom>
          <a:solidFill xmlns:a="http://schemas.openxmlformats.org/drawingml/2006/main">
            <a:srgbClr val="2C5EAA"/>
          </a:solidFill>
          <a:ln xmlns:a="http://schemas.openxmlformats.org/drawingml/2006/main" w="10478">
            <a:solidFill>
              <a:srgbClr val="2C5EAA"/>
            </a:solidFill>
            <a:prstDash val="solid"/>
          </a:ln>
        </p:spPr>
      </p:sp>
      <p:sp>
        <p:nvSpPr>
          <p:cNvPr id="67" name="Editable chart path">
            <a:extLst xmlns:a="http://schemas.openxmlformats.org/drawingml/2006/main">
              <a:ext uri="{FF2B5EF4-FFF2-40B4-BE49-F238E27FC236}">
                <a16:creationId xmlns:a16="http://schemas.microsoft.com/office/drawing/2014/main" id="{A7810A78-11B8-4572-9B47-34E2ADBBDCE1}"/>
              </a:ext>
            </a:extLst>
          </p:cNvPr>
          <p:cNvSpPr>
            <a:spLocks xmlns:a="http://schemas.openxmlformats.org/drawingml/2006/main" noGrp="1"/>
          </p:cNvSpPr>
          <p:nvPr/>
        </p:nvSpPr>
        <p:spPr>
          <a:xfrm xmlns:a="http://schemas.openxmlformats.org/drawingml/2006/main">
            <a:off x="8015140" y="3413492"/>
            <a:ext cx="62870" cy="95"/>
          </a:xfrm>
          <a:custGeom xmlns:a="http://schemas.openxmlformats.org/drawingml/2006/main">
            <a:pathLst>
              <a:path w="57150" h="95">
                <a:moveTo>
                  <a:pt x="57150" y="0"/>
                </a:moveTo>
                <a:lnTo>
                  <a:pt x="0" y="0"/>
                </a:lnTo>
              </a:path>
            </a:pathLst>
          </a:custGeom>
          <a:solidFill xmlns:a="http://schemas.openxmlformats.org/drawingml/2006/main">
            <a:srgbClr val="2C5EAA"/>
          </a:solidFill>
          <a:ln xmlns:a="http://schemas.openxmlformats.org/drawingml/2006/main" w="10478">
            <a:solidFill>
              <a:srgbClr val="2C5EAA"/>
            </a:solidFill>
            <a:prstDash val="solid"/>
          </a:ln>
        </p:spPr>
      </p:sp>
      <p:sp>
        <p:nvSpPr>
          <p:cNvPr id="68" name="Editable chart path">
            <a:extLst xmlns:a="http://schemas.openxmlformats.org/drawingml/2006/main">
              <a:ext uri="{FF2B5EF4-FFF2-40B4-BE49-F238E27FC236}">
                <a16:creationId xmlns:a16="http://schemas.microsoft.com/office/drawing/2014/main" id="{D954077C-0C17-4E13-AF0A-236677CACA08}"/>
              </a:ext>
            </a:extLst>
          </p:cNvPr>
          <p:cNvSpPr>
            <a:spLocks xmlns:a="http://schemas.openxmlformats.org/drawingml/2006/main" noGrp="1"/>
          </p:cNvSpPr>
          <p:nvPr/>
        </p:nvSpPr>
        <p:spPr>
          <a:xfrm xmlns:a="http://schemas.openxmlformats.org/drawingml/2006/main">
            <a:off x="4701592" y="2842240"/>
            <a:ext cx="95" cy="105988"/>
          </a:xfrm>
          <a:custGeom xmlns:a="http://schemas.openxmlformats.org/drawingml/2006/main">
            <a:pathLst>
              <a:path w="95" h="96344">
                <a:moveTo>
                  <a:pt x="0" y="96344"/>
                </a:moveTo>
                <a:lnTo>
                  <a:pt x="0" y="0"/>
                </a:lnTo>
              </a:path>
            </a:pathLst>
          </a:custGeom>
          <a:noFill xmlns:a="http://schemas.openxmlformats.org/drawingml/2006/main"/>
          <a:ln xmlns:a="http://schemas.openxmlformats.org/drawingml/2006/main" w="15718">
            <a:solidFill>
              <a:srgbClr val="9BBFF2"/>
            </a:solidFill>
            <a:prstDash val="solid"/>
          </a:ln>
        </p:spPr>
      </p:sp>
      <p:sp>
        <p:nvSpPr>
          <p:cNvPr id="69" name="Editable chart path">
            <a:extLst xmlns:a="http://schemas.openxmlformats.org/drawingml/2006/main">
              <a:ext uri="{FF2B5EF4-FFF2-40B4-BE49-F238E27FC236}">
                <a16:creationId xmlns:a16="http://schemas.microsoft.com/office/drawing/2014/main" id="{2FFEBCD2-475A-4400-A1EB-D8F27FB67C74}"/>
              </a:ext>
            </a:extLst>
          </p:cNvPr>
          <p:cNvSpPr>
            <a:spLocks xmlns:a="http://schemas.openxmlformats.org/drawingml/2006/main" noGrp="1"/>
          </p:cNvSpPr>
          <p:nvPr/>
        </p:nvSpPr>
        <p:spPr>
          <a:xfrm xmlns:a="http://schemas.openxmlformats.org/drawingml/2006/main">
            <a:off x="6613011" y="3052174"/>
            <a:ext cx="95" cy="185658"/>
          </a:xfrm>
          <a:custGeom xmlns:a="http://schemas.openxmlformats.org/drawingml/2006/main">
            <a:pathLst>
              <a:path w="95" h="168765">
                <a:moveTo>
                  <a:pt x="0" y="168765"/>
                </a:moveTo>
                <a:lnTo>
                  <a:pt x="0" y="0"/>
                </a:lnTo>
              </a:path>
            </a:pathLst>
          </a:custGeom>
          <a:noFill xmlns:a="http://schemas.openxmlformats.org/drawingml/2006/main"/>
          <a:ln xmlns:a="http://schemas.openxmlformats.org/drawingml/2006/main" w="15718">
            <a:solidFill>
              <a:srgbClr val="9BBFF2"/>
            </a:solidFill>
            <a:prstDash val="solid"/>
          </a:ln>
        </p:spPr>
      </p:sp>
      <p:sp>
        <p:nvSpPr>
          <p:cNvPr id="70" name="Editable chart path">
            <a:extLst xmlns:a="http://schemas.openxmlformats.org/drawingml/2006/main">
              <a:ext uri="{FF2B5EF4-FFF2-40B4-BE49-F238E27FC236}">
                <a16:creationId xmlns:a16="http://schemas.microsoft.com/office/drawing/2014/main" id="{EAFB433C-3ABB-42C3-B89D-71B90FD3438E}"/>
              </a:ext>
            </a:extLst>
          </p:cNvPr>
          <p:cNvSpPr>
            <a:spLocks xmlns:a="http://schemas.openxmlformats.org/drawingml/2006/main" noGrp="1"/>
          </p:cNvSpPr>
          <p:nvPr/>
        </p:nvSpPr>
        <p:spPr>
          <a:xfrm xmlns:a="http://schemas.openxmlformats.org/drawingml/2006/main">
            <a:off x="8524430" y="3183887"/>
            <a:ext cx="95" cy="224480"/>
          </a:xfrm>
          <a:custGeom xmlns:a="http://schemas.openxmlformats.org/drawingml/2006/main">
            <a:pathLst>
              <a:path w="95" h="204055">
                <a:moveTo>
                  <a:pt x="0" y="204055"/>
                </a:moveTo>
                <a:lnTo>
                  <a:pt x="0" y="0"/>
                </a:lnTo>
              </a:path>
            </a:pathLst>
          </a:custGeom>
          <a:noFill xmlns:a="http://schemas.openxmlformats.org/drawingml/2006/main"/>
          <a:ln xmlns:a="http://schemas.openxmlformats.org/drawingml/2006/main" w="15718">
            <a:solidFill>
              <a:srgbClr val="9BBFF2"/>
            </a:solidFill>
            <a:prstDash val="solid"/>
          </a:ln>
        </p:spPr>
      </p:sp>
      <p:sp>
        <p:nvSpPr>
          <p:cNvPr id="71" name="Editable chart path">
            <a:extLst xmlns:a="http://schemas.openxmlformats.org/drawingml/2006/main">
              <a:ext uri="{FF2B5EF4-FFF2-40B4-BE49-F238E27FC236}">
                <a16:creationId xmlns:a16="http://schemas.microsoft.com/office/drawing/2014/main" id="{1A2A4F9B-83E6-4680-BF5B-BDE10E48DA94}"/>
              </a:ext>
            </a:extLst>
          </p:cNvPr>
          <p:cNvSpPr>
            <a:spLocks xmlns:a="http://schemas.openxmlformats.org/drawingml/2006/main" noGrp="1"/>
          </p:cNvSpPr>
          <p:nvPr/>
        </p:nvSpPr>
        <p:spPr>
          <a:xfrm xmlns:a="http://schemas.openxmlformats.org/drawingml/2006/main">
            <a:off x="4670157" y="2948228"/>
            <a:ext cx="62870" cy="95"/>
          </a:xfrm>
          <a:custGeom xmlns:a="http://schemas.openxmlformats.org/drawingml/2006/main">
            <a:pathLst>
              <a:path w="57150" h="95">
                <a:moveTo>
                  <a:pt x="57150" y="0"/>
                </a:moveTo>
                <a:lnTo>
                  <a:pt x="0" y="0"/>
                </a:lnTo>
              </a:path>
            </a:pathLst>
          </a:custGeom>
          <a:solidFill xmlns:a="http://schemas.openxmlformats.org/drawingml/2006/main">
            <a:srgbClr val="9BBFF2"/>
          </a:solidFill>
          <a:ln xmlns:a="http://schemas.openxmlformats.org/drawingml/2006/main" w="10478">
            <a:solidFill>
              <a:srgbClr val="9BBFF2"/>
            </a:solidFill>
            <a:prstDash val="solid"/>
          </a:ln>
        </p:spPr>
      </p:sp>
      <p:sp>
        <p:nvSpPr>
          <p:cNvPr id="72" name="Editable chart path">
            <a:extLst xmlns:a="http://schemas.openxmlformats.org/drawingml/2006/main">
              <a:ext uri="{FF2B5EF4-FFF2-40B4-BE49-F238E27FC236}">
                <a16:creationId xmlns:a16="http://schemas.microsoft.com/office/drawing/2014/main" id="{9432E098-E943-4173-A8A5-0BD8BE317089}"/>
              </a:ext>
            </a:extLst>
          </p:cNvPr>
          <p:cNvSpPr>
            <a:spLocks xmlns:a="http://schemas.openxmlformats.org/drawingml/2006/main" noGrp="1"/>
          </p:cNvSpPr>
          <p:nvPr/>
        </p:nvSpPr>
        <p:spPr>
          <a:xfrm xmlns:a="http://schemas.openxmlformats.org/drawingml/2006/main">
            <a:off x="6581576" y="3237832"/>
            <a:ext cx="62870" cy="95"/>
          </a:xfrm>
          <a:custGeom xmlns:a="http://schemas.openxmlformats.org/drawingml/2006/main">
            <a:pathLst>
              <a:path w="57150" h="95">
                <a:moveTo>
                  <a:pt x="57150" y="0"/>
                </a:moveTo>
                <a:lnTo>
                  <a:pt x="0" y="0"/>
                </a:lnTo>
              </a:path>
            </a:pathLst>
          </a:custGeom>
          <a:solidFill xmlns:a="http://schemas.openxmlformats.org/drawingml/2006/main">
            <a:srgbClr val="9BBFF2"/>
          </a:solidFill>
          <a:ln xmlns:a="http://schemas.openxmlformats.org/drawingml/2006/main" w="10478">
            <a:solidFill>
              <a:srgbClr val="9BBFF2"/>
            </a:solidFill>
            <a:prstDash val="solid"/>
          </a:ln>
        </p:spPr>
      </p:sp>
      <p:sp>
        <p:nvSpPr>
          <p:cNvPr id="73" name="Editable chart path">
            <a:extLst xmlns:a="http://schemas.openxmlformats.org/drawingml/2006/main">
              <a:ext uri="{FF2B5EF4-FFF2-40B4-BE49-F238E27FC236}">
                <a16:creationId xmlns:a16="http://schemas.microsoft.com/office/drawing/2014/main" id="{67CF048A-8EA7-4C21-A8B9-BF14100B5FB6}"/>
              </a:ext>
            </a:extLst>
          </p:cNvPr>
          <p:cNvSpPr>
            <a:spLocks xmlns:a="http://schemas.openxmlformats.org/drawingml/2006/main" noGrp="1"/>
          </p:cNvSpPr>
          <p:nvPr/>
        </p:nvSpPr>
        <p:spPr>
          <a:xfrm xmlns:a="http://schemas.openxmlformats.org/drawingml/2006/main">
            <a:off x="8492994" y="3408367"/>
            <a:ext cx="62870" cy="95"/>
          </a:xfrm>
          <a:custGeom xmlns:a="http://schemas.openxmlformats.org/drawingml/2006/main">
            <a:pathLst>
              <a:path w="57150" h="95">
                <a:moveTo>
                  <a:pt x="57150" y="0"/>
                </a:moveTo>
                <a:lnTo>
                  <a:pt x="0" y="0"/>
                </a:lnTo>
              </a:path>
            </a:pathLst>
          </a:custGeom>
          <a:solidFill xmlns:a="http://schemas.openxmlformats.org/drawingml/2006/main">
            <a:srgbClr val="9BBFF2"/>
          </a:solidFill>
          <a:ln xmlns:a="http://schemas.openxmlformats.org/drawingml/2006/main" w="10478">
            <a:solidFill>
              <a:srgbClr val="9BBFF2"/>
            </a:solidFill>
            <a:prstDash val="solid"/>
          </a:ln>
        </p:spPr>
      </p:sp>
      <p:sp>
        <p:nvSpPr>
          <p:cNvPr id="74" name="Editable chart path">
            <a:extLst xmlns:a="http://schemas.openxmlformats.org/drawingml/2006/main">
              <a:ext uri="{FF2B5EF4-FFF2-40B4-BE49-F238E27FC236}">
                <a16:creationId xmlns:a16="http://schemas.microsoft.com/office/drawing/2014/main" id="{F6334169-90CD-4CE9-BD20-0EBB3037E2AD}"/>
              </a:ext>
            </a:extLst>
          </p:cNvPr>
          <p:cNvSpPr>
            <a:spLocks xmlns:a="http://schemas.openxmlformats.org/drawingml/2006/main" noGrp="1"/>
          </p:cNvSpPr>
          <p:nvPr/>
        </p:nvSpPr>
        <p:spPr>
          <a:xfrm xmlns:a="http://schemas.openxmlformats.org/drawingml/2006/main">
            <a:off x="4670157" y="2842240"/>
            <a:ext cx="62870" cy="95"/>
          </a:xfrm>
          <a:custGeom xmlns:a="http://schemas.openxmlformats.org/drawingml/2006/main">
            <a:pathLst>
              <a:path w="57150" h="95">
                <a:moveTo>
                  <a:pt x="57150" y="0"/>
                </a:moveTo>
                <a:lnTo>
                  <a:pt x="0" y="0"/>
                </a:lnTo>
              </a:path>
            </a:pathLst>
          </a:custGeom>
          <a:solidFill xmlns:a="http://schemas.openxmlformats.org/drawingml/2006/main">
            <a:srgbClr val="9BBFF2"/>
          </a:solidFill>
          <a:ln xmlns:a="http://schemas.openxmlformats.org/drawingml/2006/main" w="10478">
            <a:solidFill>
              <a:srgbClr val="9BBFF2"/>
            </a:solidFill>
            <a:prstDash val="solid"/>
          </a:ln>
        </p:spPr>
      </p:sp>
      <p:sp>
        <p:nvSpPr>
          <p:cNvPr id="75" name="Editable chart path">
            <a:extLst xmlns:a="http://schemas.openxmlformats.org/drawingml/2006/main">
              <a:ext uri="{FF2B5EF4-FFF2-40B4-BE49-F238E27FC236}">
                <a16:creationId xmlns:a16="http://schemas.microsoft.com/office/drawing/2014/main" id="{044C9A11-6F70-428C-A09B-485182339A22}"/>
              </a:ext>
            </a:extLst>
          </p:cNvPr>
          <p:cNvSpPr>
            <a:spLocks xmlns:a="http://schemas.openxmlformats.org/drawingml/2006/main" noGrp="1"/>
          </p:cNvSpPr>
          <p:nvPr/>
        </p:nvSpPr>
        <p:spPr>
          <a:xfrm xmlns:a="http://schemas.openxmlformats.org/drawingml/2006/main">
            <a:off x="6581576" y="3052174"/>
            <a:ext cx="62870" cy="95"/>
          </a:xfrm>
          <a:custGeom xmlns:a="http://schemas.openxmlformats.org/drawingml/2006/main">
            <a:pathLst>
              <a:path w="57150" h="95">
                <a:moveTo>
                  <a:pt x="57150" y="0"/>
                </a:moveTo>
                <a:lnTo>
                  <a:pt x="0" y="0"/>
                </a:lnTo>
              </a:path>
            </a:pathLst>
          </a:custGeom>
          <a:solidFill xmlns:a="http://schemas.openxmlformats.org/drawingml/2006/main">
            <a:srgbClr val="9BBFF2"/>
          </a:solidFill>
          <a:ln xmlns:a="http://schemas.openxmlformats.org/drawingml/2006/main" w="10478">
            <a:solidFill>
              <a:srgbClr val="9BBFF2"/>
            </a:solidFill>
            <a:prstDash val="solid"/>
          </a:ln>
        </p:spPr>
      </p:sp>
      <p:sp>
        <p:nvSpPr>
          <p:cNvPr id="76" name="Editable chart path">
            <a:extLst xmlns:a="http://schemas.openxmlformats.org/drawingml/2006/main">
              <a:ext uri="{FF2B5EF4-FFF2-40B4-BE49-F238E27FC236}">
                <a16:creationId xmlns:a16="http://schemas.microsoft.com/office/drawing/2014/main" id="{3871496F-A05C-4D5B-ACC9-BBCBC05BA02F}"/>
              </a:ext>
            </a:extLst>
          </p:cNvPr>
          <p:cNvSpPr>
            <a:spLocks xmlns:a="http://schemas.openxmlformats.org/drawingml/2006/main" noGrp="1"/>
          </p:cNvSpPr>
          <p:nvPr/>
        </p:nvSpPr>
        <p:spPr>
          <a:xfrm xmlns:a="http://schemas.openxmlformats.org/drawingml/2006/main">
            <a:off x="8492994" y="3183887"/>
            <a:ext cx="62870" cy="95"/>
          </a:xfrm>
          <a:custGeom xmlns:a="http://schemas.openxmlformats.org/drawingml/2006/main">
            <a:pathLst>
              <a:path w="57150" h="95">
                <a:moveTo>
                  <a:pt x="57150" y="0"/>
                </a:moveTo>
                <a:lnTo>
                  <a:pt x="0" y="0"/>
                </a:lnTo>
              </a:path>
            </a:pathLst>
          </a:custGeom>
          <a:solidFill xmlns:a="http://schemas.openxmlformats.org/drawingml/2006/main">
            <a:srgbClr val="9BBFF2"/>
          </a:solidFill>
          <a:ln xmlns:a="http://schemas.openxmlformats.org/drawingml/2006/main" w="10478">
            <a:solidFill>
              <a:srgbClr val="9BBFF2"/>
            </a:solidFill>
            <a:prstDash val="solid"/>
          </a:ln>
        </p:spPr>
      </p:sp>
      <p:sp>
        <p:nvSpPr>
          <p:cNvPr id="77" name="Editable chart path">
            <a:extLst xmlns:a="http://schemas.openxmlformats.org/drawingml/2006/main">
              <a:ext uri="{FF2B5EF4-FFF2-40B4-BE49-F238E27FC236}">
                <a16:creationId xmlns:a16="http://schemas.microsoft.com/office/drawing/2014/main" id="{FBD2C775-0A05-4F26-9A61-E2F0F2EE8532}"/>
              </a:ext>
            </a:extLst>
          </p:cNvPr>
          <p:cNvSpPr>
            <a:spLocks xmlns:a="http://schemas.openxmlformats.org/drawingml/2006/main" noGrp="1"/>
          </p:cNvSpPr>
          <p:nvPr/>
        </p:nvSpPr>
        <p:spPr>
          <a:xfrm xmlns:a="http://schemas.openxmlformats.org/drawingml/2006/main">
            <a:off x="3506956" y="2763749"/>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8383">
            <a:solidFill>
              <a:srgbClr val="5A6683"/>
            </a:solidFill>
            <a:prstDash val="solid"/>
          </a:ln>
        </p:spPr>
      </p:sp>
      <p:sp>
        <p:nvSpPr>
          <p:cNvPr id="78" name="Editable chart path">
            <a:extLst xmlns:a="http://schemas.openxmlformats.org/drawingml/2006/main">
              <a:ext uri="{FF2B5EF4-FFF2-40B4-BE49-F238E27FC236}">
                <a16:creationId xmlns:a16="http://schemas.microsoft.com/office/drawing/2014/main" id="{96354E53-E96B-4813-9F82-704AD70F4CFC}"/>
              </a:ext>
            </a:extLst>
          </p:cNvPr>
          <p:cNvSpPr>
            <a:spLocks xmlns:a="http://schemas.openxmlformats.org/drawingml/2006/main" noGrp="1"/>
          </p:cNvSpPr>
          <p:nvPr/>
        </p:nvSpPr>
        <p:spPr>
          <a:xfrm xmlns:a="http://schemas.openxmlformats.org/drawingml/2006/main">
            <a:off x="3709209" y="3839919"/>
            <a:ext cx="73349" cy="73349"/>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224889"/>
          </a:solidFill>
          <a:ln xmlns:a="http://schemas.openxmlformats.org/drawingml/2006/main" w="10478">
            <a:solidFill>
              <a:srgbClr val="224889"/>
            </a:solidFill>
            <a:prstDash val="solid"/>
          </a:ln>
        </p:spPr>
      </p:sp>
      <p:sp>
        <p:nvSpPr>
          <p:cNvPr id="79" name="Editable chart path">
            <a:extLst xmlns:a="http://schemas.openxmlformats.org/drawingml/2006/main">
              <a:ext uri="{FF2B5EF4-FFF2-40B4-BE49-F238E27FC236}">
                <a16:creationId xmlns:a16="http://schemas.microsoft.com/office/drawing/2014/main" id="{20407633-F12D-492D-AB84-37D6E4A09F3A}"/>
              </a:ext>
            </a:extLst>
          </p:cNvPr>
          <p:cNvSpPr>
            <a:spLocks xmlns:a="http://schemas.openxmlformats.org/drawingml/2006/main" noGrp="1"/>
          </p:cNvSpPr>
          <p:nvPr/>
        </p:nvSpPr>
        <p:spPr>
          <a:xfrm xmlns:a="http://schemas.openxmlformats.org/drawingml/2006/main">
            <a:off x="5620627" y="4298179"/>
            <a:ext cx="73349" cy="73349"/>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224889"/>
          </a:solidFill>
          <a:ln xmlns:a="http://schemas.openxmlformats.org/drawingml/2006/main" w="10478">
            <a:solidFill>
              <a:srgbClr val="224889"/>
            </a:solidFill>
            <a:prstDash val="solid"/>
          </a:ln>
        </p:spPr>
      </p:sp>
      <p:sp>
        <p:nvSpPr>
          <p:cNvPr id="80" name="Editable chart path">
            <a:extLst xmlns:a="http://schemas.openxmlformats.org/drawingml/2006/main">
              <a:ext uri="{FF2B5EF4-FFF2-40B4-BE49-F238E27FC236}">
                <a16:creationId xmlns:a16="http://schemas.microsoft.com/office/drawing/2014/main" id="{61B94380-854C-4112-98EF-BF6206B4AC0B}"/>
              </a:ext>
            </a:extLst>
          </p:cNvPr>
          <p:cNvSpPr>
            <a:spLocks xmlns:a="http://schemas.openxmlformats.org/drawingml/2006/main" noGrp="1"/>
          </p:cNvSpPr>
          <p:nvPr/>
        </p:nvSpPr>
        <p:spPr>
          <a:xfrm xmlns:a="http://schemas.openxmlformats.org/drawingml/2006/main">
            <a:off x="7532046" y="4600017"/>
            <a:ext cx="73349" cy="73349"/>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224889"/>
          </a:solidFill>
          <a:ln xmlns:a="http://schemas.openxmlformats.org/drawingml/2006/main" w="10478">
            <a:solidFill>
              <a:srgbClr val="224889"/>
            </a:solidFill>
            <a:prstDash val="solid"/>
          </a:ln>
        </p:spPr>
      </p:sp>
      <p:sp>
        <p:nvSpPr>
          <p:cNvPr id="81" name="Editable chart path">
            <a:extLst xmlns:a="http://schemas.openxmlformats.org/drawingml/2006/main">
              <a:ext uri="{FF2B5EF4-FFF2-40B4-BE49-F238E27FC236}">
                <a16:creationId xmlns:a16="http://schemas.microsoft.com/office/drawing/2014/main" id="{95DD4607-1DF2-4704-BD99-5E5AFF1F3ECC}"/>
              </a:ext>
            </a:extLst>
          </p:cNvPr>
          <p:cNvSpPr>
            <a:spLocks xmlns:a="http://schemas.openxmlformats.org/drawingml/2006/main" noGrp="1"/>
          </p:cNvSpPr>
          <p:nvPr/>
        </p:nvSpPr>
        <p:spPr>
          <a:xfrm xmlns:a="http://schemas.openxmlformats.org/drawingml/2006/main">
            <a:off x="4187063" y="3006076"/>
            <a:ext cx="73349" cy="73349"/>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2C5EAA"/>
          </a:solidFill>
          <a:ln xmlns:a="http://schemas.openxmlformats.org/drawingml/2006/main" w="10478">
            <a:solidFill>
              <a:srgbClr val="2C5EAA"/>
            </a:solidFill>
            <a:prstDash val="solid"/>
          </a:ln>
        </p:spPr>
      </p:sp>
      <p:sp>
        <p:nvSpPr>
          <p:cNvPr id="82" name="Editable chart path">
            <a:extLst xmlns:a="http://schemas.openxmlformats.org/drawingml/2006/main">
              <a:ext uri="{FF2B5EF4-FFF2-40B4-BE49-F238E27FC236}">
                <a16:creationId xmlns:a16="http://schemas.microsoft.com/office/drawing/2014/main" id="{83034938-A74F-472B-95A3-837CEDE8B2C9}"/>
              </a:ext>
            </a:extLst>
          </p:cNvPr>
          <p:cNvSpPr>
            <a:spLocks xmlns:a="http://schemas.openxmlformats.org/drawingml/2006/main" noGrp="1"/>
          </p:cNvSpPr>
          <p:nvPr/>
        </p:nvSpPr>
        <p:spPr>
          <a:xfrm xmlns:a="http://schemas.openxmlformats.org/drawingml/2006/main">
            <a:off x="6098482" y="3378295"/>
            <a:ext cx="73349" cy="73349"/>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2C5EAA"/>
          </a:solidFill>
          <a:ln xmlns:a="http://schemas.openxmlformats.org/drawingml/2006/main" w="10478">
            <a:solidFill>
              <a:srgbClr val="2C5EAA"/>
            </a:solidFill>
            <a:prstDash val="solid"/>
          </a:ln>
        </p:spPr>
      </p:sp>
      <p:sp>
        <p:nvSpPr>
          <p:cNvPr id="83" name="Editable chart path">
            <a:extLst xmlns:a="http://schemas.openxmlformats.org/drawingml/2006/main">
              <a:ext uri="{FF2B5EF4-FFF2-40B4-BE49-F238E27FC236}">
                <a16:creationId xmlns:a16="http://schemas.microsoft.com/office/drawing/2014/main" id="{24897EBF-859C-4803-90DA-6097EF6EDB87}"/>
              </a:ext>
            </a:extLst>
          </p:cNvPr>
          <p:cNvSpPr>
            <a:spLocks xmlns:a="http://schemas.openxmlformats.org/drawingml/2006/main" noGrp="1"/>
          </p:cNvSpPr>
          <p:nvPr/>
        </p:nvSpPr>
        <p:spPr>
          <a:xfrm xmlns:a="http://schemas.openxmlformats.org/drawingml/2006/main">
            <a:off x="8009900" y="3558752"/>
            <a:ext cx="73349" cy="73349"/>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2C5EAA"/>
          </a:solidFill>
          <a:ln xmlns:a="http://schemas.openxmlformats.org/drawingml/2006/main" w="10478">
            <a:solidFill>
              <a:srgbClr val="2C5EAA"/>
            </a:solidFill>
            <a:prstDash val="solid"/>
          </a:ln>
        </p:spPr>
      </p:sp>
      <p:sp>
        <p:nvSpPr>
          <p:cNvPr id="84" name="Editable chart path">
            <a:extLst xmlns:a="http://schemas.openxmlformats.org/drawingml/2006/main">
              <a:ext uri="{FF2B5EF4-FFF2-40B4-BE49-F238E27FC236}">
                <a16:creationId xmlns:a16="http://schemas.microsoft.com/office/drawing/2014/main" id="{3AF0BD7C-1B8C-427A-A828-ABB7A9256F82}"/>
              </a:ext>
            </a:extLst>
          </p:cNvPr>
          <p:cNvSpPr>
            <a:spLocks xmlns:a="http://schemas.openxmlformats.org/drawingml/2006/main" noGrp="1"/>
          </p:cNvSpPr>
          <p:nvPr/>
        </p:nvSpPr>
        <p:spPr>
          <a:xfrm xmlns:a="http://schemas.openxmlformats.org/drawingml/2006/main">
            <a:off x="4664918" y="2858657"/>
            <a:ext cx="73349" cy="73349"/>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9BBFF2"/>
          </a:solidFill>
          <a:ln xmlns:a="http://schemas.openxmlformats.org/drawingml/2006/main" w="10478">
            <a:solidFill>
              <a:srgbClr val="9BBFF2"/>
            </a:solidFill>
            <a:prstDash val="solid"/>
          </a:ln>
        </p:spPr>
      </p:sp>
      <p:sp>
        <p:nvSpPr>
          <p:cNvPr id="85" name="Editable chart path">
            <a:extLst xmlns:a="http://schemas.openxmlformats.org/drawingml/2006/main">
              <a:ext uri="{FF2B5EF4-FFF2-40B4-BE49-F238E27FC236}">
                <a16:creationId xmlns:a16="http://schemas.microsoft.com/office/drawing/2014/main" id="{88C950FD-0C64-4916-A836-A005B97663D1}"/>
              </a:ext>
            </a:extLst>
          </p:cNvPr>
          <p:cNvSpPr>
            <a:spLocks xmlns:a="http://schemas.openxmlformats.org/drawingml/2006/main" noGrp="1"/>
          </p:cNvSpPr>
          <p:nvPr/>
        </p:nvSpPr>
        <p:spPr>
          <a:xfrm xmlns:a="http://schemas.openxmlformats.org/drawingml/2006/main">
            <a:off x="6576336" y="3108633"/>
            <a:ext cx="73349" cy="73349"/>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9BBFF2"/>
          </a:solidFill>
          <a:ln xmlns:a="http://schemas.openxmlformats.org/drawingml/2006/main" w="10478">
            <a:solidFill>
              <a:srgbClr val="9BBFF2"/>
            </a:solidFill>
            <a:prstDash val="solid"/>
          </a:ln>
        </p:spPr>
      </p:sp>
      <p:sp>
        <p:nvSpPr>
          <p:cNvPr id="86" name="Editable chart path">
            <a:extLst xmlns:a="http://schemas.openxmlformats.org/drawingml/2006/main">
              <a:ext uri="{FF2B5EF4-FFF2-40B4-BE49-F238E27FC236}">
                <a16:creationId xmlns:a16="http://schemas.microsoft.com/office/drawing/2014/main" id="{21F3E0F5-2CCD-4546-966D-172C7472D5FA}"/>
              </a:ext>
            </a:extLst>
          </p:cNvPr>
          <p:cNvSpPr>
            <a:spLocks xmlns:a="http://schemas.openxmlformats.org/drawingml/2006/main" noGrp="1"/>
          </p:cNvSpPr>
          <p:nvPr/>
        </p:nvSpPr>
        <p:spPr>
          <a:xfrm xmlns:a="http://schemas.openxmlformats.org/drawingml/2006/main">
            <a:off x="8487755" y="3259903"/>
            <a:ext cx="73349" cy="73349"/>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9BBFF2"/>
          </a:solidFill>
          <a:ln xmlns:a="http://schemas.openxmlformats.org/drawingml/2006/main" w="10478">
            <a:solidFill>
              <a:srgbClr val="9BBFF2"/>
            </a:solidFill>
            <a:prstDash val="solid"/>
          </a:ln>
        </p:spPr>
      </p:sp>
      <p:sp>
        <p:nvSpPr>
          <p:cNvPr id="87" name="Editable chart path">
            <a:extLst xmlns:a="http://schemas.openxmlformats.org/drawingml/2006/main">
              <a:ext uri="{FF2B5EF4-FFF2-40B4-BE49-F238E27FC236}">
                <a16:creationId xmlns:a16="http://schemas.microsoft.com/office/drawing/2014/main" id="{D87E7A32-DE4E-4DB3-A7FE-00C3B27F917D}"/>
              </a:ext>
            </a:extLst>
          </p:cNvPr>
          <p:cNvSpPr>
            <a:spLocks xmlns:a="http://schemas.openxmlformats.org/drawingml/2006/main" noGrp="1"/>
          </p:cNvSpPr>
          <p:nvPr/>
        </p:nvSpPr>
        <p:spPr>
          <a:xfrm xmlns:a="http://schemas.openxmlformats.org/drawingml/2006/main">
            <a:off x="3506956" y="2742368"/>
            <a:ext cx="95" cy="2197188"/>
          </a:xfrm>
          <a:custGeom xmlns:a="http://schemas.openxmlformats.org/drawingml/2006/main">
            <a:pathLst>
              <a:path w="95" h="1997269">
                <a:moveTo>
                  <a:pt x="0" y="1997269"/>
                </a:moveTo>
                <a:lnTo>
                  <a:pt x="0" y="0"/>
                </a:lnTo>
              </a:path>
            </a:pathLst>
          </a:custGeom>
          <a:noFill xmlns:a="http://schemas.openxmlformats.org/drawingml/2006/main"/>
          <a:ln xmlns:a="http://schemas.openxmlformats.org/drawingml/2006/main" w="8383">
            <a:solidFill>
              <a:srgbClr val="5A6683"/>
            </a:solidFill>
            <a:prstDash val="solid"/>
          </a:ln>
        </p:spPr>
      </p:sp>
      <p:sp>
        <p:nvSpPr>
          <p:cNvPr id="88" name="Editable chart path">
            <a:extLst xmlns:a="http://schemas.openxmlformats.org/drawingml/2006/main">
              <a:ext uri="{FF2B5EF4-FFF2-40B4-BE49-F238E27FC236}">
                <a16:creationId xmlns:a16="http://schemas.microsoft.com/office/drawing/2014/main" id="{8DB86117-B0B8-43E4-B403-799805897710}"/>
              </a:ext>
            </a:extLst>
          </p:cNvPr>
          <p:cNvSpPr>
            <a:spLocks xmlns:a="http://schemas.openxmlformats.org/drawingml/2006/main" noGrp="1"/>
          </p:cNvSpPr>
          <p:nvPr/>
        </p:nvSpPr>
        <p:spPr>
          <a:xfrm xmlns:a="http://schemas.openxmlformats.org/drawingml/2006/main">
            <a:off x="3506956" y="4939555"/>
            <a:ext cx="5256401" cy="95"/>
          </a:xfrm>
          <a:custGeom xmlns:a="http://schemas.openxmlformats.org/drawingml/2006/main">
            <a:pathLst>
              <a:path w="4778129" h="95">
                <a:moveTo>
                  <a:pt x="0" y="0"/>
                </a:moveTo>
                <a:lnTo>
                  <a:pt x="4778129" y="0"/>
                </a:lnTo>
              </a:path>
            </a:pathLst>
          </a:custGeom>
          <a:noFill xmlns:a="http://schemas.openxmlformats.org/drawingml/2006/main"/>
          <a:ln xmlns:a="http://schemas.openxmlformats.org/drawingml/2006/main" w="8383">
            <a:solidFill>
              <a:srgbClr val="5A6683"/>
            </a:solidFill>
            <a:prstDash val="solid"/>
          </a:ln>
        </p:spPr>
      </p:sp>
      <p:sp>
        <p:nvSpPr>
          <p:cNvPr id="89" name="">
            <a:extLst xmlns:a="http://schemas.openxmlformats.org/drawingml/2006/main">
              <a:ext uri="{FF2B5EF4-FFF2-40B4-BE49-F238E27FC236}">
                <a16:creationId xmlns:a16="http://schemas.microsoft.com/office/drawing/2014/main" id="{EB330C05-C3DD-4582-8099-88A2DC6A7AD1}"/>
              </a:ext>
            </a:extLst>
          </p:cNvPr>
          <p:cNvSpPr>
            <a:spLocks xmlns:a="http://schemas.openxmlformats.org/drawingml/2006/main" noGrp="1"/>
          </p:cNvSpPr>
          <p:nvPr/>
        </p:nvSpPr>
        <p:spPr>
          <a:xfrm xmlns:a="http://schemas.openxmlformats.org/drawingml/2006/main" rot="0">
            <a:off x="3822340" y="3758914"/>
            <a:ext cx="36937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-7.7%</a:t>
            </a:r>
          </a:p>
        </p:txBody>
      </p:sp>
      <p:sp>
        <p:nvSpPr>
          <p:cNvPr id="90" name="">
            <a:extLst xmlns:a="http://schemas.openxmlformats.org/drawingml/2006/main">
              <a:ext uri="{FF2B5EF4-FFF2-40B4-BE49-F238E27FC236}">
                <a16:creationId xmlns:a16="http://schemas.microsoft.com/office/drawing/2014/main" id="{8F121855-F471-4EE2-B96E-9643B8F7696C}"/>
              </a:ext>
            </a:extLst>
          </p:cNvPr>
          <p:cNvSpPr>
            <a:spLocks xmlns:a="http://schemas.openxmlformats.org/drawingml/2006/main" noGrp="1"/>
          </p:cNvSpPr>
          <p:nvPr/>
        </p:nvSpPr>
        <p:spPr>
          <a:xfrm xmlns:a="http://schemas.openxmlformats.org/drawingml/2006/main" rot="0">
            <a:off x="5733758" y="4217174"/>
            <a:ext cx="4373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-10.8%</a:t>
            </a:r>
          </a:p>
        </p:txBody>
      </p:sp>
      <p:sp>
        <p:nvSpPr>
          <p:cNvPr id="91" name="">
            <a:extLst xmlns:a="http://schemas.openxmlformats.org/drawingml/2006/main">
              <a:ext uri="{FF2B5EF4-FFF2-40B4-BE49-F238E27FC236}">
                <a16:creationId xmlns:a16="http://schemas.microsoft.com/office/drawing/2014/main" id="{4067C564-6B54-4EE9-AB93-CC4A5782D003}"/>
              </a:ext>
            </a:extLst>
          </p:cNvPr>
          <p:cNvSpPr>
            <a:spLocks xmlns:a="http://schemas.openxmlformats.org/drawingml/2006/main" noGrp="1"/>
          </p:cNvSpPr>
          <p:nvPr/>
        </p:nvSpPr>
        <p:spPr>
          <a:xfrm xmlns:a="http://schemas.openxmlformats.org/drawingml/2006/main" rot="0">
            <a:off x="7645177" y="4519011"/>
            <a:ext cx="42986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-12.9%</a:t>
            </a:r>
          </a:p>
        </p:txBody>
      </p:sp>
      <p:sp>
        <p:nvSpPr>
          <p:cNvPr id="92" name="">
            <a:extLst xmlns:a="http://schemas.openxmlformats.org/drawingml/2006/main">
              <a:ext uri="{FF2B5EF4-FFF2-40B4-BE49-F238E27FC236}">
                <a16:creationId xmlns:a16="http://schemas.microsoft.com/office/drawing/2014/main" id="{50600AA6-91C0-4AB9-8079-D89835324EE8}"/>
              </a:ext>
            </a:extLst>
          </p:cNvPr>
          <p:cNvSpPr>
            <a:spLocks xmlns:a="http://schemas.openxmlformats.org/drawingml/2006/main" noGrp="1"/>
          </p:cNvSpPr>
          <p:nvPr/>
        </p:nvSpPr>
        <p:spPr>
          <a:xfrm xmlns:a="http://schemas.openxmlformats.org/drawingml/2006/main" rot="0">
            <a:off x="4300194" y="2925071"/>
            <a:ext cx="34956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-1.9%</a:t>
            </a:r>
          </a:p>
        </p:txBody>
      </p:sp>
      <p:sp>
        <p:nvSpPr>
          <p:cNvPr id="93" name="">
            <a:extLst xmlns:a="http://schemas.openxmlformats.org/drawingml/2006/main">
              <a:ext uri="{FF2B5EF4-FFF2-40B4-BE49-F238E27FC236}">
                <a16:creationId xmlns:a16="http://schemas.microsoft.com/office/drawing/2014/main" id="{60C75FF7-38E7-4DB3-841A-0EB3A9DC49C8}"/>
              </a:ext>
            </a:extLst>
          </p:cNvPr>
          <p:cNvSpPr>
            <a:spLocks xmlns:a="http://schemas.openxmlformats.org/drawingml/2006/main" noGrp="1"/>
          </p:cNvSpPr>
          <p:nvPr/>
        </p:nvSpPr>
        <p:spPr>
          <a:xfrm xmlns:a="http://schemas.openxmlformats.org/drawingml/2006/main" rot="0">
            <a:off x="6211613" y="3297290"/>
            <a:ext cx="39243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-4.5%</a:t>
            </a:r>
          </a:p>
        </p:txBody>
      </p:sp>
      <p:sp>
        <p:nvSpPr>
          <p:cNvPr id="94" name="">
            <a:extLst xmlns:a="http://schemas.openxmlformats.org/drawingml/2006/main">
              <a:ext uri="{FF2B5EF4-FFF2-40B4-BE49-F238E27FC236}">
                <a16:creationId xmlns:a16="http://schemas.microsoft.com/office/drawing/2014/main" id="{C4329A49-CB1F-42BE-A1A9-D133B778A03C}"/>
              </a:ext>
            </a:extLst>
          </p:cNvPr>
          <p:cNvSpPr>
            <a:spLocks xmlns:a="http://schemas.openxmlformats.org/drawingml/2006/main" noGrp="1"/>
          </p:cNvSpPr>
          <p:nvPr/>
        </p:nvSpPr>
        <p:spPr>
          <a:xfrm xmlns:a="http://schemas.openxmlformats.org/drawingml/2006/main" rot="0">
            <a:off x="8123032" y="3477746"/>
            <a:ext cx="38080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-5.7%</a:t>
            </a:r>
          </a:p>
        </p:txBody>
      </p:sp>
      <p:sp>
        <p:nvSpPr>
          <p:cNvPr id="95" name="">
            <a:extLst xmlns:a="http://schemas.openxmlformats.org/drawingml/2006/main">
              <a:ext uri="{FF2B5EF4-FFF2-40B4-BE49-F238E27FC236}">
                <a16:creationId xmlns:a16="http://schemas.microsoft.com/office/drawing/2014/main" id="{9004E127-D58E-4047-921A-1B65E0D2E6AF}"/>
              </a:ext>
            </a:extLst>
          </p:cNvPr>
          <p:cNvSpPr>
            <a:spLocks xmlns:a="http://schemas.openxmlformats.org/drawingml/2006/main" noGrp="1"/>
          </p:cNvSpPr>
          <p:nvPr/>
        </p:nvSpPr>
        <p:spPr>
          <a:xfrm xmlns:a="http://schemas.openxmlformats.org/drawingml/2006/main" rot="0">
            <a:off x="4778049" y="2777651"/>
            <a:ext cx="39262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-0.9%</a:t>
            </a:r>
          </a:p>
        </p:txBody>
      </p:sp>
      <p:sp>
        <p:nvSpPr>
          <p:cNvPr id="96" name="">
            <a:extLst xmlns:a="http://schemas.openxmlformats.org/drawingml/2006/main">
              <a:ext uri="{FF2B5EF4-FFF2-40B4-BE49-F238E27FC236}">
                <a16:creationId xmlns:a16="http://schemas.microsoft.com/office/drawing/2014/main" id="{0B5A875D-D108-4082-9E64-2E59A2AD9A9D}"/>
              </a:ext>
            </a:extLst>
          </p:cNvPr>
          <p:cNvSpPr>
            <a:spLocks xmlns:a="http://schemas.openxmlformats.org/drawingml/2006/main" noGrp="1"/>
          </p:cNvSpPr>
          <p:nvPr/>
        </p:nvSpPr>
        <p:spPr>
          <a:xfrm xmlns:a="http://schemas.openxmlformats.org/drawingml/2006/main" rot="0">
            <a:off x="6689468" y="3027628"/>
            <a:ext cx="3858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-2.6%</a:t>
            </a:r>
          </a:p>
        </p:txBody>
      </p:sp>
      <p:sp>
        <p:nvSpPr>
          <p:cNvPr id="97" name="">
            <a:extLst xmlns:a="http://schemas.openxmlformats.org/drawingml/2006/main">
              <a:ext uri="{FF2B5EF4-FFF2-40B4-BE49-F238E27FC236}">
                <a16:creationId xmlns:a16="http://schemas.microsoft.com/office/drawing/2014/main" id="{7812E8E2-0271-48AB-A531-DBBBC231FD4E}"/>
              </a:ext>
            </a:extLst>
          </p:cNvPr>
          <p:cNvSpPr>
            <a:spLocks xmlns:a="http://schemas.openxmlformats.org/drawingml/2006/main" noGrp="1"/>
          </p:cNvSpPr>
          <p:nvPr/>
        </p:nvSpPr>
        <p:spPr>
          <a:xfrm xmlns:a="http://schemas.openxmlformats.org/drawingml/2006/main" rot="0">
            <a:off x="8600886" y="3178897"/>
            <a:ext cx="3753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-3.7%</a:t>
            </a:r>
          </a:p>
        </p:txBody>
      </p:sp>
      <p:sp>
        <p:nvSpPr>
          <p:cNvPr id="98" name="">
            <a:extLst xmlns:a="http://schemas.openxmlformats.org/drawingml/2006/main">
              <a:ext uri="{FF2B5EF4-FFF2-40B4-BE49-F238E27FC236}">
                <a16:creationId xmlns:a16="http://schemas.microsoft.com/office/drawing/2014/main" id="{6971F7EB-671E-4D87-B51C-A150CAF24DB2}"/>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99" name="">
            <a:extLst xmlns:a="http://schemas.openxmlformats.org/drawingml/2006/main">
              <a:ext uri="{FF2B5EF4-FFF2-40B4-BE49-F238E27FC236}">
                <a16:creationId xmlns:a16="http://schemas.microsoft.com/office/drawing/2014/main" id="{B3C790ED-8804-4849-80BD-113C6508680E}"/>
              </a:ext>
            </a:extLst>
          </p:cNvPr>
          <p:cNvSpPr>
            <a:spLocks xmlns:a="http://schemas.openxmlformats.org/drawingml/2006/main" noGrp="1"/>
          </p:cNvSpPr>
          <p:nvPr/>
        </p:nvSpPr>
        <p:spPr>
          <a:xfrm xmlns:a="http://schemas.openxmlformats.org/drawingml/2006/main">
            <a:off x="1466850" y="5334000"/>
            <a:ext cx="37312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Absolute count (cell + how^month + ym^regime FE)</a:t>
            </a:r>
          </a:p>
        </p:txBody>
      </p:sp>
      <p:sp>
        <p:nvSpPr>
          <p:cNvPr id="100" name="">
            <a:extLst xmlns:a="http://schemas.openxmlformats.org/drawingml/2006/main">
              <a:ext uri="{FF2B5EF4-FFF2-40B4-BE49-F238E27FC236}">
                <a16:creationId xmlns:a16="http://schemas.microsoft.com/office/drawing/2014/main" id="{BC14B9C6-FF50-4DF7-A01D-0A4139C7D512}"/>
              </a:ext>
            </a:extLst>
          </p:cNvPr>
          <p:cNvSpPr>
            <a:spLocks xmlns:a="http://schemas.openxmlformats.org/drawingml/2006/main" noGrp="1"/>
          </p:cNvSpPr>
          <p:nvPr/>
        </p:nvSpPr>
        <p:spPr>
          <a:xfrm xmlns:a="http://schemas.openxmlformats.org/drawingml/2006/main">
            <a:off x="5407628"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01" name="">
            <a:extLst xmlns:a="http://schemas.openxmlformats.org/drawingml/2006/main">
              <a:ext uri="{FF2B5EF4-FFF2-40B4-BE49-F238E27FC236}">
                <a16:creationId xmlns:a16="http://schemas.microsoft.com/office/drawing/2014/main" id="{7521A809-50AB-43D1-8D5D-0CC0ED12E305}"/>
              </a:ext>
            </a:extLst>
          </p:cNvPr>
          <p:cNvSpPr>
            <a:spLocks xmlns:a="http://schemas.openxmlformats.org/drawingml/2006/main" noGrp="1"/>
          </p:cNvSpPr>
          <p:nvPr/>
        </p:nvSpPr>
        <p:spPr>
          <a:xfrm xmlns:a="http://schemas.openxmlformats.org/drawingml/2006/main">
            <a:off x="5636228" y="5334000"/>
            <a:ext cx="31300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Share of citywide count (cell + snapshot FE)</a:t>
            </a:r>
          </a:p>
        </p:txBody>
      </p:sp>
      <p:sp>
        <p:nvSpPr>
          <p:cNvPr id="102" name="">
            <a:extLst xmlns:a="http://schemas.openxmlformats.org/drawingml/2006/main">
              <a:ext uri="{FF2B5EF4-FFF2-40B4-BE49-F238E27FC236}">
                <a16:creationId xmlns:a16="http://schemas.microsoft.com/office/drawing/2014/main" id="{090D208E-DC9B-418E-8A60-93E5D15E30A4}"/>
              </a:ext>
            </a:extLst>
          </p:cNvPr>
          <p:cNvSpPr>
            <a:spLocks xmlns:a="http://schemas.openxmlformats.org/drawingml/2006/main" noGrp="1"/>
          </p:cNvSpPr>
          <p:nvPr/>
        </p:nvSpPr>
        <p:spPr>
          <a:xfrm xmlns:a="http://schemas.openxmlformats.org/drawingml/2006/main">
            <a:off x="1238250" y="5619750"/>
            <a:ext cx="161925" cy="47625"/>
          </a:xfrm>
          <a:prstGeom xmlns:a="http://schemas.openxmlformats.org/drawingml/2006/main" prst="rect">
            <a:avLst/>
          </a:prstGeom>
          <a:solidFill xmlns:a="http://schemas.openxmlformats.org/drawingml/2006/main">
            <a:srgbClr val="9BBFF2"/>
          </a:solidFill>
          <a:ln xmlns:a="http://schemas.openxmlformats.org/drawingml/2006/main" w="0">
            <a:noFill/>
          </a:ln>
        </p:spPr>
      </p:sp>
      <p:sp>
        <p:nvSpPr>
          <p:cNvPr id="103" name="">
            <a:extLst xmlns:a="http://schemas.openxmlformats.org/drawingml/2006/main">
              <a:ext uri="{FF2B5EF4-FFF2-40B4-BE49-F238E27FC236}">
                <a16:creationId xmlns:a16="http://schemas.microsoft.com/office/drawing/2014/main" id="{53DBB66F-6403-4990-9009-8B39540B5D07}"/>
              </a:ext>
            </a:extLst>
          </p:cNvPr>
          <p:cNvSpPr>
            <a:spLocks xmlns:a="http://schemas.openxmlformats.org/drawingml/2006/main" noGrp="1"/>
          </p:cNvSpPr>
          <p:nvPr/>
        </p:nvSpPr>
        <p:spPr>
          <a:xfrm xmlns:a="http://schemas.openxmlformats.org/drawingml/2006/main">
            <a:off x="1466850" y="5553075"/>
            <a:ext cx="2400681"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Absolute with log(citywide) offset</a:t>
            </a:r>
          </a:p>
        </p:txBody>
      </p:sp>
    </p:spTree>
    <p:extLst>
      <p:ext uri="{BB962C8B-B14F-4D97-AF65-F5344CB8AC3E}">
        <p14:creationId xmlns:p14="http://schemas.microsoft.com/office/powerpoint/2010/main" val="597896415"/>
      </p:ext>
    </p:extLst>
  </p:cSld>
</p:sld>
</file>

<file path=ppt/slides/slide44.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SPECIFICATION AND MEASUREMENT CHECKS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Use the saved point estimates and confidence intervals to judge each check.</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44</a:t>
            </a:r>
            <a:endParaRPr sz="1200"/>
          </a:p>
        </p:txBody>
      </p:sp>
      <p:sp>
        <p:nvSpPr>
          <p:cNvPr id="14" name="">
            <a:extLst xmlns:a="http://schemas.openxmlformats.org/drawingml/2006/main">
              <a:ext uri="{FF2B5EF4-FFF2-40B4-BE49-F238E27FC236}">
                <a16:creationId xmlns:a16="http://schemas.microsoft.com/office/drawing/2014/main" id="{2D7DB2F3-8C7E-4E6D-8466-E064B772327A}"/>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40D81632-6B10-4082-A668-B049079D5A7B}"/>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Absolute count model</a:t>
            </a:r>
          </a:p>
        </p:txBody>
      </p:sp>
      <p:sp>
        <p:nvSpPr>
          <p:cNvPr id="16" name="Editable chart path">
            <a:extLst xmlns:a="http://schemas.openxmlformats.org/drawingml/2006/main">
              <a:ext uri="{FF2B5EF4-FFF2-40B4-BE49-F238E27FC236}">
                <a16:creationId xmlns:a16="http://schemas.microsoft.com/office/drawing/2014/main" id="{93194CED-78B9-4392-8D13-373D0884CDBB}"/>
              </a:ext>
            </a:extLst>
          </p:cNvPr>
          <p:cNvSpPr>
            <a:spLocks xmlns:a="http://schemas.openxmlformats.org/drawingml/2006/main" noGrp="1"/>
          </p:cNvSpPr>
          <p:nvPr/>
        </p:nvSpPr>
        <p:spPr>
          <a:xfrm xmlns:a="http://schemas.openxmlformats.org/drawingml/2006/main">
            <a:off x="6472996"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17" name="">
            <a:extLst xmlns:a="http://schemas.openxmlformats.org/drawingml/2006/main">
              <a:ext uri="{FF2B5EF4-FFF2-40B4-BE49-F238E27FC236}">
                <a16:creationId xmlns:a16="http://schemas.microsoft.com/office/drawing/2014/main" id="{6E76EF2E-EECA-4266-844A-98E7AC656620}"/>
              </a:ext>
            </a:extLst>
          </p:cNvPr>
          <p:cNvSpPr>
            <a:spLocks xmlns:a="http://schemas.openxmlformats.org/drawingml/2006/main" noGrp="1"/>
          </p:cNvSpPr>
          <p:nvPr/>
        </p:nvSpPr>
        <p:spPr>
          <a:xfrm xmlns:a="http://schemas.openxmlformats.org/drawingml/2006/main" rot="0">
            <a:off x="6310912" y="5368886"/>
            <a:ext cx="31956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−17.5</a:t>
            </a:r>
          </a:p>
        </p:txBody>
      </p:sp>
      <p:sp>
        <p:nvSpPr>
          <p:cNvPr id="18" name="Editable chart path">
            <a:extLst xmlns:a="http://schemas.openxmlformats.org/drawingml/2006/main">
              <a:ext uri="{FF2B5EF4-FFF2-40B4-BE49-F238E27FC236}">
                <a16:creationId xmlns:a16="http://schemas.microsoft.com/office/drawing/2014/main" id="{B4BD84C2-0BD7-4D6C-9133-4E084E24528C}"/>
              </a:ext>
            </a:extLst>
          </p:cNvPr>
          <p:cNvSpPr>
            <a:spLocks xmlns:a="http://schemas.openxmlformats.org/drawingml/2006/main" noGrp="1"/>
          </p:cNvSpPr>
          <p:nvPr/>
        </p:nvSpPr>
        <p:spPr>
          <a:xfrm xmlns:a="http://schemas.openxmlformats.org/drawingml/2006/main">
            <a:off x="6874128"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19" name="">
            <a:extLst xmlns:a="http://schemas.openxmlformats.org/drawingml/2006/main">
              <a:ext uri="{FF2B5EF4-FFF2-40B4-BE49-F238E27FC236}">
                <a16:creationId xmlns:a16="http://schemas.microsoft.com/office/drawing/2014/main" id="{5DE4573D-9D11-462E-BA16-752FA56901D8}"/>
              </a:ext>
            </a:extLst>
          </p:cNvPr>
          <p:cNvSpPr>
            <a:spLocks xmlns:a="http://schemas.openxmlformats.org/drawingml/2006/main" noGrp="1"/>
          </p:cNvSpPr>
          <p:nvPr/>
        </p:nvSpPr>
        <p:spPr>
          <a:xfrm xmlns:a="http://schemas.openxmlformats.org/drawingml/2006/main" rot="0">
            <a:off x="6706575" y="5368886"/>
            <a:ext cx="3309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a:t>
            </a:r>
          </a:p>
        </p:txBody>
      </p:sp>
      <p:sp>
        <p:nvSpPr>
          <p:cNvPr id="20" name="Editable chart path">
            <a:extLst xmlns:a="http://schemas.openxmlformats.org/drawingml/2006/main">
              <a:ext uri="{FF2B5EF4-FFF2-40B4-BE49-F238E27FC236}">
                <a16:creationId xmlns:a16="http://schemas.microsoft.com/office/drawing/2014/main" id="{B5A85A65-1D29-4ED9-8711-945AE8DD9860}"/>
              </a:ext>
            </a:extLst>
          </p:cNvPr>
          <p:cNvSpPr>
            <a:spLocks xmlns:a="http://schemas.openxmlformats.org/drawingml/2006/main" noGrp="1"/>
          </p:cNvSpPr>
          <p:nvPr/>
        </p:nvSpPr>
        <p:spPr>
          <a:xfrm xmlns:a="http://schemas.openxmlformats.org/drawingml/2006/main">
            <a:off x="7275260"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1" name="">
            <a:extLst xmlns:a="http://schemas.openxmlformats.org/drawingml/2006/main">
              <a:ext uri="{FF2B5EF4-FFF2-40B4-BE49-F238E27FC236}">
                <a16:creationId xmlns:a16="http://schemas.microsoft.com/office/drawing/2014/main" id="{83F0F876-704A-484B-8CB7-96639C3BD095}"/>
              </a:ext>
            </a:extLst>
          </p:cNvPr>
          <p:cNvSpPr>
            <a:spLocks xmlns:a="http://schemas.openxmlformats.org/drawingml/2006/main" noGrp="1"/>
          </p:cNvSpPr>
          <p:nvPr/>
        </p:nvSpPr>
        <p:spPr>
          <a:xfrm xmlns:a="http://schemas.openxmlformats.org/drawingml/2006/main" rot="0">
            <a:off x="7111176" y="5368886"/>
            <a:ext cx="32356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−12.5</a:t>
            </a:r>
          </a:p>
        </p:txBody>
      </p:sp>
      <p:sp>
        <p:nvSpPr>
          <p:cNvPr id="22" name="Editable chart path">
            <a:extLst xmlns:a="http://schemas.openxmlformats.org/drawingml/2006/main">
              <a:ext uri="{FF2B5EF4-FFF2-40B4-BE49-F238E27FC236}">
                <a16:creationId xmlns:a16="http://schemas.microsoft.com/office/drawing/2014/main" id="{B7B4F095-CCD2-4137-B8C0-2B3B4E7A18E4}"/>
              </a:ext>
            </a:extLst>
          </p:cNvPr>
          <p:cNvSpPr>
            <a:spLocks xmlns:a="http://schemas.openxmlformats.org/drawingml/2006/main" noGrp="1"/>
          </p:cNvSpPr>
          <p:nvPr/>
        </p:nvSpPr>
        <p:spPr>
          <a:xfrm xmlns:a="http://schemas.openxmlformats.org/drawingml/2006/main">
            <a:off x="7676392"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3" name="">
            <a:extLst xmlns:a="http://schemas.openxmlformats.org/drawingml/2006/main">
              <a:ext uri="{FF2B5EF4-FFF2-40B4-BE49-F238E27FC236}">
                <a16:creationId xmlns:a16="http://schemas.microsoft.com/office/drawing/2014/main" id="{B279262E-356F-485C-BC45-260EE15EB43F}"/>
              </a:ext>
            </a:extLst>
          </p:cNvPr>
          <p:cNvSpPr>
            <a:spLocks xmlns:a="http://schemas.openxmlformats.org/drawingml/2006/main" noGrp="1"/>
          </p:cNvSpPr>
          <p:nvPr/>
        </p:nvSpPr>
        <p:spPr>
          <a:xfrm xmlns:a="http://schemas.openxmlformats.org/drawingml/2006/main" rot="0">
            <a:off x="7508838" y="5368886"/>
            <a:ext cx="3309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24" name="Editable chart path">
            <a:extLst xmlns:a="http://schemas.openxmlformats.org/drawingml/2006/main">
              <a:ext uri="{FF2B5EF4-FFF2-40B4-BE49-F238E27FC236}">
                <a16:creationId xmlns:a16="http://schemas.microsoft.com/office/drawing/2014/main" id="{41AB4256-C289-4AA8-8393-7B1526484830}"/>
              </a:ext>
            </a:extLst>
          </p:cNvPr>
          <p:cNvSpPr>
            <a:spLocks xmlns:a="http://schemas.openxmlformats.org/drawingml/2006/main" noGrp="1"/>
          </p:cNvSpPr>
          <p:nvPr/>
        </p:nvSpPr>
        <p:spPr>
          <a:xfrm xmlns:a="http://schemas.openxmlformats.org/drawingml/2006/main">
            <a:off x="8077524"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5" name="">
            <a:extLst xmlns:a="http://schemas.openxmlformats.org/drawingml/2006/main">
              <a:ext uri="{FF2B5EF4-FFF2-40B4-BE49-F238E27FC236}">
                <a16:creationId xmlns:a16="http://schemas.microsoft.com/office/drawing/2014/main" id="{03993B93-2195-4BE1-82AF-9E700972DD8F}"/>
              </a:ext>
            </a:extLst>
          </p:cNvPr>
          <p:cNvSpPr>
            <a:spLocks xmlns:a="http://schemas.openxmlformats.org/drawingml/2006/main" noGrp="1"/>
          </p:cNvSpPr>
          <p:nvPr/>
        </p:nvSpPr>
        <p:spPr>
          <a:xfrm xmlns:a="http://schemas.openxmlformats.org/drawingml/2006/main" rot="0">
            <a:off x="7937776" y="5368886"/>
            <a:ext cx="2748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−7.5</a:t>
            </a:r>
          </a:p>
        </p:txBody>
      </p:sp>
      <p:sp>
        <p:nvSpPr>
          <p:cNvPr id="26" name="Editable chart path">
            <a:extLst xmlns:a="http://schemas.openxmlformats.org/drawingml/2006/main">
              <a:ext uri="{FF2B5EF4-FFF2-40B4-BE49-F238E27FC236}">
                <a16:creationId xmlns:a16="http://schemas.microsoft.com/office/drawing/2014/main" id="{2E148BA7-639D-43B6-A10A-32506886A435}"/>
              </a:ext>
            </a:extLst>
          </p:cNvPr>
          <p:cNvSpPr>
            <a:spLocks xmlns:a="http://schemas.openxmlformats.org/drawingml/2006/main" noGrp="1"/>
          </p:cNvSpPr>
          <p:nvPr/>
        </p:nvSpPr>
        <p:spPr>
          <a:xfrm xmlns:a="http://schemas.openxmlformats.org/drawingml/2006/main">
            <a:off x="8478656"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7" name="">
            <a:extLst xmlns:a="http://schemas.openxmlformats.org/drawingml/2006/main">
              <a:ext uri="{FF2B5EF4-FFF2-40B4-BE49-F238E27FC236}">
                <a16:creationId xmlns:a16="http://schemas.microsoft.com/office/drawing/2014/main" id="{1480BA97-011A-4010-B5EE-706222A328F1}"/>
              </a:ext>
            </a:extLst>
          </p:cNvPr>
          <p:cNvSpPr>
            <a:spLocks xmlns:a="http://schemas.openxmlformats.org/drawingml/2006/main" noGrp="1"/>
          </p:cNvSpPr>
          <p:nvPr/>
        </p:nvSpPr>
        <p:spPr>
          <a:xfrm xmlns:a="http://schemas.openxmlformats.org/drawingml/2006/main" rot="0">
            <a:off x="8333438" y="5368886"/>
            <a:ext cx="28632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28" name="Editable chart path">
            <a:extLst xmlns:a="http://schemas.openxmlformats.org/drawingml/2006/main">
              <a:ext uri="{FF2B5EF4-FFF2-40B4-BE49-F238E27FC236}">
                <a16:creationId xmlns:a16="http://schemas.microsoft.com/office/drawing/2014/main" id="{639EB661-3E12-4049-BF55-2EE8A38F19B4}"/>
              </a:ext>
            </a:extLst>
          </p:cNvPr>
          <p:cNvSpPr>
            <a:spLocks xmlns:a="http://schemas.openxmlformats.org/drawingml/2006/main" noGrp="1"/>
          </p:cNvSpPr>
          <p:nvPr/>
        </p:nvSpPr>
        <p:spPr>
          <a:xfrm xmlns:a="http://schemas.openxmlformats.org/drawingml/2006/main">
            <a:off x="8879788"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9" name="">
            <a:extLst xmlns:a="http://schemas.openxmlformats.org/drawingml/2006/main">
              <a:ext uri="{FF2B5EF4-FFF2-40B4-BE49-F238E27FC236}">
                <a16:creationId xmlns:a16="http://schemas.microsoft.com/office/drawing/2014/main" id="{2BD17FA1-FF8D-4B39-ABB5-06E21A965CD8}"/>
              </a:ext>
            </a:extLst>
          </p:cNvPr>
          <p:cNvSpPr>
            <a:spLocks xmlns:a="http://schemas.openxmlformats.org/drawingml/2006/main" noGrp="1"/>
          </p:cNvSpPr>
          <p:nvPr/>
        </p:nvSpPr>
        <p:spPr>
          <a:xfrm xmlns:a="http://schemas.openxmlformats.org/drawingml/2006/main" rot="0">
            <a:off x="8738040" y="5368886"/>
            <a:ext cx="2788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30" name="Editable chart path">
            <a:extLst xmlns:a="http://schemas.openxmlformats.org/drawingml/2006/main">
              <a:ext uri="{FF2B5EF4-FFF2-40B4-BE49-F238E27FC236}">
                <a16:creationId xmlns:a16="http://schemas.microsoft.com/office/drawing/2014/main" id="{C52AECDA-BA52-4D88-811E-427FCBA8C00F}"/>
              </a:ext>
            </a:extLst>
          </p:cNvPr>
          <p:cNvSpPr>
            <a:spLocks xmlns:a="http://schemas.openxmlformats.org/drawingml/2006/main" noGrp="1"/>
          </p:cNvSpPr>
          <p:nvPr/>
        </p:nvSpPr>
        <p:spPr>
          <a:xfrm xmlns:a="http://schemas.openxmlformats.org/drawingml/2006/main">
            <a:off x="9280920"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31" name="">
            <a:extLst xmlns:a="http://schemas.openxmlformats.org/drawingml/2006/main">
              <a:ext uri="{FF2B5EF4-FFF2-40B4-BE49-F238E27FC236}">
                <a16:creationId xmlns:a16="http://schemas.microsoft.com/office/drawing/2014/main" id="{A64E45C1-030F-4246-856C-7A7E4462CB6D}"/>
              </a:ext>
            </a:extLst>
          </p:cNvPr>
          <p:cNvSpPr>
            <a:spLocks xmlns:a="http://schemas.openxmlformats.org/drawingml/2006/main" noGrp="1"/>
          </p:cNvSpPr>
          <p:nvPr/>
        </p:nvSpPr>
        <p:spPr>
          <a:xfrm xmlns:a="http://schemas.openxmlformats.org/drawingml/2006/main" rot="0">
            <a:off x="9174136" y="5368886"/>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a:t>
            </a:r>
          </a:p>
        </p:txBody>
      </p:sp>
      <p:sp>
        <p:nvSpPr>
          <p:cNvPr id="32" name="">
            <a:extLst xmlns:a="http://schemas.openxmlformats.org/drawingml/2006/main">
              <a:ext uri="{FF2B5EF4-FFF2-40B4-BE49-F238E27FC236}">
                <a16:creationId xmlns:a16="http://schemas.microsoft.com/office/drawing/2014/main" id="{F9855C9D-DEFF-47B2-AA0D-37B9605B960C}"/>
              </a:ext>
            </a:extLst>
          </p:cNvPr>
          <p:cNvSpPr>
            <a:spLocks xmlns:a="http://schemas.openxmlformats.org/drawingml/2006/main" noGrp="1"/>
          </p:cNvSpPr>
          <p:nvPr/>
        </p:nvSpPr>
        <p:spPr>
          <a:xfrm xmlns:a="http://schemas.openxmlformats.org/drawingml/2006/main" rot="0">
            <a:off x="6307277" y="5526991"/>
            <a:ext cx="299094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 rain vs dry, % change in vacant taxis</a:t>
            </a:r>
          </a:p>
        </p:txBody>
      </p:sp>
      <p:sp>
        <p:nvSpPr>
          <p:cNvPr id="33" name="Editable chart path">
            <a:extLst xmlns:a="http://schemas.openxmlformats.org/drawingml/2006/main">
              <a:ext uri="{FF2B5EF4-FFF2-40B4-BE49-F238E27FC236}">
                <a16:creationId xmlns:a16="http://schemas.microsoft.com/office/drawing/2014/main" id="{9CE6C837-7801-4EB9-988C-6EFDEE4A2ED1}"/>
              </a:ext>
            </a:extLst>
          </p:cNvPr>
          <p:cNvSpPr>
            <a:spLocks xmlns:a="http://schemas.openxmlformats.org/drawingml/2006/main" noGrp="1"/>
          </p:cNvSpPr>
          <p:nvPr/>
        </p:nvSpPr>
        <p:spPr>
          <a:xfrm xmlns:a="http://schemas.openxmlformats.org/drawingml/2006/main">
            <a:off x="6179856" y="2515997"/>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2AFB9C9E-D46E-4C82-8DD5-AF5BF4045729}"/>
              </a:ext>
            </a:extLst>
          </p:cNvPr>
          <p:cNvSpPr>
            <a:spLocks xmlns:a="http://schemas.openxmlformats.org/drawingml/2006/main" noGrp="1"/>
          </p:cNvSpPr>
          <p:nvPr/>
        </p:nvSpPr>
        <p:spPr>
          <a:xfrm xmlns:a="http://schemas.openxmlformats.org/drawingml/2006/main">
            <a:off x="6141654" y="2515997"/>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35" name="">
            <a:extLst xmlns:a="http://schemas.openxmlformats.org/drawingml/2006/main">
              <a:ext uri="{FF2B5EF4-FFF2-40B4-BE49-F238E27FC236}">
                <a16:creationId xmlns:a16="http://schemas.microsoft.com/office/drawing/2014/main" id="{C1BD25BF-0398-49FD-AA3E-25EEA4B18C73}"/>
              </a:ext>
            </a:extLst>
          </p:cNvPr>
          <p:cNvSpPr>
            <a:spLocks xmlns:a="http://schemas.openxmlformats.org/drawingml/2006/main" noGrp="1"/>
          </p:cNvSpPr>
          <p:nvPr/>
        </p:nvSpPr>
        <p:spPr>
          <a:xfrm xmlns:a="http://schemas.openxmlformats.org/drawingml/2006/main" rot="0">
            <a:off x="4062489" y="2408245"/>
            <a:ext cx="203711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MAIN (fit period, 1 km, 30 min)</a:t>
            </a:r>
          </a:p>
        </p:txBody>
      </p:sp>
      <p:sp>
        <p:nvSpPr>
          <p:cNvPr id="36" name="Editable chart path">
            <a:extLst xmlns:a="http://schemas.openxmlformats.org/drawingml/2006/main">
              <a:ext uri="{FF2B5EF4-FFF2-40B4-BE49-F238E27FC236}">
                <a16:creationId xmlns:a16="http://schemas.microsoft.com/office/drawing/2014/main" id="{C910D60A-D89B-4262-AAA2-578904AA8D82}"/>
              </a:ext>
            </a:extLst>
          </p:cNvPr>
          <p:cNvSpPr>
            <a:spLocks xmlns:a="http://schemas.openxmlformats.org/drawingml/2006/main" noGrp="1"/>
          </p:cNvSpPr>
          <p:nvPr/>
        </p:nvSpPr>
        <p:spPr>
          <a:xfrm xmlns:a="http://schemas.openxmlformats.org/drawingml/2006/main">
            <a:off x="6179856" y="2723299"/>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77801F0C-9092-4F6F-A4DB-9DBC7B4FE17E}"/>
              </a:ext>
            </a:extLst>
          </p:cNvPr>
          <p:cNvSpPr>
            <a:spLocks xmlns:a="http://schemas.openxmlformats.org/drawingml/2006/main" noGrp="1"/>
          </p:cNvSpPr>
          <p:nvPr/>
        </p:nvSpPr>
        <p:spPr>
          <a:xfrm xmlns:a="http://schemas.openxmlformats.org/drawingml/2006/main">
            <a:off x="6141654" y="2723299"/>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38" name="">
            <a:extLst xmlns:a="http://schemas.openxmlformats.org/drawingml/2006/main">
              <a:ext uri="{FF2B5EF4-FFF2-40B4-BE49-F238E27FC236}">
                <a16:creationId xmlns:a16="http://schemas.microsoft.com/office/drawing/2014/main" id="{2DD9C896-5A7D-46FC-9E72-5067A908925C}"/>
              </a:ext>
            </a:extLst>
          </p:cNvPr>
          <p:cNvSpPr>
            <a:spLocks xmlns:a="http://schemas.openxmlformats.org/drawingml/2006/main" noGrp="1"/>
          </p:cNvSpPr>
          <p:nvPr/>
        </p:nvSpPr>
        <p:spPr>
          <a:xfrm xmlns:a="http://schemas.openxmlformats.org/drawingml/2006/main" rot="0">
            <a:off x="4716523" y="2615548"/>
            <a:ext cx="13816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3-gauge mean rain</a:t>
            </a:r>
          </a:p>
        </p:txBody>
      </p:sp>
      <p:sp>
        <p:nvSpPr>
          <p:cNvPr id="39" name="Editable chart path">
            <a:extLst xmlns:a="http://schemas.openxmlformats.org/drawingml/2006/main">
              <a:ext uri="{FF2B5EF4-FFF2-40B4-BE49-F238E27FC236}">
                <a16:creationId xmlns:a16="http://schemas.microsoft.com/office/drawing/2014/main" id="{D6999200-58BD-4A1E-8685-AF464661C750}"/>
              </a:ext>
            </a:extLst>
          </p:cNvPr>
          <p:cNvSpPr>
            <a:spLocks xmlns:a="http://schemas.openxmlformats.org/drawingml/2006/main" noGrp="1"/>
          </p:cNvSpPr>
          <p:nvPr/>
        </p:nvSpPr>
        <p:spPr>
          <a:xfrm xmlns:a="http://schemas.openxmlformats.org/drawingml/2006/main">
            <a:off x="6179856" y="2930602"/>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D54C6288-982E-42F0-805C-53D4A92AD82E}"/>
              </a:ext>
            </a:extLst>
          </p:cNvPr>
          <p:cNvSpPr>
            <a:spLocks xmlns:a="http://schemas.openxmlformats.org/drawingml/2006/main" noGrp="1"/>
          </p:cNvSpPr>
          <p:nvPr/>
        </p:nvSpPr>
        <p:spPr>
          <a:xfrm xmlns:a="http://schemas.openxmlformats.org/drawingml/2006/main">
            <a:off x="6141654" y="2930602"/>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41" name="">
            <a:extLst xmlns:a="http://schemas.openxmlformats.org/drawingml/2006/main">
              <a:ext uri="{FF2B5EF4-FFF2-40B4-BE49-F238E27FC236}">
                <a16:creationId xmlns:a16="http://schemas.microsoft.com/office/drawing/2014/main" id="{9896102D-D3E2-45FB-99B3-3EC753D96A75}"/>
              </a:ext>
            </a:extLst>
          </p:cNvPr>
          <p:cNvSpPr>
            <a:spLocks xmlns:a="http://schemas.openxmlformats.org/drawingml/2006/main" noGrp="1"/>
          </p:cNvSpPr>
          <p:nvPr/>
        </p:nvSpPr>
        <p:spPr>
          <a:xfrm xmlns:a="http://schemas.openxmlformats.org/drawingml/2006/main" rot="0">
            <a:off x="5288792" y="2822851"/>
            <a:ext cx="81400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FY2022 only</a:t>
            </a:r>
          </a:p>
        </p:txBody>
      </p:sp>
      <p:sp>
        <p:nvSpPr>
          <p:cNvPr id="42" name="Editable chart path">
            <a:extLst xmlns:a="http://schemas.openxmlformats.org/drawingml/2006/main">
              <a:ext uri="{FF2B5EF4-FFF2-40B4-BE49-F238E27FC236}">
                <a16:creationId xmlns:a16="http://schemas.microsoft.com/office/drawing/2014/main" id="{FAA20644-D3DB-4B38-8170-F155A691B73A}"/>
              </a:ext>
            </a:extLst>
          </p:cNvPr>
          <p:cNvSpPr>
            <a:spLocks xmlns:a="http://schemas.openxmlformats.org/drawingml/2006/main" noGrp="1"/>
          </p:cNvSpPr>
          <p:nvPr/>
        </p:nvSpPr>
        <p:spPr>
          <a:xfrm xmlns:a="http://schemas.openxmlformats.org/drawingml/2006/main">
            <a:off x="6179856" y="3137905"/>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2F147A7F-0EB2-4B65-80DA-90BC95A2FD58}"/>
              </a:ext>
            </a:extLst>
          </p:cNvPr>
          <p:cNvSpPr>
            <a:spLocks xmlns:a="http://schemas.openxmlformats.org/drawingml/2006/main" noGrp="1"/>
          </p:cNvSpPr>
          <p:nvPr/>
        </p:nvSpPr>
        <p:spPr>
          <a:xfrm xmlns:a="http://schemas.openxmlformats.org/drawingml/2006/main">
            <a:off x="6141654" y="3137905"/>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44" name="">
            <a:extLst xmlns:a="http://schemas.openxmlformats.org/drawingml/2006/main">
              <a:ext uri="{FF2B5EF4-FFF2-40B4-BE49-F238E27FC236}">
                <a16:creationId xmlns:a16="http://schemas.microsoft.com/office/drawing/2014/main" id="{1138FAE9-3D19-48D2-99D4-68AAF8BBAD54}"/>
              </a:ext>
            </a:extLst>
          </p:cNvPr>
          <p:cNvSpPr>
            <a:spLocks xmlns:a="http://schemas.openxmlformats.org/drawingml/2006/main" noGrp="1"/>
          </p:cNvSpPr>
          <p:nvPr/>
        </p:nvSpPr>
        <p:spPr>
          <a:xfrm xmlns:a="http://schemas.openxmlformats.org/drawingml/2006/main" rot="0">
            <a:off x="5286792" y="3030153"/>
            <a:ext cx="8160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FY2023 only</a:t>
            </a:r>
          </a:p>
        </p:txBody>
      </p:sp>
      <p:sp>
        <p:nvSpPr>
          <p:cNvPr id="45" name="Editable chart path">
            <a:extLst xmlns:a="http://schemas.openxmlformats.org/drawingml/2006/main">
              <a:ext uri="{FF2B5EF4-FFF2-40B4-BE49-F238E27FC236}">
                <a16:creationId xmlns:a16="http://schemas.microsoft.com/office/drawing/2014/main" id="{35605ADB-AF09-42AE-B012-0834D0AC70EB}"/>
              </a:ext>
            </a:extLst>
          </p:cNvPr>
          <p:cNvSpPr>
            <a:spLocks xmlns:a="http://schemas.openxmlformats.org/drawingml/2006/main" noGrp="1"/>
          </p:cNvSpPr>
          <p:nvPr/>
        </p:nvSpPr>
        <p:spPr>
          <a:xfrm xmlns:a="http://schemas.openxmlformats.org/drawingml/2006/main">
            <a:off x="6179856" y="3345208"/>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DBF8F560-8F71-4136-96E1-9E3418C83990}"/>
              </a:ext>
            </a:extLst>
          </p:cNvPr>
          <p:cNvSpPr>
            <a:spLocks xmlns:a="http://schemas.openxmlformats.org/drawingml/2006/main" noGrp="1"/>
          </p:cNvSpPr>
          <p:nvPr/>
        </p:nvSpPr>
        <p:spPr>
          <a:xfrm xmlns:a="http://schemas.openxmlformats.org/drawingml/2006/main">
            <a:off x="6141654" y="3345208"/>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47" name="">
            <a:extLst xmlns:a="http://schemas.openxmlformats.org/drawingml/2006/main">
              <a:ext uri="{FF2B5EF4-FFF2-40B4-BE49-F238E27FC236}">
                <a16:creationId xmlns:a16="http://schemas.microsoft.com/office/drawing/2014/main" id="{9EA4AC63-558F-4C8F-9D3E-F4C4022FD1B7}"/>
              </a:ext>
            </a:extLst>
          </p:cNvPr>
          <p:cNvSpPr>
            <a:spLocks xmlns:a="http://schemas.openxmlformats.org/drawingml/2006/main" noGrp="1"/>
          </p:cNvSpPr>
          <p:nvPr/>
        </p:nvSpPr>
        <p:spPr>
          <a:xfrm xmlns:a="http://schemas.openxmlformats.org/drawingml/2006/main" rot="0">
            <a:off x="5281267" y="3237456"/>
            <a:ext cx="8215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FY2024 only</a:t>
            </a:r>
          </a:p>
        </p:txBody>
      </p:sp>
      <p:sp>
        <p:nvSpPr>
          <p:cNvPr id="48" name="Editable chart path">
            <a:extLst xmlns:a="http://schemas.openxmlformats.org/drawingml/2006/main">
              <a:ext uri="{FF2B5EF4-FFF2-40B4-BE49-F238E27FC236}">
                <a16:creationId xmlns:a16="http://schemas.microsoft.com/office/drawing/2014/main" id="{908E6378-98E3-4472-A9ED-7ADCD9C828E5}"/>
              </a:ext>
            </a:extLst>
          </p:cNvPr>
          <p:cNvSpPr>
            <a:spLocks xmlns:a="http://schemas.openxmlformats.org/drawingml/2006/main" noGrp="1"/>
          </p:cNvSpPr>
          <p:nvPr/>
        </p:nvSpPr>
        <p:spPr>
          <a:xfrm xmlns:a="http://schemas.openxmlformats.org/drawingml/2006/main">
            <a:off x="6179856" y="3552510"/>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95DB9C9E-0D24-460D-9ABC-748E89EE330A}"/>
              </a:ext>
            </a:extLst>
          </p:cNvPr>
          <p:cNvSpPr>
            <a:spLocks xmlns:a="http://schemas.openxmlformats.org/drawingml/2006/main" noGrp="1"/>
          </p:cNvSpPr>
          <p:nvPr/>
        </p:nvSpPr>
        <p:spPr>
          <a:xfrm xmlns:a="http://schemas.openxmlformats.org/drawingml/2006/main">
            <a:off x="6141654" y="3552510"/>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50" name="">
            <a:extLst xmlns:a="http://schemas.openxmlformats.org/drawingml/2006/main">
              <a:ext uri="{FF2B5EF4-FFF2-40B4-BE49-F238E27FC236}">
                <a16:creationId xmlns:a16="http://schemas.microsoft.com/office/drawing/2014/main" id="{0FB117E8-899F-47E6-A2CD-027FEEFA5761}"/>
              </a:ext>
            </a:extLst>
          </p:cNvPr>
          <p:cNvSpPr>
            <a:spLocks xmlns:a="http://schemas.openxmlformats.org/drawingml/2006/main" noGrp="1"/>
          </p:cNvSpPr>
          <p:nvPr/>
        </p:nvSpPr>
        <p:spPr>
          <a:xfrm xmlns:a="http://schemas.openxmlformats.org/drawingml/2006/main" rot="0">
            <a:off x="3643008" y="3444759"/>
            <a:ext cx="24565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with COVID months (from Oct 2021)</a:t>
            </a:r>
          </a:p>
        </p:txBody>
      </p:sp>
      <p:sp>
        <p:nvSpPr>
          <p:cNvPr id="51" name="Editable chart path">
            <a:extLst xmlns:a="http://schemas.openxmlformats.org/drawingml/2006/main">
              <a:ext uri="{FF2B5EF4-FFF2-40B4-BE49-F238E27FC236}">
                <a16:creationId xmlns:a16="http://schemas.microsoft.com/office/drawing/2014/main" id="{7028D3DC-98A7-41AD-940F-62503A5116BD}"/>
              </a:ext>
            </a:extLst>
          </p:cNvPr>
          <p:cNvSpPr>
            <a:spLocks xmlns:a="http://schemas.openxmlformats.org/drawingml/2006/main" noGrp="1"/>
          </p:cNvSpPr>
          <p:nvPr/>
        </p:nvSpPr>
        <p:spPr>
          <a:xfrm xmlns:a="http://schemas.openxmlformats.org/drawingml/2006/main">
            <a:off x="6179856" y="3759813"/>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DD752A00-5C18-4F4A-8D84-5F97EEE23A1F}"/>
              </a:ext>
            </a:extLst>
          </p:cNvPr>
          <p:cNvSpPr>
            <a:spLocks xmlns:a="http://schemas.openxmlformats.org/drawingml/2006/main" noGrp="1"/>
          </p:cNvSpPr>
          <p:nvPr/>
        </p:nvSpPr>
        <p:spPr>
          <a:xfrm xmlns:a="http://schemas.openxmlformats.org/drawingml/2006/main">
            <a:off x="6141654" y="3759813"/>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53" name="">
            <a:extLst xmlns:a="http://schemas.openxmlformats.org/drawingml/2006/main">
              <a:ext uri="{FF2B5EF4-FFF2-40B4-BE49-F238E27FC236}">
                <a16:creationId xmlns:a16="http://schemas.microsoft.com/office/drawing/2014/main" id="{58DDE985-D4CA-4E83-8EA1-403B691F64A1}"/>
              </a:ext>
            </a:extLst>
          </p:cNvPr>
          <p:cNvSpPr>
            <a:spLocks xmlns:a="http://schemas.openxmlformats.org/drawingml/2006/main" noGrp="1"/>
          </p:cNvSpPr>
          <p:nvPr/>
        </p:nvSpPr>
        <p:spPr>
          <a:xfrm xmlns:a="http://schemas.openxmlformats.org/drawingml/2006/main" rot="0">
            <a:off x="3464509" y="3652061"/>
            <a:ext cx="26350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15-minute snapshots (Oct 24-Mar 25)</a:t>
            </a:r>
          </a:p>
        </p:txBody>
      </p:sp>
      <p:sp>
        <p:nvSpPr>
          <p:cNvPr id="54" name="Editable chart path">
            <a:extLst xmlns:a="http://schemas.openxmlformats.org/drawingml/2006/main">
              <a:ext uri="{FF2B5EF4-FFF2-40B4-BE49-F238E27FC236}">
                <a16:creationId xmlns:a16="http://schemas.microsoft.com/office/drawing/2014/main" id="{DB38A887-A2F3-45DE-BF15-176361B46789}"/>
              </a:ext>
            </a:extLst>
          </p:cNvPr>
          <p:cNvSpPr>
            <a:spLocks xmlns:a="http://schemas.openxmlformats.org/drawingml/2006/main" noGrp="1"/>
          </p:cNvSpPr>
          <p:nvPr/>
        </p:nvSpPr>
        <p:spPr>
          <a:xfrm xmlns:a="http://schemas.openxmlformats.org/drawingml/2006/main">
            <a:off x="6179856" y="3967116"/>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AA913622-8017-4005-978C-5EEB0E86D024}"/>
              </a:ext>
            </a:extLst>
          </p:cNvPr>
          <p:cNvSpPr>
            <a:spLocks xmlns:a="http://schemas.openxmlformats.org/drawingml/2006/main" noGrp="1"/>
          </p:cNvSpPr>
          <p:nvPr/>
        </p:nvSpPr>
        <p:spPr>
          <a:xfrm xmlns:a="http://schemas.openxmlformats.org/drawingml/2006/main">
            <a:off x="6141654" y="3967116"/>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56" name="">
            <a:extLst xmlns:a="http://schemas.openxmlformats.org/drawingml/2006/main">
              <a:ext uri="{FF2B5EF4-FFF2-40B4-BE49-F238E27FC236}">
                <a16:creationId xmlns:a16="http://schemas.microsoft.com/office/drawing/2014/main" id="{91E87152-D07C-4D91-A1D0-D78D7A7AD13F}"/>
              </a:ext>
            </a:extLst>
          </p:cNvPr>
          <p:cNvSpPr>
            <a:spLocks xmlns:a="http://schemas.openxmlformats.org/drawingml/2006/main" noGrp="1"/>
          </p:cNvSpPr>
          <p:nvPr/>
        </p:nvSpPr>
        <p:spPr>
          <a:xfrm xmlns:a="http://schemas.openxmlformats.org/drawingml/2006/main" rot="0">
            <a:off x="3426886" y="3859364"/>
            <a:ext cx="26727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30-minute snapshots (Oct 24-Mar 25)</a:t>
            </a:r>
          </a:p>
        </p:txBody>
      </p:sp>
      <p:sp>
        <p:nvSpPr>
          <p:cNvPr id="57" name="Editable chart path">
            <a:extLst xmlns:a="http://schemas.openxmlformats.org/drawingml/2006/main">
              <a:ext uri="{FF2B5EF4-FFF2-40B4-BE49-F238E27FC236}">
                <a16:creationId xmlns:a16="http://schemas.microsoft.com/office/drawing/2014/main" id="{13E176B8-74F2-4A07-A4F4-BF756E28A51F}"/>
              </a:ext>
            </a:extLst>
          </p:cNvPr>
          <p:cNvSpPr>
            <a:spLocks xmlns:a="http://schemas.openxmlformats.org/drawingml/2006/main" noGrp="1"/>
          </p:cNvSpPr>
          <p:nvPr/>
        </p:nvSpPr>
        <p:spPr>
          <a:xfrm xmlns:a="http://schemas.openxmlformats.org/drawingml/2006/main">
            <a:off x="6179856" y="4174418"/>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D12FADC8-0A03-41C5-9D35-F05A50A3883A}"/>
              </a:ext>
            </a:extLst>
          </p:cNvPr>
          <p:cNvSpPr>
            <a:spLocks xmlns:a="http://schemas.openxmlformats.org/drawingml/2006/main" noGrp="1"/>
          </p:cNvSpPr>
          <p:nvPr/>
        </p:nvSpPr>
        <p:spPr>
          <a:xfrm xmlns:a="http://schemas.openxmlformats.org/drawingml/2006/main">
            <a:off x="6141654" y="4174418"/>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59" name="">
            <a:extLst xmlns:a="http://schemas.openxmlformats.org/drawingml/2006/main">
              <a:ext uri="{FF2B5EF4-FFF2-40B4-BE49-F238E27FC236}">
                <a16:creationId xmlns:a16="http://schemas.microsoft.com/office/drawing/2014/main" id="{760B18BA-D977-46D4-BB46-46F30E93F9A2}"/>
              </a:ext>
            </a:extLst>
          </p:cNvPr>
          <p:cNvSpPr>
            <a:spLocks xmlns:a="http://schemas.openxmlformats.org/drawingml/2006/main" noGrp="1"/>
          </p:cNvSpPr>
          <p:nvPr/>
        </p:nvSpPr>
        <p:spPr>
          <a:xfrm xmlns:a="http://schemas.openxmlformats.org/drawingml/2006/main" rot="0">
            <a:off x="4648753" y="4066667"/>
            <a:ext cx="145084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500 m cells (FY2024)</a:t>
            </a:r>
          </a:p>
        </p:txBody>
      </p:sp>
      <p:sp>
        <p:nvSpPr>
          <p:cNvPr id="60" name="Editable chart path">
            <a:extLst xmlns:a="http://schemas.openxmlformats.org/drawingml/2006/main">
              <a:ext uri="{FF2B5EF4-FFF2-40B4-BE49-F238E27FC236}">
                <a16:creationId xmlns:a16="http://schemas.microsoft.com/office/drawing/2014/main" id="{955443F1-D054-4866-8891-1F1E4E8652B8}"/>
              </a:ext>
            </a:extLst>
          </p:cNvPr>
          <p:cNvSpPr>
            <a:spLocks xmlns:a="http://schemas.openxmlformats.org/drawingml/2006/main" noGrp="1"/>
          </p:cNvSpPr>
          <p:nvPr/>
        </p:nvSpPr>
        <p:spPr>
          <a:xfrm xmlns:a="http://schemas.openxmlformats.org/drawingml/2006/main">
            <a:off x="6179856" y="4381721"/>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E130EA4E-4E7E-429C-B16D-A15453AB4B69}"/>
              </a:ext>
            </a:extLst>
          </p:cNvPr>
          <p:cNvSpPr>
            <a:spLocks xmlns:a="http://schemas.openxmlformats.org/drawingml/2006/main" noGrp="1"/>
          </p:cNvSpPr>
          <p:nvPr/>
        </p:nvSpPr>
        <p:spPr>
          <a:xfrm xmlns:a="http://schemas.openxmlformats.org/drawingml/2006/main">
            <a:off x="6141654" y="4381721"/>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62" name="">
            <a:extLst xmlns:a="http://schemas.openxmlformats.org/drawingml/2006/main">
              <a:ext uri="{FF2B5EF4-FFF2-40B4-BE49-F238E27FC236}">
                <a16:creationId xmlns:a16="http://schemas.microsoft.com/office/drawing/2014/main" id="{41DAC7C3-6CD1-49C8-A418-A246476BDDA5}"/>
              </a:ext>
            </a:extLst>
          </p:cNvPr>
          <p:cNvSpPr>
            <a:spLocks xmlns:a="http://schemas.openxmlformats.org/drawingml/2006/main" noGrp="1"/>
          </p:cNvSpPr>
          <p:nvPr/>
        </p:nvSpPr>
        <p:spPr>
          <a:xfrm xmlns:a="http://schemas.openxmlformats.org/drawingml/2006/main" rot="0">
            <a:off x="4795152" y="4273970"/>
            <a:ext cx="130444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 km cells (FY2024)</a:t>
            </a:r>
          </a:p>
        </p:txBody>
      </p:sp>
      <p:sp>
        <p:nvSpPr>
          <p:cNvPr id="63" name="Editable chart path">
            <a:extLst xmlns:a="http://schemas.openxmlformats.org/drawingml/2006/main">
              <a:ext uri="{FF2B5EF4-FFF2-40B4-BE49-F238E27FC236}">
                <a16:creationId xmlns:a16="http://schemas.microsoft.com/office/drawing/2014/main" id="{585E17B4-D29A-4850-A3B3-2EE15514ACC0}"/>
              </a:ext>
            </a:extLst>
          </p:cNvPr>
          <p:cNvSpPr>
            <a:spLocks xmlns:a="http://schemas.openxmlformats.org/drawingml/2006/main" noGrp="1"/>
          </p:cNvSpPr>
          <p:nvPr/>
        </p:nvSpPr>
        <p:spPr>
          <a:xfrm xmlns:a="http://schemas.openxmlformats.org/drawingml/2006/main">
            <a:off x="6179856" y="4589024"/>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D14D217F-589F-4FB2-BC1C-87A73298DA66}"/>
              </a:ext>
            </a:extLst>
          </p:cNvPr>
          <p:cNvSpPr>
            <a:spLocks xmlns:a="http://schemas.openxmlformats.org/drawingml/2006/main" noGrp="1"/>
          </p:cNvSpPr>
          <p:nvPr/>
        </p:nvSpPr>
        <p:spPr>
          <a:xfrm xmlns:a="http://schemas.openxmlformats.org/drawingml/2006/main">
            <a:off x="6141654" y="4589024"/>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65" name="">
            <a:extLst xmlns:a="http://schemas.openxmlformats.org/drawingml/2006/main">
              <a:ext uri="{FF2B5EF4-FFF2-40B4-BE49-F238E27FC236}">
                <a16:creationId xmlns:a16="http://schemas.microsoft.com/office/drawing/2014/main" id="{98A2FB91-A38F-409E-BA4F-0D329795672D}"/>
              </a:ext>
            </a:extLst>
          </p:cNvPr>
          <p:cNvSpPr>
            <a:spLocks xmlns:a="http://schemas.openxmlformats.org/drawingml/2006/main" noGrp="1"/>
          </p:cNvSpPr>
          <p:nvPr/>
        </p:nvSpPr>
        <p:spPr>
          <a:xfrm xmlns:a="http://schemas.openxmlformats.org/drawingml/2006/main" rot="0">
            <a:off x="3170854" y="4481272"/>
            <a:ext cx="292874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robustness sample (outage days back in)</a:t>
            </a:r>
          </a:p>
        </p:txBody>
      </p:sp>
      <p:sp>
        <p:nvSpPr>
          <p:cNvPr id="66" name="Editable chart path">
            <a:extLst xmlns:a="http://schemas.openxmlformats.org/drawingml/2006/main">
              <a:ext uri="{FF2B5EF4-FFF2-40B4-BE49-F238E27FC236}">
                <a16:creationId xmlns:a16="http://schemas.microsoft.com/office/drawing/2014/main" id="{C5F884C3-8103-486B-A2E7-BDDCD0983187}"/>
              </a:ext>
            </a:extLst>
          </p:cNvPr>
          <p:cNvSpPr>
            <a:spLocks xmlns:a="http://schemas.openxmlformats.org/drawingml/2006/main" noGrp="1"/>
          </p:cNvSpPr>
          <p:nvPr/>
        </p:nvSpPr>
        <p:spPr>
          <a:xfrm xmlns:a="http://schemas.openxmlformats.org/drawingml/2006/main">
            <a:off x="6179856" y="4796326"/>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EE7499AD-27B4-4FAF-8654-4C35AED682E6}"/>
              </a:ext>
            </a:extLst>
          </p:cNvPr>
          <p:cNvSpPr>
            <a:spLocks xmlns:a="http://schemas.openxmlformats.org/drawingml/2006/main" noGrp="1"/>
          </p:cNvSpPr>
          <p:nvPr/>
        </p:nvSpPr>
        <p:spPr>
          <a:xfrm xmlns:a="http://schemas.openxmlformats.org/drawingml/2006/main">
            <a:off x="6141654" y="4796326"/>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68" name="">
            <a:extLst xmlns:a="http://schemas.openxmlformats.org/drawingml/2006/main">
              <a:ext uri="{FF2B5EF4-FFF2-40B4-BE49-F238E27FC236}">
                <a16:creationId xmlns:a16="http://schemas.microsoft.com/office/drawing/2014/main" id="{64E485E8-9FF7-4AFF-8EE9-575BDAC7002D}"/>
              </a:ext>
            </a:extLst>
          </p:cNvPr>
          <p:cNvSpPr>
            <a:spLocks xmlns:a="http://schemas.openxmlformats.org/drawingml/2006/main" noGrp="1"/>
          </p:cNvSpPr>
          <p:nvPr/>
        </p:nvSpPr>
        <p:spPr>
          <a:xfrm xmlns:a="http://schemas.openxmlformats.org/drawingml/2006/main" rot="0">
            <a:off x="3423506" y="4688575"/>
            <a:ext cx="267404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 window lagged 15 min, (t-45, t-15]</a:t>
            </a:r>
          </a:p>
        </p:txBody>
      </p:sp>
      <p:sp>
        <p:nvSpPr>
          <p:cNvPr id="69" name="Editable chart path">
            <a:extLst xmlns:a="http://schemas.openxmlformats.org/drawingml/2006/main">
              <a:ext uri="{FF2B5EF4-FFF2-40B4-BE49-F238E27FC236}">
                <a16:creationId xmlns:a16="http://schemas.microsoft.com/office/drawing/2014/main" id="{DC95554E-8B04-4195-BF22-9301F17C23B3}"/>
              </a:ext>
            </a:extLst>
          </p:cNvPr>
          <p:cNvSpPr>
            <a:spLocks xmlns:a="http://schemas.openxmlformats.org/drawingml/2006/main" noGrp="1"/>
          </p:cNvSpPr>
          <p:nvPr/>
        </p:nvSpPr>
        <p:spPr>
          <a:xfrm xmlns:a="http://schemas.openxmlformats.org/drawingml/2006/main">
            <a:off x="6179856" y="5003629"/>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4BEFC121-347C-4EB8-A084-F747259C974C}"/>
              </a:ext>
            </a:extLst>
          </p:cNvPr>
          <p:cNvSpPr>
            <a:spLocks xmlns:a="http://schemas.openxmlformats.org/drawingml/2006/main" noGrp="1"/>
          </p:cNvSpPr>
          <p:nvPr/>
        </p:nvSpPr>
        <p:spPr>
          <a:xfrm xmlns:a="http://schemas.openxmlformats.org/drawingml/2006/main">
            <a:off x="6141654" y="5003629"/>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71" name="">
            <a:extLst xmlns:a="http://schemas.openxmlformats.org/drawingml/2006/main">
              <a:ext uri="{FF2B5EF4-FFF2-40B4-BE49-F238E27FC236}">
                <a16:creationId xmlns:a16="http://schemas.microsoft.com/office/drawing/2014/main" id="{C5BF74BD-64D7-410F-AD52-E95F6CAD2B52}"/>
              </a:ext>
            </a:extLst>
          </p:cNvPr>
          <p:cNvSpPr>
            <a:spLocks xmlns:a="http://schemas.openxmlformats.org/drawingml/2006/main" noGrp="1"/>
          </p:cNvSpPr>
          <p:nvPr/>
        </p:nvSpPr>
        <p:spPr>
          <a:xfrm xmlns:a="http://schemas.openxmlformats.org/drawingml/2006/main" rot="0">
            <a:off x="3506515" y="4895878"/>
            <a:ext cx="259308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Poisson, aggregated table (abs only)</a:t>
            </a:r>
          </a:p>
        </p:txBody>
      </p:sp>
      <p:sp>
        <p:nvSpPr>
          <p:cNvPr id="72" name="Editable chart path">
            <a:extLst xmlns:a="http://schemas.openxmlformats.org/drawingml/2006/main">
              <a:ext uri="{FF2B5EF4-FFF2-40B4-BE49-F238E27FC236}">
                <a16:creationId xmlns:a16="http://schemas.microsoft.com/office/drawing/2014/main" id="{02E42E7F-5A02-4D44-B702-7DDBBA6EEEB1}"/>
              </a:ext>
            </a:extLst>
          </p:cNvPr>
          <p:cNvSpPr>
            <a:spLocks xmlns:a="http://schemas.openxmlformats.org/drawingml/2006/main" noGrp="1"/>
          </p:cNvSpPr>
          <p:nvPr/>
        </p:nvSpPr>
        <p:spPr>
          <a:xfrm xmlns:a="http://schemas.openxmlformats.org/drawingml/2006/main">
            <a:off x="6179856" y="5210932"/>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73" name="Editable chart path">
            <a:extLst xmlns:a="http://schemas.openxmlformats.org/drawingml/2006/main">
              <a:ext uri="{FF2B5EF4-FFF2-40B4-BE49-F238E27FC236}">
                <a16:creationId xmlns:a16="http://schemas.microsoft.com/office/drawing/2014/main" id="{51EB859B-6FC7-4EE2-951E-95B7EF89F5A2}"/>
              </a:ext>
            </a:extLst>
          </p:cNvPr>
          <p:cNvSpPr>
            <a:spLocks xmlns:a="http://schemas.openxmlformats.org/drawingml/2006/main" noGrp="1"/>
          </p:cNvSpPr>
          <p:nvPr/>
        </p:nvSpPr>
        <p:spPr>
          <a:xfrm xmlns:a="http://schemas.openxmlformats.org/drawingml/2006/main">
            <a:off x="6141654" y="5210932"/>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74" name="">
            <a:extLst xmlns:a="http://schemas.openxmlformats.org/drawingml/2006/main">
              <a:ext uri="{FF2B5EF4-FFF2-40B4-BE49-F238E27FC236}">
                <a16:creationId xmlns:a16="http://schemas.microsoft.com/office/drawing/2014/main" id="{DCC3A59F-1188-4752-A666-CEC5AD5584E7}"/>
              </a:ext>
            </a:extLst>
          </p:cNvPr>
          <p:cNvSpPr>
            <a:spLocks xmlns:a="http://schemas.openxmlformats.org/drawingml/2006/main" noGrp="1"/>
          </p:cNvSpPr>
          <p:nvPr/>
        </p:nvSpPr>
        <p:spPr>
          <a:xfrm xmlns:a="http://schemas.openxmlformats.org/drawingml/2006/main" rot="0">
            <a:off x="2760421" y="5103180"/>
            <a:ext cx="333917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Negative binomial, aggregated table (abs only)</a:t>
            </a:r>
          </a:p>
        </p:txBody>
      </p:sp>
      <p:sp>
        <p:nvSpPr>
          <p:cNvPr id="75" name="Editable chart path">
            <a:extLst xmlns:a="http://schemas.openxmlformats.org/drawingml/2006/main">
              <a:ext uri="{FF2B5EF4-FFF2-40B4-BE49-F238E27FC236}">
                <a16:creationId xmlns:a16="http://schemas.microsoft.com/office/drawing/2014/main" id="{44C85ABE-F5E4-4869-BC26-E625567E5125}"/>
              </a:ext>
            </a:extLst>
          </p:cNvPr>
          <p:cNvSpPr>
            <a:spLocks xmlns:a="http://schemas.openxmlformats.org/drawingml/2006/main" noGrp="1"/>
          </p:cNvSpPr>
          <p:nvPr/>
        </p:nvSpPr>
        <p:spPr>
          <a:xfrm xmlns:a="http://schemas.openxmlformats.org/drawingml/2006/main">
            <a:off x="6986036" y="2515997"/>
            <a:ext cx="452465" cy="95"/>
          </a:xfrm>
          <a:custGeom xmlns:a="http://schemas.openxmlformats.org/drawingml/2006/main">
            <a:pathLst>
              <a:path w="394842" h="95">
                <a:moveTo>
                  <a:pt x="0" y="0"/>
                </a:moveTo>
                <a:lnTo>
                  <a:pt x="394842" y="0"/>
                </a:lnTo>
              </a:path>
            </a:pathLst>
          </a:custGeom>
          <a:noFill xmlns:a="http://schemas.openxmlformats.org/drawingml/2006/main"/>
          <a:ln xmlns:a="http://schemas.openxmlformats.org/drawingml/2006/main" w="16373">
            <a:solidFill>
              <a:srgbClr val="224889"/>
            </a:solidFill>
            <a:prstDash val="solid"/>
          </a:ln>
        </p:spPr>
      </p:sp>
      <p:sp>
        <p:nvSpPr>
          <p:cNvPr id="76" name="Editable chart path">
            <a:extLst xmlns:a="http://schemas.openxmlformats.org/drawingml/2006/main">
              <a:ext uri="{FF2B5EF4-FFF2-40B4-BE49-F238E27FC236}">
                <a16:creationId xmlns:a16="http://schemas.microsoft.com/office/drawing/2014/main" id="{BCFCECA6-39C2-4A76-9505-F881AC697B52}"/>
              </a:ext>
            </a:extLst>
          </p:cNvPr>
          <p:cNvSpPr>
            <a:spLocks xmlns:a="http://schemas.openxmlformats.org/drawingml/2006/main" noGrp="1"/>
          </p:cNvSpPr>
          <p:nvPr/>
        </p:nvSpPr>
        <p:spPr>
          <a:xfrm xmlns:a="http://schemas.openxmlformats.org/drawingml/2006/main">
            <a:off x="6838795" y="2723299"/>
            <a:ext cx="462796" cy="95"/>
          </a:xfrm>
          <a:custGeom xmlns:a="http://schemas.openxmlformats.org/drawingml/2006/main">
            <a:pathLst>
              <a:path w="403858" h="95">
                <a:moveTo>
                  <a:pt x="0" y="0"/>
                </a:moveTo>
                <a:lnTo>
                  <a:pt x="403858" y="0"/>
                </a:lnTo>
              </a:path>
            </a:pathLst>
          </a:custGeom>
          <a:noFill xmlns:a="http://schemas.openxmlformats.org/drawingml/2006/main"/>
          <a:ln xmlns:a="http://schemas.openxmlformats.org/drawingml/2006/main" w="16373">
            <a:solidFill>
              <a:srgbClr val="224889"/>
            </a:solidFill>
            <a:prstDash val="solid"/>
          </a:ln>
        </p:spPr>
      </p:sp>
      <p:sp>
        <p:nvSpPr>
          <p:cNvPr id="77" name="Editable chart path">
            <a:extLst xmlns:a="http://schemas.openxmlformats.org/drawingml/2006/main">
              <a:ext uri="{FF2B5EF4-FFF2-40B4-BE49-F238E27FC236}">
                <a16:creationId xmlns:a16="http://schemas.microsoft.com/office/drawing/2014/main" id="{4E002DC7-799D-4C3F-9A8B-2A91527880AB}"/>
              </a:ext>
            </a:extLst>
          </p:cNvPr>
          <p:cNvSpPr>
            <a:spLocks xmlns:a="http://schemas.openxmlformats.org/drawingml/2006/main" noGrp="1"/>
          </p:cNvSpPr>
          <p:nvPr/>
        </p:nvSpPr>
        <p:spPr>
          <a:xfrm xmlns:a="http://schemas.openxmlformats.org/drawingml/2006/main">
            <a:off x="6999414" y="2930602"/>
            <a:ext cx="763694" cy="95"/>
          </a:xfrm>
          <a:custGeom xmlns:a="http://schemas.openxmlformats.org/drawingml/2006/main">
            <a:pathLst>
              <a:path w="666435" h="95">
                <a:moveTo>
                  <a:pt x="0" y="0"/>
                </a:moveTo>
                <a:lnTo>
                  <a:pt x="666435" y="0"/>
                </a:lnTo>
              </a:path>
            </a:pathLst>
          </a:custGeom>
          <a:noFill xmlns:a="http://schemas.openxmlformats.org/drawingml/2006/main"/>
          <a:ln xmlns:a="http://schemas.openxmlformats.org/drawingml/2006/main" w="16373">
            <a:solidFill>
              <a:srgbClr val="224889"/>
            </a:solidFill>
            <a:prstDash val="solid"/>
          </a:ln>
        </p:spPr>
      </p:sp>
      <p:sp>
        <p:nvSpPr>
          <p:cNvPr id="78" name="Editable chart path">
            <a:extLst xmlns:a="http://schemas.openxmlformats.org/drawingml/2006/main">
              <a:ext uri="{FF2B5EF4-FFF2-40B4-BE49-F238E27FC236}">
                <a16:creationId xmlns:a16="http://schemas.microsoft.com/office/drawing/2014/main" id="{FD0A5D9B-9505-4BB6-A644-A119C7F39A4B}"/>
              </a:ext>
            </a:extLst>
          </p:cNvPr>
          <p:cNvSpPr>
            <a:spLocks xmlns:a="http://schemas.openxmlformats.org/drawingml/2006/main" noGrp="1"/>
          </p:cNvSpPr>
          <p:nvPr/>
        </p:nvSpPr>
        <p:spPr>
          <a:xfrm xmlns:a="http://schemas.openxmlformats.org/drawingml/2006/main">
            <a:off x="7177889" y="3137905"/>
            <a:ext cx="692331" cy="95"/>
          </a:xfrm>
          <a:custGeom xmlns:a="http://schemas.openxmlformats.org/drawingml/2006/main">
            <a:pathLst>
              <a:path w="604160" h="95">
                <a:moveTo>
                  <a:pt x="0" y="0"/>
                </a:moveTo>
                <a:lnTo>
                  <a:pt x="604160" y="0"/>
                </a:lnTo>
              </a:path>
            </a:pathLst>
          </a:custGeom>
          <a:noFill xmlns:a="http://schemas.openxmlformats.org/drawingml/2006/main"/>
          <a:ln xmlns:a="http://schemas.openxmlformats.org/drawingml/2006/main" w="16373">
            <a:solidFill>
              <a:srgbClr val="224889"/>
            </a:solidFill>
            <a:prstDash val="solid"/>
          </a:ln>
        </p:spPr>
      </p:sp>
      <p:sp>
        <p:nvSpPr>
          <p:cNvPr id="79" name="Editable chart path">
            <a:extLst xmlns:a="http://schemas.openxmlformats.org/drawingml/2006/main">
              <a:ext uri="{FF2B5EF4-FFF2-40B4-BE49-F238E27FC236}">
                <a16:creationId xmlns:a16="http://schemas.microsoft.com/office/drawing/2014/main" id="{0206FBAF-DD94-49BB-A9FF-2E49BB3DC277}"/>
              </a:ext>
            </a:extLst>
          </p:cNvPr>
          <p:cNvSpPr>
            <a:spLocks xmlns:a="http://schemas.openxmlformats.org/drawingml/2006/main" noGrp="1"/>
          </p:cNvSpPr>
          <p:nvPr/>
        </p:nvSpPr>
        <p:spPr>
          <a:xfrm xmlns:a="http://schemas.openxmlformats.org/drawingml/2006/main">
            <a:off x="6716887" y="3345208"/>
            <a:ext cx="669566" cy="95"/>
          </a:xfrm>
          <a:custGeom xmlns:a="http://schemas.openxmlformats.org/drawingml/2006/main">
            <a:pathLst>
              <a:path w="584294" h="95">
                <a:moveTo>
                  <a:pt x="0" y="0"/>
                </a:moveTo>
                <a:lnTo>
                  <a:pt x="584294" y="0"/>
                </a:lnTo>
              </a:path>
            </a:pathLst>
          </a:custGeom>
          <a:noFill xmlns:a="http://schemas.openxmlformats.org/drawingml/2006/main"/>
          <a:ln xmlns:a="http://schemas.openxmlformats.org/drawingml/2006/main" w="16373">
            <a:solidFill>
              <a:srgbClr val="224889"/>
            </a:solidFill>
            <a:prstDash val="solid"/>
          </a:ln>
        </p:spPr>
      </p:sp>
      <p:sp>
        <p:nvSpPr>
          <p:cNvPr id="80" name="Editable chart path">
            <a:extLst xmlns:a="http://schemas.openxmlformats.org/drawingml/2006/main">
              <a:ext uri="{FF2B5EF4-FFF2-40B4-BE49-F238E27FC236}">
                <a16:creationId xmlns:a16="http://schemas.microsoft.com/office/drawing/2014/main" id="{607160CB-2437-433B-82D7-9755C5A6C0C5}"/>
              </a:ext>
            </a:extLst>
          </p:cNvPr>
          <p:cNvSpPr>
            <a:spLocks xmlns:a="http://schemas.openxmlformats.org/drawingml/2006/main" noGrp="1"/>
          </p:cNvSpPr>
          <p:nvPr/>
        </p:nvSpPr>
        <p:spPr>
          <a:xfrm xmlns:a="http://schemas.openxmlformats.org/drawingml/2006/main">
            <a:off x="6892095" y="3552510"/>
            <a:ext cx="416754" cy="95"/>
          </a:xfrm>
          <a:custGeom xmlns:a="http://schemas.openxmlformats.org/drawingml/2006/main">
            <a:pathLst>
              <a:path w="363679" h="95">
                <a:moveTo>
                  <a:pt x="0" y="0"/>
                </a:moveTo>
                <a:lnTo>
                  <a:pt x="363679" y="0"/>
                </a:lnTo>
              </a:path>
            </a:pathLst>
          </a:custGeom>
          <a:noFill xmlns:a="http://schemas.openxmlformats.org/drawingml/2006/main"/>
          <a:ln xmlns:a="http://schemas.openxmlformats.org/drawingml/2006/main" w="16373">
            <a:solidFill>
              <a:srgbClr val="224889"/>
            </a:solidFill>
            <a:prstDash val="solid"/>
          </a:ln>
        </p:spPr>
      </p:sp>
      <p:sp>
        <p:nvSpPr>
          <p:cNvPr id="81" name="Editable chart path">
            <a:extLst xmlns:a="http://schemas.openxmlformats.org/drawingml/2006/main">
              <a:ext uri="{FF2B5EF4-FFF2-40B4-BE49-F238E27FC236}">
                <a16:creationId xmlns:a16="http://schemas.microsoft.com/office/drawing/2014/main" id="{3F929DD6-5F4E-44B3-B349-33CA3F355351}"/>
              </a:ext>
            </a:extLst>
          </p:cNvPr>
          <p:cNvSpPr>
            <a:spLocks xmlns:a="http://schemas.openxmlformats.org/drawingml/2006/main" noGrp="1"/>
          </p:cNvSpPr>
          <p:nvPr/>
        </p:nvSpPr>
        <p:spPr>
          <a:xfrm xmlns:a="http://schemas.openxmlformats.org/drawingml/2006/main">
            <a:off x="6448637" y="3759813"/>
            <a:ext cx="821102" cy="95"/>
          </a:xfrm>
          <a:custGeom xmlns:a="http://schemas.openxmlformats.org/drawingml/2006/main">
            <a:pathLst>
              <a:path w="716532" h="95">
                <a:moveTo>
                  <a:pt x="0" y="0"/>
                </a:moveTo>
                <a:lnTo>
                  <a:pt x="716532" y="0"/>
                </a:lnTo>
              </a:path>
            </a:pathLst>
          </a:custGeom>
          <a:noFill xmlns:a="http://schemas.openxmlformats.org/drawingml/2006/main"/>
          <a:ln xmlns:a="http://schemas.openxmlformats.org/drawingml/2006/main" w="16373">
            <a:solidFill>
              <a:srgbClr val="224889"/>
            </a:solidFill>
            <a:prstDash val="solid"/>
          </a:ln>
        </p:spPr>
      </p:sp>
      <p:sp>
        <p:nvSpPr>
          <p:cNvPr id="82" name="Editable chart path">
            <a:extLst xmlns:a="http://schemas.openxmlformats.org/drawingml/2006/main">
              <a:ext uri="{FF2B5EF4-FFF2-40B4-BE49-F238E27FC236}">
                <a16:creationId xmlns:a16="http://schemas.microsoft.com/office/drawing/2014/main" id="{D032C497-F26F-4B8A-90E8-68B9C0F59470}"/>
              </a:ext>
            </a:extLst>
          </p:cNvPr>
          <p:cNvSpPr>
            <a:spLocks xmlns:a="http://schemas.openxmlformats.org/drawingml/2006/main" noGrp="1"/>
          </p:cNvSpPr>
          <p:nvPr/>
        </p:nvSpPr>
        <p:spPr>
          <a:xfrm xmlns:a="http://schemas.openxmlformats.org/drawingml/2006/main">
            <a:off x="6365966" y="3967116"/>
            <a:ext cx="838277" cy="95"/>
          </a:xfrm>
          <a:custGeom xmlns:a="http://schemas.openxmlformats.org/drawingml/2006/main">
            <a:pathLst>
              <a:path w="731520" h="95">
                <a:moveTo>
                  <a:pt x="0" y="0"/>
                </a:moveTo>
                <a:lnTo>
                  <a:pt x="731520" y="0"/>
                </a:lnTo>
              </a:path>
            </a:pathLst>
          </a:custGeom>
          <a:noFill xmlns:a="http://schemas.openxmlformats.org/drawingml/2006/main"/>
          <a:ln xmlns:a="http://schemas.openxmlformats.org/drawingml/2006/main" w="16373">
            <a:solidFill>
              <a:srgbClr val="224889"/>
            </a:solidFill>
            <a:prstDash val="solid"/>
          </a:ln>
        </p:spPr>
      </p:sp>
      <p:sp>
        <p:nvSpPr>
          <p:cNvPr id="83" name="Editable chart path">
            <a:extLst xmlns:a="http://schemas.openxmlformats.org/drawingml/2006/main">
              <a:ext uri="{FF2B5EF4-FFF2-40B4-BE49-F238E27FC236}">
                <a16:creationId xmlns:a16="http://schemas.microsoft.com/office/drawing/2014/main" id="{74474F95-2AC4-4E02-B44E-B5B2E5F031B0}"/>
              </a:ext>
            </a:extLst>
          </p:cNvPr>
          <p:cNvSpPr>
            <a:spLocks xmlns:a="http://schemas.openxmlformats.org/drawingml/2006/main" noGrp="1"/>
          </p:cNvSpPr>
          <p:nvPr/>
        </p:nvSpPr>
        <p:spPr>
          <a:xfrm xmlns:a="http://schemas.openxmlformats.org/drawingml/2006/main">
            <a:off x="6683014" y="4174418"/>
            <a:ext cx="680859" cy="95"/>
          </a:xfrm>
          <a:custGeom xmlns:a="http://schemas.openxmlformats.org/drawingml/2006/main">
            <a:pathLst>
              <a:path w="594149" h="95">
                <a:moveTo>
                  <a:pt x="0" y="0"/>
                </a:moveTo>
                <a:lnTo>
                  <a:pt x="594149" y="0"/>
                </a:lnTo>
              </a:path>
            </a:pathLst>
          </a:custGeom>
          <a:noFill xmlns:a="http://schemas.openxmlformats.org/drawingml/2006/main"/>
          <a:ln xmlns:a="http://schemas.openxmlformats.org/drawingml/2006/main" w="16373">
            <a:solidFill>
              <a:srgbClr val="224889"/>
            </a:solidFill>
            <a:prstDash val="solid"/>
          </a:ln>
        </p:spPr>
      </p:sp>
      <p:sp>
        <p:nvSpPr>
          <p:cNvPr id="84" name="Editable chart path">
            <a:extLst xmlns:a="http://schemas.openxmlformats.org/drawingml/2006/main">
              <a:ext uri="{FF2B5EF4-FFF2-40B4-BE49-F238E27FC236}">
                <a16:creationId xmlns:a16="http://schemas.microsoft.com/office/drawing/2014/main" id="{18762202-0DE4-49BB-B059-2B7657FAF94D}"/>
              </a:ext>
            </a:extLst>
          </p:cNvPr>
          <p:cNvSpPr>
            <a:spLocks xmlns:a="http://schemas.openxmlformats.org/drawingml/2006/main" noGrp="1"/>
          </p:cNvSpPr>
          <p:nvPr/>
        </p:nvSpPr>
        <p:spPr>
          <a:xfrm xmlns:a="http://schemas.openxmlformats.org/drawingml/2006/main">
            <a:off x="6716887" y="4381721"/>
            <a:ext cx="669566" cy="95"/>
          </a:xfrm>
          <a:custGeom xmlns:a="http://schemas.openxmlformats.org/drawingml/2006/main">
            <a:pathLst>
              <a:path w="584294" h="95">
                <a:moveTo>
                  <a:pt x="0" y="0"/>
                </a:moveTo>
                <a:lnTo>
                  <a:pt x="584294" y="0"/>
                </a:lnTo>
              </a:path>
            </a:pathLst>
          </a:custGeom>
          <a:noFill xmlns:a="http://schemas.openxmlformats.org/drawingml/2006/main"/>
          <a:ln xmlns:a="http://schemas.openxmlformats.org/drawingml/2006/main" w="16373">
            <a:solidFill>
              <a:srgbClr val="224889"/>
            </a:solidFill>
            <a:prstDash val="solid"/>
          </a:ln>
        </p:spPr>
      </p:sp>
      <p:sp>
        <p:nvSpPr>
          <p:cNvPr id="85" name="Editable chart path">
            <a:extLst xmlns:a="http://schemas.openxmlformats.org/drawingml/2006/main">
              <a:ext uri="{FF2B5EF4-FFF2-40B4-BE49-F238E27FC236}">
                <a16:creationId xmlns:a16="http://schemas.microsoft.com/office/drawing/2014/main" id="{C6F60649-E013-42AB-B4CF-3375B6295CDB}"/>
              </a:ext>
            </a:extLst>
          </p:cNvPr>
          <p:cNvSpPr>
            <a:spLocks xmlns:a="http://schemas.openxmlformats.org/drawingml/2006/main" noGrp="1"/>
          </p:cNvSpPr>
          <p:nvPr/>
        </p:nvSpPr>
        <p:spPr>
          <a:xfrm xmlns:a="http://schemas.openxmlformats.org/drawingml/2006/main">
            <a:off x="7046969" y="4589024"/>
            <a:ext cx="463520" cy="95"/>
          </a:xfrm>
          <a:custGeom xmlns:a="http://schemas.openxmlformats.org/drawingml/2006/main">
            <a:pathLst>
              <a:path w="404489" h="95">
                <a:moveTo>
                  <a:pt x="0" y="0"/>
                </a:moveTo>
                <a:lnTo>
                  <a:pt x="404489" y="0"/>
                </a:lnTo>
              </a:path>
            </a:pathLst>
          </a:custGeom>
          <a:noFill xmlns:a="http://schemas.openxmlformats.org/drawingml/2006/main"/>
          <a:ln xmlns:a="http://schemas.openxmlformats.org/drawingml/2006/main" w="16373">
            <a:solidFill>
              <a:srgbClr val="224889"/>
            </a:solidFill>
            <a:prstDash val="solid"/>
          </a:ln>
        </p:spPr>
      </p:sp>
      <p:sp>
        <p:nvSpPr>
          <p:cNvPr id="86" name="Editable chart path">
            <a:extLst xmlns:a="http://schemas.openxmlformats.org/drawingml/2006/main">
              <a:ext uri="{FF2B5EF4-FFF2-40B4-BE49-F238E27FC236}">
                <a16:creationId xmlns:a16="http://schemas.microsoft.com/office/drawing/2014/main" id="{776455BD-9CEC-4B60-9701-2AB2621932DB}"/>
              </a:ext>
            </a:extLst>
          </p:cNvPr>
          <p:cNvSpPr>
            <a:spLocks xmlns:a="http://schemas.openxmlformats.org/drawingml/2006/main" noGrp="1"/>
          </p:cNvSpPr>
          <p:nvPr/>
        </p:nvSpPr>
        <p:spPr>
          <a:xfrm xmlns:a="http://schemas.openxmlformats.org/drawingml/2006/main">
            <a:off x="6950882" y="4796326"/>
            <a:ext cx="457445" cy="95"/>
          </a:xfrm>
          <a:custGeom xmlns:a="http://schemas.openxmlformats.org/drawingml/2006/main">
            <a:pathLst>
              <a:path w="399188" h="95">
                <a:moveTo>
                  <a:pt x="0" y="0"/>
                </a:moveTo>
                <a:lnTo>
                  <a:pt x="399188" y="0"/>
                </a:lnTo>
              </a:path>
            </a:pathLst>
          </a:custGeom>
          <a:noFill xmlns:a="http://schemas.openxmlformats.org/drawingml/2006/main"/>
          <a:ln xmlns:a="http://schemas.openxmlformats.org/drawingml/2006/main" w="16373">
            <a:solidFill>
              <a:srgbClr val="224889"/>
            </a:solidFill>
            <a:prstDash val="solid"/>
          </a:ln>
        </p:spPr>
      </p:sp>
      <p:sp>
        <p:nvSpPr>
          <p:cNvPr id="87" name="Editable chart path">
            <a:extLst xmlns:a="http://schemas.openxmlformats.org/drawingml/2006/main">
              <a:ext uri="{FF2B5EF4-FFF2-40B4-BE49-F238E27FC236}">
                <a16:creationId xmlns:a16="http://schemas.microsoft.com/office/drawing/2014/main" id="{CB1F8EA3-2568-45A6-A488-8465B4DFD5BC}"/>
              </a:ext>
            </a:extLst>
          </p:cNvPr>
          <p:cNvSpPr>
            <a:spLocks xmlns:a="http://schemas.openxmlformats.org/drawingml/2006/main" noGrp="1"/>
          </p:cNvSpPr>
          <p:nvPr/>
        </p:nvSpPr>
        <p:spPr>
          <a:xfrm xmlns:a="http://schemas.openxmlformats.org/drawingml/2006/main">
            <a:off x="6779224" y="5003629"/>
            <a:ext cx="263006" cy="95"/>
          </a:xfrm>
          <a:custGeom xmlns:a="http://schemas.openxmlformats.org/drawingml/2006/main">
            <a:pathLst>
              <a:path w="229512" h="95">
                <a:moveTo>
                  <a:pt x="0" y="0"/>
                </a:moveTo>
                <a:lnTo>
                  <a:pt x="229512" y="0"/>
                </a:lnTo>
              </a:path>
            </a:pathLst>
          </a:custGeom>
          <a:noFill xmlns:a="http://schemas.openxmlformats.org/drawingml/2006/main"/>
          <a:ln xmlns:a="http://schemas.openxmlformats.org/drawingml/2006/main" w="16373">
            <a:solidFill>
              <a:srgbClr val="224889"/>
            </a:solidFill>
            <a:prstDash val="solid"/>
          </a:ln>
        </p:spPr>
      </p:sp>
      <p:sp>
        <p:nvSpPr>
          <p:cNvPr id="88" name="Editable chart path">
            <a:extLst xmlns:a="http://schemas.openxmlformats.org/drawingml/2006/main">
              <a:ext uri="{FF2B5EF4-FFF2-40B4-BE49-F238E27FC236}">
                <a16:creationId xmlns:a16="http://schemas.microsoft.com/office/drawing/2014/main" id="{8BC3E002-AFB3-4A56-98BF-A7CD1B785D4E}"/>
              </a:ext>
            </a:extLst>
          </p:cNvPr>
          <p:cNvSpPr>
            <a:spLocks xmlns:a="http://schemas.openxmlformats.org/drawingml/2006/main" noGrp="1"/>
          </p:cNvSpPr>
          <p:nvPr/>
        </p:nvSpPr>
        <p:spPr>
          <a:xfrm xmlns:a="http://schemas.openxmlformats.org/drawingml/2006/main">
            <a:off x="6327526" y="5210932"/>
            <a:ext cx="212032" cy="95"/>
          </a:xfrm>
          <a:custGeom xmlns:a="http://schemas.openxmlformats.org/drawingml/2006/main">
            <a:pathLst>
              <a:path w="185029" h="95">
                <a:moveTo>
                  <a:pt x="0" y="0"/>
                </a:moveTo>
                <a:lnTo>
                  <a:pt x="185029" y="0"/>
                </a:lnTo>
              </a:path>
            </a:pathLst>
          </a:custGeom>
          <a:noFill xmlns:a="http://schemas.openxmlformats.org/drawingml/2006/main"/>
          <a:ln xmlns:a="http://schemas.openxmlformats.org/drawingml/2006/main" w="16373">
            <a:solidFill>
              <a:srgbClr val="224889"/>
            </a:solidFill>
            <a:prstDash val="solid"/>
          </a:ln>
        </p:spPr>
      </p:sp>
      <p:sp>
        <p:nvSpPr>
          <p:cNvPr id="89" name="Editable chart path">
            <a:extLst xmlns:a="http://schemas.openxmlformats.org/drawingml/2006/main">
              <a:ext uri="{FF2B5EF4-FFF2-40B4-BE49-F238E27FC236}">
                <a16:creationId xmlns:a16="http://schemas.microsoft.com/office/drawing/2014/main" id="{E116CCBC-3F26-4232-8174-C657CF96DB8F}"/>
              </a:ext>
            </a:extLst>
          </p:cNvPr>
          <p:cNvSpPr>
            <a:spLocks xmlns:a="http://schemas.openxmlformats.org/drawingml/2006/main" noGrp="1"/>
          </p:cNvSpPr>
          <p:nvPr/>
        </p:nvSpPr>
        <p:spPr>
          <a:xfrm xmlns:a="http://schemas.openxmlformats.org/drawingml/2006/main">
            <a:off x="6986036" y="2494167"/>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0" name="Editable chart path">
            <a:extLst xmlns:a="http://schemas.openxmlformats.org/drawingml/2006/main">
              <a:ext uri="{FF2B5EF4-FFF2-40B4-BE49-F238E27FC236}">
                <a16:creationId xmlns:a16="http://schemas.microsoft.com/office/drawing/2014/main" id="{808961BA-3997-465F-B138-C25977EA730B}"/>
              </a:ext>
            </a:extLst>
          </p:cNvPr>
          <p:cNvSpPr>
            <a:spLocks xmlns:a="http://schemas.openxmlformats.org/drawingml/2006/main" noGrp="1"/>
          </p:cNvSpPr>
          <p:nvPr/>
        </p:nvSpPr>
        <p:spPr>
          <a:xfrm xmlns:a="http://schemas.openxmlformats.org/drawingml/2006/main">
            <a:off x="6838795" y="2701469"/>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1" name="Editable chart path">
            <a:extLst xmlns:a="http://schemas.openxmlformats.org/drawingml/2006/main">
              <a:ext uri="{FF2B5EF4-FFF2-40B4-BE49-F238E27FC236}">
                <a16:creationId xmlns:a16="http://schemas.microsoft.com/office/drawing/2014/main" id="{FC5FA8BD-24C0-49C3-8DDD-FD758F84B0B9}"/>
              </a:ext>
            </a:extLst>
          </p:cNvPr>
          <p:cNvSpPr>
            <a:spLocks xmlns:a="http://schemas.openxmlformats.org/drawingml/2006/main" noGrp="1"/>
          </p:cNvSpPr>
          <p:nvPr/>
        </p:nvSpPr>
        <p:spPr>
          <a:xfrm xmlns:a="http://schemas.openxmlformats.org/drawingml/2006/main">
            <a:off x="6999414" y="2908772"/>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2" name="Editable chart path">
            <a:extLst xmlns:a="http://schemas.openxmlformats.org/drawingml/2006/main">
              <a:ext uri="{FF2B5EF4-FFF2-40B4-BE49-F238E27FC236}">
                <a16:creationId xmlns:a16="http://schemas.microsoft.com/office/drawing/2014/main" id="{23F43D9A-9257-47F4-BEA5-153AD4A81C5D}"/>
              </a:ext>
            </a:extLst>
          </p:cNvPr>
          <p:cNvSpPr>
            <a:spLocks xmlns:a="http://schemas.openxmlformats.org/drawingml/2006/main" noGrp="1"/>
          </p:cNvSpPr>
          <p:nvPr/>
        </p:nvSpPr>
        <p:spPr>
          <a:xfrm xmlns:a="http://schemas.openxmlformats.org/drawingml/2006/main">
            <a:off x="7177889" y="3116075"/>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3" name="Editable chart path">
            <a:extLst xmlns:a="http://schemas.openxmlformats.org/drawingml/2006/main">
              <a:ext uri="{FF2B5EF4-FFF2-40B4-BE49-F238E27FC236}">
                <a16:creationId xmlns:a16="http://schemas.microsoft.com/office/drawing/2014/main" id="{F687355F-427E-428F-9136-C2019E0C3050}"/>
              </a:ext>
            </a:extLst>
          </p:cNvPr>
          <p:cNvSpPr>
            <a:spLocks xmlns:a="http://schemas.openxmlformats.org/drawingml/2006/main" noGrp="1"/>
          </p:cNvSpPr>
          <p:nvPr/>
        </p:nvSpPr>
        <p:spPr>
          <a:xfrm xmlns:a="http://schemas.openxmlformats.org/drawingml/2006/main">
            <a:off x="6716887" y="3323377"/>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4" name="Editable chart path">
            <a:extLst xmlns:a="http://schemas.openxmlformats.org/drawingml/2006/main">
              <a:ext uri="{FF2B5EF4-FFF2-40B4-BE49-F238E27FC236}">
                <a16:creationId xmlns:a16="http://schemas.microsoft.com/office/drawing/2014/main" id="{F894B0C8-B643-4924-A0E4-64FF00C7A92D}"/>
              </a:ext>
            </a:extLst>
          </p:cNvPr>
          <p:cNvSpPr>
            <a:spLocks xmlns:a="http://schemas.openxmlformats.org/drawingml/2006/main" noGrp="1"/>
          </p:cNvSpPr>
          <p:nvPr/>
        </p:nvSpPr>
        <p:spPr>
          <a:xfrm xmlns:a="http://schemas.openxmlformats.org/drawingml/2006/main">
            <a:off x="6892095" y="3530680"/>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5" name="Editable chart path">
            <a:extLst xmlns:a="http://schemas.openxmlformats.org/drawingml/2006/main">
              <a:ext uri="{FF2B5EF4-FFF2-40B4-BE49-F238E27FC236}">
                <a16:creationId xmlns:a16="http://schemas.microsoft.com/office/drawing/2014/main" id="{B2B4DF76-AAB0-43D0-A7C5-8C4111FDBC8D}"/>
              </a:ext>
            </a:extLst>
          </p:cNvPr>
          <p:cNvSpPr>
            <a:spLocks xmlns:a="http://schemas.openxmlformats.org/drawingml/2006/main" noGrp="1"/>
          </p:cNvSpPr>
          <p:nvPr/>
        </p:nvSpPr>
        <p:spPr>
          <a:xfrm xmlns:a="http://schemas.openxmlformats.org/drawingml/2006/main">
            <a:off x="6448637" y="3737983"/>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6" name="Editable chart path">
            <a:extLst xmlns:a="http://schemas.openxmlformats.org/drawingml/2006/main">
              <a:ext uri="{FF2B5EF4-FFF2-40B4-BE49-F238E27FC236}">
                <a16:creationId xmlns:a16="http://schemas.microsoft.com/office/drawing/2014/main" id="{FB5A53DF-5AFC-45DD-B7A2-6DD1B8A4B156}"/>
              </a:ext>
            </a:extLst>
          </p:cNvPr>
          <p:cNvSpPr>
            <a:spLocks xmlns:a="http://schemas.openxmlformats.org/drawingml/2006/main" noGrp="1"/>
          </p:cNvSpPr>
          <p:nvPr/>
        </p:nvSpPr>
        <p:spPr>
          <a:xfrm xmlns:a="http://schemas.openxmlformats.org/drawingml/2006/main">
            <a:off x="6365966" y="3945286"/>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7" name="Editable chart path">
            <a:extLst xmlns:a="http://schemas.openxmlformats.org/drawingml/2006/main">
              <a:ext uri="{FF2B5EF4-FFF2-40B4-BE49-F238E27FC236}">
                <a16:creationId xmlns:a16="http://schemas.microsoft.com/office/drawing/2014/main" id="{7CA84CAA-5704-4114-856E-862ADEE6ED26}"/>
              </a:ext>
            </a:extLst>
          </p:cNvPr>
          <p:cNvSpPr>
            <a:spLocks xmlns:a="http://schemas.openxmlformats.org/drawingml/2006/main" noGrp="1"/>
          </p:cNvSpPr>
          <p:nvPr/>
        </p:nvSpPr>
        <p:spPr>
          <a:xfrm xmlns:a="http://schemas.openxmlformats.org/drawingml/2006/main">
            <a:off x="6683014" y="4152588"/>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8" name="Editable chart path">
            <a:extLst xmlns:a="http://schemas.openxmlformats.org/drawingml/2006/main">
              <a:ext uri="{FF2B5EF4-FFF2-40B4-BE49-F238E27FC236}">
                <a16:creationId xmlns:a16="http://schemas.microsoft.com/office/drawing/2014/main" id="{EBB6E005-2DB9-4BE5-ADEA-AC3E176FBE61}"/>
              </a:ext>
            </a:extLst>
          </p:cNvPr>
          <p:cNvSpPr>
            <a:spLocks xmlns:a="http://schemas.openxmlformats.org/drawingml/2006/main" noGrp="1"/>
          </p:cNvSpPr>
          <p:nvPr/>
        </p:nvSpPr>
        <p:spPr>
          <a:xfrm xmlns:a="http://schemas.openxmlformats.org/drawingml/2006/main">
            <a:off x="6716887" y="4359891"/>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99" name="Editable chart path">
            <a:extLst xmlns:a="http://schemas.openxmlformats.org/drawingml/2006/main">
              <a:ext uri="{FF2B5EF4-FFF2-40B4-BE49-F238E27FC236}">
                <a16:creationId xmlns:a16="http://schemas.microsoft.com/office/drawing/2014/main" id="{6BBA6859-5C39-470E-ACD0-6F3FD1AEBEFF}"/>
              </a:ext>
            </a:extLst>
          </p:cNvPr>
          <p:cNvSpPr>
            <a:spLocks xmlns:a="http://schemas.openxmlformats.org/drawingml/2006/main" noGrp="1"/>
          </p:cNvSpPr>
          <p:nvPr/>
        </p:nvSpPr>
        <p:spPr>
          <a:xfrm xmlns:a="http://schemas.openxmlformats.org/drawingml/2006/main">
            <a:off x="7046969" y="4567194"/>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0" name="Editable chart path">
            <a:extLst xmlns:a="http://schemas.openxmlformats.org/drawingml/2006/main">
              <a:ext uri="{FF2B5EF4-FFF2-40B4-BE49-F238E27FC236}">
                <a16:creationId xmlns:a16="http://schemas.microsoft.com/office/drawing/2014/main" id="{50975397-8C0F-41FF-B8AC-6ADF9B5C7A2A}"/>
              </a:ext>
            </a:extLst>
          </p:cNvPr>
          <p:cNvSpPr>
            <a:spLocks xmlns:a="http://schemas.openxmlformats.org/drawingml/2006/main" noGrp="1"/>
          </p:cNvSpPr>
          <p:nvPr/>
        </p:nvSpPr>
        <p:spPr>
          <a:xfrm xmlns:a="http://schemas.openxmlformats.org/drawingml/2006/main">
            <a:off x="6950882" y="4774496"/>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1" name="Editable chart path">
            <a:extLst xmlns:a="http://schemas.openxmlformats.org/drawingml/2006/main">
              <a:ext uri="{FF2B5EF4-FFF2-40B4-BE49-F238E27FC236}">
                <a16:creationId xmlns:a16="http://schemas.microsoft.com/office/drawing/2014/main" id="{3B930765-95D3-406F-AD7F-BA1C065F57A2}"/>
              </a:ext>
            </a:extLst>
          </p:cNvPr>
          <p:cNvSpPr>
            <a:spLocks xmlns:a="http://schemas.openxmlformats.org/drawingml/2006/main" noGrp="1"/>
          </p:cNvSpPr>
          <p:nvPr/>
        </p:nvSpPr>
        <p:spPr>
          <a:xfrm xmlns:a="http://schemas.openxmlformats.org/drawingml/2006/main">
            <a:off x="6779224" y="4981799"/>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2" name="Editable chart path">
            <a:extLst xmlns:a="http://schemas.openxmlformats.org/drawingml/2006/main">
              <a:ext uri="{FF2B5EF4-FFF2-40B4-BE49-F238E27FC236}">
                <a16:creationId xmlns:a16="http://schemas.microsoft.com/office/drawing/2014/main" id="{A1254F9F-EE74-4DF1-A972-454DF353962A}"/>
              </a:ext>
            </a:extLst>
          </p:cNvPr>
          <p:cNvSpPr>
            <a:spLocks xmlns:a="http://schemas.openxmlformats.org/drawingml/2006/main" noGrp="1"/>
          </p:cNvSpPr>
          <p:nvPr/>
        </p:nvSpPr>
        <p:spPr>
          <a:xfrm xmlns:a="http://schemas.openxmlformats.org/drawingml/2006/main">
            <a:off x="6327526" y="5189102"/>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3" name="Editable chart path">
            <a:extLst xmlns:a="http://schemas.openxmlformats.org/drawingml/2006/main">
              <a:ext uri="{FF2B5EF4-FFF2-40B4-BE49-F238E27FC236}">
                <a16:creationId xmlns:a16="http://schemas.microsoft.com/office/drawing/2014/main" id="{B6C4DE73-EFC1-4F50-A30A-0AE16329DF7F}"/>
              </a:ext>
            </a:extLst>
          </p:cNvPr>
          <p:cNvSpPr>
            <a:spLocks xmlns:a="http://schemas.openxmlformats.org/drawingml/2006/main" noGrp="1"/>
          </p:cNvSpPr>
          <p:nvPr/>
        </p:nvSpPr>
        <p:spPr>
          <a:xfrm xmlns:a="http://schemas.openxmlformats.org/drawingml/2006/main">
            <a:off x="7438501" y="2494167"/>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4" name="Editable chart path">
            <a:extLst xmlns:a="http://schemas.openxmlformats.org/drawingml/2006/main">
              <a:ext uri="{FF2B5EF4-FFF2-40B4-BE49-F238E27FC236}">
                <a16:creationId xmlns:a16="http://schemas.microsoft.com/office/drawing/2014/main" id="{38A95708-D463-4499-A597-1AE12D977691}"/>
              </a:ext>
            </a:extLst>
          </p:cNvPr>
          <p:cNvSpPr>
            <a:spLocks xmlns:a="http://schemas.openxmlformats.org/drawingml/2006/main" noGrp="1"/>
          </p:cNvSpPr>
          <p:nvPr/>
        </p:nvSpPr>
        <p:spPr>
          <a:xfrm xmlns:a="http://schemas.openxmlformats.org/drawingml/2006/main">
            <a:off x="7301591" y="2701469"/>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5" name="Editable chart path">
            <a:extLst xmlns:a="http://schemas.openxmlformats.org/drawingml/2006/main">
              <a:ext uri="{FF2B5EF4-FFF2-40B4-BE49-F238E27FC236}">
                <a16:creationId xmlns:a16="http://schemas.microsoft.com/office/drawing/2014/main" id="{FC7034FF-4537-4AC2-9ABF-82127A7E39DF}"/>
              </a:ext>
            </a:extLst>
          </p:cNvPr>
          <p:cNvSpPr>
            <a:spLocks xmlns:a="http://schemas.openxmlformats.org/drawingml/2006/main" noGrp="1"/>
          </p:cNvSpPr>
          <p:nvPr/>
        </p:nvSpPr>
        <p:spPr>
          <a:xfrm xmlns:a="http://schemas.openxmlformats.org/drawingml/2006/main">
            <a:off x="7763108" y="2908772"/>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6" name="Editable chart path">
            <a:extLst xmlns:a="http://schemas.openxmlformats.org/drawingml/2006/main">
              <a:ext uri="{FF2B5EF4-FFF2-40B4-BE49-F238E27FC236}">
                <a16:creationId xmlns:a16="http://schemas.microsoft.com/office/drawing/2014/main" id="{4B8D8F12-F6F0-45BE-AACF-2336B1701F6D}"/>
              </a:ext>
            </a:extLst>
          </p:cNvPr>
          <p:cNvSpPr>
            <a:spLocks xmlns:a="http://schemas.openxmlformats.org/drawingml/2006/main" noGrp="1"/>
          </p:cNvSpPr>
          <p:nvPr/>
        </p:nvSpPr>
        <p:spPr>
          <a:xfrm xmlns:a="http://schemas.openxmlformats.org/drawingml/2006/main">
            <a:off x="7870220" y="3116075"/>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7" name="Editable chart path">
            <a:extLst xmlns:a="http://schemas.openxmlformats.org/drawingml/2006/main">
              <a:ext uri="{FF2B5EF4-FFF2-40B4-BE49-F238E27FC236}">
                <a16:creationId xmlns:a16="http://schemas.microsoft.com/office/drawing/2014/main" id="{FBEC7C10-5E9D-4DA5-8AEC-2F243F0DA167}"/>
              </a:ext>
            </a:extLst>
          </p:cNvPr>
          <p:cNvSpPr>
            <a:spLocks xmlns:a="http://schemas.openxmlformats.org/drawingml/2006/main" noGrp="1"/>
          </p:cNvSpPr>
          <p:nvPr/>
        </p:nvSpPr>
        <p:spPr>
          <a:xfrm xmlns:a="http://schemas.openxmlformats.org/drawingml/2006/main">
            <a:off x="7386452" y="3323377"/>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8" name="Editable chart path">
            <a:extLst xmlns:a="http://schemas.openxmlformats.org/drawingml/2006/main">
              <a:ext uri="{FF2B5EF4-FFF2-40B4-BE49-F238E27FC236}">
                <a16:creationId xmlns:a16="http://schemas.microsoft.com/office/drawing/2014/main" id="{20BC8261-978E-4286-8BC8-68D3B921FE2F}"/>
              </a:ext>
            </a:extLst>
          </p:cNvPr>
          <p:cNvSpPr>
            <a:spLocks xmlns:a="http://schemas.openxmlformats.org/drawingml/2006/main" noGrp="1"/>
          </p:cNvSpPr>
          <p:nvPr/>
        </p:nvSpPr>
        <p:spPr>
          <a:xfrm xmlns:a="http://schemas.openxmlformats.org/drawingml/2006/main">
            <a:off x="7308849" y="3530680"/>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09" name="Editable chart path">
            <a:extLst xmlns:a="http://schemas.openxmlformats.org/drawingml/2006/main">
              <a:ext uri="{FF2B5EF4-FFF2-40B4-BE49-F238E27FC236}">
                <a16:creationId xmlns:a16="http://schemas.microsoft.com/office/drawing/2014/main" id="{7D593D1A-EE27-4049-9E1D-B25C67A70BB8}"/>
              </a:ext>
            </a:extLst>
          </p:cNvPr>
          <p:cNvSpPr>
            <a:spLocks xmlns:a="http://schemas.openxmlformats.org/drawingml/2006/main" noGrp="1"/>
          </p:cNvSpPr>
          <p:nvPr/>
        </p:nvSpPr>
        <p:spPr>
          <a:xfrm xmlns:a="http://schemas.openxmlformats.org/drawingml/2006/main">
            <a:off x="7269739" y="3737983"/>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10" name="Editable chart path">
            <a:extLst xmlns:a="http://schemas.openxmlformats.org/drawingml/2006/main">
              <a:ext uri="{FF2B5EF4-FFF2-40B4-BE49-F238E27FC236}">
                <a16:creationId xmlns:a16="http://schemas.microsoft.com/office/drawing/2014/main" id="{4EF574D8-F7B6-4855-9EC1-5CCE8A2C581A}"/>
              </a:ext>
            </a:extLst>
          </p:cNvPr>
          <p:cNvSpPr>
            <a:spLocks xmlns:a="http://schemas.openxmlformats.org/drawingml/2006/main" noGrp="1"/>
          </p:cNvSpPr>
          <p:nvPr/>
        </p:nvSpPr>
        <p:spPr>
          <a:xfrm xmlns:a="http://schemas.openxmlformats.org/drawingml/2006/main">
            <a:off x="7204243" y="3945286"/>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11" name="Editable chart path">
            <a:extLst xmlns:a="http://schemas.openxmlformats.org/drawingml/2006/main">
              <a:ext uri="{FF2B5EF4-FFF2-40B4-BE49-F238E27FC236}">
                <a16:creationId xmlns:a16="http://schemas.microsoft.com/office/drawing/2014/main" id="{765F12CF-47F4-46A7-843B-58146E565E29}"/>
              </a:ext>
            </a:extLst>
          </p:cNvPr>
          <p:cNvSpPr>
            <a:spLocks xmlns:a="http://schemas.openxmlformats.org/drawingml/2006/main" noGrp="1"/>
          </p:cNvSpPr>
          <p:nvPr/>
        </p:nvSpPr>
        <p:spPr>
          <a:xfrm xmlns:a="http://schemas.openxmlformats.org/drawingml/2006/main">
            <a:off x="7363872" y="4152588"/>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12" name="Editable chart path">
            <a:extLst xmlns:a="http://schemas.openxmlformats.org/drawingml/2006/main">
              <a:ext uri="{FF2B5EF4-FFF2-40B4-BE49-F238E27FC236}">
                <a16:creationId xmlns:a16="http://schemas.microsoft.com/office/drawing/2014/main" id="{7EEF6AE0-EEA5-4184-8825-B77D09146D55}"/>
              </a:ext>
            </a:extLst>
          </p:cNvPr>
          <p:cNvSpPr>
            <a:spLocks xmlns:a="http://schemas.openxmlformats.org/drawingml/2006/main" noGrp="1"/>
          </p:cNvSpPr>
          <p:nvPr/>
        </p:nvSpPr>
        <p:spPr>
          <a:xfrm xmlns:a="http://schemas.openxmlformats.org/drawingml/2006/main">
            <a:off x="7386452" y="4359891"/>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13" name="Editable chart path">
            <a:extLst xmlns:a="http://schemas.openxmlformats.org/drawingml/2006/main">
              <a:ext uri="{FF2B5EF4-FFF2-40B4-BE49-F238E27FC236}">
                <a16:creationId xmlns:a16="http://schemas.microsoft.com/office/drawing/2014/main" id="{42D73FC7-2C00-4585-A137-BB3072BC828F}"/>
              </a:ext>
            </a:extLst>
          </p:cNvPr>
          <p:cNvSpPr>
            <a:spLocks xmlns:a="http://schemas.openxmlformats.org/drawingml/2006/main" noGrp="1"/>
          </p:cNvSpPr>
          <p:nvPr/>
        </p:nvSpPr>
        <p:spPr>
          <a:xfrm xmlns:a="http://schemas.openxmlformats.org/drawingml/2006/main">
            <a:off x="7510489" y="4567194"/>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14" name="Editable chart path">
            <a:extLst xmlns:a="http://schemas.openxmlformats.org/drawingml/2006/main">
              <a:ext uri="{FF2B5EF4-FFF2-40B4-BE49-F238E27FC236}">
                <a16:creationId xmlns:a16="http://schemas.microsoft.com/office/drawing/2014/main" id="{9874C8AA-7897-4349-8205-8ED31B9CAA8A}"/>
              </a:ext>
            </a:extLst>
          </p:cNvPr>
          <p:cNvSpPr>
            <a:spLocks xmlns:a="http://schemas.openxmlformats.org/drawingml/2006/main" noGrp="1"/>
          </p:cNvSpPr>
          <p:nvPr/>
        </p:nvSpPr>
        <p:spPr>
          <a:xfrm xmlns:a="http://schemas.openxmlformats.org/drawingml/2006/main">
            <a:off x="7408327" y="4774496"/>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15" name="Editable chart path">
            <a:extLst xmlns:a="http://schemas.openxmlformats.org/drawingml/2006/main">
              <a:ext uri="{FF2B5EF4-FFF2-40B4-BE49-F238E27FC236}">
                <a16:creationId xmlns:a16="http://schemas.microsoft.com/office/drawing/2014/main" id="{5522C0DA-7056-4554-9C7B-F0732B10626B}"/>
              </a:ext>
            </a:extLst>
          </p:cNvPr>
          <p:cNvSpPr>
            <a:spLocks xmlns:a="http://schemas.openxmlformats.org/drawingml/2006/main" noGrp="1"/>
          </p:cNvSpPr>
          <p:nvPr/>
        </p:nvSpPr>
        <p:spPr>
          <a:xfrm xmlns:a="http://schemas.openxmlformats.org/drawingml/2006/main">
            <a:off x="7042231" y="4981799"/>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16" name="Editable chart path">
            <a:extLst xmlns:a="http://schemas.openxmlformats.org/drawingml/2006/main">
              <a:ext uri="{FF2B5EF4-FFF2-40B4-BE49-F238E27FC236}">
                <a16:creationId xmlns:a16="http://schemas.microsoft.com/office/drawing/2014/main" id="{B2FAE0F9-817B-4747-8DF7-27D33A89D508}"/>
              </a:ext>
            </a:extLst>
          </p:cNvPr>
          <p:cNvSpPr>
            <a:spLocks xmlns:a="http://schemas.openxmlformats.org/drawingml/2006/main" noGrp="1"/>
          </p:cNvSpPr>
          <p:nvPr/>
        </p:nvSpPr>
        <p:spPr>
          <a:xfrm xmlns:a="http://schemas.openxmlformats.org/drawingml/2006/main">
            <a:off x="6539558" y="5189102"/>
            <a:ext cx="95" cy="43660"/>
          </a:xfrm>
          <a:custGeom xmlns:a="http://schemas.openxmlformats.org/drawingml/2006/main">
            <a:pathLst>
              <a:path w="95" h="38100">
                <a:moveTo>
                  <a:pt x="0" y="38100"/>
                </a:moveTo>
                <a:lnTo>
                  <a:pt x="0" y="0"/>
                </a:lnTo>
              </a:path>
            </a:pathLst>
          </a:custGeom>
          <a:solidFill xmlns:a="http://schemas.openxmlformats.org/drawingml/2006/main">
            <a:srgbClr val="224889"/>
          </a:solidFill>
          <a:ln xmlns:a="http://schemas.openxmlformats.org/drawingml/2006/main" w="10915">
            <a:solidFill>
              <a:srgbClr val="224889"/>
            </a:solidFill>
            <a:prstDash val="solid"/>
          </a:ln>
        </p:spPr>
      </p:sp>
      <p:sp>
        <p:nvSpPr>
          <p:cNvPr id="117" name="Editable chart path">
            <a:extLst xmlns:a="http://schemas.openxmlformats.org/drawingml/2006/main">
              <a:ext uri="{FF2B5EF4-FFF2-40B4-BE49-F238E27FC236}">
                <a16:creationId xmlns:a16="http://schemas.microsoft.com/office/drawing/2014/main" id="{46AE927E-B722-4FC5-9DD0-08E450BAFB95}"/>
              </a:ext>
            </a:extLst>
          </p:cNvPr>
          <p:cNvSpPr>
            <a:spLocks xmlns:a="http://schemas.openxmlformats.org/drawingml/2006/main" noGrp="1"/>
          </p:cNvSpPr>
          <p:nvPr/>
        </p:nvSpPr>
        <p:spPr>
          <a:xfrm xmlns:a="http://schemas.openxmlformats.org/drawingml/2006/main">
            <a:off x="7210437" y="2381250"/>
            <a:ext cx="95" cy="2964429"/>
          </a:xfrm>
          <a:custGeom xmlns:a="http://schemas.openxmlformats.org/drawingml/2006/main">
            <a:pathLst>
              <a:path w="95" h="2586900">
                <a:moveTo>
                  <a:pt x="0" y="2586900"/>
                </a:moveTo>
                <a:lnTo>
                  <a:pt x="0" y="0"/>
                </a:lnTo>
              </a:path>
            </a:pathLst>
          </a:custGeom>
          <a:noFill xmlns:a="http://schemas.openxmlformats.org/drawingml/2006/main"/>
          <a:ln xmlns:a="http://schemas.openxmlformats.org/drawingml/2006/main" w="8732">
            <a:solidFill>
              <a:srgbClr val="5A6683"/>
            </a:solidFill>
            <a:prstDash val="dash"/>
          </a:ln>
        </p:spPr>
      </p:sp>
      <p:sp>
        <p:nvSpPr>
          <p:cNvPr id="118" name="Editable chart path">
            <a:extLst xmlns:a="http://schemas.openxmlformats.org/drawingml/2006/main">
              <a:ext uri="{FF2B5EF4-FFF2-40B4-BE49-F238E27FC236}">
                <a16:creationId xmlns:a16="http://schemas.microsoft.com/office/drawing/2014/main" id="{78715A4A-0216-46B5-9338-76EF0B3CD0FB}"/>
              </a:ext>
            </a:extLst>
          </p:cNvPr>
          <p:cNvSpPr>
            <a:spLocks xmlns:a="http://schemas.openxmlformats.org/drawingml/2006/main" noGrp="1"/>
          </p:cNvSpPr>
          <p:nvPr/>
        </p:nvSpPr>
        <p:spPr>
          <a:xfrm xmlns:a="http://schemas.openxmlformats.org/drawingml/2006/main">
            <a:off x="9280920" y="2381250"/>
            <a:ext cx="95" cy="2964429"/>
          </a:xfrm>
          <a:custGeom xmlns:a="http://schemas.openxmlformats.org/drawingml/2006/main">
            <a:pathLst>
              <a:path w="95" h="2586900">
                <a:moveTo>
                  <a:pt x="0" y="2586900"/>
                </a:moveTo>
                <a:lnTo>
                  <a:pt x="0" y="0"/>
                </a:lnTo>
              </a:path>
            </a:pathLst>
          </a:custGeom>
          <a:noFill xmlns:a="http://schemas.openxmlformats.org/drawingml/2006/main"/>
          <a:ln xmlns:a="http://schemas.openxmlformats.org/drawingml/2006/main" w="8732">
            <a:solidFill>
              <a:srgbClr val="5A6683"/>
            </a:solidFill>
            <a:prstDash val="solid"/>
          </a:ln>
        </p:spPr>
      </p:sp>
      <p:sp>
        <p:nvSpPr>
          <p:cNvPr id="119" name="Editable chart path">
            <a:extLst xmlns:a="http://schemas.openxmlformats.org/drawingml/2006/main">
              <a:ext uri="{FF2B5EF4-FFF2-40B4-BE49-F238E27FC236}">
                <a16:creationId xmlns:a16="http://schemas.microsoft.com/office/drawing/2014/main" id="{87B050F3-8773-42AD-8B5C-0583CC6D07BA}"/>
              </a:ext>
            </a:extLst>
          </p:cNvPr>
          <p:cNvSpPr>
            <a:spLocks xmlns:a="http://schemas.openxmlformats.org/drawingml/2006/main" noGrp="1"/>
          </p:cNvSpPr>
          <p:nvPr/>
        </p:nvSpPr>
        <p:spPr>
          <a:xfrm xmlns:a="http://schemas.openxmlformats.org/drawingml/2006/main">
            <a:off x="7183149" y="2488709"/>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0" name="Editable chart path">
            <a:extLst xmlns:a="http://schemas.openxmlformats.org/drawingml/2006/main">
              <a:ext uri="{FF2B5EF4-FFF2-40B4-BE49-F238E27FC236}">
                <a16:creationId xmlns:a16="http://schemas.microsoft.com/office/drawing/2014/main" id="{7E5C2C6A-E150-4003-8C6F-BD7439742D00}"/>
              </a:ext>
            </a:extLst>
          </p:cNvPr>
          <p:cNvSpPr>
            <a:spLocks xmlns:a="http://schemas.openxmlformats.org/drawingml/2006/main" noGrp="1"/>
          </p:cNvSpPr>
          <p:nvPr/>
        </p:nvSpPr>
        <p:spPr>
          <a:xfrm xmlns:a="http://schemas.openxmlformats.org/drawingml/2006/main">
            <a:off x="7040970" y="2696012"/>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1" name="Editable chart path">
            <a:extLst xmlns:a="http://schemas.openxmlformats.org/drawingml/2006/main">
              <a:ext uri="{FF2B5EF4-FFF2-40B4-BE49-F238E27FC236}">
                <a16:creationId xmlns:a16="http://schemas.microsoft.com/office/drawing/2014/main" id="{9450C492-786C-4D09-9C0B-718A470CB6CC}"/>
              </a:ext>
            </a:extLst>
          </p:cNvPr>
          <p:cNvSpPr>
            <a:spLocks xmlns:a="http://schemas.openxmlformats.org/drawingml/2006/main" noGrp="1"/>
          </p:cNvSpPr>
          <p:nvPr/>
        </p:nvSpPr>
        <p:spPr>
          <a:xfrm xmlns:a="http://schemas.openxmlformats.org/drawingml/2006/main">
            <a:off x="7348819" y="2903314"/>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2" name="Editable chart path">
            <a:extLst xmlns:a="http://schemas.openxmlformats.org/drawingml/2006/main">
              <a:ext uri="{FF2B5EF4-FFF2-40B4-BE49-F238E27FC236}">
                <a16:creationId xmlns:a16="http://schemas.microsoft.com/office/drawing/2014/main" id="{59C24656-193B-4540-A875-A789679D8BCB}"/>
              </a:ext>
            </a:extLst>
          </p:cNvPr>
          <p:cNvSpPr>
            <a:spLocks xmlns:a="http://schemas.openxmlformats.org/drawingml/2006/main" noGrp="1"/>
          </p:cNvSpPr>
          <p:nvPr/>
        </p:nvSpPr>
        <p:spPr>
          <a:xfrm xmlns:a="http://schemas.openxmlformats.org/drawingml/2006/main">
            <a:off x="7492573" y="3110617"/>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3" name="Editable chart path">
            <a:extLst xmlns:a="http://schemas.openxmlformats.org/drawingml/2006/main">
              <a:ext uri="{FF2B5EF4-FFF2-40B4-BE49-F238E27FC236}">
                <a16:creationId xmlns:a16="http://schemas.microsoft.com/office/drawing/2014/main" id="{69B50D08-6A58-45D8-A960-26BFB8A866BB}"/>
              </a:ext>
            </a:extLst>
          </p:cNvPr>
          <p:cNvSpPr>
            <a:spLocks xmlns:a="http://schemas.openxmlformats.org/drawingml/2006/main" noGrp="1"/>
          </p:cNvSpPr>
          <p:nvPr/>
        </p:nvSpPr>
        <p:spPr>
          <a:xfrm xmlns:a="http://schemas.openxmlformats.org/drawingml/2006/main">
            <a:off x="7020325" y="3317920"/>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4" name="Editable chart path">
            <a:extLst xmlns:a="http://schemas.openxmlformats.org/drawingml/2006/main">
              <a:ext uri="{FF2B5EF4-FFF2-40B4-BE49-F238E27FC236}">
                <a16:creationId xmlns:a16="http://schemas.microsoft.com/office/drawing/2014/main" id="{37B6B822-0A4B-49ED-B3FF-BF68EFDFB4A4}"/>
              </a:ext>
            </a:extLst>
          </p:cNvPr>
          <p:cNvSpPr>
            <a:spLocks xmlns:a="http://schemas.openxmlformats.org/drawingml/2006/main" noGrp="1"/>
          </p:cNvSpPr>
          <p:nvPr/>
        </p:nvSpPr>
        <p:spPr>
          <a:xfrm xmlns:a="http://schemas.openxmlformats.org/drawingml/2006/main">
            <a:off x="7071619" y="3525223"/>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5" name="Editable chart path">
            <a:extLst xmlns:a="http://schemas.openxmlformats.org/drawingml/2006/main">
              <a:ext uri="{FF2B5EF4-FFF2-40B4-BE49-F238E27FC236}">
                <a16:creationId xmlns:a16="http://schemas.microsoft.com/office/drawing/2014/main" id="{A2A70BCE-467A-4FB4-ADA2-916A6CB95E31}"/>
              </a:ext>
            </a:extLst>
          </p:cNvPr>
          <p:cNvSpPr>
            <a:spLocks xmlns:a="http://schemas.openxmlformats.org/drawingml/2006/main" noGrp="1"/>
          </p:cNvSpPr>
          <p:nvPr/>
        </p:nvSpPr>
        <p:spPr>
          <a:xfrm xmlns:a="http://schemas.openxmlformats.org/drawingml/2006/main">
            <a:off x="6825712" y="3732525"/>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6" name="Editable chart path">
            <a:extLst xmlns:a="http://schemas.openxmlformats.org/drawingml/2006/main">
              <a:ext uri="{FF2B5EF4-FFF2-40B4-BE49-F238E27FC236}">
                <a16:creationId xmlns:a16="http://schemas.microsoft.com/office/drawing/2014/main" id="{B7A6F57A-F593-43F2-ABE8-6E5D1517755A}"/>
              </a:ext>
            </a:extLst>
          </p:cNvPr>
          <p:cNvSpPr>
            <a:spLocks xmlns:a="http://schemas.openxmlformats.org/drawingml/2006/main" noGrp="1"/>
          </p:cNvSpPr>
          <p:nvPr/>
        </p:nvSpPr>
        <p:spPr>
          <a:xfrm xmlns:a="http://schemas.openxmlformats.org/drawingml/2006/main">
            <a:off x="6751332" y="3939828"/>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7" name="Editable chart path">
            <a:extLst xmlns:a="http://schemas.openxmlformats.org/drawingml/2006/main">
              <a:ext uri="{FF2B5EF4-FFF2-40B4-BE49-F238E27FC236}">
                <a16:creationId xmlns:a16="http://schemas.microsoft.com/office/drawing/2014/main" id="{E96C6C75-FC85-4D9D-BD10-FA5BB6E205C0}"/>
              </a:ext>
            </a:extLst>
          </p:cNvPr>
          <p:cNvSpPr>
            <a:spLocks xmlns:a="http://schemas.openxmlformats.org/drawingml/2006/main" noGrp="1"/>
          </p:cNvSpPr>
          <p:nvPr/>
        </p:nvSpPr>
        <p:spPr>
          <a:xfrm xmlns:a="http://schemas.openxmlformats.org/drawingml/2006/main">
            <a:off x="6991952" y="4147131"/>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8" name="Editable chart path">
            <a:extLst xmlns:a="http://schemas.openxmlformats.org/drawingml/2006/main">
              <a:ext uri="{FF2B5EF4-FFF2-40B4-BE49-F238E27FC236}">
                <a16:creationId xmlns:a16="http://schemas.microsoft.com/office/drawing/2014/main" id="{8375D84C-55C8-4147-8F68-410B469A2284}"/>
              </a:ext>
            </a:extLst>
          </p:cNvPr>
          <p:cNvSpPr>
            <a:spLocks xmlns:a="http://schemas.openxmlformats.org/drawingml/2006/main" noGrp="1"/>
          </p:cNvSpPr>
          <p:nvPr/>
        </p:nvSpPr>
        <p:spPr>
          <a:xfrm xmlns:a="http://schemas.openxmlformats.org/drawingml/2006/main">
            <a:off x="7020325" y="4354433"/>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29" name="Editable chart path">
            <a:extLst xmlns:a="http://schemas.openxmlformats.org/drawingml/2006/main">
              <a:ext uri="{FF2B5EF4-FFF2-40B4-BE49-F238E27FC236}">
                <a16:creationId xmlns:a16="http://schemas.microsoft.com/office/drawing/2014/main" id="{C3A29D12-05CE-4A7B-BCAE-5DA052A49A82}"/>
              </a:ext>
            </a:extLst>
          </p:cNvPr>
          <p:cNvSpPr>
            <a:spLocks xmlns:a="http://schemas.openxmlformats.org/drawingml/2006/main" noGrp="1"/>
          </p:cNvSpPr>
          <p:nvPr/>
        </p:nvSpPr>
        <p:spPr>
          <a:xfrm xmlns:a="http://schemas.openxmlformats.org/drawingml/2006/main">
            <a:off x="7249529" y="4561736"/>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30" name="Editable chart path">
            <a:extLst xmlns:a="http://schemas.openxmlformats.org/drawingml/2006/main">
              <a:ext uri="{FF2B5EF4-FFF2-40B4-BE49-F238E27FC236}">
                <a16:creationId xmlns:a16="http://schemas.microsoft.com/office/drawing/2014/main" id="{2BA39BDF-39CB-4D06-81B4-F56CC1B7FFB2}"/>
              </a:ext>
            </a:extLst>
          </p:cNvPr>
          <p:cNvSpPr>
            <a:spLocks xmlns:a="http://schemas.openxmlformats.org/drawingml/2006/main" noGrp="1"/>
          </p:cNvSpPr>
          <p:nvPr/>
        </p:nvSpPr>
        <p:spPr>
          <a:xfrm xmlns:a="http://schemas.openxmlformats.org/drawingml/2006/main">
            <a:off x="7150441" y="4769039"/>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31" name="Editable chart path">
            <a:extLst xmlns:a="http://schemas.openxmlformats.org/drawingml/2006/main">
              <a:ext uri="{FF2B5EF4-FFF2-40B4-BE49-F238E27FC236}">
                <a16:creationId xmlns:a16="http://schemas.microsoft.com/office/drawing/2014/main" id="{D3B3FCBC-19F6-4F64-81D2-A9EFA49D2AEA}"/>
              </a:ext>
            </a:extLst>
          </p:cNvPr>
          <p:cNvSpPr>
            <a:spLocks xmlns:a="http://schemas.openxmlformats.org/drawingml/2006/main" noGrp="1"/>
          </p:cNvSpPr>
          <p:nvPr/>
        </p:nvSpPr>
        <p:spPr>
          <a:xfrm xmlns:a="http://schemas.openxmlformats.org/drawingml/2006/main">
            <a:off x="6882808" y="4976341"/>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32" name="Editable chart path">
            <a:extLst xmlns:a="http://schemas.openxmlformats.org/drawingml/2006/main">
              <a:ext uri="{FF2B5EF4-FFF2-40B4-BE49-F238E27FC236}">
                <a16:creationId xmlns:a16="http://schemas.microsoft.com/office/drawing/2014/main" id="{41DB51ED-B694-4186-B7F5-A3A1C0B899FC}"/>
              </a:ext>
            </a:extLst>
          </p:cNvPr>
          <p:cNvSpPr>
            <a:spLocks xmlns:a="http://schemas.openxmlformats.org/drawingml/2006/main" noGrp="1"/>
          </p:cNvSpPr>
          <p:nvPr/>
        </p:nvSpPr>
        <p:spPr>
          <a:xfrm xmlns:a="http://schemas.openxmlformats.org/drawingml/2006/main">
            <a:off x="6405828" y="5183644"/>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24889"/>
          </a:solidFill>
          <a:ln xmlns:a="http://schemas.openxmlformats.org/drawingml/2006/main" w="10915">
            <a:solidFill>
              <a:srgbClr val="224889"/>
            </a:solidFill>
            <a:prstDash val="solid"/>
          </a:ln>
        </p:spPr>
      </p:sp>
      <p:sp>
        <p:nvSpPr>
          <p:cNvPr id="133" name="Editable chart path">
            <a:extLst xmlns:a="http://schemas.openxmlformats.org/drawingml/2006/main">
              <a:ext uri="{FF2B5EF4-FFF2-40B4-BE49-F238E27FC236}">
                <a16:creationId xmlns:a16="http://schemas.microsoft.com/office/drawing/2014/main" id="{EA2CB53D-1F48-48F5-8324-AD8B24EB97AF}"/>
              </a:ext>
            </a:extLst>
          </p:cNvPr>
          <p:cNvSpPr>
            <a:spLocks xmlns:a="http://schemas.openxmlformats.org/drawingml/2006/main" noGrp="1"/>
          </p:cNvSpPr>
          <p:nvPr/>
        </p:nvSpPr>
        <p:spPr>
          <a:xfrm xmlns:a="http://schemas.openxmlformats.org/drawingml/2006/main">
            <a:off x="6179856" y="2381250"/>
            <a:ext cx="95" cy="2964429"/>
          </a:xfrm>
          <a:custGeom xmlns:a="http://schemas.openxmlformats.org/drawingml/2006/main">
            <a:pathLst>
              <a:path w="95" h="2586900">
                <a:moveTo>
                  <a:pt x="0" y="2586900"/>
                </a:moveTo>
                <a:lnTo>
                  <a:pt x="0" y="0"/>
                </a:lnTo>
              </a:path>
            </a:pathLst>
          </a:custGeom>
          <a:noFill xmlns:a="http://schemas.openxmlformats.org/drawingml/2006/main"/>
          <a:ln xmlns:a="http://schemas.openxmlformats.org/drawingml/2006/main" w="8732">
            <a:solidFill>
              <a:srgbClr val="5A6683"/>
            </a:solidFill>
            <a:prstDash val="solid"/>
          </a:ln>
        </p:spPr>
      </p:sp>
      <p:sp>
        <p:nvSpPr>
          <p:cNvPr id="134" name="Editable chart path">
            <a:extLst xmlns:a="http://schemas.openxmlformats.org/drawingml/2006/main">
              <a:ext uri="{FF2B5EF4-FFF2-40B4-BE49-F238E27FC236}">
                <a16:creationId xmlns:a16="http://schemas.microsoft.com/office/drawing/2014/main" id="{B804A281-8832-450E-BDA1-4E89D414E653}"/>
              </a:ext>
            </a:extLst>
          </p:cNvPr>
          <p:cNvSpPr>
            <a:spLocks xmlns:a="http://schemas.openxmlformats.org/drawingml/2006/main" noGrp="1"/>
          </p:cNvSpPr>
          <p:nvPr/>
        </p:nvSpPr>
        <p:spPr>
          <a:xfrm xmlns:a="http://schemas.openxmlformats.org/drawingml/2006/main">
            <a:off x="6179856" y="5345679"/>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8732">
            <a:solidFill>
              <a:srgbClr val="5A6683"/>
            </a:solidFill>
            <a:prstDash val="solid"/>
          </a:ln>
        </p:spPr>
      </p:sp>
    </p:spTree>
    <p:extLst>
      <p:ext uri="{BB962C8B-B14F-4D97-AF65-F5344CB8AC3E}">
        <p14:creationId xmlns:p14="http://schemas.microsoft.com/office/powerpoint/2010/main" val="597896415"/>
      </p:ext>
    </p:extLst>
  </p:cSld>
</p:sld>
</file>

<file path=ppt/slides/slide45.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SPECIFICATION AND MEASUREMENT CHECKS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Use the saved point estimates and confidence intervals to judge each check.</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45</a:t>
            </a:r>
            <a:endParaRPr sz="1200"/>
          </a:p>
        </p:txBody>
      </p:sp>
      <p:sp>
        <p:nvSpPr>
          <p:cNvPr id="14" name="">
            <a:extLst xmlns:a="http://schemas.openxmlformats.org/drawingml/2006/main">
              <a:ext uri="{FF2B5EF4-FFF2-40B4-BE49-F238E27FC236}">
                <a16:creationId xmlns:a16="http://schemas.microsoft.com/office/drawing/2014/main" id="{755E5B1D-0EAF-4816-A02B-48E14CE66514}"/>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3ADA35C5-87BD-40B2-8F79-98F559D3B008}"/>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Share model</a:t>
            </a:r>
          </a:p>
        </p:txBody>
      </p:sp>
      <p:sp>
        <p:nvSpPr>
          <p:cNvPr id="16" name="Editable chart path">
            <a:extLst xmlns:a="http://schemas.openxmlformats.org/drawingml/2006/main">
              <a:ext uri="{FF2B5EF4-FFF2-40B4-BE49-F238E27FC236}">
                <a16:creationId xmlns:a16="http://schemas.microsoft.com/office/drawing/2014/main" id="{98A768CF-A07D-45A4-8EA6-9676B92D6CA5}"/>
              </a:ext>
            </a:extLst>
          </p:cNvPr>
          <p:cNvSpPr>
            <a:spLocks xmlns:a="http://schemas.openxmlformats.org/drawingml/2006/main" noGrp="1"/>
          </p:cNvSpPr>
          <p:nvPr/>
        </p:nvSpPr>
        <p:spPr>
          <a:xfrm xmlns:a="http://schemas.openxmlformats.org/drawingml/2006/main">
            <a:off x="6380643"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17" name="">
            <a:extLst xmlns:a="http://schemas.openxmlformats.org/drawingml/2006/main">
              <a:ext uri="{FF2B5EF4-FFF2-40B4-BE49-F238E27FC236}">
                <a16:creationId xmlns:a16="http://schemas.microsoft.com/office/drawing/2014/main" id="{1961252A-52A8-4946-BF67-EC50EFD0BBBA}"/>
              </a:ext>
            </a:extLst>
          </p:cNvPr>
          <p:cNvSpPr>
            <a:spLocks xmlns:a="http://schemas.openxmlformats.org/drawingml/2006/main" noGrp="1"/>
          </p:cNvSpPr>
          <p:nvPr/>
        </p:nvSpPr>
        <p:spPr>
          <a:xfrm xmlns:a="http://schemas.openxmlformats.org/drawingml/2006/main" rot="0">
            <a:off x="6274305" y="5368886"/>
            <a:ext cx="2065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a:t>
            </a:r>
          </a:p>
        </p:txBody>
      </p:sp>
      <p:sp>
        <p:nvSpPr>
          <p:cNvPr id="18" name="Editable chart path">
            <a:extLst xmlns:a="http://schemas.openxmlformats.org/drawingml/2006/main">
              <a:ext uri="{FF2B5EF4-FFF2-40B4-BE49-F238E27FC236}">
                <a16:creationId xmlns:a16="http://schemas.microsoft.com/office/drawing/2014/main" id="{B0028FC6-5C2A-40EC-9E3C-D7663B6795DC}"/>
              </a:ext>
            </a:extLst>
          </p:cNvPr>
          <p:cNvSpPr>
            <a:spLocks xmlns:a="http://schemas.openxmlformats.org/drawingml/2006/main" noGrp="1"/>
          </p:cNvSpPr>
          <p:nvPr/>
        </p:nvSpPr>
        <p:spPr>
          <a:xfrm xmlns:a="http://schemas.openxmlformats.org/drawingml/2006/main">
            <a:off x="6864022"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19" name="">
            <a:extLst xmlns:a="http://schemas.openxmlformats.org/drawingml/2006/main">
              <a:ext uri="{FF2B5EF4-FFF2-40B4-BE49-F238E27FC236}">
                <a16:creationId xmlns:a16="http://schemas.microsoft.com/office/drawing/2014/main" id="{CFAEDDA9-0FC2-4291-B463-C33A22F24168}"/>
              </a:ext>
            </a:extLst>
          </p:cNvPr>
          <p:cNvSpPr>
            <a:spLocks xmlns:a="http://schemas.openxmlformats.org/drawingml/2006/main" noGrp="1"/>
          </p:cNvSpPr>
          <p:nvPr/>
        </p:nvSpPr>
        <p:spPr>
          <a:xfrm xmlns:a="http://schemas.openxmlformats.org/drawingml/2006/main" rot="0">
            <a:off x="6754952" y="5368886"/>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0" name="Editable chart path">
            <a:extLst xmlns:a="http://schemas.openxmlformats.org/drawingml/2006/main">
              <a:ext uri="{FF2B5EF4-FFF2-40B4-BE49-F238E27FC236}">
                <a16:creationId xmlns:a16="http://schemas.microsoft.com/office/drawing/2014/main" id="{EC6374C9-6287-43FC-A2D2-5DFA56CAD592}"/>
              </a:ext>
            </a:extLst>
          </p:cNvPr>
          <p:cNvSpPr>
            <a:spLocks xmlns:a="http://schemas.openxmlformats.org/drawingml/2006/main" noGrp="1"/>
          </p:cNvSpPr>
          <p:nvPr/>
        </p:nvSpPr>
        <p:spPr>
          <a:xfrm xmlns:a="http://schemas.openxmlformats.org/drawingml/2006/main">
            <a:off x="7347402"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1" name="">
            <a:extLst xmlns:a="http://schemas.openxmlformats.org/drawingml/2006/main">
              <a:ext uri="{FF2B5EF4-FFF2-40B4-BE49-F238E27FC236}">
                <a16:creationId xmlns:a16="http://schemas.microsoft.com/office/drawing/2014/main" id="{D556BC76-A3CE-44AF-A42C-9BF96AE68EF2}"/>
              </a:ext>
            </a:extLst>
          </p:cNvPr>
          <p:cNvSpPr>
            <a:spLocks xmlns:a="http://schemas.openxmlformats.org/drawingml/2006/main" noGrp="1"/>
          </p:cNvSpPr>
          <p:nvPr/>
        </p:nvSpPr>
        <p:spPr>
          <a:xfrm xmlns:a="http://schemas.openxmlformats.org/drawingml/2006/main" rot="0">
            <a:off x="7260569" y="5368886"/>
            <a:ext cx="1697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22" name="Editable chart path">
            <a:extLst xmlns:a="http://schemas.openxmlformats.org/drawingml/2006/main">
              <a:ext uri="{FF2B5EF4-FFF2-40B4-BE49-F238E27FC236}">
                <a16:creationId xmlns:a16="http://schemas.microsoft.com/office/drawing/2014/main" id="{48E9BD7D-405F-43A0-9E1F-785C2D797DF9}"/>
              </a:ext>
            </a:extLst>
          </p:cNvPr>
          <p:cNvSpPr>
            <a:spLocks xmlns:a="http://schemas.openxmlformats.org/drawingml/2006/main" noGrp="1"/>
          </p:cNvSpPr>
          <p:nvPr/>
        </p:nvSpPr>
        <p:spPr>
          <a:xfrm xmlns:a="http://schemas.openxmlformats.org/drawingml/2006/main">
            <a:off x="7830781"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3" name="">
            <a:extLst xmlns:a="http://schemas.openxmlformats.org/drawingml/2006/main">
              <a:ext uri="{FF2B5EF4-FFF2-40B4-BE49-F238E27FC236}">
                <a16:creationId xmlns:a16="http://schemas.microsoft.com/office/drawing/2014/main" id="{1EB7B446-771E-47D2-A527-074FC9F2EC22}"/>
              </a:ext>
            </a:extLst>
          </p:cNvPr>
          <p:cNvSpPr>
            <a:spLocks xmlns:a="http://schemas.openxmlformats.org/drawingml/2006/main" noGrp="1"/>
          </p:cNvSpPr>
          <p:nvPr/>
        </p:nvSpPr>
        <p:spPr>
          <a:xfrm xmlns:a="http://schemas.openxmlformats.org/drawingml/2006/main" rot="0">
            <a:off x="7743817" y="5368886"/>
            <a:ext cx="1703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24" name="Editable chart path">
            <a:extLst xmlns:a="http://schemas.openxmlformats.org/drawingml/2006/main">
              <a:ext uri="{FF2B5EF4-FFF2-40B4-BE49-F238E27FC236}">
                <a16:creationId xmlns:a16="http://schemas.microsoft.com/office/drawing/2014/main" id="{C050007C-9C18-4D4A-AA1C-87F83CDAB00B}"/>
              </a:ext>
            </a:extLst>
          </p:cNvPr>
          <p:cNvSpPr>
            <a:spLocks xmlns:a="http://schemas.openxmlformats.org/drawingml/2006/main" noGrp="1"/>
          </p:cNvSpPr>
          <p:nvPr/>
        </p:nvSpPr>
        <p:spPr>
          <a:xfrm xmlns:a="http://schemas.openxmlformats.org/drawingml/2006/main">
            <a:off x="8314161"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5" name="">
            <a:extLst xmlns:a="http://schemas.openxmlformats.org/drawingml/2006/main">
              <a:ext uri="{FF2B5EF4-FFF2-40B4-BE49-F238E27FC236}">
                <a16:creationId xmlns:a16="http://schemas.microsoft.com/office/drawing/2014/main" id="{BB0DC97B-5C65-4562-AB8B-DC2AB511F93B}"/>
              </a:ext>
            </a:extLst>
          </p:cNvPr>
          <p:cNvSpPr>
            <a:spLocks xmlns:a="http://schemas.openxmlformats.org/drawingml/2006/main" noGrp="1"/>
          </p:cNvSpPr>
          <p:nvPr/>
        </p:nvSpPr>
        <p:spPr>
          <a:xfrm xmlns:a="http://schemas.openxmlformats.org/drawingml/2006/main" rot="0">
            <a:off x="8227425" y="5368886"/>
            <a:ext cx="1694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26" name="Editable chart path">
            <a:extLst xmlns:a="http://schemas.openxmlformats.org/drawingml/2006/main">
              <a:ext uri="{FF2B5EF4-FFF2-40B4-BE49-F238E27FC236}">
                <a16:creationId xmlns:a16="http://schemas.microsoft.com/office/drawing/2014/main" id="{6822EBD3-30CF-4814-BBF3-C46CFFF5AF7E}"/>
              </a:ext>
            </a:extLst>
          </p:cNvPr>
          <p:cNvSpPr>
            <a:spLocks xmlns:a="http://schemas.openxmlformats.org/drawingml/2006/main" noGrp="1"/>
          </p:cNvSpPr>
          <p:nvPr/>
        </p:nvSpPr>
        <p:spPr>
          <a:xfrm xmlns:a="http://schemas.openxmlformats.org/drawingml/2006/main">
            <a:off x="8797540"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7" name="">
            <a:extLst xmlns:a="http://schemas.openxmlformats.org/drawingml/2006/main">
              <a:ext uri="{FF2B5EF4-FFF2-40B4-BE49-F238E27FC236}">
                <a16:creationId xmlns:a16="http://schemas.microsoft.com/office/drawing/2014/main" id="{273510D9-C07E-4112-A094-9EFF5AEEC291}"/>
              </a:ext>
            </a:extLst>
          </p:cNvPr>
          <p:cNvSpPr>
            <a:spLocks xmlns:a="http://schemas.openxmlformats.org/drawingml/2006/main" noGrp="1"/>
          </p:cNvSpPr>
          <p:nvPr/>
        </p:nvSpPr>
        <p:spPr>
          <a:xfrm xmlns:a="http://schemas.openxmlformats.org/drawingml/2006/main" rot="0">
            <a:off x="8713539" y="5368886"/>
            <a:ext cx="161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28" name="Editable chart path">
            <a:extLst xmlns:a="http://schemas.openxmlformats.org/drawingml/2006/main">
              <a:ext uri="{FF2B5EF4-FFF2-40B4-BE49-F238E27FC236}">
                <a16:creationId xmlns:a16="http://schemas.microsoft.com/office/drawing/2014/main" id="{691C8F70-97C7-4A4C-9D43-7A085A51D905}"/>
              </a:ext>
            </a:extLst>
          </p:cNvPr>
          <p:cNvSpPr>
            <a:spLocks xmlns:a="http://schemas.openxmlformats.org/drawingml/2006/main" noGrp="1"/>
          </p:cNvSpPr>
          <p:nvPr/>
        </p:nvSpPr>
        <p:spPr>
          <a:xfrm xmlns:a="http://schemas.openxmlformats.org/drawingml/2006/main">
            <a:off x="9280920" y="5345679"/>
            <a:ext cx="95" cy="3820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29" name="">
            <a:extLst xmlns:a="http://schemas.openxmlformats.org/drawingml/2006/main">
              <a:ext uri="{FF2B5EF4-FFF2-40B4-BE49-F238E27FC236}">
                <a16:creationId xmlns:a16="http://schemas.microsoft.com/office/drawing/2014/main" id="{F9E234F4-5619-48B1-9BBD-A9FA60CB2543}"/>
              </a:ext>
            </a:extLst>
          </p:cNvPr>
          <p:cNvSpPr>
            <a:spLocks xmlns:a="http://schemas.openxmlformats.org/drawingml/2006/main" noGrp="1"/>
          </p:cNvSpPr>
          <p:nvPr/>
        </p:nvSpPr>
        <p:spPr>
          <a:xfrm xmlns:a="http://schemas.openxmlformats.org/drawingml/2006/main" rot="0">
            <a:off x="9232667" y="5368886"/>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30" name="">
            <a:extLst xmlns:a="http://schemas.openxmlformats.org/drawingml/2006/main">
              <a:ext uri="{FF2B5EF4-FFF2-40B4-BE49-F238E27FC236}">
                <a16:creationId xmlns:a16="http://schemas.microsoft.com/office/drawing/2014/main" id="{EC74113A-C9D8-4866-80EF-A6C933423CCC}"/>
              </a:ext>
            </a:extLst>
          </p:cNvPr>
          <p:cNvSpPr>
            <a:spLocks xmlns:a="http://schemas.openxmlformats.org/drawingml/2006/main" noGrp="1"/>
          </p:cNvSpPr>
          <p:nvPr/>
        </p:nvSpPr>
        <p:spPr>
          <a:xfrm xmlns:a="http://schemas.openxmlformats.org/drawingml/2006/main" rot="0">
            <a:off x="6307277" y="5526991"/>
            <a:ext cx="299094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 rain vs dry, % change in vacant taxis</a:t>
            </a:r>
          </a:p>
        </p:txBody>
      </p:sp>
      <p:sp>
        <p:nvSpPr>
          <p:cNvPr id="31" name="Editable chart path">
            <a:extLst xmlns:a="http://schemas.openxmlformats.org/drawingml/2006/main">
              <a:ext uri="{FF2B5EF4-FFF2-40B4-BE49-F238E27FC236}">
                <a16:creationId xmlns:a16="http://schemas.microsoft.com/office/drawing/2014/main" id="{8702E22E-9D8C-48EE-93D9-5EFCA4546528}"/>
              </a:ext>
            </a:extLst>
          </p:cNvPr>
          <p:cNvSpPr>
            <a:spLocks xmlns:a="http://schemas.openxmlformats.org/drawingml/2006/main" noGrp="1"/>
          </p:cNvSpPr>
          <p:nvPr/>
        </p:nvSpPr>
        <p:spPr>
          <a:xfrm xmlns:a="http://schemas.openxmlformats.org/drawingml/2006/main">
            <a:off x="6179856" y="2515997"/>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6DE8FA21-214E-4AF3-95E1-D726363CADA5}"/>
              </a:ext>
            </a:extLst>
          </p:cNvPr>
          <p:cNvSpPr>
            <a:spLocks xmlns:a="http://schemas.openxmlformats.org/drawingml/2006/main" noGrp="1"/>
          </p:cNvSpPr>
          <p:nvPr/>
        </p:nvSpPr>
        <p:spPr>
          <a:xfrm xmlns:a="http://schemas.openxmlformats.org/drawingml/2006/main">
            <a:off x="6141654" y="2515997"/>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69D0D358-0603-46FB-95A6-E90FE11C1A49}"/>
              </a:ext>
            </a:extLst>
          </p:cNvPr>
          <p:cNvSpPr>
            <a:spLocks xmlns:a="http://schemas.openxmlformats.org/drawingml/2006/main" noGrp="1"/>
          </p:cNvSpPr>
          <p:nvPr/>
        </p:nvSpPr>
        <p:spPr>
          <a:xfrm xmlns:a="http://schemas.openxmlformats.org/drawingml/2006/main">
            <a:off x="6179856" y="2723299"/>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8DB98FA9-7BBE-4FFD-8E63-360D7716B154}"/>
              </a:ext>
            </a:extLst>
          </p:cNvPr>
          <p:cNvSpPr>
            <a:spLocks xmlns:a="http://schemas.openxmlformats.org/drawingml/2006/main" noGrp="1"/>
          </p:cNvSpPr>
          <p:nvPr/>
        </p:nvSpPr>
        <p:spPr>
          <a:xfrm xmlns:a="http://schemas.openxmlformats.org/drawingml/2006/main">
            <a:off x="6141654" y="2723299"/>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9492C06C-6790-45DB-ADB9-E728641E60C3}"/>
              </a:ext>
            </a:extLst>
          </p:cNvPr>
          <p:cNvSpPr>
            <a:spLocks xmlns:a="http://schemas.openxmlformats.org/drawingml/2006/main" noGrp="1"/>
          </p:cNvSpPr>
          <p:nvPr/>
        </p:nvSpPr>
        <p:spPr>
          <a:xfrm xmlns:a="http://schemas.openxmlformats.org/drawingml/2006/main">
            <a:off x="6179856" y="2930602"/>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3093D332-46CF-4FA1-BCB0-1FC8D8D99385}"/>
              </a:ext>
            </a:extLst>
          </p:cNvPr>
          <p:cNvSpPr>
            <a:spLocks xmlns:a="http://schemas.openxmlformats.org/drawingml/2006/main" noGrp="1"/>
          </p:cNvSpPr>
          <p:nvPr/>
        </p:nvSpPr>
        <p:spPr>
          <a:xfrm xmlns:a="http://schemas.openxmlformats.org/drawingml/2006/main">
            <a:off x="6141654" y="2930602"/>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37" name="Editable chart path">
            <a:extLst xmlns:a="http://schemas.openxmlformats.org/drawingml/2006/main">
              <a:ext uri="{FF2B5EF4-FFF2-40B4-BE49-F238E27FC236}">
                <a16:creationId xmlns:a16="http://schemas.microsoft.com/office/drawing/2014/main" id="{7DF01C2A-7908-4527-8BB0-E6E99AC4E77B}"/>
              </a:ext>
            </a:extLst>
          </p:cNvPr>
          <p:cNvSpPr>
            <a:spLocks xmlns:a="http://schemas.openxmlformats.org/drawingml/2006/main" noGrp="1"/>
          </p:cNvSpPr>
          <p:nvPr/>
        </p:nvSpPr>
        <p:spPr>
          <a:xfrm xmlns:a="http://schemas.openxmlformats.org/drawingml/2006/main">
            <a:off x="6179856" y="3137905"/>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38" name="Editable chart path">
            <a:extLst xmlns:a="http://schemas.openxmlformats.org/drawingml/2006/main">
              <a:ext uri="{FF2B5EF4-FFF2-40B4-BE49-F238E27FC236}">
                <a16:creationId xmlns:a16="http://schemas.microsoft.com/office/drawing/2014/main" id="{38BFA163-F437-49A3-BFA5-C56E2654DE44}"/>
              </a:ext>
            </a:extLst>
          </p:cNvPr>
          <p:cNvSpPr>
            <a:spLocks xmlns:a="http://schemas.openxmlformats.org/drawingml/2006/main" noGrp="1"/>
          </p:cNvSpPr>
          <p:nvPr/>
        </p:nvSpPr>
        <p:spPr>
          <a:xfrm xmlns:a="http://schemas.openxmlformats.org/drawingml/2006/main">
            <a:off x="6141654" y="3137905"/>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39" name="Editable chart path">
            <a:extLst xmlns:a="http://schemas.openxmlformats.org/drawingml/2006/main">
              <a:ext uri="{FF2B5EF4-FFF2-40B4-BE49-F238E27FC236}">
                <a16:creationId xmlns:a16="http://schemas.microsoft.com/office/drawing/2014/main" id="{58E20F63-6287-45B2-A034-4DBB7698F26E}"/>
              </a:ext>
            </a:extLst>
          </p:cNvPr>
          <p:cNvSpPr>
            <a:spLocks xmlns:a="http://schemas.openxmlformats.org/drawingml/2006/main" noGrp="1"/>
          </p:cNvSpPr>
          <p:nvPr/>
        </p:nvSpPr>
        <p:spPr>
          <a:xfrm xmlns:a="http://schemas.openxmlformats.org/drawingml/2006/main">
            <a:off x="6179856" y="3345208"/>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06B8D9B9-9087-41A0-9C3B-8193DDBA998E}"/>
              </a:ext>
            </a:extLst>
          </p:cNvPr>
          <p:cNvSpPr>
            <a:spLocks xmlns:a="http://schemas.openxmlformats.org/drawingml/2006/main" noGrp="1"/>
          </p:cNvSpPr>
          <p:nvPr/>
        </p:nvSpPr>
        <p:spPr>
          <a:xfrm xmlns:a="http://schemas.openxmlformats.org/drawingml/2006/main">
            <a:off x="6141654" y="3345208"/>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41" name="Editable chart path">
            <a:extLst xmlns:a="http://schemas.openxmlformats.org/drawingml/2006/main">
              <a:ext uri="{FF2B5EF4-FFF2-40B4-BE49-F238E27FC236}">
                <a16:creationId xmlns:a16="http://schemas.microsoft.com/office/drawing/2014/main" id="{81B3AC2F-6641-46DF-8414-92A3C58B6541}"/>
              </a:ext>
            </a:extLst>
          </p:cNvPr>
          <p:cNvSpPr>
            <a:spLocks xmlns:a="http://schemas.openxmlformats.org/drawingml/2006/main" noGrp="1"/>
          </p:cNvSpPr>
          <p:nvPr/>
        </p:nvSpPr>
        <p:spPr>
          <a:xfrm xmlns:a="http://schemas.openxmlformats.org/drawingml/2006/main">
            <a:off x="6179856" y="3552510"/>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137540C1-DDE5-46BE-BF55-76043D58C056}"/>
              </a:ext>
            </a:extLst>
          </p:cNvPr>
          <p:cNvSpPr>
            <a:spLocks xmlns:a="http://schemas.openxmlformats.org/drawingml/2006/main" noGrp="1"/>
          </p:cNvSpPr>
          <p:nvPr/>
        </p:nvSpPr>
        <p:spPr>
          <a:xfrm xmlns:a="http://schemas.openxmlformats.org/drawingml/2006/main">
            <a:off x="6141654" y="3552510"/>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43" name="Editable chart path">
            <a:extLst xmlns:a="http://schemas.openxmlformats.org/drawingml/2006/main">
              <a:ext uri="{FF2B5EF4-FFF2-40B4-BE49-F238E27FC236}">
                <a16:creationId xmlns:a16="http://schemas.microsoft.com/office/drawing/2014/main" id="{512ADDD4-F059-4A2C-BD7E-272030CDAC74}"/>
              </a:ext>
            </a:extLst>
          </p:cNvPr>
          <p:cNvSpPr>
            <a:spLocks xmlns:a="http://schemas.openxmlformats.org/drawingml/2006/main" noGrp="1"/>
          </p:cNvSpPr>
          <p:nvPr/>
        </p:nvSpPr>
        <p:spPr>
          <a:xfrm xmlns:a="http://schemas.openxmlformats.org/drawingml/2006/main">
            <a:off x="6179856" y="3759813"/>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BCF70367-78F2-4975-9C27-4684F6E1606E}"/>
              </a:ext>
            </a:extLst>
          </p:cNvPr>
          <p:cNvSpPr>
            <a:spLocks xmlns:a="http://schemas.openxmlformats.org/drawingml/2006/main" noGrp="1"/>
          </p:cNvSpPr>
          <p:nvPr/>
        </p:nvSpPr>
        <p:spPr>
          <a:xfrm xmlns:a="http://schemas.openxmlformats.org/drawingml/2006/main">
            <a:off x="6141654" y="3759813"/>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45" name="Editable chart path">
            <a:extLst xmlns:a="http://schemas.openxmlformats.org/drawingml/2006/main">
              <a:ext uri="{FF2B5EF4-FFF2-40B4-BE49-F238E27FC236}">
                <a16:creationId xmlns:a16="http://schemas.microsoft.com/office/drawing/2014/main" id="{0F1ECED1-3C7D-48B5-AEFF-D32E352BE16C}"/>
              </a:ext>
            </a:extLst>
          </p:cNvPr>
          <p:cNvSpPr>
            <a:spLocks xmlns:a="http://schemas.openxmlformats.org/drawingml/2006/main" noGrp="1"/>
          </p:cNvSpPr>
          <p:nvPr/>
        </p:nvSpPr>
        <p:spPr>
          <a:xfrm xmlns:a="http://schemas.openxmlformats.org/drawingml/2006/main">
            <a:off x="6179856" y="3967116"/>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C97FD2EE-29EA-4597-ABAE-A1D395E12DCC}"/>
              </a:ext>
            </a:extLst>
          </p:cNvPr>
          <p:cNvSpPr>
            <a:spLocks xmlns:a="http://schemas.openxmlformats.org/drawingml/2006/main" noGrp="1"/>
          </p:cNvSpPr>
          <p:nvPr/>
        </p:nvSpPr>
        <p:spPr>
          <a:xfrm xmlns:a="http://schemas.openxmlformats.org/drawingml/2006/main">
            <a:off x="6141654" y="3967116"/>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47" name="Editable chart path">
            <a:extLst xmlns:a="http://schemas.openxmlformats.org/drawingml/2006/main">
              <a:ext uri="{FF2B5EF4-FFF2-40B4-BE49-F238E27FC236}">
                <a16:creationId xmlns:a16="http://schemas.microsoft.com/office/drawing/2014/main" id="{25738A0F-274E-4372-A3D6-6243BD38F08D}"/>
              </a:ext>
            </a:extLst>
          </p:cNvPr>
          <p:cNvSpPr>
            <a:spLocks xmlns:a="http://schemas.openxmlformats.org/drawingml/2006/main" noGrp="1"/>
          </p:cNvSpPr>
          <p:nvPr/>
        </p:nvSpPr>
        <p:spPr>
          <a:xfrm xmlns:a="http://schemas.openxmlformats.org/drawingml/2006/main">
            <a:off x="6179856" y="4174418"/>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E76D65A1-0AD2-469B-8C5A-D4F2B2AF1C60}"/>
              </a:ext>
            </a:extLst>
          </p:cNvPr>
          <p:cNvSpPr>
            <a:spLocks xmlns:a="http://schemas.openxmlformats.org/drawingml/2006/main" noGrp="1"/>
          </p:cNvSpPr>
          <p:nvPr/>
        </p:nvSpPr>
        <p:spPr>
          <a:xfrm xmlns:a="http://schemas.openxmlformats.org/drawingml/2006/main">
            <a:off x="6141654" y="4174418"/>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49" name="Editable chart path">
            <a:extLst xmlns:a="http://schemas.openxmlformats.org/drawingml/2006/main">
              <a:ext uri="{FF2B5EF4-FFF2-40B4-BE49-F238E27FC236}">
                <a16:creationId xmlns:a16="http://schemas.microsoft.com/office/drawing/2014/main" id="{2D947C60-C0AC-46C7-877D-05A50CB7FB14}"/>
              </a:ext>
            </a:extLst>
          </p:cNvPr>
          <p:cNvSpPr>
            <a:spLocks xmlns:a="http://schemas.openxmlformats.org/drawingml/2006/main" noGrp="1"/>
          </p:cNvSpPr>
          <p:nvPr/>
        </p:nvSpPr>
        <p:spPr>
          <a:xfrm xmlns:a="http://schemas.openxmlformats.org/drawingml/2006/main">
            <a:off x="6179856" y="4381721"/>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175ACB21-3916-42BD-A739-15D60CF9506C}"/>
              </a:ext>
            </a:extLst>
          </p:cNvPr>
          <p:cNvSpPr>
            <a:spLocks xmlns:a="http://schemas.openxmlformats.org/drawingml/2006/main" noGrp="1"/>
          </p:cNvSpPr>
          <p:nvPr/>
        </p:nvSpPr>
        <p:spPr>
          <a:xfrm xmlns:a="http://schemas.openxmlformats.org/drawingml/2006/main">
            <a:off x="6141654" y="4381721"/>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51" name="Editable chart path">
            <a:extLst xmlns:a="http://schemas.openxmlformats.org/drawingml/2006/main">
              <a:ext uri="{FF2B5EF4-FFF2-40B4-BE49-F238E27FC236}">
                <a16:creationId xmlns:a16="http://schemas.microsoft.com/office/drawing/2014/main" id="{1E6261CC-1252-4BD4-9BC6-01FEA9BACB54}"/>
              </a:ext>
            </a:extLst>
          </p:cNvPr>
          <p:cNvSpPr>
            <a:spLocks xmlns:a="http://schemas.openxmlformats.org/drawingml/2006/main" noGrp="1"/>
          </p:cNvSpPr>
          <p:nvPr/>
        </p:nvSpPr>
        <p:spPr>
          <a:xfrm xmlns:a="http://schemas.openxmlformats.org/drawingml/2006/main">
            <a:off x="6179856" y="4589024"/>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464F14F5-9F6E-4B10-A9CB-681519B74EE2}"/>
              </a:ext>
            </a:extLst>
          </p:cNvPr>
          <p:cNvSpPr>
            <a:spLocks xmlns:a="http://schemas.openxmlformats.org/drawingml/2006/main" noGrp="1"/>
          </p:cNvSpPr>
          <p:nvPr/>
        </p:nvSpPr>
        <p:spPr>
          <a:xfrm xmlns:a="http://schemas.openxmlformats.org/drawingml/2006/main">
            <a:off x="6141654" y="4589024"/>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53" name="Editable chart path">
            <a:extLst xmlns:a="http://schemas.openxmlformats.org/drawingml/2006/main">
              <a:ext uri="{FF2B5EF4-FFF2-40B4-BE49-F238E27FC236}">
                <a16:creationId xmlns:a16="http://schemas.microsoft.com/office/drawing/2014/main" id="{1672F69A-E038-49A2-A7F0-8EC19F4C25DC}"/>
              </a:ext>
            </a:extLst>
          </p:cNvPr>
          <p:cNvSpPr>
            <a:spLocks xmlns:a="http://schemas.openxmlformats.org/drawingml/2006/main" noGrp="1"/>
          </p:cNvSpPr>
          <p:nvPr/>
        </p:nvSpPr>
        <p:spPr>
          <a:xfrm xmlns:a="http://schemas.openxmlformats.org/drawingml/2006/main">
            <a:off x="6179856" y="4796326"/>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5FB8CAD5-32AB-40B8-BCB5-C73BE3F8CD43}"/>
              </a:ext>
            </a:extLst>
          </p:cNvPr>
          <p:cNvSpPr>
            <a:spLocks xmlns:a="http://schemas.openxmlformats.org/drawingml/2006/main" noGrp="1"/>
          </p:cNvSpPr>
          <p:nvPr/>
        </p:nvSpPr>
        <p:spPr>
          <a:xfrm xmlns:a="http://schemas.openxmlformats.org/drawingml/2006/main">
            <a:off x="6141654" y="4796326"/>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55" name="Editable chart path">
            <a:extLst xmlns:a="http://schemas.openxmlformats.org/drawingml/2006/main">
              <a:ext uri="{FF2B5EF4-FFF2-40B4-BE49-F238E27FC236}">
                <a16:creationId xmlns:a16="http://schemas.microsoft.com/office/drawing/2014/main" id="{6B9F4827-44EA-4765-8820-AE5CD03B2312}"/>
              </a:ext>
            </a:extLst>
          </p:cNvPr>
          <p:cNvSpPr>
            <a:spLocks xmlns:a="http://schemas.openxmlformats.org/drawingml/2006/main" noGrp="1"/>
          </p:cNvSpPr>
          <p:nvPr/>
        </p:nvSpPr>
        <p:spPr>
          <a:xfrm xmlns:a="http://schemas.openxmlformats.org/drawingml/2006/main">
            <a:off x="6179856" y="5003629"/>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9E3F973A-86F3-49A0-98A8-6623E2FB4A6A}"/>
              </a:ext>
            </a:extLst>
          </p:cNvPr>
          <p:cNvSpPr>
            <a:spLocks xmlns:a="http://schemas.openxmlformats.org/drawingml/2006/main" noGrp="1"/>
          </p:cNvSpPr>
          <p:nvPr/>
        </p:nvSpPr>
        <p:spPr>
          <a:xfrm xmlns:a="http://schemas.openxmlformats.org/drawingml/2006/main">
            <a:off x="6141654" y="5003629"/>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57" name="Editable chart path">
            <a:extLst xmlns:a="http://schemas.openxmlformats.org/drawingml/2006/main">
              <a:ext uri="{FF2B5EF4-FFF2-40B4-BE49-F238E27FC236}">
                <a16:creationId xmlns:a16="http://schemas.microsoft.com/office/drawing/2014/main" id="{9EFE305C-DABE-4818-8025-57E4AD4A2E53}"/>
              </a:ext>
            </a:extLst>
          </p:cNvPr>
          <p:cNvSpPr>
            <a:spLocks xmlns:a="http://schemas.openxmlformats.org/drawingml/2006/main" noGrp="1"/>
          </p:cNvSpPr>
          <p:nvPr/>
        </p:nvSpPr>
        <p:spPr>
          <a:xfrm xmlns:a="http://schemas.openxmlformats.org/drawingml/2006/main">
            <a:off x="6179856" y="5210932"/>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6549">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40050258-D7B2-4D61-8808-2DDE85505B96}"/>
              </a:ext>
            </a:extLst>
          </p:cNvPr>
          <p:cNvSpPr>
            <a:spLocks xmlns:a="http://schemas.openxmlformats.org/drawingml/2006/main" noGrp="1"/>
          </p:cNvSpPr>
          <p:nvPr/>
        </p:nvSpPr>
        <p:spPr>
          <a:xfrm xmlns:a="http://schemas.openxmlformats.org/drawingml/2006/main">
            <a:off x="6141654" y="5210932"/>
            <a:ext cx="3820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732">
            <a:solidFill>
              <a:srgbClr val="5A6683"/>
            </a:solidFill>
            <a:prstDash val="solid"/>
          </a:ln>
        </p:spPr>
      </p:sp>
      <p:sp>
        <p:nvSpPr>
          <p:cNvPr id="59" name="Editable chart path">
            <a:extLst xmlns:a="http://schemas.openxmlformats.org/drawingml/2006/main">
              <a:ext uri="{FF2B5EF4-FFF2-40B4-BE49-F238E27FC236}">
                <a16:creationId xmlns:a16="http://schemas.microsoft.com/office/drawing/2014/main" id="{ED1D8EE3-23A4-4926-948F-8018F66E963E}"/>
              </a:ext>
            </a:extLst>
          </p:cNvPr>
          <p:cNvSpPr>
            <a:spLocks xmlns:a="http://schemas.openxmlformats.org/drawingml/2006/main" noGrp="1"/>
          </p:cNvSpPr>
          <p:nvPr/>
        </p:nvSpPr>
        <p:spPr>
          <a:xfrm xmlns:a="http://schemas.openxmlformats.org/drawingml/2006/main">
            <a:off x="7597060" y="2515997"/>
            <a:ext cx="601929" cy="95"/>
          </a:xfrm>
          <a:custGeom xmlns:a="http://schemas.openxmlformats.org/drawingml/2006/main">
            <a:pathLst>
              <a:path w="525271" h="95">
                <a:moveTo>
                  <a:pt x="0" y="0"/>
                </a:moveTo>
                <a:lnTo>
                  <a:pt x="525271" y="0"/>
                </a:lnTo>
              </a:path>
            </a:pathLst>
          </a:custGeom>
          <a:noFill xmlns:a="http://schemas.openxmlformats.org/drawingml/2006/main"/>
          <a:ln xmlns:a="http://schemas.openxmlformats.org/drawingml/2006/main" w="16373">
            <a:solidFill>
              <a:srgbClr val="2C5EAA"/>
            </a:solidFill>
            <a:prstDash val="solid"/>
          </a:ln>
        </p:spPr>
      </p:sp>
      <p:sp>
        <p:nvSpPr>
          <p:cNvPr id="60" name="Editable chart path">
            <a:extLst xmlns:a="http://schemas.openxmlformats.org/drawingml/2006/main">
              <a:ext uri="{FF2B5EF4-FFF2-40B4-BE49-F238E27FC236}">
                <a16:creationId xmlns:a16="http://schemas.microsoft.com/office/drawing/2014/main" id="{0453067D-8190-4143-AE53-40157B91FD6E}"/>
              </a:ext>
            </a:extLst>
          </p:cNvPr>
          <p:cNvSpPr>
            <a:spLocks xmlns:a="http://schemas.openxmlformats.org/drawingml/2006/main" noGrp="1"/>
          </p:cNvSpPr>
          <p:nvPr/>
        </p:nvSpPr>
        <p:spPr>
          <a:xfrm xmlns:a="http://schemas.openxmlformats.org/drawingml/2006/main">
            <a:off x="7302579" y="2723299"/>
            <a:ext cx="653567" cy="95"/>
          </a:xfrm>
          <a:custGeom xmlns:a="http://schemas.openxmlformats.org/drawingml/2006/main">
            <a:pathLst>
              <a:path w="570333" h="95">
                <a:moveTo>
                  <a:pt x="0" y="0"/>
                </a:moveTo>
                <a:lnTo>
                  <a:pt x="570333" y="0"/>
                </a:lnTo>
              </a:path>
            </a:pathLst>
          </a:custGeom>
          <a:noFill xmlns:a="http://schemas.openxmlformats.org/drawingml/2006/main"/>
          <a:ln xmlns:a="http://schemas.openxmlformats.org/drawingml/2006/main" w="16373">
            <a:solidFill>
              <a:srgbClr val="2C5EAA"/>
            </a:solidFill>
            <a:prstDash val="solid"/>
          </a:ln>
        </p:spPr>
      </p:sp>
      <p:sp>
        <p:nvSpPr>
          <p:cNvPr id="61" name="Editable chart path">
            <a:extLst xmlns:a="http://schemas.openxmlformats.org/drawingml/2006/main">
              <a:ext uri="{FF2B5EF4-FFF2-40B4-BE49-F238E27FC236}">
                <a16:creationId xmlns:a16="http://schemas.microsoft.com/office/drawing/2014/main" id="{1B7A87BD-3936-4316-B555-D72080588314}"/>
              </a:ext>
            </a:extLst>
          </p:cNvPr>
          <p:cNvSpPr>
            <a:spLocks xmlns:a="http://schemas.openxmlformats.org/drawingml/2006/main" noGrp="1"/>
          </p:cNvSpPr>
          <p:nvPr/>
        </p:nvSpPr>
        <p:spPr>
          <a:xfrm xmlns:a="http://schemas.openxmlformats.org/drawingml/2006/main">
            <a:off x="7645854" y="2930602"/>
            <a:ext cx="1036461" cy="95"/>
          </a:xfrm>
          <a:custGeom xmlns:a="http://schemas.openxmlformats.org/drawingml/2006/main">
            <a:pathLst>
              <a:path w="904464" h="95">
                <a:moveTo>
                  <a:pt x="0" y="0"/>
                </a:moveTo>
                <a:lnTo>
                  <a:pt x="904464" y="0"/>
                </a:lnTo>
              </a:path>
            </a:pathLst>
          </a:custGeom>
          <a:noFill xmlns:a="http://schemas.openxmlformats.org/drawingml/2006/main"/>
          <a:ln xmlns:a="http://schemas.openxmlformats.org/drawingml/2006/main" w="16373">
            <a:solidFill>
              <a:srgbClr val="2C5EAA"/>
            </a:solidFill>
            <a:prstDash val="solid"/>
          </a:ln>
        </p:spPr>
      </p:sp>
      <p:sp>
        <p:nvSpPr>
          <p:cNvPr id="62" name="Editable chart path">
            <a:extLst xmlns:a="http://schemas.openxmlformats.org/drawingml/2006/main">
              <a:ext uri="{FF2B5EF4-FFF2-40B4-BE49-F238E27FC236}">
                <a16:creationId xmlns:a16="http://schemas.microsoft.com/office/drawing/2014/main" id="{3153F2C8-CD4A-4649-9E3A-84C98131C0B0}"/>
              </a:ext>
            </a:extLst>
          </p:cNvPr>
          <p:cNvSpPr>
            <a:spLocks xmlns:a="http://schemas.openxmlformats.org/drawingml/2006/main" noGrp="1"/>
          </p:cNvSpPr>
          <p:nvPr/>
        </p:nvSpPr>
        <p:spPr>
          <a:xfrm xmlns:a="http://schemas.openxmlformats.org/drawingml/2006/main">
            <a:off x="7596397" y="3137905"/>
            <a:ext cx="870297" cy="95"/>
          </a:xfrm>
          <a:custGeom xmlns:a="http://schemas.openxmlformats.org/drawingml/2006/main">
            <a:pathLst>
              <a:path w="759462" h="95">
                <a:moveTo>
                  <a:pt x="0" y="0"/>
                </a:moveTo>
                <a:lnTo>
                  <a:pt x="759462" y="0"/>
                </a:lnTo>
              </a:path>
            </a:pathLst>
          </a:custGeom>
          <a:noFill xmlns:a="http://schemas.openxmlformats.org/drawingml/2006/main"/>
          <a:ln xmlns:a="http://schemas.openxmlformats.org/drawingml/2006/main" w="16373">
            <a:solidFill>
              <a:srgbClr val="2C5EAA"/>
            </a:solidFill>
            <a:prstDash val="solid"/>
          </a:ln>
        </p:spPr>
      </p:sp>
      <p:sp>
        <p:nvSpPr>
          <p:cNvPr id="63" name="Editable chart path">
            <a:extLst xmlns:a="http://schemas.openxmlformats.org/drawingml/2006/main">
              <a:ext uri="{FF2B5EF4-FFF2-40B4-BE49-F238E27FC236}">
                <a16:creationId xmlns:a16="http://schemas.microsoft.com/office/drawing/2014/main" id="{C4DC0D0A-A614-4711-971B-77E9639938E3}"/>
              </a:ext>
            </a:extLst>
          </p:cNvPr>
          <p:cNvSpPr>
            <a:spLocks xmlns:a="http://schemas.openxmlformats.org/drawingml/2006/main" noGrp="1"/>
          </p:cNvSpPr>
          <p:nvPr/>
        </p:nvSpPr>
        <p:spPr>
          <a:xfrm xmlns:a="http://schemas.openxmlformats.org/drawingml/2006/main">
            <a:off x="7219689" y="3345208"/>
            <a:ext cx="927829" cy="95"/>
          </a:xfrm>
          <a:custGeom xmlns:a="http://schemas.openxmlformats.org/drawingml/2006/main">
            <a:pathLst>
              <a:path w="809667" h="95">
                <a:moveTo>
                  <a:pt x="0" y="0"/>
                </a:moveTo>
                <a:lnTo>
                  <a:pt x="809667" y="0"/>
                </a:lnTo>
              </a:path>
            </a:pathLst>
          </a:custGeom>
          <a:noFill xmlns:a="http://schemas.openxmlformats.org/drawingml/2006/main"/>
          <a:ln xmlns:a="http://schemas.openxmlformats.org/drawingml/2006/main" w="16373">
            <a:solidFill>
              <a:srgbClr val="2C5EAA"/>
            </a:solidFill>
            <a:prstDash val="solid"/>
          </a:ln>
        </p:spPr>
      </p:sp>
      <p:sp>
        <p:nvSpPr>
          <p:cNvPr id="64" name="Editable chart path">
            <a:extLst xmlns:a="http://schemas.openxmlformats.org/drawingml/2006/main">
              <a:ext uri="{FF2B5EF4-FFF2-40B4-BE49-F238E27FC236}">
                <a16:creationId xmlns:a16="http://schemas.microsoft.com/office/drawing/2014/main" id="{18413A56-6CEA-4646-89EB-CECBB3D0F7C6}"/>
              </a:ext>
            </a:extLst>
          </p:cNvPr>
          <p:cNvSpPr>
            <a:spLocks xmlns:a="http://schemas.openxmlformats.org/drawingml/2006/main" noGrp="1"/>
          </p:cNvSpPr>
          <p:nvPr/>
        </p:nvSpPr>
        <p:spPr>
          <a:xfrm xmlns:a="http://schemas.openxmlformats.org/drawingml/2006/main">
            <a:off x="7429451" y="3552510"/>
            <a:ext cx="593068" cy="95"/>
          </a:xfrm>
          <a:custGeom xmlns:a="http://schemas.openxmlformats.org/drawingml/2006/main">
            <a:pathLst>
              <a:path w="517539" h="95">
                <a:moveTo>
                  <a:pt x="0" y="0"/>
                </a:moveTo>
                <a:lnTo>
                  <a:pt x="517539" y="0"/>
                </a:lnTo>
              </a:path>
            </a:pathLst>
          </a:custGeom>
          <a:noFill xmlns:a="http://schemas.openxmlformats.org/drawingml/2006/main"/>
          <a:ln xmlns:a="http://schemas.openxmlformats.org/drawingml/2006/main" w="16373">
            <a:solidFill>
              <a:srgbClr val="2C5EAA"/>
            </a:solidFill>
            <a:prstDash val="solid"/>
          </a:ln>
        </p:spPr>
      </p:sp>
      <p:sp>
        <p:nvSpPr>
          <p:cNvPr id="65" name="Editable chart path">
            <a:extLst xmlns:a="http://schemas.openxmlformats.org/drawingml/2006/main">
              <a:ext uri="{FF2B5EF4-FFF2-40B4-BE49-F238E27FC236}">
                <a16:creationId xmlns:a16="http://schemas.microsoft.com/office/drawing/2014/main" id="{3E92470F-9C4D-4BBA-96A2-2B0020F4729E}"/>
              </a:ext>
            </a:extLst>
          </p:cNvPr>
          <p:cNvSpPr>
            <a:spLocks xmlns:a="http://schemas.openxmlformats.org/drawingml/2006/main" noGrp="1"/>
          </p:cNvSpPr>
          <p:nvPr/>
        </p:nvSpPr>
        <p:spPr>
          <a:xfrm xmlns:a="http://schemas.openxmlformats.org/drawingml/2006/main">
            <a:off x="6489266" y="3759813"/>
            <a:ext cx="1088625" cy="95"/>
          </a:xfrm>
          <a:custGeom xmlns:a="http://schemas.openxmlformats.org/drawingml/2006/main">
            <a:pathLst>
              <a:path w="949985" h="95">
                <a:moveTo>
                  <a:pt x="0" y="0"/>
                </a:moveTo>
                <a:lnTo>
                  <a:pt x="949985" y="0"/>
                </a:lnTo>
              </a:path>
            </a:pathLst>
          </a:custGeom>
          <a:noFill xmlns:a="http://schemas.openxmlformats.org/drawingml/2006/main"/>
          <a:ln xmlns:a="http://schemas.openxmlformats.org/drawingml/2006/main" w="16373">
            <a:solidFill>
              <a:srgbClr val="2C5EAA"/>
            </a:solidFill>
            <a:prstDash val="solid"/>
          </a:ln>
        </p:spPr>
      </p:sp>
      <p:sp>
        <p:nvSpPr>
          <p:cNvPr id="66" name="Editable chart path">
            <a:extLst xmlns:a="http://schemas.openxmlformats.org/drawingml/2006/main">
              <a:ext uri="{FF2B5EF4-FFF2-40B4-BE49-F238E27FC236}">
                <a16:creationId xmlns:a16="http://schemas.microsoft.com/office/drawing/2014/main" id="{BDE2B2E2-1BC8-42A6-BC0D-26BB5FCE6225}"/>
              </a:ext>
            </a:extLst>
          </p:cNvPr>
          <p:cNvSpPr>
            <a:spLocks xmlns:a="http://schemas.openxmlformats.org/drawingml/2006/main" noGrp="1"/>
          </p:cNvSpPr>
          <p:nvPr/>
        </p:nvSpPr>
        <p:spPr>
          <a:xfrm xmlns:a="http://schemas.openxmlformats.org/drawingml/2006/main">
            <a:off x="6327526" y="3967116"/>
            <a:ext cx="1102701" cy="95"/>
          </a:xfrm>
          <a:custGeom xmlns:a="http://schemas.openxmlformats.org/drawingml/2006/main">
            <a:pathLst>
              <a:path w="962268" h="95">
                <a:moveTo>
                  <a:pt x="0" y="0"/>
                </a:moveTo>
                <a:lnTo>
                  <a:pt x="962268" y="0"/>
                </a:lnTo>
              </a:path>
            </a:pathLst>
          </a:custGeom>
          <a:noFill xmlns:a="http://schemas.openxmlformats.org/drawingml/2006/main"/>
          <a:ln xmlns:a="http://schemas.openxmlformats.org/drawingml/2006/main" w="16373">
            <a:solidFill>
              <a:srgbClr val="2C5EAA"/>
            </a:solidFill>
            <a:prstDash val="solid"/>
          </a:ln>
        </p:spPr>
      </p:sp>
      <p:sp>
        <p:nvSpPr>
          <p:cNvPr id="67" name="Editable chart path">
            <a:extLst xmlns:a="http://schemas.openxmlformats.org/drawingml/2006/main">
              <a:ext uri="{FF2B5EF4-FFF2-40B4-BE49-F238E27FC236}">
                <a16:creationId xmlns:a16="http://schemas.microsoft.com/office/drawing/2014/main" id="{40F17F17-E3B3-41D6-8832-AD0F51D550DD}"/>
              </a:ext>
            </a:extLst>
          </p:cNvPr>
          <p:cNvSpPr>
            <a:spLocks xmlns:a="http://schemas.openxmlformats.org/drawingml/2006/main" noGrp="1"/>
          </p:cNvSpPr>
          <p:nvPr/>
        </p:nvSpPr>
        <p:spPr>
          <a:xfrm xmlns:a="http://schemas.openxmlformats.org/drawingml/2006/main">
            <a:off x="7184924" y="4174418"/>
            <a:ext cx="949915" cy="95"/>
          </a:xfrm>
          <a:custGeom xmlns:a="http://schemas.openxmlformats.org/drawingml/2006/main">
            <a:pathLst>
              <a:path w="828940" h="95">
                <a:moveTo>
                  <a:pt x="0" y="0"/>
                </a:moveTo>
                <a:lnTo>
                  <a:pt x="828940" y="0"/>
                </a:lnTo>
              </a:path>
            </a:pathLst>
          </a:custGeom>
          <a:noFill xmlns:a="http://schemas.openxmlformats.org/drawingml/2006/main"/>
          <a:ln xmlns:a="http://schemas.openxmlformats.org/drawingml/2006/main" w="16373">
            <a:solidFill>
              <a:srgbClr val="2C5EAA"/>
            </a:solidFill>
            <a:prstDash val="solid"/>
          </a:ln>
        </p:spPr>
      </p:sp>
      <p:sp>
        <p:nvSpPr>
          <p:cNvPr id="68" name="Editable chart path">
            <a:extLst xmlns:a="http://schemas.openxmlformats.org/drawingml/2006/main">
              <a:ext uri="{FF2B5EF4-FFF2-40B4-BE49-F238E27FC236}">
                <a16:creationId xmlns:a16="http://schemas.microsoft.com/office/drawing/2014/main" id="{C81E2336-EBC1-4FE3-856A-33FA762EC072}"/>
              </a:ext>
            </a:extLst>
          </p:cNvPr>
          <p:cNvSpPr>
            <a:spLocks xmlns:a="http://schemas.openxmlformats.org/drawingml/2006/main" noGrp="1"/>
          </p:cNvSpPr>
          <p:nvPr/>
        </p:nvSpPr>
        <p:spPr>
          <a:xfrm xmlns:a="http://schemas.openxmlformats.org/drawingml/2006/main">
            <a:off x="7219689" y="4381721"/>
            <a:ext cx="927829" cy="95"/>
          </a:xfrm>
          <a:custGeom xmlns:a="http://schemas.openxmlformats.org/drawingml/2006/main">
            <a:pathLst>
              <a:path w="809667" h="95">
                <a:moveTo>
                  <a:pt x="0" y="0"/>
                </a:moveTo>
                <a:lnTo>
                  <a:pt x="809667" y="0"/>
                </a:lnTo>
              </a:path>
            </a:pathLst>
          </a:custGeom>
          <a:noFill xmlns:a="http://schemas.openxmlformats.org/drawingml/2006/main"/>
          <a:ln xmlns:a="http://schemas.openxmlformats.org/drawingml/2006/main" w="16373">
            <a:solidFill>
              <a:srgbClr val="2C5EAA"/>
            </a:solidFill>
            <a:prstDash val="solid"/>
          </a:ln>
        </p:spPr>
      </p:sp>
      <p:sp>
        <p:nvSpPr>
          <p:cNvPr id="69" name="Editable chart path">
            <a:extLst xmlns:a="http://schemas.openxmlformats.org/drawingml/2006/main">
              <a:ext uri="{FF2B5EF4-FFF2-40B4-BE49-F238E27FC236}">
                <a16:creationId xmlns:a16="http://schemas.microsoft.com/office/drawing/2014/main" id="{7184E316-4680-4AC9-8E13-0CDE2713DA24}"/>
              </a:ext>
            </a:extLst>
          </p:cNvPr>
          <p:cNvSpPr>
            <a:spLocks xmlns:a="http://schemas.openxmlformats.org/drawingml/2006/main" noGrp="1"/>
          </p:cNvSpPr>
          <p:nvPr/>
        </p:nvSpPr>
        <p:spPr>
          <a:xfrm xmlns:a="http://schemas.openxmlformats.org/drawingml/2006/main">
            <a:off x="7577672" y="4589024"/>
            <a:ext cx="596881" cy="95"/>
          </a:xfrm>
          <a:custGeom xmlns:a="http://schemas.openxmlformats.org/drawingml/2006/main">
            <a:pathLst>
              <a:path w="520867" h="95">
                <a:moveTo>
                  <a:pt x="0" y="0"/>
                </a:moveTo>
                <a:lnTo>
                  <a:pt x="520867" y="0"/>
                </a:lnTo>
              </a:path>
            </a:pathLst>
          </a:custGeom>
          <a:noFill xmlns:a="http://schemas.openxmlformats.org/drawingml/2006/main"/>
          <a:ln xmlns:a="http://schemas.openxmlformats.org/drawingml/2006/main" w="16373">
            <a:solidFill>
              <a:srgbClr val="2C5EAA"/>
            </a:solidFill>
            <a:prstDash val="solid"/>
          </a:ln>
        </p:spPr>
      </p:sp>
      <p:sp>
        <p:nvSpPr>
          <p:cNvPr id="70" name="Editable chart path">
            <a:extLst xmlns:a="http://schemas.openxmlformats.org/drawingml/2006/main">
              <a:ext uri="{FF2B5EF4-FFF2-40B4-BE49-F238E27FC236}">
                <a16:creationId xmlns:a16="http://schemas.microsoft.com/office/drawing/2014/main" id="{10B46179-CE8A-4AFC-BEE9-2E8621B44B17}"/>
              </a:ext>
            </a:extLst>
          </p:cNvPr>
          <p:cNvSpPr>
            <a:spLocks xmlns:a="http://schemas.openxmlformats.org/drawingml/2006/main" noGrp="1"/>
          </p:cNvSpPr>
          <p:nvPr/>
        </p:nvSpPr>
        <p:spPr>
          <a:xfrm xmlns:a="http://schemas.openxmlformats.org/drawingml/2006/main">
            <a:off x="7945060" y="4796326"/>
            <a:ext cx="600901" cy="95"/>
          </a:xfrm>
          <a:custGeom xmlns:a="http://schemas.openxmlformats.org/drawingml/2006/main">
            <a:pathLst>
              <a:path w="524375" h="95">
                <a:moveTo>
                  <a:pt x="0" y="0"/>
                </a:moveTo>
                <a:lnTo>
                  <a:pt x="524375" y="0"/>
                </a:lnTo>
              </a:path>
            </a:pathLst>
          </a:custGeom>
          <a:noFill xmlns:a="http://schemas.openxmlformats.org/drawingml/2006/main"/>
          <a:ln xmlns:a="http://schemas.openxmlformats.org/drawingml/2006/main" w="16373">
            <a:solidFill>
              <a:srgbClr val="2C5EAA"/>
            </a:solidFill>
            <a:prstDash val="solid"/>
          </a:ln>
        </p:spPr>
      </p:sp>
      <p:sp>
        <p:nvSpPr>
          <p:cNvPr id="71" name="Editable chart path">
            <a:extLst xmlns:a="http://schemas.openxmlformats.org/drawingml/2006/main">
              <a:ext uri="{FF2B5EF4-FFF2-40B4-BE49-F238E27FC236}">
                <a16:creationId xmlns:a16="http://schemas.microsoft.com/office/drawing/2014/main" id="{1EC5BE8F-EB5C-4329-B050-C02154B0002B}"/>
              </a:ext>
            </a:extLst>
          </p:cNvPr>
          <p:cNvSpPr>
            <a:spLocks xmlns:a="http://schemas.openxmlformats.org/drawingml/2006/main" noGrp="1"/>
          </p:cNvSpPr>
          <p:nvPr/>
        </p:nvSpPr>
        <p:spPr>
          <a:xfrm xmlns:a="http://schemas.openxmlformats.org/drawingml/2006/main">
            <a:off x="7597060" y="2494167"/>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72" name="Editable chart path">
            <a:extLst xmlns:a="http://schemas.openxmlformats.org/drawingml/2006/main">
              <a:ext uri="{FF2B5EF4-FFF2-40B4-BE49-F238E27FC236}">
                <a16:creationId xmlns:a16="http://schemas.microsoft.com/office/drawing/2014/main" id="{3DFFA871-4E8B-43C7-8134-A5A8C270DCF8}"/>
              </a:ext>
            </a:extLst>
          </p:cNvPr>
          <p:cNvSpPr>
            <a:spLocks xmlns:a="http://schemas.openxmlformats.org/drawingml/2006/main" noGrp="1"/>
          </p:cNvSpPr>
          <p:nvPr/>
        </p:nvSpPr>
        <p:spPr>
          <a:xfrm xmlns:a="http://schemas.openxmlformats.org/drawingml/2006/main">
            <a:off x="7302579" y="2701469"/>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73" name="Editable chart path">
            <a:extLst xmlns:a="http://schemas.openxmlformats.org/drawingml/2006/main">
              <a:ext uri="{FF2B5EF4-FFF2-40B4-BE49-F238E27FC236}">
                <a16:creationId xmlns:a16="http://schemas.microsoft.com/office/drawing/2014/main" id="{19EC85D5-038B-4900-937E-2439E3F5BD8F}"/>
              </a:ext>
            </a:extLst>
          </p:cNvPr>
          <p:cNvSpPr>
            <a:spLocks xmlns:a="http://schemas.openxmlformats.org/drawingml/2006/main" noGrp="1"/>
          </p:cNvSpPr>
          <p:nvPr/>
        </p:nvSpPr>
        <p:spPr>
          <a:xfrm xmlns:a="http://schemas.openxmlformats.org/drawingml/2006/main">
            <a:off x="7645854" y="2908772"/>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74" name="Editable chart path">
            <a:extLst xmlns:a="http://schemas.openxmlformats.org/drawingml/2006/main">
              <a:ext uri="{FF2B5EF4-FFF2-40B4-BE49-F238E27FC236}">
                <a16:creationId xmlns:a16="http://schemas.microsoft.com/office/drawing/2014/main" id="{5EBADED7-0187-451C-9AFE-9738EFC8A98A}"/>
              </a:ext>
            </a:extLst>
          </p:cNvPr>
          <p:cNvSpPr>
            <a:spLocks xmlns:a="http://schemas.openxmlformats.org/drawingml/2006/main" noGrp="1"/>
          </p:cNvSpPr>
          <p:nvPr/>
        </p:nvSpPr>
        <p:spPr>
          <a:xfrm xmlns:a="http://schemas.openxmlformats.org/drawingml/2006/main">
            <a:off x="7596397" y="3116075"/>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75" name="Editable chart path">
            <a:extLst xmlns:a="http://schemas.openxmlformats.org/drawingml/2006/main">
              <a:ext uri="{FF2B5EF4-FFF2-40B4-BE49-F238E27FC236}">
                <a16:creationId xmlns:a16="http://schemas.microsoft.com/office/drawing/2014/main" id="{E31157F8-6E65-415D-BAC5-4F6BB168C416}"/>
              </a:ext>
            </a:extLst>
          </p:cNvPr>
          <p:cNvSpPr>
            <a:spLocks xmlns:a="http://schemas.openxmlformats.org/drawingml/2006/main" noGrp="1"/>
          </p:cNvSpPr>
          <p:nvPr/>
        </p:nvSpPr>
        <p:spPr>
          <a:xfrm xmlns:a="http://schemas.openxmlformats.org/drawingml/2006/main">
            <a:off x="7219689" y="3323377"/>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76" name="Editable chart path">
            <a:extLst xmlns:a="http://schemas.openxmlformats.org/drawingml/2006/main">
              <a:ext uri="{FF2B5EF4-FFF2-40B4-BE49-F238E27FC236}">
                <a16:creationId xmlns:a16="http://schemas.microsoft.com/office/drawing/2014/main" id="{6EEC5759-281F-46B9-B893-36FD1D227F37}"/>
              </a:ext>
            </a:extLst>
          </p:cNvPr>
          <p:cNvSpPr>
            <a:spLocks xmlns:a="http://schemas.openxmlformats.org/drawingml/2006/main" noGrp="1"/>
          </p:cNvSpPr>
          <p:nvPr/>
        </p:nvSpPr>
        <p:spPr>
          <a:xfrm xmlns:a="http://schemas.openxmlformats.org/drawingml/2006/main">
            <a:off x="7429451" y="3530680"/>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77" name="Editable chart path">
            <a:extLst xmlns:a="http://schemas.openxmlformats.org/drawingml/2006/main">
              <a:ext uri="{FF2B5EF4-FFF2-40B4-BE49-F238E27FC236}">
                <a16:creationId xmlns:a16="http://schemas.microsoft.com/office/drawing/2014/main" id="{21F2F4DA-9D03-49D8-98BD-8B38644A1A9E}"/>
              </a:ext>
            </a:extLst>
          </p:cNvPr>
          <p:cNvSpPr>
            <a:spLocks xmlns:a="http://schemas.openxmlformats.org/drawingml/2006/main" noGrp="1"/>
          </p:cNvSpPr>
          <p:nvPr/>
        </p:nvSpPr>
        <p:spPr>
          <a:xfrm xmlns:a="http://schemas.openxmlformats.org/drawingml/2006/main">
            <a:off x="6489266" y="3737983"/>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78" name="Editable chart path">
            <a:extLst xmlns:a="http://schemas.openxmlformats.org/drawingml/2006/main">
              <a:ext uri="{FF2B5EF4-FFF2-40B4-BE49-F238E27FC236}">
                <a16:creationId xmlns:a16="http://schemas.microsoft.com/office/drawing/2014/main" id="{5425AD5F-9675-40A1-9CA1-F9F051045358}"/>
              </a:ext>
            </a:extLst>
          </p:cNvPr>
          <p:cNvSpPr>
            <a:spLocks xmlns:a="http://schemas.openxmlformats.org/drawingml/2006/main" noGrp="1"/>
          </p:cNvSpPr>
          <p:nvPr/>
        </p:nvSpPr>
        <p:spPr>
          <a:xfrm xmlns:a="http://schemas.openxmlformats.org/drawingml/2006/main">
            <a:off x="6327526" y="3945286"/>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79" name="Editable chart path">
            <a:extLst xmlns:a="http://schemas.openxmlformats.org/drawingml/2006/main">
              <a:ext uri="{FF2B5EF4-FFF2-40B4-BE49-F238E27FC236}">
                <a16:creationId xmlns:a16="http://schemas.microsoft.com/office/drawing/2014/main" id="{B45F0B13-DE86-4E50-A57B-BC7F1B545E3F}"/>
              </a:ext>
            </a:extLst>
          </p:cNvPr>
          <p:cNvSpPr>
            <a:spLocks xmlns:a="http://schemas.openxmlformats.org/drawingml/2006/main" noGrp="1"/>
          </p:cNvSpPr>
          <p:nvPr/>
        </p:nvSpPr>
        <p:spPr>
          <a:xfrm xmlns:a="http://schemas.openxmlformats.org/drawingml/2006/main">
            <a:off x="7184924" y="4152588"/>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0" name="Editable chart path">
            <a:extLst xmlns:a="http://schemas.openxmlformats.org/drawingml/2006/main">
              <a:ext uri="{FF2B5EF4-FFF2-40B4-BE49-F238E27FC236}">
                <a16:creationId xmlns:a16="http://schemas.microsoft.com/office/drawing/2014/main" id="{A4092605-E3E5-4892-9804-9401BE62B4A7}"/>
              </a:ext>
            </a:extLst>
          </p:cNvPr>
          <p:cNvSpPr>
            <a:spLocks xmlns:a="http://schemas.openxmlformats.org/drawingml/2006/main" noGrp="1"/>
          </p:cNvSpPr>
          <p:nvPr/>
        </p:nvSpPr>
        <p:spPr>
          <a:xfrm xmlns:a="http://schemas.openxmlformats.org/drawingml/2006/main">
            <a:off x="7219689" y="4359891"/>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1" name="Editable chart path">
            <a:extLst xmlns:a="http://schemas.openxmlformats.org/drawingml/2006/main">
              <a:ext uri="{FF2B5EF4-FFF2-40B4-BE49-F238E27FC236}">
                <a16:creationId xmlns:a16="http://schemas.microsoft.com/office/drawing/2014/main" id="{BDE013A9-5267-458B-97D1-F26B967128B9}"/>
              </a:ext>
            </a:extLst>
          </p:cNvPr>
          <p:cNvSpPr>
            <a:spLocks xmlns:a="http://schemas.openxmlformats.org/drawingml/2006/main" noGrp="1"/>
          </p:cNvSpPr>
          <p:nvPr/>
        </p:nvSpPr>
        <p:spPr>
          <a:xfrm xmlns:a="http://schemas.openxmlformats.org/drawingml/2006/main">
            <a:off x="7577672" y="4567194"/>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2" name="Editable chart path">
            <a:extLst xmlns:a="http://schemas.openxmlformats.org/drawingml/2006/main">
              <a:ext uri="{FF2B5EF4-FFF2-40B4-BE49-F238E27FC236}">
                <a16:creationId xmlns:a16="http://schemas.microsoft.com/office/drawing/2014/main" id="{59378373-BE07-47F3-BC6C-C5CC1E17A724}"/>
              </a:ext>
            </a:extLst>
          </p:cNvPr>
          <p:cNvSpPr>
            <a:spLocks xmlns:a="http://schemas.openxmlformats.org/drawingml/2006/main" noGrp="1"/>
          </p:cNvSpPr>
          <p:nvPr/>
        </p:nvSpPr>
        <p:spPr>
          <a:xfrm xmlns:a="http://schemas.openxmlformats.org/drawingml/2006/main">
            <a:off x="7945060" y="4774496"/>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3" name="Editable chart path">
            <a:extLst xmlns:a="http://schemas.openxmlformats.org/drawingml/2006/main">
              <a:ext uri="{FF2B5EF4-FFF2-40B4-BE49-F238E27FC236}">
                <a16:creationId xmlns:a16="http://schemas.microsoft.com/office/drawing/2014/main" id="{6DC1BD90-7799-4E80-944C-BEA86EE4984E}"/>
              </a:ext>
            </a:extLst>
          </p:cNvPr>
          <p:cNvSpPr>
            <a:spLocks xmlns:a="http://schemas.openxmlformats.org/drawingml/2006/main" noGrp="1"/>
          </p:cNvSpPr>
          <p:nvPr/>
        </p:nvSpPr>
        <p:spPr>
          <a:xfrm xmlns:a="http://schemas.openxmlformats.org/drawingml/2006/main">
            <a:off x="8198989" y="2494167"/>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4" name="Editable chart path">
            <a:extLst xmlns:a="http://schemas.openxmlformats.org/drawingml/2006/main">
              <a:ext uri="{FF2B5EF4-FFF2-40B4-BE49-F238E27FC236}">
                <a16:creationId xmlns:a16="http://schemas.microsoft.com/office/drawing/2014/main" id="{97999F68-C19A-4B0B-8F29-C02F3C353CD7}"/>
              </a:ext>
            </a:extLst>
          </p:cNvPr>
          <p:cNvSpPr>
            <a:spLocks xmlns:a="http://schemas.openxmlformats.org/drawingml/2006/main" noGrp="1"/>
          </p:cNvSpPr>
          <p:nvPr/>
        </p:nvSpPr>
        <p:spPr>
          <a:xfrm xmlns:a="http://schemas.openxmlformats.org/drawingml/2006/main">
            <a:off x="7956146" y="2701469"/>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5" name="Editable chart path">
            <a:extLst xmlns:a="http://schemas.openxmlformats.org/drawingml/2006/main">
              <a:ext uri="{FF2B5EF4-FFF2-40B4-BE49-F238E27FC236}">
                <a16:creationId xmlns:a16="http://schemas.microsoft.com/office/drawing/2014/main" id="{E3D2F820-BCEC-4E6C-9034-845684CC57BA}"/>
              </a:ext>
            </a:extLst>
          </p:cNvPr>
          <p:cNvSpPr>
            <a:spLocks xmlns:a="http://schemas.openxmlformats.org/drawingml/2006/main" noGrp="1"/>
          </p:cNvSpPr>
          <p:nvPr/>
        </p:nvSpPr>
        <p:spPr>
          <a:xfrm xmlns:a="http://schemas.openxmlformats.org/drawingml/2006/main">
            <a:off x="8682315" y="2908772"/>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6" name="Editable chart path">
            <a:extLst xmlns:a="http://schemas.openxmlformats.org/drawingml/2006/main">
              <a:ext uri="{FF2B5EF4-FFF2-40B4-BE49-F238E27FC236}">
                <a16:creationId xmlns:a16="http://schemas.microsoft.com/office/drawing/2014/main" id="{CA17D132-6FB3-4A6F-8283-F93C601C681B}"/>
              </a:ext>
            </a:extLst>
          </p:cNvPr>
          <p:cNvSpPr>
            <a:spLocks xmlns:a="http://schemas.openxmlformats.org/drawingml/2006/main" noGrp="1"/>
          </p:cNvSpPr>
          <p:nvPr/>
        </p:nvSpPr>
        <p:spPr>
          <a:xfrm xmlns:a="http://schemas.openxmlformats.org/drawingml/2006/main">
            <a:off x="8466694" y="3116075"/>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7" name="Editable chart path">
            <a:extLst xmlns:a="http://schemas.openxmlformats.org/drawingml/2006/main">
              <a:ext uri="{FF2B5EF4-FFF2-40B4-BE49-F238E27FC236}">
                <a16:creationId xmlns:a16="http://schemas.microsoft.com/office/drawing/2014/main" id="{1479F986-15FE-45F9-9155-248C3CD9CA58}"/>
              </a:ext>
            </a:extLst>
          </p:cNvPr>
          <p:cNvSpPr>
            <a:spLocks xmlns:a="http://schemas.openxmlformats.org/drawingml/2006/main" noGrp="1"/>
          </p:cNvSpPr>
          <p:nvPr/>
        </p:nvSpPr>
        <p:spPr>
          <a:xfrm xmlns:a="http://schemas.openxmlformats.org/drawingml/2006/main">
            <a:off x="8147518" y="3323377"/>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8" name="Editable chart path">
            <a:extLst xmlns:a="http://schemas.openxmlformats.org/drawingml/2006/main">
              <a:ext uri="{FF2B5EF4-FFF2-40B4-BE49-F238E27FC236}">
                <a16:creationId xmlns:a16="http://schemas.microsoft.com/office/drawing/2014/main" id="{79601273-F242-45E6-9EBD-845F5F81FFF0}"/>
              </a:ext>
            </a:extLst>
          </p:cNvPr>
          <p:cNvSpPr>
            <a:spLocks xmlns:a="http://schemas.openxmlformats.org/drawingml/2006/main" noGrp="1"/>
          </p:cNvSpPr>
          <p:nvPr/>
        </p:nvSpPr>
        <p:spPr>
          <a:xfrm xmlns:a="http://schemas.openxmlformats.org/drawingml/2006/main">
            <a:off x="8022519" y="3530680"/>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89" name="Editable chart path">
            <a:extLst xmlns:a="http://schemas.openxmlformats.org/drawingml/2006/main">
              <a:ext uri="{FF2B5EF4-FFF2-40B4-BE49-F238E27FC236}">
                <a16:creationId xmlns:a16="http://schemas.microsoft.com/office/drawing/2014/main" id="{53BF4843-A844-4BBC-9CEC-528D8B7A95C2}"/>
              </a:ext>
            </a:extLst>
          </p:cNvPr>
          <p:cNvSpPr>
            <a:spLocks xmlns:a="http://schemas.openxmlformats.org/drawingml/2006/main" noGrp="1"/>
          </p:cNvSpPr>
          <p:nvPr/>
        </p:nvSpPr>
        <p:spPr>
          <a:xfrm xmlns:a="http://schemas.openxmlformats.org/drawingml/2006/main">
            <a:off x="7577891" y="3737983"/>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90" name="Editable chart path">
            <a:extLst xmlns:a="http://schemas.openxmlformats.org/drawingml/2006/main">
              <a:ext uri="{FF2B5EF4-FFF2-40B4-BE49-F238E27FC236}">
                <a16:creationId xmlns:a16="http://schemas.microsoft.com/office/drawing/2014/main" id="{963DEC5F-9153-4C44-BB4B-20349AB79462}"/>
              </a:ext>
            </a:extLst>
          </p:cNvPr>
          <p:cNvSpPr>
            <a:spLocks xmlns:a="http://schemas.openxmlformats.org/drawingml/2006/main" noGrp="1"/>
          </p:cNvSpPr>
          <p:nvPr/>
        </p:nvSpPr>
        <p:spPr>
          <a:xfrm xmlns:a="http://schemas.openxmlformats.org/drawingml/2006/main">
            <a:off x="7430227" y="3945286"/>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91" name="Editable chart path">
            <a:extLst xmlns:a="http://schemas.openxmlformats.org/drawingml/2006/main">
              <a:ext uri="{FF2B5EF4-FFF2-40B4-BE49-F238E27FC236}">
                <a16:creationId xmlns:a16="http://schemas.microsoft.com/office/drawing/2014/main" id="{AD351043-4FF3-4612-8347-E55B387D06FD}"/>
              </a:ext>
            </a:extLst>
          </p:cNvPr>
          <p:cNvSpPr>
            <a:spLocks xmlns:a="http://schemas.openxmlformats.org/drawingml/2006/main" noGrp="1"/>
          </p:cNvSpPr>
          <p:nvPr/>
        </p:nvSpPr>
        <p:spPr>
          <a:xfrm xmlns:a="http://schemas.openxmlformats.org/drawingml/2006/main">
            <a:off x="8134838" y="4152588"/>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92" name="Editable chart path">
            <a:extLst xmlns:a="http://schemas.openxmlformats.org/drawingml/2006/main">
              <a:ext uri="{FF2B5EF4-FFF2-40B4-BE49-F238E27FC236}">
                <a16:creationId xmlns:a16="http://schemas.microsoft.com/office/drawing/2014/main" id="{B93340B9-5571-4A79-A2DB-327229ADD3F1}"/>
              </a:ext>
            </a:extLst>
          </p:cNvPr>
          <p:cNvSpPr>
            <a:spLocks xmlns:a="http://schemas.openxmlformats.org/drawingml/2006/main" noGrp="1"/>
          </p:cNvSpPr>
          <p:nvPr/>
        </p:nvSpPr>
        <p:spPr>
          <a:xfrm xmlns:a="http://schemas.openxmlformats.org/drawingml/2006/main">
            <a:off x="8147518" y="4359891"/>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93" name="Editable chart path">
            <a:extLst xmlns:a="http://schemas.openxmlformats.org/drawingml/2006/main">
              <a:ext uri="{FF2B5EF4-FFF2-40B4-BE49-F238E27FC236}">
                <a16:creationId xmlns:a16="http://schemas.microsoft.com/office/drawing/2014/main" id="{E4F4F771-F685-474F-B3CE-1E367EBCADFB}"/>
              </a:ext>
            </a:extLst>
          </p:cNvPr>
          <p:cNvSpPr>
            <a:spLocks xmlns:a="http://schemas.openxmlformats.org/drawingml/2006/main" noGrp="1"/>
          </p:cNvSpPr>
          <p:nvPr/>
        </p:nvSpPr>
        <p:spPr>
          <a:xfrm xmlns:a="http://schemas.openxmlformats.org/drawingml/2006/main">
            <a:off x="8174553" y="4567194"/>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94" name="Editable chart path">
            <a:extLst xmlns:a="http://schemas.openxmlformats.org/drawingml/2006/main">
              <a:ext uri="{FF2B5EF4-FFF2-40B4-BE49-F238E27FC236}">
                <a16:creationId xmlns:a16="http://schemas.microsoft.com/office/drawing/2014/main" id="{A09A393C-2769-4EA4-8038-370018AFCE4E}"/>
              </a:ext>
            </a:extLst>
          </p:cNvPr>
          <p:cNvSpPr>
            <a:spLocks xmlns:a="http://schemas.openxmlformats.org/drawingml/2006/main" noGrp="1"/>
          </p:cNvSpPr>
          <p:nvPr/>
        </p:nvSpPr>
        <p:spPr>
          <a:xfrm xmlns:a="http://schemas.openxmlformats.org/drawingml/2006/main">
            <a:off x="8545961" y="4774496"/>
            <a:ext cx="95" cy="43660"/>
          </a:xfrm>
          <a:custGeom xmlns:a="http://schemas.openxmlformats.org/drawingml/2006/main">
            <a:pathLst>
              <a:path w="95" h="38100">
                <a:moveTo>
                  <a:pt x="0" y="38100"/>
                </a:moveTo>
                <a:lnTo>
                  <a:pt x="0" y="0"/>
                </a:lnTo>
              </a:path>
            </a:pathLst>
          </a:custGeom>
          <a:solidFill xmlns:a="http://schemas.openxmlformats.org/drawingml/2006/main">
            <a:srgbClr val="2C5EAA"/>
          </a:solidFill>
          <a:ln xmlns:a="http://schemas.openxmlformats.org/drawingml/2006/main" w="10915">
            <a:solidFill>
              <a:srgbClr val="2C5EAA"/>
            </a:solidFill>
            <a:prstDash val="solid"/>
          </a:ln>
        </p:spPr>
      </p:sp>
      <p:sp>
        <p:nvSpPr>
          <p:cNvPr id="95" name="Editable chart path">
            <a:extLst xmlns:a="http://schemas.openxmlformats.org/drawingml/2006/main">
              <a:ext uri="{FF2B5EF4-FFF2-40B4-BE49-F238E27FC236}">
                <a16:creationId xmlns:a16="http://schemas.microsoft.com/office/drawing/2014/main" id="{3D01D2CC-692A-4BBE-8C84-84EAF71E4A2D}"/>
              </a:ext>
            </a:extLst>
          </p:cNvPr>
          <p:cNvSpPr>
            <a:spLocks xmlns:a="http://schemas.openxmlformats.org/drawingml/2006/main" noGrp="1"/>
          </p:cNvSpPr>
          <p:nvPr/>
        </p:nvSpPr>
        <p:spPr>
          <a:xfrm xmlns:a="http://schemas.openxmlformats.org/drawingml/2006/main">
            <a:off x="7896037" y="2381250"/>
            <a:ext cx="95" cy="2964429"/>
          </a:xfrm>
          <a:custGeom xmlns:a="http://schemas.openxmlformats.org/drawingml/2006/main">
            <a:pathLst>
              <a:path w="95" h="2586900">
                <a:moveTo>
                  <a:pt x="0" y="2586900"/>
                </a:moveTo>
                <a:lnTo>
                  <a:pt x="0" y="0"/>
                </a:lnTo>
              </a:path>
            </a:pathLst>
          </a:custGeom>
          <a:noFill xmlns:a="http://schemas.openxmlformats.org/drawingml/2006/main"/>
          <a:ln xmlns:a="http://schemas.openxmlformats.org/drawingml/2006/main" w="8732">
            <a:solidFill>
              <a:srgbClr val="5A6683"/>
            </a:solidFill>
            <a:prstDash val="dash"/>
          </a:ln>
        </p:spPr>
      </p:sp>
      <p:sp>
        <p:nvSpPr>
          <p:cNvPr id="96" name="Editable chart path">
            <a:extLst xmlns:a="http://schemas.openxmlformats.org/drawingml/2006/main">
              <a:ext uri="{FF2B5EF4-FFF2-40B4-BE49-F238E27FC236}">
                <a16:creationId xmlns:a16="http://schemas.microsoft.com/office/drawing/2014/main" id="{2408BE1D-588F-41AE-B6DE-D0F5FAAC594B}"/>
              </a:ext>
            </a:extLst>
          </p:cNvPr>
          <p:cNvSpPr>
            <a:spLocks xmlns:a="http://schemas.openxmlformats.org/drawingml/2006/main" noGrp="1"/>
          </p:cNvSpPr>
          <p:nvPr/>
        </p:nvSpPr>
        <p:spPr>
          <a:xfrm xmlns:a="http://schemas.openxmlformats.org/drawingml/2006/main">
            <a:off x="9280920" y="2381250"/>
            <a:ext cx="95" cy="2964429"/>
          </a:xfrm>
          <a:custGeom xmlns:a="http://schemas.openxmlformats.org/drawingml/2006/main">
            <a:pathLst>
              <a:path w="95" h="2586900">
                <a:moveTo>
                  <a:pt x="0" y="2586900"/>
                </a:moveTo>
                <a:lnTo>
                  <a:pt x="0" y="0"/>
                </a:lnTo>
              </a:path>
            </a:pathLst>
          </a:custGeom>
          <a:noFill xmlns:a="http://schemas.openxmlformats.org/drawingml/2006/main"/>
          <a:ln xmlns:a="http://schemas.openxmlformats.org/drawingml/2006/main" w="8732">
            <a:solidFill>
              <a:srgbClr val="5A6683"/>
            </a:solidFill>
            <a:prstDash val="solid"/>
          </a:ln>
        </p:spPr>
      </p:sp>
      <p:sp>
        <p:nvSpPr>
          <p:cNvPr id="97" name="Editable chart path">
            <a:extLst xmlns:a="http://schemas.openxmlformats.org/drawingml/2006/main">
              <a:ext uri="{FF2B5EF4-FFF2-40B4-BE49-F238E27FC236}">
                <a16:creationId xmlns:a16="http://schemas.microsoft.com/office/drawing/2014/main" id="{CD4E3010-1A05-4548-8D84-BC215E84A247}"/>
              </a:ext>
            </a:extLst>
          </p:cNvPr>
          <p:cNvSpPr>
            <a:spLocks xmlns:a="http://schemas.openxmlformats.org/drawingml/2006/main" noGrp="1"/>
          </p:cNvSpPr>
          <p:nvPr/>
        </p:nvSpPr>
        <p:spPr>
          <a:xfrm xmlns:a="http://schemas.openxmlformats.org/drawingml/2006/main">
            <a:off x="7868749" y="2488709"/>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98" name="Editable chart path">
            <a:extLst xmlns:a="http://schemas.openxmlformats.org/drawingml/2006/main">
              <a:ext uri="{FF2B5EF4-FFF2-40B4-BE49-F238E27FC236}">
                <a16:creationId xmlns:a16="http://schemas.microsoft.com/office/drawing/2014/main" id="{8CADD57E-8A87-456C-877F-052ADA190AF4}"/>
              </a:ext>
            </a:extLst>
          </p:cNvPr>
          <p:cNvSpPr>
            <a:spLocks xmlns:a="http://schemas.openxmlformats.org/drawingml/2006/main" noGrp="1"/>
          </p:cNvSpPr>
          <p:nvPr/>
        </p:nvSpPr>
        <p:spPr>
          <a:xfrm xmlns:a="http://schemas.openxmlformats.org/drawingml/2006/main">
            <a:off x="7599703" y="2696012"/>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99" name="Editable chart path">
            <a:extLst xmlns:a="http://schemas.openxmlformats.org/drawingml/2006/main">
              <a:ext uri="{FF2B5EF4-FFF2-40B4-BE49-F238E27FC236}">
                <a16:creationId xmlns:a16="http://schemas.microsoft.com/office/drawing/2014/main" id="{A3BBE521-E603-4722-AFD0-62E9EE244BA3}"/>
              </a:ext>
            </a:extLst>
          </p:cNvPr>
          <p:cNvSpPr>
            <a:spLocks xmlns:a="http://schemas.openxmlformats.org/drawingml/2006/main" noGrp="1"/>
          </p:cNvSpPr>
          <p:nvPr/>
        </p:nvSpPr>
        <p:spPr>
          <a:xfrm xmlns:a="http://schemas.openxmlformats.org/drawingml/2006/main">
            <a:off x="8130971" y="2903314"/>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0" name="Editable chart path">
            <a:extLst xmlns:a="http://schemas.openxmlformats.org/drawingml/2006/main">
              <a:ext uri="{FF2B5EF4-FFF2-40B4-BE49-F238E27FC236}">
                <a16:creationId xmlns:a16="http://schemas.microsoft.com/office/drawing/2014/main" id="{3B8FD31E-21D1-4F33-87ED-91B1D1882127}"/>
              </a:ext>
            </a:extLst>
          </p:cNvPr>
          <p:cNvSpPr>
            <a:spLocks xmlns:a="http://schemas.openxmlformats.org/drawingml/2006/main" noGrp="1"/>
          </p:cNvSpPr>
          <p:nvPr/>
        </p:nvSpPr>
        <p:spPr>
          <a:xfrm xmlns:a="http://schemas.openxmlformats.org/drawingml/2006/main">
            <a:off x="8000126" y="3110617"/>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1" name="Editable chart path">
            <a:extLst xmlns:a="http://schemas.openxmlformats.org/drawingml/2006/main">
              <a:ext uri="{FF2B5EF4-FFF2-40B4-BE49-F238E27FC236}">
                <a16:creationId xmlns:a16="http://schemas.microsoft.com/office/drawing/2014/main" id="{1A5AE854-BD39-44CA-BE2A-7257B6DFC92F}"/>
              </a:ext>
            </a:extLst>
          </p:cNvPr>
          <p:cNvSpPr>
            <a:spLocks xmlns:a="http://schemas.openxmlformats.org/drawingml/2006/main" noGrp="1"/>
          </p:cNvSpPr>
          <p:nvPr/>
        </p:nvSpPr>
        <p:spPr>
          <a:xfrm xmlns:a="http://schemas.openxmlformats.org/drawingml/2006/main">
            <a:off x="7651548" y="3317920"/>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2" name="Editable chart path">
            <a:extLst xmlns:a="http://schemas.openxmlformats.org/drawingml/2006/main">
              <a:ext uri="{FF2B5EF4-FFF2-40B4-BE49-F238E27FC236}">
                <a16:creationId xmlns:a16="http://schemas.microsoft.com/office/drawing/2014/main" id="{674D5CF3-0498-4B4B-84B7-B30615F4E146}"/>
              </a:ext>
            </a:extLst>
          </p:cNvPr>
          <p:cNvSpPr>
            <a:spLocks xmlns:a="http://schemas.openxmlformats.org/drawingml/2006/main" noGrp="1"/>
          </p:cNvSpPr>
          <p:nvPr/>
        </p:nvSpPr>
        <p:spPr>
          <a:xfrm xmlns:a="http://schemas.openxmlformats.org/drawingml/2006/main">
            <a:off x="7696753" y="3525223"/>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3" name="Editable chart path">
            <a:extLst xmlns:a="http://schemas.openxmlformats.org/drawingml/2006/main">
              <a:ext uri="{FF2B5EF4-FFF2-40B4-BE49-F238E27FC236}">
                <a16:creationId xmlns:a16="http://schemas.microsoft.com/office/drawing/2014/main" id="{D3EA3D3E-4E27-42F1-A58A-CA7F5EC01971}"/>
              </a:ext>
            </a:extLst>
          </p:cNvPr>
          <p:cNvSpPr>
            <a:spLocks xmlns:a="http://schemas.openxmlformats.org/drawingml/2006/main" noGrp="1"/>
          </p:cNvSpPr>
          <p:nvPr/>
        </p:nvSpPr>
        <p:spPr>
          <a:xfrm xmlns:a="http://schemas.openxmlformats.org/drawingml/2006/main">
            <a:off x="6999532" y="3732525"/>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4" name="Editable chart path">
            <a:extLst xmlns:a="http://schemas.openxmlformats.org/drawingml/2006/main">
              <a:ext uri="{FF2B5EF4-FFF2-40B4-BE49-F238E27FC236}">
                <a16:creationId xmlns:a16="http://schemas.microsoft.com/office/drawing/2014/main" id="{E9479450-45D6-403F-A7D0-67F0D66E70D4}"/>
              </a:ext>
            </a:extLst>
          </p:cNvPr>
          <p:cNvSpPr>
            <a:spLocks xmlns:a="http://schemas.openxmlformats.org/drawingml/2006/main" noGrp="1"/>
          </p:cNvSpPr>
          <p:nvPr/>
        </p:nvSpPr>
        <p:spPr>
          <a:xfrm xmlns:a="http://schemas.openxmlformats.org/drawingml/2006/main">
            <a:off x="6844605" y="3939828"/>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5" name="Editable chart path">
            <a:extLst xmlns:a="http://schemas.openxmlformats.org/drawingml/2006/main">
              <a:ext uri="{FF2B5EF4-FFF2-40B4-BE49-F238E27FC236}">
                <a16:creationId xmlns:a16="http://schemas.microsoft.com/office/drawing/2014/main" id="{697E9F4D-E1F1-4550-91F8-C856FD94BF8A}"/>
              </a:ext>
            </a:extLst>
          </p:cNvPr>
          <p:cNvSpPr>
            <a:spLocks xmlns:a="http://schemas.openxmlformats.org/drawingml/2006/main" noGrp="1"/>
          </p:cNvSpPr>
          <p:nvPr/>
        </p:nvSpPr>
        <p:spPr>
          <a:xfrm xmlns:a="http://schemas.openxmlformats.org/drawingml/2006/main">
            <a:off x="7627590" y="4147131"/>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6" name="Editable chart path">
            <a:extLst xmlns:a="http://schemas.openxmlformats.org/drawingml/2006/main">
              <a:ext uri="{FF2B5EF4-FFF2-40B4-BE49-F238E27FC236}">
                <a16:creationId xmlns:a16="http://schemas.microsoft.com/office/drawing/2014/main" id="{44291A9D-D0EF-41FD-ACD9-F73D54CAC127}"/>
              </a:ext>
            </a:extLst>
          </p:cNvPr>
          <p:cNvSpPr>
            <a:spLocks xmlns:a="http://schemas.openxmlformats.org/drawingml/2006/main" noGrp="1"/>
          </p:cNvSpPr>
          <p:nvPr/>
        </p:nvSpPr>
        <p:spPr>
          <a:xfrm xmlns:a="http://schemas.openxmlformats.org/drawingml/2006/main">
            <a:off x="7651548" y="4354433"/>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7" name="Editable chart path">
            <a:extLst xmlns:a="http://schemas.openxmlformats.org/drawingml/2006/main">
              <a:ext uri="{FF2B5EF4-FFF2-40B4-BE49-F238E27FC236}">
                <a16:creationId xmlns:a16="http://schemas.microsoft.com/office/drawing/2014/main" id="{7C4B565E-2EEA-4F1F-B29A-D20463934F2F}"/>
              </a:ext>
            </a:extLst>
          </p:cNvPr>
          <p:cNvSpPr>
            <a:spLocks xmlns:a="http://schemas.openxmlformats.org/drawingml/2006/main" noGrp="1"/>
          </p:cNvSpPr>
          <p:nvPr/>
        </p:nvSpPr>
        <p:spPr>
          <a:xfrm xmlns:a="http://schemas.openxmlformats.org/drawingml/2006/main">
            <a:off x="7846868" y="4561736"/>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8" name="Editable chart path">
            <a:extLst xmlns:a="http://schemas.openxmlformats.org/drawingml/2006/main">
              <a:ext uri="{FF2B5EF4-FFF2-40B4-BE49-F238E27FC236}">
                <a16:creationId xmlns:a16="http://schemas.microsoft.com/office/drawing/2014/main" id="{7AFD51DC-6CFB-4EE0-831D-7AB43C880A10}"/>
              </a:ext>
            </a:extLst>
          </p:cNvPr>
          <p:cNvSpPr>
            <a:spLocks xmlns:a="http://schemas.openxmlformats.org/drawingml/2006/main" noGrp="1"/>
          </p:cNvSpPr>
          <p:nvPr/>
        </p:nvSpPr>
        <p:spPr>
          <a:xfrm xmlns:a="http://schemas.openxmlformats.org/drawingml/2006/main">
            <a:off x="8216271" y="4769039"/>
            <a:ext cx="54575" cy="54575"/>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915">
            <a:solidFill>
              <a:srgbClr val="2C5EAA"/>
            </a:solidFill>
            <a:prstDash val="solid"/>
          </a:ln>
        </p:spPr>
      </p:sp>
      <p:sp>
        <p:nvSpPr>
          <p:cNvPr id="109" name="Editable chart path">
            <a:extLst xmlns:a="http://schemas.openxmlformats.org/drawingml/2006/main">
              <a:ext uri="{FF2B5EF4-FFF2-40B4-BE49-F238E27FC236}">
                <a16:creationId xmlns:a16="http://schemas.microsoft.com/office/drawing/2014/main" id="{11805BD8-81F0-438B-8AE9-1FE261A4C98C}"/>
              </a:ext>
            </a:extLst>
          </p:cNvPr>
          <p:cNvSpPr>
            <a:spLocks xmlns:a="http://schemas.openxmlformats.org/drawingml/2006/main" noGrp="1"/>
          </p:cNvSpPr>
          <p:nvPr/>
        </p:nvSpPr>
        <p:spPr>
          <a:xfrm xmlns:a="http://schemas.openxmlformats.org/drawingml/2006/main">
            <a:off x="6179856" y="2381250"/>
            <a:ext cx="95" cy="2964429"/>
          </a:xfrm>
          <a:custGeom xmlns:a="http://schemas.openxmlformats.org/drawingml/2006/main">
            <a:pathLst>
              <a:path w="95" h="2586900">
                <a:moveTo>
                  <a:pt x="0" y="2586900"/>
                </a:moveTo>
                <a:lnTo>
                  <a:pt x="0" y="0"/>
                </a:lnTo>
              </a:path>
            </a:pathLst>
          </a:custGeom>
          <a:noFill xmlns:a="http://schemas.openxmlformats.org/drawingml/2006/main"/>
          <a:ln xmlns:a="http://schemas.openxmlformats.org/drawingml/2006/main" w="8732">
            <a:solidFill>
              <a:srgbClr val="5A6683"/>
            </a:solidFill>
            <a:prstDash val="solid"/>
          </a:ln>
        </p:spPr>
      </p:sp>
      <p:sp>
        <p:nvSpPr>
          <p:cNvPr id="110" name="Editable chart path">
            <a:extLst xmlns:a="http://schemas.openxmlformats.org/drawingml/2006/main">
              <a:ext uri="{FF2B5EF4-FFF2-40B4-BE49-F238E27FC236}">
                <a16:creationId xmlns:a16="http://schemas.microsoft.com/office/drawing/2014/main" id="{EAFAD052-1FC2-4FAD-82B9-C40D9C6C69D7}"/>
              </a:ext>
            </a:extLst>
          </p:cNvPr>
          <p:cNvSpPr>
            <a:spLocks xmlns:a="http://schemas.openxmlformats.org/drawingml/2006/main" noGrp="1"/>
          </p:cNvSpPr>
          <p:nvPr/>
        </p:nvSpPr>
        <p:spPr>
          <a:xfrm xmlns:a="http://schemas.openxmlformats.org/drawingml/2006/main">
            <a:off x="6179856" y="5345679"/>
            <a:ext cx="3248733" cy="95"/>
          </a:xfrm>
          <a:custGeom xmlns:a="http://schemas.openxmlformats.org/drawingml/2006/main">
            <a:pathLst>
              <a:path w="2834997" h="95">
                <a:moveTo>
                  <a:pt x="0" y="0"/>
                </a:moveTo>
                <a:lnTo>
                  <a:pt x="2834997" y="0"/>
                </a:lnTo>
              </a:path>
            </a:pathLst>
          </a:custGeom>
          <a:noFill xmlns:a="http://schemas.openxmlformats.org/drawingml/2006/main"/>
          <a:ln xmlns:a="http://schemas.openxmlformats.org/drawingml/2006/main" w="8732">
            <a:solidFill>
              <a:srgbClr val="5A6683"/>
            </a:solidFill>
            <a:prstDash val="solid"/>
          </a:ln>
        </p:spPr>
      </p:sp>
      <p:sp>
        <p:nvSpPr>
          <p:cNvPr id="111" name="">
            <a:extLst xmlns:a="http://schemas.openxmlformats.org/drawingml/2006/main">
              <a:ext uri="{FF2B5EF4-FFF2-40B4-BE49-F238E27FC236}">
                <a16:creationId xmlns:a16="http://schemas.microsoft.com/office/drawing/2014/main" id="{97A6D800-46A3-4E10-9593-A77D6453CCBD}"/>
              </a:ext>
            </a:extLst>
          </p:cNvPr>
          <p:cNvSpPr>
            <a:spLocks xmlns:a="http://schemas.openxmlformats.org/drawingml/2006/main" noGrp="1"/>
          </p:cNvSpPr>
          <p:nvPr/>
        </p:nvSpPr>
        <p:spPr>
          <a:xfrm xmlns:a="http://schemas.openxmlformats.org/drawingml/2006/main" rot="0">
            <a:off x="4062489" y="2408245"/>
            <a:ext cx="203711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MAIN (fit period, 1 km, 30 min)</a:t>
            </a:r>
          </a:p>
        </p:txBody>
      </p:sp>
      <p:sp>
        <p:nvSpPr>
          <p:cNvPr id="112" name="">
            <a:extLst xmlns:a="http://schemas.openxmlformats.org/drawingml/2006/main">
              <a:ext uri="{FF2B5EF4-FFF2-40B4-BE49-F238E27FC236}">
                <a16:creationId xmlns:a16="http://schemas.microsoft.com/office/drawing/2014/main" id="{7F61FB79-54AB-4130-A0AD-B6C420BF9624}"/>
              </a:ext>
            </a:extLst>
          </p:cNvPr>
          <p:cNvSpPr>
            <a:spLocks xmlns:a="http://schemas.openxmlformats.org/drawingml/2006/main" noGrp="1"/>
          </p:cNvSpPr>
          <p:nvPr/>
        </p:nvSpPr>
        <p:spPr>
          <a:xfrm xmlns:a="http://schemas.openxmlformats.org/drawingml/2006/main" rot="0">
            <a:off x="4716523" y="2615548"/>
            <a:ext cx="13816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3-gauge mean rain</a:t>
            </a:r>
          </a:p>
        </p:txBody>
      </p:sp>
      <p:sp>
        <p:nvSpPr>
          <p:cNvPr id="113" name="">
            <a:extLst xmlns:a="http://schemas.openxmlformats.org/drawingml/2006/main">
              <a:ext uri="{FF2B5EF4-FFF2-40B4-BE49-F238E27FC236}">
                <a16:creationId xmlns:a16="http://schemas.microsoft.com/office/drawing/2014/main" id="{67FDEA6C-5080-4F44-BCF8-A80F4BFEB40D}"/>
              </a:ext>
            </a:extLst>
          </p:cNvPr>
          <p:cNvSpPr>
            <a:spLocks xmlns:a="http://schemas.openxmlformats.org/drawingml/2006/main" noGrp="1"/>
          </p:cNvSpPr>
          <p:nvPr/>
        </p:nvSpPr>
        <p:spPr>
          <a:xfrm xmlns:a="http://schemas.openxmlformats.org/drawingml/2006/main" rot="0">
            <a:off x="5288792" y="2822851"/>
            <a:ext cx="81400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FY2022 only</a:t>
            </a:r>
          </a:p>
        </p:txBody>
      </p:sp>
      <p:sp>
        <p:nvSpPr>
          <p:cNvPr id="114" name="">
            <a:extLst xmlns:a="http://schemas.openxmlformats.org/drawingml/2006/main">
              <a:ext uri="{FF2B5EF4-FFF2-40B4-BE49-F238E27FC236}">
                <a16:creationId xmlns:a16="http://schemas.microsoft.com/office/drawing/2014/main" id="{8BB91D0D-0AE7-44E4-BEAA-5BC2E11113A4}"/>
              </a:ext>
            </a:extLst>
          </p:cNvPr>
          <p:cNvSpPr>
            <a:spLocks xmlns:a="http://schemas.openxmlformats.org/drawingml/2006/main" noGrp="1"/>
          </p:cNvSpPr>
          <p:nvPr/>
        </p:nvSpPr>
        <p:spPr>
          <a:xfrm xmlns:a="http://schemas.openxmlformats.org/drawingml/2006/main" rot="0">
            <a:off x="5286792" y="3030153"/>
            <a:ext cx="8160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FY2023 only</a:t>
            </a:r>
          </a:p>
        </p:txBody>
      </p:sp>
      <p:sp>
        <p:nvSpPr>
          <p:cNvPr id="115" name="">
            <a:extLst xmlns:a="http://schemas.openxmlformats.org/drawingml/2006/main">
              <a:ext uri="{FF2B5EF4-FFF2-40B4-BE49-F238E27FC236}">
                <a16:creationId xmlns:a16="http://schemas.microsoft.com/office/drawing/2014/main" id="{3A431112-1342-4362-94DE-47E1DA9D6E67}"/>
              </a:ext>
            </a:extLst>
          </p:cNvPr>
          <p:cNvSpPr>
            <a:spLocks xmlns:a="http://schemas.openxmlformats.org/drawingml/2006/main" noGrp="1"/>
          </p:cNvSpPr>
          <p:nvPr/>
        </p:nvSpPr>
        <p:spPr>
          <a:xfrm xmlns:a="http://schemas.openxmlformats.org/drawingml/2006/main" rot="0">
            <a:off x="5281267" y="3237456"/>
            <a:ext cx="8215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FY2024 only</a:t>
            </a:r>
          </a:p>
        </p:txBody>
      </p:sp>
      <p:sp>
        <p:nvSpPr>
          <p:cNvPr id="116" name="">
            <a:extLst xmlns:a="http://schemas.openxmlformats.org/drawingml/2006/main">
              <a:ext uri="{FF2B5EF4-FFF2-40B4-BE49-F238E27FC236}">
                <a16:creationId xmlns:a16="http://schemas.microsoft.com/office/drawing/2014/main" id="{A97E0D4D-A899-4BDD-B882-16C5716455A7}"/>
              </a:ext>
            </a:extLst>
          </p:cNvPr>
          <p:cNvSpPr>
            <a:spLocks xmlns:a="http://schemas.openxmlformats.org/drawingml/2006/main" noGrp="1"/>
          </p:cNvSpPr>
          <p:nvPr/>
        </p:nvSpPr>
        <p:spPr>
          <a:xfrm xmlns:a="http://schemas.openxmlformats.org/drawingml/2006/main" rot="0">
            <a:off x="3643008" y="3444759"/>
            <a:ext cx="24565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with COVID months (from Oct 2021)</a:t>
            </a:r>
          </a:p>
        </p:txBody>
      </p:sp>
      <p:sp>
        <p:nvSpPr>
          <p:cNvPr id="117" name="">
            <a:extLst xmlns:a="http://schemas.openxmlformats.org/drawingml/2006/main">
              <a:ext uri="{FF2B5EF4-FFF2-40B4-BE49-F238E27FC236}">
                <a16:creationId xmlns:a16="http://schemas.microsoft.com/office/drawing/2014/main" id="{AEE5B13E-03CD-4973-A110-8E12C0481C8B}"/>
              </a:ext>
            </a:extLst>
          </p:cNvPr>
          <p:cNvSpPr>
            <a:spLocks xmlns:a="http://schemas.openxmlformats.org/drawingml/2006/main" noGrp="1"/>
          </p:cNvSpPr>
          <p:nvPr/>
        </p:nvSpPr>
        <p:spPr>
          <a:xfrm xmlns:a="http://schemas.openxmlformats.org/drawingml/2006/main" rot="0">
            <a:off x="3464509" y="3652061"/>
            <a:ext cx="26350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15-minute snapshots (Oct 24-Mar 25)</a:t>
            </a:r>
          </a:p>
        </p:txBody>
      </p:sp>
      <p:sp>
        <p:nvSpPr>
          <p:cNvPr id="118" name="">
            <a:extLst xmlns:a="http://schemas.openxmlformats.org/drawingml/2006/main">
              <a:ext uri="{FF2B5EF4-FFF2-40B4-BE49-F238E27FC236}">
                <a16:creationId xmlns:a16="http://schemas.microsoft.com/office/drawing/2014/main" id="{D5DD0605-E691-4BBF-B035-83D630C6976D}"/>
              </a:ext>
            </a:extLst>
          </p:cNvPr>
          <p:cNvSpPr>
            <a:spLocks xmlns:a="http://schemas.openxmlformats.org/drawingml/2006/main" noGrp="1"/>
          </p:cNvSpPr>
          <p:nvPr/>
        </p:nvSpPr>
        <p:spPr>
          <a:xfrm xmlns:a="http://schemas.openxmlformats.org/drawingml/2006/main" rot="0">
            <a:off x="3426886" y="3859364"/>
            <a:ext cx="26727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30-minute snapshots (Oct 24-Mar 25)</a:t>
            </a:r>
          </a:p>
        </p:txBody>
      </p:sp>
      <p:sp>
        <p:nvSpPr>
          <p:cNvPr id="119" name="">
            <a:extLst xmlns:a="http://schemas.openxmlformats.org/drawingml/2006/main">
              <a:ext uri="{FF2B5EF4-FFF2-40B4-BE49-F238E27FC236}">
                <a16:creationId xmlns:a16="http://schemas.microsoft.com/office/drawing/2014/main" id="{80F79E36-637D-45CB-8379-DC7E7F577095}"/>
              </a:ext>
            </a:extLst>
          </p:cNvPr>
          <p:cNvSpPr>
            <a:spLocks xmlns:a="http://schemas.openxmlformats.org/drawingml/2006/main" noGrp="1"/>
          </p:cNvSpPr>
          <p:nvPr/>
        </p:nvSpPr>
        <p:spPr>
          <a:xfrm xmlns:a="http://schemas.openxmlformats.org/drawingml/2006/main" rot="0">
            <a:off x="4648753" y="4066667"/>
            <a:ext cx="145084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500 m cells (FY2024)</a:t>
            </a:r>
          </a:p>
        </p:txBody>
      </p:sp>
      <p:sp>
        <p:nvSpPr>
          <p:cNvPr id="120" name="">
            <a:extLst xmlns:a="http://schemas.openxmlformats.org/drawingml/2006/main">
              <a:ext uri="{FF2B5EF4-FFF2-40B4-BE49-F238E27FC236}">
                <a16:creationId xmlns:a16="http://schemas.microsoft.com/office/drawing/2014/main" id="{7816C32F-D6FA-4A60-A68E-BE6A1D35BB05}"/>
              </a:ext>
            </a:extLst>
          </p:cNvPr>
          <p:cNvSpPr>
            <a:spLocks xmlns:a="http://schemas.openxmlformats.org/drawingml/2006/main" noGrp="1"/>
          </p:cNvSpPr>
          <p:nvPr/>
        </p:nvSpPr>
        <p:spPr>
          <a:xfrm xmlns:a="http://schemas.openxmlformats.org/drawingml/2006/main" rot="0">
            <a:off x="4795152" y="4273970"/>
            <a:ext cx="130444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 km cells (FY2024)</a:t>
            </a:r>
          </a:p>
        </p:txBody>
      </p:sp>
      <p:sp>
        <p:nvSpPr>
          <p:cNvPr id="121" name="">
            <a:extLst xmlns:a="http://schemas.openxmlformats.org/drawingml/2006/main">
              <a:ext uri="{FF2B5EF4-FFF2-40B4-BE49-F238E27FC236}">
                <a16:creationId xmlns:a16="http://schemas.microsoft.com/office/drawing/2014/main" id="{7B3AE3B2-FEF7-4655-A689-0CB5D1AC3648}"/>
              </a:ext>
            </a:extLst>
          </p:cNvPr>
          <p:cNvSpPr>
            <a:spLocks xmlns:a="http://schemas.openxmlformats.org/drawingml/2006/main" noGrp="1"/>
          </p:cNvSpPr>
          <p:nvPr/>
        </p:nvSpPr>
        <p:spPr>
          <a:xfrm xmlns:a="http://schemas.openxmlformats.org/drawingml/2006/main" rot="0">
            <a:off x="3170854" y="4481272"/>
            <a:ext cx="292874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robustness sample (outage days back in)</a:t>
            </a:r>
          </a:p>
        </p:txBody>
      </p:sp>
      <p:sp>
        <p:nvSpPr>
          <p:cNvPr id="122" name="">
            <a:extLst xmlns:a="http://schemas.openxmlformats.org/drawingml/2006/main">
              <a:ext uri="{FF2B5EF4-FFF2-40B4-BE49-F238E27FC236}">
                <a16:creationId xmlns:a16="http://schemas.microsoft.com/office/drawing/2014/main" id="{278CA3A2-3EE5-4C09-A572-C22129BAD8ED}"/>
              </a:ext>
            </a:extLst>
          </p:cNvPr>
          <p:cNvSpPr>
            <a:spLocks xmlns:a="http://schemas.openxmlformats.org/drawingml/2006/main" noGrp="1"/>
          </p:cNvSpPr>
          <p:nvPr/>
        </p:nvSpPr>
        <p:spPr>
          <a:xfrm xmlns:a="http://schemas.openxmlformats.org/drawingml/2006/main" rot="0">
            <a:off x="3423506" y="4688575"/>
            <a:ext cx="267404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 window lagged 15 min, (t-45, t-15]</a:t>
            </a:r>
          </a:p>
        </p:txBody>
      </p:sp>
      <p:sp>
        <p:nvSpPr>
          <p:cNvPr id="123" name="">
            <a:extLst xmlns:a="http://schemas.openxmlformats.org/drawingml/2006/main">
              <a:ext uri="{FF2B5EF4-FFF2-40B4-BE49-F238E27FC236}">
                <a16:creationId xmlns:a16="http://schemas.microsoft.com/office/drawing/2014/main" id="{5D651F41-B404-4A57-B962-4065A282D346}"/>
              </a:ext>
            </a:extLst>
          </p:cNvPr>
          <p:cNvSpPr>
            <a:spLocks xmlns:a="http://schemas.openxmlformats.org/drawingml/2006/main" noGrp="1"/>
          </p:cNvSpPr>
          <p:nvPr/>
        </p:nvSpPr>
        <p:spPr>
          <a:xfrm xmlns:a="http://schemas.openxmlformats.org/drawingml/2006/main" rot="0">
            <a:off x="3506515" y="4895878"/>
            <a:ext cx="259308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Poisson, aggregated table (abs only)</a:t>
            </a:r>
          </a:p>
        </p:txBody>
      </p:sp>
      <p:sp>
        <p:nvSpPr>
          <p:cNvPr id="124" name="">
            <a:extLst xmlns:a="http://schemas.openxmlformats.org/drawingml/2006/main">
              <a:ext uri="{FF2B5EF4-FFF2-40B4-BE49-F238E27FC236}">
                <a16:creationId xmlns:a16="http://schemas.microsoft.com/office/drawing/2014/main" id="{84A6028B-9BDD-427F-BA5C-75E94F316B98}"/>
              </a:ext>
            </a:extLst>
          </p:cNvPr>
          <p:cNvSpPr>
            <a:spLocks xmlns:a="http://schemas.openxmlformats.org/drawingml/2006/main" noGrp="1"/>
          </p:cNvSpPr>
          <p:nvPr/>
        </p:nvSpPr>
        <p:spPr>
          <a:xfrm xmlns:a="http://schemas.openxmlformats.org/drawingml/2006/main" rot="0">
            <a:off x="2760421" y="5103180"/>
            <a:ext cx="333917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Negative binomial, aggregated table (abs only)</a:t>
            </a:r>
          </a:p>
        </p:txBody>
      </p:sp>
    </p:spTree>
    <p:extLst>
      <p:ext uri="{BB962C8B-B14F-4D97-AF65-F5344CB8AC3E}">
        <p14:creationId xmlns:p14="http://schemas.microsoft.com/office/powerpoint/2010/main" val="597896415"/>
      </p:ext>
    </p:extLst>
  </p:cSld>
</p:sld>
</file>

<file path=ppt/slides/slide46.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PLACE CHARACTERISTICS IN THE PANEL MODEL</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Central Area is the consistent finding. Other designs do not agree on all traits.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46</a:t>
            </a:r>
            <a:endParaRPr sz="1200"/>
          </a:p>
        </p:txBody>
      </p:sp>
      <p:sp>
        <p:nvSpPr>
          <p:cNvPr id="14" name="">
            <a:extLst xmlns:a="http://schemas.openxmlformats.org/drawingml/2006/main">
              <a:ext uri="{FF2B5EF4-FFF2-40B4-BE49-F238E27FC236}">
                <a16:creationId xmlns:a16="http://schemas.microsoft.com/office/drawing/2014/main" id="{3C4C5F83-925B-4807-B93C-ACC75BC68934}"/>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88888398-AB97-4C23-B2FF-CEC3D714F3D6}"/>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Absolute</a:t>
            </a:r>
          </a:p>
        </p:txBody>
      </p:sp>
      <p:sp>
        <p:nvSpPr>
          <p:cNvPr id="16" name="Editable chart path">
            <a:extLst xmlns:a="http://schemas.openxmlformats.org/drawingml/2006/main">
              <a:ext uri="{FF2B5EF4-FFF2-40B4-BE49-F238E27FC236}">
                <a16:creationId xmlns:a16="http://schemas.microsoft.com/office/drawing/2014/main" id="{7B42FE5D-564A-4B76-B5DC-1C565BCBB33B}"/>
              </a:ext>
            </a:extLst>
          </p:cNvPr>
          <p:cNvSpPr>
            <a:spLocks xmlns:a="http://schemas.openxmlformats.org/drawingml/2006/main" noGrp="1"/>
          </p:cNvSpPr>
          <p:nvPr/>
        </p:nvSpPr>
        <p:spPr>
          <a:xfrm xmlns:a="http://schemas.openxmlformats.org/drawingml/2006/main">
            <a:off x="3393034" y="4827524"/>
            <a:ext cx="95" cy="3269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17" name="">
            <a:extLst xmlns:a="http://schemas.openxmlformats.org/drawingml/2006/main">
              <a:ext uri="{FF2B5EF4-FFF2-40B4-BE49-F238E27FC236}">
                <a16:creationId xmlns:a16="http://schemas.microsoft.com/office/drawing/2014/main" id="{2C1911D8-9020-400F-80B5-AE3F2AB6447F}"/>
              </a:ext>
            </a:extLst>
          </p:cNvPr>
          <p:cNvSpPr>
            <a:spLocks xmlns:a="http://schemas.openxmlformats.org/drawingml/2006/main" noGrp="1"/>
          </p:cNvSpPr>
          <p:nvPr/>
        </p:nvSpPr>
        <p:spPr>
          <a:xfrm xmlns:a="http://schemas.openxmlformats.org/drawingml/2006/main" rot="0">
            <a:off x="3266239" y="4826251"/>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18" name="Editable chart path">
            <a:extLst xmlns:a="http://schemas.openxmlformats.org/drawingml/2006/main">
              <a:ext uri="{FF2B5EF4-FFF2-40B4-BE49-F238E27FC236}">
                <a16:creationId xmlns:a16="http://schemas.microsoft.com/office/drawing/2014/main" id="{4107764A-2A3B-44AE-A04C-80C6D3033DA3}"/>
              </a:ext>
            </a:extLst>
          </p:cNvPr>
          <p:cNvSpPr>
            <a:spLocks xmlns:a="http://schemas.openxmlformats.org/drawingml/2006/main" noGrp="1"/>
          </p:cNvSpPr>
          <p:nvPr/>
        </p:nvSpPr>
        <p:spPr>
          <a:xfrm xmlns:a="http://schemas.openxmlformats.org/drawingml/2006/main">
            <a:off x="3887277" y="4827524"/>
            <a:ext cx="95" cy="3269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19" name="">
            <a:extLst xmlns:a="http://schemas.openxmlformats.org/drawingml/2006/main">
              <a:ext uri="{FF2B5EF4-FFF2-40B4-BE49-F238E27FC236}">
                <a16:creationId xmlns:a16="http://schemas.microsoft.com/office/drawing/2014/main" id="{BF0D9C37-8A45-4251-AC82-A75A2107B186}"/>
              </a:ext>
            </a:extLst>
          </p:cNvPr>
          <p:cNvSpPr>
            <a:spLocks xmlns:a="http://schemas.openxmlformats.org/drawingml/2006/main" noGrp="1"/>
          </p:cNvSpPr>
          <p:nvPr/>
        </p:nvSpPr>
        <p:spPr>
          <a:xfrm xmlns:a="http://schemas.openxmlformats.org/drawingml/2006/main" rot="0">
            <a:off x="3760691" y="4826251"/>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0" name="Editable chart path">
            <a:extLst xmlns:a="http://schemas.openxmlformats.org/drawingml/2006/main">
              <a:ext uri="{FF2B5EF4-FFF2-40B4-BE49-F238E27FC236}">
                <a16:creationId xmlns:a16="http://schemas.microsoft.com/office/drawing/2014/main" id="{C3D26D7C-1D94-4BF0-B0D3-DA50B26D7A4C}"/>
              </a:ext>
            </a:extLst>
          </p:cNvPr>
          <p:cNvSpPr>
            <a:spLocks xmlns:a="http://schemas.openxmlformats.org/drawingml/2006/main" noGrp="1"/>
          </p:cNvSpPr>
          <p:nvPr/>
        </p:nvSpPr>
        <p:spPr>
          <a:xfrm xmlns:a="http://schemas.openxmlformats.org/drawingml/2006/main">
            <a:off x="4381519" y="4827524"/>
            <a:ext cx="95" cy="3269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21" name="">
            <a:extLst xmlns:a="http://schemas.openxmlformats.org/drawingml/2006/main">
              <a:ext uri="{FF2B5EF4-FFF2-40B4-BE49-F238E27FC236}">
                <a16:creationId xmlns:a16="http://schemas.microsoft.com/office/drawing/2014/main" id="{A4771B2F-2EE2-401C-8372-F0D44E03E1FE}"/>
              </a:ext>
            </a:extLst>
          </p:cNvPr>
          <p:cNvSpPr>
            <a:spLocks xmlns:a="http://schemas.openxmlformats.org/drawingml/2006/main" noGrp="1"/>
          </p:cNvSpPr>
          <p:nvPr/>
        </p:nvSpPr>
        <p:spPr>
          <a:xfrm xmlns:a="http://schemas.openxmlformats.org/drawingml/2006/main" rot="0">
            <a:off x="4272535" y="4826251"/>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22" name="Editable chart path">
            <a:extLst xmlns:a="http://schemas.openxmlformats.org/drawingml/2006/main">
              <a:ext uri="{FF2B5EF4-FFF2-40B4-BE49-F238E27FC236}">
                <a16:creationId xmlns:a16="http://schemas.microsoft.com/office/drawing/2014/main" id="{22ADB3A6-6B2D-4BF6-9249-74961F568DAD}"/>
              </a:ext>
            </a:extLst>
          </p:cNvPr>
          <p:cNvSpPr>
            <a:spLocks xmlns:a="http://schemas.openxmlformats.org/drawingml/2006/main" noGrp="1"/>
          </p:cNvSpPr>
          <p:nvPr/>
        </p:nvSpPr>
        <p:spPr>
          <a:xfrm xmlns:a="http://schemas.openxmlformats.org/drawingml/2006/main">
            <a:off x="4875761" y="4827524"/>
            <a:ext cx="95" cy="3269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23" name="">
            <a:extLst xmlns:a="http://schemas.openxmlformats.org/drawingml/2006/main">
              <a:ext uri="{FF2B5EF4-FFF2-40B4-BE49-F238E27FC236}">
                <a16:creationId xmlns:a16="http://schemas.microsoft.com/office/drawing/2014/main" id="{AAE9333A-E007-48AB-A691-635135BF19C4}"/>
              </a:ext>
            </a:extLst>
          </p:cNvPr>
          <p:cNvSpPr>
            <a:spLocks xmlns:a="http://schemas.openxmlformats.org/drawingml/2006/main" noGrp="1"/>
          </p:cNvSpPr>
          <p:nvPr/>
        </p:nvSpPr>
        <p:spPr>
          <a:xfrm xmlns:a="http://schemas.openxmlformats.org/drawingml/2006/main" rot="0">
            <a:off x="4766987" y="4826251"/>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4" name="Editable chart path">
            <a:extLst xmlns:a="http://schemas.openxmlformats.org/drawingml/2006/main">
              <a:ext uri="{FF2B5EF4-FFF2-40B4-BE49-F238E27FC236}">
                <a16:creationId xmlns:a16="http://schemas.microsoft.com/office/drawing/2014/main" id="{839544F5-4A9F-4E75-9A64-A5E899EC9333}"/>
              </a:ext>
            </a:extLst>
          </p:cNvPr>
          <p:cNvSpPr>
            <a:spLocks xmlns:a="http://schemas.openxmlformats.org/drawingml/2006/main" noGrp="1"/>
          </p:cNvSpPr>
          <p:nvPr/>
        </p:nvSpPr>
        <p:spPr>
          <a:xfrm xmlns:a="http://schemas.openxmlformats.org/drawingml/2006/main">
            <a:off x="5370004" y="4827524"/>
            <a:ext cx="95" cy="3269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25" name="">
            <a:extLst xmlns:a="http://schemas.openxmlformats.org/drawingml/2006/main">
              <a:ext uri="{FF2B5EF4-FFF2-40B4-BE49-F238E27FC236}">
                <a16:creationId xmlns:a16="http://schemas.microsoft.com/office/drawing/2014/main" id="{C417C8E4-7817-4607-8CA4-BA439820CD5A}"/>
              </a:ext>
            </a:extLst>
          </p:cNvPr>
          <p:cNvSpPr>
            <a:spLocks xmlns:a="http://schemas.openxmlformats.org/drawingml/2006/main" noGrp="1"/>
          </p:cNvSpPr>
          <p:nvPr/>
        </p:nvSpPr>
        <p:spPr>
          <a:xfrm xmlns:a="http://schemas.openxmlformats.org/drawingml/2006/main" rot="0">
            <a:off x="5283356" y="4826251"/>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26" name="Editable chart path">
            <a:extLst xmlns:a="http://schemas.openxmlformats.org/drawingml/2006/main">
              <a:ext uri="{FF2B5EF4-FFF2-40B4-BE49-F238E27FC236}">
                <a16:creationId xmlns:a16="http://schemas.microsoft.com/office/drawing/2014/main" id="{13E40229-1BB6-4060-88AB-1941704CA8AD}"/>
              </a:ext>
            </a:extLst>
          </p:cNvPr>
          <p:cNvSpPr>
            <a:spLocks xmlns:a="http://schemas.openxmlformats.org/drawingml/2006/main" noGrp="1"/>
          </p:cNvSpPr>
          <p:nvPr/>
        </p:nvSpPr>
        <p:spPr>
          <a:xfrm xmlns:a="http://schemas.openxmlformats.org/drawingml/2006/main">
            <a:off x="5864246" y="4827524"/>
            <a:ext cx="95" cy="3269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27" name="">
            <a:extLst xmlns:a="http://schemas.openxmlformats.org/drawingml/2006/main">
              <a:ext uri="{FF2B5EF4-FFF2-40B4-BE49-F238E27FC236}">
                <a16:creationId xmlns:a16="http://schemas.microsoft.com/office/drawing/2014/main" id="{E324B920-9FBC-4500-9DE6-350D91FB7D14}"/>
              </a:ext>
            </a:extLst>
          </p:cNvPr>
          <p:cNvSpPr>
            <a:spLocks xmlns:a="http://schemas.openxmlformats.org/drawingml/2006/main" noGrp="1"/>
          </p:cNvSpPr>
          <p:nvPr/>
        </p:nvSpPr>
        <p:spPr>
          <a:xfrm xmlns:a="http://schemas.openxmlformats.org/drawingml/2006/main" rot="0">
            <a:off x="5816289" y="4826251"/>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8" name="">
            <a:extLst xmlns:a="http://schemas.openxmlformats.org/drawingml/2006/main">
              <a:ext uri="{FF2B5EF4-FFF2-40B4-BE49-F238E27FC236}">
                <a16:creationId xmlns:a16="http://schemas.microsoft.com/office/drawing/2014/main" id="{76955EB0-B291-46FF-AF9C-74A60AD89A7A}"/>
              </a:ext>
            </a:extLst>
          </p:cNvPr>
          <p:cNvSpPr>
            <a:spLocks xmlns:a="http://schemas.openxmlformats.org/drawingml/2006/main" noGrp="1"/>
          </p:cNvSpPr>
          <p:nvPr/>
        </p:nvSpPr>
        <p:spPr>
          <a:xfrm xmlns:a="http://schemas.openxmlformats.org/drawingml/2006/main" rot="0">
            <a:off x="3369899" y="4961579"/>
            <a:ext cx="22560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 rain vs dry: % vacant taxis</a:t>
            </a:r>
          </a:p>
        </p:txBody>
      </p:sp>
      <p:sp>
        <p:nvSpPr>
          <p:cNvPr id="29" name="Editable chart path">
            <a:extLst xmlns:a="http://schemas.openxmlformats.org/drawingml/2006/main">
              <a:ext uri="{FF2B5EF4-FFF2-40B4-BE49-F238E27FC236}">
                <a16:creationId xmlns:a16="http://schemas.microsoft.com/office/drawing/2014/main" id="{C2B10946-85D8-400C-89FA-963557CE7743}"/>
              </a:ext>
            </a:extLst>
          </p:cNvPr>
          <p:cNvSpPr>
            <a:spLocks xmlns:a="http://schemas.openxmlformats.org/drawingml/2006/main" noGrp="1"/>
          </p:cNvSpPr>
          <p:nvPr/>
        </p:nvSpPr>
        <p:spPr>
          <a:xfrm xmlns:a="http://schemas.openxmlformats.org/drawingml/2006/main">
            <a:off x="2997662" y="3176009"/>
            <a:ext cx="3003088"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5606">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80C11B2F-9D5D-46F5-B893-278D66450CBD}"/>
              </a:ext>
            </a:extLst>
          </p:cNvPr>
          <p:cNvSpPr>
            <a:spLocks xmlns:a="http://schemas.openxmlformats.org/drawingml/2006/main" noGrp="1"/>
          </p:cNvSpPr>
          <p:nvPr/>
        </p:nvSpPr>
        <p:spPr>
          <a:xfrm xmlns:a="http://schemas.openxmlformats.org/drawingml/2006/main">
            <a:off x="2964963" y="3176009"/>
            <a:ext cx="3269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31" name="">
            <a:extLst xmlns:a="http://schemas.openxmlformats.org/drawingml/2006/main">
              <a:ext uri="{FF2B5EF4-FFF2-40B4-BE49-F238E27FC236}">
                <a16:creationId xmlns:a16="http://schemas.microsoft.com/office/drawing/2014/main" id="{E265255C-9FF7-48B1-A00E-8B9C48CB36CD}"/>
              </a:ext>
            </a:extLst>
          </p:cNvPr>
          <p:cNvSpPr>
            <a:spLocks xmlns:a="http://schemas.openxmlformats.org/drawingml/2006/main" noGrp="1"/>
          </p:cNvSpPr>
          <p:nvPr/>
        </p:nvSpPr>
        <p:spPr>
          <a:xfrm xmlns:a="http://schemas.openxmlformats.org/drawingml/2006/main" rot="0">
            <a:off x="1736161" y="3067090"/>
            <a:ext cx="119491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URA Central Area</a:t>
            </a:r>
          </a:p>
        </p:txBody>
      </p:sp>
      <p:sp>
        <p:nvSpPr>
          <p:cNvPr id="32" name="Editable chart path">
            <a:extLst xmlns:a="http://schemas.openxmlformats.org/drawingml/2006/main">
              <a:ext uri="{FF2B5EF4-FFF2-40B4-BE49-F238E27FC236}">
                <a16:creationId xmlns:a16="http://schemas.microsoft.com/office/drawing/2014/main" id="{91C697ED-6B46-43A8-99BD-C18E4232F44D}"/>
              </a:ext>
            </a:extLst>
          </p:cNvPr>
          <p:cNvSpPr>
            <a:spLocks xmlns:a="http://schemas.openxmlformats.org/drawingml/2006/main" noGrp="1"/>
          </p:cNvSpPr>
          <p:nvPr/>
        </p:nvSpPr>
        <p:spPr>
          <a:xfrm xmlns:a="http://schemas.openxmlformats.org/drawingml/2006/main">
            <a:off x="2997662" y="3490583"/>
            <a:ext cx="3003088"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5606">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1481D737-9A01-4379-93D2-8DA26E8B7CCD}"/>
              </a:ext>
            </a:extLst>
          </p:cNvPr>
          <p:cNvSpPr>
            <a:spLocks xmlns:a="http://schemas.openxmlformats.org/drawingml/2006/main" noGrp="1"/>
          </p:cNvSpPr>
          <p:nvPr/>
        </p:nvSpPr>
        <p:spPr>
          <a:xfrm xmlns:a="http://schemas.openxmlformats.org/drawingml/2006/main">
            <a:off x="2964963" y="3490583"/>
            <a:ext cx="3269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34" name="">
            <a:extLst xmlns:a="http://schemas.openxmlformats.org/drawingml/2006/main">
              <a:ext uri="{FF2B5EF4-FFF2-40B4-BE49-F238E27FC236}">
                <a16:creationId xmlns:a16="http://schemas.microsoft.com/office/drawing/2014/main" id="{FDF2BE4C-735F-45DD-A95E-3F3E94810399}"/>
              </a:ext>
            </a:extLst>
          </p:cNvPr>
          <p:cNvSpPr>
            <a:spLocks xmlns:a="http://schemas.openxmlformats.org/drawingml/2006/main" noGrp="1"/>
          </p:cNvSpPr>
          <p:nvPr/>
        </p:nvSpPr>
        <p:spPr>
          <a:xfrm xmlns:a="http://schemas.openxmlformats.org/drawingml/2006/main" rot="0">
            <a:off x="1775331" y="3381665"/>
            <a:ext cx="11518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MRT exit &lt; 300 m</a:t>
            </a:r>
          </a:p>
        </p:txBody>
      </p:sp>
      <p:sp>
        <p:nvSpPr>
          <p:cNvPr id="35" name="Editable chart path">
            <a:extLst xmlns:a="http://schemas.openxmlformats.org/drawingml/2006/main">
              <a:ext uri="{FF2B5EF4-FFF2-40B4-BE49-F238E27FC236}">
                <a16:creationId xmlns:a16="http://schemas.microsoft.com/office/drawing/2014/main" id="{21FF8203-077E-4375-BE15-5BF5DA611655}"/>
              </a:ext>
            </a:extLst>
          </p:cNvPr>
          <p:cNvSpPr>
            <a:spLocks xmlns:a="http://schemas.openxmlformats.org/drawingml/2006/main" noGrp="1"/>
          </p:cNvSpPr>
          <p:nvPr/>
        </p:nvSpPr>
        <p:spPr>
          <a:xfrm xmlns:a="http://schemas.openxmlformats.org/drawingml/2006/main">
            <a:off x="2997662" y="3805157"/>
            <a:ext cx="3003088"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5606">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1B969AD0-3756-4788-B152-C90DDB2C326F}"/>
              </a:ext>
            </a:extLst>
          </p:cNvPr>
          <p:cNvSpPr>
            <a:spLocks xmlns:a="http://schemas.openxmlformats.org/drawingml/2006/main" noGrp="1"/>
          </p:cNvSpPr>
          <p:nvPr/>
        </p:nvSpPr>
        <p:spPr>
          <a:xfrm xmlns:a="http://schemas.openxmlformats.org/drawingml/2006/main">
            <a:off x="2964963" y="3805157"/>
            <a:ext cx="3269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37" name="">
            <a:extLst xmlns:a="http://schemas.openxmlformats.org/drawingml/2006/main">
              <a:ext uri="{FF2B5EF4-FFF2-40B4-BE49-F238E27FC236}">
                <a16:creationId xmlns:a16="http://schemas.microsoft.com/office/drawing/2014/main" id="{42FE47A3-6985-4188-9F8A-99B7FCC3BBA8}"/>
              </a:ext>
            </a:extLst>
          </p:cNvPr>
          <p:cNvSpPr>
            <a:spLocks xmlns:a="http://schemas.openxmlformats.org/drawingml/2006/main" noGrp="1"/>
          </p:cNvSpPr>
          <p:nvPr/>
        </p:nvSpPr>
        <p:spPr>
          <a:xfrm xmlns:a="http://schemas.openxmlformats.org/drawingml/2006/main" rot="0">
            <a:off x="1477865" y="3696239"/>
            <a:ext cx="144932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MRT exit 300-1,000 m</a:t>
            </a:r>
          </a:p>
        </p:txBody>
      </p:sp>
      <p:sp>
        <p:nvSpPr>
          <p:cNvPr id="38" name="Editable chart path">
            <a:extLst xmlns:a="http://schemas.openxmlformats.org/drawingml/2006/main">
              <a:ext uri="{FF2B5EF4-FFF2-40B4-BE49-F238E27FC236}">
                <a16:creationId xmlns:a16="http://schemas.microsoft.com/office/drawing/2014/main" id="{31DEDCB5-E0DD-4D34-81E8-8FD6E6CBBF46}"/>
              </a:ext>
            </a:extLst>
          </p:cNvPr>
          <p:cNvSpPr>
            <a:spLocks xmlns:a="http://schemas.openxmlformats.org/drawingml/2006/main" noGrp="1"/>
          </p:cNvSpPr>
          <p:nvPr/>
        </p:nvSpPr>
        <p:spPr>
          <a:xfrm xmlns:a="http://schemas.openxmlformats.org/drawingml/2006/main">
            <a:off x="2997662" y="4119732"/>
            <a:ext cx="3003088"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5606">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DF462FE8-7899-4536-838F-4ACFEA7C3D49}"/>
              </a:ext>
            </a:extLst>
          </p:cNvPr>
          <p:cNvSpPr>
            <a:spLocks xmlns:a="http://schemas.openxmlformats.org/drawingml/2006/main" noGrp="1"/>
          </p:cNvSpPr>
          <p:nvPr/>
        </p:nvSpPr>
        <p:spPr>
          <a:xfrm xmlns:a="http://schemas.openxmlformats.org/drawingml/2006/main">
            <a:off x="2964963" y="4119732"/>
            <a:ext cx="3269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40" name="">
            <a:extLst xmlns:a="http://schemas.openxmlformats.org/drawingml/2006/main">
              <a:ext uri="{FF2B5EF4-FFF2-40B4-BE49-F238E27FC236}">
                <a16:creationId xmlns:a16="http://schemas.microsoft.com/office/drawing/2014/main" id="{1D0BF5F5-7559-46AF-93A2-13E8A54EB7A1}"/>
              </a:ext>
            </a:extLst>
          </p:cNvPr>
          <p:cNvSpPr>
            <a:spLocks xmlns:a="http://schemas.openxmlformats.org/drawingml/2006/main" noGrp="1"/>
          </p:cNvSpPr>
          <p:nvPr/>
        </p:nvSpPr>
        <p:spPr>
          <a:xfrm xmlns:a="http://schemas.openxmlformats.org/drawingml/2006/main" rot="0">
            <a:off x="984572" y="4010813"/>
            <a:ext cx="19439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MRT exit &gt;= 1 km (reference)</a:t>
            </a:r>
          </a:p>
        </p:txBody>
      </p:sp>
      <p:sp>
        <p:nvSpPr>
          <p:cNvPr id="41" name="Editable chart path">
            <a:extLst xmlns:a="http://schemas.openxmlformats.org/drawingml/2006/main">
              <a:ext uri="{FF2B5EF4-FFF2-40B4-BE49-F238E27FC236}">
                <a16:creationId xmlns:a16="http://schemas.microsoft.com/office/drawing/2014/main" id="{94257345-0BBD-47B0-86D6-AFC1A7441037}"/>
              </a:ext>
            </a:extLst>
          </p:cNvPr>
          <p:cNvSpPr>
            <a:spLocks xmlns:a="http://schemas.openxmlformats.org/drawingml/2006/main" noGrp="1"/>
          </p:cNvSpPr>
          <p:nvPr/>
        </p:nvSpPr>
        <p:spPr>
          <a:xfrm xmlns:a="http://schemas.openxmlformats.org/drawingml/2006/main">
            <a:off x="2997662" y="4434306"/>
            <a:ext cx="3003088"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5606">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9A194B8E-ECBD-4CBA-AAAE-1C7BB3C646CA}"/>
              </a:ext>
            </a:extLst>
          </p:cNvPr>
          <p:cNvSpPr>
            <a:spLocks xmlns:a="http://schemas.openxmlformats.org/drawingml/2006/main" noGrp="1"/>
          </p:cNvSpPr>
          <p:nvPr/>
        </p:nvSpPr>
        <p:spPr>
          <a:xfrm xmlns:a="http://schemas.openxmlformats.org/drawingml/2006/main">
            <a:off x="2964963" y="4434306"/>
            <a:ext cx="3269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43" name="">
            <a:extLst xmlns:a="http://schemas.openxmlformats.org/drawingml/2006/main">
              <a:ext uri="{FF2B5EF4-FFF2-40B4-BE49-F238E27FC236}">
                <a16:creationId xmlns:a16="http://schemas.microsoft.com/office/drawing/2014/main" id="{31D75E49-04A8-4421-9ABB-7D128FD5FC23}"/>
              </a:ext>
            </a:extLst>
          </p:cNvPr>
          <p:cNvSpPr>
            <a:spLocks xmlns:a="http://schemas.openxmlformats.org/drawingml/2006/main" noGrp="1"/>
          </p:cNvSpPr>
          <p:nvPr/>
        </p:nvSpPr>
        <p:spPr>
          <a:xfrm xmlns:a="http://schemas.openxmlformats.org/drawingml/2006/main" rot="0">
            <a:off x="1286413" y="4325388"/>
            <a:ext cx="164077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Taxi stand within 300 m</a:t>
            </a:r>
          </a:p>
        </p:txBody>
      </p:sp>
      <p:sp>
        <p:nvSpPr>
          <p:cNvPr id="44" name="Editable chart path">
            <a:extLst xmlns:a="http://schemas.openxmlformats.org/drawingml/2006/main">
              <a:ext uri="{FF2B5EF4-FFF2-40B4-BE49-F238E27FC236}">
                <a16:creationId xmlns:a16="http://schemas.microsoft.com/office/drawing/2014/main" id="{2D300756-41E0-48D2-96C6-9CAEC0C3DA74}"/>
              </a:ext>
            </a:extLst>
          </p:cNvPr>
          <p:cNvSpPr>
            <a:spLocks xmlns:a="http://schemas.openxmlformats.org/drawingml/2006/main" noGrp="1"/>
          </p:cNvSpPr>
          <p:nvPr/>
        </p:nvSpPr>
        <p:spPr>
          <a:xfrm xmlns:a="http://schemas.openxmlformats.org/drawingml/2006/main">
            <a:off x="2997662" y="4748880"/>
            <a:ext cx="3003088"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5606">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B4A542C3-0C31-4DFB-9AA6-254BFE645C31}"/>
              </a:ext>
            </a:extLst>
          </p:cNvPr>
          <p:cNvSpPr>
            <a:spLocks xmlns:a="http://schemas.openxmlformats.org/drawingml/2006/main" noGrp="1"/>
          </p:cNvSpPr>
          <p:nvPr/>
        </p:nvSpPr>
        <p:spPr>
          <a:xfrm xmlns:a="http://schemas.openxmlformats.org/drawingml/2006/main">
            <a:off x="2964963" y="4748880"/>
            <a:ext cx="3269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74">
            <a:solidFill>
              <a:srgbClr val="5A6683"/>
            </a:solidFill>
            <a:prstDash val="solid"/>
          </a:ln>
        </p:spPr>
      </p:sp>
      <p:sp>
        <p:nvSpPr>
          <p:cNvPr id="46" name="">
            <a:extLst xmlns:a="http://schemas.openxmlformats.org/drawingml/2006/main">
              <a:ext uri="{FF2B5EF4-FFF2-40B4-BE49-F238E27FC236}">
                <a16:creationId xmlns:a16="http://schemas.microsoft.com/office/drawing/2014/main" id="{F29CF330-6564-4547-896C-11503A0583C7}"/>
              </a:ext>
            </a:extLst>
          </p:cNvPr>
          <p:cNvSpPr>
            <a:spLocks xmlns:a="http://schemas.openxmlformats.org/drawingml/2006/main" noGrp="1"/>
          </p:cNvSpPr>
          <p:nvPr/>
        </p:nvSpPr>
        <p:spPr>
          <a:xfrm xmlns:a="http://schemas.openxmlformats.org/drawingml/2006/main" rot="0">
            <a:off x="2200680" y="4639962"/>
            <a:ext cx="72618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Mall in cell</a:t>
            </a:r>
          </a:p>
        </p:txBody>
      </p:sp>
      <p:sp>
        <p:nvSpPr>
          <p:cNvPr id="47" name="Editable chart path">
            <a:extLst xmlns:a="http://schemas.openxmlformats.org/drawingml/2006/main">
              <a:ext uri="{FF2B5EF4-FFF2-40B4-BE49-F238E27FC236}">
                <a16:creationId xmlns:a16="http://schemas.microsoft.com/office/drawing/2014/main" id="{1EC3B707-DD0C-4C20-844E-D147EF5EF5B7}"/>
              </a:ext>
            </a:extLst>
          </p:cNvPr>
          <p:cNvSpPr>
            <a:spLocks xmlns:a="http://schemas.openxmlformats.org/drawingml/2006/main" noGrp="1"/>
          </p:cNvSpPr>
          <p:nvPr/>
        </p:nvSpPr>
        <p:spPr>
          <a:xfrm xmlns:a="http://schemas.openxmlformats.org/drawingml/2006/main">
            <a:off x="3134166" y="3176009"/>
            <a:ext cx="627624" cy="95"/>
          </a:xfrm>
          <a:custGeom xmlns:a="http://schemas.openxmlformats.org/drawingml/2006/main">
            <a:pathLst>
              <a:path w="639879" h="95">
                <a:moveTo>
                  <a:pt x="0" y="0"/>
                </a:moveTo>
                <a:lnTo>
                  <a:pt x="639879" y="0"/>
                </a:lnTo>
              </a:path>
            </a:pathLst>
          </a:custGeom>
          <a:noFill xmlns:a="http://schemas.openxmlformats.org/drawingml/2006/main"/>
          <a:ln xmlns:a="http://schemas.openxmlformats.org/drawingml/2006/main" w="14014">
            <a:solidFill>
              <a:srgbClr val="224889"/>
            </a:solidFill>
            <a:prstDash val="solid"/>
          </a:ln>
        </p:spPr>
      </p:sp>
      <p:sp>
        <p:nvSpPr>
          <p:cNvPr id="48" name="Editable chart path">
            <a:extLst xmlns:a="http://schemas.openxmlformats.org/drawingml/2006/main">
              <a:ext uri="{FF2B5EF4-FFF2-40B4-BE49-F238E27FC236}">
                <a16:creationId xmlns:a16="http://schemas.microsoft.com/office/drawing/2014/main" id="{0AF3EC32-94AD-45A9-A011-2071F22FE526}"/>
              </a:ext>
            </a:extLst>
          </p:cNvPr>
          <p:cNvSpPr>
            <a:spLocks xmlns:a="http://schemas.openxmlformats.org/drawingml/2006/main" noGrp="1"/>
          </p:cNvSpPr>
          <p:nvPr/>
        </p:nvSpPr>
        <p:spPr>
          <a:xfrm xmlns:a="http://schemas.openxmlformats.org/drawingml/2006/main">
            <a:off x="4451426" y="3490583"/>
            <a:ext cx="366366" cy="95"/>
          </a:xfrm>
          <a:custGeom xmlns:a="http://schemas.openxmlformats.org/drawingml/2006/main">
            <a:pathLst>
              <a:path w="373519" h="95">
                <a:moveTo>
                  <a:pt x="0" y="0"/>
                </a:moveTo>
                <a:lnTo>
                  <a:pt x="373519" y="0"/>
                </a:lnTo>
              </a:path>
            </a:pathLst>
          </a:custGeom>
          <a:noFill xmlns:a="http://schemas.openxmlformats.org/drawingml/2006/main"/>
          <a:ln xmlns:a="http://schemas.openxmlformats.org/drawingml/2006/main" w="14014">
            <a:solidFill>
              <a:srgbClr val="224889"/>
            </a:solidFill>
            <a:prstDash val="solid"/>
          </a:ln>
        </p:spPr>
      </p:sp>
      <p:sp>
        <p:nvSpPr>
          <p:cNvPr id="49" name="Editable chart path">
            <a:extLst xmlns:a="http://schemas.openxmlformats.org/drawingml/2006/main">
              <a:ext uri="{FF2B5EF4-FFF2-40B4-BE49-F238E27FC236}">
                <a16:creationId xmlns:a16="http://schemas.microsoft.com/office/drawing/2014/main" id="{8D752746-862E-47D3-BFEE-19CC98EAA0D7}"/>
              </a:ext>
            </a:extLst>
          </p:cNvPr>
          <p:cNvSpPr>
            <a:spLocks xmlns:a="http://schemas.openxmlformats.org/drawingml/2006/main" noGrp="1"/>
          </p:cNvSpPr>
          <p:nvPr/>
        </p:nvSpPr>
        <p:spPr>
          <a:xfrm xmlns:a="http://schemas.openxmlformats.org/drawingml/2006/main">
            <a:off x="4548934" y="3805157"/>
            <a:ext cx="339040" cy="95"/>
          </a:xfrm>
          <a:custGeom xmlns:a="http://schemas.openxmlformats.org/drawingml/2006/main">
            <a:pathLst>
              <a:path w="345660" h="95">
                <a:moveTo>
                  <a:pt x="0" y="0"/>
                </a:moveTo>
                <a:lnTo>
                  <a:pt x="345660" y="0"/>
                </a:lnTo>
              </a:path>
            </a:pathLst>
          </a:custGeom>
          <a:noFill xmlns:a="http://schemas.openxmlformats.org/drawingml/2006/main"/>
          <a:ln xmlns:a="http://schemas.openxmlformats.org/drawingml/2006/main" w="14014">
            <a:solidFill>
              <a:srgbClr val="224889"/>
            </a:solidFill>
            <a:prstDash val="solid"/>
          </a:ln>
        </p:spPr>
      </p:sp>
      <p:sp>
        <p:nvSpPr>
          <p:cNvPr id="50" name="Editable chart path">
            <a:extLst xmlns:a="http://schemas.openxmlformats.org/drawingml/2006/main">
              <a:ext uri="{FF2B5EF4-FFF2-40B4-BE49-F238E27FC236}">
                <a16:creationId xmlns:a16="http://schemas.microsoft.com/office/drawing/2014/main" id="{6121A96C-AA1C-415C-A136-485709FF877F}"/>
              </a:ext>
            </a:extLst>
          </p:cNvPr>
          <p:cNvSpPr>
            <a:spLocks xmlns:a="http://schemas.openxmlformats.org/drawingml/2006/main" noGrp="1"/>
          </p:cNvSpPr>
          <p:nvPr/>
        </p:nvSpPr>
        <p:spPr>
          <a:xfrm xmlns:a="http://schemas.openxmlformats.org/drawingml/2006/main">
            <a:off x="4533943" y="4119732"/>
            <a:ext cx="286513" cy="95"/>
          </a:xfrm>
          <a:custGeom xmlns:a="http://schemas.openxmlformats.org/drawingml/2006/main">
            <a:pathLst>
              <a:path w="292107" h="95">
                <a:moveTo>
                  <a:pt x="0" y="0"/>
                </a:moveTo>
                <a:lnTo>
                  <a:pt x="292107" y="0"/>
                </a:lnTo>
              </a:path>
            </a:pathLst>
          </a:custGeom>
          <a:noFill xmlns:a="http://schemas.openxmlformats.org/drawingml/2006/main"/>
          <a:ln xmlns:a="http://schemas.openxmlformats.org/drawingml/2006/main" w="14014">
            <a:solidFill>
              <a:srgbClr val="224889"/>
            </a:solidFill>
            <a:prstDash val="solid"/>
          </a:ln>
        </p:spPr>
      </p:sp>
      <p:sp>
        <p:nvSpPr>
          <p:cNvPr id="51" name="Editable chart path">
            <a:extLst xmlns:a="http://schemas.openxmlformats.org/drawingml/2006/main">
              <a:ext uri="{FF2B5EF4-FFF2-40B4-BE49-F238E27FC236}">
                <a16:creationId xmlns:a16="http://schemas.microsoft.com/office/drawing/2014/main" id="{D459D1EB-9B78-4AC7-B8CD-CA07E5DF3C1F}"/>
              </a:ext>
            </a:extLst>
          </p:cNvPr>
          <p:cNvSpPr>
            <a:spLocks xmlns:a="http://schemas.openxmlformats.org/drawingml/2006/main" noGrp="1"/>
          </p:cNvSpPr>
          <p:nvPr/>
        </p:nvSpPr>
        <p:spPr>
          <a:xfrm xmlns:a="http://schemas.openxmlformats.org/drawingml/2006/main">
            <a:off x="4528071" y="4434306"/>
            <a:ext cx="364963" cy="95"/>
          </a:xfrm>
          <a:custGeom xmlns:a="http://schemas.openxmlformats.org/drawingml/2006/main">
            <a:pathLst>
              <a:path w="372089" h="95">
                <a:moveTo>
                  <a:pt x="0" y="0"/>
                </a:moveTo>
                <a:lnTo>
                  <a:pt x="372089" y="0"/>
                </a:lnTo>
              </a:path>
            </a:pathLst>
          </a:custGeom>
          <a:noFill xmlns:a="http://schemas.openxmlformats.org/drawingml/2006/main"/>
          <a:ln xmlns:a="http://schemas.openxmlformats.org/drawingml/2006/main" w="14014">
            <a:solidFill>
              <a:srgbClr val="224889"/>
            </a:solidFill>
            <a:prstDash val="solid"/>
          </a:ln>
        </p:spPr>
      </p:sp>
      <p:sp>
        <p:nvSpPr>
          <p:cNvPr id="52" name="Editable chart path">
            <a:extLst xmlns:a="http://schemas.openxmlformats.org/drawingml/2006/main">
              <a:ext uri="{FF2B5EF4-FFF2-40B4-BE49-F238E27FC236}">
                <a16:creationId xmlns:a16="http://schemas.microsoft.com/office/drawing/2014/main" id="{53279BBF-86EC-43BB-86B3-07AC3C7B368B}"/>
              </a:ext>
            </a:extLst>
          </p:cNvPr>
          <p:cNvSpPr>
            <a:spLocks xmlns:a="http://schemas.openxmlformats.org/drawingml/2006/main" noGrp="1"/>
          </p:cNvSpPr>
          <p:nvPr/>
        </p:nvSpPr>
        <p:spPr>
          <a:xfrm xmlns:a="http://schemas.openxmlformats.org/drawingml/2006/main">
            <a:off x="4487494" y="4748880"/>
            <a:ext cx="319718" cy="95"/>
          </a:xfrm>
          <a:custGeom xmlns:a="http://schemas.openxmlformats.org/drawingml/2006/main">
            <a:pathLst>
              <a:path w="325961" h="95">
                <a:moveTo>
                  <a:pt x="0" y="0"/>
                </a:moveTo>
                <a:lnTo>
                  <a:pt x="325961" y="0"/>
                </a:lnTo>
              </a:path>
            </a:pathLst>
          </a:custGeom>
          <a:noFill xmlns:a="http://schemas.openxmlformats.org/drawingml/2006/main"/>
          <a:ln xmlns:a="http://schemas.openxmlformats.org/drawingml/2006/main" w="14014">
            <a:solidFill>
              <a:srgbClr val="224889"/>
            </a:solidFill>
            <a:prstDash val="solid"/>
          </a:ln>
        </p:spPr>
      </p:sp>
      <p:sp>
        <p:nvSpPr>
          <p:cNvPr id="53" name="Editable chart path">
            <a:extLst xmlns:a="http://schemas.openxmlformats.org/drawingml/2006/main">
              <a:ext uri="{FF2B5EF4-FFF2-40B4-BE49-F238E27FC236}">
                <a16:creationId xmlns:a16="http://schemas.microsoft.com/office/drawing/2014/main" id="{9D1A3E00-1C64-4EEF-B77C-8714EF5A34F4}"/>
              </a:ext>
            </a:extLst>
          </p:cNvPr>
          <p:cNvSpPr>
            <a:spLocks xmlns:a="http://schemas.openxmlformats.org/drawingml/2006/main" noGrp="1"/>
          </p:cNvSpPr>
          <p:nvPr/>
        </p:nvSpPr>
        <p:spPr>
          <a:xfrm xmlns:a="http://schemas.openxmlformats.org/drawingml/2006/main">
            <a:off x="3134166" y="3147981"/>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54" name="Editable chart path">
            <a:extLst xmlns:a="http://schemas.openxmlformats.org/drawingml/2006/main">
              <a:ext uri="{FF2B5EF4-FFF2-40B4-BE49-F238E27FC236}">
                <a16:creationId xmlns:a16="http://schemas.microsoft.com/office/drawing/2014/main" id="{1261FA24-3463-41AE-BC2D-6521F0B4E28C}"/>
              </a:ext>
            </a:extLst>
          </p:cNvPr>
          <p:cNvSpPr>
            <a:spLocks xmlns:a="http://schemas.openxmlformats.org/drawingml/2006/main" noGrp="1"/>
          </p:cNvSpPr>
          <p:nvPr/>
        </p:nvSpPr>
        <p:spPr>
          <a:xfrm xmlns:a="http://schemas.openxmlformats.org/drawingml/2006/main">
            <a:off x="4451426" y="3462555"/>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55" name="Editable chart path">
            <a:extLst xmlns:a="http://schemas.openxmlformats.org/drawingml/2006/main">
              <a:ext uri="{FF2B5EF4-FFF2-40B4-BE49-F238E27FC236}">
                <a16:creationId xmlns:a16="http://schemas.microsoft.com/office/drawing/2014/main" id="{0B72AEC5-4312-4DCB-BA01-6BDD1CFD7919}"/>
              </a:ext>
            </a:extLst>
          </p:cNvPr>
          <p:cNvSpPr>
            <a:spLocks xmlns:a="http://schemas.openxmlformats.org/drawingml/2006/main" noGrp="1"/>
          </p:cNvSpPr>
          <p:nvPr/>
        </p:nvSpPr>
        <p:spPr>
          <a:xfrm xmlns:a="http://schemas.openxmlformats.org/drawingml/2006/main">
            <a:off x="4548934" y="3777130"/>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56" name="Editable chart path">
            <a:extLst xmlns:a="http://schemas.openxmlformats.org/drawingml/2006/main">
              <a:ext uri="{FF2B5EF4-FFF2-40B4-BE49-F238E27FC236}">
                <a16:creationId xmlns:a16="http://schemas.microsoft.com/office/drawing/2014/main" id="{42154241-FEFD-4BBF-BFC4-0E90E044D39E}"/>
              </a:ext>
            </a:extLst>
          </p:cNvPr>
          <p:cNvSpPr>
            <a:spLocks xmlns:a="http://schemas.openxmlformats.org/drawingml/2006/main" noGrp="1"/>
          </p:cNvSpPr>
          <p:nvPr/>
        </p:nvSpPr>
        <p:spPr>
          <a:xfrm xmlns:a="http://schemas.openxmlformats.org/drawingml/2006/main">
            <a:off x="4533943" y="4091704"/>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57" name="Editable chart path">
            <a:extLst xmlns:a="http://schemas.openxmlformats.org/drawingml/2006/main">
              <a:ext uri="{FF2B5EF4-FFF2-40B4-BE49-F238E27FC236}">
                <a16:creationId xmlns:a16="http://schemas.microsoft.com/office/drawing/2014/main" id="{CAC6070E-F067-4DDB-9399-4F0BABC6E43F}"/>
              </a:ext>
            </a:extLst>
          </p:cNvPr>
          <p:cNvSpPr>
            <a:spLocks xmlns:a="http://schemas.openxmlformats.org/drawingml/2006/main" noGrp="1"/>
          </p:cNvSpPr>
          <p:nvPr/>
        </p:nvSpPr>
        <p:spPr>
          <a:xfrm xmlns:a="http://schemas.openxmlformats.org/drawingml/2006/main">
            <a:off x="4528071" y="4406278"/>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58" name="Editable chart path">
            <a:extLst xmlns:a="http://schemas.openxmlformats.org/drawingml/2006/main">
              <a:ext uri="{FF2B5EF4-FFF2-40B4-BE49-F238E27FC236}">
                <a16:creationId xmlns:a16="http://schemas.microsoft.com/office/drawing/2014/main" id="{A7DBB993-9937-4798-8BD8-8C0142F9E983}"/>
              </a:ext>
            </a:extLst>
          </p:cNvPr>
          <p:cNvSpPr>
            <a:spLocks xmlns:a="http://schemas.openxmlformats.org/drawingml/2006/main" noGrp="1"/>
          </p:cNvSpPr>
          <p:nvPr/>
        </p:nvSpPr>
        <p:spPr>
          <a:xfrm xmlns:a="http://schemas.openxmlformats.org/drawingml/2006/main">
            <a:off x="4487494" y="4720853"/>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59" name="Editable chart path">
            <a:extLst xmlns:a="http://schemas.openxmlformats.org/drawingml/2006/main">
              <a:ext uri="{FF2B5EF4-FFF2-40B4-BE49-F238E27FC236}">
                <a16:creationId xmlns:a16="http://schemas.microsoft.com/office/drawing/2014/main" id="{F11FDCEB-F964-44D7-89BD-A782F99F1EEE}"/>
              </a:ext>
            </a:extLst>
          </p:cNvPr>
          <p:cNvSpPr>
            <a:spLocks xmlns:a="http://schemas.openxmlformats.org/drawingml/2006/main" noGrp="1"/>
          </p:cNvSpPr>
          <p:nvPr/>
        </p:nvSpPr>
        <p:spPr>
          <a:xfrm xmlns:a="http://schemas.openxmlformats.org/drawingml/2006/main">
            <a:off x="3761791" y="3147981"/>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60" name="Editable chart path">
            <a:extLst xmlns:a="http://schemas.openxmlformats.org/drawingml/2006/main">
              <a:ext uri="{FF2B5EF4-FFF2-40B4-BE49-F238E27FC236}">
                <a16:creationId xmlns:a16="http://schemas.microsoft.com/office/drawing/2014/main" id="{30555119-BC54-41F7-A2A0-1648B99B4A13}"/>
              </a:ext>
            </a:extLst>
          </p:cNvPr>
          <p:cNvSpPr>
            <a:spLocks xmlns:a="http://schemas.openxmlformats.org/drawingml/2006/main" noGrp="1"/>
          </p:cNvSpPr>
          <p:nvPr/>
        </p:nvSpPr>
        <p:spPr>
          <a:xfrm xmlns:a="http://schemas.openxmlformats.org/drawingml/2006/main">
            <a:off x="4817792" y="3462555"/>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61" name="Editable chart path">
            <a:extLst xmlns:a="http://schemas.openxmlformats.org/drawingml/2006/main">
              <a:ext uri="{FF2B5EF4-FFF2-40B4-BE49-F238E27FC236}">
                <a16:creationId xmlns:a16="http://schemas.microsoft.com/office/drawing/2014/main" id="{F043F88D-41A5-4E0F-AA92-171D642CA1F0}"/>
              </a:ext>
            </a:extLst>
          </p:cNvPr>
          <p:cNvSpPr>
            <a:spLocks xmlns:a="http://schemas.openxmlformats.org/drawingml/2006/main" noGrp="1"/>
          </p:cNvSpPr>
          <p:nvPr/>
        </p:nvSpPr>
        <p:spPr>
          <a:xfrm xmlns:a="http://schemas.openxmlformats.org/drawingml/2006/main">
            <a:off x="4887974" y="3777130"/>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62" name="Editable chart path">
            <a:extLst xmlns:a="http://schemas.openxmlformats.org/drawingml/2006/main">
              <a:ext uri="{FF2B5EF4-FFF2-40B4-BE49-F238E27FC236}">
                <a16:creationId xmlns:a16="http://schemas.microsoft.com/office/drawing/2014/main" id="{103E0809-7678-4D20-9885-B16488759772}"/>
              </a:ext>
            </a:extLst>
          </p:cNvPr>
          <p:cNvSpPr>
            <a:spLocks xmlns:a="http://schemas.openxmlformats.org/drawingml/2006/main" noGrp="1"/>
          </p:cNvSpPr>
          <p:nvPr/>
        </p:nvSpPr>
        <p:spPr>
          <a:xfrm xmlns:a="http://schemas.openxmlformats.org/drawingml/2006/main">
            <a:off x="4820457" y="4091704"/>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63" name="Editable chart path">
            <a:extLst xmlns:a="http://schemas.openxmlformats.org/drawingml/2006/main">
              <a:ext uri="{FF2B5EF4-FFF2-40B4-BE49-F238E27FC236}">
                <a16:creationId xmlns:a16="http://schemas.microsoft.com/office/drawing/2014/main" id="{D76EF0E0-6AB2-48EB-B2D2-901BDF49DD67}"/>
              </a:ext>
            </a:extLst>
          </p:cNvPr>
          <p:cNvSpPr>
            <a:spLocks xmlns:a="http://schemas.openxmlformats.org/drawingml/2006/main" noGrp="1"/>
          </p:cNvSpPr>
          <p:nvPr/>
        </p:nvSpPr>
        <p:spPr>
          <a:xfrm xmlns:a="http://schemas.openxmlformats.org/drawingml/2006/main">
            <a:off x="4893034" y="4406278"/>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64" name="Editable chart path">
            <a:extLst xmlns:a="http://schemas.openxmlformats.org/drawingml/2006/main">
              <a:ext uri="{FF2B5EF4-FFF2-40B4-BE49-F238E27FC236}">
                <a16:creationId xmlns:a16="http://schemas.microsoft.com/office/drawing/2014/main" id="{CD192166-0A73-454F-8D5A-B362E17BD914}"/>
              </a:ext>
            </a:extLst>
          </p:cNvPr>
          <p:cNvSpPr>
            <a:spLocks xmlns:a="http://schemas.openxmlformats.org/drawingml/2006/main" noGrp="1"/>
          </p:cNvSpPr>
          <p:nvPr/>
        </p:nvSpPr>
        <p:spPr>
          <a:xfrm xmlns:a="http://schemas.openxmlformats.org/drawingml/2006/main">
            <a:off x="4807213" y="4720853"/>
            <a:ext cx="95" cy="56056"/>
          </a:xfrm>
          <a:custGeom xmlns:a="http://schemas.openxmlformats.org/drawingml/2006/main">
            <a:pathLst>
              <a:path w="95" h="57150">
                <a:moveTo>
                  <a:pt x="0" y="57150"/>
                </a:moveTo>
                <a:lnTo>
                  <a:pt x="0" y="0"/>
                </a:lnTo>
              </a:path>
            </a:pathLst>
          </a:custGeom>
          <a:solidFill xmlns:a="http://schemas.openxmlformats.org/drawingml/2006/main">
            <a:srgbClr val="224889"/>
          </a:solidFill>
          <a:ln xmlns:a="http://schemas.openxmlformats.org/drawingml/2006/main" w="9343">
            <a:solidFill>
              <a:srgbClr val="224889"/>
            </a:solidFill>
            <a:prstDash val="solid"/>
          </a:ln>
        </p:spPr>
      </p:sp>
      <p:sp>
        <p:nvSpPr>
          <p:cNvPr id="65" name="Editable chart path">
            <a:extLst xmlns:a="http://schemas.openxmlformats.org/drawingml/2006/main">
              <a:ext uri="{FF2B5EF4-FFF2-40B4-BE49-F238E27FC236}">
                <a16:creationId xmlns:a16="http://schemas.microsoft.com/office/drawing/2014/main" id="{5AD3E9BE-C96B-4381-A0B1-9EEAFAD54868}"/>
              </a:ext>
            </a:extLst>
          </p:cNvPr>
          <p:cNvSpPr>
            <a:spLocks xmlns:a="http://schemas.openxmlformats.org/drawingml/2006/main" noGrp="1"/>
          </p:cNvSpPr>
          <p:nvPr/>
        </p:nvSpPr>
        <p:spPr>
          <a:xfrm xmlns:a="http://schemas.openxmlformats.org/drawingml/2006/main">
            <a:off x="4676020" y="3097365"/>
            <a:ext cx="95" cy="1730159"/>
          </a:xfrm>
          <a:custGeom xmlns:a="http://schemas.openxmlformats.org/drawingml/2006/main">
            <a:pathLst>
              <a:path w="95" h="1763940">
                <a:moveTo>
                  <a:pt x="0" y="1763940"/>
                </a:moveTo>
                <a:lnTo>
                  <a:pt x="0" y="0"/>
                </a:lnTo>
              </a:path>
            </a:pathLst>
          </a:custGeom>
          <a:noFill xmlns:a="http://schemas.openxmlformats.org/drawingml/2006/main"/>
          <a:ln xmlns:a="http://schemas.openxmlformats.org/drawingml/2006/main" w="7474">
            <a:solidFill>
              <a:srgbClr val="5A6683"/>
            </a:solidFill>
            <a:prstDash val="dash"/>
          </a:ln>
        </p:spPr>
      </p:sp>
      <p:sp>
        <p:nvSpPr>
          <p:cNvPr id="66" name="Editable chart path">
            <a:extLst xmlns:a="http://schemas.openxmlformats.org/drawingml/2006/main">
              <a:ext uri="{FF2B5EF4-FFF2-40B4-BE49-F238E27FC236}">
                <a16:creationId xmlns:a16="http://schemas.microsoft.com/office/drawing/2014/main" id="{631283CB-EF28-420B-8564-FE0EA03E6C3B}"/>
              </a:ext>
            </a:extLst>
          </p:cNvPr>
          <p:cNvSpPr>
            <a:spLocks xmlns:a="http://schemas.openxmlformats.org/drawingml/2006/main" noGrp="1"/>
          </p:cNvSpPr>
          <p:nvPr/>
        </p:nvSpPr>
        <p:spPr>
          <a:xfrm xmlns:a="http://schemas.openxmlformats.org/drawingml/2006/main">
            <a:off x="5864246" y="3097365"/>
            <a:ext cx="95" cy="1730159"/>
          </a:xfrm>
          <a:custGeom xmlns:a="http://schemas.openxmlformats.org/drawingml/2006/main">
            <a:pathLst>
              <a:path w="95" h="1763940">
                <a:moveTo>
                  <a:pt x="0" y="1763940"/>
                </a:moveTo>
                <a:lnTo>
                  <a:pt x="0" y="0"/>
                </a:lnTo>
              </a:path>
            </a:pathLst>
          </a:custGeom>
          <a:noFill xmlns:a="http://schemas.openxmlformats.org/drawingml/2006/main"/>
          <a:ln xmlns:a="http://schemas.openxmlformats.org/drawingml/2006/main" w="7474">
            <a:solidFill>
              <a:srgbClr val="5A6683"/>
            </a:solidFill>
            <a:prstDash val="solid"/>
          </a:ln>
        </p:spPr>
      </p:sp>
      <p:sp>
        <p:nvSpPr>
          <p:cNvPr id="67" name="Editable chart path">
            <a:extLst xmlns:a="http://schemas.openxmlformats.org/drawingml/2006/main">
              <a:ext uri="{FF2B5EF4-FFF2-40B4-BE49-F238E27FC236}">
                <a16:creationId xmlns:a16="http://schemas.microsoft.com/office/drawing/2014/main" id="{8E4312BF-835D-4F66-B20D-50249B03FD76}"/>
              </a:ext>
            </a:extLst>
          </p:cNvPr>
          <p:cNvSpPr>
            <a:spLocks xmlns:a="http://schemas.openxmlformats.org/drawingml/2006/main" noGrp="1"/>
          </p:cNvSpPr>
          <p:nvPr/>
        </p:nvSpPr>
        <p:spPr>
          <a:xfrm xmlns:a="http://schemas.openxmlformats.org/drawingml/2006/main">
            <a:off x="3413354" y="3147981"/>
            <a:ext cx="56056" cy="56056"/>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343">
            <a:solidFill>
              <a:srgbClr val="224889"/>
            </a:solidFill>
            <a:prstDash val="solid"/>
          </a:ln>
        </p:spPr>
      </p:sp>
      <p:sp>
        <p:nvSpPr>
          <p:cNvPr id="68" name="Editable chart path">
            <a:extLst xmlns:a="http://schemas.openxmlformats.org/drawingml/2006/main">
              <a:ext uri="{FF2B5EF4-FFF2-40B4-BE49-F238E27FC236}">
                <a16:creationId xmlns:a16="http://schemas.microsoft.com/office/drawing/2014/main" id="{205E71AD-5803-41AB-8CBA-D3F432E4CB8A}"/>
              </a:ext>
            </a:extLst>
          </p:cNvPr>
          <p:cNvSpPr>
            <a:spLocks xmlns:a="http://schemas.openxmlformats.org/drawingml/2006/main" noGrp="1"/>
          </p:cNvSpPr>
          <p:nvPr/>
        </p:nvSpPr>
        <p:spPr>
          <a:xfrm xmlns:a="http://schemas.openxmlformats.org/drawingml/2006/main">
            <a:off x="4604642" y="3462555"/>
            <a:ext cx="56056" cy="56056"/>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343">
            <a:solidFill>
              <a:srgbClr val="224889"/>
            </a:solidFill>
            <a:prstDash val="solid"/>
          </a:ln>
        </p:spPr>
      </p:sp>
      <p:sp>
        <p:nvSpPr>
          <p:cNvPr id="69" name="Editable chart path">
            <a:extLst xmlns:a="http://schemas.openxmlformats.org/drawingml/2006/main">
              <a:ext uri="{FF2B5EF4-FFF2-40B4-BE49-F238E27FC236}">
                <a16:creationId xmlns:a16="http://schemas.microsoft.com/office/drawing/2014/main" id="{CB054416-6CB0-4E65-ABA1-6B76B3DF16DF}"/>
              </a:ext>
            </a:extLst>
          </p:cNvPr>
          <p:cNvSpPr>
            <a:spLocks xmlns:a="http://schemas.openxmlformats.org/drawingml/2006/main" noGrp="1"/>
          </p:cNvSpPr>
          <p:nvPr/>
        </p:nvSpPr>
        <p:spPr>
          <a:xfrm xmlns:a="http://schemas.openxmlformats.org/drawingml/2006/main">
            <a:off x="4688782" y="3777130"/>
            <a:ext cx="56056" cy="56056"/>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343">
            <a:solidFill>
              <a:srgbClr val="224889"/>
            </a:solidFill>
            <a:prstDash val="solid"/>
          </a:ln>
        </p:spPr>
      </p:sp>
      <p:sp>
        <p:nvSpPr>
          <p:cNvPr id="70" name="Editable chart path">
            <a:extLst xmlns:a="http://schemas.openxmlformats.org/drawingml/2006/main">
              <a:ext uri="{FF2B5EF4-FFF2-40B4-BE49-F238E27FC236}">
                <a16:creationId xmlns:a16="http://schemas.microsoft.com/office/drawing/2014/main" id="{F85B998A-59BD-467A-BE9C-FD34835AD0C8}"/>
              </a:ext>
            </a:extLst>
          </p:cNvPr>
          <p:cNvSpPr>
            <a:spLocks xmlns:a="http://schemas.openxmlformats.org/drawingml/2006/main" noGrp="1"/>
          </p:cNvSpPr>
          <p:nvPr/>
        </p:nvSpPr>
        <p:spPr>
          <a:xfrm xmlns:a="http://schemas.openxmlformats.org/drawingml/2006/main">
            <a:off x="4647992" y="4091704"/>
            <a:ext cx="56056" cy="56056"/>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343">
            <a:solidFill>
              <a:srgbClr val="224889"/>
            </a:solidFill>
            <a:prstDash val="solid"/>
          </a:ln>
        </p:spPr>
      </p:sp>
      <p:sp>
        <p:nvSpPr>
          <p:cNvPr id="71" name="Editable chart path">
            <a:extLst xmlns:a="http://schemas.openxmlformats.org/drawingml/2006/main">
              <a:ext uri="{FF2B5EF4-FFF2-40B4-BE49-F238E27FC236}">
                <a16:creationId xmlns:a16="http://schemas.microsoft.com/office/drawing/2014/main" id="{DAC6AE56-28F6-48CA-8205-B7216587D309}"/>
              </a:ext>
            </a:extLst>
          </p:cNvPr>
          <p:cNvSpPr>
            <a:spLocks xmlns:a="http://schemas.openxmlformats.org/drawingml/2006/main" noGrp="1"/>
          </p:cNvSpPr>
          <p:nvPr/>
        </p:nvSpPr>
        <p:spPr>
          <a:xfrm xmlns:a="http://schemas.openxmlformats.org/drawingml/2006/main">
            <a:off x="4680617" y="4406278"/>
            <a:ext cx="56056" cy="56056"/>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343">
            <a:solidFill>
              <a:srgbClr val="224889"/>
            </a:solidFill>
            <a:prstDash val="solid"/>
          </a:ln>
        </p:spPr>
      </p:sp>
      <p:sp>
        <p:nvSpPr>
          <p:cNvPr id="72" name="Editable chart path">
            <a:extLst xmlns:a="http://schemas.openxmlformats.org/drawingml/2006/main">
              <a:ext uri="{FF2B5EF4-FFF2-40B4-BE49-F238E27FC236}">
                <a16:creationId xmlns:a16="http://schemas.microsoft.com/office/drawing/2014/main" id="{9F66BB1C-50A2-48C5-A9B7-7357AA1407D8}"/>
              </a:ext>
            </a:extLst>
          </p:cNvPr>
          <p:cNvSpPr>
            <a:spLocks xmlns:a="http://schemas.openxmlformats.org/drawingml/2006/main" noGrp="1"/>
          </p:cNvSpPr>
          <p:nvPr/>
        </p:nvSpPr>
        <p:spPr>
          <a:xfrm xmlns:a="http://schemas.openxmlformats.org/drawingml/2006/main">
            <a:off x="4617852" y="4720853"/>
            <a:ext cx="56056" cy="56056"/>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24889"/>
          </a:solidFill>
          <a:ln xmlns:a="http://schemas.openxmlformats.org/drawingml/2006/main" w="9343">
            <a:solidFill>
              <a:srgbClr val="224889"/>
            </a:solidFill>
            <a:prstDash val="solid"/>
          </a:ln>
        </p:spPr>
      </p:sp>
      <p:sp>
        <p:nvSpPr>
          <p:cNvPr id="73" name="Editable chart path">
            <a:extLst xmlns:a="http://schemas.openxmlformats.org/drawingml/2006/main">
              <a:ext uri="{FF2B5EF4-FFF2-40B4-BE49-F238E27FC236}">
                <a16:creationId xmlns:a16="http://schemas.microsoft.com/office/drawing/2014/main" id="{7BC13161-C3D6-4D9A-9560-0DC01B84986A}"/>
              </a:ext>
            </a:extLst>
          </p:cNvPr>
          <p:cNvSpPr>
            <a:spLocks xmlns:a="http://schemas.openxmlformats.org/drawingml/2006/main" noGrp="1"/>
          </p:cNvSpPr>
          <p:nvPr/>
        </p:nvSpPr>
        <p:spPr>
          <a:xfrm xmlns:a="http://schemas.openxmlformats.org/drawingml/2006/main">
            <a:off x="2997662" y="3097365"/>
            <a:ext cx="95" cy="1730159"/>
          </a:xfrm>
          <a:custGeom xmlns:a="http://schemas.openxmlformats.org/drawingml/2006/main">
            <a:pathLst>
              <a:path w="95" h="1763940">
                <a:moveTo>
                  <a:pt x="0" y="1763940"/>
                </a:moveTo>
                <a:lnTo>
                  <a:pt x="0" y="0"/>
                </a:lnTo>
              </a:path>
            </a:pathLst>
          </a:custGeom>
          <a:noFill xmlns:a="http://schemas.openxmlformats.org/drawingml/2006/main"/>
          <a:ln xmlns:a="http://schemas.openxmlformats.org/drawingml/2006/main" w="7474">
            <a:solidFill>
              <a:srgbClr val="5A6683"/>
            </a:solidFill>
            <a:prstDash val="solid"/>
          </a:ln>
        </p:spPr>
      </p:sp>
      <p:sp>
        <p:nvSpPr>
          <p:cNvPr id="74" name="Editable chart path">
            <a:extLst xmlns:a="http://schemas.openxmlformats.org/drawingml/2006/main">
              <a:ext uri="{FF2B5EF4-FFF2-40B4-BE49-F238E27FC236}">
                <a16:creationId xmlns:a16="http://schemas.microsoft.com/office/drawing/2014/main" id="{CBF7C8E4-6927-4E7A-8BB2-E7561BDFB2F5}"/>
              </a:ext>
            </a:extLst>
          </p:cNvPr>
          <p:cNvSpPr>
            <a:spLocks xmlns:a="http://schemas.openxmlformats.org/drawingml/2006/main" noGrp="1"/>
          </p:cNvSpPr>
          <p:nvPr/>
        </p:nvSpPr>
        <p:spPr>
          <a:xfrm xmlns:a="http://schemas.openxmlformats.org/drawingml/2006/main">
            <a:off x="2997662" y="4827524"/>
            <a:ext cx="3003088"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7474">
            <a:solidFill>
              <a:srgbClr val="5A6683"/>
            </a:solidFill>
            <a:prstDash val="solid"/>
          </a:ln>
        </p:spPr>
      </p:sp>
      <p:sp>
        <p:nvSpPr>
          <p:cNvPr id="75" name="">
            <a:extLst xmlns:a="http://schemas.openxmlformats.org/drawingml/2006/main">
              <a:ext uri="{FF2B5EF4-FFF2-40B4-BE49-F238E27FC236}">
                <a16:creationId xmlns:a16="http://schemas.microsoft.com/office/drawing/2014/main" id="{47C3C018-5EBB-4E93-B135-F78249912211}"/>
              </a:ext>
            </a:extLst>
          </p:cNvPr>
          <p:cNvSpPr>
            <a:spLocks xmlns:a="http://schemas.openxmlformats.org/drawingml/2006/main" noGrp="1"/>
          </p:cNvSpPr>
          <p:nvPr/>
        </p:nvSpPr>
        <p:spPr>
          <a:xfrm xmlns:a="http://schemas.openxmlformats.org/drawingml/2006/main" rot="0">
            <a:off x="3324547" y="2960084"/>
            <a:ext cx="47272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-24.5%</a:t>
            </a:r>
          </a:p>
        </p:txBody>
      </p:sp>
      <p:sp>
        <p:nvSpPr>
          <p:cNvPr id="76" name="">
            <a:extLst xmlns:a="http://schemas.openxmlformats.org/drawingml/2006/main">
              <a:ext uri="{FF2B5EF4-FFF2-40B4-BE49-F238E27FC236}">
                <a16:creationId xmlns:a16="http://schemas.microsoft.com/office/drawing/2014/main" id="{A0B3B70D-6397-4B37-81A3-493F8CE38E47}"/>
              </a:ext>
            </a:extLst>
          </p:cNvPr>
          <p:cNvSpPr>
            <a:spLocks xmlns:a="http://schemas.openxmlformats.org/drawingml/2006/main" noGrp="1"/>
          </p:cNvSpPr>
          <p:nvPr/>
        </p:nvSpPr>
        <p:spPr>
          <a:xfrm xmlns:a="http://schemas.openxmlformats.org/drawingml/2006/main" rot="0">
            <a:off x="4515835" y="3274658"/>
            <a:ext cx="42957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-12.5%</a:t>
            </a:r>
          </a:p>
        </p:txBody>
      </p:sp>
      <p:sp>
        <p:nvSpPr>
          <p:cNvPr id="77" name="">
            <a:extLst xmlns:a="http://schemas.openxmlformats.org/drawingml/2006/main">
              <a:ext uri="{FF2B5EF4-FFF2-40B4-BE49-F238E27FC236}">
                <a16:creationId xmlns:a16="http://schemas.microsoft.com/office/drawing/2014/main" id="{96661F92-7D54-4CD2-8E15-CC2A7EB713F6}"/>
              </a:ext>
            </a:extLst>
          </p:cNvPr>
          <p:cNvSpPr>
            <a:spLocks xmlns:a="http://schemas.openxmlformats.org/drawingml/2006/main" noGrp="1"/>
          </p:cNvSpPr>
          <p:nvPr/>
        </p:nvSpPr>
        <p:spPr>
          <a:xfrm xmlns:a="http://schemas.openxmlformats.org/drawingml/2006/main" rot="0">
            <a:off x="4599975" y="3589233"/>
            <a:ext cx="39490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-11.6%</a:t>
            </a:r>
          </a:p>
        </p:txBody>
      </p:sp>
      <p:sp>
        <p:nvSpPr>
          <p:cNvPr id="78" name="">
            <a:extLst xmlns:a="http://schemas.openxmlformats.org/drawingml/2006/main">
              <a:ext uri="{FF2B5EF4-FFF2-40B4-BE49-F238E27FC236}">
                <a16:creationId xmlns:a16="http://schemas.microsoft.com/office/drawing/2014/main" id="{772C544D-D03E-4850-B80E-520927B309E0}"/>
              </a:ext>
            </a:extLst>
          </p:cNvPr>
          <p:cNvSpPr>
            <a:spLocks xmlns:a="http://schemas.openxmlformats.org/drawingml/2006/main" noGrp="1"/>
          </p:cNvSpPr>
          <p:nvPr/>
        </p:nvSpPr>
        <p:spPr>
          <a:xfrm xmlns:a="http://schemas.openxmlformats.org/drawingml/2006/main" rot="0">
            <a:off x="4559185" y="3903807"/>
            <a:ext cx="42957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a:t>
            </a:r>
          </a:p>
        </p:txBody>
      </p:sp>
      <p:sp>
        <p:nvSpPr>
          <p:cNvPr id="79" name="">
            <a:extLst xmlns:a="http://schemas.openxmlformats.org/drawingml/2006/main">
              <a:ext uri="{FF2B5EF4-FFF2-40B4-BE49-F238E27FC236}">
                <a16:creationId xmlns:a16="http://schemas.microsoft.com/office/drawing/2014/main" id="{468B5285-5F01-4C96-B1C4-A32B686EA1C3}"/>
              </a:ext>
            </a:extLst>
          </p:cNvPr>
          <p:cNvSpPr>
            <a:spLocks xmlns:a="http://schemas.openxmlformats.org/drawingml/2006/main" noGrp="1"/>
          </p:cNvSpPr>
          <p:nvPr/>
        </p:nvSpPr>
        <p:spPr>
          <a:xfrm xmlns:a="http://schemas.openxmlformats.org/drawingml/2006/main" rot="0">
            <a:off x="4591810" y="4218381"/>
            <a:ext cx="38252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-11.7%</a:t>
            </a:r>
          </a:p>
        </p:txBody>
      </p:sp>
      <p:sp>
        <p:nvSpPr>
          <p:cNvPr id="80" name="">
            <a:extLst xmlns:a="http://schemas.openxmlformats.org/drawingml/2006/main">
              <a:ext uri="{FF2B5EF4-FFF2-40B4-BE49-F238E27FC236}">
                <a16:creationId xmlns:a16="http://schemas.microsoft.com/office/drawing/2014/main" id="{3480984E-0830-4D80-B413-09016AC48D9B}"/>
              </a:ext>
            </a:extLst>
          </p:cNvPr>
          <p:cNvSpPr>
            <a:spLocks xmlns:a="http://schemas.openxmlformats.org/drawingml/2006/main" noGrp="1"/>
          </p:cNvSpPr>
          <p:nvPr/>
        </p:nvSpPr>
        <p:spPr>
          <a:xfrm xmlns:a="http://schemas.openxmlformats.org/drawingml/2006/main" rot="0">
            <a:off x="4529044" y="4532956"/>
            <a:ext cx="42414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-12.3%</a:t>
            </a:r>
          </a:p>
        </p:txBody>
      </p:sp>
      <p:sp>
        <p:nvSpPr>
          <p:cNvPr id="81" name="">
            <a:extLst xmlns:a="http://schemas.openxmlformats.org/drawingml/2006/main">
              <a:ext uri="{FF2B5EF4-FFF2-40B4-BE49-F238E27FC236}">
                <a16:creationId xmlns:a16="http://schemas.microsoft.com/office/drawing/2014/main" id="{61AAC22B-A06D-4CAA-89C1-F019F196B12B}"/>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Share of citywide vacant taxis</a:t>
            </a:r>
          </a:p>
        </p:txBody>
      </p:sp>
      <p:sp>
        <p:nvSpPr>
          <p:cNvPr id="82" name="Editable chart path">
            <a:extLst xmlns:a="http://schemas.openxmlformats.org/drawingml/2006/main">
              <a:ext uri="{FF2B5EF4-FFF2-40B4-BE49-F238E27FC236}">
                <a16:creationId xmlns:a16="http://schemas.microsoft.com/office/drawing/2014/main" id="{1F698044-53D4-4EDB-92F6-FD8A9B6AB468}"/>
              </a:ext>
            </a:extLst>
          </p:cNvPr>
          <p:cNvSpPr>
            <a:spLocks xmlns:a="http://schemas.openxmlformats.org/drawingml/2006/main" noGrp="1"/>
          </p:cNvSpPr>
          <p:nvPr/>
        </p:nvSpPr>
        <p:spPr>
          <a:xfrm xmlns:a="http://schemas.openxmlformats.org/drawingml/2006/main">
            <a:off x="7022625" y="5234380"/>
            <a:ext cx="95" cy="5116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83" name="">
            <a:extLst xmlns:a="http://schemas.openxmlformats.org/drawingml/2006/main">
              <a:ext uri="{FF2B5EF4-FFF2-40B4-BE49-F238E27FC236}">
                <a16:creationId xmlns:a16="http://schemas.microsoft.com/office/drawing/2014/main" id="{DDCB3D7C-93DC-43BD-A3D4-FDBD603A707F}"/>
              </a:ext>
            </a:extLst>
          </p:cNvPr>
          <p:cNvSpPr>
            <a:spLocks xmlns:a="http://schemas.openxmlformats.org/drawingml/2006/main" noGrp="1"/>
          </p:cNvSpPr>
          <p:nvPr/>
        </p:nvSpPr>
        <p:spPr>
          <a:xfrm xmlns:a="http://schemas.openxmlformats.org/drawingml/2006/main" rot="0">
            <a:off x="6895046" y="5315242"/>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84" name="Editable chart path">
            <a:extLst xmlns:a="http://schemas.openxmlformats.org/drawingml/2006/main">
              <a:ext uri="{FF2B5EF4-FFF2-40B4-BE49-F238E27FC236}">
                <a16:creationId xmlns:a16="http://schemas.microsoft.com/office/drawing/2014/main" id="{E3744BBB-9592-42C1-B2DA-AADAA18E5C90}"/>
              </a:ext>
            </a:extLst>
          </p:cNvPr>
          <p:cNvSpPr>
            <a:spLocks xmlns:a="http://schemas.openxmlformats.org/drawingml/2006/main" noGrp="1"/>
          </p:cNvSpPr>
          <p:nvPr/>
        </p:nvSpPr>
        <p:spPr>
          <a:xfrm xmlns:a="http://schemas.openxmlformats.org/drawingml/2006/main">
            <a:off x="7980230" y="5234380"/>
            <a:ext cx="95" cy="5116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85" name="">
            <a:extLst xmlns:a="http://schemas.openxmlformats.org/drawingml/2006/main">
              <a:ext uri="{FF2B5EF4-FFF2-40B4-BE49-F238E27FC236}">
                <a16:creationId xmlns:a16="http://schemas.microsoft.com/office/drawing/2014/main" id="{FD8FF498-8887-40EA-BCA7-964083325078}"/>
              </a:ext>
            </a:extLst>
          </p:cNvPr>
          <p:cNvSpPr>
            <a:spLocks xmlns:a="http://schemas.openxmlformats.org/drawingml/2006/main" noGrp="1"/>
          </p:cNvSpPr>
          <p:nvPr/>
        </p:nvSpPr>
        <p:spPr>
          <a:xfrm xmlns:a="http://schemas.openxmlformats.org/drawingml/2006/main" rot="0">
            <a:off x="7870133" y="5315242"/>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86" name="Editable chart path">
            <a:extLst xmlns:a="http://schemas.openxmlformats.org/drawingml/2006/main">
              <a:ext uri="{FF2B5EF4-FFF2-40B4-BE49-F238E27FC236}">
                <a16:creationId xmlns:a16="http://schemas.microsoft.com/office/drawing/2014/main" id="{EEBF2C92-76D6-4CA6-BE2B-09AE6E04F102}"/>
              </a:ext>
            </a:extLst>
          </p:cNvPr>
          <p:cNvSpPr>
            <a:spLocks xmlns:a="http://schemas.openxmlformats.org/drawingml/2006/main" noGrp="1"/>
          </p:cNvSpPr>
          <p:nvPr/>
        </p:nvSpPr>
        <p:spPr>
          <a:xfrm xmlns:a="http://schemas.openxmlformats.org/drawingml/2006/main">
            <a:off x="8937834" y="5234380"/>
            <a:ext cx="95" cy="5116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87" name="">
            <a:extLst xmlns:a="http://schemas.openxmlformats.org/drawingml/2006/main">
              <a:ext uri="{FF2B5EF4-FFF2-40B4-BE49-F238E27FC236}">
                <a16:creationId xmlns:a16="http://schemas.microsoft.com/office/drawing/2014/main" id="{5AE1271C-EF3E-4EB1-98E8-E797A7539871}"/>
              </a:ext>
            </a:extLst>
          </p:cNvPr>
          <p:cNvSpPr>
            <a:spLocks xmlns:a="http://schemas.openxmlformats.org/drawingml/2006/main" noGrp="1"/>
          </p:cNvSpPr>
          <p:nvPr/>
        </p:nvSpPr>
        <p:spPr>
          <a:xfrm xmlns:a="http://schemas.openxmlformats.org/drawingml/2006/main" rot="0">
            <a:off x="8828066" y="5315242"/>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88" name="Editable chart path">
            <a:extLst xmlns:a="http://schemas.openxmlformats.org/drawingml/2006/main">
              <a:ext uri="{FF2B5EF4-FFF2-40B4-BE49-F238E27FC236}">
                <a16:creationId xmlns:a16="http://schemas.microsoft.com/office/drawing/2014/main" id="{BA3AD364-DA51-41A2-B65F-063A250FED51}"/>
              </a:ext>
            </a:extLst>
          </p:cNvPr>
          <p:cNvSpPr>
            <a:spLocks xmlns:a="http://schemas.openxmlformats.org/drawingml/2006/main" noGrp="1"/>
          </p:cNvSpPr>
          <p:nvPr/>
        </p:nvSpPr>
        <p:spPr>
          <a:xfrm xmlns:a="http://schemas.openxmlformats.org/drawingml/2006/main">
            <a:off x="9895439" y="5234380"/>
            <a:ext cx="95" cy="5116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89" name="">
            <a:extLst xmlns:a="http://schemas.openxmlformats.org/drawingml/2006/main">
              <a:ext uri="{FF2B5EF4-FFF2-40B4-BE49-F238E27FC236}">
                <a16:creationId xmlns:a16="http://schemas.microsoft.com/office/drawing/2014/main" id="{3D270CE0-8476-4081-845A-D696967C26DE}"/>
              </a:ext>
            </a:extLst>
          </p:cNvPr>
          <p:cNvSpPr>
            <a:spLocks xmlns:a="http://schemas.openxmlformats.org/drawingml/2006/main" noGrp="1"/>
          </p:cNvSpPr>
          <p:nvPr/>
        </p:nvSpPr>
        <p:spPr>
          <a:xfrm xmlns:a="http://schemas.openxmlformats.org/drawingml/2006/main" rot="0">
            <a:off x="9807678" y="5315242"/>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90" name="Editable chart path">
            <a:extLst xmlns:a="http://schemas.openxmlformats.org/drawingml/2006/main">
              <a:ext uri="{FF2B5EF4-FFF2-40B4-BE49-F238E27FC236}">
                <a16:creationId xmlns:a16="http://schemas.microsoft.com/office/drawing/2014/main" id="{064C5219-731B-4A23-BBDE-3E54874D7E25}"/>
              </a:ext>
            </a:extLst>
          </p:cNvPr>
          <p:cNvSpPr>
            <a:spLocks xmlns:a="http://schemas.openxmlformats.org/drawingml/2006/main" noGrp="1"/>
          </p:cNvSpPr>
          <p:nvPr/>
        </p:nvSpPr>
        <p:spPr>
          <a:xfrm xmlns:a="http://schemas.openxmlformats.org/drawingml/2006/main">
            <a:off x="10853043" y="5234380"/>
            <a:ext cx="95" cy="5116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91" name="">
            <a:extLst xmlns:a="http://schemas.openxmlformats.org/drawingml/2006/main">
              <a:ext uri="{FF2B5EF4-FFF2-40B4-BE49-F238E27FC236}">
                <a16:creationId xmlns:a16="http://schemas.microsoft.com/office/drawing/2014/main" id="{D2C115B0-EF17-456F-B033-4C3DA12433DD}"/>
              </a:ext>
            </a:extLst>
          </p:cNvPr>
          <p:cNvSpPr>
            <a:spLocks xmlns:a="http://schemas.openxmlformats.org/drawingml/2006/main" noGrp="1"/>
          </p:cNvSpPr>
          <p:nvPr/>
        </p:nvSpPr>
        <p:spPr>
          <a:xfrm xmlns:a="http://schemas.openxmlformats.org/drawingml/2006/main" rot="0">
            <a:off x="10804092" y="5315242"/>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92" name="">
            <a:extLst xmlns:a="http://schemas.openxmlformats.org/drawingml/2006/main">
              <a:ext uri="{FF2B5EF4-FFF2-40B4-BE49-F238E27FC236}">
                <a16:creationId xmlns:a16="http://schemas.microsoft.com/office/drawing/2014/main" id="{49E77ABE-C3F7-4B85-B9DD-DF34DA9F2F37}"/>
              </a:ext>
            </a:extLst>
          </p:cNvPr>
          <p:cNvSpPr>
            <a:spLocks xmlns:a="http://schemas.openxmlformats.org/drawingml/2006/main" noGrp="1"/>
          </p:cNvSpPr>
          <p:nvPr/>
        </p:nvSpPr>
        <p:spPr>
          <a:xfrm xmlns:a="http://schemas.openxmlformats.org/drawingml/2006/main" rot="0">
            <a:off x="7277183" y="5526991"/>
            <a:ext cx="287702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 rain: % change in share of citywide</a:t>
            </a:r>
          </a:p>
        </p:txBody>
      </p:sp>
      <p:sp>
        <p:nvSpPr>
          <p:cNvPr id="93" name="Editable chart path">
            <a:extLst xmlns:a="http://schemas.openxmlformats.org/drawingml/2006/main">
              <a:ext uri="{FF2B5EF4-FFF2-40B4-BE49-F238E27FC236}">
                <a16:creationId xmlns:a16="http://schemas.microsoft.com/office/drawing/2014/main" id="{F2FBC359-7DAF-4B09-AA68-274B4F7F4331}"/>
              </a:ext>
            </a:extLst>
          </p:cNvPr>
          <p:cNvSpPr>
            <a:spLocks xmlns:a="http://schemas.openxmlformats.org/drawingml/2006/main" noGrp="1"/>
          </p:cNvSpPr>
          <p:nvPr/>
        </p:nvSpPr>
        <p:spPr>
          <a:xfrm xmlns:a="http://schemas.openxmlformats.org/drawingml/2006/main">
            <a:off x="6367657" y="2650229"/>
            <a:ext cx="4698977"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8771">
            <a:solidFill>
              <a:srgbClr val="E4EAF4"/>
            </a:solidFill>
            <a:prstDash val="solid"/>
          </a:ln>
        </p:spPr>
      </p:sp>
      <p:sp>
        <p:nvSpPr>
          <p:cNvPr id="94" name="Editable chart path">
            <a:extLst xmlns:a="http://schemas.openxmlformats.org/drawingml/2006/main">
              <a:ext uri="{FF2B5EF4-FFF2-40B4-BE49-F238E27FC236}">
                <a16:creationId xmlns:a16="http://schemas.microsoft.com/office/drawing/2014/main" id="{E51D1C41-B325-40CA-B725-6C08C589672B}"/>
              </a:ext>
            </a:extLst>
          </p:cNvPr>
          <p:cNvSpPr>
            <a:spLocks xmlns:a="http://schemas.openxmlformats.org/drawingml/2006/main" noGrp="1"/>
          </p:cNvSpPr>
          <p:nvPr/>
        </p:nvSpPr>
        <p:spPr>
          <a:xfrm xmlns:a="http://schemas.openxmlformats.org/drawingml/2006/main">
            <a:off x="6316492" y="2650229"/>
            <a:ext cx="5116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95" name="Editable chart path">
            <a:extLst xmlns:a="http://schemas.openxmlformats.org/drawingml/2006/main">
              <a:ext uri="{FF2B5EF4-FFF2-40B4-BE49-F238E27FC236}">
                <a16:creationId xmlns:a16="http://schemas.microsoft.com/office/drawing/2014/main" id="{1E7C6C0F-31C4-4CC0-A737-6B1165DA4FF8}"/>
              </a:ext>
            </a:extLst>
          </p:cNvPr>
          <p:cNvSpPr>
            <a:spLocks xmlns:a="http://schemas.openxmlformats.org/drawingml/2006/main" noGrp="1"/>
          </p:cNvSpPr>
          <p:nvPr/>
        </p:nvSpPr>
        <p:spPr>
          <a:xfrm xmlns:a="http://schemas.openxmlformats.org/drawingml/2006/main">
            <a:off x="6367657" y="3142448"/>
            <a:ext cx="4698977"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8771">
            <a:solidFill>
              <a:srgbClr val="E4EAF4"/>
            </a:solidFill>
            <a:prstDash val="solid"/>
          </a:ln>
        </p:spPr>
      </p:sp>
      <p:sp>
        <p:nvSpPr>
          <p:cNvPr id="96" name="Editable chart path">
            <a:extLst xmlns:a="http://schemas.openxmlformats.org/drawingml/2006/main">
              <a:ext uri="{FF2B5EF4-FFF2-40B4-BE49-F238E27FC236}">
                <a16:creationId xmlns:a16="http://schemas.microsoft.com/office/drawing/2014/main" id="{9B6C1C14-DC7C-4D2C-9D85-55F341B05FC6}"/>
              </a:ext>
            </a:extLst>
          </p:cNvPr>
          <p:cNvSpPr>
            <a:spLocks xmlns:a="http://schemas.openxmlformats.org/drawingml/2006/main" noGrp="1"/>
          </p:cNvSpPr>
          <p:nvPr/>
        </p:nvSpPr>
        <p:spPr>
          <a:xfrm xmlns:a="http://schemas.openxmlformats.org/drawingml/2006/main">
            <a:off x="6316492" y="3142448"/>
            <a:ext cx="5116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97" name="Editable chart path">
            <a:extLst xmlns:a="http://schemas.openxmlformats.org/drawingml/2006/main">
              <a:ext uri="{FF2B5EF4-FFF2-40B4-BE49-F238E27FC236}">
                <a16:creationId xmlns:a16="http://schemas.microsoft.com/office/drawing/2014/main" id="{724D9360-C576-4972-A2B5-F5B6182E5613}"/>
              </a:ext>
            </a:extLst>
          </p:cNvPr>
          <p:cNvSpPr>
            <a:spLocks xmlns:a="http://schemas.openxmlformats.org/drawingml/2006/main" noGrp="1"/>
          </p:cNvSpPr>
          <p:nvPr/>
        </p:nvSpPr>
        <p:spPr>
          <a:xfrm xmlns:a="http://schemas.openxmlformats.org/drawingml/2006/main">
            <a:off x="6367657" y="3634668"/>
            <a:ext cx="4698977"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8771">
            <a:solidFill>
              <a:srgbClr val="E4EAF4"/>
            </a:solidFill>
            <a:prstDash val="solid"/>
          </a:ln>
        </p:spPr>
      </p:sp>
      <p:sp>
        <p:nvSpPr>
          <p:cNvPr id="98" name="Editable chart path">
            <a:extLst xmlns:a="http://schemas.openxmlformats.org/drawingml/2006/main">
              <a:ext uri="{FF2B5EF4-FFF2-40B4-BE49-F238E27FC236}">
                <a16:creationId xmlns:a16="http://schemas.microsoft.com/office/drawing/2014/main" id="{84277AE6-2BCF-4AE1-92F6-4907EEA4048E}"/>
              </a:ext>
            </a:extLst>
          </p:cNvPr>
          <p:cNvSpPr>
            <a:spLocks xmlns:a="http://schemas.openxmlformats.org/drawingml/2006/main" noGrp="1"/>
          </p:cNvSpPr>
          <p:nvPr/>
        </p:nvSpPr>
        <p:spPr>
          <a:xfrm xmlns:a="http://schemas.openxmlformats.org/drawingml/2006/main">
            <a:off x="6316492" y="3634668"/>
            <a:ext cx="5116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99" name="Editable chart path">
            <a:extLst xmlns:a="http://schemas.openxmlformats.org/drawingml/2006/main">
              <a:ext uri="{FF2B5EF4-FFF2-40B4-BE49-F238E27FC236}">
                <a16:creationId xmlns:a16="http://schemas.microsoft.com/office/drawing/2014/main" id="{7F2BA159-7CA5-4ADF-A7A1-528FB0C56ADF}"/>
              </a:ext>
            </a:extLst>
          </p:cNvPr>
          <p:cNvSpPr>
            <a:spLocks xmlns:a="http://schemas.openxmlformats.org/drawingml/2006/main" noGrp="1"/>
          </p:cNvSpPr>
          <p:nvPr/>
        </p:nvSpPr>
        <p:spPr>
          <a:xfrm xmlns:a="http://schemas.openxmlformats.org/drawingml/2006/main">
            <a:off x="6367657" y="4126887"/>
            <a:ext cx="4698977"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8771">
            <a:solidFill>
              <a:srgbClr val="E4EAF4"/>
            </a:solidFill>
            <a:prstDash val="solid"/>
          </a:ln>
        </p:spPr>
      </p:sp>
      <p:sp>
        <p:nvSpPr>
          <p:cNvPr id="100" name="Editable chart path">
            <a:extLst xmlns:a="http://schemas.openxmlformats.org/drawingml/2006/main">
              <a:ext uri="{FF2B5EF4-FFF2-40B4-BE49-F238E27FC236}">
                <a16:creationId xmlns:a16="http://schemas.microsoft.com/office/drawing/2014/main" id="{ECA71FE2-C6CD-4580-A57B-73C0CA2AB741}"/>
              </a:ext>
            </a:extLst>
          </p:cNvPr>
          <p:cNvSpPr>
            <a:spLocks xmlns:a="http://schemas.openxmlformats.org/drawingml/2006/main" noGrp="1"/>
          </p:cNvSpPr>
          <p:nvPr/>
        </p:nvSpPr>
        <p:spPr>
          <a:xfrm xmlns:a="http://schemas.openxmlformats.org/drawingml/2006/main">
            <a:off x="6316492" y="4126887"/>
            <a:ext cx="5116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101" name="Editable chart path">
            <a:extLst xmlns:a="http://schemas.openxmlformats.org/drawingml/2006/main">
              <a:ext uri="{FF2B5EF4-FFF2-40B4-BE49-F238E27FC236}">
                <a16:creationId xmlns:a16="http://schemas.microsoft.com/office/drawing/2014/main" id="{E2ADB7A0-3BFC-4932-AEC3-2FE5E9AAFE24}"/>
              </a:ext>
            </a:extLst>
          </p:cNvPr>
          <p:cNvSpPr>
            <a:spLocks xmlns:a="http://schemas.openxmlformats.org/drawingml/2006/main" noGrp="1"/>
          </p:cNvSpPr>
          <p:nvPr/>
        </p:nvSpPr>
        <p:spPr>
          <a:xfrm xmlns:a="http://schemas.openxmlformats.org/drawingml/2006/main">
            <a:off x="6367657" y="4619106"/>
            <a:ext cx="4698977"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8771">
            <a:solidFill>
              <a:srgbClr val="E4EAF4"/>
            </a:solidFill>
            <a:prstDash val="solid"/>
          </a:ln>
        </p:spPr>
      </p:sp>
      <p:sp>
        <p:nvSpPr>
          <p:cNvPr id="102" name="Editable chart path">
            <a:extLst xmlns:a="http://schemas.openxmlformats.org/drawingml/2006/main">
              <a:ext uri="{FF2B5EF4-FFF2-40B4-BE49-F238E27FC236}">
                <a16:creationId xmlns:a16="http://schemas.microsoft.com/office/drawing/2014/main" id="{2A9DA825-4AF5-4383-9EB7-53194E661BCB}"/>
              </a:ext>
            </a:extLst>
          </p:cNvPr>
          <p:cNvSpPr>
            <a:spLocks xmlns:a="http://schemas.openxmlformats.org/drawingml/2006/main" noGrp="1"/>
          </p:cNvSpPr>
          <p:nvPr/>
        </p:nvSpPr>
        <p:spPr>
          <a:xfrm xmlns:a="http://schemas.openxmlformats.org/drawingml/2006/main">
            <a:off x="6316492" y="4619106"/>
            <a:ext cx="5116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103" name="Editable chart path">
            <a:extLst xmlns:a="http://schemas.openxmlformats.org/drawingml/2006/main">
              <a:ext uri="{FF2B5EF4-FFF2-40B4-BE49-F238E27FC236}">
                <a16:creationId xmlns:a16="http://schemas.microsoft.com/office/drawing/2014/main" id="{C5212617-5EB2-4F66-9C68-8D58349D5EE7}"/>
              </a:ext>
            </a:extLst>
          </p:cNvPr>
          <p:cNvSpPr>
            <a:spLocks xmlns:a="http://schemas.openxmlformats.org/drawingml/2006/main" noGrp="1"/>
          </p:cNvSpPr>
          <p:nvPr/>
        </p:nvSpPr>
        <p:spPr>
          <a:xfrm xmlns:a="http://schemas.openxmlformats.org/drawingml/2006/main">
            <a:off x="6367657" y="5111325"/>
            <a:ext cx="4698977"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8771">
            <a:solidFill>
              <a:srgbClr val="E4EAF4"/>
            </a:solidFill>
            <a:prstDash val="solid"/>
          </a:ln>
        </p:spPr>
      </p:sp>
      <p:sp>
        <p:nvSpPr>
          <p:cNvPr id="104" name="Editable chart path">
            <a:extLst xmlns:a="http://schemas.openxmlformats.org/drawingml/2006/main">
              <a:ext uri="{FF2B5EF4-FFF2-40B4-BE49-F238E27FC236}">
                <a16:creationId xmlns:a16="http://schemas.microsoft.com/office/drawing/2014/main" id="{BAADDF7C-F493-453C-8BAB-9DF541FAB602}"/>
              </a:ext>
            </a:extLst>
          </p:cNvPr>
          <p:cNvSpPr>
            <a:spLocks xmlns:a="http://schemas.openxmlformats.org/drawingml/2006/main" noGrp="1"/>
          </p:cNvSpPr>
          <p:nvPr/>
        </p:nvSpPr>
        <p:spPr>
          <a:xfrm xmlns:a="http://schemas.openxmlformats.org/drawingml/2006/main">
            <a:off x="6316492" y="5111325"/>
            <a:ext cx="5116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695">
            <a:solidFill>
              <a:srgbClr val="5A6683"/>
            </a:solidFill>
            <a:prstDash val="solid"/>
          </a:ln>
        </p:spPr>
      </p:sp>
      <p:sp>
        <p:nvSpPr>
          <p:cNvPr id="105" name="Editable chart path">
            <a:extLst xmlns:a="http://schemas.openxmlformats.org/drawingml/2006/main">
              <a:ext uri="{FF2B5EF4-FFF2-40B4-BE49-F238E27FC236}">
                <a16:creationId xmlns:a16="http://schemas.microsoft.com/office/drawing/2014/main" id="{B976CAED-337A-4D55-9572-C14ECFD5A524}"/>
              </a:ext>
            </a:extLst>
          </p:cNvPr>
          <p:cNvSpPr>
            <a:spLocks xmlns:a="http://schemas.openxmlformats.org/drawingml/2006/main" noGrp="1"/>
          </p:cNvSpPr>
          <p:nvPr/>
        </p:nvSpPr>
        <p:spPr>
          <a:xfrm xmlns:a="http://schemas.openxmlformats.org/drawingml/2006/main">
            <a:off x="6581246" y="2650229"/>
            <a:ext cx="1340328" cy="95"/>
          </a:xfrm>
          <a:custGeom xmlns:a="http://schemas.openxmlformats.org/drawingml/2006/main">
            <a:pathLst>
              <a:path w="873321" h="95">
                <a:moveTo>
                  <a:pt x="0" y="0"/>
                </a:moveTo>
                <a:lnTo>
                  <a:pt x="873321" y="0"/>
                </a:lnTo>
              </a:path>
            </a:pathLst>
          </a:custGeom>
          <a:noFill xmlns:a="http://schemas.openxmlformats.org/drawingml/2006/main"/>
          <a:ln xmlns:a="http://schemas.openxmlformats.org/drawingml/2006/main" w="21928">
            <a:solidFill>
              <a:srgbClr val="2C5EAA"/>
            </a:solidFill>
            <a:prstDash val="solid"/>
          </a:ln>
        </p:spPr>
      </p:sp>
      <p:sp>
        <p:nvSpPr>
          <p:cNvPr id="106" name="Editable chart path">
            <a:extLst xmlns:a="http://schemas.openxmlformats.org/drawingml/2006/main">
              <a:ext uri="{FF2B5EF4-FFF2-40B4-BE49-F238E27FC236}">
                <a16:creationId xmlns:a16="http://schemas.microsoft.com/office/drawing/2014/main" id="{EB7FAFD1-CF29-4D0D-A2DB-95EA4C69B014}"/>
              </a:ext>
            </a:extLst>
          </p:cNvPr>
          <p:cNvSpPr>
            <a:spLocks xmlns:a="http://schemas.openxmlformats.org/drawingml/2006/main" noGrp="1"/>
          </p:cNvSpPr>
          <p:nvPr/>
        </p:nvSpPr>
        <p:spPr>
          <a:xfrm xmlns:a="http://schemas.openxmlformats.org/drawingml/2006/main">
            <a:off x="9461368" y="3142448"/>
            <a:ext cx="667826" cy="95"/>
          </a:xfrm>
          <a:custGeom xmlns:a="http://schemas.openxmlformats.org/drawingml/2006/main">
            <a:pathLst>
              <a:path w="435137" h="95">
                <a:moveTo>
                  <a:pt x="0" y="0"/>
                </a:moveTo>
                <a:lnTo>
                  <a:pt x="435137" y="0"/>
                </a:lnTo>
              </a:path>
            </a:pathLst>
          </a:custGeom>
          <a:noFill xmlns:a="http://schemas.openxmlformats.org/drawingml/2006/main"/>
          <a:ln xmlns:a="http://schemas.openxmlformats.org/drawingml/2006/main" w="21928">
            <a:solidFill>
              <a:srgbClr val="2C5EAA"/>
            </a:solidFill>
            <a:prstDash val="solid"/>
          </a:ln>
        </p:spPr>
      </p:sp>
      <p:sp>
        <p:nvSpPr>
          <p:cNvPr id="107" name="Editable chart path">
            <a:extLst xmlns:a="http://schemas.openxmlformats.org/drawingml/2006/main">
              <a:ext uri="{FF2B5EF4-FFF2-40B4-BE49-F238E27FC236}">
                <a16:creationId xmlns:a16="http://schemas.microsoft.com/office/drawing/2014/main" id="{B7B1A397-B3BD-4F97-92B2-0E8DB0D2E538}"/>
              </a:ext>
            </a:extLst>
          </p:cNvPr>
          <p:cNvSpPr>
            <a:spLocks xmlns:a="http://schemas.openxmlformats.org/drawingml/2006/main" noGrp="1"/>
          </p:cNvSpPr>
          <p:nvPr/>
        </p:nvSpPr>
        <p:spPr>
          <a:xfrm xmlns:a="http://schemas.openxmlformats.org/drawingml/2006/main">
            <a:off x="9682132" y="3634668"/>
            <a:ext cx="608594" cy="95"/>
          </a:xfrm>
          <a:custGeom xmlns:a="http://schemas.openxmlformats.org/drawingml/2006/main">
            <a:pathLst>
              <a:path w="396543" h="95">
                <a:moveTo>
                  <a:pt x="0" y="0"/>
                </a:moveTo>
                <a:lnTo>
                  <a:pt x="396543" y="0"/>
                </a:lnTo>
              </a:path>
            </a:pathLst>
          </a:custGeom>
          <a:noFill xmlns:a="http://schemas.openxmlformats.org/drawingml/2006/main"/>
          <a:ln xmlns:a="http://schemas.openxmlformats.org/drawingml/2006/main" w="21928">
            <a:solidFill>
              <a:srgbClr val="2C5EAA"/>
            </a:solidFill>
            <a:prstDash val="solid"/>
          </a:ln>
        </p:spPr>
      </p:sp>
      <p:sp>
        <p:nvSpPr>
          <p:cNvPr id="108" name="Editable chart path">
            <a:extLst xmlns:a="http://schemas.openxmlformats.org/drawingml/2006/main">
              <a:ext uri="{FF2B5EF4-FFF2-40B4-BE49-F238E27FC236}">
                <a16:creationId xmlns:a16="http://schemas.microsoft.com/office/drawing/2014/main" id="{65484612-F06F-4312-8FEE-0AF44187B577}"/>
              </a:ext>
            </a:extLst>
          </p:cNvPr>
          <p:cNvSpPr>
            <a:spLocks xmlns:a="http://schemas.openxmlformats.org/drawingml/2006/main" noGrp="1"/>
          </p:cNvSpPr>
          <p:nvPr/>
        </p:nvSpPr>
        <p:spPr>
          <a:xfrm xmlns:a="http://schemas.openxmlformats.org/drawingml/2006/main">
            <a:off x="9624190" y="4126887"/>
            <a:ext cx="548661" cy="95"/>
          </a:xfrm>
          <a:custGeom xmlns:a="http://schemas.openxmlformats.org/drawingml/2006/main">
            <a:pathLst>
              <a:path w="357492" h="95">
                <a:moveTo>
                  <a:pt x="0" y="0"/>
                </a:moveTo>
                <a:lnTo>
                  <a:pt x="357492" y="0"/>
                </a:lnTo>
              </a:path>
            </a:pathLst>
          </a:custGeom>
          <a:noFill xmlns:a="http://schemas.openxmlformats.org/drawingml/2006/main"/>
          <a:ln xmlns:a="http://schemas.openxmlformats.org/drawingml/2006/main" w="21928">
            <a:solidFill>
              <a:srgbClr val="2C5EAA"/>
            </a:solidFill>
            <a:prstDash val="solid"/>
          </a:ln>
        </p:spPr>
      </p:sp>
      <p:sp>
        <p:nvSpPr>
          <p:cNvPr id="109" name="Editable chart path">
            <a:extLst xmlns:a="http://schemas.openxmlformats.org/drawingml/2006/main">
              <a:ext uri="{FF2B5EF4-FFF2-40B4-BE49-F238E27FC236}">
                <a16:creationId xmlns:a16="http://schemas.microsoft.com/office/drawing/2014/main" id="{B7D23F9E-D293-4E41-8ABC-563D22C30C02}"/>
              </a:ext>
            </a:extLst>
          </p:cNvPr>
          <p:cNvSpPr>
            <a:spLocks xmlns:a="http://schemas.openxmlformats.org/drawingml/2006/main" noGrp="1"/>
          </p:cNvSpPr>
          <p:nvPr/>
        </p:nvSpPr>
        <p:spPr>
          <a:xfrm xmlns:a="http://schemas.openxmlformats.org/drawingml/2006/main">
            <a:off x="9641463" y="4619106"/>
            <a:ext cx="706074" cy="95"/>
          </a:xfrm>
          <a:custGeom xmlns:a="http://schemas.openxmlformats.org/drawingml/2006/main">
            <a:pathLst>
              <a:path w="460058" h="95">
                <a:moveTo>
                  <a:pt x="0" y="0"/>
                </a:moveTo>
                <a:lnTo>
                  <a:pt x="460058" y="0"/>
                </a:lnTo>
              </a:path>
            </a:pathLst>
          </a:custGeom>
          <a:noFill xmlns:a="http://schemas.openxmlformats.org/drawingml/2006/main"/>
          <a:ln xmlns:a="http://schemas.openxmlformats.org/drawingml/2006/main" w="21928">
            <a:solidFill>
              <a:srgbClr val="2C5EAA"/>
            </a:solidFill>
            <a:prstDash val="solid"/>
          </a:ln>
        </p:spPr>
      </p:sp>
      <p:sp>
        <p:nvSpPr>
          <p:cNvPr id="110" name="Editable chart path">
            <a:extLst xmlns:a="http://schemas.openxmlformats.org/drawingml/2006/main">
              <a:ext uri="{FF2B5EF4-FFF2-40B4-BE49-F238E27FC236}">
                <a16:creationId xmlns:a16="http://schemas.microsoft.com/office/drawing/2014/main" id="{77829EED-78B1-4885-B698-C91D7103E85D}"/>
              </a:ext>
            </a:extLst>
          </p:cNvPr>
          <p:cNvSpPr>
            <a:spLocks xmlns:a="http://schemas.openxmlformats.org/drawingml/2006/main" noGrp="1"/>
          </p:cNvSpPr>
          <p:nvPr/>
        </p:nvSpPr>
        <p:spPr>
          <a:xfrm xmlns:a="http://schemas.openxmlformats.org/drawingml/2006/main">
            <a:off x="9546495" y="5111325"/>
            <a:ext cx="611568" cy="95"/>
          </a:xfrm>
          <a:custGeom xmlns:a="http://schemas.openxmlformats.org/drawingml/2006/main">
            <a:pathLst>
              <a:path w="398481" h="95">
                <a:moveTo>
                  <a:pt x="0" y="0"/>
                </a:moveTo>
                <a:lnTo>
                  <a:pt x="398481" y="0"/>
                </a:lnTo>
              </a:path>
            </a:pathLst>
          </a:custGeom>
          <a:noFill xmlns:a="http://schemas.openxmlformats.org/drawingml/2006/main"/>
          <a:ln xmlns:a="http://schemas.openxmlformats.org/drawingml/2006/main" w="21928">
            <a:solidFill>
              <a:srgbClr val="2C5EAA"/>
            </a:solidFill>
            <a:prstDash val="solid"/>
          </a:ln>
        </p:spPr>
      </p:sp>
      <p:sp>
        <p:nvSpPr>
          <p:cNvPr id="111" name="Editable chart path">
            <a:extLst xmlns:a="http://schemas.openxmlformats.org/drawingml/2006/main">
              <a:ext uri="{FF2B5EF4-FFF2-40B4-BE49-F238E27FC236}">
                <a16:creationId xmlns:a16="http://schemas.microsoft.com/office/drawing/2014/main" id="{F4BBAC1D-FE08-4005-BFD7-918EBBC268AB}"/>
              </a:ext>
            </a:extLst>
          </p:cNvPr>
          <p:cNvSpPr>
            <a:spLocks xmlns:a="http://schemas.openxmlformats.org/drawingml/2006/main" noGrp="1"/>
          </p:cNvSpPr>
          <p:nvPr/>
        </p:nvSpPr>
        <p:spPr>
          <a:xfrm xmlns:a="http://schemas.openxmlformats.org/drawingml/2006/main">
            <a:off x="6581246" y="2606374"/>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12" name="Editable chart path">
            <a:extLst xmlns:a="http://schemas.openxmlformats.org/drawingml/2006/main">
              <a:ext uri="{FF2B5EF4-FFF2-40B4-BE49-F238E27FC236}">
                <a16:creationId xmlns:a16="http://schemas.microsoft.com/office/drawing/2014/main" id="{616C56D8-80D8-4865-9306-883374D8D1E0}"/>
              </a:ext>
            </a:extLst>
          </p:cNvPr>
          <p:cNvSpPr>
            <a:spLocks xmlns:a="http://schemas.openxmlformats.org/drawingml/2006/main" noGrp="1"/>
          </p:cNvSpPr>
          <p:nvPr/>
        </p:nvSpPr>
        <p:spPr>
          <a:xfrm xmlns:a="http://schemas.openxmlformats.org/drawingml/2006/main">
            <a:off x="9461368" y="3098593"/>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13" name="Editable chart path">
            <a:extLst xmlns:a="http://schemas.openxmlformats.org/drawingml/2006/main">
              <a:ext uri="{FF2B5EF4-FFF2-40B4-BE49-F238E27FC236}">
                <a16:creationId xmlns:a16="http://schemas.microsoft.com/office/drawing/2014/main" id="{A1C4D469-AA8F-494C-8409-2CBE2FC92B6B}"/>
              </a:ext>
            </a:extLst>
          </p:cNvPr>
          <p:cNvSpPr>
            <a:spLocks xmlns:a="http://schemas.openxmlformats.org/drawingml/2006/main" noGrp="1"/>
          </p:cNvSpPr>
          <p:nvPr/>
        </p:nvSpPr>
        <p:spPr>
          <a:xfrm xmlns:a="http://schemas.openxmlformats.org/drawingml/2006/main">
            <a:off x="9682132" y="3590812"/>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14" name="Editable chart path">
            <a:extLst xmlns:a="http://schemas.openxmlformats.org/drawingml/2006/main">
              <a:ext uri="{FF2B5EF4-FFF2-40B4-BE49-F238E27FC236}">
                <a16:creationId xmlns:a16="http://schemas.microsoft.com/office/drawing/2014/main" id="{73D87543-769B-47C1-834D-64B8FD6FE2B7}"/>
              </a:ext>
            </a:extLst>
          </p:cNvPr>
          <p:cNvSpPr>
            <a:spLocks xmlns:a="http://schemas.openxmlformats.org/drawingml/2006/main" noGrp="1"/>
          </p:cNvSpPr>
          <p:nvPr/>
        </p:nvSpPr>
        <p:spPr>
          <a:xfrm xmlns:a="http://schemas.openxmlformats.org/drawingml/2006/main">
            <a:off x="9624190" y="4083031"/>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15" name="Editable chart path">
            <a:extLst xmlns:a="http://schemas.openxmlformats.org/drawingml/2006/main">
              <a:ext uri="{FF2B5EF4-FFF2-40B4-BE49-F238E27FC236}">
                <a16:creationId xmlns:a16="http://schemas.microsoft.com/office/drawing/2014/main" id="{386FDB58-F1AB-4407-9B67-635F4684F722}"/>
              </a:ext>
            </a:extLst>
          </p:cNvPr>
          <p:cNvSpPr>
            <a:spLocks xmlns:a="http://schemas.openxmlformats.org/drawingml/2006/main" noGrp="1"/>
          </p:cNvSpPr>
          <p:nvPr/>
        </p:nvSpPr>
        <p:spPr>
          <a:xfrm xmlns:a="http://schemas.openxmlformats.org/drawingml/2006/main">
            <a:off x="9641463" y="4575250"/>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16" name="Editable chart path">
            <a:extLst xmlns:a="http://schemas.openxmlformats.org/drawingml/2006/main">
              <a:ext uri="{FF2B5EF4-FFF2-40B4-BE49-F238E27FC236}">
                <a16:creationId xmlns:a16="http://schemas.microsoft.com/office/drawing/2014/main" id="{E9D08FC3-EBA4-4389-8C9E-859ECE1C7C09}"/>
              </a:ext>
            </a:extLst>
          </p:cNvPr>
          <p:cNvSpPr>
            <a:spLocks xmlns:a="http://schemas.openxmlformats.org/drawingml/2006/main" noGrp="1"/>
          </p:cNvSpPr>
          <p:nvPr/>
        </p:nvSpPr>
        <p:spPr>
          <a:xfrm xmlns:a="http://schemas.openxmlformats.org/drawingml/2006/main">
            <a:off x="9546495" y="5067470"/>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17" name="Editable chart path">
            <a:extLst xmlns:a="http://schemas.openxmlformats.org/drawingml/2006/main">
              <a:ext uri="{FF2B5EF4-FFF2-40B4-BE49-F238E27FC236}">
                <a16:creationId xmlns:a16="http://schemas.microsoft.com/office/drawing/2014/main" id="{0189003E-0296-43ED-8C1E-D7CE18C2A7B1}"/>
              </a:ext>
            </a:extLst>
          </p:cNvPr>
          <p:cNvSpPr>
            <a:spLocks xmlns:a="http://schemas.openxmlformats.org/drawingml/2006/main" noGrp="1"/>
          </p:cNvSpPr>
          <p:nvPr/>
        </p:nvSpPr>
        <p:spPr>
          <a:xfrm xmlns:a="http://schemas.openxmlformats.org/drawingml/2006/main">
            <a:off x="7921575" y="2606374"/>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18" name="Editable chart path">
            <a:extLst xmlns:a="http://schemas.openxmlformats.org/drawingml/2006/main">
              <a:ext uri="{FF2B5EF4-FFF2-40B4-BE49-F238E27FC236}">
                <a16:creationId xmlns:a16="http://schemas.microsoft.com/office/drawing/2014/main" id="{2C1C75BD-17DC-4163-B9B8-344292344F1C}"/>
              </a:ext>
            </a:extLst>
          </p:cNvPr>
          <p:cNvSpPr>
            <a:spLocks xmlns:a="http://schemas.openxmlformats.org/drawingml/2006/main" noGrp="1"/>
          </p:cNvSpPr>
          <p:nvPr/>
        </p:nvSpPr>
        <p:spPr>
          <a:xfrm xmlns:a="http://schemas.openxmlformats.org/drawingml/2006/main">
            <a:off x="10129194" y="3098593"/>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19" name="Editable chart path">
            <a:extLst xmlns:a="http://schemas.openxmlformats.org/drawingml/2006/main">
              <a:ext uri="{FF2B5EF4-FFF2-40B4-BE49-F238E27FC236}">
                <a16:creationId xmlns:a16="http://schemas.microsoft.com/office/drawing/2014/main" id="{D50FA717-8A97-4AEF-89FD-E525E4B88305}"/>
              </a:ext>
            </a:extLst>
          </p:cNvPr>
          <p:cNvSpPr>
            <a:spLocks xmlns:a="http://schemas.openxmlformats.org/drawingml/2006/main" noGrp="1"/>
          </p:cNvSpPr>
          <p:nvPr/>
        </p:nvSpPr>
        <p:spPr>
          <a:xfrm xmlns:a="http://schemas.openxmlformats.org/drawingml/2006/main">
            <a:off x="10290726" y="3590812"/>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20" name="Editable chart path">
            <a:extLst xmlns:a="http://schemas.openxmlformats.org/drawingml/2006/main">
              <a:ext uri="{FF2B5EF4-FFF2-40B4-BE49-F238E27FC236}">
                <a16:creationId xmlns:a16="http://schemas.microsoft.com/office/drawing/2014/main" id="{8FBCF3F4-CB99-48AE-9DED-82374E8F5089}"/>
              </a:ext>
            </a:extLst>
          </p:cNvPr>
          <p:cNvSpPr>
            <a:spLocks xmlns:a="http://schemas.openxmlformats.org/drawingml/2006/main" noGrp="1"/>
          </p:cNvSpPr>
          <p:nvPr/>
        </p:nvSpPr>
        <p:spPr>
          <a:xfrm xmlns:a="http://schemas.openxmlformats.org/drawingml/2006/main">
            <a:off x="10172851" y="4083031"/>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21" name="Editable chart path">
            <a:extLst xmlns:a="http://schemas.openxmlformats.org/drawingml/2006/main">
              <a:ext uri="{FF2B5EF4-FFF2-40B4-BE49-F238E27FC236}">
                <a16:creationId xmlns:a16="http://schemas.microsoft.com/office/drawing/2014/main" id="{DF00A358-16D5-4138-8D64-EE0BDD3B143B}"/>
              </a:ext>
            </a:extLst>
          </p:cNvPr>
          <p:cNvSpPr>
            <a:spLocks xmlns:a="http://schemas.openxmlformats.org/drawingml/2006/main" noGrp="1"/>
          </p:cNvSpPr>
          <p:nvPr/>
        </p:nvSpPr>
        <p:spPr>
          <a:xfrm xmlns:a="http://schemas.openxmlformats.org/drawingml/2006/main">
            <a:off x="10347537" y="4575250"/>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22" name="Editable chart path">
            <a:extLst xmlns:a="http://schemas.openxmlformats.org/drawingml/2006/main">
              <a:ext uri="{FF2B5EF4-FFF2-40B4-BE49-F238E27FC236}">
                <a16:creationId xmlns:a16="http://schemas.microsoft.com/office/drawing/2014/main" id="{39C2C02F-9405-4678-94AB-A9CE86108B5C}"/>
              </a:ext>
            </a:extLst>
          </p:cNvPr>
          <p:cNvSpPr>
            <a:spLocks xmlns:a="http://schemas.openxmlformats.org/drawingml/2006/main" noGrp="1"/>
          </p:cNvSpPr>
          <p:nvPr/>
        </p:nvSpPr>
        <p:spPr>
          <a:xfrm xmlns:a="http://schemas.openxmlformats.org/drawingml/2006/main">
            <a:off x="10158064" y="5067470"/>
            <a:ext cx="95" cy="87711"/>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4618">
            <a:solidFill>
              <a:srgbClr val="2C5EAA"/>
            </a:solidFill>
            <a:prstDash val="solid"/>
          </a:ln>
        </p:spPr>
      </p:sp>
      <p:sp>
        <p:nvSpPr>
          <p:cNvPr id="123" name="Editable chart path">
            <a:extLst xmlns:a="http://schemas.openxmlformats.org/drawingml/2006/main">
              <a:ext uri="{FF2B5EF4-FFF2-40B4-BE49-F238E27FC236}">
                <a16:creationId xmlns:a16="http://schemas.microsoft.com/office/drawing/2014/main" id="{0B04F224-6B7D-4712-BB7D-058F2692DD55}"/>
              </a:ext>
            </a:extLst>
          </p:cNvPr>
          <p:cNvSpPr>
            <a:spLocks xmlns:a="http://schemas.openxmlformats.org/drawingml/2006/main" noGrp="1"/>
          </p:cNvSpPr>
          <p:nvPr/>
        </p:nvSpPr>
        <p:spPr>
          <a:xfrm xmlns:a="http://schemas.openxmlformats.org/drawingml/2006/main">
            <a:off x="9896454" y="2527174"/>
            <a:ext cx="95" cy="2707206"/>
          </a:xfrm>
          <a:custGeom xmlns:a="http://schemas.openxmlformats.org/drawingml/2006/main">
            <a:pathLst>
              <a:path w="95" h="1763940">
                <a:moveTo>
                  <a:pt x="0" y="1763940"/>
                </a:moveTo>
                <a:lnTo>
                  <a:pt x="0" y="0"/>
                </a:lnTo>
              </a:path>
            </a:pathLst>
          </a:custGeom>
          <a:noFill xmlns:a="http://schemas.openxmlformats.org/drawingml/2006/main"/>
          <a:ln xmlns:a="http://schemas.openxmlformats.org/drawingml/2006/main" w="11695">
            <a:solidFill>
              <a:srgbClr val="5A6683"/>
            </a:solidFill>
            <a:prstDash val="dash"/>
          </a:ln>
        </p:spPr>
      </p:sp>
      <p:sp>
        <p:nvSpPr>
          <p:cNvPr id="124" name="Editable chart path">
            <a:extLst xmlns:a="http://schemas.openxmlformats.org/drawingml/2006/main">
              <a:ext uri="{FF2B5EF4-FFF2-40B4-BE49-F238E27FC236}">
                <a16:creationId xmlns:a16="http://schemas.microsoft.com/office/drawing/2014/main" id="{092E89FE-8696-46F2-91FA-C84FC5BB7996}"/>
              </a:ext>
            </a:extLst>
          </p:cNvPr>
          <p:cNvSpPr>
            <a:spLocks xmlns:a="http://schemas.openxmlformats.org/drawingml/2006/main" noGrp="1"/>
          </p:cNvSpPr>
          <p:nvPr/>
        </p:nvSpPr>
        <p:spPr>
          <a:xfrm xmlns:a="http://schemas.openxmlformats.org/drawingml/2006/main">
            <a:off x="10853043" y="2527174"/>
            <a:ext cx="95" cy="2707206"/>
          </a:xfrm>
          <a:custGeom xmlns:a="http://schemas.openxmlformats.org/drawingml/2006/main">
            <a:pathLst>
              <a:path w="95" h="1763940">
                <a:moveTo>
                  <a:pt x="0" y="1763940"/>
                </a:moveTo>
                <a:lnTo>
                  <a:pt x="0" y="0"/>
                </a:lnTo>
              </a:path>
            </a:pathLst>
          </a:custGeom>
          <a:noFill xmlns:a="http://schemas.openxmlformats.org/drawingml/2006/main"/>
          <a:ln xmlns:a="http://schemas.openxmlformats.org/drawingml/2006/main" w="11695">
            <a:solidFill>
              <a:srgbClr val="5A6683"/>
            </a:solidFill>
            <a:prstDash val="solid"/>
          </a:ln>
        </p:spPr>
      </p:sp>
      <p:sp>
        <p:nvSpPr>
          <p:cNvPr id="125" name="Editable chart path">
            <a:extLst xmlns:a="http://schemas.openxmlformats.org/drawingml/2006/main">
              <a:ext uri="{FF2B5EF4-FFF2-40B4-BE49-F238E27FC236}">
                <a16:creationId xmlns:a16="http://schemas.microsoft.com/office/drawing/2014/main" id="{4CFCE42C-D1FA-4BD7-8F22-B1DCD2471BE2}"/>
              </a:ext>
            </a:extLst>
          </p:cNvPr>
          <p:cNvSpPr>
            <a:spLocks xmlns:a="http://schemas.openxmlformats.org/drawingml/2006/main" noGrp="1"/>
          </p:cNvSpPr>
          <p:nvPr/>
        </p:nvSpPr>
        <p:spPr>
          <a:xfrm xmlns:a="http://schemas.openxmlformats.org/drawingml/2006/main">
            <a:off x="7193107" y="2606374"/>
            <a:ext cx="87711" cy="87711"/>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4618">
            <a:solidFill>
              <a:srgbClr val="2C5EAA"/>
            </a:solidFill>
            <a:prstDash val="solid"/>
          </a:ln>
        </p:spPr>
      </p:sp>
      <p:sp>
        <p:nvSpPr>
          <p:cNvPr id="126" name="Editable chart path">
            <a:extLst xmlns:a="http://schemas.openxmlformats.org/drawingml/2006/main">
              <a:ext uri="{FF2B5EF4-FFF2-40B4-BE49-F238E27FC236}">
                <a16:creationId xmlns:a16="http://schemas.microsoft.com/office/drawing/2014/main" id="{89490662-D1BC-4799-BCEF-95A238188A85}"/>
              </a:ext>
            </a:extLst>
          </p:cNvPr>
          <p:cNvSpPr>
            <a:spLocks xmlns:a="http://schemas.openxmlformats.org/drawingml/2006/main" noGrp="1"/>
          </p:cNvSpPr>
          <p:nvPr/>
        </p:nvSpPr>
        <p:spPr>
          <a:xfrm xmlns:a="http://schemas.openxmlformats.org/drawingml/2006/main">
            <a:off x="9748344" y="3098593"/>
            <a:ext cx="87711" cy="87711"/>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4618">
            <a:solidFill>
              <a:srgbClr val="2C5EAA"/>
            </a:solidFill>
            <a:prstDash val="solid"/>
          </a:ln>
        </p:spPr>
      </p:sp>
      <p:sp>
        <p:nvSpPr>
          <p:cNvPr id="127" name="Editable chart path">
            <a:extLst xmlns:a="http://schemas.openxmlformats.org/drawingml/2006/main">
              <a:ext uri="{FF2B5EF4-FFF2-40B4-BE49-F238E27FC236}">
                <a16:creationId xmlns:a16="http://schemas.microsoft.com/office/drawing/2014/main" id="{BB95E15F-4BD8-4FBC-960A-1DC16FAFACD3}"/>
              </a:ext>
            </a:extLst>
          </p:cNvPr>
          <p:cNvSpPr>
            <a:spLocks xmlns:a="http://schemas.openxmlformats.org/drawingml/2006/main" noGrp="1"/>
          </p:cNvSpPr>
          <p:nvPr/>
        </p:nvSpPr>
        <p:spPr>
          <a:xfrm xmlns:a="http://schemas.openxmlformats.org/drawingml/2006/main">
            <a:off x="9940041" y="3590812"/>
            <a:ext cx="87711" cy="87711"/>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4618">
            <a:solidFill>
              <a:srgbClr val="2C5EAA"/>
            </a:solidFill>
            <a:prstDash val="solid"/>
          </a:ln>
        </p:spPr>
      </p:sp>
      <p:sp>
        <p:nvSpPr>
          <p:cNvPr id="128" name="Editable chart path">
            <a:extLst xmlns:a="http://schemas.openxmlformats.org/drawingml/2006/main">
              <a:ext uri="{FF2B5EF4-FFF2-40B4-BE49-F238E27FC236}">
                <a16:creationId xmlns:a16="http://schemas.microsoft.com/office/drawing/2014/main" id="{BA7E65DE-064C-4155-AF41-688E2B90F507}"/>
              </a:ext>
            </a:extLst>
          </p:cNvPr>
          <p:cNvSpPr>
            <a:spLocks xmlns:a="http://schemas.openxmlformats.org/drawingml/2006/main" noGrp="1"/>
          </p:cNvSpPr>
          <p:nvPr/>
        </p:nvSpPr>
        <p:spPr>
          <a:xfrm xmlns:a="http://schemas.openxmlformats.org/drawingml/2006/main">
            <a:off x="9852598" y="4083031"/>
            <a:ext cx="87711" cy="87711"/>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4618">
            <a:solidFill>
              <a:srgbClr val="2C5EAA"/>
            </a:solidFill>
            <a:prstDash val="solid"/>
          </a:ln>
        </p:spPr>
      </p:sp>
      <p:sp>
        <p:nvSpPr>
          <p:cNvPr id="129" name="Editable chart path">
            <a:extLst xmlns:a="http://schemas.openxmlformats.org/drawingml/2006/main">
              <a:ext uri="{FF2B5EF4-FFF2-40B4-BE49-F238E27FC236}">
                <a16:creationId xmlns:a16="http://schemas.microsoft.com/office/drawing/2014/main" id="{D3211C35-221C-4CF9-ADDB-F553CBD7170B}"/>
              </a:ext>
            </a:extLst>
          </p:cNvPr>
          <p:cNvSpPr>
            <a:spLocks xmlns:a="http://schemas.openxmlformats.org/drawingml/2006/main" noGrp="1"/>
          </p:cNvSpPr>
          <p:nvPr/>
        </p:nvSpPr>
        <p:spPr>
          <a:xfrm xmlns:a="http://schemas.openxmlformats.org/drawingml/2006/main">
            <a:off x="9947238" y="4575250"/>
            <a:ext cx="87711" cy="87711"/>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4618">
            <a:solidFill>
              <a:srgbClr val="2C5EAA"/>
            </a:solidFill>
            <a:prstDash val="solid"/>
          </a:ln>
        </p:spPr>
      </p:sp>
      <p:sp>
        <p:nvSpPr>
          <p:cNvPr id="130" name="Editable chart path">
            <a:extLst xmlns:a="http://schemas.openxmlformats.org/drawingml/2006/main">
              <a:ext uri="{FF2B5EF4-FFF2-40B4-BE49-F238E27FC236}">
                <a16:creationId xmlns:a16="http://schemas.microsoft.com/office/drawing/2014/main" id="{24151E1B-8EFE-45AD-86A7-574BF5D9D11E}"/>
              </a:ext>
            </a:extLst>
          </p:cNvPr>
          <p:cNvSpPr>
            <a:spLocks xmlns:a="http://schemas.openxmlformats.org/drawingml/2006/main" noGrp="1"/>
          </p:cNvSpPr>
          <p:nvPr/>
        </p:nvSpPr>
        <p:spPr>
          <a:xfrm xmlns:a="http://schemas.openxmlformats.org/drawingml/2006/main">
            <a:off x="9805848" y="5067470"/>
            <a:ext cx="87711" cy="87711"/>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4618">
            <a:solidFill>
              <a:srgbClr val="2C5EAA"/>
            </a:solidFill>
            <a:prstDash val="solid"/>
          </a:ln>
        </p:spPr>
      </p:sp>
      <p:sp>
        <p:nvSpPr>
          <p:cNvPr id="131" name="Editable chart path">
            <a:extLst xmlns:a="http://schemas.openxmlformats.org/drawingml/2006/main">
              <a:ext uri="{FF2B5EF4-FFF2-40B4-BE49-F238E27FC236}">
                <a16:creationId xmlns:a16="http://schemas.microsoft.com/office/drawing/2014/main" id="{C4726C98-D8B5-41D5-9FDC-742BBC043B00}"/>
              </a:ext>
            </a:extLst>
          </p:cNvPr>
          <p:cNvSpPr>
            <a:spLocks xmlns:a="http://schemas.openxmlformats.org/drawingml/2006/main" noGrp="1"/>
          </p:cNvSpPr>
          <p:nvPr/>
        </p:nvSpPr>
        <p:spPr>
          <a:xfrm xmlns:a="http://schemas.openxmlformats.org/drawingml/2006/main">
            <a:off x="6367657" y="2527174"/>
            <a:ext cx="95" cy="2707206"/>
          </a:xfrm>
          <a:custGeom xmlns:a="http://schemas.openxmlformats.org/drawingml/2006/main">
            <a:pathLst>
              <a:path w="95" h="1763940">
                <a:moveTo>
                  <a:pt x="0" y="1763940"/>
                </a:moveTo>
                <a:lnTo>
                  <a:pt x="0" y="0"/>
                </a:lnTo>
              </a:path>
            </a:pathLst>
          </a:custGeom>
          <a:noFill xmlns:a="http://schemas.openxmlformats.org/drawingml/2006/main"/>
          <a:ln xmlns:a="http://schemas.openxmlformats.org/drawingml/2006/main" w="11695">
            <a:solidFill>
              <a:srgbClr val="5A6683"/>
            </a:solidFill>
            <a:prstDash val="solid"/>
          </a:ln>
        </p:spPr>
      </p:sp>
      <p:sp>
        <p:nvSpPr>
          <p:cNvPr id="132" name="Editable chart path">
            <a:extLst xmlns:a="http://schemas.openxmlformats.org/drawingml/2006/main">
              <a:ext uri="{FF2B5EF4-FFF2-40B4-BE49-F238E27FC236}">
                <a16:creationId xmlns:a16="http://schemas.microsoft.com/office/drawing/2014/main" id="{AB37D184-BA9E-4A6D-AD3C-2FAD6F4F3344}"/>
              </a:ext>
            </a:extLst>
          </p:cNvPr>
          <p:cNvSpPr>
            <a:spLocks xmlns:a="http://schemas.openxmlformats.org/drawingml/2006/main" noGrp="1"/>
          </p:cNvSpPr>
          <p:nvPr/>
        </p:nvSpPr>
        <p:spPr>
          <a:xfrm xmlns:a="http://schemas.openxmlformats.org/drawingml/2006/main">
            <a:off x="6367657" y="5234380"/>
            <a:ext cx="4698977" cy="95"/>
          </a:xfrm>
          <a:custGeom xmlns:a="http://schemas.openxmlformats.org/drawingml/2006/main">
            <a:pathLst>
              <a:path w="3061722" h="95">
                <a:moveTo>
                  <a:pt x="0" y="0"/>
                </a:moveTo>
                <a:lnTo>
                  <a:pt x="3061722" y="0"/>
                </a:lnTo>
              </a:path>
            </a:pathLst>
          </a:custGeom>
          <a:noFill xmlns:a="http://schemas.openxmlformats.org/drawingml/2006/main"/>
          <a:ln xmlns:a="http://schemas.openxmlformats.org/drawingml/2006/main" w="11695">
            <a:solidFill>
              <a:srgbClr val="5A6683"/>
            </a:solidFill>
            <a:prstDash val="solid"/>
          </a:ln>
        </p:spPr>
      </p:sp>
      <p:sp>
        <p:nvSpPr>
          <p:cNvPr id="133" name="">
            <a:extLst xmlns:a="http://schemas.openxmlformats.org/drawingml/2006/main">
              <a:ext uri="{FF2B5EF4-FFF2-40B4-BE49-F238E27FC236}">
                <a16:creationId xmlns:a16="http://schemas.microsoft.com/office/drawing/2014/main" id="{9F332CA3-3E83-4DD4-B8CA-886F832BE281}"/>
              </a:ext>
            </a:extLst>
          </p:cNvPr>
          <p:cNvSpPr>
            <a:spLocks xmlns:a="http://schemas.openxmlformats.org/drawingml/2006/main" noGrp="1"/>
          </p:cNvSpPr>
          <p:nvPr/>
        </p:nvSpPr>
        <p:spPr>
          <a:xfrm xmlns:a="http://schemas.openxmlformats.org/drawingml/2006/main" rot="0">
            <a:off x="7054148" y="2395223"/>
            <a:ext cx="43767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-18.9%</a:t>
            </a:r>
          </a:p>
        </p:txBody>
      </p:sp>
      <p:sp>
        <p:nvSpPr>
          <p:cNvPr id="134" name="">
            <a:extLst xmlns:a="http://schemas.openxmlformats.org/drawingml/2006/main">
              <a:ext uri="{FF2B5EF4-FFF2-40B4-BE49-F238E27FC236}">
                <a16:creationId xmlns:a16="http://schemas.microsoft.com/office/drawing/2014/main" id="{797759E2-0074-461C-A2DE-084005E22FF8}"/>
              </a:ext>
            </a:extLst>
          </p:cNvPr>
          <p:cNvSpPr>
            <a:spLocks xmlns:a="http://schemas.openxmlformats.org/drawingml/2006/main" noGrp="1"/>
          </p:cNvSpPr>
          <p:nvPr/>
        </p:nvSpPr>
        <p:spPr>
          <a:xfrm xmlns:a="http://schemas.openxmlformats.org/drawingml/2006/main" rot="0">
            <a:off x="9639862" y="2887442"/>
            <a:ext cx="3923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-5.5%</a:t>
            </a:r>
          </a:p>
        </p:txBody>
      </p:sp>
      <p:sp>
        <p:nvSpPr>
          <p:cNvPr id="135" name="">
            <a:extLst xmlns:a="http://schemas.openxmlformats.org/drawingml/2006/main">
              <a:ext uri="{FF2B5EF4-FFF2-40B4-BE49-F238E27FC236}">
                <a16:creationId xmlns:a16="http://schemas.microsoft.com/office/drawing/2014/main" id="{58F12039-4C54-4EB6-BA58-58866914ED78}"/>
              </a:ext>
            </a:extLst>
          </p:cNvPr>
          <p:cNvSpPr>
            <a:spLocks xmlns:a="http://schemas.openxmlformats.org/drawingml/2006/main" noGrp="1"/>
          </p:cNvSpPr>
          <p:nvPr/>
        </p:nvSpPr>
        <p:spPr>
          <a:xfrm xmlns:a="http://schemas.openxmlformats.org/drawingml/2006/main" rot="0">
            <a:off x="9831559" y="3379661"/>
            <a:ext cx="39243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-4.5%</a:t>
            </a:r>
          </a:p>
        </p:txBody>
      </p:sp>
      <p:sp>
        <p:nvSpPr>
          <p:cNvPr id="136" name="">
            <a:extLst xmlns:a="http://schemas.openxmlformats.org/drawingml/2006/main">
              <a:ext uri="{FF2B5EF4-FFF2-40B4-BE49-F238E27FC236}">
                <a16:creationId xmlns:a16="http://schemas.microsoft.com/office/drawing/2014/main" id="{E7F4B62B-5569-4CEE-98B1-58DCE203CB97}"/>
              </a:ext>
            </a:extLst>
          </p:cNvPr>
          <p:cNvSpPr>
            <a:spLocks xmlns:a="http://schemas.openxmlformats.org/drawingml/2006/main" noGrp="1"/>
          </p:cNvSpPr>
          <p:nvPr/>
        </p:nvSpPr>
        <p:spPr>
          <a:xfrm xmlns:a="http://schemas.openxmlformats.org/drawingml/2006/main" rot="0">
            <a:off x="9744116" y="3871880"/>
            <a:ext cx="3923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137" name="">
            <a:extLst xmlns:a="http://schemas.openxmlformats.org/drawingml/2006/main">
              <a:ext uri="{FF2B5EF4-FFF2-40B4-BE49-F238E27FC236}">
                <a16:creationId xmlns:a16="http://schemas.microsoft.com/office/drawing/2014/main" id="{D922014C-0CC8-44A0-BB7D-DF50EC4D0329}"/>
              </a:ext>
            </a:extLst>
          </p:cNvPr>
          <p:cNvSpPr>
            <a:spLocks xmlns:a="http://schemas.openxmlformats.org/drawingml/2006/main" noGrp="1"/>
          </p:cNvSpPr>
          <p:nvPr/>
        </p:nvSpPr>
        <p:spPr>
          <a:xfrm xmlns:a="http://schemas.openxmlformats.org/drawingml/2006/main" rot="0">
            <a:off x="9838756" y="4364099"/>
            <a:ext cx="39243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-4.5%</a:t>
            </a:r>
          </a:p>
        </p:txBody>
      </p:sp>
      <p:sp>
        <p:nvSpPr>
          <p:cNvPr id="138" name="">
            <a:extLst xmlns:a="http://schemas.openxmlformats.org/drawingml/2006/main">
              <a:ext uri="{FF2B5EF4-FFF2-40B4-BE49-F238E27FC236}">
                <a16:creationId xmlns:a16="http://schemas.microsoft.com/office/drawing/2014/main" id="{0D804CCE-F056-4CD3-B997-AE72E0F15287}"/>
              </a:ext>
            </a:extLst>
          </p:cNvPr>
          <p:cNvSpPr>
            <a:spLocks xmlns:a="http://schemas.openxmlformats.org/drawingml/2006/main" noGrp="1"/>
          </p:cNvSpPr>
          <p:nvPr/>
        </p:nvSpPr>
        <p:spPr>
          <a:xfrm xmlns:a="http://schemas.openxmlformats.org/drawingml/2006/main" rot="0">
            <a:off x="9697366" y="4856319"/>
            <a:ext cx="38490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-5.2%</a:t>
            </a:r>
          </a:p>
        </p:txBody>
      </p:sp>
    </p:spTree>
    <p:extLst>
      <p:ext uri="{BB962C8B-B14F-4D97-AF65-F5344CB8AC3E}">
        <p14:creationId xmlns:p14="http://schemas.microsoft.com/office/powerpoint/2010/main" val="597896415"/>
      </p:ext>
    </p:extLst>
  </p:cSld>
</p:sld>
</file>

<file path=ppt/slides/slide47.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PLACE CHARACTERISTICS IN THE RANDOM FOREST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Spatial-block performance is weak. SHAP explains this fitted model, not causal mechanisms.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47</a:t>
            </a:r>
            <a:endParaRPr sz="1200"/>
          </a:p>
        </p:txBody>
      </p:sp>
      <p:sp>
        <p:nvSpPr>
          <p:cNvPr id="14" name="">
            <a:extLst xmlns:a="http://schemas.openxmlformats.org/drawingml/2006/main">
              <a:ext uri="{FF2B5EF4-FFF2-40B4-BE49-F238E27FC236}">
                <a16:creationId xmlns:a16="http://schemas.microsoft.com/office/drawing/2014/main" id="{2A1ADDC1-6C1F-41C8-89D0-505AB0B935EA}"/>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44E56BC4-FCE4-426C-9F6A-573276EF6964}"/>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Absolute (spatial-CV R2 = 0.12: weak out-of-area prediction)</a:t>
            </a:r>
          </a:p>
        </p:txBody>
      </p:sp>
      <p:sp>
        <p:nvSpPr>
          <p:cNvPr id="16" name="Editable chart path">
            <a:extLst xmlns:a="http://schemas.openxmlformats.org/drawingml/2006/main">
              <a:ext uri="{FF2B5EF4-FFF2-40B4-BE49-F238E27FC236}">
                <a16:creationId xmlns:a16="http://schemas.microsoft.com/office/drawing/2014/main" id="{C838E1B7-4273-4C28-B3F1-CD2AB8E1430B}"/>
              </a:ext>
            </a:extLst>
          </p:cNvPr>
          <p:cNvSpPr>
            <a:spLocks xmlns:a="http://schemas.openxmlformats.org/drawingml/2006/main" noGrp="1"/>
          </p:cNvSpPr>
          <p:nvPr/>
        </p:nvSpPr>
        <p:spPr>
          <a:xfrm xmlns:a="http://schemas.openxmlformats.org/drawingml/2006/main">
            <a:off x="5462172" y="5059327"/>
            <a:ext cx="565692" cy="184854"/>
          </a:xfrm>
          <a:custGeom xmlns:a="http://schemas.openxmlformats.org/drawingml/2006/main">
            <a:pathLst>
              <a:path w="552297" h="180477">
                <a:moveTo>
                  <a:pt x="0" y="180477"/>
                </a:moveTo>
                <a:lnTo>
                  <a:pt x="552297" y="180477"/>
                </a:lnTo>
                <a:lnTo>
                  <a:pt x="5522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3B0F19EA-5F71-44F4-8C6F-DB6D03A929D8}"/>
              </a:ext>
            </a:extLst>
          </p:cNvPr>
          <p:cNvSpPr>
            <a:spLocks xmlns:a="http://schemas.openxmlformats.org/drawingml/2006/main" noGrp="1"/>
          </p:cNvSpPr>
          <p:nvPr/>
        </p:nvSpPr>
        <p:spPr>
          <a:xfrm xmlns:a="http://schemas.openxmlformats.org/drawingml/2006/main">
            <a:off x="5462172" y="4828259"/>
            <a:ext cx="628661" cy="184854"/>
          </a:xfrm>
          <a:custGeom xmlns:a="http://schemas.openxmlformats.org/drawingml/2006/main">
            <a:pathLst>
              <a:path w="613775" h="180477">
                <a:moveTo>
                  <a:pt x="0" y="180477"/>
                </a:moveTo>
                <a:lnTo>
                  <a:pt x="613775" y="180477"/>
                </a:lnTo>
                <a:lnTo>
                  <a:pt x="613775" y="0"/>
                </a:lnTo>
                <a:lnTo>
                  <a:pt x="0" y="0"/>
                </a:lnTo>
                <a:close/>
              </a:path>
            </a:pathLst>
          </a:custGeom>
          <a:solidFill xmlns:a="http://schemas.openxmlformats.org/drawingml/2006/main">
            <a:srgbClr val="2C5EAA"/>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7FFDA7EE-CDFD-4268-BAB7-23B7996D39F0}"/>
              </a:ext>
            </a:extLst>
          </p:cNvPr>
          <p:cNvSpPr>
            <a:spLocks xmlns:a="http://schemas.openxmlformats.org/drawingml/2006/main" noGrp="1"/>
          </p:cNvSpPr>
          <p:nvPr/>
        </p:nvSpPr>
        <p:spPr>
          <a:xfrm xmlns:a="http://schemas.openxmlformats.org/drawingml/2006/main">
            <a:off x="5462172" y="4597191"/>
            <a:ext cx="675991" cy="184854"/>
          </a:xfrm>
          <a:custGeom xmlns:a="http://schemas.openxmlformats.org/drawingml/2006/main">
            <a:pathLst>
              <a:path w="659984" h="180477">
                <a:moveTo>
                  <a:pt x="0" y="180477"/>
                </a:moveTo>
                <a:lnTo>
                  <a:pt x="659984" y="180477"/>
                </a:lnTo>
                <a:lnTo>
                  <a:pt x="659984" y="0"/>
                </a:lnTo>
                <a:lnTo>
                  <a:pt x="0" y="0"/>
                </a:lnTo>
                <a:close/>
              </a:path>
            </a:pathLst>
          </a:custGeom>
          <a:solidFill xmlns:a="http://schemas.openxmlformats.org/drawingml/2006/main">
            <a:srgbClr val="14295B"/>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C7D34740-6C0E-468E-B447-69589C9D3CE4}"/>
              </a:ext>
            </a:extLst>
          </p:cNvPr>
          <p:cNvSpPr>
            <a:spLocks xmlns:a="http://schemas.openxmlformats.org/drawingml/2006/main" noGrp="1"/>
          </p:cNvSpPr>
          <p:nvPr/>
        </p:nvSpPr>
        <p:spPr>
          <a:xfrm xmlns:a="http://schemas.openxmlformats.org/drawingml/2006/main">
            <a:off x="5462172" y="4366123"/>
            <a:ext cx="735256" cy="184854"/>
          </a:xfrm>
          <a:custGeom xmlns:a="http://schemas.openxmlformats.org/drawingml/2006/main">
            <a:pathLst>
              <a:path w="717846" h="180477">
                <a:moveTo>
                  <a:pt x="0" y="180477"/>
                </a:moveTo>
                <a:lnTo>
                  <a:pt x="717846" y="180477"/>
                </a:lnTo>
                <a:lnTo>
                  <a:pt x="717846" y="0"/>
                </a:lnTo>
                <a:lnTo>
                  <a:pt x="0" y="0"/>
                </a:lnTo>
                <a:close/>
              </a:path>
            </a:pathLst>
          </a:custGeom>
          <a:solidFill xmlns:a="http://schemas.openxmlformats.org/drawingml/2006/main">
            <a:srgbClr val="2C5EAA"/>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1AD64EBB-8999-4A8F-B207-C4CAB5735927}"/>
              </a:ext>
            </a:extLst>
          </p:cNvPr>
          <p:cNvSpPr>
            <a:spLocks xmlns:a="http://schemas.openxmlformats.org/drawingml/2006/main" noGrp="1"/>
          </p:cNvSpPr>
          <p:nvPr/>
        </p:nvSpPr>
        <p:spPr>
          <a:xfrm xmlns:a="http://schemas.openxmlformats.org/drawingml/2006/main">
            <a:off x="5462172" y="4135056"/>
            <a:ext cx="737931" cy="184854"/>
          </a:xfrm>
          <a:custGeom xmlns:a="http://schemas.openxmlformats.org/drawingml/2006/main">
            <a:pathLst>
              <a:path w="720458" h="180477">
                <a:moveTo>
                  <a:pt x="0" y="180477"/>
                </a:moveTo>
                <a:lnTo>
                  <a:pt x="720458" y="180477"/>
                </a:lnTo>
                <a:lnTo>
                  <a:pt x="720458" y="0"/>
                </a:lnTo>
                <a:lnTo>
                  <a:pt x="0" y="0"/>
                </a:lnTo>
                <a:close/>
              </a:path>
            </a:pathLst>
          </a:custGeom>
          <a:solidFill xmlns:a="http://schemas.openxmlformats.org/drawingml/2006/main">
            <a:srgbClr val="14295B"/>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3B83D9E4-465F-483E-BE86-2931B92CCFF3}"/>
              </a:ext>
            </a:extLst>
          </p:cNvPr>
          <p:cNvSpPr>
            <a:spLocks xmlns:a="http://schemas.openxmlformats.org/drawingml/2006/main" noGrp="1"/>
          </p:cNvSpPr>
          <p:nvPr/>
        </p:nvSpPr>
        <p:spPr>
          <a:xfrm xmlns:a="http://schemas.openxmlformats.org/drawingml/2006/main">
            <a:off x="5462172" y="3903988"/>
            <a:ext cx="841027" cy="184854"/>
          </a:xfrm>
          <a:custGeom xmlns:a="http://schemas.openxmlformats.org/drawingml/2006/main">
            <a:pathLst>
              <a:path w="821113" h="180477">
                <a:moveTo>
                  <a:pt x="0" y="180477"/>
                </a:moveTo>
                <a:lnTo>
                  <a:pt x="821113" y="180477"/>
                </a:lnTo>
                <a:lnTo>
                  <a:pt x="821113" y="0"/>
                </a:lnTo>
                <a:lnTo>
                  <a:pt x="0" y="0"/>
                </a:lnTo>
                <a:close/>
              </a:path>
            </a:pathLst>
          </a:custGeom>
          <a:solidFill xmlns:a="http://schemas.openxmlformats.org/drawingml/2006/main">
            <a:srgbClr val="2C5EAA"/>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ED5B3819-8EB4-4C22-AFD3-C07616DB4308}"/>
              </a:ext>
            </a:extLst>
          </p:cNvPr>
          <p:cNvSpPr>
            <a:spLocks xmlns:a="http://schemas.openxmlformats.org/drawingml/2006/main" noGrp="1"/>
          </p:cNvSpPr>
          <p:nvPr/>
        </p:nvSpPr>
        <p:spPr>
          <a:xfrm xmlns:a="http://schemas.openxmlformats.org/drawingml/2006/main">
            <a:off x="5462172" y="3672920"/>
            <a:ext cx="945564" cy="184854"/>
          </a:xfrm>
          <a:custGeom xmlns:a="http://schemas.openxmlformats.org/drawingml/2006/main">
            <a:pathLst>
              <a:path w="923174" h="180477">
                <a:moveTo>
                  <a:pt x="0" y="180477"/>
                </a:moveTo>
                <a:lnTo>
                  <a:pt x="923174" y="180477"/>
                </a:lnTo>
                <a:lnTo>
                  <a:pt x="923174" y="0"/>
                </a:lnTo>
                <a:lnTo>
                  <a:pt x="0" y="0"/>
                </a:lnTo>
                <a:close/>
              </a:path>
            </a:pathLst>
          </a:custGeom>
          <a:solidFill xmlns:a="http://schemas.openxmlformats.org/drawingml/2006/main">
            <a:srgbClr val="14295B"/>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6AE13610-E5D3-4245-A7E3-28899437501F}"/>
              </a:ext>
            </a:extLst>
          </p:cNvPr>
          <p:cNvSpPr>
            <a:spLocks xmlns:a="http://schemas.openxmlformats.org/drawingml/2006/main" noGrp="1"/>
          </p:cNvSpPr>
          <p:nvPr/>
        </p:nvSpPr>
        <p:spPr>
          <a:xfrm xmlns:a="http://schemas.openxmlformats.org/drawingml/2006/main">
            <a:off x="5462172" y="3441852"/>
            <a:ext cx="980547" cy="184854"/>
          </a:xfrm>
          <a:custGeom xmlns:a="http://schemas.openxmlformats.org/drawingml/2006/main">
            <a:pathLst>
              <a:path w="957329" h="180477">
                <a:moveTo>
                  <a:pt x="0" y="180477"/>
                </a:moveTo>
                <a:lnTo>
                  <a:pt x="957329" y="180477"/>
                </a:lnTo>
                <a:lnTo>
                  <a:pt x="957329" y="0"/>
                </a:lnTo>
                <a:lnTo>
                  <a:pt x="0" y="0"/>
                </a:lnTo>
                <a:close/>
              </a:path>
            </a:pathLst>
          </a:custGeom>
          <a:solidFill xmlns:a="http://schemas.openxmlformats.org/drawingml/2006/main">
            <a:srgbClr val="2C5EAA"/>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C33EA5CA-FFDF-431D-A9FF-B2F547B76EFA}"/>
              </a:ext>
            </a:extLst>
          </p:cNvPr>
          <p:cNvSpPr>
            <a:spLocks xmlns:a="http://schemas.openxmlformats.org/drawingml/2006/main" noGrp="1"/>
          </p:cNvSpPr>
          <p:nvPr/>
        </p:nvSpPr>
        <p:spPr>
          <a:xfrm xmlns:a="http://schemas.openxmlformats.org/drawingml/2006/main">
            <a:off x="5462172" y="3210784"/>
            <a:ext cx="1140645" cy="184854"/>
          </a:xfrm>
          <a:custGeom xmlns:a="http://schemas.openxmlformats.org/drawingml/2006/main">
            <a:pathLst>
              <a:path w="1113635" h="180477">
                <a:moveTo>
                  <a:pt x="0" y="180477"/>
                </a:moveTo>
                <a:lnTo>
                  <a:pt x="1113635" y="180477"/>
                </a:lnTo>
                <a:lnTo>
                  <a:pt x="1113635" y="0"/>
                </a:lnTo>
                <a:lnTo>
                  <a:pt x="0" y="0"/>
                </a:lnTo>
                <a:close/>
              </a:path>
            </a:pathLst>
          </a:custGeom>
          <a:solidFill xmlns:a="http://schemas.openxmlformats.org/drawingml/2006/main">
            <a:srgbClr val="2C5EAA"/>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361E9EAF-9E58-4F3F-AFCE-FA42E9EBE9EA}"/>
              </a:ext>
            </a:extLst>
          </p:cNvPr>
          <p:cNvSpPr>
            <a:spLocks xmlns:a="http://schemas.openxmlformats.org/drawingml/2006/main" noGrp="1"/>
          </p:cNvSpPr>
          <p:nvPr/>
        </p:nvSpPr>
        <p:spPr>
          <a:xfrm xmlns:a="http://schemas.openxmlformats.org/drawingml/2006/main">
            <a:off x="5462172" y="2979716"/>
            <a:ext cx="1377910" cy="184854"/>
          </a:xfrm>
          <a:custGeom xmlns:a="http://schemas.openxmlformats.org/drawingml/2006/main">
            <a:pathLst>
              <a:path w="1345283" h="180477">
                <a:moveTo>
                  <a:pt x="0" y="180477"/>
                </a:moveTo>
                <a:lnTo>
                  <a:pt x="1345283" y="180477"/>
                </a:lnTo>
                <a:lnTo>
                  <a:pt x="1345283" y="0"/>
                </a:lnTo>
                <a:lnTo>
                  <a:pt x="0" y="0"/>
                </a:lnTo>
                <a:close/>
              </a:path>
            </a:pathLst>
          </a:custGeom>
          <a:solidFill xmlns:a="http://schemas.openxmlformats.org/drawingml/2006/main">
            <a:srgbClr val="2C5EAA"/>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60221C86-337E-499E-9A10-4305E5778F1A}"/>
              </a:ext>
            </a:extLst>
          </p:cNvPr>
          <p:cNvSpPr>
            <a:spLocks xmlns:a="http://schemas.openxmlformats.org/drawingml/2006/main" noGrp="1"/>
          </p:cNvSpPr>
          <p:nvPr/>
        </p:nvSpPr>
        <p:spPr>
          <a:xfrm xmlns:a="http://schemas.openxmlformats.org/drawingml/2006/main">
            <a:off x="5462172" y="2748648"/>
            <a:ext cx="1664152" cy="184854"/>
          </a:xfrm>
          <a:custGeom xmlns:a="http://schemas.openxmlformats.org/drawingml/2006/main">
            <a:pathLst>
              <a:path w="1624746" h="180477">
                <a:moveTo>
                  <a:pt x="0" y="180477"/>
                </a:moveTo>
                <a:lnTo>
                  <a:pt x="1624746" y="180477"/>
                </a:lnTo>
                <a:lnTo>
                  <a:pt x="1624746" y="0"/>
                </a:lnTo>
                <a:lnTo>
                  <a:pt x="0" y="0"/>
                </a:lnTo>
                <a:close/>
              </a:path>
            </a:pathLst>
          </a:custGeom>
          <a:solidFill xmlns:a="http://schemas.openxmlformats.org/drawingml/2006/main">
            <a:srgbClr val="2C5EAA"/>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0FC1D542-2F15-47E1-AFFB-24D28ED20D89}"/>
              </a:ext>
            </a:extLst>
          </p:cNvPr>
          <p:cNvSpPr>
            <a:spLocks xmlns:a="http://schemas.openxmlformats.org/drawingml/2006/main" noGrp="1"/>
          </p:cNvSpPr>
          <p:nvPr/>
        </p:nvSpPr>
        <p:spPr>
          <a:xfrm xmlns:a="http://schemas.openxmlformats.org/drawingml/2006/main">
            <a:off x="5462172" y="2517580"/>
            <a:ext cx="2890196" cy="184854"/>
          </a:xfrm>
          <a:custGeom xmlns:a="http://schemas.openxmlformats.org/drawingml/2006/main">
            <a:pathLst>
              <a:path w="2821759" h="180477">
                <a:moveTo>
                  <a:pt x="0" y="180477"/>
                </a:moveTo>
                <a:lnTo>
                  <a:pt x="2821759" y="180477"/>
                </a:lnTo>
                <a:lnTo>
                  <a:pt x="2821759" y="0"/>
                </a:lnTo>
                <a:lnTo>
                  <a:pt x="0" y="0"/>
                </a:lnTo>
                <a:close/>
              </a:path>
            </a:pathLst>
          </a:custGeom>
          <a:solidFill xmlns:a="http://schemas.openxmlformats.org/drawingml/2006/main">
            <a:srgbClr val="C0453C"/>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DA070773-4D3B-4E3A-850E-11A2F048CABA}"/>
              </a:ext>
            </a:extLst>
          </p:cNvPr>
          <p:cNvSpPr>
            <a:spLocks xmlns:a="http://schemas.openxmlformats.org/drawingml/2006/main" noGrp="1"/>
          </p:cNvSpPr>
          <p:nvPr/>
        </p:nvSpPr>
        <p:spPr>
          <a:xfrm xmlns:a="http://schemas.openxmlformats.org/drawingml/2006/main">
            <a:off x="5462172"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29" name="">
            <a:extLst xmlns:a="http://schemas.openxmlformats.org/drawingml/2006/main">
              <a:ext uri="{FF2B5EF4-FFF2-40B4-BE49-F238E27FC236}">
                <a16:creationId xmlns:a16="http://schemas.microsoft.com/office/drawing/2014/main" id="{1F47E325-E0E3-44A8-AEF4-3EFF54217506}"/>
              </a:ext>
            </a:extLst>
          </p:cNvPr>
          <p:cNvSpPr>
            <a:spLocks xmlns:a="http://schemas.openxmlformats.org/drawingml/2006/main" noGrp="1"/>
          </p:cNvSpPr>
          <p:nvPr/>
        </p:nvSpPr>
        <p:spPr>
          <a:xfrm xmlns:a="http://schemas.openxmlformats.org/drawingml/2006/main" rot="0">
            <a:off x="5267976" y="5385675"/>
            <a:ext cx="3847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0.000</a:t>
            </a:r>
          </a:p>
        </p:txBody>
      </p:sp>
      <p:sp>
        <p:nvSpPr>
          <p:cNvPr id="30" name="Editable chart path">
            <a:extLst xmlns:a="http://schemas.openxmlformats.org/drawingml/2006/main">
              <a:ext uri="{FF2B5EF4-FFF2-40B4-BE49-F238E27FC236}">
                <a16:creationId xmlns:a16="http://schemas.microsoft.com/office/drawing/2014/main" id="{6B9053C7-5E5A-4C22-95A4-5A01ABE334AD}"/>
              </a:ext>
            </a:extLst>
          </p:cNvPr>
          <p:cNvSpPr>
            <a:spLocks xmlns:a="http://schemas.openxmlformats.org/drawingml/2006/main" noGrp="1"/>
          </p:cNvSpPr>
          <p:nvPr/>
        </p:nvSpPr>
        <p:spPr>
          <a:xfrm xmlns:a="http://schemas.openxmlformats.org/drawingml/2006/main">
            <a:off x="5873734"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1" name="">
            <a:extLst xmlns:a="http://schemas.openxmlformats.org/drawingml/2006/main">
              <a:ext uri="{FF2B5EF4-FFF2-40B4-BE49-F238E27FC236}">
                <a16:creationId xmlns:a16="http://schemas.microsoft.com/office/drawing/2014/main" id="{C6E368CF-080E-4EEC-BAFC-6B71453E4ADC}"/>
              </a:ext>
            </a:extLst>
          </p:cNvPr>
          <p:cNvSpPr>
            <a:spLocks xmlns:a="http://schemas.openxmlformats.org/drawingml/2006/main" noGrp="1"/>
          </p:cNvSpPr>
          <p:nvPr/>
        </p:nvSpPr>
        <p:spPr>
          <a:xfrm xmlns:a="http://schemas.openxmlformats.org/drawingml/2006/main" rot="0">
            <a:off x="5682327" y="5385675"/>
            <a:ext cx="3773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0.002</a:t>
            </a:r>
          </a:p>
        </p:txBody>
      </p:sp>
      <p:sp>
        <p:nvSpPr>
          <p:cNvPr id="32" name="Editable chart path">
            <a:extLst xmlns:a="http://schemas.openxmlformats.org/drawingml/2006/main">
              <a:ext uri="{FF2B5EF4-FFF2-40B4-BE49-F238E27FC236}">
                <a16:creationId xmlns:a16="http://schemas.microsoft.com/office/drawing/2014/main" id="{2A875026-1374-4357-84FF-151DCE1A7B26}"/>
              </a:ext>
            </a:extLst>
          </p:cNvPr>
          <p:cNvSpPr>
            <a:spLocks xmlns:a="http://schemas.openxmlformats.org/drawingml/2006/main" noGrp="1"/>
          </p:cNvSpPr>
          <p:nvPr/>
        </p:nvSpPr>
        <p:spPr>
          <a:xfrm xmlns:a="http://schemas.openxmlformats.org/drawingml/2006/main">
            <a:off x="6285296"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3" name="">
            <a:extLst xmlns:a="http://schemas.openxmlformats.org/drawingml/2006/main">
              <a:ext uri="{FF2B5EF4-FFF2-40B4-BE49-F238E27FC236}">
                <a16:creationId xmlns:a16="http://schemas.microsoft.com/office/drawing/2014/main" id="{7AE91D6C-CAB1-47E8-AD60-9FDF6A532D32}"/>
              </a:ext>
            </a:extLst>
          </p:cNvPr>
          <p:cNvSpPr>
            <a:spLocks xmlns:a="http://schemas.openxmlformats.org/drawingml/2006/main" noGrp="1"/>
          </p:cNvSpPr>
          <p:nvPr/>
        </p:nvSpPr>
        <p:spPr>
          <a:xfrm xmlns:a="http://schemas.openxmlformats.org/drawingml/2006/main" rot="0">
            <a:off x="6091046" y="5385675"/>
            <a:ext cx="38490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0.004</a:t>
            </a:r>
          </a:p>
        </p:txBody>
      </p:sp>
      <p:sp>
        <p:nvSpPr>
          <p:cNvPr id="34" name="Editable chart path">
            <a:extLst xmlns:a="http://schemas.openxmlformats.org/drawingml/2006/main">
              <a:ext uri="{FF2B5EF4-FFF2-40B4-BE49-F238E27FC236}">
                <a16:creationId xmlns:a16="http://schemas.microsoft.com/office/drawing/2014/main" id="{15186F7C-9398-4E6D-8CB1-D2A5792065C4}"/>
              </a:ext>
            </a:extLst>
          </p:cNvPr>
          <p:cNvSpPr>
            <a:spLocks xmlns:a="http://schemas.openxmlformats.org/drawingml/2006/main" noGrp="1"/>
          </p:cNvSpPr>
          <p:nvPr/>
        </p:nvSpPr>
        <p:spPr>
          <a:xfrm xmlns:a="http://schemas.openxmlformats.org/drawingml/2006/main">
            <a:off x="6696858"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5" name="">
            <a:extLst xmlns:a="http://schemas.openxmlformats.org/drawingml/2006/main">
              <a:ext uri="{FF2B5EF4-FFF2-40B4-BE49-F238E27FC236}">
                <a16:creationId xmlns:a16="http://schemas.microsoft.com/office/drawing/2014/main" id="{633549EC-0E69-403E-B9D2-7DD8784D1836}"/>
              </a:ext>
            </a:extLst>
          </p:cNvPr>
          <p:cNvSpPr>
            <a:spLocks xmlns:a="http://schemas.openxmlformats.org/drawingml/2006/main" noGrp="1"/>
          </p:cNvSpPr>
          <p:nvPr/>
        </p:nvSpPr>
        <p:spPr>
          <a:xfrm xmlns:a="http://schemas.openxmlformats.org/drawingml/2006/main" rot="0">
            <a:off x="6502358" y="5385675"/>
            <a:ext cx="38576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0.006</a:t>
            </a:r>
          </a:p>
        </p:txBody>
      </p:sp>
      <p:sp>
        <p:nvSpPr>
          <p:cNvPr id="36" name="Editable chart path">
            <a:extLst xmlns:a="http://schemas.openxmlformats.org/drawingml/2006/main">
              <a:ext uri="{FF2B5EF4-FFF2-40B4-BE49-F238E27FC236}">
                <a16:creationId xmlns:a16="http://schemas.microsoft.com/office/drawing/2014/main" id="{7008F059-9C61-439D-BD8C-807815C44EB8}"/>
              </a:ext>
            </a:extLst>
          </p:cNvPr>
          <p:cNvSpPr>
            <a:spLocks xmlns:a="http://schemas.openxmlformats.org/drawingml/2006/main" noGrp="1"/>
          </p:cNvSpPr>
          <p:nvPr/>
        </p:nvSpPr>
        <p:spPr>
          <a:xfrm xmlns:a="http://schemas.openxmlformats.org/drawingml/2006/main">
            <a:off x="7108420"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7" name="">
            <a:extLst xmlns:a="http://schemas.openxmlformats.org/drawingml/2006/main">
              <a:ext uri="{FF2B5EF4-FFF2-40B4-BE49-F238E27FC236}">
                <a16:creationId xmlns:a16="http://schemas.microsoft.com/office/drawing/2014/main" id="{1F424136-CFE5-4395-B53C-2607AF039FC2}"/>
              </a:ext>
            </a:extLst>
          </p:cNvPr>
          <p:cNvSpPr>
            <a:spLocks xmlns:a="http://schemas.openxmlformats.org/drawingml/2006/main" noGrp="1"/>
          </p:cNvSpPr>
          <p:nvPr/>
        </p:nvSpPr>
        <p:spPr>
          <a:xfrm xmlns:a="http://schemas.openxmlformats.org/drawingml/2006/main" rot="0">
            <a:off x="6914069" y="5385675"/>
            <a:ext cx="3851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0.008</a:t>
            </a:r>
          </a:p>
        </p:txBody>
      </p:sp>
      <p:sp>
        <p:nvSpPr>
          <p:cNvPr id="38" name="Editable chart path">
            <a:extLst xmlns:a="http://schemas.openxmlformats.org/drawingml/2006/main">
              <a:ext uri="{FF2B5EF4-FFF2-40B4-BE49-F238E27FC236}">
                <a16:creationId xmlns:a16="http://schemas.microsoft.com/office/drawing/2014/main" id="{119B3D65-39C1-49A2-9403-467C6986BA3E}"/>
              </a:ext>
            </a:extLst>
          </p:cNvPr>
          <p:cNvSpPr>
            <a:spLocks xmlns:a="http://schemas.openxmlformats.org/drawingml/2006/main" noGrp="1"/>
          </p:cNvSpPr>
          <p:nvPr/>
        </p:nvSpPr>
        <p:spPr>
          <a:xfrm xmlns:a="http://schemas.openxmlformats.org/drawingml/2006/main">
            <a:off x="7519983"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9" name="">
            <a:extLst xmlns:a="http://schemas.openxmlformats.org/drawingml/2006/main">
              <a:ext uri="{FF2B5EF4-FFF2-40B4-BE49-F238E27FC236}">
                <a16:creationId xmlns:a16="http://schemas.microsoft.com/office/drawing/2014/main" id="{BA83C93D-614E-40F2-A987-6E981DD7E6A9}"/>
              </a:ext>
            </a:extLst>
          </p:cNvPr>
          <p:cNvSpPr>
            <a:spLocks xmlns:a="http://schemas.openxmlformats.org/drawingml/2006/main" noGrp="1"/>
          </p:cNvSpPr>
          <p:nvPr/>
        </p:nvSpPr>
        <p:spPr>
          <a:xfrm xmlns:a="http://schemas.openxmlformats.org/drawingml/2006/main" rot="0">
            <a:off x="7347266" y="5385675"/>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0.010</a:t>
            </a:r>
          </a:p>
        </p:txBody>
      </p:sp>
      <p:sp>
        <p:nvSpPr>
          <p:cNvPr id="40" name="Editable chart path">
            <a:extLst xmlns:a="http://schemas.openxmlformats.org/drawingml/2006/main">
              <a:ext uri="{FF2B5EF4-FFF2-40B4-BE49-F238E27FC236}">
                <a16:creationId xmlns:a16="http://schemas.microsoft.com/office/drawing/2014/main" id="{6EDF792B-278A-4716-9A54-3F1A445036D9}"/>
              </a:ext>
            </a:extLst>
          </p:cNvPr>
          <p:cNvSpPr>
            <a:spLocks xmlns:a="http://schemas.openxmlformats.org/drawingml/2006/main" noGrp="1"/>
          </p:cNvSpPr>
          <p:nvPr/>
        </p:nvSpPr>
        <p:spPr>
          <a:xfrm xmlns:a="http://schemas.openxmlformats.org/drawingml/2006/main">
            <a:off x="7931545"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41" name="">
            <a:extLst xmlns:a="http://schemas.openxmlformats.org/drawingml/2006/main">
              <a:ext uri="{FF2B5EF4-FFF2-40B4-BE49-F238E27FC236}">
                <a16:creationId xmlns:a16="http://schemas.microsoft.com/office/drawing/2014/main" id="{8610C087-0136-4BB8-9D43-E339A4AA5A2A}"/>
              </a:ext>
            </a:extLst>
          </p:cNvPr>
          <p:cNvSpPr>
            <a:spLocks xmlns:a="http://schemas.openxmlformats.org/drawingml/2006/main" noGrp="1"/>
          </p:cNvSpPr>
          <p:nvPr/>
        </p:nvSpPr>
        <p:spPr>
          <a:xfrm xmlns:a="http://schemas.openxmlformats.org/drawingml/2006/main" rot="0">
            <a:off x="7761665" y="5385675"/>
            <a:ext cx="3343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0.012</a:t>
            </a:r>
          </a:p>
        </p:txBody>
      </p:sp>
      <p:sp>
        <p:nvSpPr>
          <p:cNvPr id="42" name="Editable chart path">
            <a:extLst xmlns:a="http://schemas.openxmlformats.org/drawingml/2006/main">
              <a:ext uri="{FF2B5EF4-FFF2-40B4-BE49-F238E27FC236}">
                <a16:creationId xmlns:a16="http://schemas.microsoft.com/office/drawing/2014/main" id="{30208249-B81E-4BE0-87CC-4F3B97B54D8E}"/>
              </a:ext>
            </a:extLst>
          </p:cNvPr>
          <p:cNvSpPr>
            <a:spLocks xmlns:a="http://schemas.openxmlformats.org/drawingml/2006/main" noGrp="1"/>
          </p:cNvSpPr>
          <p:nvPr/>
        </p:nvSpPr>
        <p:spPr>
          <a:xfrm xmlns:a="http://schemas.openxmlformats.org/drawingml/2006/main">
            <a:off x="8343107"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43" name="">
            <a:extLst xmlns:a="http://schemas.openxmlformats.org/drawingml/2006/main">
              <a:ext uri="{FF2B5EF4-FFF2-40B4-BE49-F238E27FC236}">
                <a16:creationId xmlns:a16="http://schemas.microsoft.com/office/drawing/2014/main" id="{565F134E-BE0F-454C-B3E8-5E194FC958C2}"/>
              </a:ext>
            </a:extLst>
          </p:cNvPr>
          <p:cNvSpPr>
            <a:spLocks xmlns:a="http://schemas.openxmlformats.org/drawingml/2006/main" noGrp="1"/>
          </p:cNvSpPr>
          <p:nvPr/>
        </p:nvSpPr>
        <p:spPr>
          <a:xfrm xmlns:a="http://schemas.openxmlformats.org/drawingml/2006/main" rot="0">
            <a:off x="8170384" y="5385675"/>
            <a:ext cx="34185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0.014</a:t>
            </a:r>
          </a:p>
        </p:txBody>
      </p:sp>
      <p:sp>
        <p:nvSpPr>
          <p:cNvPr id="44" name="">
            <a:extLst xmlns:a="http://schemas.openxmlformats.org/drawingml/2006/main">
              <a:ext uri="{FF2B5EF4-FFF2-40B4-BE49-F238E27FC236}">
                <a16:creationId xmlns:a16="http://schemas.microsoft.com/office/drawing/2014/main" id="{09C4E6F5-6B24-4C9A-9B66-19266324843C}"/>
              </a:ext>
            </a:extLst>
          </p:cNvPr>
          <p:cNvSpPr>
            <a:spLocks xmlns:a="http://schemas.openxmlformats.org/drawingml/2006/main" noGrp="1"/>
          </p:cNvSpPr>
          <p:nvPr/>
        </p:nvSpPr>
        <p:spPr>
          <a:xfrm xmlns:a="http://schemas.openxmlformats.org/drawingml/2006/main" rot="0">
            <a:off x="5462794" y="5526991"/>
            <a:ext cx="30293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Mean |SHAP| (log ratio of heavy-rain effect)</a:t>
            </a:r>
          </a:p>
        </p:txBody>
      </p:sp>
      <p:sp>
        <p:nvSpPr>
          <p:cNvPr id="45" name="Editable chart path">
            <a:extLst xmlns:a="http://schemas.openxmlformats.org/drawingml/2006/main">
              <a:ext uri="{FF2B5EF4-FFF2-40B4-BE49-F238E27FC236}">
                <a16:creationId xmlns:a16="http://schemas.microsoft.com/office/drawing/2014/main" id="{AA29CC2F-A80F-4328-B02F-843A854DD9EE}"/>
              </a:ext>
            </a:extLst>
          </p:cNvPr>
          <p:cNvSpPr>
            <a:spLocks xmlns:a="http://schemas.openxmlformats.org/drawingml/2006/main" noGrp="1"/>
          </p:cNvSpPr>
          <p:nvPr/>
        </p:nvSpPr>
        <p:spPr>
          <a:xfrm xmlns:a="http://schemas.openxmlformats.org/drawingml/2006/main">
            <a:off x="5462172" y="5151754"/>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E09D7DBB-10FE-493B-A16C-1116C336445D}"/>
              </a:ext>
            </a:extLst>
          </p:cNvPr>
          <p:cNvSpPr>
            <a:spLocks xmlns:a="http://schemas.openxmlformats.org/drawingml/2006/main" noGrp="1"/>
          </p:cNvSpPr>
          <p:nvPr/>
        </p:nvSpPr>
        <p:spPr>
          <a:xfrm xmlns:a="http://schemas.openxmlformats.org/drawingml/2006/main">
            <a:off x="5428026" y="5151754"/>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47" name="">
            <a:extLst xmlns:a="http://schemas.openxmlformats.org/drawingml/2006/main">
              <a:ext uri="{FF2B5EF4-FFF2-40B4-BE49-F238E27FC236}">
                <a16:creationId xmlns:a16="http://schemas.microsoft.com/office/drawing/2014/main" id="{7B7505FB-1B1F-4663-B08C-F361B879A054}"/>
              </a:ext>
            </a:extLst>
          </p:cNvPr>
          <p:cNvSpPr>
            <a:spLocks xmlns:a="http://schemas.openxmlformats.org/drawingml/2006/main" noGrp="1"/>
          </p:cNvSpPr>
          <p:nvPr/>
        </p:nvSpPr>
        <p:spPr>
          <a:xfrm xmlns:a="http://schemas.openxmlformats.org/drawingml/2006/main" rot="0">
            <a:off x="4721162" y="5046831"/>
            <a:ext cx="67008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Bus stops</a:t>
            </a:r>
          </a:p>
        </p:txBody>
      </p:sp>
      <p:sp>
        <p:nvSpPr>
          <p:cNvPr id="48" name="Editable chart path">
            <a:extLst xmlns:a="http://schemas.openxmlformats.org/drawingml/2006/main">
              <a:ext uri="{FF2B5EF4-FFF2-40B4-BE49-F238E27FC236}">
                <a16:creationId xmlns:a16="http://schemas.microsoft.com/office/drawing/2014/main" id="{96A5F1AF-B749-4A18-9F02-9037FB5650F9}"/>
              </a:ext>
            </a:extLst>
          </p:cNvPr>
          <p:cNvSpPr>
            <a:spLocks xmlns:a="http://schemas.openxmlformats.org/drawingml/2006/main" noGrp="1"/>
          </p:cNvSpPr>
          <p:nvPr/>
        </p:nvSpPr>
        <p:spPr>
          <a:xfrm xmlns:a="http://schemas.openxmlformats.org/drawingml/2006/main">
            <a:off x="5462172" y="4920687"/>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6F635022-A40B-4A62-B0CE-67DB53667A54}"/>
              </a:ext>
            </a:extLst>
          </p:cNvPr>
          <p:cNvSpPr>
            <a:spLocks xmlns:a="http://schemas.openxmlformats.org/drawingml/2006/main" noGrp="1"/>
          </p:cNvSpPr>
          <p:nvPr/>
        </p:nvSpPr>
        <p:spPr>
          <a:xfrm xmlns:a="http://schemas.openxmlformats.org/drawingml/2006/main">
            <a:off x="5428026" y="4920687"/>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50" name="">
            <a:extLst xmlns:a="http://schemas.openxmlformats.org/drawingml/2006/main">
              <a:ext uri="{FF2B5EF4-FFF2-40B4-BE49-F238E27FC236}">
                <a16:creationId xmlns:a16="http://schemas.microsoft.com/office/drawing/2014/main" id="{9925A607-23F7-460A-8B81-854822BAE092}"/>
              </a:ext>
            </a:extLst>
          </p:cNvPr>
          <p:cNvSpPr>
            <a:spLocks xmlns:a="http://schemas.openxmlformats.org/drawingml/2006/main" noGrp="1"/>
          </p:cNvSpPr>
          <p:nvPr/>
        </p:nvSpPr>
        <p:spPr>
          <a:xfrm xmlns:a="http://schemas.openxmlformats.org/drawingml/2006/main" rot="0">
            <a:off x="4713923" y="4815763"/>
            <a:ext cx="67732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Residents</a:t>
            </a:r>
          </a:p>
        </p:txBody>
      </p:sp>
      <p:sp>
        <p:nvSpPr>
          <p:cNvPr id="51" name="Editable chart path">
            <a:extLst xmlns:a="http://schemas.openxmlformats.org/drawingml/2006/main">
              <a:ext uri="{FF2B5EF4-FFF2-40B4-BE49-F238E27FC236}">
                <a16:creationId xmlns:a16="http://schemas.microsoft.com/office/drawing/2014/main" id="{F4646884-9FC8-4C3F-8C04-427C754B67A6}"/>
              </a:ext>
            </a:extLst>
          </p:cNvPr>
          <p:cNvSpPr>
            <a:spLocks xmlns:a="http://schemas.openxmlformats.org/drawingml/2006/main" noGrp="1"/>
          </p:cNvSpPr>
          <p:nvPr/>
        </p:nvSpPr>
        <p:spPr>
          <a:xfrm xmlns:a="http://schemas.openxmlformats.org/drawingml/2006/main">
            <a:off x="5462172" y="4689619"/>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6CCC1112-EAA5-4D75-BC0B-77611A5AFEAA}"/>
              </a:ext>
            </a:extLst>
          </p:cNvPr>
          <p:cNvSpPr>
            <a:spLocks xmlns:a="http://schemas.openxmlformats.org/drawingml/2006/main" noGrp="1"/>
          </p:cNvSpPr>
          <p:nvPr/>
        </p:nvSpPr>
        <p:spPr>
          <a:xfrm xmlns:a="http://schemas.openxmlformats.org/drawingml/2006/main">
            <a:off x="5428026" y="4689619"/>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53" name="">
            <a:extLst xmlns:a="http://schemas.openxmlformats.org/drawingml/2006/main">
              <a:ext uri="{FF2B5EF4-FFF2-40B4-BE49-F238E27FC236}">
                <a16:creationId xmlns:a16="http://schemas.microsoft.com/office/drawing/2014/main" id="{3502B7C9-91B8-4FAF-B960-4D84F36579F1}"/>
              </a:ext>
            </a:extLst>
          </p:cNvPr>
          <p:cNvSpPr>
            <a:spLocks xmlns:a="http://schemas.openxmlformats.org/drawingml/2006/main" noGrp="1"/>
          </p:cNvSpPr>
          <p:nvPr/>
        </p:nvSpPr>
        <p:spPr>
          <a:xfrm xmlns:a="http://schemas.openxmlformats.org/drawingml/2006/main" rot="0">
            <a:off x="4197651" y="4584695"/>
            <a:ext cx="119491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URA Central Area</a:t>
            </a:r>
          </a:p>
        </p:txBody>
      </p:sp>
      <p:sp>
        <p:nvSpPr>
          <p:cNvPr id="54" name="Editable chart path">
            <a:extLst xmlns:a="http://schemas.openxmlformats.org/drawingml/2006/main">
              <a:ext uri="{FF2B5EF4-FFF2-40B4-BE49-F238E27FC236}">
                <a16:creationId xmlns:a16="http://schemas.microsoft.com/office/drawing/2014/main" id="{17E36128-060E-4C4F-8617-050745BD0933}"/>
              </a:ext>
            </a:extLst>
          </p:cNvPr>
          <p:cNvSpPr>
            <a:spLocks xmlns:a="http://schemas.openxmlformats.org/drawingml/2006/main" noGrp="1"/>
          </p:cNvSpPr>
          <p:nvPr/>
        </p:nvSpPr>
        <p:spPr>
          <a:xfrm xmlns:a="http://schemas.openxmlformats.org/drawingml/2006/main">
            <a:off x="5462172" y="4458551"/>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60612618-D6A1-4EED-B81C-1383841AC279}"/>
              </a:ext>
            </a:extLst>
          </p:cNvPr>
          <p:cNvSpPr>
            <a:spLocks xmlns:a="http://schemas.openxmlformats.org/drawingml/2006/main" noGrp="1"/>
          </p:cNvSpPr>
          <p:nvPr/>
        </p:nvSpPr>
        <p:spPr>
          <a:xfrm xmlns:a="http://schemas.openxmlformats.org/drawingml/2006/main">
            <a:off x="5428026" y="4458551"/>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56" name="">
            <a:extLst xmlns:a="http://schemas.openxmlformats.org/drawingml/2006/main">
              <a:ext uri="{FF2B5EF4-FFF2-40B4-BE49-F238E27FC236}">
                <a16:creationId xmlns:a16="http://schemas.microsoft.com/office/drawing/2014/main" id="{B913FDCB-4954-4FE7-99BC-CA493663B5E0}"/>
              </a:ext>
            </a:extLst>
          </p:cNvPr>
          <p:cNvSpPr>
            <a:spLocks xmlns:a="http://schemas.openxmlformats.org/drawingml/2006/main" noGrp="1"/>
          </p:cNvSpPr>
          <p:nvPr/>
        </p:nvSpPr>
        <p:spPr>
          <a:xfrm xmlns:a="http://schemas.openxmlformats.org/drawingml/2006/main" rot="0">
            <a:off x="3822043" y="4353627"/>
            <a:ext cx="15676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Share of residents 65+</a:t>
            </a:r>
          </a:p>
        </p:txBody>
      </p:sp>
      <p:sp>
        <p:nvSpPr>
          <p:cNvPr id="57" name="Editable chart path">
            <a:extLst xmlns:a="http://schemas.openxmlformats.org/drawingml/2006/main">
              <a:ext uri="{FF2B5EF4-FFF2-40B4-BE49-F238E27FC236}">
                <a16:creationId xmlns:a16="http://schemas.microsoft.com/office/drawing/2014/main" id="{9414CB1A-2B07-47ED-BDEA-D62881577E2B}"/>
              </a:ext>
            </a:extLst>
          </p:cNvPr>
          <p:cNvSpPr>
            <a:spLocks xmlns:a="http://schemas.openxmlformats.org/drawingml/2006/main" noGrp="1"/>
          </p:cNvSpPr>
          <p:nvPr/>
        </p:nvSpPr>
        <p:spPr>
          <a:xfrm xmlns:a="http://schemas.openxmlformats.org/drawingml/2006/main">
            <a:off x="5462172" y="4227483"/>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F38A6175-EA2F-44A1-AFA8-2B7FADB20017}"/>
              </a:ext>
            </a:extLst>
          </p:cNvPr>
          <p:cNvSpPr>
            <a:spLocks xmlns:a="http://schemas.openxmlformats.org/drawingml/2006/main" noGrp="1"/>
          </p:cNvSpPr>
          <p:nvPr/>
        </p:nvSpPr>
        <p:spPr>
          <a:xfrm xmlns:a="http://schemas.openxmlformats.org/drawingml/2006/main">
            <a:off x="5428026" y="4227483"/>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59" name="">
            <a:extLst xmlns:a="http://schemas.openxmlformats.org/drawingml/2006/main">
              <a:ext uri="{FF2B5EF4-FFF2-40B4-BE49-F238E27FC236}">
                <a16:creationId xmlns:a16="http://schemas.microsoft.com/office/drawing/2014/main" id="{026E905A-C7F1-4361-889F-542A2122DCFA}"/>
              </a:ext>
            </a:extLst>
          </p:cNvPr>
          <p:cNvSpPr>
            <a:spLocks xmlns:a="http://schemas.openxmlformats.org/drawingml/2006/main" noGrp="1"/>
          </p:cNvSpPr>
          <p:nvPr/>
        </p:nvSpPr>
        <p:spPr>
          <a:xfrm xmlns:a="http://schemas.openxmlformats.org/drawingml/2006/main" rot="0">
            <a:off x="4055936" y="4122559"/>
            <a:ext cx="133531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Road betweenness</a:t>
            </a:r>
          </a:p>
        </p:txBody>
      </p:sp>
      <p:sp>
        <p:nvSpPr>
          <p:cNvPr id="60" name="Editable chart path">
            <a:extLst xmlns:a="http://schemas.openxmlformats.org/drawingml/2006/main">
              <a:ext uri="{FF2B5EF4-FFF2-40B4-BE49-F238E27FC236}">
                <a16:creationId xmlns:a16="http://schemas.microsoft.com/office/drawing/2014/main" id="{41AA10BF-E40C-4DEF-8DF4-2783AC39BD5A}"/>
              </a:ext>
            </a:extLst>
          </p:cNvPr>
          <p:cNvSpPr>
            <a:spLocks xmlns:a="http://schemas.openxmlformats.org/drawingml/2006/main" noGrp="1"/>
          </p:cNvSpPr>
          <p:nvPr/>
        </p:nvSpPr>
        <p:spPr>
          <a:xfrm xmlns:a="http://schemas.openxmlformats.org/drawingml/2006/main">
            <a:off x="5462172" y="3996415"/>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33C6854B-EA88-4431-968E-BD53EA3C2148}"/>
              </a:ext>
            </a:extLst>
          </p:cNvPr>
          <p:cNvSpPr>
            <a:spLocks xmlns:a="http://schemas.openxmlformats.org/drawingml/2006/main" noGrp="1"/>
          </p:cNvSpPr>
          <p:nvPr/>
        </p:nvSpPr>
        <p:spPr>
          <a:xfrm xmlns:a="http://schemas.openxmlformats.org/drawingml/2006/main">
            <a:off x="5428026" y="3996415"/>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62" name="">
            <a:extLst xmlns:a="http://schemas.openxmlformats.org/drawingml/2006/main">
              <a:ext uri="{FF2B5EF4-FFF2-40B4-BE49-F238E27FC236}">
                <a16:creationId xmlns:a16="http://schemas.microsoft.com/office/drawing/2014/main" id="{A94FAE79-2626-44ED-B89B-7F71EA25045F}"/>
              </a:ext>
            </a:extLst>
          </p:cNvPr>
          <p:cNvSpPr>
            <a:spLocks xmlns:a="http://schemas.openxmlformats.org/drawingml/2006/main" noGrp="1"/>
          </p:cNvSpPr>
          <p:nvPr/>
        </p:nvSpPr>
        <p:spPr>
          <a:xfrm xmlns:a="http://schemas.openxmlformats.org/drawingml/2006/main" rot="0">
            <a:off x="4270711" y="3891491"/>
            <a:ext cx="11172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Residential land</a:t>
            </a:r>
          </a:p>
        </p:txBody>
      </p:sp>
      <p:sp>
        <p:nvSpPr>
          <p:cNvPr id="63" name="Editable chart path">
            <a:extLst xmlns:a="http://schemas.openxmlformats.org/drawingml/2006/main">
              <a:ext uri="{FF2B5EF4-FFF2-40B4-BE49-F238E27FC236}">
                <a16:creationId xmlns:a16="http://schemas.microsoft.com/office/drawing/2014/main" id="{3DD92B95-E776-4E97-B5A4-E5A7095149C8}"/>
              </a:ext>
            </a:extLst>
          </p:cNvPr>
          <p:cNvSpPr>
            <a:spLocks xmlns:a="http://schemas.openxmlformats.org/drawingml/2006/main" noGrp="1"/>
          </p:cNvSpPr>
          <p:nvPr/>
        </p:nvSpPr>
        <p:spPr>
          <a:xfrm xmlns:a="http://schemas.openxmlformats.org/drawingml/2006/main">
            <a:off x="5462172" y="3765347"/>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FFCDFFD0-6474-4899-9747-37DF57348FF0}"/>
              </a:ext>
            </a:extLst>
          </p:cNvPr>
          <p:cNvSpPr>
            <a:spLocks xmlns:a="http://schemas.openxmlformats.org/drawingml/2006/main" noGrp="1"/>
          </p:cNvSpPr>
          <p:nvPr/>
        </p:nvSpPr>
        <p:spPr>
          <a:xfrm xmlns:a="http://schemas.openxmlformats.org/drawingml/2006/main">
            <a:off x="5428026" y="3765347"/>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65" name="">
            <a:extLst xmlns:a="http://schemas.openxmlformats.org/drawingml/2006/main">
              <a:ext uri="{FF2B5EF4-FFF2-40B4-BE49-F238E27FC236}">
                <a16:creationId xmlns:a16="http://schemas.microsoft.com/office/drawing/2014/main" id="{640A10CD-3D70-49D3-99E2-AD4E82A4082B}"/>
              </a:ext>
            </a:extLst>
          </p:cNvPr>
          <p:cNvSpPr>
            <a:spLocks xmlns:a="http://schemas.openxmlformats.org/drawingml/2006/main" noGrp="1"/>
          </p:cNvSpPr>
          <p:nvPr/>
        </p:nvSpPr>
        <p:spPr>
          <a:xfrm xmlns:a="http://schemas.openxmlformats.org/drawingml/2006/main" rot="0">
            <a:off x="4035337" y="3660423"/>
            <a:ext cx="13529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Arterial road length</a:t>
            </a:r>
          </a:p>
        </p:txBody>
      </p:sp>
      <p:sp>
        <p:nvSpPr>
          <p:cNvPr id="66" name="Editable chart path">
            <a:extLst xmlns:a="http://schemas.openxmlformats.org/drawingml/2006/main">
              <a:ext uri="{FF2B5EF4-FFF2-40B4-BE49-F238E27FC236}">
                <a16:creationId xmlns:a16="http://schemas.microsoft.com/office/drawing/2014/main" id="{FD04EF4F-4733-439E-8765-919339345CAB}"/>
              </a:ext>
            </a:extLst>
          </p:cNvPr>
          <p:cNvSpPr>
            <a:spLocks xmlns:a="http://schemas.openxmlformats.org/drawingml/2006/main" noGrp="1"/>
          </p:cNvSpPr>
          <p:nvPr/>
        </p:nvSpPr>
        <p:spPr>
          <a:xfrm xmlns:a="http://schemas.openxmlformats.org/drawingml/2006/main">
            <a:off x="5462172" y="3534279"/>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A25D6F13-614C-46D0-BC40-1FD65D275F25}"/>
              </a:ext>
            </a:extLst>
          </p:cNvPr>
          <p:cNvSpPr>
            <a:spLocks xmlns:a="http://schemas.openxmlformats.org/drawingml/2006/main" noGrp="1"/>
          </p:cNvSpPr>
          <p:nvPr/>
        </p:nvSpPr>
        <p:spPr>
          <a:xfrm xmlns:a="http://schemas.openxmlformats.org/drawingml/2006/main">
            <a:off x="5428026" y="3534279"/>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68" name="">
            <a:extLst xmlns:a="http://schemas.openxmlformats.org/drawingml/2006/main">
              <a:ext uri="{FF2B5EF4-FFF2-40B4-BE49-F238E27FC236}">
                <a16:creationId xmlns:a16="http://schemas.microsoft.com/office/drawing/2014/main" id="{75A91AEA-6634-4CC1-A4FD-DA0CD7092AAC}"/>
              </a:ext>
            </a:extLst>
          </p:cNvPr>
          <p:cNvSpPr>
            <a:spLocks xmlns:a="http://schemas.openxmlformats.org/drawingml/2006/main" noGrp="1"/>
          </p:cNvSpPr>
          <p:nvPr/>
        </p:nvSpPr>
        <p:spPr>
          <a:xfrm xmlns:a="http://schemas.openxmlformats.org/drawingml/2006/main" rot="0">
            <a:off x="4734388" y="3429355"/>
            <a:ext cx="65360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Park land</a:t>
            </a:r>
          </a:p>
        </p:txBody>
      </p:sp>
      <p:sp>
        <p:nvSpPr>
          <p:cNvPr id="69" name="Editable chart path">
            <a:extLst xmlns:a="http://schemas.openxmlformats.org/drawingml/2006/main">
              <a:ext uri="{FF2B5EF4-FFF2-40B4-BE49-F238E27FC236}">
                <a16:creationId xmlns:a16="http://schemas.microsoft.com/office/drawing/2014/main" id="{DCBA3198-F3F6-436D-9804-3B036141CF70}"/>
              </a:ext>
            </a:extLst>
          </p:cNvPr>
          <p:cNvSpPr>
            <a:spLocks xmlns:a="http://schemas.openxmlformats.org/drawingml/2006/main" noGrp="1"/>
          </p:cNvSpPr>
          <p:nvPr/>
        </p:nvSpPr>
        <p:spPr>
          <a:xfrm xmlns:a="http://schemas.openxmlformats.org/drawingml/2006/main">
            <a:off x="5462172" y="3303211"/>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EA5ACA4F-9335-4AC4-883C-D02602C5A2DB}"/>
              </a:ext>
            </a:extLst>
          </p:cNvPr>
          <p:cNvSpPr>
            <a:spLocks xmlns:a="http://schemas.openxmlformats.org/drawingml/2006/main" noGrp="1"/>
          </p:cNvSpPr>
          <p:nvPr/>
        </p:nvSpPr>
        <p:spPr>
          <a:xfrm xmlns:a="http://schemas.openxmlformats.org/drawingml/2006/main">
            <a:off x="5428026" y="3303211"/>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71" name="">
            <a:extLst xmlns:a="http://schemas.openxmlformats.org/drawingml/2006/main">
              <a:ext uri="{FF2B5EF4-FFF2-40B4-BE49-F238E27FC236}">
                <a16:creationId xmlns:a16="http://schemas.microsoft.com/office/drawing/2014/main" id="{403E5D25-1AFE-4B19-8A31-C3B80E55BE86}"/>
              </a:ext>
            </a:extLst>
          </p:cNvPr>
          <p:cNvSpPr>
            <a:spLocks xmlns:a="http://schemas.openxmlformats.org/drawingml/2006/main" noGrp="1"/>
          </p:cNvSpPr>
          <p:nvPr/>
        </p:nvSpPr>
        <p:spPr>
          <a:xfrm xmlns:a="http://schemas.openxmlformats.org/drawingml/2006/main" rot="0">
            <a:off x="3873561" y="3198287"/>
            <a:ext cx="15161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HDB resale price (psf)</a:t>
            </a:r>
          </a:p>
        </p:txBody>
      </p:sp>
      <p:sp>
        <p:nvSpPr>
          <p:cNvPr id="72" name="Editable chart path">
            <a:extLst xmlns:a="http://schemas.openxmlformats.org/drawingml/2006/main">
              <a:ext uri="{FF2B5EF4-FFF2-40B4-BE49-F238E27FC236}">
                <a16:creationId xmlns:a16="http://schemas.microsoft.com/office/drawing/2014/main" id="{D9B7ADDB-4DA1-4FA4-9AC4-91D9EA405F63}"/>
              </a:ext>
            </a:extLst>
          </p:cNvPr>
          <p:cNvSpPr>
            <a:spLocks xmlns:a="http://schemas.openxmlformats.org/drawingml/2006/main" noGrp="1"/>
          </p:cNvSpPr>
          <p:nvPr/>
        </p:nvSpPr>
        <p:spPr>
          <a:xfrm xmlns:a="http://schemas.openxmlformats.org/drawingml/2006/main">
            <a:off x="5462172" y="3072143"/>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73" name="Editable chart path">
            <a:extLst xmlns:a="http://schemas.openxmlformats.org/drawingml/2006/main">
              <a:ext uri="{FF2B5EF4-FFF2-40B4-BE49-F238E27FC236}">
                <a16:creationId xmlns:a16="http://schemas.microsoft.com/office/drawing/2014/main" id="{5FD389F2-6830-424E-8E77-204BCAB5659A}"/>
              </a:ext>
            </a:extLst>
          </p:cNvPr>
          <p:cNvSpPr>
            <a:spLocks xmlns:a="http://schemas.openxmlformats.org/drawingml/2006/main" noGrp="1"/>
          </p:cNvSpPr>
          <p:nvPr/>
        </p:nvSpPr>
        <p:spPr>
          <a:xfrm xmlns:a="http://schemas.openxmlformats.org/drawingml/2006/main">
            <a:off x="5428026" y="3072143"/>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74" name="">
            <a:extLst xmlns:a="http://schemas.openxmlformats.org/drawingml/2006/main">
              <a:ext uri="{FF2B5EF4-FFF2-40B4-BE49-F238E27FC236}">
                <a16:creationId xmlns:a16="http://schemas.microsoft.com/office/drawing/2014/main" id="{49BF1FBD-89BE-4B0D-BABA-4615BD2460DA}"/>
              </a:ext>
            </a:extLst>
          </p:cNvPr>
          <p:cNvSpPr>
            <a:spLocks xmlns:a="http://schemas.openxmlformats.org/drawingml/2006/main" noGrp="1"/>
          </p:cNvSpPr>
          <p:nvPr/>
        </p:nvSpPr>
        <p:spPr>
          <a:xfrm xmlns:a="http://schemas.openxmlformats.org/drawingml/2006/main" rot="0">
            <a:off x="3677731" y="2967220"/>
            <a:ext cx="17142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Distance to Raffles Place</a:t>
            </a:r>
          </a:p>
        </p:txBody>
      </p:sp>
      <p:sp>
        <p:nvSpPr>
          <p:cNvPr id="75" name="Editable chart path">
            <a:extLst xmlns:a="http://schemas.openxmlformats.org/drawingml/2006/main">
              <a:ext uri="{FF2B5EF4-FFF2-40B4-BE49-F238E27FC236}">
                <a16:creationId xmlns:a16="http://schemas.microsoft.com/office/drawing/2014/main" id="{C6EBD499-B6DD-4C99-8EEF-8164D35B7B2A}"/>
              </a:ext>
            </a:extLst>
          </p:cNvPr>
          <p:cNvSpPr>
            <a:spLocks xmlns:a="http://schemas.openxmlformats.org/drawingml/2006/main" noGrp="1"/>
          </p:cNvSpPr>
          <p:nvPr/>
        </p:nvSpPr>
        <p:spPr>
          <a:xfrm xmlns:a="http://schemas.openxmlformats.org/drawingml/2006/main">
            <a:off x="5462172" y="2841075"/>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76" name="Editable chart path">
            <a:extLst xmlns:a="http://schemas.openxmlformats.org/drawingml/2006/main">
              <a:ext uri="{FF2B5EF4-FFF2-40B4-BE49-F238E27FC236}">
                <a16:creationId xmlns:a16="http://schemas.microsoft.com/office/drawing/2014/main" id="{F8B38D81-24C7-4A3B-B8A1-1B0FCA695C4B}"/>
              </a:ext>
            </a:extLst>
          </p:cNvPr>
          <p:cNvSpPr>
            <a:spLocks xmlns:a="http://schemas.openxmlformats.org/drawingml/2006/main" noGrp="1"/>
          </p:cNvSpPr>
          <p:nvPr/>
        </p:nvSpPr>
        <p:spPr>
          <a:xfrm xmlns:a="http://schemas.openxmlformats.org/drawingml/2006/main">
            <a:off x="5428026" y="2841075"/>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77" name="">
            <a:extLst xmlns:a="http://schemas.openxmlformats.org/drawingml/2006/main">
              <a:ext uri="{FF2B5EF4-FFF2-40B4-BE49-F238E27FC236}">
                <a16:creationId xmlns:a16="http://schemas.microsoft.com/office/drawing/2014/main" id="{8E96BF8D-4977-4AD7-8FE8-58D16BE52E6A}"/>
              </a:ext>
            </a:extLst>
          </p:cNvPr>
          <p:cNvSpPr>
            <a:spLocks xmlns:a="http://schemas.openxmlformats.org/drawingml/2006/main" noGrp="1"/>
          </p:cNvSpPr>
          <p:nvPr/>
        </p:nvSpPr>
        <p:spPr>
          <a:xfrm xmlns:a="http://schemas.openxmlformats.org/drawingml/2006/main" rot="0">
            <a:off x="4112228" y="2736152"/>
            <a:ext cx="12790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HDB dwelling units</a:t>
            </a:r>
          </a:p>
        </p:txBody>
      </p:sp>
      <p:sp>
        <p:nvSpPr>
          <p:cNvPr id="78" name="Editable chart path">
            <a:extLst xmlns:a="http://schemas.openxmlformats.org/drawingml/2006/main">
              <a:ext uri="{FF2B5EF4-FFF2-40B4-BE49-F238E27FC236}">
                <a16:creationId xmlns:a16="http://schemas.microsoft.com/office/drawing/2014/main" id="{FF3B49BC-50AD-4170-9089-CDCAF1DB7A2B}"/>
              </a:ext>
            </a:extLst>
          </p:cNvPr>
          <p:cNvSpPr>
            <a:spLocks xmlns:a="http://schemas.openxmlformats.org/drawingml/2006/main" noGrp="1"/>
          </p:cNvSpPr>
          <p:nvPr/>
        </p:nvSpPr>
        <p:spPr>
          <a:xfrm xmlns:a="http://schemas.openxmlformats.org/drawingml/2006/main">
            <a:off x="5462172" y="2610007"/>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5854">
            <a:solidFill>
              <a:srgbClr val="E4EAF4"/>
            </a:solidFill>
            <a:prstDash val="solid"/>
          </a:ln>
        </p:spPr>
      </p:sp>
      <p:sp>
        <p:nvSpPr>
          <p:cNvPr id="79" name="Editable chart path">
            <a:extLst xmlns:a="http://schemas.openxmlformats.org/drawingml/2006/main">
              <a:ext uri="{FF2B5EF4-FFF2-40B4-BE49-F238E27FC236}">
                <a16:creationId xmlns:a16="http://schemas.microsoft.com/office/drawing/2014/main" id="{CA424230-B58B-46CB-BA12-F48D1A959740}"/>
              </a:ext>
            </a:extLst>
          </p:cNvPr>
          <p:cNvSpPr>
            <a:spLocks xmlns:a="http://schemas.openxmlformats.org/drawingml/2006/main" noGrp="1"/>
          </p:cNvSpPr>
          <p:nvPr/>
        </p:nvSpPr>
        <p:spPr>
          <a:xfrm xmlns:a="http://schemas.openxmlformats.org/drawingml/2006/main">
            <a:off x="5428026" y="2610007"/>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80" name="">
            <a:extLst xmlns:a="http://schemas.openxmlformats.org/drawingml/2006/main">
              <a:ext uri="{FF2B5EF4-FFF2-40B4-BE49-F238E27FC236}">
                <a16:creationId xmlns:a16="http://schemas.microsoft.com/office/drawing/2014/main" id="{C6827337-BDE8-4E06-8204-FD84B480466E}"/>
              </a:ext>
            </a:extLst>
          </p:cNvPr>
          <p:cNvSpPr>
            <a:spLocks xmlns:a="http://schemas.openxmlformats.org/drawingml/2006/main" noGrp="1"/>
          </p:cNvSpPr>
          <p:nvPr/>
        </p:nvSpPr>
        <p:spPr>
          <a:xfrm xmlns:a="http://schemas.openxmlformats.org/drawingml/2006/main" rot="0">
            <a:off x="4092702" y="2505084"/>
            <a:ext cx="129854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Distance to airport</a:t>
            </a:r>
          </a:p>
        </p:txBody>
      </p:sp>
      <p:sp>
        <p:nvSpPr>
          <p:cNvPr id="81" name="Editable chart path">
            <a:extLst xmlns:a="http://schemas.openxmlformats.org/drawingml/2006/main">
              <a:ext uri="{FF2B5EF4-FFF2-40B4-BE49-F238E27FC236}">
                <a16:creationId xmlns:a16="http://schemas.microsoft.com/office/drawing/2014/main" id="{8C2CAF5E-F46A-4533-B3EF-2255FBB9760A}"/>
              </a:ext>
            </a:extLst>
          </p:cNvPr>
          <p:cNvSpPr>
            <a:spLocks xmlns:a="http://schemas.openxmlformats.org/drawingml/2006/main" noGrp="1"/>
          </p:cNvSpPr>
          <p:nvPr/>
        </p:nvSpPr>
        <p:spPr>
          <a:xfrm xmlns:a="http://schemas.openxmlformats.org/drawingml/2006/main">
            <a:off x="5462172" y="2381250"/>
            <a:ext cx="95" cy="2999262"/>
          </a:xfrm>
          <a:custGeom xmlns:a="http://schemas.openxmlformats.org/drawingml/2006/main">
            <a:pathLst>
              <a:path w="95" h="2928242">
                <a:moveTo>
                  <a:pt x="0" y="2928242"/>
                </a:moveTo>
                <a:lnTo>
                  <a:pt x="0" y="0"/>
                </a:lnTo>
              </a:path>
            </a:pathLst>
          </a:custGeom>
          <a:noFill xmlns:a="http://schemas.openxmlformats.org/drawingml/2006/main"/>
          <a:ln xmlns:a="http://schemas.openxmlformats.org/drawingml/2006/main" w="7805">
            <a:solidFill>
              <a:srgbClr val="5A6683"/>
            </a:solidFill>
            <a:prstDash val="solid"/>
          </a:ln>
        </p:spPr>
      </p:sp>
      <p:sp>
        <p:nvSpPr>
          <p:cNvPr id="82" name="Editable chart path">
            <a:extLst xmlns:a="http://schemas.openxmlformats.org/drawingml/2006/main">
              <a:ext uri="{FF2B5EF4-FFF2-40B4-BE49-F238E27FC236}">
                <a16:creationId xmlns:a16="http://schemas.microsoft.com/office/drawing/2014/main" id="{E3E66CA6-BCA2-4AE5-B472-E9450A286062}"/>
              </a:ext>
            </a:extLst>
          </p:cNvPr>
          <p:cNvSpPr>
            <a:spLocks xmlns:a="http://schemas.openxmlformats.org/drawingml/2006/main" noGrp="1"/>
          </p:cNvSpPr>
          <p:nvPr/>
        </p:nvSpPr>
        <p:spPr>
          <a:xfrm xmlns:a="http://schemas.openxmlformats.org/drawingml/2006/main">
            <a:off x="5462172" y="5380512"/>
            <a:ext cx="3034705" cy="95"/>
          </a:xfrm>
          <a:custGeom xmlns:a="http://schemas.openxmlformats.org/drawingml/2006/main">
            <a:pathLst>
              <a:path w="2962847" h="95">
                <a:moveTo>
                  <a:pt x="0" y="0"/>
                </a:moveTo>
                <a:lnTo>
                  <a:pt x="2962847" y="0"/>
                </a:lnTo>
              </a:path>
            </a:pathLst>
          </a:custGeom>
          <a:noFill xmlns:a="http://schemas.openxmlformats.org/drawingml/2006/main"/>
          <a:ln xmlns:a="http://schemas.openxmlformats.org/drawingml/2006/main" w="7805">
            <a:solidFill>
              <a:srgbClr val="5A6683"/>
            </a:solidFill>
            <a:prstDash val="solid"/>
          </a:ln>
        </p:spPr>
      </p:sp>
    </p:spTree>
    <p:extLst>
      <p:ext uri="{BB962C8B-B14F-4D97-AF65-F5344CB8AC3E}">
        <p14:creationId xmlns:p14="http://schemas.microsoft.com/office/powerpoint/2010/main" val="597896415"/>
      </p:ext>
    </p:extLst>
  </p:cSld>
</p:sld>
</file>

<file path=ppt/slides/slide48.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PLACE CHARACTERISTICS IN THE RANDOM FOREST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Spatial-block performance is weak. SHAP explains this fitted model, not causal mechanisms.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48</a:t>
            </a:r>
            <a:endParaRPr sz="1200"/>
          </a:p>
        </p:txBody>
      </p:sp>
      <p:sp>
        <p:nvSpPr>
          <p:cNvPr id="14" name="">
            <a:extLst xmlns:a="http://schemas.openxmlformats.org/drawingml/2006/main">
              <a:ext uri="{FF2B5EF4-FFF2-40B4-BE49-F238E27FC236}">
                <a16:creationId xmlns:a16="http://schemas.microsoft.com/office/drawing/2014/main" id="{FFC1CDDE-AF51-48D6-9C46-7646A485F4E1}"/>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6A31BD50-7637-4518-A8EB-1CF6959CA6DF}"/>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Share of citywide (spatial-CV R2 = 0.15: weak out-of-area prediction)</a:t>
            </a:r>
          </a:p>
        </p:txBody>
      </p:sp>
      <p:sp>
        <p:nvSpPr>
          <p:cNvPr id="16" name="Editable chart path">
            <a:extLst xmlns:a="http://schemas.openxmlformats.org/drawingml/2006/main">
              <a:ext uri="{FF2B5EF4-FFF2-40B4-BE49-F238E27FC236}">
                <a16:creationId xmlns:a16="http://schemas.microsoft.com/office/drawing/2014/main" id="{67130FF7-6FB9-4F0A-8A10-A25F43DE89C3}"/>
              </a:ext>
            </a:extLst>
          </p:cNvPr>
          <p:cNvSpPr>
            <a:spLocks xmlns:a="http://schemas.openxmlformats.org/drawingml/2006/main" noGrp="1"/>
          </p:cNvSpPr>
          <p:nvPr/>
        </p:nvSpPr>
        <p:spPr>
          <a:xfrm xmlns:a="http://schemas.openxmlformats.org/drawingml/2006/main">
            <a:off x="5468680" y="5059327"/>
            <a:ext cx="263156" cy="184854"/>
          </a:xfrm>
          <a:custGeom xmlns:a="http://schemas.openxmlformats.org/drawingml/2006/main">
            <a:pathLst>
              <a:path w="256925" h="180477">
                <a:moveTo>
                  <a:pt x="0" y="180477"/>
                </a:moveTo>
                <a:lnTo>
                  <a:pt x="256925" y="180477"/>
                </a:lnTo>
                <a:lnTo>
                  <a:pt x="256925" y="0"/>
                </a:lnTo>
                <a:lnTo>
                  <a:pt x="0" y="0"/>
                </a:lnTo>
                <a:close/>
              </a:path>
            </a:pathLst>
          </a:custGeom>
          <a:solidFill xmlns:a="http://schemas.openxmlformats.org/drawingml/2006/main">
            <a:srgbClr val="14295B"/>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469B3C25-1663-4E2E-8AF8-23E6A2FA85E5}"/>
              </a:ext>
            </a:extLst>
          </p:cNvPr>
          <p:cNvSpPr>
            <a:spLocks xmlns:a="http://schemas.openxmlformats.org/drawingml/2006/main" noGrp="1"/>
          </p:cNvSpPr>
          <p:nvPr/>
        </p:nvSpPr>
        <p:spPr>
          <a:xfrm xmlns:a="http://schemas.openxmlformats.org/drawingml/2006/main">
            <a:off x="5468680" y="4828259"/>
            <a:ext cx="316061" cy="184854"/>
          </a:xfrm>
          <a:custGeom xmlns:a="http://schemas.openxmlformats.org/drawingml/2006/main">
            <a:pathLst>
              <a:path w="308577" h="180477">
                <a:moveTo>
                  <a:pt x="0" y="180477"/>
                </a:moveTo>
                <a:lnTo>
                  <a:pt x="308577" y="180477"/>
                </a:lnTo>
                <a:lnTo>
                  <a:pt x="308577" y="0"/>
                </a:lnTo>
                <a:lnTo>
                  <a:pt x="0" y="0"/>
                </a:lnTo>
                <a:close/>
              </a:path>
            </a:pathLst>
          </a:custGeom>
          <a:solidFill xmlns:a="http://schemas.openxmlformats.org/drawingml/2006/main">
            <a:srgbClr val="2C5EAA"/>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96FE8959-09CC-4046-9124-16C65305C529}"/>
              </a:ext>
            </a:extLst>
          </p:cNvPr>
          <p:cNvSpPr>
            <a:spLocks xmlns:a="http://schemas.openxmlformats.org/drawingml/2006/main" noGrp="1"/>
          </p:cNvSpPr>
          <p:nvPr/>
        </p:nvSpPr>
        <p:spPr>
          <a:xfrm xmlns:a="http://schemas.openxmlformats.org/drawingml/2006/main">
            <a:off x="5468680" y="4597191"/>
            <a:ext cx="325001" cy="184854"/>
          </a:xfrm>
          <a:custGeom xmlns:a="http://schemas.openxmlformats.org/drawingml/2006/main">
            <a:pathLst>
              <a:path w="317305" h="180477">
                <a:moveTo>
                  <a:pt x="0" y="180477"/>
                </a:moveTo>
                <a:lnTo>
                  <a:pt x="317305" y="180477"/>
                </a:lnTo>
                <a:lnTo>
                  <a:pt x="317305" y="0"/>
                </a:lnTo>
                <a:lnTo>
                  <a:pt x="0" y="0"/>
                </a:lnTo>
                <a:close/>
              </a:path>
            </a:pathLst>
          </a:custGeom>
          <a:solidFill xmlns:a="http://schemas.openxmlformats.org/drawingml/2006/main">
            <a:srgbClr val="2C5EAA"/>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CB7C7128-11C3-471D-B672-CA24738FE68B}"/>
              </a:ext>
            </a:extLst>
          </p:cNvPr>
          <p:cNvSpPr>
            <a:spLocks xmlns:a="http://schemas.openxmlformats.org/drawingml/2006/main" noGrp="1"/>
          </p:cNvSpPr>
          <p:nvPr/>
        </p:nvSpPr>
        <p:spPr>
          <a:xfrm xmlns:a="http://schemas.openxmlformats.org/drawingml/2006/main">
            <a:off x="5468680" y="4366123"/>
            <a:ext cx="325211" cy="184854"/>
          </a:xfrm>
          <a:custGeom xmlns:a="http://schemas.openxmlformats.org/drawingml/2006/main">
            <a:pathLst>
              <a:path w="317511" h="180477">
                <a:moveTo>
                  <a:pt x="0" y="180477"/>
                </a:moveTo>
                <a:lnTo>
                  <a:pt x="317511" y="180477"/>
                </a:lnTo>
                <a:lnTo>
                  <a:pt x="317511" y="0"/>
                </a:lnTo>
                <a:lnTo>
                  <a:pt x="0" y="0"/>
                </a:lnTo>
                <a:close/>
              </a:path>
            </a:pathLst>
          </a:custGeom>
          <a:solidFill xmlns:a="http://schemas.openxmlformats.org/drawingml/2006/main">
            <a:srgbClr val="2C5EAA"/>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DDE21753-4CEB-4606-A71D-BFB23936D110}"/>
              </a:ext>
            </a:extLst>
          </p:cNvPr>
          <p:cNvSpPr>
            <a:spLocks xmlns:a="http://schemas.openxmlformats.org/drawingml/2006/main" noGrp="1"/>
          </p:cNvSpPr>
          <p:nvPr/>
        </p:nvSpPr>
        <p:spPr>
          <a:xfrm xmlns:a="http://schemas.openxmlformats.org/drawingml/2006/main">
            <a:off x="5468680" y="4135056"/>
            <a:ext cx="378011" cy="184854"/>
          </a:xfrm>
          <a:custGeom xmlns:a="http://schemas.openxmlformats.org/drawingml/2006/main">
            <a:pathLst>
              <a:path w="369060" h="180477">
                <a:moveTo>
                  <a:pt x="0" y="180477"/>
                </a:moveTo>
                <a:lnTo>
                  <a:pt x="369060" y="180477"/>
                </a:lnTo>
                <a:lnTo>
                  <a:pt x="369060" y="0"/>
                </a:lnTo>
                <a:lnTo>
                  <a:pt x="0" y="0"/>
                </a:lnTo>
                <a:close/>
              </a:path>
            </a:pathLst>
          </a:custGeom>
          <a:solidFill xmlns:a="http://schemas.openxmlformats.org/drawingml/2006/main">
            <a:srgbClr val="2C5EAA"/>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94673D55-4CD3-451A-8250-9AB782F0E556}"/>
              </a:ext>
            </a:extLst>
          </p:cNvPr>
          <p:cNvSpPr>
            <a:spLocks xmlns:a="http://schemas.openxmlformats.org/drawingml/2006/main" noGrp="1"/>
          </p:cNvSpPr>
          <p:nvPr/>
        </p:nvSpPr>
        <p:spPr>
          <a:xfrm xmlns:a="http://schemas.openxmlformats.org/drawingml/2006/main">
            <a:off x="5468680" y="3903988"/>
            <a:ext cx="399362" cy="184854"/>
          </a:xfrm>
          <a:custGeom xmlns:a="http://schemas.openxmlformats.org/drawingml/2006/main">
            <a:pathLst>
              <a:path w="389906" h="180477">
                <a:moveTo>
                  <a:pt x="0" y="180477"/>
                </a:moveTo>
                <a:lnTo>
                  <a:pt x="389906" y="180477"/>
                </a:lnTo>
                <a:lnTo>
                  <a:pt x="389906" y="0"/>
                </a:lnTo>
                <a:lnTo>
                  <a:pt x="0" y="0"/>
                </a:lnTo>
                <a:close/>
              </a:path>
            </a:pathLst>
          </a:custGeom>
          <a:solidFill xmlns:a="http://schemas.openxmlformats.org/drawingml/2006/main">
            <a:srgbClr val="14295B"/>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73003FD9-BAA0-47BE-96E1-32F7B378709B}"/>
              </a:ext>
            </a:extLst>
          </p:cNvPr>
          <p:cNvSpPr>
            <a:spLocks xmlns:a="http://schemas.openxmlformats.org/drawingml/2006/main" noGrp="1"/>
          </p:cNvSpPr>
          <p:nvPr/>
        </p:nvSpPr>
        <p:spPr>
          <a:xfrm xmlns:a="http://schemas.openxmlformats.org/drawingml/2006/main">
            <a:off x="5468680" y="3672920"/>
            <a:ext cx="401255" cy="184854"/>
          </a:xfrm>
          <a:custGeom xmlns:a="http://schemas.openxmlformats.org/drawingml/2006/main">
            <a:pathLst>
              <a:path w="391754" h="180477">
                <a:moveTo>
                  <a:pt x="0" y="180477"/>
                </a:moveTo>
                <a:lnTo>
                  <a:pt x="391754" y="180477"/>
                </a:lnTo>
                <a:lnTo>
                  <a:pt x="391754" y="0"/>
                </a:lnTo>
                <a:lnTo>
                  <a:pt x="0" y="0"/>
                </a:lnTo>
                <a:close/>
              </a:path>
            </a:pathLst>
          </a:custGeom>
          <a:solidFill xmlns:a="http://schemas.openxmlformats.org/drawingml/2006/main">
            <a:srgbClr val="2C5EAA"/>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5D856E7F-90CF-4785-BB12-20BE70DE2A98}"/>
              </a:ext>
            </a:extLst>
          </p:cNvPr>
          <p:cNvSpPr>
            <a:spLocks xmlns:a="http://schemas.openxmlformats.org/drawingml/2006/main" noGrp="1"/>
          </p:cNvSpPr>
          <p:nvPr/>
        </p:nvSpPr>
        <p:spPr>
          <a:xfrm xmlns:a="http://schemas.openxmlformats.org/drawingml/2006/main">
            <a:off x="5468680" y="3441852"/>
            <a:ext cx="506749" cy="184854"/>
          </a:xfrm>
          <a:custGeom xmlns:a="http://schemas.openxmlformats.org/drawingml/2006/main">
            <a:pathLst>
              <a:path w="494750" h="180477">
                <a:moveTo>
                  <a:pt x="0" y="180477"/>
                </a:moveTo>
                <a:lnTo>
                  <a:pt x="494750" y="180477"/>
                </a:lnTo>
                <a:lnTo>
                  <a:pt x="494750" y="0"/>
                </a:lnTo>
                <a:lnTo>
                  <a:pt x="0" y="0"/>
                </a:lnTo>
                <a:close/>
              </a:path>
            </a:pathLst>
          </a:custGeom>
          <a:solidFill xmlns:a="http://schemas.openxmlformats.org/drawingml/2006/main">
            <a:srgbClr val="2C5EAA"/>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22AD68DE-4D78-40D4-A9E8-BB733B0C83BF}"/>
              </a:ext>
            </a:extLst>
          </p:cNvPr>
          <p:cNvSpPr>
            <a:spLocks xmlns:a="http://schemas.openxmlformats.org/drawingml/2006/main" noGrp="1"/>
          </p:cNvSpPr>
          <p:nvPr/>
        </p:nvSpPr>
        <p:spPr>
          <a:xfrm xmlns:a="http://schemas.openxmlformats.org/drawingml/2006/main">
            <a:off x="5468680" y="3210784"/>
            <a:ext cx="601199" cy="184854"/>
          </a:xfrm>
          <a:custGeom xmlns:a="http://schemas.openxmlformats.org/drawingml/2006/main">
            <a:pathLst>
              <a:path w="586964" h="180477">
                <a:moveTo>
                  <a:pt x="0" y="180477"/>
                </a:moveTo>
                <a:lnTo>
                  <a:pt x="586964" y="180477"/>
                </a:lnTo>
                <a:lnTo>
                  <a:pt x="586964" y="0"/>
                </a:lnTo>
                <a:lnTo>
                  <a:pt x="0" y="0"/>
                </a:lnTo>
                <a:close/>
              </a:path>
            </a:pathLst>
          </a:custGeom>
          <a:solidFill xmlns:a="http://schemas.openxmlformats.org/drawingml/2006/main">
            <a:srgbClr val="14295B"/>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674BAD2E-5C92-4EB6-942E-C83506861E50}"/>
              </a:ext>
            </a:extLst>
          </p:cNvPr>
          <p:cNvSpPr>
            <a:spLocks xmlns:a="http://schemas.openxmlformats.org/drawingml/2006/main" noGrp="1"/>
          </p:cNvSpPr>
          <p:nvPr/>
        </p:nvSpPr>
        <p:spPr>
          <a:xfrm xmlns:a="http://schemas.openxmlformats.org/drawingml/2006/main">
            <a:off x="5468680" y="2979716"/>
            <a:ext cx="708061" cy="184854"/>
          </a:xfrm>
          <a:custGeom xmlns:a="http://schemas.openxmlformats.org/drawingml/2006/main">
            <a:pathLst>
              <a:path w="691294" h="180477">
                <a:moveTo>
                  <a:pt x="0" y="180477"/>
                </a:moveTo>
                <a:lnTo>
                  <a:pt x="691294" y="180477"/>
                </a:lnTo>
                <a:lnTo>
                  <a:pt x="691294" y="0"/>
                </a:lnTo>
                <a:lnTo>
                  <a:pt x="0" y="0"/>
                </a:lnTo>
                <a:close/>
              </a:path>
            </a:pathLst>
          </a:custGeom>
          <a:solidFill xmlns:a="http://schemas.openxmlformats.org/drawingml/2006/main">
            <a:srgbClr val="2C5EAA"/>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D4FC87AF-3459-4C31-8299-68C4CC1992CD}"/>
              </a:ext>
            </a:extLst>
          </p:cNvPr>
          <p:cNvSpPr>
            <a:spLocks xmlns:a="http://schemas.openxmlformats.org/drawingml/2006/main" noGrp="1"/>
          </p:cNvSpPr>
          <p:nvPr/>
        </p:nvSpPr>
        <p:spPr>
          <a:xfrm xmlns:a="http://schemas.openxmlformats.org/drawingml/2006/main">
            <a:off x="5468680" y="2748648"/>
            <a:ext cx="971217" cy="184854"/>
          </a:xfrm>
          <a:custGeom xmlns:a="http://schemas.openxmlformats.org/drawingml/2006/main">
            <a:pathLst>
              <a:path w="948219" h="180477">
                <a:moveTo>
                  <a:pt x="0" y="180477"/>
                </a:moveTo>
                <a:lnTo>
                  <a:pt x="948219" y="180477"/>
                </a:lnTo>
                <a:lnTo>
                  <a:pt x="948219" y="0"/>
                </a:lnTo>
                <a:lnTo>
                  <a:pt x="0" y="0"/>
                </a:lnTo>
                <a:close/>
              </a:path>
            </a:pathLst>
          </a:custGeom>
          <a:solidFill xmlns:a="http://schemas.openxmlformats.org/drawingml/2006/main">
            <a:srgbClr val="2C5EAA"/>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5828EA2B-60B5-4F3F-9972-730DB50EAB21}"/>
              </a:ext>
            </a:extLst>
          </p:cNvPr>
          <p:cNvSpPr>
            <a:spLocks xmlns:a="http://schemas.openxmlformats.org/drawingml/2006/main" noGrp="1"/>
          </p:cNvSpPr>
          <p:nvPr/>
        </p:nvSpPr>
        <p:spPr>
          <a:xfrm xmlns:a="http://schemas.openxmlformats.org/drawingml/2006/main">
            <a:off x="5468680" y="2517580"/>
            <a:ext cx="2890196" cy="184854"/>
          </a:xfrm>
          <a:custGeom xmlns:a="http://schemas.openxmlformats.org/drawingml/2006/main">
            <a:pathLst>
              <a:path w="2821759" h="180477">
                <a:moveTo>
                  <a:pt x="0" y="180477"/>
                </a:moveTo>
                <a:lnTo>
                  <a:pt x="2821759" y="180477"/>
                </a:lnTo>
                <a:lnTo>
                  <a:pt x="2821759" y="0"/>
                </a:lnTo>
                <a:lnTo>
                  <a:pt x="0" y="0"/>
                </a:lnTo>
                <a:close/>
              </a:path>
            </a:pathLst>
          </a:custGeom>
          <a:solidFill xmlns:a="http://schemas.openxmlformats.org/drawingml/2006/main">
            <a:srgbClr val="C0453C"/>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2AC26AC0-17E5-435C-856C-A8E6222FB24E}"/>
              </a:ext>
            </a:extLst>
          </p:cNvPr>
          <p:cNvSpPr>
            <a:spLocks xmlns:a="http://schemas.openxmlformats.org/drawingml/2006/main" noGrp="1"/>
          </p:cNvSpPr>
          <p:nvPr/>
        </p:nvSpPr>
        <p:spPr>
          <a:xfrm xmlns:a="http://schemas.openxmlformats.org/drawingml/2006/main">
            <a:off x="5468680"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29" name="">
            <a:extLst xmlns:a="http://schemas.openxmlformats.org/drawingml/2006/main">
              <a:ext uri="{FF2B5EF4-FFF2-40B4-BE49-F238E27FC236}">
                <a16:creationId xmlns:a16="http://schemas.microsoft.com/office/drawing/2014/main" id="{94F8283A-AFDF-424A-9579-E1077E4E5EEE}"/>
              </a:ext>
            </a:extLst>
          </p:cNvPr>
          <p:cNvSpPr>
            <a:spLocks xmlns:a="http://schemas.openxmlformats.org/drawingml/2006/main" noGrp="1"/>
          </p:cNvSpPr>
          <p:nvPr/>
        </p:nvSpPr>
        <p:spPr>
          <a:xfrm xmlns:a="http://schemas.openxmlformats.org/drawingml/2006/main" rot="0">
            <a:off x="5274484" y="5385675"/>
            <a:ext cx="3847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0.000</a:t>
            </a:r>
          </a:p>
        </p:txBody>
      </p:sp>
      <p:sp>
        <p:nvSpPr>
          <p:cNvPr id="30" name="Editable chart path">
            <a:extLst xmlns:a="http://schemas.openxmlformats.org/drawingml/2006/main">
              <a:ext uri="{FF2B5EF4-FFF2-40B4-BE49-F238E27FC236}">
                <a16:creationId xmlns:a16="http://schemas.microsoft.com/office/drawing/2014/main" id="{E87FF0C1-8EE6-44BD-9AFF-197A909DFF90}"/>
              </a:ext>
            </a:extLst>
          </p:cNvPr>
          <p:cNvSpPr>
            <a:spLocks xmlns:a="http://schemas.openxmlformats.org/drawingml/2006/main" noGrp="1"/>
          </p:cNvSpPr>
          <p:nvPr/>
        </p:nvSpPr>
        <p:spPr>
          <a:xfrm xmlns:a="http://schemas.openxmlformats.org/drawingml/2006/main">
            <a:off x="5994572"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1" name="">
            <a:extLst xmlns:a="http://schemas.openxmlformats.org/drawingml/2006/main">
              <a:ext uri="{FF2B5EF4-FFF2-40B4-BE49-F238E27FC236}">
                <a16:creationId xmlns:a16="http://schemas.microsoft.com/office/drawing/2014/main" id="{F4005479-FC95-4E35-BE87-B10FC48296B1}"/>
              </a:ext>
            </a:extLst>
          </p:cNvPr>
          <p:cNvSpPr>
            <a:spLocks xmlns:a="http://schemas.openxmlformats.org/drawingml/2006/main" noGrp="1"/>
          </p:cNvSpPr>
          <p:nvPr/>
        </p:nvSpPr>
        <p:spPr>
          <a:xfrm xmlns:a="http://schemas.openxmlformats.org/drawingml/2006/main" rot="0">
            <a:off x="5800156" y="5385675"/>
            <a:ext cx="3847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0.005</a:t>
            </a:r>
          </a:p>
        </p:txBody>
      </p:sp>
      <p:sp>
        <p:nvSpPr>
          <p:cNvPr id="32" name="Editable chart path">
            <a:extLst xmlns:a="http://schemas.openxmlformats.org/drawingml/2006/main">
              <a:ext uri="{FF2B5EF4-FFF2-40B4-BE49-F238E27FC236}">
                <a16:creationId xmlns:a16="http://schemas.microsoft.com/office/drawing/2014/main" id="{AC3E8DB8-D4F2-47BB-8C70-F1F553A96891}"/>
              </a:ext>
            </a:extLst>
          </p:cNvPr>
          <p:cNvSpPr>
            <a:spLocks xmlns:a="http://schemas.openxmlformats.org/drawingml/2006/main" noGrp="1"/>
          </p:cNvSpPr>
          <p:nvPr/>
        </p:nvSpPr>
        <p:spPr>
          <a:xfrm xmlns:a="http://schemas.openxmlformats.org/drawingml/2006/main">
            <a:off x="6520463"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3" name="">
            <a:extLst xmlns:a="http://schemas.openxmlformats.org/drawingml/2006/main">
              <a:ext uri="{FF2B5EF4-FFF2-40B4-BE49-F238E27FC236}">
                <a16:creationId xmlns:a16="http://schemas.microsoft.com/office/drawing/2014/main" id="{B7F2FFAE-2928-4D02-9F1B-1A582FEFF12F}"/>
              </a:ext>
            </a:extLst>
          </p:cNvPr>
          <p:cNvSpPr>
            <a:spLocks xmlns:a="http://schemas.openxmlformats.org/drawingml/2006/main" noGrp="1"/>
          </p:cNvSpPr>
          <p:nvPr/>
        </p:nvSpPr>
        <p:spPr>
          <a:xfrm xmlns:a="http://schemas.openxmlformats.org/drawingml/2006/main" rot="0">
            <a:off x="6347746" y="5385675"/>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0.010</a:t>
            </a:r>
          </a:p>
        </p:txBody>
      </p:sp>
      <p:sp>
        <p:nvSpPr>
          <p:cNvPr id="34" name="Editable chart path">
            <a:extLst xmlns:a="http://schemas.openxmlformats.org/drawingml/2006/main">
              <a:ext uri="{FF2B5EF4-FFF2-40B4-BE49-F238E27FC236}">
                <a16:creationId xmlns:a16="http://schemas.microsoft.com/office/drawing/2014/main" id="{DB5CA1CE-8B48-4D57-85AD-E3077BB7BE82}"/>
              </a:ext>
            </a:extLst>
          </p:cNvPr>
          <p:cNvSpPr>
            <a:spLocks xmlns:a="http://schemas.openxmlformats.org/drawingml/2006/main" noGrp="1"/>
          </p:cNvSpPr>
          <p:nvPr/>
        </p:nvSpPr>
        <p:spPr>
          <a:xfrm xmlns:a="http://schemas.openxmlformats.org/drawingml/2006/main">
            <a:off x="7046355"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5" name="">
            <a:extLst xmlns:a="http://schemas.openxmlformats.org/drawingml/2006/main">
              <a:ext uri="{FF2B5EF4-FFF2-40B4-BE49-F238E27FC236}">
                <a16:creationId xmlns:a16="http://schemas.microsoft.com/office/drawing/2014/main" id="{2CF746BD-28B2-4068-B797-866D978D73DA}"/>
              </a:ext>
            </a:extLst>
          </p:cNvPr>
          <p:cNvSpPr>
            <a:spLocks xmlns:a="http://schemas.openxmlformats.org/drawingml/2006/main" noGrp="1"/>
          </p:cNvSpPr>
          <p:nvPr/>
        </p:nvSpPr>
        <p:spPr>
          <a:xfrm xmlns:a="http://schemas.openxmlformats.org/drawingml/2006/main" rot="0">
            <a:off x="6873419" y="5385675"/>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0.015</a:t>
            </a:r>
          </a:p>
        </p:txBody>
      </p:sp>
      <p:sp>
        <p:nvSpPr>
          <p:cNvPr id="36" name="Editable chart path">
            <a:extLst xmlns:a="http://schemas.openxmlformats.org/drawingml/2006/main">
              <a:ext uri="{FF2B5EF4-FFF2-40B4-BE49-F238E27FC236}">
                <a16:creationId xmlns:a16="http://schemas.microsoft.com/office/drawing/2014/main" id="{12F47C32-7990-4EE6-AA21-C2386597AC95}"/>
              </a:ext>
            </a:extLst>
          </p:cNvPr>
          <p:cNvSpPr>
            <a:spLocks xmlns:a="http://schemas.openxmlformats.org/drawingml/2006/main" noGrp="1"/>
          </p:cNvSpPr>
          <p:nvPr/>
        </p:nvSpPr>
        <p:spPr>
          <a:xfrm xmlns:a="http://schemas.openxmlformats.org/drawingml/2006/main">
            <a:off x="7572247"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7" name="">
            <a:extLst xmlns:a="http://schemas.openxmlformats.org/drawingml/2006/main">
              <a:ext uri="{FF2B5EF4-FFF2-40B4-BE49-F238E27FC236}">
                <a16:creationId xmlns:a16="http://schemas.microsoft.com/office/drawing/2014/main" id="{84CE5035-B634-41AC-A79D-DCB9C7742035}"/>
              </a:ext>
            </a:extLst>
          </p:cNvPr>
          <p:cNvSpPr>
            <a:spLocks xmlns:a="http://schemas.openxmlformats.org/drawingml/2006/main" noGrp="1"/>
          </p:cNvSpPr>
          <p:nvPr/>
        </p:nvSpPr>
        <p:spPr>
          <a:xfrm xmlns:a="http://schemas.openxmlformats.org/drawingml/2006/main" rot="0">
            <a:off x="7381718" y="5385675"/>
            <a:ext cx="3773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0.020</a:t>
            </a:r>
          </a:p>
        </p:txBody>
      </p:sp>
      <p:sp>
        <p:nvSpPr>
          <p:cNvPr id="38" name="Editable chart path">
            <a:extLst xmlns:a="http://schemas.openxmlformats.org/drawingml/2006/main">
              <a:ext uri="{FF2B5EF4-FFF2-40B4-BE49-F238E27FC236}">
                <a16:creationId xmlns:a16="http://schemas.microsoft.com/office/drawing/2014/main" id="{2F7DEAB1-4B63-4D56-97E5-6F3D59358774}"/>
              </a:ext>
            </a:extLst>
          </p:cNvPr>
          <p:cNvSpPr>
            <a:spLocks xmlns:a="http://schemas.openxmlformats.org/drawingml/2006/main" noGrp="1"/>
          </p:cNvSpPr>
          <p:nvPr/>
        </p:nvSpPr>
        <p:spPr>
          <a:xfrm xmlns:a="http://schemas.openxmlformats.org/drawingml/2006/main">
            <a:off x="8098138" y="5380512"/>
            <a:ext cx="95" cy="3414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39" name="">
            <a:extLst xmlns:a="http://schemas.openxmlformats.org/drawingml/2006/main">
              <a:ext uri="{FF2B5EF4-FFF2-40B4-BE49-F238E27FC236}">
                <a16:creationId xmlns:a16="http://schemas.microsoft.com/office/drawing/2014/main" id="{D04EEC1C-B3F2-4790-B9A7-13AE4C8FDA9E}"/>
              </a:ext>
            </a:extLst>
          </p:cNvPr>
          <p:cNvSpPr>
            <a:spLocks xmlns:a="http://schemas.openxmlformats.org/drawingml/2006/main" noGrp="1"/>
          </p:cNvSpPr>
          <p:nvPr/>
        </p:nvSpPr>
        <p:spPr>
          <a:xfrm xmlns:a="http://schemas.openxmlformats.org/drawingml/2006/main" rot="0">
            <a:off x="7907390" y="5385675"/>
            <a:ext cx="3773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0.025</a:t>
            </a:r>
          </a:p>
        </p:txBody>
      </p:sp>
      <p:sp>
        <p:nvSpPr>
          <p:cNvPr id="40" name="">
            <a:extLst xmlns:a="http://schemas.openxmlformats.org/drawingml/2006/main">
              <a:ext uri="{FF2B5EF4-FFF2-40B4-BE49-F238E27FC236}">
                <a16:creationId xmlns:a16="http://schemas.microsoft.com/office/drawing/2014/main" id="{5A9058B3-C03A-45A3-8E30-846702476037}"/>
              </a:ext>
            </a:extLst>
          </p:cNvPr>
          <p:cNvSpPr>
            <a:spLocks xmlns:a="http://schemas.openxmlformats.org/drawingml/2006/main" noGrp="1"/>
          </p:cNvSpPr>
          <p:nvPr/>
        </p:nvSpPr>
        <p:spPr>
          <a:xfrm xmlns:a="http://schemas.openxmlformats.org/drawingml/2006/main" rot="0">
            <a:off x="5469302" y="5526991"/>
            <a:ext cx="30293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Mean |SHAP| (log ratio of heavy-rain effect)</a:t>
            </a:r>
          </a:p>
        </p:txBody>
      </p:sp>
      <p:sp>
        <p:nvSpPr>
          <p:cNvPr id="41" name="Editable chart path">
            <a:extLst xmlns:a="http://schemas.openxmlformats.org/drawingml/2006/main">
              <a:ext uri="{FF2B5EF4-FFF2-40B4-BE49-F238E27FC236}">
                <a16:creationId xmlns:a16="http://schemas.microsoft.com/office/drawing/2014/main" id="{2D4424C0-DCF9-4BA9-AEC0-81E8C6F936A8}"/>
              </a:ext>
            </a:extLst>
          </p:cNvPr>
          <p:cNvSpPr>
            <a:spLocks xmlns:a="http://schemas.openxmlformats.org/drawingml/2006/main" noGrp="1"/>
          </p:cNvSpPr>
          <p:nvPr/>
        </p:nvSpPr>
        <p:spPr>
          <a:xfrm xmlns:a="http://schemas.openxmlformats.org/drawingml/2006/main">
            <a:off x="5468680" y="5151754"/>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B088B825-CA71-4455-AF41-B532CB64D075}"/>
              </a:ext>
            </a:extLst>
          </p:cNvPr>
          <p:cNvSpPr>
            <a:spLocks xmlns:a="http://schemas.openxmlformats.org/drawingml/2006/main" noGrp="1"/>
          </p:cNvSpPr>
          <p:nvPr/>
        </p:nvSpPr>
        <p:spPr>
          <a:xfrm xmlns:a="http://schemas.openxmlformats.org/drawingml/2006/main">
            <a:off x="5434534" y="5151754"/>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43" name="">
            <a:extLst xmlns:a="http://schemas.openxmlformats.org/drawingml/2006/main">
              <a:ext uri="{FF2B5EF4-FFF2-40B4-BE49-F238E27FC236}">
                <a16:creationId xmlns:a16="http://schemas.microsoft.com/office/drawing/2014/main" id="{C3F0413B-32F7-4441-8956-53E9BBEEFE0B}"/>
              </a:ext>
            </a:extLst>
          </p:cNvPr>
          <p:cNvSpPr>
            <a:spLocks xmlns:a="http://schemas.openxmlformats.org/drawingml/2006/main" noGrp="1"/>
          </p:cNvSpPr>
          <p:nvPr/>
        </p:nvSpPr>
        <p:spPr>
          <a:xfrm xmlns:a="http://schemas.openxmlformats.org/drawingml/2006/main" rot="0">
            <a:off x="4010056" y="5046831"/>
            <a:ext cx="13876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Distance to MRT exit</a:t>
            </a:r>
          </a:p>
        </p:txBody>
      </p:sp>
      <p:sp>
        <p:nvSpPr>
          <p:cNvPr id="44" name="Editable chart path">
            <a:extLst xmlns:a="http://schemas.openxmlformats.org/drawingml/2006/main">
              <a:ext uri="{FF2B5EF4-FFF2-40B4-BE49-F238E27FC236}">
                <a16:creationId xmlns:a16="http://schemas.microsoft.com/office/drawing/2014/main" id="{4F1B34A9-3B6A-45BD-987B-8F6CCF84679F}"/>
              </a:ext>
            </a:extLst>
          </p:cNvPr>
          <p:cNvSpPr>
            <a:spLocks xmlns:a="http://schemas.openxmlformats.org/drawingml/2006/main" noGrp="1"/>
          </p:cNvSpPr>
          <p:nvPr/>
        </p:nvSpPr>
        <p:spPr>
          <a:xfrm xmlns:a="http://schemas.openxmlformats.org/drawingml/2006/main">
            <a:off x="5468680" y="4920687"/>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CB1D35A8-9EC4-4A83-8BE3-881A3C188405}"/>
              </a:ext>
            </a:extLst>
          </p:cNvPr>
          <p:cNvSpPr>
            <a:spLocks xmlns:a="http://schemas.openxmlformats.org/drawingml/2006/main" noGrp="1"/>
          </p:cNvSpPr>
          <p:nvPr/>
        </p:nvSpPr>
        <p:spPr>
          <a:xfrm xmlns:a="http://schemas.openxmlformats.org/drawingml/2006/main">
            <a:off x="5434534" y="4920687"/>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46" name="">
            <a:extLst xmlns:a="http://schemas.openxmlformats.org/drawingml/2006/main">
              <a:ext uri="{FF2B5EF4-FFF2-40B4-BE49-F238E27FC236}">
                <a16:creationId xmlns:a16="http://schemas.microsoft.com/office/drawing/2014/main" id="{FE8CE968-BA2C-41FF-BC60-89486D82AEFE}"/>
              </a:ext>
            </a:extLst>
          </p:cNvPr>
          <p:cNvSpPr>
            <a:spLocks xmlns:a="http://schemas.openxmlformats.org/drawingml/2006/main" noGrp="1"/>
          </p:cNvSpPr>
          <p:nvPr/>
        </p:nvSpPr>
        <p:spPr>
          <a:xfrm xmlns:a="http://schemas.openxmlformats.org/drawingml/2006/main" rot="0">
            <a:off x="3748910" y="4815763"/>
            <a:ext cx="165077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Distance to expressway</a:t>
            </a:r>
          </a:p>
        </p:txBody>
      </p:sp>
      <p:sp>
        <p:nvSpPr>
          <p:cNvPr id="47" name="Editable chart path">
            <a:extLst xmlns:a="http://schemas.openxmlformats.org/drawingml/2006/main">
              <a:ext uri="{FF2B5EF4-FFF2-40B4-BE49-F238E27FC236}">
                <a16:creationId xmlns:a16="http://schemas.microsoft.com/office/drawing/2014/main" id="{2DCCB0DE-CFFF-4509-83BA-9EA119F947C3}"/>
              </a:ext>
            </a:extLst>
          </p:cNvPr>
          <p:cNvSpPr>
            <a:spLocks xmlns:a="http://schemas.openxmlformats.org/drawingml/2006/main" noGrp="1"/>
          </p:cNvSpPr>
          <p:nvPr/>
        </p:nvSpPr>
        <p:spPr>
          <a:xfrm xmlns:a="http://schemas.openxmlformats.org/drawingml/2006/main">
            <a:off x="5468680" y="4689619"/>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8ADD3B34-65CA-4CF8-92A1-F32329F2B222}"/>
              </a:ext>
            </a:extLst>
          </p:cNvPr>
          <p:cNvSpPr>
            <a:spLocks xmlns:a="http://schemas.openxmlformats.org/drawingml/2006/main" noGrp="1"/>
          </p:cNvSpPr>
          <p:nvPr/>
        </p:nvSpPr>
        <p:spPr>
          <a:xfrm xmlns:a="http://schemas.openxmlformats.org/drawingml/2006/main">
            <a:off x="5434534" y="4689619"/>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49" name="">
            <a:extLst xmlns:a="http://schemas.openxmlformats.org/drawingml/2006/main">
              <a:ext uri="{FF2B5EF4-FFF2-40B4-BE49-F238E27FC236}">
                <a16:creationId xmlns:a16="http://schemas.microsoft.com/office/drawing/2014/main" id="{04162E73-75E2-4622-9A85-CD845A66E7DF}"/>
              </a:ext>
            </a:extLst>
          </p:cNvPr>
          <p:cNvSpPr>
            <a:spLocks xmlns:a="http://schemas.openxmlformats.org/drawingml/2006/main" noGrp="1"/>
          </p:cNvSpPr>
          <p:nvPr/>
        </p:nvSpPr>
        <p:spPr>
          <a:xfrm xmlns:a="http://schemas.openxmlformats.org/drawingml/2006/main" rot="0">
            <a:off x="3880069" y="4584695"/>
            <a:ext cx="15161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HDB resale price (psf)</a:t>
            </a:r>
          </a:p>
        </p:txBody>
      </p:sp>
      <p:sp>
        <p:nvSpPr>
          <p:cNvPr id="50" name="Editable chart path">
            <a:extLst xmlns:a="http://schemas.openxmlformats.org/drawingml/2006/main">
              <a:ext uri="{FF2B5EF4-FFF2-40B4-BE49-F238E27FC236}">
                <a16:creationId xmlns:a16="http://schemas.microsoft.com/office/drawing/2014/main" id="{5C033638-A012-4324-B142-2AF10D84F520}"/>
              </a:ext>
            </a:extLst>
          </p:cNvPr>
          <p:cNvSpPr>
            <a:spLocks xmlns:a="http://schemas.openxmlformats.org/drawingml/2006/main" noGrp="1"/>
          </p:cNvSpPr>
          <p:nvPr/>
        </p:nvSpPr>
        <p:spPr>
          <a:xfrm xmlns:a="http://schemas.openxmlformats.org/drawingml/2006/main">
            <a:off x="5468680" y="4458551"/>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C5E1CB0A-E813-49B3-81A9-2284CAEB4B18}"/>
              </a:ext>
            </a:extLst>
          </p:cNvPr>
          <p:cNvSpPr>
            <a:spLocks xmlns:a="http://schemas.openxmlformats.org/drawingml/2006/main" noGrp="1"/>
          </p:cNvSpPr>
          <p:nvPr/>
        </p:nvSpPr>
        <p:spPr>
          <a:xfrm xmlns:a="http://schemas.openxmlformats.org/drawingml/2006/main">
            <a:off x="5434534" y="4458551"/>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52" name="">
            <a:extLst xmlns:a="http://schemas.openxmlformats.org/drawingml/2006/main">
              <a:ext uri="{FF2B5EF4-FFF2-40B4-BE49-F238E27FC236}">
                <a16:creationId xmlns:a16="http://schemas.microsoft.com/office/drawing/2014/main" id="{325ED9B8-C9C9-4130-A688-9F281710780E}"/>
              </a:ext>
            </a:extLst>
          </p:cNvPr>
          <p:cNvSpPr>
            <a:spLocks xmlns:a="http://schemas.openxmlformats.org/drawingml/2006/main" noGrp="1"/>
          </p:cNvSpPr>
          <p:nvPr/>
        </p:nvSpPr>
        <p:spPr>
          <a:xfrm xmlns:a="http://schemas.openxmlformats.org/drawingml/2006/main" rot="0">
            <a:off x="4225594" y="4353627"/>
            <a:ext cx="116890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Institutional land</a:t>
            </a:r>
          </a:p>
        </p:txBody>
      </p:sp>
      <p:sp>
        <p:nvSpPr>
          <p:cNvPr id="53" name="Editable chart path">
            <a:extLst xmlns:a="http://schemas.openxmlformats.org/drawingml/2006/main">
              <a:ext uri="{FF2B5EF4-FFF2-40B4-BE49-F238E27FC236}">
                <a16:creationId xmlns:a16="http://schemas.microsoft.com/office/drawing/2014/main" id="{67113D2E-ABFD-4449-B755-A3F9188ECDA7}"/>
              </a:ext>
            </a:extLst>
          </p:cNvPr>
          <p:cNvSpPr>
            <a:spLocks xmlns:a="http://schemas.openxmlformats.org/drawingml/2006/main" noGrp="1"/>
          </p:cNvSpPr>
          <p:nvPr/>
        </p:nvSpPr>
        <p:spPr>
          <a:xfrm xmlns:a="http://schemas.openxmlformats.org/drawingml/2006/main">
            <a:off x="5468680" y="4227483"/>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1446EF6B-9FEF-4524-B1E8-5C877BDB4D8F}"/>
              </a:ext>
            </a:extLst>
          </p:cNvPr>
          <p:cNvSpPr>
            <a:spLocks xmlns:a="http://schemas.openxmlformats.org/drawingml/2006/main" noGrp="1"/>
          </p:cNvSpPr>
          <p:nvPr/>
        </p:nvSpPr>
        <p:spPr>
          <a:xfrm xmlns:a="http://schemas.openxmlformats.org/drawingml/2006/main">
            <a:off x="5434534" y="4227483"/>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55" name="">
            <a:extLst xmlns:a="http://schemas.openxmlformats.org/drawingml/2006/main">
              <a:ext uri="{FF2B5EF4-FFF2-40B4-BE49-F238E27FC236}">
                <a16:creationId xmlns:a16="http://schemas.microsoft.com/office/drawing/2014/main" id="{3949B45D-0509-4E43-ADC7-DBBF250182EF}"/>
              </a:ext>
            </a:extLst>
          </p:cNvPr>
          <p:cNvSpPr>
            <a:spLocks xmlns:a="http://schemas.openxmlformats.org/drawingml/2006/main" noGrp="1"/>
          </p:cNvSpPr>
          <p:nvPr/>
        </p:nvSpPr>
        <p:spPr>
          <a:xfrm xmlns:a="http://schemas.openxmlformats.org/drawingml/2006/main" rot="0">
            <a:off x="4720431" y="4122559"/>
            <a:ext cx="67732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Residents</a:t>
            </a:r>
          </a:p>
        </p:txBody>
      </p:sp>
      <p:sp>
        <p:nvSpPr>
          <p:cNvPr id="56" name="Editable chart path">
            <a:extLst xmlns:a="http://schemas.openxmlformats.org/drawingml/2006/main">
              <a:ext uri="{FF2B5EF4-FFF2-40B4-BE49-F238E27FC236}">
                <a16:creationId xmlns:a16="http://schemas.microsoft.com/office/drawing/2014/main" id="{37EB7851-BE17-449B-8204-50AF8FBB72D6}"/>
              </a:ext>
            </a:extLst>
          </p:cNvPr>
          <p:cNvSpPr>
            <a:spLocks xmlns:a="http://schemas.openxmlformats.org/drawingml/2006/main" noGrp="1"/>
          </p:cNvSpPr>
          <p:nvPr/>
        </p:nvSpPr>
        <p:spPr>
          <a:xfrm xmlns:a="http://schemas.openxmlformats.org/drawingml/2006/main">
            <a:off x="5468680" y="3996415"/>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1D82CDF4-9BF7-4B21-B025-107506F72149}"/>
              </a:ext>
            </a:extLst>
          </p:cNvPr>
          <p:cNvSpPr>
            <a:spLocks xmlns:a="http://schemas.openxmlformats.org/drawingml/2006/main" noGrp="1"/>
          </p:cNvSpPr>
          <p:nvPr/>
        </p:nvSpPr>
        <p:spPr>
          <a:xfrm xmlns:a="http://schemas.openxmlformats.org/drawingml/2006/main">
            <a:off x="5434534" y="3996415"/>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58" name="">
            <a:extLst xmlns:a="http://schemas.openxmlformats.org/drawingml/2006/main">
              <a:ext uri="{FF2B5EF4-FFF2-40B4-BE49-F238E27FC236}">
                <a16:creationId xmlns:a16="http://schemas.microsoft.com/office/drawing/2014/main" id="{FF7524AC-4D5F-48DC-A473-1BCBA6E863D4}"/>
              </a:ext>
            </a:extLst>
          </p:cNvPr>
          <p:cNvSpPr>
            <a:spLocks xmlns:a="http://schemas.openxmlformats.org/drawingml/2006/main" noGrp="1"/>
          </p:cNvSpPr>
          <p:nvPr/>
        </p:nvSpPr>
        <p:spPr>
          <a:xfrm xmlns:a="http://schemas.openxmlformats.org/drawingml/2006/main" rot="0">
            <a:off x="4041846" y="3891491"/>
            <a:ext cx="13529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Arterial road length</a:t>
            </a:r>
          </a:p>
        </p:txBody>
      </p:sp>
      <p:sp>
        <p:nvSpPr>
          <p:cNvPr id="59" name="Editable chart path">
            <a:extLst xmlns:a="http://schemas.openxmlformats.org/drawingml/2006/main">
              <a:ext uri="{FF2B5EF4-FFF2-40B4-BE49-F238E27FC236}">
                <a16:creationId xmlns:a16="http://schemas.microsoft.com/office/drawing/2014/main" id="{089FEFDA-A06D-4023-9CAC-1EE657C94395}"/>
              </a:ext>
            </a:extLst>
          </p:cNvPr>
          <p:cNvSpPr>
            <a:spLocks xmlns:a="http://schemas.openxmlformats.org/drawingml/2006/main" noGrp="1"/>
          </p:cNvSpPr>
          <p:nvPr/>
        </p:nvSpPr>
        <p:spPr>
          <a:xfrm xmlns:a="http://schemas.openxmlformats.org/drawingml/2006/main">
            <a:off x="5468680" y="3765347"/>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7D264DC0-9795-4757-B22A-2FD55FCA68A9}"/>
              </a:ext>
            </a:extLst>
          </p:cNvPr>
          <p:cNvSpPr>
            <a:spLocks xmlns:a="http://schemas.openxmlformats.org/drawingml/2006/main" noGrp="1"/>
          </p:cNvSpPr>
          <p:nvPr/>
        </p:nvSpPr>
        <p:spPr>
          <a:xfrm xmlns:a="http://schemas.openxmlformats.org/drawingml/2006/main">
            <a:off x="5434534" y="3765347"/>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61" name="">
            <a:extLst xmlns:a="http://schemas.openxmlformats.org/drawingml/2006/main">
              <a:ext uri="{FF2B5EF4-FFF2-40B4-BE49-F238E27FC236}">
                <a16:creationId xmlns:a16="http://schemas.microsoft.com/office/drawing/2014/main" id="{9EA3D64A-7CF5-4468-A7F0-F5C12DE424F7}"/>
              </a:ext>
            </a:extLst>
          </p:cNvPr>
          <p:cNvSpPr>
            <a:spLocks xmlns:a="http://schemas.openxmlformats.org/drawingml/2006/main" noGrp="1"/>
          </p:cNvSpPr>
          <p:nvPr/>
        </p:nvSpPr>
        <p:spPr>
          <a:xfrm xmlns:a="http://schemas.openxmlformats.org/drawingml/2006/main" rot="0">
            <a:off x="3828552" y="3660423"/>
            <a:ext cx="15676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Share of residents 65+</a:t>
            </a:r>
          </a:p>
        </p:txBody>
      </p:sp>
      <p:sp>
        <p:nvSpPr>
          <p:cNvPr id="62" name="Editable chart path">
            <a:extLst xmlns:a="http://schemas.openxmlformats.org/drawingml/2006/main">
              <a:ext uri="{FF2B5EF4-FFF2-40B4-BE49-F238E27FC236}">
                <a16:creationId xmlns:a16="http://schemas.microsoft.com/office/drawing/2014/main" id="{0495A349-C7CB-41DD-92C6-48D98564C389}"/>
              </a:ext>
            </a:extLst>
          </p:cNvPr>
          <p:cNvSpPr>
            <a:spLocks xmlns:a="http://schemas.openxmlformats.org/drawingml/2006/main" noGrp="1"/>
          </p:cNvSpPr>
          <p:nvPr/>
        </p:nvSpPr>
        <p:spPr>
          <a:xfrm xmlns:a="http://schemas.openxmlformats.org/drawingml/2006/main">
            <a:off x="5468680" y="3534279"/>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63" name="Editable chart path">
            <a:extLst xmlns:a="http://schemas.openxmlformats.org/drawingml/2006/main">
              <a:ext uri="{FF2B5EF4-FFF2-40B4-BE49-F238E27FC236}">
                <a16:creationId xmlns:a16="http://schemas.microsoft.com/office/drawing/2014/main" id="{D3688A1B-FF59-4E58-B02E-9BDAD3320317}"/>
              </a:ext>
            </a:extLst>
          </p:cNvPr>
          <p:cNvSpPr>
            <a:spLocks xmlns:a="http://schemas.openxmlformats.org/drawingml/2006/main" noGrp="1"/>
          </p:cNvSpPr>
          <p:nvPr/>
        </p:nvSpPr>
        <p:spPr>
          <a:xfrm xmlns:a="http://schemas.openxmlformats.org/drawingml/2006/main">
            <a:off x="5434534" y="3534279"/>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64" name="">
            <a:extLst xmlns:a="http://schemas.openxmlformats.org/drawingml/2006/main">
              <a:ext uri="{FF2B5EF4-FFF2-40B4-BE49-F238E27FC236}">
                <a16:creationId xmlns:a16="http://schemas.microsoft.com/office/drawing/2014/main" id="{73678079-CB50-4FD0-B544-14384B4BDA8E}"/>
              </a:ext>
            </a:extLst>
          </p:cNvPr>
          <p:cNvSpPr>
            <a:spLocks xmlns:a="http://schemas.openxmlformats.org/drawingml/2006/main" noGrp="1"/>
          </p:cNvSpPr>
          <p:nvPr/>
        </p:nvSpPr>
        <p:spPr>
          <a:xfrm xmlns:a="http://schemas.openxmlformats.org/drawingml/2006/main" rot="0">
            <a:off x="4740897" y="3429355"/>
            <a:ext cx="65360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Park land</a:t>
            </a:r>
          </a:p>
        </p:txBody>
      </p:sp>
      <p:sp>
        <p:nvSpPr>
          <p:cNvPr id="65" name="Editable chart path">
            <a:extLst xmlns:a="http://schemas.openxmlformats.org/drawingml/2006/main">
              <a:ext uri="{FF2B5EF4-FFF2-40B4-BE49-F238E27FC236}">
                <a16:creationId xmlns:a16="http://schemas.microsoft.com/office/drawing/2014/main" id="{697B4DA7-F4EB-4628-87BD-C1A0365A9AD1}"/>
              </a:ext>
            </a:extLst>
          </p:cNvPr>
          <p:cNvSpPr>
            <a:spLocks xmlns:a="http://schemas.openxmlformats.org/drawingml/2006/main" noGrp="1"/>
          </p:cNvSpPr>
          <p:nvPr/>
        </p:nvSpPr>
        <p:spPr>
          <a:xfrm xmlns:a="http://schemas.openxmlformats.org/drawingml/2006/main">
            <a:off x="5468680" y="3303211"/>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66" name="Editable chart path">
            <a:extLst xmlns:a="http://schemas.openxmlformats.org/drawingml/2006/main">
              <a:ext uri="{FF2B5EF4-FFF2-40B4-BE49-F238E27FC236}">
                <a16:creationId xmlns:a16="http://schemas.microsoft.com/office/drawing/2014/main" id="{C35FC801-1806-4843-88F6-8C26033C8E8F}"/>
              </a:ext>
            </a:extLst>
          </p:cNvPr>
          <p:cNvSpPr>
            <a:spLocks xmlns:a="http://schemas.openxmlformats.org/drawingml/2006/main" noGrp="1"/>
          </p:cNvSpPr>
          <p:nvPr/>
        </p:nvSpPr>
        <p:spPr>
          <a:xfrm xmlns:a="http://schemas.openxmlformats.org/drawingml/2006/main">
            <a:off x="5434534" y="3303211"/>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67" name="">
            <a:extLst xmlns:a="http://schemas.openxmlformats.org/drawingml/2006/main">
              <a:ext uri="{FF2B5EF4-FFF2-40B4-BE49-F238E27FC236}">
                <a16:creationId xmlns:a16="http://schemas.microsoft.com/office/drawing/2014/main" id="{584AE79B-7FAF-48A1-A192-BBCB451858E9}"/>
              </a:ext>
            </a:extLst>
          </p:cNvPr>
          <p:cNvSpPr>
            <a:spLocks xmlns:a="http://schemas.openxmlformats.org/drawingml/2006/main" noGrp="1"/>
          </p:cNvSpPr>
          <p:nvPr/>
        </p:nvSpPr>
        <p:spPr>
          <a:xfrm xmlns:a="http://schemas.openxmlformats.org/drawingml/2006/main" rot="0">
            <a:off x="3684239" y="3198287"/>
            <a:ext cx="17142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Distance to Raffles Place</a:t>
            </a:r>
          </a:p>
        </p:txBody>
      </p:sp>
      <p:sp>
        <p:nvSpPr>
          <p:cNvPr id="68" name="Editable chart path">
            <a:extLst xmlns:a="http://schemas.openxmlformats.org/drawingml/2006/main">
              <a:ext uri="{FF2B5EF4-FFF2-40B4-BE49-F238E27FC236}">
                <a16:creationId xmlns:a16="http://schemas.microsoft.com/office/drawing/2014/main" id="{924C8222-DA60-4C43-9D8D-CC1748875F1A}"/>
              </a:ext>
            </a:extLst>
          </p:cNvPr>
          <p:cNvSpPr>
            <a:spLocks xmlns:a="http://schemas.openxmlformats.org/drawingml/2006/main" noGrp="1"/>
          </p:cNvSpPr>
          <p:nvPr/>
        </p:nvSpPr>
        <p:spPr>
          <a:xfrm xmlns:a="http://schemas.openxmlformats.org/drawingml/2006/main">
            <a:off x="5468680" y="3072143"/>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69" name="Editable chart path">
            <a:extLst xmlns:a="http://schemas.openxmlformats.org/drawingml/2006/main">
              <a:ext uri="{FF2B5EF4-FFF2-40B4-BE49-F238E27FC236}">
                <a16:creationId xmlns:a16="http://schemas.microsoft.com/office/drawing/2014/main" id="{E01B7130-7396-45A9-97AB-D445B351486E}"/>
              </a:ext>
            </a:extLst>
          </p:cNvPr>
          <p:cNvSpPr>
            <a:spLocks xmlns:a="http://schemas.openxmlformats.org/drawingml/2006/main" noGrp="1"/>
          </p:cNvSpPr>
          <p:nvPr/>
        </p:nvSpPr>
        <p:spPr>
          <a:xfrm xmlns:a="http://schemas.openxmlformats.org/drawingml/2006/main">
            <a:off x="5434534" y="3072143"/>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70" name="">
            <a:extLst xmlns:a="http://schemas.openxmlformats.org/drawingml/2006/main">
              <a:ext uri="{FF2B5EF4-FFF2-40B4-BE49-F238E27FC236}">
                <a16:creationId xmlns:a16="http://schemas.microsoft.com/office/drawing/2014/main" id="{933227F9-B967-4D9D-A519-FEF3EAE6A3D0}"/>
              </a:ext>
            </a:extLst>
          </p:cNvPr>
          <p:cNvSpPr>
            <a:spLocks xmlns:a="http://schemas.openxmlformats.org/drawingml/2006/main" noGrp="1"/>
          </p:cNvSpPr>
          <p:nvPr/>
        </p:nvSpPr>
        <p:spPr>
          <a:xfrm xmlns:a="http://schemas.openxmlformats.org/drawingml/2006/main" rot="0">
            <a:off x="4277220" y="2967220"/>
            <a:ext cx="11172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Residential land</a:t>
            </a:r>
          </a:p>
        </p:txBody>
      </p:sp>
      <p:sp>
        <p:nvSpPr>
          <p:cNvPr id="71" name="Editable chart path">
            <a:extLst xmlns:a="http://schemas.openxmlformats.org/drawingml/2006/main">
              <a:ext uri="{FF2B5EF4-FFF2-40B4-BE49-F238E27FC236}">
                <a16:creationId xmlns:a16="http://schemas.microsoft.com/office/drawing/2014/main" id="{9DBFBB9B-ECF3-4520-8593-0DDA010A5D34}"/>
              </a:ext>
            </a:extLst>
          </p:cNvPr>
          <p:cNvSpPr>
            <a:spLocks xmlns:a="http://schemas.openxmlformats.org/drawingml/2006/main" noGrp="1"/>
          </p:cNvSpPr>
          <p:nvPr/>
        </p:nvSpPr>
        <p:spPr>
          <a:xfrm xmlns:a="http://schemas.openxmlformats.org/drawingml/2006/main">
            <a:off x="5468680" y="2841075"/>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72" name="Editable chart path">
            <a:extLst xmlns:a="http://schemas.openxmlformats.org/drawingml/2006/main">
              <a:ext uri="{FF2B5EF4-FFF2-40B4-BE49-F238E27FC236}">
                <a16:creationId xmlns:a16="http://schemas.microsoft.com/office/drawing/2014/main" id="{2BA62E7A-0CF5-43EC-9FF2-AB6DDC859596}"/>
              </a:ext>
            </a:extLst>
          </p:cNvPr>
          <p:cNvSpPr>
            <a:spLocks xmlns:a="http://schemas.openxmlformats.org/drawingml/2006/main" noGrp="1"/>
          </p:cNvSpPr>
          <p:nvPr/>
        </p:nvSpPr>
        <p:spPr>
          <a:xfrm xmlns:a="http://schemas.openxmlformats.org/drawingml/2006/main">
            <a:off x="5434534" y="2841075"/>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73" name="">
            <a:extLst xmlns:a="http://schemas.openxmlformats.org/drawingml/2006/main">
              <a:ext uri="{FF2B5EF4-FFF2-40B4-BE49-F238E27FC236}">
                <a16:creationId xmlns:a16="http://schemas.microsoft.com/office/drawing/2014/main" id="{56365296-0B00-401A-BCA8-C96819ED6294}"/>
              </a:ext>
            </a:extLst>
          </p:cNvPr>
          <p:cNvSpPr>
            <a:spLocks xmlns:a="http://schemas.openxmlformats.org/drawingml/2006/main" noGrp="1"/>
          </p:cNvSpPr>
          <p:nvPr/>
        </p:nvSpPr>
        <p:spPr>
          <a:xfrm xmlns:a="http://schemas.openxmlformats.org/drawingml/2006/main" rot="0">
            <a:off x="4118737" y="2736152"/>
            <a:ext cx="12790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HDB dwelling units</a:t>
            </a:r>
          </a:p>
        </p:txBody>
      </p:sp>
      <p:sp>
        <p:nvSpPr>
          <p:cNvPr id="74" name="Editable chart path">
            <a:extLst xmlns:a="http://schemas.openxmlformats.org/drawingml/2006/main">
              <a:ext uri="{FF2B5EF4-FFF2-40B4-BE49-F238E27FC236}">
                <a16:creationId xmlns:a16="http://schemas.microsoft.com/office/drawing/2014/main" id="{924EDBE0-3229-4964-B973-419C6834A9CD}"/>
              </a:ext>
            </a:extLst>
          </p:cNvPr>
          <p:cNvSpPr>
            <a:spLocks xmlns:a="http://schemas.openxmlformats.org/drawingml/2006/main" noGrp="1"/>
          </p:cNvSpPr>
          <p:nvPr/>
        </p:nvSpPr>
        <p:spPr>
          <a:xfrm xmlns:a="http://schemas.openxmlformats.org/drawingml/2006/main">
            <a:off x="5468680" y="2610007"/>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5854">
            <a:solidFill>
              <a:srgbClr val="E4EAF4"/>
            </a:solidFill>
            <a:prstDash val="solid"/>
          </a:ln>
        </p:spPr>
      </p:sp>
      <p:sp>
        <p:nvSpPr>
          <p:cNvPr id="75" name="Editable chart path">
            <a:extLst xmlns:a="http://schemas.openxmlformats.org/drawingml/2006/main">
              <a:ext uri="{FF2B5EF4-FFF2-40B4-BE49-F238E27FC236}">
                <a16:creationId xmlns:a16="http://schemas.microsoft.com/office/drawing/2014/main" id="{89287250-4F01-465C-85E5-C006B914105A}"/>
              </a:ext>
            </a:extLst>
          </p:cNvPr>
          <p:cNvSpPr>
            <a:spLocks xmlns:a="http://schemas.openxmlformats.org/drawingml/2006/main" noGrp="1"/>
          </p:cNvSpPr>
          <p:nvPr/>
        </p:nvSpPr>
        <p:spPr>
          <a:xfrm xmlns:a="http://schemas.openxmlformats.org/drawingml/2006/main">
            <a:off x="5434534" y="2610007"/>
            <a:ext cx="3414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805">
            <a:solidFill>
              <a:srgbClr val="5A6683"/>
            </a:solidFill>
            <a:prstDash val="solid"/>
          </a:ln>
        </p:spPr>
      </p:sp>
      <p:sp>
        <p:nvSpPr>
          <p:cNvPr id="76" name="">
            <a:extLst xmlns:a="http://schemas.openxmlformats.org/drawingml/2006/main">
              <a:ext uri="{FF2B5EF4-FFF2-40B4-BE49-F238E27FC236}">
                <a16:creationId xmlns:a16="http://schemas.microsoft.com/office/drawing/2014/main" id="{48DDA1E9-ADB4-4FE2-AE56-CCCD6E48D40E}"/>
              </a:ext>
            </a:extLst>
          </p:cNvPr>
          <p:cNvSpPr>
            <a:spLocks xmlns:a="http://schemas.openxmlformats.org/drawingml/2006/main" noGrp="1"/>
          </p:cNvSpPr>
          <p:nvPr/>
        </p:nvSpPr>
        <p:spPr>
          <a:xfrm xmlns:a="http://schemas.openxmlformats.org/drawingml/2006/main" rot="0">
            <a:off x="4099211" y="2505084"/>
            <a:ext cx="129854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Distance to airport</a:t>
            </a:r>
          </a:p>
        </p:txBody>
      </p:sp>
      <p:sp>
        <p:nvSpPr>
          <p:cNvPr id="77" name="Editable chart path">
            <a:extLst xmlns:a="http://schemas.openxmlformats.org/drawingml/2006/main">
              <a:ext uri="{FF2B5EF4-FFF2-40B4-BE49-F238E27FC236}">
                <a16:creationId xmlns:a16="http://schemas.microsoft.com/office/drawing/2014/main" id="{E2E540A3-FF7E-4C01-8C0A-876737C94B42}"/>
              </a:ext>
            </a:extLst>
          </p:cNvPr>
          <p:cNvSpPr>
            <a:spLocks xmlns:a="http://schemas.openxmlformats.org/drawingml/2006/main" noGrp="1"/>
          </p:cNvSpPr>
          <p:nvPr/>
        </p:nvSpPr>
        <p:spPr>
          <a:xfrm xmlns:a="http://schemas.openxmlformats.org/drawingml/2006/main">
            <a:off x="5468680" y="2381250"/>
            <a:ext cx="95" cy="2999262"/>
          </a:xfrm>
          <a:custGeom xmlns:a="http://schemas.openxmlformats.org/drawingml/2006/main">
            <a:pathLst>
              <a:path w="95" h="2928242">
                <a:moveTo>
                  <a:pt x="0" y="2928242"/>
                </a:moveTo>
                <a:lnTo>
                  <a:pt x="0" y="0"/>
                </a:lnTo>
              </a:path>
            </a:pathLst>
          </a:custGeom>
          <a:noFill xmlns:a="http://schemas.openxmlformats.org/drawingml/2006/main"/>
          <a:ln xmlns:a="http://schemas.openxmlformats.org/drawingml/2006/main" w="7805">
            <a:solidFill>
              <a:srgbClr val="5A6683"/>
            </a:solidFill>
            <a:prstDash val="solid"/>
          </a:ln>
        </p:spPr>
      </p:sp>
      <p:sp>
        <p:nvSpPr>
          <p:cNvPr id="78" name="Editable chart path">
            <a:extLst xmlns:a="http://schemas.openxmlformats.org/drawingml/2006/main">
              <a:ext uri="{FF2B5EF4-FFF2-40B4-BE49-F238E27FC236}">
                <a16:creationId xmlns:a16="http://schemas.microsoft.com/office/drawing/2014/main" id="{46EAAEB5-455F-4320-826D-AE29572F5C1F}"/>
              </a:ext>
            </a:extLst>
          </p:cNvPr>
          <p:cNvSpPr>
            <a:spLocks xmlns:a="http://schemas.openxmlformats.org/drawingml/2006/main" noGrp="1"/>
          </p:cNvSpPr>
          <p:nvPr/>
        </p:nvSpPr>
        <p:spPr>
          <a:xfrm xmlns:a="http://schemas.openxmlformats.org/drawingml/2006/main">
            <a:off x="5468680" y="5380512"/>
            <a:ext cx="3034705" cy="95"/>
          </a:xfrm>
          <a:custGeom xmlns:a="http://schemas.openxmlformats.org/drawingml/2006/main">
            <a:pathLst>
              <a:path w="2962846" h="95">
                <a:moveTo>
                  <a:pt x="0" y="0"/>
                </a:moveTo>
                <a:lnTo>
                  <a:pt x="2962846" y="0"/>
                </a:lnTo>
              </a:path>
            </a:pathLst>
          </a:custGeom>
          <a:noFill xmlns:a="http://schemas.openxmlformats.org/drawingml/2006/main"/>
          <a:ln xmlns:a="http://schemas.openxmlformats.org/drawingml/2006/main" w="7805">
            <a:solidFill>
              <a:srgbClr val="5A6683"/>
            </a:solidFill>
            <a:prstDash val="solid"/>
          </a:ln>
        </p:spPr>
      </p:sp>
    </p:spTree>
    <p:extLst>
      <p:ext uri="{BB962C8B-B14F-4D97-AF65-F5344CB8AC3E}">
        <p14:creationId xmlns:p14="http://schemas.microsoft.com/office/powerpoint/2010/main" val="597896415"/>
      </p:ext>
    </p:extLst>
  </p:cSld>
</p:sld>
</file>

<file path=ppt/slides/slide49.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THE PUBLIC FEED CHANGES COVERAGE</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Coverage regimes need explicit controls in comparisons over time.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49</a:t>
            </a:r>
            <a:endParaRPr sz="1200"/>
          </a:p>
        </p:txBody>
      </p:sp>
      <p:sp>
        <p:nvSpPr>
          <p:cNvPr id="14" name="">
            <a:extLst xmlns:a="http://schemas.openxmlformats.org/drawingml/2006/main">
              <a:ext uri="{FF2B5EF4-FFF2-40B4-BE49-F238E27FC236}">
                <a16:creationId xmlns:a16="http://schemas.microsoft.com/office/drawing/2014/main" id="{8744BCEB-C046-4B93-B8F8-1F0E96AB760C}"/>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28555C6C-CAF1-41B0-8905-45637C42C976}"/>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The taxi feed's coverage shifts between regimes; levels jump without a matching change in the market</a:t>
            </a:r>
          </a:p>
        </p:txBody>
      </p:sp>
      <p:sp>
        <p:nvSpPr>
          <p:cNvPr id="16" name="">
            <a:extLst xmlns:a="http://schemas.openxmlformats.org/drawingml/2006/main">
              <a:ext uri="{FF2B5EF4-FFF2-40B4-BE49-F238E27FC236}">
                <a16:creationId xmlns:a16="http://schemas.microsoft.com/office/drawing/2014/main" id="{B9A73EA4-6BD9-4381-9FB2-24AA66158413}"/>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in feed, daily median (citywide)</a:t>
            </a:r>
          </a:p>
        </p:txBody>
      </p:sp>
      <p:sp>
        <p:nvSpPr>
          <p:cNvPr id="17" name="Editable chart path">
            <a:extLst xmlns:a="http://schemas.openxmlformats.org/drawingml/2006/main">
              <a:ext uri="{FF2B5EF4-FFF2-40B4-BE49-F238E27FC236}">
                <a16:creationId xmlns:a16="http://schemas.microsoft.com/office/drawing/2014/main" id="{16DC2CE0-FE91-40B9-AB50-E8851A39637C}"/>
              </a:ext>
            </a:extLst>
          </p:cNvPr>
          <p:cNvSpPr>
            <a:spLocks xmlns:a="http://schemas.openxmlformats.org/drawingml/2006/main" noGrp="1"/>
          </p:cNvSpPr>
          <p:nvPr/>
        </p:nvSpPr>
        <p:spPr>
          <a:xfrm xmlns:a="http://schemas.openxmlformats.org/drawingml/2006/main">
            <a:off x="2904816" y="2710013"/>
            <a:ext cx="104768" cy="2343598"/>
          </a:xfrm>
          <a:custGeom xmlns:a="http://schemas.openxmlformats.org/drawingml/2006/main">
            <a:pathLst>
              <a:path w="95369" h="2133349">
                <a:moveTo>
                  <a:pt x="0" y="2133349"/>
                </a:moveTo>
                <a:lnTo>
                  <a:pt x="95369" y="2133349"/>
                </a:lnTo>
                <a:lnTo>
                  <a:pt x="95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5E70B201-4F88-4007-95A1-3A18308EECC2}"/>
              </a:ext>
            </a:extLst>
          </p:cNvPr>
          <p:cNvSpPr>
            <a:spLocks xmlns:a="http://schemas.openxmlformats.org/drawingml/2006/main" noGrp="1"/>
          </p:cNvSpPr>
          <p:nvPr/>
        </p:nvSpPr>
        <p:spPr>
          <a:xfrm xmlns:a="http://schemas.openxmlformats.org/drawingml/2006/main">
            <a:off x="3688483" y="2710013"/>
            <a:ext cx="83815" cy="2343598"/>
          </a:xfrm>
          <a:custGeom xmlns:a="http://schemas.openxmlformats.org/drawingml/2006/main">
            <a:pathLst>
              <a:path w="76296" h="2133349">
                <a:moveTo>
                  <a:pt x="0" y="2133349"/>
                </a:moveTo>
                <a:lnTo>
                  <a:pt x="76296" y="2133349"/>
                </a:lnTo>
                <a:lnTo>
                  <a:pt x="76296" y="0"/>
                </a:lnTo>
                <a:lnTo>
                  <a:pt x="0" y="0"/>
                </a:lnTo>
                <a:close/>
              </a:path>
            </a:pathLst>
          </a:custGeom>
          <a:solidFill xmlns:a="http://schemas.openxmlformats.org/drawingml/2006/main">
            <a:srgbClr val="DCE6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F01F6E27-6BC3-4B7A-A9C2-707E7DD325FF}"/>
              </a:ext>
            </a:extLst>
          </p:cNvPr>
          <p:cNvSpPr>
            <a:spLocks xmlns:a="http://schemas.openxmlformats.org/drawingml/2006/main" noGrp="1"/>
          </p:cNvSpPr>
          <p:nvPr/>
        </p:nvSpPr>
        <p:spPr>
          <a:xfrm xmlns:a="http://schemas.openxmlformats.org/drawingml/2006/main">
            <a:off x="4170418" y="2710013"/>
            <a:ext cx="41907" cy="2343598"/>
          </a:xfrm>
          <a:custGeom xmlns:a="http://schemas.openxmlformats.org/drawingml/2006/main">
            <a:pathLst>
              <a:path w="38148" h="2133349">
                <a:moveTo>
                  <a:pt x="0" y="2133349"/>
                </a:moveTo>
                <a:lnTo>
                  <a:pt x="38148" y="2133349"/>
                </a:lnTo>
                <a:lnTo>
                  <a:pt x="38148" y="0"/>
                </a:lnTo>
                <a:lnTo>
                  <a:pt x="0" y="0"/>
                </a:lnTo>
                <a:close/>
              </a:path>
            </a:pathLst>
          </a:custGeom>
          <a:solidFill xmlns:a="http://schemas.openxmlformats.org/drawingml/2006/main">
            <a:srgbClr val="DCE6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F46E5EE7-C5B8-4892-A7E4-605EF2703A70}"/>
              </a:ext>
            </a:extLst>
          </p:cNvPr>
          <p:cNvSpPr>
            <a:spLocks xmlns:a="http://schemas.openxmlformats.org/drawingml/2006/main" noGrp="1"/>
          </p:cNvSpPr>
          <p:nvPr/>
        </p:nvSpPr>
        <p:spPr>
          <a:xfrm xmlns:a="http://schemas.openxmlformats.org/drawingml/2006/main">
            <a:off x="4648161" y="2710013"/>
            <a:ext cx="523842" cy="2343598"/>
          </a:xfrm>
          <a:custGeom xmlns:a="http://schemas.openxmlformats.org/drawingml/2006/main">
            <a:pathLst>
              <a:path w="476847" h="2133349">
                <a:moveTo>
                  <a:pt x="0" y="2133349"/>
                </a:moveTo>
                <a:lnTo>
                  <a:pt x="476847" y="2133349"/>
                </a:lnTo>
                <a:lnTo>
                  <a:pt x="476847" y="0"/>
                </a:lnTo>
                <a:lnTo>
                  <a:pt x="0" y="0"/>
                </a:lnTo>
                <a:close/>
              </a:path>
            </a:pathLst>
          </a:custGeom>
          <a:solidFill xmlns:a="http://schemas.openxmlformats.org/drawingml/2006/main">
            <a:srgbClr val="DCE6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607FD4C1-3C42-4C6B-9663-D75E2E6DE813}"/>
              </a:ext>
            </a:extLst>
          </p:cNvPr>
          <p:cNvSpPr>
            <a:spLocks xmlns:a="http://schemas.openxmlformats.org/drawingml/2006/main" noGrp="1"/>
          </p:cNvSpPr>
          <p:nvPr/>
        </p:nvSpPr>
        <p:spPr>
          <a:xfrm xmlns:a="http://schemas.openxmlformats.org/drawingml/2006/main">
            <a:off x="5758706" y="2710013"/>
            <a:ext cx="1466757" cy="2343598"/>
          </a:xfrm>
          <a:custGeom xmlns:a="http://schemas.openxmlformats.org/drawingml/2006/main">
            <a:pathLst>
              <a:path w="1335171" h="2133349">
                <a:moveTo>
                  <a:pt x="0" y="2133349"/>
                </a:moveTo>
                <a:lnTo>
                  <a:pt x="1335171" y="2133349"/>
                </a:lnTo>
                <a:lnTo>
                  <a:pt x="1335171" y="0"/>
                </a:lnTo>
                <a:lnTo>
                  <a:pt x="0" y="0"/>
                </a:lnTo>
                <a:close/>
              </a:path>
            </a:pathLst>
          </a:custGeom>
          <a:solidFill xmlns:a="http://schemas.openxmlformats.org/drawingml/2006/main">
            <a:srgbClr val="DCE6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5C38DD1B-8323-437B-8CDF-2FA2B4628CB7}"/>
              </a:ext>
            </a:extLst>
          </p:cNvPr>
          <p:cNvSpPr>
            <a:spLocks xmlns:a="http://schemas.openxmlformats.org/drawingml/2006/main" noGrp="1"/>
          </p:cNvSpPr>
          <p:nvPr/>
        </p:nvSpPr>
        <p:spPr>
          <a:xfrm xmlns:a="http://schemas.openxmlformats.org/drawingml/2006/main">
            <a:off x="7330232" y="2710013"/>
            <a:ext cx="104768" cy="2343598"/>
          </a:xfrm>
          <a:custGeom xmlns:a="http://schemas.openxmlformats.org/drawingml/2006/main">
            <a:pathLst>
              <a:path w="95369" h="2133349">
                <a:moveTo>
                  <a:pt x="0" y="2133349"/>
                </a:moveTo>
                <a:lnTo>
                  <a:pt x="95369" y="2133349"/>
                </a:lnTo>
                <a:lnTo>
                  <a:pt x="95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02FB5BC7-1EC4-402D-B4B6-ABA350A376FF}"/>
              </a:ext>
            </a:extLst>
          </p:cNvPr>
          <p:cNvSpPr>
            <a:spLocks xmlns:a="http://schemas.openxmlformats.org/drawingml/2006/main" noGrp="1"/>
          </p:cNvSpPr>
          <p:nvPr/>
        </p:nvSpPr>
        <p:spPr>
          <a:xfrm xmlns:a="http://schemas.openxmlformats.org/drawingml/2006/main">
            <a:off x="8579071" y="2710013"/>
            <a:ext cx="62861" cy="2343598"/>
          </a:xfrm>
          <a:custGeom xmlns:a="http://schemas.openxmlformats.org/drawingml/2006/main">
            <a:pathLst>
              <a:path w="57222" h="2133349">
                <a:moveTo>
                  <a:pt x="0" y="2133349"/>
                </a:moveTo>
                <a:lnTo>
                  <a:pt x="57222" y="2133349"/>
                </a:lnTo>
                <a:lnTo>
                  <a:pt x="57222" y="0"/>
                </a:lnTo>
                <a:lnTo>
                  <a:pt x="0" y="0"/>
                </a:lnTo>
                <a:close/>
              </a:path>
            </a:pathLst>
          </a:custGeom>
          <a:solidFill xmlns:a="http://schemas.openxmlformats.org/drawingml/2006/main">
            <a:srgbClr val="DCE6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39E6D12F-E3D1-4965-BD28-ECA4C96B9713}"/>
              </a:ext>
            </a:extLst>
          </p:cNvPr>
          <p:cNvSpPr>
            <a:spLocks xmlns:a="http://schemas.openxmlformats.org/drawingml/2006/main" noGrp="1"/>
          </p:cNvSpPr>
          <p:nvPr/>
        </p:nvSpPr>
        <p:spPr>
          <a:xfrm xmlns:a="http://schemas.openxmlformats.org/drawingml/2006/main">
            <a:off x="9006526" y="2710013"/>
            <a:ext cx="398120" cy="2343598"/>
          </a:xfrm>
          <a:custGeom xmlns:a="http://schemas.openxmlformats.org/drawingml/2006/main">
            <a:pathLst>
              <a:path w="362404" h="2133349">
                <a:moveTo>
                  <a:pt x="0" y="2133349"/>
                </a:moveTo>
                <a:lnTo>
                  <a:pt x="362404" y="2133349"/>
                </a:lnTo>
                <a:lnTo>
                  <a:pt x="362404" y="0"/>
                </a:lnTo>
                <a:lnTo>
                  <a:pt x="0" y="0"/>
                </a:lnTo>
                <a:close/>
              </a:path>
            </a:pathLst>
          </a:custGeom>
          <a:solidFill xmlns:a="http://schemas.openxmlformats.org/drawingml/2006/main">
            <a:srgbClr val="DCE6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A8FA889B-473A-45D5-8768-2E2224CBB6E9}"/>
              </a:ext>
            </a:extLst>
          </p:cNvPr>
          <p:cNvSpPr>
            <a:spLocks xmlns:a="http://schemas.openxmlformats.org/drawingml/2006/main" noGrp="1"/>
          </p:cNvSpPr>
          <p:nvPr/>
        </p:nvSpPr>
        <p:spPr>
          <a:xfrm xmlns:a="http://schemas.openxmlformats.org/drawingml/2006/main">
            <a:off x="9802766" y="2710013"/>
            <a:ext cx="104768" cy="2343598"/>
          </a:xfrm>
          <a:custGeom xmlns:a="http://schemas.openxmlformats.org/drawingml/2006/main">
            <a:pathLst>
              <a:path w="95369" h="2133349">
                <a:moveTo>
                  <a:pt x="0" y="2133349"/>
                </a:moveTo>
                <a:lnTo>
                  <a:pt x="95369" y="2133349"/>
                </a:lnTo>
                <a:lnTo>
                  <a:pt x="95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D9095E44-7802-4844-90BD-237F647BECD4}"/>
              </a:ext>
            </a:extLst>
          </p:cNvPr>
          <p:cNvSpPr>
            <a:spLocks xmlns:a="http://schemas.openxmlformats.org/drawingml/2006/main" noGrp="1"/>
          </p:cNvSpPr>
          <p:nvPr/>
        </p:nvSpPr>
        <p:spPr>
          <a:xfrm xmlns:a="http://schemas.openxmlformats.org/drawingml/2006/main">
            <a:off x="4212325" y="2710013"/>
            <a:ext cx="20954" cy="2343598"/>
          </a:xfrm>
          <a:custGeom xmlns:a="http://schemas.openxmlformats.org/drawingml/2006/main">
            <a:pathLst>
              <a:path w="19074" h="2133349">
                <a:moveTo>
                  <a:pt x="0" y="2133349"/>
                </a:moveTo>
                <a:lnTo>
                  <a:pt x="19074" y="2133349"/>
                </a:lnTo>
                <a:lnTo>
                  <a:pt x="19074" y="0"/>
                </a:lnTo>
                <a:lnTo>
                  <a:pt x="0" y="0"/>
                </a:lnTo>
                <a:close/>
              </a:path>
            </a:pathLst>
          </a:custGeom>
          <a:solidFill xmlns:a="http://schemas.openxmlformats.org/drawingml/2006/main">
            <a:srgbClr val="C0453C">
              <a:alpha val="35000"/>
            </a:srgbClr>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4900FFB8-6DEC-44F5-8937-6ACB8041B9CC}"/>
              </a:ext>
            </a:extLst>
          </p:cNvPr>
          <p:cNvSpPr>
            <a:spLocks xmlns:a="http://schemas.openxmlformats.org/drawingml/2006/main" noGrp="1"/>
          </p:cNvSpPr>
          <p:nvPr/>
        </p:nvSpPr>
        <p:spPr>
          <a:xfrm xmlns:a="http://schemas.openxmlformats.org/drawingml/2006/main">
            <a:off x="4606254" y="2710013"/>
            <a:ext cx="20954" cy="2343598"/>
          </a:xfrm>
          <a:custGeom xmlns:a="http://schemas.openxmlformats.org/drawingml/2006/main">
            <a:pathLst>
              <a:path w="19074" h="2133349">
                <a:moveTo>
                  <a:pt x="0" y="2133349"/>
                </a:moveTo>
                <a:lnTo>
                  <a:pt x="19074" y="2133349"/>
                </a:lnTo>
                <a:lnTo>
                  <a:pt x="19074" y="0"/>
                </a:lnTo>
                <a:lnTo>
                  <a:pt x="0" y="0"/>
                </a:lnTo>
                <a:close/>
              </a:path>
            </a:pathLst>
          </a:custGeom>
          <a:solidFill xmlns:a="http://schemas.openxmlformats.org/drawingml/2006/main">
            <a:srgbClr val="C0453C">
              <a:alpha val="35000"/>
            </a:srgbClr>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FE1BC952-95CC-4096-B813-EE7CE8644E51}"/>
              </a:ext>
            </a:extLst>
          </p:cNvPr>
          <p:cNvSpPr>
            <a:spLocks xmlns:a="http://schemas.openxmlformats.org/drawingml/2006/main" noGrp="1"/>
          </p:cNvSpPr>
          <p:nvPr/>
        </p:nvSpPr>
        <p:spPr>
          <a:xfrm xmlns:a="http://schemas.openxmlformats.org/drawingml/2006/main">
            <a:off x="4627208" y="2710013"/>
            <a:ext cx="20954" cy="2343598"/>
          </a:xfrm>
          <a:custGeom xmlns:a="http://schemas.openxmlformats.org/drawingml/2006/main">
            <a:pathLst>
              <a:path w="19074" h="2133349">
                <a:moveTo>
                  <a:pt x="0" y="2133349"/>
                </a:moveTo>
                <a:lnTo>
                  <a:pt x="19074" y="2133349"/>
                </a:lnTo>
                <a:lnTo>
                  <a:pt x="19074" y="0"/>
                </a:lnTo>
                <a:lnTo>
                  <a:pt x="0" y="0"/>
                </a:lnTo>
                <a:close/>
              </a:path>
            </a:pathLst>
          </a:custGeom>
          <a:solidFill xmlns:a="http://schemas.openxmlformats.org/drawingml/2006/main">
            <a:srgbClr val="C0453C">
              <a:alpha val="35000"/>
            </a:srgbClr>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2F715BDB-D5C8-4D5A-BA5A-B4A26CD9DFE5}"/>
              </a:ext>
            </a:extLst>
          </p:cNvPr>
          <p:cNvSpPr>
            <a:spLocks xmlns:a="http://schemas.openxmlformats.org/drawingml/2006/main" noGrp="1"/>
          </p:cNvSpPr>
          <p:nvPr/>
        </p:nvSpPr>
        <p:spPr>
          <a:xfrm xmlns:a="http://schemas.openxmlformats.org/drawingml/2006/main">
            <a:off x="5737753" y="2710013"/>
            <a:ext cx="20954" cy="2343598"/>
          </a:xfrm>
          <a:custGeom xmlns:a="http://schemas.openxmlformats.org/drawingml/2006/main">
            <a:pathLst>
              <a:path w="19074" h="2133349">
                <a:moveTo>
                  <a:pt x="0" y="2133349"/>
                </a:moveTo>
                <a:lnTo>
                  <a:pt x="19074" y="2133349"/>
                </a:lnTo>
                <a:lnTo>
                  <a:pt x="19074" y="0"/>
                </a:lnTo>
                <a:lnTo>
                  <a:pt x="0" y="0"/>
                </a:lnTo>
                <a:close/>
              </a:path>
            </a:pathLst>
          </a:custGeom>
          <a:solidFill xmlns:a="http://schemas.openxmlformats.org/drawingml/2006/main">
            <a:srgbClr val="C0453C">
              <a:alpha val="35000"/>
            </a:srgbClr>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352B7431-B622-45F2-9B59-CCB8923822C2}"/>
              </a:ext>
            </a:extLst>
          </p:cNvPr>
          <p:cNvSpPr>
            <a:spLocks xmlns:a="http://schemas.openxmlformats.org/drawingml/2006/main" noGrp="1"/>
          </p:cNvSpPr>
          <p:nvPr/>
        </p:nvSpPr>
        <p:spPr>
          <a:xfrm xmlns:a="http://schemas.openxmlformats.org/drawingml/2006/main">
            <a:off x="7435000" y="2710013"/>
            <a:ext cx="20954" cy="2343598"/>
          </a:xfrm>
          <a:custGeom xmlns:a="http://schemas.openxmlformats.org/drawingml/2006/main">
            <a:pathLst>
              <a:path w="19074" h="2133349">
                <a:moveTo>
                  <a:pt x="0" y="2133349"/>
                </a:moveTo>
                <a:lnTo>
                  <a:pt x="19074" y="2133349"/>
                </a:lnTo>
                <a:lnTo>
                  <a:pt x="19074" y="0"/>
                </a:lnTo>
                <a:lnTo>
                  <a:pt x="0" y="0"/>
                </a:lnTo>
                <a:close/>
              </a:path>
            </a:pathLst>
          </a:custGeom>
          <a:solidFill xmlns:a="http://schemas.openxmlformats.org/drawingml/2006/main">
            <a:srgbClr val="C0453C">
              <a:alpha val="35000"/>
            </a:srgbClr>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D221FEC5-BF49-4A9C-870B-73DB7D808995}"/>
              </a:ext>
            </a:extLst>
          </p:cNvPr>
          <p:cNvSpPr>
            <a:spLocks xmlns:a="http://schemas.openxmlformats.org/drawingml/2006/main" noGrp="1"/>
          </p:cNvSpPr>
          <p:nvPr/>
        </p:nvSpPr>
        <p:spPr>
          <a:xfrm xmlns:a="http://schemas.openxmlformats.org/drawingml/2006/main">
            <a:off x="8641932" y="2710013"/>
            <a:ext cx="25144" cy="2343598"/>
          </a:xfrm>
          <a:custGeom xmlns:a="http://schemas.openxmlformats.org/drawingml/2006/main">
            <a:pathLst>
              <a:path w="22889" h="2133349">
                <a:moveTo>
                  <a:pt x="0" y="2133349"/>
                </a:moveTo>
                <a:lnTo>
                  <a:pt x="22889" y="2133349"/>
                </a:lnTo>
                <a:lnTo>
                  <a:pt x="22889" y="0"/>
                </a:lnTo>
                <a:lnTo>
                  <a:pt x="0" y="0"/>
                </a:lnTo>
                <a:close/>
              </a:path>
            </a:pathLst>
          </a:custGeom>
          <a:solidFill xmlns:a="http://schemas.openxmlformats.org/drawingml/2006/main">
            <a:srgbClr val="C0453C">
              <a:alpha val="35000"/>
            </a:srgbClr>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B2D47534-0104-4082-A63E-4CC882DE69C5}"/>
              </a:ext>
            </a:extLst>
          </p:cNvPr>
          <p:cNvSpPr>
            <a:spLocks xmlns:a="http://schemas.openxmlformats.org/drawingml/2006/main" noGrp="1"/>
          </p:cNvSpPr>
          <p:nvPr/>
        </p:nvSpPr>
        <p:spPr>
          <a:xfrm xmlns:a="http://schemas.openxmlformats.org/drawingml/2006/main">
            <a:off x="9781812" y="2710013"/>
            <a:ext cx="20954" cy="2343598"/>
          </a:xfrm>
          <a:custGeom xmlns:a="http://schemas.openxmlformats.org/drawingml/2006/main">
            <a:pathLst>
              <a:path w="19074" h="2133349">
                <a:moveTo>
                  <a:pt x="0" y="2133349"/>
                </a:moveTo>
                <a:lnTo>
                  <a:pt x="19074" y="2133349"/>
                </a:lnTo>
                <a:lnTo>
                  <a:pt x="19074" y="0"/>
                </a:lnTo>
                <a:lnTo>
                  <a:pt x="0" y="0"/>
                </a:lnTo>
                <a:close/>
              </a:path>
            </a:pathLst>
          </a:custGeom>
          <a:solidFill xmlns:a="http://schemas.openxmlformats.org/drawingml/2006/main">
            <a:srgbClr val="C0453C">
              <a:alpha val="35000"/>
            </a:srgbClr>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0E19FFF0-612A-4A3B-B32D-B641EA701B0A}"/>
              </a:ext>
            </a:extLst>
          </p:cNvPr>
          <p:cNvSpPr>
            <a:spLocks xmlns:a="http://schemas.openxmlformats.org/drawingml/2006/main" noGrp="1"/>
          </p:cNvSpPr>
          <p:nvPr/>
        </p:nvSpPr>
        <p:spPr>
          <a:xfrm xmlns:a="http://schemas.openxmlformats.org/drawingml/2006/main">
            <a:off x="9907534" y="2710013"/>
            <a:ext cx="20954" cy="2343598"/>
          </a:xfrm>
          <a:custGeom xmlns:a="http://schemas.openxmlformats.org/drawingml/2006/main">
            <a:pathLst>
              <a:path w="19074" h="2133349">
                <a:moveTo>
                  <a:pt x="0" y="2133349"/>
                </a:moveTo>
                <a:lnTo>
                  <a:pt x="19074" y="2133349"/>
                </a:lnTo>
                <a:lnTo>
                  <a:pt x="19074" y="0"/>
                </a:lnTo>
                <a:lnTo>
                  <a:pt x="0" y="0"/>
                </a:lnTo>
                <a:close/>
              </a:path>
            </a:pathLst>
          </a:custGeom>
          <a:solidFill xmlns:a="http://schemas.openxmlformats.org/drawingml/2006/main">
            <a:srgbClr val="C0453C">
              <a:alpha val="35000"/>
            </a:srgbClr>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4C3DF38C-67C8-44C7-B379-70BFDC73709D}"/>
              </a:ext>
            </a:extLst>
          </p:cNvPr>
          <p:cNvSpPr>
            <a:spLocks xmlns:a="http://schemas.openxmlformats.org/drawingml/2006/main" noGrp="1"/>
          </p:cNvSpPr>
          <p:nvPr/>
        </p:nvSpPr>
        <p:spPr>
          <a:xfrm xmlns:a="http://schemas.openxmlformats.org/drawingml/2006/main">
            <a:off x="2841954"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35" name="">
            <a:extLst xmlns:a="http://schemas.openxmlformats.org/drawingml/2006/main">
              <a:ext uri="{FF2B5EF4-FFF2-40B4-BE49-F238E27FC236}">
                <a16:creationId xmlns:a16="http://schemas.microsoft.com/office/drawing/2014/main" id="{0FC24568-BE55-47A5-9C47-5D00FA413E85}"/>
              </a:ext>
            </a:extLst>
          </p:cNvPr>
          <p:cNvSpPr>
            <a:spLocks xmlns:a="http://schemas.openxmlformats.org/drawingml/2006/main" noGrp="1"/>
          </p:cNvSpPr>
          <p:nvPr/>
        </p:nvSpPr>
        <p:spPr>
          <a:xfrm xmlns:a="http://schemas.openxmlformats.org/drawingml/2006/main" rot="0">
            <a:off x="2524907" y="5069792"/>
            <a:ext cx="6282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Jan 2022</a:t>
            </a:r>
          </a:p>
        </p:txBody>
      </p:sp>
      <p:sp>
        <p:nvSpPr>
          <p:cNvPr id="36" name="Editable chart path">
            <a:extLst xmlns:a="http://schemas.openxmlformats.org/drawingml/2006/main">
              <a:ext uri="{FF2B5EF4-FFF2-40B4-BE49-F238E27FC236}">
                <a16:creationId xmlns:a16="http://schemas.microsoft.com/office/drawing/2014/main" id="{ABA83E29-9AA6-4130-9040-8052B3DB6D1B}"/>
              </a:ext>
            </a:extLst>
          </p:cNvPr>
          <p:cNvSpPr>
            <a:spLocks xmlns:a="http://schemas.openxmlformats.org/drawingml/2006/main" noGrp="1"/>
          </p:cNvSpPr>
          <p:nvPr/>
        </p:nvSpPr>
        <p:spPr>
          <a:xfrm xmlns:a="http://schemas.openxmlformats.org/drawingml/2006/main">
            <a:off x="3600478"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37" name="">
            <a:extLst xmlns:a="http://schemas.openxmlformats.org/drawingml/2006/main">
              <a:ext uri="{FF2B5EF4-FFF2-40B4-BE49-F238E27FC236}">
                <a16:creationId xmlns:a16="http://schemas.microsoft.com/office/drawing/2014/main" id="{73D2E227-47BD-49C3-8180-E5D321461248}"/>
              </a:ext>
            </a:extLst>
          </p:cNvPr>
          <p:cNvSpPr>
            <a:spLocks xmlns:a="http://schemas.openxmlformats.org/drawingml/2006/main" noGrp="1"/>
          </p:cNvSpPr>
          <p:nvPr/>
        </p:nvSpPr>
        <p:spPr>
          <a:xfrm xmlns:a="http://schemas.openxmlformats.org/drawingml/2006/main" rot="0">
            <a:off x="3313481" y="5069792"/>
            <a:ext cx="56816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Jul 2022</a:t>
            </a:r>
          </a:p>
        </p:txBody>
      </p:sp>
      <p:sp>
        <p:nvSpPr>
          <p:cNvPr id="38" name="Editable chart path">
            <a:extLst xmlns:a="http://schemas.openxmlformats.org/drawingml/2006/main">
              <a:ext uri="{FF2B5EF4-FFF2-40B4-BE49-F238E27FC236}">
                <a16:creationId xmlns:a16="http://schemas.microsoft.com/office/drawing/2014/main" id="{CDE59BFF-DA9B-4D6E-8923-410FEFBBC42A}"/>
              </a:ext>
            </a:extLst>
          </p:cNvPr>
          <p:cNvSpPr>
            <a:spLocks xmlns:a="http://schemas.openxmlformats.org/drawingml/2006/main" noGrp="1"/>
          </p:cNvSpPr>
          <p:nvPr/>
        </p:nvSpPr>
        <p:spPr>
          <a:xfrm xmlns:a="http://schemas.openxmlformats.org/drawingml/2006/main">
            <a:off x="4371573"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39" name="">
            <a:extLst xmlns:a="http://schemas.openxmlformats.org/drawingml/2006/main">
              <a:ext uri="{FF2B5EF4-FFF2-40B4-BE49-F238E27FC236}">
                <a16:creationId xmlns:a16="http://schemas.microsoft.com/office/drawing/2014/main" id="{BDDC81CC-AC2B-4935-87E2-AEDB9662F864}"/>
              </a:ext>
            </a:extLst>
          </p:cNvPr>
          <p:cNvSpPr>
            <a:spLocks xmlns:a="http://schemas.openxmlformats.org/drawingml/2006/main" noGrp="1"/>
          </p:cNvSpPr>
          <p:nvPr/>
        </p:nvSpPr>
        <p:spPr>
          <a:xfrm xmlns:a="http://schemas.openxmlformats.org/drawingml/2006/main" rot="0">
            <a:off x="4054323" y="5069792"/>
            <a:ext cx="63017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Jan 2023</a:t>
            </a:r>
          </a:p>
        </p:txBody>
      </p:sp>
      <p:sp>
        <p:nvSpPr>
          <p:cNvPr id="40" name="Editable chart path">
            <a:extLst xmlns:a="http://schemas.openxmlformats.org/drawingml/2006/main">
              <a:ext uri="{FF2B5EF4-FFF2-40B4-BE49-F238E27FC236}">
                <a16:creationId xmlns:a16="http://schemas.microsoft.com/office/drawing/2014/main" id="{90145985-F176-4616-A298-4EE986384F14}"/>
              </a:ext>
            </a:extLst>
          </p:cNvPr>
          <p:cNvSpPr>
            <a:spLocks xmlns:a="http://schemas.openxmlformats.org/drawingml/2006/main" noGrp="1"/>
          </p:cNvSpPr>
          <p:nvPr/>
        </p:nvSpPr>
        <p:spPr>
          <a:xfrm xmlns:a="http://schemas.openxmlformats.org/drawingml/2006/main">
            <a:off x="5130096"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41" name="">
            <a:extLst xmlns:a="http://schemas.openxmlformats.org/drawingml/2006/main">
              <a:ext uri="{FF2B5EF4-FFF2-40B4-BE49-F238E27FC236}">
                <a16:creationId xmlns:a16="http://schemas.microsoft.com/office/drawing/2014/main" id="{29915B37-A312-49D0-9BB2-5BCF6CBF863B}"/>
              </a:ext>
            </a:extLst>
          </p:cNvPr>
          <p:cNvSpPr>
            <a:spLocks xmlns:a="http://schemas.openxmlformats.org/drawingml/2006/main" noGrp="1"/>
          </p:cNvSpPr>
          <p:nvPr/>
        </p:nvSpPr>
        <p:spPr>
          <a:xfrm xmlns:a="http://schemas.openxmlformats.org/drawingml/2006/main" rot="0">
            <a:off x="4842850" y="5069792"/>
            <a:ext cx="5701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Jul 2023</a:t>
            </a:r>
          </a:p>
        </p:txBody>
      </p:sp>
      <p:sp>
        <p:nvSpPr>
          <p:cNvPr id="42" name="Editable chart path">
            <a:extLst xmlns:a="http://schemas.openxmlformats.org/drawingml/2006/main">
              <a:ext uri="{FF2B5EF4-FFF2-40B4-BE49-F238E27FC236}">
                <a16:creationId xmlns:a16="http://schemas.microsoft.com/office/drawing/2014/main" id="{92ED9915-1EC9-483C-A03C-EEC35277D81A}"/>
              </a:ext>
            </a:extLst>
          </p:cNvPr>
          <p:cNvSpPr>
            <a:spLocks xmlns:a="http://schemas.openxmlformats.org/drawingml/2006/main" noGrp="1"/>
          </p:cNvSpPr>
          <p:nvPr/>
        </p:nvSpPr>
        <p:spPr>
          <a:xfrm xmlns:a="http://schemas.openxmlformats.org/drawingml/2006/main">
            <a:off x="5901191"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43" name="">
            <a:extLst xmlns:a="http://schemas.openxmlformats.org/drawingml/2006/main">
              <a:ext uri="{FF2B5EF4-FFF2-40B4-BE49-F238E27FC236}">
                <a16:creationId xmlns:a16="http://schemas.microsoft.com/office/drawing/2014/main" id="{0C55686E-F078-46E9-AB61-9DF1C9E0D1FE}"/>
              </a:ext>
            </a:extLst>
          </p:cNvPr>
          <p:cNvSpPr>
            <a:spLocks xmlns:a="http://schemas.openxmlformats.org/drawingml/2006/main" noGrp="1"/>
          </p:cNvSpPr>
          <p:nvPr/>
        </p:nvSpPr>
        <p:spPr>
          <a:xfrm xmlns:a="http://schemas.openxmlformats.org/drawingml/2006/main" rot="0">
            <a:off x="5581367" y="5069792"/>
            <a:ext cx="6357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Jan 2024</a:t>
            </a:r>
          </a:p>
        </p:txBody>
      </p:sp>
      <p:sp>
        <p:nvSpPr>
          <p:cNvPr id="44" name="Editable chart path">
            <a:extLst xmlns:a="http://schemas.openxmlformats.org/drawingml/2006/main">
              <a:ext uri="{FF2B5EF4-FFF2-40B4-BE49-F238E27FC236}">
                <a16:creationId xmlns:a16="http://schemas.microsoft.com/office/drawing/2014/main" id="{11CA368E-BF2D-4936-A1C0-907C56FEB681}"/>
              </a:ext>
            </a:extLst>
          </p:cNvPr>
          <p:cNvSpPr>
            <a:spLocks xmlns:a="http://schemas.openxmlformats.org/drawingml/2006/main" noGrp="1"/>
          </p:cNvSpPr>
          <p:nvPr/>
        </p:nvSpPr>
        <p:spPr>
          <a:xfrm xmlns:a="http://schemas.openxmlformats.org/drawingml/2006/main">
            <a:off x="6663905"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45" name="">
            <a:extLst xmlns:a="http://schemas.openxmlformats.org/drawingml/2006/main">
              <a:ext uri="{FF2B5EF4-FFF2-40B4-BE49-F238E27FC236}">
                <a16:creationId xmlns:a16="http://schemas.microsoft.com/office/drawing/2014/main" id="{C5F1036A-ECA7-42A2-9CEE-F0D216FD8A33}"/>
              </a:ext>
            </a:extLst>
          </p:cNvPr>
          <p:cNvSpPr>
            <a:spLocks xmlns:a="http://schemas.openxmlformats.org/drawingml/2006/main" noGrp="1"/>
          </p:cNvSpPr>
          <p:nvPr/>
        </p:nvSpPr>
        <p:spPr>
          <a:xfrm xmlns:a="http://schemas.openxmlformats.org/drawingml/2006/main" rot="0">
            <a:off x="6374132" y="5069792"/>
            <a:ext cx="5756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Jul 2024</a:t>
            </a:r>
          </a:p>
        </p:txBody>
      </p:sp>
      <p:sp>
        <p:nvSpPr>
          <p:cNvPr id="46" name="Editable chart path">
            <a:extLst xmlns:a="http://schemas.openxmlformats.org/drawingml/2006/main">
              <a:ext uri="{FF2B5EF4-FFF2-40B4-BE49-F238E27FC236}">
                <a16:creationId xmlns:a16="http://schemas.microsoft.com/office/drawing/2014/main" id="{726851BE-EEA0-472B-AB2A-56D6BC5F75C9}"/>
              </a:ext>
            </a:extLst>
          </p:cNvPr>
          <p:cNvSpPr>
            <a:spLocks xmlns:a="http://schemas.openxmlformats.org/drawingml/2006/main" noGrp="1"/>
          </p:cNvSpPr>
          <p:nvPr/>
        </p:nvSpPr>
        <p:spPr>
          <a:xfrm xmlns:a="http://schemas.openxmlformats.org/drawingml/2006/main">
            <a:off x="7435000"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47" name="">
            <a:extLst xmlns:a="http://schemas.openxmlformats.org/drawingml/2006/main">
              <a:ext uri="{FF2B5EF4-FFF2-40B4-BE49-F238E27FC236}">
                <a16:creationId xmlns:a16="http://schemas.microsoft.com/office/drawing/2014/main" id="{6F5351D7-A7F3-4C82-A16C-CB59B6BFB4C3}"/>
              </a:ext>
            </a:extLst>
          </p:cNvPr>
          <p:cNvSpPr>
            <a:spLocks xmlns:a="http://schemas.openxmlformats.org/drawingml/2006/main" noGrp="1"/>
          </p:cNvSpPr>
          <p:nvPr/>
        </p:nvSpPr>
        <p:spPr>
          <a:xfrm xmlns:a="http://schemas.openxmlformats.org/drawingml/2006/main" rot="0">
            <a:off x="7114992" y="5069792"/>
            <a:ext cx="635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Jan 2025</a:t>
            </a:r>
          </a:p>
        </p:txBody>
      </p:sp>
      <p:sp>
        <p:nvSpPr>
          <p:cNvPr id="48" name="Editable chart path">
            <a:extLst xmlns:a="http://schemas.openxmlformats.org/drawingml/2006/main">
              <a:ext uri="{FF2B5EF4-FFF2-40B4-BE49-F238E27FC236}">
                <a16:creationId xmlns:a16="http://schemas.microsoft.com/office/drawing/2014/main" id="{319F0B31-13B8-47AE-A3F8-CF7CD443B08A}"/>
              </a:ext>
            </a:extLst>
          </p:cNvPr>
          <p:cNvSpPr>
            <a:spLocks xmlns:a="http://schemas.openxmlformats.org/drawingml/2006/main" noGrp="1"/>
          </p:cNvSpPr>
          <p:nvPr/>
        </p:nvSpPr>
        <p:spPr>
          <a:xfrm xmlns:a="http://schemas.openxmlformats.org/drawingml/2006/main">
            <a:off x="8193524"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49" name="">
            <a:extLst xmlns:a="http://schemas.openxmlformats.org/drawingml/2006/main">
              <a:ext uri="{FF2B5EF4-FFF2-40B4-BE49-F238E27FC236}">
                <a16:creationId xmlns:a16="http://schemas.microsoft.com/office/drawing/2014/main" id="{1CC04CD3-98BA-4C90-A2FE-34977ED60328}"/>
              </a:ext>
            </a:extLst>
          </p:cNvPr>
          <p:cNvSpPr>
            <a:spLocks xmlns:a="http://schemas.openxmlformats.org/drawingml/2006/main" noGrp="1"/>
          </p:cNvSpPr>
          <p:nvPr/>
        </p:nvSpPr>
        <p:spPr>
          <a:xfrm xmlns:a="http://schemas.openxmlformats.org/drawingml/2006/main" rot="0">
            <a:off x="7903518" y="5069792"/>
            <a:ext cx="5755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Jul 2025</a:t>
            </a:r>
          </a:p>
        </p:txBody>
      </p:sp>
      <p:sp>
        <p:nvSpPr>
          <p:cNvPr id="50" name="Editable chart path">
            <a:extLst xmlns:a="http://schemas.openxmlformats.org/drawingml/2006/main">
              <a:ext uri="{FF2B5EF4-FFF2-40B4-BE49-F238E27FC236}">
                <a16:creationId xmlns:a16="http://schemas.microsoft.com/office/drawing/2014/main" id="{EB184564-E76B-4F0B-A48C-1BE0C8A0A46A}"/>
              </a:ext>
            </a:extLst>
          </p:cNvPr>
          <p:cNvSpPr>
            <a:spLocks xmlns:a="http://schemas.openxmlformats.org/drawingml/2006/main" noGrp="1"/>
          </p:cNvSpPr>
          <p:nvPr/>
        </p:nvSpPr>
        <p:spPr>
          <a:xfrm xmlns:a="http://schemas.openxmlformats.org/drawingml/2006/main">
            <a:off x="8964619"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51" name="">
            <a:extLst xmlns:a="http://schemas.openxmlformats.org/drawingml/2006/main">
              <a:ext uri="{FF2B5EF4-FFF2-40B4-BE49-F238E27FC236}">
                <a16:creationId xmlns:a16="http://schemas.microsoft.com/office/drawing/2014/main" id="{3DCEBFF1-7D50-438B-989C-921913CFDB98}"/>
              </a:ext>
            </a:extLst>
          </p:cNvPr>
          <p:cNvSpPr>
            <a:spLocks xmlns:a="http://schemas.openxmlformats.org/drawingml/2006/main" noGrp="1"/>
          </p:cNvSpPr>
          <p:nvPr/>
        </p:nvSpPr>
        <p:spPr>
          <a:xfrm xmlns:a="http://schemas.openxmlformats.org/drawingml/2006/main" rot="0">
            <a:off x="8644605" y="5069792"/>
            <a:ext cx="63655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Jan 2026</a:t>
            </a:r>
          </a:p>
        </p:txBody>
      </p:sp>
      <p:sp>
        <p:nvSpPr>
          <p:cNvPr id="52" name="Editable chart path">
            <a:extLst xmlns:a="http://schemas.openxmlformats.org/drawingml/2006/main">
              <a:ext uri="{FF2B5EF4-FFF2-40B4-BE49-F238E27FC236}">
                <a16:creationId xmlns:a16="http://schemas.microsoft.com/office/drawing/2014/main" id="{DA2C9F5B-B2D6-43EE-8622-5814127FF6A5}"/>
              </a:ext>
            </a:extLst>
          </p:cNvPr>
          <p:cNvSpPr>
            <a:spLocks xmlns:a="http://schemas.openxmlformats.org/drawingml/2006/main" noGrp="1"/>
          </p:cNvSpPr>
          <p:nvPr/>
        </p:nvSpPr>
        <p:spPr>
          <a:xfrm xmlns:a="http://schemas.openxmlformats.org/drawingml/2006/main">
            <a:off x="9723142" y="5053611"/>
            <a:ext cx="95" cy="3662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53" name="">
            <a:extLst xmlns:a="http://schemas.openxmlformats.org/drawingml/2006/main">
              <a:ext uri="{FF2B5EF4-FFF2-40B4-BE49-F238E27FC236}">
                <a16:creationId xmlns:a16="http://schemas.microsoft.com/office/drawing/2014/main" id="{651C45ED-884C-49A6-81AE-69CDDCB6F168}"/>
              </a:ext>
            </a:extLst>
          </p:cNvPr>
          <p:cNvSpPr>
            <a:spLocks xmlns:a="http://schemas.openxmlformats.org/drawingml/2006/main" noGrp="1"/>
          </p:cNvSpPr>
          <p:nvPr/>
        </p:nvSpPr>
        <p:spPr>
          <a:xfrm xmlns:a="http://schemas.openxmlformats.org/drawingml/2006/main" rot="0">
            <a:off x="9433132" y="5069792"/>
            <a:ext cx="57654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Jul 2026</a:t>
            </a:r>
          </a:p>
        </p:txBody>
      </p:sp>
      <p:sp>
        <p:nvSpPr>
          <p:cNvPr id="54" name="Editable chart path">
            <a:extLst xmlns:a="http://schemas.openxmlformats.org/drawingml/2006/main">
              <a:ext uri="{FF2B5EF4-FFF2-40B4-BE49-F238E27FC236}">
                <a16:creationId xmlns:a16="http://schemas.microsoft.com/office/drawing/2014/main" id="{E39CE429-70CF-4B6F-A783-9B37984E7079}"/>
              </a:ext>
            </a:extLst>
          </p:cNvPr>
          <p:cNvSpPr>
            <a:spLocks xmlns:a="http://schemas.openxmlformats.org/drawingml/2006/main" noGrp="1"/>
          </p:cNvSpPr>
          <p:nvPr/>
        </p:nvSpPr>
        <p:spPr>
          <a:xfrm xmlns:a="http://schemas.openxmlformats.org/drawingml/2006/main">
            <a:off x="2456407" y="5053611"/>
            <a:ext cx="7648092" cy="95"/>
          </a:xfrm>
          <a:custGeom xmlns:a="http://schemas.openxmlformats.org/drawingml/2006/main">
            <a:pathLst>
              <a:path w="6961965" h="95">
                <a:moveTo>
                  <a:pt x="0" y="0"/>
                </a:moveTo>
                <a:lnTo>
                  <a:pt x="6961965" y="0"/>
                </a:lnTo>
              </a:path>
            </a:pathLst>
          </a:custGeom>
          <a:noFill xmlns:a="http://schemas.openxmlformats.org/drawingml/2006/main"/>
          <a:ln xmlns:a="http://schemas.openxmlformats.org/drawingml/2006/main" w="6278">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CE633F18-63F6-4E9A-BFA1-08EE0A381FCF}"/>
              </a:ext>
            </a:extLst>
          </p:cNvPr>
          <p:cNvSpPr>
            <a:spLocks xmlns:a="http://schemas.openxmlformats.org/drawingml/2006/main" noGrp="1"/>
          </p:cNvSpPr>
          <p:nvPr/>
        </p:nvSpPr>
        <p:spPr>
          <a:xfrm xmlns:a="http://schemas.openxmlformats.org/drawingml/2006/main">
            <a:off x="2419784" y="5053611"/>
            <a:ext cx="366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56" name="">
            <a:extLst xmlns:a="http://schemas.openxmlformats.org/drawingml/2006/main">
              <a:ext uri="{FF2B5EF4-FFF2-40B4-BE49-F238E27FC236}">
                <a16:creationId xmlns:a16="http://schemas.microsoft.com/office/drawing/2014/main" id="{CC86E268-480E-4131-9D01-A73CD1067C2F}"/>
              </a:ext>
            </a:extLst>
          </p:cNvPr>
          <p:cNvSpPr>
            <a:spLocks xmlns:a="http://schemas.openxmlformats.org/drawingml/2006/main" noGrp="1"/>
          </p:cNvSpPr>
          <p:nvPr/>
        </p:nvSpPr>
        <p:spPr>
          <a:xfrm xmlns:a="http://schemas.openxmlformats.org/drawingml/2006/main" rot="0">
            <a:off x="2286825" y="4951719"/>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57" name="Editable chart path">
            <a:extLst xmlns:a="http://schemas.openxmlformats.org/drawingml/2006/main">
              <a:ext uri="{FF2B5EF4-FFF2-40B4-BE49-F238E27FC236}">
                <a16:creationId xmlns:a16="http://schemas.microsoft.com/office/drawing/2014/main" id="{15E87D3A-4CC1-49B2-9651-FAA36BDFC51F}"/>
              </a:ext>
            </a:extLst>
          </p:cNvPr>
          <p:cNvSpPr>
            <a:spLocks xmlns:a="http://schemas.openxmlformats.org/drawingml/2006/main" noGrp="1"/>
          </p:cNvSpPr>
          <p:nvPr/>
        </p:nvSpPr>
        <p:spPr>
          <a:xfrm xmlns:a="http://schemas.openxmlformats.org/drawingml/2006/main">
            <a:off x="2456407" y="4575326"/>
            <a:ext cx="7648092" cy="95"/>
          </a:xfrm>
          <a:custGeom xmlns:a="http://schemas.openxmlformats.org/drawingml/2006/main">
            <a:pathLst>
              <a:path w="6961965" h="95">
                <a:moveTo>
                  <a:pt x="0" y="0"/>
                </a:moveTo>
                <a:lnTo>
                  <a:pt x="6961965" y="0"/>
                </a:lnTo>
              </a:path>
            </a:pathLst>
          </a:custGeom>
          <a:noFill xmlns:a="http://schemas.openxmlformats.org/drawingml/2006/main"/>
          <a:ln xmlns:a="http://schemas.openxmlformats.org/drawingml/2006/main" w="6278">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DCF2E737-9D75-48A3-A7CF-DAD3FEDB02C1}"/>
              </a:ext>
            </a:extLst>
          </p:cNvPr>
          <p:cNvSpPr>
            <a:spLocks xmlns:a="http://schemas.openxmlformats.org/drawingml/2006/main" noGrp="1"/>
          </p:cNvSpPr>
          <p:nvPr/>
        </p:nvSpPr>
        <p:spPr>
          <a:xfrm xmlns:a="http://schemas.openxmlformats.org/drawingml/2006/main">
            <a:off x="2419784" y="4575326"/>
            <a:ext cx="366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59" name="">
            <a:extLst xmlns:a="http://schemas.openxmlformats.org/drawingml/2006/main">
              <a:ext uri="{FF2B5EF4-FFF2-40B4-BE49-F238E27FC236}">
                <a16:creationId xmlns:a16="http://schemas.microsoft.com/office/drawing/2014/main" id="{29F78380-B44B-4AFE-ADBC-DC5B25A22AF4}"/>
              </a:ext>
            </a:extLst>
          </p:cNvPr>
          <p:cNvSpPr>
            <a:spLocks xmlns:a="http://schemas.openxmlformats.org/drawingml/2006/main" noGrp="1"/>
          </p:cNvSpPr>
          <p:nvPr/>
        </p:nvSpPr>
        <p:spPr>
          <a:xfrm xmlns:a="http://schemas.openxmlformats.org/drawingml/2006/main" rot="0">
            <a:off x="2066797" y="4473434"/>
            <a:ext cx="31242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1000</a:t>
            </a:r>
          </a:p>
        </p:txBody>
      </p:sp>
      <p:sp>
        <p:nvSpPr>
          <p:cNvPr id="60" name="Editable chart path">
            <a:extLst xmlns:a="http://schemas.openxmlformats.org/drawingml/2006/main">
              <a:ext uri="{FF2B5EF4-FFF2-40B4-BE49-F238E27FC236}">
                <a16:creationId xmlns:a16="http://schemas.microsoft.com/office/drawing/2014/main" id="{34CD3C8F-EBBB-482E-96DE-4F56CA768518}"/>
              </a:ext>
            </a:extLst>
          </p:cNvPr>
          <p:cNvSpPr>
            <a:spLocks xmlns:a="http://schemas.openxmlformats.org/drawingml/2006/main" noGrp="1"/>
          </p:cNvSpPr>
          <p:nvPr/>
        </p:nvSpPr>
        <p:spPr>
          <a:xfrm xmlns:a="http://schemas.openxmlformats.org/drawingml/2006/main">
            <a:off x="2456407" y="4097041"/>
            <a:ext cx="7648092" cy="95"/>
          </a:xfrm>
          <a:custGeom xmlns:a="http://schemas.openxmlformats.org/drawingml/2006/main">
            <a:pathLst>
              <a:path w="6961965" h="95">
                <a:moveTo>
                  <a:pt x="0" y="0"/>
                </a:moveTo>
                <a:lnTo>
                  <a:pt x="6961965" y="0"/>
                </a:lnTo>
              </a:path>
            </a:pathLst>
          </a:custGeom>
          <a:noFill xmlns:a="http://schemas.openxmlformats.org/drawingml/2006/main"/>
          <a:ln xmlns:a="http://schemas.openxmlformats.org/drawingml/2006/main" w="6278">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F2A2DB06-662B-4307-B957-39F0026CB273}"/>
              </a:ext>
            </a:extLst>
          </p:cNvPr>
          <p:cNvSpPr>
            <a:spLocks xmlns:a="http://schemas.openxmlformats.org/drawingml/2006/main" noGrp="1"/>
          </p:cNvSpPr>
          <p:nvPr/>
        </p:nvSpPr>
        <p:spPr>
          <a:xfrm xmlns:a="http://schemas.openxmlformats.org/drawingml/2006/main">
            <a:off x="2419784" y="4097041"/>
            <a:ext cx="366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62" name="">
            <a:extLst xmlns:a="http://schemas.openxmlformats.org/drawingml/2006/main">
              <a:ext uri="{FF2B5EF4-FFF2-40B4-BE49-F238E27FC236}">
                <a16:creationId xmlns:a16="http://schemas.microsoft.com/office/drawing/2014/main" id="{E25EDC6B-7BB3-48E6-B7C0-676497B410F1}"/>
              </a:ext>
            </a:extLst>
          </p:cNvPr>
          <p:cNvSpPr>
            <a:spLocks xmlns:a="http://schemas.openxmlformats.org/drawingml/2006/main" noGrp="1"/>
          </p:cNvSpPr>
          <p:nvPr/>
        </p:nvSpPr>
        <p:spPr>
          <a:xfrm xmlns:a="http://schemas.openxmlformats.org/drawingml/2006/main" rot="0">
            <a:off x="2031174" y="3995149"/>
            <a:ext cx="3480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2000</a:t>
            </a:r>
          </a:p>
        </p:txBody>
      </p:sp>
      <p:sp>
        <p:nvSpPr>
          <p:cNvPr id="63" name="Editable chart path">
            <a:extLst xmlns:a="http://schemas.openxmlformats.org/drawingml/2006/main">
              <a:ext uri="{FF2B5EF4-FFF2-40B4-BE49-F238E27FC236}">
                <a16:creationId xmlns:a16="http://schemas.microsoft.com/office/drawing/2014/main" id="{9199CFDF-7799-427B-8B9D-AA716611D2F0}"/>
              </a:ext>
            </a:extLst>
          </p:cNvPr>
          <p:cNvSpPr>
            <a:spLocks xmlns:a="http://schemas.openxmlformats.org/drawingml/2006/main" noGrp="1"/>
          </p:cNvSpPr>
          <p:nvPr/>
        </p:nvSpPr>
        <p:spPr>
          <a:xfrm xmlns:a="http://schemas.openxmlformats.org/drawingml/2006/main">
            <a:off x="2456407" y="3618755"/>
            <a:ext cx="7648092" cy="95"/>
          </a:xfrm>
          <a:custGeom xmlns:a="http://schemas.openxmlformats.org/drawingml/2006/main">
            <a:pathLst>
              <a:path w="6961965" h="95">
                <a:moveTo>
                  <a:pt x="0" y="0"/>
                </a:moveTo>
                <a:lnTo>
                  <a:pt x="6961965" y="0"/>
                </a:lnTo>
              </a:path>
            </a:pathLst>
          </a:custGeom>
          <a:noFill xmlns:a="http://schemas.openxmlformats.org/drawingml/2006/main"/>
          <a:ln xmlns:a="http://schemas.openxmlformats.org/drawingml/2006/main" w="6278">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75B98C9F-A194-4758-893B-BAA35AC42326}"/>
              </a:ext>
            </a:extLst>
          </p:cNvPr>
          <p:cNvSpPr>
            <a:spLocks xmlns:a="http://schemas.openxmlformats.org/drawingml/2006/main" noGrp="1"/>
          </p:cNvSpPr>
          <p:nvPr/>
        </p:nvSpPr>
        <p:spPr>
          <a:xfrm xmlns:a="http://schemas.openxmlformats.org/drawingml/2006/main">
            <a:off x="2419784" y="3618755"/>
            <a:ext cx="366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65" name="">
            <a:extLst xmlns:a="http://schemas.openxmlformats.org/drawingml/2006/main">
              <a:ext uri="{FF2B5EF4-FFF2-40B4-BE49-F238E27FC236}">
                <a16:creationId xmlns:a16="http://schemas.microsoft.com/office/drawing/2014/main" id="{33D5BDE4-B2A8-4393-894B-1F22818DE914}"/>
              </a:ext>
            </a:extLst>
          </p:cNvPr>
          <p:cNvSpPr>
            <a:spLocks xmlns:a="http://schemas.openxmlformats.org/drawingml/2006/main" noGrp="1"/>
          </p:cNvSpPr>
          <p:nvPr/>
        </p:nvSpPr>
        <p:spPr>
          <a:xfrm xmlns:a="http://schemas.openxmlformats.org/drawingml/2006/main" rot="0">
            <a:off x="2029174" y="3516864"/>
            <a:ext cx="3500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3000</a:t>
            </a:r>
          </a:p>
        </p:txBody>
      </p:sp>
      <p:sp>
        <p:nvSpPr>
          <p:cNvPr id="66" name="Editable chart path">
            <a:extLst xmlns:a="http://schemas.openxmlformats.org/drawingml/2006/main">
              <a:ext uri="{FF2B5EF4-FFF2-40B4-BE49-F238E27FC236}">
                <a16:creationId xmlns:a16="http://schemas.microsoft.com/office/drawing/2014/main" id="{E02B0071-CE9B-4FD6-A219-A22A1B1FF8D5}"/>
              </a:ext>
            </a:extLst>
          </p:cNvPr>
          <p:cNvSpPr>
            <a:spLocks xmlns:a="http://schemas.openxmlformats.org/drawingml/2006/main" noGrp="1"/>
          </p:cNvSpPr>
          <p:nvPr/>
        </p:nvSpPr>
        <p:spPr>
          <a:xfrm xmlns:a="http://schemas.openxmlformats.org/drawingml/2006/main">
            <a:off x="2456407" y="3140470"/>
            <a:ext cx="7648092" cy="95"/>
          </a:xfrm>
          <a:custGeom xmlns:a="http://schemas.openxmlformats.org/drawingml/2006/main">
            <a:pathLst>
              <a:path w="6961965" h="95">
                <a:moveTo>
                  <a:pt x="0" y="0"/>
                </a:moveTo>
                <a:lnTo>
                  <a:pt x="6961965" y="0"/>
                </a:lnTo>
              </a:path>
            </a:pathLst>
          </a:custGeom>
          <a:noFill xmlns:a="http://schemas.openxmlformats.org/drawingml/2006/main"/>
          <a:ln xmlns:a="http://schemas.openxmlformats.org/drawingml/2006/main" w="6278">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A2E8BDAE-E856-43AA-AECB-5853AB07A724}"/>
              </a:ext>
            </a:extLst>
          </p:cNvPr>
          <p:cNvSpPr>
            <a:spLocks xmlns:a="http://schemas.openxmlformats.org/drawingml/2006/main" noGrp="1"/>
          </p:cNvSpPr>
          <p:nvPr/>
        </p:nvSpPr>
        <p:spPr>
          <a:xfrm xmlns:a="http://schemas.openxmlformats.org/drawingml/2006/main">
            <a:off x="2419784" y="3140470"/>
            <a:ext cx="3662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71">
            <a:solidFill>
              <a:srgbClr val="5A6683"/>
            </a:solidFill>
            <a:prstDash val="solid"/>
          </a:ln>
        </p:spPr>
      </p:sp>
      <p:sp>
        <p:nvSpPr>
          <p:cNvPr id="68" name="">
            <a:extLst xmlns:a="http://schemas.openxmlformats.org/drawingml/2006/main">
              <a:ext uri="{FF2B5EF4-FFF2-40B4-BE49-F238E27FC236}">
                <a16:creationId xmlns:a16="http://schemas.microsoft.com/office/drawing/2014/main" id="{080B85AC-31C8-4CD1-901C-CC7AA25CC869}"/>
              </a:ext>
            </a:extLst>
          </p:cNvPr>
          <p:cNvSpPr>
            <a:spLocks xmlns:a="http://schemas.openxmlformats.org/drawingml/2006/main" noGrp="1"/>
          </p:cNvSpPr>
          <p:nvPr/>
        </p:nvSpPr>
        <p:spPr>
          <a:xfrm xmlns:a="http://schemas.openxmlformats.org/drawingml/2006/main" rot="0">
            <a:off x="2023649" y="3038578"/>
            <a:ext cx="35556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4000</a:t>
            </a:r>
          </a:p>
        </p:txBody>
      </p:sp>
      <p:sp>
        <p:nvSpPr>
          <p:cNvPr id="69" name="Editable chart path">
            <a:extLst xmlns:a="http://schemas.openxmlformats.org/drawingml/2006/main">
              <a:ext uri="{FF2B5EF4-FFF2-40B4-BE49-F238E27FC236}">
                <a16:creationId xmlns:a16="http://schemas.microsoft.com/office/drawing/2014/main" id="{2A241363-8BFC-4AA9-AB9A-A1595183E822}"/>
              </a:ext>
            </a:extLst>
          </p:cNvPr>
          <p:cNvSpPr>
            <a:spLocks xmlns:a="http://schemas.openxmlformats.org/drawingml/2006/main" noGrp="1"/>
          </p:cNvSpPr>
          <p:nvPr/>
        </p:nvSpPr>
        <p:spPr>
          <a:xfrm xmlns:a="http://schemas.openxmlformats.org/drawingml/2006/main">
            <a:off x="2456407" y="2701643"/>
            <a:ext cx="7648092" cy="2171415"/>
          </a:xfrm>
          <a:custGeom xmlns:a="http://schemas.openxmlformats.org/drawingml/2006/main">
            <a:pathLst>
              <a:path w="6961965" h="1976613">
                <a:moveTo>
                  <a:pt x="0" y="1229288"/>
                </a:moveTo>
                <a:lnTo>
                  <a:pt x="3815" y="1254975"/>
                </a:lnTo>
                <a:lnTo>
                  <a:pt x="7630" y="1269995"/>
                </a:lnTo>
                <a:lnTo>
                  <a:pt x="11444" y="1023790"/>
                </a:lnTo>
                <a:lnTo>
                  <a:pt x="15259" y="1063627"/>
                </a:lnTo>
                <a:lnTo>
                  <a:pt x="19074" y="1036851"/>
                </a:lnTo>
                <a:lnTo>
                  <a:pt x="22889" y="1042075"/>
                </a:lnTo>
                <a:lnTo>
                  <a:pt x="26703" y="1153314"/>
                </a:lnTo>
                <a:lnTo>
                  <a:pt x="30518" y="1217532"/>
                </a:lnTo>
                <a:lnTo>
                  <a:pt x="34333" y="1309179"/>
                </a:lnTo>
                <a:lnTo>
                  <a:pt x="38148" y="1087790"/>
                </a:lnTo>
                <a:lnTo>
                  <a:pt x="41963" y="1064280"/>
                </a:lnTo>
                <a:lnTo>
                  <a:pt x="45777" y="1063409"/>
                </a:lnTo>
                <a:lnTo>
                  <a:pt x="49592" y="1105858"/>
                </a:lnTo>
                <a:lnTo>
                  <a:pt x="53407" y="1198811"/>
                </a:lnTo>
                <a:lnTo>
                  <a:pt x="57222" y="1229070"/>
                </a:lnTo>
                <a:lnTo>
                  <a:pt x="61036" y="1487902"/>
                </a:lnTo>
                <a:lnTo>
                  <a:pt x="64851" y="890129"/>
                </a:lnTo>
                <a:lnTo>
                  <a:pt x="68666" y="620413"/>
                </a:lnTo>
                <a:lnTo>
                  <a:pt x="72481" y="838972"/>
                </a:lnTo>
                <a:lnTo>
                  <a:pt x="76296" y="656767"/>
                </a:lnTo>
                <a:lnTo>
                  <a:pt x="87740" y="1061667"/>
                </a:lnTo>
                <a:lnTo>
                  <a:pt x="91555" y="741665"/>
                </a:lnTo>
                <a:lnTo>
                  <a:pt x="95369" y="711842"/>
                </a:lnTo>
                <a:lnTo>
                  <a:pt x="99184" y="808713"/>
                </a:lnTo>
                <a:lnTo>
                  <a:pt x="102999" y="808496"/>
                </a:lnTo>
                <a:lnTo>
                  <a:pt x="106814" y="1003109"/>
                </a:lnTo>
                <a:lnTo>
                  <a:pt x="110628" y="1125450"/>
                </a:lnTo>
                <a:moveTo>
                  <a:pt x="118258" y="796087"/>
                </a:moveTo>
                <a:lnTo>
                  <a:pt x="122073" y="958048"/>
                </a:lnTo>
                <a:lnTo>
                  <a:pt x="125888" y="1010728"/>
                </a:lnTo>
                <a:lnTo>
                  <a:pt x="129702" y="968932"/>
                </a:lnTo>
                <a:lnTo>
                  <a:pt x="133517" y="1139165"/>
                </a:lnTo>
                <a:lnTo>
                  <a:pt x="137332" y="1034892"/>
                </a:lnTo>
                <a:lnTo>
                  <a:pt x="141147" y="1110212"/>
                </a:lnTo>
                <a:lnTo>
                  <a:pt x="144961" y="800659"/>
                </a:lnTo>
                <a:lnTo>
                  <a:pt x="148776" y="909285"/>
                </a:lnTo>
                <a:lnTo>
                  <a:pt x="152591" y="930837"/>
                </a:lnTo>
                <a:lnTo>
                  <a:pt x="156406" y="1127192"/>
                </a:lnTo>
                <a:lnTo>
                  <a:pt x="160221" y="963708"/>
                </a:lnTo>
                <a:lnTo>
                  <a:pt x="164035" y="1064280"/>
                </a:lnTo>
                <a:lnTo>
                  <a:pt x="167850" y="1130022"/>
                </a:lnTo>
                <a:lnTo>
                  <a:pt x="171665" y="1280662"/>
                </a:lnTo>
                <a:lnTo>
                  <a:pt x="175480" y="1515766"/>
                </a:lnTo>
                <a:lnTo>
                  <a:pt x="179294" y="1546025"/>
                </a:lnTo>
                <a:lnTo>
                  <a:pt x="183109" y="1520990"/>
                </a:lnTo>
                <a:lnTo>
                  <a:pt x="186924" y="950429"/>
                </a:lnTo>
                <a:lnTo>
                  <a:pt x="190739" y="1062974"/>
                </a:lnTo>
                <a:lnTo>
                  <a:pt x="194554" y="1085178"/>
                </a:lnTo>
                <a:lnTo>
                  <a:pt x="198368" y="905802"/>
                </a:lnTo>
                <a:lnTo>
                  <a:pt x="202183" y="853775"/>
                </a:lnTo>
                <a:lnTo>
                  <a:pt x="205998" y="991572"/>
                </a:lnTo>
                <a:lnTo>
                  <a:pt x="209813" y="941721"/>
                </a:lnTo>
                <a:lnTo>
                  <a:pt x="217442" y="1307220"/>
                </a:lnTo>
                <a:lnTo>
                  <a:pt x="221257" y="1376881"/>
                </a:lnTo>
                <a:lnTo>
                  <a:pt x="225072" y="1037069"/>
                </a:lnTo>
                <a:lnTo>
                  <a:pt x="228887" y="1038157"/>
                </a:lnTo>
                <a:lnTo>
                  <a:pt x="232701" y="1113477"/>
                </a:lnTo>
                <a:lnTo>
                  <a:pt x="236516" y="1014429"/>
                </a:lnTo>
                <a:lnTo>
                  <a:pt x="240331" y="1094538"/>
                </a:lnTo>
                <a:lnTo>
                  <a:pt x="244146" y="1240172"/>
                </a:lnTo>
                <a:lnTo>
                  <a:pt x="247960" y="1633971"/>
                </a:lnTo>
                <a:lnTo>
                  <a:pt x="251775" y="1573018"/>
                </a:lnTo>
                <a:lnTo>
                  <a:pt x="255590" y="1020742"/>
                </a:lnTo>
                <a:lnTo>
                  <a:pt x="259405" y="1046647"/>
                </a:lnTo>
                <a:lnTo>
                  <a:pt x="263220" y="1021395"/>
                </a:lnTo>
                <a:lnTo>
                  <a:pt x="270849" y="1268907"/>
                </a:lnTo>
                <a:lnTo>
                  <a:pt x="274664" y="1272172"/>
                </a:lnTo>
                <a:lnTo>
                  <a:pt x="278479" y="1043817"/>
                </a:lnTo>
                <a:lnTo>
                  <a:pt x="282293" y="1039463"/>
                </a:lnTo>
                <a:lnTo>
                  <a:pt x="286108" y="1051654"/>
                </a:lnTo>
                <a:lnTo>
                  <a:pt x="289923" y="1079736"/>
                </a:lnTo>
                <a:lnTo>
                  <a:pt x="297552" y="1280662"/>
                </a:lnTo>
                <a:lnTo>
                  <a:pt x="301367" y="1407139"/>
                </a:lnTo>
                <a:lnTo>
                  <a:pt x="305182" y="1190974"/>
                </a:lnTo>
                <a:lnTo>
                  <a:pt x="308997" y="1200988"/>
                </a:lnTo>
                <a:lnTo>
                  <a:pt x="312812" y="1557344"/>
                </a:lnTo>
                <a:lnTo>
                  <a:pt x="320441" y="1112171"/>
                </a:lnTo>
                <a:lnTo>
                  <a:pt x="328071" y="1260417"/>
                </a:lnTo>
                <a:lnTo>
                  <a:pt x="331885" y="1214485"/>
                </a:lnTo>
                <a:lnTo>
                  <a:pt x="335700" y="1271519"/>
                </a:lnTo>
                <a:lnTo>
                  <a:pt x="339515" y="1077994"/>
                </a:lnTo>
                <a:lnTo>
                  <a:pt x="343330" y="1140253"/>
                </a:lnTo>
                <a:lnTo>
                  <a:pt x="347145" y="1123926"/>
                </a:lnTo>
                <a:lnTo>
                  <a:pt x="350959" y="1134593"/>
                </a:lnTo>
                <a:lnTo>
                  <a:pt x="354774" y="1263247"/>
                </a:lnTo>
                <a:lnTo>
                  <a:pt x="358589" y="921694"/>
                </a:lnTo>
                <a:lnTo>
                  <a:pt x="362404" y="1237342"/>
                </a:lnTo>
                <a:lnTo>
                  <a:pt x="366218" y="938456"/>
                </a:lnTo>
                <a:lnTo>
                  <a:pt x="370033" y="1048388"/>
                </a:lnTo>
                <a:lnTo>
                  <a:pt x="373848" y="1098457"/>
                </a:lnTo>
                <a:lnTo>
                  <a:pt x="377663" y="1339220"/>
                </a:lnTo>
                <a:lnTo>
                  <a:pt x="381478" y="1270213"/>
                </a:lnTo>
                <a:lnTo>
                  <a:pt x="385292" y="1157668"/>
                </a:lnTo>
                <a:lnTo>
                  <a:pt x="389107" y="1218403"/>
                </a:lnTo>
                <a:lnTo>
                  <a:pt x="392922" y="1530351"/>
                </a:lnTo>
                <a:lnTo>
                  <a:pt x="396737" y="983517"/>
                </a:lnTo>
                <a:lnTo>
                  <a:pt x="400551" y="1133287"/>
                </a:lnTo>
                <a:lnTo>
                  <a:pt x="404366" y="1407357"/>
                </a:lnTo>
                <a:lnTo>
                  <a:pt x="408181" y="1590215"/>
                </a:lnTo>
                <a:lnTo>
                  <a:pt x="411996" y="1409752"/>
                </a:lnTo>
                <a:lnTo>
                  <a:pt x="415811" y="1564093"/>
                </a:lnTo>
                <a:lnTo>
                  <a:pt x="419625" y="1567793"/>
                </a:lnTo>
                <a:lnTo>
                  <a:pt x="423440" y="1576066"/>
                </a:lnTo>
                <a:lnTo>
                  <a:pt x="427255" y="1401697"/>
                </a:lnTo>
                <a:lnTo>
                  <a:pt x="431070" y="1294377"/>
                </a:lnTo>
                <a:lnTo>
                  <a:pt x="434884" y="1369697"/>
                </a:lnTo>
                <a:lnTo>
                  <a:pt x="438699" y="1193587"/>
                </a:lnTo>
                <a:lnTo>
                  <a:pt x="442514" y="1189668"/>
                </a:lnTo>
                <a:lnTo>
                  <a:pt x="446329" y="1578678"/>
                </a:lnTo>
                <a:lnTo>
                  <a:pt x="450144" y="1593045"/>
                </a:lnTo>
                <a:lnTo>
                  <a:pt x="453958" y="1239519"/>
                </a:lnTo>
                <a:lnTo>
                  <a:pt x="457773" y="1509888"/>
                </a:lnTo>
                <a:lnTo>
                  <a:pt x="461588" y="1539712"/>
                </a:lnTo>
                <a:lnTo>
                  <a:pt x="465403" y="1446541"/>
                </a:lnTo>
                <a:lnTo>
                  <a:pt x="469217" y="1536664"/>
                </a:lnTo>
                <a:lnTo>
                  <a:pt x="473032" y="1476582"/>
                </a:lnTo>
                <a:lnTo>
                  <a:pt x="476847" y="1268036"/>
                </a:lnTo>
                <a:lnTo>
                  <a:pt x="480662" y="1357071"/>
                </a:lnTo>
                <a:lnTo>
                  <a:pt x="484476" y="1595440"/>
                </a:lnTo>
                <a:lnTo>
                  <a:pt x="492106" y="1239301"/>
                </a:lnTo>
                <a:lnTo>
                  <a:pt x="495921" y="1360119"/>
                </a:lnTo>
                <a:lnTo>
                  <a:pt x="499736" y="1612637"/>
                </a:lnTo>
                <a:lnTo>
                  <a:pt x="503550" y="1179002"/>
                </a:lnTo>
                <a:lnTo>
                  <a:pt x="511180" y="1412799"/>
                </a:lnTo>
                <a:lnTo>
                  <a:pt x="514995" y="1626787"/>
                </a:lnTo>
                <a:lnTo>
                  <a:pt x="518809" y="1241696"/>
                </a:lnTo>
                <a:lnTo>
                  <a:pt x="522624" y="1208390"/>
                </a:lnTo>
                <a:lnTo>
                  <a:pt x="526439" y="1325288"/>
                </a:lnTo>
                <a:lnTo>
                  <a:pt x="530254" y="1135464"/>
                </a:lnTo>
                <a:lnTo>
                  <a:pt x="534069" y="1225152"/>
                </a:lnTo>
                <a:lnTo>
                  <a:pt x="537883" y="1609154"/>
                </a:lnTo>
                <a:lnTo>
                  <a:pt x="541698" y="1630923"/>
                </a:lnTo>
                <a:lnTo>
                  <a:pt x="545513" y="987218"/>
                </a:lnTo>
                <a:lnTo>
                  <a:pt x="549328" y="978075"/>
                </a:lnTo>
                <a:lnTo>
                  <a:pt x="553142" y="1012252"/>
                </a:lnTo>
                <a:lnTo>
                  <a:pt x="556957" y="1020089"/>
                </a:lnTo>
                <a:lnTo>
                  <a:pt x="560772" y="1068633"/>
                </a:lnTo>
                <a:lnTo>
                  <a:pt x="568402" y="1352499"/>
                </a:lnTo>
                <a:lnTo>
                  <a:pt x="572216" y="1325506"/>
                </a:lnTo>
                <a:lnTo>
                  <a:pt x="576031" y="1198376"/>
                </a:lnTo>
                <a:lnTo>
                  <a:pt x="579846" y="1562569"/>
                </a:lnTo>
                <a:lnTo>
                  <a:pt x="583661" y="944116"/>
                </a:lnTo>
                <a:lnTo>
                  <a:pt x="587475" y="1098239"/>
                </a:lnTo>
                <a:lnTo>
                  <a:pt x="591290" y="1416065"/>
                </a:lnTo>
                <a:lnTo>
                  <a:pt x="598920" y="1048606"/>
                </a:lnTo>
                <a:lnTo>
                  <a:pt x="602735" y="960878"/>
                </a:lnTo>
                <a:lnTo>
                  <a:pt x="606549" y="1007245"/>
                </a:lnTo>
                <a:lnTo>
                  <a:pt x="610364" y="1020742"/>
                </a:lnTo>
                <a:lnTo>
                  <a:pt x="617994" y="1276526"/>
                </a:lnTo>
                <a:lnTo>
                  <a:pt x="621808" y="1622869"/>
                </a:lnTo>
                <a:lnTo>
                  <a:pt x="625623" y="967191"/>
                </a:lnTo>
                <a:lnTo>
                  <a:pt x="629438" y="1021830"/>
                </a:lnTo>
                <a:lnTo>
                  <a:pt x="633253" y="1167246"/>
                </a:lnTo>
                <a:lnTo>
                  <a:pt x="637068" y="1549725"/>
                </a:lnTo>
                <a:lnTo>
                  <a:pt x="640882" y="1056008"/>
                </a:lnTo>
                <a:lnTo>
                  <a:pt x="644697" y="1308526"/>
                </a:lnTo>
                <a:lnTo>
                  <a:pt x="648512" y="1635277"/>
                </a:lnTo>
                <a:lnTo>
                  <a:pt x="652327" y="978728"/>
                </a:lnTo>
                <a:lnTo>
                  <a:pt x="656141" y="962619"/>
                </a:lnTo>
                <a:lnTo>
                  <a:pt x="659956" y="1164416"/>
                </a:lnTo>
                <a:lnTo>
                  <a:pt x="663771" y="1555168"/>
                </a:lnTo>
                <a:lnTo>
                  <a:pt x="667586" y="1075600"/>
                </a:lnTo>
                <a:lnTo>
                  <a:pt x="671400" y="1623739"/>
                </a:lnTo>
                <a:lnTo>
                  <a:pt x="679030" y="1202077"/>
                </a:lnTo>
                <a:lnTo>
                  <a:pt x="682845" y="1115654"/>
                </a:lnTo>
                <a:lnTo>
                  <a:pt x="686660" y="1184008"/>
                </a:lnTo>
                <a:lnTo>
                  <a:pt x="690474" y="1175301"/>
                </a:lnTo>
                <a:lnTo>
                  <a:pt x="694289" y="1642896"/>
                </a:lnTo>
                <a:lnTo>
                  <a:pt x="698104" y="1646597"/>
                </a:lnTo>
                <a:lnTo>
                  <a:pt x="701919" y="1306785"/>
                </a:lnTo>
                <a:lnTo>
                  <a:pt x="705733" y="1171165"/>
                </a:lnTo>
                <a:lnTo>
                  <a:pt x="709548" y="1254104"/>
                </a:lnTo>
                <a:lnTo>
                  <a:pt x="713363" y="1596964"/>
                </a:lnTo>
                <a:lnTo>
                  <a:pt x="717178" y="1023572"/>
                </a:lnTo>
                <a:lnTo>
                  <a:pt x="724807" y="1355329"/>
                </a:lnTo>
                <a:lnTo>
                  <a:pt x="728622" y="1652692"/>
                </a:lnTo>
                <a:lnTo>
                  <a:pt x="732437" y="1192934"/>
                </a:lnTo>
                <a:lnTo>
                  <a:pt x="736252" y="1150484"/>
                </a:lnTo>
                <a:lnTo>
                  <a:pt x="740066" y="1279356"/>
                </a:lnTo>
                <a:lnTo>
                  <a:pt x="743881" y="1621345"/>
                </a:lnTo>
                <a:lnTo>
                  <a:pt x="747696" y="1167682"/>
                </a:lnTo>
                <a:lnTo>
                  <a:pt x="751511" y="1290240"/>
                </a:lnTo>
                <a:lnTo>
                  <a:pt x="755326" y="1372744"/>
                </a:lnTo>
                <a:lnTo>
                  <a:pt x="759140" y="1628093"/>
                </a:lnTo>
                <a:lnTo>
                  <a:pt x="762955" y="1059055"/>
                </a:lnTo>
                <a:lnTo>
                  <a:pt x="766770" y="1260853"/>
                </a:lnTo>
                <a:lnTo>
                  <a:pt x="770585" y="1387983"/>
                </a:lnTo>
                <a:lnTo>
                  <a:pt x="774399" y="1597399"/>
                </a:lnTo>
                <a:lnTo>
                  <a:pt x="778214" y="1530133"/>
                </a:lnTo>
                <a:lnTo>
                  <a:pt x="782029" y="1785264"/>
                </a:lnTo>
                <a:lnTo>
                  <a:pt x="785844" y="1175519"/>
                </a:lnTo>
                <a:lnTo>
                  <a:pt x="789659" y="1178349"/>
                </a:lnTo>
                <a:lnTo>
                  <a:pt x="793473" y="1179219"/>
                </a:lnTo>
                <a:lnTo>
                  <a:pt x="797288" y="1286757"/>
                </a:lnTo>
                <a:lnTo>
                  <a:pt x="801103" y="1322894"/>
                </a:lnTo>
                <a:lnTo>
                  <a:pt x="804918" y="1440446"/>
                </a:lnTo>
                <a:lnTo>
                  <a:pt x="808732" y="1391683"/>
                </a:lnTo>
                <a:lnTo>
                  <a:pt x="812547" y="1218839"/>
                </a:lnTo>
                <a:lnTo>
                  <a:pt x="816362" y="1401915"/>
                </a:lnTo>
                <a:lnTo>
                  <a:pt x="820177" y="1441316"/>
                </a:lnTo>
                <a:lnTo>
                  <a:pt x="823992" y="1634189"/>
                </a:lnTo>
                <a:lnTo>
                  <a:pt x="827806" y="1304608"/>
                </a:lnTo>
                <a:lnTo>
                  <a:pt x="831621" y="1356418"/>
                </a:lnTo>
                <a:lnTo>
                  <a:pt x="835436" y="1493344"/>
                </a:lnTo>
                <a:lnTo>
                  <a:pt x="839251" y="1273696"/>
                </a:lnTo>
                <a:lnTo>
                  <a:pt x="843065" y="1219709"/>
                </a:lnTo>
                <a:lnTo>
                  <a:pt x="846880" y="1354676"/>
                </a:lnTo>
                <a:lnTo>
                  <a:pt x="850695" y="1283274"/>
                </a:lnTo>
                <a:lnTo>
                  <a:pt x="854510" y="1360336"/>
                </a:lnTo>
                <a:lnTo>
                  <a:pt x="858324" y="1579331"/>
                </a:lnTo>
                <a:lnTo>
                  <a:pt x="862139" y="1453942"/>
                </a:lnTo>
                <a:lnTo>
                  <a:pt x="865954" y="1235383"/>
                </a:lnTo>
                <a:lnTo>
                  <a:pt x="869769" y="1591957"/>
                </a:lnTo>
                <a:lnTo>
                  <a:pt x="873584" y="1637672"/>
                </a:lnTo>
                <a:lnTo>
                  <a:pt x="881213" y="1451548"/>
                </a:lnTo>
                <a:lnTo>
                  <a:pt x="885028" y="1522950"/>
                </a:lnTo>
                <a:lnTo>
                  <a:pt x="888843" y="1539929"/>
                </a:lnTo>
                <a:lnTo>
                  <a:pt x="892657" y="1412146"/>
                </a:lnTo>
                <a:lnTo>
                  <a:pt x="896472" y="1417153"/>
                </a:lnTo>
                <a:lnTo>
                  <a:pt x="900287" y="1463303"/>
                </a:lnTo>
                <a:lnTo>
                  <a:pt x="904102" y="1413670"/>
                </a:lnTo>
                <a:lnTo>
                  <a:pt x="907917" y="1381670"/>
                </a:lnTo>
                <a:lnTo>
                  <a:pt x="911731" y="1440446"/>
                </a:lnTo>
                <a:lnTo>
                  <a:pt x="915546" y="1575630"/>
                </a:lnTo>
                <a:lnTo>
                  <a:pt x="919361" y="1188580"/>
                </a:lnTo>
                <a:lnTo>
                  <a:pt x="923176" y="1195546"/>
                </a:lnTo>
                <a:lnTo>
                  <a:pt x="926990" y="1197287"/>
                </a:lnTo>
                <a:lnTo>
                  <a:pt x="930805" y="1152879"/>
                </a:lnTo>
                <a:lnTo>
                  <a:pt x="934620" y="1270213"/>
                </a:lnTo>
                <a:lnTo>
                  <a:pt x="938435" y="1340309"/>
                </a:lnTo>
                <a:lnTo>
                  <a:pt x="942250" y="1379493"/>
                </a:lnTo>
                <a:lnTo>
                  <a:pt x="946064" y="1184226"/>
                </a:lnTo>
                <a:lnTo>
                  <a:pt x="949879" y="1175519"/>
                </a:lnTo>
                <a:lnTo>
                  <a:pt x="953694" y="1186838"/>
                </a:lnTo>
                <a:lnTo>
                  <a:pt x="957509" y="1099328"/>
                </a:lnTo>
                <a:lnTo>
                  <a:pt x="961323" y="1155056"/>
                </a:lnTo>
                <a:lnTo>
                  <a:pt x="965138" y="1289805"/>
                </a:lnTo>
                <a:lnTo>
                  <a:pt x="968953" y="1360989"/>
                </a:lnTo>
                <a:lnTo>
                  <a:pt x="972768" y="1133287"/>
                </a:lnTo>
                <a:lnTo>
                  <a:pt x="976583" y="1141777"/>
                </a:lnTo>
                <a:lnTo>
                  <a:pt x="980397" y="1593698"/>
                </a:lnTo>
                <a:lnTo>
                  <a:pt x="984212" y="1211002"/>
                </a:lnTo>
                <a:lnTo>
                  <a:pt x="988027" y="1232553"/>
                </a:lnTo>
                <a:lnTo>
                  <a:pt x="995656" y="1448718"/>
                </a:lnTo>
                <a:lnTo>
                  <a:pt x="999471" y="1230594"/>
                </a:lnTo>
                <a:lnTo>
                  <a:pt x="1007101" y="1164852"/>
                </a:lnTo>
                <a:lnTo>
                  <a:pt x="1010916" y="1296336"/>
                </a:lnTo>
                <a:lnTo>
                  <a:pt x="1014730" y="1275655"/>
                </a:lnTo>
                <a:lnTo>
                  <a:pt x="1018545" y="1326812"/>
                </a:lnTo>
                <a:lnTo>
                  <a:pt x="1022360" y="1777210"/>
                </a:lnTo>
                <a:lnTo>
                  <a:pt x="1026175" y="1632882"/>
                </a:lnTo>
                <a:lnTo>
                  <a:pt x="1029989" y="1621563"/>
                </a:lnTo>
                <a:lnTo>
                  <a:pt x="1033804" y="1622651"/>
                </a:lnTo>
                <a:lnTo>
                  <a:pt x="1037619" y="1216226"/>
                </a:lnTo>
                <a:lnTo>
                  <a:pt x="1041434" y="1247791"/>
                </a:lnTo>
                <a:lnTo>
                  <a:pt x="1045248" y="1305696"/>
                </a:lnTo>
                <a:lnTo>
                  <a:pt x="1049063" y="1306785"/>
                </a:lnTo>
                <a:lnTo>
                  <a:pt x="1052878" y="1140253"/>
                </a:lnTo>
                <a:lnTo>
                  <a:pt x="1056693" y="1156797"/>
                </a:lnTo>
                <a:lnTo>
                  <a:pt x="1060508" y="1332472"/>
                </a:lnTo>
                <a:lnTo>
                  <a:pt x="1064322" y="1187274"/>
                </a:lnTo>
                <a:lnTo>
                  <a:pt x="1068137" y="1238213"/>
                </a:lnTo>
                <a:lnTo>
                  <a:pt x="1071952" y="1243002"/>
                </a:lnTo>
                <a:lnTo>
                  <a:pt x="1075767" y="1468527"/>
                </a:lnTo>
                <a:lnTo>
                  <a:pt x="1079581" y="1058402"/>
                </a:lnTo>
                <a:lnTo>
                  <a:pt x="1083396" y="1130675"/>
                </a:lnTo>
                <a:lnTo>
                  <a:pt x="1087211" y="1179872"/>
                </a:lnTo>
                <a:lnTo>
                  <a:pt x="1091026" y="1207954"/>
                </a:lnTo>
                <a:lnTo>
                  <a:pt x="1094841" y="1200770"/>
                </a:lnTo>
                <a:lnTo>
                  <a:pt x="1098655" y="1309179"/>
                </a:lnTo>
                <a:lnTo>
                  <a:pt x="1102470" y="1327683"/>
                </a:lnTo>
                <a:lnTo>
                  <a:pt x="1106285" y="1136988"/>
                </a:lnTo>
                <a:lnTo>
                  <a:pt x="1110100" y="1361207"/>
                </a:lnTo>
                <a:lnTo>
                  <a:pt x="1117729" y="1194893"/>
                </a:lnTo>
                <a:lnTo>
                  <a:pt x="1121544" y="1468963"/>
                </a:lnTo>
                <a:lnTo>
                  <a:pt x="1125359" y="1546025"/>
                </a:lnTo>
                <a:lnTo>
                  <a:pt x="1129174" y="1537099"/>
                </a:lnTo>
                <a:lnTo>
                  <a:pt x="1132988" y="1425207"/>
                </a:lnTo>
                <a:lnTo>
                  <a:pt x="1136803" y="1417153"/>
                </a:lnTo>
                <a:lnTo>
                  <a:pt x="1140618" y="1406486"/>
                </a:lnTo>
                <a:lnTo>
                  <a:pt x="1144433" y="1447847"/>
                </a:lnTo>
                <a:lnTo>
                  <a:pt x="1148247" y="1672937"/>
                </a:lnTo>
                <a:lnTo>
                  <a:pt x="1152062" y="1498569"/>
                </a:lnTo>
                <a:lnTo>
                  <a:pt x="1155877" y="1752829"/>
                </a:lnTo>
                <a:lnTo>
                  <a:pt x="1159692" y="1483330"/>
                </a:lnTo>
                <a:lnTo>
                  <a:pt x="1163507" y="1533399"/>
                </a:lnTo>
                <a:lnTo>
                  <a:pt x="1167321" y="1660747"/>
                </a:lnTo>
                <a:lnTo>
                  <a:pt x="1171136" y="1607413"/>
                </a:lnTo>
                <a:lnTo>
                  <a:pt x="1174951" y="1475276"/>
                </a:lnTo>
                <a:lnTo>
                  <a:pt x="1178766" y="1479194"/>
                </a:lnTo>
                <a:lnTo>
                  <a:pt x="1182580" y="1706679"/>
                </a:lnTo>
                <a:lnTo>
                  <a:pt x="1190210" y="1448718"/>
                </a:lnTo>
                <a:lnTo>
                  <a:pt x="1194025" y="1404309"/>
                </a:lnTo>
                <a:lnTo>
                  <a:pt x="1197840" y="1670760"/>
                </a:lnTo>
                <a:lnTo>
                  <a:pt x="1201654" y="1434568"/>
                </a:lnTo>
                <a:lnTo>
                  <a:pt x="1205469" y="1682951"/>
                </a:lnTo>
                <a:lnTo>
                  <a:pt x="1209284" y="1706461"/>
                </a:lnTo>
                <a:lnTo>
                  <a:pt x="1213099" y="1664883"/>
                </a:lnTo>
                <a:lnTo>
                  <a:pt x="1216913" y="1647903"/>
                </a:lnTo>
                <a:lnTo>
                  <a:pt x="1220728" y="1648338"/>
                </a:lnTo>
                <a:lnTo>
                  <a:pt x="1224543" y="1689046"/>
                </a:lnTo>
                <a:lnTo>
                  <a:pt x="1228358" y="1675332"/>
                </a:lnTo>
                <a:lnTo>
                  <a:pt x="1232172" y="1714298"/>
                </a:lnTo>
                <a:lnTo>
                  <a:pt x="1235987" y="1712339"/>
                </a:lnTo>
                <a:lnTo>
                  <a:pt x="1239802" y="1665971"/>
                </a:lnTo>
                <a:lnTo>
                  <a:pt x="1243617" y="1655740"/>
                </a:lnTo>
                <a:lnTo>
                  <a:pt x="1247432" y="1654434"/>
                </a:lnTo>
                <a:lnTo>
                  <a:pt x="1251246" y="1656828"/>
                </a:lnTo>
                <a:lnTo>
                  <a:pt x="1255061" y="1681862"/>
                </a:lnTo>
                <a:lnTo>
                  <a:pt x="1258876" y="1732584"/>
                </a:lnTo>
                <a:lnTo>
                  <a:pt x="1262691" y="1741727"/>
                </a:lnTo>
                <a:lnTo>
                  <a:pt x="1266505" y="1678162"/>
                </a:lnTo>
                <a:lnTo>
                  <a:pt x="1270320" y="1646379"/>
                </a:lnTo>
                <a:lnTo>
                  <a:pt x="1274135" y="1679250"/>
                </a:lnTo>
                <a:lnTo>
                  <a:pt x="1277950" y="1677073"/>
                </a:lnTo>
                <a:lnTo>
                  <a:pt x="1285579" y="1708638"/>
                </a:lnTo>
                <a:lnTo>
                  <a:pt x="1289394" y="1766108"/>
                </a:lnTo>
                <a:lnTo>
                  <a:pt x="1293209" y="1675332"/>
                </a:lnTo>
                <a:lnTo>
                  <a:pt x="1300838" y="1693835"/>
                </a:lnTo>
                <a:lnTo>
                  <a:pt x="1304653" y="1674243"/>
                </a:lnTo>
                <a:lnTo>
                  <a:pt x="1308468" y="1692964"/>
                </a:lnTo>
                <a:lnTo>
                  <a:pt x="1312283" y="1723876"/>
                </a:lnTo>
                <a:lnTo>
                  <a:pt x="1316098" y="1710380"/>
                </a:lnTo>
                <a:lnTo>
                  <a:pt x="1319912" y="1705590"/>
                </a:lnTo>
                <a:lnTo>
                  <a:pt x="1323727" y="1658352"/>
                </a:lnTo>
                <a:lnTo>
                  <a:pt x="1327542" y="1646597"/>
                </a:lnTo>
                <a:lnTo>
                  <a:pt x="1331357" y="1687087"/>
                </a:lnTo>
                <a:lnTo>
                  <a:pt x="1338986" y="1702543"/>
                </a:lnTo>
                <a:lnTo>
                  <a:pt x="1342801" y="1751523"/>
                </a:lnTo>
                <a:lnTo>
                  <a:pt x="1346616" y="1769591"/>
                </a:lnTo>
                <a:lnTo>
                  <a:pt x="1350431" y="1671196"/>
                </a:lnTo>
                <a:lnTo>
                  <a:pt x="1354245" y="1680121"/>
                </a:lnTo>
                <a:lnTo>
                  <a:pt x="1358060" y="1672719"/>
                </a:lnTo>
                <a:lnTo>
                  <a:pt x="1361875" y="1680992"/>
                </a:lnTo>
                <a:lnTo>
                  <a:pt x="1365690" y="1826625"/>
                </a:lnTo>
                <a:lnTo>
                  <a:pt x="1369504" y="1907170"/>
                </a:lnTo>
                <a:lnTo>
                  <a:pt x="1377134" y="1631794"/>
                </a:lnTo>
                <a:lnTo>
                  <a:pt x="1380949" y="1646814"/>
                </a:lnTo>
                <a:lnTo>
                  <a:pt x="1384764" y="1648556"/>
                </a:lnTo>
                <a:lnTo>
                  <a:pt x="1388578" y="1646161"/>
                </a:lnTo>
                <a:lnTo>
                  <a:pt x="1392393" y="1698624"/>
                </a:lnTo>
                <a:lnTo>
                  <a:pt x="1396208" y="1734761"/>
                </a:lnTo>
                <a:lnTo>
                  <a:pt x="1403837" y="1676420"/>
                </a:lnTo>
                <a:lnTo>
                  <a:pt x="1407652" y="1672502"/>
                </a:lnTo>
                <a:lnTo>
                  <a:pt x="1411467" y="1671631"/>
                </a:lnTo>
                <a:lnTo>
                  <a:pt x="1415282" y="1705590"/>
                </a:lnTo>
                <a:lnTo>
                  <a:pt x="1419097" y="1761754"/>
                </a:lnTo>
                <a:lnTo>
                  <a:pt x="1422911" y="1781346"/>
                </a:lnTo>
                <a:lnTo>
                  <a:pt x="1426726" y="1735196"/>
                </a:lnTo>
                <a:lnTo>
                  <a:pt x="1430541" y="1736284"/>
                </a:lnTo>
                <a:lnTo>
                  <a:pt x="1434356" y="1746298"/>
                </a:lnTo>
                <a:lnTo>
                  <a:pt x="1438170" y="1719740"/>
                </a:lnTo>
                <a:lnTo>
                  <a:pt x="1441985" y="1728448"/>
                </a:lnTo>
                <a:lnTo>
                  <a:pt x="1445800" y="1762407"/>
                </a:lnTo>
                <a:lnTo>
                  <a:pt x="1449615" y="1779169"/>
                </a:lnTo>
                <a:lnTo>
                  <a:pt x="1453429" y="1737808"/>
                </a:lnTo>
                <a:lnTo>
                  <a:pt x="1457244" y="1665100"/>
                </a:lnTo>
                <a:lnTo>
                  <a:pt x="1461059" y="1664447"/>
                </a:lnTo>
                <a:lnTo>
                  <a:pt x="1464874" y="1671631"/>
                </a:lnTo>
                <a:lnTo>
                  <a:pt x="1468689" y="1692529"/>
                </a:lnTo>
                <a:lnTo>
                  <a:pt x="1472503" y="1704284"/>
                </a:lnTo>
                <a:lnTo>
                  <a:pt x="1476318" y="1706679"/>
                </a:lnTo>
                <a:lnTo>
                  <a:pt x="1480133" y="1682298"/>
                </a:lnTo>
                <a:lnTo>
                  <a:pt x="1483948" y="1699277"/>
                </a:lnTo>
                <a:lnTo>
                  <a:pt x="1487762" y="1677073"/>
                </a:lnTo>
                <a:lnTo>
                  <a:pt x="1491577" y="1674243"/>
                </a:lnTo>
                <a:lnTo>
                  <a:pt x="1495392" y="1695141"/>
                </a:lnTo>
                <a:lnTo>
                  <a:pt x="1499207" y="1698407"/>
                </a:lnTo>
                <a:lnTo>
                  <a:pt x="1503022" y="1632882"/>
                </a:lnTo>
                <a:lnTo>
                  <a:pt x="1506836" y="1615903"/>
                </a:lnTo>
                <a:lnTo>
                  <a:pt x="1510651" y="1576936"/>
                </a:lnTo>
                <a:lnTo>
                  <a:pt x="1514466" y="1596311"/>
                </a:lnTo>
                <a:lnTo>
                  <a:pt x="1518281" y="1655087"/>
                </a:lnTo>
                <a:lnTo>
                  <a:pt x="1522095" y="1653780"/>
                </a:lnTo>
                <a:lnTo>
                  <a:pt x="1525910" y="1718216"/>
                </a:lnTo>
                <a:lnTo>
                  <a:pt x="1529725" y="1724747"/>
                </a:lnTo>
                <a:lnTo>
                  <a:pt x="1533540" y="1691876"/>
                </a:lnTo>
                <a:lnTo>
                  <a:pt x="1541169" y="1661617"/>
                </a:lnTo>
                <a:lnTo>
                  <a:pt x="1544984" y="1688828"/>
                </a:lnTo>
                <a:lnTo>
                  <a:pt x="1548799" y="1707985"/>
                </a:lnTo>
                <a:lnTo>
                  <a:pt x="1552614" y="1705373"/>
                </a:lnTo>
                <a:lnTo>
                  <a:pt x="1556428" y="1731713"/>
                </a:lnTo>
                <a:lnTo>
                  <a:pt x="1560243" y="1490296"/>
                </a:lnTo>
                <a:lnTo>
                  <a:pt x="1564058" y="1393425"/>
                </a:lnTo>
                <a:lnTo>
                  <a:pt x="1567873" y="1668148"/>
                </a:lnTo>
                <a:lnTo>
                  <a:pt x="1571688" y="1268254"/>
                </a:lnTo>
                <a:lnTo>
                  <a:pt x="1575502" y="1277179"/>
                </a:lnTo>
                <a:lnTo>
                  <a:pt x="1579317" y="1400173"/>
                </a:lnTo>
                <a:lnTo>
                  <a:pt x="1583132" y="1444146"/>
                </a:lnTo>
                <a:lnTo>
                  <a:pt x="1586947" y="1186838"/>
                </a:lnTo>
                <a:lnTo>
                  <a:pt x="1590761" y="1245832"/>
                </a:lnTo>
                <a:lnTo>
                  <a:pt x="1594576" y="1471575"/>
                </a:lnTo>
                <a:lnTo>
                  <a:pt x="1598391" y="1785917"/>
                </a:lnTo>
                <a:lnTo>
                  <a:pt x="1602206" y="1712121"/>
                </a:lnTo>
                <a:lnTo>
                  <a:pt x="1606021" y="1737591"/>
                </a:lnTo>
                <a:lnTo>
                  <a:pt x="1609835" y="1728883"/>
                </a:lnTo>
                <a:lnTo>
                  <a:pt x="1617465" y="1694271"/>
                </a:lnTo>
                <a:lnTo>
                  <a:pt x="1621280" y="1354894"/>
                </a:lnTo>
                <a:lnTo>
                  <a:pt x="1625094" y="1305914"/>
                </a:lnTo>
                <a:lnTo>
                  <a:pt x="1628909" y="1364690"/>
                </a:lnTo>
                <a:lnTo>
                  <a:pt x="1632724" y="1482024"/>
                </a:lnTo>
                <a:lnTo>
                  <a:pt x="1636539" y="1551902"/>
                </a:lnTo>
                <a:lnTo>
                  <a:pt x="1640353" y="1296118"/>
                </a:lnTo>
                <a:lnTo>
                  <a:pt x="1644168" y="1278921"/>
                </a:lnTo>
                <a:lnTo>
                  <a:pt x="1647983" y="1336173"/>
                </a:lnTo>
                <a:lnTo>
                  <a:pt x="1651798" y="1315275"/>
                </a:lnTo>
                <a:lnTo>
                  <a:pt x="1655613" y="1364255"/>
                </a:lnTo>
                <a:lnTo>
                  <a:pt x="1659427" y="1477017"/>
                </a:lnTo>
                <a:lnTo>
                  <a:pt x="1663242" y="1512718"/>
                </a:lnTo>
                <a:lnTo>
                  <a:pt x="1670872" y="1716257"/>
                </a:lnTo>
                <a:lnTo>
                  <a:pt x="1674686" y="1689481"/>
                </a:lnTo>
                <a:lnTo>
                  <a:pt x="1678501" y="1682080"/>
                </a:lnTo>
                <a:lnTo>
                  <a:pt x="1682316" y="1376663"/>
                </a:lnTo>
                <a:lnTo>
                  <a:pt x="1686131" y="1746080"/>
                </a:lnTo>
                <a:lnTo>
                  <a:pt x="1693760" y="1299166"/>
                </a:lnTo>
                <a:lnTo>
                  <a:pt x="1697575" y="1261506"/>
                </a:lnTo>
                <a:lnTo>
                  <a:pt x="1701390" y="1271519"/>
                </a:lnTo>
                <a:lnTo>
                  <a:pt x="1705205" y="1295030"/>
                </a:lnTo>
                <a:lnTo>
                  <a:pt x="1709019" y="1348363"/>
                </a:lnTo>
                <a:lnTo>
                  <a:pt x="1712834" y="1293070"/>
                </a:lnTo>
                <a:lnTo>
                  <a:pt x="1716649" y="1436310"/>
                </a:lnTo>
                <a:lnTo>
                  <a:pt x="1720464" y="1226240"/>
                </a:lnTo>
                <a:lnTo>
                  <a:pt x="1724279" y="1117613"/>
                </a:lnTo>
                <a:lnTo>
                  <a:pt x="1728093" y="1120008"/>
                </a:lnTo>
                <a:lnTo>
                  <a:pt x="1731908" y="1140906"/>
                </a:lnTo>
                <a:lnTo>
                  <a:pt x="1735723" y="1220798"/>
                </a:lnTo>
                <a:lnTo>
                  <a:pt x="1739538" y="1266948"/>
                </a:lnTo>
                <a:lnTo>
                  <a:pt x="1743352" y="1475276"/>
                </a:lnTo>
                <a:moveTo>
                  <a:pt x="1777685" y="1175301"/>
                </a:moveTo>
                <a:lnTo>
                  <a:pt x="1781500" y="1289370"/>
                </a:lnTo>
                <a:lnTo>
                  <a:pt x="1785315" y="1325288"/>
                </a:lnTo>
                <a:lnTo>
                  <a:pt x="1796759" y="1507058"/>
                </a:lnTo>
                <a:lnTo>
                  <a:pt x="1800574" y="1338350"/>
                </a:lnTo>
                <a:lnTo>
                  <a:pt x="1804389" y="1367520"/>
                </a:lnTo>
                <a:lnTo>
                  <a:pt x="1808204" y="1354459"/>
                </a:lnTo>
                <a:lnTo>
                  <a:pt x="1812018" y="1371656"/>
                </a:lnTo>
                <a:lnTo>
                  <a:pt x="1815833" y="1397126"/>
                </a:lnTo>
                <a:lnTo>
                  <a:pt x="1819648" y="1445888"/>
                </a:lnTo>
                <a:lnTo>
                  <a:pt x="1823463" y="1621780"/>
                </a:lnTo>
                <a:lnTo>
                  <a:pt x="1827277" y="1567140"/>
                </a:lnTo>
                <a:lnTo>
                  <a:pt x="1831092" y="1466351"/>
                </a:lnTo>
                <a:lnTo>
                  <a:pt x="1838722" y="1178131"/>
                </a:lnTo>
                <a:lnTo>
                  <a:pt x="1842537" y="1239301"/>
                </a:lnTo>
                <a:lnTo>
                  <a:pt x="1846351" y="1388418"/>
                </a:lnTo>
                <a:lnTo>
                  <a:pt x="1850166" y="1745863"/>
                </a:lnTo>
                <a:lnTo>
                  <a:pt x="1853981" y="1451548"/>
                </a:lnTo>
                <a:lnTo>
                  <a:pt x="1857796" y="1249533"/>
                </a:lnTo>
                <a:lnTo>
                  <a:pt x="1861610" y="1262812"/>
                </a:lnTo>
                <a:lnTo>
                  <a:pt x="1865425" y="1263465"/>
                </a:lnTo>
                <a:lnTo>
                  <a:pt x="1869240" y="1401697"/>
                </a:lnTo>
                <a:lnTo>
                  <a:pt x="1876870" y="1557998"/>
                </a:lnTo>
                <a:lnTo>
                  <a:pt x="1880684" y="1249533"/>
                </a:lnTo>
                <a:lnTo>
                  <a:pt x="1884499" y="1186838"/>
                </a:lnTo>
                <a:lnTo>
                  <a:pt x="1888314" y="1212526"/>
                </a:lnTo>
                <a:lnTo>
                  <a:pt x="1892129" y="1204253"/>
                </a:lnTo>
                <a:lnTo>
                  <a:pt x="1895943" y="1339220"/>
                </a:lnTo>
                <a:lnTo>
                  <a:pt x="1899758" y="1389289"/>
                </a:lnTo>
                <a:lnTo>
                  <a:pt x="1903573" y="1487902"/>
                </a:lnTo>
                <a:lnTo>
                  <a:pt x="1907388" y="1329860"/>
                </a:lnTo>
                <a:lnTo>
                  <a:pt x="1911203" y="1419112"/>
                </a:lnTo>
                <a:lnTo>
                  <a:pt x="1915017" y="1286322"/>
                </a:lnTo>
                <a:lnTo>
                  <a:pt x="1918832" y="1243220"/>
                </a:lnTo>
                <a:lnTo>
                  <a:pt x="1922647" y="1286757"/>
                </a:lnTo>
                <a:lnTo>
                  <a:pt x="1926462" y="1369479"/>
                </a:lnTo>
                <a:lnTo>
                  <a:pt x="1930276" y="1408445"/>
                </a:lnTo>
                <a:lnTo>
                  <a:pt x="1934091" y="1261288"/>
                </a:lnTo>
                <a:lnTo>
                  <a:pt x="1937906" y="1655522"/>
                </a:lnTo>
                <a:lnTo>
                  <a:pt x="1941721" y="1237342"/>
                </a:lnTo>
                <a:lnTo>
                  <a:pt x="1945536" y="1422813"/>
                </a:lnTo>
                <a:lnTo>
                  <a:pt x="1949350" y="1447629"/>
                </a:lnTo>
                <a:lnTo>
                  <a:pt x="1956980" y="1724529"/>
                </a:lnTo>
                <a:lnTo>
                  <a:pt x="1960795" y="1519249"/>
                </a:lnTo>
                <a:lnTo>
                  <a:pt x="1964609" y="1553861"/>
                </a:lnTo>
                <a:lnTo>
                  <a:pt x="1968424" y="1655522"/>
                </a:lnTo>
                <a:lnTo>
                  <a:pt x="1972239" y="1927197"/>
                </a:lnTo>
                <a:lnTo>
                  <a:pt x="1976054" y="1926762"/>
                </a:lnTo>
                <a:lnTo>
                  <a:pt x="1983683" y="1931769"/>
                </a:lnTo>
                <a:lnTo>
                  <a:pt x="1987498" y="1911959"/>
                </a:lnTo>
                <a:lnTo>
                  <a:pt x="1991313" y="1422160"/>
                </a:lnTo>
                <a:lnTo>
                  <a:pt x="1995128" y="1280880"/>
                </a:lnTo>
                <a:lnTo>
                  <a:pt x="1998942" y="1233206"/>
                </a:lnTo>
                <a:lnTo>
                  <a:pt x="2006572" y="1384064"/>
                </a:lnTo>
                <a:lnTo>
                  <a:pt x="2010387" y="1396473"/>
                </a:lnTo>
                <a:lnTo>
                  <a:pt x="2018016" y="1595658"/>
                </a:lnTo>
                <a:lnTo>
                  <a:pt x="2025646" y="1624828"/>
                </a:lnTo>
                <a:lnTo>
                  <a:pt x="2029461" y="1379275"/>
                </a:lnTo>
                <a:lnTo>
                  <a:pt x="2033275" y="1351411"/>
                </a:lnTo>
                <a:lnTo>
                  <a:pt x="2037090" y="1772421"/>
                </a:lnTo>
                <a:lnTo>
                  <a:pt x="2040905" y="1755876"/>
                </a:lnTo>
                <a:lnTo>
                  <a:pt x="2044720" y="1722570"/>
                </a:lnTo>
                <a:lnTo>
                  <a:pt x="2048534" y="1259329"/>
                </a:lnTo>
                <a:lnTo>
                  <a:pt x="2052349" y="1157450"/>
                </a:lnTo>
                <a:lnTo>
                  <a:pt x="2056164" y="1231465"/>
                </a:lnTo>
                <a:lnTo>
                  <a:pt x="2059979" y="1368391"/>
                </a:lnTo>
                <a:lnTo>
                  <a:pt x="2063794" y="1368391"/>
                </a:lnTo>
                <a:lnTo>
                  <a:pt x="2067608" y="1693182"/>
                </a:lnTo>
                <a:lnTo>
                  <a:pt x="2071423" y="1270213"/>
                </a:lnTo>
                <a:lnTo>
                  <a:pt x="2075238" y="1244744"/>
                </a:lnTo>
                <a:lnTo>
                  <a:pt x="2079053" y="1288934"/>
                </a:lnTo>
                <a:lnTo>
                  <a:pt x="2082867" y="1364037"/>
                </a:lnTo>
                <a:lnTo>
                  <a:pt x="2086682" y="1286104"/>
                </a:lnTo>
                <a:lnTo>
                  <a:pt x="2090497" y="1355112"/>
                </a:lnTo>
                <a:lnTo>
                  <a:pt x="2094312" y="1218403"/>
                </a:lnTo>
                <a:lnTo>
                  <a:pt x="2098127" y="1177042"/>
                </a:lnTo>
                <a:lnTo>
                  <a:pt x="2101941" y="1226675"/>
                </a:lnTo>
                <a:lnTo>
                  <a:pt x="2105756" y="1319193"/>
                </a:lnTo>
                <a:lnTo>
                  <a:pt x="2109571" y="1191410"/>
                </a:lnTo>
                <a:lnTo>
                  <a:pt x="2113386" y="1203383"/>
                </a:lnTo>
                <a:lnTo>
                  <a:pt x="2117200" y="1347275"/>
                </a:lnTo>
                <a:lnTo>
                  <a:pt x="2121015" y="1321588"/>
                </a:lnTo>
                <a:lnTo>
                  <a:pt x="2124830" y="1226893"/>
                </a:lnTo>
                <a:lnTo>
                  <a:pt x="2128645" y="1271519"/>
                </a:lnTo>
                <a:lnTo>
                  <a:pt x="2132460" y="1209043"/>
                </a:lnTo>
                <a:lnTo>
                  <a:pt x="2140089" y="1414541"/>
                </a:lnTo>
                <a:lnTo>
                  <a:pt x="2143904" y="1359683"/>
                </a:lnTo>
                <a:lnTo>
                  <a:pt x="2147719" y="1267165"/>
                </a:lnTo>
                <a:lnTo>
                  <a:pt x="2151533" y="1126539"/>
                </a:lnTo>
                <a:lnTo>
                  <a:pt x="2155348" y="1664012"/>
                </a:lnTo>
                <a:lnTo>
                  <a:pt x="2159163" y="1265642"/>
                </a:lnTo>
                <a:lnTo>
                  <a:pt x="2166793" y="1459602"/>
                </a:lnTo>
                <a:lnTo>
                  <a:pt x="2170607" y="1734543"/>
                </a:lnTo>
                <a:lnTo>
                  <a:pt x="2174422" y="1408445"/>
                </a:lnTo>
                <a:lnTo>
                  <a:pt x="2178237" y="1229723"/>
                </a:lnTo>
                <a:lnTo>
                  <a:pt x="2182052" y="1188362"/>
                </a:lnTo>
                <a:lnTo>
                  <a:pt x="2185866" y="1263900"/>
                </a:lnTo>
                <a:lnTo>
                  <a:pt x="2189681" y="1263900"/>
                </a:lnTo>
                <a:lnTo>
                  <a:pt x="2193496" y="1395384"/>
                </a:lnTo>
                <a:lnTo>
                  <a:pt x="2197311" y="1418241"/>
                </a:lnTo>
                <a:lnTo>
                  <a:pt x="2201125" y="1423031"/>
                </a:lnTo>
                <a:lnTo>
                  <a:pt x="2204940" y="1268907"/>
                </a:lnTo>
                <a:lnTo>
                  <a:pt x="2208755" y="1207737"/>
                </a:lnTo>
                <a:lnTo>
                  <a:pt x="2212570" y="1276961"/>
                </a:lnTo>
                <a:lnTo>
                  <a:pt x="2216385" y="1269995"/>
                </a:lnTo>
                <a:lnTo>
                  <a:pt x="2220199" y="1404309"/>
                </a:lnTo>
                <a:lnTo>
                  <a:pt x="2224014" y="1464391"/>
                </a:lnTo>
                <a:lnTo>
                  <a:pt x="2227829" y="1219927"/>
                </a:lnTo>
                <a:lnTo>
                  <a:pt x="2231644" y="1421942"/>
                </a:lnTo>
                <a:lnTo>
                  <a:pt x="2235458" y="1338567"/>
                </a:lnTo>
                <a:lnTo>
                  <a:pt x="2239273" y="1192716"/>
                </a:lnTo>
                <a:lnTo>
                  <a:pt x="2250718" y="1521861"/>
                </a:lnTo>
                <a:lnTo>
                  <a:pt x="2254532" y="1330513"/>
                </a:lnTo>
                <a:lnTo>
                  <a:pt x="2258347" y="1346622"/>
                </a:lnTo>
                <a:lnTo>
                  <a:pt x="2262162" y="1280227"/>
                </a:lnTo>
                <a:lnTo>
                  <a:pt x="2265977" y="1273043"/>
                </a:lnTo>
                <a:lnTo>
                  <a:pt x="2273606" y="1476582"/>
                </a:lnTo>
                <a:lnTo>
                  <a:pt x="2277421" y="1446323"/>
                </a:lnTo>
                <a:lnTo>
                  <a:pt x="2281236" y="1250403"/>
                </a:lnTo>
                <a:lnTo>
                  <a:pt x="2285051" y="1406922"/>
                </a:lnTo>
                <a:lnTo>
                  <a:pt x="2288865" y="1209913"/>
                </a:lnTo>
                <a:lnTo>
                  <a:pt x="2292680" y="1446759"/>
                </a:lnTo>
                <a:lnTo>
                  <a:pt x="2300310" y="1533616"/>
                </a:lnTo>
                <a:lnTo>
                  <a:pt x="2304124" y="1493562"/>
                </a:lnTo>
                <a:lnTo>
                  <a:pt x="2307939" y="1323329"/>
                </a:lnTo>
                <a:lnTo>
                  <a:pt x="2311754" y="1416935"/>
                </a:lnTo>
                <a:lnTo>
                  <a:pt x="2315569" y="1423901"/>
                </a:lnTo>
                <a:lnTo>
                  <a:pt x="2319384" y="1524691"/>
                </a:lnTo>
                <a:lnTo>
                  <a:pt x="2323198" y="1449371"/>
                </a:lnTo>
                <a:lnTo>
                  <a:pt x="2327013" y="1696665"/>
                </a:lnTo>
                <a:lnTo>
                  <a:pt x="2330828" y="1707332"/>
                </a:lnTo>
                <a:lnTo>
                  <a:pt x="2334643" y="1685781"/>
                </a:lnTo>
                <a:lnTo>
                  <a:pt x="2338457" y="1497480"/>
                </a:lnTo>
                <a:lnTo>
                  <a:pt x="2346087" y="1312445"/>
                </a:lnTo>
                <a:lnTo>
                  <a:pt x="2349902" y="1233424"/>
                </a:lnTo>
                <a:lnTo>
                  <a:pt x="2353717" y="1370785"/>
                </a:lnTo>
                <a:lnTo>
                  <a:pt x="2357531" y="1412146"/>
                </a:lnTo>
                <a:lnTo>
                  <a:pt x="2365161" y="1086266"/>
                </a:lnTo>
                <a:lnTo>
                  <a:pt x="2368976" y="1175301"/>
                </a:lnTo>
                <a:lnTo>
                  <a:pt x="2376605" y="1644638"/>
                </a:lnTo>
                <a:lnTo>
                  <a:pt x="2380420" y="1366867"/>
                </a:lnTo>
                <a:lnTo>
                  <a:pt x="2384235" y="1474405"/>
                </a:lnTo>
                <a:lnTo>
                  <a:pt x="2388049" y="1206430"/>
                </a:lnTo>
                <a:lnTo>
                  <a:pt x="2391864" y="1210349"/>
                </a:lnTo>
                <a:lnTo>
                  <a:pt x="2395679" y="1199682"/>
                </a:lnTo>
                <a:lnTo>
                  <a:pt x="2399494" y="1218839"/>
                </a:lnTo>
                <a:lnTo>
                  <a:pt x="2403309" y="1246920"/>
                </a:lnTo>
                <a:lnTo>
                  <a:pt x="2407123" y="1389071"/>
                </a:lnTo>
                <a:lnTo>
                  <a:pt x="2410938" y="1470487"/>
                </a:lnTo>
                <a:lnTo>
                  <a:pt x="2414753" y="1644638"/>
                </a:lnTo>
                <a:lnTo>
                  <a:pt x="2418568" y="1316581"/>
                </a:lnTo>
                <a:lnTo>
                  <a:pt x="2422382" y="1486596"/>
                </a:lnTo>
                <a:lnTo>
                  <a:pt x="2426197" y="1517943"/>
                </a:lnTo>
                <a:lnTo>
                  <a:pt x="2430012" y="1511848"/>
                </a:lnTo>
                <a:lnTo>
                  <a:pt x="2433827" y="1514024"/>
                </a:lnTo>
                <a:lnTo>
                  <a:pt x="2437642" y="1625481"/>
                </a:lnTo>
                <a:lnTo>
                  <a:pt x="2441456" y="1596746"/>
                </a:lnTo>
                <a:lnTo>
                  <a:pt x="2445271" y="1426731"/>
                </a:lnTo>
                <a:lnTo>
                  <a:pt x="2449086" y="1441752"/>
                </a:lnTo>
                <a:lnTo>
                  <a:pt x="2452901" y="1342921"/>
                </a:lnTo>
                <a:lnTo>
                  <a:pt x="2456715" y="1383411"/>
                </a:lnTo>
                <a:lnTo>
                  <a:pt x="2460530" y="1738026"/>
                </a:lnTo>
                <a:lnTo>
                  <a:pt x="2464345" y="1734325"/>
                </a:lnTo>
                <a:lnTo>
                  <a:pt x="2468160" y="1314839"/>
                </a:lnTo>
                <a:lnTo>
                  <a:pt x="2471975" y="1359683"/>
                </a:lnTo>
                <a:lnTo>
                  <a:pt x="2475789" y="1279574"/>
                </a:lnTo>
                <a:lnTo>
                  <a:pt x="2479604" y="1253233"/>
                </a:lnTo>
                <a:lnTo>
                  <a:pt x="2483419" y="1337697"/>
                </a:lnTo>
                <a:lnTo>
                  <a:pt x="2487234" y="1374268"/>
                </a:lnTo>
                <a:lnTo>
                  <a:pt x="2491048" y="1372309"/>
                </a:lnTo>
                <a:lnTo>
                  <a:pt x="2494863" y="1129369"/>
                </a:lnTo>
                <a:lnTo>
                  <a:pt x="2498678" y="1186838"/>
                </a:lnTo>
                <a:lnTo>
                  <a:pt x="2502493" y="1208607"/>
                </a:lnTo>
                <a:lnTo>
                  <a:pt x="2506308" y="1274132"/>
                </a:lnTo>
                <a:lnTo>
                  <a:pt x="2510122" y="1259546"/>
                </a:lnTo>
                <a:lnTo>
                  <a:pt x="2513937" y="1348581"/>
                </a:lnTo>
                <a:lnTo>
                  <a:pt x="2517752" y="1370350"/>
                </a:lnTo>
                <a:lnTo>
                  <a:pt x="2521567" y="1264118"/>
                </a:lnTo>
                <a:lnTo>
                  <a:pt x="2525381" y="1285451"/>
                </a:lnTo>
                <a:lnTo>
                  <a:pt x="2529196" y="1298077"/>
                </a:lnTo>
                <a:lnTo>
                  <a:pt x="2533011" y="1267819"/>
                </a:lnTo>
                <a:lnTo>
                  <a:pt x="2536826" y="1305261"/>
                </a:lnTo>
                <a:lnTo>
                  <a:pt x="2540641" y="1472010"/>
                </a:lnTo>
                <a:lnTo>
                  <a:pt x="2544455" y="1466568"/>
                </a:lnTo>
                <a:lnTo>
                  <a:pt x="2552085" y="1270213"/>
                </a:lnTo>
                <a:lnTo>
                  <a:pt x="2555900" y="1271737"/>
                </a:lnTo>
                <a:lnTo>
                  <a:pt x="2559714" y="1317234"/>
                </a:lnTo>
                <a:lnTo>
                  <a:pt x="2563529" y="1329207"/>
                </a:lnTo>
                <a:lnTo>
                  <a:pt x="2567344" y="1385370"/>
                </a:lnTo>
                <a:lnTo>
                  <a:pt x="2571159" y="1386023"/>
                </a:lnTo>
                <a:lnTo>
                  <a:pt x="2574973" y="1255410"/>
                </a:lnTo>
                <a:lnTo>
                  <a:pt x="2578788" y="1336173"/>
                </a:lnTo>
                <a:lnTo>
                  <a:pt x="2582603" y="1353588"/>
                </a:lnTo>
                <a:lnTo>
                  <a:pt x="2586418" y="1192063"/>
                </a:lnTo>
                <a:lnTo>
                  <a:pt x="2590233" y="1310703"/>
                </a:lnTo>
                <a:lnTo>
                  <a:pt x="2597862" y="1397343"/>
                </a:lnTo>
                <a:lnTo>
                  <a:pt x="2601677" y="1357506"/>
                </a:lnTo>
                <a:lnTo>
                  <a:pt x="2605492" y="1248009"/>
                </a:lnTo>
                <a:lnTo>
                  <a:pt x="2609306" y="1256499"/>
                </a:lnTo>
                <a:lnTo>
                  <a:pt x="2613121" y="1251274"/>
                </a:lnTo>
                <a:lnTo>
                  <a:pt x="2616936" y="1275438"/>
                </a:lnTo>
                <a:lnTo>
                  <a:pt x="2624566" y="1444364"/>
                </a:lnTo>
                <a:lnTo>
                  <a:pt x="2628380" y="1212090"/>
                </a:lnTo>
                <a:lnTo>
                  <a:pt x="2632195" y="1163110"/>
                </a:lnTo>
                <a:lnTo>
                  <a:pt x="2636010" y="1167464"/>
                </a:lnTo>
                <a:lnTo>
                  <a:pt x="2639825" y="1185315"/>
                </a:lnTo>
                <a:lnTo>
                  <a:pt x="2643639" y="1317887"/>
                </a:lnTo>
                <a:lnTo>
                  <a:pt x="2647454" y="1392119"/>
                </a:lnTo>
                <a:lnTo>
                  <a:pt x="2651269" y="1435221"/>
                </a:lnTo>
                <a:lnTo>
                  <a:pt x="2655084" y="1171600"/>
                </a:lnTo>
                <a:lnTo>
                  <a:pt x="2658899" y="1253016"/>
                </a:lnTo>
                <a:lnTo>
                  <a:pt x="2662713" y="1310703"/>
                </a:lnTo>
                <a:lnTo>
                  <a:pt x="2666528" y="1310486"/>
                </a:lnTo>
                <a:lnTo>
                  <a:pt x="2670343" y="1355329"/>
                </a:lnTo>
                <a:lnTo>
                  <a:pt x="2674158" y="1331166"/>
                </a:lnTo>
                <a:lnTo>
                  <a:pt x="2677972" y="1376010"/>
                </a:lnTo>
                <a:lnTo>
                  <a:pt x="2681787" y="1171382"/>
                </a:lnTo>
                <a:lnTo>
                  <a:pt x="2685602" y="1218621"/>
                </a:lnTo>
                <a:lnTo>
                  <a:pt x="2689417" y="1320717"/>
                </a:lnTo>
                <a:lnTo>
                  <a:pt x="2693232" y="1289805"/>
                </a:lnTo>
                <a:lnTo>
                  <a:pt x="2700861" y="1411275"/>
                </a:lnTo>
                <a:lnTo>
                  <a:pt x="2704676" y="1417806"/>
                </a:lnTo>
                <a:lnTo>
                  <a:pt x="2708491" y="1219492"/>
                </a:lnTo>
                <a:lnTo>
                  <a:pt x="2716120" y="1339438"/>
                </a:lnTo>
                <a:lnTo>
                  <a:pt x="2719935" y="1334431"/>
                </a:lnTo>
                <a:lnTo>
                  <a:pt x="2727565" y="1421289"/>
                </a:lnTo>
                <a:lnTo>
                  <a:pt x="2731379" y="1426731"/>
                </a:lnTo>
                <a:lnTo>
                  <a:pt x="2735194" y="1272172"/>
                </a:lnTo>
                <a:lnTo>
                  <a:pt x="2739009" y="1407357"/>
                </a:lnTo>
                <a:lnTo>
                  <a:pt x="2746638" y="1242784"/>
                </a:lnTo>
                <a:lnTo>
                  <a:pt x="2750453" y="1307656"/>
                </a:lnTo>
                <a:lnTo>
                  <a:pt x="2754268" y="1429126"/>
                </a:lnTo>
                <a:lnTo>
                  <a:pt x="2758083" y="1421942"/>
                </a:lnTo>
                <a:lnTo>
                  <a:pt x="2761897" y="1144824"/>
                </a:lnTo>
                <a:lnTo>
                  <a:pt x="2765712" y="1171165"/>
                </a:lnTo>
                <a:lnTo>
                  <a:pt x="2769527" y="1244091"/>
                </a:lnTo>
                <a:lnTo>
                  <a:pt x="2773342" y="1275438"/>
                </a:lnTo>
                <a:lnTo>
                  <a:pt x="2777157" y="1332690"/>
                </a:lnTo>
                <a:lnTo>
                  <a:pt x="2780971" y="1455031"/>
                </a:lnTo>
                <a:lnTo>
                  <a:pt x="2784786" y="1412146"/>
                </a:lnTo>
                <a:lnTo>
                  <a:pt x="2788601" y="1330513"/>
                </a:lnTo>
                <a:lnTo>
                  <a:pt x="2792416" y="1157233"/>
                </a:lnTo>
                <a:lnTo>
                  <a:pt x="2796230" y="1144607"/>
                </a:lnTo>
                <a:lnTo>
                  <a:pt x="2800045" y="1173995"/>
                </a:lnTo>
                <a:lnTo>
                  <a:pt x="2803860" y="1239737"/>
                </a:lnTo>
                <a:lnTo>
                  <a:pt x="2811490" y="1472664"/>
                </a:lnTo>
                <a:lnTo>
                  <a:pt x="2815304" y="1230158"/>
                </a:lnTo>
                <a:lnTo>
                  <a:pt x="2819119" y="1166593"/>
                </a:lnTo>
                <a:lnTo>
                  <a:pt x="2822934" y="1147437"/>
                </a:lnTo>
                <a:lnTo>
                  <a:pt x="2826749" y="1135246"/>
                </a:lnTo>
                <a:lnTo>
                  <a:pt x="2830563" y="1226893"/>
                </a:lnTo>
                <a:lnTo>
                  <a:pt x="2834378" y="1351629"/>
                </a:lnTo>
                <a:lnTo>
                  <a:pt x="2838193" y="1339003"/>
                </a:lnTo>
                <a:lnTo>
                  <a:pt x="2842008" y="1088661"/>
                </a:lnTo>
                <a:lnTo>
                  <a:pt x="2845823" y="1364690"/>
                </a:lnTo>
                <a:lnTo>
                  <a:pt x="2849637" y="1352717"/>
                </a:lnTo>
                <a:lnTo>
                  <a:pt x="2853452" y="1210131"/>
                </a:lnTo>
                <a:lnTo>
                  <a:pt x="2864896" y="1353370"/>
                </a:lnTo>
                <a:lnTo>
                  <a:pt x="2868711" y="1213179"/>
                </a:lnTo>
                <a:lnTo>
                  <a:pt x="2872526" y="1131328"/>
                </a:lnTo>
                <a:lnTo>
                  <a:pt x="2876341" y="1138294"/>
                </a:lnTo>
                <a:lnTo>
                  <a:pt x="2880156" y="1157233"/>
                </a:lnTo>
                <a:lnTo>
                  <a:pt x="2883970" y="1264336"/>
                </a:lnTo>
                <a:lnTo>
                  <a:pt x="2887785" y="1562787"/>
                </a:lnTo>
                <a:lnTo>
                  <a:pt x="2891600" y="1418024"/>
                </a:lnTo>
                <a:lnTo>
                  <a:pt x="2895415" y="1205995"/>
                </a:lnTo>
                <a:lnTo>
                  <a:pt x="2899229" y="1186838"/>
                </a:lnTo>
                <a:lnTo>
                  <a:pt x="2906859" y="1205560"/>
                </a:lnTo>
                <a:lnTo>
                  <a:pt x="2910674" y="1226893"/>
                </a:lnTo>
                <a:lnTo>
                  <a:pt x="2914489" y="1400173"/>
                </a:lnTo>
                <a:lnTo>
                  <a:pt x="2918303" y="1386894"/>
                </a:lnTo>
                <a:lnTo>
                  <a:pt x="2922118" y="1339220"/>
                </a:lnTo>
                <a:lnTo>
                  <a:pt x="2925933" y="1164852"/>
                </a:lnTo>
                <a:lnTo>
                  <a:pt x="2929748" y="1232553"/>
                </a:lnTo>
                <a:lnTo>
                  <a:pt x="2933562" y="1233641"/>
                </a:lnTo>
                <a:lnTo>
                  <a:pt x="2937377" y="1315928"/>
                </a:lnTo>
                <a:lnTo>
                  <a:pt x="2945007" y="1402568"/>
                </a:lnTo>
                <a:lnTo>
                  <a:pt x="2948821" y="1305043"/>
                </a:lnTo>
                <a:lnTo>
                  <a:pt x="2952636" y="1239084"/>
                </a:lnTo>
                <a:lnTo>
                  <a:pt x="2956451" y="1251710"/>
                </a:lnTo>
                <a:lnTo>
                  <a:pt x="2960266" y="1247791"/>
                </a:lnTo>
                <a:lnTo>
                  <a:pt x="2964081" y="1279574"/>
                </a:lnTo>
                <a:lnTo>
                  <a:pt x="2967895" y="1392772"/>
                </a:lnTo>
                <a:lnTo>
                  <a:pt x="2971710" y="1379493"/>
                </a:lnTo>
                <a:lnTo>
                  <a:pt x="2975525" y="1191845"/>
                </a:lnTo>
                <a:lnTo>
                  <a:pt x="2979340" y="1224063"/>
                </a:lnTo>
                <a:lnTo>
                  <a:pt x="2983154" y="1212961"/>
                </a:lnTo>
                <a:lnTo>
                  <a:pt x="2986969" y="1689699"/>
                </a:lnTo>
                <a:lnTo>
                  <a:pt x="2994599" y="1761536"/>
                </a:lnTo>
                <a:lnTo>
                  <a:pt x="2998414" y="1759577"/>
                </a:lnTo>
                <a:lnTo>
                  <a:pt x="3002228" y="1710162"/>
                </a:lnTo>
                <a:lnTo>
                  <a:pt x="3006043" y="1717346"/>
                </a:lnTo>
                <a:lnTo>
                  <a:pt x="3009858" y="1676855"/>
                </a:lnTo>
                <a:lnTo>
                  <a:pt x="3013673" y="1263682"/>
                </a:lnTo>
                <a:lnTo>
                  <a:pt x="3017487" y="1302866"/>
                </a:lnTo>
                <a:lnTo>
                  <a:pt x="3021302" y="1412799"/>
                </a:lnTo>
                <a:lnTo>
                  <a:pt x="3025117" y="1773074"/>
                </a:lnTo>
                <a:lnTo>
                  <a:pt x="3028932" y="1429344"/>
                </a:lnTo>
                <a:lnTo>
                  <a:pt x="3032747" y="1360554"/>
                </a:lnTo>
                <a:lnTo>
                  <a:pt x="3036561" y="1411493"/>
                </a:lnTo>
                <a:lnTo>
                  <a:pt x="3040376" y="1409098"/>
                </a:lnTo>
                <a:lnTo>
                  <a:pt x="3044191" y="1445452"/>
                </a:lnTo>
                <a:lnTo>
                  <a:pt x="3048006" y="1499875"/>
                </a:lnTo>
                <a:lnTo>
                  <a:pt x="3051820" y="1514024"/>
                </a:lnTo>
                <a:lnTo>
                  <a:pt x="3055635" y="1429561"/>
                </a:lnTo>
                <a:lnTo>
                  <a:pt x="3059450" y="1468745"/>
                </a:lnTo>
                <a:lnTo>
                  <a:pt x="3063265" y="1429779"/>
                </a:lnTo>
                <a:lnTo>
                  <a:pt x="3067080" y="1340091"/>
                </a:lnTo>
                <a:lnTo>
                  <a:pt x="3070894" y="1308526"/>
                </a:lnTo>
                <a:lnTo>
                  <a:pt x="3078524" y="1404745"/>
                </a:lnTo>
                <a:lnTo>
                  <a:pt x="3082339" y="1270213"/>
                </a:lnTo>
                <a:lnTo>
                  <a:pt x="3086153" y="1181832"/>
                </a:lnTo>
                <a:lnTo>
                  <a:pt x="3089968" y="1207083"/>
                </a:lnTo>
                <a:lnTo>
                  <a:pt x="3093783" y="1250839"/>
                </a:lnTo>
                <a:lnTo>
                  <a:pt x="3097598" y="1321588"/>
                </a:lnTo>
                <a:lnTo>
                  <a:pt x="3101413" y="1276526"/>
                </a:lnTo>
                <a:lnTo>
                  <a:pt x="3105227" y="1396473"/>
                </a:lnTo>
                <a:lnTo>
                  <a:pt x="3109042" y="1303302"/>
                </a:lnTo>
                <a:lnTo>
                  <a:pt x="3112857" y="1140906"/>
                </a:lnTo>
                <a:lnTo>
                  <a:pt x="3116672" y="1194457"/>
                </a:lnTo>
                <a:lnTo>
                  <a:pt x="3120486" y="1195764"/>
                </a:lnTo>
                <a:lnTo>
                  <a:pt x="3124301" y="1234948"/>
                </a:lnTo>
                <a:lnTo>
                  <a:pt x="3131931" y="1456772"/>
                </a:lnTo>
                <a:lnTo>
                  <a:pt x="3135746" y="1371874"/>
                </a:lnTo>
                <a:lnTo>
                  <a:pt x="3139560" y="1134158"/>
                </a:lnTo>
                <a:lnTo>
                  <a:pt x="3143375" y="1179872"/>
                </a:lnTo>
                <a:lnTo>
                  <a:pt x="3147190" y="1243220"/>
                </a:lnTo>
                <a:lnTo>
                  <a:pt x="3151005" y="1264771"/>
                </a:lnTo>
                <a:lnTo>
                  <a:pt x="3154819" y="1278485"/>
                </a:lnTo>
                <a:lnTo>
                  <a:pt x="3158634" y="1344445"/>
                </a:lnTo>
                <a:lnTo>
                  <a:pt x="3162449" y="1352282"/>
                </a:lnTo>
                <a:lnTo>
                  <a:pt x="3166264" y="1254757"/>
                </a:lnTo>
                <a:lnTo>
                  <a:pt x="3170078" y="1376010"/>
                </a:lnTo>
                <a:lnTo>
                  <a:pt x="3173893" y="1289370"/>
                </a:lnTo>
                <a:lnTo>
                  <a:pt x="3177708" y="1381017"/>
                </a:lnTo>
                <a:lnTo>
                  <a:pt x="3181523" y="1363384"/>
                </a:lnTo>
                <a:lnTo>
                  <a:pt x="3185338" y="1461997"/>
                </a:lnTo>
                <a:lnTo>
                  <a:pt x="3189152" y="1222539"/>
                </a:lnTo>
                <a:lnTo>
                  <a:pt x="3192967" y="1276961"/>
                </a:lnTo>
                <a:lnTo>
                  <a:pt x="3196782" y="1135682"/>
                </a:lnTo>
                <a:lnTo>
                  <a:pt x="3200597" y="1171165"/>
                </a:lnTo>
                <a:lnTo>
                  <a:pt x="3204411" y="1263900"/>
                </a:lnTo>
                <a:lnTo>
                  <a:pt x="3208226" y="1382758"/>
                </a:lnTo>
                <a:lnTo>
                  <a:pt x="3212041" y="1409098"/>
                </a:lnTo>
                <a:lnTo>
                  <a:pt x="3215856" y="1155274"/>
                </a:lnTo>
                <a:lnTo>
                  <a:pt x="3219671" y="1223845"/>
                </a:lnTo>
                <a:lnTo>
                  <a:pt x="3223485" y="1260417"/>
                </a:lnTo>
                <a:lnTo>
                  <a:pt x="3227300" y="1347493"/>
                </a:lnTo>
                <a:lnTo>
                  <a:pt x="3231115" y="1350105"/>
                </a:lnTo>
                <a:lnTo>
                  <a:pt x="3234930" y="1355765"/>
                </a:lnTo>
                <a:lnTo>
                  <a:pt x="3238744" y="1388418"/>
                </a:lnTo>
                <a:lnTo>
                  <a:pt x="3242559" y="1183355"/>
                </a:lnTo>
                <a:lnTo>
                  <a:pt x="3246374" y="1201424"/>
                </a:lnTo>
                <a:lnTo>
                  <a:pt x="3250189" y="1257805"/>
                </a:lnTo>
                <a:lnTo>
                  <a:pt x="3254004" y="1367520"/>
                </a:lnTo>
                <a:lnTo>
                  <a:pt x="3261633" y="1489426"/>
                </a:lnTo>
                <a:lnTo>
                  <a:pt x="3265448" y="1499657"/>
                </a:lnTo>
                <a:lnTo>
                  <a:pt x="3269263" y="1416065"/>
                </a:lnTo>
                <a:lnTo>
                  <a:pt x="3273077" y="1401479"/>
                </a:lnTo>
                <a:lnTo>
                  <a:pt x="3276892" y="1419983"/>
                </a:lnTo>
                <a:lnTo>
                  <a:pt x="3280707" y="1348363"/>
                </a:lnTo>
                <a:lnTo>
                  <a:pt x="3284522" y="1487684"/>
                </a:lnTo>
                <a:lnTo>
                  <a:pt x="3288337" y="1578025"/>
                </a:lnTo>
                <a:lnTo>
                  <a:pt x="3292151" y="1584120"/>
                </a:lnTo>
                <a:lnTo>
                  <a:pt x="3295966" y="1457643"/>
                </a:lnTo>
                <a:lnTo>
                  <a:pt x="3299781" y="1229941"/>
                </a:lnTo>
                <a:lnTo>
                  <a:pt x="3303596" y="1224281"/>
                </a:lnTo>
                <a:lnTo>
                  <a:pt x="3307410" y="1207519"/>
                </a:lnTo>
                <a:lnTo>
                  <a:pt x="3311225" y="1273043"/>
                </a:lnTo>
                <a:lnTo>
                  <a:pt x="3318855" y="1505099"/>
                </a:lnTo>
                <a:lnTo>
                  <a:pt x="3322670" y="1344663"/>
                </a:lnTo>
                <a:lnTo>
                  <a:pt x="3326484" y="1296989"/>
                </a:lnTo>
                <a:lnTo>
                  <a:pt x="3330299" y="1300907"/>
                </a:lnTo>
                <a:lnTo>
                  <a:pt x="3334114" y="1309179"/>
                </a:lnTo>
                <a:lnTo>
                  <a:pt x="3341743" y="1487031"/>
                </a:lnTo>
                <a:lnTo>
                  <a:pt x="3345558" y="1484636"/>
                </a:lnTo>
                <a:lnTo>
                  <a:pt x="3353188" y="1207737"/>
                </a:lnTo>
                <a:lnTo>
                  <a:pt x="3357002" y="1229941"/>
                </a:lnTo>
                <a:lnTo>
                  <a:pt x="3360817" y="1259329"/>
                </a:lnTo>
                <a:lnTo>
                  <a:pt x="3364632" y="1340091"/>
                </a:lnTo>
                <a:lnTo>
                  <a:pt x="3372262" y="1398867"/>
                </a:lnTo>
                <a:lnTo>
                  <a:pt x="3376076" y="1339003"/>
                </a:lnTo>
                <a:lnTo>
                  <a:pt x="3379891" y="1383847"/>
                </a:lnTo>
                <a:lnTo>
                  <a:pt x="3383706" y="1776992"/>
                </a:lnTo>
                <a:lnTo>
                  <a:pt x="3387521" y="1304173"/>
                </a:lnTo>
                <a:lnTo>
                  <a:pt x="3391335" y="1430867"/>
                </a:lnTo>
                <a:lnTo>
                  <a:pt x="3395150" y="1438486"/>
                </a:lnTo>
                <a:lnTo>
                  <a:pt x="3398965" y="1465698"/>
                </a:lnTo>
                <a:lnTo>
                  <a:pt x="3402780" y="1282839"/>
                </a:lnTo>
                <a:lnTo>
                  <a:pt x="3406595" y="1168988"/>
                </a:lnTo>
                <a:lnTo>
                  <a:pt x="3410409" y="1347928"/>
                </a:lnTo>
                <a:lnTo>
                  <a:pt x="3414224" y="1423684"/>
                </a:lnTo>
                <a:lnTo>
                  <a:pt x="3425668" y="1570841"/>
                </a:lnTo>
                <a:lnTo>
                  <a:pt x="3429483" y="1468963"/>
                </a:lnTo>
                <a:lnTo>
                  <a:pt x="3433298" y="1446976"/>
                </a:lnTo>
                <a:lnTo>
                  <a:pt x="3437113" y="1441099"/>
                </a:lnTo>
                <a:lnTo>
                  <a:pt x="3440928" y="1202947"/>
                </a:lnTo>
                <a:lnTo>
                  <a:pt x="3444742" y="1288499"/>
                </a:lnTo>
                <a:lnTo>
                  <a:pt x="3448557" y="1445888"/>
                </a:lnTo>
                <a:lnTo>
                  <a:pt x="3452372" y="1389071"/>
                </a:lnTo>
                <a:lnTo>
                  <a:pt x="3456187" y="1191192"/>
                </a:lnTo>
                <a:lnTo>
                  <a:pt x="3460001" y="1148308"/>
                </a:lnTo>
                <a:lnTo>
                  <a:pt x="3467631" y="1298730"/>
                </a:lnTo>
                <a:lnTo>
                  <a:pt x="3471446" y="1186838"/>
                </a:lnTo>
                <a:lnTo>
                  <a:pt x="3479075" y="1361860"/>
                </a:lnTo>
                <a:lnTo>
                  <a:pt x="3482890" y="1170512"/>
                </a:lnTo>
                <a:lnTo>
                  <a:pt x="3486705" y="1171600"/>
                </a:lnTo>
                <a:lnTo>
                  <a:pt x="3490520" y="1169859"/>
                </a:lnTo>
                <a:lnTo>
                  <a:pt x="3494334" y="1222975"/>
                </a:lnTo>
                <a:lnTo>
                  <a:pt x="3498149" y="1345098"/>
                </a:lnTo>
                <a:lnTo>
                  <a:pt x="3501964" y="1416718"/>
                </a:lnTo>
                <a:lnTo>
                  <a:pt x="3505779" y="1351411"/>
                </a:lnTo>
                <a:lnTo>
                  <a:pt x="3509594" y="1368173"/>
                </a:lnTo>
                <a:lnTo>
                  <a:pt x="3513408" y="1771550"/>
                </a:lnTo>
                <a:lnTo>
                  <a:pt x="3517223" y="1335737"/>
                </a:lnTo>
                <a:lnTo>
                  <a:pt x="3521038" y="1399520"/>
                </a:lnTo>
                <a:lnTo>
                  <a:pt x="3524853" y="1270213"/>
                </a:lnTo>
                <a:lnTo>
                  <a:pt x="3528667" y="1303520"/>
                </a:lnTo>
                <a:lnTo>
                  <a:pt x="3532482" y="1434133"/>
                </a:lnTo>
                <a:lnTo>
                  <a:pt x="3536297" y="1258458"/>
                </a:lnTo>
                <a:lnTo>
                  <a:pt x="3540112" y="1219927"/>
                </a:lnTo>
                <a:lnTo>
                  <a:pt x="3543926" y="1264118"/>
                </a:lnTo>
                <a:lnTo>
                  <a:pt x="3547741" y="1233206"/>
                </a:lnTo>
                <a:lnTo>
                  <a:pt x="3551556" y="1299383"/>
                </a:lnTo>
                <a:lnTo>
                  <a:pt x="3555371" y="1415847"/>
                </a:lnTo>
                <a:lnTo>
                  <a:pt x="3559186" y="1485290"/>
                </a:lnTo>
                <a:lnTo>
                  <a:pt x="3563000" y="1254975"/>
                </a:lnTo>
                <a:lnTo>
                  <a:pt x="3566815" y="1266512"/>
                </a:lnTo>
                <a:lnTo>
                  <a:pt x="3570630" y="1259764"/>
                </a:lnTo>
                <a:lnTo>
                  <a:pt x="3574445" y="1231465"/>
                </a:lnTo>
                <a:lnTo>
                  <a:pt x="3578259" y="1363166"/>
                </a:lnTo>
                <a:lnTo>
                  <a:pt x="3582074" y="1390813"/>
                </a:lnTo>
                <a:lnTo>
                  <a:pt x="3585889" y="1454160"/>
                </a:lnTo>
                <a:lnTo>
                  <a:pt x="3589704" y="1195328"/>
                </a:lnTo>
                <a:lnTo>
                  <a:pt x="3593519" y="1326812"/>
                </a:lnTo>
                <a:lnTo>
                  <a:pt x="3597333" y="1255193"/>
                </a:lnTo>
                <a:lnTo>
                  <a:pt x="3601148" y="1270213"/>
                </a:lnTo>
                <a:lnTo>
                  <a:pt x="3604963" y="1295030"/>
                </a:lnTo>
                <a:lnTo>
                  <a:pt x="3612592" y="1470051"/>
                </a:lnTo>
                <a:lnTo>
                  <a:pt x="3616407" y="1216879"/>
                </a:lnTo>
                <a:lnTo>
                  <a:pt x="3620222" y="1292200"/>
                </a:lnTo>
                <a:lnTo>
                  <a:pt x="3624037" y="1274785"/>
                </a:lnTo>
                <a:lnTo>
                  <a:pt x="3627852" y="1235818"/>
                </a:lnTo>
                <a:lnTo>
                  <a:pt x="3631666" y="1325941"/>
                </a:lnTo>
                <a:lnTo>
                  <a:pt x="3635481" y="1365343"/>
                </a:lnTo>
                <a:lnTo>
                  <a:pt x="3639296" y="1429344"/>
                </a:lnTo>
                <a:lnTo>
                  <a:pt x="3643111" y="1311139"/>
                </a:lnTo>
                <a:lnTo>
                  <a:pt x="3646925" y="1310268"/>
                </a:lnTo>
                <a:lnTo>
                  <a:pt x="3650740" y="1177913"/>
                </a:lnTo>
                <a:lnTo>
                  <a:pt x="3658370" y="1246920"/>
                </a:lnTo>
                <a:lnTo>
                  <a:pt x="3662185" y="1321805"/>
                </a:lnTo>
                <a:lnTo>
                  <a:pt x="3665999" y="1300690"/>
                </a:lnTo>
                <a:lnTo>
                  <a:pt x="3669814" y="1097368"/>
                </a:lnTo>
                <a:lnTo>
                  <a:pt x="3673629" y="1153967"/>
                </a:lnTo>
                <a:lnTo>
                  <a:pt x="3677444" y="1113695"/>
                </a:lnTo>
                <a:lnTo>
                  <a:pt x="3681258" y="1204253"/>
                </a:lnTo>
                <a:lnTo>
                  <a:pt x="3685073" y="1259329"/>
                </a:lnTo>
                <a:lnTo>
                  <a:pt x="3688888" y="1352064"/>
                </a:lnTo>
                <a:lnTo>
                  <a:pt x="3692703" y="1374268"/>
                </a:lnTo>
                <a:lnTo>
                  <a:pt x="3696518" y="1125233"/>
                </a:lnTo>
                <a:lnTo>
                  <a:pt x="3700332" y="1134593"/>
                </a:lnTo>
                <a:lnTo>
                  <a:pt x="3704147" y="1159410"/>
                </a:lnTo>
                <a:lnTo>
                  <a:pt x="3707962" y="1141124"/>
                </a:lnTo>
                <a:lnTo>
                  <a:pt x="3711777" y="1164634"/>
                </a:lnTo>
                <a:lnTo>
                  <a:pt x="3715591" y="1765237"/>
                </a:lnTo>
                <a:lnTo>
                  <a:pt x="3719406" y="1769591"/>
                </a:lnTo>
                <a:lnTo>
                  <a:pt x="3723221" y="1109994"/>
                </a:lnTo>
                <a:lnTo>
                  <a:pt x="3727036" y="1092797"/>
                </a:lnTo>
                <a:lnTo>
                  <a:pt x="3734665" y="1225152"/>
                </a:lnTo>
                <a:lnTo>
                  <a:pt x="3738480" y="1133505"/>
                </a:lnTo>
                <a:lnTo>
                  <a:pt x="3742295" y="1256499"/>
                </a:lnTo>
                <a:lnTo>
                  <a:pt x="3746110" y="1307438"/>
                </a:lnTo>
                <a:lnTo>
                  <a:pt x="3749924" y="1119573"/>
                </a:lnTo>
                <a:lnTo>
                  <a:pt x="3753739" y="1066021"/>
                </a:lnTo>
                <a:lnTo>
                  <a:pt x="3757554" y="1138512"/>
                </a:lnTo>
                <a:lnTo>
                  <a:pt x="3761369" y="1086919"/>
                </a:lnTo>
                <a:lnTo>
                  <a:pt x="3765183" y="1150920"/>
                </a:lnTo>
                <a:lnTo>
                  <a:pt x="3768998" y="1270213"/>
                </a:lnTo>
                <a:moveTo>
                  <a:pt x="3780443" y="1233424"/>
                </a:moveTo>
                <a:lnTo>
                  <a:pt x="3784257" y="1215573"/>
                </a:lnTo>
                <a:lnTo>
                  <a:pt x="3788072" y="1154838"/>
                </a:lnTo>
                <a:lnTo>
                  <a:pt x="3791887" y="1482460"/>
                </a:lnTo>
                <a:lnTo>
                  <a:pt x="3795702" y="1534269"/>
                </a:lnTo>
                <a:lnTo>
                  <a:pt x="3803331" y="1046429"/>
                </a:lnTo>
                <a:lnTo>
                  <a:pt x="3807146" y="1646597"/>
                </a:lnTo>
                <a:lnTo>
                  <a:pt x="3810961" y="1715386"/>
                </a:lnTo>
                <a:lnTo>
                  <a:pt x="3814776" y="1186185"/>
                </a:lnTo>
                <a:lnTo>
                  <a:pt x="3818590" y="1257587"/>
                </a:lnTo>
                <a:lnTo>
                  <a:pt x="3822405" y="1499439"/>
                </a:lnTo>
                <a:lnTo>
                  <a:pt x="3826220" y="1429561"/>
                </a:lnTo>
                <a:lnTo>
                  <a:pt x="3830035" y="1426078"/>
                </a:lnTo>
                <a:lnTo>
                  <a:pt x="3833849" y="1199247"/>
                </a:lnTo>
                <a:lnTo>
                  <a:pt x="3837664" y="1079300"/>
                </a:lnTo>
                <a:lnTo>
                  <a:pt x="3841479" y="1045341"/>
                </a:lnTo>
                <a:lnTo>
                  <a:pt x="3849109" y="1253451"/>
                </a:lnTo>
                <a:lnTo>
                  <a:pt x="3852923" y="1550814"/>
                </a:lnTo>
                <a:lnTo>
                  <a:pt x="3856738" y="1743251"/>
                </a:lnTo>
                <a:lnTo>
                  <a:pt x="3860553" y="1693835"/>
                </a:lnTo>
                <a:lnTo>
                  <a:pt x="3864368" y="1081477"/>
                </a:lnTo>
                <a:lnTo>
                  <a:pt x="3868182" y="1114348"/>
                </a:lnTo>
                <a:lnTo>
                  <a:pt x="3875812" y="1371003"/>
                </a:lnTo>
                <a:lnTo>
                  <a:pt x="3879627" y="1316145"/>
                </a:lnTo>
                <a:lnTo>
                  <a:pt x="3883442" y="1054048"/>
                </a:lnTo>
                <a:lnTo>
                  <a:pt x="3887256" y="1030103"/>
                </a:lnTo>
                <a:lnTo>
                  <a:pt x="3891071" y="1070810"/>
                </a:lnTo>
                <a:lnTo>
                  <a:pt x="3894886" y="1703196"/>
                </a:lnTo>
                <a:lnTo>
                  <a:pt x="3898701" y="1744992"/>
                </a:lnTo>
                <a:lnTo>
                  <a:pt x="3902515" y="1341833"/>
                </a:lnTo>
                <a:lnTo>
                  <a:pt x="3906330" y="1744121"/>
                </a:lnTo>
                <a:lnTo>
                  <a:pt x="3910145" y="1475711"/>
                </a:lnTo>
                <a:lnTo>
                  <a:pt x="3913960" y="1112607"/>
                </a:lnTo>
                <a:lnTo>
                  <a:pt x="3917774" y="1143083"/>
                </a:lnTo>
                <a:lnTo>
                  <a:pt x="3921589" y="1159410"/>
                </a:lnTo>
                <a:lnTo>
                  <a:pt x="3925404" y="1270213"/>
                </a:lnTo>
                <a:lnTo>
                  <a:pt x="3929219" y="1431303"/>
                </a:lnTo>
                <a:lnTo>
                  <a:pt x="3933034" y="1509671"/>
                </a:lnTo>
                <a:lnTo>
                  <a:pt x="3936848" y="1295030"/>
                </a:lnTo>
                <a:lnTo>
                  <a:pt x="3940663" y="1255628"/>
                </a:lnTo>
                <a:lnTo>
                  <a:pt x="3944478" y="1236036"/>
                </a:lnTo>
                <a:lnTo>
                  <a:pt x="3948293" y="1203165"/>
                </a:lnTo>
                <a:lnTo>
                  <a:pt x="3955922" y="1354676"/>
                </a:lnTo>
                <a:lnTo>
                  <a:pt x="3959737" y="1365996"/>
                </a:lnTo>
                <a:lnTo>
                  <a:pt x="3967367" y="1160498"/>
                </a:lnTo>
                <a:lnTo>
                  <a:pt x="3971181" y="1275220"/>
                </a:lnTo>
                <a:lnTo>
                  <a:pt x="3974996" y="1341833"/>
                </a:lnTo>
                <a:lnTo>
                  <a:pt x="3978811" y="1332690"/>
                </a:lnTo>
                <a:lnTo>
                  <a:pt x="3982626" y="1341833"/>
                </a:lnTo>
                <a:lnTo>
                  <a:pt x="3990255" y="1756965"/>
                </a:lnTo>
                <a:lnTo>
                  <a:pt x="3994070" y="1748910"/>
                </a:lnTo>
                <a:lnTo>
                  <a:pt x="3997885" y="1748040"/>
                </a:lnTo>
                <a:lnTo>
                  <a:pt x="4001700" y="1326159"/>
                </a:lnTo>
                <a:lnTo>
                  <a:pt x="4005514" y="1307003"/>
                </a:lnTo>
                <a:lnTo>
                  <a:pt x="4009329" y="1384717"/>
                </a:lnTo>
                <a:lnTo>
                  <a:pt x="4013144" y="1429344"/>
                </a:lnTo>
                <a:lnTo>
                  <a:pt x="4016959" y="1379275"/>
                </a:lnTo>
                <a:lnTo>
                  <a:pt x="4024588" y="1168117"/>
                </a:lnTo>
                <a:lnTo>
                  <a:pt x="4028403" y="1114130"/>
                </a:lnTo>
                <a:lnTo>
                  <a:pt x="4032218" y="1275873"/>
                </a:lnTo>
                <a:lnTo>
                  <a:pt x="4036033" y="1333561"/>
                </a:lnTo>
                <a:lnTo>
                  <a:pt x="4039847" y="1434786"/>
                </a:lnTo>
                <a:lnTo>
                  <a:pt x="4043662" y="1225587"/>
                </a:lnTo>
                <a:lnTo>
                  <a:pt x="4051292" y="1738679"/>
                </a:lnTo>
                <a:lnTo>
                  <a:pt x="4055106" y="1213179"/>
                </a:lnTo>
                <a:lnTo>
                  <a:pt x="4058921" y="1212743"/>
                </a:lnTo>
                <a:lnTo>
                  <a:pt x="4062736" y="1288064"/>
                </a:lnTo>
                <a:lnTo>
                  <a:pt x="4066551" y="1391683"/>
                </a:lnTo>
                <a:lnTo>
                  <a:pt x="4070366" y="1221669"/>
                </a:lnTo>
                <a:lnTo>
                  <a:pt x="4074180" y="1126539"/>
                </a:lnTo>
                <a:lnTo>
                  <a:pt x="4077995" y="1211873"/>
                </a:lnTo>
                <a:lnTo>
                  <a:pt x="4081810" y="1180961"/>
                </a:lnTo>
                <a:lnTo>
                  <a:pt x="4085625" y="1254322"/>
                </a:lnTo>
                <a:lnTo>
                  <a:pt x="4089439" y="1425207"/>
                </a:lnTo>
                <a:lnTo>
                  <a:pt x="4093254" y="1519684"/>
                </a:lnTo>
                <a:lnTo>
                  <a:pt x="4100884" y="1210349"/>
                </a:lnTo>
                <a:lnTo>
                  <a:pt x="4104698" y="1226022"/>
                </a:lnTo>
                <a:lnTo>
                  <a:pt x="4108513" y="1214267"/>
                </a:lnTo>
                <a:lnTo>
                  <a:pt x="4112328" y="1300690"/>
                </a:lnTo>
                <a:lnTo>
                  <a:pt x="4116143" y="1415629"/>
                </a:lnTo>
                <a:lnTo>
                  <a:pt x="4119958" y="1417806"/>
                </a:lnTo>
                <a:lnTo>
                  <a:pt x="4123772" y="1224499"/>
                </a:lnTo>
                <a:lnTo>
                  <a:pt x="4127587" y="1350105"/>
                </a:lnTo>
                <a:lnTo>
                  <a:pt x="4131402" y="1344663"/>
                </a:lnTo>
                <a:lnTo>
                  <a:pt x="4135217" y="1256499"/>
                </a:lnTo>
                <a:lnTo>
                  <a:pt x="4139031" y="1319628"/>
                </a:lnTo>
                <a:lnTo>
                  <a:pt x="4146661" y="1377534"/>
                </a:lnTo>
                <a:lnTo>
                  <a:pt x="4150476" y="1230158"/>
                </a:lnTo>
                <a:lnTo>
                  <a:pt x="4154291" y="1194457"/>
                </a:lnTo>
                <a:lnTo>
                  <a:pt x="4158105" y="1250186"/>
                </a:lnTo>
                <a:lnTo>
                  <a:pt x="4161920" y="1220798"/>
                </a:lnTo>
                <a:lnTo>
                  <a:pt x="4165735" y="1341833"/>
                </a:lnTo>
                <a:lnTo>
                  <a:pt x="4169550" y="1370785"/>
                </a:lnTo>
                <a:lnTo>
                  <a:pt x="4173364" y="1369479"/>
                </a:lnTo>
                <a:lnTo>
                  <a:pt x="4177179" y="1264989"/>
                </a:lnTo>
                <a:lnTo>
                  <a:pt x="4184809" y="1143083"/>
                </a:lnTo>
                <a:lnTo>
                  <a:pt x="4188624" y="1174430"/>
                </a:lnTo>
                <a:lnTo>
                  <a:pt x="4192438" y="1264118"/>
                </a:lnTo>
                <a:lnTo>
                  <a:pt x="4196253" y="1308962"/>
                </a:lnTo>
                <a:lnTo>
                  <a:pt x="4200068" y="1340091"/>
                </a:lnTo>
                <a:lnTo>
                  <a:pt x="4203883" y="1090838"/>
                </a:lnTo>
                <a:lnTo>
                  <a:pt x="4207697" y="1122185"/>
                </a:lnTo>
                <a:lnTo>
                  <a:pt x="4211512" y="1163763"/>
                </a:lnTo>
                <a:lnTo>
                  <a:pt x="4215327" y="1193151"/>
                </a:lnTo>
                <a:lnTo>
                  <a:pt x="4219142" y="1280009"/>
                </a:lnTo>
                <a:lnTo>
                  <a:pt x="4222957" y="1329424"/>
                </a:lnTo>
                <a:lnTo>
                  <a:pt x="4226771" y="1348581"/>
                </a:lnTo>
                <a:lnTo>
                  <a:pt x="4234401" y="1116090"/>
                </a:lnTo>
                <a:lnTo>
                  <a:pt x="4238216" y="1102375"/>
                </a:lnTo>
                <a:lnTo>
                  <a:pt x="4242030" y="1104552"/>
                </a:lnTo>
                <a:lnTo>
                  <a:pt x="4253475" y="1310921"/>
                </a:lnTo>
                <a:lnTo>
                  <a:pt x="4257290" y="1118049"/>
                </a:lnTo>
                <a:lnTo>
                  <a:pt x="4261104" y="1084089"/>
                </a:lnTo>
                <a:lnTo>
                  <a:pt x="4264919" y="1115654"/>
                </a:lnTo>
                <a:lnTo>
                  <a:pt x="4268734" y="1126103"/>
                </a:lnTo>
                <a:lnTo>
                  <a:pt x="4276363" y="1306785"/>
                </a:lnTo>
                <a:lnTo>
                  <a:pt x="4280178" y="1312445"/>
                </a:lnTo>
                <a:lnTo>
                  <a:pt x="4283993" y="1120661"/>
                </a:lnTo>
                <a:lnTo>
                  <a:pt x="4287808" y="1231900"/>
                </a:lnTo>
                <a:lnTo>
                  <a:pt x="4291622" y="1210566"/>
                </a:lnTo>
                <a:lnTo>
                  <a:pt x="4295437" y="1159192"/>
                </a:lnTo>
                <a:lnTo>
                  <a:pt x="4299252" y="1127627"/>
                </a:lnTo>
                <a:lnTo>
                  <a:pt x="4303067" y="1236689"/>
                </a:lnTo>
                <a:lnTo>
                  <a:pt x="4306882" y="1285451"/>
                </a:lnTo>
                <a:lnTo>
                  <a:pt x="4310696" y="1132199"/>
                </a:lnTo>
                <a:lnTo>
                  <a:pt x="4314511" y="1227328"/>
                </a:lnTo>
                <a:lnTo>
                  <a:pt x="4318326" y="1215573"/>
                </a:lnTo>
                <a:lnTo>
                  <a:pt x="4322141" y="1255846"/>
                </a:lnTo>
                <a:lnTo>
                  <a:pt x="4325955" y="1780040"/>
                </a:lnTo>
                <a:lnTo>
                  <a:pt x="4329770" y="1374704"/>
                </a:lnTo>
                <a:lnTo>
                  <a:pt x="4333585" y="1439793"/>
                </a:lnTo>
                <a:lnTo>
                  <a:pt x="4337400" y="1208607"/>
                </a:lnTo>
                <a:lnTo>
                  <a:pt x="4341215" y="1777210"/>
                </a:lnTo>
                <a:lnTo>
                  <a:pt x="4348844" y="1771550"/>
                </a:lnTo>
                <a:lnTo>
                  <a:pt x="4356474" y="1813999"/>
                </a:lnTo>
                <a:lnTo>
                  <a:pt x="4360288" y="1804856"/>
                </a:lnTo>
                <a:lnTo>
                  <a:pt x="4364103" y="1780258"/>
                </a:lnTo>
                <a:lnTo>
                  <a:pt x="4367918" y="1776557"/>
                </a:lnTo>
                <a:lnTo>
                  <a:pt x="4371733" y="1760013"/>
                </a:lnTo>
                <a:lnTo>
                  <a:pt x="4375548" y="1767414"/>
                </a:lnTo>
                <a:lnTo>
                  <a:pt x="4379362" y="1781564"/>
                </a:lnTo>
                <a:lnTo>
                  <a:pt x="4383177" y="1800503"/>
                </a:lnTo>
                <a:lnTo>
                  <a:pt x="4386992" y="1749563"/>
                </a:lnTo>
                <a:lnTo>
                  <a:pt x="4390807" y="1726271"/>
                </a:lnTo>
                <a:lnTo>
                  <a:pt x="4394621" y="1745645"/>
                </a:lnTo>
                <a:lnTo>
                  <a:pt x="4398436" y="1724312"/>
                </a:lnTo>
                <a:lnTo>
                  <a:pt x="4402251" y="1344663"/>
                </a:lnTo>
                <a:lnTo>
                  <a:pt x="4406066" y="1759795"/>
                </a:lnTo>
                <a:lnTo>
                  <a:pt x="4409881" y="1805509"/>
                </a:lnTo>
                <a:lnTo>
                  <a:pt x="4413695" y="1807251"/>
                </a:lnTo>
                <a:lnTo>
                  <a:pt x="4417510" y="1772203"/>
                </a:lnTo>
                <a:lnTo>
                  <a:pt x="4421325" y="1763713"/>
                </a:lnTo>
                <a:lnTo>
                  <a:pt x="4425140" y="1726924"/>
                </a:lnTo>
                <a:lnTo>
                  <a:pt x="4428954" y="1301343"/>
                </a:lnTo>
                <a:lnTo>
                  <a:pt x="4432769" y="1423901"/>
                </a:lnTo>
                <a:lnTo>
                  <a:pt x="4436584" y="1487902"/>
                </a:lnTo>
                <a:lnTo>
                  <a:pt x="4440399" y="1506405"/>
                </a:lnTo>
                <a:lnTo>
                  <a:pt x="4444214" y="1256716"/>
                </a:lnTo>
                <a:lnTo>
                  <a:pt x="4448028" y="1283710"/>
                </a:lnTo>
                <a:lnTo>
                  <a:pt x="4451843" y="1342050"/>
                </a:lnTo>
                <a:lnTo>
                  <a:pt x="4455658" y="1428255"/>
                </a:lnTo>
                <a:lnTo>
                  <a:pt x="4459473" y="1313751"/>
                </a:lnTo>
                <a:lnTo>
                  <a:pt x="4463287" y="1402350"/>
                </a:lnTo>
                <a:lnTo>
                  <a:pt x="4467102" y="1773727"/>
                </a:lnTo>
                <a:lnTo>
                  <a:pt x="4470917" y="1756312"/>
                </a:lnTo>
                <a:lnTo>
                  <a:pt x="4474732" y="1720393"/>
                </a:lnTo>
                <a:lnTo>
                  <a:pt x="4478546" y="1192281"/>
                </a:lnTo>
                <a:lnTo>
                  <a:pt x="4482361" y="1262159"/>
                </a:lnTo>
                <a:lnTo>
                  <a:pt x="4489991" y="1450677"/>
                </a:lnTo>
                <a:lnTo>
                  <a:pt x="4493806" y="1397779"/>
                </a:lnTo>
                <a:lnTo>
                  <a:pt x="4497620" y="1387547"/>
                </a:lnTo>
                <a:lnTo>
                  <a:pt x="4501435" y="1270213"/>
                </a:lnTo>
                <a:lnTo>
                  <a:pt x="4505250" y="1371438"/>
                </a:lnTo>
                <a:lnTo>
                  <a:pt x="4509065" y="1215138"/>
                </a:lnTo>
                <a:lnTo>
                  <a:pt x="4512879" y="1211437"/>
                </a:lnTo>
                <a:lnTo>
                  <a:pt x="4516694" y="1266077"/>
                </a:lnTo>
                <a:lnTo>
                  <a:pt x="4520509" y="1422160"/>
                </a:lnTo>
                <a:lnTo>
                  <a:pt x="4524324" y="1360119"/>
                </a:lnTo>
                <a:lnTo>
                  <a:pt x="4528139" y="1874299"/>
                </a:lnTo>
                <a:lnTo>
                  <a:pt x="4531953" y="1916531"/>
                </a:lnTo>
                <a:lnTo>
                  <a:pt x="4539583" y="1880177"/>
                </a:lnTo>
                <a:lnTo>
                  <a:pt x="4543398" y="1301996"/>
                </a:lnTo>
                <a:lnTo>
                  <a:pt x="4547212" y="1476364"/>
                </a:lnTo>
                <a:lnTo>
                  <a:pt x="4551027" y="1347493"/>
                </a:lnTo>
                <a:lnTo>
                  <a:pt x="4554842" y="1362513"/>
                </a:lnTo>
                <a:lnTo>
                  <a:pt x="4558657" y="1180525"/>
                </a:lnTo>
                <a:lnTo>
                  <a:pt x="4562472" y="1168335"/>
                </a:lnTo>
                <a:lnTo>
                  <a:pt x="4566286" y="1409534"/>
                </a:lnTo>
                <a:lnTo>
                  <a:pt x="4570101" y="1487902"/>
                </a:lnTo>
                <a:lnTo>
                  <a:pt x="4573916" y="1482242"/>
                </a:lnTo>
                <a:lnTo>
                  <a:pt x="4577731" y="1352282"/>
                </a:lnTo>
                <a:lnTo>
                  <a:pt x="4581545" y="1329424"/>
                </a:lnTo>
                <a:lnTo>
                  <a:pt x="4585360" y="1290894"/>
                </a:lnTo>
                <a:lnTo>
                  <a:pt x="4589175" y="1284581"/>
                </a:lnTo>
                <a:lnTo>
                  <a:pt x="4596805" y="1459385"/>
                </a:lnTo>
                <a:lnTo>
                  <a:pt x="4600619" y="1442405"/>
                </a:lnTo>
                <a:lnTo>
                  <a:pt x="4604434" y="1294159"/>
                </a:lnTo>
                <a:lnTo>
                  <a:pt x="4608249" y="1378187"/>
                </a:lnTo>
                <a:lnTo>
                  <a:pt x="4612064" y="1360989"/>
                </a:lnTo>
                <a:lnTo>
                  <a:pt x="4615878" y="1404309"/>
                </a:lnTo>
                <a:lnTo>
                  <a:pt x="4619693" y="1405833"/>
                </a:lnTo>
                <a:lnTo>
                  <a:pt x="4623508" y="1461779"/>
                </a:lnTo>
                <a:lnTo>
                  <a:pt x="4627323" y="1419330"/>
                </a:lnTo>
                <a:lnTo>
                  <a:pt x="4631138" y="1342268"/>
                </a:lnTo>
                <a:lnTo>
                  <a:pt x="4638767" y="1602188"/>
                </a:lnTo>
                <a:lnTo>
                  <a:pt x="4642582" y="1526650"/>
                </a:lnTo>
                <a:lnTo>
                  <a:pt x="4646397" y="1270213"/>
                </a:lnTo>
                <a:lnTo>
                  <a:pt x="4650211" y="1478759"/>
                </a:lnTo>
                <a:lnTo>
                  <a:pt x="4654026" y="1471140"/>
                </a:lnTo>
                <a:lnTo>
                  <a:pt x="4657841" y="1235601"/>
                </a:lnTo>
                <a:lnTo>
                  <a:pt x="4661656" y="1252798"/>
                </a:lnTo>
                <a:lnTo>
                  <a:pt x="4665470" y="1261506"/>
                </a:lnTo>
                <a:lnTo>
                  <a:pt x="4669285" y="1275873"/>
                </a:lnTo>
                <a:lnTo>
                  <a:pt x="4673100" y="1387112"/>
                </a:lnTo>
                <a:lnTo>
                  <a:pt x="4676915" y="1561481"/>
                </a:lnTo>
                <a:lnTo>
                  <a:pt x="4680730" y="1559304"/>
                </a:lnTo>
                <a:lnTo>
                  <a:pt x="4684544" y="1283710"/>
                </a:lnTo>
                <a:lnTo>
                  <a:pt x="4688359" y="1370132"/>
                </a:lnTo>
                <a:lnTo>
                  <a:pt x="4692174" y="1357724"/>
                </a:lnTo>
                <a:lnTo>
                  <a:pt x="4695989" y="1355329"/>
                </a:lnTo>
                <a:lnTo>
                  <a:pt x="4699803" y="1421724"/>
                </a:lnTo>
                <a:lnTo>
                  <a:pt x="4703618" y="1510324"/>
                </a:lnTo>
                <a:lnTo>
                  <a:pt x="4707433" y="1536229"/>
                </a:lnTo>
                <a:lnTo>
                  <a:pt x="4711248" y="1325941"/>
                </a:lnTo>
                <a:lnTo>
                  <a:pt x="4715063" y="1186185"/>
                </a:lnTo>
                <a:lnTo>
                  <a:pt x="4718877" y="1194675"/>
                </a:lnTo>
                <a:lnTo>
                  <a:pt x="4722692" y="1206648"/>
                </a:lnTo>
                <a:lnTo>
                  <a:pt x="4726507" y="1286104"/>
                </a:lnTo>
                <a:lnTo>
                  <a:pt x="4730322" y="1435439"/>
                </a:lnTo>
                <a:lnTo>
                  <a:pt x="4734136" y="1418459"/>
                </a:lnTo>
                <a:lnTo>
                  <a:pt x="4737951" y="1114566"/>
                </a:lnTo>
                <a:lnTo>
                  <a:pt x="4741766" y="1161151"/>
                </a:lnTo>
                <a:lnTo>
                  <a:pt x="4745581" y="1333996"/>
                </a:lnTo>
                <a:lnTo>
                  <a:pt x="4749396" y="1371003"/>
                </a:lnTo>
                <a:lnTo>
                  <a:pt x="4753210" y="1338350"/>
                </a:lnTo>
                <a:lnTo>
                  <a:pt x="4757025" y="1387547"/>
                </a:lnTo>
                <a:lnTo>
                  <a:pt x="4760840" y="1392554"/>
                </a:lnTo>
                <a:lnTo>
                  <a:pt x="4764655" y="1137641"/>
                </a:lnTo>
                <a:lnTo>
                  <a:pt x="4768469" y="1176389"/>
                </a:lnTo>
                <a:lnTo>
                  <a:pt x="4772284" y="1189233"/>
                </a:lnTo>
                <a:lnTo>
                  <a:pt x="4776099" y="1136335"/>
                </a:lnTo>
                <a:lnTo>
                  <a:pt x="4779914" y="1193151"/>
                </a:lnTo>
                <a:lnTo>
                  <a:pt x="4783729" y="1318322"/>
                </a:lnTo>
                <a:lnTo>
                  <a:pt x="4787543" y="1352499"/>
                </a:lnTo>
                <a:lnTo>
                  <a:pt x="4791358" y="1115001"/>
                </a:lnTo>
                <a:lnTo>
                  <a:pt x="4795173" y="1143954"/>
                </a:lnTo>
                <a:lnTo>
                  <a:pt x="4798988" y="1181396"/>
                </a:lnTo>
                <a:lnTo>
                  <a:pt x="4802802" y="1188798"/>
                </a:lnTo>
                <a:lnTo>
                  <a:pt x="4806617" y="1246267"/>
                </a:lnTo>
                <a:lnTo>
                  <a:pt x="4810432" y="1338132"/>
                </a:lnTo>
                <a:lnTo>
                  <a:pt x="4814247" y="1349669"/>
                </a:lnTo>
                <a:lnTo>
                  <a:pt x="4818062" y="1118049"/>
                </a:lnTo>
                <a:lnTo>
                  <a:pt x="4821876" y="1099763"/>
                </a:lnTo>
                <a:lnTo>
                  <a:pt x="4825691" y="1272608"/>
                </a:lnTo>
                <a:lnTo>
                  <a:pt x="4829506" y="1317669"/>
                </a:lnTo>
                <a:lnTo>
                  <a:pt x="4833321" y="1234512"/>
                </a:lnTo>
                <a:lnTo>
                  <a:pt x="4840950" y="1653345"/>
                </a:lnTo>
                <a:lnTo>
                  <a:pt x="4844765" y="1112824"/>
                </a:lnTo>
                <a:lnTo>
                  <a:pt x="4848580" y="1212090"/>
                </a:lnTo>
                <a:lnTo>
                  <a:pt x="4852394" y="1231900"/>
                </a:lnTo>
                <a:lnTo>
                  <a:pt x="4856209" y="1280662"/>
                </a:lnTo>
                <a:lnTo>
                  <a:pt x="4860024" y="1314622"/>
                </a:lnTo>
                <a:lnTo>
                  <a:pt x="4863839" y="1285016"/>
                </a:lnTo>
                <a:lnTo>
                  <a:pt x="4867654" y="1392336"/>
                </a:lnTo>
                <a:lnTo>
                  <a:pt x="4871468" y="1453942"/>
                </a:lnTo>
                <a:lnTo>
                  <a:pt x="4875283" y="1178349"/>
                </a:lnTo>
                <a:lnTo>
                  <a:pt x="4882913" y="1242131"/>
                </a:lnTo>
                <a:lnTo>
                  <a:pt x="4886727" y="1314404"/>
                </a:lnTo>
                <a:lnTo>
                  <a:pt x="4890542" y="1442623"/>
                </a:lnTo>
                <a:lnTo>
                  <a:pt x="4894357" y="1473534"/>
                </a:lnTo>
                <a:lnTo>
                  <a:pt x="4898172" y="1218186"/>
                </a:lnTo>
                <a:lnTo>
                  <a:pt x="4901987" y="1244526"/>
                </a:lnTo>
                <a:lnTo>
                  <a:pt x="4905801" y="1293506"/>
                </a:lnTo>
                <a:lnTo>
                  <a:pt x="4909616" y="1270213"/>
                </a:lnTo>
                <a:lnTo>
                  <a:pt x="4913431" y="1320499"/>
                </a:lnTo>
                <a:lnTo>
                  <a:pt x="4917246" y="1469834"/>
                </a:lnTo>
                <a:lnTo>
                  <a:pt x="4921060" y="1512283"/>
                </a:lnTo>
                <a:lnTo>
                  <a:pt x="4924875" y="1172906"/>
                </a:lnTo>
                <a:lnTo>
                  <a:pt x="4928690" y="1333561"/>
                </a:lnTo>
                <a:lnTo>
                  <a:pt x="4932505" y="1259764"/>
                </a:lnTo>
                <a:lnTo>
                  <a:pt x="4936320" y="1372091"/>
                </a:lnTo>
                <a:lnTo>
                  <a:pt x="4940134" y="1287846"/>
                </a:lnTo>
                <a:lnTo>
                  <a:pt x="4943949" y="1367520"/>
                </a:lnTo>
                <a:lnTo>
                  <a:pt x="4947764" y="1485507"/>
                </a:lnTo>
                <a:lnTo>
                  <a:pt x="4951579" y="1276744"/>
                </a:lnTo>
                <a:lnTo>
                  <a:pt x="4955393" y="1189015"/>
                </a:lnTo>
                <a:lnTo>
                  <a:pt x="4959208" y="1225805"/>
                </a:lnTo>
                <a:lnTo>
                  <a:pt x="4966838" y="1443929"/>
                </a:lnTo>
                <a:lnTo>
                  <a:pt x="4970653" y="1434568"/>
                </a:lnTo>
                <a:lnTo>
                  <a:pt x="4974467" y="1428037"/>
                </a:lnTo>
                <a:lnTo>
                  <a:pt x="4978282" y="1271737"/>
                </a:lnTo>
                <a:lnTo>
                  <a:pt x="4982097" y="1284363"/>
                </a:lnTo>
                <a:lnTo>
                  <a:pt x="4985912" y="1382105"/>
                </a:lnTo>
                <a:lnTo>
                  <a:pt x="4989726" y="1229288"/>
                </a:lnTo>
                <a:lnTo>
                  <a:pt x="4993541" y="1225369"/>
                </a:lnTo>
                <a:lnTo>
                  <a:pt x="4997356" y="1358377"/>
                </a:lnTo>
                <a:lnTo>
                  <a:pt x="5001171" y="1441099"/>
                </a:lnTo>
                <a:lnTo>
                  <a:pt x="5004986" y="1241478"/>
                </a:lnTo>
                <a:lnTo>
                  <a:pt x="5008800" y="1290240"/>
                </a:lnTo>
                <a:lnTo>
                  <a:pt x="5012615" y="1317887"/>
                </a:lnTo>
                <a:lnTo>
                  <a:pt x="5016430" y="1296989"/>
                </a:lnTo>
                <a:lnTo>
                  <a:pt x="5020245" y="1325724"/>
                </a:lnTo>
                <a:lnTo>
                  <a:pt x="5024059" y="1436527"/>
                </a:lnTo>
                <a:lnTo>
                  <a:pt x="5027874" y="1491820"/>
                </a:lnTo>
                <a:lnTo>
                  <a:pt x="5031689" y="1254540"/>
                </a:lnTo>
                <a:lnTo>
                  <a:pt x="5035504" y="1313315"/>
                </a:lnTo>
                <a:lnTo>
                  <a:pt x="5039319" y="1268689"/>
                </a:lnTo>
                <a:lnTo>
                  <a:pt x="5043133" y="1270213"/>
                </a:lnTo>
                <a:lnTo>
                  <a:pt x="5046948" y="1329860"/>
                </a:lnTo>
                <a:lnTo>
                  <a:pt x="5050763" y="1525780"/>
                </a:lnTo>
                <a:lnTo>
                  <a:pt x="5054578" y="1443493"/>
                </a:lnTo>
                <a:lnTo>
                  <a:pt x="5058392" y="1270649"/>
                </a:lnTo>
                <a:lnTo>
                  <a:pt x="5062207" y="1271084"/>
                </a:lnTo>
                <a:lnTo>
                  <a:pt x="5066022" y="1295465"/>
                </a:lnTo>
                <a:lnTo>
                  <a:pt x="5069837" y="1300690"/>
                </a:lnTo>
                <a:lnTo>
                  <a:pt x="5073651" y="1392554"/>
                </a:lnTo>
                <a:lnTo>
                  <a:pt x="5077466" y="1439575"/>
                </a:lnTo>
                <a:lnTo>
                  <a:pt x="5081281" y="1448500"/>
                </a:lnTo>
                <a:lnTo>
                  <a:pt x="5085096" y="1258893"/>
                </a:lnTo>
                <a:lnTo>
                  <a:pt x="5088911" y="1268254"/>
                </a:lnTo>
                <a:lnTo>
                  <a:pt x="5092725" y="1268254"/>
                </a:lnTo>
                <a:lnTo>
                  <a:pt x="5096540" y="1309832"/>
                </a:lnTo>
                <a:lnTo>
                  <a:pt x="5100355" y="1320282"/>
                </a:lnTo>
                <a:lnTo>
                  <a:pt x="5104170" y="1487902"/>
                </a:lnTo>
                <a:lnTo>
                  <a:pt x="5107984" y="1418677"/>
                </a:lnTo>
                <a:lnTo>
                  <a:pt x="5111799" y="1378622"/>
                </a:lnTo>
                <a:moveTo>
                  <a:pt x="5180465" y="1193369"/>
                </a:moveTo>
                <a:lnTo>
                  <a:pt x="5184280" y="1304826"/>
                </a:lnTo>
                <a:lnTo>
                  <a:pt x="5188095" y="1356636"/>
                </a:lnTo>
                <a:lnTo>
                  <a:pt x="5191910" y="1128280"/>
                </a:lnTo>
                <a:lnTo>
                  <a:pt x="5195724" y="1131763"/>
                </a:lnTo>
                <a:lnTo>
                  <a:pt x="5199539" y="1191410"/>
                </a:lnTo>
                <a:lnTo>
                  <a:pt x="5203354" y="1203600"/>
                </a:lnTo>
                <a:lnTo>
                  <a:pt x="5207169" y="1270213"/>
                </a:lnTo>
                <a:lnTo>
                  <a:pt x="5210983" y="1389071"/>
                </a:lnTo>
                <a:lnTo>
                  <a:pt x="5214798" y="1419112"/>
                </a:lnTo>
                <a:lnTo>
                  <a:pt x="5218613" y="1378622"/>
                </a:lnTo>
                <a:lnTo>
                  <a:pt x="5222428" y="1229723"/>
                </a:lnTo>
                <a:lnTo>
                  <a:pt x="5226243" y="1202294"/>
                </a:lnTo>
                <a:lnTo>
                  <a:pt x="5230057" y="1207083"/>
                </a:lnTo>
                <a:lnTo>
                  <a:pt x="5237687" y="1381234"/>
                </a:lnTo>
                <a:lnTo>
                  <a:pt x="5241502" y="1383194"/>
                </a:lnTo>
                <a:lnTo>
                  <a:pt x="5245316" y="1188362"/>
                </a:lnTo>
                <a:lnTo>
                  <a:pt x="5252946" y="1270213"/>
                </a:lnTo>
                <a:lnTo>
                  <a:pt x="5256761" y="1246485"/>
                </a:lnTo>
                <a:lnTo>
                  <a:pt x="5260575" y="1265859"/>
                </a:lnTo>
                <a:lnTo>
                  <a:pt x="5264390" y="1399085"/>
                </a:lnTo>
                <a:lnTo>
                  <a:pt x="5268205" y="1389071"/>
                </a:lnTo>
                <a:lnTo>
                  <a:pt x="5272020" y="1150702"/>
                </a:lnTo>
                <a:lnTo>
                  <a:pt x="5287279" y="1281098"/>
                </a:lnTo>
                <a:lnTo>
                  <a:pt x="5291094" y="1396690"/>
                </a:lnTo>
                <a:lnTo>
                  <a:pt x="5294908" y="1376881"/>
                </a:lnTo>
                <a:lnTo>
                  <a:pt x="5298723" y="1155056"/>
                </a:lnTo>
                <a:lnTo>
                  <a:pt x="5302538" y="1195328"/>
                </a:lnTo>
                <a:lnTo>
                  <a:pt x="5306353" y="1207519"/>
                </a:lnTo>
                <a:lnTo>
                  <a:pt x="5313982" y="1318540"/>
                </a:lnTo>
                <a:lnTo>
                  <a:pt x="5317797" y="1438922"/>
                </a:lnTo>
                <a:lnTo>
                  <a:pt x="5321612" y="1444364"/>
                </a:lnTo>
                <a:lnTo>
                  <a:pt x="5325427" y="1232988"/>
                </a:lnTo>
                <a:lnTo>
                  <a:pt x="5329241" y="1242131"/>
                </a:lnTo>
                <a:lnTo>
                  <a:pt x="5333056" y="1277179"/>
                </a:lnTo>
                <a:lnTo>
                  <a:pt x="5336871" y="1278268"/>
                </a:lnTo>
                <a:lnTo>
                  <a:pt x="5340686" y="1352282"/>
                </a:lnTo>
                <a:lnTo>
                  <a:pt x="5344501" y="1458514"/>
                </a:lnTo>
                <a:lnTo>
                  <a:pt x="5348315" y="1428473"/>
                </a:lnTo>
                <a:lnTo>
                  <a:pt x="5352130" y="1264553"/>
                </a:lnTo>
                <a:lnTo>
                  <a:pt x="5355945" y="1339220"/>
                </a:lnTo>
                <a:lnTo>
                  <a:pt x="5359760" y="1330078"/>
                </a:lnTo>
                <a:lnTo>
                  <a:pt x="5363574" y="1349669"/>
                </a:lnTo>
                <a:lnTo>
                  <a:pt x="5367389" y="1413888"/>
                </a:lnTo>
                <a:lnTo>
                  <a:pt x="5371204" y="1422377"/>
                </a:lnTo>
                <a:lnTo>
                  <a:pt x="5375019" y="1480065"/>
                </a:lnTo>
                <a:lnTo>
                  <a:pt x="5378834" y="1301778"/>
                </a:lnTo>
                <a:lnTo>
                  <a:pt x="5382648" y="1340091"/>
                </a:lnTo>
                <a:lnTo>
                  <a:pt x="5386463" y="1300472"/>
                </a:lnTo>
                <a:lnTo>
                  <a:pt x="5390278" y="1298730"/>
                </a:lnTo>
                <a:lnTo>
                  <a:pt x="5394093" y="1397561"/>
                </a:lnTo>
                <a:lnTo>
                  <a:pt x="5397907" y="1460908"/>
                </a:lnTo>
                <a:lnTo>
                  <a:pt x="5401722" y="1471575"/>
                </a:lnTo>
                <a:lnTo>
                  <a:pt x="5405537" y="1295900"/>
                </a:lnTo>
                <a:lnTo>
                  <a:pt x="5409352" y="1320064"/>
                </a:lnTo>
                <a:lnTo>
                  <a:pt x="5413167" y="1268689"/>
                </a:lnTo>
                <a:lnTo>
                  <a:pt x="5416981" y="1274349"/>
                </a:lnTo>
                <a:lnTo>
                  <a:pt x="5420796" y="1411711"/>
                </a:lnTo>
                <a:lnTo>
                  <a:pt x="5424611" y="1446759"/>
                </a:lnTo>
                <a:lnTo>
                  <a:pt x="5428426" y="1438269"/>
                </a:lnTo>
                <a:lnTo>
                  <a:pt x="5432240" y="1254540"/>
                </a:lnTo>
                <a:lnTo>
                  <a:pt x="5439870" y="1269342"/>
                </a:lnTo>
                <a:lnTo>
                  <a:pt x="5443685" y="1266512"/>
                </a:lnTo>
                <a:lnTo>
                  <a:pt x="5447499" y="1344880"/>
                </a:lnTo>
                <a:lnTo>
                  <a:pt x="5451314" y="1445452"/>
                </a:lnTo>
                <a:lnTo>
                  <a:pt x="5455129" y="1456772"/>
                </a:lnTo>
                <a:lnTo>
                  <a:pt x="5458944" y="1282839"/>
                </a:lnTo>
                <a:lnTo>
                  <a:pt x="5462759" y="1269778"/>
                </a:lnTo>
                <a:lnTo>
                  <a:pt x="5466573" y="1269995"/>
                </a:lnTo>
                <a:lnTo>
                  <a:pt x="5470388" y="1318975"/>
                </a:lnTo>
                <a:lnTo>
                  <a:pt x="5474203" y="1322241"/>
                </a:lnTo>
                <a:lnTo>
                  <a:pt x="5478018" y="1448936"/>
                </a:lnTo>
                <a:lnTo>
                  <a:pt x="5481832" y="1432391"/>
                </a:lnTo>
                <a:lnTo>
                  <a:pt x="5485647" y="1258023"/>
                </a:lnTo>
                <a:lnTo>
                  <a:pt x="5489462" y="1287846"/>
                </a:lnTo>
                <a:lnTo>
                  <a:pt x="5493277" y="1246485"/>
                </a:lnTo>
                <a:lnTo>
                  <a:pt x="5497092" y="1340309"/>
                </a:lnTo>
                <a:lnTo>
                  <a:pt x="5500906" y="1301778"/>
                </a:lnTo>
                <a:lnTo>
                  <a:pt x="5504721" y="1417371"/>
                </a:lnTo>
                <a:lnTo>
                  <a:pt x="5508536" y="1463521"/>
                </a:lnTo>
                <a:lnTo>
                  <a:pt x="5512351" y="1266295"/>
                </a:lnTo>
                <a:lnTo>
                  <a:pt x="5516165" y="1250839"/>
                </a:lnTo>
                <a:lnTo>
                  <a:pt x="5519980" y="1279138"/>
                </a:lnTo>
                <a:lnTo>
                  <a:pt x="5523795" y="1279791"/>
                </a:lnTo>
                <a:lnTo>
                  <a:pt x="5527610" y="1327030"/>
                </a:lnTo>
                <a:lnTo>
                  <a:pt x="5531425" y="1409969"/>
                </a:lnTo>
                <a:lnTo>
                  <a:pt x="5535239" y="1426949"/>
                </a:lnTo>
                <a:lnTo>
                  <a:pt x="5539054" y="1238431"/>
                </a:lnTo>
                <a:lnTo>
                  <a:pt x="5542869" y="1278268"/>
                </a:lnTo>
                <a:lnTo>
                  <a:pt x="5550498" y="1308091"/>
                </a:lnTo>
                <a:lnTo>
                  <a:pt x="5554313" y="1422160"/>
                </a:lnTo>
                <a:lnTo>
                  <a:pt x="5558128" y="1497480"/>
                </a:lnTo>
                <a:lnTo>
                  <a:pt x="5561943" y="1478977"/>
                </a:lnTo>
                <a:lnTo>
                  <a:pt x="5565758" y="1365778"/>
                </a:lnTo>
                <a:lnTo>
                  <a:pt x="5569572" y="420574"/>
                </a:lnTo>
                <a:lnTo>
                  <a:pt x="5573387" y="496330"/>
                </a:lnTo>
                <a:lnTo>
                  <a:pt x="5577202" y="503514"/>
                </a:lnTo>
                <a:lnTo>
                  <a:pt x="5581017" y="427976"/>
                </a:lnTo>
                <a:lnTo>
                  <a:pt x="5588646" y="560548"/>
                </a:lnTo>
                <a:lnTo>
                  <a:pt x="5592461" y="481963"/>
                </a:lnTo>
                <a:lnTo>
                  <a:pt x="5596276" y="164355"/>
                </a:lnTo>
                <a:lnTo>
                  <a:pt x="5600091" y="208110"/>
                </a:lnTo>
                <a:lnTo>
                  <a:pt x="5603905" y="166096"/>
                </a:lnTo>
                <a:lnTo>
                  <a:pt x="5607720" y="399459"/>
                </a:lnTo>
                <a:lnTo>
                  <a:pt x="5611535" y="449962"/>
                </a:lnTo>
                <a:lnTo>
                  <a:pt x="5615350" y="617147"/>
                </a:lnTo>
                <a:lnTo>
                  <a:pt x="5619164" y="0"/>
                </a:lnTo>
                <a:lnTo>
                  <a:pt x="5622979" y="8054"/>
                </a:lnTo>
                <a:lnTo>
                  <a:pt x="5626794" y="1136552"/>
                </a:lnTo>
                <a:lnTo>
                  <a:pt x="5630609" y="1219492"/>
                </a:lnTo>
                <a:lnTo>
                  <a:pt x="5634423" y="1272172"/>
                </a:lnTo>
                <a:lnTo>
                  <a:pt x="5642053" y="1601318"/>
                </a:lnTo>
                <a:lnTo>
                  <a:pt x="5645868" y="1511412"/>
                </a:lnTo>
                <a:lnTo>
                  <a:pt x="5649683" y="1154185"/>
                </a:lnTo>
                <a:lnTo>
                  <a:pt x="5653497" y="1034021"/>
                </a:lnTo>
                <a:lnTo>
                  <a:pt x="5657312" y="952388"/>
                </a:lnTo>
                <a:lnTo>
                  <a:pt x="5661127" y="363540"/>
                </a:lnTo>
                <a:lnTo>
                  <a:pt x="5664942" y="368111"/>
                </a:lnTo>
                <a:lnTo>
                  <a:pt x="5668756" y="318478"/>
                </a:lnTo>
                <a:lnTo>
                  <a:pt x="5672571" y="17197"/>
                </a:lnTo>
                <a:lnTo>
                  <a:pt x="5676386" y="39619"/>
                </a:lnTo>
                <a:lnTo>
                  <a:pt x="5684016" y="156300"/>
                </a:lnTo>
                <a:lnTo>
                  <a:pt x="5687830" y="433418"/>
                </a:lnTo>
                <a:lnTo>
                  <a:pt x="5691645" y="481310"/>
                </a:lnTo>
                <a:lnTo>
                  <a:pt x="5695460" y="617365"/>
                </a:lnTo>
                <a:lnTo>
                  <a:pt x="5699275" y="113198"/>
                </a:lnTo>
                <a:lnTo>
                  <a:pt x="5703089" y="331104"/>
                </a:lnTo>
                <a:lnTo>
                  <a:pt x="5706904" y="407078"/>
                </a:lnTo>
                <a:lnTo>
                  <a:pt x="5710719" y="457799"/>
                </a:lnTo>
                <a:lnTo>
                  <a:pt x="5714534" y="597338"/>
                </a:lnTo>
                <a:lnTo>
                  <a:pt x="5718349" y="824387"/>
                </a:lnTo>
                <a:lnTo>
                  <a:pt x="5722163" y="1211655"/>
                </a:lnTo>
                <a:lnTo>
                  <a:pt x="5725978" y="1889320"/>
                </a:lnTo>
                <a:lnTo>
                  <a:pt x="5729793" y="423187"/>
                </a:lnTo>
                <a:lnTo>
                  <a:pt x="5737422" y="837013"/>
                </a:lnTo>
                <a:lnTo>
                  <a:pt x="5741237" y="792604"/>
                </a:lnTo>
                <a:lnTo>
                  <a:pt x="5745052" y="1007463"/>
                </a:lnTo>
                <a:lnTo>
                  <a:pt x="5748867" y="1015517"/>
                </a:lnTo>
                <a:lnTo>
                  <a:pt x="5752682" y="711842"/>
                </a:lnTo>
                <a:lnTo>
                  <a:pt x="5756496" y="497854"/>
                </a:lnTo>
                <a:lnTo>
                  <a:pt x="5760311" y="393146"/>
                </a:lnTo>
                <a:lnTo>
                  <a:pt x="5764126" y="644141"/>
                </a:lnTo>
                <a:lnTo>
                  <a:pt x="5767941" y="518099"/>
                </a:lnTo>
                <a:lnTo>
                  <a:pt x="5771755" y="741447"/>
                </a:lnTo>
                <a:lnTo>
                  <a:pt x="5775570" y="804359"/>
                </a:lnTo>
                <a:lnTo>
                  <a:pt x="5779385" y="245335"/>
                </a:lnTo>
                <a:lnTo>
                  <a:pt x="5783200" y="466724"/>
                </a:lnTo>
                <a:lnTo>
                  <a:pt x="5787015" y="311077"/>
                </a:lnTo>
                <a:lnTo>
                  <a:pt x="5794644" y="734264"/>
                </a:lnTo>
                <a:lnTo>
                  <a:pt x="5798459" y="818509"/>
                </a:lnTo>
                <a:lnTo>
                  <a:pt x="5802274" y="965667"/>
                </a:lnTo>
                <a:lnTo>
                  <a:pt x="5806088" y="360275"/>
                </a:lnTo>
                <a:lnTo>
                  <a:pt x="5809903" y="451486"/>
                </a:lnTo>
                <a:lnTo>
                  <a:pt x="5813718" y="466942"/>
                </a:lnTo>
                <a:lnTo>
                  <a:pt x="5817533" y="626726"/>
                </a:lnTo>
                <a:lnTo>
                  <a:pt x="5825162" y="874673"/>
                </a:lnTo>
                <a:lnTo>
                  <a:pt x="5828977" y="1068633"/>
                </a:lnTo>
                <a:lnTo>
                  <a:pt x="5832792" y="556848"/>
                </a:lnTo>
                <a:lnTo>
                  <a:pt x="5836607" y="455622"/>
                </a:lnTo>
                <a:lnTo>
                  <a:pt x="5840421" y="581446"/>
                </a:lnTo>
                <a:lnTo>
                  <a:pt x="5844236" y="520711"/>
                </a:lnTo>
                <a:lnTo>
                  <a:pt x="5848051" y="764740"/>
                </a:lnTo>
                <a:lnTo>
                  <a:pt x="5851866" y="864442"/>
                </a:lnTo>
                <a:lnTo>
                  <a:pt x="5855680" y="1227111"/>
                </a:lnTo>
                <a:lnTo>
                  <a:pt x="5859495" y="394669"/>
                </a:lnTo>
                <a:lnTo>
                  <a:pt x="5863310" y="631732"/>
                </a:lnTo>
                <a:lnTo>
                  <a:pt x="5867125" y="502425"/>
                </a:lnTo>
                <a:lnTo>
                  <a:pt x="5870940" y="541827"/>
                </a:lnTo>
                <a:lnTo>
                  <a:pt x="5874754" y="617147"/>
                </a:lnTo>
                <a:lnTo>
                  <a:pt x="5878569" y="831353"/>
                </a:lnTo>
                <a:lnTo>
                  <a:pt x="5882384" y="932578"/>
                </a:lnTo>
                <a:lnTo>
                  <a:pt x="5886199" y="533555"/>
                </a:lnTo>
                <a:lnTo>
                  <a:pt x="5890013" y="614970"/>
                </a:lnTo>
                <a:lnTo>
                  <a:pt x="5893828" y="575786"/>
                </a:lnTo>
                <a:lnTo>
                  <a:pt x="5897643" y="656549"/>
                </a:lnTo>
                <a:lnTo>
                  <a:pt x="5901458" y="425364"/>
                </a:lnTo>
                <a:lnTo>
                  <a:pt x="5905273" y="504820"/>
                </a:lnTo>
                <a:lnTo>
                  <a:pt x="5909087" y="661338"/>
                </a:lnTo>
                <a:lnTo>
                  <a:pt x="5912902" y="363758"/>
                </a:lnTo>
                <a:lnTo>
                  <a:pt x="5916717" y="451704"/>
                </a:lnTo>
                <a:lnTo>
                  <a:pt x="5920532" y="594072"/>
                </a:lnTo>
                <a:lnTo>
                  <a:pt x="5924346" y="476520"/>
                </a:lnTo>
                <a:lnTo>
                  <a:pt x="5928161" y="306723"/>
                </a:lnTo>
                <a:lnTo>
                  <a:pt x="5931976" y="342207"/>
                </a:lnTo>
                <a:lnTo>
                  <a:pt x="5935791" y="601691"/>
                </a:lnTo>
                <a:lnTo>
                  <a:pt x="5939606" y="223566"/>
                </a:lnTo>
                <a:lnTo>
                  <a:pt x="5943420" y="310206"/>
                </a:lnTo>
                <a:lnTo>
                  <a:pt x="5947235" y="452792"/>
                </a:lnTo>
                <a:lnTo>
                  <a:pt x="5951050" y="399459"/>
                </a:lnTo>
                <a:lnTo>
                  <a:pt x="5954865" y="428629"/>
                </a:lnTo>
                <a:lnTo>
                  <a:pt x="5958679" y="609528"/>
                </a:lnTo>
                <a:lnTo>
                  <a:pt x="5962494" y="1303302"/>
                </a:lnTo>
                <a:lnTo>
                  <a:pt x="5966309" y="1082783"/>
                </a:lnTo>
                <a:lnTo>
                  <a:pt x="5970124" y="1246267"/>
                </a:lnTo>
                <a:lnTo>
                  <a:pt x="5977753" y="1100198"/>
                </a:lnTo>
                <a:lnTo>
                  <a:pt x="5981568" y="1238431"/>
                </a:lnTo>
                <a:lnTo>
                  <a:pt x="5985383" y="1320282"/>
                </a:lnTo>
                <a:lnTo>
                  <a:pt x="5989198" y="1319193"/>
                </a:lnTo>
                <a:lnTo>
                  <a:pt x="5993012" y="1106947"/>
                </a:lnTo>
                <a:lnTo>
                  <a:pt x="5996827" y="1149396"/>
                </a:lnTo>
                <a:lnTo>
                  <a:pt x="6000642" y="1096280"/>
                </a:lnTo>
                <a:lnTo>
                  <a:pt x="6008271" y="1270431"/>
                </a:lnTo>
                <a:lnTo>
                  <a:pt x="6012086" y="1270213"/>
                </a:lnTo>
                <a:lnTo>
                  <a:pt x="6015901" y="1359248"/>
                </a:lnTo>
                <a:lnTo>
                  <a:pt x="6019716" y="1160280"/>
                </a:lnTo>
                <a:lnTo>
                  <a:pt x="6027345" y="1053178"/>
                </a:lnTo>
                <a:lnTo>
                  <a:pt x="6031160" y="1116090"/>
                </a:lnTo>
                <a:lnTo>
                  <a:pt x="6038790" y="1356636"/>
                </a:lnTo>
                <a:lnTo>
                  <a:pt x="6042604" y="1441316"/>
                </a:lnTo>
                <a:lnTo>
                  <a:pt x="6046419" y="1249750"/>
                </a:lnTo>
                <a:lnTo>
                  <a:pt x="6050234" y="1229070"/>
                </a:lnTo>
                <a:lnTo>
                  <a:pt x="6054049" y="1227764"/>
                </a:lnTo>
                <a:lnTo>
                  <a:pt x="6061678" y="1360989"/>
                </a:lnTo>
                <a:lnTo>
                  <a:pt x="6065493" y="1475276"/>
                </a:lnTo>
                <a:lnTo>
                  <a:pt x="6069308" y="1457861"/>
                </a:lnTo>
                <a:lnTo>
                  <a:pt x="6073123" y="1323547"/>
                </a:lnTo>
                <a:lnTo>
                  <a:pt x="6076937" y="1313751"/>
                </a:lnTo>
                <a:lnTo>
                  <a:pt x="6080752" y="1293941"/>
                </a:lnTo>
                <a:lnTo>
                  <a:pt x="6084567" y="1304173"/>
                </a:lnTo>
                <a:lnTo>
                  <a:pt x="6088382" y="1374268"/>
                </a:lnTo>
                <a:lnTo>
                  <a:pt x="6092197" y="1364037"/>
                </a:lnTo>
                <a:lnTo>
                  <a:pt x="6096011" y="1342486"/>
                </a:lnTo>
                <a:lnTo>
                  <a:pt x="6103641" y="1619168"/>
                </a:lnTo>
                <a:lnTo>
                  <a:pt x="6107456" y="1583902"/>
                </a:lnTo>
                <a:lnTo>
                  <a:pt x="6111270" y="1204907"/>
                </a:lnTo>
                <a:lnTo>
                  <a:pt x="6115085" y="986783"/>
                </a:lnTo>
                <a:lnTo>
                  <a:pt x="6118900" y="1410622"/>
                </a:lnTo>
                <a:lnTo>
                  <a:pt x="6122715" y="1401479"/>
                </a:lnTo>
                <a:lnTo>
                  <a:pt x="6126530" y="1160716"/>
                </a:lnTo>
                <a:lnTo>
                  <a:pt x="6130344" y="1181178"/>
                </a:lnTo>
                <a:lnTo>
                  <a:pt x="6134159" y="1229723"/>
                </a:lnTo>
                <a:lnTo>
                  <a:pt x="6137974" y="1167464"/>
                </a:lnTo>
                <a:lnTo>
                  <a:pt x="6145603" y="1546895"/>
                </a:lnTo>
                <a:lnTo>
                  <a:pt x="6149418" y="1508582"/>
                </a:lnTo>
                <a:lnTo>
                  <a:pt x="6153233" y="1275873"/>
                </a:lnTo>
                <a:lnTo>
                  <a:pt x="6157048" y="1230158"/>
                </a:lnTo>
                <a:lnTo>
                  <a:pt x="6160863" y="1168553"/>
                </a:lnTo>
                <a:lnTo>
                  <a:pt x="6164677" y="1136988"/>
                </a:lnTo>
                <a:lnTo>
                  <a:pt x="6172307" y="1379057"/>
                </a:lnTo>
                <a:lnTo>
                  <a:pt x="6176122" y="1360772"/>
                </a:lnTo>
                <a:lnTo>
                  <a:pt x="6179936" y="1079953"/>
                </a:lnTo>
                <a:lnTo>
                  <a:pt x="6183751" y="1116960"/>
                </a:lnTo>
                <a:lnTo>
                  <a:pt x="6187566" y="1125015"/>
                </a:lnTo>
                <a:lnTo>
                  <a:pt x="6191381" y="1118266"/>
                </a:lnTo>
                <a:lnTo>
                  <a:pt x="6195195" y="1151355"/>
                </a:lnTo>
                <a:lnTo>
                  <a:pt x="6202825" y="1421942"/>
                </a:lnTo>
                <a:lnTo>
                  <a:pt x="6206640" y="1205560"/>
                </a:lnTo>
                <a:lnTo>
                  <a:pt x="6210455" y="1135464"/>
                </a:lnTo>
                <a:lnTo>
                  <a:pt x="6214269" y="1124362"/>
                </a:lnTo>
                <a:lnTo>
                  <a:pt x="6218084" y="1097368"/>
                </a:lnTo>
                <a:lnTo>
                  <a:pt x="6221899" y="1178131"/>
                </a:lnTo>
                <a:lnTo>
                  <a:pt x="6225714" y="1501834"/>
                </a:lnTo>
                <a:lnTo>
                  <a:pt x="6229528" y="1463956"/>
                </a:lnTo>
                <a:lnTo>
                  <a:pt x="6233343" y="1052525"/>
                </a:lnTo>
                <a:lnTo>
                  <a:pt x="6237158" y="1035545"/>
                </a:lnTo>
                <a:lnTo>
                  <a:pt x="6240973" y="1086702"/>
                </a:lnTo>
                <a:lnTo>
                  <a:pt x="6244788" y="1112171"/>
                </a:lnTo>
                <a:lnTo>
                  <a:pt x="6248602" y="1228199"/>
                </a:lnTo>
                <a:lnTo>
                  <a:pt x="6252417" y="1404745"/>
                </a:lnTo>
                <a:lnTo>
                  <a:pt x="6256232" y="1462215"/>
                </a:lnTo>
                <a:lnTo>
                  <a:pt x="6260047" y="1101287"/>
                </a:lnTo>
                <a:lnTo>
                  <a:pt x="6263861" y="1095191"/>
                </a:lnTo>
                <a:lnTo>
                  <a:pt x="6267676" y="1138512"/>
                </a:lnTo>
                <a:lnTo>
                  <a:pt x="6271491" y="1240390"/>
                </a:lnTo>
                <a:lnTo>
                  <a:pt x="6275306" y="1201424"/>
                </a:lnTo>
                <a:lnTo>
                  <a:pt x="6279121" y="1270213"/>
                </a:lnTo>
                <a:lnTo>
                  <a:pt x="6282935" y="1424990"/>
                </a:lnTo>
                <a:lnTo>
                  <a:pt x="6286750" y="1142430"/>
                </a:lnTo>
                <a:lnTo>
                  <a:pt x="6290565" y="1088225"/>
                </a:lnTo>
                <a:lnTo>
                  <a:pt x="6294380" y="1107382"/>
                </a:lnTo>
                <a:lnTo>
                  <a:pt x="6298194" y="1099110"/>
                </a:lnTo>
                <a:lnTo>
                  <a:pt x="6302009" y="1232988"/>
                </a:lnTo>
                <a:lnTo>
                  <a:pt x="6305824" y="1423466"/>
                </a:lnTo>
                <a:lnTo>
                  <a:pt x="6309639" y="1423684"/>
                </a:lnTo>
                <a:lnTo>
                  <a:pt x="6313454" y="1059708"/>
                </a:lnTo>
                <a:lnTo>
                  <a:pt x="6317268" y="1123926"/>
                </a:lnTo>
                <a:lnTo>
                  <a:pt x="6324898" y="831788"/>
                </a:lnTo>
                <a:lnTo>
                  <a:pt x="6332527" y="1101940"/>
                </a:lnTo>
                <a:lnTo>
                  <a:pt x="6336342" y="1189451"/>
                </a:lnTo>
                <a:lnTo>
                  <a:pt x="6340157" y="834836"/>
                </a:lnTo>
                <a:lnTo>
                  <a:pt x="6343972" y="1063844"/>
                </a:lnTo>
                <a:lnTo>
                  <a:pt x="6347787" y="974592"/>
                </a:lnTo>
                <a:lnTo>
                  <a:pt x="6351601" y="937585"/>
                </a:lnTo>
                <a:lnTo>
                  <a:pt x="6355416" y="1052742"/>
                </a:lnTo>
                <a:lnTo>
                  <a:pt x="6359231" y="1128062"/>
                </a:lnTo>
                <a:lnTo>
                  <a:pt x="6363046" y="1161804"/>
                </a:lnTo>
                <a:lnTo>
                  <a:pt x="6366860" y="713148"/>
                </a:lnTo>
                <a:lnTo>
                  <a:pt x="6370675" y="986347"/>
                </a:lnTo>
                <a:lnTo>
                  <a:pt x="6374490" y="1004633"/>
                </a:lnTo>
                <a:lnTo>
                  <a:pt x="6378305" y="1073423"/>
                </a:lnTo>
                <a:lnTo>
                  <a:pt x="6382119" y="948469"/>
                </a:lnTo>
                <a:lnTo>
                  <a:pt x="6385934" y="1052525"/>
                </a:lnTo>
                <a:lnTo>
                  <a:pt x="6389749" y="1062974"/>
                </a:lnTo>
                <a:lnTo>
                  <a:pt x="6393564" y="928660"/>
                </a:lnTo>
                <a:lnTo>
                  <a:pt x="6397379" y="960007"/>
                </a:lnTo>
                <a:lnTo>
                  <a:pt x="6401193" y="907544"/>
                </a:lnTo>
                <a:lnTo>
                  <a:pt x="6408823" y="1071028"/>
                </a:lnTo>
                <a:lnTo>
                  <a:pt x="6412638" y="1181396"/>
                </a:lnTo>
                <a:lnTo>
                  <a:pt x="6416452" y="1260635"/>
                </a:lnTo>
                <a:lnTo>
                  <a:pt x="6420267" y="865530"/>
                </a:lnTo>
                <a:lnTo>
                  <a:pt x="6424082" y="845285"/>
                </a:lnTo>
                <a:lnTo>
                  <a:pt x="6427897" y="864442"/>
                </a:lnTo>
                <a:lnTo>
                  <a:pt x="6431712" y="938238"/>
                </a:lnTo>
                <a:lnTo>
                  <a:pt x="6435526" y="1171165"/>
                </a:lnTo>
                <a:lnTo>
                  <a:pt x="6439341" y="1177913"/>
                </a:lnTo>
                <a:lnTo>
                  <a:pt x="6443156" y="1147872"/>
                </a:lnTo>
                <a:lnTo>
                  <a:pt x="6446971" y="840931"/>
                </a:lnTo>
                <a:lnTo>
                  <a:pt x="6454600" y="1052525"/>
                </a:lnTo>
                <a:lnTo>
                  <a:pt x="6458415" y="1011381"/>
                </a:lnTo>
                <a:lnTo>
                  <a:pt x="6466045" y="1052525"/>
                </a:lnTo>
                <a:lnTo>
                  <a:pt x="6469859" y="1059273"/>
                </a:lnTo>
                <a:lnTo>
                  <a:pt x="6473674" y="934537"/>
                </a:lnTo>
                <a:lnTo>
                  <a:pt x="6477489" y="957612"/>
                </a:lnTo>
                <a:lnTo>
                  <a:pt x="6481304" y="1011817"/>
                </a:lnTo>
                <a:lnTo>
                  <a:pt x="6485118" y="939109"/>
                </a:lnTo>
                <a:lnTo>
                  <a:pt x="6488933" y="984388"/>
                </a:lnTo>
                <a:lnTo>
                  <a:pt x="6492748" y="984823"/>
                </a:lnTo>
                <a:lnTo>
                  <a:pt x="6496563" y="1116090"/>
                </a:lnTo>
                <a:lnTo>
                  <a:pt x="6500378" y="797829"/>
                </a:lnTo>
                <a:lnTo>
                  <a:pt x="6504192" y="954347"/>
                </a:lnTo>
                <a:lnTo>
                  <a:pt x="6508007" y="886863"/>
                </a:lnTo>
                <a:lnTo>
                  <a:pt x="6511822" y="908197"/>
                </a:lnTo>
                <a:lnTo>
                  <a:pt x="6519451" y="1133287"/>
                </a:lnTo>
                <a:lnTo>
                  <a:pt x="6523266" y="1163110"/>
                </a:lnTo>
                <a:lnTo>
                  <a:pt x="6527081" y="996143"/>
                </a:lnTo>
                <a:lnTo>
                  <a:pt x="6530896" y="877938"/>
                </a:lnTo>
                <a:lnTo>
                  <a:pt x="6534711" y="871190"/>
                </a:lnTo>
                <a:lnTo>
                  <a:pt x="6538525" y="928224"/>
                </a:lnTo>
                <a:lnTo>
                  <a:pt x="6542340" y="1007898"/>
                </a:lnTo>
                <a:lnTo>
                  <a:pt x="6546155" y="1628529"/>
                </a:lnTo>
                <a:lnTo>
                  <a:pt x="6549970" y="1152879"/>
                </a:lnTo>
                <a:lnTo>
                  <a:pt x="6553784" y="991136"/>
                </a:lnTo>
                <a:lnTo>
                  <a:pt x="6557599" y="930401"/>
                </a:lnTo>
                <a:lnTo>
                  <a:pt x="6561414" y="891870"/>
                </a:lnTo>
                <a:lnTo>
                  <a:pt x="6565229" y="927571"/>
                </a:lnTo>
                <a:lnTo>
                  <a:pt x="6576673" y="1305479"/>
                </a:lnTo>
                <a:lnTo>
                  <a:pt x="6580488" y="1024660"/>
                </a:lnTo>
                <a:lnTo>
                  <a:pt x="6584303" y="905149"/>
                </a:lnTo>
                <a:lnTo>
                  <a:pt x="6588117" y="987653"/>
                </a:lnTo>
                <a:lnTo>
                  <a:pt x="6591932" y="914292"/>
                </a:lnTo>
                <a:lnTo>
                  <a:pt x="6595747" y="1142212"/>
                </a:lnTo>
                <a:lnTo>
                  <a:pt x="6599562" y="1219709"/>
                </a:lnTo>
                <a:lnTo>
                  <a:pt x="6603376" y="1232335"/>
                </a:lnTo>
                <a:lnTo>
                  <a:pt x="6607191" y="928877"/>
                </a:lnTo>
                <a:lnTo>
                  <a:pt x="6611006" y="1052307"/>
                </a:lnTo>
                <a:lnTo>
                  <a:pt x="6614821" y="1034239"/>
                </a:lnTo>
                <a:lnTo>
                  <a:pt x="6618636" y="935626"/>
                </a:lnTo>
                <a:lnTo>
                  <a:pt x="6622450" y="1055137"/>
                </a:lnTo>
                <a:lnTo>
                  <a:pt x="6626265" y="1209913"/>
                </a:lnTo>
                <a:lnTo>
                  <a:pt x="6630080" y="1257370"/>
                </a:lnTo>
                <a:lnTo>
                  <a:pt x="6633895" y="1001585"/>
                </a:lnTo>
                <a:lnTo>
                  <a:pt x="6637709" y="888387"/>
                </a:lnTo>
                <a:lnTo>
                  <a:pt x="6641524" y="1048606"/>
                </a:lnTo>
                <a:lnTo>
                  <a:pt x="6645339" y="1045776"/>
                </a:lnTo>
                <a:lnTo>
                  <a:pt x="6656783" y="1276961"/>
                </a:lnTo>
                <a:lnTo>
                  <a:pt x="6660598" y="1060361"/>
                </a:lnTo>
                <a:lnTo>
                  <a:pt x="6664413" y="976333"/>
                </a:lnTo>
                <a:lnTo>
                  <a:pt x="6672042" y="1043164"/>
                </a:lnTo>
                <a:lnTo>
                  <a:pt x="6675857" y="1237124"/>
                </a:lnTo>
                <a:lnTo>
                  <a:pt x="6679672" y="1961592"/>
                </a:lnTo>
                <a:lnTo>
                  <a:pt x="6683487" y="1955497"/>
                </a:lnTo>
                <a:lnTo>
                  <a:pt x="6687302" y="1083436"/>
                </a:lnTo>
                <a:lnTo>
                  <a:pt x="6691116" y="976116"/>
                </a:lnTo>
                <a:lnTo>
                  <a:pt x="6694931" y="1026184"/>
                </a:lnTo>
                <a:lnTo>
                  <a:pt x="6698746" y="1043599"/>
                </a:lnTo>
                <a:lnTo>
                  <a:pt x="6702561" y="1151791"/>
                </a:lnTo>
                <a:lnTo>
                  <a:pt x="6706375" y="1360336"/>
                </a:lnTo>
                <a:lnTo>
                  <a:pt x="6710190" y="1270213"/>
                </a:lnTo>
                <a:lnTo>
                  <a:pt x="6714005" y="1066457"/>
                </a:lnTo>
                <a:lnTo>
                  <a:pt x="6717820" y="1056878"/>
                </a:lnTo>
                <a:lnTo>
                  <a:pt x="6721635" y="1098457"/>
                </a:lnTo>
                <a:lnTo>
                  <a:pt x="6725449" y="1109124"/>
                </a:lnTo>
                <a:lnTo>
                  <a:pt x="6729264" y="1241261"/>
                </a:lnTo>
                <a:lnTo>
                  <a:pt x="6733079" y="1324418"/>
                </a:lnTo>
                <a:lnTo>
                  <a:pt x="6736894" y="1334431"/>
                </a:lnTo>
                <a:lnTo>
                  <a:pt x="6740708" y="1113477"/>
                </a:lnTo>
                <a:lnTo>
                  <a:pt x="6744523" y="1067327"/>
                </a:lnTo>
                <a:lnTo>
                  <a:pt x="6748338" y="1139165"/>
                </a:lnTo>
                <a:lnTo>
                  <a:pt x="6752153" y="1268472"/>
                </a:lnTo>
                <a:lnTo>
                  <a:pt x="6755967" y="1291982"/>
                </a:lnTo>
                <a:lnTo>
                  <a:pt x="6759782" y="1301778"/>
                </a:lnTo>
                <a:lnTo>
                  <a:pt x="6763597" y="1397126"/>
                </a:lnTo>
                <a:lnTo>
                  <a:pt x="6767412" y="1174866"/>
                </a:lnTo>
                <a:lnTo>
                  <a:pt x="6771227" y="1189886"/>
                </a:lnTo>
                <a:lnTo>
                  <a:pt x="6775041" y="1233424"/>
                </a:lnTo>
                <a:lnTo>
                  <a:pt x="6778856" y="1207083"/>
                </a:lnTo>
                <a:lnTo>
                  <a:pt x="6782671" y="1242349"/>
                </a:lnTo>
                <a:lnTo>
                  <a:pt x="6786486" y="1976613"/>
                </a:lnTo>
                <a:lnTo>
                  <a:pt x="6790300" y="1346622"/>
                </a:lnTo>
                <a:lnTo>
                  <a:pt x="6794115" y="1093885"/>
                </a:lnTo>
                <a:lnTo>
                  <a:pt x="6797930" y="1791142"/>
                </a:lnTo>
                <a:lnTo>
                  <a:pt x="6801745" y="1127627"/>
                </a:lnTo>
                <a:lnTo>
                  <a:pt x="6805560" y="1203383"/>
                </a:lnTo>
                <a:lnTo>
                  <a:pt x="6813189" y="1437180"/>
                </a:lnTo>
                <a:lnTo>
                  <a:pt x="6817004" y="1491385"/>
                </a:lnTo>
                <a:lnTo>
                  <a:pt x="6820819" y="1270213"/>
                </a:lnTo>
                <a:lnTo>
                  <a:pt x="6824633" y="1354023"/>
                </a:lnTo>
                <a:lnTo>
                  <a:pt x="6828448" y="1231682"/>
                </a:lnTo>
                <a:lnTo>
                  <a:pt x="6832263" y="1252580"/>
                </a:lnTo>
                <a:lnTo>
                  <a:pt x="6836078" y="1166158"/>
                </a:lnTo>
                <a:lnTo>
                  <a:pt x="6843707" y="1358159"/>
                </a:lnTo>
                <a:lnTo>
                  <a:pt x="6847522" y="1113477"/>
                </a:lnTo>
                <a:lnTo>
                  <a:pt x="6851337" y="1074511"/>
                </a:lnTo>
                <a:lnTo>
                  <a:pt x="6855152" y="1075817"/>
                </a:lnTo>
                <a:lnTo>
                  <a:pt x="6858966" y="1199464"/>
                </a:lnTo>
                <a:lnTo>
                  <a:pt x="6862781" y="1201206"/>
                </a:lnTo>
                <a:lnTo>
                  <a:pt x="6866596" y="1321588"/>
                </a:lnTo>
                <a:lnTo>
                  <a:pt x="6870411" y="1384282"/>
                </a:lnTo>
                <a:lnTo>
                  <a:pt x="6874226" y="1106076"/>
                </a:lnTo>
                <a:lnTo>
                  <a:pt x="6878040" y="1270213"/>
                </a:lnTo>
                <a:lnTo>
                  <a:pt x="6881855" y="1270213"/>
                </a:lnTo>
                <a:lnTo>
                  <a:pt x="6885670" y="1267601"/>
                </a:lnTo>
                <a:lnTo>
                  <a:pt x="6889485" y="1314839"/>
                </a:lnTo>
                <a:lnTo>
                  <a:pt x="6893299" y="1377098"/>
                </a:lnTo>
                <a:lnTo>
                  <a:pt x="6897114" y="1462650"/>
                </a:lnTo>
                <a:lnTo>
                  <a:pt x="6900929" y="1155709"/>
                </a:lnTo>
                <a:lnTo>
                  <a:pt x="6904744" y="1649644"/>
                </a:lnTo>
                <a:lnTo>
                  <a:pt x="6908559" y="1204471"/>
                </a:lnTo>
                <a:lnTo>
                  <a:pt x="6912373" y="1258893"/>
                </a:lnTo>
                <a:lnTo>
                  <a:pt x="6916188" y="1274785"/>
                </a:lnTo>
                <a:lnTo>
                  <a:pt x="6920003" y="1345098"/>
                </a:lnTo>
                <a:lnTo>
                  <a:pt x="6923818" y="1357942"/>
                </a:lnTo>
                <a:lnTo>
                  <a:pt x="6927632" y="1227328"/>
                </a:lnTo>
                <a:lnTo>
                  <a:pt x="6931447" y="1244961"/>
                </a:lnTo>
                <a:lnTo>
                  <a:pt x="6935262" y="1185750"/>
                </a:lnTo>
                <a:lnTo>
                  <a:pt x="6939077" y="1270213"/>
                </a:lnTo>
                <a:lnTo>
                  <a:pt x="6942891" y="1312880"/>
                </a:lnTo>
                <a:lnTo>
                  <a:pt x="6946706" y="1303520"/>
                </a:lnTo>
                <a:lnTo>
                  <a:pt x="6950521" y="1401044"/>
                </a:lnTo>
                <a:lnTo>
                  <a:pt x="6954336" y="1182267"/>
                </a:lnTo>
                <a:lnTo>
                  <a:pt x="6958151" y="1206648"/>
                </a:lnTo>
                <a:lnTo>
                  <a:pt x="6961965" y="1190104"/>
                </a:lnTo>
                <a:lnTo>
                  <a:pt x="6961965" y="1190104"/>
                </a:lnTo>
              </a:path>
            </a:pathLst>
          </a:custGeom>
          <a:noFill xmlns:a="http://schemas.openxmlformats.org/drawingml/2006/main"/>
          <a:ln xmlns:a="http://schemas.openxmlformats.org/drawingml/2006/main" w="8371">
            <a:solidFill>
              <a:srgbClr val="2C5EAA"/>
            </a:solidFill>
            <a:prstDash val="solid"/>
          </a:ln>
        </p:spPr>
      </p:sp>
      <p:sp>
        <p:nvSpPr>
          <p:cNvPr id="70" name="Editable chart path">
            <a:extLst xmlns:a="http://schemas.openxmlformats.org/drawingml/2006/main">
              <a:ext uri="{FF2B5EF4-FFF2-40B4-BE49-F238E27FC236}">
                <a16:creationId xmlns:a16="http://schemas.microsoft.com/office/drawing/2014/main" id="{10900DFA-E086-48E2-AFE4-A7336D1B47BA}"/>
              </a:ext>
            </a:extLst>
          </p:cNvPr>
          <p:cNvSpPr>
            <a:spLocks xmlns:a="http://schemas.openxmlformats.org/drawingml/2006/main" noGrp="1"/>
          </p:cNvSpPr>
          <p:nvPr/>
        </p:nvSpPr>
        <p:spPr>
          <a:xfrm xmlns:a="http://schemas.openxmlformats.org/drawingml/2006/main">
            <a:off x="2456407" y="2710013"/>
            <a:ext cx="95" cy="2343598"/>
          </a:xfrm>
          <a:custGeom xmlns:a="http://schemas.openxmlformats.org/drawingml/2006/main">
            <a:pathLst>
              <a:path w="95" h="2133349">
                <a:moveTo>
                  <a:pt x="0" y="2133349"/>
                </a:moveTo>
                <a:lnTo>
                  <a:pt x="0" y="0"/>
                </a:lnTo>
              </a:path>
            </a:pathLst>
          </a:custGeom>
          <a:noFill xmlns:a="http://schemas.openxmlformats.org/drawingml/2006/main"/>
          <a:ln xmlns:a="http://schemas.openxmlformats.org/drawingml/2006/main" w="8371">
            <a:solidFill>
              <a:srgbClr val="5A6683"/>
            </a:solidFill>
            <a:prstDash val="solid"/>
          </a:ln>
        </p:spPr>
      </p:sp>
      <p:sp>
        <p:nvSpPr>
          <p:cNvPr id="71" name="Editable chart path">
            <a:extLst xmlns:a="http://schemas.openxmlformats.org/drawingml/2006/main">
              <a:ext uri="{FF2B5EF4-FFF2-40B4-BE49-F238E27FC236}">
                <a16:creationId xmlns:a16="http://schemas.microsoft.com/office/drawing/2014/main" id="{40773FC1-1657-4138-9E77-53039DE9C0F7}"/>
              </a:ext>
            </a:extLst>
          </p:cNvPr>
          <p:cNvSpPr>
            <a:spLocks xmlns:a="http://schemas.openxmlformats.org/drawingml/2006/main" noGrp="1"/>
          </p:cNvSpPr>
          <p:nvPr/>
        </p:nvSpPr>
        <p:spPr>
          <a:xfrm xmlns:a="http://schemas.openxmlformats.org/drawingml/2006/main">
            <a:off x="2456407" y="5053611"/>
            <a:ext cx="7648092" cy="95"/>
          </a:xfrm>
          <a:custGeom xmlns:a="http://schemas.openxmlformats.org/drawingml/2006/main">
            <a:pathLst>
              <a:path w="6961965" h="95">
                <a:moveTo>
                  <a:pt x="0" y="0"/>
                </a:moveTo>
                <a:lnTo>
                  <a:pt x="6961965" y="0"/>
                </a:lnTo>
              </a:path>
            </a:pathLst>
          </a:custGeom>
          <a:noFill xmlns:a="http://schemas.openxmlformats.org/drawingml/2006/main"/>
          <a:ln xmlns:a="http://schemas.openxmlformats.org/drawingml/2006/main" w="8371">
            <a:solidFill>
              <a:srgbClr val="5A6683"/>
            </a:solidFill>
            <a:prstDash val="solid"/>
          </a:ln>
        </p:spPr>
      </p:sp>
      <p:sp>
        <p:nvSpPr>
          <p:cNvPr id="72" name="Editable chart path">
            <a:extLst xmlns:a="http://schemas.openxmlformats.org/drawingml/2006/main">
              <a:ext uri="{FF2B5EF4-FFF2-40B4-BE49-F238E27FC236}">
                <a16:creationId xmlns:a16="http://schemas.microsoft.com/office/drawing/2014/main" id="{A6613CB6-C075-42BE-BB84-8AB33D37A89F}"/>
              </a:ext>
            </a:extLst>
          </p:cNvPr>
          <p:cNvSpPr>
            <a:spLocks xmlns:a="http://schemas.openxmlformats.org/drawingml/2006/main" noGrp="1"/>
          </p:cNvSpPr>
          <p:nvPr/>
        </p:nvSpPr>
        <p:spPr>
          <a:xfrm xmlns:a="http://schemas.openxmlformats.org/drawingml/2006/main">
            <a:off x="2456407" y="3912423"/>
            <a:ext cx="448409" cy="95"/>
          </a:xfrm>
          <a:custGeom xmlns:a="http://schemas.openxmlformats.org/drawingml/2006/main">
            <a:pathLst>
              <a:path w="408181" h="95">
                <a:moveTo>
                  <a:pt x="0" y="0"/>
                </a:moveTo>
                <a:lnTo>
                  <a:pt x="408181" y="0"/>
                </a:lnTo>
              </a:path>
            </a:pathLst>
          </a:custGeom>
          <a:noFill xmlns:a="http://schemas.openxmlformats.org/drawingml/2006/main"/>
          <a:ln xmlns:a="http://schemas.openxmlformats.org/drawingml/2006/main" w="12556">
            <a:solidFill>
              <a:srgbClr val="5A6683"/>
            </a:solidFill>
            <a:prstDash val="solid"/>
          </a:ln>
        </p:spPr>
      </p:sp>
      <p:sp>
        <p:nvSpPr>
          <p:cNvPr id="73" name="">
            <a:extLst xmlns:a="http://schemas.openxmlformats.org/drawingml/2006/main">
              <a:ext uri="{FF2B5EF4-FFF2-40B4-BE49-F238E27FC236}">
                <a16:creationId xmlns:a16="http://schemas.microsoft.com/office/drawing/2014/main" id="{970154CC-791F-4C85-A738-394304486CB6}"/>
              </a:ext>
            </a:extLst>
          </p:cNvPr>
          <p:cNvSpPr>
            <a:spLocks xmlns:a="http://schemas.openxmlformats.org/drawingml/2006/main" noGrp="1"/>
          </p:cNvSpPr>
          <p:nvPr/>
        </p:nvSpPr>
        <p:spPr>
          <a:xfrm xmlns:a="http://schemas.openxmlformats.org/drawingml/2006/main" rot="0">
            <a:off x="2608008" y="2661920"/>
            <a:ext cx="22202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R01</a:t>
            </a:r>
          </a:p>
        </p:txBody>
      </p:sp>
      <p:sp>
        <p:nvSpPr>
          <p:cNvPr id="74" name="Editable chart path">
            <a:extLst xmlns:a="http://schemas.openxmlformats.org/drawingml/2006/main">
              <a:ext uri="{FF2B5EF4-FFF2-40B4-BE49-F238E27FC236}">
                <a16:creationId xmlns:a16="http://schemas.microsoft.com/office/drawing/2014/main" id="{19F3DAC6-587F-4711-BD50-3D0D458B06C5}"/>
              </a:ext>
            </a:extLst>
          </p:cNvPr>
          <p:cNvSpPr>
            <a:spLocks xmlns:a="http://schemas.openxmlformats.org/drawingml/2006/main" noGrp="1"/>
          </p:cNvSpPr>
          <p:nvPr/>
        </p:nvSpPr>
        <p:spPr>
          <a:xfrm xmlns:a="http://schemas.openxmlformats.org/drawingml/2006/main">
            <a:off x="2904816" y="4290746"/>
            <a:ext cx="104768" cy="95"/>
          </a:xfrm>
          <a:custGeom xmlns:a="http://schemas.openxmlformats.org/drawingml/2006/main">
            <a:pathLst>
              <a:path w="95369" h="95">
                <a:moveTo>
                  <a:pt x="0" y="0"/>
                </a:moveTo>
                <a:lnTo>
                  <a:pt x="95369" y="0"/>
                </a:lnTo>
              </a:path>
            </a:pathLst>
          </a:custGeom>
          <a:noFill xmlns:a="http://schemas.openxmlformats.org/drawingml/2006/main"/>
          <a:ln xmlns:a="http://schemas.openxmlformats.org/drawingml/2006/main" w="12556">
            <a:solidFill>
              <a:srgbClr val="5A6683"/>
            </a:solidFill>
            <a:prstDash val="solid"/>
          </a:ln>
        </p:spPr>
      </p:sp>
      <p:sp>
        <p:nvSpPr>
          <p:cNvPr id="75" name="Editable chart path">
            <a:extLst xmlns:a="http://schemas.openxmlformats.org/drawingml/2006/main">
              <a:ext uri="{FF2B5EF4-FFF2-40B4-BE49-F238E27FC236}">
                <a16:creationId xmlns:a16="http://schemas.microsoft.com/office/drawing/2014/main" id="{CEDC88B5-31CC-41B0-B5C4-897868C419DD}"/>
              </a:ext>
            </a:extLst>
          </p:cNvPr>
          <p:cNvSpPr>
            <a:spLocks xmlns:a="http://schemas.openxmlformats.org/drawingml/2006/main" noGrp="1"/>
          </p:cNvSpPr>
          <p:nvPr/>
        </p:nvSpPr>
        <p:spPr>
          <a:xfrm xmlns:a="http://schemas.openxmlformats.org/drawingml/2006/main">
            <a:off x="3009584" y="4103497"/>
            <a:ext cx="678899" cy="95"/>
          </a:xfrm>
          <a:custGeom xmlns:a="http://schemas.openxmlformats.org/drawingml/2006/main">
            <a:pathLst>
              <a:path w="617994" h="95">
                <a:moveTo>
                  <a:pt x="0" y="0"/>
                </a:moveTo>
                <a:lnTo>
                  <a:pt x="617994" y="0"/>
                </a:lnTo>
              </a:path>
            </a:pathLst>
          </a:custGeom>
          <a:noFill xmlns:a="http://schemas.openxmlformats.org/drawingml/2006/main"/>
          <a:ln xmlns:a="http://schemas.openxmlformats.org/drawingml/2006/main" w="12556">
            <a:solidFill>
              <a:srgbClr val="5A6683"/>
            </a:solidFill>
            <a:prstDash val="solid"/>
          </a:ln>
        </p:spPr>
      </p:sp>
      <p:sp>
        <p:nvSpPr>
          <p:cNvPr id="76" name="">
            <a:extLst xmlns:a="http://schemas.openxmlformats.org/drawingml/2006/main">
              <a:ext uri="{FF2B5EF4-FFF2-40B4-BE49-F238E27FC236}">
                <a16:creationId xmlns:a16="http://schemas.microsoft.com/office/drawing/2014/main" id="{9DA42886-DDA3-479A-BB4C-6E5C98788FDC}"/>
              </a:ext>
            </a:extLst>
          </p:cNvPr>
          <p:cNvSpPr>
            <a:spLocks xmlns:a="http://schemas.openxmlformats.org/drawingml/2006/main" noGrp="1"/>
          </p:cNvSpPr>
          <p:nvPr/>
        </p:nvSpPr>
        <p:spPr>
          <a:xfrm xmlns:a="http://schemas.openxmlformats.org/drawingml/2006/main" rot="0">
            <a:off x="3276431" y="2661920"/>
            <a:ext cx="25955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R03</a:t>
            </a:r>
          </a:p>
        </p:txBody>
      </p:sp>
      <p:sp>
        <p:nvSpPr>
          <p:cNvPr id="77" name="Editable chart path">
            <a:extLst xmlns:a="http://schemas.openxmlformats.org/drawingml/2006/main">
              <a:ext uri="{FF2B5EF4-FFF2-40B4-BE49-F238E27FC236}">
                <a16:creationId xmlns:a16="http://schemas.microsoft.com/office/drawing/2014/main" id="{B756F8C3-25D8-42B1-8A52-AB6A32DDD725}"/>
              </a:ext>
            </a:extLst>
          </p:cNvPr>
          <p:cNvSpPr>
            <a:spLocks xmlns:a="http://schemas.openxmlformats.org/drawingml/2006/main" noGrp="1"/>
          </p:cNvSpPr>
          <p:nvPr/>
        </p:nvSpPr>
        <p:spPr>
          <a:xfrm xmlns:a="http://schemas.openxmlformats.org/drawingml/2006/main">
            <a:off x="3688483" y="4339531"/>
            <a:ext cx="83815" cy="95"/>
          </a:xfrm>
          <a:custGeom xmlns:a="http://schemas.openxmlformats.org/drawingml/2006/main">
            <a:pathLst>
              <a:path w="76296" h="95">
                <a:moveTo>
                  <a:pt x="0" y="0"/>
                </a:moveTo>
                <a:lnTo>
                  <a:pt x="76296" y="0"/>
                </a:lnTo>
              </a:path>
            </a:pathLst>
          </a:custGeom>
          <a:noFill xmlns:a="http://schemas.openxmlformats.org/drawingml/2006/main"/>
          <a:ln xmlns:a="http://schemas.openxmlformats.org/drawingml/2006/main" w="12556">
            <a:solidFill>
              <a:srgbClr val="5A6683"/>
            </a:solidFill>
            <a:prstDash val="solid"/>
          </a:ln>
        </p:spPr>
      </p:sp>
      <p:sp>
        <p:nvSpPr>
          <p:cNvPr id="78" name="Editable chart path">
            <a:extLst xmlns:a="http://schemas.openxmlformats.org/drawingml/2006/main">
              <a:ext uri="{FF2B5EF4-FFF2-40B4-BE49-F238E27FC236}">
                <a16:creationId xmlns:a16="http://schemas.microsoft.com/office/drawing/2014/main" id="{BC243169-6CC1-449D-A083-7574310709D0}"/>
              </a:ext>
            </a:extLst>
          </p:cNvPr>
          <p:cNvSpPr>
            <a:spLocks xmlns:a="http://schemas.openxmlformats.org/drawingml/2006/main" noGrp="1"/>
          </p:cNvSpPr>
          <p:nvPr/>
        </p:nvSpPr>
        <p:spPr>
          <a:xfrm xmlns:a="http://schemas.openxmlformats.org/drawingml/2006/main">
            <a:off x="3772298" y="4556912"/>
            <a:ext cx="398120" cy="95"/>
          </a:xfrm>
          <a:custGeom xmlns:a="http://schemas.openxmlformats.org/drawingml/2006/main">
            <a:pathLst>
              <a:path w="362404" h="95">
                <a:moveTo>
                  <a:pt x="0" y="0"/>
                </a:moveTo>
                <a:lnTo>
                  <a:pt x="362404" y="0"/>
                </a:lnTo>
              </a:path>
            </a:pathLst>
          </a:custGeom>
          <a:noFill xmlns:a="http://schemas.openxmlformats.org/drawingml/2006/main"/>
          <a:ln xmlns:a="http://schemas.openxmlformats.org/drawingml/2006/main" w="12556">
            <a:solidFill>
              <a:srgbClr val="5A6683"/>
            </a:solidFill>
            <a:prstDash val="solid"/>
          </a:ln>
        </p:spPr>
      </p:sp>
      <p:sp>
        <p:nvSpPr>
          <p:cNvPr id="79" name="">
            <a:extLst xmlns:a="http://schemas.openxmlformats.org/drawingml/2006/main">
              <a:ext uri="{FF2B5EF4-FFF2-40B4-BE49-F238E27FC236}">
                <a16:creationId xmlns:a16="http://schemas.microsoft.com/office/drawing/2014/main" id="{09B6AB0C-A78B-4F80-BEC1-7B3908C954A6}"/>
              </a:ext>
            </a:extLst>
          </p:cNvPr>
          <p:cNvSpPr>
            <a:spLocks xmlns:a="http://schemas.openxmlformats.org/drawingml/2006/main" noGrp="1"/>
          </p:cNvSpPr>
          <p:nvPr/>
        </p:nvSpPr>
        <p:spPr>
          <a:xfrm xmlns:a="http://schemas.openxmlformats.org/drawingml/2006/main" rot="0">
            <a:off x="3898755" y="2661920"/>
            <a:ext cx="2649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R05</a:t>
            </a:r>
          </a:p>
        </p:txBody>
      </p:sp>
      <p:sp>
        <p:nvSpPr>
          <p:cNvPr id="80" name="Editable chart path">
            <a:extLst xmlns:a="http://schemas.openxmlformats.org/drawingml/2006/main">
              <a:ext uri="{FF2B5EF4-FFF2-40B4-BE49-F238E27FC236}">
                <a16:creationId xmlns:a16="http://schemas.microsoft.com/office/drawing/2014/main" id="{7E3D4175-7346-4E35-8FEB-ED15464073D0}"/>
              </a:ext>
            </a:extLst>
          </p:cNvPr>
          <p:cNvSpPr>
            <a:spLocks xmlns:a="http://schemas.openxmlformats.org/drawingml/2006/main" noGrp="1"/>
          </p:cNvSpPr>
          <p:nvPr/>
        </p:nvSpPr>
        <p:spPr>
          <a:xfrm xmlns:a="http://schemas.openxmlformats.org/drawingml/2006/main">
            <a:off x="4170418" y="4236102"/>
            <a:ext cx="41907" cy="95"/>
          </a:xfrm>
          <a:custGeom xmlns:a="http://schemas.openxmlformats.org/drawingml/2006/main">
            <a:pathLst>
              <a:path w="38148" h="95">
                <a:moveTo>
                  <a:pt x="0" y="0"/>
                </a:moveTo>
                <a:lnTo>
                  <a:pt x="38148" y="0"/>
                </a:lnTo>
              </a:path>
            </a:pathLst>
          </a:custGeom>
          <a:noFill xmlns:a="http://schemas.openxmlformats.org/drawingml/2006/main"/>
          <a:ln xmlns:a="http://schemas.openxmlformats.org/drawingml/2006/main" w="12556">
            <a:solidFill>
              <a:srgbClr val="5A6683"/>
            </a:solidFill>
            <a:prstDash val="solid"/>
          </a:ln>
        </p:spPr>
      </p:sp>
      <p:sp>
        <p:nvSpPr>
          <p:cNvPr id="81" name="Editable chart path">
            <a:extLst xmlns:a="http://schemas.openxmlformats.org/drawingml/2006/main">
              <a:ext uri="{FF2B5EF4-FFF2-40B4-BE49-F238E27FC236}">
                <a16:creationId xmlns:a16="http://schemas.microsoft.com/office/drawing/2014/main" id="{2FD9CD55-7504-466B-8293-09F8134BD97B}"/>
              </a:ext>
            </a:extLst>
          </p:cNvPr>
          <p:cNvSpPr>
            <a:spLocks xmlns:a="http://schemas.openxmlformats.org/drawingml/2006/main" noGrp="1"/>
          </p:cNvSpPr>
          <p:nvPr/>
        </p:nvSpPr>
        <p:spPr>
          <a:xfrm xmlns:a="http://schemas.openxmlformats.org/drawingml/2006/main">
            <a:off x="4233279" y="4200350"/>
            <a:ext cx="372975" cy="95"/>
          </a:xfrm>
          <a:custGeom xmlns:a="http://schemas.openxmlformats.org/drawingml/2006/main">
            <a:pathLst>
              <a:path w="339515" h="95">
                <a:moveTo>
                  <a:pt x="0" y="0"/>
                </a:moveTo>
                <a:lnTo>
                  <a:pt x="339515" y="0"/>
                </a:lnTo>
              </a:path>
            </a:pathLst>
          </a:custGeom>
          <a:noFill xmlns:a="http://schemas.openxmlformats.org/drawingml/2006/main"/>
          <a:ln xmlns:a="http://schemas.openxmlformats.org/drawingml/2006/main" w="12556">
            <a:solidFill>
              <a:srgbClr val="5A6683"/>
            </a:solidFill>
            <a:prstDash val="solid"/>
          </a:ln>
        </p:spPr>
      </p:sp>
      <p:sp>
        <p:nvSpPr>
          <p:cNvPr id="82" name="">
            <a:extLst xmlns:a="http://schemas.openxmlformats.org/drawingml/2006/main">
              <a:ext uri="{FF2B5EF4-FFF2-40B4-BE49-F238E27FC236}">
                <a16:creationId xmlns:a16="http://schemas.microsoft.com/office/drawing/2014/main" id="{7478C761-F799-4E32-B2A1-9AEDF6BF9B34}"/>
              </a:ext>
            </a:extLst>
          </p:cNvPr>
          <p:cNvSpPr>
            <a:spLocks xmlns:a="http://schemas.openxmlformats.org/drawingml/2006/main" noGrp="1"/>
          </p:cNvSpPr>
          <p:nvPr/>
        </p:nvSpPr>
        <p:spPr>
          <a:xfrm xmlns:a="http://schemas.openxmlformats.org/drawingml/2006/main" rot="0">
            <a:off x="4347163" y="2661920"/>
            <a:ext cx="26593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R06</a:t>
            </a:r>
          </a:p>
        </p:txBody>
      </p:sp>
      <p:sp>
        <p:nvSpPr>
          <p:cNvPr id="83" name="Editable chart path">
            <a:extLst xmlns:a="http://schemas.openxmlformats.org/drawingml/2006/main">
              <a:ext uri="{FF2B5EF4-FFF2-40B4-BE49-F238E27FC236}">
                <a16:creationId xmlns:a16="http://schemas.microsoft.com/office/drawing/2014/main" id="{1D829D4B-126A-49C3-9479-1191D7957A9F}"/>
              </a:ext>
            </a:extLst>
          </p:cNvPr>
          <p:cNvSpPr>
            <a:spLocks xmlns:a="http://schemas.openxmlformats.org/drawingml/2006/main" noGrp="1"/>
          </p:cNvSpPr>
          <p:nvPr/>
        </p:nvSpPr>
        <p:spPr>
          <a:xfrm xmlns:a="http://schemas.openxmlformats.org/drawingml/2006/main">
            <a:off x="4648161" y="4203220"/>
            <a:ext cx="523842" cy="95"/>
          </a:xfrm>
          <a:custGeom xmlns:a="http://schemas.openxmlformats.org/drawingml/2006/main">
            <a:pathLst>
              <a:path w="476847" h="95">
                <a:moveTo>
                  <a:pt x="0" y="0"/>
                </a:moveTo>
                <a:lnTo>
                  <a:pt x="476847" y="0"/>
                </a:lnTo>
              </a:path>
            </a:pathLst>
          </a:custGeom>
          <a:noFill xmlns:a="http://schemas.openxmlformats.org/drawingml/2006/main"/>
          <a:ln xmlns:a="http://schemas.openxmlformats.org/drawingml/2006/main" w="12556">
            <a:solidFill>
              <a:srgbClr val="5A6683"/>
            </a:solidFill>
            <a:prstDash val="solid"/>
          </a:ln>
        </p:spPr>
      </p:sp>
      <p:sp>
        <p:nvSpPr>
          <p:cNvPr id="84" name="">
            <a:extLst xmlns:a="http://schemas.openxmlformats.org/drawingml/2006/main">
              <a:ext uri="{FF2B5EF4-FFF2-40B4-BE49-F238E27FC236}">
                <a16:creationId xmlns:a16="http://schemas.microsoft.com/office/drawing/2014/main" id="{F8D10952-FA55-485A-A243-5D0ED612E404}"/>
              </a:ext>
            </a:extLst>
          </p:cNvPr>
          <p:cNvSpPr>
            <a:spLocks xmlns:a="http://schemas.openxmlformats.org/drawingml/2006/main" noGrp="1"/>
          </p:cNvSpPr>
          <p:nvPr/>
        </p:nvSpPr>
        <p:spPr>
          <a:xfrm xmlns:a="http://schemas.openxmlformats.org/drawingml/2006/main" rot="0">
            <a:off x="4837480" y="2661920"/>
            <a:ext cx="25355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R07</a:t>
            </a:r>
          </a:p>
        </p:txBody>
      </p:sp>
      <p:sp>
        <p:nvSpPr>
          <p:cNvPr id="85" name="Editable chart path">
            <a:extLst xmlns:a="http://schemas.openxmlformats.org/drawingml/2006/main">
              <a:ext uri="{FF2B5EF4-FFF2-40B4-BE49-F238E27FC236}">
                <a16:creationId xmlns:a16="http://schemas.microsoft.com/office/drawing/2014/main" id="{97FF6A33-6828-4360-99A7-574BAE0D1ADA}"/>
              </a:ext>
            </a:extLst>
          </p:cNvPr>
          <p:cNvSpPr>
            <a:spLocks xmlns:a="http://schemas.openxmlformats.org/drawingml/2006/main" noGrp="1"/>
          </p:cNvSpPr>
          <p:nvPr/>
        </p:nvSpPr>
        <p:spPr>
          <a:xfrm xmlns:a="http://schemas.openxmlformats.org/drawingml/2006/main">
            <a:off x="5172003" y="4127651"/>
            <a:ext cx="565749" cy="95"/>
          </a:xfrm>
          <a:custGeom xmlns:a="http://schemas.openxmlformats.org/drawingml/2006/main">
            <a:pathLst>
              <a:path w="514995" h="95">
                <a:moveTo>
                  <a:pt x="0" y="0"/>
                </a:moveTo>
                <a:lnTo>
                  <a:pt x="514995" y="0"/>
                </a:lnTo>
              </a:path>
            </a:pathLst>
          </a:custGeom>
          <a:noFill xmlns:a="http://schemas.openxmlformats.org/drawingml/2006/main"/>
          <a:ln xmlns:a="http://schemas.openxmlformats.org/drawingml/2006/main" w="12556">
            <a:solidFill>
              <a:srgbClr val="5A6683"/>
            </a:solidFill>
            <a:prstDash val="solid"/>
          </a:ln>
        </p:spPr>
      </p:sp>
      <p:sp>
        <p:nvSpPr>
          <p:cNvPr id="86" name="">
            <a:extLst xmlns:a="http://schemas.openxmlformats.org/drawingml/2006/main">
              <a:ext uri="{FF2B5EF4-FFF2-40B4-BE49-F238E27FC236}">
                <a16:creationId xmlns:a16="http://schemas.microsoft.com/office/drawing/2014/main" id="{D0CC53A6-D2A7-40BA-9384-8FF1D989AE9B}"/>
              </a:ext>
            </a:extLst>
          </p:cNvPr>
          <p:cNvSpPr>
            <a:spLocks xmlns:a="http://schemas.openxmlformats.org/drawingml/2006/main" noGrp="1"/>
          </p:cNvSpPr>
          <p:nvPr/>
        </p:nvSpPr>
        <p:spPr>
          <a:xfrm xmlns:a="http://schemas.openxmlformats.org/drawingml/2006/main" rot="0">
            <a:off x="5382275" y="2661920"/>
            <a:ext cx="2653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R08</a:t>
            </a:r>
          </a:p>
        </p:txBody>
      </p:sp>
      <p:sp>
        <p:nvSpPr>
          <p:cNvPr id="87" name="Editable chart path">
            <a:extLst xmlns:a="http://schemas.openxmlformats.org/drawingml/2006/main">
              <a:ext uri="{FF2B5EF4-FFF2-40B4-BE49-F238E27FC236}">
                <a16:creationId xmlns:a16="http://schemas.microsoft.com/office/drawing/2014/main" id="{D12FE422-329B-4428-91A3-C0346FC0043C}"/>
              </a:ext>
            </a:extLst>
          </p:cNvPr>
          <p:cNvSpPr>
            <a:spLocks xmlns:a="http://schemas.openxmlformats.org/drawingml/2006/main" noGrp="1"/>
          </p:cNvSpPr>
          <p:nvPr/>
        </p:nvSpPr>
        <p:spPr>
          <a:xfrm xmlns:a="http://schemas.openxmlformats.org/drawingml/2006/main">
            <a:off x="5758706" y="4124303"/>
            <a:ext cx="1466757" cy="95"/>
          </a:xfrm>
          <a:custGeom xmlns:a="http://schemas.openxmlformats.org/drawingml/2006/main">
            <a:pathLst>
              <a:path w="1335171" h="95">
                <a:moveTo>
                  <a:pt x="0" y="0"/>
                </a:moveTo>
                <a:lnTo>
                  <a:pt x="1335171" y="0"/>
                </a:lnTo>
              </a:path>
            </a:pathLst>
          </a:custGeom>
          <a:noFill xmlns:a="http://schemas.openxmlformats.org/drawingml/2006/main"/>
          <a:ln xmlns:a="http://schemas.openxmlformats.org/drawingml/2006/main" w="12556">
            <a:solidFill>
              <a:srgbClr val="5A6683"/>
            </a:solidFill>
            <a:prstDash val="solid"/>
          </a:ln>
        </p:spPr>
      </p:sp>
      <p:sp>
        <p:nvSpPr>
          <p:cNvPr id="88" name="">
            <a:extLst xmlns:a="http://schemas.openxmlformats.org/drawingml/2006/main">
              <a:ext uri="{FF2B5EF4-FFF2-40B4-BE49-F238E27FC236}">
                <a16:creationId xmlns:a16="http://schemas.microsoft.com/office/drawing/2014/main" id="{3C1BFA07-92E0-4335-8C9F-964B49EE43CB}"/>
              </a:ext>
            </a:extLst>
          </p:cNvPr>
          <p:cNvSpPr>
            <a:spLocks xmlns:a="http://schemas.openxmlformats.org/drawingml/2006/main" noGrp="1"/>
          </p:cNvSpPr>
          <p:nvPr/>
        </p:nvSpPr>
        <p:spPr>
          <a:xfrm xmlns:a="http://schemas.openxmlformats.org/drawingml/2006/main" rot="0">
            <a:off x="6419482" y="2661920"/>
            <a:ext cx="26527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R09</a:t>
            </a:r>
          </a:p>
        </p:txBody>
      </p:sp>
      <p:sp>
        <p:nvSpPr>
          <p:cNvPr id="89" name="Editable chart path">
            <a:extLst xmlns:a="http://schemas.openxmlformats.org/drawingml/2006/main">
              <a:ext uri="{FF2B5EF4-FFF2-40B4-BE49-F238E27FC236}">
                <a16:creationId xmlns:a16="http://schemas.microsoft.com/office/drawing/2014/main" id="{24013C9F-0887-45AE-98DC-279851142978}"/>
              </a:ext>
            </a:extLst>
          </p:cNvPr>
          <p:cNvSpPr>
            <a:spLocks xmlns:a="http://schemas.openxmlformats.org/drawingml/2006/main" noGrp="1"/>
          </p:cNvSpPr>
          <p:nvPr/>
        </p:nvSpPr>
        <p:spPr>
          <a:xfrm xmlns:a="http://schemas.openxmlformats.org/drawingml/2006/main">
            <a:off x="7225464" y="4647786"/>
            <a:ext cx="104768" cy="95"/>
          </a:xfrm>
          <a:custGeom xmlns:a="http://schemas.openxmlformats.org/drawingml/2006/main">
            <a:pathLst>
              <a:path w="95369" h="95">
                <a:moveTo>
                  <a:pt x="0" y="0"/>
                </a:moveTo>
                <a:lnTo>
                  <a:pt x="95369" y="0"/>
                </a:lnTo>
              </a:path>
            </a:pathLst>
          </a:custGeom>
          <a:noFill xmlns:a="http://schemas.openxmlformats.org/drawingml/2006/main"/>
          <a:ln xmlns:a="http://schemas.openxmlformats.org/drawingml/2006/main" w="12556">
            <a:solidFill>
              <a:srgbClr val="5A6683"/>
            </a:solidFill>
            <a:prstDash val="solid"/>
          </a:ln>
        </p:spPr>
      </p:sp>
      <p:sp>
        <p:nvSpPr>
          <p:cNvPr id="90" name="Editable chart path">
            <a:extLst xmlns:a="http://schemas.openxmlformats.org/drawingml/2006/main">
              <a:ext uri="{FF2B5EF4-FFF2-40B4-BE49-F238E27FC236}">
                <a16:creationId xmlns:a16="http://schemas.microsoft.com/office/drawing/2014/main" id="{7ACE9041-36CF-4BBA-8024-BDC8AF825414}"/>
              </a:ext>
            </a:extLst>
          </p:cNvPr>
          <p:cNvSpPr>
            <a:spLocks xmlns:a="http://schemas.openxmlformats.org/drawingml/2006/main" noGrp="1"/>
          </p:cNvSpPr>
          <p:nvPr/>
        </p:nvSpPr>
        <p:spPr>
          <a:xfrm xmlns:a="http://schemas.openxmlformats.org/drawingml/2006/main">
            <a:off x="7330232" y="4208242"/>
            <a:ext cx="104768" cy="95"/>
          </a:xfrm>
          <a:custGeom xmlns:a="http://schemas.openxmlformats.org/drawingml/2006/main">
            <a:pathLst>
              <a:path w="95369" h="95">
                <a:moveTo>
                  <a:pt x="0" y="0"/>
                </a:moveTo>
                <a:lnTo>
                  <a:pt x="95369" y="0"/>
                </a:lnTo>
              </a:path>
            </a:pathLst>
          </a:custGeom>
          <a:noFill xmlns:a="http://schemas.openxmlformats.org/drawingml/2006/main"/>
          <a:ln xmlns:a="http://schemas.openxmlformats.org/drawingml/2006/main" w="12556">
            <a:solidFill>
              <a:srgbClr val="5A6683"/>
            </a:solidFill>
            <a:prstDash val="solid"/>
          </a:ln>
        </p:spPr>
      </p:sp>
      <p:sp>
        <p:nvSpPr>
          <p:cNvPr id="91" name="Editable chart path">
            <a:extLst xmlns:a="http://schemas.openxmlformats.org/drawingml/2006/main">
              <a:ext uri="{FF2B5EF4-FFF2-40B4-BE49-F238E27FC236}">
                <a16:creationId xmlns:a16="http://schemas.microsoft.com/office/drawing/2014/main" id="{4260319F-43B5-4123-A8B0-561B3FAF7FF5}"/>
              </a:ext>
            </a:extLst>
          </p:cNvPr>
          <p:cNvSpPr>
            <a:spLocks xmlns:a="http://schemas.openxmlformats.org/drawingml/2006/main" noGrp="1"/>
          </p:cNvSpPr>
          <p:nvPr/>
        </p:nvSpPr>
        <p:spPr>
          <a:xfrm xmlns:a="http://schemas.openxmlformats.org/drawingml/2006/main">
            <a:off x="7455954" y="4145826"/>
            <a:ext cx="1123117" cy="95"/>
          </a:xfrm>
          <a:custGeom xmlns:a="http://schemas.openxmlformats.org/drawingml/2006/main">
            <a:pathLst>
              <a:path w="1022360" h="95">
                <a:moveTo>
                  <a:pt x="0" y="0"/>
                </a:moveTo>
                <a:lnTo>
                  <a:pt x="1022360" y="0"/>
                </a:lnTo>
              </a:path>
            </a:pathLst>
          </a:custGeom>
          <a:noFill xmlns:a="http://schemas.openxmlformats.org/drawingml/2006/main"/>
          <a:ln xmlns:a="http://schemas.openxmlformats.org/drawingml/2006/main" w="12556">
            <a:solidFill>
              <a:srgbClr val="5A6683"/>
            </a:solidFill>
            <a:prstDash val="solid"/>
          </a:ln>
        </p:spPr>
      </p:sp>
      <p:sp>
        <p:nvSpPr>
          <p:cNvPr id="92" name="">
            <a:extLst xmlns:a="http://schemas.openxmlformats.org/drawingml/2006/main">
              <a:ext uri="{FF2B5EF4-FFF2-40B4-BE49-F238E27FC236}">
                <a16:creationId xmlns:a16="http://schemas.microsoft.com/office/drawing/2014/main" id="{90675AA1-98D1-4922-9332-A7F1B74022A8}"/>
              </a:ext>
            </a:extLst>
          </p:cNvPr>
          <p:cNvSpPr>
            <a:spLocks xmlns:a="http://schemas.openxmlformats.org/drawingml/2006/main" noGrp="1"/>
          </p:cNvSpPr>
          <p:nvPr/>
        </p:nvSpPr>
        <p:spPr>
          <a:xfrm xmlns:a="http://schemas.openxmlformats.org/drawingml/2006/main" rot="0">
            <a:off x="7944910" y="2661920"/>
            <a:ext cx="21459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R12</a:t>
            </a:r>
          </a:p>
        </p:txBody>
      </p:sp>
      <p:sp>
        <p:nvSpPr>
          <p:cNvPr id="93" name="Editable chart path">
            <a:extLst xmlns:a="http://schemas.openxmlformats.org/drawingml/2006/main">
              <a:ext uri="{FF2B5EF4-FFF2-40B4-BE49-F238E27FC236}">
                <a16:creationId xmlns:a16="http://schemas.microsoft.com/office/drawing/2014/main" id="{57CBB4A2-A59E-4366-BBB0-4776B8920121}"/>
              </a:ext>
            </a:extLst>
          </p:cNvPr>
          <p:cNvSpPr>
            <a:spLocks xmlns:a="http://schemas.openxmlformats.org/drawingml/2006/main" noGrp="1"/>
          </p:cNvSpPr>
          <p:nvPr/>
        </p:nvSpPr>
        <p:spPr>
          <a:xfrm xmlns:a="http://schemas.openxmlformats.org/drawingml/2006/main">
            <a:off x="8579071" y="3195951"/>
            <a:ext cx="62861" cy="95"/>
          </a:xfrm>
          <a:custGeom xmlns:a="http://schemas.openxmlformats.org/drawingml/2006/main">
            <a:pathLst>
              <a:path w="57222" h="95">
                <a:moveTo>
                  <a:pt x="0" y="0"/>
                </a:moveTo>
                <a:lnTo>
                  <a:pt x="57222" y="0"/>
                </a:lnTo>
              </a:path>
            </a:pathLst>
          </a:custGeom>
          <a:noFill xmlns:a="http://schemas.openxmlformats.org/drawingml/2006/main"/>
          <a:ln xmlns:a="http://schemas.openxmlformats.org/drawingml/2006/main" w="12556">
            <a:solidFill>
              <a:srgbClr val="5A6683"/>
            </a:solidFill>
            <a:prstDash val="solid"/>
          </a:ln>
        </p:spPr>
      </p:sp>
      <p:sp>
        <p:nvSpPr>
          <p:cNvPr id="94" name="Editable chart path">
            <a:extLst xmlns:a="http://schemas.openxmlformats.org/drawingml/2006/main">
              <a:ext uri="{FF2B5EF4-FFF2-40B4-BE49-F238E27FC236}">
                <a16:creationId xmlns:a16="http://schemas.microsoft.com/office/drawing/2014/main" id="{FF439816-F21C-4869-A7C8-91B9FB3E0284}"/>
              </a:ext>
            </a:extLst>
          </p:cNvPr>
          <p:cNvSpPr>
            <a:spLocks xmlns:a="http://schemas.openxmlformats.org/drawingml/2006/main" noGrp="1"/>
          </p:cNvSpPr>
          <p:nvPr/>
        </p:nvSpPr>
        <p:spPr>
          <a:xfrm xmlns:a="http://schemas.openxmlformats.org/drawingml/2006/main">
            <a:off x="8667077" y="3287782"/>
            <a:ext cx="339450" cy="95"/>
          </a:xfrm>
          <a:custGeom xmlns:a="http://schemas.openxmlformats.org/drawingml/2006/main">
            <a:pathLst>
              <a:path w="308997" h="95">
                <a:moveTo>
                  <a:pt x="0" y="0"/>
                </a:moveTo>
                <a:lnTo>
                  <a:pt x="308997" y="0"/>
                </a:lnTo>
              </a:path>
            </a:pathLst>
          </a:custGeom>
          <a:noFill xmlns:a="http://schemas.openxmlformats.org/drawingml/2006/main"/>
          <a:ln xmlns:a="http://schemas.openxmlformats.org/drawingml/2006/main" w="12556">
            <a:solidFill>
              <a:srgbClr val="5A6683"/>
            </a:solidFill>
            <a:prstDash val="solid"/>
          </a:ln>
        </p:spPr>
      </p:sp>
      <p:sp>
        <p:nvSpPr>
          <p:cNvPr id="95" name="">
            <a:extLst xmlns:a="http://schemas.openxmlformats.org/drawingml/2006/main">
              <a:ext uri="{FF2B5EF4-FFF2-40B4-BE49-F238E27FC236}">
                <a16:creationId xmlns:a16="http://schemas.microsoft.com/office/drawing/2014/main" id="{85A67781-447F-4729-9A10-C85E2DDF25DA}"/>
              </a:ext>
            </a:extLst>
          </p:cNvPr>
          <p:cNvSpPr>
            <a:spLocks xmlns:a="http://schemas.openxmlformats.org/drawingml/2006/main" noGrp="1"/>
          </p:cNvSpPr>
          <p:nvPr/>
        </p:nvSpPr>
        <p:spPr>
          <a:xfrm xmlns:a="http://schemas.openxmlformats.org/drawingml/2006/main" rot="0">
            <a:off x="8764199" y="2661920"/>
            <a:ext cx="22212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R14</a:t>
            </a:r>
          </a:p>
        </p:txBody>
      </p:sp>
      <p:sp>
        <p:nvSpPr>
          <p:cNvPr id="96" name="Editable chart path">
            <a:extLst xmlns:a="http://schemas.openxmlformats.org/drawingml/2006/main">
              <a:ext uri="{FF2B5EF4-FFF2-40B4-BE49-F238E27FC236}">
                <a16:creationId xmlns:a16="http://schemas.microsoft.com/office/drawing/2014/main" id="{DD7DE665-0236-4771-8E4E-283D033CF12F}"/>
              </a:ext>
            </a:extLst>
          </p:cNvPr>
          <p:cNvSpPr>
            <a:spLocks xmlns:a="http://schemas.openxmlformats.org/drawingml/2006/main" noGrp="1"/>
          </p:cNvSpPr>
          <p:nvPr/>
        </p:nvSpPr>
        <p:spPr>
          <a:xfrm xmlns:a="http://schemas.openxmlformats.org/drawingml/2006/main">
            <a:off x="9006526" y="4053038"/>
            <a:ext cx="398120" cy="95"/>
          </a:xfrm>
          <a:custGeom xmlns:a="http://schemas.openxmlformats.org/drawingml/2006/main">
            <a:pathLst>
              <a:path w="362404" h="95">
                <a:moveTo>
                  <a:pt x="0" y="0"/>
                </a:moveTo>
                <a:lnTo>
                  <a:pt x="362404" y="0"/>
                </a:lnTo>
              </a:path>
            </a:pathLst>
          </a:custGeom>
          <a:noFill xmlns:a="http://schemas.openxmlformats.org/drawingml/2006/main"/>
          <a:ln xmlns:a="http://schemas.openxmlformats.org/drawingml/2006/main" w="12556">
            <a:solidFill>
              <a:srgbClr val="5A6683"/>
            </a:solidFill>
            <a:prstDash val="solid"/>
          </a:ln>
        </p:spPr>
      </p:sp>
      <p:sp>
        <p:nvSpPr>
          <p:cNvPr id="97" name="">
            <a:extLst xmlns:a="http://schemas.openxmlformats.org/drawingml/2006/main">
              <a:ext uri="{FF2B5EF4-FFF2-40B4-BE49-F238E27FC236}">
                <a16:creationId xmlns:a16="http://schemas.microsoft.com/office/drawing/2014/main" id="{D0AB2B70-3DFA-45E3-8DEF-BFD8A8E22A9E}"/>
              </a:ext>
            </a:extLst>
          </p:cNvPr>
          <p:cNvSpPr>
            <a:spLocks xmlns:a="http://schemas.openxmlformats.org/drawingml/2006/main" noGrp="1"/>
          </p:cNvSpPr>
          <p:nvPr/>
        </p:nvSpPr>
        <p:spPr>
          <a:xfrm xmlns:a="http://schemas.openxmlformats.org/drawingml/2006/main" rot="0">
            <a:off x="9132983" y="2661920"/>
            <a:ext cx="22202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R15</a:t>
            </a:r>
          </a:p>
        </p:txBody>
      </p:sp>
      <p:sp>
        <p:nvSpPr>
          <p:cNvPr id="98" name="Editable chart path">
            <a:extLst xmlns:a="http://schemas.openxmlformats.org/drawingml/2006/main">
              <a:ext uri="{FF2B5EF4-FFF2-40B4-BE49-F238E27FC236}">
                <a16:creationId xmlns:a16="http://schemas.microsoft.com/office/drawing/2014/main" id="{A6D69E8A-FFDF-47D2-AB46-3B25AA8611DA}"/>
              </a:ext>
            </a:extLst>
          </p:cNvPr>
          <p:cNvSpPr>
            <a:spLocks xmlns:a="http://schemas.openxmlformats.org/drawingml/2006/main" noGrp="1"/>
          </p:cNvSpPr>
          <p:nvPr/>
        </p:nvSpPr>
        <p:spPr>
          <a:xfrm xmlns:a="http://schemas.openxmlformats.org/drawingml/2006/main">
            <a:off x="9404646" y="3810787"/>
            <a:ext cx="377166" cy="95"/>
          </a:xfrm>
          <a:custGeom xmlns:a="http://schemas.openxmlformats.org/drawingml/2006/main">
            <a:pathLst>
              <a:path w="343330" h="95">
                <a:moveTo>
                  <a:pt x="0" y="0"/>
                </a:moveTo>
                <a:lnTo>
                  <a:pt x="343330" y="0"/>
                </a:lnTo>
              </a:path>
            </a:pathLst>
          </a:custGeom>
          <a:noFill xmlns:a="http://schemas.openxmlformats.org/drawingml/2006/main"/>
          <a:ln xmlns:a="http://schemas.openxmlformats.org/drawingml/2006/main" w="12556">
            <a:solidFill>
              <a:srgbClr val="5A6683"/>
            </a:solidFill>
            <a:prstDash val="solid"/>
          </a:ln>
        </p:spPr>
      </p:sp>
      <p:sp>
        <p:nvSpPr>
          <p:cNvPr id="99" name="">
            <a:extLst xmlns:a="http://schemas.openxmlformats.org/drawingml/2006/main">
              <a:ext uri="{FF2B5EF4-FFF2-40B4-BE49-F238E27FC236}">
                <a16:creationId xmlns:a16="http://schemas.microsoft.com/office/drawing/2014/main" id="{87F00FDA-87AF-4A5E-89B4-C3CD3BCC0F67}"/>
              </a:ext>
            </a:extLst>
          </p:cNvPr>
          <p:cNvSpPr>
            <a:spLocks xmlns:a="http://schemas.openxmlformats.org/drawingml/2006/main" noGrp="1"/>
          </p:cNvSpPr>
          <p:nvPr/>
        </p:nvSpPr>
        <p:spPr>
          <a:xfrm xmlns:a="http://schemas.openxmlformats.org/drawingml/2006/main" rot="0">
            <a:off x="9520626" y="2661920"/>
            <a:ext cx="2229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R16</a:t>
            </a:r>
          </a:p>
        </p:txBody>
      </p:sp>
      <p:sp>
        <p:nvSpPr>
          <p:cNvPr id="100" name="Editable chart path">
            <a:extLst xmlns:a="http://schemas.openxmlformats.org/drawingml/2006/main">
              <a:ext uri="{FF2B5EF4-FFF2-40B4-BE49-F238E27FC236}">
                <a16:creationId xmlns:a16="http://schemas.microsoft.com/office/drawing/2014/main" id="{75F6A25A-DEF2-4A92-BDC0-980BA8F0A746}"/>
              </a:ext>
            </a:extLst>
          </p:cNvPr>
          <p:cNvSpPr>
            <a:spLocks xmlns:a="http://schemas.openxmlformats.org/drawingml/2006/main" noGrp="1"/>
          </p:cNvSpPr>
          <p:nvPr/>
        </p:nvSpPr>
        <p:spPr>
          <a:xfrm xmlns:a="http://schemas.openxmlformats.org/drawingml/2006/main">
            <a:off x="9802766" y="3992296"/>
            <a:ext cx="104768" cy="95"/>
          </a:xfrm>
          <a:custGeom xmlns:a="http://schemas.openxmlformats.org/drawingml/2006/main">
            <a:pathLst>
              <a:path w="95369" h="95">
                <a:moveTo>
                  <a:pt x="0" y="0"/>
                </a:moveTo>
                <a:lnTo>
                  <a:pt x="95369" y="0"/>
                </a:lnTo>
              </a:path>
            </a:pathLst>
          </a:custGeom>
          <a:noFill xmlns:a="http://schemas.openxmlformats.org/drawingml/2006/main"/>
          <a:ln xmlns:a="http://schemas.openxmlformats.org/drawingml/2006/main" w="12556">
            <a:solidFill>
              <a:srgbClr val="5A6683"/>
            </a:solidFill>
            <a:prstDash val="solid"/>
          </a:ln>
        </p:spPr>
      </p:sp>
      <p:sp>
        <p:nvSpPr>
          <p:cNvPr id="101" name="Editable chart path">
            <a:extLst xmlns:a="http://schemas.openxmlformats.org/drawingml/2006/main">
              <a:ext uri="{FF2B5EF4-FFF2-40B4-BE49-F238E27FC236}">
                <a16:creationId xmlns:a16="http://schemas.microsoft.com/office/drawing/2014/main" id="{FC67A0A6-C3C2-498A-9B9F-8F5B7BEB2A93}"/>
              </a:ext>
            </a:extLst>
          </p:cNvPr>
          <p:cNvSpPr>
            <a:spLocks xmlns:a="http://schemas.openxmlformats.org/drawingml/2006/main" noGrp="1"/>
          </p:cNvSpPr>
          <p:nvPr/>
        </p:nvSpPr>
        <p:spPr>
          <a:xfrm xmlns:a="http://schemas.openxmlformats.org/drawingml/2006/main">
            <a:off x="9928488" y="4097041"/>
            <a:ext cx="180202" cy="95"/>
          </a:xfrm>
          <a:custGeom xmlns:a="http://schemas.openxmlformats.org/drawingml/2006/main">
            <a:pathLst>
              <a:path w="164035" h="95">
                <a:moveTo>
                  <a:pt x="0" y="0"/>
                </a:moveTo>
                <a:lnTo>
                  <a:pt x="164035" y="0"/>
                </a:lnTo>
              </a:path>
            </a:pathLst>
          </a:custGeom>
          <a:noFill xmlns:a="http://schemas.openxmlformats.org/drawingml/2006/main"/>
          <a:ln xmlns:a="http://schemas.openxmlformats.org/drawingml/2006/main" w="12556">
            <a:solidFill>
              <a:srgbClr val="5A6683"/>
            </a:solidFill>
            <a:prstDash val="solid"/>
          </a:ln>
        </p:spPr>
      </p:sp>
      <p:sp>
        <p:nvSpPr>
          <p:cNvPr id="102" name="">
            <a:extLst xmlns:a="http://schemas.openxmlformats.org/drawingml/2006/main">
              <a:ext uri="{FF2B5EF4-FFF2-40B4-BE49-F238E27FC236}">
                <a16:creationId xmlns:a16="http://schemas.microsoft.com/office/drawing/2014/main" id="{4214863C-552B-4F08-BA49-2EEEF0413D61}"/>
              </a:ext>
            </a:extLst>
          </p:cNvPr>
          <p:cNvSpPr>
            <a:spLocks xmlns:a="http://schemas.openxmlformats.org/drawingml/2006/main" noGrp="1"/>
          </p:cNvSpPr>
          <p:nvPr/>
        </p:nvSpPr>
        <p:spPr>
          <a:xfrm xmlns:a="http://schemas.openxmlformats.org/drawingml/2006/main" rot="0">
            <a:off x="9945986" y="2661920"/>
            <a:ext cx="22240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R18</a:t>
            </a:r>
          </a:p>
        </p:txBody>
      </p:sp>
      <p:sp>
        <p:nvSpPr>
          <p:cNvPr id="103" name="Editable chart path">
            <a:extLst xmlns:a="http://schemas.openxmlformats.org/drawingml/2006/main">
              <a:ext uri="{FF2B5EF4-FFF2-40B4-BE49-F238E27FC236}">
                <a16:creationId xmlns:a16="http://schemas.microsoft.com/office/drawing/2014/main" id="{7223D65B-8411-492E-BC65-9591544BA430}"/>
              </a:ext>
            </a:extLst>
          </p:cNvPr>
          <p:cNvSpPr>
            <a:spLocks xmlns:a="http://schemas.openxmlformats.org/drawingml/2006/main" noGrp="1"/>
          </p:cNvSpPr>
          <p:nvPr/>
        </p:nvSpPr>
        <p:spPr>
          <a:xfrm xmlns:a="http://schemas.openxmlformats.org/drawingml/2006/main">
            <a:off x="2582129"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04" name="Editable chart path">
            <a:extLst xmlns:a="http://schemas.openxmlformats.org/drawingml/2006/main">
              <a:ext uri="{FF2B5EF4-FFF2-40B4-BE49-F238E27FC236}">
                <a16:creationId xmlns:a16="http://schemas.microsoft.com/office/drawing/2014/main" id="{01629F2A-12EC-4B6B-B508-C2E4757410BD}"/>
              </a:ext>
            </a:extLst>
          </p:cNvPr>
          <p:cNvSpPr>
            <a:spLocks xmlns:a="http://schemas.openxmlformats.org/drawingml/2006/main" noGrp="1"/>
          </p:cNvSpPr>
          <p:nvPr/>
        </p:nvSpPr>
        <p:spPr>
          <a:xfrm xmlns:a="http://schemas.openxmlformats.org/drawingml/2006/main">
            <a:off x="2670134"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05" name="Editable chart path">
            <a:extLst xmlns:a="http://schemas.openxmlformats.org/drawingml/2006/main">
              <a:ext uri="{FF2B5EF4-FFF2-40B4-BE49-F238E27FC236}">
                <a16:creationId xmlns:a16="http://schemas.microsoft.com/office/drawing/2014/main" id="{E185C360-1301-4300-9C0A-CAE4649D92D7}"/>
              </a:ext>
            </a:extLst>
          </p:cNvPr>
          <p:cNvSpPr>
            <a:spLocks xmlns:a="http://schemas.openxmlformats.org/drawingml/2006/main" noGrp="1"/>
          </p:cNvSpPr>
          <p:nvPr/>
        </p:nvSpPr>
        <p:spPr>
          <a:xfrm xmlns:a="http://schemas.openxmlformats.org/drawingml/2006/main">
            <a:off x="3219121"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06" name="Editable chart path">
            <a:extLst xmlns:a="http://schemas.openxmlformats.org/drawingml/2006/main">
              <a:ext uri="{FF2B5EF4-FFF2-40B4-BE49-F238E27FC236}">
                <a16:creationId xmlns:a16="http://schemas.microsoft.com/office/drawing/2014/main" id="{940F9F64-1327-4A19-A6A9-11EF09F910EA}"/>
              </a:ext>
            </a:extLst>
          </p:cNvPr>
          <p:cNvSpPr>
            <a:spLocks xmlns:a="http://schemas.openxmlformats.org/drawingml/2006/main" noGrp="1"/>
          </p:cNvSpPr>
          <p:nvPr/>
        </p:nvSpPr>
        <p:spPr>
          <a:xfrm xmlns:a="http://schemas.openxmlformats.org/drawingml/2006/main">
            <a:off x="3579524"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07" name="Editable chart path">
            <a:extLst xmlns:a="http://schemas.openxmlformats.org/drawingml/2006/main">
              <a:ext uri="{FF2B5EF4-FFF2-40B4-BE49-F238E27FC236}">
                <a16:creationId xmlns:a16="http://schemas.microsoft.com/office/drawing/2014/main" id="{2D5A7B85-F59D-4C74-A037-A5773E69AD8F}"/>
              </a:ext>
            </a:extLst>
          </p:cNvPr>
          <p:cNvSpPr>
            <a:spLocks xmlns:a="http://schemas.openxmlformats.org/drawingml/2006/main" noGrp="1"/>
          </p:cNvSpPr>
          <p:nvPr/>
        </p:nvSpPr>
        <p:spPr>
          <a:xfrm xmlns:a="http://schemas.openxmlformats.org/drawingml/2006/main">
            <a:off x="4371573"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08" name="Editable chart path">
            <a:extLst xmlns:a="http://schemas.openxmlformats.org/drawingml/2006/main">
              <a:ext uri="{FF2B5EF4-FFF2-40B4-BE49-F238E27FC236}">
                <a16:creationId xmlns:a16="http://schemas.microsoft.com/office/drawing/2014/main" id="{79E62146-2888-455D-9FD9-783EA7AC1A1C}"/>
              </a:ext>
            </a:extLst>
          </p:cNvPr>
          <p:cNvSpPr>
            <a:spLocks xmlns:a="http://schemas.openxmlformats.org/drawingml/2006/main" noGrp="1"/>
          </p:cNvSpPr>
          <p:nvPr/>
        </p:nvSpPr>
        <p:spPr>
          <a:xfrm xmlns:a="http://schemas.openxmlformats.org/drawingml/2006/main">
            <a:off x="4375764"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09" name="Editable chart path">
            <a:extLst xmlns:a="http://schemas.openxmlformats.org/drawingml/2006/main">
              <a:ext uri="{FF2B5EF4-FFF2-40B4-BE49-F238E27FC236}">
                <a16:creationId xmlns:a16="http://schemas.microsoft.com/office/drawing/2014/main" id="{25CA515C-DC14-419F-AF36-4B8C7F28DF25}"/>
              </a:ext>
            </a:extLst>
          </p:cNvPr>
          <p:cNvSpPr>
            <a:spLocks xmlns:a="http://schemas.openxmlformats.org/drawingml/2006/main" noGrp="1"/>
          </p:cNvSpPr>
          <p:nvPr/>
        </p:nvSpPr>
        <p:spPr>
          <a:xfrm xmlns:a="http://schemas.openxmlformats.org/drawingml/2006/main">
            <a:off x="4379954"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0" name="Editable chart path">
            <a:extLst xmlns:a="http://schemas.openxmlformats.org/drawingml/2006/main">
              <a:ext uri="{FF2B5EF4-FFF2-40B4-BE49-F238E27FC236}">
                <a16:creationId xmlns:a16="http://schemas.microsoft.com/office/drawing/2014/main" id="{2C96B9BF-C85D-433E-B787-F380926AFFBC}"/>
              </a:ext>
            </a:extLst>
          </p:cNvPr>
          <p:cNvSpPr>
            <a:spLocks xmlns:a="http://schemas.openxmlformats.org/drawingml/2006/main" noGrp="1"/>
          </p:cNvSpPr>
          <p:nvPr/>
        </p:nvSpPr>
        <p:spPr>
          <a:xfrm xmlns:a="http://schemas.openxmlformats.org/drawingml/2006/main">
            <a:off x="4384145"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1" name="Editable chart path">
            <a:extLst xmlns:a="http://schemas.openxmlformats.org/drawingml/2006/main">
              <a:ext uri="{FF2B5EF4-FFF2-40B4-BE49-F238E27FC236}">
                <a16:creationId xmlns:a16="http://schemas.microsoft.com/office/drawing/2014/main" id="{D90008F6-DAA5-447B-9B07-0BFF6CFE6CF6}"/>
              </a:ext>
            </a:extLst>
          </p:cNvPr>
          <p:cNvSpPr>
            <a:spLocks xmlns:a="http://schemas.openxmlformats.org/drawingml/2006/main" noGrp="1"/>
          </p:cNvSpPr>
          <p:nvPr/>
        </p:nvSpPr>
        <p:spPr>
          <a:xfrm xmlns:a="http://schemas.openxmlformats.org/drawingml/2006/main">
            <a:off x="4388336"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2" name="Editable chart path">
            <a:extLst xmlns:a="http://schemas.openxmlformats.org/drawingml/2006/main">
              <a:ext uri="{FF2B5EF4-FFF2-40B4-BE49-F238E27FC236}">
                <a16:creationId xmlns:a16="http://schemas.microsoft.com/office/drawing/2014/main" id="{9C7B74CE-80AD-453C-8CEC-19D1D220AD30}"/>
              </a:ext>
            </a:extLst>
          </p:cNvPr>
          <p:cNvSpPr>
            <a:spLocks xmlns:a="http://schemas.openxmlformats.org/drawingml/2006/main" noGrp="1"/>
          </p:cNvSpPr>
          <p:nvPr/>
        </p:nvSpPr>
        <p:spPr>
          <a:xfrm xmlns:a="http://schemas.openxmlformats.org/drawingml/2006/main">
            <a:off x="4392527"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3" name="Editable chart path">
            <a:extLst xmlns:a="http://schemas.openxmlformats.org/drawingml/2006/main">
              <a:ext uri="{FF2B5EF4-FFF2-40B4-BE49-F238E27FC236}">
                <a16:creationId xmlns:a16="http://schemas.microsoft.com/office/drawing/2014/main" id="{EBA07E9B-3851-4D42-9BAA-B35F9D90809C}"/>
              </a:ext>
            </a:extLst>
          </p:cNvPr>
          <p:cNvSpPr>
            <a:spLocks xmlns:a="http://schemas.openxmlformats.org/drawingml/2006/main" noGrp="1"/>
          </p:cNvSpPr>
          <p:nvPr/>
        </p:nvSpPr>
        <p:spPr>
          <a:xfrm xmlns:a="http://schemas.openxmlformats.org/drawingml/2006/main">
            <a:off x="4396717"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4" name="Editable chart path">
            <a:extLst xmlns:a="http://schemas.openxmlformats.org/drawingml/2006/main">
              <a:ext uri="{FF2B5EF4-FFF2-40B4-BE49-F238E27FC236}">
                <a16:creationId xmlns:a16="http://schemas.microsoft.com/office/drawing/2014/main" id="{94D0F35D-28DD-485F-8E62-692B946B8472}"/>
              </a:ext>
            </a:extLst>
          </p:cNvPr>
          <p:cNvSpPr>
            <a:spLocks xmlns:a="http://schemas.openxmlformats.org/drawingml/2006/main" noGrp="1"/>
          </p:cNvSpPr>
          <p:nvPr/>
        </p:nvSpPr>
        <p:spPr>
          <a:xfrm xmlns:a="http://schemas.openxmlformats.org/drawingml/2006/main">
            <a:off x="4400908"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5" name="Editable chart path">
            <a:extLst xmlns:a="http://schemas.openxmlformats.org/drawingml/2006/main">
              <a:ext uri="{FF2B5EF4-FFF2-40B4-BE49-F238E27FC236}">
                <a16:creationId xmlns:a16="http://schemas.microsoft.com/office/drawing/2014/main" id="{6168CFAB-ED9E-4105-8198-B9B7D49AAD06}"/>
              </a:ext>
            </a:extLst>
          </p:cNvPr>
          <p:cNvSpPr>
            <a:spLocks xmlns:a="http://schemas.openxmlformats.org/drawingml/2006/main" noGrp="1"/>
          </p:cNvSpPr>
          <p:nvPr/>
        </p:nvSpPr>
        <p:spPr>
          <a:xfrm xmlns:a="http://schemas.openxmlformats.org/drawingml/2006/main">
            <a:off x="4405099"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6" name="Editable chart path">
            <a:extLst xmlns:a="http://schemas.openxmlformats.org/drawingml/2006/main">
              <a:ext uri="{FF2B5EF4-FFF2-40B4-BE49-F238E27FC236}">
                <a16:creationId xmlns:a16="http://schemas.microsoft.com/office/drawing/2014/main" id="{8C325B29-6463-44EA-B5F2-A43C5D0D307A}"/>
              </a:ext>
            </a:extLst>
          </p:cNvPr>
          <p:cNvSpPr>
            <a:spLocks xmlns:a="http://schemas.openxmlformats.org/drawingml/2006/main" noGrp="1"/>
          </p:cNvSpPr>
          <p:nvPr/>
        </p:nvSpPr>
        <p:spPr>
          <a:xfrm xmlns:a="http://schemas.openxmlformats.org/drawingml/2006/main">
            <a:off x="6596853"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7" name="Editable chart path">
            <a:extLst xmlns:a="http://schemas.openxmlformats.org/drawingml/2006/main">
              <a:ext uri="{FF2B5EF4-FFF2-40B4-BE49-F238E27FC236}">
                <a16:creationId xmlns:a16="http://schemas.microsoft.com/office/drawing/2014/main" id="{E1F0AE24-150D-4874-A8B3-0D7789D78506}"/>
              </a:ext>
            </a:extLst>
          </p:cNvPr>
          <p:cNvSpPr>
            <a:spLocks xmlns:a="http://schemas.openxmlformats.org/drawingml/2006/main" noGrp="1"/>
          </p:cNvSpPr>
          <p:nvPr/>
        </p:nvSpPr>
        <p:spPr>
          <a:xfrm xmlns:a="http://schemas.openxmlformats.org/drawingml/2006/main">
            <a:off x="6601044"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8" name="Editable chart path">
            <a:extLst xmlns:a="http://schemas.openxmlformats.org/drawingml/2006/main">
              <a:ext uri="{FF2B5EF4-FFF2-40B4-BE49-F238E27FC236}">
                <a16:creationId xmlns:a16="http://schemas.microsoft.com/office/drawing/2014/main" id="{FD549166-B783-4D17-9C0D-42C1D4CB93C2}"/>
              </a:ext>
            </a:extLst>
          </p:cNvPr>
          <p:cNvSpPr>
            <a:spLocks xmlns:a="http://schemas.openxmlformats.org/drawingml/2006/main" noGrp="1"/>
          </p:cNvSpPr>
          <p:nvPr/>
        </p:nvSpPr>
        <p:spPr>
          <a:xfrm xmlns:a="http://schemas.openxmlformats.org/drawingml/2006/main">
            <a:off x="6605235"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19" name="Editable chart path">
            <a:extLst xmlns:a="http://schemas.openxmlformats.org/drawingml/2006/main">
              <a:ext uri="{FF2B5EF4-FFF2-40B4-BE49-F238E27FC236}">
                <a16:creationId xmlns:a16="http://schemas.microsoft.com/office/drawing/2014/main" id="{5E10E099-DF82-42F9-ACAE-1EB590D211E4}"/>
              </a:ext>
            </a:extLst>
          </p:cNvPr>
          <p:cNvSpPr>
            <a:spLocks xmlns:a="http://schemas.openxmlformats.org/drawingml/2006/main" noGrp="1"/>
          </p:cNvSpPr>
          <p:nvPr/>
        </p:nvSpPr>
        <p:spPr>
          <a:xfrm xmlns:a="http://schemas.openxmlformats.org/drawingml/2006/main">
            <a:off x="6609426"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0" name="Editable chart path">
            <a:extLst xmlns:a="http://schemas.openxmlformats.org/drawingml/2006/main">
              <a:ext uri="{FF2B5EF4-FFF2-40B4-BE49-F238E27FC236}">
                <a16:creationId xmlns:a16="http://schemas.microsoft.com/office/drawing/2014/main" id="{F8F6F30F-9942-4DA1-900B-EEE99715DDA3}"/>
              </a:ext>
            </a:extLst>
          </p:cNvPr>
          <p:cNvSpPr>
            <a:spLocks xmlns:a="http://schemas.openxmlformats.org/drawingml/2006/main" noGrp="1"/>
          </p:cNvSpPr>
          <p:nvPr/>
        </p:nvSpPr>
        <p:spPr>
          <a:xfrm xmlns:a="http://schemas.openxmlformats.org/drawingml/2006/main">
            <a:off x="7166793"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1" name="Editable chart path">
            <a:extLst xmlns:a="http://schemas.openxmlformats.org/drawingml/2006/main">
              <a:ext uri="{FF2B5EF4-FFF2-40B4-BE49-F238E27FC236}">
                <a16:creationId xmlns:a16="http://schemas.microsoft.com/office/drawing/2014/main" id="{5C65D9DB-61DC-47EB-B874-BC4491BE8296}"/>
              </a:ext>
            </a:extLst>
          </p:cNvPr>
          <p:cNvSpPr>
            <a:spLocks xmlns:a="http://schemas.openxmlformats.org/drawingml/2006/main" noGrp="1"/>
          </p:cNvSpPr>
          <p:nvPr/>
        </p:nvSpPr>
        <p:spPr>
          <a:xfrm xmlns:a="http://schemas.openxmlformats.org/drawingml/2006/main">
            <a:off x="7598439"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2" name="Editable chart path">
            <a:extLst xmlns:a="http://schemas.openxmlformats.org/drawingml/2006/main">
              <a:ext uri="{FF2B5EF4-FFF2-40B4-BE49-F238E27FC236}">
                <a16:creationId xmlns:a16="http://schemas.microsoft.com/office/drawing/2014/main" id="{29850025-02ED-4BC2-932E-F053DBD3430E}"/>
              </a:ext>
            </a:extLst>
          </p:cNvPr>
          <p:cNvSpPr>
            <a:spLocks xmlns:a="http://schemas.openxmlformats.org/drawingml/2006/main" noGrp="1"/>
          </p:cNvSpPr>
          <p:nvPr/>
        </p:nvSpPr>
        <p:spPr>
          <a:xfrm xmlns:a="http://schemas.openxmlformats.org/drawingml/2006/main">
            <a:off x="7774450"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3" name="Editable chart path">
            <a:extLst xmlns:a="http://schemas.openxmlformats.org/drawingml/2006/main">
              <a:ext uri="{FF2B5EF4-FFF2-40B4-BE49-F238E27FC236}">
                <a16:creationId xmlns:a16="http://schemas.microsoft.com/office/drawing/2014/main" id="{F963B5F8-9F73-4948-9A42-AD89F35F272E}"/>
              </a:ext>
            </a:extLst>
          </p:cNvPr>
          <p:cNvSpPr>
            <a:spLocks xmlns:a="http://schemas.openxmlformats.org/drawingml/2006/main" noGrp="1"/>
          </p:cNvSpPr>
          <p:nvPr/>
        </p:nvSpPr>
        <p:spPr>
          <a:xfrm xmlns:a="http://schemas.openxmlformats.org/drawingml/2006/main">
            <a:off x="7778641"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4" name="Editable chart path">
            <a:extLst xmlns:a="http://schemas.openxmlformats.org/drawingml/2006/main">
              <a:ext uri="{FF2B5EF4-FFF2-40B4-BE49-F238E27FC236}">
                <a16:creationId xmlns:a16="http://schemas.microsoft.com/office/drawing/2014/main" id="{60583EE2-029E-4CFB-BE0D-4AC6A60CF25D}"/>
              </a:ext>
            </a:extLst>
          </p:cNvPr>
          <p:cNvSpPr>
            <a:spLocks xmlns:a="http://schemas.openxmlformats.org/drawingml/2006/main" noGrp="1"/>
          </p:cNvSpPr>
          <p:nvPr/>
        </p:nvSpPr>
        <p:spPr>
          <a:xfrm xmlns:a="http://schemas.openxmlformats.org/drawingml/2006/main">
            <a:off x="8071992"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5" name="Editable chart path">
            <a:extLst xmlns:a="http://schemas.openxmlformats.org/drawingml/2006/main">
              <a:ext uri="{FF2B5EF4-FFF2-40B4-BE49-F238E27FC236}">
                <a16:creationId xmlns:a16="http://schemas.microsoft.com/office/drawing/2014/main" id="{D2EC2C80-4B6E-417C-BC2E-4BD9C54AE613}"/>
              </a:ext>
            </a:extLst>
          </p:cNvPr>
          <p:cNvSpPr>
            <a:spLocks xmlns:a="http://schemas.openxmlformats.org/drawingml/2006/main" noGrp="1"/>
          </p:cNvSpPr>
          <p:nvPr/>
        </p:nvSpPr>
        <p:spPr>
          <a:xfrm xmlns:a="http://schemas.openxmlformats.org/drawingml/2006/main">
            <a:off x="8076183"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6" name="Editable chart path">
            <a:extLst xmlns:a="http://schemas.openxmlformats.org/drawingml/2006/main">
              <a:ext uri="{FF2B5EF4-FFF2-40B4-BE49-F238E27FC236}">
                <a16:creationId xmlns:a16="http://schemas.microsoft.com/office/drawing/2014/main" id="{2367E77E-0CAE-444D-97CC-FC62F2049A46}"/>
              </a:ext>
            </a:extLst>
          </p:cNvPr>
          <p:cNvSpPr>
            <a:spLocks xmlns:a="http://schemas.openxmlformats.org/drawingml/2006/main" noGrp="1"/>
          </p:cNvSpPr>
          <p:nvPr/>
        </p:nvSpPr>
        <p:spPr>
          <a:xfrm xmlns:a="http://schemas.openxmlformats.org/drawingml/2006/main">
            <a:off x="8080374"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7" name="Editable chart path">
            <a:extLst xmlns:a="http://schemas.openxmlformats.org/drawingml/2006/main">
              <a:ext uri="{FF2B5EF4-FFF2-40B4-BE49-F238E27FC236}">
                <a16:creationId xmlns:a16="http://schemas.microsoft.com/office/drawing/2014/main" id="{15A0AAB7-1357-416C-8FFC-45B9A78B9334}"/>
              </a:ext>
            </a:extLst>
          </p:cNvPr>
          <p:cNvSpPr>
            <a:spLocks xmlns:a="http://schemas.openxmlformats.org/drawingml/2006/main" noGrp="1"/>
          </p:cNvSpPr>
          <p:nvPr/>
        </p:nvSpPr>
        <p:spPr>
          <a:xfrm xmlns:a="http://schemas.openxmlformats.org/drawingml/2006/main">
            <a:off x="8084564"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8" name="Editable chart path">
            <a:extLst xmlns:a="http://schemas.openxmlformats.org/drawingml/2006/main">
              <a:ext uri="{FF2B5EF4-FFF2-40B4-BE49-F238E27FC236}">
                <a16:creationId xmlns:a16="http://schemas.microsoft.com/office/drawing/2014/main" id="{F378ABF0-537D-4E65-A19C-E074BAA345F9}"/>
              </a:ext>
            </a:extLst>
          </p:cNvPr>
          <p:cNvSpPr>
            <a:spLocks xmlns:a="http://schemas.openxmlformats.org/drawingml/2006/main" noGrp="1"/>
          </p:cNvSpPr>
          <p:nvPr/>
        </p:nvSpPr>
        <p:spPr>
          <a:xfrm xmlns:a="http://schemas.openxmlformats.org/drawingml/2006/main">
            <a:off x="8088755"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29" name="Editable chart path">
            <a:extLst xmlns:a="http://schemas.openxmlformats.org/drawingml/2006/main">
              <a:ext uri="{FF2B5EF4-FFF2-40B4-BE49-F238E27FC236}">
                <a16:creationId xmlns:a16="http://schemas.microsoft.com/office/drawing/2014/main" id="{2141BBF7-6F8E-4830-92A8-F220A1936D94}"/>
              </a:ext>
            </a:extLst>
          </p:cNvPr>
          <p:cNvSpPr>
            <a:spLocks xmlns:a="http://schemas.openxmlformats.org/drawingml/2006/main" noGrp="1"/>
          </p:cNvSpPr>
          <p:nvPr/>
        </p:nvSpPr>
        <p:spPr>
          <a:xfrm xmlns:a="http://schemas.openxmlformats.org/drawingml/2006/main">
            <a:off x="8092946"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0" name="Editable chart path">
            <a:extLst xmlns:a="http://schemas.openxmlformats.org/drawingml/2006/main">
              <a:ext uri="{FF2B5EF4-FFF2-40B4-BE49-F238E27FC236}">
                <a16:creationId xmlns:a16="http://schemas.microsoft.com/office/drawing/2014/main" id="{CBCFFA0E-8F58-4682-9AF4-84DCE5158197}"/>
              </a:ext>
            </a:extLst>
          </p:cNvPr>
          <p:cNvSpPr>
            <a:spLocks xmlns:a="http://schemas.openxmlformats.org/drawingml/2006/main" noGrp="1"/>
          </p:cNvSpPr>
          <p:nvPr/>
        </p:nvSpPr>
        <p:spPr>
          <a:xfrm xmlns:a="http://schemas.openxmlformats.org/drawingml/2006/main">
            <a:off x="8097137"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1" name="Editable chart path">
            <a:extLst xmlns:a="http://schemas.openxmlformats.org/drawingml/2006/main">
              <a:ext uri="{FF2B5EF4-FFF2-40B4-BE49-F238E27FC236}">
                <a16:creationId xmlns:a16="http://schemas.microsoft.com/office/drawing/2014/main" id="{B303AD21-89A8-4953-AD87-F544F708FE1A}"/>
              </a:ext>
            </a:extLst>
          </p:cNvPr>
          <p:cNvSpPr>
            <a:spLocks xmlns:a="http://schemas.openxmlformats.org/drawingml/2006/main" noGrp="1"/>
          </p:cNvSpPr>
          <p:nvPr/>
        </p:nvSpPr>
        <p:spPr>
          <a:xfrm xmlns:a="http://schemas.openxmlformats.org/drawingml/2006/main">
            <a:off x="8101327"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2" name="Editable chart path">
            <a:extLst xmlns:a="http://schemas.openxmlformats.org/drawingml/2006/main">
              <a:ext uri="{FF2B5EF4-FFF2-40B4-BE49-F238E27FC236}">
                <a16:creationId xmlns:a16="http://schemas.microsoft.com/office/drawing/2014/main" id="{5A78F6BB-9C0B-42AD-BDC1-8372218178DC}"/>
              </a:ext>
            </a:extLst>
          </p:cNvPr>
          <p:cNvSpPr>
            <a:spLocks xmlns:a="http://schemas.openxmlformats.org/drawingml/2006/main" noGrp="1"/>
          </p:cNvSpPr>
          <p:nvPr/>
        </p:nvSpPr>
        <p:spPr>
          <a:xfrm xmlns:a="http://schemas.openxmlformats.org/drawingml/2006/main">
            <a:off x="8105518"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3" name="Editable chart path">
            <a:extLst xmlns:a="http://schemas.openxmlformats.org/drawingml/2006/main">
              <a:ext uri="{FF2B5EF4-FFF2-40B4-BE49-F238E27FC236}">
                <a16:creationId xmlns:a16="http://schemas.microsoft.com/office/drawing/2014/main" id="{2FD63EBE-6C35-4F3D-8019-9A44807BC540}"/>
              </a:ext>
            </a:extLst>
          </p:cNvPr>
          <p:cNvSpPr>
            <a:spLocks xmlns:a="http://schemas.openxmlformats.org/drawingml/2006/main" noGrp="1"/>
          </p:cNvSpPr>
          <p:nvPr/>
        </p:nvSpPr>
        <p:spPr>
          <a:xfrm xmlns:a="http://schemas.openxmlformats.org/drawingml/2006/main">
            <a:off x="8109709"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4" name="Editable chart path">
            <a:extLst xmlns:a="http://schemas.openxmlformats.org/drawingml/2006/main">
              <a:ext uri="{FF2B5EF4-FFF2-40B4-BE49-F238E27FC236}">
                <a16:creationId xmlns:a16="http://schemas.microsoft.com/office/drawing/2014/main" id="{E6BB679B-0F9C-4F20-B444-2ECBCAE78750}"/>
              </a:ext>
            </a:extLst>
          </p:cNvPr>
          <p:cNvSpPr>
            <a:spLocks xmlns:a="http://schemas.openxmlformats.org/drawingml/2006/main" noGrp="1"/>
          </p:cNvSpPr>
          <p:nvPr/>
        </p:nvSpPr>
        <p:spPr>
          <a:xfrm xmlns:a="http://schemas.openxmlformats.org/drawingml/2006/main">
            <a:off x="8113900"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5" name="Editable chart path">
            <a:extLst xmlns:a="http://schemas.openxmlformats.org/drawingml/2006/main">
              <a:ext uri="{FF2B5EF4-FFF2-40B4-BE49-F238E27FC236}">
                <a16:creationId xmlns:a16="http://schemas.microsoft.com/office/drawing/2014/main" id="{59A39CFA-29B2-45C2-B3C0-F36479540A62}"/>
              </a:ext>
            </a:extLst>
          </p:cNvPr>
          <p:cNvSpPr>
            <a:spLocks xmlns:a="http://schemas.openxmlformats.org/drawingml/2006/main" noGrp="1"/>
          </p:cNvSpPr>
          <p:nvPr/>
        </p:nvSpPr>
        <p:spPr>
          <a:xfrm xmlns:a="http://schemas.openxmlformats.org/drawingml/2006/main">
            <a:off x="8118090"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6" name="Editable chart path">
            <a:extLst xmlns:a="http://schemas.openxmlformats.org/drawingml/2006/main">
              <a:ext uri="{FF2B5EF4-FFF2-40B4-BE49-F238E27FC236}">
                <a16:creationId xmlns:a16="http://schemas.microsoft.com/office/drawing/2014/main" id="{F6AD8A19-7268-4464-A546-8399E0B7049E}"/>
              </a:ext>
            </a:extLst>
          </p:cNvPr>
          <p:cNvSpPr>
            <a:spLocks xmlns:a="http://schemas.openxmlformats.org/drawingml/2006/main" noGrp="1"/>
          </p:cNvSpPr>
          <p:nvPr/>
        </p:nvSpPr>
        <p:spPr>
          <a:xfrm xmlns:a="http://schemas.openxmlformats.org/drawingml/2006/main">
            <a:off x="8122281"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7" name="Editable chart path">
            <a:extLst xmlns:a="http://schemas.openxmlformats.org/drawingml/2006/main">
              <a:ext uri="{FF2B5EF4-FFF2-40B4-BE49-F238E27FC236}">
                <a16:creationId xmlns:a16="http://schemas.microsoft.com/office/drawing/2014/main" id="{A8D82DF6-8344-4BB7-9A7B-2635D4E007C7}"/>
              </a:ext>
            </a:extLst>
          </p:cNvPr>
          <p:cNvSpPr>
            <a:spLocks xmlns:a="http://schemas.openxmlformats.org/drawingml/2006/main" noGrp="1"/>
          </p:cNvSpPr>
          <p:nvPr/>
        </p:nvSpPr>
        <p:spPr>
          <a:xfrm xmlns:a="http://schemas.openxmlformats.org/drawingml/2006/main">
            <a:off x="8126472"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8" name="Editable chart path">
            <a:extLst xmlns:a="http://schemas.openxmlformats.org/drawingml/2006/main">
              <a:ext uri="{FF2B5EF4-FFF2-40B4-BE49-F238E27FC236}">
                <a16:creationId xmlns:a16="http://schemas.microsoft.com/office/drawing/2014/main" id="{D77934D7-E275-47E6-A1E0-BFBD2FD3594F}"/>
              </a:ext>
            </a:extLst>
          </p:cNvPr>
          <p:cNvSpPr>
            <a:spLocks xmlns:a="http://schemas.openxmlformats.org/drawingml/2006/main" noGrp="1"/>
          </p:cNvSpPr>
          <p:nvPr/>
        </p:nvSpPr>
        <p:spPr>
          <a:xfrm xmlns:a="http://schemas.openxmlformats.org/drawingml/2006/main">
            <a:off x="8130663"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39" name="Editable chart path">
            <a:extLst xmlns:a="http://schemas.openxmlformats.org/drawingml/2006/main">
              <a:ext uri="{FF2B5EF4-FFF2-40B4-BE49-F238E27FC236}">
                <a16:creationId xmlns:a16="http://schemas.microsoft.com/office/drawing/2014/main" id="{7D49B5E4-2AAB-4D20-B0DD-93A3C6762509}"/>
              </a:ext>
            </a:extLst>
          </p:cNvPr>
          <p:cNvSpPr>
            <a:spLocks xmlns:a="http://schemas.openxmlformats.org/drawingml/2006/main" noGrp="1"/>
          </p:cNvSpPr>
          <p:nvPr/>
        </p:nvSpPr>
        <p:spPr>
          <a:xfrm xmlns:a="http://schemas.openxmlformats.org/drawingml/2006/main">
            <a:off x="8134853"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40" name="Editable chart path">
            <a:extLst xmlns:a="http://schemas.openxmlformats.org/drawingml/2006/main">
              <a:ext uri="{FF2B5EF4-FFF2-40B4-BE49-F238E27FC236}">
                <a16:creationId xmlns:a16="http://schemas.microsoft.com/office/drawing/2014/main" id="{D6A68F1E-1E6D-43BF-848A-F2B05A8AAFDA}"/>
              </a:ext>
            </a:extLst>
          </p:cNvPr>
          <p:cNvSpPr>
            <a:spLocks xmlns:a="http://schemas.openxmlformats.org/drawingml/2006/main" noGrp="1"/>
          </p:cNvSpPr>
          <p:nvPr/>
        </p:nvSpPr>
        <p:spPr>
          <a:xfrm xmlns:a="http://schemas.openxmlformats.org/drawingml/2006/main">
            <a:off x="8139044"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41" name="Editable chart path">
            <a:extLst xmlns:a="http://schemas.openxmlformats.org/drawingml/2006/main">
              <a:ext uri="{FF2B5EF4-FFF2-40B4-BE49-F238E27FC236}">
                <a16:creationId xmlns:a16="http://schemas.microsoft.com/office/drawing/2014/main" id="{8648AA96-13EB-45FA-8E77-CC49A5830354}"/>
              </a:ext>
            </a:extLst>
          </p:cNvPr>
          <p:cNvSpPr>
            <a:spLocks xmlns:a="http://schemas.openxmlformats.org/drawingml/2006/main" noGrp="1"/>
          </p:cNvSpPr>
          <p:nvPr/>
        </p:nvSpPr>
        <p:spPr>
          <a:xfrm xmlns:a="http://schemas.openxmlformats.org/drawingml/2006/main">
            <a:off x="8143235"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42" name="Editable chart path">
            <a:extLst xmlns:a="http://schemas.openxmlformats.org/drawingml/2006/main">
              <a:ext uri="{FF2B5EF4-FFF2-40B4-BE49-F238E27FC236}">
                <a16:creationId xmlns:a16="http://schemas.microsoft.com/office/drawing/2014/main" id="{2AD2F824-5EB3-47D2-B76F-B5CC4E9346DE}"/>
              </a:ext>
            </a:extLst>
          </p:cNvPr>
          <p:cNvSpPr>
            <a:spLocks xmlns:a="http://schemas.openxmlformats.org/drawingml/2006/main" noGrp="1"/>
          </p:cNvSpPr>
          <p:nvPr/>
        </p:nvSpPr>
        <p:spPr>
          <a:xfrm xmlns:a="http://schemas.openxmlformats.org/drawingml/2006/main">
            <a:off x="8147425"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43" name="Editable chart path">
            <a:extLst xmlns:a="http://schemas.openxmlformats.org/drawingml/2006/main">
              <a:ext uri="{FF2B5EF4-FFF2-40B4-BE49-F238E27FC236}">
                <a16:creationId xmlns:a16="http://schemas.microsoft.com/office/drawing/2014/main" id="{FF7D974E-07E1-49E1-9B6B-A59D43DC03D1}"/>
              </a:ext>
            </a:extLst>
          </p:cNvPr>
          <p:cNvSpPr>
            <a:spLocks xmlns:a="http://schemas.openxmlformats.org/drawingml/2006/main" noGrp="1"/>
          </p:cNvSpPr>
          <p:nvPr/>
        </p:nvSpPr>
        <p:spPr>
          <a:xfrm xmlns:a="http://schemas.openxmlformats.org/drawingml/2006/main">
            <a:off x="8189333"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44" name="Editable chart path">
            <a:extLst xmlns:a="http://schemas.openxmlformats.org/drawingml/2006/main">
              <a:ext uri="{FF2B5EF4-FFF2-40B4-BE49-F238E27FC236}">
                <a16:creationId xmlns:a16="http://schemas.microsoft.com/office/drawing/2014/main" id="{8299DF2C-4C88-4D59-8E1E-BB51FE5FBB97}"/>
              </a:ext>
            </a:extLst>
          </p:cNvPr>
          <p:cNvSpPr>
            <a:spLocks xmlns:a="http://schemas.openxmlformats.org/drawingml/2006/main" noGrp="1"/>
          </p:cNvSpPr>
          <p:nvPr/>
        </p:nvSpPr>
        <p:spPr>
          <a:xfrm xmlns:a="http://schemas.openxmlformats.org/drawingml/2006/main">
            <a:off x="8650314"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45" name="Editable chart path">
            <a:extLst xmlns:a="http://schemas.openxmlformats.org/drawingml/2006/main">
              <a:ext uri="{FF2B5EF4-FFF2-40B4-BE49-F238E27FC236}">
                <a16:creationId xmlns:a16="http://schemas.microsoft.com/office/drawing/2014/main" id="{D5491DD3-2701-40D0-8982-AADF29831214}"/>
              </a:ext>
            </a:extLst>
          </p:cNvPr>
          <p:cNvSpPr>
            <a:spLocks xmlns:a="http://schemas.openxmlformats.org/drawingml/2006/main" noGrp="1"/>
          </p:cNvSpPr>
          <p:nvPr/>
        </p:nvSpPr>
        <p:spPr>
          <a:xfrm xmlns:a="http://schemas.openxmlformats.org/drawingml/2006/main">
            <a:off x="8746701" y="4970058"/>
            <a:ext cx="95" cy="52319"/>
          </a:xfrm>
          <a:custGeom xmlns:a="http://schemas.openxmlformats.org/drawingml/2006/main">
            <a:pathLst>
              <a:path w="95" h="47625">
                <a:moveTo>
                  <a:pt x="0" y="47625"/>
                </a:moveTo>
                <a:lnTo>
                  <a:pt x="0" y="0"/>
                </a:lnTo>
              </a:path>
            </a:pathLst>
          </a:custGeom>
          <a:solidFill xmlns:a="http://schemas.openxmlformats.org/drawingml/2006/main">
            <a:srgbClr val="CD6B64"/>
          </a:solidFill>
          <a:ln xmlns:a="http://schemas.openxmlformats.org/drawingml/2006/main" w="8371">
            <a:solidFill>
              <a:srgbClr val="CD6B64"/>
            </a:solidFill>
            <a:prstDash val="solid"/>
          </a:ln>
        </p:spPr>
      </p:sp>
      <p:sp>
        <p:nvSpPr>
          <p:cNvPr id="146" name="Editable chart path">
            <a:extLst xmlns:a="http://schemas.openxmlformats.org/drawingml/2006/main">
              <a:ext uri="{FF2B5EF4-FFF2-40B4-BE49-F238E27FC236}">
                <a16:creationId xmlns:a16="http://schemas.microsoft.com/office/drawing/2014/main" id="{E48D0079-9719-42A5-988A-714ACF182880}"/>
              </a:ext>
            </a:extLst>
          </p:cNvPr>
          <p:cNvSpPr>
            <a:spLocks xmlns:a="http://schemas.openxmlformats.org/drawingml/2006/main" noGrp="1"/>
          </p:cNvSpPr>
          <p:nvPr/>
        </p:nvSpPr>
        <p:spPr>
          <a:xfrm xmlns:a="http://schemas.openxmlformats.org/drawingml/2006/main">
            <a:off x="2632636" y="435024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47" name="Editable chart path">
            <a:extLst xmlns:a="http://schemas.openxmlformats.org/drawingml/2006/main">
              <a:ext uri="{FF2B5EF4-FFF2-40B4-BE49-F238E27FC236}">
                <a16:creationId xmlns:a16="http://schemas.microsoft.com/office/drawing/2014/main" id="{2C64499B-287C-4A3F-96F3-0DAD4B9C1231}"/>
              </a:ext>
            </a:extLst>
          </p:cNvPr>
          <p:cNvSpPr>
            <a:spLocks xmlns:a="http://schemas.openxmlformats.org/drawingml/2006/main" noGrp="1"/>
          </p:cNvSpPr>
          <p:nvPr/>
        </p:nvSpPr>
        <p:spPr>
          <a:xfrm xmlns:a="http://schemas.openxmlformats.org/drawingml/2006/main">
            <a:off x="2636827" y="4383490"/>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48" name="Editable chart path">
            <a:extLst xmlns:a="http://schemas.openxmlformats.org/drawingml/2006/main">
              <a:ext uri="{FF2B5EF4-FFF2-40B4-BE49-F238E27FC236}">
                <a16:creationId xmlns:a16="http://schemas.microsoft.com/office/drawing/2014/main" id="{6E130724-0A8B-452B-A8A6-BA0B141EF281}"/>
              </a:ext>
            </a:extLst>
          </p:cNvPr>
          <p:cNvSpPr>
            <a:spLocks xmlns:a="http://schemas.openxmlformats.org/drawingml/2006/main" noGrp="1"/>
          </p:cNvSpPr>
          <p:nvPr/>
        </p:nvSpPr>
        <p:spPr>
          <a:xfrm xmlns:a="http://schemas.openxmlformats.org/drawingml/2006/main">
            <a:off x="2641018" y="4355988"/>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49" name="Editable chart path">
            <a:extLst xmlns:a="http://schemas.openxmlformats.org/drawingml/2006/main">
              <a:ext uri="{FF2B5EF4-FFF2-40B4-BE49-F238E27FC236}">
                <a16:creationId xmlns:a16="http://schemas.microsoft.com/office/drawing/2014/main" id="{03D7C621-5936-4351-BC6E-7A72AABA828C}"/>
              </a:ext>
            </a:extLst>
          </p:cNvPr>
          <p:cNvSpPr>
            <a:spLocks xmlns:a="http://schemas.openxmlformats.org/drawingml/2006/main" noGrp="1"/>
          </p:cNvSpPr>
          <p:nvPr/>
        </p:nvSpPr>
        <p:spPr>
          <a:xfrm xmlns:a="http://schemas.openxmlformats.org/drawingml/2006/main">
            <a:off x="2712260" y="448010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0" name="Editable chart path">
            <a:extLst xmlns:a="http://schemas.openxmlformats.org/drawingml/2006/main">
              <a:ext uri="{FF2B5EF4-FFF2-40B4-BE49-F238E27FC236}">
                <a16:creationId xmlns:a16="http://schemas.microsoft.com/office/drawing/2014/main" id="{6CB4DBC7-EEC4-462C-8B16-2EE1BA37A806}"/>
              </a:ext>
            </a:extLst>
          </p:cNvPr>
          <p:cNvSpPr>
            <a:spLocks xmlns:a="http://schemas.openxmlformats.org/drawingml/2006/main" noGrp="1"/>
          </p:cNvSpPr>
          <p:nvPr/>
        </p:nvSpPr>
        <p:spPr>
          <a:xfrm xmlns:a="http://schemas.openxmlformats.org/drawingml/2006/main">
            <a:off x="2716451" y="441314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1" name="Editable chart path">
            <a:extLst xmlns:a="http://schemas.openxmlformats.org/drawingml/2006/main">
              <a:ext uri="{FF2B5EF4-FFF2-40B4-BE49-F238E27FC236}">
                <a16:creationId xmlns:a16="http://schemas.microsoft.com/office/drawing/2014/main" id="{5EB7B03A-D282-49CF-8B92-E5F557E59F5B}"/>
              </a:ext>
            </a:extLst>
          </p:cNvPr>
          <p:cNvSpPr>
            <a:spLocks xmlns:a="http://schemas.openxmlformats.org/drawingml/2006/main" noGrp="1"/>
          </p:cNvSpPr>
          <p:nvPr/>
        </p:nvSpPr>
        <p:spPr>
          <a:xfrm xmlns:a="http://schemas.openxmlformats.org/drawingml/2006/main">
            <a:off x="2783503" y="4395925"/>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2" name="Editable chart path">
            <a:extLst xmlns:a="http://schemas.openxmlformats.org/drawingml/2006/main">
              <a:ext uri="{FF2B5EF4-FFF2-40B4-BE49-F238E27FC236}">
                <a16:creationId xmlns:a16="http://schemas.microsoft.com/office/drawing/2014/main" id="{0D9FAF5C-5A6F-45B3-A3D3-F028C4084340}"/>
              </a:ext>
            </a:extLst>
          </p:cNvPr>
          <p:cNvSpPr>
            <a:spLocks xmlns:a="http://schemas.openxmlformats.org/drawingml/2006/main" noGrp="1"/>
          </p:cNvSpPr>
          <p:nvPr/>
        </p:nvSpPr>
        <p:spPr>
          <a:xfrm xmlns:a="http://schemas.openxmlformats.org/drawingml/2006/main">
            <a:off x="2871508" y="436627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3" name="Editable chart path">
            <a:extLst xmlns:a="http://schemas.openxmlformats.org/drawingml/2006/main">
              <a:ext uri="{FF2B5EF4-FFF2-40B4-BE49-F238E27FC236}">
                <a16:creationId xmlns:a16="http://schemas.microsoft.com/office/drawing/2014/main" id="{2FBC307F-A311-4657-9758-D1A0333A8D08}"/>
              </a:ext>
            </a:extLst>
          </p:cNvPr>
          <p:cNvSpPr>
            <a:spLocks xmlns:a="http://schemas.openxmlformats.org/drawingml/2006/main" noGrp="1"/>
          </p:cNvSpPr>
          <p:nvPr/>
        </p:nvSpPr>
        <p:spPr>
          <a:xfrm xmlns:a="http://schemas.openxmlformats.org/drawingml/2006/main">
            <a:off x="2913415" y="410704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4" name="Editable chart path">
            <a:extLst xmlns:a="http://schemas.openxmlformats.org/drawingml/2006/main">
              <a:ext uri="{FF2B5EF4-FFF2-40B4-BE49-F238E27FC236}">
                <a16:creationId xmlns:a16="http://schemas.microsoft.com/office/drawing/2014/main" id="{3328E237-F484-4934-9833-4D77DF93029D}"/>
              </a:ext>
            </a:extLst>
          </p:cNvPr>
          <p:cNvSpPr>
            <a:spLocks xmlns:a="http://schemas.openxmlformats.org/drawingml/2006/main" noGrp="1"/>
          </p:cNvSpPr>
          <p:nvPr/>
        </p:nvSpPr>
        <p:spPr>
          <a:xfrm xmlns:a="http://schemas.openxmlformats.org/drawingml/2006/main">
            <a:off x="2930178" y="441936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5" name="Editable chart path">
            <a:extLst xmlns:a="http://schemas.openxmlformats.org/drawingml/2006/main">
              <a:ext uri="{FF2B5EF4-FFF2-40B4-BE49-F238E27FC236}">
                <a16:creationId xmlns:a16="http://schemas.microsoft.com/office/drawing/2014/main" id="{7C773FD8-5413-4064-947C-80FC4EA09242}"/>
              </a:ext>
            </a:extLst>
          </p:cNvPr>
          <p:cNvSpPr>
            <a:spLocks xmlns:a="http://schemas.openxmlformats.org/drawingml/2006/main" noGrp="1"/>
          </p:cNvSpPr>
          <p:nvPr/>
        </p:nvSpPr>
        <p:spPr>
          <a:xfrm xmlns:a="http://schemas.openxmlformats.org/drawingml/2006/main">
            <a:off x="2934369" y="4435145"/>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6" name="Editable chart path">
            <a:extLst xmlns:a="http://schemas.openxmlformats.org/drawingml/2006/main">
              <a:ext uri="{FF2B5EF4-FFF2-40B4-BE49-F238E27FC236}">
                <a16:creationId xmlns:a16="http://schemas.microsoft.com/office/drawing/2014/main" id="{5CB80281-E286-4245-92A6-FBE8606E9F69}"/>
              </a:ext>
            </a:extLst>
          </p:cNvPr>
          <p:cNvSpPr>
            <a:spLocks xmlns:a="http://schemas.openxmlformats.org/drawingml/2006/main" noGrp="1"/>
          </p:cNvSpPr>
          <p:nvPr/>
        </p:nvSpPr>
        <p:spPr>
          <a:xfrm xmlns:a="http://schemas.openxmlformats.org/drawingml/2006/main">
            <a:off x="3076854" y="4401665"/>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7" name="Editable chart path">
            <a:extLst xmlns:a="http://schemas.openxmlformats.org/drawingml/2006/main">
              <a:ext uri="{FF2B5EF4-FFF2-40B4-BE49-F238E27FC236}">
                <a16:creationId xmlns:a16="http://schemas.microsoft.com/office/drawing/2014/main" id="{956C5585-768D-4E7F-BF1D-3B991DE6927B}"/>
              </a:ext>
            </a:extLst>
          </p:cNvPr>
          <p:cNvSpPr>
            <a:spLocks xmlns:a="http://schemas.openxmlformats.org/drawingml/2006/main" noGrp="1"/>
          </p:cNvSpPr>
          <p:nvPr/>
        </p:nvSpPr>
        <p:spPr>
          <a:xfrm xmlns:a="http://schemas.openxmlformats.org/drawingml/2006/main">
            <a:off x="3169050" y="439353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8" name="Editable chart path">
            <a:extLst xmlns:a="http://schemas.openxmlformats.org/drawingml/2006/main">
              <a:ext uri="{FF2B5EF4-FFF2-40B4-BE49-F238E27FC236}">
                <a16:creationId xmlns:a16="http://schemas.microsoft.com/office/drawing/2014/main" id="{A67D3835-2098-4AB2-AD3D-EEEDCE86C9F4}"/>
              </a:ext>
            </a:extLst>
          </p:cNvPr>
          <p:cNvSpPr>
            <a:spLocks xmlns:a="http://schemas.openxmlformats.org/drawingml/2006/main" noGrp="1"/>
          </p:cNvSpPr>
          <p:nvPr/>
        </p:nvSpPr>
        <p:spPr>
          <a:xfrm xmlns:a="http://schemas.openxmlformats.org/drawingml/2006/main">
            <a:off x="3177432" y="446886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59" name="Editable chart path">
            <a:extLst xmlns:a="http://schemas.openxmlformats.org/drawingml/2006/main">
              <a:ext uri="{FF2B5EF4-FFF2-40B4-BE49-F238E27FC236}">
                <a16:creationId xmlns:a16="http://schemas.microsoft.com/office/drawing/2014/main" id="{6FC76342-FB50-4470-89CE-D4A14D041717}"/>
              </a:ext>
            </a:extLst>
          </p:cNvPr>
          <p:cNvSpPr>
            <a:spLocks xmlns:a="http://schemas.openxmlformats.org/drawingml/2006/main" noGrp="1"/>
          </p:cNvSpPr>
          <p:nvPr/>
        </p:nvSpPr>
        <p:spPr>
          <a:xfrm xmlns:a="http://schemas.openxmlformats.org/drawingml/2006/main">
            <a:off x="3206767" y="449397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0" name="Editable chart path">
            <a:extLst xmlns:a="http://schemas.openxmlformats.org/drawingml/2006/main">
              <a:ext uri="{FF2B5EF4-FFF2-40B4-BE49-F238E27FC236}">
                <a16:creationId xmlns:a16="http://schemas.microsoft.com/office/drawing/2014/main" id="{A2AEC8A7-0890-4C72-BA57-EA4A0BBE7767}"/>
              </a:ext>
            </a:extLst>
          </p:cNvPr>
          <p:cNvSpPr>
            <a:spLocks xmlns:a="http://schemas.openxmlformats.org/drawingml/2006/main" noGrp="1"/>
          </p:cNvSpPr>
          <p:nvPr/>
        </p:nvSpPr>
        <p:spPr>
          <a:xfrm xmlns:a="http://schemas.openxmlformats.org/drawingml/2006/main">
            <a:off x="3223530" y="443944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1" name="Editable chart path">
            <a:extLst xmlns:a="http://schemas.openxmlformats.org/drawingml/2006/main">
              <a:ext uri="{FF2B5EF4-FFF2-40B4-BE49-F238E27FC236}">
                <a16:creationId xmlns:a16="http://schemas.microsoft.com/office/drawing/2014/main" id="{C9D2B8B4-6BC5-404E-9CED-425A906947EE}"/>
              </a:ext>
            </a:extLst>
          </p:cNvPr>
          <p:cNvSpPr>
            <a:spLocks xmlns:a="http://schemas.openxmlformats.org/drawingml/2006/main" noGrp="1"/>
          </p:cNvSpPr>
          <p:nvPr/>
        </p:nvSpPr>
        <p:spPr>
          <a:xfrm xmlns:a="http://schemas.openxmlformats.org/drawingml/2006/main">
            <a:off x="3257056" y="446623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2" name="Editable chart path">
            <a:extLst xmlns:a="http://schemas.openxmlformats.org/drawingml/2006/main">
              <a:ext uri="{FF2B5EF4-FFF2-40B4-BE49-F238E27FC236}">
                <a16:creationId xmlns:a16="http://schemas.microsoft.com/office/drawing/2014/main" id="{6EEE0B3B-2B48-4982-9465-9B1503EBA09C}"/>
              </a:ext>
            </a:extLst>
          </p:cNvPr>
          <p:cNvSpPr>
            <a:spLocks xmlns:a="http://schemas.openxmlformats.org/drawingml/2006/main" noGrp="1"/>
          </p:cNvSpPr>
          <p:nvPr/>
        </p:nvSpPr>
        <p:spPr>
          <a:xfrm xmlns:a="http://schemas.openxmlformats.org/drawingml/2006/main">
            <a:off x="3273819" y="4473647"/>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3" name="Editable chart path">
            <a:extLst xmlns:a="http://schemas.openxmlformats.org/drawingml/2006/main">
              <a:ext uri="{FF2B5EF4-FFF2-40B4-BE49-F238E27FC236}">
                <a16:creationId xmlns:a16="http://schemas.microsoft.com/office/drawing/2014/main" id="{40FD5A87-65F7-41A5-AEAC-996B8DADEACC}"/>
              </a:ext>
            </a:extLst>
          </p:cNvPr>
          <p:cNvSpPr>
            <a:spLocks xmlns:a="http://schemas.openxmlformats.org/drawingml/2006/main" noGrp="1"/>
          </p:cNvSpPr>
          <p:nvPr/>
        </p:nvSpPr>
        <p:spPr>
          <a:xfrm xmlns:a="http://schemas.openxmlformats.org/drawingml/2006/main">
            <a:off x="3290582" y="4439927"/>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4" name="Editable chart path">
            <a:extLst xmlns:a="http://schemas.openxmlformats.org/drawingml/2006/main">
              <a:ext uri="{FF2B5EF4-FFF2-40B4-BE49-F238E27FC236}">
                <a16:creationId xmlns:a16="http://schemas.microsoft.com/office/drawing/2014/main" id="{98B8DFE7-0209-4365-9D7B-72E39B3C8188}"/>
              </a:ext>
            </a:extLst>
          </p:cNvPr>
          <p:cNvSpPr>
            <a:spLocks xmlns:a="http://schemas.openxmlformats.org/drawingml/2006/main" noGrp="1"/>
          </p:cNvSpPr>
          <p:nvPr/>
        </p:nvSpPr>
        <p:spPr>
          <a:xfrm xmlns:a="http://schemas.openxmlformats.org/drawingml/2006/main">
            <a:off x="3298963" y="4646307"/>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5" name="Editable chart path">
            <a:extLst xmlns:a="http://schemas.openxmlformats.org/drawingml/2006/main">
              <a:ext uri="{FF2B5EF4-FFF2-40B4-BE49-F238E27FC236}">
                <a16:creationId xmlns:a16="http://schemas.microsoft.com/office/drawing/2014/main" id="{71813B3E-8884-4DD5-95F6-98F3E8E6421F}"/>
              </a:ext>
            </a:extLst>
          </p:cNvPr>
          <p:cNvSpPr>
            <a:spLocks xmlns:a="http://schemas.openxmlformats.org/drawingml/2006/main" noGrp="1"/>
          </p:cNvSpPr>
          <p:nvPr/>
        </p:nvSpPr>
        <p:spPr>
          <a:xfrm xmlns:a="http://schemas.openxmlformats.org/drawingml/2006/main">
            <a:off x="3345061" y="4480342"/>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6" name="Editable chart path">
            <a:extLst xmlns:a="http://schemas.openxmlformats.org/drawingml/2006/main">
              <a:ext uri="{FF2B5EF4-FFF2-40B4-BE49-F238E27FC236}">
                <a16:creationId xmlns:a16="http://schemas.microsoft.com/office/drawing/2014/main" id="{5D3C6853-3CBD-476F-9FCE-8867A7E82186}"/>
              </a:ext>
            </a:extLst>
          </p:cNvPr>
          <p:cNvSpPr>
            <a:spLocks xmlns:a="http://schemas.openxmlformats.org/drawingml/2006/main" noGrp="1"/>
          </p:cNvSpPr>
          <p:nvPr/>
        </p:nvSpPr>
        <p:spPr>
          <a:xfrm xmlns:a="http://schemas.openxmlformats.org/drawingml/2006/main">
            <a:off x="3395350" y="443394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7" name="Editable chart path">
            <a:extLst xmlns:a="http://schemas.openxmlformats.org/drawingml/2006/main">
              <a:ext uri="{FF2B5EF4-FFF2-40B4-BE49-F238E27FC236}">
                <a16:creationId xmlns:a16="http://schemas.microsoft.com/office/drawing/2014/main" id="{9DE9AF7A-428B-4366-AC8F-CBBD202CE54D}"/>
              </a:ext>
            </a:extLst>
          </p:cNvPr>
          <p:cNvSpPr>
            <a:spLocks xmlns:a="http://schemas.openxmlformats.org/drawingml/2006/main" noGrp="1"/>
          </p:cNvSpPr>
          <p:nvPr/>
        </p:nvSpPr>
        <p:spPr>
          <a:xfrm xmlns:a="http://schemas.openxmlformats.org/drawingml/2006/main">
            <a:off x="3399541" y="448416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8" name="Editable chart path">
            <a:extLst xmlns:a="http://schemas.openxmlformats.org/drawingml/2006/main">
              <a:ext uri="{FF2B5EF4-FFF2-40B4-BE49-F238E27FC236}">
                <a16:creationId xmlns:a16="http://schemas.microsoft.com/office/drawing/2014/main" id="{2238DE58-BB3B-487F-B799-733536FBC8F8}"/>
              </a:ext>
            </a:extLst>
          </p:cNvPr>
          <p:cNvSpPr>
            <a:spLocks xmlns:a="http://schemas.openxmlformats.org/drawingml/2006/main" noGrp="1"/>
          </p:cNvSpPr>
          <p:nvPr/>
        </p:nvSpPr>
        <p:spPr>
          <a:xfrm xmlns:a="http://schemas.openxmlformats.org/drawingml/2006/main">
            <a:off x="3403731" y="4391142"/>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69" name="Editable chart path">
            <a:extLst xmlns:a="http://schemas.openxmlformats.org/drawingml/2006/main">
              <a:ext uri="{FF2B5EF4-FFF2-40B4-BE49-F238E27FC236}">
                <a16:creationId xmlns:a16="http://schemas.microsoft.com/office/drawing/2014/main" id="{E1FA3A37-2CA7-414D-8F97-C1BE6E839EE4}"/>
              </a:ext>
            </a:extLst>
          </p:cNvPr>
          <p:cNvSpPr>
            <a:spLocks xmlns:a="http://schemas.openxmlformats.org/drawingml/2006/main" noGrp="1"/>
          </p:cNvSpPr>
          <p:nvPr/>
        </p:nvSpPr>
        <p:spPr>
          <a:xfrm xmlns:a="http://schemas.openxmlformats.org/drawingml/2006/main">
            <a:off x="3567170" y="4478908"/>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0" name="Editable chart path">
            <a:extLst xmlns:a="http://schemas.openxmlformats.org/drawingml/2006/main">
              <a:ext uri="{FF2B5EF4-FFF2-40B4-BE49-F238E27FC236}">
                <a16:creationId xmlns:a16="http://schemas.microsoft.com/office/drawing/2014/main" id="{B2C657E0-A467-4388-9E64-30740436A13A}"/>
              </a:ext>
            </a:extLst>
          </p:cNvPr>
          <p:cNvSpPr>
            <a:spLocks xmlns:a="http://schemas.openxmlformats.org/drawingml/2006/main" noGrp="1"/>
          </p:cNvSpPr>
          <p:nvPr/>
        </p:nvSpPr>
        <p:spPr>
          <a:xfrm xmlns:a="http://schemas.openxmlformats.org/drawingml/2006/main">
            <a:off x="3571361" y="4466472"/>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1" name="Editable chart path">
            <a:extLst xmlns:a="http://schemas.openxmlformats.org/drawingml/2006/main">
              <a:ext uri="{FF2B5EF4-FFF2-40B4-BE49-F238E27FC236}">
                <a16:creationId xmlns:a16="http://schemas.microsoft.com/office/drawing/2014/main" id="{F9935981-2032-441C-8213-FF412E1CB19E}"/>
              </a:ext>
            </a:extLst>
          </p:cNvPr>
          <p:cNvSpPr>
            <a:spLocks xmlns:a="http://schemas.openxmlformats.org/drawingml/2006/main" noGrp="1"/>
          </p:cNvSpPr>
          <p:nvPr/>
        </p:nvSpPr>
        <p:spPr>
          <a:xfrm xmlns:a="http://schemas.openxmlformats.org/drawingml/2006/main">
            <a:off x="3575552" y="4467668"/>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2" name="Editable chart path">
            <a:extLst xmlns:a="http://schemas.openxmlformats.org/drawingml/2006/main">
              <a:ext uri="{FF2B5EF4-FFF2-40B4-BE49-F238E27FC236}">
                <a16:creationId xmlns:a16="http://schemas.microsoft.com/office/drawing/2014/main" id="{84E473AE-F4A7-4540-AD7E-ED65186C22C2}"/>
              </a:ext>
            </a:extLst>
          </p:cNvPr>
          <p:cNvSpPr>
            <a:spLocks xmlns:a="http://schemas.openxmlformats.org/drawingml/2006/main" noGrp="1"/>
          </p:cNvSpPr>
          <p:nvPr/>
        </p:nvSpPr>
        <p:spPr>
          <a:xfrm xmlns:a="http://schemas.openxmlformats.org/drawingml/2006/main">
            <a:off x="3722227" y="4509518"/>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3" name="Editable chart path">
            <a:extLst xmlns:a="http://schemas.openxmlformats.org/drawingml/2006/main">
              <a:ext uri="{FF2B5EF4-FFF2-40B4-BE49-F238E27FC236}">
                <a16:creationId xmlns:a16="http://schemas.microsoft.com/office/drawing/2014/main" id="{A7459298-DA9B-4759-BF8F-589D6D4270B8}"/>
              </a:ext>
            </a:extLst>
          </p:cNvPr>
          <p:cNvSpPr>
            <a:spLocks xmlns:a="http://schemas.openxmlformats.org/drawingml/2006/main" noGrp="1"/>
          </p:cNvSpPr>
          <p:nvPr/>
        </p:nvSpPr>
        <p:spPr>
          <a:xfrm xmlns:a="http://schemas.openxmlformats.org/drawingml/2006/main">
            <a:off x="3759944" y="426104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4" name="Editable chart path">
            <a:extLst xmlns:a="http://schemas.openxmlformats.org/drawingml/2006/main">
              <a:ext uri="{FF2B5EF4-FFF2-40B4-BE49-F238E27FC236}">
                <a16:creationId xmlns:a16="http://schemas.microsoft.com/office/drawing/2014/main" id="{042C51FC-DA8A-4CE3-9BA7-F13C794648FD}"/>
              </a:ext>
            </a:extLst>
          </p:cNvPr>
          <p:cNvSpPr>
            <a:spLocks xmlns:a="http://schemas.openxmlformats.org/drawingml/2006/main" noGrp="1"/>
          </p:cNvSpPr>
          <p:nvPr/>
        </p:nvSpPr>
        <p:spPr>
          <a:xfrm xmlns:a="http://schemas.openxmlformats.org/drawingml/2006/main">
            <a:off x="4162254" y="451764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5" name="Editable chart path">
            <a:extLst xmlns:a="http://schemas.openxmlformats.org/drawingml/2006/main">
              <a:ext uri="{FF2B5EF4-FFF2-40B4-BE49-F238E27FC236}">
                <a16:creationId xmlns:a16="http://schemas.microsoft.com/office/drawing/2014/main" id="{52E86E31-D69C-45A8-B6E4-333207C21C78}"/>
              </a:ext>
            </a:extLst>
          </p:cNvPr>
          <p:cNvSpPr>
            <a:spLocks xmlns:a="http://schemas.openxmlformats.org/drawingml/2006/main" noGrp="1"/>
          </p:cNvSpPr>
          <p:nvPr/>
        </p:nvSpPr>
        <p:spPr>
          <a:xfrm xmlns:a="http://schemas.openxmlformats.org/drawingml/2006/main">
            <a:off x="4216734" y="4546346"/>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6" name="Editable chart path">
            <a:extLst xmlns:a="http://schemas.openxmlformats.org/drawingml/2006/main">
              <a:ext uri="{FF2B5EF4-FFF2-40B4-BE49-F238E27FC236}">
                <a16:creationId xmlns:a16="http://schemas.microsoft.com/office/drawing/2014/main" id="{65C0AA76-3B0D-4A7E-8EFE-910CAC92A4F8}"/>
              </a:ext>
            </a:extLst>
          </p:cNvPr>
          <p:cNvSpPr>
            <a:spLocks xmlns:a="http://schemas.openxmlformats.org/drawingml/2006/main" noGrp="1"/>
          </p:cNvSpPr>
          <p:nvPr/>
        </p:nvSpPr>
        <p:spPr>
          <a:xfrm xmlns:a="http://schemas.openxmlformats.org/drawingml/2006/main">
            <a:off x="4275404" y="457049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7" name="Editable chart path">
            <a:extLst xmlns:a="http://schemas.openxmlformats.org/drawingml/2006/main">
              <a:ext uri="{FF2B5EF4-FFF2-40B4-BE49-F238E27FC236}">
                <a16:creationId xmlns:a16="http://schemas.microsoft.com/office/drawing/2014/main" id="{914F630D-E3F5-4C27-9527-E6855A1F706D}"/>
              </a:ext>
            </a:extLst>
          </p:cNvPr>
          <p:cNvSpPr>
            <a:spLocks xmlns:a="http://schemas.openxmlformats.org/drawingml/2006/main" noGrp="1"/>
          </p:cNvSpPr>
          <p:nvPr/>
        </p:nvSpPr>
        <p:spPr>
          <a:xfrm xmlns:a="http://schemas.openxmlformats.org/drawingml/2006/main">
            <a:off x="4279595" y="4541085"/>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8" name="Editable chart path">
            <a:extLst xmlns:a="http://schemas.openxmlformats.org/drawingml/2006/main">
              <a:ext uri="{FF2B5EF4-FFF2-40B4-BE49-F238E27FC236}">
                <a16:creationId xmlns:a16="http://schemas.microsoft.com/office/drawing/2014/main" id="{BA441BF6-F769-4584-A372-D30D3E12E458}"/>
              </a:ext>
            </a:extLst>
          </p:cNvPr>
          <p:cNvSpPr>
            <a:spLocks xmlns:a="http://schemas.openxmlformats.org/drawingml/2006/main" noGrp="1"/>
          </p:cNvSpPr>
          <p:nvPr/>
        </p:nvSpPr>
        <p:spPr>
          <a:xfrm xmlns:a="http://schemas.openxmlformats.org/drawingml/2006/main">
            <a:off x="4283786" y="453295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79" name="Editable chart path">
            <a:extLst xmlns:a="http://schemas.openxmlformats.org/drawingml/2006/main">
              <a:ext uri="{FF2B5EF4-FFF2-40B4-BE49-F238E27FC236}">
                <a16:creationId xmlns:a16="http://schemas.microsoft.com/office/drawing/2014/main" id="{3CCA6F4F-79E7-4D25-8215-9FA8B0F6F36B}"/>
              </a:ext>
            </a:extLst>
          </p:cNvPr>
          <p:cNvSpPr>
            <a:spLocks xmlns:a="http://schemas.openxmlformats.org/drawingml/2006/main" noGrp="1"/>
          </p:cNvSpPr>
          <p:nvPr/>
        </p:nvSpPr>
        <p:spPr>
          <a:xfrm xmlns:a="http://schemas.openxmlformats.org/drawingml/2006/main">
            <a:off x="4292167" y="4603262"/>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0" name="Editable chart path">
            <a:extLst xmlns:a="http://schemas.openxmlformats.org/drawingml/2006/main">
              <a:ext uri="{FF2B5EF4-FFF2-40B4-BE49-F238E27FC236}">
                <a16:creationId xmlns:a16="http://schemas.microsoft.com/office/drawing/2014/main" id="{6D8B290D-D6E9-4A78-B956-B560F843DA1B}"/>
              </a:ext>
            </a:extLst>
          </p:cNvPr>
          <p:cNvSpPr>
            <a:spLocks xmlns:a="http://schemas.openxmlformats.org/drawingml/2006/main" noGrp="1"/>
          </p:cNvSpPr>
          <p:nvPr/>
        </p:nvSpPr>
        <p:spPr>
          <a:xfrm xmlns:a="http://schemas.openxmlformats.org/drawingml/2006/main">
            <a:off x="4447224" y="4406687"/>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1" name="Editable chart path">
            <a:extLst xmlns:a="http://schemas.openxmlformats.org/drawingml/2006/main">
              <a:ext uri="{FF2B5EF4-FFF2-40B4-BE49-F238E27FC236}">
                <a16:creationId xmlns:a16="http://schemas.microsoft.com/office/drawing/2014/main" id="{2E0574BE-6FD4-458C-B1F6-A0EF56F5AB81}"/>
              </a:ext>
            </a:extLst>
          </p:cNvPr>
          <p:cNvSpPr>
            <a:spLocks xmlns:a="http://schemas.openxmlformats.org/drawingml/2006/main" noGrp="1"/>
          </p:cNvSpPr>
          <p:nvPr/>
        </p:nvSpPr>
        <p:spPr>
          <a:xfrm xmlns:a="http://schemas.openxmlformats.org/drawingml/2006/main">
            <a:off x="4472369" y="460302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2" name="Editable chart path">
            <a:extLst xmlns:a="http://schemas.openxmlformats.org/drawingml/2006/main">
              <a:ext uri="{FF2B5EF4-FFF2-40B4-BE49-F238E27FC236}">
                <a16:creationId xmlns:a16="http://schemas.microsoft.com/office/drawing/2014/main" id="{97A891FA-C040-4BEF-9BE1-471DBFFD28F4}"/>
              </a:ext>
            </a:extLst>
          </p:cNvPr>
          <p:cNvSpPr>
            <a:spLocks xmlns:a="http://schemas.openxmlformats.org/drawingml/2006/main" noGrp="1"/>
          </p:cNvSpPr>
          <p:nvPr/>
        </p:nvSpPr>
        <p:spPr>
          <a:xfrm xmlns:a="http://schemas.openxmlformats.org/drawingml/2006/main">
            <a:off x="4568756" y="4503778"/>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3" name="Editable chart path">
            <a:extLst xmlns:a="http://schemas.openxmlformats.org/drawingml/2006/main">
              <a:ext uri="{FF2B5EF4-FFF2-40B4-BE49-F238E27FC236}">
                <a16:creationId xmlns:a16="http://schemas.microsoft.com/office/drawing/2014/main" id="{AC468936-5305-4AA6-91EE-6DC83F5F3459}"/>
              </a:ext>
            </a:extLst>
          </p:cNvPr>
          <p:cNvSpPr>
            <a:spLocks xmlns:a="http://schemas.openxmlformats.org/drawingml/2006/main" noGrp="1"/>
          </p:cNvSpPr>
          <p:nvPr/>
        </p:nvSpPr>
        <p:spPr>
          <a:xfrm xmlns:a="http://schemas.openxmlformats.org/drawingml/2006/main">
            <a:off x="4656761" y="443801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4" name="Editable chart path">
            <a:extLst xmlns:a="http://schemas.openxmlformats.org/drawingml/2006/main">
              <a:ext uri="{FF2B5EF4-FFF2-40B4-BE49-F238E27FC236}">
                <a16:creationId xmlns:a16="http://schemas.microsoft.com/office/drawing/2014/main" id="{28D56AB3-658E-46E0-80DE-88F43E2CB424}"/>
              </a:ext>
            </a:extLst>
          </p:cNvPr>
          <p:cNvSpPr>
            <a:spLocks xmlns:a="http://schemas.openxmlformats.org/drawingml/2006/main" noGrp="1"/>
          </p:cNvSpPr>
          <p:nvPr/>
        </p:nvSpPr>
        <p:spPr>
          <a:xfrm xmlns:a="http://schemas.openxmlformats.org/drawingml/2006/main">
            <a:off x="4660952" y="4454515"/>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5" name="Editable chart path">
            <a:extLst xmlns:a="http://schemas.openxmlformats.org/drawingml/2006/main">
              <a:ext uri="{FF2B5EF4-FFF2-40B4-BE49-F238E27FC236}">
                <a16:creationId xmlns:a16="http://schemas.microsoft.com/office/drawing/2014/main" id="{3F52B338-D5CC-4482-98FB-63320A246F28}"/>
              </a:ext>
            </a:extLst>
          </p:cNvPr>
          <p:cNvSpPr>
            <a:spLocks xmlns:a="http://schemas.openxmlformats.org/drawingml/2006/main" noGrp="1"/>
          </p:cNvSpPr>
          <p:nvPr/>
        </p:nvSpPr>
        <p:spPr>
          <a:xfrm xmlns:a="http://schemas.openxmlformats.org/drawingml/2006/main">
            <a:off x="4665143" y="447005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6" name="Editable chart path">
            <a:extLst xmlns:a="http://schemas.openxmlformats.org/drawingml/2006/main">
              <a:ext uri="{FF2B5EF4-FFF2-40B4-BE49-F238E27FC236}">
                <a16:creationId xmlns:a16="http://schemas.microsoft.com/office/drawing/2014/main" id="{C3056402-1380-4A17-B989-06F1870C1ABC}"/>
              </a:ext>
            </a:extLst>
          </p:cNvPr>
          <p:cNvSpPr>
            <a:spLocks xmlns:a="http://schemas.openxmlformats.org/drawingml/2006/main" noGrp="1"/>
          </p:cNvSpPr>
          <p:nvPr/>
        </p:nvSpPr>
        <p:spPr>
          <a:xfrm xmlns:a="http://schemas.openxmlformats.org/drawingml/2006/main">
            <a:off x="4677715" y="4632198"/>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7" name="Editable chart path">
            <a:extLst xmlns:a="http://schemas.openxmlformats.org/drawingml/2006/main">
              <a:ext uri="{FF2B5EF4-FFF2-40B4-BE49-F238E27FC236}">
                <a16:creationId xmlns:a16="http://schemas.microsoft.com/office/drawing/2014/main" id="{01D31980-FDDC-4A46-8D3B-73EE0EBFA034}"/>
              </a:ext>
            </a:extLst>
          </p:cNvPr>
          <p:cNvSpPr>
            <a:spLocks xmlns:a="http://schemas.openxmlformats.org/drawingml/2006/main" noGrp="1"/>
          </p:cNvSpPr>
          <p:nvPr/>
        </p:nvSpPr>
        <p:spPr>
          <a:xfrm xmlns:a="http://schemas.openxmlformats.org/drawingml/2006/main">
            <a:off x="4681906" y="461402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8" name="Editable chart path">
            <a:extLst xmlns:a="http://schemas.openxmlformats.org/drawingml/2006/main">
              <a:ext uri="{FF2B5EF4-FFF2-40B4-BE49-F238E27FC236}">
                <a16:creationId xmlns:a16="http://schemas.microsoft.com/office/drawing/2014/main" id="{9CBB1EC3-E8BF-4319-8C16-179FD5276D65}"/>
              </a:ext>
            </a:extLst>
          </p:cNvPr>
          <p:cNvSpPr>
            <a:spLocks xmlns:a="http://schemas.openxmlformats.org/drawingml/2006/main" noGrp="1"/>
          </p:cNvSpPr>
          <p:nvPr/>
        </p:nvSpPr>
        <p:spPr>
          <a:xfrm xmlns:a="http://schemas.openxmlformats.org/drawingml/2006/main">
            <a:off x="4686096" y="457743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89" name="Editable chart path">
            <a:extLst xmlns:a="http://schemas.openxmlformats.org/drawingml/2006/main">
              <a:ext uri="{FF2B5EF4-FFF2-40B4-BE49-F238E27FC236}">
                <a16:creationId xmlns:a16="http://schemas.microsoft.com/office/drawing/2014/main" id="{617EC2D7-4B73-4CCC-8C29-8F4A1AA74B47}"/>
              </a:ext>
            </a:extLst>
          </p:cNvPr>
          <p:cNvSpPr>
            <a:spLocks xmlns:a="http://schemas.openxmlformats.org/drawingml/2006/main" noGrp="1"/>
          </p:cNvSpPr>
          <p:nvPr/>
        </p:nvSpPr>
        <p:spPr>
          <a:xfrm xmlns:a="http://schemas.openxmlformats.org/drawingml/2006/main">
            <a:off x="4711241" y="4545150"/>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0" name="Editable chart path">
            <a:extLst xmlns:a="http://schemas.openxmlformats.org/drawingml/2006/main">
              <a:ext uri="{FF2B5EF4-FFF2-40B4-BE49-F238E27FC236}">
                <a16:creationId xmlns:a16="http://schemas.microsoft.com/office/drawing/2014/main" id="{8A77B6D7-44EE-4417-9A6C-2BB90AD6B445}"/>
              </a:ext>
            </a:extLst>
          </p:cNvPr>
          <p:cNvSpPr>
            <a:spLocks xmlns:a="http://schemas.openxmlformats.org/drawingml/2006/main" noGrp="1"/>
          </p:cNvSpPr>
          <p:nvPr/>
        </p:nvSpPr>
        <p:spPr>
          <a:xfrm xmlns:a="http://schemas.openxmlformats.org/drawingml/2006/main">
            <a:off x="4807628" y="4513105"/>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1" name="Editable chart path">
            <a:extLst xmlns:a="http://schemas.openxmlformats.org/drawingml/2006/main">
              <a:ext uri="{FF2B5EF4-FFF2-40B4-BE49-F238E27FC236}">
                <a16:creationId xmlns:a16="http://schemas.microsoft.com/office/drawing/2014/main" id="{1236F4CF-2F10-44FD-B78F-A559F0C97613}"/>
              </a:ext>
            </a:extLst>
          </p:cNvPr>
          <p:cNvSpPr>
            <a:spLocks xmlns:a="http://schemas.openxmlformats.org/drawingml/2006/main" noGrp="1"/>
          </p:cNvSpPr>
          <p:nvPr/>
        </p:nvSpPr>
        <p:spPr>
          <a:xfrm xmlns:a="http://schemas.openxmlformats.org/drawingml/2006/main">
            <a:off x="4824391" y="4590587"/>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2" name="Editable chart path">
            <a:extLst xmlns:a="http://schemas.openxmlformats.org/drawingml/2006/main">
              <a:ext uri="{FF2B5EF4-FFF2-40B4-BE49-F238E27FC236}">
                <a16:creationId xmlns:a16="http://schemas.microsoft.com/office/drawing/2014/main" id="{F6D1854F-39F3-4C73-9DD8-95DC5A338DE6}"/>
              </a:ext>
            </a:extLst>
          </p:cNvPr>
          <p:cNvSpPr>
            <a:spLocks xmlns:a="http://schemas.openxmlformats.org/drawingml/2006/main" noGrp="1"/>
          </p:cNvSpPr>
          <p:nvPr/>
        </p:nvSpPr>
        <p:spPr>
          <a:xfrm xmlns:a="http://schemas.openxmlformats.org/drawingml/2006/main">
            <a:off x="4996211" y="4548976"/>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3" name="Editable chart path">
            <a:extLst xmlns:a="http://schemas.openxmlformats.org/drawingml/2006/main">
              <a:ext uri="{FF2B5EF4-FFF2-40B4-BE49-F238E27FC236}">
                <a16:creationId xmlns:a16="http://schemas.microsoft.com/office/drawing/2014/main" id="{70166E98-0FE1-4968-A9B0-278F7D58CD2C}"/>
              </a:ext>
            </a:extLst>
          </p:cNvPr>
          <p:cNvSpPr>
            <a:spLocks xmlns:a="http://schemas.openxmlformats.org/drawingml/2006/main" noGrp="1"/>
          </p:cNvSpPr>
          <p:nvPr/>
        </p:nvSpPr>
        <p:spPr>
          <a:xfrm xmlns:a="http://schemas.openxmlformats.org/drawingml/2006/main">
            <a:off x="5000402" y="456069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4" name="Editable chart path">
            <a:extLst xmlns:a="http://schemas.openxmlformats.org/drawingml/2006/main">
              <a:ext uri="{FF2B5EF4-FFF2-40B4-BE49-F238E27FC236}">
                <a16:creationId xmlns:a16="http://schemas.microsoft.com/office/drawing/2014/main" id="{381353BD-4EEB-414D-87F7-6B4399567C32}"/>
              </a:ext>
            </a:extLst>
          </p:cNvPr>
          <p:cNvSpPr>
            <a:spLocks xmlns:a="http://schemas.openxmlformats.org/drawingml/2006/main" noGrp="1"/>
          </p:cNvSpPr>
          <p:nvPr/>
        </p:nvSpPr>
        <p:spPr>
          <a:xfrm xmlns:a="http://schemas.openxmlformats.org/drawingml/2006/main">
            <a:off x="5004592" y="453701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5" name="Editable chart path">
            <a:extLst xmlns:a="http://schemas.openxmlformats.org/drawingml/2006/main">
              <a:ext uri="{FF2B5EF4-FFF2-40B4-BE49-F238E27FC236}">
                <a16:creationId xmlns:a16="http://schemas.microsoft.com/office/drawing/2014/main" id="{998F4FED-3F2C-4DE3-97F8-72BA0EDEB78D}"/>
              </a:ext>
            </a:extLst>
          </p:cNvPr>
          <p:cNvSpPr>
            <a:spLocks xmlns:a="http://schemas.openxmlformats.org/drawingml/2006/main" noGrp="1"/>
          </p:cNvSpPr>
          <p:nvPr/>
        </p:nvSpPr>
        <p:spPr>
          <a:xfrm xmlns:a="http://schemas.openxmlformats.org/drawingml/2006/main">
            <a:off x="5142887" y="459441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6" name="Editable chart path">
            <a:extLst xmlns:a="http://schemas.openxmlformats.org/drawingml/2006/main">
              <a:ext uri="{FF2B5EF4-FFF2-40B4-BE49-F238E27FC236}">
                <a16:creationId xmlns:a16="http://schemas.microsoft.com/office/drawing/2014/main" id="{217F6F84-FCD7-4417-8578-907AC5658EB5}"/>
              </a:ext>
            </a:extLst>
          </p:cNvPr>
          <p:cNvSpPr>
            <a:spLocks xmlns:a="http://schemas.openxmlformats.org/drawingml/2006/main" noGrp="1"/>
          </p:cNvSpPr>
          <p:nvPr/>
        </p:nvSpPr>
        <p:spPr>
          <a:xfrm xmlns:a="http://schemas.openxmlformats.org/drawingml/2006/main">
            <a:off x="5147077" y="4590348"/>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7" name="Editable chart path">
            <a:extLst xmlns:a="http://schemas.openxmlformats.org/drawingml/2006/main">
              <a:ext uri="{FF2B5EF4-FFF2-40B4-BE49-F238E27FC236}">
                <a16:creationId xmlns:a16="http://schemas.microsoft.com/office/drawing/2014/main" id="{4F6C205F-C18A-439A-B379-A17721CEF245}"/>
              </a:ext>
            </a:extLst>
          </p:cNvPr>
          <p:cNvSpPr>
            <a:spLocks xmlns:a="http://schemas.openxmlformats.org/drawingml/2006/main" noGrp="1"/>
          </p:cNvSpPr>
          <p:nvPr/>
        </p:nvSpPr>
        <p:spPr>
          <a:xfrm xmlns:a="http://schemas.openxmlformats.org/drawingml/2006/main">
            <a:off x="5742162" y="4571695"/>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8" name="Editable chart path">
            <a:extLst xmlns:a="http://schemas.openxmlformats.org/drawingml/2006/main">
              <a:ext uri="{FF2B5EF4-FFF2-40B4-BE49-F238E27FC236}">
                <a16:creationId xmlns:a16="http://schemas.microsoft.com/office/drawing/2014/main" id="{39229DA1-44C8-4245-8628-567BD67593DA}"/>
              </a:ext>
            </a:extLst>
          </p:cNvPr>
          <p:cNvSpPr>
            <a:spLocks xmlns:a="http://schemas.openxmlformats.org/drawingml/2006/main" noGrp="1"/>
          </p:cNvSpPr>
          <p:nvPr/>
        </p:nvSpPr>
        <p:spPr>
          <a:xfrm xmlns:a="http://schemas.openxmlformats.org/drawingml/2006/main">
            <a:off x="5746352" y="452721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199" name="Editable chart path">
            <a:extLst xmlns:a="http://schemas.openxmlformats.org/drawingml/2006/main">
              <a:ext uri="{FF2B5EF4-FFF2-40B4-BE49-F238E27FC236}">
                <a16:creationId xmlns:a16="http://schemas.microsoft.com/office/drawing/2014/main" id="{29209535-6684-493B-8843-995C952575BE}"/>
              </a:ext>
            </a:extLst>
          </p:cNvPr>
          <p:cNvSpPr>
            <a:spLocks xmlns:a="http://schemas.openxmlformats.org/drawingml/2006/main" noGrp="1"/>
          </p:cNvSpPr>
          <p:nvPr/>
        </p:nvSpPr>
        <p:spPr>
          <a:xfrm xmlns:a="http://schemas.openxmlformats.org/drawingml/2006/main">
            <a:off x="5763115" y="4632915"/>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0" name="Editable chart path">
            <a:extLst xmlns:a="http://schemas.openxmlformats.org/drawingml/2006/main">
              <a:ext uri="{FF2B5EF4-FFF2-40B4-BE49-F238E27FC236}">
                <a16:creationId xmlns:a16="http://schemas.microsoft.com/office/drawing/2014/main" id="{C65CF552-C747-4EBD-87B9-01844518E1DF}"/>
              </a:ext>
            </a:extLst>
          </p:cNvPr>
          <p:cNvSpPr>
            <a:spLocks xmlns:a="http://schemas.openxmlformats.org/drawingml/2006/main" noGrp="1"/>
          </p:cNvSpPr>
          <p:nvPr/>
        </p:nvSpPr>
        <p:spPr>
          <a:xfrm xmlns:a="http://schemas.openxmlformats.org/drawingml/2006/main">
            <a:off x="6157045" y="4637220"/>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1" name="Editable chart path">
            <a:extLst xmlns:a="http://schemas.openxmlformats.org/drawingml/2006/main">
              <a:ext uri="{FF2B5EF4-FFF2-40B4-BE49-F238E27FC236}">
                <a16:creationId xmlns:a16="http://schemas.microsoft.com/office/drawing/2014/main" id="{68C7FC0C-D600-4A32-8333-A76D8F3A6DB0}"/>
              </a:ext>
            </a:extLst>
          </p:cNvPr>
          <p:cNvSpPr>
            <a:spLocks xmlns:a="http://schemas.openxmlformats.org/drawingml/2006/main" noGrp="1"/>
          </p:cNvSpPr>
          <p:nvPr/>
        </p:nvSpPr>
        <p:spPr>
          <a:xfrm xmlns:a="http://schemas.openxmlformats.org/drawingml/2006/main">
            <a:off x="6299530" y="463124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2" name="Editable chart path">
            <a:extLst xmlns:a="http://schemas.openxmlformats.org/drawingml/2006/main">
              <a:ext uri="{FF2B5EF4-FFF2-40B4-BE49-F238E27FC236}">
                <a16:creationId xmlns:a16="http://schemas.microsoft.com/office/drawing/2014/main" id="{2A51FC3B-A3A1-4F82-A05E-5789986F5AA5}"/>
              </a:ext>
            </a:extLst>
          </p:cNvPr>
          <p:cNvSpPr>
            <a:spLocks xmlns:a="http://schemas.openxmlformats.org/drawingml/2006/main" noGrp="1"/>
          </p:cNvSpPr>
          <p:nvPr/>
        </p:nvSpPr>
        <p:spPr>
          <a:xfrm xmlns:a="http://schemas.openxmlformats.org/drawingml/2006/main">
            <a:off x="6521638" y="4624306"/>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3" name="Editable chart path">
            <a:extLst xmlns:a="http://schemas.openxmlformats.org/drawingml/2006/main">
              <a:ext uri="{FF2B5EF4-FFF2-40B4-BE49-F238E27FC236}">
                <a16:creationId xmlns:a16="http://schemas.microsoft.com/office/drawing/2014/main" id="{0D414277-3A55-433D-85B7-D13272810D8C}"/>
              </a:ext>
            </a:extLst>
          </p:cNvPr>
          <p:cNvSpPr>
            <a:spLocks xmlns:a="http://schemas.openxmlformats.org/drawingml/2006/main" noGrp="1"/>
          </p:cNvSpPr>
          <p:nvPr/>
        </p:nvSpPr>
        <p:spPr>
          <a:xfrm xmlns:a="http://schemas.openxmlformats.org/drawingml/2006/main">
            <a:off x="6525829" y="462908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4" name="Editable chart path">
            <a:extLst xmlns:a="http://schemas.openxmlformats.org/drawingml/2006/main">
              <a:ext uri="{FF2B5EF4-FFF2-40B4-BE49-F238E27FC236}">
                <a16:creationId xmlns:a16="http://schemas.microsoft.com/office/drawing/2014/main" id="{7CE8E09B-EBBC-42F4-AAB8-2623EF9F1B9B}"/>
              </a:ext>
            </a:extLst>
          </p:cNvPr>
          <p:cNvSpPr>
            <a:spLocks xmlns:a="http://schemas.openxmlformats.org/drawingml/2006/main" noGrp="1"/>
          </p:cNvSpPr>
          <p:nvPr/>
        </p:nvSpPr>
        <p:spPr>
          <a:xfrm xmlns:a="http://schemas.openxmlformats.org/drawingml/2006/main">
            <a:off x="6622216" y="449397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5" name="Editable chart path">
            <a:extLst xmlns:a="http://schemas.openxmlformats.org/drawingml/2006/main">
              <a:ext uri="{FF2B5EF4-FFF2-40B4-BE49-F238E27FC236}">
                <a16:creationId xmlns:a16="http://schemas.microsoft.com/office/drawing/2014/main" id="{0B33119B-4839-412C-8A93-9609D27D2783}"/>
              </a:ext>
            </a:extLst>
          </p:cNvPr>
          <p:cNvSpPr>
            <a:spLocks xmlns:a="http://schemas.openxmlformats.org/drawingml/2006/main" noGrp="1"/>
          </p:cNvSpPr>
          <p:nvPr/>
        </p:nvSpPr>
        <p:spPr>
          <a:xfrm xmlns:a="http://schemas.openxmlformats.org/drawingml/2006/main">
            <a:off x="6626407" y="456954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6" name="Editable chart path">
            <a:extLst xmlns:a="http://schemas.openxmlformats.org/drawingml/2006/main">
              <a:ext uri="{FF2B5EF4-FFF2-40B4-BE49-F238E27FC236}">
                <a16:creationId xmlns:a16="http://schemas.microsoft.com/office/drawing/2014/main" id="{F2C9C556-0835-400B-8C18-DBC5865A04C8}"/>
              </a:ext>
            </a:extLst>
          </p:cNvPr>
          <p:cNvSpPr>
            <a:spLocks xmlns:a="http://schemas.openxmlformats.org/drawingml/2006/main" noGrp="1"/>
          </p:cNvSpPr>
          <p:nvPr/>
        </p:nvSpPr>
        <p:spPr>
          <a:xfrm xmlns:a="http://schemas.openxmlformats.org/drawingml/2006/main">
            <a:off x="6676696" y="460015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7" name="Editable chart path">
            <a:extLst xmlns:a="http://schemas.openxmlformats.org/drawingml/2006/main">
              <a:ext uri="{FF2B5EF4-FFF2-40B4-BE49-F238E27FC236}">
                <a16:creationId xmlns:a16="http://schemas.microsoft.com/office/drawing/2014/main" id="{229BB697-A604-4B7D-9E38-42E2DFAB4E93}"/>
              </a:ext>
            </a:extLst>
          </p:cNvPr>
          <p:cNvSpPr>
            <a:spLocks xmlns:a="http://schemas.openxmlformats.org/drawingml/2006/main" noGrp="1"/>
          </p:cNvSpPr>
          <p:nvPr/>
        </p:nvSpPr>
        <p:spPr>
          <a:xfrm xmlns:a="http://schemas.openxmlformats.org/drawingml/2006/main">
            <a:off x="6680886" y="4545868"/>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8" name="Editable chart path">
            <a:extLst xmlns:a="http://schemas.openxmlformats.org/drawingml/2006/main">
              <a:ext uri="{FF2B5EF4-FFF2-40B4-BE49-F238E27FC236}">
                <a16:creationId xmlns:a16="http://schemas.microsoft.com/office/drawing/2014/main" id="{B5E59D3B-1924-41CF-BE93-8CFE748E2253}"/>
              </a:ext>
            </a:extLst>
          </p:cNvPr>
          <p:cNvSpPr>
            <a:spLocks xmlns:a="http://schemas.openxmlformats.org/drawingml/2006/main" noGrp="1"/>
          </p:cNvSpPr>
          <p:nvPr/>
        </p:nvSpPr>
        <p:spPr>
          <a:xfrm xmlns:a="http://schemas.openxmlformats.org/drawingml/2006/main">
            <a:off x="6718603" y="455615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09" name="Editable chart path">
            <a:extLst xmlns:a="http://schemas.openxmlformats.org/drawingml/2006/main">
              <a:ext uri="{FF2B5EF4-FFF2-40B4-BE49-F238E27FC236}">
                <a16:creationId xmlns:a16="http://schemas.microsoft.com/office/drawing/2014/main" id="{C46C0A97-F587-4803-9127-4F0B34AF7930}"/>
              </a:ext>
            </a:extLst>
          </p:cNvPr>
          <p:cNvSpPr>
            <a:spLocks xmlns:a="http://schemas.openxmlformats.org/drawingml/2006/main" noGrp="1"/>
          </p:cNvSpPr>
          <p:nvPr/>
        </p:nvSpPr>
        <p:spPr>
          <a:xfrm xmlns:a="http://schemas.openxmlformats.org/drawingml/2006/main">
            <a:off x="6722794" y="4602066"/>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0" name="Editable chart path">
            <a:extLst xmlns:a="http://schemas.openxmlformats.org/drawingml/2006/main">
              <a:ext uri="{FF2B5EF4-FFF2-40B4-BE49-F238E27FC236}">
                <a16:creationId xmlns:a16="http://schemas.microsoft.com/office/drawing/2014/main" id="{C5B7F039-8DA1-46C0-B706-75B60BD0F8A2}"/>
              </a:ext>
            </a:extLst>
          </p:cNvPr>
          <p:cNvSpPr>
            <a:spLocks xmlns:a="http://schemas.openxmlformats.org/drawingml/2006/main" noGrp="1"/>
          </p:cNvSpPr>
          <p:nvPr/>
        </p:nvSpPr>
        <p:spPr>
          <a:xfrm xmlns:a="http://schemas.openxmlformats.org/drawingml/2006/main">
            <a:off x="6731175" y="4601110"/>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1" name="Editable chart path">
            <a:extLst xmlns:a="http://schemas.openxmlformats.org/drawingml/2006/main">
              <a:ext uri="{FF2B5EF4-FFF2-40B4-BE49-F238E27FC236}">
                <a16:creationId xmlns:a16="http://schemas.microsoft.com/office/drawing/2014/main" id="{A665FE3E-CCB1-4F48-8942-72D3EE7E20C1}"/>
              </a:ext>
            </a:extLst>
          </p:cNvPr>
          <p:cNvSpPr>
            <a:spLocks xmlns:a="http://schemas.openxmlformats.org/drawingml/2006/main" noGrp="1"/>
          </p:cNvSpPr>
          <p:nvPr/>
        </p:nvSpPr>
        <p:spPr>
          <a:xfrm xmlns:a="http://schemas.openxmlformats.org/drawingml/2006/main">
            <a:off x="6823371" y="461521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2" name="Editable chart path">
            <a:extLst xmlns:a="http://schemas.openxmlformats.org/drawingml/2006/main">
              <a:ext uri="{FF2B5EF4-FFF2-40B4-BE49-F238E27FC236}">
                <a16:creationId xmlns:a16="http://schemas.microsoft.com/office/drawing/2014/main" id="{569865A1-B430-4FBC-A4DB-BAE59B6164A8}"/>
              </a:ext>
            </a:extLst>
          </p:cNvPr>
          <p:cNvSpPr>
            <a:spLocks xmlns:a="http://schemas.openxmlformats.org/drawingml/2006/main" noGrp="1"/>
          </p:cNvSpPr>
          <p:nvPr/>
        </p:nvSpPr>
        <p:spPr>
          <a:xfrm xmlns:a="http://schemas.openxmlformats.org/drawingml/2006/main">
            <a:off x="6827562" y="460637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3" name="Editable chart path">
            <a:extLst xmlns:a="http://schemas.openxmlformats.org/drawingml/2006/main">
              <a:ext uri="{FF2B5EF4-FFF2-40B4-BE49-F238E27FC236}">
                <a16:creationId xmlns:a16="http://schemas.microsoft.com/office/drawing/2014/main" id="{E8BF3B4E-AD7B-4BBA-B1AA-FC057BA3104F}"/>
              </a:ext>
            </a:extLst>
          </p:cNvPr>
          <p:cNvSpPr>
            <a:spLocks xmlns:a="http://schemas.openxmlformats.org/drawingml/2006/main" noGrp="1"/>
          </p:cNvSpPr>
          <p:nvPr/>
        </p:nvSpPr>
        <p:spPr>
          <a:xfrm xmlns:a="http://schemas.openxmlformats.org/drawingml/2006/main">
            <a:off x="6831753" y="4605414"/>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4" name="Editable chart path">
            <a:extLst xmlns:a="http://schemas.openxmlformats.org/drawingml/2006/main">
              <a:ext uri="{FF2B5EF4-FFF2-40B4-BE49-F238E27FC236}">
                <a16:creationId xmlns:a16="http://schemas.microsoft.com/office/drawing/2014/main" id="{A1754C5C-DF70-481D-8A1A-6132D3A29E3D}"/>
              </a:ext>
            </a:extLst>
          </p:cNvPr>
          <p:cNvSpPr>
            <a:spLocks xmlns:a="http://schemas.openxmlformats.org/drawingml/2006/main" noGrp="1"/>
          </p:cNvSpPr>
          <p:nvPr/>
        </p:nvSpPr>
        <p:spPr>
          <a:xfrm xmlns:a="http://schemas.openxmlformats.org/drawingml/2006/main">
            <a:off x="6890423" y="459513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5" name="Editable chart path">
            <a:extLst xmlns:a="http://schemas.openxmlformats.org/drawingml/2006/main">
              <a:ext uri="{FF2B5EF4-FFF2-40B4-BE49-F238E27FC236}">
                <a16:creationId xmlns:a16="http://schemas.microsoft.com/office/drawing/2014/main" id="{5CF5E95E-8505-4F1D-84F2-B5853424CEDE}"/>
              </a:ext>
            </a:extLst>
          </p:cNvPr>
          <p:cNvSpPr>
            <a:spLocks xmlns:a="http://schemas.openxmlformats.org/drawingml/2006/main" noGrp="1"/>
          </p:cNvSpPr>
          <p:nvPr/>
        </p:nvSpPr>
        <p:spPr>
          <a:xfrm xmlns:a="http://schemas.openxmlformats.org/drawingml/2006/main">
            <a:off x="7192156" y="4640568"/>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6" name="Editable chart path">
            <a:extLst xmlns:a="http://schemas.openxmlformats.org/drawingml/2006/main">
              <a:ext uri="{FF2B5EF4-FFF2-40B4-BE49-F238E27FC236}">
                <a16:creationId xmlns:a16="http://schemas.microsoft.com/office/drawing/2014/main" id="{43276DA4-A1EA-47DC-8EF2-EB4338339F89}"/>
              </a:ext>
            </a:extLst>
          </p:cNvPr>
          <p:cNvSpPr>
            <a:spLocks xmlns:a="http://schemas.openxmlformats.org/drawingml/2006/main" noGrp="1"/>
          </p:cNvSpPr>
          <p:nvPr/>
        </p:nvSpPr>
        <p:spPr>
          <a:xfrm xmlns:a="http://schemas.openxmlformats.org/drawingml/2006/main">
            <a:off x="7275971" y="416228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7" name="Editable chart path">
            <a:extLst xmlns:a="http://schemas.openxmlformats.org/drawingml/2006/main">
              <a:ext uri="{FF2B5EF4-FFF2-40B4-BE49-F238E27FC236}">
                <a16:creationId xmlns:a16="http://schemas.microsoft.com/office/drawing/2014/main" id="{765E5D21-CB11-4C37-B48B-5DB9E3C520FF}"/>
              </a:ext>
            </a:extLst>
          </p:cNvPr>
          <p:cNvSpPr>
            <a:spLocks xmlns:a="http://schemas.openxmlformats.org/drawingml/2006/main" noGrp="1"/>
          </p:cNvSpPr>
          <p:nvPr/>
        </p:nvSpPr>
        <p:spPr>
          <a:xfrm xmlns:a="http://schemas.openxmlformats.org/drawingml/2006/main">
            <a:off x="7305306" y="411469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8" name="Editable chart path">
            <a:extLst xmlns:a="http://schemas.openxmlformats.org/drawingml/2006/main">
              <a:ext uri="{FF2B5EF4-FFF2-40B4-BE49-F238E27FC236}">
                <a16:creationId xmlns:a16="http://schemas.microsoft.com/office/drawing/2014/main" id="{6D849D6A-1F41-43DE-8967-3F95B9488EE9}"/>
              </a:ext>
            </a:extLst>
          </p:cNvPr>
          <p:cNvSpPr>
            <a:spLocks xmlns:a="http://schemas.openxmlformats.org/drawingml/2006/main" noGrp="1"/>
          </p:cNvSpPr>
          <p:nvPr/>
        </p:nvSpPr>
        <p:spPr>
          <a:xfrm xmlns:a="http://schemas.openxmlformats.org/drawingml/2006/main">
            <a:off x="7309497" y="424933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19" name="Editable chart path">
            <a:extLst xmlns:a="http://schemas.openxmlformats.org/drawingml/2006/main">
              <a:ext uri="{FF2B5EF4-FFF2-40B4-BE49-F238E27FC236}">
                <a16:creationId xmlns:a16="http://schemas.microsoft.com/office/drawing/2014/main" id="{B76B57C1-C7F7-42DB-B73E-D0243BFFFBEE}"/>
              </a:ext>
            </a:extLst>
          </p:cNvPr>
          <p:cNvSpPr>
            <a:spLocks xmlns:a="http://schemas.openxmlformats.org/drawingml/2006/main" noGrp="1"/>
          </p:cNvSpPr>
          <p:nvPr/>
        </p:nvSpPr>
        <p:spPr>
          <a:xfrm xmlns:a="http://schemas.openxmlformats.org/drawingml/2006/main">
            <a:off x="7347213" y="463363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0" name="Editable chart path">
            <a:extLst xmlns:a="http://schemas.openxmlformats.org/drawingml/2006/main">
              <a:ext uri="{FF2B5EF4-FFF2-40B4-BE49-F238E27FC236}">
                <a16:creationId xmlns:a16="http://schemas.microsoft.com/office/drawing/2014/main" id="{4EEEE279-79CB-433B-992D-8E761438CCE2}"/>
              </a:ext>
            </a:extLst>
          </p:cNvPr>
          <p:cNvSpPr>
            <a:spLocks xmlns:a="http://schemas.openxmlformats.org/drawingml/2006/main" noGrp="1"/>
          </p:cNvSpPr>
          <p:nvPr/>
        </p:nvSpPr>
        <p:spPr>
          <a:xfrm xmlns:a="http://schemas.openxmlformats.org/drawingml/2006/main">
            <a:off x="7351404" y="4614502"/>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1" name="Editable chart path">
            <a:extLst xmlns:a="http://schemas.openxmlformats.org/drawingml/2006/main">
              <a:ext uri="{FF2B5EF4-FFF2-40B4-BE49-F238E27FC236}">
                <a16:creationId xmlns:a16="http://schemas.microsoft.com/office/drawing/2014/main" id="{8DE48C76-FAA0-4C3C-9924-43F9EF85EA2D}"/>
              </a:ext>
            </a:extLst>
          </p:cNvPr>
          <p:cNvSpPr>
            <a:spLocks xmlns:a="http://schemas.openxmlformats.org/drawingml/2006/main" noGrp="1"/>
          </p:cNvSpPr>
          <p:nvPr/>
        </p:nvSpPr>
        <p:spPr>
          <a:xfrm xmlns:a="http://schemas.openxmlformats.org/drawingml/2006/main">
            <a:off x="7355595" y="4575043"/>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2" name="Editable chart path">
            <a:extLst xmlns:a="http://schemas.openxmlformats.org/drawingml/2006/main">
              <a:ext uri="{FF2B5EF4-FFF2-40B4-BE49-F238E27FC236}">
                <a16:creationId xmlns:a16="http://schemas.microsoft.com/office/drawing/2014/main" id="{6CC40648-98CC-4178-8FBB-04792AF9D4A7}"/>
              </a:ext>
            </a:extLst>
          </p:cNvPr>
          <p:cNvSpPr>
            <a:spLocks xmlns:a="http://schemas.openxmlformats.org/drawingml/2006/main" noGrp="1"/>
          </p:cNvSpPr>
          <p:nvPr/>
        </p:nvSpPr>
        <p:spPr>
          <a:xfrm xmlns:a="http://schemas.openxmlformats.org/drawingml/2006/main">
            <a:off x="7414265" y="4744117"/>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3" name="Editable chart path">
            <a:extLst xmlns:a="http://schemas.openxmlformats.org/drawingml/2006/main">
              <a:ext uri="{FF2B5EF4-FFF2-40B4-BE49-F238E27FC236}">
                <a16:creationId xmlns:a16="http://schemas.microsoft.com/office/drawing/2014/main" id="{F8DDDB76-561A-4926-95FB-22D7B037862C}"/>
              </a:ext>
            </a:extLst>
          </p:cNvPr>
          <p:cNvSpPr>
            <a:spLocks xmlns:a="http://schemas.openxmlformats.org/drawingml/2006/main" noGrp="1"/>
          </p:cNvSpPr>
          <p:nvPr/>
        </p:nvSpPr>
        <p:spPr>
          <a:xfrm xmlns:a="http://schemas.openxmlformats.org/drawingml/2006/main">
            <a:off x="7535796" y="4445189"/>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4" name="Editable chart path">
            <a:extLst xmlns:a="http://schemas.openxmlformats.org/drawingml/2006/main">
              <a:ext uri="{FF2B5EF4-FFF2-40B4-BE49-F238E27FC236}">
                <a16:creationId xmlns:a16="http://schemas.microsoft.com/office/drawing/2014/main" id="{84D34C0D-6882-484E-8678-7AF406838B33}"/>
              </a:ext>
            </a:extLst>
          </p:cNvPr>
          <p:cNvSpPr>
            <a:spLocks xmlns:a="http://schemas.openxmlformats.org/drawingml/2006/main" noGrp="1"/>
          </p:cNvSpPr>
          <p:nvPr/>
        </p:nvSpPr>
        <p:spPr>
          <a:xfrm xmlns:a="http://schemas.openxmlformats.org/drawingml/2006/main">
            <a:off x="7539987" y="4362206"/>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5" name="Editable chart path">
            <a:extLst xmlns:a="http://schemas.openxmlformats.org/drawingml/2006/main">
              <a:ext uri="{FF2B5EF4-FFF2-40B4-BE49-F238E27FC236}">
                <a16:creationId xmlns:a16="http://schemas.microsoft.com/office/drawing/2014/main" id="{DD966427-2E80-49B4-BF67-816B7FCCAF23}"/>
              </a:ext>
            </a:extLst>
          </p:cNvPr>
          <p:cNvSpPr>
            <a:spLocks xmlns:a="http://schemas.openxmlformats.org/drawingml/2006/main" noGrp="1"/>
          </p:cNvSpPr>
          <p:nvPr/>
        </p:nvSpPr>
        <p:spPr>
          <a:xfrm xmlns:a="http://schemas.openxmlformats.org/drawingml/2006/main">
            <a:off x="8558336" y="3147122"/>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6" name="Editable chart path">
            <a:extLst xmlns:a="http://schemas.openxmlformats.org/drawingml/2006/main">
              <a:ext uri="{FF2B5EF4-FFF2-40B4-BE49-F238E27FC236}">
                <a16:creationId xmlns:a16="http://schemas.microsoft.com/office/drawing/2014/main" id="{6EB4C3D1-8EFB-457C-A540-3E9B0F2B062F}"/>
              </a:ext>
            </a:extLst>
          </p:cNvPr>
          <p:cNvSpPr>
            <a:spLocks xmlns:a="http://schemas.openxmlformats.org/drawingml/2006/main" noGrp="1"/>
          </p:cNvSpPr>
          <p:nvPr/>
        </p:nvSpPr>
        <p:spPr>
          <a:xfrm xmlns:a="http://schemas.openxmlformats.org/drawingml/2006/main">
            <a:off x="8621197" y="3933662"/>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7" name="Editable chart path">
            <a:extLst xmlns:a="http://schemas.openxmlformats.org/drawingml/2006/main">
              <a:ext uri="{FF2B5EF4-FFF2-40B4-BE49-F238E27FC236}">
                <a16:creationId xmlns:a16="http://schemas.microsoft.com/office/drawing/2014/main" id="{E7F7468A-A79C-47B8-A3BE-98DDB30AD481}"/>
              </a:ext>
            </a:extLst>
          </p:cNvPr>
          <p:cNvSpPr>
            <a:spLocks xmlns:a="http://schemas.openxmlformats.org/drawingml/2006/main" noGrp="1"/>
          </p:cNvSpPr>
          <p:nvPr/>
        </p:nvSpPr>
        <p:spPr>
          <a:xfrm xmlns:a="http://schemas.openxmlformats.org/drawingml/2006/main">
            <a:off x="8872641" y="4033146"/>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8" name="Editable chart path">
            <a:extLst xmlns:a="http://schemas.openxmlformats.org/drawingml/2006/main">
              <a:ext uri="{FF2B5EF4-FFF2-40B4-BE49-F238E27FC236}">
                <a16:creationId xmlns:a16="http://schemas.microsoft.com/office/drawing/2014/main" id="{F486A1A9-29EC-4E1A-A3E2-3ECA7E10E934}"/>
              </a:ext>
            </a:extLst>
          </p:cNvPr>
          <p:cNvSpPr>
            <a:spLocks xmlns:a="http://schemas.openxmlformats.org/drawingml/2006/main" noGrp="1"/>
          </p:cNvSpPr>
          <p:nvPr/>
        </p:nvSpPr>
        <p:spPr>
          <a:xfrm xmlns:a="http://schemas.openxmlformats.org/drawingml/2006/main">
            <a:off x="9140848" y="433016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29" name="Editable chart path">
            <a:extLst xmlns:a="http://schemas.openxmlformats.org/drawingml/2006/main">
              <a:ext uri="{FF2B5EF4-FFF2-40B4-BE49-F238E27FC236}">
                <a16:creationId xmlns:a16="http://schemas.microsoft.com/office/drawing/2014/main" id="{2336A9DE-0015-4213-AD17-4844AE3D4805}"/>
              </a:ext>
            </a:extLst>
          </p:cNvPr>
          <p:cNvSpPr>
            <a:spLocks xmlns:a="http://schemas.openxmlformats.org/drawingml/2006/main" noGrp="1"/>
          </p:cNvSpPr>
          <p:nvPr/>
        </p:nvSpPr>
        <p:spPr>
          <a:xfrm xmlns:a="http://schemas.openxmlformats.org/drawingml/2006/main">
            <a:off x="9145039" y="4463842"/>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30" name="Editable chart path">
            <a:extLst xmlns:a="http://schemas.openxmlformats.org/drawingml/2006/main">
              <a:ext uri="{FF2B5EF4-FFF2-40B4-BE49-F238E27FC236}">
                <a16:creationId xmlns:a16="http://schemas.microsoft.com/office/drawing/2014/main" id="{F221E631-6DEB-4DFF-B543-24514C34012F}"/>
              </a:ext>
            </a:extLst>
          </p:cNvPr>
          <p:cNvSpPr>
            <a:spLocks xmlns:a="http://schemas.openxmlformats.org/drawingml/2006/main" noGrp="1"/>
          </p:cNvSpPr>
          <p:nvPr/>
        </p:nvSpPr>
        <p:spPr>
          <a:xfrm xmlns:a="http://schemas.openxmlformats.org/drawingml/2006/main">
            <a:off x="9149230" y="4425101"/>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31" name="Editable chart path">
            <a:extLst xmlns:a="http://schemas.openxmlformats.org/drawingml/2006/main">
              <a:ext uri="{FF2B5EF4-FFF2-40B4-BE49-F238E27FC236}">
                <a16:creationId xmlns:a16="http://schemas.microsoft.com/office/drawing/2014/main" id="{7B4346C3-1940-459C-A110-BD1CA34E4C65}"/>
              </a:ext>
            </a:extLst>
          </p:cNvPr>
          <p:cNvSpPr>
            <a:spLocks xmlns:a="http://schemas.openxmlformats.org/drawingml/2006/main" noGrp="1"/>
          </p:cNvSpPr>
          <p:nvPr/>
        </p:nvSpPr>
        <p:spPr>
          <a:xfrm xmlns:a="http://schemas.openxmlformats.org/drawingml/2006/main">
            <a:off x="9631164" y="4474125"/>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32" name="Editable chart path">
            <a:extLst xmlns:a="http://schemas.openxmlformats.org/drawingml/2006/main">
              <a:ext uri="{FF2B5EF4-FFF2-40B4-BE49-F238E27FC236}">
                <a16:creationId xmlns:a16="http://schemas.microsoft.com/office/drawing/2014/main" id="{57209CF2-39B1-499C-91F1-1D8271AC97F7}"/>
              </a:ext>
            </a:extLst>
          </p:cNvPr>
          <p:cNvSpPr>
            <a:spLocks xmlns:a="http://schemas.openxmlformats.org/drawingml/2006/main" noGrp="1"/>
          </p:cNvSpPr>
          <p:nvPr/>
        </p:nvSpPr>
        <p:spPr>
          <a:xfrm xmlns:a="http://schemas.openxmlformats.org/drawingml/2006/main">
            <a:off x="10025093" y="4497322"/>
            <a:ext cx="33089" cy="33089"/>
          </a:xfrm>
          <a:custGeom xmlns:a="http://schemas.openxmlformats.org/drawingml/2006/main">
            <a:pathLst>
              <a:path w="30121" h="30121">
                <a:moveTo>
                  <a:pt x="15060" y="30121"/>
                </a:moveTo>
                <a:cubicBezTo>
                  <a:pt x="19054" y="30121"/>
                  <a:pt x="22885" y="28534"/>
                  <a:pt x="25710" y="25710"/>
                </a:cubicBezTo>
                <a:cubicBezTo>
                  <a:pt x="28534" y="22885"/>
                  <a:pt x="30121" y="19054"/>
                  <a:pt x="30121" y="15060"/>
                </a:cubicBezTo>
                <a:cubicBezTo>
                  <a:pt x="30121" y="11066"/>
                  <a:pt x="28534" y="7235"/>
                  <a:pt x="25710" y="4411"/>
                </a:cubicBezTo>
                <a:cubicBezTo>
                  <a:pt x="22885" y="1587"/>
                  <a:pt x="19054" y="0"/>
                  <a:pt x="15060" y="0"/>
                </a:cubicBezTo>
                <a:cubicBezTo>
                  <a:pt x="11066" y="0"/>
                  <a:pt x="7235" y="1587"/>
                  <a:pt x="4411" y="4411"/>
                </a:cubicBezTo>
                <a:cubicBezTo>
                  <a:pt x="1587" y="7235"/>
                  <a:pt x="0" y="11066"/>
                  <a:pt x="0" y="15060"/>
                </a:cubicBezTo>
                <a:cubicBezTo>
                  <a:pt x="0" y="19054"/>
                  <a:pt x="1587" y="22885"/>
                  <a:pt x="4411" y="25710"/>
                </a:cubicBezTo>
                <a:cubicBezTo>
                  <a:pt x="7235" y="28534"/>
                  <a:pt x="11066" y="30121"/>
                  <a:pt x="15060" y="30121"/>
                </a:cubicBezTo>
                <a:close/>
              </a:path>
            </a:pathLst>
          </a:custGeom>
          <a:solidFill xmlns:a="http://schemas.openxmlformats.org/drawingml/2006/main">
            <a:srgbClr val="FBFCFE"/>
          </a:solidFill>
          <a:ln xmlns:a="http://schemas.openxmlformats.org/drawingml/2006/main" w="10464">
            <a:solidFill>
              <a:srgbClr val="C0453C"/>
            </a:solidFill>
            <a:prstDash val="solid"/>
          </a:ln>
        </p:spPr>
      </p:sp>
      <p:sp>
        <p:nvSpPr>
          <p:cNvPr id="233" name="">
            <a:extLst xmlns:a="http://schemas.openxmlformats.org/drawingml/2006/main">
              <a:ext uri="{FF2B5EF4-FFF2-40B4-BE49-F238E27FC236}">
                <a16:creationId xmlns:a16="http://schemas.microsoft.com/office/drawing/2014/main" id="{F15070B6-88AD-4E05-8379-226CB14AC751}"/>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234" name="">
            <a:extLst xmlns:a="http://schemas.openxmlformats.org/drawingml/2006/main">
              <a:ext uri="{FF2B5EF4-FFF2-40B4-BE49-F238E27FC236}">
                <a16:creationId xmlns:a16="http://schemas.microsoft.com/office/drawing/2014/main" id="{05A504DE-7D31-4805-A4D4-5C82E288C4C5}"/>
              </a:ext>
            </a:extLst>
          </p:cNvPr>
          <p:cNvSpPr>
            <a:spLocks xmlns:a="http://schemas.openxmlformats.org/drawingml/2006/main" noGrp="1"/>
          </p:cNvSpPr>
          <p:nvPr/>
        </p:nvSpPr>
        <p:spPr>
          <a:xfrm xmlns:a="http://schemas.openxmlformats.org/drawingml/2006/main">
            <a:off x="1466850" y="5334000"/>
            <a:ext cx="1919002"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Daily median of snapshots</a:t>
            </a:r>
          </a:p>
        </p:txBody>
      </p:sp>
      <p:sp>
        <p:nvSpPr>
          <p:cNvPr id="235" name="">
            <a:extLst xmlns:a="http://schemas.openxmlformats.org/drawingml/2006/main">
              <a:ext uri="{FF2B5EF4-FFF2-40B4-BE49-F238E27FC236}">
                <a16:creationId xmlns:a16="http://schemas.microsoft.com/office/drawing/2014/main" id="{D014247B-447D-4F61-A41F-6825E0CDA8E0}"/>
              </a:ext>
            </a:extLst>
          </p:cNvPr>
          <p:cNvSpPr>
            <a:spLocks xmlns:a="http://schemas.openxmlformats.org/drawingml/2006/main" noGrp="1"/>
          </p:cNvSpPr>
          <p:nvPr/>
        </p:nvSpPr>
        <p:spPr>
          <a:xfrm xmlns:a="http://schemas.openxmlformats.org/drawingml/2006/main">
            <a:off x="3595402" y="5400675"/>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236" name="">
            <a:extLst xmlns:a="http://schemas.openxmlformats.org/drawingml/2006/main">
              <a:ext uri="{FF2B5EF4-FFF2-40B4-BE49-F238E27FC236}">
                <a16:creationId xmlns:a16="http://schemas.microsoft.com/office/drawing/2014/main" id="{61704B9E-5E3E-49C8-8659-5F24EB7790C2}"/>
              </a:ext>
            </a:extLst>
          </p:cNvPr>
          <p:cNvSpPr>
            <a:spLocks xmlns:a="http://schemas.openxmlformats.org/drawingml/2006/main" noGrp="1"/>
          </p:cNvSpPr>
          <p:nvPr/>
        </p:nvSpPr>
        <p:spPr>
          <a:xfrm xmlns:a="http://schemas.openxmlformats.org/drawingml/2006/main">
            <a:off x="3824002" y="5334000"/>
            <a:ext cx="304085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Regime median (change-point detection)</a:t>
            </a:r>
          </a:p>
        </p:txBody>
      </p:sp>
      <p:sp>
        <p:nvSpPr>
          <p:cNvPr id="237" name="">
            <a:extLst xmlns:a="http://schemas.openxmlformats.org/drawingml/2006/main">
              <a:ext uri="{FF2B5EF4-FFF2-40B4-BE49-F238E27FC236}">
                <a16:creationId xmlns:a16="http://schemas.microsoft.com/office/drawing/2014/main" id="{21225924-DA7C-45CA-8DC2-DA6B89012529}"/>
              </a:ext>
            </a:extLst>
          </p:cNvPr>
          <p:cNvSpPr>
            <a:spLocks xmlns:a="http://schemas.openxmlformats.org/drawingml/2006/main" noGrp="1"/>
          </p:cNvSpPr>
          <p:nvPr/>
        </p:nvSpPr>
        <p:spPr>
          <a:xfrm xmlns:a="http://schemas.openxmlformats.org/drawingml/2006/main">
            <a:off x="7074408"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238" name="">
            <a:extLst xmlns:a="http://schemas.openxmlformats.org/drawingml/2006/main">
              <a:ext uri="{FF2B5EF4-FFF2-40B4-BE49-F238E27FC236}">
                <a16:creationId xmlns:a16="http://schemas.microsoft.com/office/drawing/2014/main" id="{DDA6AFA0-8ED0-4E7D-B6EF-867AF5DBE6E3}"/>
              </a:ext>
            </a:extLst>
          </p:cNvPr>
          <p:cNvSpPr>
            <a:spLocks xmlns:a="http://schemas.openxmlformats.org/drawingml/2006/main" noGrp="1"/>
          </p:cNvSpPr>
          <p:nvPr/>
        </p:nvSpPr>
        <p:spPr>
          <a:xfrm xmlns:a="http://schemas.openxmlformats.org/drawingml/2006/main">
            <a:off x="7303008" y="5334000"/>
            <a:ext cx="243325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Short anomalous spell (excluded)</a:t>
            </a:r>
          </a:p>
        </p:txBody>
      </p:sp>
      <p:sp>
        <p:nvSpPr>
          <p:cNvPr id="239" name="">
            <a:extLst xmlns:a="http://schemas.openxmlformats.org/drawingml/2006/main">
              <a:ext uri="{FF2B5EF4-FFF2-40B4-BE49-F238E27FC236}">
                <a16:creationId xmlns:a16="http://schemas.microsoft.com/office/drawing/2014/main" id="{C21F3CDD-6B44-46C0-8956-571D738EF608}"/>
              </a:ext>
            </a:extLst>
          </p:cNvPr>
          <p:cNvSpPr>
            <a:spLocks xmlns:a="http://schemas.openxmlformats.org/drawingml/2006/main" noGrp="1"/>
          </p:cNvSpPr>
          <p:nvPr/>
        </p:nvSpPr>
        <p:spPr>
          <a:xfrm xmlns:a="http://schemas.openxmlformats.org/drawingml/2006/main">
            <a:off x="1238250" y="5553075"/>
            <a:ext cx="2010061"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Unusual day (flagged, kept)</a:t>
            </a:r>
          </a:p>
        </p:txBody>
      </p:sp>
      <p:sp>
        <p:nvSpPr>
          <p:cNvPr id="240" name="">
            <a:extLst xmlns:a="http://schemas.openxmlformats.org/drawingml/2006/main">
              <a:ext uri="{FF2B5EF4-FFF2-40B4-BE49-F238E27FC236}">
                <a16:creationId xmlns:a16="http://schemas.microsoft.com/office/drawing/2014/main" id="{824C18CB-3E62-4A99-8EB4-CE737D03C7B5}"/>
              </a:ext>
            </a:extLst>
          </p:cNvPr>
          <p:cNvSpPr>
            <a:spLocks xmlns:a="http://schemas.openxmlformats.org/drawingml/2006/main" noGrp="1"/>
          </p:cNvSpPr>
          <p:nvPr/>
        </p:nvSpPr>
        <p:spPr>
          <a:xfrm xmlns:a="http://schemas.openxmlformats.org/drawingml/2006/main">
            <a:off x="3457861" y="5619750"/>
            <a:ext cx="161925" cy="47625"/>
          </a:xfrm>
          <a:prstGeom xmlns:a="http://schemas.openxmlformats.org/drawingml/2006/main" prst="rect">
            <a:avLst/>
          </a:prstGeom>
          <a:solidFill xmlns:a="http://schemas.openxmlformats.org/drawingml/2006/main">
            <a:srgbClr val="CD6B64"/>
          </a:solidFill>
          <a:ln xmlns:a="http://schemas.openxmlformats.org/drawingml/2006/main" w="0">
            <a:noFill/>
          </a:ln>
        </p:spPr>
      </p:sp>
      <p:sp>
        <p:nvSpPr>
          <p:cNvPr id="241" name="">
            <a:extLst xmlns:a="http://schemas.openxmlformats.org/drawingml/2006/main">
              <a:ext uri="{FF2B5EF4-FFF2-40B4-BE49-F238E27FC236}">
                <a16:creationId xmlns:a16="http://schemas.microsoft.com/office/drawing/2014/main" id="{87D9C158-105C-4D8D-9EDA-D5769F8C36C5}"/>
              </a:ext>
            </a:extLst>
          </p:cNvPr>
          <p:cNvSpPr>
            <a:spLocks xmlns:a="http://schemas.openxmlformats.org/drawingml/2006/main" noGrp="1"/>
          </p:cNvSpPr>
          <p:nvPr/>
        </p:nvSpPr>
        <p:spPr>
          <a:xfrm xmlns:a="http://schemas.openxmlformats.org/drawingml/2006/main">
            <a:off x="3686461" y="5553075"/>
            <a:ext cx="2206371"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Day missing (&lt;50% snapshots)</a:t>
            </a:r>
          </a:p>
        </p:txBody>
      </p:sp>
    </p:spTree>
    <p:extLst>
      <p:ext uri="{BB962C8B-B14F-4D97-AF65-F5344CB8AC3E}">
        <p14:creationId xmlns:p14="http://schemas.microsoft.com/office/powerpoint/2010/main" val="597896415"/>
      </p:ext>
    </p:extLst>
  </p:cSld>
</p:sld>
</file>

<file path=ppt/slides/slide50.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FLEET SIZE AND MONTHLY RAIN ASSOCIATIONS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Meta-regression has the registered coverage control and HAC errors. No extrapolation.</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50</a:t>
            </a:r>
            <a:endParaRPr sz="1200"/>
          </a:p>
        </p:txBody>
      </p:sp>
      <p:sp>
        <p:nvSpPr>
          <p:cNvPr id="14" name="">
            <a:extLst xmlns:a="http://schemas.openxmlformats.org/drawingml/2006/main">
              <a:ext uri="{FF2B5EF4-FFF2-40B4-BE49-F238E27FC236}">
                <a16:creationId xmlns:a16="http://schemas.microsoft.com/office/drawing/2014/main" id="{5212CF97-3A2D-4ECF-8819-DEEAC13F6C34}"/>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013C680D-B335-4176-9910-064193437FB6}"/>
              </a:ext>
            </a:extLst>
          </p:cNvPr>
          <p:cNvSpPr>
            <a:spLocks xmlns:a="http://schemas.openxmlformats.org/drawingml/2006/main" noGrp="1"/>
          </p:cNvSpPr>
          <p:nvPr/>
        </p:nvSpPr>
        <p:spPr>
          <a:xfrm xmlns:a="http://schemas.openxmlformats.org/drawingml/2006/main">
            <a:off x="1000125" y="2009775"/>
            <a:ext cx="5000625" cy="4762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Absolute: -0.9 log-points per 1,000 fewer taxis (CI -2.8 to</a:t>
            </a:r>
          </a:p>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+1.0)</a:t>
            </a:r>
          </a:p>
        </p:txBody>
      </p:sp>
      <p:sp>
        <p:nvSpPr>
          <p:cNvPr id="16" name="">
            <a:extLst xmlns:a="http://schemas.openxmlformats.org/drawingml/2006/main">
              <a:ext uri="{FF2B5EF4-FFF2-40B4-BE49-F238E27FC236}">
                <a16:creationId xmlns:a16="http://schemas.microsoft.com/office/drawing/2014/main" id="{AF3600F4-04CE-4158-A34B-CA4A181C96B7}"/>
              </a:ext>
            </a:extLst>
          </p:cNvPr>
          <p:cNvSpPr>
            <a:spLocks xmlns:a="http://schemas.openxmlformats.org/drawingml/2006/main" noGrp="1"/>
          </p:cNvSpPr>
          <p:nvPr/>
        </p:nvSpPr>
        <p:spPr>
          <a:xfrm xmlns:a="http://schemas.openxmlformats.org/drawingml/2006/main">
            <a:off x="1000125" y="25431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Heavy-rain effect that month (%)</a:t>
            </a:r>
          </a:p>
        </p:txBody>
      </p:sp>
      <p:sp>
        <p:nvSpPr>
          <p:cNvPr id="17" name="Editable chart path">
            <a:extLst xmlns:a="http://schemas.openxmlformats.org/drawingml/2006/main">
              <a:ext uri="{FF2B5EF4-FFF2-40B4-BE49-F238E27FC236}">
                <a16:creationId xmlns:a16="http://schemas.microsoft.com/office/drawing/2014/main" id="{23016672-7B2E-4469-BBE4-4527EDDFF3AD}"/>
              </a:ext>
            </a:extLst>
          </p:cNvPr>
          <p:cNvSpPr>
            <a:spLocks xmlns:a="http://schemas.openxmlformats.org/drawingml/2006/main" noGrp="1"/>
          </p:cNvSpPr>
          <p:nvPr/>
        </p:nvSpPr>
        <p:spPr>
          <a:xfrm xmlns:a="http://schemas.openxmlformats.org/drawingml/2006/main">
            <a:off x="1858296" y="5314562"/>
            <a:ext cx="95" cy="418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18" name="">
            <a:extLst xmlns:a="http://schemas.openxmlformats.org/drawingml/2006/main">
              <a:ext uri="{FF2B5EF4-FFF2-40B4-BE49-F238E27FC236}">
                <a16:creationId xmlns:a16="http://schemas.microsoft.com/office/drawing/2014/main" id="{7A5306AD-04B5-4788-BA26-CC182F8E1DA6}"/>
              </a:ext>
            </a:extLst>
          </p:cNvPr>
          <p:cNvSpPr>
            <a:spLocks xmlns:a="http://schemas.openxmlformats.org/drawingml/2006/main" noGrp="1"/>
          </p:cNvSpPr>
          <p:nvPr/>
        </p:nvSpPr>
        <p:spPr>
          <a:xfrm xmlns:a="http://schemas.openxmlformats.org/drawingml/2006/main" rot="0">
            <a:off x="1732695" y="5353889"/>
            <a:ext cx="2466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a:t>
            </a:r>
          </a:p>
        </p:txBody>
      </p:sp>
      <p:sp>
        <p:nvSpPr>
          <p:cNvPr id="19" name="Editable chart path">
            <a:extLst xmlns:a="http://schemas.openxmlformats.org/drawingml/2006/main">
              <a:ext uri="{FF2B5EF4-FFF2-40B4-BE49-F238E27FC236}">
                <a16:creationId xmlns:a16="http://schemas.microsoft.com/office/drawing/2014/main" id="{88157FBE-58DF-40DB-AF92-9469B31BBAF5}"/>
              </a:ext>
            </a:extLst>
          </p:cNvPr>
          <p:cNvSpPr>
            <a:spLocks xmlns:a="http://schemas.openxmlformats.org/drawingml/2006/main" noGrp="1"/>
          </p:cNvSpPr>
          <p:nvPr/>
        </p:nvSpPr>
        <p:spPr>
          <a:xfrm xmlns:a="http://schemas.openxmlformats.org/drawingml/2006/main">
            <a:off x="2394735" y="5314562"/>
            <a:ext cx="95" cy="418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20" name="">
            <a:extLst xmlns:a="http://schemas.openxmlformats.org/drawingml/2006/main">
              <a:ext uri="{FF2B5EF4-FFF2-40B4-BE49-F238E27FC236}">
                <a16:creationId xmlns:a16="http://schemas.microsoft.com/office/drawing/2014/main" id="{90BBC5F2-DA86-4E52-BBA6-882B27EB00A5}"/>
              </a:ext>
            </a:extLst>
          </p:cNvPr>
          <p:cNvSpPr>
            <a:spLocks xmlns:a="http://schemas.openxmlformats.org/drawingml/2006/main" noGrp="1"/>
          </p:cNvSpPr>
          <p:nvPr/>
        </p:nvSpPr>
        <p:spPr>
          <a:xfrm xmlns:a="http://schemas.openxmlformats.org/drawingml/2006/main" rot="0">
            <a:off x="2268865" y="5353889"/>
            <a:ext cx="2466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12.5</a:t>
            </a:r>
          </a:p>
        </p:txBody>
      </p:sp>
      <p:sp>
        <p:nvSpPr>
          <p:cNvPr id="21" name="Editable chart path">
            <a:extLst xmlns:a="http://schemas.openxmlformats.org/drawingml/2006/main">
              <a:ext uri="{FF2B5EF4-FFF2-40B4-BE49-F238E27FC236}">
                <a16:creationId xmlns:a16="http://schemas.microsoft.com/office/drawing/2014/main" id="{4F323CC3-51E2-4BB1-B52F-0E817A48D559}"/>
              </a:ext>
            </a:extLst>
          </p:cNvPr>
          <p:cNvSpPr>
            <a:spLocks xmlns:a="http://schemas.openxmlformats.org/drawingml/2006/main" noGrp="1"/>
          </p:cNvSpPr>
          <p:nvPr/>
        </p:nvSpPr>
        <p:spPr>
          <a:xfrm xmlns:a="http://schemas.openxmlformats.org/drawingml/2006/main">
            <a:off x="2931174" y="5314562"/>
            <a:ext cx="95" cy="418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22" name="">
            <a:extLst xmlns:a="http://schemas.openxmlformats.org/drawingml/2006/main">
              <a:ext uri="{FF2B5EF4-FFF2-40B4-BE49-F238E27FC236}">
                <a16:creationId xmlns:a16="http://schemas.microsoft.com/office/drawing/2014/main" id="{E53BD2A2-C712-4D2E-AAFD-0DAC2EEE3B2E}"/>
              </a:ext>
            </a:extLst>
          </p:cNvPr>
          <p:cNvSpPr>
            <a:spLocks xmlns:a="http://schemas.openxmlformats.org/drawingml/2006/main" noGrp="1"/>
          </p:cNvSpPr>
          <p:nvPr/>
        </p:nvSpPr>
        <p:spPr>
          <a:xfrm xmlns:a="http://schemas.openxmlformats.org/drawingml/2006/main" rot="0">
            <a:off x="2804621" y="5353889"/>
            <a:ext cx="248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13.0</a:t>
            </a:r>
          </a:p>
        </p:txBody>
      </p:sp>
      <p:sp>
        <p:nvSpPr>
          <p:cNvPr id="23" name="Editable chart path">
            <a:extLst xmlns:a="http://schemas.openxmlformats.org/drawingml/2006/main">
              <a:ext uri="{FF2B5EF4-FFF2-40B4-BE49-F238E27FC236}">
                <a16:creationId xmlns:a16="http://schemas.microsoft.com/office/drawing/2014/main" id="{A91E8147-5D76-4C8E-8E5D-1EEFE7718F50}"/>
              </a:ext>
            </a:extLst>
          </p:cNvPr>
          <p:cNvSpPr>
            <a:spLocks xmlns:a="http://schemas.openxmlformats.org/drawingml/2006/main" noGrp="1"/>
          </p:cNvSpPr>
          <p:nvPr/>
        </p:nvSpPr>
        <p:spPr>
          <a:xfrm xmlns:a="http://schemas.openxmlformats.org/drawingml/2006/main">
            <a:off x="3467614" y="5314562"/>
            <a:ext cx="95" cy="418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24" name="">
            <a:extLst xmlns:a="http://schemas.openxmlformats.org/drawingml/2006/main">
              <a:ext uri="{FF2B5EF4-FFF2-40B4-BE49-F238E27FC236}">
                <a16:creationId xmlns:a16="http://schemas.microsoft.com/office/drawing/2014/main" id="{E6323A11-5EE3-4EAD-97B2-BE12F5FBC3B2}"/>
              </a:ext>
            </a:extLst>
          </p:cNvPr>
          <p:cNvSpPr>
            <a:spLocks xmlns:a="http://schemas.openxmlformats.org/drawingml/2006/main" noGrp="1"/>
          </p:cNvSpPr>
          <p:nvPr/>
        </p:nvSpPr>
        <p:spPr>
          <a:xfrm xmlns:a="http://schemas.openxmlformats.org/drawingml/2006/main" rot="0">
            <a:off x="3340792" y="5353889"/>
            <a:ext cx="248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13.5</a:t>
            </a:r>
          </a:p>
        </p:txBody>
      </p:sp>
      <p:sp>
        <p:nvSpPr>
          <p:cNvPr id="25" name="Editable chart path">
            <a:extLst xmlns:a="http://schemas.openxmlformats.org/drawingml/2006/main">
              <a:ext uri="{FF2B5EF4-FFF2-40B4-BE49-F238E27FC236}">
                <a16:creationId xmlns:a16="http://schemas.microsoft.com/office/drawing/2014/main" id="{7B7F7349-5EDA-488B-8713-B417D87AE494}"/>
              </a:ext>
            </a:extLst>
          </p:cNvPr>
          <p:cNvSpPr>
            <a:spLocks xmlns:a="http://schemas.openxmlformats.org/drawingml/2006/main" noGrp="1"/>
          </p:cNvSpPr>
          <p:nvPr/>
        </p:nvSpPr>
        <p:spPr>
          <a:xfrm xmlns:a="http://schemas.openxmlformats.org/drawingml/2006/main">
            <a:off x="4004053" y="5314562"/>
            <a:ext cx="95" cy="418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26" name="">
            <a:extLst xmlns:a="http://schemas.openxmlformats.org/drawingml/2006/main">
              <a:ext uri="{FF2B5EF4-FFF2-40B4-BE49-F238E27FC236}">
                <a16:creationId xmlns:a16="http://schemas.microsoft.com/office/drawing/2014/main" id="{73ED0B92-EB58-4B78-BC6E-EBB839B426B1}"/>
              </a:ext>
            </a:extLst>
          </p:cNvPr>
          <p:cNvSpPr>
            <a:spLocks xmlns:a="http://schemas.openxmlformats.org/drawingml/2006/main" noGrp="1"/>
          </p:cNvSpPr>
          <p:nvPr/>
        </p:nvSpPr>
        <p:spPr>
          <a:xfrm xmlns:a="http://schemas.openxmlformats.org/drawingml/2006/main" rot="0">
            <a:off x="3874690" y="5353889"/>
            <a:ext cx="2542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14.0</a:t>
            </a:r>
          </a:p>
        </p:txBody>
      </p:sp>
      <p:sp>
        <p:nvSpPr>
          <p:cNvPr id="27" name="Editable chart path">
            <a:extLst xmlns:a="http://schemas.openxmlformats.org/drawingml/2006/main">
              <a:ext uri="{FF2B5EF4-FFF2-40B4-BE49-F238E27FC236}">
                <a16:creationId xmlns:a16="http://schemas.microsoft.com/office/drawing/2014/main" id="{3F49B1F8-4258-41D4-9EA3-6B265CE768CF}"/>
              </a:ext>
            </a:extLst>
          </p:cNvPr>
          <p:cNvSpPr>
            <a:spLocks xmlns:a="http://schemas.openxmlformats.org/drawingml/2006/main" noGrp="1"/>
          </p:cNvSpPr>
          <p:nvPr/>
        </p:nvSpPr>
        <p:spPr>
          <a:xfrm xmlns:a="http://schemas.openxmlformats.org/drawingml/2006/main">
            <a:off x="4540492" y="5314562"/>
            <a:ext cx="95" cy="418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28" name="">
            <a:extLst xmlns:a="http://schemas.openxmlformats.org/drawingml/2006/main">
              <a:ext uri="{FF2B5EF4-FFF2-40B4-BE49-F238E27FC236}">
                <a16:creationId xmlns:a16="http://schemas.microsoft.com/office/drawing/2014/main" id="{03B71F67-0173-4C9A-A543-79FC872567D4}"/>
              </a:ext>
            </a:extLst>
          </p:cNvPr>
          <p:cNvSpPr>
            <a:spLocks xmlns:a="http://schemas.openxmlformats.org/drawingml/2006/main" noGrp="1"/>
          </p:cNvSpPr>
          <p:nvPr/>
        </p:nvSpPr>
        <p:spPr>
          <a:xfrm xmlns:a="http://schemas.openxmlformats.org/drawingml/2006/main" rot="0">
            <a:off x="4410860" y="5353889"/>
            <a:ext cx="2542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14.5</a:t>
            </a:r>
          </a:p>
        </p:txBody>
      </p:sp>
      <p:sp>
        <p:nvSpPr>
          <p:cNvPr id="29" name="Editable chart path">
            <a:extLst xmlns:a="http://schemas.openxmlformats.org/drawingml/2006/main">
              <a:ext uri="{FF2B5EF4-FFF2-40B4-BE49-F238E27FC236}">
                <a16:creationId xmlns:a16="http://schemas.microsoft.com/office/drawing/2014/main" id="{E0850442-31A4-4FAD-9AEE-CB99855DBB58}"/>
              </a:ext>
            </a:extLst>
          </p:cNvPr>
          <p:cNvSpPr>
            <a:spLocks xmlns:a="http://schemas.openxmlformats.org/drawingml/2006/main" noGrp="1"/>
          </p:cNvSpPr>
          <p:nvPr/>
        </p:nvSpPr>
        <p:spPr>
          <a:xfrm xmlns:a="http://schemas.openxmlformats.org/drawingml/2006/main">
            <a:off x="5076931" y="5314562"/>
            <a:ext cx="95" cy="418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30" name="">
            <a:extLst xmlns:a="http://schemas.openxmlformats.org/drawingml/2006/main">
              <a:ext uri="{FF2B5EF4-FFF2-40B4-BE49-F238E27FC236}">
                <a16:creationId xmlns:a16="http://schemas.microsoft.com/office/drawing/2014/main" id="{C3FD06A4-7931-4B75-A47C-C65659CF0345}"/>
              </a:ext>
            </a:extLst>
          </p:cNvPr>
          <p:cNvSpPr>
            <a:spLocks xmlns:a="http://schemas.openxmlformats.org/drawingml/2006/main" noGrp="1"/>
          </p:cNvSpPr>
          <p:nvPr/>
        </p:nvSpPr>
        <p:spPr>
          <a:xfrm xmlns:a="http://schemas.openxmlformats.org/drawingml/2006/main" rot="0">
            <a:off x="4947616" y="5353889"/>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a:t>
            </a:r>
          </a:p>
        </p:txBody>
      </p:sp>
      <p:sp>
        <p:nvSpPr>
          <p:cNvPr id="31" name="Editable chart path">
            <a:extLst xmlns:a="http://schemas.openxmlformats.org/drawingml/2006/main">
              <a:ext uri="{FF2B5EF4-FFF2-40B4-BE49-F238E27FC236}">
                <a16:creationId xmlns:a16="http://schemas.microsoft.com/office/drawing/2014/main" id="{566C4C7A-8B72-4516-AF18-F33013399D94}"/>
              </a:ext>
            </a:extLst>
          </p:cNvPr>
          <p:cNvSpPr>
            <a:spLocks xmlns:a="http://schemas.openxmlformats.org/drawingml/2006/main" noGrp="1"/>
          </p:cNvSpPr>
          <p:nvPr/>
        </p:nvSpPr>
        <p:spPr>
          <a:xfrm xmlns:a="http://schemas.openxmlformats.org/drawingml/2006/main">
            <a:off x="5613371" y="5314562"/>
            <a:ext cx="95" cy="4182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32" name="">
            <a:extLst xmlns:a="http://schemas.openxmlformats.org/drawingml/2006/main">
              <a:ext uri="{FF2B5EF4-FFF2-40B4-BE49-F238E27FC236}">
                <a16:creationId xmlns:a16="http://schemas.microsoft.com/office/drawing/2014/main" id="{09104038-F330-46F6-A8EE-3794D4178751}"/>
              </a:ext>
            </a:extLst>
          </p:cNvPr>
          <p:cNvSpPr>
            <a:spLocks xmlns:a="http://schemas.openxmlformats.org/drawingml/2006/main" noGrp="1"/>
          </p:cNvSpPr>
          <p:nvPr/>
        </p:nvSpPr>
        <p:spPr>
          <a:xfrm xmlns:a="http://schemas.openxmlformats.org/drawingml/2006/main" rot="0">
            <a:off x="5483786" y="5353889"/>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15.5</a:t>
            </a:r>
          </a:p>
        </p:txBody>
      </p:sp>
      <p:sp>
        <p:nvSpPr>
          <p:cNvPr id="33" name="">
            <a:extLst xmlns:a="http://schemas.openxmlformats.org/drawingml/2006/main">
              <a:ext uri="{FF2B5EF4-FFF2-40B4-BE49-F238E27FC236}">
                <a16:creationId xmlns:a16="http://schemas.microsoft.com/office/drawing/2014/main" id="{5A74F285-EFF7-462A-8484-24D075F538B9}"/>
              </a:ext>
            </a:extLst>
          </p:cNvPr>
          <p:cNvSpPr>
            <a:spLocks xmlns:a="http://schemas.openxmlformats.org/drawingml/2006/main" noGrp="1"/>
          </p:cNvSpPr>
          <p:nvPr/>
        </p:nvSpPr>
        <p:spPr>
          <a:xfrm xmlns:a="http://schemas.openxmlformats.org/drawingml/2006/main" rot="0">
            <a:off x="2749200" y="5526991"/>
            <a:ext cx="17665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LTA taxi fleet (thousands)</a:t>
            </a:r>
          </a:p>
        </p:txBody>
      </p:sp>
      <p:sp>
        <p:nvSpPr>
          <p:cNvPr id="34" name="Editable chart path">
            <a:extLst xmlns:a="http://schemas.openxmlformats.org/drawingml/2006/main">
              <a:ext uri="{FF2B5EF4-FFF2-40B4-BE49-F238E27FC236}">
                <a16:creationId xmlns:a16="http://schemas.microsoft.com/office/drawing/2014/main" id="{D6777845-C5FC-4456-8A95-80CC091A66AA}"/>
              </a:ext>
            </a:extLst>
          </p:cNvPr>
          <p:cNvSpPr>
            <a:spLocks xmlns:a="http://schemas.openxmlformats.org/drawingml/2006/main" noGrp="1"/>
          </p:cNvSpPr>
          <p:nvPr/>
        </p:nvSpPr>
        <p:spPr>
          <a:xfrm xmlns:a="http://schemas.openxmlformats.org/drawingml/2006/main">
            <a:off x="1600376" y="4946357"/>
            <a:ext cx="4069214"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170">
            <a:solidFill>
              <a:srgbClr val="E4EAF4"/>
            </a:solidFill>
            <a:prstDash val="solid"/>
          </a:ln>
        </p:spPr>
      </p:sp>
      <p:sp>
        <p:nvSpPr>
          <p:cNvPr id="35" name="Editable chart path">
            <a:extLst xmlns:a="http://schemas.openxmlformats.org/drawingml/2006/main">
              <a:ext uri="{FF2B5EF4-FFF2-40B4-BE49-F238E27FC236}">
                <a16:creationId xmlns:a16="http://schemas.microsoft.com/office/drawing/2014/main" id="{1718915D-2443-496F-B552-0766386BA466}"/>
              </a:ext>
            </a:extLst>
          </p:cNvPr>
          <p:cNvSpPr>
            <a:spLocks xmlns:a="http://schemas.openxmlformats.org/drawingml/2006/main" noGrp="1"/>
          </p:cNvSpPr>
          <p:nvPr/>
        </p:nvSpPr>
        <p:spPr>
          <a:xfrm xmlns:a="http://schemas.openxmlformats.org/drawingml/2006/main">
            <a:off x="1558549" y="4946357"/>
            <a:ext cx="418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36" name="">
            <a:extLst xmlns:a="http://schemas.openxmlformats.org/drawingml/2006/main">
              <a:ext uri="{FF2B5EF4-FFF2-40B4-BE49-F238E27FC236}">
                <a16:creationId xmlns:a16="http://schemas.microsoft.com/office/drawing/2014/main" id="{35BE6954-4ADB-4EB3-9D7E-9A3B45B4D0BE}"/>
              </a:ext>
            </a:extLst>
          </p:cNvPr>
          <p:cNvSpPr>
            <a:spLocks xmlns:a="http://schemas.openxmlformats.org/drawingml/2006/main" noGrp="1"/>
          </p:cNvSpPr>
          <p:nvPr/>
        </p:nvSpPr>
        <p:spPr>
          <a:xfrm xmlns:a="http://schemas.openxmlformats.org/drawingml/2006/main" rot="0">
            <a:off x="1260663" y="4850835"/>
            <a:ext cx="2515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37" name="Editable chart path">
            <a:extLst xmlns:a="http://schemas.openxmlformats.org/drawingml/2006/main">
              <a:ext uri="{FF2B5EF4-FFF2-40B4-BE49-F238E27FC236}">
                <a16:creationId xmlns:a16="http://schemas.microsoft.com/office/drawing/2014/main" id="{CF386B88-57B3-4E65-A371-AF02DFC1FD60}"/>
              </a:ext>
            </a:extLst>
          </p:cNvPr>
          <p:cNvSpPr>
            <a:spLocks xmlns:a="http://schemas.openxmlformats.org/drawingml/2006/main" noGrp="1"/>
          </p:cNvSpPr>
          <p:nvPr/>
        </p:nvSpPr>
        <p:spPr>
          <a:xfrm xmlns:a="http://schemas.openxmlformats.org/drawingml/2006/main">
            <a:off x="1600376" y="4446754"/>
            <a:ext cx="4069214"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170">
            <a:solidFill>
              <a:srgbClr val="E4EAF4"/>
            </a:solidFill>
            <a:prstDash val="solid"/>
          </a:ln>
        </p:spPr>
      </p:sp>
      <p:sp>
        <p:nvSpPr>
          <p:cNvPr id="38" name="Editable chart path">
            <a:extLst xmlns:a="http://schemas.openxmlformats.org/drawingml/2006/main">
              <a:ext uri="{FF2B5EF4-FFF2-40B4-BE49-F238E27FC236}">
                <a16:creationId xmlns:a16="http://schemas.microsoft.com/office/drawing/2014/main" id="{56518E9A-0EB7-497B-845B-4E28A792F7A2}"/>
              </a:ext>
            </a:extLst>
          </p:cNvPr>
          <p:cNvSpPr>
            <a:spLocks xmlns:a="http://schemas.openxmlformats.org/drawingml/2006/main" noGrp="1"/>
          </p:cNvSpPr>
          <p:nvPr/>
        </p:nvSpPr>
        <p:spPr>
          <a:xfrm xmlns:a="http://schemas.openxmlformats.org/drawingml/2006/main">
            <a:off x="1558549" y="4446754"/>
            <a:ext cx="418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39" name="">
            <a:extLst xmlns:a="http://schemas.openxmlformats.org/drawingml/2006/main">
              <a:ext uri="{FF2B5EF4-FFF2-40B4-BE49-F238E27FC236}">
                <a16:creationId xmlns:a16="http://schemas.microsoft.com/office/drawing/2014/main" id="{C6EB36FE-1298-4A36-B0C0-284269A6B2F9}"/>
              </a:ext>
            </a:extLst>
          </p:cNvPr>
          <p:cNvSpPr>
            <a:spLocks xmlns:a="http://schemas.openxmlformats.org/drawingml/2006/main" noGrp="1"/>
          </p:cNvSpPr>
          <p:nvPr/>
        </p:nvSpPr>
        <p:spPr>
          <a:xfrm xmlns:a="http://schemas.openxmlformats.org/drawingml/2006/main" rot="0">
            <a:off x="1262568" y="4351232"/>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40" name="Editable chart path">
            <a:extLst xmlns:a="http://schemas.openxmlformats.org/drawingml/2006/main">
              <a:ext uri="{FF2B5EF4-FFF2-40B4-BE49-F238E27FC236}">
                <a16:creationId xmlns:a16="http://schemas.microsoft.com/office/drawing/2014/main" id="{4E56900F-C57E-40FE-9FA9-BCC90261E81E}"/>
              </a:ext>
            </a:extLst>
          </p:cNvPr>
          <p:cNvSpPr>
            <a:spLocks xmlns:a="http://schemas.openxmlformats.org/drawingml/2006/main" noGrp="1"/>
          </p:cNvSpPr>
          <p:nvPr/>
        </p:nvSpPr>
        <p:spPr>
          <a:xfrm xmlns:a="http://schemas.openxmlformats.org/drawingml/2006/main">
            <a:off x="1600376" y="3947151"/>
            <a:ext cx="4069214"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170">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C0FAA08F-D3E6-48AF-846B-9C968A51EF4F}"/>
              </a:ext>
            </a:extLst>
          </p:cNvPr>
          <p:cNvSpPr>
            <a:spLocks xmlns:a="http://schemas.openxmlformats.org/drawingml/2006/main" noGrp="1"/>
          </p:cNvSpPr>
          <p:nvPr/>
        </p:nvSpPr>
        <p:spPr>
          <a:xfrm xmlns:a="http://schemas.openxmlformats.org/drawingml/2006/main">
            <a:off x="1558549" y="3947151"/>
            <a:ext cx="418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42" name="">
            <a:extLst xmlns:a="http://schemas.openxmlformats.org/drawingml/2006/main">
              <a:ext uri="{FF2B5EF4-FFF2-40B4-BE49-F238E27FC236}">
                <a16:creationId xmlns:a16="http://schemas.microsoft.com/office/drawing/2014/main" id="{6CD9D4D1-EE4D-4E77-A393-3939BFA9BEF4}"/>
              </a:ext>
            </a:extLst>
          </p:cNvPr>
          <p:cNvSpPr>
            <a:spLocks xmlns:a="http://schemas.openxmlformats.org/drawingml/2006/main" noGrp="1"/>
          </p:cNvSpPr>
          <p:nvPr/>
        </p:nvSpPr>
        <p:spPr>
          <a:xfrm xmlns:a="http://schemas.openxmlformats.org/drawingml/2006/main" rot="0">
            <a:off x="1298192" y="3851628"/>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43" name="Editable chart path">
            <a:extLst xmlns:a="http://schemas.openxmlformats.org/drawingml/2006/main">
              <a:ext uri="{FF2B5EF4-FFF2-40B4-BE49-F238E27FC236}">
                <a16:creationId xmlns:a16="http://schemas.microsoft.com/office/drawing/2014/main" id="{BA23E238-CEFD-44D8-A695-4781F195E284}"/>
              </a:ext>
            </a:extLst>
          </p:cNvPr>
          <p:cNvSpPr>
            <a:spLocks xmlns:a="http://schemas.openxmlformats.org/drawingml/2006/main" noGrp="1"/>
          </p:cNvSpPr>
          <p:nvPr/>
        </p:nvSpPr>
        <p:spPr>
          <a:xfrm xmlns:a="http://schemas.openxmlformats.org/drawingml/2006/main">
            <a:off x="1600376" y="3447548"/>
            <a:ext cx="4069214"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170">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96DB44DD-C259-4FA8-9078-0A16B70E1833}"/>
              </a:ext>
            </a:extLst>
          </p:cNvPr>
          <p:cNvSpPr>
            <a:spLocks xmlns:a="http://schemas.openxmlformats.org/drawingml/2006/main" noGrp="1"/>
          </p:cNvSpPr>
          <p:nvPr/>
        </p:nvSpPr>
        <p:spPr>
          <a:xfrm xmlns:a="http://schemas.openxmlformats.org/drawingml/2006/main">
            <a:off x="1558549" y="3447548"/>
            <a:ext cx="418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45" name="">
            <a:extLst xmlns:a="http://schemas.openxmlformats.org/drawingml/2006/main">
              <a:ext uri="{FF2B5EF4-FFF2-40B4-BE49-F238E27FC236}">
                <a16:creationId xmlns:a16="http://schemas.microsoft.com/office/drawing/2014/main" id="{41F82748-5F4E-4FB3-81C1-672AEE2BB2E2}"/>
              </a:ext>
            </a:extLst>
          </p:cNvPr>
          <p:cNvSpPr>
            <a:spLocks xmlns:a="http://schemas.openxmlformats.org/drawingml/2006/main" noGrp="1"/>
          </p:cNvSpPr>
          <p:nvPr/>
        </p:nvSpPr>
        <p:spPr>
          <a:xfrm xmlns:a="http://schemas.openxmlformats.org/drawingml/2006/main" rot="0">
            <a:off x="1419826" y="3352025"/>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46" name="Editable chart path">
            <a:extLst xmlns:a="http://schemas.openxmlformats.org/drawingml/2006/main">
              <a:ext uri="{FF2B5EF4-FFF2-40B4-BE49-F238E27FC236}">
                <a16:creationId xmlns:a16="http://schemas.microsoft.com/office/drawing/2014/main" id="{B9644442-47E3-4B22-872B-18763F4FA195}"/>
              </a:ext>
            </a:extLst>
          </p:cNvPr>
          <p:cNvSpPr>
            <a:spLocks xmlns:a="http://schemas.openxmlformats.org/drawingml/2006/main" noGrp="1"/>
          </p:cNvSpPr>
          <p:nvPr/>
        </p:nvSpPr>
        <p:spPr>
          <a:xfrm xmlns:a="http://schemas.openxmlformats.org/drawingml/2006/main">
            <a:off x="1600376" y="2947944"/>
            <a:ext cx="4069214"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170">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6AAEDB95-FF74-42CE-B522-48654197ADC2}"/>
              </a:ext>
            </a:extLst>
          </p:cNvPr>
          <p:cNvSpPr>
            <a:spLocks xmlns:a="http://schemas.openxmlformats.org/drawingml/2006/main" noGrp="1"/>
          </p:cNvSpPr>
          <p:nvPr/>
        </p:nvSpPr>
        <p:spPr>
          <a:xfrm xmlns:a="http://schemas.openxmlformats.org/drawingml/2006/main">
            <a:off x="1558549" y="2947944"/>
            <a:ext cx="4182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560">
            <a:solidFill>
              <a:srgbClr val="5A6683"/>
            </a:solidFill>
            <a:prstDash val="solid"/>
          </a:ln>
        </p:spPr>
      </p:sp>
      <p:sp>
        <p:nvSpPr>
          <p:cNvPr id="48" name="">
            <a:extLst xmlns:a="http://schemas.openxmlformats.org/drawingml/2006/main">
              <a:ext uri="{FF2B5EF4-FFF2-40B4-BE49-F238E27FC236}">
                <a16:creationId xmlns:a16="http://schemas.microsoft.com/office/drawing/2014/main" id="{9A760176-4CFB-422B-8FD2-B48D3BF5B85C}"/>
              </a:ext>
            </a:extLst>
          </p:cNvPr>
          <p:cNvSpPr>
            <a:spLocks xmlns:a="http://schemas.openxmlformats.org/drawingml/2006/main" noGrp="1"/>
          </p:cNvSpPr>
          <p:nvPr/>
        </p:nvSpPr>
        <p:spPr>
          <a:xfrm xmlns:a="http://schemas.openxmlformats.org/drawingml/2006/main" rot="0">
            <a:off x="1375154" y="2852422"/>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49" name="Editable chart path">
            <a:extLst xmlns:a="http://schemas.openxmlformats.org/drawingml/2006/main">
              <a:ext uri="{FF2B5EF4-FFF2-40B4-BE49-F238E27FC236}">
                <a16:creationId xmlns:a16="http://schemas.microsoft.com/office/drawing/2014/main" id="{55F3CFBF-8BDD-4488-A84A-163183172E9D}"/>
              </a:ext>
            </a:extLst>
          </p:cNvPr>
          <p:cNvSpPr>
            <a:spLocks xmlns:a="http://schemas.openxmlformats.org/drawingml/2006/main" noGrp="1"/>
          </p:cNvSpPr>
          <p:nvPr/>
        </p:nvSpPr>
        <p:spPr>
          <a:xfrm xmlns:a="http://schemas.openxmlformats.org/drawingml/2006/main">
            <a:off x="5484625" y="3762637"/>
            <a:ext cx="95" cy="868583"/>
          </a:xfrm>
          <a:custGeom xmlns:a="http://schemas.openxmlformats.org/drawingml/2006/main">
            <a:pathLst>
              <a:path w="95" h="692295">
                <a:moveTo>
                  <a:pt x="0" y="692295"/>
                </a:moveTo>
                <a:lnTo>
                  <a:pt x="0" y="0"/>
                </a:lnTo>
              </a:path>
            </a:pathLst>
          </a:custGeom>
          <a:noFill xmlns:a="http://schemas.openxmlformats.org/drawingml/2006/main"/>
          <a:ln xmlns:a="http://schemas.openxmlformats.org/drawingml/2006/main" w="9560">
            <a:solidFill>
              <a:srgbClr val="224889"/>
            </a:solidFill>
            <a:prstDash val="solid"/>
          </a:ln>
        </p:spPr>
      </p:sp>
      <p:sp>
        <p:nvSpPr>
          <p:cNvPr id="50" name="Editable chart path">
            <a:extLst xmlns:a="http://schemas.openxmlformats.org/drawingml/2006/main">
              <a:ext uri="{FF2B5EF4-FFF2-40B4-BE49-F238E27FC236}">
                <a16:creationId xmlns:a16="http://schemas.microsoft.com/office/drawing/2014/main" id="{C5F4FE49-3F23-4936-B072-0F241974AD76}"/>
              </a:ext>
            </a:extLst>
          </p:cNvPr>
          <p:cNvSpPr>
            <a:spLocks xmlns:a="http://schemas.openxmlformats.org/drawingml/2006/main" noGrp="1"/>
          </p:cNvSpPr>
          <p:nvPr/>
        </p:nvSpPr>
        <p:spPr>
          <a:xfrm xmlns:a="http://schemas.openxmlformats.org/drawingml/2006/main">
            <a:off x="5128430" y="4160265"/>
            <a:ext cx="95" cy="634798"/>
          </a:xfrm>
          <a:custGeom xmlns:a="http://schemas.openxmlformats.org/drawingml/2006/main">
            <a:pathLst>
              <a:path w="95" h="505959">
                <a:moveTo>
                  <a:pt x="0" y="505959"/>
                </a:moveTo>
                <a:lnTo>
                  <a:pt x="0" y="0"/>
                </a:lnTo>
              </a:path>
            </a:pathLst>
          </a:custGeom>
          <a:noFill xmlns:a="http://schemas.openxmlformats.org/drawingml/2006/main"/>
          <a:ln xmlns:a="http://schemas.openxmlformats.org/drawingml/2006/main" w="9560">
            <a:solidFill>
              <a:srgbClr val="224889"/>
            </a:solidFill>
            <a:prstDash val="solid"/>
          </a:ln>
        </p:spPr>
      </p:sp>
      <p:sp>
        <p:nvSpPr>
          <p:cNvPr id="51" name="Editable chart path">
            <a:extLst xmlns:a="http://schemas.openxmlformats.org/drawingml/2006/main">
              <a:ext uri="{FF2B5EF4-FFF2-40B4-BE49-F238E27FC236}">
                <a16:creationId xmlns:a16="http://schemas.microsoft.com/office/drawing/2014/main" id="{A78FA623-2639-4E8A-AADB-E67BE8D3942F}"/>
              </a:ext>
            </a:extLst>
          </p:cNvPr>
          <p:cNvSpPr>
            <a:spLocks xmlns:a="http://schemas.openxmlformats.org/drawingml/2006/main" noGrp="1"/>
          </p:cNvSpPr>
          <p:nvPr/>
        </p:nvSpPr>
        <p:spPr>
          <a:xfrm xmlns:a="http://schemas.openxmlformats.org/drawingml/2006/main">
            <a:off x="4955696" y="4063472"/>
            <a:ext cx="95" cy="478632"/>
          </a:xfrm>
          <a:custGeom xmlns:a="http://schemas.openxmlformats.org/drawingml/2006/main">
            <a:pathLst>
              <a:path w="95" h="381489">
                <a:moveTo>
                  <a:pt x="0" y="381489"/>
                </a:moveTo>
                <a:lnTo>
                  <a:pt x="0" y="0"/>
                </a:lnTo>
              </a:path>
            </a:pathLst>
          </a:custGeom>
          <a:noFill xmlns:a="http://schemas.openxmlformats.org/drawingml/2006/main"/>
          <a:ln xmlns:a="http://schemas.openxmlformats.org/drawingml/2006/main" w="9560">
            <a:solidFill>
              <a:srgbClr val="224889"/>
            </a:solidFill>
            <a:prstDash val="solid"/>
          </a:ln>
        </p:spPr>
      </p:sp>
      <p:sp>
        <p:nvSpPr>
          <p:cNvPr id="52" name="Editable chart path">
            <a:extLst xmlns:a="http://schemas.openxmlformats.org/drawingml/2006/main">
              <a:ext uri="{FF2B5EF4-FFF2-40B4-BE49-F238E27FC236}">
                <a16:creationId xmlns:a16="http://schemas.microsoft.com/office/drawing/2014/main" id="{1CCEBCDD-061F-4A15-8014-9D2B26AD78C5}"/>
              </a:ext>
            </a:extLst>
          </p:cNvPr>
          <p:cNvSpPr>
            <a:spLocks xmlns:a="http://schemas.openxmlformats.org/drawingml/2006/main" noGrp="1"/>
          </p:cNvSpPr>
          <p:nvPr/>
        </p:nvSpPr>
        <p:spPr>
          <a:xfrm xmlns:a="http://schemas.openxmlformats.org/drawingml/2006/main">
            <a:off x="4912781" y="3313931"/>
            <a:ext cx="95" cy="1301694"/>
          </a:xfrm>
          <a:custGeom xmlns:a="http://schemas.openxmlformats.org/drawingml/2006/main">
            <a:pathLst>
              <a:path w="95" h="1037501">
                <a:moveTo>
                  <a:pt x="0" y="1037501"/>
                </a:moveTo>
                <a:lnTo>
                  <a:pt x="0" y="0"/>
                </a:lnTo>
              </a:path>
            </a:pathLst>
          </a:custGeom>
          <a:noFill xmlns:a="http://schemas.openxmlformats.org/drawingml/2006/main"/>
          <a:ln xmlns:a="http://schemas.openxmlformats.org/drawingml/2006/main" w="9560">
            <a:solidFill>
              <a:srgbClr val="224889"/>
            </a:solidFill>
            <a:prstDash val="solid"/>
          </a:ln>
        </p:spPr>
      </p:sp>
      <p:sp>
        <p:nvSpPr>
          <p:cNvPr id="53" name="Editable chart path">
            <a:extLst xmlns:a="http://schemas.openxmlformats.org/drawingml/2006/main">
              <a:ext uri="{FF2B5EF4-FFF2-40B4-BE49-F238E27FC236}">
                <a16:creationId xmlns:a16="http://schemas.microsoft.com/office/drawing/2014/main" id="{A4621F36-0A21-41DF-9441-4E70BAA47DF4}"/>
              </a:ext>
            </a:extLst>
          </p:cNvPr>
          <p:cNvSpPr>
            <a:spLocks xmlns:a="http://schemas.openxmlformats.org/drawingml/2006/main" noGrp="1"/>
          </p:cNvSpPr>
          <p:nvPr/>
        </p:nvSpPr>
        <p:spPr>
          <a:xfrm xmlns:a="http://schemas.openxmlformats.org/drawingml/2006/main">
            <a:off x="4773307" y="3860645"/>
            <a:ext cx="95" cy="933587"/>
          </a:xfrm>
          <a:custGeom xmlns:a="http://schemas.openxmlformats.org/drawingml/2006/main">
            <a:pathLst>
              <a:path w="95" h="744106">
                <a:moveTo>
                  <a:pt x="0" y="744106"/>
                </a:moveTo>
                <a:lnTo>
                  <a:pt x="0" y="0"/>
                </a:lnTo>
              </a:path>
            </a:pathLst>
          </a:custGeom>
          <a:noFill xmlns:a="http://schemas.openxmlformats.org/drawingml/2006/main"/>
          <a:ln xmlns:a="http://schemas.openxmlformats.org/drawingml/2006/main" w="9560">
            <a:solidFill>
              <a:srgbClr val="224889"/>
            </a:solidFill>
            <a:prstDash val="solid"/>
          </a:ln>
        </p:spPr>
      </p:sp>
      <p:sp>
        <p:nvSpPr>
          <p:cNvPr id="54" name="Editable chart path">
            <a:extLst xmlns:a="http://schemas.openxmlformats.org/drawingml/2006/main">
              <a:ext uri="{FF2B5EF4-FFF2-40B4-BE49-F238E27FC236}">
                <a16:creationId xmlns:a16="http://schemas.microsoft.com/office/drawing/2014/main" id="{6D343763-CCD6-4230-B4EC-A08B1A7FC6AF}"/>
              </a:ext>
            </a:extLst>
          </p:cNvPr>
          <p:cNvSpPr>
            <a:spLocks xmlns:a="http://schemas.openxmlformats.org/drawingml/2006/main" noGrp="1"/>
          </p:cNvSpPr>
          <p:nvPr/>
        </p:nvSpPr>
        <p:spPr>
          <a:xfrm xmlns:a="http://schemas.openxmlformats.org/drawingml/2006/main">
            <a:off x="4650999" y="4007340"/>
            <a:ext cx="95" cy="657462"/>
          </a:xfrm>
          <a:custGeom xmlns:a="http://schemas.openxmlformats.org/drawingml/2006/main">
            <a:pathLst>
              <a:path w="95" h="524023">
                <a:moveTo>
                  <a:pt x="0" y="524023"/>
                </a:moveTo>
                <a:lnTo>
                  <a:pt x="0" y="0"/>
                </a:lnTo>
              </a:path>
            </a:pathLst>
          </a:custGeom>
          <a:noFill xmlns:a="http://schemas.openxmlformats.org/drawingml/2006/main"/>
          <a:ln xmlns:a="http://schemas.openxmlformats.org/drawingml/2006/main" w="9560">
            <a:solidFill>
              <a:srgbClr val="224889"/>
            </a:solidFill>
            <a:prstDash val="solid"/>
          </a:ln>
        </p:spPr>
      </p:sp>
      <p:sp>
        <p:nvSpPr>
          <p:cNvPr id="55" name="Editable chart path">
            <a:extLst xmlns:a="http://schemas.openxmlformats.org/drawingml/2006/main">
              <a:ext uri="{FF2B5EF4-FFF2-40B4-BE49-F238E27FC236}">
                <a16:creationId xmlns:a16="http://schemas.microsoft.com/office/drawing/2014/main" id="{47947DA9-DA70-414C-A250-13AE1CC2B146}"/>
              </a:ext>
            </a:extLst>
          </p:cNvPr>
          <p:cNvSpPr>
            <a:spLocks xmlns:a="http://schemas.openxmlformats.org/drawingml/2006/main" noGrp="1"/>
          </p:cNvSpPr>
          <p:nvPr/>
        </p:nvSpPr>
        <p:spPr>
          <a:xfrm xmlns:a="http://schemas.openxmlformats.org/drawingml/2006/main">
            <a:off x="4652072" y="3447727"/>
            <a:ext cx="95" cy="967328"/>
          </a:xfrm>
          <a:custGeom xmlns:a="http://schemas.openxmlformats.org/drawingml/2006/main">
            <a:pathLst>
              <a:path w="95" h="770999">
                <a:moveTo>
                  <a:pt x="0" y="770999"/>
                </a:moveTo>
                <a:lnTo>
                  <a:pt x="0" y="0"/>
                </a:lnTo>
              </a:path>
            </a:pathLst>
          </a:custGeom>
          <a:noFill xmlns:a="http://schemas.openxmlformats.org/drawingml/2006/main"/>
          <a:ln xmlns:a="http://schemas.openxmlformats.org/drawingml/2006/main" w="9560">
            <a:solidFill>
              <a:srgbClr val="224889"/>
            </a:solidFill>
            <a:prstDash val="solid"/>
          </a:ln>
        </p:spPr>
      </p:sp>
      <p:sp>
        <p:nvSpPr>
          <p:cNvPr id="56" name="Editable chart path">
            <a:extLst xmlns:a="http://schemas.openxmlformats.org/drawingml/2006/main">
              <a:ext uri="{FF2B5EF4-FFF2-40B4-BE49-F238E27FC236}">
                <a16:creationId xmlns:a16="http://schemas.microsoft.com/office/drawing/2014/main" id="{5BD08F52-7DFC-42AC-A1A9-3B3B46668391}"/>
              </a:ext>
            </a:extLst>
          </p:cNvPr>
          <p:cNvSpPr>
            <a:spLocks xmlns:a="http://schemas.openxmlformats.org/drawingml/2006/main" noGrp="1"/>
          </p:cNvSpPr>
          <p:nvPr/>
        </p:nvSpPr>
        <p:spPr>
          <a:xfrm xmlns:a="http://schemas.openxmlformats.org/drawingml/2006/main">
            <a:off x="4535128" y="3549628"/>
            <a:ext cx="95" cy="809089"/>
          </a:xfrm>
          <a:custGeom xmlns:a="http://schemas.openxmlformats.org/drawingml/2006/main">
            <a:pathLst>
              <a:path w="95" h="644876">
                <a:moveTo>
                  <a:pt x="0" y="644876"/>
                </a:moveTo>
                <a:lnTo>
                  <a:pt x="0" y="0"/>
                </a:lnTo>
              </a:path>
            </a:pathLst>
          </a:custGeom>
          <a:noFill xmlns:a="http://schemas.openxmlformats.org/drawingml/2006/main"/>
          <a:ln xmlns:a="http://schemas.openxmlformats.org/drawingml/2006/main" w="9560">
            <a:solidFill>
              <a:srgbClr val="224889"/>
            </a:solidFill>
            <a:prstDash val="solid"/>
          </a:ln>
        </p:spPr>
      </p:sp>
      <p:sp>
        <p:nvSpPr>
          <p:cNvPr id="57" name="Editable chart path">
            <a:extLst xmlns:a="http://schemas.openxmlformats.org/drawingml/2006/main">
              <a:ext uri="{FF2B5EF4-FFF2-40B4-BE49-F238E27FC236}">
                <a16:creationId xmlns:a16="http://schemas.microsoft.com/office/drawing/2014/main" id="{4596A37D-3479-4E80-AE00-567A0A259CAD}"/>
              </a:ext>
            </a:extLst>
          </p:cNvPr>
          <p:cNvSpPr>
            <a:spLocks xmlns:a="http://schemas.openxmlformats.org/drawingml/2006/main" noGrp="1"/>
          </p:cNvSpPr>
          <p:nvPr/>
        </p:nvSpPr>
        <p:spPr>
          <a:xfrm xmlns:a="http://schemas.openxmlformats.org/drawingml/2006/main">
            <a:off x="4389216" y="3945112"/>
            <a:ext cx="95" cy="458603"/>
          </a:xfrm>
          <a:custGeom xmlns:a="http://schemas.openxmlformats.org/drawingml/2006/main">
            <a:pathLst>
              <a:path w="95" h="365525">
                <a:moveTo>
                  <a:pt x="0" y="365525"/>
                </a:moveTo>
                <a:lnTo>
                  <a:pt x="0" y="0"/>
                </a:lnTo>
              </a:path>
            </a:pathLst>
          </a:custGeom>
          <a:noFill xmlns:a="http://schemas.openxmlformats.org/drawingml/2006/main"/>
          <a:ln xmlns:a="http://schemas.openxmlformats.org/drawingml/2006/main" w="9560">
            <a:solidFill>
              <a:srgbClr val="224889"/>
            </a:solidFill>
            <a:prstDash val="solid"/>
          </a:ln>
        </p:spPr>
      </p:sp>
      <p:sp>
        <p:nvSpPr>
          <p:cNvPr id="58" name="Editable chart path">
            <a:extLst xmlns:a="http://schemas.openxmlformats.org/drawingml/2006/main">
              <a:ext uri="{FF2B5EF4-FFF2-40B4-BE49-F238E27FC236}">
                <a16:creationId xmlns:a16="http://schemas.microsoft.com/office/drawing/2014/main" id="{BF66CD64-BDBE-4523-B8B6-3B350C1EEDD3}"/>
              </a:ext>
            </a:extLst>
          </p:cNvPr>
          <p:cNvSpPr>
            <a:spLocks xmlns:a="http://schemas.openxmlformats.org/drawingml/2006/main" noGrp="1"/>
          </p:cNvSpPr>
          <p:nvPr/>
        </p:nvSpPr>
        <p:spPr>
          <a:xfrm xmlns:a="http://schemas.openxmlformats.org/drawingml/2006/main">
            <a:off x="4343083" y="3790815"/>
            <a:ext cx="95" cy="557520"/>
          </a:xfrm>
          <a:custGeom xmlns:a="http://schemas.openxmlformats.org/drawingml/2006/main">
            <a:pathLst>
              <a:path w="95" h="444366">
                <a:moveTo>
                  <a:pt x="0" y="444366"/>
                </a:moveTo>
                <a:lnTo>
                  <a:pt x="0" y="0"/>
                </a:lnTo>
              </a:path>
            </a:pathLst>
          </a:custGeom>
          <a:noFill xmlns:a="http://schemas.openxmlformats.org/drawingml/2006/main"/>
          <a:ln xmlns:a="http://schemas.openxmlformats.org/drawingml/2006/main" w="9560">
            <a:solidFill>
              <a:srgbClr val="224889"/>
            </a:solidFill>
            <a:prstDash val="solid"/>
          </a:ln>
        </p:spPr>
      </p:sp>
      <p:sp>
        <p:nvSpPr>
          <p:cNvPr id="59" name="Editable chart path">
            <a:extLst xmlns:a="http://schemas.openxmlformats.org/drawingml/2006/main">
              <a:ext uri="{FF2B5EF4-FFF2-40B4-BE49-F238E27FC236}">
                <a16:creationId xmlns:a16="http://schemas.microsoft.com/office/drawing/2014/main" id="{92186340-D0C6-44CF-B392-641E8F08312E}"/>
              </a:ext>
            </a:extLst>
          </p:cNvPr>
          <p:cNvSpPr>
            <a:spLocks xmlns:a="http://schemas.openxmlformats.org/drawingml/2006/main" noGrp="1"/>
          </p:cNvSpPr>
          <p:nvPr/>
        </p:nvSpPr>
        <p:spPr>
          <a:xfrm xmlns:a="http://schemas.openxmlformats.org/drawingml/2006/main">
            <a:off x="4339864" y="3639399"/>
            <a:ext cx="95" cy="877314"/>
          </a:xfrm>
          <a:custGeom xmlns:a="http://schemas.openxmlformats.org/drawingml/2006/main">
            <a:pathLst>
              <a:path w="95" h="699254">
                <a:moveTo>
                  <a:pt x="0" y="699254"/>
                </a:moveTo>
                <a:lnTo>
                  <a:pt x="0" y="0"/>
                </a:lnTo>
              </a:path>
            </a:pathLst>
          </a:custGeom>
          <a:noFill xmlns:a="http://schemas.openxmlformats.org/drawingml/2006/main"/>
          <a:ln xmlns:a="http://schemas.openxmlformats.org/drawingml/2006/main" w="9560">
            <a:solidFill>
              <a:srgbClr val="224889"/>
            </a:solidFill>
            <a:prstDash val="solid"/>
          </a:ln>
        </p:spPr>
      </p:sp>
      <p:sp>
        <p:nvSpPr>
          <p:cNvPr id="60" name="Editable chart path">
            <a:extLst xmlns:a="http://schemas.openxmlformats.org/drawingml/2006/main">
              <a:ext uri="{FF2B5EF4-FFF2-40B4-BE49-F238E27FC236}">
                <a16:creationId xmlns:a16="http://schemas.microsoft.com/office/drawing/2014/main" id="{6A4ECB26-954B-4E00-B6C8-4415107BA7E4}"/>
              </a:ext>
            </a:extLst>
          </p:cNvPr>
          <p:cNvSpPr>
            <a:spLocks xmlns:a="http://schemas.openxmlformats.org/drawingml/2006/main" noGrp="1"/>
          </p:cNvSpPr>
          <p:nvPr/>
        </p:nvSpPr>
        <p:spPr>
          <a:xfrm xmlns:a="http://schemas.openxmlformats.org/drawingml/2006/main">
            <a:off x="4244378" y="3243235"/>
            <a:ext cx="95" cy="861955"/>
          </a:xfrm>
          <a:custGeom xmlns:a="http://schemas.openxmlformats.org/drawingml/2006/main">
            <a:pathLst>
              <a:path w="95" h="687012">
                <a:moveTo>
                  <a:pt x="0" y="687012"/>
                </a:moveTo>
                <a:lnTo>
                  <a:pt x="0" y="0"/>
                </a:lnTo>
              </a:path>
            </a:pathLst>
          </a:custGeom>
          <a:noFill xmlns:a="http://schemas.openxmlformats.org/drawingml/2006/main"/>
          <a:ln xmlns:a="http://schemas.openxmlformats.org/drawingml/2006/main" w="9560">
            <a:solidFill>
              <a:srgbClr val="224889"/>
            </a:solidFill>
            <a:prstDash val="solid"/>
          </a:ln>
        </p:spPr>
      </p:sp>
      <p:sp>
        <p:nvSpPr>
          <p:cNvPr id="61" name="Editable chart path">
            <a:extLst xmlns:a="http://schemas.openxmlformats.org/drawingml/2006/main">
              <a:ext uri="{FF2B5EF4-FFF2-40B4-BE49-F238E27FC236}">
                <a16:creationId xmlns:a16="http://schemas.microsoft.com/office/drawing/2014/main" id="{DA001D03-E7EE-407E-B2EF-D3A77F60CD34}"/>
              </a:ext>
            </a:extLst>
          </p:cNvPr>
          <p:cNvSpPr>
            <a:spLocks xmlns:a="http://schemas.openxmlformats.org/drawingml/2006/main" noGrp="1"/>
          </p:cNvSpPr>
          <p:nvPr/>
        </p:nvSpPr>
        <p:spPr>
          <a:xfrm xmlns:a="http://schemas.openxmlformats.org/drawingml/2006/main">
            <a:off x="4192880" y="3472809"/>
            <a:ext cx="95" cy="525089"/>
          </a:xfrm>
          <a:custGeom xmlns:a="http://schemas.openxmlformats.org/drawingml/2006/main">
            <a:pathLst>
              <a:path w="95" h="418516">
                <a:moveTo>
                  <a:pt x="0" y="418516"/>
                </a:moveTo>
                <a:lnTo>
                  <a:pt x="0" y="0"/>
                </a:lnTo>
              </a:path>
            </a:pathLst>
          </a:custGeom>
          <a:noFill xmlns:a="http://schemas.openxmlformats.org/drawingml/2006/main"/>
          <a:ln xmlns:a="http://schemas.openxmlformats.org/drawingml/2006/main" w="9560">
            <a:solidFill>
              <a:srgbClr val="224889"/>
            </a:solidFill>
            <a:prstDash val="solid"/>
          </a:ln>
        </p:spPr>
      </p:sp>
      <p:sp>
        <p:nvSpPr>
          <p:cNvPr id="62" name="Editable chart path">
            <a:extLst xmlns:a="http://schemas.openxmlformats.org/drawingml/2006/main">
              <a:ext uri="{FF2B5EF4-FFF2-40B4-BE49-F238E27FC236}">
                <a16:creationId xmlns:a16="http://schemas.microsoft.com/office/drawing/2014/main" id="{53099A8F-F8D1-461A-902F-BCEE45EC6C59}"/>
              </a:ext>
            </a:extLst>
          </p:cNvPr>
          <p:cNvSpPr>
            <a:spLocks xmlns:a="http://schemas.openxmlformats.org/drawingml/2006/main" noGrp="1"/>
          </p:cNvSpPr>
          <p:nvPr/>
        </p:nvSpPr>
        <p:spPr>
          <a:xfrm xmlns:a="http://schemas.openxmlformats.org/drawingml/2006/main">
            <a:off x="4160693" y="3761034"/>
            <a:ext cx="95" cy="788667"/>
          </a:xfrm>
          <a:custGeom xmlns:a="http://schemas.openxmlformats.org/drawingml/2006/main">
            <a:pathLst>
              <a:path w="95" h="628599">
                <a:moveTo>
                  <a:pt x="0" y="628599"/>
                </a:moveTo>
                <a:lnTo>
                  <a:pt x="0" y="0"/>
                </a:lnTo>
              </a:path>
            </a:pathLst>
          </a:custGeom>
          <a:noFill xmlns:a="http://schemas.openxmlformats.org/drawingml/2006/main"/>
          <a:ln xmlns:a="http://schemas.openxmlformats.org/drawingml/2006/main" w="9560">
            <a:solidFill>
              <a:srgbClr val="224889"/>
            </a:solidFill>
            <a:prstDash val="solid"/>
          </a:ln>
        </p:spPr>
      </p:sp>
      <p:sp>
        <p:nvSpPr>
          <p:cNvPr id="63" name="Editable chart path">
            <a:extLst xmlns:a="http://schemas.openxmlformats.org/drawingml/2006/main">
              <a:ext uri="{FF2B5EF4-FFF2-40B4-BE49-F238E27FC236}">
                <a16:creationId xmlns:a16="http://schemas.microsoft.com/office/drawing/2014/main" id="{161AA4C9-3A6C-44F3-9530-A8A081EE42BB}"/>
              </a:ext>
            </a:extLst>
          </p:cNvPr>
          <p:cNvSpPr>
            <a:spLocks xmlns:a="http://schemas.openxmlformats.org/drawingml/2006/main" noGrp="1"/>
          </p:cNvSpPr>
          <p:nvPr/>
        </p:nvSpPr>
        <p:spPr>
          <a:xfrm xmlns:a="http://schemas.openxmlformats.org/drawingml/2006/main">
            <a:off x="4094175" y="3620760"/>
            <a:ext cx="95" cy="742199"/>
          </a:xfrm>
          <a:custGeom xmlns:a="http://schemas.openxmlformats.org/drawingml/2006/main">
            <a:pathLst>
              <a:path w="95" h="591562">
                <a:moveTo>
                  <a:pt x="0" y="591562"/>
                </a:moveTo>
                <a:lnTo>
                  <a:pt x="0" y="0"/>
                </a:lnTo>
              </a:path>
            </a:pathLst>
          </a:custGeom>
          <a:noFill xmlns:a="http://schemas.openxmlformats.org/drawingml/2006/main"/>
          <a:ln xmlns:a="http://schemas.openxmlformats.org/drawingml/2006/main" w="9560">
            <a:solidFill>
              <a:srgbClr val="224889"/>
            </a:solidFill>
            <a:prstDash val="solid"/>
          </a:ln>
        </p:spPr>
      </p:sp>
      <p:sp>
        <p:nvSpPr>
          <p:cNvPr id="64" name="Editable chart path">
            <a:extLst xmlns:a="http://schemas.openxmlformats.org/drawingml/2006/main">
              <a:ext uri="{FF2B5EF4-FFF2-40B4-BE49-F238E27FC236}">
                <a16:creationId xmlns:a16="http://schemas.microsoft.com/office/drawing/2014/main" id="{A2C59636-AAE8-46B2-B963-71AF56373F1C}"/>
              </a:ext>
            </a:extLst>
          </p:cNvPr>
          <p:cNvSpPr>
            <a:spLocks xmlns:a="http://schemas.openxmlformats.org/drawingml/2006/main" noGrp="1"/>
          </p:cNvSpPr>
          <p:nvPr/>
        </p:nvSpPr>
        <p:spPr>
          <a:xfrm xmlns:a="http://schemas.openxmlformats.org/drawingml/2006/main">
            <a:off x="4021219" y="3618228"/>
            <a:ext cx="95" cy="614671"/>
          </a:xfrm>
          <a:custGeom xmlns:a="http://schemas.openxmlformats.org/drawingml/2006/main">
            <a:pathLst>
              <a:path w="95" h="489917">
                <a:moveTo>
                  <a:pt x="0" y="489917"/>
                </a:moveTo>
                <a:lnTo>
                  <a:pt x="0" y="0"/>
                </a:lnTo>
              </a:path>
            </a:pathLst>
          </a:custGeom>
          <a:noFill xmlns:a="http://schemas.openxmlformats.org/drawingml/2006/main"/>
          <a:ln xmlns:a="http://schemas.openxmlformats.org/drawingml/2006/main" w="9560">
            <a:solidFill>
              <a:srgbClr val="224889"/>
            </a:solidFill>
            <a:prstDash val="solid"/>
          </a:ln>
        </p:spPr>
      </p:sp>
      <p:sp>
        <p:nvSpPr>
          <p:cNvPr id="65" name="Editable chart path">
            <a:extLst xmlns:a="http://schemas.openxmlformats.org/drawingml/2006/main">
              <a:ext uri="{FF2B5EF4-FFF2-40B4-BE49-F238E27FC236}">
                <a16:creationId xmlns:a16="http://schemas.microsoft.com/office/drawing/2014/main" id="{E2F63B64-B35A-4F74-B98C-9ADECE2D5E3F}"/>
              </a:ext>
            </a:extLst>
          </p:cNvPr>
          <p:cNvSpPr>
            <a:spLocks xmlns:a="http://schemas.openxmlformats.org/drawingml/2006/main" noGrp="1"/>
          </p:cNvSpPr>
          <p:nvPr/>
        </p:nvSpPr>
        <p:spPr>
          <a:xfrm xmlns:a="http://schemas.openxmlformats.org/drawingml/2006/main">
            <a:off x="3955773" y="3927787"/>
            <a:ext cx="95" cy="720327"/>
          </a:xfrm>
          <a:custGeom xmlns:a="http://schemas.openxmlformats.org/drawingml/2006/main">
            <a:pathLst>
              <a:path w="95" h="574129">
                <a:moveTo>
                  <a:pt x="0" y="574129"/>
                </a:moveTo>
                <a:lnTo>
                  <a:pt x="0" y="0"/>
                </a:lnTo>
              </a:path>
            </a:pathLst>
          </a:custGeom>
          <a:noFill xmlns:a="http://schemas.openxmlformats.org/drawingml/2006/main"/>
          <a:ln xmlns:a="http://schemas.openxmlformats.org/drawingml/2006/main" w="9560">
            <a:solidFill>
              <a:srgbClr val="224889"/>
            </a:solidFill>
            <a:prstDash val="solid"/>
          </a:ln>
        </p:spPr>
      </p:sp>
      <p:sp>
        <p:nvSpPr>
          <p:cNvPr id="66" name="Editable chart path">
            <a:extLst xmlns:a="http://schemas.openxmlformats.org/drawingml/2006/main">
              <a:ext uri="{FF2B5EF4-FFF2-40B4-BE49-F238E27FC236}">
                <a16:creationId xmlns:a16="http://schemas.microsoft.com/office/drawing/2014/main" id="{123D74B2-5B3B-46AA-BB1F-F2401371CFB2}"/>
              </a:ext>
            </a:extLst>
          </p:cNvPr>
          <p:cNvSpPr>
            <a:spLocks xmlns:a="http://schemas.openxmlformats.org/drawingml/2006/main" noGrp="1"/>
          </p:cNvSpPr>
          <p:nvPr/>
        </p:nvSpPr>
        <p:spPr>
          <a:xfrm xmlns:a="http://schemas.openxmlformats.org/drawingml/2006/main">
            <a:off x="3928951" y="3815744"/>
            <a:ext cx="95" cy="1105308"/>
          </a:xfrm>
          <a:custGeom xmlns:a="http://schemas.openxmlformats.org/drawingml/2006/main">
            <a:pathLst>
              <a:path w="95" h="880974">
                <a:moveTo>
                  <a:pt x="0" y="880974"/>
                </a:moveTo>
                <a:lnTo>
                  <a:pt x="0" y="0"/>
                </a:lnTo>
              </a:path>
            </a:pathLst>
          </a:custGeom>
          <a:noFill xmlns:a="http://schemas.openxmlformats.org/drawingml/2006/main"/>
          <a:ln xmlns:a="http://schemas.openxmlformats.org/drawingml/2006/main" w="9560">
            <a:solidFill>
              <a:srgbClr val="224889"/>
            </a:solidFill>
            <a:prstDash val="solid"/>
          </a:ln>
        </p:spPr>
      </p:sp>
      <p:sp>
        <p:nvSpPr>
          <p:cNvPr id="67" name="Editable chart path">
            <a:extLst xmlns:a="http://schemas.openxmlformats.org/drawingml/2006/main">
              <a:ext uri="{FF2B5EF4-FFF2-40B4-BE49-F238E27FC236}">
                <a16:creationId xmlns:a16="http://schemas.microsoft.com/office/drawing/2014/main" id="{52B8B337-A66A-49FD-98E7-77BACC26C999}"/>
              </a:ext>
            </a:extLst>
          </p:cNvPr>
          <p:cNvSpPr>
            <a:spLocks xmlns:a="http://schemas.openxmlformats.org/drawingml/2006/main" noGrp="1"/>
          </p:cNvSpPr>
          <p:nvPr/>
        </p:nvSpPr>
        <p:spPr>
          <a:xfrm xmlns:a="http://schemas.openxmlformats.org/drawingml/2006/main">
            <a:off x="4084519" y="3634041"/>
            <a:ext cx="95" cy="662698"/>
          </a:xfrm>
          <a:custGeom xmlns:a="http://schemas.openxmlformats.org/drawingml/2006/main">
            <a:pathLst>
              <a:path w="95" h="528197">
                <a:moveTo>
                  <a:pt x="0" y="528197"/>
                </a:moveTo>
                <a:lnTo>
                  <a:pt x="0" y="0"/>
                </a:lnTo>
              </a:path>
            </a:pathLst>
          </a:custGeom>
          <a:noFill xmlns:a="http://schemas.openxmlformats.org/drawingml/2006/main"/>
          <a:ln xmlns:a="http://schemas.openxmlformats.org/drawingml/2006/main" w="9560">
            <a:solidFill>
              <a:srgbClr val="224889"/>
            </a:solidFill>
            <a:prstDash val="solid"/>
          </a:ln>
        </p:spPr>
      </p:sp>
      <p:sp>
        <p:nvSpPr>
          <p:cNvPr id="68" name="Editable chart path">
            <a:extLst xmlns:a="http://schemas.openxmlformats.org/drawingml/2006/main">
              <a:ext uri="{FF2B5EF4-FFF2-40B4-BE49-F238E27FC236}">
                <a16:creationId xmlns:a16="http://schemas.microsoft.com/office/drawing/2014/main" id="{07B0D4D2-A0DC-4D2F-9BAD-23BFD4A1EB00}"/>
              </a:ext>
            </a:extLst>
          </p:cNvPr>
          <p:cNvSpPr>
            <a:spLocks xmlns:a="http://schemas.openxmlformats.org/drawingml/2006/main" noGrp="1"/>
          </p:cNvSpPr>
          <p:nvPr/>
        </p:nvSpPr>
        <p:spPr>
          <a:xfrm xmlns:a="http://schemas.openxmlformats.org/drawingml/2006/main">
            <a:off x="4000834" y="3401334"/>
            <a:ext cx="95" cy="857624"/>
          </a:xfrm>
          <a:custGeom xmlns:a="http://schemas.openxmlformats.org/drawingml/2006/main">
            <a:pathLst>
              <a:path w="95" h="683560">
                <a:moveTo>
                  <a:pt x="0" y="683560"/>
                </a:moveTo>
                <a:lnTo>
                  <a:pt x="0" y="0"/>
                </a:lnTo>
              </a:path>
            </a:pathLst>
          </a:custGeom>
          <a:noFill xmlns:a="http://schemas.openxmlformats.org/drawingml/2006/main"/>
          <a:ln xmlns:a="http://schemas.openxmlformats.org/drawingml/2006/main" w="9560">
            <a:solidFill>
              <a:srgbClr val="224889"/>
            </a:solidFill>
            <a:prstDash val="solid"/>
          </a:ln>
        </p:spPr>
      </p:sp>
      <p:sp>
        <p:nvSpPr>
          <p:cNvPr id="69" name="Editable chart path">
            <a:extLst xmlns:a="http://schemas.openxmlformats.org/drawingml/2006/main">
              <a:ext uri="{FF2B5EF4-FFF2-40B4-BE49-F238E27FC236}">
                <a16:creationId xmlns:a16="http://schemas.microsoft.com/office/drawing/2014/main" id="{3B0DEDA6-9FDC-4E1F-ABCC-E0A1198C225D}"/>
              </a:ext>
            </a:extLst>
          </p:cNvPr>
          <p:cNvSpPr>
            <a:spLocks xmlns:a="http://schemas.openxmlformats.org/drawingml/2006/main" noGrp="1"/>
          </p:cNvSpPr>
          <p:nvPr/>
        </p:nvSpPr>
        <p:spPr>
          <a:xfrm xmlns:a="http://schemas.openxmlformats.org/drawingml/2006/main">
            <a:off x="3854923" y="3693552"/>
            <a:ext cx="95" cy="1000546"/>
          </a:xfrm>
          <a:custGeom xmlns:a="http://schemas.openxmlformats.org/drawingml/2006/main">
            <a:pathLst>
              <a:path w="95" h="797475">
                <a:moveTo>
                  <a:pt x="0" y="797475"/>
                </a:moveTo>
                <a:lnTo>
                  <a:pt x="0" y="0"/>
                </a:lnTo>
              </a:path>
            </a:pathLst>
          </a:custGeom>
          <a:noFill xmlns:a="http://schemas.openxmlformats.org/drawingml/2006/main"/>
          <a:ln xmlns:a="http://schemas.openxmlformats.org/drawingml/2006/main" w="9560">
            <a:solidFill>
              <a:srgbClr val="224889"/>
            </a:solidFill>
            <a:prstDash val="solid"/>
          </a:ln>
        </p:spPr>
      </p:sp>
      <p:sp>
        <p:nvSpPr>
          <p:cNvPr id="70" name="Editable chart path">
            <a:extLst xmlns:a="http://schemas.openxmlformats.org/drawingml/2006/main">
              <a:ext uri="{FF2B5EF4-FFF2-40B4-BE49-F238E27FC236}">
                <a16:creationId xmlns:a16="http://schemas.microsoft.com/office/drawing/2014/main" id="{BDD3E7AB-C630-4502-BAB0-2BF130DE4745}"/>
              </a:ext>
            </a:extLst>
          </p:cNvPr>
          <p:cNvSpPr>
            <a:spLocks xmlns:a="http://schemas.openxmlformats.org/drawingml/2006/main" noGrp="1"/>
          </p:cNvSpPr>
          <p:nvPr/>
        </p:nvSpPr>
        <p:spPr>
          <a:xfrm xmlns:a="http://schemas.openxmlformats.org/drawingml/2006/main">
            <a:off x="3758364" y="3840769"/>
            <a:ext cx="95" cy="580966"/>
          </a:xfrm>
          <a:custGeom xmlns:a="http://schemas.openxmlformats.org/drawingml/2006/main">
            <a:pathLst>
              <a:path w="95" h="463053">
                <a:moveTo>
                  <a:pt x="0" y="463053"/>
                </a:moveTo>
                <a:lnTo>
                  <a:pt x="0" y="0"/>
                </a:lnTo>
              </a:path>
            </a:pathLst>
          </a:custGeom>
          <a:noFill xmlns:a="http://schemas.openxmlformats.org/drawingml/2006/main"/>
          <a:ln xmlns:a="http://schemas.openxmlformats.org/drawingml/2006/main" w="9560">
            <a:solidFill>
              <a:srgbClr val="224889"/>
            </a:solidFill>
            <a:prstDash val="solid"/>
          </a:ln>
        </p:spPr>
      </p:sp>
      <p:sp>
        <p:nvSpPr>
          <p:cNvPr id="71" name="Editable chart path">
            <a:extLst xmlns:a="http://schemas.openxmlformats.org/drawingml/2006/main">
              <a:ext uri="{FF2B5EF4-FFF2-40B4-BE49-F238E27FC236}">
                <a16:creationId xmlns:a16="http://schemas.microsoft.com/office/drawing/2014/main" id="{11A93040-C6CA-4881-8FBF-C86523AF42ED}"/>
              </a:ext>
            </a:extLst>
          </p:cNvPr>
          <p:cNvSpPr>
            <a:spLocks xmlns:a="http://schemas.openxmlformats.org/drawingml/2006/main" noGrp="1"/>
          </p:cNvSpPr>
          <p:nvPr/>
        </p:nvSpPr>
        <p:spPr>
          <a:xfrm xmlns:a="http://schemas.openxmlformats.org/drawingml/2006/main">
            <a:off x="3697210" y="3529880"/>
            <a:ext cx="95" cy="893061"/>
          </a:xfrm>
          <a:custGeom xmlns:a="http://schemas.openxmlformats.org/drawingml/2006/main">
            <a:pathLst>
              <a:path w="95" h="711805">
                <a:moveTo>
                  <a:pt x="0" y="711805"/>
                </a:moveTo>
                <a:lnTo>
                  <a:pt x="0" y="0"/>
                </a:lnTo>
              </a:path>
            </a:pathLst>
          </a:custGeom>
          <a:noFill xmlns:a="http://schemas.openxmlformats.org/drawingml/2006/main"/>
          <a:ln xmlns:a="http://schemas.openxmlformats.org/drawingml/2006/main" w="9560">
            <a:solidFill>
              <a:srgbClr val="224889"/>
            </a:solidFill>
            <a:prstDash val="solid"/>
          </a:ln>
        </p:spPr>
      </p:sp>
      <p:sp>
        <p:nvSpPr>
          <p:cNvPr id="72" name="Editable chart path">
            <a:extLst xmlns:a="http://schemas.openxmlformats.org/drawingml/2006/main">
              <a:ext uri="{FF2B5EF4-FFF2-40B4-BE49-F238E27FC236}">
                <a16:creationId xmlns:a16="http://schemas.microsoft.com/office/drawing/2014/main" id="{7BF4274F-9EB6-4540-9021-57744AC7A51B}"/>
              </a:ext>
            </a:extLst>
          </p:cNvPr>
          <p:cNvSpPr>
            <a:spLocks xmlns:a="http://schemas.openxmlformats.org/drawingml/2006/main" noGrp="1"/>
          </p:cNvSpPr>
          <p:nvPr/>
        </p:nvSpPr>
        <p:spPr>
          <a:xfrm xmlns:a="http://schemas.openxmlformats.org/drawingml/2006/main">
            <a:off x="3709011" y="3885113"/>
            <a:ext cx="95" cy="484890"/>
          </a:xfrm>
          <a:custGeom xmlns:a="http://schemas.openxmlformats.org/drawingml/2006/main">
            <a:pathLst>
              <a:path w="95" h="386476">
                <a:moveTo>
                  <a:pt x="0" y="386476"/>
                </a:moveTo>
                <a:lnTo>
                  <a:pt x="0" y="0"/>
                </a:lnTo>
              </a:path>
            </a:pathLst>
          </a:custGeom>
          <a:noFill xmlns:a="http://schemas.openxmlformats.org/drawingml/2006/main"/>
          <a:ln xmlns:a="http://schemas.openxmlformats.org/drawingml/2006/main" w="9560">
            <a:solidFill>
              <a:srgbClr val="224889"/>
            </a:solidFill>
            <a:prstDash val="solid"/>
          </a:ln>
        </p:spPr>
      </p:sp>
      <p:sp>
        <p:nvSpPr>
          <p:cNvPr id="73" name="Editable chart path">
            <a:extLst xmlns:a="http://schemas.openxmlformats.org/drawingml/2006/main">
              <a:ext uri="{FF2B5EF4-FFF2-40B4-BE49-F238E27FC236}">
                <a16:creationId xmlns:a16="http://schemas.microsoft.com/office/drawing/2014/main" id="{ED7329F9-42D1-499F-A5CD-1C725E685199}"/>
              </a:ext>
            </a:extLst>
          </p:cNvPr>
          <p:cNvSpPr>
            <a:spLocks xmlns:a="http://schemas.openxmlformats.org/drawingml/2006/main" noGrp="1"/>
          </p:cNvSpPr>
          <p:nvPr/>
        </p:nvSpPr>
        <p:spPr>
          <a:xfrm xmlns:a="http://schemas.openxmlformats.org/drawingml/2006/main">
            <a:off x="3691845" y="3601372"/>
            <a:ext cx="95" cy="547012"/>
          </a:xfrm>
          <a:custGeom xmlns:a="http://schemas.openxmlformats.org/drawingml/2006/main">
            <a:pathLst>
              <a:path w="95" h="435990">
                <a:moveTo>
                  <a:pt x="0" y="435990"/>
                </a:moveTo>
                <a:lnTo>
                  <a:pt x="0" y="0"/>
                </a:lnTo>
              </a:path>
            </a:pathLst>
          </a:custGeom>
          <a:noFill xmlns:a="http://schemas.openxmlformats.org/drawingml/2006/main"/>
          <a:ln xmlns:a="http://schemas.openxmlformats.org/drawingml/2006/main" w="9560">
            <a:solidFill>
              <a:srgbClr val="224889"/>
            </a:solidFill>
            <a:prstDash val="solid"/>
          </a:ln>
        </p:spPr>
      </p:sp>
      <p:sp>
        <p:nvSpPr>
          <p:cNvPr id="74" name="Editable chart path">
            <a:extLst xmlns:a="http://schemas.openxmlformats.org/drawingml/2006/main">
              <a:ext uri="{FF2B5EF4-FFF2-40B4-BE49-F238E27FC236}">
                <a16:creationId xmlns:a16="http://schemas.microsoft.com/office/drawing/2014/main" id="{45B638E0-2D33-42AE-A8D6-F2D7E1DD8D71}"/>
              </a:ext>
            </a:extLst>
          </p:cNvPr>
          <p:cNvSpPr>
            <a:spLocks xmlns:a="http://schemas.openxmlformats.org/drawingml/2006/main" noGrp="1"/>
          </p:cNvSpPr>
          <p:nvPr/>
        </p:nvSpPr>
        <p:spPr>
          <a:xfrm xmlns:a="http://schemas.openxmlformats.org/drawingml/2006/main">
            <a:off x="3598505" y="3164136"/>
            <a:ext cx="95" cy="842139"/>
          </a:xfrm>
          <a:custGeom xmlns:a="http://schemas.openxmlformats.org/drawingml/2006/main">
            <a:pathLst>
              <a:path w="95" h="671218">
                <a:moveTo>
                  <a:pt x="0" y="671218"/>
                </a:moveTo>
                <a:lnTo>
                  <a:pt x="0" y="0"/>
                </a:lnTo>
              </a:path>
            </a:pathLst>
          </a:custGeom>
          <a:noFill xmlns:a="http://schemas.openxmlformats.org/drawingml/2006/main"/>
          <a:ln xmlns:a="http://schemas.openxmlformats.org/drawingml/2006/main" w="9560">
            <a:solidFill>
              <a:srgbClr val="224889"/>
            </a:solidFill>
            <a:prstDash val="solid"/>
          </a:ln>
        </p:spPr>
      </p:sp>
      <p:sp>
        <p:nvSpPr>
          <p:cNvPr id="75" name="Editable chart path">
            <a:extLst xmlns:a="http://schemas.openxmlformats.org/drawingml/2006/main">
              <a:ext uri="{FF2B5EF4-FFF2-40B4-BE49-F238E27FC236}">
                <a16:creationId xmlns:a16="http://schemas.microsoft.com/office/drawing/2014/main" id="{67ED576F-F155-4270-AE2C-EC4414AF1A36}"/>
              </a:ext>
            </a:extLst>
          </p:cNvPr>
          <p:cNvSpPr>
            <a:spLocks xmlns:a="http://schemas.openxmlformats.org/drawingml/2006/main" noGrp="1"/>
          </p:cNvSpPr>
          <p:nvPr/>
        </p:nvSpPr>
        <p:spPr>
          <a:xfrm xmlns:a="http://schemas.openxmlformats.org/drawingml/2006/main">
            <a:off x="3596359" y="3754393"/>
            <a:ext cx="95" cy="410489"/>
          </a:xfrm>
          <a:custGeom xmlns:a="http://schemas.openxmlformats.org/drawingml/2006/main">
            <a:pathLst>
              <a:path w="95" h="327176">
                <a:moveTo>
                  <a:pt x="0" y="327176"/>
                </a:moveTo>
                <a:lnTo>
                  <a:pt x="0" y="0"/>
                </a:lnTo>
              </a:path>
            </a:pathLst>
          </a:custGeom>
          <a:noFill xmlns:a="http://schemas.openxmlformats.org/drawingml/2006/main"/>
          <a:ln xmlns:a="http://schemas.openxmlformats.org/drawingml/2006/main" w="9560">
            <a:solidFill>
              <a:srgbClr val="224889"/>
            </a:solidFill>
            <a:prstDash val="solid"/>
          </a:ln>
        </p:spPr>
      </p:sp>
      <p:sp>
        <p:nvSpPr>
          <p:cNvPr id="76" name="Editable chart path">
            <a:extLst xmlns:a="http://schemas.openxmlformats.org/drawingml/2006/main">
              <a:ext uri="{FF2B5EF4-FFF2-40B4-BE49-F238E27FC236}">
                <a16:creationId xmlns:a16="http://schemas.microsoft.com/office/drawing/2014/main" id="{7440DAC6-0521-46E2-A0B5-5500671409D3}"/>
              </a:ext>
            </a:extLst>
          </p:cNvPr>
          <p:cNvSpPr>
            <a:spLocks xmlns:a="http://schemas.openxmlformats.org/drawingml/2006/main" noGrp="1"/>
          </p:cNvSpPr>
          <p:nvPr/>
        </p:nvSpPr>
        <p:spPr>
          <a:xfrm xmlns:a="http://schemas.openxmlformats.org/drawingml/2006/main">
            <a:off x="3451520" y="3764655"/>
            <a:ext cx="95" cy="480458"/>
          </a:xfrm>
          <a:custGeom xmlns:a="http://schemas.openxmlformats.org/drawingml/2006/main">
            <a:pathLst>
              <a:path w="95" h="382944">
                <a:moveTo>
                  <a:pt x="0" y="382944"/>
                </a:moveTo>
                <a:lnTo>
                  <a:pt x="0" y="0"/>
                </a:lnTo>
              </a:path>
            </a:pathLst>
          </a:custGeom>
          <a:noFill xmlns:a="http://schemas.openxmlformats.org/drawingml/2006/main"/>
          <a:ln xmlns:a="http://schemas.openxmlformats.org/drawingml/2006/main" w="9560">
            <a:solidFill>
              <a:srgbClr val="224889"/>
            </a:solidFill>
            <a:prstDash val="solid"/>
          </a:ln>
        </p:spPr>
      </p:sp>
      <p:sp>
        <p:nvSpPr>
          <p:cNvPr id="77" name="Editable chart path">
            <a:extLst xmlns:a="http://schemas.openxmlformats.org/drawingml/2006/main">
              <a:ext uri="{FF2B5EF4-FFF2-40B4-BE49-F238E27FC236}">
                <a16:creationId xmlns:a16="http://schemas.microsoft.com/office/drawing/2014/main" id="{A76596CC-F844-4287-A6D7-9E6F0BC2424A}"/>
              </a:ext>
            </a:extLst>
          </p:cNvPr>
          <p:cNvSpPr>
            <a:spLocks xmlns:a="http://schemas.openxmlformats.org/drawingml/2006/main" noGrp="1"/>
          </p:cNvSpPr>
          <p:nvPr/>
        </p:nvSpPr>
        <p:spPr>
          <a:xfrm xmlns:a="http://schemas.openxmlformats.org/drawingml/2006/main">
            <a:off x="3398949" y="3408193"/>
            <a:ext cx="95" cy="723837"/>
          </a:xfrm>
          <a:custGeom xmlns:a="http://schemas.openxmlformats.org/drawingml/2006/main">
            <a:pathLst>
              <a:path w="95" h="576926">
                <a:moveTo>
                  <a:pt x="0" y="576926"/>
                </a:moveTo>
                <a:lnTo>
                  <a:pt x="0" y="0"/>
                </a:lnTo>
              </a:path>
            </a:pathLst>
          </a:custGeom>
          <a:noFill xmlns:a="http://schemas.openxmlformats.org/drawingml/2006/main"/>
          <a:ln xmlns:a="http://schemas.openxmlformats.org/drawingml/2006/main" w="9560">
            <a:solidFill>
              <a:srgbClr val="224889"/>
            </a:solidFill>
            <a:prstDash val="solid"/>
          </a:ln>
        </p:spPr>
      </p:sp>
      <p:sp>
        <p:nvSpPr>
          <p:cNvPr id="78" name="Editable chart path">
            <a:extLst xmlns:a="http://schemas.openxmlformats.org/drawingml/2006/main">
              <a:ext uri="{FF2B5EF4-FFF2-40B4-BE49-F238E27FC236}">
                <a16:creationId xmlns:a16="http://schemas.microsoft.com/office/drawing/2014/main" id="{18E93800-D598-4D7D-A5D5-5D2BD22AFDFB}"/>
              </a:ext>
            </a:extLst>
          </p:cNvPr>
          <p:cNvSpPr>
            <a:spLocks xmlns:a="http://schemas.openxmlformats.org/drawingml/2006/main" noGrp="1"/>
          </p:cNvSpPr>
          <p:nvPr/>
        </p:nvSpPr>
        <p:spPr>
          <a:xfrm xmlns:a="http://schemas.openxmlformats.org/drawingml/2006/main">
            <a:off x="3334577" y="3714622"/>
            <a:ext cx="95" cy="674069"/>
          </a:xfrm>
          <a:custGeom xmlns:a="http://schemas.openxmlformats.org/drawingml/2006/main">
            <a:pathLst>
              <a:path w="95" h="537260">
                <a:moveTo>
                  <a:pt x="0" y="537260"/>
                </a:moveTo>
                <a:lnTo>
                  <a:pt x="0" y="0"/>
                </a:lnTo>
              </a:path>
            </a:pathLst>
          </a:custGeom>
          <a:noFill xmlns:a="http://schemas.openxmlformats.org/drawingml/2006/main"/>
          <a:ln xmlns:a="http://schemas.openxmlformats.org/drawingml/2006/main" w="9560">
            <a:solidFill>
              <a:srgbClr val="224889"/>
            </a:solidFill>
            <a:prstDash val="solid"/>
          </a:ln>
        </p:spPr>
      </p:sp>
      <p:sp>
        <p:nvSpPr>
          <p:cNvPr id="79" name="Editable chart path">
            <a:extLst xmlns:a="http://schemas.openxmlformats.org/drawingml/2006/main">
              <a:ext uri="{FF2B5EF4-FFF2-40B4-BE49-F238E27FC236}">
                <a16:creationId xmlns:a16="http://schemas.microsoft.com/office/drawing/2014/main" id="{77AEA628-BB3A-4E46-BFA9-1C2EC49F565D}"/>
              </a:ext>
            </a:extLst>
          </p:cNvPr>
          <p:cNvSpPr>
            <a:spLocks xmlns:a="http://schemas.openxmlformats.org/drawingml/2006/main" noGrp="1"/>
          </p:cNvSpPr>
          <p:nvPr/>
        </p:nvSpPr>
        <p:spPr>
          <a:xfrm xmlns:a="http://schemas.openxmlformats.org/drawingml/2006/main">
            <a:off x="3356034" y="3691629"/>
            <a:ext cx="95" cy="357806"/>
          </a:xfrm>
          <a:custGeom xmlns:a="http://schemas.openxmlformats.org/drawingml/2006/main">
            <a:pathLst>
              <a:path w="95" h="285186">
                <a:moveTo>
                  <a:pt x="0" y="285186"/>
                </a:moveTo>
                <a:lnTo>
                  <a:pt x="0" y="0"/>
                </a:lnTo>
              </a:path>
            </a:pathLst>
          </a:custGeom>
          <a:noFill xmlns:a="http://schemas.openxmlformats.org/drawingml/2006/main"/>
          <a:ln xmlns:a="http://schemas.openxmlformats.org/drawingml/2006/main" w="9560">
            <a:solidFill>
              <a:srgbClr val="224889"/>
            </a:solidFill>
            <a:prstDash val="solid"/>
          </a:ln>
        </p:spPr>
      </p:sp>
      <p:sp>
        <p:nvSpPr>
          <p:cNvPr id="80" name="Editable chart path">
            <a:extLst xmlns:a="http://schemas.openxmlformats.org/drawingml/2006/main">
              <a:ext uri="{FF2B5EF4-FFF2-40B4-BE49-F238E27FC236}">
                <a16:creationId xmlns:a16="http://schemas.microsoft.com/office/drawing/2014/main" id="{7A13EE19-6794-4F88-A8D9-2B6510E76A72}"/>
              </a:ext>
            </a:extLst>
          </p:cNvPr>
          <p:cNvSpPr>
            <a:spLocks xmlns:a="http://schemas.openxmlformats.org/drawingml/2006/main" noGrp="1"/>
          </p:cNvSpPr>
          <p:nvPr/>
        </p:nvSpPr>
        <p:spPr>
          <a:xfrm xmlns:a="http://schemas.openxmlformats.org/drawingml/2006/main">
            <a:off x="3285224" y="3713888"/>
            <a:ext cx="95" cy="620082"/>
          </a:xfrm>
          <a:custGeom xmlns:a="http://schemas.openxmlformats.org/drawingml/2006/main">
            <a:pathLst>
              <a:path w="95" h="494230">
                <a:moveTo>
                  <a:pt x="0" y="494230"/>
                </a:moveTo>
                <a:lnTo>
                  <a:pt x="0" y="0"/>
                </a:lnTo>
              </a:path>
            </a:pathLst>
          </a:custGeom>
          <a:noFill xmlns:a="http://schemas.openxmlformats.org/drawingml/2006/main"/>
          <a:ln xmlns:a="http://schemas.openxmlformats.org/drawingml/2006/main" w="9560">
            <a:solidFill>
              <a:srgbClr val="224889"/>
            </a:solidFill>
            <a:prstDash val="solid"/>
          </a:ln>
        </p:spPr>
      </p:sp>
      <p:sp>
        <p:nvSpPr>
          <p:cNvPr id="81" name="Editable chart path">
            <a:extLst xmlns:a="http://schemas.openxmlformats.org/drawingml/2006/main">
              <a:ext uri="{FF2B5EF4-FFF2-40B4-BE49-F238E27FC236}">
                <a16:creationId xmlns:a16="http://schemas.microsoft.com/office/drawing/2014/main" id="{74866EFA-0AE9-4C53-8F4C-E536B2256ABB}"/>
              </a:ext>
            </a:extLst>
          </p:cNvPr>
          <p:cNvSpPr>
            <a:spLocks xmlns:a="http://schemas.openxmlformats.org/drawingml/2006/main" noGrp="1"/>
          </p:cNvSpPr>
          <p:nvPr/>
        </p:nvSpPr>
        <p:spPr>
          <a:xfrm xmlns:a="http://schemas.openxmlformats.org/drawingml/2006/main">
            <a:off x="3398949" y="4034142"/>
            <a:ext cx="95" cy="660844"/>
          </a:xfrm>
          <a:custGeom xmlns:a="http://schemas.openxmlformats.org/drawingml/2006/main">
            <a:pathLst>
              <a:path w="95" h="526719">
                <a:moveTo>
                  <a:pt x="0" y="526719"/>
                </a:moveTo>
                <a:lnTo>
                  <a:pt x="0" y="0"/>
                </a:lnTo>
              </a:path>
            </a:pathLst>
          </a:custGeom>
          <a:noFill xmlns:a="http://schemas.openxmlformats.org/drawingml/2006/main"/>
          <a:ln xmlns:a="http://schemas.openxmlformats.org/drawingml/2006/main" w="9560">
            <a:solidFill>
              <a:srgbClr val="224889"/>
            </a:solidFill>
            <a:prstDash val="solid"/>
          </a:ln>
        </p:spPr>
      </p:sp>
      <p:sp>
        <p:nvSpPr>
          <p:cNvPr id="82" name="Editable chart path">
            <a:extLst xmlns:a="http://schemas.openxmlformats.org/drawingml/2006/main">
              <a:ext uri="{FF2B5EF4-FFF2-40B4-BE49-F238E27FC236}">
                <a16:creationId xmlns:a16="http://schemas.microsoft.com/office/drawing/2014/main" id="{5A930604-33E8-46D6-8DD5-87D46D44102F}"/>
              </a:ext>
            </a:extLst>
          </p:cNvPr>
          <p:cNvSpPr>
            <a:spLocks xmlns:a="http://schemas.openxmlformats.org/drawingml/2006/main" noGrp="1"/>
          </p:cNvSpPr>
          <p:nvPr/>
        </p:nvSpPr>
        <p:spPr>
          <a:xfrm xmlns:a="http://schemas.openxmlformats.org/drawingml/2006/main">
            <a:off x="3308828" y="3034215"/>
            <a:ext cx="95" cy="1548943"/>
          </a:xfrm>
          <a:custGeom xmlns:a="http://schemas.openxmlformats.org/drawingml/2006/main">
            <a:pathLst>
              <a:path w="95" h="1234569">
                <a:moveTo>
                  <a:pt x="0" y="1234569"/>
                </a:moveTo>
                <a:lnTo>
                  <a:pt x="0" y="0"/>
                </a:lnTo>
              </a:path>
            </a:pathLst>
          </a:custGeom>
          <a:noFill xmlns:a="http://schemas.openxmlformats.org/drawingml/2006/main"/>
          <a:ln xmlns:a="http://schemas.openxmlformats.org/drawingml/2006/main" w="9560">
            <a:solidFill>
              <a:srgbClr val="224889"/>
            </a:solidFill>
            <a:prstDash val="solid"/>
          </a:ln>
        </p:spPr>
      </p:sp>
      <p:sp>
        <p:nvSpPr>
          <p:cNvPr id="83" name="Editable chart path">
            <a:extLst xmlns:a="http://schemas.openxmlformats.org/drawingml/2006/main">
              <a:ext uri="{FF2B5EF4-FFF2-40B4-BE49-F238E27FC236}">
                <a16:creationId xmlns:a16="http://schemas.microsoft.com/office/drawing/2014/main" id="{56E0BFAB-3702-4FE1-81A1-7CFC05C29E2B}"/>
              </a:ext>
            </a:extLst>
          </p:cNvPr>
          <p:cNvSpPr>
            <a:spLocks xmlns:a="http://schemas.openxmlformats.org/drawingml/2006/main" noGrp="1"/>
          </p:cNvSpPr>
          <p:nvPr/>
        </p:nvSpPr>
        <p:spPr>
          <a:xfrm xmlns:a="http://schemas.openxmlformats.org/drawingml/2006/main">
            <a:off x="3348524" y="3438268"/>
            <a:ext cx="95" cy="677645"/>
          </a:xfrm>
          <a:custGeom xmlns:a="http://schemas.openxmlformats.org/drawingml/2006/main">
            <a:pathLst>
              <a:path w="95" h="540110">
                <a:moveTo>
                  <a:pt x="0" y="540110"/>
                </a:moveTo>
                <a:lnTo>
                  <a:pt x="0" y="0"/>
                </a:lnTo>
              </a:path>
            </a:pathLst>
          </a:custGeom>
          <a:noFill xmlns:a="http://schemas.openxmlformats.org/drawingml/2006/main"/>
          <a:ln xmlns:a="http://schemas.openxmlformats.org/drawingml/2006/main" w="9560">
            <a:solidFill>
              <a:srgbClr val="224889"/>
            </a:solidFill>
            <a:prstDash val="solid"/>
          </a:ln>
        </p:spPr>
      </p:sp>
      <p:sp>
        <p:nvSpPr>
          <p:cNvPr id="84" name="Editable chart path">
            <a:extLst xmlns:a="http://schemas.openxmlformats.org/drawingml/2006/main">
              <a:ext uri="{FF2B5EF4-FFF2-40B4-BE49-F238E27FC236}">
                <a16:creationId xmlns:a16="http://schemas.microsoft.com/office/drawing/2014/main" id="{EF4DAF80-2E55-444D-AE95-84065A834C75}"/>
              </a:ext>
            </a:extLst>
          </p:cNvPr>
          <p:cNvSpPr>
            <a:spLocks xmlns:a="http://schemas.openxmlformats.org/drawingml/2006/main" noGrp="1"/>
          </p:cNvSpPr>
          <p:nvPr/>
        </p:nvSpPr>
        <p:spPr>
          <a:xfrm xmlns:a="http://schemas.openxmlformats.org/drawingml/2006/main">
            <a:off x="3165062" y="3965965"/>
            <a:ext cx="95" cy="474720"/>
          </a:xfrm>
          <a:custGeom xmlns:a="http://schemas.openxmlformats.org/drawingml/2006/main">
            <a:pathLst>
              <a:path w="95" h="378371">
                <a:moveTo>
                  <a:pt x="0" y="378371"/>
                </a:moveTo>
                <a:lnTo>
                  <a:pt x="0" y="0"/>
                </a:lnTo>
              </a:path>
            </a:pathLst>
          </a:custGeom>
          <a:noFill xmlns:a="http://schemas.openxmlformats.org/drawingml/2006/main"/>
          <a:ln xmlns:a="http://schemas.openxmlformats.org/drawingml/2006/main" w="9560">
            <a:solidFill>
              <a:srgbClr val="224889"/>
            </a:solidFill>
            <a:prstDash val="solid"/>
          </a:ln>
        </p:spPr>
      </p:sp>
      <p:sp>
        <p:nvSpPr>
          <p:cNvPr id="85" name="Editable chart path">
            <a:extLst xmlns:a="http://schemas.openxmlformats.org/drawingml/2006/main">
              <a:ext uri="{FF2B5EF4-FFF2-40B4-BE49-F238E27FC236}">
                <a16:creationId xmlns:a16="http://schemas.microsoft.com/office/drawing/2014/main" id="{19893818-1EAF-4CA0-B645-75AE27B18C4F}"/>
              </a:ext>
            </a:extLst>
          </p:cNvPr>
          <p:cNvSpPr>
            <a:spLocks xmlns:a="http://schemas.openxmlformats.org/drawingml/2006/main" noGrp="1"/>
          </p:cNvSpPr>
          <p:nvPr/>
        </p:nvSpPr>
        <p:spPr>
          <a:xfrm xmlns:a="http://schemas.openxmlformats.org/drawingml/2006/main">
            <a:off x="3024515" y="3283708"/>
            <a:ext cx="95" cy="818473"/>
          </a:xfrm>
          <a:custGeom xmlns:a="http://schemas.openxmlformats.org/drawingml/2006/main">
            <a:pathLst>
              <a:path w="95" h="652356">
                <a:moveTo>
                  <a:pt x="0" y="652356"/>
                </a:moveTo>
                <a:lnTo>
                  <a:pt x="0" y="0"/>
                </a:lnTo>
              </a:path>
            </a:pathLst>
          </a:custGeom>
          <a:noFill xmlns:a="http://schemas.openxmlformats.org/drawingml/2006/main"/>
          <a:ln xmlns:a="http://schemas.openxmlformats.org/drawingml/2006/main" w="9560">
            <a:solidFill>
              <a:srgbClr val="224889"/>
            </a:solidFill>
            <a:prstDash val="solid"/>
          </a:ln>
        </p:spPr>
      </p:sp>
      <p:sp>
        <p:nvSpPr>
          <p:cNvPr id="86" name="Editable chart path">
            <a:extLst xmlns:a="http://schemas.openxmlformats.org/drawingml/2006/main">
              <a:ext uri="{FF2B5EF4-FFF2-40B4-BE49-F238E27FC236}">
                <a16:creationId xmlns:a16="http://schemas.microsoft.com/office/drawing/2014/main" id="{7F8ADB01-2F41-4B4F-B93F-1DD52A638AAD}"/>
              </a:ext>
            </a:extLst>
          </p:cNvPr>
          <p:cNvSpPr>
            <a:spLocks xmlns:a="http://schemas.openxmlformats.org/drawingml/2006/main" noGrp="1"/>
          </p:cNvSpPr>
          <p:nvPr/>
        </p:nvSpPr>
        <p:spPr>
          <a:xfrm xmlns:a="http://schemas.openxmlformats.org/drawingml/2006/main">
            <a:off x="3056701" y="3898151"/>
            <a:ext cx="95" cy="928642"/>
          </a:xfrm>
          <a:custGeom xmlns:a="http://schemas.openxmlformats.org/drawingml/2006/main">
            <a:pathLst>
              <a:path w="95" h="740164">
                <a:moveTo>
                  <a:pt x="0" y="740164"/>
                </a:moveTo>
                <a:lnTo>
                  <a:pt x="0" y="0"/>
                </a:lnTo>
              </a:path>
            </a:pathLst>
          </a:custGeom>
          <a:noFill xmlns:a="http://schemas.openxmlformats.org/drawingml/2006/main"/>
          <a:ln xmlns:a="http://schemas.openxmlformats.org/drawingml/2006/main" w="9560">
            <a:solidFill>
              <a:srgbClr val="224889"/>
            </a:solidFill>
            <a:prstDash val="solid"/>
          </a:ln>
        </p:spPr>
      </p:sp>
      <p:sp>
        <p:nvSpPr>
          <p:cNvPr id="87" name="Editable chart path">
            <a:extLst xmlns:a="http://schemas.openxmlformats.org/drawingml/2006/main">
              <a:ext uri="{FF2B5EF4-FFF2-40B4-BE49-F238E27FC236}">
                <a16:creationId xmlns:a16="http://schemas.microsoft.com/office/drawing/2014/main" id="{92D2E857-5166-4D8D-A09D-70F6BB5126C9}"/>
              </a:ext>
            </a:extLst>
          </p:cNvPr>
          <p:cNvSpPr>
            <a:spLocks xmlns:a="http://schemas.openxmlformats.org/drawingml/2006/main" noGrp="1"/>
          </p:cNvSpPr>
          <p:nvPr/>
        </p:nvSpPr>
        <p:spPr>
          <a:xfrm xmlns:a="http://schemas.openxmlformats.org/drawingml/2006/main">
            <a:off x="2931174" y="3885238"/>
            <a:ext cx="95" cy="621301"/>
          </a:xfrm>
          <a:custGeom xmlns:a="http://schemas.openxmlformats.org/drawingml/2006/main">
            <a:pathLst>
              <a:path w="95" h="495202">
                <a:moveTo>
                  <a:pt x="0" y="495202"/>
                </a:moveTo>
                <a:lnTo>
                  <a:pt x="0" y="0"/>
                </a:lnTo>
              </a:path>
            </a:pathLst>
          </a:custGeom>
          <a:noFill xmlns:a="http://schemas.openxmlformats.org/drawingml/2006/main"/>
          <a:ln xmlns:a="http://schemas.openxmlformats.org/drawingml/2006/main" w="9560">
            <a:solidFill>
              <a:srgbClr val="224889"/>
            </a:solidFill>
            <a:prstDash val="solid"/>
          </a:ln>
        </p:spPr>
      </p:sp>
      <p:sp>
        <p:nvSpPr>
          <p:cNvPr id="88" name="Editable chart path">
            <a:extLst xmlns:a="http://schemas.openxmlformats.org/drawingml/2006/main">
              <a:ext uri="{FF2B5EF4-FFF2-40B4-BE49-F238E27FC236}">
                <a16:creationId xmlns:a16="http://schemas.microsoft.com/office/drawing/2014/main" id="{80E46A1C-CF40-4B50-B596-4D50FB61B953}"/>
              </a:ext>
            </a:extLst>
          </p:cNvPr>
          <p:cNvSpPr>
            <a:spLocks xmlns:a="http://schemas.openxmlformats.org/drawingml/2006/main" noGrp="1"/>
          </p:cNvSpPr>
          <p:nvPr/>
        </p:nvSpPr>
        <p:spPr>
          <a:xfrm xmlns:a="http://schemas.openxmlformats.org/drawingml/2006/main">
            <a:off x="2867874" y="3903867"/>
            <a:ext cx="95" cy="797173"/>
          </a:xfrm>
          <a:custGeom xmlns:a="http://schemas.openxmlformats.org/drawingml/2006/main">
            <a:pathLst>
              <a:path w="95" h="635378">
                <a:moveTo>
                  <a:pt x="0" y="635378"/>
                </a:moveTo>
                <a:lnTo>
                  <a:pt x="0" y="0"/>
                </a:lnTo>
              </a:path>
            </a:pathLst>
          </a:custGeom>
          <a:noFill xmlns:a="http://schemas.openxmlformats.org/drawingml/2006/main"/>
          <a:ln xmlns:a="http://schemas.openxmlformats.org/drawingml/2006/main" w="9560">
            <a:solidFill>
              <a:srgbClr val="224889"/>
            </a:solidFill>
            <a:prstDash val="solid"/>
          </a:ln>
        </p:spPr>
      </p:sp>
      <p:sp>
        <p:nvSpPr>
          <p:cNvPr id="89" name="Editable chart path">
            <a:extLst xmlns:a="http://schemas.openxmlformats.org/drawingml/2006/main">
              <a:ext uri="{FF2B5EF4-FFF2-40B4-BE49-F238E27FC236}">
                <a16:creationId xmlns:a16="http://schemas.microsoft.com/office/drawing/2014/main" id="{8EBAC15C-20BD-45D5-945B-CCDF48FA3A14}"/>
              </a:ext>
            </a:extLst>
          </p:cNvPr>
          <p:cNvSpPr>
            <a:spLocks xmlns:a="http://schemas.openxmlformats.org/drawingml/2006/main" noGrp="1"/>
          </p:cNvSpPr>
          <p:nvPr/>
        </p:nvSpPr>
        <p:spPr>
          <a:xfrm xmlns:a="http://schemas.openxmlformats.org/drawingml/2006/main">
            <a:off x="2765951" y="4164873"/>
            <a:ext cx="95" cy="237687"/>
          </a:xfrm>
          <a:custGeom xmlns:a="http://schemas.openxmlformats.org/drawingml/2006/main">
            <a:pathLst>
              <a:path w="95" h="189446">
                <a:moveTo>
                  <a:pt x="0" y="189446"/>
                </a:moveTo>
                <a:lnTo>
                  <a:pt x="0" y="0"/>
                </a:lnTo>
              </a:path>
            </a:pathLst>
          </a:custGeom>
          <a:noFill xmlns:a="http://schemas.openxmlformats.org/drawingml/2006/main"/>
          <a:ln xmlns:a="http://schemas.openxmlformats.org/drawingml/2006/main" w="9560">
            <a:solidFill>
              <a:srgbClr val="224889"/>
            </a:solidFill>
            <a:prstDash val="solid"/>
          </a:ln>
        </p:spPr>
      </p:sp>
      <p:sp>
        <p:nvSpPr>
          <p:cNvPr id="90" name="Editable chart path">
            <a:extLst xmlns:a="http://schemas.openxmlformats.org/drawingml/2006/main">
              <a:ext uri="{FF2B5EF4-FFF2-40B4-BE49-F238E27FC236}">
                <a16:creationId xmlns:a16="http://schemas.microsoft.com/office/drawing/2014/main" id="{885607C1-25B3-471B-BA6A-07A7A2A2A1CB}"/>
              </a:ext>
            </a:extLst>
          </p:cNvPr>
          <p:cNvSpPr>
            <a:spLocks xmlns:a="http://schemas.openxmlformats.org/drawingml/2006/main" noGrp="1"/>
          </p:cNvSpPr>
          <p:nvPr/>
        </p:nvSpPr>
        <p:spPr>
          <a:xfrm xmlns:a="http://schemas.openxmlformats.org/drawingml/2006/main">
            <a:off x="2568541" y="4128052"/>
            <a:ext cx="95" cy="461617"/>
          </a:xfrm>
          <a:custGeom xmlns:a="http://schemas.openxmlformats.org/drawingml/2006/main">
            <a:pathLst>
              <a:path w="95" h="367927">
                <a:moveTo>
                  <a:pt x="0" y="367927"/>
                </a:moveTo>
                <a:lnTo>
                  <a:pt x="0" y="0"/>
                </a:lnTo>
              </a:path>
            </a:pathLst>
          </a:custGeom>
          <a:noFill xmlns:a="http://schemas.openxmlformats.org/drawingml/2006/main"/>
          <a:ln xmlns:a="http://schemas.openxmlformats.org/drawingml/2006/main" w="9560">
            <a:solidFill>
              <a:srgbClr val="224889"/>
            </a:solidFill>
            <a:prstDash val="solid"/>
          </a:ln>
        </p:spPr>
      </p:sp>
      <p:sp>
        <p:nvSpPr>
          <p:cNvPr id="91" name="Editable chart path">
            <a:extLst xmlns:a="http://schemas.openxmlformats.org/drawingml/2006/main">
              <a:ext uri="{FF2B5EF4-FFF2-40B4-BE49-F238E27FC236}">
                <a16:creationId xmlns:a16="http://schemas.microsoft.com/office/drawing/2014/main" id="{F5D1C734-9D05-4E3D-8077-4655932EAFAE}"/>
              </a:ext>
            </a:extLst>
          </p:cNvPr>
          <p:cNvSpPr>
            <a:spLocks xmlns:a="http://schemas.openxmlformats.org/drawingml/2006/main" noGrp="1"/>
          </p:cNvSpPr>
          <p:nvPr/>
        </p:nvSpPr>
        <p:spPr>
          <a:xfrm xmlns:a="http://schemas.openxmlformats.org/drawingml/2006/main">
            <a:off x="2357184" y="3835865"/>
            <a:ext cx="95" cy="512021"/>
          </a:xfrm>
          <a:custGeom xmlns:a="http://schemas.openxmlformats.org/drawingml/2006/main">
            <a:pathLst>
              <a:path w="95" h="408101">
                <a:moveTo>
                  <a:pt x="0" y="408101"/>
                </a:moveTo>
                <a:lnTo>
                  <a:pt x="0" y="0"/>
                </a:lnTo>
              </a:path>
            </a:pathLst>
          </a:custGeom>
          <a:noFill xmlns:a="http://schemas.openxmlformats.org/drawingml/2006/main"/>
          <a:ln xmlns:a="http://schemas.openxmlformats.org/drawingml/2006/main" w="9560">
            <a:solidFill>
              <a:srgbClr val="224889"/>
            </a:solidFill>
            <a:prstDash val="solid"/>
          </a:ln>
        </p:spPr>
      </p:sp>
      <p:sp>
        <p:nvSpPr>
          <p:cNvPr id="92" name="Editable chart path">
            <a:extLst xmlns:a="http://schemas.openxmlformats.org/drawingml/2006/main">
              <a:ext uri="{FF2B5EF4-FFF2-40B4-BE49-F238E27FC236}">
                <a16:creationId xmlns:a16="http://schemas.microsoft.com/office/drawing/2014/main" id="{A8FAC8CE-2C9A-4655-9F11-297CE4066EFE}"/>
              </a:ext>
            </a:extLst>
          </p:cNvPr>
          <p:cNvSpPr>
            <a:spLocks xmlns:a="http://schemas.openxmlformats.org/drawingml/2006/main" noGrp="1"/>
          </p:cNvSpPr>
          <p:nvPr/>
        </p:nvSpPr>
        <p:spPr>
          <a:xfrm xmlns:a="http://schemas.openxmlformats.org/drawingml/2006/main">
            <a:off x="2138317" y="4121444"/>
            <a:ext cx="95" cy="511186"/>
          </a:xfrm>
          <a:custGeom xmlns:a="http://schemas.openxmlformats.org/drawingml/2006/main">
            <a:pathLst>
              <a:path w="95" h="407435">
                <a:moveTo>
                  <a:pt x="0" y="407435"/>
                </a:moveTo>
                <a:lnTo>
                  <a:pt x="0" y="0"/>
                </a:lnTo>
              </a:path>
            </a:pathLst>
          </a:custGeom>
          <a:noFill xmlns:a="http://schemas.openxmlformats.org/drawingml/2006/main"/>
          <a:ln xmlns:a="http://schemas.openxmlformats.org/drawingml/2006/main" w="9560">
            <a:solidFill>
              <a:srgbClr val="224889"/>
            </a:solidFill>
            <a:prstDash val="solid"/>
          </a:ln>
        </p:spPr>
      </p:sp>
      <p:sp>
        <p:nvSpPr>
          <p:cNvPr id="93" name="Editable chart path">
            <a:extLst xmlns:a="http://schemas.openxmlformats.org/drawingml/2006/main">
              <a:ext uri="{FF2B5EF4-FFF2-40B4-BE49-F238E27FC236}">
                <a16:creationId xmlns:a16="http://schemas.microsoft.com/office/drawing/2014/main" id="{AA4156FC-6991-40E5-BFFB-C773D7D1C58C}"/>
              </a:ext>
            </a:extLst>
          </p:cNvPr>
          <p:cNvSpPr>
            <a:spLocks xmlns:a="http://schemas.openxmlformats.org/drawingml/2006/main" noGrp="1"/>
          </p:cNvSpPr>
          <p:nvPr/>
        </p:nvSpPr>
        <p:spPr>
          <a:xfrm xmlns:a="http://schemas.openxmlformats.org/drawingml/2006/main">
            <a:off x="2061070" y="3884934"/>
            <a:ext cx="95" cy="363692"/>
          </a:xfrm>
          <a:custGeom xmlns:a="http://schemas.openxmlformats.org/drawingml/2006/main">
            <a:pathLst>
              <a:path w="95" h="289877">
                <a:moveTo>
                  <a:pt x="0" y="289877"/>
                </a:moveTo>
                <a:lnTo>
                  <a:pt x="0" y="0"/>
                </a:lnTo>
              </a:path>
            </a:pathLst>
          </a:custGeom>
          <a:noFill xmlns:a="http://schemas.openxmlformats.org/drawingml/2006/main"/>
          <a:ln xmlns:a="http://schemas.openxmlformats.org/drawingml/2006/main" w="9560">
            <a:solidFill>
              <a:srgbClr val="224889"/>
            </a:solidFill>
            <a:prstDash val="solid"/>
          </a:ln>
        </p:spPr>
      </p:sp>
      <p:sp>
        <p:nvSpPr>
          <p:cNvPr id="94" name="Editable chart path">
            <a:extLst xmlns:a="http://schemas.openxmlformats.org/drawingml/2006/main">
              <a:ext uri="{FF2B5EF4-FFF2-40B4-BE49-F238E27FC236}">
                <a16:creationId xmlns:a16="http://schemas.microsoft.com/office/drawing/2014/main" id="{21C67A29-3DD9-4780-BBEF-A586EA761336}"/>
              </a:ext>
            </a:extLst>
          </p:cNvPr>
          <p:cNvSpPr>
            <a:spLocks xmlns:a="http://schemas.openxmlformats.org/drawingml/2006/main" noGrp="1"/>
          </p:cNvSpPr>
          <p:nvPr/>
        </p:nvSpPr>
        <p:spPr>
          <a:xfrm xmlns:a="http://schemas.openxmlformats.org/drawingml/2006/main">
            <a:off x="2086819" y="4164036"/>
            <a:ext cx="95" cy="645225"/>
          </a:xfrm>
          <a:custGeom xmlns:a="http://schemas.openxmlformats.org/drawingml/2006/main">
            <a:pathLst>
              <a:path w="95" h="514270">
                <a:moveTo>
                  <a:pt x="0" y="514270"/>
                </a:moveTo>
                <a:lnTo>
                  <a:pt x="0" y="0"/>
                </a:lnTo>
              </a:path>
            </a:pathLst>
          </a:custGeom>
          <a:noFill xmlns:a="http://schemas.openxmlformats.org/drawingml/2006/main"/>
          <a:ln xmlns:a="http://schemas.openxmlformats.org/drawingml/2006/main" w="9560">
            <a:solidFill>
              <a:srgbClr val="224889"/>
            </a:solidFill>
            <a:prstDash val="solid"/>
          </a:ln>
        </p:spPr>
      </p:sp>
      <p:sp>
        <p:nvSpPr>
          <p:cNvPr id="95" name="Editable chart path">
            <a:extLst xmlns:a="http://schemas.openxmlformats.org/drawingml/2006/main">
              <a:ext uri="{FF2B5EF4-FFF2-40B4-BE49-F238E27FC236}">
                <a16:creationId xmlns:a16="http://schemas.microsoft.com/office/drawing/2014/main" id="{F95DC60E-7B79-41EF-9388-264D11A15C3B}"/>
              </a:ext>
            </a:extLst>
          </p:cNvPr>
          <p:cNvSpPr>
            <a:spLocks xmlns:a="http://schemas.openxmlformats.org/drawingml/2006/main" noGrp="1"/>
          </p:cNvSpPr>
          <p:nvPr/>
        </p:nvSpPr>
        <p:spPr>
          <a:xfrm xmlns:a="http://schemas.openxmlformats.org/drawingml/2006/main">
            <a:off x="2090038" y="3894919"/>
            <a:ext cx="95" cy="713562"/>
          </a:xfrm>
          <a:custGeom xmlns:a="http://schemas.openxmlformats.org/drawingml/2006/main">
            <a:pathLst>
              <a:path w="95" h="568737">
                <a:moveTo>
                  <a:pt x="0" y="568737"/>
                </a:moveTo>
                <a:lnTo>
                  <a:pt x="0" y="0"/>
                </a:lnTo>
              </a:path>
            </a:pathLst>
          </a:custGeom>
          <a:noFill xmlns:a="http://schemas.openxmlformats.org/drawingml/2006/main"/>
          <a:ln xmlns:a="http://schemas.openxmlformats.org/drawingml/2006/main" w="9560">
            <a:solidFill>
              <a:srgbClr val="224889"/>
            </a:solidFill>
            <a:prstDash val="solid"/>
          </a:ln>
        </p:spPr>
      </p:sp>
      <p:sp>
        <p:nvSpPr>
          <p:cNvPr id="96" name="Editable chart path">
            <a:extLst xmlns:a="http://schemas.openxmlformats.org/drawingml/2006/main">
              <a:ext uri="{FF2B5EF4-FFF2-40B4-BE49-F238E27FC236}">
                <a16:creationId xmlns:a16="http://schemas.microsoft.com/office/drawing/2014/main" id="{81ACBCA2-8C0F-49A0-914B-A79A770A8933}"/>
              </a:ext>
            </a:extLst>
          </p:cNvPr>
          <p:cNvSpPr>
            <a:spLocks xmlns:a="http://schemas.openxmlformats.org/drawingml/2006/main" noGrp="1"/>
          </p:cNvSpPr>
          <p:nvPr/>
        </p:nvSpPr>
        <p:spPr>
          <a:xfrm xmlns:a="http://schemas.openxmlformats.org/drawingml/2006/main">
            <a:off x="2109349" y="3886979"/>
            <a:ext cx="95" cy="773094"/>
          </a:xfrm>
          <a:custGeom xmlns:a="http://schemas.openxmlformats.org/drawingml/2006/main">
            <a:pathLst>
              <a:path w="95" h="616187">
                <a:moveTo>
                  <a:pt x="0" y="616187"/>
                </a:moveTo>
                <a:lnTo>
                  <a:pt x="0" y="0"/>
                </a:lnTo>
              </a:path>
            </a:pathLst>
          </a:custGeom>
          <a:noFill xmlns:a="http://schemas.openxmlformats.org/drawingml/2006/main"/>
          <a:ln xmlns:a="http://schemas.openxmlformats.org/drawingml/2006/main" w="9560">
            <a:solidFill>
              <a:srgbClr val="224889"/>
            </a:solidFill>
            <a:prstDash val="solid"/>
          </a:ln>
        </p:spPr>
      </p:sp>
      <p:sp>
        <p:nvSpPr>
          <p:cNvPr id="97" name="Editable chart path">
            <a:extLst xmlns:a="http://schemas.openxmlformats.org/drawingml/2006/main">
              <a:ext uri="{FF2B5EF4-FFF2-40B4-BE49-F238E27FC236}">
                <a16:creationId xmlns:a16="http://schemas.microsoft.com/office/drawing/2014/main" id="{681EC9B1-D5FE-4D6A-BDB2-AAF4DAE7C4CB}"/>
              </a:ext>
            </a:extLst>
          </p:cNvPr>
          <p:cNvSpPr>
            <a:spLocks xmlns:a="http://schemas.openxmlformats.org/drawingml/2006/main" noGrp="1"/>
          </p:cNvSpPr>
          <p:nvPr/>
        </p:nvSpPr>
        <p:spPr>
          <a:xfrm xmlns:a="http://schemas.openxmlformats.org/drawingml/2006/main">
            <a:off x="2031029" y="3996802"/>
            <a:ext cx="95" cy="624569"/>
          </a:xfrm>
          <a:custGeom xmlns:a="http://schemas.openxmlformats.org/drawingml/2006/main">
            <a:pathLst>
              <a:path w="95" h="497806">
                <a:moveTo>
                  <a:pt x="0" y="497806"/>
                </a:moveTo>
                <a:lnTo>
                  <a:pt x="0" y="0"/>
                </a:lnTo>
              </a:path>
            </a:pathLst>
          </a:custGeom>
          <a:noFill xmlns:a="http://schemas.openxmlformats.org/drawingml/2006/main"/>
          <a:ln xmlns:a="http://schemas.openxmlformats.org/drawingml/2006/main" w="9560">
            <a:solidFill>
              <a:srgbClr val="224889"/>
            </a:solidFill>
            <a:prstDash val="solid"/>
          </a:ln>
        </p:spPr>
      </p:sp>
      <p:sp>
        <p:nvSpPr>
          <p:cNvPr id="98" name="Editable chart path">
            <a:extLst xmlns:a="http://schemas.openxmlformats.org/drawingml/2006/main">
              <a:ext uri="{FF2B5EF4-FFF2-40B4-BE49-F238E27FC236}">
                <a16:creationId xmlns:a16="http://schemas.microsoft.com/office/drawing/2014/main" id="{E0F804E3-F2D1-49FB-BBB0-936CE9256B9E}"/>
              </a:ext>
            </a:extLst>
          </p:cNvPr>
          <p:cNvSpPr>
            <a:spLocks xmlns:a="http://schemas.openxmlformats.org/drawingml/2006/main" noGrp="1"/>
          </p:cNvSpPr>
          <p:nvPr/>
        </p:nvSpPr>
        <p:spPr>
          <a:xfrm xmlns:a="http://schemas.openxmlformats.org/drawingml/2006/main">
            <a:off x="2067507" y="4150201"/>
            <a:ext cx="95" cy="1055773"/>
          </a:xfrm>
          <a:custGeom xmlns:a="http://schemas.openxmlformats.org/drawingml/2006/main">
            <a:pathLst>
              <a:path w="95" h="841493">
                <a:moveTo>
                  <a:pt x="0" y="841493"/>
                </a:moveTo>
                <a:lnTo>
                  <a:pt x="0" y="0"/>
                </a:lnTo>
              </a:path>
            </a:pathLst>
          </a:custGeom>
          <a:noFill xmlns:a="http://schemas.openxmlformats.org/drawingml/2006/main"/>
          <a:ln xmlns:a="http://schemas.openxmlformats.org/drawingml/2006/main" w="9560">
            <a:solidFill>
              <a:srgbClr val="224889"/>
            </a:solidFill>
            <a:prstDash val="solid"/>
          </a:ln>
        </p:spPr>
      </p:sp>
      <p:sp>
        <p:nvSpPr>
          <p:cNvPr id="99" name="Editable chart path">
            <a:extLst xmlns:a="http://schemas.openxmlformats.org/drawingml/2006/main">
              <a:ext uri="{FF2B5EF4-FFF2-40B4-BE49-F238E27FC236}">
                <a16:creationId xmlns:a16="http://schemas.microsoft.com/office/drawing/2014/main" id="{5E2B3F41-EFEC-465A-A086-106BA39AD295}"/>
              </a:ext>
            </a:extLst>
          </p:cNvPr>
          <p:cNvSpPr>
            <a:spLocks xmlns:a="http://schemas.openxmlformats.org/drawingml/2006/main" noGrp="1"/>
          </p:cNvSpPr>
          <p:nvPr/>
        </p:nvSpPr>
        <p:spPr>
          <a:xfrm xmlns:a="http://schemas.openxmlformats.org/drawingml/2006/main">
            <a:off x="2158702" y="3857623"/>
            <a:ext cx="95" cy="788509"/>
          </a:xfrm>
          <a:custGeom xmlns:a="http://schemas.openxmlformats.org/drawingml/2006/main">
            <a:pathLst>
              <a:path w="95" h="628473">
                <a:moveTo>
                  <a:pt x="0" y="628473"/>
                </a:moveTo>
                <a:lnTo>
                  <a:pt x="0" y="0"/>
                </a:lnTo>
              </a:path>
            </a:pathLst>
          </a:custGeom>
          <a:noFill xmlns:a="http://schemas.openxmlformats.org/drawingml/2006/main"/>
          <a:ln xmlns:a="http://schemas.openxmlformats.org/drawingml/2006/main" w="9560">
            <a:solidFill>
              <a:srgbClr val="224889"/>
            </a:solidFill>
            <a:prstDash val="solid"/>
          </a:ln>
        </p:spPr>
      </p:sp>
      <p:sp>
        <p:nvSpPr>
          <p:cNvPr id="100" name="Editable chart path">
            <a:extLst xmlns:a="http://schemas.openxmlformats.org/drawingml/2006/main">
              <a:ext uri="{FF2B5EF4-FFF2-40B4-BE49-F238E27FC236}">
                <a16:creationId xmlns:a16="http://schemas.microsoft.com/office/drawing/2014/main" id="{7DCF29CD-8DE3-4C1C-8812-237DAEF7FE82}"/>
              </a:ext>
            </a:extLst>
          </p:cNvPr>
          <p:cNvSpPr>
            <a:spLocks xmlns:a="http://schemas.openxmlformats.org/drawingml/2006/main" noGrp="1"/>
          </p:cNvSpPr>
          <p:nvPr/>
        </p:nvSpPr>
        <p:spPr>
          <a:xfrm xmlns:a="http://schemas.openxmlformats.org/drawingml/2006/main">
            <a:off x="2154410" y="3970210"/>
            <a:ext cx="95" cy="983006"/>
          </a:xfrm>
          <a:custGeom xmlns:a="http://schemas.openxmlformats.org/drawingml/2006/main">
            <a:pathLst>
              <a:path w="95" h="783495">
                <a:moveTo>
                  <a:pt x="0" y="783495"/>
                </a:moveTo>
                <a:lnTo>
                  <a:pt x="0" y="0"/>
                </a:lnTo>
              </a:path>
            </a:pathLst>
          </a:custGeom>
          <a:noFill xmlns:a="http://schemas.openxmlformats.org/drawingml/2006/main"/>
          <a:ln xmlns:a="http://schemas.openxmlformats.org/drawingml/2006/main" w="9560">
            <a:solidFill>
              <a:srgbClr val="224889"/>
            </a:solidFill>
            <a:prstDash val="solid"/>
          </a:ln>
        </p:spPr>
      </p:sp>
      <p:sp>
        <p:nvSpPr>
          <p:cNvPr id="101" name="Editable chart path">
            <a:extLst xmlns:a="http://schemas.openxmlformats.org/drawingml/2006/main">
              <a:ext uri="{FF2B5EF4-FFF2-40B4-BE49-F238E27FC236}">
                <a16:creationId xmlns:a16="http://schemas.microsoft.com/office/drawing/2014/main" id="{2258B5C7-59A2-438C-B659-72A5536090B5}"/>
              </a:ext>
            </a:extLst>
          </p:cNvPr>
          <p:cNvSpPr>
            <a:spLocks xmlns:a="http://schemas.openxmlformats.org/drawingml/2006/main" noGrp="1"/>
          </p:cNvSpPr>
          <p:nvPr/>
        </p:nvSpPr>
        <p:spPr>
          <a:xfrm xmlns:a="http://schemas.openxmlformats.org/drawingml/2006/main">
            <a:off x="2102912" y="3748424"/>
            <a:ext cx="95" cy="896767"/>
          </a:xfrm>
          <a:custGeom xmlns:a="http://schemas.openxmlformats.org/drawingml/2006/main">
            <a:pathLst>
              <a:path w="95" h="714759">
                <a:moveTo>
                  <a:pt x="0" y="714759"/>
                </a:moveTo>
                <a:lnTo>
                  <a:pt x="0" y="0"/>
                </a:lnTo>
              </a:path>
            </a:pathLst>
          </a:custGeom>
          <a:noFill xmlns:a="http://schemas.openxmlformats.org/drawingml/2006/main"/>
          <a:ln xmlns:a="http://schemas.openxmlformats.org/drawingml/2006/main" w="9560">
            <a:solidFill>
              <a:srgbClr val="224889"/>
            </a:solidFill>
            <a:prstDash val="solid"/>
          </a:ln>
        </p:spPr>
      </p:sp>
      <p:sp>
        <p:nvSpPr>
          <p:cNvPr id="102" name="Editable chart path">
            <a:extLst xmlns:a="http://schemas.openxmlformats.org/drawingml/2006/main">
              <a:ext uri="{FF2B5EF4-FFF2-40B4-BE49-F238E27FC236}">
                <a16:creationId xmlns:a16="http://schemas.microsoft.com/office/drawing/2014/main" id="{1FE6DF8B-36C3-4EEA-812C-7EC4BC609D5A}"/>
              </a:ext>
            </a:extLst>
          </p:cNvPr>
          <p:cNvSpPr>
            <a:spLocks xmlns:a="http://schemas.openxmlformats.org/drawingml/2006/main" noGrp="1"/>
          </p:cNvSpPr>
          <p:nvPr/>
        </p:nvSpPr>
        <p:spPr>
          <a:xfrm xmlns:a="http://schemas.openxmlformats.org/drawingml/2006/main">
            <a:off x="2002061" y="3520143"/>
            <a:ext cx="95" cy="1023185"/>
          </a:xfrm>
          <a:custGeom xmlns:a="http://schemas.openxmlformats.org/drawingml/2006/main">
            <a:pathLst>
              <a:path w="95" h="815519">
                <a:moveTo>
                  <a:pt x="0" y="815519"/>
                </a:moveTo>
                <a:lnTo>
                  <a:pt x="0" y="0"/>
                </a:lnTo>
              </a:path>
            </a:pathLst>
          </a:custGeom>
          <a:noFill xmlns:a="http://schemas.openxmlformats.org/drawingml/2006/main"/>
          <a:ln xmlns:a="http://schemas.openxmlformats.org/drawingml/2006/main" w="9560">
            <a:solidFill>
              <a:srgbClr val="224889"/>
            </a:solidFill>
            <a:prstDash val="solid"/>
          </a:ln>
        </p:spPr>
      </p:sp>
      <p:sp>
        <p:nvSpPr>
          <p:cNvPr id="103" name="Editable chart path">
            <a:extLst xmlns:a="http://schemas.openxmlformats.org/drawingml/2006/main">
              <a:ext uri="{FF2B5EF4-FFF2-40B4-BE49-F238E27FC236}">
                <a16:creationId xmlns:a16="http://schemas.microsoft.com/office/drawing/2014/main" id="{4DB2C566-F0D1-49A0-A983-7FB6A63BA462}"/>
              </a:ext>
            </a:extLst>
          </p:cNvPr>
          <p:cNvSpPr>
            <a:spLocks xmlns:a="http://schemas.openxmlformats.org/drawingml/2006/main" noGrp="1"/>
          </p:cNvSpPr>
          <p:nvPr/>
        </p:nvSpPr>
        <p:spPr>
          <a:xfrm xmlns:a="http://schemas.openxmlformats.org/drawingml/2006/main">
            <a:off x="1785340" y="4220330"/>
            <a:ext cx="95" cy="865190"/>
          </a:xfrm>
          <a:custGeom xmlns:a="http://schemas.openxmlformats.org/drawingml/2006/main">
            <a:pathLst>
              <a:path w="95" h="689591">
                <a:moveTo>
                  <a:pt x="0" y="689591"/>
                </a:moveTo>
                <a:lnTo>
                  <a:pt x="0" y="0"/>
                </a:lnTo>
              </a:path>
            </a:pathLst>
          </a:custGeom>
          <a:noFill xmlns:a="http://schemas.openxmlformats.org/drawingml/2006/main"/>
          <a:ln xmlns:a="http://schemas.openxmlformats.org/drawingml/2006/main" w="9560">
            <a:solidFill>
              <a:srgbClr val="224889"/>
            </a:solidFill>
            <a:prstDash val="solid"/>
          </a:ln>
        </p:spPr>
      </p:sp>
      <p:sp>
        <p:nvSpPr>
          <p:cNvPr id="104" name="Editable chart path">
            <a:extLst xmlns:a="http://schemas.openxmlformats.org/drawingml/2006/main">
              <a:ext uri="{FF2B5EF4-FFF2-40B4-BE49-F238E27FC236}">
                <a16:creationId xmlns:a16="http://schemas.microsoft.com/office/drawing/2014/main" id="{F79F31AA-3B8C-431D-AA1E-8051CBCC26D7}"/>
              </a:ext>
            </a:extLst>
          </p:cNvPr>
          <p:cNvSpPr>
            <a:spLocks xmlns:a="http://schemas.openxmlformats.org/drawingml/2006/main" noGrp="1"/>
          </p:cNvSpPr>
          <p:nvPr/>
        </p:nvSpPr>
        <p:spPr>
          <a:xfrm xmlns:a="http://schemas.openxmlformats.org/drawingml/2006/main">
            <a:off x="1600376" y="3447548"/>
            <a:ext cx="4069214"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9560">
            <a:solidFill>
              <a:srgbClr val="5A6683"/>
            </a:solidFill>
            <a:prstDash val="solid"/>
          </a:ln>
        </p:spPr>
      </p:sp>
      <p:sp>
        <p:nvSpPr>
          <p:cNvPr id="105" name="Editable chart path">
            <a:extLst xmlns:a="http://schemas.openxmlformats.org/drawingml/2006/main">
              <a:ext uri="{FF2B5EF4-FFF2-40B4-BE49-F238E27FC236}">
                <a16:creationId xmlns:a16="http://schemas.microsoft.com/office/drawing/2014/main" id="{1E6F5D51-8C65-4270-800D-98CB69FC326E}"/>
              </a:ext>
            </a:extLst>
          </p:cNvPr>
          <p:cNvSpPr>
            <a:spLocks xmlns:a="http://schemas.openxmlformats.org/drawingml/2006/main" noGrp="1"/>
          </p:cNvSpPr>
          <p:nvPr/>
        </p:nvSpPr>
        <p:spPr>
          <a:xfrm xmlns:a="http://schemas.openxmlformats.org/drawingml/2006/main">
            <a:off x="5460724" y="4195292"/>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06" name="Editable chart path">
            <a:extLst xmlns:a="http://schemas.openxmlformats.org/drawingml/2006/main">
              <a:ext uri="{FF2B5EF4-FFF2-40B4-BE49-F238E27FC236}">
                <a16:creationId xmlns:a16="http://schemas.microsoft.com/office/drawing/2014/main" id="{E178477F-A42A-46C2-8088-091D034DA656}"/>
              </a:ext>
            </a:extLst>
          </p:cNvPr>
          <p:cNvSpPr>
            <a:spLocks xmlns:a="http://schemas.openxmlformats.org/drawingml/2006/main" noGrp="1"/>
          </p:cNvSpPr>
          <p:nvPr/>
        </p:nvSpPr>
        <p:spPr>
          <a:xfrm xmlns:a="http://schemas.openxmlformats.org/drawingml/2006/main">
            <a:off x="5104529" y="4466484"/>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07" name="Editable chart path">
            <a:extLst xmlns:a="http://schemas.openxmlformats.org/drawingml/2006/main">
              <a:ext uri="{FF2B5EF4-FFF2-40B4-BE49-F238E27FC236}">
                <a16:creationId xmlns:a16="http://schemas.microsoft.com/office/drawing/2014/main" id="{BFD3DD16-0AB1-45C7-8814-8C4BE55F38EB}"/>
              </a:ext>
            </a:extLst>
          </p:cNvPr>
          <p:cNvSpPr>
            <a:spLocks xmlns:a="http://schemas.openxmlformats.org/drawingml/2006/main" noGrp="1"/>
          </p:cNvSpPr>
          <p:nvPr/>
        </p:nvSpPr>
        <p:spPr>
          <a:xfrm xmlns:a="http://schemas.openxmlformats.org/drawingml/2006/main">
            <a:off x="4931795" y="4285809"/>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08" name="Editable chart path">
            <a:extLst xmlns:a="http://schemas.openxmlformats.org/drawingml/2006/main">
              <a:ext uri="{FF2B5EF4-FFF2-40B4-BE49-F238E27FC236}">
                <a16:creationId xmlns:a16="http://schemas.microsoft.com/office/drawing/2014/main" id="{A8C2C11C-93D5-4975-BEF7-AF851A61A805}"/>
              </a:ext>
            </a:extLst>
          </p:cNvPr>
          <p:cNvSpPr>
            <a:spLocks xmlns:a="http://schemas.openxmlformats.org/drawingml/2006/main" noGrp="1"/>
          </p:cNvSpPr>
          <p:nvPr/>
        </p:nvSpPr>
        <p:spPr>
          <a:xfrm xmlns:a="http://schemas.openxmlformats.org/drawingml/2006/main">
            <a:off x="4888880" y="3988419"/>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09" name="Editable chart path">
            <a:extLst xmlns:a="http://schemas.openxmlformats.org/drawingml/2006/main">
              <a:ext uri="{FF2B5EF4-FFF2-40B4-BE49-F238E27FC236}">
                <a16:creationId xmlns:a16="http://schemas.microsoft.com/office/drawing/2014/main" id="{8DD281B3-0556-4962-A8DA-FDCAD6657A25}"/>
              </a:ext>
            </a:extLst>
          </p:cNvPr>
          <p:cNvSpPr>
            <a:spLocks xmlns:a="http://schemas.openxmlformats.org/drawingml/2006/main" noGrp="1"/>
          </p:cNvSpPr>
          <p:nvPr/>
        </p:nvSpPr>
        <p:spPr>
          <a:xfrm xmlns:a="http://schemas.openxmlformats.org/drawingml/2006/main">
            <a:off x="4749406" y="4330092"/>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0" name="Editable chart path">
            <a:extLst xmlns:a="http://schemas.openxmlformats.org/drawingml/2006/main">
              <a:ext uri="{FF2B5EF4-FFF2-40B4-BE49-F238E27FC236}">
                <a16:creationId xmlns:a16="http://schemas.microsoft.com/office/drawing/2014/main" id="{198A47FD-5F9A-4286-A932-AB13EAE3D237}"/>
              </a:ext>
            </a:extLst>
          </p:cNvPr>
          <p:cNvSpPr>
            <a:spLocks xmlns:a="http://schemas.openxmlformats.org/drawingml/2006/main" noGrp="1"/>
          </p:cNvSpPr>
          <p:nvPr/>
        </p:nvSpPr>
        <p:spPr>
          <a:xfrm xmlns:a="http://schemas.openxmlformats.org/drawingml/2006/main">
            <a:off x="4627098" y="4325345"/>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1" name="Editable chart path">
            <a:extLst xmlns:a="http://schemas.openxmlformats.org/drawingml/2006/main">
              <a:ext uri="{FF2B5EF4-FFF2-40B4-BE49-F238E27FC236}">
                <a16:creationId xmlns:a16="http://schemas.microsoft.com/office/drawing/2014/main" id="{AFC71149-4178-4C2D-8C61-69834A00303C}"/>
              </a:ext>
            </a:extLst>
          </p:cNvPr>
          <p:cNvSpPr>
            <a:spLocks xmlns:a="http://schemas.openxmlformats.org/drawingml/2006/main" noGrp="1"/>
          </p:cNvSpPr>
          <p:nvPr/>
        </p:nvSpPr>
        <p:spPr>
          <a:xfrm xmlns:a="http://schemas.openxmlformats.org/drawingml/2006/main">
            <a:off x="4628171" y="3933488"/>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2" name="Editable chart path">
            <a:extLst xmlns:a="http://schemas.openxmlformats.org/drawingml/2006/main">
              <a:ext uri="{FF2B5EF4-FFF2-40B4-BE49-F238E27FC236}">
                <a16:creationId xmlns:a16="http://schemas.microsoft.com/office/drawing/2014/main" id="{3B1365AD-E7D2-49C7-933E-C4205C4F8143}"/>
              </a:ext>
            </a:extLst>
          </p:cNvPr>
          <p:cNvSpPr>
            <a:spLocks xmlns:a="http://schemas.openxmlformats.org/drawingml/2006/main" noGrp="1"/>
          </p:cNvSpPr>
          <p:nvPr/>
        </p:nvSpPr>
        <p:spPr>
          <a:xfrm xmlns:a="http://schemas.openxmlformats.org/drawingml/2006/main">
            <a:off x="4511227" y="3948536"/>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3" name="Editable chart path">
            <a:extLst xmlns:a="http://schemas.openxmlformats.org/drawingml/2006/main">
              <a:ext uri="{FF2B5EF4-FFF2-40B4-BE49-F238E27FC236}">
                <a16:creationId xmlns:a16="http://schemas.microsoft.com/office/drawing/2014/main" id="{1D232A12-1B01-40FC-84F0-B34D805A5162}"/>
              </a:ext>
            </a:extLst>
          </p:cNvPr>
          <p:cNvSpPr>
            <a:spLocks xmlns:a="http://schemas.openxmlformats.org/drawingml/2006/main" noGrp="1"/>
          </p:cNvSpPr>
          <p:nvPr/>
        </p:nvSpPr>
        <p:spPr>
          <a:xfrm xmlns:a="http://schemas.openxmlformats.org/drawingml/2006/main">
            <a:off x="4365315" y="4156675"/>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4" name="Editable chart path">
            <a:extLst xmlns:a="http://schemas.openxmlformats.org/drawingml/2006/main">
              <a:ext uri="{FF2B5EF4-FFF2-40B4-BE49-F238E27FC236}">
                <a16:creationId xmlns:a16="http://schemas.microsoft.com/office/drawing/2014/main" id="{EE57C10E-6CA5-4CEA-BEAE-EFF90931E763}"/>
              </a:ext>
            </a:extLst>
          </p:cNvPr>
          <p:cNvSpPr>
            <a:spLocks xmlns:a="http://schemas.openxmlformats.org/drawingml/2006/main" noGrp="1"/>
          </p:cNvSpPr>
          <p:nvPr/>
        </p:nvSpPr>
        <p:spPr>
          <a:xfrm xmlns:a="http://schemas.openxmlformats.org/drawingml/2006/main">
            <a:off x="4319182" y="4054566"/>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5" name="Editable chart path">
            <a:extLst xmlns:a="http://schemas.openxmlformats.org/drawingml/2006/main">
              <a:ext uri="{FF2B5EF4-FFF2-40B4-BE49-F238E27FC236}">
                <a16:creationId xmlns:a16="http://schemas.microsoft.com/office/drawing/2014/main" id="{42241240-F283-4B19-8725-5F1261AA8695}"/>
              </a:ext>
            </a:extLst>
          </p:cNvPr>
          <p:cNvSpPr>
            <a:spLocks xmlns:a="http://schemas.openxmlformats.org/drawingml/2006/main" noGrp="1"/>
          </p:cNvSpPr>
          <p:nvPr/>
        </p:nvSpPr>
        <p:spPr>
          <a:xfrm xmlns:a="http://schemas.openxmlformats.org/drawingml/2006/main">
            <a:off x="4315963" y="4076250"/>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6" name="Editable chart path">
            <a:extLst xmlns:a="http://schemas.openxmlformats.org/drawingml/2006/main">
              <a:ext uri="{FF2B5EF4-FFF2-40B4-BE49-F238E27FC236}">
                <a16:creationId xmlns:a16="http://schemas.microsoft.com/office/drawing/2014/main" id="{8FD926D4-B11D-4154-A573-34AFFFC26C2A}"/>
              </a:ext>
            </a:extLst>
          </p:cNvPr>
          <p:cNvSpPr>
            <a:spLocks xmlns:a="http://schemas.openxmlformats.org/drawingml/2006/main" noGrp="1"/>
          </p:cNvSpPr>
          <p:nvPr/>
        </p:nvSpPr>
        <p:spPr>
          <a:xfrm xmlns:a="http://schemas.openxmlformats.org/drawingml/2006/main">
            <a:off x="4220477" y="3669824"/>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7" name="Editable chart path">
            <a:extLst xmlns:a="http://schemas.openxmlformats.org/drawingml/2006/main">
              <a:ext uri="{FF2B5EF4-FFF2-40B4-BE49-F238E27FC236}">
                <a16:creationId xmlns:a16="http://schemas.microsoft.com/office/drawing/2014/main" id="{F4C1EBC0-8117-4746-8CE1-C0E2A0366D1C}"/>
              </a:ext>
            </a:extLst>
          </p:cNvPr>
          <p:cNvSpPr>
            <a:spLocks xmlns:a="http://schemas.openxmlformats.org/drawingml/2006/main" noGrp="1"/>
          </p:cNvSpPr>
          <p:nvPr/>
        </p:nvSpPr>
        <p:spPr>
          <a:xfrm xmlns:a="http://schemas.openxmlformats.org/drawingml/2006/main">
            <a:off x="4168979" y="3718779"/>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8" name="Editable chart path">
            <a:extLst xmlns:a="http://schemas.openxmlformats.org/drawingml/2006/main">
              <a:ext uri="{FF2B5EF4-FFF2-40B4-BE49-F238E27FC236}">
                <a16:creationId xmlns:a16="http://schemas.microsoft.com/office/drawing/2014/main" id="{63B17CC1-6ECD-427E-8BA9-6672CA96553F}"/>
              </a:ext>
            </a:extLst>
          </p:cNvPr>
          <p:cNvSpPr>
            <a:spLocks xmlns:a="http://schemas.openxmlformats.org/drawingml/2006/main" noGrp="1"/>
          </p:cNvSpPr>
          <p:nvPr/>
        </p:nvSpPr>
        <p:spPr>
          <a:xfrm xmlns:a="http://schemas.openxmlformats.org/drawingml/2006/main">
            <a:off x="4136792" y="4149635"/>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19" name="Editable chart path">
            <a:extLst xmlns:a="http://schemas.openxmlformats.org/drawingml/2006/main">
              <a:ext uri="{FF2B5EF4-FFF2-40B4-BE49-F238E27FC236}">
                <a16:creationId xmlns:a16="http://schemas.microsoft.com/office/drawing/2014/main" id="{8D1AB227-78C2-4EF1-B0C8-B310D1C63EF5}"/>
              </a:ext>
            </a:extLst>
          </p:cNvPr>
          <p:cNvSpPr>
            <a:spLocks xmlns:a="http://schemas.openxmlformats.org/drawingml/2006/main" noGrp="1"/>
          </p:cNvSpPr>
          <p:nvPr/>
        </p:nvSpPr>
        <p:spPr>
          <a:xfrm xmlns:a="http://schemas.openxmlformats.org/drawingml/2006/main">
            <a:off x="4070274" y="3983453"/>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0" name="Editable chart path">
            <a:extLst xmlns:a="http://schemas.openxmlformats.org/drawingml/2006/main">
              <a:ext uri="{FF2B5EF4-FFF2-40B4-BE49-F238E27FC236}">
                <a16:creationId xmlns:a16="http://schemas.microsoft.com/office/drawing/2014/main" id="{77DF0406-7946-4BAD-A926-A6740BDBD2CD}"/>
              </a:ext>
            </a:extLst>
          </p:cNvPr>
          <p:cNvSpPr>
            <a:spLocks xmlns:a="http://schemas.openxmlformats.org/drawingml/2006/main" noGrp="1"/>
          </p:cNvSpPr>
          <p:nvPr/>
        </p:nvSpPr>
        <p:spPr>
          <a:xfrm xmlns:a="http://schemas.openxmlformats.org/drawingml/2006/main">
            <a:off x="3997318" y="3912128"/>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1" name="Editable chart path">
            <a:extLst xmlns:a="http://schemas.openxmlformats.org/drawingml/2006/main">
              <a:ext uri="{FF2B5EF4-FFF2-40B4-BE49-F238E27FC236}">
                <a16:creationId xmlns:a16="http://schemas.microsoft.com/office/drawing/2014/main" id="{672E5DD4-7AF7-4193-AC48-9E9BD5832A70}"/>
              </a:ext>
            </a:extLst>
          </p:cNvPr>
          <p:cNvSpPr>
            <a:spLocks xmlns:a="http://schemas.openxmlformats.org/drawingml/2006/main" noGrp="1"/>
          </p:cNvSpPr>
          <p:nvPr/>
        </p:nvSpPr>
        <p:spPr>
          <a:xfrm xmlns:a="http://schemas.openxmlformats.org/drawingml/2006/main">
            <a:off x="3931872" y="4279686"/>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2" name="Editable chart path">
            <a:extLst xmlns:a="http://schemas.openxmlformats.org/drawingml/2006/main">
              <a:ext uri="{FF2B5EF4-FFF2-40B4-BE49-F238E27FC236}">
                <a16:creationId xmlns:a16="http://schemas.microsoft.com/office/drawing/2014/main" id="{6622919C-B414-4F47-B215-09F5FC26EEB3}"/>
              </a:ext>
            </a:extLst>
          </p:cNvPr>
          <p:cNvSpPr>
            <a:spLocks xmlns:a="http://schemas.openxmlformats.org/drawingml/2006/main" noGrp="1"/>
          </p:cNvSpPr>
          <p:nvPr/>
        </p:nvSpPr>
        <p:spPr>
          <a:xfrm xmlns:a="http://schemas.openxmlformats.org/drawingml/2006/main">
            <a:off x="3905050" y="4382145"/>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3" name="Editable chart path">
            <a:extLst xmlns:a="http://schemas.openxmlformats.org/drawingml/2006/main">
              <a:ext uri="{FF2B5EF4-FFF2-40B4-BE49-F238E27FC236}">
                <a16:creationId xmlns:a16="http://schemas.microsoft.com/office/drawing/2014/main" id="{F468A137-EADF-4394-9A01-F8C3FF461685}"/>
              </a:ext>
            </a:extLst>
          </p:cNvPr>
          <p:cNvSpPr>
            <a:spLocks xmlns:a="http://schemas.openxmlformats.org/drawingml/2006/main" noGrp="1"/>
          </p:cNvSpPr>
          <p:nvPr/>
        </p:nvSpPr>
        <p:spPr>
          <a:xfrm xmlns:a="http://schemas.openxmlformats.org/drawingml/2006/main">
            <a:off x="4060618" y="3953764"/>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4" name="Editable chart path">
            <a:extLst xmlns:a="http://schemas.openxmlformats.org/drawingml/2006/main">
              <a:ext uri="{FF2B5EF4-FFF2-40B4-BE49-F238E27FC236}">
                <a16:creationId xmlns:a16="http://schemas.microsoft.com/office/drawing/2014/main" id="{315C9AA5-843A-41B6-B06E-D9DE534AF815}"/>
              </a:ext>
            </a:extLst>
          </p:cNvPr>
          <p:cNvSpPr>
            <a:spLocks xmlns:a="http://schemas.openxmlformats.org/drawingml/2006/main" noGrp="1"/>
          </p:cNvSpPr>
          <p:nvPr/>
        </p:nvSpPr>
        <p:spPr>
          <a:xfrm xmlns:a="http://schemas.openxmlformats.org/drawingml/2006/main">
            <a:off x="3976933" y="3826217"/>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5" name="Editable chart path">
            <a:extLst xmlns:a="http://schemas.openxmlformats.org/drawingml/2006/main">
              <a:ext uri="{FF2B5EF4-FFF2-40B4-BE49-F238E27FC236}">
                <a16:creationId xmlns:a16="http://schemas.microsoft.com/office/drawing/2014/main" id="{F8428CD3-408F-4E96-8A99-1375D93FCEB6}"/>
              </a:ext>
            </a:extLst>
          </p:cNvPr>
          <p:cNvSpPr>
            <a:spLocks xmlns:a="http://schemas.openxmlformats.org/drawingml/2006/main" noGrp="1"/>
          </p:cNvSpPr>
          <p:nvPr/>
        </p:nvSpPr>
        <p:spPr>
          <a:xfrm xmlns:a="http://schemas.openxmlformats.org/drawingml/2006/main">
            <a:off x="3831022" y="4199472"/>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6" name="Editable chart path">
            <a:extLst xmlns:a="http://schemas.openxmlformats.org/drawingml/2006/main">
              <a:ext uri="{FF2B5EF4-FFF2-40B4-BE49-F238E27FC236}">
                <a16:creationId xmlns:a16="http://schemas.microsoft.com/office/drawing/2014/main" id="{592E81DF-B8FF-4129-86CF-5D61D5B0F308}"/>
              </a:ext>
            </a:extLst>
          </p:cNvPr>
          <p:cNvSpPr>
            <a:spLocks xmlns:a="http://schemas.openxmlformats.org/drawingml/2006/main" noGrp="1"/>
          </p:cNvSpPr>
          <p:nvPr/>
        </p:nvSpPr>
        <p:spPr>
          <a:xfrm xmlns:a="http://schemas.openxmlformats.org/drawingml/2006/main">
            <a:off x="3734463" y="4117145"/>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7" name="Editable chart path">
            <a:extLst xmlns:a="http://schemas.openxmlformats.org/drawingml/2006/main">
              <a:ext uri="{FF2B5EF4-FFF2-40B4-BE49-F238E27FC236}">
                <a16:creationId xmlns:a16="http://schemas.microsoft.com/office/drawing/2014/main" id="{2EF7B4BB-A890-4674-8947-720D08D0C291}"/>
              </a:ext>
            </a:extLst>
          </p:cNvPr>
          <p:cNvSpPr>
            <a:spLocks xmlns:a="http://schemas.openxmlformats.org/drawingml/2006/main" noGrp="1"/>
          </p:cNvSpPr>
          <p:nvPr/>
        </p:nvSpPr>
        <p:spPr>
          <a:xfrm xmlns:a="http://schemas.openxmlformats.org/drawingml/2006/main">
            <a:off x="3673309" y="3974883"/>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8" name="Editable chart path">
            <a:extLst xmlns:a="http://schemas.openxmlformats.org/drawingml/2006/main">
              <a:ext uri="{FF2B5EF4-FFF2-40B4-BE49-F238E27FC236}">
                <a16:creationId xmlns:a16="http://schemas.microsoft.com/office/drawing/2014/main" id="{EB0BE27C-92DB-46E9-B064-983FCB894A88}"/>
              </a:ext>
            </a:extLst>
          </p:cNvPr>
          <p:cNvSpPr>
            <a:spLocks xmlns:a="http://schemas.openxmlformats.org/drawingml/2006/main" noGrp="1"/>
          </p:cNvSpPr>
          <p:nvPr/>
        </p:nvSpPr>
        <p:spPr>
          <a:xfrm xmlns:a="http://schemas.openxmlformats.org/drawingml/2006/main">
            <a:off x="3685110" y="4110471"/>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29" name="Editable chart path">
            <a:extLst xmlns:a="http://schemas.openxmlformats.org/drawingml/2006/main">
              <a:ext uri="{FF2B5EF4-FFF2-40B4-BE49-F238E27FC236}">
                <a16:creationId xmlns:a16="http://schemas.microsoft.com/office/drawing/2014/main" id="{DA6EB531-48D7-4704-8323-8657BFA7AA49}"/>
              </a:ext>
            </a:extLst>
          </p:cNvPr>
          <p:cNvSpPr>
            <a:spLocks xmlns:a="http://schemas.openxmlformats.org/drawingml/2006/main" noGrp="1"/>
          </p:cNvSpPr>
          <p:nvPr/>
        </p:nvSpPr>
        <p:spPr>
          <a:xfrm xmlns:a="http://schemas.openxmlformats.org/drawingml/2006/main">
            <a:off x="3667944" y="3859171"/>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0" name="Editable chart path">
            <a:extLst xmlns:a="http://schemas.openxmlformats.org/drawingml/2006/main">
              <a:ext uri="{FF2B5EF4-FFF2-40B4-BE49-F238E27FC236}">
                <a16:creationId xmlns:a16="http://schemas.microsoft.com/office/drawing/2014/main" id="{0EACE140-E637-4D56-A3D0-73CD91C08EED}"/>
              </a:ext>
            </a:extLst>
          </p:cNvPr>
          <p:cNvSpPr>
            <a:spLocks xmlns:a="http://schemas.openxmlformats.org/drawingml/2006/main" noGrp="1"/>
          </p:cNvSpPr>
          <p:nvPr/>
        </p:nvSpPr>
        <p:spPr>
          <a:xfrm xmlns:a="http://schemas.openxmlformats.org/drawingml/2006/main">
            <a:off x="3574604" y="3579585"/>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1" name="Editable chart path">
            <a:extLst xmlns:a="http://schemas.openxmlformats.org/drawingml/2006/main">
              <a:ext uri="{FF2B5EF4-FFF2-40B4-BE49-F238E27FC236}">
                <a16:creationId xmlns:a16="http://schemas.microsoft.com/office/drawing/2014/main" id="{86E12767-6D25-410E-B651-9C9A339D1B75}"/>
              </a:ext>
            </a:extLst>
          </p:cNvPr>
          <p:cNvSpPr>
            <a:spLocks xmlns:a="http://schemas.openxmlformats.org/drawingml/2006/main" noGrp="1"/>
          </p:cNvSpPr>
          <p:nvPr/>
        </p:nvSpPr>
        <p:spPr>
          <a:xfrm xmlns:a="http://schemas.openxmlformats.org/drawingml/2006/main">
            <a:off x="3572458" y="3940436"/>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2" name="Editable chart path">
            <a:extLst xmlns:a="http://schemas.openxmlformats.org/drawingml/2006/main">
              <a:ext uri="{FF2B5EF4-FFF2-40B4-BE49-F238E27FC236}">
                <a16:creationId xmlns:a16="http://schemas.microsoft.com/office/drawing/2014/main" id="{5E0368A7-DCFC-4CD3-BD83-7B0D91ECA28D}"/>
              </a:ext>
            </a:extLst>
          </p:cNvPr>
          <p:cNvSpPr>
            <a:spLocks xmlns:a="http://schemas.openxmlformats.org/drawingml/2006/main" noGrp="1"/>
          </p:cNvSpPr>
          <p:nvPr/>
        </p:nvSpPr>
        <p:spPr>
          <a:xfrm xmlns:a="http://schemas.openxmlformats.org/drawingml/2006/main">
            <a:off x="3427619" y="3987488"/>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3" name="Editable chart path">
            <a:extLst xmlns:a="http://schemas.openxmlformats.org/drawingml/2006/main">
              <a:ext uri="{FF2B5EF4-FFF2-40B4-BE49-F238E27FC236}">
                <a16:creationId xmlns:a16="http://schemas.microsoft.com/office/drawing/2014/main" id="{EA59F8AC-6E1E-40D2-8945-3932B435D3E4}"/>
              </a:ext>
            </a:extLst>
          </p:cNvPr>
          <p:cNvSpPr>
            <a:spLocks xmlns:a="http://schemas.openxmlformats.org/drawingml/2006/main" noGrp="1"/>
          </p:cNvSpPr>
          <p:nvPr/>
        </p:nvSpPr>
        <p:spPr>
          <a:xfrm xmlns:a="http://schemas.openxmlformats.org/drawingml/2006/main">
            <a:off x="3375048" y="3760245"/>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4" name="Editable chart path">
            <a:extLst xmlns:a="http://schemas.openxmlformats.org/drawingml/2006/main">
              <a:ext uri="{FF2B5EF4-FFF2-40B4-BE49-F238E27FC236}">
                <a16:creationId xmlns:a16="http://schemas.microsoft.com/office/drawing/2014/main" id="{291D5714-E155-4535-8563-809891FB82AF}"/>
              </a:ext>
            </a:extLst>
          </p:cNvPr>
          <p:cNvSpPr>
            <a:spLocks xmlns:a="http://schemas.openxmlformats.org/drawingml/2006/main" noGrp="1"/>
          </p:cNvSpPr>
          <p:nvPr/>
        </p:nvSpPr>
        <p:spPr>
          <a:xfrm xmlns:a="http://schemas.openxmlformats.org/drawingml/2006/main">
            <a:off x="3310676" y="4040707"/>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5" name="Editable chart path">
            <a:extLst xmlns:a="http://schemas.openxmlformats.org/drawingml/2006/main">
              <a:ext uri="{FF2B5EF4-FFF2-40B4-BE49-F238E27FC236}">
                <a16:creationId xmlns:a16="http://schemas.microsoft.com/office/drawing/2014/main" id="{869F0FC5-C0D0-4967-AEBB-5F9F62921149}"/>
              </a:ext>
            </a:extLst>
          </p:cNvPr>
          <p:cNvSpPr>
            <a:spLocks xmlns:a="http://schemas.openxmlformats.org/drawingml/2006/main" noGrp="1"/>
          </p:cNvSpPr>
          <p:nvPr/>
        </p:nvSpPr>
        <p:spPr>
          <a:xfrm xmlns:a="http://schemas.openxmlformats.org/drawingml/2006/main">
            <a:off x="3332133" y="3850132"/>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6" name="Editable chart path">
            <a:extLst xmlns:a="http://schemas.openxmlformats.org/drawingml/2006/main">
              <a:ext uri="{FF2B5EF4-FFF2-40B4-BE49-F238E27FC236}">
                <a16:creationId xmlns:a16="http://schemas.microsoft.com/office/drawing/2014/main" id="{93AE6165-707B-422B-BF0F-D6511906C489}"/>
              </a:ext>
            </a:extLst>
          </p:cNvPr>
          <p:cNvSpPr>
            <a:spLocks xmlns:a="http://schemas.openxmlformats.org/drawingml/2006/main" noGrp="1"/>
          </p:cNvSpPr>
          <p:nvPr/>
        </p:nvSpPr>
        <p:spPr>
          <a:xfrm xmlns:a="http://schemas.openxmlformats.org/drawingml/2006/main">
            <a:off x="3261323" y="4010916"/>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7" name="Editable chart path">
            <a:extLst xmlns:a="http://schemas.openxmlformats.org/drawingml/2006/main">
              <a:ext uri="{FF2B5EF4-FFF2-40B4-BE49-F238E27FC236}">
                <a16:creationId xmlns:a16="http://schemas.microsoft.com/office/drawing/2014/main" id="{6EA337FE-E000-40CF-B646-9CCAEC675B89}"/>
              </a:ext>
            </a:extLst>
          </p:cNvPr>
          <p:cNvSpPr>
            <a:spLocks xmlns:a="http://schemas.openxmlformats.org/drawingml/2006/main" noGrp="1"/>
          </p:cNvSpPr>
          <p:nvPr/>
        </p:nvSpPr>
        <p:spPr>
          <a:xfrm xmlns:a="http://schemas.openxmlformats.org/drawingml/2006/main">
            <a:off x="3375048" y="4354068"/>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8" name="Editable chart path">
            <a:extLst xmlns:a="http://schemas.openxmlformats.org/drawingml/2006/main">
              <a:ext uri="{FF2B5EF4-FFF2-40B4-BE49-F238E27FC236}">
                <a16:creationId xmlns:a16="http://schemas.microsoft.com/office/drawing/2014/main" id="{12304E41-8DDC-4A9F-9539-8B3C03EE94AB}"/>
              </a:ext>
            </a:extLst>
          </p:cNvPr>
          <p:cNvSpPr>
            <a:spLocks xmlns:a="http://schemas.openxmlformats.org/drawingml/2006/main" noGrp="1"/>
          </p:cNvSpPr>
          <p:nvPr/>
        </p:nvSpPr>
        <p:spPr>
          <a:xfrm xmlns:a="http://schemas.openxmlformats.org/drawingml/2006/main">
            <a:off x="3284927" y="3849949"/>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39" name="Editable chart path">
            <a:extLst xmlns:a="http://schemas.openxmlformats.org/drawingml/2006/main">
              <a:ext uri="{FF2B5EF4-FFF2-40B4-BE49-F238E27FC236}">
                <a16:creationId xmlns:a16="http://schemas.microsoft.com/office/drawing/2014/main" id="{F1A4DA3E-610F-488B-B1F7-4D652E96261D}"/>
              </a:ext>
            </a:extLst>
          </p:cNvPr>
          <p:cNvSpPr>
            <a:spLocks xmlns:a="http://schemas.openxmlformats.org/drawingml/2006/main" noGrp="1"/>
          </p:cNvSpPr>
          <p:nvPr/>
        </p:nvSpPr>
        <p:spPr>
          <a:xfrm xmlns:a="http://schemas.openxmlformats.org/drawingml/2006/main">
            <a:off x="3324623" y="3765507"/>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0" name="Editable chart path">
            <a:extLst xmlns:a="http://schemas.openxmlformats.org/drawingml/2006/main">
              <a:ext uri="{FF2B5EF4-FFF2-40B4-BE49-F238E27FC236}">
                <a16:creationId xmlns:a16="http://schemas.microsoft.com/office/drawing/2014/main" id="{C5DF6852-70D8-4582-AAB8-517FB7F3A54F}"/>
              </a:ext>
            </a:extLst>
          </p:cNvPr>
          <p:cNvSpPr>
            <a:spLocks xmlns:a="http://schemas.openxmlformats.org/drawingml/2006/main" noGrp="1"/>
          </p:cNvSpPr>
          <p:nvPr/>
        </p:nvSpPr>
        <p:spPr>
          <a:xfrm xmlns:a="http://schemas.openxmlformats.org/drawingml/2006/main">
            <a:off x="3141161" y="4186073"/>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1" name="Editable chart path">
            <a:extLst xmlns:a="http://schemas.openxmlformats.org/drawingml/2006/main">
              <a:ext uri="{FF2B5EF4-FFF2-40B4-BE49-F238E27FC236}">
                <a16:creationId xmlns:a16="http://schemas.microsoft.com/office/drawing/2014/main" id="{622D6EF5-54DF-447C-8262-DD79E368DE36}"/>
              </a:ext>
            </a:extLst>
          </p:cNvPr>
          <p:cNvSpPr>
            <a:spLocks xmlns:a="http://schemas.openxmlformats.org/drawingml/2006/main" noGrp="1"/>
          </p:cNvSpPr>
          <p:nvPr/>
        </p:nvSpPr>
        <p:spPr>
          <a:xfrm xmlns:a="http://schemas.openxmlformats.org/drawingml/2006/main">
            <a:off x="3000614" y="3686704"/>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2" name="Editable chart path">
            <a:extLst xmlns:a="http://schemas.openxmlformats.org/drawingml/2006/main">
              <a:ext uri="{FF2B5EF4-FFF2-40B4-BE49-F238E27FC236}">
                <a16:creationId xmlns:a16="http://schemas.microsoft.com/office/drawing/2014/main" id="{C12C97CA-014B-4953-8D10-8A092CE2DD1B}"/>
              </a:ext>
            </a:extLst>
          </p:cNvPr>
          <p:cNvSpPr>
            <a:spLocks xmlns:a="http://schemas.openxmlformats.org/drawingml/2006/main" noGrp="1"/>
          </p:cNvSpPr>
          <p:nvPr/>
        </p:nvSpPr>
        <p:spPr>
          <a:xfrm xmlns:a="http://schemas.openxmlformats.org/drawingml/2006/main">
            <a:off x="3032800" y="4365071"/>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3" name="Editable chart path">
            <a:extLst xmlns:a="http://schemas.openxmlformats.org/drawingml/2006/main">
              <a:ext uri="{FF2B5EF4-FFF2-40B4-BE49-F238E27FC236}">
                <a16:creationId xmlns:a16="http://schemas.microsoft.com/office/drawing/2014/main" id="{74697BCE-C155-4C61-9336-2EF053D33F7F}"/>
              </a:ext>
            </a:extLst>
          </p:cNvPr>
          <p:cNvSpPr>
            <a:spLocks xmlns:a="http://schemas.openxmlformats.org/drawingml/2006/main" noGrp="1"/>
          </p:cNvSpPr>
          <p:nvPr/>
        </p:nvSpPr>
        <p:spPr>
          <a:xfrm xmlns:a="http://schemas.openxmlformats.org/drawingml/2006/main">
            <a:off x="2907273" y="4183363"/>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4" name="Editable chart path">
            <a:extLst xmlns:a="http://schemas.openxmlformats.org/drawingml/2006/main">
              <a:ext uri="{FF2B5EF4-FFF2-40B4-BE49-F238E27FC236}">
                <a16:creationId xmlns:a16="http://schemas.microsoft.com/office/drawing/2014/main" id="{21A39219-5D20-40DB-87D2-1DA15C497EB4}"/>
              </a:ext>
            </a:extLst>
          </p:cNvPr>
          <p:cNvSpPr>
            <a:spLocks xmlns:a="http://schemas.openxmlformats.org/drawingml/2006/main" noGrp="1"/>
          </p:cNvSpPr>
          <p:nvPr/>
        </p:nvSpPr>
        <p:spPr>
          <a:xfrm xmlns:a="http://schemas.openxmlformats.org/drawingml/2006/main">
            <a:off x="2843974" y="4297780"/>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5" name="Editable chart path">
            <a:extLst xmlns:a="http://schemas.openxmlformats.org/drawingml/2006/main">
              <a:ext uri="{FF2B5EF4-FFF2-40B4-BE49-F238E27FC236}">
                <a16:creationId xmlns:a16="http://schemas.microsoft.com/office/drawing/2014/main" id="{58474331-A95C-44D6-B5E7-517D7F27BAB9}"/>
              </a:ext>
            </a:extLst>
          </p:cNvPr>
          <p:cNvSpPr>
            <a:spLocks xmlns:a="http://schemas.openxmlformats.org/drawingml/2006/main" noGrp="1"/>
          </p:cNvSpPr>
          <p:nvPr/>
        </p:nvSpPr>
        <p:spPr>
          <a:xfrm xmlns:a="http://schemas.openxmlformats.org/drawingml/2006/main">
            <a:off x="2742050" y="4261513"/>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6" name="Editable chart path">
            <a:extLst xmlns:a="http://schemas.openxmlformats.org/drawingml/2006/main">
              <a:ext uri="{FF2B5EF4-FFF2-40B4-BE49-F238E27FC236}">
                <a16:creationId xmlns:a16="http://schemas.microsoft.com/office/drawing/2014/main" id="{3C478F2B-0DEA-45D7-85A5-BC4A28632540}"/>
              </a:ext>
            </a:extLst>
          </p:cNvPr>
          <p:cNvSpPr>
            <a:spLocks xmlns:a="http://schemas.openxmlformats.org/drawingml/2006/main" noGrp="1"/>
          </p:cNvSpPr>
          <p:nvPr/>
        </p:nvSpPr>
        <p:spPr>
          <a:xfrm xmlns:a="http://schemas.openxmlformats.org/drawingml/2006/main">
            <a:off x="2544640" y="4341486"/>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7" name="Editable chart path">
            <a:extLst xmlns:a="http://schemas.openxmlformats.org/drawingml/2006/main">
              <a:ext uri="{FF2B5EF4-FFF2-40B4-BE49-F238E27FC236}">
                <a16:creationId xmlns:a16="http://schemas.microsoft.com/office/drawing/2014/main" id="{F5576CA1-742F-46DD-A667-99A156B7FBED}"/>
              </a:ext>
            </a:extLst>
          </p:cNvPr>
          <p:cNvSpPr>
            <a:spLocks xmlns:a="http://schemas.openxmlformats.org/drawingml/2006/main" noGrp="1"/>
          </p:cNvSpPr>
          <p:nvPr/>
        </p:nvSpPr>
        <p:spPr>
          <a:xfrm xmlns:a="http://schemas.openxmlformats.org/drawingml/2006/main">
            <a:off x="2333283" y="4075512"/>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8" name="Editable chart path">
            <a:extLst xmlns:a="http://schemas.openxmlformats.org/drawingml/2006/main">
              <a:ext uri="{FF2B5EF4-FFF2-40B4-BE49-F238E27FC236}">
                <a16:creationId xmlns:a16="http://schemas.microsoft.com/office/drawing/2014/main" id="{4F2758DA-4A43-4C9D-B39D-471AF5C88C72}"/>
              </a:ext>
            </a:extLst>
          </p:cNvPr>
          <p:cNvSpPr>
            <a:spLocks xmlns:a="http://schemas.openxmlformats.org/drawingml/2006/main" noGrp="1"/>
          </p:cNvSpPr>
          <p:nvPr/>
        </p:nvSpPr>
        <p:spPr>
          <a:xfrm xmlns:a="http://schemas.openxmlformats.org/drawingml/2006/main">
            <a:off x="2114416" y="4361176"/>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49" name="Editable chart path">
            <a:extLst xmlns:a="http://schemas.openxmlformats.org/drawingml/2006/main">
              <a:ext uri="{FF2B5EF4-FFF2-40B4-BE49-F238E27FC236}">
                <a16:creationId xmlns:a16="http://schemas.microsoft.com/office/drawing/2014/main" id="{6A010B76-E71A-40A0-83A1-7890D8124AE2}"/>
              </a:ext>
            </a:extLst>
          </p:cNvPr>
          <p:cNvSpPr>
            <a:spLocks xmlns:a="http://schemas.openxmlformats.org/drawingml/2006/main" noGrp="1"/>
          </p:cNvSpPr>
          <p:nvPr/>
        </p:nvSpPr>
        <p:spPr>
          <a:xfrm xmlns:a="http://schemas.openxmlformats.org/drawingml/2006/main">
            <a:off x="2037169" y="4046658"/>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0" name="Editable chart path">
            <a:extLst xmlns:a="http://schemas.openxmlformats.org/drawingml/2006/main">
              <a:ext uri="{FF2B5EF4-FFF2-40B4-BE49-F238E27FC236}">
                <a16:creationId xmlns:a16="http://schemas.microsoft.com/office/drawing/2014/main" id="{37DBA598-0608-4393-A0B7-C43D7EA38826}"/>
              </a:ext>
            </a:extLst>
          </p:cNvPr>
          <p:cNvSpPr>
            <a:spLocks xmlns:a="http://schemas.openxmlformats.org/drawingml/2006/main" noGrp="1"/>
          </p:cNvSpPr>
          <p:nvPr/>
        </p:nvSpPr>
        <p:spPr>
          <a:xfrm xmlns:a="http://schemas.openxmlformats.org/drawingml/2006/main">
            <a:off x="2062918" y="4475921"/>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1" name="Editable chart path">
            <a:extLst xmlns:a="http://schemas.openxmlformats.org/drawingml/2006/main">
              <a:ext uri="{FF2B5EF4-FFF2-40B4-BE49-F238E27FC236}">
                <a16:creationId xmlns:a16="http://schemas.microsoft.com/office/drawing/2014/main" id="{B6059809-CE9F-4F0D-B4C1-708FEC570A8C}"/>
              </a:ext>
            </a:extLst>
          </p:cNvPr>
          <p:cNvSpPr>
            <a:spLocks xmlns:a="http://schemas.openxmlformats.org/drawingml/2006/main" noGrp="1"/>
          </p:cNvSpPr>
          <p:nvPr/>
        </p:nvSpPr>
        <p:spPr>
          <a:xfrm xmlns:a="http://schemas.openxmlformats.org/drawingml/2006/main">
            <a:off x="2066137" y="4243010"/>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2" name="Editable chart path">
            <a:extLst xmlns:a="http://schemas.openxmlformats.org/drawingml/2006/main">
              <a:ext uri="{FF2B5EF4-FFF2-40B4-BE49-F238E27FC236}">
                <a16:creationId xmlns:a16="http://schemas.microsoft.com/office/drawing/2014/main" id="{36F0B16F-06AC-4A34-800B-5A0917C0C5D2}"/>
              </a:ext>
            </a:extLst>
          </p:cNvPr>
          <p:cNvSpPr>
            <a:spLocks xmlns:a="http://schemas.openxmlformats.org/drawingml/2006/main" noGrp="1"/>
          </p:cNvSpPr>
          <p:nvPr/>
        </p:nvSpPr>
        <p:spPr>
          <a:xfrm xmlns:a="http://schemas.openxmlformats.org/drawingml/2006/main">
            <a:off x="2085448" y="4267580"/>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3" name="Editable chart path">
            <a:extLst xmlns:a="http://schemas.openxmlformats.org/drawingml/2006/main">
              <a:ext uri="{FF2B5EF4-FFF2-40B4-BE49-F238E27FC236}">
                <a16:creationId xmlns:a16="http://schemas.microsoft.com/office/drawing/2014/main" id="{84B9A71C-8CAE-4B66-8D9B-55110BD31E19}"/>
              </a:ext>
            </a:extLst>
          </p:cNvPr>
          <p:cNvSpPr>
            <a:spLocks xmlns:a="http://schemas.openxmlformats.org/drawingml/2006/main" noGrp="1"/>
          </p:cNvSpPr>
          <p:nvPr/>
        </p:nvSpPr>
        <p:spPr>
          <a:xfrm xmlns:a="http://schemas.openxmlformats.org/drawingml/2006/main">
            <a:off x="2007128" y="4296996"/>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4" name="Editable chart path">
            <a:extLst xmlns:a="http://schemas.openxmlformats.org/drawingml/2006/main">
              <a:ext uri="{FF2B5EF4-FFF2-40B4-BE49-F238E27FC236}">
                <a16:creationId xmlns:a16="http://schemas.microsoft.com/office/drawing/2014/main" id="{2C258818-0601-4AAE-8B72-B5E964C77AE9}"/>
              </a:ext>
            </a:extLst>
          </p:cNvPr>
          <p:cNvSpPr>
            <a:spLocks xmlns:a="http://schemas.openxmlformats.org/drawingml/2006/main" noGrp="1"/>
          </p:cNvSpPr>
          <p:nvPr/>
        </p:nvSpPr>
        <p:spPr>
          <a:xfrm xmlns:a="http://schemas.openxmlformats.org/drawingml/2006/main">
            <a:off x="2043606" y="4691373"/>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5" name="Editable chart path">
            <a:extLst xmlns:a="http://schemas.openxmlformats.org/drawingml/2006/main">
              <a:ext uri="{FF2B5EF4-FFF2-40B4-BE49-F238E27FC236}">
                <a16:creationId xmlns:a16="http://schemas.microsoft.com/office/drawing/2014/main" id="{C8DF1A23-6D45-4FC3-8D90-CA211951C528}"/>
              </a:ext>
            </a:extLst>
          </p:cNvPr>
          <p:cNvSpPr>
            <a:spLocks xmlns:a="http://schemas.openxmlformats.org/drawingml/2006/main" noGrp="1"/>
          </p:cNvSpPr>
          <p:nvPr/>
        </p:nvSpPr>
        <p:spPr>
          <a:xfrm xmlns:a="http://schemas.openxmlformats.org/drawingml/2006/main">
            <a:off x="2134801" y="4246559"/>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6" name="Editable chart path">
            <a:extLst xmlns:a="http://schemas.openxmlformats.org/drawingml/2006/main">
              <a:ext uri="{FF2B5EF4-FFF2-40B4-BE49-F238E27FC236}">
                <a16:creationId xmlns:a16="http://schemas.microsoft.com/office/drawing/2014/main" id="{FF389EE6-61CC-4FBA-A1F8-433D105F3E88}"/>
              </a:ext>
            </a:extLst>
          </p:cNvPr>
          <p:cNvSpPr>
            <a:spLocks xmlns:a="http://schemas.openxmlformats.org/drawingml/2006/main" noGrp="1"/>
          </p:cNvSpPr>
          <p:nvPr/>
        </p:nvSpPr>
        <p:spPr>
          <a:xfrm xmlns:a="http://schemas.openxmlformats.org/drawingml/2006/main">
            <a:off x="2130509" y="4468263"/>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7" name="Editable chart path">
            <a:extLst xmlns:a="http://schemas.openxmlformats.org/drawingml/2006/main">
              <a:ext uri="{FF2B5EF4-FFF2-40B4-BE49-F238E27FC236}">
                <a16:creationId xmlns:a16="http://schemas.microsoft.com/office/drawing/2014/main" id="{C73CF87A-63D1-4160-8FF9-D9B3AF49EDB0}"/>
              </a:ext>
            </a:extLst>
          </p:cNvPr>
          <p:cNvSpPr>
            <a:spLocks xmlns:a="http://schemas.openxmlformats.org/drawingml/2006/main" noGrp="1"/>
          </p:cNvSpPr>
          <p:nvPr/>
        </p:nvSpPr>
        <p:spPr>
          <a:xfrm xmlns:a="http://schemas.openxmlformats.org/drawingml/2006/main">
            <a:off x="2079011" y="4196644"/>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8" name="Editable chart path">
            <a:extLst xmlns:a="http://schemas.openxmlformats.org/drawingml/2006/main">
              <a:ext uri="{FF2B5EF4-FFF2-40B4-BE49-F238E27FC236}">
                <a16:creationId xmlns:a16="http://schemas.microsoft.com/office/drawing/2014/main" id="{028D4A2D-500B-4935-803D-BF12C07B1262}"/>
              </a:ext>
            </a:extLst>
          </p:cNvPr>
          <p:cNvSpPr>
            <a:spLocks xmlns:a="http://schemas.openxmlformats.org/drawingml/2006/main" noGrp="1"/>
          </p:cNvSpPr>
          <p:nvPr/>
        </p:nvSpPr>
        <p:spPr>
          <a:xfrm xmlns:a="http://schemas.openxmlformats.org/drawingml/2006/main">
            <a:off x="1978161" y="4037596"/>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59" name="Editable chart path">
            <a:extLst xmlns:a="http://schemas.openxmlformats.org/drawingml/2006/main">
              <a:ext uri="{FF2B5EF4-FFF2-40B4-BE49-F238E27FC236}">
                <a16:creationId xmlns:a16="http://schemas.microsoft.com/office/drawing/2014/main" id="{9D1749E1-7787-4981-8BAC-4E8AD55E4A68}"/>
              </a:ext>
            </a:extLst>
          </p:cNvPr>
          <p:cNvSpPr>
            <a:spLocks xmlns:a="http://schemas.openxmlformats.org/drawingml/2006/main" noGrp="1"/>
          </p:cNvSpPr>
          <p:nvPr/>
        </p:nvSpPr>
        <p:spPr>
          <a:xfrm xmlns:a="http://schemas.openxmlformats.org/drawingml/2006/main">
            <a:off x="1761439" y="4653790"/>
            <a:ext cx="47802" cy="4780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alpha val="70000"/>
            </a:srgbClr>
          </a:solidFill>
          <a:ln xmlns:a="http://schemas.openxmlformats.org/drawingml/2006/main" w="11950">
            <a:solidFill>
              <a:srgbClr val="224889"/>
            </a:solidFill>
            <a:prstDash val="solid"/>
          </a:ln>
        </p:spPr>
      </p:sp>
      <p:sp>
        <p:nvSpPr>
          <p:cNvPr id="160" name="Editable chart path">
            <a:extLst xmlns:a="http://schemas.openxmlformats.org/drawingml/2006/main">
              <a:ext uri="{FF2B5EF4-FFF2-40B4-BE49-F238E27FC236}">
                <a16:creationId xmlns:a16="http://schemas.microsoft.com/office/drawing/2014/main" id="{A02847DB-067A-4860-9F88-A6B88BB10FCA}"/>
              </a:ext>
            </a:extLst>
          </p:cNvPr>
          <p:cNvSpPr>
            <a:spLocks xmlns:a="http://schemas.openxmlformats.org/drawingml/2006/main" noGrp="1"/>
          </p:cNvSpPr>
          <p:nvPr/>
        </p:nvSpPr>
        <p:spPr>
          <a:xfrm xmlns:a="http://schemas.openxmlformats.org/drawingml/2006/main">
            <a:off x="1600376" y="2925627"/>
            <a:ext cx="95" cy="2388935"/>
          </a:xfrm>
          <a:custGeom xmlns:a="http://schemas.openxmlformats.org/drawingml/2006/main">
            <a:pathLst>
              <a:path w="95" h="1904076">
                <a:moveTo>
                  <a:pt x="0" y="1904076"/>
                </a:moveTo>
                <a:lnTo>
                  <a:pt x="0" y="0"/>
                </a:lnTo>
              </a:path>
            </a:pathLst>
          </a:custGeom>
          <a:noFill xmlns:a="http://schemas.openxmlformats.org/drawingml/2006/main"/>
          <a:ln xmlns:a="http://schemas.openxmlformats.org/drawingml/2006/main" w="9560">
            <a:solidFill>
              <a:srgbClr val="5A6683"/>
            </a:solidFill>
            <a:prstDash val="solid"/>
          </a:ln>
        </p:spPr>
      </p:sp>
      <p:sp>
        <p:nvSpPr>
          <p:cNvPr id="161" name="Editable chart path">
            <a:extLst xmlns:a="http://schemas.openxmlformats.org/drawingml/2006/main">
              <a:ext uri="{FF2B5EF4-FFF2-40B4-BE49-F238E27FC236}">
                <a16:creationId xmlns:a16="http://schemas.microsoft.com/office/drawing/2014/main" id="{EA7A5C2F-4386-464A-BF77-378075A34752}"/>
              </a:ext>
            </a:extLst>
          </p:cNvPr>
          <p:cNvSpPr>
            <a:spLocks xmlns:a="http://schemas.openxmlformats.org/drawingml/2006/main" noGrp="1"/>
          </p:cNvSpPr>
          <p:nvPr/>
        </p:nvSpPr>
        <p:spPr>
          <a:xfrm xmlns:a="http://schemas.openxmlformats.org/drawingml/2006/main">
            <a:off x="1600376" y="5314562"/>
            <a:ext cx="4069214"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9560">
            <a:solidFill>
              <a:srgbClr val="5A6683"/>
            </a:solidFill>
            <a:prstDash val="solid"/>
          </a:ln>
        </p:spPr>
      </p:sp>
      <p:sp>
        <p:nvSpPr>
          <p:cNvPr id="162" name="">
            <a:extLst xmlns:a="http://schemas.openxmlformats.org/drawingml/2006/main">
              <a:ext uri="{FF2B5EF4-FFF2-40B4-BE49-F238E27FC236}">
                <a16:creationId xmlns:a16="http://schemas.microsoft.com/office/drawing/2014/main" id="{F0AC7ECE-C808-46F1-82C1-F3A255E9B571}"/>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Share: -2.0 log-points per 1,000 fewer taxis (CI -4.3 to +0.3)</a:t>
            </a:r>
          </a:p>
        </p:txBody>
      </p:sp>
      <p:sp>
        <p:nvSpPr>
          <p:cNvPr id="163" name="">
            <a:extLst xmlns:a="http://schemas.openxmlformats.org/drawingml/2006/main">
              <a:ext uri="{FF2B5EF4-FFF2-40B4-BE49-F238E27FC236}">
                <a16:creationId xmlns:a16="http://schemas.microsoft.com/office/drawing/2014/main" id="{78A272D7-5E60-4A12-BAF7-71E4449EB1C4}"/>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Heavy-rain effect that month (%)</a:t>
            </a:r>
          </a:p>
        </p:txBody>
      </p:sp>
      <p:sp>
        <p:nvSpPr>
          <p:cNvPr id="164" name="Editable chart path">
            <a:extLst xmlns:a="http://schemas.openxmlformats.org/drawingml/2006/main">
              <a:ext uri="{FF2B5EF4-FFF2-40B4-BE49-F238E27FC236}">
                <a16:creationId xmlns:a16="http://schemas.microsoft.com/office/drawing/2014/main" id="{6B36D49A-0268-42E2-A715-D2CE7CDEB4C3}"/>
              </a:ext>
            </a:extLst>
          </p:cNvPr>
          <p:cNvSpPr>
            <a:spLocks xmlns:a="http://schemas.openxmlformats.org/drawingml/2006/main" noGrp="1"/>
          </p:cNvSpPr>
          <p:nvPr/>
        </p:nvSpPr>
        <p:spPr>
          <a:xfrm xmlns:a="http://schemas.openxmlformats.org/drawingml/2006/main">
            <a:off x="6876618" y="5278272"/>
            <a:ext cx="95" cy="4605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65" name="">
            <a:extLst xmlns:a="http://schemas.openxmlformats.org/drawingml/2006/main">
              <a:ext uri="{FF2B5EF4-FFF2-40B4-BE49-F238E27FC236}">
                <a16:creationId xmlns:a16="http://schemas.microsoft.com/office/drawing/2014/main" id="{8A6BA5FA-E4F4-4B34-872C-45531A3E41BA}"/>
              </a:ext>
            </a:extLst>
          </p:cNvPr>
          <p:cNvSpPr>
            <a:spLocks xmlns:a="http://schemas.openxmlformats.org/drawingml/2006/main" noGrp="1"/>
          </p:cNvSpPr>
          <p:nvPr/>
        </p:nvSpPr>
        <p:spPr>
          <a:xfrm xmlns:a="http://schemas.openxmlformats.org/drawingml/2006/main" rot="0">
            <a:off x="6750789" y="5336397"/>
            <a:ext cx="2466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a:t>
            </a:r>
          </a:p>
        </p:txBody>
      </p:sp>
      <p:sp>
        <p:nvSpPr>
          <p:cNvPr id="166" name="Editable chart path">
            <a:extLst xmlns:a="http://schemas.openxmlformats.org/drawingml/2006/main">
              <a:ext uri="{FF2B5EF4-FFF2-40B4-BE49-F238E27FC236}">
                <a16:creationId xmlns:a16="http://schemas.microsoft.com/office/drawing/2014/main" id="{CC8FC4AE-FD43-4B44-BB8F-758BFFBAD753}"/>
              </a:ext>
            </a:extLst>
          </p:cNvPr>
          <p:cNvSpPr>
            <a:spLocks xmlns:a="http://schemas.openxmlformats.org/drawingml/2006/main" noGrp="1"/>
          </p:cNvSpPr>
          <p:nvPr/>
        </p:nvSpPr>
        <p:spPr>
          <a:xfrm xmlns:a="http://schemas.openxmlformats.org/drawingml/2006/main">
            <a:off x="7467261" y="5278272"/>
            <a:ext cx="95" cy="4605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67" name="">
            <a:extLst xmlns:a="http://schemas.openxmlformats.org/drawingml/2006/main">
              <a:ext uri="{FF2B5EF4-FFF2-40B4-BE49-F238E27FC236}">
                <a16:creationId xmlns:a16="http://schemas.microsoft.com/office/drawing/2014/main" id="{F948F730-0043-4D32-8ABA-301C92ED2C99}"/>
              </a:ext>
            </a:extLst>
          </p:cNvPr>
          <p:cNvSpPr>
            <a:spLocks xmlns:a="http://schemas.openxmlformats.org/drawingml/2006/main" noGrp="1"/>
          </p:cNvSpPr>
          <p:nvPr/>
        </p:nvSpPr>
        <p:spPr>
          <a:xfrm xmlns:a="http://schemas.openxmlformats.org/drawingml/2006/main" rot="0">
            <a:off x="7341136" y="5336397"/>
            <a:ext cx="2466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12.5</a:t>
            </a:r>
          </a:p>
        </p:txBody>
      </p:sp>
      <p:sp>
        <p:nvSpPr>
          <p:cNvPr id="168" name="Editable chart path">
            <a:extLst xmlns:a="http://schemas.openxmlformats.org/drawingml/2006/main">
              <a:ext uri="{FF2B5EF4-FFF2-40B4-BE49-F238E27FC236}">
                <a16:creationId xmlns:a16="http://schemas.microsoft.com/office/drawing/2014/main" id="{29408C75-F77A-46EA-9060-1408195BA3C2}"/>
              </a:ext>
            </a:extLst>
          </p:cNvPr>
          <p:cNvSpPr>
            <a:spLocks xmlns:a="http://schemas.openxmlformats.org/drawingml/2006/main" noGrp="1"/>
          </p:cNvSpPr>
          <p:nvPr/>
        </p:nvSpPr>
        <p:spPr>
          <a:xfrm xmlns:a="http://schemas.openxmlformats.org/drawingml/2006/main">
            <a:off x="8057904" y="5278272"/>
            <a:ext cx="95" cy="4605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69" name="">
            <a:extLst xmlns:a="http://schemas.openxmlformats.org/drawingml/2006/main">
              <a:ext uri="{FF2B5EF4-FFF2-40B4-BE49-F238E27FC236}">
                <a16:creationId xmlns:a16="http://schemas.microsoft.com/office/drawing/2014/main" id="{4F6AE879-118D-44A3-98DF-D218EE641D7D}"/>
              </a:ext>
            </a:extLst>
          </p:cNvPr>
          <p:cNvSpPr>
            <a:spLocks xmlns:a="http://schemas.openxmlformats.org/drawingml/2006/main" noGrp="1"/>
          </p:cNvSpPr>
          <p:nvPr/>
        </p:nvSpPr>
        <p:spPr>
          <a:xfrm xmlns:a="http://schemas.openxmlformats.org/drawingml/2006/main" rot="0">
            <a:off x="7931123" y="5336397"/>
            <a:ext cx="248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13.0</a:t>
            </a:r>
          </a:p>
        </p:txBody>
      </p:sp>
      <p:sp>
        <p:nvSpPr>
          <p:cNvPr id="170" name="Editable chart path">
            <a:extLst xmlns:a="http://schemas.openxmlformats.org/drawingml/2006/main">
              <a:ext uri="{FF2B5EF4-FFF2-40B4-BE49-F238E27FC236}">
                <a16:creationId xmlns:a16="http://schemas.microsoft.com/office/drawing/2014/main" id="{83F20CD9-6820-4736-B109-EEBD16A26F0F}"/>
              </a:ext>
            </a:extLst>
          </p:cNvPr>
          <p:cNvSpPr>
            <a:spLocks xmlns:a="http://schemas.openxmlformats.org/drawingml/2006/main" noGrp="1"/>
          </p:cNvSpPr>
          <p:nvPr/>
        </p:nvSpPr>
        <p:spPr>
          <a:xfrm xmlns:a="http://schemas.openxmlformats.org/drawingml/2006/main">
            <a:off x="8648547" y="5278272"/>
            <a:ext cx="95" cy="4605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71" name="">
            <a:extLst xmlns:a="http://schemas.openxmlformats.org/drawingml/2006/main">
              <a:ext uri="{FF2B5EF4-FFF2-40B4-BE49-F238E27FC236}">
                <a16:creationId xmlns:a16="http://schemas.microsoft.com/office/drawing/2014/main" id="{173D6458-E81E-498E-84B4-73BF9815D523}"/>
              </a:ext>
            </a:extLst>
          </p:cNvPr>
          <p:cNvSpPr>
            <a:spLocks xmlns:a="http://schemas.openxmlformats.org/drawingml/2006/main" noGrp="1"/>
          </p:cNvSpPr>
          <p:nvPr/>
        </p:nvSpPr>
        <p:spPr>
          <a:xfrm xmlns:a="http://schemas.openxmlformats.org/drawingml/2006/main" rot="0">
            <a:off x="8521470" y="5336397"/>
            <a:ext cx="248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13.5</a:t>
            </a:r>
          </a:p>
        </p:txBody>
      </p:sp>
      <p:sp>
        <p:nvSpPr>
          <p:cNvPr id="172" name="Editable chart path">
            <a:extLst xmlns:a="http://schemas.openxmlformats.org/drawingml/2006/main">
              <a:ext uri="{FF2B5EF4-FFF2-40B4-BE49-F238E27FC236}">
                <a16:creationId xmlns:a16="http://schemas.microsoft.com/office/drawing/2014/main" id="{6DE79D32-0CD9-46E6-A812-9A930961DE70}"/>
              </a:ext>
            </a:extLst>
          </p:cNvPr>
          <p:cNvSpPr>
            <a:spLocks xmlns:a="http://schemas.openxmlformats.org/drawingml/2006/main" noGrp="1"/>
          </p:cNvSpPr>
          <p:nvPr/>
        </p:nvSpPr>
        <p:spPr>
          <a:xfrm xmlns:a="http://schemas.openxmlformats.org/drawingml/2006/main">
            <a:off x="9239190" y="5278272"/>
            <a:ext cx="95" cy="4605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73" name="">
            <a:extLst xmlns:a="http://schemas.openxmlformats.org/drawingml/2006/main">
              <a:ext uri="{FF2B5EF4-FFF2-40B4-BE49-F238E27FC236}">
                <a16:creationId xmlns:a16="http://schemas.microsoft.com/office/drawing/2014/main" id="{727DD44C-5EED-4C71-B5FD-3029D5D7254C}"/>
              </a:ext>
            </a:extLst>
          </p:cNvPr>
          <p:cNvSpPr>
            <a:spLocks xmlns:a="http://schemas.openxmlformats.org/drawingml/2006/main" noGrp="1"/>
          </p:cNvSpPr>
          <p:nvPr/>
        </p:nvSpPr>
        <p:spPr>
          <a:xfrm xmlns:a="http://schemas.openxmlformats.org/drawingml/2006/main" rot="0">
            <a:off x="9109599" y="5336397"/>
            <a:ext cx="2542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14.0</a:t>
            </a:r>
          </a:p>
        </p:txBody>
      </p:sp>
      <p:sp>
        <p:nvSpPr>
          <p:cNvPr id="174" name="Editable chart path">
            <a:extLst xmlns:a="http://schemas.openxmlformats.org/drawingml/2006/main">
              <a:ext uri="{FF2B5EF4-FFF2-40B4-BE49-F238E27FC236}">
                <a16:creationId xmlns:a16="http://schemas.microsoft.com/office/drawing/2014/main" id="{D07A0E1C-DC34-4217-8229-5A1E3C5812C4}"/>
              </a:ext>
            </a:extLst>
          </p:cNvPr>
          <p:cNvSpPr>
            <a:spLocks xmlns:a="http://schemas.openxmlformats.org/drawingml/2006/main" noGrp="1"/>
          </p:cNvSpPr>
          <p:nvPr/>
        </p:nvSpPr>
        <p:spPr>
          <a:xfrm xmlns:a="http://schemas.openxmlformats.org/drawingml/2006/main">
            <a:off x="9829833" y="5278272"/>
            <a:ext cx="95" cy="4605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75" name="">
            <a:extLst xmlns:a="http://schemas.openxmlformats.org/drawingml/2006/main">
              <a:ext uri="{FF2B5EF4-FFF2-40B4-BE49-F238E27FC236}">
                <a16:creationId xmlns:a16="http://schemas.microsoft.com/office/drawing/2014/main" id="{55BAC0DB-00B9-47C7-A4C9-33EB22513AF9}"/>
              </a:ext>
            </a:extLst>
          </p:cNvPr>
          <p:cNvSpPr>
            <a:spLocks xmlns:a="http://schemas.openxmlformats.org/drawingml/2006/main" noGrp="1"/>
          </p:cNvSpPr>
          <p:nvPr/>
        </p:nvSpPr>
        <p:spPr>
          <a:xfrm xmlns:a="http://schemas.openxmlformats.org/drawingml/2006/main" rot="0">
            <a:off x="9699947" y="5336397"/>
            <a:ext cx="2542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14.5</a:t>
            </a:r>
          </a:p>
        </p:txBody>
      </p:sp>
      <p:sp>
        <p:nvSpPr>
          <p:cNvPr id="176" name="Editable chart path">
            <a:extLst xmlns:a="http://schemas.openxmlformats.org/drawingml/2006/main">
              <a:ext uri="{FF2B5EF4-FFF2-40B4-BE49-F238E27FC236}">
                <a16:creationId xmlns:a16="http://schemas.microsoft.com/office/drawing/2014/main" id="{B3D4C5D6-22E4-4DB9-900B-3E11A5FFD32E}"/>
              </a:ext>
            </a:extLst>
          </p:cNvPr>
          <p:cNvSpPr>
            <a:spLocks xmlns:a="http://schemas.openxmlformats.org/drawingml/2006/main" noGrp="1"/>
          </p:cNvSpPr>
          <p:nvPr/>
        </p:nvSpPr>
        <p:spPr>
          <a:xfrm xmlns:a="http://schemas.openxmlformats.org/drawingml/2006/main">
            <a:off x="10420476" y="5278272"/>
            <a:ext cx="95" cy="4605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77" name="">
            <a:extLst xmlns:a="http://schemas.openxmlformats.org/drawingml/2006/main">
              <a:ext uri="{FF2B5EF4-FFF2-40B4-BE49-F238E27FC236}">
                <a16:creationId xmlns:a16="http://schemas.microsoft.com/office/drawing/2014/main" id="{1AE32A21-D626-41A3-BB42-77A3FE287D83}"/>
              </a:ext>
            </a:extLst>
          </p:cNvPr>
          <p:cNvSpPr>
            <a:spLocks xmlns:a="http://schemas.openxmlformats.org/drawingml/2006/main" noGrp="1"/>
          </p:cNvSpPr>
          <p:nvPr/>
        </p:nvSpPr>
        <p:spPr>
          <a:xfrm xmlns:a="http://schemas.openxmlformats.org/drawingml/2006/main" rot="0">
            <a:off x="10290933" y="5336397"/>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a:t>
            </a:r>
          </a:p>
        </p:txBody>
      </p:sp>
      <p:sp>
        <p:nvSpPr>
          <p:cNvPr id="178" name="Editable chart path">
            <a:extLst xmlns:a="http://schemas.openxmlformats.org/drawingml/2006/main">
              <a:ext uri="{FF2B5EF4-FFF2-40B4-BE49-F238E27FC236}">
                <a16:creationId xmlns:a16="http://schemas.microsoft.com/office/drawing/2014/main" id="{E5A51F40-AAFA-406F-99FB-0A038427148D}"/>
              </a:ext>
            </a:extLst>
          </p:cNvPr>
          <p:cNvSpPr>
            <a:spLocks xmlns:a="http://schemas.openxmlformats.org/drawingml/2006/main" noGrp="1"/>
          </p:cNvSpPr>
          <p:nvPr/>
        </p:nvSpPr>
        <p:spPr>
          <a:xfrm xmlns:a="http://schemas.openxmlformats.org/drawingml/2006/main">
            <a:off x="11011119" y="5278272"/>
            <a:ext cx="95" cy="4605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79" name="">
            <a:extLst xmlns:a="http://schemas.openxmlformats.org/drawingml/2006/main">
              <a:ext uri="{FF2B5EF4-FFF2-40B4-BE49-F238E27FC236}">
                <a16:creationId xmlns:a16="http://schemas.microsoft.com/office/drawing/2014/main" id="{2E402704-23E0-4389-9545-7F52BAAA198D}"/>
              </a:ext>
            </a:extLst>
          </p:cNvPr>
          <p:cNvSpPr>
            <a:spLocks xmlns:a="http://schemas.openxmlformats.org/drawingml/2006/main" noGrp="1"/>
          </p:cNvSpPr>
          <p:nvPr/>
        </p:nvSpPr>
        <p:spPr>
          <a:xfrm xmlns:a="http://schemas.openxmlformats.org/drawingml/2006/main" rot="0">
            <a:off x="10881280" y="5336397"/>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15.5</a:t>
            </a:r>
          </a:p>
        </p:txBody>
      </p:sp>
      <p:sp>
        <p:nvSpPr>
          <p:cNvPr id="180" name="">
            <a:extLst xmlns:a="http://schemas.openxmlformats.org/drawingml/2006/main">
              <a:ext uri="{FF2B5EF4-FFF2-40B4-BE49-F238E27FC236}">
                <a16:creationId xmlns:a16="http://schemas.microsoft.com/office/drawing/2014/main" id="{1AD2C87E-86AE-4159-AE31-0ED7D97A4752}"/>
              </a:ext>
            </a:extLst>
          </p:cNvPr>
          <p:cNvSpPr>
            <a:spLocks xmlns:a="http://schemas.openxmlformats.org/drawingml/2006/main" noGrp="1"/>
          </p:cNvSpPr>
          <p:nvPr/>
        </p:nvSpPr>
        <p:spPr>
          <a:xfrm xmlns:a="http://schemas.openxmlformats.org/drawingml/2006/main" rot="0">
            <a:off x="7946790" y="5526991"/>
            <a:ext cx="17665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LTA taxi fleet (thousands)</a:t>
            </a:r>
          </a:p>
        </p:txBody>
      </p:sp>
      <p:sp>
        <p:nvSpPr>
          <p:cNvPr id="181" name="Editable chart path">
            <a:extLst xmlns:a="http://schemas.openxmlformats.org/drawingml/2006/main">
              <a:ext uri="{FF2B5EF4-FFF2-40B4-BE49-F238E27FC236}">
                <a16:creationId xmlns:a16="http://schemas.microsoft.com/office/drawing/2014/main" id="{F1D398BC-47B5-4D29-B4E8-FC3E547891FA}"/>
              </a:ext>
            </a:extLst>
          </p:cNvPr>
          <p:cNvSpPr>
            <a:spLocks xmlns:a="http://schemas.openxmlformats.org/drawingml/2006/main" noGrp="1"/>
          </p:cNvSpPr>
          <p:nvPr/>
        </p:nvSpPr>
        <p:spPr>
          <a:xfrm xmlns:a="http://schemas.openxmlformats.org/drawingml/2006/main">
            <a:off x="6592636" y="5116691"/>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895">
            <a:solidFill>
              <a:srgbClr val="E4EAF4"/>
            </a:solidFill>
            <a:prstDash val="solid"/>
          </a:ln>
        </p:spPr>
      </p:sp>
      <p:sp>
        <p:nvSpPr>
          <p:cNvPr id="182" name="Editable chart path">
            <a:extLst xmlns:a="http://schemas.openxmlformats.org/drawingml/2006/main">
              <a:ext uri="{FF2B5EF4-FFF2-40B4-BE49-F238E27FC236}">
                <a16:creationId xmlns:a16="http://schemas.microsoft.com/office/drawing/2014/main" id="{C67D61A5-6627-4794-B08A-079E45D2250F}"/>
              </a:ext>
            </a:extLst>
          </p:cNvPr>
          <p:cNvSpPr>
            <a:spLocks xmlns:a="http://schemas.openxmlformats.org/drawingml/2006/main" noGrp="1"/>
          </p:cNvSpPr>
          <p:nvPr/>
        </p:nvSpPr>
        <p:spPr>
          <a:xfrm xmlns:a="http://schemas.openxmlformats.org/drawingml/2006/main">
            <a:off x="6546583" y="5116691"/>
            <a:ext cx="4605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83" name="">
            <a:extLst xmlns:a="http://schemas.openxmlformats.org/drawingml/2006/main">
              <a:ext uri="{FF2B5EF4-FFF2-40B4-BE49-F238E27FC236}">
                <a16:creationId xmlns:a16="http://schemas.microsoft.com/office/drawing/2014/main" id="{F6F052F6-E99B-4196-B542-00C8C89D1D66}"/>
              </a:ext>
            </a:extLst>
          </p:cNvPr>
          <p:cNvSpPr>
            <a:spLocks xmlns:a="http://schemas.openxmlformats.org/drawingml/2006/main" noGrp="1"/>
          </p:cNvSpPr>
          <p:nvPr/>
        </p:nvSpPr>
        <p:spPr>
          <a:xfrm xmlns:a="http://schemas.openxmlformats.org/drawingml/2006/main" rot="0">
            <a:off x="6245329" y="5026341"/>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184" name="Editable chart path">
            <a:extLst xmlns:a="http://schemas.openxmlformats.org/drawingml/2006/main">
              <a:ext uri="{FF2B5EF4-FFF2-40B4-BE49-F238E27FC236}">
                <a16:creationId xmlns:a16="http://schemas.microsoft.com/office/drawing/2014/main" id="{2BE88010-B4FD-461A-897A-A1F557815D88}"/>
              </a:ext>
            </a:extLst>
          </p:cNvPr>
          <p:cNvSpPr>
            <a:spLocks xmlns:a="http://schemas.openxmlformats.org/drawingml/2006/main" noGrp="1"/>
          </p:cNvSpPr>
          <p:nvPr/>
        </p:nvSpPr>
        <p:spPr>
          <a:xfrm xmlns:a="http://schemas.openxmlformats.org/drawingml/2006/main">
            <a:off x="6592636" y="4796666"/>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895">
            <a:solidFill>
              <a:srgbClr val="E4EAF4"/>
            </a:solidFill>
            <a:prstDash val="solid"/>
          </a:ln>
        </p:spPr>
      </p:sp>
      <p:sp>
        <p:nvSpPr>
          <p:cNvPr id="185" name="Editable chart path">
            <a:extLst xmlns:a="http://schemas.openxmlformats.org/drawingml/2006/main">
              <a:ext uri="{FF2B5EF4-FFF2-40B4-BE49-F238E27FC236}">
                <a16:creationId xmlns:a16="http://schemas.microsoft.com/office/drawing/2014/main" id="{ED093A65-7D30-4863-893A-211C761717F4}"/>
              </a:ext>
            </a:extLst>
          </p:cNvPr>
          <p:cNvSpPr>
            <a:spLocks xmlns:a="http://schemas.openxmlformats.org/drawingml/2006/main" noGrp="1"/>
          </p:cNvSpPr>
          <p:nvPr/>
        </p:nvSpPr>
        <p:spPr>
          <a:xfrm xmlns:a="http://schemas.openxmlformats.org/drawingml/2006/main">
            <a:off x="6546583" y="4796666"/>
            <a:ext cx="4605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86" name="">
            <a:extLst xmlns:a="http://schemas.openxmlformats.org/drawingml/2006/main">
              <a:ext uri="{FF2B5EF4-FFF2-40B4-BE49-F238E27FC236}">
                <a16:creationId xmlns:a16="http://schemas.microsoft.com/office/drawing/2014/main" id="{C554024B-06D5-4180-8B0C-E73F2DF9C33E}"/>
              </a:ext>
            </a:extLst>
          </p:cNvPr>
          <p:cNvSpPr>
            <a:spLocks xmlns:a="http://schemas.openxmlformats.org/drawingml/2006/main" noGrp="1"/>
          </p:cNvSpPr>
          <p:nvPr/>
        </p:nvSpPr>
        <p:spPr>
          <a:xfrm xmlns:a="http://schemas.openxmlformats.org/drawingml/2006/main" rot="0">
            <a:off x="6245921" y="4706317"/>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187" name="Editable chart path">
            <a:extLst xmlns:a="http://schemas.openxmlformats.org/drawingml/2006/main">
              <a:ext uri="{FF2B5EF4-FFF2-40B4-BE49-F238E27FC236}">
                <a16:creationId xmlns:a16="http://schemas.microsoft.com/office/drawing/2014/main" id="{FD0FCBF3-18F2-4CA1-B624-BA791C2C6659}"/>
              </a:ext>
            </a:extLst>
          </p:cNvPr>
          <p:cNvSpPr>
            <a:spLocks xmlns:a="http://schemas.openxmlformats.org/drawingml/2006/main" noGrp="1"/>
          </p:cNvSpPr>
          <p:nvPr/>
        </p:nvSpPr>
        <p:spPr>
          <a:xfrm xmlns:a="http://schemas.openxmlformats.org/drawingml/2006/main">
            <a:off x="6592636" y="4476642"/>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895">
            <a:solidFill>
              <a:srgbClr val="E4EAF4"/>
            </a:solidFill>
            <a:prstDash val="solid"/>
          </a:ln>
        </p:spPr>
      </p:sp>
      <p:sp>
        <p:nvSpPr>
          <p:cNvPr id="188" name="Editable chart path">
            <a:extLst xmlns:a="http://schemas.openxmlformats.org/drawingml/2006/main">
              <a:ext uri="{FF2B5EF4-FFF2-40B4-BE49-F238E27FC236}">
                <a16:creationId xmlns:a16="http://schemas.microsoft.com/office/drawing/2014/main" id="{E7EBC880-CFF9-4640-9E7B-09EBC262B16F}"/>
              </a:ext>
            </a:extLst>
          </p:cNvPr>
          <p:cNvSpPr>
            <a:spLocks xmlns:a="http://schemas.openxmlformats.org/drawingml/2006/main" noGrp="1"/>
          </p:cNvSpPr>
          <p:nvPr/>
        </p:nvSpPr>
        <p:spPr>
          <a:xfrm xmlns:a="http://schemas.openxmlformats.org/drawingml/2006/main">
            <a:off x="6546583" y="4476642"/>
            <a:ext cx="4605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89" name="">
            <a:extLst xmlns:a="http://schemas.openxmlformats.org/drawingml/2006/main">
              <a:ext uri="{FF2B5EF4-FFF2-40B4-BE49-F238E27FC236}">
                <a16:creationId xmlns:a16="http://schemas.microsoft.com/office/drawing/2014/main" id="{EC978E05-DF01-4BF0-8B64-C273251F6728}"/>
              </a:ext>
            </a:extLst>
          </p:cNvPr>
          <p:cNvSpPr>
            <a:spLocks xmlns:a="http://schemas.openxmlformats.org/drawingml/2006/main" noGrp="1"/>
          </p:cNvSpPr>
          <p:nvPr/>
        </p:nvSpPr>
        <p:spPr>
          <a:xfrm xmlns:a="http://schemas.openxmlformats.org/drawingml/2006/main" rot="0">
            <a:off x="6280953" y="4386292"/>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190" name="Editable chart path">
            <a:extLst xmlns:a="http://schemas.openxmlformats.org/drawingml/2006/main">
              <a:ext uri="{FF2B5EF4-FFF2-40B4-BE49-F238E27FC236}">
                <a16:creationId xmlns:a16="http://schemas.microsoft.com/office/drawing/2014/main" id="{91204F94-0553-4D4F-85CF-FF5FF28BE4A8}"/>
              </a:ext>
            </a:extLst>
          </p:cNvPr>
          <p:cNvSpPr>
            <a:spLocks xmlns:a="http://schemas.openxmlformats.org/drawingml/2006/main" noGrp="1"/>
          </p:cNvSpPr>
          <p:nvPr/>
        </p:nvSpPr>
        <p:spPr>
          <a:xfrm xmlns:a="http://schemas.openxmlformats.org/drawingml/2006/main">
            <a:off x="6592636" y="4156618"/>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895">
            <a:solidFill>
              <a:srgbClr val="E4EAF4"/>
            </a:solidFill>
            <a:prstDash val="solid"/>
          </a:ln>
        </p:spPr>
      </p:sp>
      <p:sp>
        <p:nvSpPr>
          <p:cNvPr id="191" name="Editable chart path">
            <a:extLst xmlns:a="http://schemas.openxmlformats.org/drawingml/2006/main">
              <a:ext uri="{FF2B5EF4-FFF2-40B4-BE49-F238E27FC236}">
                <a16:creationId xmlns:a16="http://schemas.microsoft.com/office/drawing/2014/main" id="{21470F1F-0A31-451C-AEAA-5BE4F5EB0C3E}"/>
              </a:ext>
            </a:extLst>
          </p:cNvPr>
          <p:cNvSpPr>
            <a:spLocks xmlns:a="http://schemas.openxmlformats.org/drawingml/2006/main" noGrp="1"/>
          </p:cNvSpPr>
          <p:nvPr/>
        </p:nvSpPr>
        <p:spPr>
          <a:xfrm xmlns:a="http://schemas.openxmlformats.org/drawingml/2006/main">
            <a:off x="6546583" y="4156618"/>
            <a:ext cx="4605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92" name="">
            <a:extLst xmlns:a="http://schemas.openxmlformats.org/drawingml/2006/main">
              <a:ext uri="{FF2B5EF4-FFF2-40B4-BE49-F238E27FC236}">
                <a16:creationId xmlns:a16="http://schemas.microsoft.com/office/drawing/2014/main" id="{D095845B-9ACE-498E-AF9F-E256F165C0FF}"/>
              </a:ext>
            </a:extLst>
          </p:cNvPr>
          <p:cNvSpPr>
            <a:spLocks xmlns:a="http://schemas.openxmlformats.org/drawingml/2006/main" noGrp="1"/>
          </p:cNvSpPr>
          <p:nvPr/>
        </p:nvSpPr>
        <p:spPr>
          <a:xfrm xmlns:a="http://schemas.openxmlformats.org/drawingml/2006/main" rot="0">
            <a:off x="6281545" y="4066268"/>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193" name="Editable chart path">
            <a:extLst xmlns:a="http://schemas.openxmlformats.org/drawingml/2006/main">
              <a:ext uri="{FF2B5EF4-FFF2-40B4-BE49-F238E27FC236}">
                <a16:creationId xmlns:a16="http://schemas.microsoft.com/office/drawing/2014/main" id="{D54E5BEA-3950-4219-A783-FCEF2D8AB4C8}"/>
              </a:ext>
            </a:extLst>
          </p:cNvPr>
          <p:cNvSpPr>
            <a:spLocks xmlns:a="http://schemas.openxmlformats.org/drawingml/2006/main" noGrp="1"/>
          </p:cNvSpPr>
          <p:nvPr/>
        </p:nvSpPr>
        <p:spPr>
          <a:xfrm xmlns:a="http://schemas.openxmlformats.org/drawingml/2006/main">
            <a:off x="6592636" y="3836593"/>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895">
            <a:solidFill>
              <a:srgbClr val="E4EAF4"/>
            </a:solidFill>
            <a:prstDash val="solid"/>
          </a:ln>
        </p:spPr>
      </p:sp>
      <p:sp>
        <p:nvSpPr>
          <p:cNvPr id="194" name="Editable chart path">
            <a:extLst xmlns:a="http://schemas.openxmlformats.org/drawingml/2006/main">
              <a:ext uri="{FF2B5EF4-FFF2-40B4-BE49-F238E27FC236}">
                <a16:creationId xmlns:a16="http://schemas.microsoft.com/office/drawing/2014/main" id="{61CD7988-B770-4C0A-9CA1-4DE40AE213BF}"/>
              </a:ext>
            </a:extLst>
          </p:cNvPr>
          <p:cNvSpPr>
            <a:spLocks xmlns:a="http://schemas.openxmlformats.org/drawingml/2006/main" noGrp="1"/>
          </p:cNvSpPr>
          <p:nvPr/>
        </p:nvSpPr>
        <p:spPr>
          <a:xfrm xmlns:a="http://schemas.openxmlformats.org/drawingml/2006/main">
            <a:off x="6546583" y="3836593"/>
            <a:ext cx="4605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95" name="">
            <a:extLst xmlns:a="http://schemas.openxmlformats.org/drawingml/2006/main">
              <a:ext uri="{FF2B5EF4-FFF2-40B4-BE49-F238E27FC236}">
                <a16:creationId xmlns:a16="http://schemas.microsoft.com/office/drawing/2014/main" id="{308D5BCA-6BFB-4246-BD70-F99C8753FC5D}"/>
              </a:ext>
            </a:extLst>
          </p:cNvPr>
          <p:cNvSpPr>
            <a:spLocks xmlns:a="http://schemas.openxmlformats.org/drawingml/2006/main" noGrp="1"/>
          </p:cNvSpPr>
          <p:nvPr/>
        </p:nvSpPr>
        <p:spPr>
          <a:xfrm xmlns:a="http://schemas.openxmlformats.org/drawingml/2006/main" rot="0">
            <a:off x="6325625" y="3746244"/>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196" name="Editable chart path">
            <a:extLst xmlns:a="http://schemas.openxmlformats.org/drawingml/2006/main">
              <a:ext uri="{FF2B5EF4-FFF2-40B4-BE49-F238E27FC236}">
                <a16:creationId xmlns:a16="http://schemas.microsoft.com/office/drawing/2014/main" id="{73C51447-A677-4700-A090-C6B62F93F60F}"/>
              </a:ext>
            </a:extLst>
          </p:cNvPr>
          <p:cNvSpPr>
            <a:spLocks xmlns:a="http://schemas.openxmlformats.org/drawingml/2006/main" noGrp="1"/>
          </p:cNvSpPr>
          <p:nvPr/>
        </p:nvSpPr>
        <p:spPr>
          <a:xfrm xmlns:a="http://schemas.openxmlformats.org/drawingml/2006/main">
            <a:off x="6592636" y="3516569"/>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895">
            <a:solidFill>
              <a:srgbClr val="E4EAF4"/>
            </a:solidFill>
            <a:prstDash val="solid"/>
          </a:ln>
        </p:spPr>
      </p:sp>
      <p:sp>
        <p:nvSpPr>
          <p:cNvPr id="197" name="Editable chart path">
            <a:extLst xmlns:a="http://schemas.openxmlformats.org/drawingml/2006/main">
              <a:ext uri="{FF2B5EF4-FFF2-40B4-BE49-F238E27FC236}">
                <a16:creationId xmlns:a16="http://schemas.microsoft.com/office/drawing/2014/main" id="{D651E7FE-09FB-4CAD-AF24-CDD581338025}"/>
              </a:ext>
            </a:extLst>
          </p:cNvPr>
          <p:cNvSpPr>
            <a:spLocks xmlns:a="http://schemas.openxmlformats.org/drawingml/2006/main" noGrp="1"/>
          </p:cNvSpPr>
          <p:nvPr/>
        </p:nvSpPr>
        <p:spPr>
          <a:xfrm xmlns:a="http://schemas.openxmlformats.org/drawingml/2006/main">
            <a:off x="6546583" y="3516569"/>
            <a:ext cx="4605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198" name="">
            <a:extLst xmlns:a="http://schemas.openxmlformats.org/drawingml/2006/main">
              <a:ext uri="{FF2B5EF4-FFF2-40B4-BE49-F238E27FC236}">
                <a16:creationId xmlns:a16="http://schemas.microsoft.com/office/drawing/2014/main" id="{B6FEE489-A37F-4BF5-B9AE-8DCE3ED34070}"/>
              </a:ext>
            </a:extLst>
          </p:cNvPr>
          <p:cNvSpPr>
            <a:spLocks xmlns:a="http://schemas.openxmlformats.org/drawingml/2006/main" noGrp="1"/>
          </p:cNvSpPr>
          <p:nvPr/>
        </p:nvSpPr>
        <p:spPr>
          <a:xfrm xmlns:a="http://schemas.openxmlformats.org/drawingml/2006/main" rot="0">
            <a:off x="6403179" y="342622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99" name="Editable chart path">
            <a:extLst xmlns:a="http://schemas.openxmlformats.org/drawingml/2006/main">
              <a:ext uri="{FF2B5EF4-FFF2-40B4-BE49-F238E27FC236}">
                <a16:creationId xmlns:a16="http://schemas.microsoft.com/office/drawing/2014/main" id="{F1E27D23-05B5-48D1-8BA6-C1540507BE99}"/>
              </a:ext>
            </a:extLst>
          </p:cNvPr>
          <p:cNvSpPr>
            <a:spLocks xmlns:a="http://schemas.openxmlformats.org/drawingml/2006/main" noGrp="1"/>
          </p:cNvSpPr>
          <p:nvPr/>
        </p:nvSpPr>
        <p:spPr>
          <a:xfrm xmlns:a="http://schemas.openxmlformats.org/drawingml/2006/main">
            <a:off x="6592636" y="3196545"/>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895">
            <a:solidFill>
              <a:srgbClr val="E4EAF4"/>
            </a:solidFill>
            <a:prstDash val="solid"/>
          </a:ln>
        </p:spPr>
      </p:sp>
      <p:sp>
        <p:nvSpPr>
          <p:cNvPr id="200" name="Editable chart path">
            <a:extLst xmlns:a="http://schemas.openxmlformats.org/drawingml/2006/main">
              <a:ext uri="{FF2B5EF4-FFF2-40B4-BE49-F238E27FC236}">
                <a16:creationId xmlns:a16="http://schemas.microsoft.com/office/drawing/2014/main" id="{D88FBF4F-C441-44C7-B7DF-F0FB2969B2BE}"/>
              </a:ext>
            </a:extLst>
          </p:cNvPr>
          <p:cNvSpPr>
            <a:spLocks xmlns:a="http://schemas.openxmlformats.org/drawingml/2006/main" noGrp="1"/>
          </p:cNvSpPr>
          <p:nvPr/>
        </p:nvSpPr>
        <p:spPr>
          <a:xfrm xmlns:a="http://schemas.openxmlformats.org/drawingml/2006/main">
            <a:off x="6546583" y="3196545"/>
            <a:ext cx="4605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201" name="">
            <a:extLst xmlns:a="http://schemas.openxmlformats.org/drawingml/2006/main">
              <a:ext uri="{FF2B5EF4-FFF2-40B4-BE49-F238E27FC236}">
                <a16:creationId xmlns:a16="http://schemas.microsoft.com/office/drawing/2014/main" id="{7463300A-004B-4048-98B0-B3A920E12BF2}"/>
              </a:ext>
            </a:extLst>
          </p:cNvPr>
          <p:cNvSpPr>
            <a:spLocks xmlns:a="http://schemas.openxmlformats.org/drawingml/2006/main" noGrp="1"/>
          </p:cNvSpPr>
          <p:nvPr/>
        </p:nvSpPr>
        <p:spPr>
          <a:xfrm xmlns:a="http://schemas.openxmlformats.org/drawingml/2006/main" rot="0">
            <a:off x="6402587" y="3106195"/>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202" name="Editable chart path">
            <a:extLst xmlns:a="http://schemas.openxmlformats.org/drawingml/2006/main">
              <a:ext uri="{FF2B5EF4-FFF2-40B4-BE49-F238E27FC236}">
                <a16:creationId xmlns:a16="http://schemas.microsoft.com/office/drawing/2014/main" id="{E23A3FE4-B53E-4992-95DC-790DE08F1EBE}"/>
              </a:ext>
            </a:extLst>
          </p:cNvPr>
          <p:cNvSpPr>
            <a:spLocks xmlns:a="http://schemas.openxmlformats.org/drawingml/2006/main" noGrp="1"/>
          </p:cNvSpPr>
          <p:nvPr/>
        </p:nvSpPr>
        <p:spPr>
          <a:xfrm xmlns:a="http://schemas.openxmlformats.org/drawingml/2006/main">
            <a:off x="6592636" y="2876521"/>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7895">
            <a:solidFill>
              <a:srgbClr val="E4EAF4"/>
            </a:solidFill>
            <a:prstDash val="solid"/>
          </a:ln>
        </p:spPr>
      </p:sp>
      <p:sp>
        <p:nvSpPr>
          <p:cNvPr id="203" name="Editable chart path">
            <a:extLst xmlns:a="http://schemas.openxmlformats.org/drawingml/2006/main">
              <a:ext uri="{FF2B5EF4-FFF2-40B4-BE49-F238E27FC236}">
                <a16:creationId xmlns:a16="http://schemas.microsoft.com/office/drawing/2014/main" id="{2AF1195F-A0A4-4C6A-B709-52B1001C3CB1}"/>
              </a:ext>
            </a:extLst>
          </p:cNvPr>
          <p:cNvSpPr>
            <a:spLocks xmlns:a="http://schemas.openxmlformats.org/drawingml/2006/main" noGrp="1"/>
          </p:cNvSpPr>
          <p:nvPr/>
        </p:nvSpPr>
        <p:spPr>
          <a:xfrm xmlns:a="http://schemas.openxmlformats.org/drawingml/2006/main">
            <a:off x="6546583" y="2876521"/>
            <a:ext cx="4605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26">
            <a:solidFill>
              <a:srgbClr val="5A6683"/>
            </a:solidFill>
            <a:prstDash val="solid"/>
          </a:ln>
        </p:spPr>
      </p:sp>
      <p:sp>
        <p:nvSpPr>
          <p:cNvPr id="204" name="">
            <a:extLst xmlns:a="http://schemas.openxmlformats.org/drawingml/2006/main">
              <a:ext uri="{FF2B5EF4-FFF2-40B4-BE49-F238E27FC236}">
                <a16:creationId xmlns:a16="http://schemas.microsoft.com/office/drawing/2014/main" id="{539693DE-C750-4768-884E-9DADAC18787A}"/>
              </a:ext>
            </a:extLst>
          </p:cNvPr>
          <p:cNvSpPr>
            <a:spLocks xmlns:a="http://schemas.openxmlformats.org/drawingml/2006/main" noGrp="1"/>
          </p:cNvSpPr>
          <p:nvPr/>
        </p:nvSpPr>
        <p:spPr>
          <a:xfrm xmlns:a="http://schemas.openxmlformats.org/drawingml/2006/main" rot="0">
            <a:off x="6358507" y="2786171"/>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05" name="Editable chart path">
            <a:extLst xmlns:a="http://schemas.openxmlformats.org/drawingml/2006/main">
              <a:ext uri="{FF2B5EF4-FFF2-40B4-BE49-F238E27FC236}">
                <a16:creationId xmlns:a16="http://schemas.microsoft.com/office/drawing/2014/main" id="{557FE9C3-B3EC-437D-A795-8E89FD645B10}"/>
              </a:ext>
            </a:extLst>
          </p:cNvPr>
          <p:cNvSpPr>
            <a:spLocks xmlns:a="http://schemas.openxmlformats.org/drawingml/2006/main" noGrp="1"/>
          </p:cNvSpPr>
          <p:nvPr/>
        </p:nvSpPr>
        <p:spPr>
          <a:xfrm xmlns:a="http://schemas.openxmlformats.org/drawingml/2006/main">
            <a:off x="10869365" y="3946435"/>
            <a:ext cx="95" cy="772187"/>
          </a:xfrm>
          <a:custGeom xmlns:a="http://schemas.openxmlformats.org/drawingml/2006/main">
            <a:pathLst>
              <a:path w="95" h="558982">
                <a:moveTo>
                  <a:pt x="0" y="558982"/>
                </a:moveTo>
                <a:lnTo>
                  <a:pt x="0" y="0"/>
                </a:lnTo>
              </a:path>
            </a:pathLst>
          </a:custGeom>
          <a:noFill xmlns:a="http://schemas.openxmlformats.org/drawingml/2006/main"/>
          <a:ln xmlns:a="http://schemas.openxmlformats.org/drawingml/2006/main" w="10526">
            <a:solidFill>
              <a:srgbClr val="2C5EAA"/>
            </a:solidFill>
            <a:prstDash val="solid"/>
          </a:ln>
        </p:spPr>
      </p:sp>
      <p:sp>
        <p:nvSpPr>
          <p:cNvPr id="206" name="Editable chart path">
            <a:extLst xmlns:a="http://schemas.openxmlformats.org/drawingml/2006/main">
              <a:ext uri="{FF2B5EF4-FFF2-40B4-BE49-F238E27FC236}">
                <a16:creationId xmlns:a16="http://schemas.microsoft.com/office/drawing/2014/main" id="{53D72E0C-407B-4408-9061-FA3E16DF4B39}"/>
              </a:ext>
            </a:extLst>
          </p:cNvPr>
          <p:cNvSpPr>
            <a:spLocks xmlns:a="http://schemas.openxmlformats.org/drawingml/2006/main" noGrp="1"/>
          </p:cNvSpPr>
          <p:nvPr/>
        </p:nvSpPr>
        <p:spPr>
          <a:xfrm xmlns:a="http://schemas.openxmlformats.org/drawingml/2006/main">
            <a:off x="10477178" y="3872135"/>
            <a:ext cx="95" cy="900311"/>
          </a:xfrm>
          <a:custGeom xmlns:a="http://schemas.openxmlformats.org/drawingml/2006/main">
            <a:pathLst>
              <a:path w="95" h="651730">
                <a:moveTo>
                  <a:pt x="0" y="651730"/>
                </a:moveTo>
                <a:lnTo>
                  <a:pt x="0" y="0"/>
                </a:lnTo>
              </a:path>
            </a:pathLst>
          </a:custGeom>
          <a:noFill xmlns:a="http://schemas.openxmlformats.org/drawingml/2006/main"/>
          <a:ln xmlns:a="http://schemas.openxmlformats.org/drawingml/2006/main" w="10526">
            <a:solidFill>
              <a:srgbClr val="2C5EAA"/>
            </a:solidFill>
            <a:prstDash val="solid"/>
          </a:ln>
        </p:spPr>
      </p:sp>
      <p:sp>
        <p:nvSpPr>
          <p:cNvPr id="207" name="Editable chart path">
            <a:extLst xmlns:a="http://schemas.openxmlformats.org/drawingml/2006/main">
              <a:ext uri="{FF2B5EF4-FFF2-40B4-BE49-F238E27FC236}">
                <a16:creationId xmlns:a16="http://schemas.microsoft.com/office/drawing/2014/main" id="{AA4F0938-443B-4AA0-9CB6-5593C5B2F8E7}"/>
              </a:ext>
            </a:extLst>
          </p:cNvPr>
          <p:cNvSpPr>
            <a:spLocks xmlns:a="http://schemas.openxmlformats.org/drawingml/2006/main" noGrp="1"/>
          </p:cNvSpPr>
          <p:nvPr/>
        </p:nvSpPr>
        <p:spPr>
          <a:xfrm xmlns:a="http://schemas.openxmlformats.org/drawingml/2006/main">
            <a:off x="10286991" y="3925684"/>
            <a:ext cx="95" cy="518477"/>
          </a:xfrm>
          <a:custGeom xmlns:a="http://schemas.openxmlformats.org/drawingml/2006/main">
            <a:pathLst>
              <a:path w="95" h="375323">
                <a:moveTo>
                  <a:pt x="0" y="375323"/>
                </a:moveTo>
                <a:lnTo>
                  <a:pt x="0" y="0"/>
                </a:lnTo>
              </a:path>
            </a:pathLst>
          </a:custGeom>
          <a:noFill xmlns:a="http://schemas.openxmlformats.org/drawingml/2006/main"/>
          <a:ln xmlns:a="http://schemas.openxmlformats.org/drawingml/2006/main" w="10526">
            <a:solidFill>
              <a:srgbClr val="2C5EAA"/>
            </a:solidFill>
            <a:prstDash val="solid"/>
          </a:ln>
        </p:spPr>
      </p:sp>
      <p:sp>
        <p:nvSpPr>
          <p:cNvPr id="208" name="Editable chart path">
            <a:extLst xmlns:a="http://schemas.openxmlformats.org/drawingml/2006/main">
              <a:ext uri="{FF2B5EF4-FFF2-40B4-BE49-F238E27FC236}">
                <a16:creationId xmlns:a16="http://schemas.microsoft.com/office/drawing/2014/main" id="{A04D42C5-A876-43F1-AE83-EA91411200BD}"/>
              </a:ext>
            </a:extLst>
          </p:cNvPr>
          <p:cNvSpPr>
            <a:spLocks xmlns:a="http://schemas.openxmlformats.org/drawingml/2006/main" noGrp="1"/>
          </p:cNvSpPr>
          <p:nvPr/>
        </p:nvSpPr>
        <p:spPr>
          <a:xfrm xmlns:a="http://schemas.openxmlformats.org/drawingml/2006/main">
            <a:off x="10239740" y="3645974"/>
            <a:ext cx="95" cy="769150"/>
          </a:xfrm>
          <a:custGeom xmlns:a="http://schemas.openxmlformats.org/drawingml/2006/main">
            <a:pathLst>
              <a:path w="95" h="556783">
                <a:moveTo>
                  <a:pt x="0" y="556783"/>
                </a:moveTo>
                <a:lnTo>
                  <a:pt x="0" y="0"/>
                </a:lnTo>
              </a:path>
            </a:pathLst>
          </a:custGeom>
          <a:noFill xmlns:a="http://schemas.openxmlformats.org/drawingml/2006/main"/>
          <a:ln xmlns:a="http://schemas.openxmlformats.org/drawingml/2006/main" w="10526">
            <a:solidFill>
              <a:srgbClr val="2C5EAA"/>
            </a:solidFill>
            <a:prstDash val="solid"/>
          </a:ln>
        </p:spPr>
      </p:sp>
      <p:sp>
        <p:nvSpPr>
          <p:cNvPr id="209" name="Editable chart path">
            <a:extLst xmlns:a="http://schemas.openxmlformats.org/drawingml/2006/main">
              <a:ext uri="{FF2B5EF4-FFF2-40B4-BE49-F238E27FC236}">
                <a16:creationId xmlns:a16="http://schemas.microsoft.com/office/drawing/2014/main" id="{04EA983F-C48D-40D9-96EC-5DF56038CA3F}"/>
              </a:ext>
            </a:extLst>
          </p:cNvPr>
          <p:cNvSpPr>
            <a:spLocks xmlns:a="http://schemas.openxmlformats.org/drawingml/2006/main" noGrp="1"/>
          </p:cNvSpPr>
          <p:nvPr/>
        </p:nvSpPr>
        <p:spPr>
          <a:xfrm xmlns:a="http://schemas.openxmlformats.org/drawingml/2006/main">
            <a:off x="10086172" y="3626129"/>
            <a:ext cx="95" cy="947433"/>
          </a:xfrm>
          <a:custGeom xmlns:a="http://schemas.openxmlformats.org/drawingml/2006/main">
            <a:pathLst>
              <a:path w="95" h="685842">
                <a:moveTo>
                  <a:pt x="0" y="685842"/>
                </a:moveTo>
                <a:lnTo>
                  <a:pt x="0" y="0"/>
                </a:lnTo>
              </a:path>
            </a:pathLst>
          </a:custGeom>
          <a:noFill xmlns:a="http://schemas.openxmlformats.org/drawingml/2006/main"/>
          <a:ln xmlns:a="http://schemas.openxmlformats.org/drawingml/2006/main" w="10526">
            <a:solidFill>
              <a:srgbClr val="2C5EAA"/>
            </a:solidFill>
            <a:prstDash val="solid"/>
          </a:ln>
        </p:spPr>
      </p:sp>
      <p:sp>
        <p:nvSpPr>
          <p:cNvPr id="210" name="Editable chart path">
            <a:extLst xmlns:a="http://schemas.openxmlformats.org/drawingml/2006/main">
              <a:ext uri="{FF2B5EF4-FFF2-40B4-BE49-F238E27FC236}">
                <a16:creationId xmlns:a16="http://schemas.microsoft.com/office/drawing/2014/main" id="{C2F68B2B-14B3-4218-9C59-26881C0260F4}"/>
              </a:ext>
            </a:extLst>
          </p:cNvPr>
          <p:cNvSpPr>
            <a:spLocks xmlns:a="http://schemas.openxmlformats.org/drawingml/2006/main" noGrp="1"/>
          </p:cNvSpPr>
          <p:nvPr/>
        </p:nvSpPr>
        <p:spPr>
          <a:xfrm xmlns:a="http://schemas.openxmlformats.org/drawingml/2006/main">
            <a:off x="9951506" y="3238923"/>
            <a:ext cx="95" cy="1110390"/>
          </a:xfrm>
          <a:custGeom xmlns:a="http://schemas.openxmlformats.org/drawingml/2006/main">
            <a:pathLst>
              <a:path w="95" h="803806">
                <a:moveTo>
                  <a:pt x="0" y="803806"/>
                </a:moveTo>
                <a:lnTo>
                  <a:pt x="0" y="0"/>
                </a:lnTo>
              </a:path>
            </a:pathLst>
          </a:custGeom>
          <a:noFill xmlns:a="http://schemas.openxmlformats.org/drawingml/2006/main"/>
          <a:ln xmlns:a="http://schemas.openxmlformats.org/drawingml/2006/main" w="10526">
            <a:solidFill>
              <a:srgbClr val="2C5EAA"/>
            </a:solidFill>
            <a:prstDash val="solid"/>
          </a:ln>
        </p:spPr>
      </p:sp>
      <p:sp>
        <p:nvSpPr>
          <p:cNvPr id="211" name="Editable chart path">
            <a:extLst xmlns:a="http://schemas.openxmlformats.org/drawingml/2006/main">
              <a:ext uri="{FF2B5EF4-FFF2-40B4-BE49-F238E27FC236}">
                <a16:creationId xmlns:a16="http://schemas.microsoft.com/office/drawing/2014/main" id="{406AB77E-D6EB-4E59-A54E-BC3D53FF4884}"/>
              </a:ext>
            </a:extLst>
          </p:cNvPr>
          <p:cNvSpPr>
            <a:spLocks xmlns:a="http://schemas.openxmlformats.org/drawingml/2006/main" noGrp="1"/>
          </p:cNvSpPr>
          <p:nvPr/>
        </p:nvSpPr>
        <p:spPr>
          <a:xfrm xmlns:a="http://schemas.openxmlformats.org/drawingml/2006/main">
            <a:off x="9952687" y="3042845"/>
            <a:ext cx="95" cy="1087458"/>
          </a:xfrm>
          <a:custGeom xmlns:a="http://schemas.openxmlformats.org/drawingml/2006/main">
            <a:pathLst>
              <a:path w="95" h="787205">
                <a:moveTo>
                  <a:pt x="0" y="787205"/>
                </a:moveTo>
                <a:lnTo>
                  <a:pt x="0" y="0"/>
                </a:lnTo>
              </a:path>
            </a:pathLst>
          </a:custGeom>
          <a:noFill xmlns:a="http://schemas.openxmlformats.org/drawingml/2006/main"/>
          <a:ln xmlns:a="http://schemas.openxmlformats.org/drawingml/2006/main" w="10526">
            <a:solidFill>
              <a:srgbClr val="2C5EAA"/>
            </a:solidFill>
            <a:prstDash val="solid"/>
          </a:ln>
        </p:spPr>
      </p:sp>
      <p:sp>
        <p:nvSpPr>
          <p:cNvPr id="212" name="Editable chart path">
            <a:extLst xmlns:a="http://schemas.openxmlformats.org/drawingml/2006/main">
              <a:ext uri="{FF2B5EF4-FFF2-40B4-BE49-F238E27FC236}">
                <a16:creationId xmlns:a16="http://schemas.microsoft.com/office/drawing/2014/main" id="{329250FE-8F63-4023-BA68-E2BFCD62F9A4}"/>
              </a:ext>
            </a:extLst>
          </p:cNvPr>
          <p:cNvSpPr>
            <a:spLocks xmlns:a="http://schemas.openxmlformats.org/drawingml/2006/main" noGrp="1"/>
          </p:cNvSpPr>
          <p:nvPr/>
        </p:nvSpPr>
        <p:spPr>
          <a:xfrm xmlns:a="http://schemas.openxmlformats.org/drawingml/2006/main">
            <a:off x="9823927" y="3420090"/>
            <a:ext cx="95" cy="686081"/>
          </a:xfrm>
          <a:custGeom xmlns:a="http://schemas.openxmlformats.org/drawingml/2006/main">
            <a:pathLst>
              <a:path w="95" h="496650">
                <a:moveTo>
                  <a:pt x="0" y="496650"/>
                </a:moveTo>
                <a:lnTo>
                  <a:pt x="0" y="0"/>
                </a:lnTo>
              </a:path>
            </a:pathLst>
          </a:custGeom>
          <a:noFill xmlns:a="http://schemas.openxmlformats.org/drawingml/2006/main"/>
          <a:ln xmlns:a="http://schemas.openxmlformats.org/drawingml/2006/main" w="10526">
            <a:solidFill>
              <a:srgbClr val="2C5EAA"/>
            </a:solidFill>
            <a:prstDash val="solid"/>
          </a:ln>
        </p:spPr>
      </p:sp>
      <p:sp>
        <p:nvSpPr>
          <p:cNvPr id="213" name="Editable chart path">
            <a:extLst xmlns:a="http://schemas.openxmlformats.org/drawingml/2006/main">
              <a:ext uri="{FF2B5EF4-FFF2-40B4-BE49-F238E27FC236}">
                <a16:creationId xmlns:a16="http://schemas.microsoft.com/office/drawing/2014/main" id="{A075BAEE-650F-4320-AECE-D5CAC94E39E7}"/>
              </a:ext>
            </a:extLst>
          </p:cNvPr>
          <p:cNvSpPr>
            <a:spLocks xmlns:a="http://schemas.openxmlformats.org/drawingml/2006/main" noGrp="1"/>
          </p:cNvSpPr>
          <p:nvPr/>
        </p:nvSpPr>
        <p:spPr>
          <a:xfrm xmlns:a="http://schemas.openxmlformats.org/drawingml/2006/main">
            <a:off x="9663272" y="3855706"/>
            <a:ext cx="95" cy="550517"/>
          </a:xfrm>
          <a:custGeom xmlns:a="http://schemas.openxmlformats.org/drawingml/2006/main">
            <a:pathLst>
              <a:path w="95" h="398516">
                <a:moveTo>
                  <a:pt x="0" y="398516"/>
                </a:moveTo>
                <a:lnTo>
                  <a:pt x="0" y="0"/>
                </a:lnTo>
              </a:path>
            </a:pathLst>
          </a:custGeom>
          <a:noFill xmlns:a="http://schemas.openxmlformats.org/drawingml/2006/main"/>
          <a:ln xmlns:a="http://schemas.openxmlformats.org/drawingml/2006/main" w="10526">
            <a:solidFill>
              <a:srgbClr val="2C5EAA"/>
            </a:solidFill>
            <a:prstDash val="solid"/>
          </a:ln>
        </p:spPr>
      </p:sp>
      <p:sp>
        <p:nvSpPr>
          <p:cNvPr id="214" name="Editable chart path">
            <a:extLst xmlns:a="http://schemas.openxmlformats.org/drawingml/2006/main">
              <a:ext uri="{FF2B5EF4-FFF2-40B4-BE49-F238E27FC236}">
                <a16:creationId xmlns:a16="http://schemas.microsoft.com/office/drawing/2014/main" id="{83FFE67E-E84E-4B5D-8F90-53BAACEA4D02}"/>
              </a:ext>
            </a:extLst>
          </p:cNvPr>
          <p:cNvSpPr>
            <a:spLocks xmlns:a="http://schemas.openxmlformats.org/drawingml/2006/main" noGrp="1"/>
          </p:cNvSpPr>
          <p:nvPr/>
        </p:nvSpPr>
        <p:spPr>
          <a:xfrm xmlns:a="http://schemas.openxmlformats.org/drawingml/2006/main">
            <a:off x="9612477" y="3820153"/>
            <a:ext cx="95" cy="554615"/>
          </a:xfrm>
          <a:custGeom xmlns:a="http://schemas.openxmlformats.org/drawingml/2006/main">
            <a:pathLst>
              <a:path w="95" h="401483">
                <a:moveTo>
                  <a:pt x="0" y="401483"/>
                </a:moveTo>
                <a:lnTo>
                  <a:pt x="0" y="0"/>
                </a:lnTo>
              </a:path>
            </a:pathLst>
          </a:custGeom>
          <a:noFill xmlns:a="http://schemas.openxmlformats.org/drawingml/2006/main"/>
          <a:ln xmlns:a="http://schemas.openxmlformats.org/drawingml/2006/main" w="10526">
            <a:solidFill>
              <a:srgbClr val="2C5EAA"/>
            </a:solidFill>
            <a:prstDash val="solid"/>
          </a:ln>
        </p:spPr>
      </p:sp>
      <p:sp>
        <p:nvSpPr>
          <p:cNvPr id="215" name="Editable chart path">
            <a:extLst xmlns:a="http://schemas.openxmlformats.org/drawingml/2006/main">
              <a:ext uri="{FF2B5EF4-FFF2-40B4-BE49-F238E27FC236}">
                <a16:creationId xmlns:a16="http://schemas.microsoft.com/office/drawing/2014/main" id="{A26E8E0D-7041-4B37-964C-54DB55F297C1}"/>
              </a:ext>
            </a:extLst>
          </p:cNvPr>
          <p:cNvSpPr>
            <a:spLocks xmlns:a="http://schemas.openxmlformats.org/drawingml/2006/main" noGrp="1"/>
          </p:cNvSpPr>
          <p:nvPr/>
        </p:nvSpPr>
        <p:spPr>
          <a:xfrm xmlns:a="http://schemas.openxmlformats.org/drawingml/2006/main">
            <a:off x="9608933" y="3409450"/>
            <a:ext cx="95" cy="757280"/>
          </a:xfrm>
          <a:custGeom xmlns:a="http://schemas.openxmlformats.org/drawingml/2006/main">
            <a:pathLst>
              <a:path w="95" h="548191">
                <a:moveTo>
                  <a:pt x="0" y="548191"/>
                </a:moveTo>
                <a:lnTo>
                  <a:pt x="0" y="0"/>
                </a:lnTo>
              </a:path>
            </a:pathLst>
          </a:custGeom>
          <a:noFill xmlns:a="http://schemas.openxmlformats.org/drawingml/2006/main"/>
          <a:ln xmlns:a="http://schemas.openxmlformats.org/drawingml/2006/main" w="10526">
            <a:solidFill>
              <a:srgbClr val="2C5EAA"/>
            </a:solidFill>
            <a:prstDash val="solid"/>
          </a:ln>
        </p:spPr>
      </p:sp>
      <p:sp>
        <p:nvSpPr>
          <p:cNvPr id="216" name="Editable chart path">
            <a:extLst xmlns:a="http://schemas.openxmlformats.org/drawingml/2006/main">
              <a:ext uri="{FF2B5EF4-FFF2-40B4-BE49-F238E27FC236}">
                <a16:creationId xmlns:a16="http://schemas.microsoft.com/office/drawing/2014/main" id="{49D691A0-8F0D-42B2-99FC-5FE1739A130E}"/>
              </a:ext>
            </a:extLst>
          </p:cNvPr>
          <p:cNvSpPr>
            <a:spLocks xmlns:a="http://schemas.openxmlformats.org/drawingml/2006/main" noGrp="1"/>
          </p:cNvSpPr>
          <p:nvPr/>
        </p:nvSpPr>
        <p:spPr>
          <a:xfrm xmlns:a="http://schemas.openxmlformats.org/drawingml/2006/main">
            <a:off x="9503798" y="3758573"/>
            <a:ext cx="95" cy="449632"/>
          </a:xfrm>
          <a:custGeom xmlns:a="http://schemas.openxmlformats.org/drawingml/2006/main">
            <a:pathLst>
              <a:path w="95" h="325487">
                <a:moveTo>
                  <a:pt x="0" y="325487"/>
                </a:moveTo>
                <a:lnTo>
                  <a:pt x="0" y="0"/>
                </a:lnTo>
              </a:path>
            </a:pathLst>
          </a:custGeom>
          <a:noFill xmlns:a="http://schemas.openxmlformats.org/drawingml/2006/main"/>
          <a:ln xmlns:a="http://schemas.openxmlformats.org/drawingml/2006/main" w="10526">
            <a:solidFill>
              <a:srgbClr val="2C5EAA"/>
            </a:solidFill>
            <a:prstDash val="solid"/>
          </a:ln>
        </p:spPr>
      </p:sp>
      <p:sp>
        <p:nvSpPr>
          <p:cNvPr id="217" name="Editable chart path">
            <a:extLst xmlns:a="http://schemas.openxmlformats.org/drawingml/2006/main">
              <a:ext uri="{FF2B5EF4-FFF2-40B4-BE49-F238E27FC236}">
                <a16:creationId xmlns:a16="http://schemas.microsoft.com/office/drawing/2014/main" id="{9E52C03E-E6E6-49A0-B177-3DC2DFDEBB11}"/>
              </a:ext>
            </a:extLst>
          </p:cNvPr>
          <p:cNvSpPr>
            <a:spLocks xmlns:a="http://schemas.openxmlformats.org/drawingml/2006/main" noGrp="1"/>
          </p:cNvSpPr>
          <p:nvPr/>
        </p:nvSpPr>
        <p:spPr>
          <a:xfrm xmlns:a="http://schemas.openxmlformats.org/drawingml/2006/main">
            <a:off x="9447096" y="3403598"/>
            <a:ext cx="95" cy="707656"/>
          </a:xfrm>
          <a:custGeom xmlns:a="http://schemas.openxmlformats.org/drawingml/2006/main">
            <a:pathLst>
              <a:path w="95" h="512269">
                <a:moveTo>
                  <a:pt x="0" y="512269"/>
                </a:moveTo>
                <a:lnTo>
                  <a:pt x="0" y="0"/>
                </a:lnTo>
              </a:path>
            </a:pathLst>
          </a:custGeom>
          <a:noFill xmlns:a="http://schemas.openxmlformats.org/drawingml/2006/main"/>
          <a:ln xmlns:a="http://schemas.openxmlformats.org/drawingml/2006/main" w="10526">
            <a:solidFill>
              <a:srgbClr val="2C5EAA"/>
            </a:solidFill>
            <a:prstDash val="solid"/>
          </a:ln>
        </p:spPr>
      </p:sp>
      <p:sp>
        <p:nvSpPr>
          <p:cNvPr id="218" name="Editable chart path">
            <a:extLst xmlns:a="http://schemas.openxmlformats.org/drawingml/2006/main">
              <a:ext uri="{FF2B5EF4-FFF2-40B4-BE49-F238E27FC236}">
                <a16:creationId xmlns:a16="http://schemas.microsoft.com/office/drawing/2014/main" id="{F072A5E7-42A6-45F3-81B9-73917B167F8B}"/>
              </a:ext>
            </a:extLst>
          </p:cNvPr>
          <p:cNvSpPr>
            <a:spLocks xmlns:a="http://schemas.openxmlformats.org/drawingml/2006/main" noGrp="1"/>
          </p:cNvSpPr>
          <p:nvPr/>
        </p:nvSpPr>
        <p:spPr>
          <a:xfrm xmlns:a="http://schemas.openxmlformats.org/drawingml/2006/main">
            <a:off x="9411658" y="2767510"/>
            <a:ext cx="95" cy="956300"/>
          </a:xfrm>
          <a:custGeom xmlns:a="http://schemas.openxmlformats.org/drawingml/2006/main">
            <a:pathLst>
              <a:path w="95" h="692261">
                <a:moveTo>
                  <a:pt x="0" y="692261"/>
                </a:moveTo>
                <a:lnTo>
                  <a:pt x="0" y="0"/>
                </a:lnTo>
              </a:path>
            </a:pathLst>
          </a:custGeom>
          <a:noFill xmlns:a="http://schemas.openxmlformats.org/drawingml/2006/main"/>
          <a:ln xmlns:a="http://schemas.openxmlformats.org/drawingml/2006/main" w="10526">
            <a:solidFill>
              <a:srgbClr val="2C5EAA"/>
            </a:solidFill>
            <a:prstDash val="solid"/>
          </a:ln>
        </p:spPr>
      </p:sp>
      <p:sp>
        <p:nvSpPr>
          <p:cNvPr id="219" name="Editable chart path">
            <a:extLst xmlns:a="http://schemas.openxmlformats.org/drawingml/2006/main">
              <a:ext uri="{FF2B5EF4-FFF2-40B4-BE49-F238E27FC236}">
                <a16:creationId xmlns:a16="http://schemas.microsoft.com/office/drawing/2014/main" id="{834024C2-95D4-4B25-A777-3E36DACA7163}"/>
              </a:ext>
            </a:extLst>
          </p:cNvPr>
          <p:cNvSpPr>
            <a:spLocks xmlns:a="http://schemas.openxmlformats.org/drawingml/2006/main" noGrp="1"/>
          </p:cNvSpPr>
          <p:nvPr/>
        </p:nvSpPr>
        <p:spPr>
          <a:xfrm xmlns:a="http://schemas.openxmlformats.org/drawingml/2006/main">
            <a:off x="9338418" y="3506730"/>
            <a:ext cx="95" cy="634749"/>
          </a:xfrm>
          <a:custGeom xmlns:a="http://schemas.openxmlformats.org/drawingml/2006/main">
            <a:pathLst>
              <a:path w="95" h="459491">
                <a:moveTo>
                  <a:pt x="0" y="459491"/>
                </a:moveTo>
                <a:lnTo>
                  <a:pt x="0" y="0"/>
                </a:lnTo>
              </a:path>
            </a:pathLst>
          </a:custGeom>
          <a:noFill xmlns:a="http://schemas.openxmlformats.org/drawingml/2006/main"/>
          <a:ln xmlns:a="http://schemas.openxmlformats.org/drawingml/2006/main" w="10526">
            <a:solidFill>
              <a:srgbClr val="2C5EAA"/>
            </a:solidFill>
            <a:prstDash val="solid"/>
          </a:ln>
        </p:spPr>
      </p:sp>
      <p:sp>
        <p:nvSpPr>
          <p:cNvPr id="220" name="Editable chart path">
            <a:extLst xmlns:a="http://schemas.openxmlformats.org/drawingml/2006/main">
              <a:ext uri="{FF2B5EF4-FFF2-40B4-BE49-F238E27FC236}">
                <a16:creationId xmlns:a16="http://schemas.microsoft.com/office/drawing/2014/main" id="{B71EBC47-6E55-4CCC-8D4D-836B3211D769}"/>
              </a:ext>
            </a:extLst>
          </p:cNvPr>
          <p:cNvSpPr>
            <a:spLocks xmlns:a="http://schemas.openxmlformats.org/drawingml/2006/main" noGrp="1"/>
          </p:cNvSpPr>
          <p:nvPr/>
        </p:nvSpPr>
        <p:spPr>
          <a:xfrm xmlns:a="http://schemas.openxmlformats.org/drawingml/2006/main">
            <a:off x="9258091" y="3379263"/>
            <a:ext cx="95" cy="896189"/>
          </a:xfrm>
          <a:custGeom xmlns:a="http://schemas.openxmlformats.org/drawingml/2006/main">
            <a:pathLst>
              <a:path w="95" h="648746">
                <a:moveTo>
                  <a:pt x="0" y="648746"/>
                </a:moveTo>
                <a:lnTo>
                  <a:pt x="0" y="0"/>
                </a:lnTo>
              </a:path>
            </a:pathLst>
          </a:custGeom>
          <a:noFill xmlns:a="http://schemas.openxmlformats.org/drawingml/2006/main"/>
          <a:ln xmlns:a="http://schemas.openxmlformats.org/drawingml/2006/main" w="10526">
            <a:solidFill>
              <a:srgbClr val="2C5EAA"/>
            </a:solidFill>
            <a:prstDash val="solid"/>
          </a:ln>
        </p:spPr>
      </p:sp>
      <p:sp>
        <p:nvSpPr>
          <p:cNvPr id="221" name="Editable chart path">
            <a:extLst xmlns:a="http://schemas.openxmlformats.org/drawingml/2006/main">
              <a:ext uri="{FF2B5EF4-FFF2-40B4-BE49-F238E27FC236}">
                <a16:creationId xmlns:a16="http://schemas.microsoft.com/office/drawing/2014/main" id="{12A607B4-DB25-4C5A-8AA9-79C8309A01F6}"/>
              </a:ext>
            </a:extLst>
          </p:cNvPr>
          <p:cNvSpPr>
            <a:spLocks xmlns:a="http://schemas.openxmlformats.org/drawingml/2006/main" noGrp="1"/>
          </p:cNvSpPr>
          <p:nvPr/>
        </p:nvSpPr>
        <p:spPr>
          <a:xfrm xmlns:a="http://schemas.openxmlformats.org/drawingml/2006/main">
            <a:off x="9186032" y="3688286"/>
            <a:ext cx="95" cy="595392"/>
          </a:xfrm>
          <a:custGeom xmlns:a="http://schemas.openxmlformats.org/drawingml/2006/main">
            <a:pathLst>
              <a:path w="95" h="431001">
                <a:moveTo>
                  <a:pt x="0" y="431001"/>
                </a:moveTo>
                <a:lnTo>
                  <a:pt x="0" y="0"/>
                </a:lnTo>
              </a:path>
            </a:pathLst>
          </a:custGeom>
          <a:noFill xmlns:a="http://schemas.openxmlformats.org/drawingml/2006/main"/>
          <a:ln xmlns:a="http://schemas.openxmlformats.org/drawingml/2006/main" w="10526">
            <a:solidFill>
              <a:srgbClr val="2C5EAA"/>
            </a:solidFill>
            <a:prstDash val="solid"/>
          </a:ln>
        </p:spPr>
      </p:sp>
      <p:sp>
        <p:nvSpPr>
          <p:cNvPr id="222" name="Editable chart path">
            <a:extLst xmlns:a="http://schemas.openxmlformats.org/drawingml/2006/main">
              <a:ext uri="{FF2B5EF4-FFF2-40B4-BE49-F238E27FC236}">
                <a16:creationId xmlns:a16="http://schemas.microsoft.com/office/drawing/2014/main" id="{7B1516A1-55C8-4871-87D2-05BCA6E62941}"/>
              </a:ext>
            </a:extLst>
          </p:cNvPr>
          <p:cNvSpPr>
            <a:spLocks xmlns:a="http://schemas.openxmlformats.org/drawingml/2006/main" noGrp="1"/>
          </p:cNvSpPr>
          <p:nvPr/>
        </p:nvSpPr>
        <p:spPr>
          <a:xfrm xmlns:a="http://schemas.openxmlformats.org/drawingml/2006/main">
            <a:off x="9156500" y="3434687"/>
            <a:ext cx="95" cy="982952"/>
          </a:xfrm>
          <a:custGeom xmlns:a="http://schemas.openxmlformats.org/drawingml/2006/main">
            <a:pathLst>
              <a:path w="95" h="711554">
                <a:moveTo>
                  <a:pt x="0" y="711554"/>
                </a:moveTo>
                <a:lnTo>
                  <a:pt x="0" y="0"/>
                </a:lnTo>
              </a:path>
            </a:pathLst>
          </a:custGeom>
          <a:noFill xmlns:a="http://schemas.openxmlformats.org/drawingml/2006/main"/>
          <a:ln xmlns:a="http://schemas.openxmlformats.org/drawingml/2006/main" w="10526">
            <a:solidFill>
              <a:srgbClr val="2C5EAA"/>
            </a:solidFill>
            <a:prstDash val="solid"/>
          </a:ln>
        </p:spPr>
      </p:sp>
      <p:sp>
        <p:nvSpPr>
          <p:cNvPr id="223" name="Editable chart path">
            <a:extLst xmlns:a="http://schemas.openxmlformats.org/drawingml/2006/main">
              <a:ext uri="{FF2B5EF4-FFF2-40B4-BE49-F238E27FC236}">
                <a16:creationId xmlns:a16="http://schemas.microsoft.com/office/drawing/2014/main" id="{0B7725D9-E631-4E40-A49A-3BA41216CF9F}"/>
              </a:ext>
            </a:extLst>
          </p:cNvPr>
          <p:cNvSpPr>
            <a:spLocks xmlns:a="http://schemas.openxmlformats.org/drawingml/2006/main" noGrp="1"/>
          </p:cNvSpPr>
          <p:nvPr/>
        </p:nvSpPr>
        <p:spPr>
          <a:xfrm xmlns:a="http://schemas.openxmlformats.org/drawingml/2006/main">
            <a:off x="9327787" y="3436750"/>
            <a:ext cx="95" cy="699977"/>
          </a:xfrm>
          <a:custGeom xmlns:a="http://schemas.openxmlformats.org/drawingml/2006/main">
            <a:pathLst>
              <a:path w="95" h="506710">
                <a:moveTo>
                  <a:pt x="0" y="506710"/>
                </a:moveTo>
                <a:lnTo>
                  <a:pt x="0" y="0"/>
                </a:lnTo>
              </a:path>
            </a:pathLst>
          </a:custGeom>
          <a:noFill xmlns:a="http://schemas.openxmlformats.org/drawingml/2006/main"/>
          <a:ln xmlns:a="http://schemas.openxmlformats.org/drawingml/2006/main" w="10526">
            <a:solidFill>
              <a:srgbClr val="2C5EAA"/>
            </a:solidFill>
            <a:prstDash val="solid"/>
          </a:ln>
        </p:spPr>
      </p:sp>
      <p:sp>
        <p:nvSpPr>
          <p:cNvPr id="224" name="Editable chart path">
            <a:extLst xmlns:a="http://schemas.openxmlformats.org/drawingml/2006/main">
              <a:ext uri="{FF2B5EF4-FFF2-40B4-BE49-F238E27FC236}">
                <a16:creationId xmlns:a16="http://schemas.microsoft.com/office/drawing/2014/main" id="{827312A9-A4D5-4BCB-AFB1-288BF2000249}"/>
              </a:ext>
            </a:extLst>
          </p:cNvPr>
          <p:cNvSpPr>
            <a:spLocks xmlns:a="http://schemas.openxmlformats.org/drawingml/2006/main" noGrp="1"/>
          </p:cNvSpPr>
          <p:nvPr/>
        </p:nvSpPr>
        <p:spPr>
          <a:xfrm xmlns:a="http://schemas.openxmlformats.org/drawingml/2006/main">
            <a:off x="9235646" y="3258871"/>
            <a:ext cx="95" cy="1047789"/>
          </a:xfrm>
          <a:custGeom xmlns:a="http://schemas.openxmlformats.org/drawingml/2006/main">
            <a:pathLst>
              <a:path w="95" h="758489">
                <a:moveTo>
                  <a:pt x="0" y="758489"/>
                </a:moveTo>
                <a:lnTo>
                  <a:pt x="0" y="0"/>
                </a:lnTo>
              </a:path>
            </a:pathLst>
          </a:custGeom>
          <a:noFill xmlns:a="http://schemas.openxmlformats.org/drawingml/2006/main"/>
          <a:ln xmlns:a="http://schemas.openxmlformats.org/drawingml/2006/main" w="10526">
            <a:solidFill>
              <a:srgbClr val="2C5EAA"/>
            </a:solidFill>
            <a:prstDash val="solid"/>
          </a:ln>
        </p:spPr>
      </p:sp>
      <p:sp>
        <p:nvSpPr>
          <p:cNvPr id="225" name="Editable chart path">
            <a:extLst xmlns:a="http://schemas.openxmlformats.org/drawingml/2006/main">
              <a:ext uri="{FF2B5EF4-FFF2-40B4-BE49-F238E27FC236}">
                <a16:creationId xmlns:a16="http://schemas.microsoft.com/office/drawing/2014/main" id="{4A34785C-2802-4992-8D7B-F3E6837FD4EF}"/>
              </a:ext>
            </a:extLst>
          </p:cNvPr>
          <p:cNvSpPr>
            <a:spLocks xmlns:a="http://schemas.openxmlformats.org/drawingml/2006/main" noGrp="1"/>
          </p:cNvSpPr>
          <p:nvPr/>
        </p:nvSpPr>
        <p:spPr>
          <a:xfrm xmlns:a="http://schemas.openxmlformats.org/drawingml/2006/main">
            <a:off x="9074991" y="3270013"/>
            <a:ext cx="95" cy="1157329"/>
          </a:xfrm>
          <a:custGeom xmlns:a="http://schemas.openxmlformats.org/drawingml/2006/main">
            <a:pathLst>
              <a:path w="95" h="837784">
                <a:moveTo>
                  <a:pt x="0" y="837784"/>
                </a:moveTo>
                <a:lnTo>
                  <a:pt x="0" y="0"/>
                </a:lnTo>
              </a:path>
            </a:pathLst>
          </a:custGeom>
          <a:noFill xmlns:a="http://schemas.openxmlformats.org/drawingml/2006/main"/>
          <a:ln xmlns:a="http://schemas.openxmlformats.org/drawingml/2006/main" w="10526">
            <a:solidFill>
              <a:srgbClr val="2C5EAA"/>
            </a:solidFill>
            <a:prstDash val="solid"/>
          </a:ln>
        </p:spPr>
      </p:sp>
      <p:sp>
        <p:nvSpPr>
          <p:cNvPr id="226" name="Editable chart path">
            <a:extLst xmlns:a="http://schemas.openxmlformats.org/drawingml/2006/main">
              <a:ext uri="{FF2B5EF4-FFF2-40B4-BE49-F238E27FC236}">
                <a16:creationId xmlns:a16="http://schemas.microsoft.com/office/drawing/2014/main" id="{FF0D5A50-6FFB-458A-82E6-4063D2BC010F}"/>
              </a:ext>
            </a:extLst>
          </p:cNvPr>
          <p:cNvSpPr>
            <a:spLocks xmlns:a="http://schemas.openxmlformats.org/drawingml/2006/main" noGrp="1"/>
          </p:cNvSpPr>
          <p:nvPr/>
        </p:nvSpPr>
        <p:spPr>
          <a:xfrm xmlns:a="http://schemas.openxmlformats.org/drawingml/2006/main">
            <a:off x="8968675" y="3261108"/>
            <a:ext cx="95" cy="763466"/>
          </a:xfrm>
          <a:custGeom xmlns:a="http://schemas.openxmlformats.org/drawingml/2006/main">
            <a:pathLst>
              <a:path w="95" h="552669">
                <a:moveTo>
                  <a:pt x="0" y="552669"/>
                </a:moveTo>
                <a:lnTo>
                  <a:pt x="0" y="0"/>
                </a:lnTo>
              </a:path>
            </a:pathLst>
          </a:custGeom>
          <a:noFill xmlns:a="http://schemas.openxmlformats.org/drawingml/2006/main"/>
          <a:ln xmlns:a="http://schemas.openxmlformats.org/drawingml/2006/main" w="10526">
            <a:solidFill>
              <a:srgbClr val="2C5EAA"/>
            </a:solidFill>
            <a:prstDash val="solid"/>
          </a:ln>
        </p:spPr>
      </p:sp>
      <p:sp>
        <p:nvSpPr>
          <p:cNvPr id="227" name="Editable chart path">
            <a:extLst xmlns:a="http://schemas.openxmlformats.org/drawingml/2006/main">
              <a:ext uri="{FF2B5EF4-FFF2-40B4-BE49-F238E27FC236}">
                <a16:creationId xmlns:a16="http://schemas.microsoft.com/office/drawing/2014/main" id="{60CA4410-8347-4F12-9A14-86E0E8C31C5C}"/>
              </a:ext>
            </a:extLst>
          </p:cNvPr>
          <p:cNvSpPr>
            <a:spLocks xmlns:a="http://schemas.openxmlformats.org/drawingml/2006/main" noGrp="1"/>
          </p:cNvSpPr>
          <p:nvPr/>
        </p:nvSpPr>
        <p:spPr>
          <a:xfrm xmlns:a="http://schemas.openxmlformats.org/drawingml/2006/main">
            <a:off x="8901342" y="2952423"/>
            <a:ext cx="95" cy="1233557"/>
          </a:xfrm>
          <a:custGeom xmlns:a="http://schemas.openxmlformats.org/drawingml/2006/main">
            <a:pathLst>
              <a:path w="95" h="892965">
                <a:moveTo>
                  <a:pt x="0" y="892965"/>
                </a:moveTo>
                <a:lnTo>
                  <a:pt x="0" y="0"/>
                </a:lnTo>
              </a:path>
            </a:pathLst>
          </a:custGeom>
          <a:noFill xmlns:a="http://schemas.openxmlformats.org/drawingml/2006/main"/>
          <a:ln xmlns:a="http://schemas.openxmlformats.org/drawingml/2006/main" w="10526">
            <a:solidFill>
              <a:srgbClr val="2C5EAA"/>
            </a:solidFill>
            <a:prstDash val="solid"/>
          </a:ln>
        </p:spPr>
      </p:sp>
      <p:sp>
        <p:nvSpPr>
          <p:cNvPr id="228" name="Editable chart path">
            <a:extLst xmlns:a="http://schemas.openxmlformats.org/drawingml/2006/main">
              <a:ext uri="{FF2B5EF4-FFF2-40B4-BE49-F238E27FC236}">
                <a16:creationId xmlns:a16="http://schemas.microsoft.com/office/drawing/2014/main" id="{3BECC9D9-3CA6-4BFB-B0DB-FE5745D9C3C6}"/>
              </a:ext>
            </a:extLst>
          </p:cNvPr>
          <p:cNvSpPr>
            <a:spLocks xmlns:a="http://schemas.openxmlformats.org/drawingml/2006/main" noGrp="1"/>
          </p:cNvSpPr>
          <p:nvPr/>
        </p:nvSpPr>
        <p:spPr>
          <a:xfrm xmlns:a="http://schemas.openxmlformats.org/drawingml/2006/main">
            <a:off x="8914336" y="3444641"/>
            <a:ext cx="95" cy="1133625"/>
          </a:xfrm>
          <a:custGeom xmlns:a="http://schemas.openxmlformats.org/drawingml/2006/main">
            <a:pathLst>
              <a:path w="95" h="820625">
                <a:moveTo>
                  <a:pt x="0" y="820625"/>
                </a:moveTo>
                <a:lnTo>
                  <a:pt x="0" y="0"/>
                </a:lnTo>
              </a:path>
            </a:pathLst>
          </a:custGeom>
          <a:noFill xmlns:a="http://schemas.openxmlformats.org/drawingml/2006/main"/>
          <a:ln xmlns:a="http://schemas.openxmlformats.org/drawingml/2006/main" w="10526">
            <a:solidFill>
              <a:srgbClr val="2C5EAA"/>
            </a:solidFill>
            <a:prstDash val="solid"/>
          </a:ln>
        </p:spPr>
      </p:sp>
      <p:sp>
        <p:nvSpPr>
          <p:cNvPr id="229" name="Editable chart path">
            <a:extLst xmlns:a="http://schemas.openxmlformats.org/drawingml/2006/main">
              <a:ext uri="{FF2B5EF4-FFF2-40B4-BE49-F238E27FC236}">
                <a16:creationId xmlns:a16="http://schemas.microsoft.com/office/drawing/2014/main" id="{5E7DD40D-2CBB-4B2A-86A0-65380CEBB1CF}"/>
              </a:ext>
            </a:extLst>
          </p:cNvPr>
          <p:cNvSpPr>
            <a:spLocks xmlns:a="http://schemas.openxmlformats.org/drawingml/2006/main" noGrp="1"/>
          </p:cNvSpPr>
          <p:nvPr/>
        </p:nvSpPr>
        <p:spPr>
          <a:xfrm xmlns:a="http://schemas.openxmlformats.org/drawingml/2006/main">
            <a:off x="8895436" y="3878145"/>
            <a:ext cx="95" cy="372905"/>
          </a:xfrm>
          <a:custGeom xmlns:a="http://schemas.openxmlformats.org/drawingml/2006/main">
            <a:pathLst>
              <a:path w="95" h="269944">
                <a:moveTo>
                  <a:pt x="0" y="269944"/>
                </a:moveTo>
                <a:lnTo>
                  <a:pt x="0" y="0"/>
                </a:lnTo>
              </a:path>
            </a:pathLst>
          </a:custGeom>
          <a:noFill xmlns:a="http://schemas.openxmlformats.org/drawingml/2006/main"/>
          <a:ln xmlns:a="http://schemas.openxmlformats.org/drawingml/2006/main" w="10526">
            <a:solidFill>
              <a:srgbClr val="2C5EAA"/>
            </a:solidFill>
            <a:prstDash val="solid"/>
          </a:ln>
        </p:spPr>
      </p:sp>
      <p:sp>
        <p:nvSpPr>
          <p:cNvPr id="230" name="Editable chart path">
            <a:extLst xmlns:a="http://schemas.openxmlformats.org/drawingml/2006/main">
              <a:ext uri="{FF2B5EF4-FFF2-40B4-BE49-F238E27FC236}">
                <a16:creationId xmlns:a16="http://schemas.microsoft.com/office/drawing/2014/main" id="{BDD5D438-4999-445B-AFD4-C5F68F52A0F8}"/>
              </a:ext>
            </a:extLst>
          </p:cNvPr>
          <p:cNvSpPr>
            <a:spLocks xmlns:a="http://schemas.openxmlformats.org/drawingml/2006/main" noGrp="1"/>
          </p:cNvSpPr>
          <p:nvPr/>
        </p:nvSpPr>
        <p:spPr>
          <a:xfrm xmlns:a="http://schemas.openxmlformats.org/drawingml/2006/main">
            <a:off x="8792664" y="3563999"/>
            <a:ext cx="95" cy="631322"/>
          </a:xfrm>
          <a:custGeom xmlns:a="http://schemas.openxmlformats.org/drawingml/2006/main">
            <a:pathLst>
              <a:path w="95" h="457010">
                <a:moveTo>
                  <a:pt x="0" y="457010"/>
                </a:moveTo>
                <a:lnTo>
                  <a:pt x="0" y="0"/>
                </a:lnTo>
              </a:path>
            </a:pathLst>
          </a:custGeom>
          <a:noFill xmlns:a="http://schemas.openxmlformats.org/drawingml/2006/main"/>
          <a:ln xmlns:a="http://schemas.openxmlformats.org/drawingml/2006/main" w="10526">
            <a:solidFill>
              <a:srgbClr val="2C5EAA"/>
            </a:solidFill>
            <a:prstDash val="solid"/>
          </a:ln>
        </p:spPr>
      </p:sp>
      <p:sp>
        <p:nvSpPr>
          <p:cNvPr id="231" name="Editable chart path">
            <a:extLst xmlns:a="http://schemas.openxmlformats.org/drawingml/2006/main">
              <a:ext uri="{FF2B5EF4-FFF2-40B4-BE49-F238E27FC236}">
                <a16:creationId xmlns:a16="http://schemas.microsoft.com/office/drawing/2014/main" id="{7E038A23-0D43-4F98-9244-95D50EF6AD84}"/>
              </a:ext>
            </a:extLst>
          </p:cNvPr>
          <p:cNvSpPr>
            <a:spLocks xmlns:a="http://schemas.openxmlformats.org/drawingml/2006/main" noGrp="1"/>
          </p:cNvSpPr>
          <p:nvPr/>
        </p:nvSpPr>
        <p:spPr>
          <a:xfrm xmlns:a="http://schemas.openxmlformats.org/drawingml/2006/main">
            <a:off x="8790301" y="3678656"/>
            <a:ext cx="95" cy="447982"/>
          </a:xfrm>
          <a:custGeom xmlns:a="http://schemas.openxmlformats.org/drawingml/2006/main">
            <a:pathLst>
              <a:path w="95" h="324291">
                <a:moveTo>
                  <a:pt x="0" y="324291"/>
                </a:moveTo>
                <a:lnTo>
                  <a:pt x="0" y="0"/>
                </a:lnTo>
              </a:path>
            </a:pathLst>
          </a:custGeom>
          <a:noFill xmlns:a="http://schemas.openxmlformats.org/drawingml/2006/main"/>
          <a:ln xmlns:a="http://schemas.openxmlformats.org/drawingml/2006/main" w="10526">
            <a:solidFill>
              <a:srgbClr val="2C5EAA"/>
            </a:solidFill>
            <a:prstDash val="solid"/>
          </a:ln>
        </p:spPr>
      </p:sp>
      <p:sp>
        <p:nvSpPr>
          <p:cNvPr id="232" name="Editable chart path">
            <a:extLst xmlns:a="http://schemas.openxmlformats.org/drawingml/2006/main">
              <a:ext uri="{FF2B5EF4-FFF2-40B4-BE49-F238E27FC236}">
                <a16:creationId xmlns:a16="http://schemas.microsoft.com/office/drawing/2014/main" id="{BDFCF3CE-04B1-445D-AEDE-B502292670DD}"/>
              </a:ext>
            </a:extLst>
          </p:cNvPr>
          <p:cNvSpPr>
            <a:spLocks xmlns:a="http://schemas.openxmlformats.org/drawingml/2006/main" noGrp="1"/>
          </p:cNvSpPr>
          <p:nvPr/>
        </p:nvSpPr>
        <p:spPr>
          <a:xfrm xmlns:a="http://schemas.openxmlformats.org/drawingml/2006/main">
            <a:off x="8630828" y="3554844"/>
            <a:ext cx="95" cy="535970"/>
          </a:xfrm>
          <a:custGeom xmlns:a="http://schemas.openxmlformats.org/drawingml/2006/main">
            <a:pathLst>
              <a:path w="95" h="387986">
                <a:moveTo>
                  <a:pt x="0" y="387986"/>
                </a:moveTo>
                <a:lnTo>
                  <a:pt x="0" y="0"/>
                </a:lnTo>
              </a:path>
            </a:pathLst>
          </a:custGeom>
          <a:noFill xmlns:a="http://schemas.openxmlformats.org/drawingml/2006/main"/>
          <a:ln xmlns:a="http://schemas.openxmlformats.org/drawingml/2006/main" w="10526">
            <a:solidFill>
              <a:srgbClr val="2C5EAA"/>
            </a:solidFill>
            <a:prstDash val="solid"/>
          </a:ln>
        </p:spPr>
      </p:sp>
      <p:sp>
        <p:nvSpPr>
          <p:cNvPr id="233" name="Editable chart path">
            <a:extLst xmlns:a="http://schemas.openxmlformats.org/drawingml/2006/main">
              <a:ext uri="{FF2B5EF4-FFF2-40B4-BE49-F238E27FC236}">
                <a16:creationId xmlns:a16="http://schemas.microsoft.com/office/drawing/2014/main" id="{A06786BE-8ED9-4751-842B-0A5213BB2F15}"/>
              </a:ext>
            </a:extLst>
          </p:cNvPr>
          <p:cNvSpPr>
            <a:spLocks xmlns:a="http://schemas.openxmlformats.org/drawingml/2006/main" noGrp="1"/>
          </p:cNvSpPr>
          <p:nvPr/>
        </p:nvSpPr>
        <p:spPr>
          <a:xfrm xmlns:a="http://schemas.openxmlformats.org/drawingml/2006/main">
            <a:off x="8572945" y="3360097"/>
            <a:ext cx="95" cy="714444"/>
          </a:xfrm>
          <a:custGeom xmlns:a="http://schemas.openxmlformats.org/drawingml/2006/main">
            <a:pathLst>
              <a:path w="95" h="517182">
                <a:moveTo>
                  <a:pt x="0" y="517182"/>
                </a:moveTo>
                <a:lnTo>
                  <a:pt x="0" y="0"/>
                </a:lnTo>
              </a:path>
            </a:pathLst>
          </a:custGeom>
          <a:noFill xmlns:a="http://schemas.openxmlformats.org/drawingml/2006/main"/>
          <a:ln xmlns:a="http://schemas.openxmlformats.org/drawingml/2006/main" w="10526">
            <a:solidFill>
              <a:srgbClr val="2C5EAA"/>
            </a:solidFill>
            <a:prstDash val="solid"/>
          </a:ln>
        </p:spPr>
      </p:sp>
      <p:sp>
        <p:nvSpPr>
          <p:cNvPr id="234" name="Editable chart path">
            <a:extLst xmlns:a="http://schemas.openxmlformats.org/drawingml/2006/main">
              <a:ext uri="{FF2B5EF4-FFF2-40B4-BE49-F238E27FC236}">
                <a16:creationId xmlns:a16="http://schemas.microsoft.com/office/drawing/2014/main" id="{90C2AAE2-AC5A-4A2B-9EAE-3471B8443963}"/>
              </a:ext>
            </a:extLst>
          </p:cNvPr>
          <p:cNvSpPr>
            <a:spLocks xmlns:a="http://schemas.openxmlformats.org/drawingml/2006/main" noGrp="1"/>
          </p:cNvSpPr>
          <p:nvPr/>
        </p:nvSpPr>
        <p:spPr>
          <a:xfrm xmlns:a="http://schemas.openxmlformats.org/drawingml/2006/main">
            <a:off x="8502067" y="3246961"/>
            <a:ext cx="95" cy="889225"/>
          </a:xfrm>
          <a:custGeom xmlns:a="http://schemas.openxmlformats.org/drawingml/2006/main">
            <a:pathLst>
              <a:path w="95" h="643705">
                <a:moveTo>
                  <a:pt x="0" y="643705"/>
                </a:moveTo>
                <a:lnTo>
                  <a:pt x="0" y="0"/>
                </a:lnTo>
              </a:path>
            </a:pathLst>
          </a:custGeom>
          <a:noFill xmlns:a="http://schemas.openxmlformats.org/drawingml/2006/main"/>
          <a:ln xmlns:a="http://schemas.openxmlformats.org/drawingml/2006/main" w="10526">
            <a:solidFill>
              <a:srgbClr val="2C5EAA"/>
            </a:solidFill>
            <a:prstDash val="solid"/>
          </a:ln>
        </p:spPr>
      </p:sp>
      <p:sp>
        <p:nvSpPr>
          <p:cNvPr id="235" name="Editable chart path">
            <a:extLst xmlns:a="http://schemas.openxmlformats.org/drawingml/2006/main">
              <a:ext uri="{FF2B5EF4-FFF2-40B4-BE49-F238E27FC236}">
                <a16:creationId xmlns:a16="http://schemas.microsoft.com/office/drawing/2014/main" id="{5CF6B762-8C32-4726-BC8D-D1F0DEE9FB37}"/>
              </a:ext>
            </a:extLst>
          </p:cNvPr>
          <p:cNvSpPr>
            <a:spLocks xmlns:a="http://schemas.openxmlformats.org/drawingml/2006/main" noGrp="1"/>
          </p:cNvSpPr>
          <p:nvPr/>
        </p:nvSpPr>
        <p:spPr>
          <a:xfrm xmlns:a="http://schemas.openxmlformats.org/drawingml/2006/main">
            <a:off x="8525693" y="3493152"/>
            <a:ext cx="95" cy="632689"/>
          </a:xfrm>
          <a:custGeom xmlns:a="http://schemas.openxmlformats.org/drawingml/2006/main">
            <a:pathLst>
              <a:path w="95" h="458000">
                <a:moveTo>
                  <a:pt x="0" y="458000"/>
                </a:moveTo>
                <a:lnTo>
                  <a:pt x="0" y="0"/>
                </a:lnTo>
              </a:path>
            </a:pathLst>
          </a:custGeom>
          <a:noFill xmlns:a="http://schemas.openxmlformats.org/drawingml/2006/main"/>
          <a:ln xmlns:a="http://schemas.openxmlformats.org/drawingml/2006/main" w="10526">
            <a:solidFill>
              <a:srgbClr val="2C5EAA"/>
            </a:solidFill>
            <a:prstDash val="solid"/>
          </a:ln>
        </p:spPr>
      </p:sp>
      <p:sp>
        <p:nvSpPr>
          <p:cNvPr id="236" name="Editable chart path">
            <a:extLst xmlns:a="http://schemas.openxmlformats.org/drawingml/2006/main">
              <a:ext uri="{FF2B5EF4-FFF2-40B4-BE49-F238E27FC236}">
                <a16:creationId xmlns:a16="http://schemas.microsoft.com/office/drawing/2014/main" id="{AA6D970B-49B4-4C43-9AD8-6D6F2648E3B9}"/>
              </a:ext>
            </a:extLst>
          </p:cNvPr>
          <p:cNvSpPr>
            <a:spLocks xmlns:a="http://schemas.openxmlformats.org/drawingml/2006/main" noGrp="1"/>
          </p:cNvSpPr>
          <p:nvPr/>
        </p:nvSpPr>
        <p:spPr>
          <a:xfrm xmlns:a="http://schemas.openxmlformats.org/drawingml/2006/main">
            <a:off x="8447728" y="3225494"/>
            <a:ext cx="95" cy="838874"/>
          </a:xfrm>
          <a:custGeom xmlns:a="http://schemas.openxmlformats.org/drawingml/2006/main">
            <a:pathLst>
              <a:path w="95" h="607257">
                <a:moveTo>
                  <a:pt x="0" y="607257"/>
                </a:moveTo>
                <a:lnTo>
                  <a:pt x="0" y="0"/>
                </a:lnTo>
              </a:path>
            </a:pathLst>
          </a:custGeom>
          <a:noFill xmlns:a="http://schemas.openxmlformats.org/drawingml/2006/main"/>
          <a:ln xmlns:a="http://schemas.openxmlformats.org/drawingml/2006/main" w="10526">
            <a:solidFill>
              <a:srgbClr val="2C5EAA"/>
            </a:solidFill>
            <a:prstDash val="solid"/>
          </a:ln>
        </p:spPr>
      </p:sp>
      <p:sp>
        <p:nvSpPr>
          <p:cNvPr id="237" name="Editable chart path">
            <a:extLst xmlns:a="http://schemas.openxmlformats.org/drawingml/2006/main">
              <a:ext uri="{FF2B5EF4-FFF2-40B4-BE49-F238E27FC236}">
                <a16:creationId xmlns:a16="http://schemas.microsoft.com/office/drawing/2014/main" id="{01DA6204-3540-4588-814A-034F669D274D}"/>
              </a:ext>
            </a:extLst>
          </p:cNvPr>
          <p:cNvSpPr>
            <a:spLocks xmlns:a="http://schemas.openxmlformats.org/drawingml/2006/main" noGrp="1"/>
          </p:cNvSpPr>
          <p:nvPr/>
        </p:nvSpPr>
        <p:spPr>
          <a:xfrm xmlns:a="http://schemas.openxmlformats.org/drawingml/2006/main">
            <a:off x="8572945" y="3756346"/>
            <a:ext cx="95" cy="570728"/>
          </a:xfrm>
          <a:custGeom xmlns:a="http://schemas.openxmlformats.org/drawingml/2006/main">
            <a:pathLst>
              <a:path w="95" h="413147">
                <a:moveTo>
                  <a:pt x="0" y="413147"/>
                </a:moveTo>
                <a:lnTo>
                  <a:pt x="0" y="0"/>
                </a:lnTo>
              </a:path>
            </a:pathLst>
          </a:custGeom>
          <a:noFill xmlns:a="http://schemas.openxmlformats.org/drawingml/2006/main"/>
          <a:ln xmlns:a="http://schemas.openxmlformats.org/drawingml/2006/main" w="10526">
            <a:solidFill>
              <a:srgbClr val="2C5EAA"/>
            </a:solidFill>
            <a:prstDash val="solid"/>
          </a:ln>
        </p:spPr>
      </p:sp>
      <p:sp>
        <p:nvSpPr>
          <p:cNvPr id="238" name="Editable chart path">
            <a:extLst xmlns:a="http://schemas.openxmlformats.org/drawingml/2006/main">
              <a:ext uri="{FF2B5EF4-FFF2-40B4-BE49-F238E27FC236}">
                <a16:creationId xmlns:a16="http://schemas.microsoft.com/office/drawing/2014/main" id="{ECACC0B4-2786-48E9-B5AC-5585DB7412A7}"/>
              </a:ext>
            </a:extLst>
          </p:cNvPr>
          <p:cNvSpPr>
            <a:spLocks xmlns:a="http://schemas.openxmlformats.org/drawingml/2006/main" noGrp="1"/>
          </p:cNvSpPr>
          <p:nvPr/>
        </p:nvSpPr>
        <p:spPr>
          <a:xfrm xmlns:a="http://schemas.openxmlformats.org/drawingml/2006/main">
            <a:off x="8473717" y="3079417"/>
            <a:ext cx="95" cy="918294"/>
          </a:xfrm>
          <a:custGeom xmlns:a="http://schemas.openxmlformats.org/drawingml/2006/main">
            <a:pathLst>
              <a:path w="95" h="664748">
                <a:moveTo>
                  <a:pt x="0" y="664748"/>
                </a:moveTo>
                <a:lnTo>
                  <a:pt x="0" y="0"/>
                </a:lnTo>
              </a:path>
            </a:pathLst>
          </a:custGeom>
          <a:noFill xmlns:a="http://schemas.openxmlformats.org/drawingml/2006/main"/>
          <a:ln xmlns:a="http://schemas.openxmlformats.org/drawingml/2006/main" w="10526">
            <a:solidFill>
              <a:srgbClr val="2C5EAA"/>
            </a:solidFill>
            <a:prstDash val="solid"/>
          </a:ln>
        </p:spPr>
      </p:sp>
      <p:sp>
        <p:nvSpPr>
          <p:cNvPr id="239" name="Editable chart path">
            <a:extLst xmlns:a="http://schemas.openxmlformats.org/drawingml/2006/main">
              <a:ext uri="{FF2B5EF4-FFF2-40B4-BE49-F238E27FC236}">
                <a16:creationId xmlns:a16="http://schemas.microsoft.com/office/drawing/2014/main" id="{33E266FD-D746-45B1-84EB-8243CC3853E8}"/>
              </a:ext>
            </a:extLst>
          </p:cNvPr>
          <p:cNvSpPr>
            <a:spLocks xmlns:a="http://schemas.openxmlformats.org/drawingml/2006/main" noGrp="1"/>
          </p:cNvSpPr>
          <p:nvPr/>
        </p:nvSpPr>
        <p:spPr>
          <a:xfrm xmlns:a="http://schemas.openxmlformats.org/drawingml/2006/main">
            <a:off x="8517424" y="2771618"/>
            <a:ext cx="95" cy="1114309"/>
          </a:xfrm>
          <a:custGeom xmlns:a="http://schemas.openxmlformats.org/drawingml/2006/main">
            <a:pathLst>
              <a:path w="95" h="806643">
                <a:moveTo>
                  <a:pt x="0" y="806643"/>
                </a:moveTo>
                <a:lnTo>
                  <a:pt x="0" y="0"/>
                </a:lnTo>
              </a:path>
            </a:pathLst>
          </a:custGeom>
          <a:noFill xmlns:a="http://schemas.openxmlformats.org/drawingml/2006/main"/>
          <a:ln xmlns:a="http://schemas.openxmlformats.org/drawingml/2006/main" w="10526">
            <a:solidFill>
              <a:srgbClr val="2C5EAA"/>
            </a:solidFill>
            <a:prstDash val="solid"/>
          </a:ln>
        </p:spPr>
      </p:sp>
      <p:sp>
        <p:nvSpPr>
          <p:cNvPr id="240" name="Editable chart path">
            <a:extLst xmlns:a="http://schemas.openxmlformats.org/drawingml/2006/main">
              <a:ext uri="{FF2B5EF4-FFF2-40B4-BE49-F238E27FC236}">
                <a16:creationId xmlns:a16="http://schemas.microsoft.com/office/drawing/2014/main" id="{D5716F91-8720-4F9E-AF55-B99B08BF9662}"/>
              </a:ext>
            </a:extLst>
          </p:cNvPr>
          <p:cNvSpPr>
            <a:spLocks xmlns:a="http://schemas.openxmlformats.org/drawingml/2006/main" noGrp="1"/>
          </p:cNvSpPr>
          <p:nvPr/>
        </p:nvSpPr>
        <p:spPr>
          <a:xfrm xmlns:a="http://schemas.openxmlformats.org/drawingml/2006/main">
            <a:off x="8315424" y="3942866"/>
            <a:ext cx="95" cy="629200"/>
          </a:xfrm>
          <a:custGeom xmlns:a="http://schemas.openxmlformats.org/drawingml/2006/main">
            <a:pathLst>
              <a:path w="95" h="455474">
                <a:moveTo>
                  <a:pt x="0" y="455474"/>
                </a:moveTo>
                <a:lnTo>
                  <a:pt x="0" y="0"/>
                </a:lnTo>
              </a:path>
            </a:pathLst>
          </a:custGeom>
          <a:noFill xmlns:a="http://schemas.openxmlformats.org/drawingml/2006/main"/>
          <a:ln xmlns:a="http://schemas.openxmlformats.org/drawingml/2006/main" w="10526">
            <a:solidFill>
              <a:srgbClr val="2C5EAA"/>
            </a:solidFill>
            <a:prstDash val="solid"/>
          </a:ln>
        </p:spPr>
      </p:sp>
      <p:sp>
        <p:nvSpPr>
          <p:cNvPr id="241" name="Editable chart path">
            <a:extLst xmlns:a="http://schemas.openxmlformats.org/drawingml/2006/main">
              <a:ext uri="{FF2B5EF4-FFF2-40B4-BE49-F238E27FC236}">
                <a16:creationId xmlns:a16="http://schemas.microsoft.com/office/drawing/2014/main" id="{8B9E19A0-8FF6-4654-BEE0-AE76ABA447A5}"/>
              </a:ext>
            </a:extLst>
          </p:cNvPr>
          <p:cNvSpPr>
            <a:spLocks xmlns:a="http://schemas.openxmlformats.org/drawingml/2006/main" noGrp="1"/>
          </p:cNvSpPr>
          <p:nvPr/>
        </p:nvSpPr>
        <p:spPr>
          <a:xfrm xmlns:a="http://schemas.openxmlformats.org/drawingml/2006/main">
            <a:off x="8160676" y="3331449"/>
            <a:ext cx="95" cy="729285"/>
          </a:xfrm>
          <a:custGeom xmlns:a="http://schemas.openxmlformats.org/drawingml/2006/main">
            <a:pathLst>
              <a:path w="95" h="527926">
                <a:moveTo>
                  <a:pt x="0" y="527926"/>
                </a:moveTo>
                <a:lnTo>
                  <a:pt x="0" y="0"/>
                </a:lnTo>
              </a:path>
            </a:pathLst>
          </a:custGeom>
          <a:noFill xmlns:a="http://schemas.openxmlformats.org/drawingml/2006/main"/>
          <a:ln xmlns:a="http://schemas.openxmlformats.org/drawingml/2006/main" w="10526">
            <a:solidFill>
              <a:srgbClr val="2C5EAA"/>
            </a:solidFill>
            <a:prstDash val="solid"/>
          </a:ln>
        </p:spPr>
      </p:sp>
      <p:sp>
        <p:nvSpPr>
          <p:cNvPr id="242" name="Editable chart path">
            <a:extLst xmlns:a="http://schemas.openxmlformats.org/drawingml/2006/main">
              <a:ext uri="{FF2B5EF4-FFF2-40B4-BE49-F238E27FC236}">
                <a16:creationId xmlns:a16="http://schemas.microsoft.com/office/drawing/2014/main" id="{A4C3F69D-7494-41A2-9311-39D7A2CEA4CE}"/>
              </a:ext>
            </a:extLst>
          </p:cNvPr>
          <p:cNvSpPr>
            <a:spLocks xmlns:a="http://schemas.openxmlformats.org/drawingml/2006/main" noGrp="1"/>
          </p:cNvSpPr>
          <p:nvPr/>
        </p:nvSpPr>
        <p:spPr>
          <a:xfrm xmlns:a="http://schemas.openxmlformats.org/drawingml/2006/main">
            <a:off x="8196114" y="3657275"/>
            <a:ext cx="95" cy="833886"/>
          </a:xfrm>
          <a:custGeom xmlns:a="http://schemas.openxmlformats.org/drawingml/2006/main">
            <a:pathLst>
              <a:path w="95" h="603646">
                <a:moveTo>
                  <a:pt x="0" y="603646"/>
                </a:moveTo>
                <a:lnTo>
                  <a:pt x="0" y="0"/>
                </a:lnTo>
              </a:path>
            </a:pathLst>
          </a:custGeom>
          <a:noFill xmlns:a="http://schemas.openxmlformats.org/drawingml/2006/main"/>
          <a:ln xmlns:a="http://schemas.openxmlformats.org/drawingml/2006/main" w="10526">
            <a:solidFill>
              <a:srgbClr val="2C5EAA"/>
            </a:solidFill>
            <a:prstDash val="solid"/>
          </a:ln>
        </p:spPr>
      </p:sp>
      <p:sp>
        <p:nvSpPr>
          <p:cNvPr id="243" name="Editable chart path">
            <a:extLst xmlns:a="http://schemas.openxmlformats.org/drawingml/2006/main">
              <a:ext uri="{FF2B5EF4-FFF2-40B4-BE49-F238E27FC236}">
                <a16:creationId xmlns:a16="http://schemas.microsoft.com/office/drawing/2014/main" id="{FB92338A-2640-483E-8AE5-66AE4F169683}"/>
              </a:ext>
            </a:extLst>
          </p:cNvPr>
          <p:cNvSpPr>
            <a:spLocks xmlns:a="http://schemas.openxmlformats.org/drawingml/2006/main" noGrp="1"/>
          </p:cNvSpPr>
          <p:nvPr/>
        </p:nvSpPr>
        <p:spPr>
          <a:xfrm xmlns:a="http://schemas.openxmlformats.org/drawingml/2006/main">
            <a:off x="8057904" y="3781636"/>
            <a:ext cx="95" cy="694382"/>
          </a:xfrm>
          <a:custGeom xmlns:a="http://schemas.openxmlformats.org/drawingml/2006/main">
            <a:pathLst>
              <a:path w="95" h="502660">
                <a:moveTo>
                  <a:pt x="0" y="502660"/>
                </a:moveTo>
                <a:lnTo>
                  <a:pt x="0" y="0"/>
                </a:lnTo>
              </a:path>
            </a:pathLst>
          </a:custGeom>
          <a:noFill xmlns:a="http://schemas.openxmlformats.org/drawingml/2006/main"/>
          <a:ln xmlns:a="http://schemas.openxmlformats.org/drawingml/2006/main" w="10526">
            <a:solidFill>
              <a:srgbClr val="2C5EAA"/>
            </a:solidFill>
            <a:prstDash val="solid"/>
          </a:ln>
        </p:spPr>
      </p:sp>
      <p:sp>
        <p:nvSpPr>
          <p:cNvPr id="244" name="Editable chart path">
            <a:extLst xmlns:a="http://schemas.openxmlformats.org/drawingml/2006/main">
              <a:ext uri="{FF2B5EF4-FFF2-40B4-BE49-F238E27FC236}">
                <a16:creationId xmlns:a16="http://schemas.microsoft.com/office/drawing/2014/main" id="{38978595-CD89-49A8-A68C-9F7812558456}"/>
              </a:ext>
            </a:extLst>
          </p:cNvPr>
          <p:cNvSpPr>
            <a:spLocks xmlns:a="http://schemas.openxmlformats.org/drawingml/2006/main" noGrp="1"/>
          </p:cNvSpPr>
          <p:nvPr/>
        </p:nvSpPr>
        <p:spPr>
          <a:xfrm xmlns:a="http://schemas.openxmlformats.org/drawingml/2006/main">
            <a:off x="7988208" y="4164407"/>
            <a:ext cx="95" cy="660053"/>
          </a:xfrm>
          <a:custGeom xmlns:a="http://schemas.openxmlformats.org/drawingml/2006/main">
            <a:pathLst>
              <a:path w="95" h="477809">
                <a:moveTo>
                  <a:pt x="0" y="477809"/>
                </a:moveTo>
                <a:lnTo>
                  <a:pt x="0" y="0"/>
                </a:lnTo>
              </a:path>
            </a:pathLst>
          </a:custGeom>
          <a:noFill xmlns:a="http://schemas.openxmlformats.org/drawingml/2006/main"/>
          <a:ln xmlns:a="http://schemas.openxmlformats.org/drawingml/2006/main" w="10526">
            <a:solidFill>
              <a:srgbClr val="2C5EAA"/>
            </a:solidFill>
            <a:prstDash val="solid"/>
          </a:ln>
        </p:spPr>
      </p:sp>
      <p:sp>
        <p:nvSpPr>
          <p:cNvPr id="245" name="Editable chart path">
            <a:extLst xmlns:a="http://schemas.openxmlformats.org/drawingml/2006/main">
              <a:ext uri="{FF2B5EF4-FFF2-40B4-BE49-F238E27FC236}">
                <a16:creationId xmlns:a16="http://schemas.microsoft.com/office/drawing/2014/main" id="{92ED2A3C-C88B-4E51-88EA-C40601C13B70}"/>
              </a:ext>
            </a:extLst>
          </p:cNvPr>
          <p:cNvSpPr>
            <a:spLocks xmlns:a="http://schemas.openxmlformats.org/drawingml/2006/main" noGrp="1"/>
          </p:cNvSpPr>
          <p:nvPr/>
        </p:nvSpPr>
        <p:spPr>
          <a:xfrm xmlns:a="http://schemas.openxmlformats.org/drawingml/2006/main">
            <a:off x="7875986" y="3925219"/>
            <a:ext cx="95" cy="546552"/>
          </a:xfrm>
          <a:custGeom xmlns:a="http://schemas.openxmlformats.org/drawingml/2006/main">
            <a:pathLst>
              <a:path w="95" h="395646">
                <a:moveTo>
                  <a:pt x="0" y="395646"/>
                </a:moveTo>
                <a:lnTo>
                  <a:pt x="0" y="0"/>
                </a:lnTo>
              </a:path>
            </a:pathLst>
          </a:custGeom>
          <a:noFill xmlns:a="http://schemas.openxmlformats.org/drawingml/2006/main"/>
          <a:ln xmlns:a="http://schemas.openxmlformats.org/drawingml/2006/main" w="10526">
            <a:solidFill>
              <a:srgbClr val="2C5EAA"/>
            </a:solidFill>
            <a:prstDash val="solid"/>
          </a:ln>
        </p:spPr>
      </p:sp>
      <p:sp>
        <p:nvSpPr>
          <p:cNvPr id="246" name="Editable chart path">
            <a:extLst xmlns:a="http://schemas.openxmlformats.org/drawingml/2006/main">
              <a:ext uri="{FF2B5EF4-FFF2-40B4-BE49-F238E27FC236}">
                <a16:creationId xmlns:a16="http://schemas.microsoft.com/office/drawing/2014/main" id="{60B27B2A-F61D-4BDD-8E38-678EC95C82B6}"/>
              </a:ext>
            </a:extLst>
          </p:cNvPr>
          <p:cNvSpPr>
            <a:spLocks xmlns:a="http://schemas.openxmlformats.org/drawingml/2006/main" noGrp="1"/>
          </p:cNvSpPr>
          <p:nvPr/>
        </p:nvSpPr>
        <p:spPr>
          <a:xfrm xmlns:a="http://schemas.openxmlformats.org/drawingml/2006/main">
            <a:off x="7658629" y="3940072"/>
            <a:ext cx="95" cy="641220"/>
          </a:xfrm>
          <a:custGeom xmlns:a="http://schemas.openxmlformats.org/drawingml/2006/main">
            <a:pathLst>
              <a:path w="95" h="464176">
                <a:moveTo>
                  <a:pt x="0" y="464176"/>
                </a:moveTo>
                <a:lnTo>
                  <a:pt x="0" y="0"/>
                </a:lnTo>
              </a:path>
            </a:pathLst>
          </a:custGeom>
          <a:noFill xmlns:a="http://schemas.openxmlformats.org/drawingml/2006/main"/>
          <a:ln xmlns:a="http://schemas.openxmlformats.org/drawingml/2006/main" w="10526">
            <a:solidFill>
              <a:srgbClr val="2C5EAA"/>
            </a:solidFill>
            <a:prstDash val="solid"/>
          </a:ln>
        </p:spPr>
      </p:sp>
      <p:sp>
        <p:nvSpPr>
          <p:cNvPr id="247" name="Editable chart path">
            <a:extLst xmlns:a="http://schemas.openxmlformats.org/drawingml/2006/main">
              <a:ext uri="{FF2B5EF4-FFF2-40B4-BE49-F238E27FC236}">
                <a16:creationId xmlns:a16="http://schemas.microsoft.com/office/drawing/2014/main" id="{49C29FFA-C505-4E22-9CCF-496351BE8940}"/>
              </a:ext>
            </a:extLst>
          </p:cNvPr>
          <p:cNvSpPr>
            <a:spLocks xmlns:a="http://schemas.openxmlformats.org/drawingml/2006/main" noGrp="1"/>
          </p:cNvSpPr>
          <p:nvPr/>
        </p:nvSpPr>
        <p:spPr>
          <a:xfrm xmlns:a="http://schemas.openxmlformats.org/drawingml/2006/main">
            <a:off x="7425916" y="3682179"/>
            <a:ext cx="95" cy="923191"/>
          </a:xfrm>
          <a:custGeom xmlns:a="http://schemas.openxmlformats.org/drawingml/2006/main">
            <a:pathLst>
              <a:path w="95" h="668293">
                <a:moveTo>
                  <a:pt x="0" y="668293"/>
                </a:moveTo>
                <a:lnTo>
                  <a:pt x="0" y="0"/>
                </a:lnTo>
              </a:path>
            </a:pathLst>
          </a:custGeom>
          <a:noFill xmlns:a="http://schemas.openxmlformats.org/drawingml/2006/main"/>
          <a:ln xmlns:a="http://schemas.openxmlformats.org/drawingml/2006/main" w="10526">
            <a:solidFill>
              <a:srgbClr val="2C5EAA"/>
            </a:solidFill>
            <a:prstDash val="solid"/>
          </a:ln>
        </p:spPr>
      </p:sp>
      <p:sp>
        <p:nvSpPr>
          <p:cNvPr id="248" name="Editable chart path">
            <a:extLst xmlns:a="http://schemas.openxmlformats.org/drawingml/2006/main">
              <a:ext uri="{FF2B5EF4-FFF2-40B4-BE49-F238E27FC236}">
                <a16:creationId xmlns:a16="http://schemas.microsoft.com/office/drawing/2014/main" id="{11848B68-3B64-4D7A-B93A-20EE96211B01}"/>
              </a:ext>
            </a:extLst>
          </p:cNvPr>
          <p:cNvSpPr>
            <a:spLocks xmlns:a="http://schemas.openxmlformats.org/drawingml/2006/main" noGrp="1"/>
          </p:cNvSpPr>
          <p:nvPr/>
        </p:nvSpPr>
        <p:spPr>
          <a:xfrm xmlns:a="http://schemas.openxmlformats.org/drawingml/2006/main">
            <a:off x="7184933" y="4130167"/>
            <a:ext cx="95" cy="925942"/>
          </a:xfrm>
          <a:custGeom xmlns:a="http://schemas.openxmlformats.org/drawingml/2006/main">
            <a:pathLst>
              <a:path w="95" h="670284">
                <a:moveTo>
                  <a:pt x="0" y="670284"/>
                </a:moveTo>
                <a:lnTo>
                  <a:pt x="0" y="0"/>
                </a:lnTo>
              </a:path>
            </a:pathLst>
          </a:custGeom>
          <a:noFill xmlns:a="http://schemas.openxmlformats.org/drawingml/2006/main"/>
          <a:ln xmlns:a="http://schemas.openxmlformats.org/drawingml/2006/main" w="10526">
            <a:solidFill>
              <a:srgbClr val="2C5EAA"/>
            </a:solidFill>
            <a:prstDash val="solid"/>
          </a:ln>
        </p:spPr>
      </p:sp>
      <p:sp>
        <p:nvSpPr>
          <p:cNvPr id="249" name="Editable chart path">
            <a:extLst xmlns:a="http://schemas.openxmlformats.org/drawingml/2006/main">
              <a:ext uri="{FF2B5EF4-FFF2-40B4-BE49-F238E27FC236}">
                <a16:creationId xmlns:a16="http://schemas.microsoft.com/office/drawing/2014/main" id="{066CDD87-3CEB-4C50-9D4C-E986D6546788}"/>
              </a:ext>
            </a:extLst>
          </p:cNvPr>
          <p:cNvSpPr>
            <a:spLocks xmlns:a="http://schemas.openxmlformats.org/drawingml/2006/main" noGrp="1"/>
          </p:cNvSpPr>
          <p:nvPr/>
        </p:nvSpPr>
        <p:spPr>
          <a:xfrm xmlns:a="http://schemas.openxmlformats.org/drawingml/2006/main">
            <a:off x="7099881" y="3952563"/>
            <a:ext cx="95" cy="530229"/>
          </a:xfrm>
          <a:custGeom xmlns:a="http://schemas.openxmlformats.org/drawingml/2006/main">
            <a:pathLst>
              <a:path w="95" h="383830">
                <a:moveTo>
                  <a:pt x="0" y="383830"/>
                </a:moveTo>
                <a:lnTo>
                  <a:pt x="0" y="0"/>
                </a:lnTo>
              </a:path>
            </a:pathLst>
          </a:custGeom>
          <a:noFill xmlns:a="http://schemas.openxmlformats.org/drawingml/2006/main"/>
          <a:ln xmlns:a="http://schemas.openxmlformats.org/drawingml/2006/main" w="10526">
            <a:solidFill>
              <a:srgbClr val="2C5EAA"/>
            </a:solidFill>
            <a:prstDash val="solid"/>
          </a:ln>
        </p:spPr>
      </p:sp>
      <p:sp>
        <p:nvSpPr>
          <p:cNvPr id="250" name="Editable chart path">
            <a:extLst xmlns:a="http://schemas.openxmlformats.org/drawingml/2006/main">
              <a:ext uri="{FF2B5EF4-FFF2-40B4-BE49-F238E27FC236}">
                <a16:creationId xmlns:a16="http://schemas.microsoft.com/office/drawing/2014/main" id="{FCBA0699-493B-42B6-B366-B1A2630461F8}"/>
              </a:ext>
            </a:extLst>
          </p:cNvPr>
          <p:cNvSpPr>
            <a:spLocks xmlns:a="http://schemas.openxmlformats.org/drawingml/2006/main" noGrp="1"/>
          </p:cNvSpPr>
          <p:nvPr/>
        </p:nvSpPr>
        <p:spPr>
          <a:xfrm xmlns:a="http://schemas.openxmlformats.org/drawingml/2006/main">
            <a:off x="7128231" y="4198828"/>
            <a:ext cx="95" cy="903645"/>
          </a:xfrm>
          <a:custGeom xmlns:a="http://schemas.openxmlformats.org/drawingml/2006/main">
            <a:pathLst>
              <a:path w="95" h="654144">
                <a:moveTo>
                  <a:pt x="0" y="654144"/>
                </a:moveTo>
                <a:lnTo>
                  <a:pt x="0" y="0"/>
                </a:lnTo>
              </a:path>
            </a:pathLst>
          </a:custGeom>
          <a:noFill xmlns:a="http://schemas.openxmlformats.org/drawingml/2006/main"/>
          <a:ln xmlns:a="http://schemas.openxmlformats.org/drawingml/2006/main" w="10526">
            <a:solidFill>
              <a:srgbClr val="2C5EAA"/>
            </a:solidFill>
            <a:prstDash val="solid"/>
          </a:ln>
        </p:spPr>
      </p:sp>
      <p:sp>
        <p:nvSpPr>
          <p:cNvPr id="251" name="Editable chart path">
            <a:extLst xmlns:a="http://schemas.openxmlformats.org/drawingml/2006/main">
              <a:ext uri="{FF2B5EF4-FFF2-40B4-BE49-F238E27FC236}">
                <a16:creationId xmlns:a16="http://schemas.microsoft.com/office/drawing/2014/main" id="{53BBFD68-52B4-4CE7-AB9F-C50E6320DF45}"/>
              </a:ext>
            </a:extLst>
          </p:cNvPr>
          <p:cNvSpPr>
            <a:spLocks xmlns:a="http://schemas.openxmlformats.org/drawingml/2006/main" noGrp="1"/>
          </p:cNvSpPr>
          <p:nvPr/>
        </p:nvSpPr>
        <p:spPr>
          <a:xfrm xmlns:a="http://schemas.openxmlformats.org/drawingml/2006/main">
            <a:off x="7131775" y="3608028"/>
            <a:ext cx="95" cy="1362398"/>
          </a:xfrm>
          <a:custGeom xmlns:a="http://schemas.openxmlformats.org/drawingml/2006/main">
            <a:pathLst>
              <a:path w="95" h="986233">
                <a:moveTo>
                  <a:pt x="0" y="986233"/>
                </a:moveTo>
                <a:lnTo>
                  <a:pt x="0" y="0"/>
                </a:lnTo>
              </a:path>
            </a:pathLst>
          </a:custGeom>
          <a:noFill xmlns:a="http://schemas.openxmlformats.org/drawingml/2006/main"/>
          <a:ln xmlns:a="http://schemas.openxmlformats.org/drawingml/2006/main" w="10526">
            <a:solidFill>
              <a:srgbClr val="2C5EAA"/>
            </a:solidFill>
            <a:prstDash val="solid"/>
          </a:ln>
        </p:spPr>
      </p:sp>
      <p:sp>
        <p:nvSpPr>
          <p:cNvPr id="252" name="Editable chart path">
            <a:extLst xmlns:a="http://schemas.openxmlformats.org/drawingml/2006/main">
              <a:ext uri="{FF2B5EF4-FFF2-40B4-BE49-F238E27FC236}">
                <a16:creationId xmlns:a16="http://schemas.microsoft.com/office/drawing/2014/main" id="{CBB4429E-016B-47F4-AD39-3A04E4BE5C46}"/>
              </a:ext>
            </a:extLst>
          </p:cNvPr>
          <p:cNvSpPr>
            <a:spLocks xmlns:a="http://schemas.openxmlformats.org/drawingml/2006/main" noGrp="1"/>
          </p:cNvSpPr>
          <p:nvPr/>
        </p:nvSpPr>
        <p:spPr>
          <a:xfrm xmlns:a="http://schemas.openxmlformats.org/drawingml/2006/main">
            <a:off x="7153038" y="4173760"/>
            <a:ext cx="95" cy="454266"/>
          </a:xfrm>
          <a:custGeom xmlns:a="http://schemas.openxmlformats.org/drawingml/2006/main">
            <a:pathLst>
              <a:path w="95" h="328841">
                <a:moveTo>
                  <a:pt x="0" y="328841"/>
                </a:moveTo>
                <a:lnTo>
                  <a:pt x="0" y="0"/>
                </a:lnTo>
              </a:path>
            </a:pathLst>
          </a:custGeom>
          <a:noFill xmlns:a="http://schemas.openxmlformats.org/drawingml/2006/main"/>
          <a:ln xmlns:a="http://schemas.openxmlformats.org/drawingml/2006/main" w="10526">
            <a:solidFill>
              <a:srgbClr val="2C5EAA"/>
            </a:solidFill>
            <a:prstDash val="solid"/>
          </a:ln>
        </p:spPr>
      </p:sp>
      <p:sp>
        <p:nvSpPr>
          <p:cNvPr id="253" name="Editable chart path">
            <a:extLst xmlns:a="http://schemas.openxmlformats.org/drawingml/2006/main">
              <a:ext uri="{FF2B5EF4-FFF2-40B4-BE49-F238E27FC236}">
                <a16:creationId xmlns:a16="http://schemas.microsoft.com/office/drawing/2014/main" id="{4BF2E7EE-B7F2-44B8-AC9B-A12F877F7C65}"/>
              </a:ext>
            </a:extLst>
          </p:cNvPr>
          <p:cNvSpPr>
            <a:spLocks xmlns:a="http://schemas.openxmlformats.org/drawingml/2006/main" noGrp="1"/>
          </p:cNvSpPr>
          <p:nvPr/>
        </p:nvSpPr>
        <p:spPr>
          <a:xfrm xmlns:a="http://schemas.openxmlformats.org/drawingml/2006/main">
            <a:off x="7066805" y="3683363"/>
            <a:ext cx="95" cy="849651"/>
          </a:xfrm>
          <a:custGeom xmlns:a="http://schemas.openxmlformats.org/drawingml/2006/main">
            <a:pathLst>
              <a:path w="95" h="615058">
                <a:moveTo>
                  <a:pt x="0" y="615058"/>
                </a:moveTo>
                <a:lnTo>
                  <a:pt x="0" y="0"/>
                </a:lnTo>
              </a:path>
            </a:pathLst>
          </a:custGeom>
          <a:noFill xmlns:a="http://schemas.openxmlformats.org/drawingml/2006/main"/>
          <a:ln xmlns:a="http://schemas.openxmlformats.org/drawingml/2006/main" w="10526">
            <a:solidFill>
              <a:srgbClr val="2C5EAA"/>
            </a:solidFill>
            <a:prstDash val="solid"/>
          </a:ln>
        </p:spPr>
      </p:sp>
      <p:sp>
        <p:nvSpPr>
          <p:cNvPr id="254" name="Editable chart path">
            <a:extLst xmlns:a="http://schemas.openxmlformats.org/drawingml/2006/main">
              <a:ext uri="{FF2B5EF4-FFF2-40B4-BE49-F238E27FC236}">
                <a16:creationId xmlns:a16="http://schemas.microsoft.com/office/drawing/2014/main" id="{45070E5A-E245-43C9-886E-37D0C2F66F3B}"/>
              </a:ext>
            </a:extLst>
          </p:cNvPr>
          <p:cNvSpPr>
            <a:spLocks xmlns:a="http://schemas.openxmlformats.org/drawingml/2006/main" noGrp="1"/>
          </p:cNvSpPr>
          <p:nvPr/>
        </p:nvSpPr>
        <p:spPr>
          <a:xfrm xmlns:a="http://schemas.openxmlformats.org/drawingml/2006/main">
            <a:off x="7106968" y="4588136"/>
            <a:ext cx="95" cy="570575"/>
          </a:xfrm>
          <a:custGeom xmlns:a="http://schemas.openxmlformats.org/drawingml/2006/main">
            <a:pathLst>
              <a:path w="95" h="413037">
                <a:moveTo>
                  <a:pt x="0" y="413037"/>
                </a:moveTo>
                <a:lnTo>
                  <a:pt x="0" y="0"/>
                </a:lnTo>
              </a:path>
            </a:pathLst>
          </a:custGeom>
          <a:noFill xmlns:a="http://schemas.openxmlformats.org/drawingml/2006/main"/>
          <a:ln xmlns:a="http://schemas.openxmlformats.org/drawingml/2006/main" w="10526">
            <a:solidFill>
              <a:srgbClr val="2C5EAA"/>
            </a:solidFill>
            <a:prstDash val="solid"/>
          </a:ln>
        </p:spPr>
      </p:sp>
      <p:sp>
        <p:nvSpPr>
          <p:cNvPr id="255" name="Editable chart path">
            <a:extLst xmlns:a="http://schemas.openxmlformats.org/drawingml/2006/main">
              <a:ext uri="{FF2B5EF4-FFF2-40B4-BE49-F238E27FC236}">
                <a16:creationId xmlns:a16="http://schemas.microsoft.com/office/drawing/2014/main" id="{960FA50A-BF91-4A9D-AADB-972476FD8CAF}"/>
              </a:ext>
            </a:extLst>
          </p:cNvPr>
          <p:cNvSpPr>
            <a:spLocks xmlns:a="http://schemas.openxmlformats.org/drawingml/2006/main" noGrp="1"/>
          </p:cNvSpPr>
          <p:nvPr/>
        </p:nvSpPr>
        <p:spPr>
          <a:xfrm xmlns:a="http://schemas.openxmlformats.org/drawingml/2006/main">
            <a:off x="7207378" y="3746029"/>
            <a:ext cx="95" cy="1012542"/>
          </a:xfrm>
          <a:custGeom xmlns:a="http://schemas.openxmlformats.org/drawingml/2006/main">
            <a:pathLst>
              <a:path w="95" h="732974">
                <a:moveTo>
                  <a:pt x="0" y="732974"/>
                </a:moveTo>
                <a:lnTo>
                  <a:pt x="0" y="0"/>
                </a:lnTo>
              </a:path>
            </a:pathLst>
          </a:custGeom>
          <a:noFill xmlns:a="http://schemas.openxmlformats.org/drawingml/2006/main"/>
          <a:ln xmlns:a="http://schemas.openxmlformats.org/drawingml/2006/main" w="10526">
            <a:solidFill>
              <a:srgbClr val="2C5EAA"/>
            </a:solidFill>
            <a:prstDash val="solid"/>
          </a:ln>
        </p:spPr>
      </p:sp>
      <p:sp>
        <p:nvSpPr>
          <p:cNvPr id="256" name="Editable chart path">
            <a:extLst xmlns:a="http://schemas.openxmlformats.org/drawingml/2006/main">
              <a:ext uri="{FF2B5EF4-FFF2-40B4-BE49-F238E27FC236}">
                <a16:creationId xmlns:a16="http://schemas.microsoft.com/office/drawing/2014/main" id="{D3321C46-BB88-46D4-9FEE-389E79A7C79B}"/>
              </a:ext>
            </a:extLst>
          </p:cNvPr>
          <p:cNvSpPr>
            <a:spLocks xmlns:a="http://schemas.openxmlformats.org/drawingml/2006/main" noGrp="1"/>
          </p:cNvSpPr>
          <p:nvPr/>
        </p:nvSpPr>
        <p:spPr>
          <a:xfrm xmlns:a="http://schemas.openxmlformats.org/drawingml/2006/main">
            <a:off x="7202653" y="3796226"/>
            <a:ext cx="95" cy="803717"/>
          </a:xfrm>
          <a:custGeom xmlns:a="http://schemas.openxmlformats.org/drawingml/2006/main">
            <a:pathLst>
              <a:path w="95" h="581806">
                <a:moveTo>
                  <a:pt x="0" y="581806"/>
                </a:moveTo>
                <a:lnTo>
                  <a:pt x="0" y="0"/>
                </a:lnTo>
              </a:path>
            </a:pathLst>
          </a:custGeom>
          <a:noFill xmlns:a="http://schemas.openxmlformats.org/drawingml/2006/main"/>
          <a:ln xmlns:a="http://schemas.openxmlformats.org/drawingml/2006/main" w="10526">
            <a:solidFill>
              <a:srgbClr val="2C5EAA"/>
            </a:solidFill>
            <a:prstDash val="solid"/>
          </a:ln>
        </p:spPr>
      </p:sp>
      <p:sp>
        <p:nvSpPr>
          <p:cNvPr id="257" name="Editable chart path">
            <a:extLst xmlns:a="http://schemas.openxmlformats.org/drawingml/2006/main">
              <a:ext uri="{FF2B5EF4-FFF2-40B4-BE49-F238E27FC236}">
                <a16:creationId xmlns:a16="http://schemas.microsoft.com/office/drawing/2014/main" id="{1F328417-F477-45E2-ACC3-34FE38E0706E}"/>
              </a:ext>
            </a:extLst>
          </p:cNvPr>
          <p:cNvSpPr>
            <a:spLocks xmlns:a="http://schemas.openxmlformats.org/drawingml/2006/main" noGrp="1"/>
          </p:cNvSpPr>
          <p:nvPr/>
        </p:nvSpPr>
        <p:spPr>
          <a:xfrm xmlns:a="http://schemas.openxmlformats.org/drawingml/2006/main">
            <a:off x="7145951" y="3096255"/>
            <a:ext cx="95" cy="1660725"/>
          </a:xfrm>
          <a:custGeom xmlns:a="http://schemas.openxmlformats.org/drawingml/2006/main">
            <a:pathLst>
              <a:path w="95" h="1202190">
                <a:moveTo>
                  <a:pt x="0" y="1202190"/>
                </a:moveTo>
                <a:lnTo>
                  <a:pt x="0" y="0"/>
                </a:lnTo>
              </a:path>
            </a:pathLst>
          </a:custGeom>
          <a:noFill xmlns:a="http://schemas.openxmlformats.org/drawingml/2006/main"/>
          <a:ln xmlns:a="http://schemas.openxmlformats.org/drawingml/2006/main" w="10526">
            <a:solidFill>
              <a:srgbClr val="2C5EAA"/>
            </a:solidFill>
            <a:prstDash val="solid"/>
          </a:ln>
        </p:spPr>
      </p:sp>
      <p:sp>
        <p:nvSpPr>
          <p:cNvPr id="258" name="Editable chart path">
            <a:extLst xmlns:a="http://schemas.openxmlformats.org/drawingml/2006/main">
              <a:ext uri="{FF2B5EF4-FFF2-40B4-BE49-F238E27FC236}">
                <a16:creationId xmlns:a16="http://schemas.microsoft.com/office/drawing/2014/main" id="{14338276-16C0-4B5C-AB0A-459FB1CE8E2A}"/>
              </a:ext>
            </a:extLst>
          </p:cNvPr>
          <p:cNvSpPr>
            <a:spLocks xmlns:a="http://schemas.openxmlformats.org/drawingml/2006/main" noGrp="1"/>
          </p:cNvSpPr>
          <p:nvPr/>
        </p:nvSpPr>
        <p:spPr>
          <a:xfrm xmlns:a="http://schemas.openxmlformats.org/drawingml/2006/main">
            <a:off x="7034910" y="3493861"/>
            <a:ext cx="95" cy="1473171"/>
          </a:xfrm>
          <a:custGeom xmlns:a="http://schemas.openxmlformats.org/drawingml/2006/main">
            <a:pathLst>
              <a:path w="95" h="1066420">
                <a:moveTo>
                  <a:pt x="0" y="1066420"/>
                </a:moveTo>
                <a:lnTo>
                  <a:pt x="0" y="0"/>
                </a:lnTo>
              </a:path>
            </a:pathLst>
          </a:custGeom>
          <a:noFill xmlns:a="http://schemas.openxmlformats.org/drawingml/2006/main"/>
          <a:ln xmlns:a="http://schemas.openxmlformats.org/drawingml/2006/main" w="10526">
            <a:solidFill>
              <a:srgbClr val="2C5EAA"/>
            </a:solidFill>
            <a:prstDash val="solid"/>
          </a:ln>
        </p:spPr>
      </p:sp>
      <p:sp>
        <p:nvSpPr>
          <p:cNvPr id="259" name="Editable chart path">
            <a:extLst xmlns:a="http://schemas.openxmlformats.org/drawingml/2006/main">
              <a:ext uri="{FF2B5EF4-FFF2-40B4-BE49-F238E27FC236}">
                <a16:creationId xmlns:a16="http://schemas.microsoft.com/office/drawing/2014/main" id="{9BBC1213-6C43-45A9-B3C5-1D145034B860}"/>
              </a:ext>
            </a:extLst>
          </p:cNvPr>
          <p:cNvSpPr>
            <a:spLocks xmlns:a="http://schemas.openxmlformats.org/drawingml/2006/main" noGrp="1"/>
          </p:cNvSpPr>
          <p:nvPr/>
        </p:nvSpPr>
        <p:spPr>
          <a:xfrm xmlns:a="http://schemas.openxmlformats.org/drawingml/2006/main">
            <a:off x="6796290" y="3952546"/>
            <a:ext cx="95" cy="953380"/>
          </a:xfrm>
          <a:custGeom xmlns:a="http://schemas.openxmlformats.org/drawingml/2006/main">
            <a:pathLst>
              <a:path w="95" h="690147">
                <a:moveTo>
                  <a:pt x="0" y="690147"/>
                </a:moveTo>
                <a:lnTo>
                  <a:pt x="0" y="0"/>
                </a:lnTo>
              </a:path>
            </a:pathLst>
          </a:custGeom>
          <a:noFill xmlns:a="http://schemas.openxmlformats.org/drawingml/2006/main"/>
          <a:ln xmlns:a="http://schemas.openxmlformats.org/drawingml/2006/main" w="10526">
            <a:solidFill>
              <a:srgbClr val="2C5EAA"/>
            </a:solidFill>
            <a:prstDash val="solid"/>
          </a:ln>
        </p:spPr>
      </p:sp>
      <p:sp>
        <p:nvSpPr>
          <p:cNvPr id="260" name="Editable chart path">
            <a:extLst xmlns:a="http://schemas.openxmlformats.org/drawingml/2006/main">
              <a:ext uri="{FF2B5EF4-FFF2-40B4-BE49-F238E27FC236}">
                <a16:creationId xmlns:a16="http://schemas.microsoft.com/office/drawing/2014/main" id="{7B2843F9-AD95-44EA-8DF2-12495311EB76}"/>
              </a:ext>
            </a:extLst>
          </p:cNvPr>
          <p:cNvSpPr>
            <a:spLocks xmlns:a="http://schemas.openxmlformats.org/drawingml/2006/main" noGrp="1"/>
          </p:cNvSpPr>
          <p:nvPr/>
        </p:nvSpPr>
        <p:spPr>
          <a:xfrm xmlns:a="http://schemas.openxmlformats.org/drawingml/2006/main">
            <a:off x="6592636" y="3516569"/>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10526">
            <a:solidFill>
              <a:srgbClr val="5A6683"/>
            </a:solidFill>
            <a:prstDash val="solid"/>
          </a:ln>
        </p:spPr>
      </p:sp>
      <p:sp>
        <p:nvSpPr>
          <p:cNvPr id="261" name="Editable chart path">
            <a:extLst xmlns:a="http://schemas.openxmlformats.org/drawingml/2006/main">
              <a:ext uri="{FF2B5EF4-FFF2-40B4-BE49-F238E27FC236}">
                <a16:creationId xmlns:a16="http://schemas.microsoft.com/office/drawing/2014/main" id="{8073C53F-B554-4B04-9BD2-EFE7BCDC3A00}"/>
              </a:ext>
            </a:extLst>
          </p:cNvPr>
          <p:cNvSpPr>
            <a:spLocks xmlns:a="http://schemas.openxmlformats.org/drawingml/2006/main" noGrp="1"/>
          </p:cNvSpPr>
          <p:nvPr/>
        </p:nvSpPr>
        <p:spPr>
          <a:xfrm xmlns:a="http://schemas.openxmlformats.org/drawingml/2006/main">
            <a:off x="10843049" y="4319576"/>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62" name="Editable chart path">
            <a:extLst xmlns:a="http://schemas.openxmlformats.org/drawingml/2006/main">
              <a:ext uri="{FF2B5EF4-FFF2-40B4-BE49-F238E27FC236}">
                <a16:creationId xmlns:a16="http://schemas.microsoft.com/office/drawing/2014/main" id="{2B8DB7FD-7823-4F1B-B2F0-9BDDCBE7EB60}"/>
              </a:ext>
            </a:extLst>
          </p:cNvPr>
          <p:cNvSpPr>
            <a:spLocks xmlns:a="http://schemas.openxmlformats.org/drawingml/2006/main" noGrp="1"/>
          </p:cNvSpPr>
          <p:nvPr/>
        </p:nvSpPr>
        <p:spPr>
          <a:xfrm xmlns:a="http://schemas.openxmlformats.org/drawingml/2006/main">
            <a:off x="10450862" y="4314113"/>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63" name="Editable chart path">
            <a:extLst xmlns:a="http://schemas.openxmlformats.org/drawingml/2006/main">
              <a:ext uri="{FF2B5EF4-FFF2-40B4-BE49-F238E27FC236}">
                <a16:creationId xmlns:a16="http://schemas.microsoft.com/office/drawing/2014/main" id="{BAB6A4FD-33D5-4DD0-BDB9-4E766B59684B}"/>
              </a:ext>
            </a:extLst>
          </p:cNvPr>
          <p:cNvSpPr>
            <a:spLocks xmlns:a="http://schemas.openxmlformats.org/drawingml/2006/main" noGrp="1"/>
          </p:cNvSpPr>
          <p:nvPr/>
        </p:nvSpPr>
        <p:spPr>
          <a:xfrm xmlns:a="http://schemas.openxmlformats.org/drawingml/2006/main">
            <a:off x="10260675" y="416447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64" name="Editable chart path">
            <a:extLst xmlns:a="http://schemas.openxmlformats.org/drawingml/2006/main">
              <a:ext uri="{FF2B5EF4-FFF2-40B4-BE49-F238E27FC236}">
                <a16:creationId xmlns:a16="http://schemas.microsoft.com/office/drawing/2014/main" id="{64AD07DD-1F43-42E6-A324-8BDF43AE9396}"/>
              </a:ext>
            </a:extLst>
          </p:cNvPr>
          <p:cNvSpPr>
            <a:spLocks xmlns:a="http://schemas.openxmlformats.org/drawingml/2006/main" noGrp="1"/>
          </p:cNvSpPr>
          <p:nvPr/>
        </p:nvSpPr>
        <p:spPr>
          <a:xfrm xmlns:a="http://schemas.openxmlformats.org/drawingml/2006/main">
            <a:off x="10213424" y="4016809"/>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65" name="Editable chart path">
            <a:extLst xmlns:a="http://schemas.openxmlformats.org/drawingml/2006/main">
              <a:ext uri="{FF2B5EF4-FFF2-40B4-BE49-F238E27FC236}">
                <a16:creationId xmlns:a16="http://schemas.microsoft.com/office/drawing/2014/main" id="{00A9BD72-95FD-44FB-AB4A-F8D9128206D8}"/>
              </a:ext>
            </a:extLst>
          </p:cNvPr>
          <p:cNvSpPr>
            <a:spLocks xmlns:a="http://schemas.openxmlformats.org/drawingml/2006/main" noGrp="1"/>
          </p:cNvSpPr>
          <p:nvPr/>
        </p:nvSpPr>
        <p:spPr>
          <a:xfrm xmlns:a="http://schemas.openxmlformats.org/drawingml/2006/main">
            <a:off x="10059856" y="4092850"/>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66" name="Editable chart path">
            <a:extLst xmlns:a="http://schemas.openxmlformats.org/drawingml/2006/main">
              <a:ext uri="{FF2B5EF4-FFF2-40B4-BE49-F238E27FC236}">
                <a16:creationId xmlns:a16="http://schemas.microsoft.com/office/drawing/2014/main" id="{E8FC98D1-4E57-48E1-B1FF-C2DCAFBEC6A8}"/>
              </a:ext>
            </a:extLst>
          </p:cNvPr>
          <p:cNvSpPr>
            <a:spLocks xmlns:a="http://schemas.openxmlformats.org/drawingml/2006/main" noGrp="1"/>
          </p:cNvSpPr>
          <p:nvPr/>
        </p:nvSpPr>
        <p:spPr>
          <a:xfrm xmlns:a="http://schemas.openxmlformats.org/drawingml/2006/main">
            <a:off x="9925190" y="3793025"/>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67" name="Editable chart path">
            <a:extLst xmlns:a="http://schemas.openxmlformats.org/drawingml/2006/main">
              <a:ext uri="{FF2B5EF4-FFF2-40B4-BE49-F238E27FC236}">
                <a16:creationId xmlns:a16="http://schemas.microsoft.com/office/drawing/2014/main" id="{97EDEBB3-833E-4753-B0D9-72A4D7BA8F6C}"/>
              </a:ext>
            </a:extLst>
          </p:cNvPr>
          <p:cNvSpPr>
            <a:spLocks xmlns:a="http://schemas.openxmlformats.org/drawingml/2006/main" noGrp="1"/>
          </p:cNvSpPr>
          <p:nvPr/>
        </p:nvSpPr>
        <p:spPr>
          <a:xfrm xmlns:a="http://schemas.openxmlformats.org/drawingml/2006/main">
            <a:off x="9926371" y="358365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68" name="Editable chart path">
            <a:extLst xmlns:a="http://schemas.openxmlformats.org/drawingml/2006/main">
              <a:ext uri="{FF2B5EF4-FFF2-40B4-BE49-F238E27FC236}">
                <a16:creationId xmlns:a16="http://schemas.microsoft.com/office/drawing/2014/main" id="{8871FD0C-B1A0-431E-86EC-1EC6B82A376E}"/>
              </a:ext>
            </a:extLst>
          </p:cNvPr>
          <p:cNvSpPr>
            <a:spLocks xmlns:a="http://schemas.openxmlformats.org/drawingml/2006/main" noGrp="1"/>
          </p:cNvSpPr>
          <p:nvPr/>
        </p:nvSpPr>
        <p:spPr>
          <a:xfrm xmlns:a="http://schemas.openxmlformats.org/drawingml/2006/main">
            <a:off x="9797611" y="3746383"/>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69" name="Editable chart path">
            <a:extLst xmlns:a="http://schemas.openxmlformats.org/drawingml/2006/main">
              <a:ext uri="{FF2B5EF4-FFF2-40B4-BE49-F238E27FC236}">
                <a16:creationId xmlns:a16="http://schemas.microsoft.com/office/drawing/2014/main" id="{71248615-485A-41CA-9643-1128E53EA86D}"/>
              </a:ext>
            </a:extLst>
          </p:cNvPr>
          <p:cNvSpPr>
            <a:spLocks xmlns:a="http://schemas.openxmlformats.org/drawingml/2006/main" noGrp="1"/>
          </p:cNvSpPr>
          <p:nvPr/>
        </p:nvSpPr>
        <p:spPr>
          <a:xfrm xmlns:a="http://schemas.openxmlformats.org/drawingml/2006/main">
            <a:off x="9636956" y="4111200"/>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0" name="Editable chart path">
            <a:extLst xmlns:a="http://schemas.openxmlformats.org/drawingml/2006/main">
              <a:ext uri="{FF2B5EF4-FFF2-40B4-BE49-F238E27FC236}">
                <a16:creationId xmlns:a16="http://schemas.microsoft.com/office/drawing/2014/main" id="{9EC59665-DED4-4BBB-AED3-6B8330A28358}"/>
              </a:ext>
            </a:extLst>
          </p:cNvPr>
          <p:cNvSpPr>
            <a:spLocks xmlns:a="http://schemas.openxmlformats.org/drawingml/2006/main" noGrp="1"/>
          </p:cNvSpPr>
          <p:nvPr/>
        </p:nvSpPr>
        <p:spPr>
          <a:xfrm xmlns:a="http://schemas.openxmlformats.org/drawingml/2006/main">
            <a:off x="9586161" y="4077756"/>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1" name="Editable chart path">
            <a:extLst xmlns:a="http://schemas.openxmlformats.org/drawingml/2006/main">
              <a:ext uri="{FF2B5EF4-FFF2-40B4-BE49-F238E27FC236}">
                <a16:creationId xmlns:a16="http://schemas.microsoft.com/office/drawing/2014/main" id="{002C7806-34E8-4815-8528-13919296A032}"/>
              </a:ext>
            </a:extLst>
          </p:cNvPr>
          <p:cNvSpPr>
            <a:spLocks xmlns:a="http://schemas.openxmlformats.org/drawingml/2006/main" noGrp="1"/>
          </p:cNvSpPr>
          <p:nvPr/>
        </p:nvSpPr>
        <p:spPr>
          <a:xfrm xmlns:a="http://schemas.openxmlformats.org/drawingml/2006/main">
            <a:off x="9582617" y="3773481"/>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2" name="Editable chart path">
            <a:extLst xmlns:a="http://schemas.openxmlformats.org/drawingml/2006/main">
              <a:ext uri="{FF2B5EF4-FFF2-40B4-BE49-F238E27FC236}">
                <a16:creationId xmlns:a16="http://schemas.microsoft.com/office/drawing/2014/main" id="{CC44A517-E078-4B76-86A9-3BACECD71EE4}"/>
              </a:ext>
            </a:extLst>
          </p:cNvPr>
          <p:cNvSpPr>
            <a:spLocks xmlns:a="http://schemas.openxmlformats.org/drawingml/2006/main" noGrp="1"/>
          </p:cNvSpPr>
          <p:nvPr/>
        </p:nvSpPr>
        <p:spPr>
          <a:xfrm xmlns:a="http://schemas.openxmlformats.org/drawingml/2006/main">
            <a:off x="9477482" y="3961334"/>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3" name="Editable chart path">
            <a:extLst xmlns:a="http://schemas.openxmlformats.org/drawingml/2006/main">
              <a:ext uri="{FF2B5EF4-FFF2-40B4-BE49-F238E27FC236}">
                <a16:creationId xmlns:a16="http://schemas.microsoft.com/office/drawing/2014/main" id="{71CCFFC4-9BD1-41FA-B6F5-160E709003A3}"/>
              </a:ext>
            </a:extLst>
          </p:cNvPr>
          <p:cNvSpPr>
            <a:spLocks xmlns:a="http://schemas.openxmlformats.org/drawingml/2006/main" noGrp="1"/>
          </p:cNvSpPr>
          <p:nvPr/>
        </p:nvSpPr>
        <p:spPr>
          <a:xfrm xmlns:a="http://schemas.openxmlformats.org/drawingml/2006/main">
            <a:off x="9420780" y="3741281"/>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4" name="Editable chart path">
            <a:extLst xmlns:a="http://schemas.openxmlformats.org/drawingml/2006/main">
              <a:ext uri="{FF2B5EF4-FFF2-40B4-BE49-F238E27FC236}">
                <a16:creationId xmlns:a16="http://schemas.microsoft.com/office/drawing/2014/main" id="{422D7F27-0440-4810-8800-4D5693AB3718}"/>
              </a:ext>
            </a:extLst>
          </p:cNvPr>
          <p:cNvSpPr>
            <a:spLocks xmlns:a="http://schemas.openxmlformats.org/drawingml/2006/main" noGrp="1"/>
          </p:cNvSpPr>
          <p:nvPr/>
        </p:nvSpPr>
        <p:spPr>
          <a:xfrm xmlns:a="http://schemas.openxmlformats.org/drawingml/2006/main">
            <a:off x="9385342" y="3236501"/>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5" name="Editable chart path">
            <a:extLst xmlns:a="http://schemas.openxmlformats.org/drawingml/2006/main">
              <a:ext uri="{FF2B5EF4-FFF2-40B4-BE49-F238E27FC236}">
                <a16:creationId xmlns:a16="http://schemas.microsoft.com/office/drawing/2014/main" id="{BD0EE3B7-7367-41FF-9808-83F2B1002CDB}"/>
              </a:ext>
            </a:extLst>
          </p:cNvPr>
          <p:cNvSpPr>
            <a:spLocks xmlns:a="http://schemas.openxmlformats.org/drawingml/2006/main" noGrp="1"/>
          </p:cNvSpPr>
          <p:nvPr/>
        </p:nvSpPr>
        <p:spPr>
          <a:xfrm xmlns:a="http://schemas.openxmlformats.org/drawingml/2006/main">
            <a:off x="9312102" y="3806060"/>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6" name="Editable chart path">
            <a:extLst xmlns:a="http://schemas.openxmlformats.org/drawingml/2006/main">
              <a:ext uri="{FF2B5EF4-FFF2-40B4-BE49-F238E27FC236}">
                <a16:creationId xmlns:a16="http://schemas.microsoft.com/office/drawing/2014/main" id="{B53EEC4A-EE17-4CFE-82D7-BAEEC78CAC55}"/>
              </a:ext>
            </a:extLst>
          </p:cNvPr>
          <p:cNvSpPr>
            <a:spLocks xmlns:a="http://schemas.openxmlformats.org/drawingml/2006/main" noGrp="1"/>
          </p:cNvSpPr>
          <p:nvPr/>
        </p:nvSpPr>
        <p:spPr>
          <a:xfrm xmlns:a="http://schemas.openxmlformats.org/drawingml/2006/main">
            <a:off x="9231775" y="3817550"/>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7" name="Editable chart path">
            <a:extLst xmlns:a="http://schemas.openxmlformats.org/drawingml/2006/main">
              <a:ext uri="{FF2B5EF4-FFF2-40B4-BE49-F238E27FC236}">
                <a16:creationId xmlns:a16="http://schemas.microsoft.com/office/drawing/2014/main" id="{8040A5F5-492C-488A-A08D-A495673DBFF6}"/>
              </a:ext>
            </a:extLst>
          </p:cNvPr>
          <p:cNvSpPr>
            <a:spLocks xmlns:a="http://schemas.openxmlformats.org/drawingml/2006/main" noGrp="1"/>
          </p:cNvSpPr>
          <p:nvPr/>
        </p:nvSpPr>
        <p:spPr>
          <a:xfrm xmlns:a="http://schemas.openxmlformats.org/drawingml/2006/main">
            <a:off x="9159716" y="396714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8" name="Editable chart path">
            <a:extLst xmlns:a="http://schemas.openxmlformats.org/drawingml/2006/main">
              <a:ext uri="{FF2B5EF4-FFF2-40B4-BE49-F238E27FC236}">
                <a16:creationId xmlns:a16="http://schemas.microsoft.com/office/drawing/2014/main" id="{8FD5B3F5-6CA8-41E3-BB84-B0C852A84361}"/>
              </a:ext>
            </a:extLst>
          </p:cNvPr>
          <p:cNvSpPr>
            <a:spLocks xmlns:a="http://schemas.openxmlformats.org/drawingml/2006/main" noGrp="1"/>
          </p:cNvSpPr>
          <p:nvPr/>
        </p:nvSpPr>
        <p:spPr>
          <a:xfrm xmlns:a="http://schemas.openxmlformats.org/drawingml/2006/main">
            <a:off x="9130184" y="3920041"/>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79" name="Editable chart path">
            <a:extLst xmlns:a="http://schemas.openxmlformats.org/drawingml/2006/main">
              <a:ext uri="{FF2B5EF4-FFF2-40B4-BE49-F238E27FC236}">
                <a16:creationId xmlns:a16="http://schemas.microsoft.com/office/drawing/2014/main" id="{407591E9-EE06-4FC4-8917-23EEA7086517}"/>
              </a:ext>
            </a:extLst>
          </p:cNvPr>
          <p:cNvSpPr>
            <a:spLocks xmlns:a="http://schemas.openxmlformats.org/drawingml/2006/main" noGrp="1"/>
          </p:cNvSpPr>
          <p:nvPr/>
        </p:nvSpPr>
        <p:spPr>
          <a:xfrm xmlns:a="http://schemas.openxmlformats.org/drawingml/2006/main">
            <a:off x="9301471" y="377042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0" name="Editable chart path">
            <a:extLst xmlns:a="http://schemas.openxmlformats.org/drawingml/2006/main">
              <a:ext uri="{FF2B5EF4-FFF2-40B4-BE49-F238E27FC236}">
                <a16:creationId xmlns:a16="http://schemas.microsoft.com/office/drawing/2014/main" id="{7442EB03-CE80-43C4-8570-175B061AB106}"/>
              </a:ext>
            </a:extLst>
          </p:cNvPr>
          <p:cNvSpPr>
            <a:spLocks xmlns:a="http://schemas.openxmlformats.org/drawingml/2006/main" noGrp="1"/>
          </p:cNvSpPr>
          <p:nvPr/>
        </p:nvSpPr>
        <p:spPr>
          <a:xfrm xmlns:a="http://schemas.openxmlformats.org/drawingml/2006/main">
            <a:off x="9209330" y="377886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1" name="Editable chart path">
            <a:extLst xmlns:a="http://schemas.openxmlformats.org/drawingml/2006/main">
              <a:ext uri="{FF2B5EF4-FFF2-40B4-BE49-F238E27FC236}">
                <a16:creationId xmlns:a16="http://schemas.microsoft.com/office/drawing/2014/main" id="{6B2B4308-CD54-4AF7-B584-E0A4F1D35E31}"/>
              </a:ext>
            </a:extLst>
          </p:cNvPr>
          <p:cNvSpPr>
            <a:spLocks xmlns:a="http://schemas.openxmlformats.org/drawingml/2006/main" noGrp="1"/>
          </p:cNvSpPr>
          <p:nvPr/>
        </p:nvSpPr>
        <p:spPr>
          <a:xfrm xmlns:a="http://schemas.openxmlformats.org/drawingml/2006/main">
            <a:off x="9048675" y="3850015"/>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2" name="Editable chart path">
            <a:extLst xmlns:a="http://schemas.openxmlformats.org/drawingml/2006/main">
              <a:ext uri="{FF2B5EF4-FFF2-40B4-BE49-F238E27FC236}">
                <a16:creationId xmlns:a16="http://schemas.microsoft.com/office/drawing/2014/main" id="{3ED5ABE3-C58F-4044-B261-9642BD869DD9}"/>
              </a:ext>
            </a:extLst>
          </p:cNvPr>
          <p:cNvSpPr>
            <a:spLocks xmlns:a="http://schemas.openxmlformats.org/drawingml/2006/main" noGrp="1"/>
          </p:cNvSpPr>
          <p:nvPr/>
        </p:nvSpPr>
        <p:spPr>
          <a:xfrm xmlns:a="http://schemas.openxmlformats.org/drawingml/2006/main">
            <a:off x="8942360" y="3628149"/>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3" name="Editable chart path">
            <a:extLst xmlns:a="http://schemas.openxmlformats.org/drawingml/2006/main">
              <a:ext uri="{FF2B5EF4-FFF2-40B4-BE49-F238E27FC236}">
                <a16:creationId xmlns:a16="http://schemas.microsoft.com/office/drawing/2014/main" id="{07579C98-AA14-4CA1-B0C4-9E179672FD2F}"/>
              </a:ext>
            </a:extLst>
          </p:cNvPr>
          <p:cNvSpPr>
            <a:spLocks xmlns:a="http://schemas.openxmlformats.org/drawingml/2006/main" noGrp="1"/>
          </p:cNvSpPr>
          <p:nvPr/>
        </p:nvSpPr>
        <p:spPr>
          <a:xfrm xmlns:a="http://schemas.openxmlformats.org/drawingml/2006/main">
            <a:off x="8875026" y="3572921"/>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4" name="Editable chart path">
            <a:extLst xmlns:a="http://schemas.openxmlformats.org/drawingml/2006/main">
              <a:ext uri="{FF2B5EF4-FFF2-40B4-BE49-F238E27FC236}">
                <a16:creationId xmlns:a16="http://schemas.microsoft.com/office/drawing/2014/main" id="{C9CD024D-5790-4225-AE5E-E167C2428624}"/>
              </a:ext>
            </a:extLst>
          </p:cNvPr>
          <p:cNvSpPr>
            <a:spLocks xmlns:a="http://schemas.openxmlformats.org/drawingml/2006/main" noGrp="1"/>
          </p:cNvSpPr>
          <p:nvPr/>
        </p:nvSpPr>
        <p:spPr>
          <a:xfrm xmlns:a="http://schemas.openxmlformats.org/drawingml/2006/main">
            <a:off x="8888020" y="401240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5" name="Editable chart path">
            <a:extLst xmlns:a="http://schemas.openxmlformats.org/drawingml/2006/main">
              <a:ext uri="{FF2B5EF4-FFF2-40B4-BE49-F238E27FC236}">
                <a16:creationId xmlns:a16="http://schemas.microsoft.com/office/drawing/2014/main" id="{492BC9CE-EA6E-4B5F-B7A5-FE113D91A7DE}"/>
              </a:ext>
            </a:extLst>
          </p:cNvPr>
          <p:cNvSpPr>
            <a:spLocks xmlns:a="http://schemas.openxmlformats.org/drawingml/2006/main" noGrp="1"/>
          </p:cNvSpPr>
          <p:nvPr/>
        </p:nvSpPr>
        <p:spPr>
          <a:xfrm xmlns:a="http://schemas.openxmlformats.org/drawingml/2006/main">
            <a:off x="8869120" y="404125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6" name="Editable chart path">
            <a:extLst xmlns:a="http://schemas.openxmlformats.org/drawingml/2006/main">
              <a:ext uri="{FF2B5EF4-FFF2-40B4-BE49-F238E27FC236}">
                <a16:creationId xmlns:a16="http://schemas.microsoft.com/office/drawing/2014/main" id="{D2E9DC9C-DD8E-4724-A468-A9B4F76F8C37}"/>
              </a:ext>
            </a:extLst>
          </p:cNvPr>
          <p:cNvSpPr>
            <a:spLocks xmlns:a="http://schemas.openxmlformats.org/drawingml/2006/main" noGrp="1"/>
          </p:cNvSpPr>
          <p:nvPr/>
        </p:nvSpPr>
        <p:spPr>
          <a:xfrm xmlns:a="http://schemas.openxmlformats.org/drawingml/2006/main">
            <a:off x="8766348" y="386160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7" name="Editable chart path">
            <a:extLst xmlns:a="http://schemas.openxmlformats.org/drawingml/2006/main">
              <a:ext uri="{FF2B5EF4-FFF2-40B4-BE49-F238E27FC236}">
                <a16:creationId xmlns:a16="http://schemas.microsoft.com/office/drawing/2014/main" id="{099CC187-B2E0-4BE8-90F1-B719E0BADE16}"/>
              </a:ext>
            </a:extLst>
          </p:cNvPr>
          <p:cNvSpPr>
            <a:spLocks xmlns:a="http://schemas.openxmlformats.org/drawingml/2006/main" noGrp="1"/>
          </p:cNvSpPr>
          <p:nvPr/>
        </p:nvSpPr>
        <p:spPr>
          <a:xfrm xmlns:a="http://schemas.openxmlformats.org/drawingml/2006/main">
            <a:off x="8763985" y="3880504"/>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8" name="Editable chart path">
            <a:extLst xmlns:a="http://schemas.openxmlformats.org/drawingml/2006/main">
              <a:ext uri="{FF2B5EF4-FFF2-40B4-BE49-F238E27FC236}">
                <a16:creationId xmlns:a16="http://schemas.microsoft.com/office/drawing/2014/main" id="{C58AEB3E-A89B-4775-96CC-3190115B02C2}"/>
              </a:ext>
            </a:extLst>
          </p:cNvPr>
          <p:cNvSpPr>
            <a:spLocks xmlns:a="http://schemas.openxmlformats.org/drawingml/2006/main" noGrp="1"/>
          </p:cNvSpPr>
          <p:nvPr/>
        </p:nvSpPr>
        <p:spPr>
          <a:xfrm xmlns:a="http://schemas.openxmlformats.org/drawingml/2006/main">
            <a:off x="8604512" y="3802409"/>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89" name="Editable chart path">
            <a:extLst xmlns:a="http://schemas.openxmlformats.org/drawingml/2006/main">
              <a:ext uri="{FF2B5EF4-FFF2-40B4-BE49-F238E27FC236}">
                <a16:creationId xmlns:a16="http://schemas.microsoft.com/office/drawing/2014/main" id="{6897E721-131E-4D6C-BB52-3DD0585E087C}"/>
              </a:ext>
            </a:extLst>
          </p:cNvPr>
          <p:cNvSpPr>
            <a:spLocks xmlns:a="http://schemas.openxmlformats.org/drawingml/2006/main" noGrp="1"/>
          </p:cNvSpPr>
          <p:nvPr/>
        </p:nvSpPr>
        <p:spPr>
          <a:xfrm xmlns:a="http://schemas.openxmlformats.org/drawingml/2006/main">
            <a:off x="8546629" y="3701303"/>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0" name="Editable chart path">
            <a:extLst xmlns:a="http://schemas.openxmlformats.org/drawingml/2006/main">
              <a:ext uri="{FF2B5EF4-FFF2-40B4-BE49-F238E27FC236}">
                <a16:creationId xmlns:a16="http://schemas.microsoft.com/office/drawing/2014/main" id="{7788B36C-47B7-4E56-8FAA-D5DB30A0FCDC}"/>
              </a:ext>
            </a:extLst>
          </p:cNvPr>
          <p:cNvSpPr>
            <a:spLocks xmlns:a="http://schemas.openxmlformats.org/drawingml/2006/main" noGrp="1"/>
          </p:cNvSpPr>
          <p:nvPr/>
        </p:nvSpPr>
        <p:spPr>
          <a:xfrm xmlns:a="http://schemas.openxmlformats.org/drawingml/2006/main">
            <a:off x="8475751" y="3681155"/>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1" name="Editable chart path">
            <a:extLst xmlns:a="http://schemas.openxmlformats.org/drawingml/2006/main">
              <a:ext uri="{FF2B5EF4-FFF2-40B4-BE49-F238E27FC236}">
                <a16:creationId xmlns:a16="http://schemas.microsoft.com/office/drawing/2014/main" id="{27353439-0845-416E-A028-A2047C994433}"/>
              </a:ext>
            </a:extLst>
          </p:cNvPr>
          <p:cNvSpPr>
            <a:spLocks xmlns:a="http://schemas.openxmlformats.org/drawingml/2006/main" noGrp="1"/>
          </p:cNvSpPr>
          <p:nvPr/>
        </p:nvSpPr>
        <p:spPr>
          <a:xfrm xmlns:a="http://schemas.openxmlformats.org/drawingml/2006/main">
            <a:off x="8499377" y="3791379"/>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2" name="Editable chart path">
            <a:extLst xmlns:a="http://schemas.openxmlformats.org/drawingml/2006/main">
              <a:ext uri="{FF2B5EF4-FFF2-40B4-BE49-F238E27FC236}">
                <a16:creationId xmlns:a16="http://schemas.microsoft.com/office/drawing/2014/main" id="{33A5C9A9-ADA0-4EB4-8196-51E76F6FC501}"/>
              </a:ext>
            </a:extLst>
          </p:cNvPr>
          <p:cNvSpPr>
            <a:spLocks xmlns:a="http://schemas.openxmlformats.org/drawingml/2006/main" noGrp="1"/>
          </p:cNvSpPr>
          <p:nvPr/>
        </p:nvSpPr>
        <p:spPr>
          <a:xfrm xmlns:a="http://schemas.openxmlformats.org/drawingml/2006/main">
            <a:off x="8421412" y="3632656"/>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3" name="Editable chart path">
            <a:extLst xmlns:a="http://schemas.openxmlformats.org/drawingml/2006/main">
              <a:ext uri="{FF2B5EF4-FFF2-40B4-BE49-F238E27FC236}">
                <a16:creationId xmlns:a16="http://schemas.microsoft.com/office/drawing/2014/main" id="{EFAD2D51-2E09-4061-B85C-E47E2CB2161F}"/>
              </a:ext>
            </a:extLst>
          </p:cNvPr>
          <p:cNvSpPr>
            <a:spLocks xmlns:a="http://schemas.openxmlformats.org/drawingml/2006/main" noGrp="1"/>
          </p:cNvSpPr>
          <p:nvPr/>
        </p:nvSpPr>
        <p:spPr>
          <a:xfrm xmlns:a="http://schemas.openxmlformats.org/drawingml/2006/main">
            <a:off x="8546629" y="4022328"/>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4" name="Editable chart path">
            <a:extLst xmlns:a="http://schemas.openxmlformats.org/drawingml/2006/main">
              <a:ext uri="{FF2B5EF4-FFF2-40B4-BE49-F238E27FC236}">
                <a16:creationId xmlns:a16="http://schemas.microsoft.com/office/drawing/2014/main" id="{5398B3FB-8117-4CE4-B874-CB1BC90CDABC}"/>
              </a:ext>
            </a:extLst>
          </p:cNvPr>
          <p:cNvSpPr>
            <a:spLocks xmlns:a="http://schemas.openxmlformats.org/drawingml/2006/main" noGrp="1"/>
          </p:cNvSpPr>
          <p:nvPr/>
        </p:nvSpPr>
        <p:spPr>
          <a:xfrm xmlns:a="http://schemas.openxmlformats.org/drawingml/2006/main">
            <a:off x="8447401" y="3528796"/>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5" name="Editable chart path">
            <a:extLst xmlns:a="http://schemas.openxmlformats.org/drawingml/2006/main">
              <a:ext uri="{FF2B5EF4-FFF2-40B4-BE49-F238E27FC236}">
                <a16:creationId xmlns:a16="http://schemas.microsoft.com/office/drawing/2014/main" id="{C9C1E325-3D50-4824-9F3E-CEFF42EB5FAC}"/>
              </a:ext>
            </a:extLst>
          </p:cNvPr>
          <p:cNvSpPr>
            <a:spLocks xmlns:a="http://schemas.openxmlformats.org/drawingml/2006/main" noGrp="1"/>
          </p:cNvSpPr>
          <p:nvPr/>
        </p:nvSpPr>
        <p:spPr>
          <a:xfrm xmlns:a="http://schemas.openxmlformats.org/drawingml/2006/main">
            <a:off x="8491108" y="3326058"/>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6" name="Editable chart path">
            <a:extLst xmlns:a="http://schemas.openxmlformats.org/drawingml/2006/main">
              <a:ext uri="{FF2B5EF4-FFF2-40B4-BE49-F238E27FC236}">
                <a16:creationId xmlns:a16="http://schemas.microsoft.com/office/drawing/2014/main" id="{6376D7F1-66D5-48FA-9628-D05E27D8710E}"/>
              </a:ext>
            </a:extLst>
          </p:cNvPr>
          <p:cNvSpPr>
            <a:spLocks xmlns:a="http://schemas.openxmlformats.org/drawingml/2006/main" noGrp="1"/>
          </p:cNvSpPr>
          <p:nvPr/>
        </p:nvSpPr>
        <p:spPr>
          <a:xfrm xmlns:a="http://schemas.openxmlformats.org/drawingml/2006/main">
            <a:off x="8289108" y="4239901"/>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7" name="Editable chart path">
            <a:extLst xmlns:a="http://schemas.openxmlformats.org/drawingml/2006/main">
              <a:ext uri="{FF2B5EF4-FFF2-40B4-BE49-F238E27FC236}">
                <a16:creationId xmlns:a16="http://schemas.microsoft.com/office/drawing/2014/main" id="{72DD1BAE-FBFE-408B-A203-1E8CF3CB6C82}"/>
              </a:ext>
            </a:extLst>
          </p:cNvPr>
          <p:cNvSpPr>
            <a:spLocks xmlns:a="http://schemas.openxmlformats.org/drawingml/2006/main" noGrp="1"/>
          </p:cNvSpPr>
          <p:nvPr/>
        </p:nvSpPr>
        <p:spPr>
          <a:xfrm xmlns:a="http://schemas.openxmlformats.org/drawingml/2006/main">
            <a:off x="8134360" y="368047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8" name="Editable chart path">
            <a:extLst xmlns:a="http://schemas.openxmlformats.org/drawingml/2006/main">
              <a:ext uri="{FF2B5EF4-FFF2-40B4-BE49-F238E27FC236}">
                <a16:creationId xmlns:a16="http://schemas.microsoft.com/office/drawing/2014/main" id="{507C368E-8F53-4C26-AC89-8CF4A9461FAE}"/>
              </a:ext>
            </a:extLst>
          </p:cNvPr>
          <p:cNvSpPr>
            <a:spLocks xmlns:a="http://schemas.openxmlformats.org/drawingml/2006/main" noGrp="1"/>
          </p:cNvSpPr>
          <p:nvPr/>
        </p:nvSpPr>
        <p:spPr>
          <a:xfrm xmlns:a="http://schemas.openxmlformats.org/drawingml/2006/main">
            <a:off x="8169798" y="4062797"/>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299" name="Editable chart path">
            <a:extLst xmlns:a="http://schemas.openxmlformats.org/drawingml/2006/main">
              <a:ext uri="{FF2B5EF4-FFF2-40B4-BE49-F238E27FC236}">
                <a16:creationId xmlns:a16="http://schemas.microsoft.com/office/drawing/2014/main" id="{8703E63A-B4B0-4797-9A43-3C76A95C1D48}"/>
              </a:ext>
            </a:extLst>
          </p:cNvPr>
          <p:cNvSpPr>
            <a:spLocks xmlns:a="http://schemas.openxmlformats.org/drawingml/2006/main" noGrp="1"/>
          </p:cNvSpPr>
          <p:nvPr/>
        </p:nvSpPr>
        <p:spPr>
          <a:xfrm xmlns:a="http://schemas.openxmlformats.org/drawingml/2006/main">
            <a:off x="8031588" y="4112934"/>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0" name="Editable chart path">
            <a:extLst xmlns:a="http://schemas.openxmlformats.org/drawingml/2006/main">
              <a:ext uri="{FF2B5EF4-FFF2-40B4-BE49-F238E27FC236}">
                <a16:creationId xmlns:a16="http://schemas.microsoft.com/office/drawing/2014/main" id="{15C1EB8F-1C12-4AD1-9623-151F20576E9A}"/>
              </a:ext>
            </a:extLst>
          </p:cNvPr>
          <p:cNvSpPr>
            <a:spLocks xmlns:a="http://schemas.openxmlformats.org/drawingml/2006/main" noGrp="1"/>
          </p:cNvSpPr>
          <p:nvPr/>
        </p:nvSpPr>
        <p:spPr>
          <a:xfrm xmlns:a="http://schemas.openxmlformats.org/drawingml/2006/main">
            <a:off x="7961892" y="4478170"/>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1" name="Editable chart path">
            <a:extLst xmlns:a="http://schemas.openxmlformats.org/drawingml/2006/main">
              <a:ext uri="{FF2B5EF4-FFF2-40B4-BE49-F238E27FC236}">
                <a16:creationId xmlns:a16="http://schemas.microsoft.com/office/drawing/2014/main" id="{9072FE13-0C51-457C-B9E9-0D2EC8D4196C}"/>
              </a:ext>
            </a:extLst>
          </p:cNvPr>
          <p:cNvSpPr>
            <a:spLocks xmlns:a="http://schemas.openxmlformats.org/drawingml/2006/main" noGrp="1"/>
          </p:cNvSpPr>
          <p:nvPr/>
        </p:nvSpPr>
        <p:spPr>
          <a:xfrm xmlns:a="http://schemas.openxmlformats.org/drawingml/2006/main">
            <a:off x="7849670" y="4178712"/>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2" name="Editable chart path">
            <a:extLst xmlns:a="http://schemas.openxmlformats.org/drawingml/2006/main">
              <a:ext uri="{FF2B5EF4-FFF2-40B4-BE49-F238E27FC236}">
                <a16:creationId xmlns:a16="http://schemas.microsoft.com/office/drawing/2014/main" id="{5B4D541C-7C8D-4CCA-A607-D32242FC3B8C}"/>
              </a:ext>
            </a:extLst>
          </p:cNvPr>
          <p:cNvSpPr>
            <a:spLocks xmlns:a="http://schemas.openxmlformats.org/drawingml/2006/main" noGrp="1"/>
          </p:cNvSpPr>
          <p:nvPr/>
        </p:nvSpPr>
        <p:spPr>
          <a:xfrm xmlns:a="http://schemas.openxmlformats.org/drawingml/2006/main">
            <a:off x="7632313" y="4243460"/>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3" name="Editable chart path">
            <a:extLst xmlns:a="http://schemas.openxmlformats.org/drawingml/2006/main">
              <a:ext uri="{FF2B5EF4-FFF2-40B4-BE49-F238E27FC236}">
                <a16:creationId xmlns:a16="http://schemas.microsoft.com/office/drawing/2014/main" id="{21E4FAC4-AAFC-4F61-95BA-ED85A99F5DE4}"/>
              </a:ext>
            </a:extLst>
          </p:cNvPr>
          <p:cNvSpPr>
            <a:spLocks xmlns:a="http://schemas.openxmlformats.org/drawingml/2006/main" noGrp="1"/>
          </p:cNvSpPr>
          <p:nvPr/>
        </p:nvSpPr>
        <p:spPr>
          <a:xfrm xmlns:a="http://schemas.openxmlformats.org/drawingml/2006/main">
            <a:off x="7399600" y="4135941"/>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4" name="Editable chart path">
            <a:extLst xmlns:a="http://schemas.openxmlformats.org/drawingml/2006/main">
              <a:ext uri="{FF2B5EF4-FFF2-40B4-BE49-F238E27FC236}">
                <a16:creationId xmlns:a16="http://schemas.microsoft.com/office/drawing/2014/main" id="{2F8B4726-2159-411D-84D6-E427146094F2}"/>
              </a:ext>
            </a:extLst>
          </p:cNvPr>
          <p:cNvSpPr>
            <a:spLocks xmlns:a="http://schemas.openxmlformats.org/drawingml/2006/main" noGrp="1"/>
          </p:cNvSpPr>
          <p:nvPr/>
        </p:nvSpPr>
        <p:spPr>
          <a:xfrm xmlns:a="http://schemas.openxmlformats.org/drawingml/2006/main">
            <a:off x="7158617" y="4586990"/>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5" name="Editable chart path">
            <a:extLst xmlns:a="http://schemas.openxmlformats.org/drawingml/2006/main">
              <a:ext uri="{FF2B5EF4-FFF2-40B4-BE49-F238E27FC236}">
                <a16:creationId xmlns:a16="http://schemas.microsoft.com/office/drawing/2014/main" id="{8CBAF07A-D82F-422C-9C22-EA21E018EC60}"/>
              </a:ext>
            </a:extLst>
          </p:cNvPr>
          <p:cNvSpPr>
            <a:spLocks xmlns:a="http://schemas.openxmlformats.org/drawingml/2006/main" noGrp="1"/>
          </p:cNvSpPr>
          <p:nvPr/>
        </p:nvSpPr>
        <p:spPr>
          <a:xfrm xmlns:a="http://schemas.openxmlformats.org/drawingml/2006/main">
            <a:off x="7073565" y="4197531"/>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6" name="Editable chart path">
            <a:extLst xmlns:a="http://schemas.openxmlformats.org/drawingml/2006/main">
              <a:ext uri="{FF2B5EF4-FFF2-40B4-BE49-F238E27FC236}">
                <a16:creationId xmlns:a16="http://schemas.microsoft.com/office/drawing/2014/main" id="{9E80BC3D-C4AD-4903-87E1-4C4C435E6550}"/>
              </a:ext>
            </a:extLst>
          </p:cNvPr>
          <p:cNvSpPr>
            <a:spLocks xmlns:a="http://schemas.openxmlformats.org/drawingml/2006/main" noGrp="1"/>
          </p:cNvSpPr>
          <p:nvPr/>
        </p:nvSpPr>
        <p:spPr>
          <a:xfrm xmlns:a="http://schemas.openxmlformats.org/drawingml/2006/main">
            <a:off x="7101916" y="4643753"/>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7" name="Editable chart path">
            <a:extLst xmlns:a="http://schemas.openxmlformats.org/drawingml/2006/main">
              <a:ext uri="{FF2B5EF4-FFF2-40B4-BE49-F238E27FC236}">
                <a16:creationId xmlns:a16="http://schemas.microsoft.com/office/drawing/2014/main" id="{C4A94A9B-3328-4E89-A9F6-FC3066D1FA79}"/>
              </a:ext>
            </a:extLst>
          </p:cNvPr>
          <p:cNvSpPr>
            <a:spLocks xmlns:a="http://schemas.openxmlformats.org/drawingml/2006/main" noGrp="1"/>
          </p:cNvSpPr>
          <p:nvPr/>
        </p:nvSpPr>
        <p:spPr>
          <a:xfrm xmlns:a="http://schemas.openxmlformats.org/drawingml/2006/main">
            <a:off x="7105459" y="4304290"/>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8" name="Editable chart path">
            <a:extLst xmlns:a="http://schemas.openxmlformats.org/drawingml/2006/main">
              <a:ext uri="{FF2B5EF4-FFF2-40B4-BE49-F238E27FC236}">
                <a16:creationId xmlns:a16="http://schemas.microsoft.com/office/drawing/2014/main" id="{CD8BF9CA-6AE9-4CF2-A19D-765F1D637271}"/>
              </a:ext>
            </a:extLst>
          </p:cNvPr>
          <p:cNvSpPr>
            <a:spLocks xmlns:a="http://schemas.openxmlformats.org/drawingml/2006/main" noGrp="1"/>
          </p:cNvSpPr>
          <p:nvPr/>
        </p:nvSpPr>
        <p:spPr>
          <a:xfrm xmlns:a="http://schemas.openxmlformats.org/drawingml/2006/main">
            <a:off x="7126723" y="4379255"/>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09" name="Editable chart path">
            <a:extLst xmlns:a="http://schemas.openxmlformats.org/drawingml/2006/main">
              <a:ext uri="{FF2B5EF4-FFF2-40B4-BE49-F238E27FC236}">
                <a16:creationId xmlns:a16="http://schemas.microsoft.com/office/drawing/2014/main" id="{8015E3B6-97D5-4295-955C-6C838329FF2C}"/>
              </a:ext>
            </a:extLst>
          </p:cNvPr>
          <p:cNvSpPr>
            <a:spLocks xmlns:a="http://schemas.openxmlformats.org/drawingml/2006/main" noGrp="1"/>
          </p:cNvSpPr>
          <p:nvPr/>
        </p:nvSpPr>
        <p:spPr>
          <a:xfrm xmlns:a="http://schemas.openxmlformats.org/drawingml/2006/main">
            <a:off x="7040489" y="4097428"/>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10" name="Editable chart path">
            <a:extLst xmlns:a="http://schemas.openxmlformats.org/drawingml/2006/main">
              <a:ext uri="{FF2B5EF4-FFF2-40B4-BE49-F238E27FC236}">
                <a16:creationId xmlns:a16="http://schemas.microsoft.com/office/drawing/2014/main" id="{BD1DA1E0-489C-49BE-A7A5-D4D82F3EC9F6}"/>
              </a:ext>
            </a:extLst>
          </p:cNvPr>
          <p:cNvSpPr>
            <a:spLocks xmlns:a="http://schemas.openxmlformats.org/drawingml/2006/main" noGrp="1"/>
          </p:cNvSpPr>
          <p:nvPr/>
        </p:nvSpPr>
        <p:spPr>
          <a:xfrm xmlns:a="http://schemas.openxmlformats.org/drawingml/2006/main">
            <a:off x="7080652" y="4855183"/>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11" name="Editable chart path">
            <a:extLst xmlns:a="http://schemas.openxmlformats.org/drawingml/2006/main">
              <a:ext uri="{FF2B5EF4-FFF2-40B4-BE49-F238E27FC236}">
                <a16:creationId xmlns:a16="http://schemas.microsoft.com/office/drawing/2014/main" id="{82B80F35-F760-47FA-8B6E-C462BF4BC7F4}"/>
              </a:ext>
            </a:extLst>
          </p:cNvPr>
          <p:cNvSpPr>
            <a:spLocks xmlns:a="http://schemas.openxmlformats.org/drawingml/2006/main" noGrp="1"/>
          </p:cNvSpPr>
          <p:nvPr/>
        </p:nvSpPr>
        <p:spPr>
          <a:xfrm xmlns:a="http://schemas.openxmlformats.org/drawingml/2006/main">
            <a:off x="7181062" y="4248653"/>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12" name="Editable chart path">
            <a:extLst xmlns:a="http://schemas.openxmlformats.org/drawingml/2006/main">
              <a:ext uri="{FF2B5EF4-FFF2-40B4-BE49-F238E27FC236}">
                <a16:creationId xmlns:a16="http://schemas.microsoft.com/office/drawing/2014/main" id="{D35ABB8D-4049-4D62-9543-7A95D64388A8}"/>
              </a:ext>
            </a:extLst>
          </p:cNvPr>
          <p:cNvSpPr>
            <a:spLocks xmlns:a="http://schemas.openxmlformats.org/drawingml/2006/main" noGrp="1"/>
          </p:cNvSpPr>
          <p:nvPr/>
        </p:nvSpPr>
        <p:spPr>
          <a:xfrm xmlns:a="http://schemas.openxmlformats.org/drawingml/2006/main">
            <a:off x="7176337" y="4185905"/>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13" name="Editable chart path">
            <a:extLst xmlns:a="http://schemas.openxmlformats.org/drawingml/2006/main">
              <a:ext uri="{FF2B5EF4-FFF2-40B4-BE49-F238E27FC236}">
                <a16:creationId xmlns:a16="http://schemas.microsoft.com/office/drawing/2014/main" id="{F974B0C1-E189-492C-AB91-54AC7E9F0222}"/>
              </a:ext>
            </a:extLst>
          </p:cNvPr>
          <p:cNvSpPr>
            <a:spLocks xmlns:a="http://schemas.openxmlformats.org/drawingml/2006/main" noGrp="1"/>
          </p:cNvSpPr>
          <p:nvPr/>
        </p:nvSpPr>
        <p:spPr>
          <a:xfrm xmlns:a="http://schemas.openxmlformats.org/drawingml/2006/main">
            <a:off x="7119635" y="3958131"/>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14" name="Editable chart path">
            <a:extLst xmlns:a="http://schemas.openxmlformats.org/drawingml/2006/main">
              <a:ext uri="{FF2B5EF4-FFF2-40B4-BE49-F238E27FC236}">
                <a16:creationId xmlns:a16="http://schemas.microsoft.com/office/drawing/2014/main" id="{E083881D-423C-4555-9F23-2AD86C718A18}"/>
              </a:ext>
            </a:extLst>
          </p:cNvPr>
          <p:cNvSpPr>
            <a:spLocks xmlns:a="http://schemas.openxmlformats.org/drawingml/2006/main" noGrp="1"/>
          </p:cNvSpPr>
          <p:nvPr/>
        </p:nvSpPr>
        <p:spPr>
          <a:xfrm xmlns:a="http://schemas.openxmlformats.org/drawingml/2006/main">
            <a:off x="7008594" y="4252037"/>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15" name="Editable chart path">
            <a:extLst xmlns:a="http://schemas.openxmlformats.org/drawingml/2006/main">
              <a:ext uri="{FF2B5EF4-FFF2-40B4-BE49-F238E27FC236}">
                <a16:creationId xmlns:a16="http://schemas.microsoft.com/office/drawing/2014/main" id="{A4571B73-9E90-4F50-9DD0-BB6E04D22F3E}"/>
              </a:ext>
            </a:extLst>
          </p:cNvPr>
          <p:cNvSpPr>
            <a:spLocks xmlns:a="http://schemas.openxmlformats.org/drawingml/2006/main" noGrp="1"/>
          </p:cNvSpPr>
          <p:nvPr/>
        </p:nvSpPr>
        <p:spPr>
          <a:xfrm xmlns:a="http://schemas.openxmlformats.org/drawingml/2006/main">
            <a:off x="6769974" y="4423663"/>
            <a:ext cx="52632" cy="52632"/>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alpha val="70000"/>
            </a:srgbClr>
          </a:solidFill>
          <a:ln xmlns:a="http://schemas.openxmlformats.org/drawingml/2006/main" w="13158">
            <a:solidFill>
              <a:srgbClr val="2C5EAA"/>
            </a:solidFill>
            <a:prstDash val="solid"/>
          </a:ln>
        </p:spPr>
      </p:sp>
      <p:sp>
        <p:nvSpPr>
          <p:cNvPr id="316" name="Editable chart path">
            <a:extLst xmlns:a="http://schemas.openxmlformats.org/drawingml/2006/main">
              <a:ext uri="{FF2B5EF4-FFF2-40B4-BE49-F238E27FC236}">
                <a16:creationId xmlns:a16="http://schemas.microsoft.com/office/drawing/2014/main" id="{63A96E15-CD75-4634-99C6-684C1BFA14B6}"/>
              </a:ext>
            </a:extLst>
          </p:cNvPr>
          <p:cNvSpPr>
            <a:spLocks xmlns:a="http://schemas.openxmlformats.org/drawingml/2006/main" noGrp="1"/>
          </p:cNvSpPr>
          <p:nvPr/>
        </p:nvSpPr>
        <p:spPr>
          <a:xfrm xmlns:a="http://schemas.openxmlformats.org/drawingml/2006/main">
            <a:off x="6592636" y="2647950"/>
            <a:ext cx="95" cy="2630322"/>
          </a:xfrm>
          <a:custGeom xmlns:a="http://schemas.openxmlformats.org/drawingml/2006/main">
            <a:pathLst>
              <a:path w="95" h="1904076">
                <a:moveTo>
                  <a:pt x="0" y="1904076"/>
                </a:moveTo>
                <a:lnTo>
                  <a:pt x="0" y="0"/>
                </a:lnTo>
              </a:path>
            </a:pathLst>
          </a:custGeom>
          <a:noFill xmlns:a="http://schemas.openxmlformats.org/drawingml/2006/main"/>
          <a:ln xmlns:a="http://schemas.openxmlformats.org/drawingml/2006/main" w="10526">
            <a:solidFill>
              <a:srgbClr val="5A6683"/>
            </a:solidFill>
            <a:prstDash val="solid"/>
          </a:ln>
        </p:spPr>
      </p:sp>
      <p:sp>
        <p:nvSpPr>
          <p:cNvPr id="317" name="Editable chart path">
            <a:extLst xmlns:a="http://schemas.openxmlformats.org/drawingml/2006/main">
              <a:ext uri="{FF2B5EF4-FFF2-40B4-BE49-F238E27FC236}">
                <a16:creationId xmlns:a16="http://schemas.microsoft.com/office/drawing/2014/main" id="{80513C0D-0F39-426F-9665-AE0AEC5AD7BE}"/>
              </a:ext>
            </a:extLst>
          </p:cNvPr>
          <p:cNvSpPr>
            <a:spLocks xmlns:a="http://schemas.openxmlformats.org/drawingml/2006/main" noGrp="1"/>
          </p:cNvSpPr>
          <p:nvPr/>
        </p:nvSpPr>
        <p:spPr>
          <a:xfrm xmlns:a="http://schemas.openxmlformats.org/drawingml/2006/main">
            <a:off x="6592636" y="5278272"/>
            <a:ext cx="4480383" cy="95"/>
          </a:xfrm>
          <a:custGeom xmlns:a="http://schemas.openxmlformats.org/drawingml/2006/main">
            <a:pathLst>
              <a:path w="3243325" h="95">
                <a:moveTo>
                  <a:pt x="0" y="0"/>
                </a:moveTo>
                <a:lnTo>
                  <a:pt x="3243325" y="0"/>
                </a:lnTo>
              </a:path>
            </a:pathLst>
          </a:custGeom>
          <a:noFill xmlns:a="http://schemas.openxmlformats.org/drawingml/2006/main"/>
          <a:ln xmlns:a="http://schemas.openxmlformats.org/drawingml/2006/main" w="10526">
            <a:solidFill>
              <a:srgbClr val="5A6683"/>
            </a:solidFill>
            <a:prstDash val="solid"/>
          </a:ln>
        </p:spPr>
      </p:sp>
    </p:spTree>
    <p:extLst>
      <p:ext uri="{BB962C8B-B14F-4D97-AF65-F5344CB8AC3E}">
        <p14:creationId xmlns:p14="http://schemas.microsoft.com/office/powerpoint/2010/main" val="597896415"/>
      </p:ext>
    </p:extLst>
  </p:cSld>
</p:sld>
</file>

<file path=ppt/slides/slide51.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FORECAST DISCRIMINATION BY MODEL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Saved test-year scores. Additional uses and label checks are disclosed in the scoring log.</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51</a:t>
            </a:r>
            <a:endParaRPr sz="1200"/>
          </a:p>
        </p:txBody>
      </p:sp>
      <p:sp>
        <p:nvSpPr>
          <p:cNvPr id="14" name="">
            <a:extLst xmlns:a="http://schemas.openxmlformats.org/drawingml/2006/main">
              <a:ext uri="{FF2B5EF4-FFF2-40B4-BE49-F238E27FC236}">
                <a16:creationId xmlns:a16="http://schemas.microsoft.com/office/drawing/2014/main" id="{A2B39199-402C-44A9-A9A8-963F1F28402A}"/>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63C55329-B309-45EC-AA26-009D7EBB9243}"/>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30-minute horizon</a:t>
            </a:r>
          </a:p>
        </p:txBody>
      </p:sp>
      <p:sp>
        <p:nvSpPr>
          <p:cNvPr id="16" name="">
            <a:extLst xmlns:a="http://schemas.openxmlformats.org/drawingml/2006/main">
              <a:ext uri="{FF2B5EF4-FFF2-40B4-BE49-F238E27FC236}">
                <a16:creationId xmlns:a16="http://schemas.microsoft.com/office/drawing/2014/main" id="{C195E66B-D0FA-404A-8BFC-46D3129BB5EC}"/>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PR-AUC, test year (dotted: base rate)</a:t>
            </a:r>
          </a:p>
        </p:txBody>
      </p:sp>
      <p:sp>
        <p:nvSpPr>
          <p:cNvPr id="17" name="Editable chart path">
            <a:extLst xmlns:a="http://schemas.openxmlformats.org/drawingml/2006/main">
              <a:ext uri="{FF2B5EF4-FFF2-40B4-BE49-F238E27FC236}">
                <a16:creationId xmlns:a16="http://schemas.microsoft.com/office/drawing/2014/main" id="{74577163-71DB-4708-9822-32A42E83B436}"/>
              </a:ext>
            </a:extLst>
          </p:cNvPr>
          <p:cNvSpPr>
            <a:spLocks xmlns:a="http://schemas.openxmlformats.org/drawingml/2006/main" noGrp="1"/>
          </p:cNvSpPr>
          <p:nvPr/>
        </p:nvSpPr>
        <p:spPr>
          <a:xfrm xmlns:a="http://schemas.openxmlformats.org/drawingml/2006/main">
            <a:off x="4095001" y="3320584"/>
            <a:ext cx="257443" cy="1554096"/>
          </a:xfrm>
          <a:custGeom xmlns:a="http://schemas.openxmlformats.org/drawingml/2006/main">
            <a:pathLst>
              <a:path w="166373" h="1004338">
                <a:moveTo>
                  <a:pt x="0" y="1004338"/>
                </a:moveTo>
                <a:lnTo>
                  <a:pt x="166373" y="1004338"/>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B42E5351-E883-4AF8-B3AE-A3E8A2672CC6}"/>
              </a:ext>
            </a:extLst>
          </p:cNvPr>
          <p:cNvSpPr>
            <a:spLocks xmlns:a="http://schemas.openxmlformats.org/drawingml/2006/main" noGrp="1"/>
          </p:cNvSpPr>
          <p:nvPr/>
        </p:nvSpPr>
        <p:spPr>
          <a:xfrm xmlns:a="http://schemas.openxmlformats.org/drawingml/2006/main">
            <a:off x="4852187" y="3521646"/>
            <a:ext cx="257443" cy="1353034"/>
          </a:xfrm>
          <a:custGeom xmlns:a="http://schemas.openxmlformats.org/drawingml/2006/main">
            <a:pathLst>
              <a:path w="166373" h="874402">
                <a:moveTo>
                  <a:pt x="0" y="874402"/>
                </a:moveTo>
                <a:lnTo>
                  <a:pt x="166373" y="874402"/>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C7317855-40DF-4AC6-A40F-706B4F45DB90}"/>
              </a:ext>
            </a:extLst>
          </p:cNvPr>
          <p:cNvSpPr>
            <a:spLocks xmlns:a="http://schemas.openxmlformats.org/drawingml/2006/main" noGrp="1"/>
          </p:cNvSpPr>
          <p:nvPr/>
        </p:nvSpPr>
        <p:spPr>
          <a:xfrm xmlns:a="http://schemas.openxmlformats.org/drawingml/2006/main">
            <a:off x="5609374" y="3121193"/>
            <a:ext cx="257443" cy="1753487"/>
          </a:xfrm>
          <a:custGeom xmlns:a="http://schemas.openxmlformats.org/drawingml/2006/main">
            <a:pathLst>
              <a:path w="166373" h="1133195">
                <a:moveTo>
                  <a:pt x="0" y="1133195"/>
                </a:moveTo>
                <a:lnTo>
                  <a:pt x="166373" y="1133195"/>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AC24559F-6C77-47A4-B063-371FF303BED0}"/>
              </a:ext>
            </a:extLst>
          </p:cNvPr>
          <p:cNvSpPr>
            <a:spLocks xmlns:a="http://schemas.openxmlformats.org/drawingml/2006/main" noGrp="1"/>
          </p:cNvSpPr>
          <p:nvPr/>
        </p:nvSpPr>
        <p:spPr>
          <a:xfrm xmlns:a="http://schemas.openxmlformats.org/drawingml/2006/main">
            <a:off x="6366560" y="3120176"/>
            <a:ext cx="257443" cy="1754504"/>
          </a:xfrm>
          <a:custGeom xmlns:a="http://schemas.openxmlformats.org/drawingml/2006/main">
            <a:pathLst>
              <a:path w="166373" h="1133853">
                <a:moveTo>
                  <a:pt x="0" y="1133853"/>
                </a:moveTo>
                <a:lnTo>
                  <a:pt x="166373" y="1133853"/>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563F6182-2B50-4454-8CFE-99422AA3F970}"/>
              </a:ext>
            </a:extLst>
          </p:cNvPr>
          <p:cNvSpPr>
            <a:spLocks xmlns:a="http://schemas.openxmlformats.org/drawingml/2006/main" noGrp="1"/>
          </p:cNvSpPr>
          <p:nvPr/>
        </p:nvSpPr>
        <p:spPr>
          <a:xfrm xmlns:a="http://schemas.openxmlformats.org/drawingml/2006/main">
            <a:off x="7123747" y="3054112"/>
            <a:ext cx="257443" cy="1820568"/>
          </a:xfrm>
          <a:custGeom xmlns:a="http://schemas.openxmlformats.org/drawingml/2006/main">
            <a:pathLst>
              <a:path w="166373" h="1176546">
                <a:moveTo>
                  <a:pt x="0" y="1176546"/>
                </a:moveTo>
                <a:lnTo>
                  <a:pt x="166373" y="1176546"/>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53079D5D-6A52-46A2-8D5B-7ACD1A3E5759}"/>
              </a:ext>
            </a:extLst>
          </p:cNvPr>
          <p:cNvSpPr>
            <a:spLocks xmlns:a="http://schemas.openxmlformats.org/drawingml/2006/main" noGrp="1"/>
          </p:cNvSpPr>
          <p:nvPr/>
        </p:nvSpPr>
        <p:spPr>
          <a:xfrm xmlns:a="http://schemas.openxmlformats.org/drawingml/2006/main">
            <a:off x="7880933" y="3050224"/>
            <a:ext cx="257443" cy="1824456"/>
          </a:xfrm>
          <a:custGeom xmlns:a="http://schemas.openxmlformats.org/drawingml/2006/main">
            <a:pathLst>
              <a:path w="166373" h="1179059">
                <a:moveTo>
                  <a:pt x="0" y="1179059"/>
                </a:moveTo>
                <a:lnTo>
                  <a:pt x="166373" y="1179059"/>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FA8CEE80-C82A-4ED8-BAD5-81E187E49258}"/>
              </a:ext>
            </a:extLst>
          </p:cNvPr>
          <p:cNvSpPr>
            <a:spLocks xmlns:a="http://schemas.openxmlformats.org/drawingml/2006/main" noGrp="1"/>
          </p:cNvSpPr>
          <p:nvPr/>
        </p:nvSpPr>
        <p:spPr>
          <a:xfrm xmlns:a="http://schemas.openxmlformats.org/drawingml/2006/main">
            <a:off x="4367588" y="3102406"/>
            <a:ext cx="257443" cy="1772274"/>
          </a:xfrm>
          <a:custGeom xmlns:a="http://schemas.openxmlformats.org/drawingml/2006/main">
            <a:pathLst>
              <a:path w="166373" h="1145336">
                <a:moveTo>
                  <a:pt x="0" y="1145336"/>
                </a:moveTo>
                <a:lnTo>
                  <a:pt x="166373" y="1145336"/>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E4296DC1-04FF-45D2-AD76-2545CE211503}"/>
              </a:ext>
            </a:extLst>
          </p:cNvPr>
          <p:cNvSpPr>
            <a:spLocks xmlns:a="http://schemas.openxmlformats.org/drawingml/2006/main" noGrp="1"/>
          </p:cNvSpPr>
          <p:nvPr/>
        </p:nvSpPr>
        <p:spPr>
          <a:xfrm xmlns:a="http://schemas.openxmlformats.org/drawingml/2006/main">
            <a:off x="5124774" y="3321856"/>
            <a:ext cx="257443" cy="1552824"/>
          </a:xfrm>
          <a:custGeom xmlns:a="http://schemas.openxmlformats.org/drawingml/2006/main">
            <a:pathLst>
              <a:path w="166373" h="1003517">
                <a:moveTo>
                  <a:pt x="0" y="1003517"/>
                </a:moveTo>
                <a:lnTo>
                  <a:pt x="166373" y="1003517"/>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945E3250-807B-4902-B80D-CF6C921919A2}"/>
              </a:ext>
            </a:extLst>
          </p:cNvPr>
          <p:cNvSpPr>
            <a:spLocks xmlns:a="http://schemas.openxmlformats.org/drawingml/2006/main" noGrp="1"/>
          </p:cNvSpPr>
          <p:nvPr/>
        </p:nvSpPr>
        <p:spPr>
          <a:xfrm xmlns:a="http://schemas.openxmlformats.org/drawingml/2006/main">
            <a:off x="5881961" y="2894912"/>
            <a:ext cx="257443" cy="1979768"/>
          </a:xfrm>
          <a:custGeom xmlns:a="http://schemas.openxmlformats.org/drawingml/2006/main">
            <a:pathLst>
              <a:path w="166373" h="1279430">
                <a:moveTo>
                  <a:pt x="0" y="1279430"/>
                </a:moveTo>
                <a:lnTo>
                  <a:pt x="166373" y="1279430"/>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011D81D1-BC7E-4D00-B8DC-904C442E916C}"/>
              </a:ext>
            </a:extLst>
          </p:cNvPr>
          <p:cNvSpPr>
            <a:spLocks xmlns:a="http://schemas.openxmlformats.org/drawingml/2006/main" noGrp="1"/>
          </p:cNvSpPr>
          <p:nvPr/>
        </p:nvSpPr>
        <p:spPr>
          <a:xfrm xmlns:a="http://schemas.openxmlformats.org/drawingml/2006/main">
            <a:off x="6639147" y="2891097"/>
            <a:ext cx="257443" cy="1983583"/>
          </a:xfrm>
          <a:custGeom xmlns:a="http://schemas.openxmlformats.org/drawingml/2006/main">
            <a:pathLst>
              <a:path w="166373" h="1281895">
                <a:moveTo>
                  <a:pt x="0" y="1281895"/>
                </a:moveTo>
                <a:lnTo>
                  <a:pt x="166373" y="1281895"/>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56A5E346-F62D-40CC-8FE1-AE69797A64FC}"/>
              </a:ext>
            </a:extLst>
          </p:cNvPr>
          <p:cNvSpPr>
            <a:spLocks xmlns:a="http://schemas.openxmlformats.org/drawingml/2006/main" noGrp="1"/>
          </p:cNvSpPr>
          <p:nvPr/>
        </p:nvSpPr>
        <p:spPr>
          <a:xfrm xmlns:a="http://schemas.openxmlformats.org/drawingml/2006/main">
            <a:off x="7396334" y="2846655"/>
            <a:ext cx="257443" cy="2028025"/>
          </a:xfrm>
          <a:custGeom xmlns:a="http://schemas.openxmlformats.org/drawingml/2006/main">
            <a:pathLst>
              <a:path w="166373" h="1310616">
                <a:moveTo>
                  <a:pt x="0" y="1310616"/>
                </a:moveTo>
                <a:lnTo>
                  <a:pt x="166373" y="1310616"/>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06293468-FB76-42F8-BC1F-C9A43A8F6802}"/>
              </a:ext>
            </a:extLst>
          </p:cNvPr>
          <p:cNvSpPr>
            <a:spLocks xmlns:a="http://schemas.openxmlformats.org/drawingml/2006/main" noGrp="1"/>
          </p:cNvSpPr>
          <p:nvPr/>
        </p:nvSpPr>
        <p:spPr>
          <a:xfrm xmlns:a="http://schemas.openxmlformats.org/drawingml/2006/main">
            <a:off x="8153520" y="2843784"/>
            <a:ext cx="257443" cy="2030896"/>
          </a:xfrm>
          <a:custGeom xmlns:a="http://schemas.openxmlformats.org/drawingml/2006/main">
            <a:pathLst>
              <a:path w="166373" h="1312472">
                <a:moveTo>
                  <a:pt x="0" y="1312472"/>
                </a:moveTo>
                <a:lnTo>
                  <a:pt x="166373" y="1312472"/>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72B654F8-164F-451C-B071-D1351A086928}"/>
              </a:ext>
            </a:extLst>
          </p:cNvPr>
          <p:cNvSpPr>
            <a:spLocks xmlns:a="http://schemas.openxmlformats.org/drawingml/2006/main" noGrp="1"/>
          </p:cNvSpPr>
          <p:nvPr/>
        </p:nvSpPr>
        <p:spPr>
          <a:xfrm xmlns:a="http://schemas.openxmlformats.org/drawingml/2006/main">
            <a:off x="4360016" y="4874680"/>
            <a:ext cx="95" cy="515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30" name="">
            <a:extLst xmlns:a="http://schemas.openxmlformats.org/drawingml/2006/main">
              <a:ext uri="{FF2B5EF4-FFF2-40B4-BE49-F238E27FC236}">
                <a16:creationId xmlns:a16="http://schemas.microsoft.com/office/drawing/2014/main" id="{5D60AF6F-2E74-4460-B650-04F4AB6055C5}"/>
              </a:ext>
            </a:extLst>
          </p:cNvPr>
          <p:cNvSpPr>
            <a:spLocks xmlns:a="http://schemas.openxmlformats.org/drawingml/2006/main" noGrp="1"/>
          </p:cNvSpPr>
          <p:nvPr/>
        </p:nvSpPr>
        <p:spPr>
          <a:xfrm xmlns:a="http://schemas.openxmlformats.org/drawingml/2006/main" rot="0">
            <a:off x="3957653" y="4936369"/>
            <a:ext cx="8022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Persistence</a:t>
            </a:r>
          </a:p>
        </p:txBody>
      </p:sp>
      <p:sp>
        <p:nvSpPr>
          <p:cNvPr id="31" name="Editable chart path">
            <a:extLst xmlns:a="http://schemas.openxmlformats.org/drawingml/2006/main">
              <a:ext uri="{FF2B5EF4-FFF2-40B4-BE49-F238E27FC236}">
                <a16:creationId xmlns:a16="http://schemas.microsoft.com/office/drawing/2014/main" id="{2679DD44-6F9C-42A5-9CA6-6528FFBCB63C}"/>
              </a:ext>
            </a:extLst>
          </p:cNvPr>
          <p:cNvSpPr>
            <a:spLocks xmlns:a="http://schemas.openxmlformats.org/drawingml/2006/main" noGrp="1"/>
          </p:cNvSpPr>
          <p:nvPr/>
        </p:nvSpPr>
        <p:spPr>
          <a:xfrm xmlns:a="http://schemas.openxmlformats.org/drawingml/2006/main">
            <a:off x="5117203" y="4874680"/>
            <a:ext cx="95" cy="515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32" name="">
            <a:extLst xmlns:a="http://schemas.openxmlformats.org/drawingml/2006/main">
              <a:ext uri="{FF2B5EF4-FFF2-40B4-BE49-F238E27FC236}">
                <a16:creationId xmlns:a16="http://schemas.microsoft.com/office/drawing/2014/main" id="{FD958D6D-CB63-4B45-902D-3D7F4D921C7E}"/>
              </a:ext>
            </a:extLst>
          </p:cNvPr>
          <p:cNvSpPr>
            <a:spLocks xmlns:a="http://schemas.openxmlformats.org/drawingml/2006/main" noGrp="1"/>
          </p:cNvSpPr>
          <p:nvPr/>
        </p:nvSpPr>
        <p:spPr>
          <a:xfrm xmlns:a="http://schemas.openxmlformats.org/drawingml/2006/main" rot="0">
            <a:off x="4789501" y="4937916"/>
            <a:ext cx="6478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Seasonal</a:t>
            </a:r>
          </a:p>
        </p:txBody>
      </p:sp>
      <p:sp>
        <p:nvSpPr>
          <p:cNvPr id="33" name="">
            <a:extLst xmlns:a="http://schemas.openxmlformats.org/drawingml/2006/main">
              <a:ext uri="{FF2B5EF4-FFF2-40B4-BE49-F238E27FC236}">
                <a16:creationId xmlns:a16="http://schemas.microsoft.com/office/drawing/2014/main" id="{5DCC4453-8A01-40A6-92E1-CD0C7CB04999}"/>
              </a:ext>
            </a:extLst>
          </p:cNvPr>
          <p:cNvSpPr>
            <a:spLocks xmlns:a="http://schemas.openxmlformats.org/drawingml/2006/main" noGrp="1"/>
          </p:cNvSpPr>
          <p:nvPr/>
        </p:nvSpPr>
        <p:spPr>
          <a:xfrm xmlns:a="http://schemas.openxmlformats.org/drawingml/2006/main" rot="0">
            <a:off x="4817233" y="5069792"/>
            <a:ext cx="5975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baseline</a:t>
            </a:r>
          </a:p>
        </p:txBody>
      </p:sp>
      <p:sp>
        <p:nvSpPr>
          <p:cNvPr id="34" name="Editable chart path">
            <a:extLst xmlns:a="http://schemas.openxmlformats.org/drawingml/2006/main">
              <a:ext uri="{FF2B5EF4-FFF2-40B4-BE49-F238E27FC236}">
                <a16:creationId xmlns:a16="http://schemas.microsoft.com/office/drawing/2014/main" id="{FE36E6A0-FFDD-4111-982A-6EF51A7FAA52}"/>
              </a:ext>
            </a:extLst>
          </p:cNvPr>
          <p:cNvSpPr>
            <a:spLocks xmlns:a="http://schemas.openxmlformats.org/drawingml/2006/main" noGrp="1"/>
          </p:cNvSpPr>
          <p:nvPr/>
        </p:nvSpPr>
        <p:spPr>
          <a:xfrm xmlns:a="http://schemas.openxmlformats.org/drawingml/2006/main">
            <a:off x="5874389" y="4874680"/>
            <a:ext cx="95" cy="515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35" name="">
            <a:extLst xmlns:a="http://schemas.openxmlformats.org/drawingml/2006/main">
              <a:ext uri="{FF2B5EF4-FFF2-40B4-BE49-F238E27FC236}">
                <a16:creationId xmlns:a16="http://schemas.microsoft.com/office/drawing/2014/main" id="{8637A3F5-323C-455E-8E8B-58CFD93EE55A}"/>
              </a:ext>
            </a:extLst>
          </p:cNvPr>
          <p:cNvSpPr>
            <a:spLocks xmlns:a="http://schemas.openxmlformats.org/drawingml/2006/main" noGrp="1"/>
          </p:cNvSpPr>
          <p:nvPr/>
        </p:nvSpPr>
        <p:spPr>
          <a:xfrm xmlns:a="http://schemas.openxmlformats.org/drawingml/2006/main" rot="0">
            <a:off x="5486857" y="4936369"/>
            <a:ext cx="76800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Regression</a:t>
            </a:r>
          </a:p>
        </p:txBody>
      </p:sp>
      <p:sp>
        <p:nvSpPr>
          <p:cNvPr id="36" name="Editable chart path">
            <a:extLst xmlns:a="http://schemas.openxmlformats.org/drawingml/2006/main">
              <a:ext uri="{FF2B5EF4-FFF2-40B4-BE49-F238E27FC236}">
                <a16:creationId xmlns:a16="http://schemas.microsoft.com/office/drawing/2014/main" id="{4EC063EE-BC3A-4413-A6DD-6371F70BCE1B}"/>
              </a:ext>
            </a:extLst>
          </p:cNvPr>
          <p:cNvSpPr>
            <a:spLocks xmlns:a="http://schemas.openxmlformats.org/drawingml/2006/main" noGrp="1"/>
          </p:cNvSpPr>
          <p:nvPr/>
        </p:nvSpPr>
        <p:spPr>
          <a:xfrm xmlns:a="http://schemas.openxmlformats.org/drawingml/2006/main">
            <a:off x="6631576" y="4874680"/>
            <a:ext cx="95" cy="515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37" name="">
            <a:extLst xmlns:a="http://schemas.openxmlformats.org/drawingml/2006/main">
              <a:ext uri="{FF2B5EF4-FFF2-40B4-BE49-F238E27FC236}">
                <a16:creationId xmlns:a16="http://schemas.microsoft.com/office/drawing/2014/main" id="{A534AB62-2C30-45B1-837F-163C39013E6D}"/>
              </a:ext>
            </a:extLst>
          </p:cNvPr>
          <p:cNvSpPr>
            <a:spLocks xmlns:a="http://schemas.openxmlformats.org/drawingml/2006/main" noGrp="1"/>
          </p:cNvSpPr>
          <p:nvPr/>
        </p:nvSpPr>
        <p:spPr>
          <a:xfrm xmlns:a="http://schemas.openxmlformats.org/drawingml/2006/main" rot="0">
            <a:off x="6244043" y="4937916"/>
            <a:ext cx="76800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Regression</a:t>
            </a:r>
          </a:p>
        </p:txBody>
      </p:sp>
      <p:sp>
        <p:nvSpPr>
          <p:cNvPr id="38" name="">
            <a:extLst xmlns:a="http://schemas.openxmlformats.org/drawingml/2006/main">
              <a:ext uri="{FF2B5EF4-FFF2-40B4-BE49-F238E27FC236}">
                <a16:creationId xmlns:a16="http://schemas.microsoft.com/office/drawing/2014/main" id="{5F8A2CEC-DB67-414D-858D-6B68D868694F}"/>
              </a:ext>
            </a:extLst>
          </p:cNvPr>
          <p:cNvSpPr>
            <a:spLocks xmlns:a="http://schemas.openxmlformats.org/drawingml/2006/main" noGrp="1"/>
          </p:cNvSpPr>
          <p:nvPr/>
        </p:nvSpPr>
        <p:spPr>
          <a:xfrm xmlns:a="http://schemas.openxmlformats.org/drawingml/2006/main" rot="0">
            <a:off x="6275817" y="5069792"/>
            <a:ext cx="7115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weather</a:t>
            </a:r>
          </a:p>
        </p:txBody>
      </p:sp>
      <p:sp>
        <p:nvSpPr>
          <p:cNvPr id="39" name="Editable chart path">
            <a:extLst xmlns:a="http://schemas.openxmlformats.org/drawingml/2006/main">
              <a:ext uri="{FF2B5EF4-FFF2-40B4-BE49-F238E27FC236}">
                <a16:creationId xmlns:a16="http://schemas.microsoft.com/office/drawing/2014/main" id="{D3C1C98C-3E6D-43EE-A7A0-8244934D8B35}"/>
              </a:ext>
            </a:extLst>
          </p:cNvPr>
          <p:cNvSpPr>
            <a:spLocks xmlns:a="http://schemas.openxmlformats.org/drawingml/2006/main" noGrp="1"/>
          </p:cNvSpPr>
          <p:nvPr/>
        </p:nvSpPr>
        <p:spPr>
          <a:xfrm xmlns:a="http://schemas.openxmlformats.org/drawingml/2006/main">
            <a:off x="7388762" y="4874680"/>
            <a:ext cx="95" cy="515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40" name="">
            <a:extLst xmlns:a="http://schemas.openxmlformats.org/drawingml/2006/main">
              <a:ext uri="{FF2B5EF4-FFF2-40B4-BE49-F238E27FC236}">
                <a16:creationId xmlns:a16="http://schemas.microsoft.com/office/drawing/2014/main" id="{5B6E8FC1-8946-4687-93B0-301F5E5423DE}"/>
              </a:ext>
            </a:extLst>
          </p:cNvPr>
          <p:cNvSpPr>
            <a:spLocks xmlns:a="http://schemas.openxmlformats.org/drawingml/2006/main" noGrp="1"/>
          </p:cNvSpPr>
          <p:nvPr/>
        </p:nvSpPr>
        <p:spPr>
          <a:xfrm xmlns:a="http://schemas.openxmlformats.org/drawingml/2006/main" rot="0">
            <a:off x="7060157" y="4936369"/>
            <a:ext cx="6483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41" name="Editable chart path">
            <a:extLst xmlns:a="http://schemas.openxmlformats.org/drawingml/2006/main">
              <a:ext uri="{FF2B5EF4-FFF2-40B4-BE49-F238E27FC236}">
                <a16:creationId xmlns:a16="http://schemas.microsoft.com/office/drawing/2014/main" id="{32911CA3-BE60-47CF-A071-B2DB0490AF3F}"/>
              </a:ext>
            </a:extLst>
          </p:cNvPr>
          <p:cNvSpPr>
            <a:spLocks xmlns:a="http://schemas.openxmlformats.org/drawingml/2006/main" noGrp="1"/>
          </p:cNvSpPr>
          <p:nvPr/>
        </p:nvSpPr>
        <p:spPr>
          <a:xfrm xmlns:a="http://schemas.openxmlformats.org/drawingml/2006/main">
            <a:off x="8145949" y="4874680"/>
            <a:ext cx="95" cy="5158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42" name="">
            <a:extLst xmlns:a="http://schemas.openxmlformats.org/drawingml/2006/main">
              <a:ext uri="{FF2B5EF4-FFF2-40B4-BE49-F238E27FC236}">
                <a16:creationId xmlns:a16="http://schemas.microsoft.com/office/drawing/2014/main" id="{6C697446-1432-4B7E-874A-968066D4E0DE}"/>
              </a:ext>
            </a:extLst>
          </p:cNvPr>
          <p:cNvSpPr>
            <a:spLocks xmlns:a="http://schemas.openxmlformats.org/drawingml/2006/main" noGrp="1"/>
          </p:cNvSpPr>
          <p:nvPr/>
        </p:nvSpPr>
        <p:spPr>
          <a:xfrm xmlns:a="http://schemas.openxmlformats.org/drawingml/2006/main" rot="0">
            <a:off x="7817343" y="4937916"/>
            <a:ext cx="6483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43" name="">
            <a:extLst xmlns:a="http://schemas.openxmlformats.org/drawingml/2006/main">
              <a:ext uri="{FF2B5EF4-FFF2-40B4-BE49-F238E27FC236}">
                <a16:creationId xmlns:a16="http://schemas.microsoft.com/office/drawing/2014/main" id="{B646DBE2-B5E5-4E69-9808-6C7A73F52EA3}"/>
              </a:ext>
            </a:extLst>
          </p:cNvPr>
          <p:cNvSpPr>
            <a:spLocks xmlns:a="http://schemas.openxmlformats.org/drawingml/2006/main" noGrp="1"/>
          </p:cNvSpPr>
          <p:nvPr/>
        </p:nvSpPr>
        <p:spPr>
          <a:xfrm xmlns:a="http://schemas.openxmlformats.org/drawingml/2006/main" rot="0">
            <a:off x="7790190" y="5069792"/>
            <a:ext cx="7115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weather</a:t>
            </a:r>
          </a:p>
        </p:txBody>
      </p:sp>
      <p:sp>
        <p:nvSpPr>
          <p:cNvPr id="44" name="Editable chart path">
            <a:extLst xmlns:a="http://schemas.openxmlformats.org/drawingml/2006/main">
              <a:ext uri="{FF2B5EF4-FFF2-40B4-BE49-F238E27FC236}">
                <a16:creationId xmlns:a16="http://schemas.microsoft.com/office/drawing/2014/main" id="{BBAD4724-9675-49CF-A5C1-F0BAB347E097}"/>
              </a:ext>
            </a:extLst>
          </p:cNvPr>
          <p:cNvSpPr>
            <a:spLocks xmlns:a="http://schemas.openxmlformats.org/drawingml/2006/main" noGrp="1"/>
          </p:cNvSpPr>
          <p:nvPr/>
        </p:nvSpPr>
        <p:spPr>
          <a:xfrm xmlns:a="http://schemas.openxmlformats.org/drawingml/2006/main">
            <a:off x="3879203" y="4874680"/>
            <a:ext cx="4747559"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8843">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C9198438-999C-47F8-8BBC-3C50D7AC87B4}"/>
              </a:ext>
            </a:extLst>
          </p:cNvPr>
          <p:cNvSpPr>
            <a:spLocks xmlns:a="http://schemas.openxmlformats.org/drawingml/2006/main" noGrp="1"/>
          </p:cNvSpPr>
          <p:nvPr/>
        </p:nvSpPr>
        <p:spPr>
          <a:xfrm xmlns:a="http://schemas.openxmlformats.org/drawingml/2006/main">
            <a:off x="3827617" y="4874680"/>
            <a:ext cx="515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46" name="">
            <a:extLst xmlns:a="http://schemas.openxmlformats.org/drawingml/2006/main">
              <a:ext uri="{FF2B5EF4-FFF2-40B4-BE49-F238E27FC236}">
                <a16:creationId xmlns:a16="http://schemas.microsoft.com/office/drawing/2014/main" id="{AAFF6254-3570-4102-B1E8-DCCF3DFFC177}"/>
              </a:ext>
            </a:extLst>
          </p:cNvPr>
          <p:cNvSpPr>
            <a:spLocks xmlns:a="http://schemas.openxmlformats.org/drawingml/2006/main" noGrp="1"/>
          </p:cNvSpPr>
          <p:nvPr/>
        </p:nvSpPr>
        <p:spPr>
          <a:xfrm xmlns:a="http://schemas.openxmlformats.org/drawingml/2006/main" rot="0">
            <a:off x="3561021" y="4791103"/>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a:t>
            </a:r>
          </a:p>
        </p:txBody>
      </p:sp>
      <p:sp>
        <p:nvSpPr>
          <p:cNvPr id="47" name="Editable chart path">
            <a:extLst xmlns:a="http://schemas.openxmlformats.org/drawingml/2006/main">
              <a:ext uri="{FF2B5EF4-FFF2-40B4-BE49-F238E27FC236}">
                <a16:creationId xmlns:a16="http://schemas.microsoft.com/office/drawing/2014/main" id="{015038EF-28C2-4081-962C-3B19D205AF68}"/>
              </a:ext>
            </a:extLst>
          </p:cNvPr>
          <p:cNvSpPr>
            <a:spLocks xmlns:a="http://schemas.openxmlformats.org/drawingml/2006/main" noGrp="1"/>
          </p:cNvSpPr>
          <p:nvPr/>
        </p:nvSpPr>
        <p:spPr>
          <a:xfrm xmlns:a="http://schemas.openxmlformats.org/drawingml/2006/main">
            <a:off x="3879203" y="4511293"/>
            <a:ext cx="4747559"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8843">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A343829D-4A08-4B69-9A3D-63921E82FFA2}"/>
              </a:ext>
            </a:extLst>
          </p:cNvPr>
          <p:cNvSpPr>
            <a:spLocks xmlns:a="http://schemas.openxmlformats.org/drawingml/2006/main" noGrp="1"/>
          </p:cNvSpPr>
          <p:nvPr/>
        </p:nvSpPr>
        <p:spPr>
          <a:xfrm xmlns:a="http://schemas.openxmlformats.org/drawingml/2006/main">
            <a:off x="3827617" y="4511293"/>
            <a:ext cx="515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49" name="">
            <a:extLst xmlns:a="http://schemas.openxmlformats.org/drawingml/2006/main">
              <a:ext uri="{FF2B5EF4-FFF2-40B4-BE49-F238E27FC236}">
                <a16:creationId xmlns:a16="http://schemas.microsoft.com/office/drawing/2014/main" id="{89F808DD-CDF2-438C-9802-3B980B28A55A}"/>
              </a:ext>
            </a:extLst>
          </p:cNvPr>
          <p:cNvSpPr>
            <a:spLocks xmlns:a="http://schemas.openxmlformats.org/drawingml/2006/main" noGrp="1"/>
          </p:cNvSpPr>
          <p:nvPr/>
        </p:nvSpPr>
        <p:spPr>
          <a:xfrm xmlns:a="http://schemas.openxmlformats.org/drawingml/2006/main" rot="0">
            <a:off x="3583099" y="4427716"/>
            <a:ext cx="1664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0.1</a:t>
            </a:r>
          </a:p>
        </p:txBody>
      </p:sp>
      <p:sp>
        <p:nvSpPr>
          <p:cNvPr id="50" name="Editable chart path">
            <a:extLst xmlns:a="http://schemas.openxmlformats.org/drawingml/2006/main">
              <a:ext uri="{FF2B5EF4-FFF2-40B4-BE49-F238E27FC236}">
                <a16:creationId xmlns:a16="http://schemas.microsoft.com/office/drawing/2014/main" id="{BCB4242D-B4D0-4EC4-9A32-2A14BD524A93}"/>
              </a:ext>
            </a:extLst>
          </p:cNvPr>
          <p:cNvSpPr>
            <a:spLocks xmlns:a="http://schemas.openxmlformats.org/drawingml/2006/main" noGrp="1"/>
          </p:cNvSpPr>
          <p:nvPr/>
        </p:nvSpPr>
        <p:spPr>
          <a:xfrm xmlns:a="http://schemas.openxmlformats.org/drawingml/2006/main">
            <a:off x="3879203" y="4147906"/>
            <a:ext cx="4747559"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8843">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69F87CE5-DB5C-4125-B350-0176D629FFF5}"/>
              </a:ext>
            </a:extLst>
          </p:cNvPr>
          <p:cNvSpPr>
            <a:spLocks xmlns:a="http://schemas.openxmlformats.org/drawingml/2006/main" noGrp="1"/>
          </p:cNvSpPr>
          <p:nvPr/>
        </p:nvSpPr>
        <p:spPr>
          <a:xfrm xmlns:a="http://schemas.openxmlformats.org/drawingml/2006/main">
            <a:off x="3827617" y="4147906"/>
            <a:ext cx="515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52" name="">
            <a:extLst xmlns:a="http://schemas.openxmlformats.org/drawingml/2006/main">
              <a:ext uri="{FF2B5EF4-FFF2-40B4-BE49-F238E27FC236}">
                <a16:creationId xmlns:a16="http://schemas.microsoft.com/office/drawing/2014/main" id="{E2831806-3028-433C-ACA4-A87FACAB3A07}"/>
              </a:ext>
            </a:extLst>
          </p:cNvPr>
          <p:cNvSpPr>
            <a:spLocks xmlns:a="http://schemas.openxmlformats.org/drawingml/2006/main" noGrp="1"/>
          </p:cNvSpPr>
          <p:nvPr/>
        </p:nvSpPr>
        <p:spPr>
          <a:xfrm xmlns:a="http://schemas.openxmlformats.org/drawingml/2006/main" rot="0">
            <a:off x="3565798" y="4064329"/>
            <a:ext cx="2020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0.2</a:t>
            </a:r>
          </a:p>
        </p:txBody>
      </p:sp>
      <p:sp>
        <p:nvSpPr>
          <p:cNvPr id="53" name="Editable chart path">
            <a:extLst xmlns:a="http://schemas.openxmlformats.org/drawingml/2006/main">
              <a:ext uri="{FF2B5EF4-FFF2-40B4-BE49-F238E27FC236}">
                <a16:creationId xmlns:a16="http://schemas.microsoft.com/office/drawing/2014/main" id="{467BE2D2-F032-453B-B158-A0E7F632F39D}"/>
              </a:ext>
            </a:extLst>
          </p:cNvPr>
          <p:cNvSpPr>
            <a:spLocks xmlns:a="http://schemas.openxmlformats.org/drawingml/2006/main" noGrp="1"/>
          </p:cNvSpPr>
          <p:nvPr/>
        </p:nvSpPr>
        <p:spPr>
          <a:xfrm xmlns:a="http://schemas.openxmlformats.org/drawingml/2006/main">
            <a:off x="3879203" y="3784520"/>
            <a:ext cx="4747559"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8843">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D0CA47C0-5362-498B-9EC9-7D37D697B15A}"/>
              </a:ext>
            </a:extLst>
          </p:cNvPr>
          <p:cNvSpPr>
            <a:spLocks xmlns:a="http://schemas.openxmlformats.org/drawingml/2006/main" noGrp="1"/>
          </p:cNvSpPr>
          <p:nvPr/>
        </p:nvSpPr>
        <p:spPr>
          <a:xfrm xmlns:a="http://schemas.openxmlformats.org/drawingml/2006/main">
            <a:off x="3827617" y="3784520"/>
            <a:ext cx="515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55" name="">
            <a:extLst xmlns:a="http://schemas.openxmlformats.org/drawingml/2006/main">
              <a:ext uri="{FF2B5EF4-FFF2-40B4-BE49-F238E27FC236}">
                <a16:creationId xmlns:a16="http://schemas.microsoft.com/office/drawing/2014/main" id="{EA7E6691-BA48-4EE4-BA81-9024B34CF902}"/>
              </a:ext>
            </a:extLst>
          </p:cNvPr>
          <p:cNvSpPr>
            <a:spLocks xmlns:a="http://schemas.openxmlformats.org/drawingml/2006/main" noGrp="1"/>
          </p:cNvSpPr>
          <p:nvPr/>
        </p:nvSpPr>
        <p:spPr>
          <a:xfrm xmlns:a="http://schemas.openxmlformats.org/drawingml/2006/main" rot="0">
            <a:off x="3566007" y="3700942"/>
            <a:ext cx="20393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0.3</a:t>
            </a:r>
          </a:p>
        </p:txBody>
      </p:sp>
      <p:sp>
        <p:nvSpPr>
          <p:cNvPr id="56" name="Editable chart path">
            <a:extLst xmlns:a="http://schemas.openxmlformats.org/drawingml/2006/main">
              <a:ext uri="{FF2B5EF4-FFF2-40B4-BE49-F238E27FC236}">
                <a16:creationId xmlns:a16="http://schemas.microsoft.com/office/drawing/2014/main" id="{B982E722-0AFA-45E4-9DDA-2141350C1886}"/>
              </a:ext>
            </a:extLst>
          </p:cNvPr>
          <p:cNvSpPr>
            <a:spLocks xmlns:a="http://schemas.openxmlformats.org/drawingml/2006/main" noGrp="1"/>
          </p:cNvSpPr>
          <p:nvPr/>
        </p:nvSpPr>
        <p:spPr>
          <a:xfrm xmlns:a="http://schemas.openxmlformats.org/drawingml/2006/main">
            <a:off x="3879203" y="3421133"/>
            <a:ext cx="4747559"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8843">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86E49FC7-C187-415E-8A04-DC0C4E1079C6}"/>
              </a:ext>
            </a:extLst>
          </p:cNvPr>
          <p:cNvSpPr>
            <a:spLocks xmlns:a="http://schemas.openxmlformats.org/drawingml/2006/main" noGrp="1"/>
          </p:cNvSpPr>
          <p:nvPr/>
        </p:nvSpPr>
        <p:spPr>
          <a:xfrm xmlns:a="http://schemas.openxmlformats.org/drawingml/2006/main">
            <a:off x="3827617" y="3421133"/>
            <a:ext cx="515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58" name="">
            <a:extLst xmlns:a="http://schemas.openxmlformats.org/drawingml/2006/main">
              <a:ext uri="{FF2B5EF4-FFF2-40B4-BE49-F238E27FC236}">
                <a16:creationId xmlns:a16="http://schemas.microsoft.com/office/drawing/2014/main" id="{5EE21707-E695-4369-AD1B-AED2EC5AC18F}"/>
              </a:ext>
            </a:extLst>
          </p:cNvPr>
          <p:cNvSpPr>
            <a:spLocks xmlns:a="http://schemas.openxmlformats.org/drawingml/2006/main" noGrp="1"/>
          </p:cNvSpPr>
          <p:nvPr/>
        </p:nvSpPr>
        <p:spPr>
          <a:xfrm xmlns:a="http://schemas.openxmlformats.org/drawingml/2006/main" rot="0">
            <a:off x="3561051" y="3337556"/>
            <a:ext cx="2095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a:t>
            </a:r>
          </a:p>
        </p:txBody>
      </p:sp>
      <p:sp>
        <p:nvSpPr>
          <p:cNvPr id="59" name="Editable chart path">
            <a:extLst xmlns:a="http://schemas.openxmlformats.org/drawingml/2006/main">
              <a:ext uri="{FF2B5EF4-FFF2-40B4-BE49-F238E27FC236}">
                <a16:creationId xmlns:a16="http://schemas.microsoft.com/office/drawing/2014/main" id="{B9F235BF-2D24-4FB3-9C82-87C068A7E1D0}"/>
              </a:ext>
            </a:extLst>
          </p:cNvPr>
          <p:cNvSpPr>
            <a:spLocks xmlns:a="http://schemas.openxmlformats.org/drawingml/2006/main" noGrp="1"/>
          </p:cNvSpPr>
          <p:nvPr/>
        </p:nvSpPr>
        <p:spPr>
          <a:xfrm xmlns:a="http://schemas.openxmlformats.org/drawingml/2006/main">
            <a:off x="3879203" y="3057746"/>
            <a:ext cx="4747559"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8843">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5A7960A8-5211-4200-A192-39662E917CBD}"/>
              </a:ext>
            </a:extLst>
          </p:cNvPr>
          <p:cNvSpPr>
            <a:spLocks xmlns:a="http://schemas.openxmlformats.org/drawingml/2006/main" noGrp="1"/>
          </p:cNvSpPr>
          <p:nvPr/>
        </p:nvSpPr>
        <p:spPr>
          <a:xfrm xmlns:a="http://schemas.openxmlformats.org/drawingml/2006/main">
            <a:off x="3827617" y="3057746"/>
            <a:ext cx="5158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791">
            <a:solidFill>
              <a:srgbClr val="5A6683"/>
            </a:solidFill>
            <a:prstDash val="solid"/>
          </a:ln>
        </p:spPr>
      </p:sp>
      <p:sp>
        <p:nvSpPr>
          <p:cNvPr id="61" name="">
            <a:extLst xmlns:a="http://schemas.openxmlformats.org/drawingml/2006/main">
              <a:ext uri="{FF2B5EF4-FFF2-40B4-BE49-F238E27FC236}">
                <a16:creationId xmlns:a16="http://schemas.microsoft.com/office/drawing/2014/main" id="{2AFF1592-F1F9-4FBA-A4B8-D057FF8ACBCB}"/>
              </a:ext>
            </a:extLst>
          </p:cNvPr>
          <p:cNvSpPr>
            <a:spLocks xmlns:a="http://schemas.openxmlformats.org/drawingml/2006/main" noGrp="1"/>
          </p:cNvSpPr>
          <p:nvPr/>
        </p:nvSpPr>
        <p:spPr>
          <a:xfrm xmlns:a="http://schemas.openxmlformats.org/drawingml/2006/main" rot="0">
            <a:off x="3560358" y="2974169"/>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a:t>
            </a:r>
          </a:p>
        </p:txBody>
      </p:sp>
      <p:sp>
        <p:nvSpPr>
          <p:cNvPr id="62" name="Editable chart path">
            <a:extLst xmlns:a="http://schemas.openxmlformats.org/drawingml/2006/main">
              <a:ext uri="{FF2B5EF4-FFF2-40B4-BE49-F238E27FC236}">
                <a16:creationId xmlns:a16="http://schemas.microsoft.com/office/drawing/2014/main" id="{1264E0F9-4899-4DDF-AE66-D38E80360C20}"/>
              </a:ext>
            </a:extLst>
          </p:cNvPr>
          <p:cNvSpPr>
            <a:spLocks xmlns:a="http://schemas.openxmlformats.org/drawingml/2006/main" noGrp="1"/>
          </p:cNvSpPr>
          <p:nvPr/>
        </p:nvSpPr>
        <p:spPr>
          <a:xfrm xmlns:a="http://schemas.openxmlformats.org/drawingml/2006/main">
            <a:off x="3879203" y="3912068"/>
            <a:ext cx="4747559"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11791">
            <a:solidFill>
              <a:srgbClr val="224889"/>
            </a:solidFill>
            <a:prstDash val="dash"/>
          </a:ln>
        </p:spPr>
      </p:sp>
      <p:sp>
        <p:nvSpPr>
          <p:cNvPr id="63" name="Editable chart path">
            <a:extLst xmlns:a="http://schemas.openxmlformats.org/drawingml/2006/main">
              <a:ext uri="{FF2B5EF4-FFF2-40B4-BE49-F238E27FC236}">
                <a16:creationId xmlns:a16="http://schemas.microsoft.com/office/drawing/2014/main" id="{BBF75086-58CD-4998-8B47-963A09B5FEEF}"/>
              </a:ext>
            </a:extLst>
          </p:cNvPr>
          <p:cNvSpPr>
            <a:spLocks xmlns:a="http://schemas.openxmlformats.org/drawingml/2006/main" noGrp="1"/>
          </p:cNvSpPr>
          <p:nvPr/>
        </p:nvSpPr>
        <p:spPr>
          <a:xfrm xmlns:a="http://schemas.openxmlformats.org/drawingml/2006/main">
            <a:off x="3879203" y="3700432"/>
            <a:ext cx="4747559"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11791">
            <a:solidFill>
              <a:srgbClr val="C0453C"/>
            </a:solidFill>
            <a:prstDash val="dash"/>
          </a:ln>
        </p:spPr>
      </p:sp>
      <p:sp>
        <p:nvSpPr>
          <p:cNvPr id="64" name="Editable chart path">
            <a:extLst xmlns:a="http://schemas.openxmlformats.org/drawingml/2006/main">
              <a:ext uri="{FF2B5EF4-FFF2-40B4-BE49-F238E27FC236}">
                <a16:creationId xmlns:a16="http://schemas.microsoft.com/office/drawing/2014/main" id="{85A8ECCF-28E2-45A8-AEA9-6A5BBF0268A3}"/>
              </a:ext>
            </a:extLst>
          </p:cNvPr>
          <p:cNvSpPr>
            <a:spLocks xmlns:a="http://schemas.openxmlformats.org/drawingml/2006/main" noGrp="1"/>
          </p:cNvSpPr>
          <p:nvPr/>
        </p:nvSpPr>
        <p:spPr>
          <a:xfrm xmlns:a="http://schemas.openxmlformats.org/drawingml/2006/main">
            <a:off x="3879203" y="2742239"/>
            <a:ext cx="95" cy="2132441"/>
          </a:xfrm>
          <a:custGeom xmlns:a="http://schemas.openxmlformats.org/drawingml/2006/main">
            <a:pathLst>
              <a:path w="95" h="1378095">
                <a:moveTo>
                  <a:pt x="0" y="1378095"/>
                </a:moveTo>
                <a:lnTo>
                  <a:pt x="0" y="0"/>
                </a:lnTo>
              </a:path>
            </a:pathLst>
          </a:custGeom>
          <a:noFill xmlns:a="http://schemas.openxmlformats.org/drawingml/2006/main"/>
          <a:ln xmlns:a="http://schemas.openxmlformats.org/drawingml/2006/main" w="11791">
            <a:solidFill>
              <a:srgbClr val="5A6683"/>
            </a:solidFill>
            <a:prstDash val="solid"/>
          </a:ln>
        </p:spPr>
      </p:sp>
      <p:sp>
        <p:nvSpPr>
          <p:cNvPr id="65" name="Editable chart path">
            <a:extLst xmlns:a="http://schemas.openxmlformats.org/drawingml/2006/main">
              <a:ext uri="{FF2B5EF4-FFF2-40B4-BE49-F238E27FC236}">
                <a16:creationId xmlns:a16="http://schemas.microsoft.com/office/drawing/2014/main" id="{AC552FE2-A7F1-45E8-9D5E-4AF795430B08}"/>
              </a:ext>
            </a:extLst>
          </p:cNvPr>
          <p:cNvSpPr>
            <a:spLocks xmlns:a="http://schemas.openxmlformats.org/drawingml/2006/main" noGrp="1"/>
          </p:cNvSpPr>
          <p:nvPr/>
        </p:nvSpPr>
        <p:spPr>
          <a:xfrm xmlns:a="http://schemas.openxmlformats.org/drawingml/2006/main">
            <a:off x="3879203" y="4874680"/>
            <a:ext cx="4747559"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11791">
            <a:solidFill>
              <a:srgbClr val="5A6683"/>
            </a:solidFill>
            <a:prstDash val="solid"/>
          </a:ln>
        </p:spPr>
      </p:sp>
      <p:sp>
        <p:nvSpPr>
          <p:cNvPr id="66" name="">
            <a:extLst xmlns:a="http://schemas.openxmlformats.org/drawingml/2006/main">
              <a:ext uri="{FF2B5EF4-FFF2-40B4-BE49-F238E27FC236}">
                <a16:creationId xmlns:a16="http://schemas.microsoft.com/office/drawing/2014/main" id="{74642270-C109-47E6-BE14-9229B57DB5FA}"/>
              </a:ext>
            </a:extLst>
          </p:cNvPr>
          <p:cNvSpPr>
            <a:spLocks xmlns:a="http://schemas.openxmlformats.org/drawingml/2006/main" noGrp="1"/>
          </p:cNvSpPr>
          <p:nvPr/>
        </p:nvSpPr>
        <p:spPr>
          <a:xfrm xmlns:a="http://schemas.openxmlformats.org/drawingml/2006/main" rot="0">
            <a:off x="4103887" y="3138721"/>
            <a:ext cx="37795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0.428</a:t>
            </a:r>
          </a:p>
        </p:txBody>
      </p:sp>
      <p:sp>
        <p:nvSpPr>
          <p:cNvPr id="67" name="">
            <a:extLst xmlns:a="http://schemas.openxmlformats.org/drawingml/2006/main">
              <a:ext uri="{FF2B5EF4-FFF2-40B4-BE49-F238E27FC236}">
                <a16:creationId xmlns:a16="http://schemas.microsoft.com/office/drawing/2014/main" id="{8E68EC12-2AD2-4224-B389-865A5FF41884}"/>
              </a:ext>
            </a:extLst>
          </p:cNvPr>
          <p:cNvSpPr>
            <a:spLocks xmlns:a="http://schemas.openxmlformats.org/drawingml/2006/main" noGrp="1"/>
          </p:cNvSpPr>
          <p:nvPr/>
        </p:nvSpPr>
        <p:spPr>
          <a:xfrm xmlns:a="http://schemas.openxmlformats.org/drawingml/2006/main" rot="0">
            <a:off x="4861074" y="3339783"/>
            <a:ext cx="36042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0.372</a:t>
            </a:r>
          </a:p>
        </p:txBody>
      </p:sp>
      <p:sp>
        <p:nvSpPr>
          <p:cNvPr id="68" name="">
            <a:extLst xmlns:a="http://schemas.openxmlformats.org/drawingml/2006/main">
              <a:ext uri="{FF2B5EF4-FFF2-40B4-BE49-F238E27FC236}">
                <a16:creationId xmlns:a16="http://schemas.microsoft.com/office/drawing/2014/main" id="{E2375164-E814-4344-A1DF-7426A5665D2B}"/>
              </a:ext>
            </a:extLst>
          </p:cNvPr>
          <p:cNvSpPr>
            <a:spLocks xmlns:a="http://schemas.openxmlformats.org/drawingml/2006/main" noGrp="1"/>
          </p:cNvSpPr>
          <p:nvPr/>
        </p:nvSpPr>
        <p:spPr>
          <a:xfrm xmlns:a="http://schemas.openxmlformats.org/drawingml/2006/main" rot="0">
            <a:off x="5618260" y="2939330"/>
            <a:ext cx="3798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0.483</a:t>
            </a:r>
          </a:p>
        </p:txBody>
      </p:sp>
      <p:sp>
        <p:nvSpPr>
          <p:cNvPr id="69" name="">
            <a:extLst xmlns:a="http://schemas.openxmlformats.org/drawingml/2006/main">
              <a:ext uri="{FF2B5EF4-FFF2-40B4-BE49-F238E27FC236}">
                <a16:creationId xmlns:a16="http://schemas.microsoft.com/office/drawing/2014/main" id="{52614216-B996-426F-B4E2-98C451758087}"/>
              </a:ext>
            </a:extLst>
          </p:cNvPr>
          <p:cNvSpPr>
            <a:spLocks xmlns:a="http://schemas.openxmlformats.org/drawingml/2006/main" noGrp="1"/>
          </p:cNvSpPr>
          <p:nvPr/>
        </p:nvSpPr>
        <p:spPr>
          <a:xfrm xmlns:a="http://schemas.openxmlformats.org/drawingml/2006/main" rot="0">
            <a:off x="6375447" y="2938313"/>
            <a:ext cx="3798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0.483</a:t>
            </a:r>
          </a:p>
        </p:txBody>
      </p:sp>
      <p:sp>
        <p:nvSpPr>
          <p:cNvPr id="70" name="">
            <a:extLst xmlns:a="http://schemas.openxmlformats.org/drawingml/2006/main">
              <a:ext uri="{FF2B5EF4-FFF2-40B4-BE49-F238E27FC236}">
                <a16:creationId xmlns:a16="http://schemas.microsoft.com/office/drawing/2014/main" id="{D8070456-21B4-4F74-BC15-DE7943D1D4F5}"/>
              </a:ext>
            </a:extLst>
          </p:cNvPr>
          <p:cNvSpPr>
            <a:spLocks xmlns:a="http://schemas.openxmlformats.org/drawingml/2006/main" noGrp="1"/>
          </p:cNvSpPr>
          <p:nvPr/>
        </p:nvSpPr>
        <p:spPr>
          <a:xfrm xmlns:a="http://schemas.openxmlformats.org/drawingml/2006/main" rot="0">
            <a:off x="7132633" y="2872249"/>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0.501</a:t>
            </a:r>
          </a:p>
        </p:txBody>
      </p:sp>
      <p:sp>
        <p:nvSpPr>
          <p:cNvPr id="71" name="">
            <a:extLst xmlns:a="http://schemas.openxmlformats.org/drawingml/2006/main">
              <a:ext uri="{FF2B5EF4-FFF2-40B4-BE49-F238E27FC236}">
                <a16:creationId xmlns:a16="http://schemas.microsoft.com/office/drawing/2014/main" id="{DEEA20E0-1721-4175-B2A3-4B1C07DDD472}"/>
              </a:ext>
            </a:extLst>
          </p:cNvPr>
          <p:cNvSpPr>
            <a:spLocks xmlns:a="http://schemas.openxmlformats.org/drawingml/2006/main" noGrp="1"/>
          </p:cNvSpPr>
          <p:nvPr/>
        </p:nvSpPr>
        <p:spPr>
          <a:xfrm xmlns:a="http://schemas.openxmlformats.org/drawingml/2006/main" rot="0">
            <a:off x="7889820" y="2868361"/>
            <a:ext cx="3773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0.502</a:t>
            </a:r>
          </a:p>
        </p:txBody>
      </p:sp>
      <p:sp>
        <p:nvSpPr>
          <p:cNvPr id="72" name="">
            <a:extLst xmlns:a="http://schemas.openxmlformats.org/drawingml/2006/main">
              <a:ext uri="{FF2B5EF4-FFF2-40B4-BE49-F238E27FC236}">
                <a16:creationId xmlns:a16="http://schemas.microsoft.com/office/drawing/2014/main" id="{D4AADE14-9B81-41C8-8515-AC72E111A88F}"/>
              </a:ext>
            </a:extLst>
          </p:cNvPr>
          <p:cNvSpPr>
            <a:spLocks xmlns:a="http://schemas.openxmlformats.org/drawingml/2006/main" noGrp="1"/>
          </p:cNvSpPr>
          <p:nvPr/>
        </p:nvSpPr>
        <p:spPr>
          <a:xfrm xmlns:a="http://schemas.openxmlformats.org/drawingml/2006/main" rot="0">
            <a:off x="4376474" y="2920543"/>
            <a:ext cx="38576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0.488</a:t>
            </a:r>
          </a:p>
        </p:txBody>
      </p:sp>
      <p:sp>
        <p:nvSpPr>
          <p:cNvPr id="73" name="">
            <a:extLst xmlns:a="http://schemas.openxmlformats.org/drawingml/2006/main">
              <a:ext uri="{FF2B5EF4-FFF2-40B4-BE49-F238E27FC236}">
                <a16:creationId xmlns:a16="http://schemas.microsoft.com/office/drawing/2014/main" id="{6C9BE7E2-16F2-493B-8284-376D2956A294}"/>
              </a:ext>
            </a:extLst>
          </p:cNvPr>
          <p:cNvSpPr>
            <a:spLocks xmlns:a="http://schemas.openxmlformats.org/drawingml/2006/main" noGrp="1"/>
          </p:cNvSpPr>
          <p:nvPr/>
        </p:nvSpPr>
        <p:spPr>
          <a:xfrm xmlns:a="http://schemas.openxmlformats.org/drawingml/2006/main" rot="0">
            <a:off x="5133661" y="3139992"/>
            <a:ext cx="36604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0.427</a:t>
            </a:r>
          </a:p>
        </p:txBody>
      </p:sp>
      <p:sp>
        <p:nvSpPr>
          <p:cNvPr id="74" name="">
            <a:extLst xmlns:a="http://schemas.openxmlformats.org/drawingml/2006/main">
              <a:ext uri="{FF2B5EF4-FFF2-40B4-BE49-F238E27FC236}">
                <a16:creationId xmlns:a16="http://schemas.microsoft.com/office/drawing/2014/main" id="{1559B6C8-448F-4DBC-8CBB-BDE242F2B9D2}"/>
              </a:ext>
            </a:extLst>
          </p:cNvPr>
          <p:cNvSpPr>
            <a:spLocks xmlns:a="http://schemas.openxmlformats.org/drawingml/2006/main" noGrp="1"/>
          </p:cNvSpPr>
          <p:nvPr/>
        </p:nvSpPr>
        <p:spPr>
          <a:xfrm xmlns:a="http://schemas.openxmlformats.org/drawingml/2006/main" rot="0">
            <a:off x="5890847" y="2713049"/>
            <a:ext cx="38490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0.545</a:t>
            </a:r>
          </a:p>
        </p:txBody>
      </p:sp>
      <p:sp>
        <p:nvSpPr>
          <p:cNvPr id="75" name="">
            <a:extLst xmlns:a="http://schemas.openxmlformats.org/drawingml/2006/main">
              <a:ext uri="{FF2B5EF4-FFF2-40B4-BE49-F238E27FC236}">
                <a16:creationId xmlns:a16="http://schemas.microsoft.com/office/drawing/2014/main" id="{2AA65F5C-99FA-43A1-9EA6-CB12C9A3E1D3}"/>
              </a:ext>
            </a:extLst>
          </p:cNvPr>
          <p:cNvSpPr>
            <a:spLocks xmlns:a="http://schemas.openxmlformats.org/drawingml/2006/main" noGrp="1"/>
          </p:cNvSpPr>
          <p:nvPr/>
        </p:nvSpPr>
        <p:spPr>
          <a:xfrm xmlns:a="http://schemas.openxmlformats.org/drawingml/2006/main" rot="0">
            <a:off x="6648034" y="2709234"/>
            <a:ext cx="3858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0.546</a:t>
            </a:r>
          </a:p>
        </p:txBody>
      </p:sp>
      <p:sp>
        <p:nvSpPr>
          <p:cNvPr id="76" name="">
            <a:extLst xmlns:a="http://schemas.openxmlformats.org/drawingml/2006/main">
              <a:ext uri="{FF2B5EF4-FFF2-40B4-BE49-F238E27FC236}">
                <a16:creationId xmlns:a16="http://schemas.microsoft.com/office/drawing/2014/main" id="{4489A017-C932-4132-9FEB-43725876D1C6}"/>
              </a:ext>
            </a:extLst>
          </p:cNvPr>
          <p:cNvSpPr>
            <a:spLocks xmlns:a="http://schemas.openxmlformats.org/drawingml/2006/main" noGrp="1"/>
          </p:cNvSpPr>
          <p:nvPr/>
        </p:nvSpPr>
        <p:spPr>
          <a:xfrm xmlns:a="http://schemas.openxmlformats.org/drawingml/2006/main" rot="0">
            <a:off x="7405220" y="2664792"/>
            <a:ext cx="3851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0.558</a:t>
            </a:r>
          </a:p>
        </p:txBody>
      </p:sp>
      <p:sp>
        <p:nvSpPr>
          <p:cNvPr id="77" name="">
            <a:extLst xmlns:a="http://schemas.openxmlformats.org/drawingml/2006/main">
              <a:ext uri="{FF2B5EF4-FFF2-40B4-BE49-F238E27FC236}">
                <a16:creationId xmlns:a16="http://schemas.microsoft.com/office/drawing/2014/main" id="{E5940054-35FE-46E7-AEAA-4262CF4E77C9}"/>
              </a:ext>
            </a:extLst>
          </p:cNvPr>
          <p:cNvSpPr>
            <a:spLocks xmlns:a="http://schemas.openxmlformats.org/drawingml/2006/main" noGrp="1"/>
          </p:cNvSpPr>
          <p:nvPr/>
        </p:nvSpPr>
        <p:spPr>
          <a:xfrm xmlns:a="http://schemas.openxmlformats.org/drawingml/2006/main" rot="0">
            <a:off x="8162407" y="2661921"/>
            <a:ext cx="38500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0.559</a:t>
            </a:r>
          </a:p>
        </p:txBody>
      </p:sp>
      <p:sp>
        <p:nvSpPr>
          <p:cNvPr id="78" name="">
            <a:extLst xmlns:a="http://schemas.openxmlformats.org/drawingml/2006/main">
              <a:ext uri="{FF2B5EF4-FFF2-40B4-BE49-F238E27FC236}">
                <a16:creationId xmlns:a16="http://schemas.microsoft.com/office/drawing/2014/main" id="{91452DB5-031A-488F-AFFB-700577027C3F}"/>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79" name="">
            <a:extLst xmlns:a="http://schemas.openxmlformats.org/drawingml/2006/main">
              <a:ext uri="{FF2B5EF4-FFF2-40B4-BE49-F238E27FC236}">
                <a16:creationId xmlns:a16="http://schemas.microsoft.com/office/drawing/2014/main" id="{26761044-79C4-4D90-873B-79B9AB010CF6}"/>
              </a:ext>
            </a:extLst>
          </p:cNvPr>
          <p:cNvSpPr>
            <a:spLocks xmlns:a="http://schemas.openxmlformats.org/drawingml/2006/main" noGrp="1"/>
          </p:cNvSpPr>
          <p:nvPr/>
        </p:nvSpPr>
        <p:spPr>
          <a:xfrm xmlns:a="http://schemas.openxmlformats.org/drawingml/2006/main">
            <a:off x="1466850" y="5334000"/>
            <a:ext cx="55159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slots</a:t>
            </a:r>
          </a:p>
        </p:txBody>
      </p:sp>
      <p:sp>
        <p:nvSpPr>
          <p:cNvPr id="80" name="">
            <a:extLst xmlns:a="http://schemas.openxmlformats.org/drawingml/2006/main">
              <a:ext uri="{FF2B5EF4-FFF2-40B4-BE49-F238E27FC236}">
                <a16:creationId xmlns:a16="http://schemas.microsoft.com/office/drawing/2014/main" id="{E873BE0F-C185-4936-86E6-DA9A110409A8}"/>
              </a:ext>
            </a:extLst>
          </p:cNvPr>
          <p:cNvSpPr>
            <a:spLocks xmlns:a="http://schemas.openxmlformats.org/drawingml/2006/main" noGrp="1"/>
          </p:cNvSpPr>
          <p:nvPr/>
        </p:nvSpPr>
        <p:spPr>
          <a:xfrm xmlns:a="http://schemas.openxmlformats.org/drawingml/2006/main">
            <a:off x="2227993"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81" name="">
            <a:extLst xmlns:a="http://schemas.openxmlformats.org/drawingml/2006/main">
              <a:ext uri="{FF2B5EF4-FFF2-40B4-BE49-F238E27FC236}">
                <a16:creationId xmlns:a16="http://schemas.microsoft.com/office/drawing/2014/main" id="{A612DD94-47FC-426C-83BE-21A0B3C476BA}"/>
              </a:ext>
            </a:extLst>
          </p:cNvPr>
          <p:cNvSpPr>
            <a:spLocks xmlns:a="http://schemas.openxmlformats.org/drawingml/2006/main" noGrp="1"/>
          </p:cNvSpPr>
          <p:nvPr/>
        </p:nvSpPr>
        <p:spPr>
          <a:xfrm xmlns:a="http://schemas.openxmlformats.org/drawingml/2006/main">
            <a:off x="2456593" y="5334000"/>
            <a:ext cx="77543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Rainy slots</a:t>
            </a:r>
          </a:p>
        </p:txBody>
      </p:sp>
    </p:spTree>
    <p:extLst>
      <p:ext uri="{BB962C8B-B14F-4D97-AF65-F5344CB8AC3E}">
        <p14:creationId xmlns:p14="http://schemas.microsoft.com/office/powerpoint/2010/main" val="597896415"/>
      </p:ext>
    </p:extLst>
  </p:cSld>
</p:sld>
</file>

<file path=ppt/slides/slide5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FORECAST DISCRIMINATION BY MODEL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Saved test-year scores. Additional uses and label checks are disclosed in the scoring log.</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52</a:t>
            </a:r>
            <a:endParaRPr sz="1200"/>
          </a:p>
        </p:txBody>
      </p:sp>
      <p:sp>
        <p:nvSpPr>
          <p:cNvPr id="14" name="">
            <a:extLst xmlns:a="http://schemas.openxmlformats.org/drawingml/2006/main">
              <a:ext uri="{FF2B5EF4-FFF2-40B4-BE49-F238E27FC236}">
                <a16:creationId xmlns:a16="http://schemas.microsoft.com/office/drawing/2014/main" id="{E887CC4B-20E6-4D5F-B9FC-D10CC89CEAD5}"/>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1946D098-C814-45BC-B9F5-409D5AC48CD8}"/>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60-minute horizon</a:t>
            </a:r>
          </a:p>
        </p:txBody>
      </p:sp>
      <p:sp>
        <p:nvSpPr>
          <p:cNvPr id="16" name="">
            <a:extLst xmlns:a="http://schemas.openxmlformats.org/drawingml/2006/main">
              <a:ext uri="{FF2B5EF4-FFF2-40B4-BE49-F238E27FC236}">
                <a16:creationId xmlns:a16="http://schemas.microsoft.com/office/drawing/2014/main" id="{4A5E5478-290E-4163-A9A3-43C217925806}"/>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PR-AUC, test year (dotted: base rate)</a:t>
            </a:r>
          </a:p>
        </p:txBody>
      </p:sp>
      <p:sp>
        <p:nvSpPr>
          <p:cNvPr id="17" name="Editable chart path">
            <a:extLst xmlns:a="http://schemas.openxmlformats.org/drawingml/2006/main">
              <a:ext uri="{FF2B5EF4-FFF2-40B4-BE49-F238E27FC236}">
                <a16:creationId xmlns:a16="http://schemas.microsoft.com/office/drawing/2014/main" id="{5F83E3A6-59F3-4928-B880-386F1E67444C}"/>
              </a:ext>
            </a:extLst>
          </p:cNvPr>
          <p:cNvSpPr>
            <a:spLocks xmlns:a="http://schemas.openxmlformats.org/drawingml/2006/main" noGrp="1"/>
          </p:cNvSpPr>
          <p:nvPr/>
        </p:nvSpPr>
        <p:spPr>
          <a:xfrm xmlns:a="http://schemas.openxmlformats.org/drawingml/2006/main">
            <a:off x="4014923" y="3371350"/>
            <a:ext cx="267254" cy="1490303"/>
          </a:xfrm>
          <a:custGeom xmlns:a="http://schemas.openxmlformats.org/drawingml/2006/main">
            <a:pathLst>
              <a:path w="166373" h="927757">
                <a:moveTo>
                  <a:pt x="0" y="927757"/>
                </a:moveTo>
                <a:lnTo>
                  <a:pt x="166373" y="927757"/>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565FBC3C-4A05-4436-89CF-812457107F57}"/>
              </a:ext>
            </a:extLst>
          </p:cNvPr>
          <p:cNvSpPr>
            <a:spLocks xmlns:a="http://schemas.openxmlformats.org/drawingml/2006/main" noGrp="1"/>
          </p:cNvSpPr>
          <p:nvPr/>
        </p:nvSpPr>
        <p:spPr>
          <a:xfrm xmlns:a="http://schemas.openxmlformats.org/drawingml/2006/main">
            <a:off x="4800964" y="3457171"/>
            <a:ext cx="267254" cy="1404482"/>
          </a:xfrm>
          <a:custGeom xmlns:a="http://schemas.openxmlformats.org/drawingml/2006/main">
            <a:pathLst>
              <a:path w="166373" h="874331">
                <a:moveTo>
                  <a:pt x="0" y="874331"/>
                </a:moveTo>
                <a:lnTo>
                  <a:pt x="166373" y="874331"/>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F367AEFE-F209-4E82-8290-A56CE432F562}"/>
              </a:ext>
            </a:extLst>
          </p:cNvPr>
          <p:cNvSpPr>
            <a:spLocks xmlns:a="http://schemas.openxmlformats.org/drawingml/2006/main" noGrp="1"/>
          </p:cNvSpPr>
          <p:nvPr/>
        </p:nvSpPr>
        <p:spPr>
          <a:xfrm xmlns:a="http://schemas.openxmlformats.org/drawingml/2006/main">
            <a:off x="5587005" y="3159797"/>
            <a:ext cx="267254" cy="1701856"/>
          </a:xfrm>
          <a:custGeom xmlns:a="http://schemas.openxmlformats.org/drawingml/2006/main">
            <a:pathLst>
              <a:path w="166373" h="1059455">
                <a:moveTo>
                  <a:pt x="0" y="1059455"/>
                </a:moveTo>
                <a:lnTo>
                  <a:pt x="166373" y="1059455"/>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2A1BD3B1-CA25-47FC-8D39-A09D4C2306FE}"/>
              </a:ext>
            </a:extLst>
          </p:cNvPr>
          <p:cNvSpPr>
            <a:spLocks xmlns:a="http://schemas.openxmlformats.org/drawingml/2006/main" noGrp="1"/>
          </p:cNvSpPr>
          <p:nvPr/>
        </p:nvSpPr>
        <p:spPr>
          <a:xfrm xmlns:a="http://schemas.openxmlformats.org/drawingml/2006/main">
            <a:off x="6373045" y="3159382"/>
            <a:ext cx="267254" cy="1702271"/>
          </a:xfrm>
          <a:custGeom xmlns:a="http://schemas.openxmlformats.org/drawingml/2006/main">
            <a:pathLst>
              <a:path w="166373" h="1059714">
                <a:moveTo>
                  <a:pt x="0" y="1059714"/>
                </a:moveTo>
                <a:lnTo>
                  <a:pt x="166373" y="1059714"/>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06926E29-1906-40BA-B3C8-D9FE47CF9523}"/>
              </a:ext>
            </a:extLst>
          </p:cNvPr>
          <p:cNvSpPr>
            <a:spLocks xmlns:a="http://schemas.openxmlformats.org/drawingml/2006/main" noGrp="1"/>
          </p:cNvSpPr>
          <p:nvPr/>
        </p:nvSpPr>
        <p:spPr>
          <a:xfrm xmlns:a="http://schemas.openxmlformats.org/drawingml/2006/main">
            <a:off x="7159086" y="3087406"/>
            <a:ext cx="267254" cy="1774247"/>
          </a:xfrm>
          <a:custGeom xmlns:a="http://schemas.openxmlformats.org/drawingml/2006/main">
            <a:pathLst>
              <a:path w="166373" h="1104521">
                <a:moveTo>
                  <a:pt x="0" y="1104521"/>
                </a:moveTo>
                <a:lnTo>
                  <a:pt x="166373" y="1104521"/>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12331EBA-D852-4FF8-BB26-2F4369E121FC}"/>
              </a:ext>
            </a:extLst>
          </p:cNvPr>
          <p:cNvSpPr>
            <a:spLocks xmlns:a="http://schemas.openxmlformats.org/drawingml/2006/main" noGrp="1"/>
          </p:cNvSpPr>
          <p:nvPr/>
        </p:nvSpPr>
        <p:spPr>
          <a:xfrm xmlns:a="http://schemas.openxmlformats.org/drawingml/2006/main">
            <a:off x="7945127" y="3082954"/>
            <a:ext cx="267254" cy="1778698"/>
          </a:xfrm>
          <a:custGeom xmlns:a="http://schemas.openxmlformats.org/drawingml/2006/main">
            <a:pathLst>
              <a:path w="166373" h="1107292">
                <a:moveTo>
                  <a:pt x="0" y="1107292"/>
                </a:moveTo>
                <a:lnTo>
                  <a:pt x="166373" y="1107292"/>
                </a:lnTo>
                <a:lnTo>
                  <a:pt x="166373" y="0"/>
                </a:lnTo>
                <a:lnTo>
                  <a:pt x="0" y="0"/>
                </a:lnTo>
                <a:close/>
              </a:path>
            </a:pathLst>
          </a:custGeom>
          <a:solidFill xmlns:a="http://schemas.openxmlformats.org/drawingml/2006/main">
            <a:srgbClr val="224889"/>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7628737E-8FDD-43E8-83B1-EECEE8281891}"/>
              </a:ext>
            </a:extLst>
          </p:cNvPr>
          <p:cNvSpPr>
            <a:spLocks xmlns:a="http://schemas.openxmlformats.org/drawingml/2006/main" noGrp="1"/>
          </p:cNvSpPr>
          <p:nvPr/>
        </p:nvSpPr>
        <p:spPr>
          <a:xfrm xmlns:a="http://schemas.openxmlformats.org/drawingml/2006/main">
            <a:off x="4297898" y="3154252"/>
            <a:ext cx="267254" cy="1707401"/>
          </a:xfrm>
          <a:custGeom xmlns:a="http://schemas.openxmlformats.org/drawingml/2006/main">
            <a:pathLst>
              <a:path w="166373" h="1062907">
                <a:moveTo>
                  <a:pt x="0" y="1062907"/>
                </a:moveTo>
                <a:lnTo>
                  <a:pt x="166373" y="1062907"/>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C13F3BAD-13A6-4616-9271-842413D7452A}"/>
              </a:ext>
            </a:extLst>
          </p:cNvPr>
          <p:cNvSpPr>
            <a:spLocks xmlns:a="http://schemas.openxmlformats.org/drawingml/2006/main" noGrp="1"/>
          </p:cNvSpPr>
          <p:nvPr/>
        </p:nvSpPr>
        <p:spPr>
          <a:xfrm xmlns:a="http://schemas.openxmlformats.org/drawingml/2006/main">
            <a:off x="5083938" y="3257840"/>
            <a:ext cx="267254" cy="1603813"/>
          </a:xfrm>
          <a:custGeom xmlns:a="http://schemas.openxmlformats.org/drawingml/2006/main">
            <a:pathLst>
              <a:path w="166373" h="998421">
                <a:moveTo>
                  <a:pt x="0" y="998421"/>
                </a:moveTo>
                <a:lnTo>
                  <a:pt x="166373" y="998421"/>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DA16C41A-68DF-487A-B4FD-6CF66D06813F}"/>
              </a:ext>
            </a:extLst>
          </p:cNvPr>
          <p:cNvSpPr>
            <a:spLocks xmlns:a="http://schemas.openxmlformats.org/drawingml/2006/main" noGrp="1"/>
          </p:cNvSpPr>
          <p:nvPr/>
        </p:nvSpPr>
        <p:spPr>
          <a:xfrm xmlns:a="http://schemas.openxmlformats.org/drawingml/2006/main">
            <a:off x="5869979" y="2939492"/>
            <a:ext cx="267254" cy="1922161"/>
          </a:xfrm>
          <a:custGeom xmlns:a="http://schemas.openxmlformats.org/drawingml/2006/main">
            <a:pathLst>
              <a:path w="166373" h="1196602">
                <a:moveTo>
                  <a:pt x="0" y="1196602"/>
                </a:moveTo>
                <a:lnTo>
                  <a:pt x="166373" y="1196602"/>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3D178E77-9166-496B-88EB-F14F3597316F}"/>
              </a:ext>
            </a:extLst>
          </p:cNvPr>
          <p:cNvSpPr>
            <a:spLocks xmlns:a="http://schemas.openxmlformats.org/drawingml/2006/main" noGrp="1"/>
          </p:cNvSpPr>
          <p:nvPr/>
        </p:nvSpPr>
        <p:spPr>
          <a:xfrm xmlns:a="http://schemas.openxmlformats.org/drawingml/2006/main">
            <a:off x="6656020" y="2935531"/>
            <a:ext cx="267254" cy="1926122"/>
          </a:xfrm>
          <a:custGeom xmlns:a="http://schemas.openxmlformats.org/drawingml/2006/main">
            <a:pathLst>
              <a:path w="166373" h="1199067">
                <a:moveTo>
                  <a:pt x="0" y="1199067"/>
                </a:moveTo>
                <a:lnTo>
                  <a:pt x="166373" y="1199067"/>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4C34984E-EF10-4740-A5B4-0B1EE18AD5B8}"/>
              </a:ext>
            </a:extLst>
          </p:cNvPr>
          <p:cNvSpPr>
            <a:spLocks xmlns:a="http://schemas.openxmlformats.org/drawingml/2006/main" noGrp="1"/>
          </p:cNvSpPr>
          <p:nvPr/>
        </p:nvSpPr>
        <p:spPr>
          <a:xfrm xmlns:a="http://schemas.openxmlformats.org/drawingml/2006/main">
            <a:off x="7442061" y="2882794"/>
            <a:ext cx="267254" cy="1978859"/>
          </a:xfrm>
          <a:custGeom xmlns:a="http://schemas.openxmlformats.org/drawingml/2006/main">
            <a:pathLst>
              <a:path w="166373" h="1231898">
                <a:moveTo>
                  <a:pt x="0" y="1231898"/>
                </a:moveTo>
                <a:lnTo>
                  <a:pt x="166373" y="1231898"/>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EF550B22-5936-4EA0-80F3-85CAB0D65D4D}"/>
              </a:ext>
            </a:extLst>
          </p:cNvPr>
          <p:cNvSpPr>
            <a:spLocks xmlns:a="http://schemas.openxmlformats.org/drawingml/2006/main" noGrp="1"/>
          </p:cNvSpPr>
          <p:nvPr/>
        </p:nvSpPr>
        <p:spPr>
          <a:xfrm xmlns:a="http://schemas.openxmlformats.org/drawingml/2006/main">
            <a:off x="8228102" y="2876984"/>
            <a:ext cx="267254" cy="1984669"/>
          </a:xfrm>
          <a:custGeom xmlns:a="http://schemas.openxmlformats.org/drawingml/2006/main">
            <a:pathLst>
              <a:path w="166373" h="1235515">
                <a:moveTo>
                  <a:pt x="0" y="1235515"/>
                </a:moveTo>
                <a:lnTo>
                  <a:pt x="166373" y="1235515"/>
                </a:lnTo>
                <a:lnTo>
                  <a:pt x="166373" y="0"/>
                </a:lnTo>
                <a:lnTo>
                  <a:pt x="0" y="0"/>
                </a:lnTo>
                <a:close/>
              </a:path>
            </a:pathLst>
          </a:custGeom>
          <a:solidFill xmlns:a="http://schemas.openxmlformats.org/drawingml/2006/main">
            <a:srgbClr val="C0453C"/>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B081BF58-4D62-48C5-AA4B-69C8943DA67F}"/>
              </a:ext>
            </a:extLst>
          </p:cNvPr>
          <p:cNvSpPr>
            <a:spLocks xmlns:a="http://schemas.openxmlformats.org/drawingml/2006/main" noGrp="1"/>
          </p:cNvSpPr>
          <p:nvPr/>
        </p:nvSpPr>
        <p:spPr>
          <a:xfrm xmlns:a="http://schemas.openxmlformats.org/drawingml/2006/main">
            <a:off x="4290037" y="4861653"/>
            <a:ext cx="95" cy="5355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30" name="">
            <a:extLst xmlns:a="http://schemas.openxmlformats.org/drawingml/2006/main">
              <a:ext uri="{FF2B5EF4-FFF2-40B4-BE49-F238E27FC236}">
                <a16:creationId xmlns:a16="http://schemas.microsoft.com/office/drawing/2014/main" id="{2B3AA6B4-A341-4A47-8EAF-43F706AEADB9}"/>
              </a:ext>
            </a:extLst>
          </p:cNvPr>
          <p:cNvSpPr>
            <a:spLocks xmlns:a="http://schemas.openxmlformats.org/drawingml/2006/main" noGrp="1"/>
          </p:cNvSpPr>
          <p:nvPr/>
        </p:nvSpPr>
        <p:spPr>
          <a:xfrm xmlns:a="http://schemas.openxmlformats.org/drawingml/2006/main" rot="0">
            <a:off x="3887628" y="4931283"/>
            <a:ext cx="8022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Persistence</a:t>
            </a:r>
          </a:p>
        </p:txBody>
      </p:sp>
      <p:sp>
        <p:nvSpPr>
          <p:cNvPr id="31" name="Editable chart path">
            <a:extLst xmlns:a="http://schemas.openxmlformats.org/drawingml/2006/main">
              <a:ext uri="{FF2B5EF4-FFF2-40B4-BE49-F238E27FC236}">
                <a16:creationId xmlns:a16="http://schemas.microsoft.com/office/drawing/2014/main" id="{53CFA13F-4145-445A-8A68-48BEB0B184B2}"/>
              </a:ext>
            </a:extLst>
          </p:cNvPr>
          <p:cNvSpPr>
            <a:spLocks xmlns:a="http://schemas.openxmlformats.org/drawingml/2006/main" noGrp="1"/>
          </p:cNvSpPr>
          <p:nvPr/>
        </p:nvSpPr>
        <p:spPr>
          <a:xfrm xmlns:a="http://schemas.openxmlformats.org/drawingml/2006/main">
            <a:off x="5076078" y="4861653"/>
            <a:ext cx="95" cy="5355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32" name="">
            <a:extLst xmlns:a="http://schemas.openxmlformats.org/drawingml/2006/main">
              <a:ext uri="{FF2B5EF4-FFF2-40B4-BE49-F238E27FC236}">
                <a16:creationId xmlns:a16="http://schemas.microsoft.com/office/drawing/2014/main" id="{49D24351-F3BF-4908-9736-E0048BE6FD9E}"/>
              </a:ext>
            </a:extLst>
          </p:cNvPr>
          <p:cNvSpPr>
            <a:spLocks xmlns:a="http://schemas.openxmlformats.org/drawingml/2006/main" noGrp="1"/>
          </p:cNvSpPr>
          <p:nvPr/>
        </p:nvSpPr>
        <p:spPr>
          <a:xfrm xmlns:a="http://schemas.openxmlformats.org/drawingml/2006/main" rot="0">
            <a:off x="4748233" y="4932890"/>
            <a:ext cx="6478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Seasonal</a:t>
            </a:r>
          </a:p>
        </p:txBody>
      </p:sp>
      <p:sp>
        <p:nvSpPr>
          <p:cNvPr id="33" name="">
            <a:extLst xmlns:a="http://schemas.openxmlformats.org/drawingml/2006/main">
              <a:ext uri="{FF2B5EF4-FFF2-40B4-BE49-F238E27FC236}">
                <a16:creationId xmlns:a16="http://schemas.microsoft.com/office/drawing/2014/main" id="{33AD8775-2B34-4A13-94E8-943F8C32CC22}"/>
              </a:ext>
            </a:extLst>
          </p:cNvPr>
          <p:cNvSpPr>
            <a:spLocks xmlns:a="http://schemas.openxmlformats.org/drawingml/2006/main" noGrp="1"/>
          </p:cNvSpPr>
          <p:nvPr/>
        </p:nvSpPr>
        <p:spPr>
          <a:xfrm xmlns:a="http://schemas.openxmlformats.org/drawingml/2006/main" rot="0">
            <a:off x="4776062" y="5069791"/>
            <a:ext cx="5975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baseline</a:t>
            </a:r>
          </a:p>
        </p:txBody>
      </p:sp>
      <p:sp>
        <p:nvSpPr>
          <p:cNvPr id="34" name="Editable chart path">
            <a:extLst xmlns:a="http://schemas.openxmlformats.org/drawingml/2006/main">
              <a:ext uri="{FF2B5EF4-FFF2-40B4-BE49-F238E27FC236}">
                <a16:creationId xmlns:a16="http://schemas.microsoft.com/office/drawing/2014/main" id="{99F0116F-6FDE-4230-941F-D95EA848C32A}"/>
              </a:ext>
            </a:extLst>
          </p:cNvPr>
          <p:cNvSpPr>
            <a:spLocks xmlns:a="http://schemas.openxmlformats.org/drawingml/2006/main" noGrp="1"/>
          </p:cNvSpPr>
          <p:nvPr/>
        </p:nvSpPr>
        <p:spPr>
          <a:xfrm xmlns:a="http://schemas.openxmlformats.org/drawingml/2006/main">
            <a:off x="5862119" y="4861653"/>
            <a:ext cx="95" cy="5355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35" name="">
            <a:extLst xmlns:a="http://schemas.openxmlformats.org/drawingml/2006/main">
              <a:ext uri="{FF2B5EF4-FFF2-40B4-BE49-F238E27FC236}">
                <a16:creationId xmlns:a16="http://schemas.microsoft.com/office/drawing/2014/main" id="{1A7A788D-3B62-4B3F-8BD3-3BA28C9ADC33}"/>
              </a:ext>
            </a:extLst>
          </p:cNvPr>
          <p:cNvSpPr>
            <a:spLocks xmlns:a="http://schemas.openxmlformats.org/drawingml/2006/main" noGrp="1"/>
          </p:cNvSpPr>
          <p:nvPr/>
        </p:nvSpPr>
        <p:spPr>
          <a:xfrm xmlns:a="http://schemas.openxmlformats.org/drawingml/2006/main" rot="0">
            <a:off x="5474452" y="4931283"/>
            <a:ext cx="76800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Regression</a:t>
            </a:r>
          </a:p>
        </p:txBody>
      </p:sp>
      <p:sp>
        <p:nvSpPr>
          <p:cNvPr id="36" name="Editable chart path">
            <a:extLst xmlns:a="http://schemas.openxmlformats.org/drawingml/2006/main">
              <a:ext uri="{FF2B5EF4-FFF2-40B4-BE49-F238E27FC236}">
                <a16:creationId xmlns:a16="http://schemas.microsoft.com/office/drawing/2014/main" id="{4B4A8883-452E-4823-B1B2-5ACB1E304E1D}"/>
              </a:ext>
            </a:extLst>
          </p:cNvPr>
          <p:cNvSpPr>
            <a:spLocks xmlns:a="http://schemas.openxmlformats.org/drawingml/2006/main" noGrp="1"/>
          </p:cNvSpPr>
          <p:nvPr/>
        </p:nvSpPr>
        <p:spPr>
          <a:xfrm xmlns:a="http://schemas.openxmlformats.org/drawingml/2006/main">
            <a:off x="6648160" y="4861653"/>
            <a:ext cx="95" cy="5355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37" name="">
            <a:extLst xmlns:a="http://schemas.openxmlformats.org/drawingml/2006/main">
              <a:ext uri="{FF2B5EF4-FFF2-40B4-BE49-F238E27FC236}">
                <a16:creationId xmlns:a16="http://schemas.microsoft.com/office/drawing/2014/main" id="{F59DD0CA-5ACE-4ECD-9E98-B92D18DDC8E7}"/>
              </a:ext>
            </a:extLst>
          </p:cNvPr>
          <p:cNvSpPr>
            <a:spLocks xmlns:a="http://schemas.openxmlformats.org/drawingml/2006/main" noGrp="1"/>
          </p:cNvSpPr>
          <p:nvPr/>
        </p:nvSpPr>
        <p:spPr>
          <a:xfrm xmlns:a="http://schemas.openxmlformats.org/drawingml/2006/main" rot="0">
            <a:off x="6260493" y="4932890"/>
            <a:ext cx="76800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Regression</a:t>
            </a:r>
          </a:p>
        </p:txBody>
      </p:sp>
      <p:sp>
        <p:nvSpPr>
          <p:cNvPr id="38" name="">
            <a:extLst xmlns:a="http://schemas.openxmlformats.org/drawingml/2006/main">
              <a:ext uri="{FF2B5EF4-FFF2-40B4-BE49-F238E27FC236}">
                <a16:creationId xmlns:a16="http://schemas.microsoft.com/office/drawing/2014/main" id="{8196F3AB-B3F4-4EC1-90CB-066660C3DA68}"/>
              </a:ext>
            </a:extLst>
          </p:cNvPr>
          <p:cNvSpPr>
            <a:spLocks xmlns:a="http://schemas.openxmlformats.org/drawingml/2006/main" noGrp="1"/>
          </p:cNvSpPr>
          <p:nvPr/>
        </p:nvSpPr>
        <p:spPr>
          <a:xfrm xmlns:a="http://schemas.openxmlformats.org/drawingml/2006/main" rot="0">
            <a:off x="6292401" y="5069791"/>
            <a:ext cx="7115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weather</a:t>
            </a:r>
          </a:p>
        </p:txBody>
      </p:sp>
      <p:sp>
        <p:nvSpPr>
          <p:cNvPr id="39" name="Editable chart path">
            <a:extLst xmlns:a="http://schemas.openxmlformats.org/drawingml/2006/main">
              <a:ext uri="{FF2B5EF4-FFF2-40B4-BE49-F238E27FC236}">
                <a16:creationId xmlns:a16="http://schemas.microsoft.com/office/drawing/2014/main" id="{4CA1FBA6-3FBF-41C3-BC05-E229AB951D57}"/>
              </a:ext>
            </a:extLst>
          </p:cNvPr>
          <p:cNvSpPr>
            <a:spLocks xmlns:a="http://schemas.openxmlformats.org/drawingml/2006/main" noGrp="1"/>
          </p:cNvSpPr>
          <p:nvPr/>
        </p:nvSpPr>
        <p:spPr>
          <a:xfrm xmlns:a="http://schemas.openxmlformats.org/drawingml/2006/main">
            <a:off x="7434201" y="4861653"/>
            <a:ext cx="95" cy="5355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40" name="">
            <a:extLst xmlns:a="http://schemas.openxmlformats.org/drawingml/2006/main">
              <a:ext uri="{FF2B5EF4-FFF2-40B4-BE49-F238E27FC236}">
                <a16:creationId xmlns:a16="http://schemas.microsoft.com/office/drawing/2014/main" id="{DFDC1FF3-ECDA-4ACE-A0B9-93BE78EDD3AA}"/>
              </a:ext>
            </a:extLst>
          </p:cNvPr>
          <p:cNvSpPr>
            <a:spLocks xmlns:a="http://schemas.openxmlformats.org/drawingml/2006/main" noGrp="1"/>
          </p:cNvSpPr>
          <p:nvPr/>
        </p:nvSpPr>
        <p:spPr>
          <a:xfrm xmlns:a="http://schemas.openxmlformats.org/drawingml/2006/main" rot="0">
            <a:off x="7105427" y="4931283"/>
            <a:ext cx="6483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41" name="Editable chart path">
            <a:extLst xmlns:a="http://schemas.openxmlformats.org/drawingml/2006/main">
              <a:ext uri="{FF2B5EF4-FFF2-40B4-BE49-F238E27FC236}">
                <a16:creationId xmlns:a16="http://schemas.microsoft.com/office/drawing/2014/main" id="{7C9FF53A-CC71-4142-A3E3-8BE78D2624AF}"/>
              </a:ext>
            </a:extLst>
          </p:cNvPr>
          <p:cNvSpPr>
            <a:spLocks xmlns:a="http://schemas.openxmlformats.org/drawingml/2006/main" noGrp="1"/>
          </p:cNvSpPr>
          <p:nvPr/>
        </p:nvSpPr>
        <p:spPr>
          <a:xfrm xmlns:a="http://schemas.openxmlformats.org/drawingml/2006/main">
            <a:off x="8220242" y="4861653"/>
            <a:ext cx="95" cy="5355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42" name="">
            <a:extLst xmlns:a="http://schemas.openxmlformats.org/drawingml/2006/main">
              <a:ext uri="{FF2B5EF4-FFF2-40B4-BE49-F238E27FC236}">
                <a16:creationId xmlns:a16="http://schemas.microsoft.com/office/drawing/2014/main" id="{040C83B2-D162-4443-9ABA-9F11AD0DB4B5}"/>
              </a:ext>
            </a:extLst>
          </p:cNvPr>
          <p:cNvSpPr>
            <a:spLocks xmlns:a="http://schemas.openxmlformats.org/drawingml/2006/main" noGrp="1"/>
          </p:cNvSpPr>
          <p:nvPr/>
        </p:nvSpPr>
        <p:spPr>
          <a:xfrm xmlns:a="http://schemas.openxmlformats.org/drawingml/2006/main" rot="0">
            <a:off x="7891468" y="4932890"/>
            <a:ext cx="6483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43" name="">
            <a:extLst xmlns:a="http://schemas.openxmlformats.org/drawingml/2006/main">
              <a:ext uri="{FF2B5EF4-FFF2-40B4-BE49-F238E27FC236}">
                <a16:creationId xmlns:a16="http://schemas.microsoft.com/office/drawing/2014/main" id="{955E2EFB-FD89-48FD-8754-4DAFFD39E296}"/>
              </a:ext>
            </a:extLst>
          </p:cNvPr>
          <p:cNvSpPr>
            <a:spLocks xmlns:a="http://schemas.openxmlformats.org/drawingml/2006/main" noGrp="1"/>
          </p:cNvSpPr>
          <p:nvPr/>
        </p:nvSpPr>
        <p:spPr>
          <a:xfrm xmlns:a="http://schemas.openxmlformats.org/drawingml/2006/main" rot="0">
            <a:off x="7864483" y="5069791"/>
            <a:ext cx="7115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weather</a:t>
            </a:r>
          </a:p>
        </p:txBody>
      </p:sp>
      <p:sp>
        <p:nvSpPr>
          <p:cNvPr id="44" name="Editable chart path">
            <a:extLst xmlns:a="http://schemas.openxmlformats.org/drawingml/2006/main">
              <a:ext uri="{FF2B5EF4-FFF2-40B4-BE49-F238E27FC236}">
                <a16:creationId xmlns:a16="http://schemas.microsoft.com/office/drawing/2014/main" id="{D8D7418D-1DA3-4310-998A-586FA9B59CD6}"/>
              </a:ext>
            </a:extLst>
          </p:cNvPr>
          <p:cNvSpPr>
            <a:spLocks xmlns:a="http://schemas.openxmlformats.org/drawingml/2006/main" noGrp="1"/>
          </p:cNvSpPr>
          <p:nvPr/>
        </p:nvSpPr>
        <p:spPr>
          <a:xfrm xmlns:a="http://schemas.openxmlformats.org/drawingml/2006/main">
            <a:off x="3790901" y="4861653"/>
            <a:ext cx="4928476"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9180">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7EA574ED-3027-47A2-ACC1-F374A8E451B0}"/>
              </a:ext>
            </a:extLst>
          </p:cNvPr>
          <p:cNvSpPr>
            <a:spLocks xmlns:a="http://schemas.openxmlformats.org/drawingml/2006/main" noGrp="1"/>
          </p:cNvSpPr>
          <p:nvPr/>
        </p:nvSpPr>
        <p:spPr>
          <a:xfrm xmlns:a="http://schemas.openxmlformats.org/drawingml/2006/main">
            <a:off x="3737350" y="4861653"/>
            <a:ext cx="5355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46" name="Editable chart path">
            <a:extLst xmlns:a="http://schemas.openxmlformats.org/drawingml/2006/main">
              <a:ext uri="{FF2B5EF4-FFF2-40B4-BE49-F238E27FC236}">
                <a16:creationId xmlns:a16="http://schemas.microsoft.com/office/drawing/2014/main" id="{C67728C1-803B-4EA8-845E-C7E2AD51EF97}"/>
              </a:ext>
            </a:extLst>
          </p:cNvPr>
          <p:cNvSpPr>
            <a:spLocks xmlns:a="http://schemas.openxmlformats.org/drawingml/2006/main" noGrp="1"/>
          </p:cNvSpPr>
          <p:nvPr/>
        </p:nvSpPr>
        <p:spPr>
          <a:xfrm xmlns:a="http://schemas.openxmlformats.org/drawingml/2006/main">
            <a:off x="3790901" y="4484418"/>
            <a:ext cx="4928476"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9180">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98ED89ED-E674-454A-9E45-2EB632385AFE}"/>
              </a:ext>
            </a:extLst>
          </p:cNvPr>
          <p:cNvSpPr>
            <a:spLocks xmlns:a="http://schemas.openxmlformats.org/drawingml/2006/main" noGrp="1"/>
          </p:cNvSpPr>
          <p:nvPr/>
        </p:nvSpPr>
        <p:spPr>
          <a:xfrm xmlns:a="http://schemas.openxmlformats.org/drawingml/2006/main">
            <a:off x="3737350" y="4484418"/>
            <a:ext cx="5355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48" name="Editable chart path">
            <a:extLst xmlns:a="http://schemas.openxmlformats.org/drawingml/2006/main">
              <a:ext uri="{FF2B5EF4-FFF2-40B4-BE49-F238E27FC236}">
                <a16:creationId xmlns:a16="http://schemas.microsoft.com/office/drawing/2014/main" id="{0AF868F6-0ECF-4ABB-A66A-399AE256EFF2}"/>
              </a:ext>
            </a:extLst>
          </p:cNvPr>
          <p:cNvSpPr>
            <a:spLocks xmlns:a="http://schemas.openxmlformats.org/drawingml/2006/main" noGrp="1"/>
          </p:cNvSpPr>
          <p:nvPr/>
        </p:nvSpPr>
        <p:spPr>
          <a:xfrm xmlns:a="http://schemas.openxmlformats.org/drawingml/2006/main">
            <a:off x="3790901" y="4107184"/>
            <a:ext cx="4928476"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9180">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8C398750-8CC9-488E-B40C-A373608479A3}"/>
              </a:ext>
            </a:extLst>
          </p:cNvPr>
          <p:cNvSpPr>
            <a:spLocks xmlns:a="http://schemas.openxmlformats.org/drawingml/2006/main" noGrp="1"/>
          </p:cNvSpPr>
          <p:nvPr/>
        </p:nvSpPr>
        <p:spPr>
          <a:xfrm xmlns:a="http://schemas.openxmlformats.org/drawingml/2006/main">
            <a:off x="3737350" y="4107184"/>
            <a:ext cx="5355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50" name="Editable chart path">
            <a:extLst xmlns:a="http://schemas.openxmlformats.org/drawingml/2006/main">
              <a:ext uri="{FF2B5EF4-FFF2-40B4-BE49-F238E27FC236}">
                <a16:creationId xmlns:a16="http://schemas.microsoft.com/office/drawing/2014/main" id="{DA803002-9764-41F4-8BEB-B3DEC228D23D}"/>
              </a:ext>
            </a:extLst>
          </p:cNvPr>
          <p:cNvSpPr>
            <a:spLocks xmlns:a="http://schemas.openxmlformats.org/drawingml/2006/main" noGrp="1"/>
          </p:cNvSpPr>
          <p:nvPr/>
        </p:nvSpPr>
        <p:spPr>
          <a:xfrm xmlns:a="http://schemas.openxmlformats.org/drawingml/2006/main">
            <a:off x="3790901" y="3729949"/>
            <a:ext cx="4928476"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9180">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DCB4E0D1-D5C8-400F-8F26-E587016147B0}"/>
              </a:ext>
            </a:extLst>
          </p:cNvPr>
          <p:cNvSpPr>
            <a:spLocks xmlns:a="http://schemas.openxmlformats.org/drawingml/2006/main" noGrp="1"/>
          </p:cNvSpPr>
          <p:nvPr/>
        </p:nvSpPr>
        <p:spPr>
          <a:xfrm xmlns:a="http://schemas.openxmlformats.org/drawingml/2006/main">
            <a:off x="3737350" y="3729949"/>
            <a:ext cx="5355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52" name="Editable chart path">
            <a:extLst xmlns:a="http://schemas.openxmlformats.org/drawingml/2006/main">
              <a:ext uri="{FF2B5EF4-FFF2-40B4-BE49-F238E27FC236}">
                <a16:creationId xmlns:a16="http://schemas.microsoft.com/office/drawing/2014/main" id="{BB5BAF70-F765-4279-B30B-9BC5BBE80188}"/>
              </a:ext>
            </a:extLst>
          </p:cNvPr>
          <p:cNvSpPr>
            <a:spLocks xmlns:a="http://schemas.openxmlformats.org/drawingml/2006/main" noGrp="1"/>
          </p:cNvSpPr>
          <p:nvPr/>
        </p:nvSpPr>
        <p:spPr>
          <a:xfrm xmlns:a="http://schemas.openxmlformats.org/drawingml/2006/main">
            <a:off x="3790901" y="3352715"/>
            <a:ext cx="4928476"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9180">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5649BE56-C36F-485D-95F0-76724EB90D63}"/>
              </a:ext>
            </a:extLst>
          </p:cNvPr>
          <p:cNvSpPr>
            <a:spLocks xmlns:a="http://schemas.openxmlformats.org/drawingml/2006/main" noGrp="1"/>
          </p:cNvSpPr>
          <p:nvPr/>
        </p:nvSpPr>
        <p:spPr>
          <a:xfrm xmlns:a="http://schemas.openxmlformats.org/drawingml/2006/main">
            <a:off x="3737350" y="3352715"/>
            <a:ext cx="5355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54" name="Editable chart path">
            <a:extLst xmlns:a="http://schemas.openxmlformats.org/drawingml/2006/main">
              <a:ext uri="{FF2B5EF4-FFF2-40B4-BE49-F238E27FC236}">
                <a16:creationId xmlns:a16="http://schemas.microsoft.com/office/drawing/2014/main" id="{CAA51CE5-8461-41B7-B38D-6FFAE4E5CFD9}"/>
              </a:ext>
            </a:extLst>
          </p:cNvPr>
          <p:cNvSpPr>
            <a:spLocks xmlns:a="http://schemas.openxmlformats.org/drawingml/2006/main" noGrp="1"/>
          </p:cNvSpPr>
          <p:nvPr/>
        </p:nvSpPr>
        <p:spPr>
          <a:xfrm xmlns:a="http://schemas.openxmlformats.org/drawingml/2006/main">
            <a:off x="3790901" y="2975480"/>
            <a:ext cx="4928476"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9180">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D4978882-2EC4-4917-A898-573430C7CD2E}"/>
              </a:ext>
            </a:extLst>
          </p:cNvPr>
          <p:cNvSpPr>
            <a:spLocks xmlns:a="http://schemas.openxmlformats.org/drawingml/2006/main" noGrp="1"/>
          </p:cNvSpPr>
          <p:nvPr/>
        </p:nvSpPr>
        <p:spPr>
          <a:xfrm xmlns:a="http://schemas.openxmlformats.org/drawingml/2006/main">
            <a:off x="3737350" y="2975480"/>
            <a:ext cx="5355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40">
            <a:solidFill>
              <a:srgbClr val="5A6683"/>
            </a:solidFill>
            <a:prstDash val="solid"/>
          </a:ln>
        </p:spPr>
      </p:sp>
      <p:sp>
        <p:nvSpPr>
          <p:cNvPr id="56" name="Editable chart path">
            <a:extLst xmlns:a="http://schemas.openxmlformats.org/drawingml/2006/main">
              <a:ext uri="{FF2B5EF4-FFF2-40B4-BE49-F238E27FC236}">
                <a16:creationId xmlns:a16="http://schemas.microsoft.com/office/drawing/2014/main" id="{BEEC3235-6F7B-4EB5-A847-57F1C07D20AC}"/>
              </a:ext>
            </a:extLst>
          </p:cNvPr>
          <p:cNvSpPr>
            <a:spLocks xmlns:a="http://schemas.openxmlformats.org/drawingml/2006/main" noGrp="1"/>
          </p:cNvSpPr>
          <p:nvPr/>
        </p:nvSpPr>
        <p:spPr>
          <a:xfrm xmlns:a="http://schemas.openxmlformats.org/drawingml/2006/main">
            <a:off x="3790901" y="3862396"/>
            <a:ext cx="4928476"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12240">
            <a:solidFill>
              <a:srgbClr val="224889"/>
            </a:solidFill>
            <a:prstDash val="dash"/>
          </a:ln>
        </p:spPr>
      </p:sp>
      <p:sp>
        <p:nvSpPr>
          <p:cNvPr id="57" name="Editable chart path">
            <a:extLst xmlns:a="http://schemas.openxmlformats.org/drawingml/2006/main">
              <a:ext uri="{FF2B5EF4-FFF2-40B4-BE49-F238E27FC236}">
                <a16:creationId xmlns:a16="http://schemas.microsoft.com/office/drawing/2014/main" id="{AAA8342B-7470-45F7-B8AE-874E51CC771E}"/>
              </a:ext>
            </a:extLst>
          </p:cNvPr>
          <p:cNvSpPr>
            <a:spLocks xmlns:a="http://schemas.openxmlformats.org/drawingml/2006/main" noGrp="1"/>
          </p:cNvSpPr>
          <p:nvPr/>
        </p:nvSpPr>
        <p:spPr>
          <a:xfrm xmlns:a="http://schemas.openxmlformats.org/drawingml/2006/main">
            <a:off x="3790901" y="3647071"/>
            <a:ext cx="4928476"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12240">
            <a:solidFill>
              <a:srgbClr val="C0453C"/>
            </a:solidFill>
            <a:prstDash val="dash"/>
          </a:ln>
        </p:spPr>
      </p:sp>
      <p:sp>
        <p:nvSpPr>
          <p:cNvPr id="58" name="Editable chart path">
            <a:extLst xmlns:a="http://schemas.openxmlformats.org/drawingml/2006/main">
              <a:ext uri="{FF2B5EF4-FFF2-40B4-BE49-F238E27FC236}">
                <a16:creationId xmlns:a16="http://schemas.microsoft.com/office/drawing/2014/main" id="{73108434-1102-4745-82F4-8EF28F8E26C2}"/>
              </a:ext>
            </a:extLst>
          </p:cNvPr>
          <p:cNvSpPr>
            <a:spLocks xmlns:a="http://schemas.openxmlformats.org/drawingml/2006/main" noGrp="1"/>
          </p:cNvSpPr>
          <p:nvPr/>
        </p:nvSpPr>
        <p:spPr>
          <a:xfrm xmlns:a="http://schemas.openxmlformats.org/drawingml/2006/main">
            <a:off x="3790901" y="2647950"/>
            <a:ext cx="95" cy="2213703"/>
          </a:xfrm>
          <a:custGeom xmlns:a="http://schemas.openxmlformats.org/drawingml/2006/main">
            <a:pathLst>
              <a:path w="95" h="1378095">
                <a:moveTo>
                  <a:pt x="0" y="1378095"/>
                </a:moveTo>
                <a:lnTo>
                  <a:pt x="0" y="0"/>
                </a:lnTo>
              </a:path>
            </a:pathLst>
          </a:custGeom>
          <a:noFill xmlns:a="http://schemas.openxmlformats.org/drawingml/2006/main"/>
          <a:ln xmlns:a="http://schemas.openxmlformats.org/drawingml/2006/main" w="12240">
            <a:solidFill>
              <a:srgbClr val="5A6683"/>
            </a:solidFill>
            <a:prstDash val="solid"/>
          </a:ln>
        </p:spPr>
      </p:sp>
      <p:sp>
        <p:nvSpPr>
          <p:cNvPr id="59" name="Editable chart path">
            <a:extLst xmlns:a="http://schemas.openxmlformats.org/drawingml/2006/main">
              <a:ext uri="{FF2B5EF4-FFF2-40B4-BE49-F238E27FC236}">
                <a16:creationId xmlns:a16="http://schemas.microsoft.com/office/drawing/2014/main" id="{4E339CA3-562C-408C-8C8F-AB02AA9DA761}"/>
              </a:ext>
            </a:extLst>
          </p:cNvPr>
          <p:cNvSpPr>
            <a:spLocks xmlns:a="http://schemas.openxmlformats.org/drawingml/2006/main" noGrp="1"/>
          </p:cNvSpPr>
          <p:nvPr/>
        </p:nvSpPr>
        <p:spPr>
          <a:xfrm xmlns:a="http://schemas.openxmlformats.org/drawingml/2006/main">
            <a:off x="3790901" y="4861653"/>
            <a:ext cx="4928476" cy="95"/>
          </a:xfrm>
          <a:custGeom xmlns:a="http://schemas.openxmlformats.org/drawingml/2006/main">
            <a:pathLst>
              <a:path w="3068122" h="95">
                <a:moveTo>
                  <a:pt x="0" y="0"/>
                </a:moveTo>
                <a:lnTo>
                  <a:pt x="3068122" y="0"/>
                </a:lnTo>
              </a:path>
            </a:pathLst>
          </a:custGeom>
          <a:noFill xmlns:a="http://schemas.openxmlformats.org/drawingml/2006/main"/>
          <a:ln xmlns:a="http://schemas.openxmlformats.org/drawingml/2006/main" w="12240">
            <a:solidFill>
              <a:srgbClr val="5A6683"/>
            </a:solidFill>
            <a:prstDash val="solid"/>
          </a:ln>
        </p:spPr>
      </p:sp>
      <p:sp>
        <p:nvSpPr>
          <p:cNvPr id="60" name="">
            <a:extLst xmlns:a="http://schemas.openxmlformats.org/drawingml/2006/main">
              <a:ext uri="{FF2B5EF4-FFF2-40B4-BE49-F238E27FC236}">
                <a16:creationId xmlns:a16="http://schemas.microsoft.com/office/drawing/2014/main" id="{0D3FB30F-DEB2-477B-A6C3-D89CAF4F4441}"/>
              </a:ext>
            </a:extLst>
          </p:cNvPr>
          <p:cNvSpPr>
            <a:spLocks xmlns:a="http://schemas.openxmlformats.org/drawingml/2006/main" noGrp="1"/>
          </p:cNvSpPr>
          <p:nvPr/>
        </p:nvSpPr>
        <p:spPr>
          <a:xfrm xmlns:a="http://schemas.openxmlformats.org/drawingml/2006/main" rot="0">
            <a:off x="4024148" y="3188148"/>
            <a:ext cx="37957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0.395</a:t>
            </a:r>
          </a:p>
        </p:txBody>
      </p:sp>
      <p:sp>
        <p:nvSpPr>
          <p:cNvPr id="61" name="">
            <a:extLst xmlns:a="http://schemas.openxmlformats.org/drawingml/2006/main">
              <a:ext uri="{FF2B5EF4-FFF2-40B4-BE49-F238E27FC236}">
                <a16:creationId xmlns:a16="http://schemas.microsoft.com/office/drawing/2014/main" id="{7710F006-B2D5-4E62-B24E-B1DEFBACEE8E}"/>
              </a:ext>
            </a:extLst>
          </p:cNvPr>
          <p:cNvSpPr>
            <a:spLocks xmlns:a="http://schemas.openxmlformats.org/drawingml/2006/main" noGrp="1"/>
          </p:cNvSpPr>
          <p:nvPr/>
        </p:nvSpPr>
        <p:spPr>
          <a:xfrm xmlns:a="http://schemas.openxmlformats.org/drawingml/2006/main" rot="0">
            <a:off x="4810189" y="3273969"/>
            <a:ext cx="36042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0.372</a:t>
            </a:r>
          </a:p>
        </p:txBody>
      </p:sp>
      <p:sp>
        <p:nvSpPr>
          <p:cNvPr id="62" name="">
            <a:extLst xmlns:a="http://schemas.openxmlformats.org/drawingml/2006/main">
              <a:ext uri="{FF2B5EF4-FFF2-40B4-BE49-F238E27FC236}">
                <a16:creationId xmlns:a16="http://schemas.microsoft.com/office/drawing/2014/main" id="{67D94279-6DD6-4B1F-B853-8DB8929F6677}"/>
              </a:ext>
            </a:extLst>
          </p:cNvPr>
          <p:cNvSpPr>
            <a:spLocks xmlns:a="http://schemas.openxmlformats.org/drawingml/2006/main" noGrp="1"/>
          </p:cNvSpPr>
          <p:nvPr/>
        </p:nvSpPr>
        <p:spPr>
          <a:xfrm xmlns:a="http://schemas.openxmlformats.org/drawingml/2006/main" rot="0">
            <a:off x="5596230" y="2976595"/>
            <a:ext cx="34185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0.451</a:t>
            </a:r>
          </a:p>
        </p:txBody>
      </p:sp>
      <p:sp>
        <p:nvSpPr>
          <p:cNvPr id="63" name="">
            <a:extLst xmlns:a="http://schemas.openxmlformats.org/drawingml/2006/main">
              <a:ext uri="{FF2B5EF4-FFF2-40B4-BE49-F238E27FC236}">
                <a16:creationId xmlns:a16="http://schemas.microsoft.com/office/drawing/2014/main" id="{55AC8AA8-802A-4763-BEAD-9679824BF622}"/>
              </a:ext>
            </a:extLst>
          </p:cNvPr>
          <p:cNvSpPr>
            <a:spLocks xmlns:a="http://schemas.openxmlformats.org/drawingml/2006/main" noGrp="1"/>
          </p:cNvSpPr>
          <p:nvPr/>
        </p:nvSpPr>
        <p:spPr>
          <a:xfrm xmlns:a="http://schemas.openxmlformats.org/drawingml/2006/main" rot="0">
            <a:off x="6382271" y="2976180"/>
            <a:ext cx="34185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0.451</a:t>
            </a:r>
          </a:p>
        </p:txBody>
      </p:sp>
      <p:sp>
        <p:nvSpPr>
          <p:cNvPr id="64" name="">
            <a:extLst xmlns:a="http://schemas.openxmlformats.org/drawingml/2006/main">
              <a:ext uri="{FF2B5EF4-FFF2-40B4-BE49-F238E27FC236}">
                <a16:creationId xmlns:a16="http://schemas.microsoft.com/office/drawing/2014/main" id="{B633EF59-F63D-4BA2-A599-2FEA44E0F5D4}"/>
              </a:ext>
            </a:extLst>
          </p:cNvPr>
          <p:cNvSpPr>
            <a:spLocks xmlns:a="http://schemas.openxmlformats.org/drawingml/2006/main" noGrp="1"/>
          </p:cNvSpPr>
          <p:nvPr/>
        </p:nvSpPr>
        <p:spPr>
          <a:xfrm xmlns:a="http://schemas.openxmlformats.org/drawingml/2006/main" rot="0">
            <a:off x="7168311" y="2904203"/>
            <a:ext cx="37347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0.470</a:t>
            </a:r>
          </a:p>
        </p:txBody>
      </p:sp>
      <p:sp>
        <p:nvSpPr>
          <p:cNvPr id="65" name="">
            <a:extLst xmlns:a="http://schemas.openxmlformats.org/drawingml/2006/main">
              <a:ext uri="{FF2B5EF4-FFF2-40B4-BE49-F238E27FC236}">
                <a16:creationId xmlns:a16="http://schemas.microsoft.com/office/drawing/2014/main" id="{9D28BF89-858E-4206-9340-7D037BFA5B48}"/>
              </a:ext>
            </a:extLst>
          </p:cNvPr>
          <p:cNvSpPr>
            <a:spLocks xmlns:a="http://schemas.openxmlformats.org/drawingml/2006/main" noGrp="1"/>
          </p:cNvSpPr>
          <p:nvPr/>
        </p:nvSpPr>
        <p:spPr>
          <a:xfrm xmlns:a="http://schemas.openxmlformats.org/drawingml/2006/main" rot="0">
            <a:off x="7954352" y="2899752"/>
            <a:ext cx="36604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0.472</a:t>
            </a:r>
          </a:p>
        </p:txBody>
      </p:sp>
      <p:sp>
        <p:nvSpPr>
          <p:cNvPr id="66" name="">
            <a:extLst xmlns:a="http://schemas.openxmlformats.org/drawingml/2006/main">
              <a:ext uri="{FF2B5EF4-FFF2-40B4-BE49-F238E27FC236}">
                <a16:creationId xmlns:a16="http://schemas.microsoft.com/office/drawing/2014/main" id="{81BD7C5B-18B4-438E-801B-13D1C00EC3F4}"/>
              </a:ext>
            </a:extLst>
          </p:cNvPr>
          <p:cNvSpPr>
            <a:spLocks xmlns:a="http://schemas.openxmlformats.org/drawingml/2006/main" noGrp="1"/>
          </p:cNvSpPr>
          <p:nvPr/>
        </p:nvSpPr>
        <p:spPr>
          <a:xfrm xmlns:a="http://schemas.openxmlformats.org/drawingml/2006/main" rot="0">
            <a:off x="4307123" y="2971049"/>
            <a:ext cx="37947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0.453</a:t>
            </a:r>
          </a:p>
        </p:txBody>
      </p:sp>
      <p:sp>
        <p:nvSpPr>
          <p:cNvPr id="67" name="">
            <a:extLst xmlns:a="http://schemas.openxmlformats.org/drawingml/2006/main">
              <a:ext uri="{FF2B5EF4-FFF2-40B4-BE49-F238E27FC236}">
                <a16:creationId xmlns:a16="http://schemas.microsoft.com/office/drawing/2014/main" id="{1A264300-B74F-423E-88AD-9AF71D582546}"/>
              </a:ext>
            </a:extLst>
          </p:cNvPr>
          <p:cNvSpPr>
            <a:spLocks xmlns:a="http://schemas.openxmlformats.org/drawingml/2006/main" noGrp="1"/>
          </p:cNvSpPr>
          <p:nvPr/>
        </p:nvSpPr>
        <p:spPr>
          <a:xfrm xmlns:a="http://schemas.openxmlformats.org/drawingml/2006/main" rot="0">
            <a:off x="5093164" y="3074638"/>
            <a:ext cx="37747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0.425</a:t>
            </a:r>
          </a:p>
        </p:txBody>
      </p:sp>
      <p:sp>
        <p:nvSpPr>
          <p:cNvPr id="68" name="">
            <a:extLst xmlns:a="http://schemas.openxmlformats.org/drawingml/2006/main">
              <a:ext uri="{FF2B5EF4-FFF2-40B4-BE49-F238E27FC236}">
                <a16:creationId xmlns:a16="http://schemas.microsoft.com/office/drawing/2014/main" id="{4FFA77D2-7EA5-4765-AF6D-908C98C671DE}"/>
              </a:ext>
            </a:extLst>
          </p:cNvPr>
          <p:cNvSpPr>
            <a:spLocks xmlns:a="http://schemas.openxmlformats.org/drawingml/2006/main" noGrp="1"/>
          </p:cNvSpPr>
          <p:nvPr/>
        </p:nvSpPr>
        <p:spPr>
          <a:xfrm xmlns:a="http://schemas.openxmlformats.org/drawingml/2006/main" rot="0">
            <a:off x="5879204" y="2756290"/>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0.510</a:t>
            </a:r>
          </a:p>
        </p:txBody>
      </p:sp>
      <p:sp>
        <p:nvSpPr>
          <p:cNvPr id="69" name="">
            <a:extLst xmlns:a="http://schemas.openxmlformats.org/drawingml/2006/main">
              <a:ext uri="{FF2B5EF4-FFF2-40B4-BE49-F238E27FC236}">
                <a16:creationId xmlns:a16="http://schemas.microsoft.com/office/drawing/2014/main" id="{35EB8A95-8FF3-4957-9EC4-27040A50B774}"/>
              </a:ext>
            </a:extLst>
          </p:cNvPr>
          <p:cNvSpPr>
            <a:spLocks xmlns:a="http://schemas.openxmlformats.org/drawingml/2006/main" noGrp="1"/>
          </p:cNvSpPr>
          <p:nvPr/>
        </p:nvSpPr>
        <p:spPr>
          <a:xfrm xmlns:a="http://schemas.openxmlformats.org/drawingml/2006/main" rot="0">
            <a:off x="6665245" y="2752329"/>
            <a:ext cx="29879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0.511</a:t>
            </a:r>
          </a:p>
        </p:txBody>
      </p:sp>
      <p:sp>
        <p:nvSpPr>
          <p:cNvPr id="70" name="">
            <a:extLst xmlns:a="http://schemas.openxmlformats.org/drawingml/2006/main">
              <a:ext uri="{FF2B5EF4-FFF2-40B4-BE49-F238E27FC236}">
                <a16:creationId xmlns:a16="http://schemas.microsoft.com/office/drawing/2014/main" id="{98151C3F-F5A8-4BFE-9060-76444927FA82}"/>
              </a:ext>
            </a:extLst>
          </p:cNvPr>
          <p:cNvSpPr>
            <a:spLocks xmlns:a="http://schemas.openxmlformats.org/drawingml/2006/main" noGrp="1"/>
          </p:cNvSpPr>
          <p:nvPr/>
        </p:nvSpPr>
        <p:spPr>
          <a:xfrm xmlns:a="http://schemas.openxmlformats.org/drawingml/2006/main" rot="0">
            <a:off x="7451286" y="2699591"/>
            <a:ext cx="3773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0.525</a:t>
            </a:r>
          </a:p>
        </p:txBody>
      </p:sp>
      <p:sp>
        <p:nvSpPr>
          <p:cNvPr id="71" name="">
            <a:extLst xmlns:a="http://schemas.openxmlformats.org/drawingml/2006/main">
              <a:ext uri="{FF2B5EF4-FFF2-40B4-BE49-F238E27FC236}">
                <a16:creationId xmlns:a16="http://schemas.microsoft.com/office/drawing/2014/main" id="{4F7A2D2D-46DB-42CE-8741-3ACDDFB163B7}"/>
              </a:ext>
            </a:extLst>
          </p:cNvPr>
          <p:cNvSpPr>
            <a:spLocks xmlns:a="http://schemas.openxmlformats.org/drawingml/2006/main" noGrp="1"/>
          </p:cNvSpPr>
          <p:nvPr/>
        </p:nvSpPr>
        <p:spPr>
          <a:xfrm xmlns:a="http://schemas.openxmlformats.org/drawingml/2006/main" rot="0">
            <a:off x="8237327" y="2693782"/>
            <a:ext cx="37833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0.526</a:t>
            </a:r>
          </a:p>
        </p:txBody>
      </p:sp>
      <p:sp>
        <p:nvSpPr>
          <p:cNvPr id="72" name="">
            <a:extLst xmlns:a="http://schemas.openxmlformats.org/drawingml/2006/main">
              <a:ext uri="{FF2B5EF4-FFF2-40B4-BE49-F238E27FC236}">
                <a16:creationId xmlns:a16="http://schemas.microsoft.com/office/drawing/2014/main" id="{2B9C6E0E-40D2-4F28-B616-23DCE706E818}"/>
              </a:ext>
            </a:extLst>
          </p:cNvPr>
          <p:cNvSpPr>
            <a:spLocks xmlns:a="http://schemas.openxmlformats.org/drawingml/2006/main" noGrp="1"/>
          </p:cNvSpPr>
          <p:nvPr/>
        </p:nvSpPr>
        <p:spPr>
          <a:xfrm xmlns:a="http://schemas.openxmlformats.org/drawingml/2006/main" rot="0">
            <a:off x="3468577" y="4780482"/>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a:t>
            </a:r>
          </a:p>
        </p:txBody>
      </p:sp>
      <p:sp>
        <p:nvSpPr>
          <p:cNvPr id="73" name="">
            <a:extLst xmlns:a="http://schemas.openxmlformats.org/drawingml/2006/main">
              <a:ext uri="{FF2B5EF4-FFF2-40B4-BE49-F238E27FC236}">
                <a16:creationId xmlns:a16="http://schemas.microsoft.com/office/drawing/2014/main" id="{CC26CAFC-3FA7-4D23-B865-620DB3424B9C}"/>
              </a:ext>
            </a:extLst>
          </p:cNvPr>
          <p:cNvSpPr>
            <a:spLocks xmlns:a="http://schemas.openxmlformats.org/drawingml/2006/main" noGrp="1"/>
          </p:cNvSpPr>
          <p:nvPr/>
        </p:nvSpPr>
        <p:spPr>
          <a:xfrm xmlns:a="http://schemas.openxmlformats.org/drawingml/2006/main" rot="0">
            <a:off x="3489855" y="4403247"/>
            <a:ext cx="1664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0.1</a:t>
            </a:r>
          </a:p>
        </p:txBody>
      </p:sp>
      <p:sp>
        <p:nvSpPr>
          <p:cNvPr id="74" name="">
            <a:extLst xmlns:a="http://schemas.openxmlformats.org/drawingml/2006/main">
              <a:ext uri="{FF2B5EF4-FFF2-40B4-BE49-F238E27FC236}">
                <a16:creationId xmlns:a16="http://schemas.microsoft.com/office/drawing/2014/main" id="{7BAF7D17-7326-4E13-B34A-50AE76E429F7}"/>
              </a:ext>
            </a:extLst>
          </p:cNvPr>
          <p:cNvSpPr>
            <a:spLocks xmlns:a="http://schemas.openxmlformats.org/drawingml/2006/main" noGrp="1"/>
          </p:cNvSpPr>
          <p:nvPr/>
        </p:nvSpPr>
        <p:spPr>
          <a:xfrm xmlns:a="http://schemas.openxmlformats.org/drawingml/2006/main" rot="0">
            <a:off x="3473252" y="4026013"/>
            <a:ext cx="2020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0.2</a:t>
            </a:r>
          </a:p>
        </p:txBody>
      </p:sp>
      <p:sp>
        <p:nvSpPr>
          <p:cNvPr id="75" name="">
            <a:extLst xmlns:a="http://schemas.openxmlformats.org/drawingml/2006/main">
              <a:ext uri="{FF2B5EF4-FFF2-40B4-BE49-F238E27FC236}">
                <a16:creationId xmlns:a16="http://schemas.microsoft.com/office/drawing/2014/main" id="{41DE8854-ACEA-4C1A-AFC3-73FD8B66601B}"/>
              </a:ext>
            </a:extLst>
          </p:cNvPr>
          <p:cNvSpPr>
            <a:spLocks xmlns:a="http://schemas.openxmlformats.org/drawingml/2006/main" noGrp="1"/>
          </p:cNvSpPr>
          <p:nvPr/>
        </p:nvSpPr>
        <p:spPr>
          <a:xfrm xmlns:a="http://schemas.openxmlformats.org/drawingml/2006/main" rot="0">
            <a:off x="3473542" y="3648778"/>
            <a:ext cx="20393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0.3</a:t>
            </a:r>
          </a:p>
        </p:txBody>
      </p:sp>
      <p:sp>
        <p:nvSpPr>
          <p:cNvPr id="76" name="">
            <a:extLst xmlns:a="http://schemas.openxmlformats.org/drawingml/2006/main">
              <a:ext uri="{FF2B5EF4-FFF2-40B4-BE49-F238E27FC236}">
                <a16:creationId xmlns:a16="http://schemas.microsoft.com/office/drawing/2014/main" id="{7C2DB244-37CC-4A62-B00D-6CFF1C7DDD39}"/>
              </a:ext>
            </a:extLst>
          </p:cNvPr>
          <p:cNvSpPr>
            <a:spLocks xmlns:a="http://schemas.openxmlformats.org/drawingml/2006/main" noGrp="1"/>
          </p:cNvSpPr>
          <p:nvPr/>
        </p:nvSpPr>
        <p:spPr>
          <a:xfrm xmlns:a="http://schemas.openxmlformats.org/drawingml/2006/main" rot="0">
            <a:off x="3468611" y="3271544"/>
            <a:ext cx="2095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a:t>
            </a:r>
          </a:p>
        </p:txBody>
      </p:sp>
      <p:sp>
        <p:nvSpPr>
          <p:cNvPr id="77" name="">
            <a:extLst xmlns:a="http://schemas.openxmlformats.org/drawingml/2006/main">
              <a:ext uri="{FF2B5EF4-FFF2-40B4-BE49-F238E27FC236}">
                <a16:creationId xmlns:a16="http://schemas.microsoft.com/office/drawing/2014/main" id="{90532321-2B25-4968-86C4-0F040835DB21}"/>
              </a:ext>
            </a:extLst>
          </p:cNvPr>
          <p:cNvSpPr>
            <a:spLocks xmlns:a="http://schemas.openxmlformats.org/drawingml/2006/main" noGrp="1"/>
          </p:cNvSpPr>
          <p:nvPr/>
        </p:nvSpPr>
        <p:spPr>
          <a:xfrm xmlns:a="http://schemas.openxmlformats.org/drawingml/2006/main" rot="0">
            <a:off x="3467888" y="2894309"/>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a:t>
            </a:r>
          </a:p>
        </p:txBody>
      </p:sp>
      <p:sp>
        <p:nvSpPr>
          <p:cNvPr id="78" name="">
            <a:extLst xmlns:a="http://schemas.openxmlformats.org/drawingml/2006/main">
              <a:ext uri="{FF2B5EF4-FFF2-40B4-BE49-F238E27FC236}">
                <a16:creationId xmlns:a16="http://schemas.microsoft.com/office/drawing/2014/main" id="{9D5FB918-14ED-40E0-B7D3-954C6508C4F6}"/>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79" name="">
            <a:extLst xmlns:a="http://schemas.openxmlformats.org/drawingml/2006/main">
              <a:ext uri="{FF2B5EF4-FFF2-40B4-BE49-F238E27FC236}">
                <a16:creationId xmlns:a16="http://schemas.microsoft.com/office/drawing/2014/main" id="{39E9F223-4CF8-448D-B7F3-628D0EFCAB83}"/>
              </a:ext>
            </a:extLst>
          </p:cNvPr>
          <p:cNvSpPr>
            <a:spLocks xmlns:a="http://schemas.openxmlformats.org/drawingml/2006/main" noGrp="1"/>
          </p:cNvSpPr>
          <p:nvPr/>
        </p:nvSpPr>
        <p:spPr>
          <a:xfrm xmlns:a="http://schemas.openxmlformats.org/drawingml/2006/main">
            <a:off x="1466850" y="5334000"/>
            <a:ext cx="55159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slots</a:t>
            </a:r>
          </a:p>
        </p:txBody>
      </p:sp>
      <p:sp>
        <p:nvSpPr>
          <p:cNvPr id="80" name="">
            <a:extLst xmlns:a="http://schemas.openxmlformats.org/drawingml/2006/main">
              <a:ext uri="{FF2B5EF4-FFF2-40B4-BE49-F238E27FC236}">
                <a16:creationId xmlns:a16="http://schemas.microsoft.com/office/drawing/2014/main" id="{0560CFC5-371F-4602-B4BB-919A18F47D30}"/>
              </a:ext>
            </a:extLst>
          </p:cNvPr>
          <p:cNvSpPr>
            <a:spLocks xmlns:a="http://schemas.openxmlformats.org/drawingml/2006/main" noGrp="1"/>
          </p:cNvSpPr>
          <p:nvPr/>
        </p:nvSpPr>
        <p:spPr>
          <a:xfrm xmlns:a="http://schemas.openxmlformats.org/drawingml/2006/main">
            <a:off x="2227993"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81" name="">
            <a:extLst xmlns:a="http://schemas.openxmlformats.org/drawingml/2006/main">
              <a:ext uri="{FF2B5EF4-FFF2-40B4-BE49-F238E27FC236}">
                <a16:creationId xmlns:a16="http://schemas.microsoft.com/office/drawing/2014/main" id="{ACFB7196-F9E6-4808-B444-778662F5BB0D}"/>
              </a:ext>
            </a:extLst>
          </p:cNvPr>
          <p:cNvSpPr>
            <a:spLocks xmlns:a="http://schemas.openxmlformats.org/drawingml/2006/main" noGrp="1"/>
          </p:cNvSpPr>
          <p:nvPr/>
        </p:nvSpPr>
        <p:spPr>
          <a:xfrm xmlns:a="http://schemas.openxmlformats.org/drawingml/2006/main">
            <a:off x="2456593" y="5334000"/>
            <a:ext cx="77543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Rainy slots</a:t>
            </a:r>
          </a:p>
        </p:txBody>
      </p:sp>
    </p:spTree>
    <p:extLst>
      <p:ext uri="{BB962C8B-B14F-4D97-AF65-F5344CB8AC3E}">
        <p14:creationId xmlns:p14="http://schemas.microsoft.com/office/powerpoint/2010/main" val="597896415"/>
      </p:ext>
    </p:extLst>
  </p:cSld>
</p:sld>
</file>

<file path=ppt/slides/slide53.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FORECAST PRECISION UNDER BOTH LABELS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Nineteen alerts per half-hour. Label versions have different information sets.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53</a:t>
            </a:r>
            <a:endParaRPr sz="1200"/>
          </a:p>
        </p:txBody>
      </p:sp>
      <p:sp>
        <p:nvSpPr>
          <p:cNvPr id="14" name="">
            <a:extLst xmlns:a="http://schemas.openxmlformats.org/drawingml/2006/main">
              <a:ext uri="{FF2B5EF4-FFF2-40B4-BE49-F238E27FC236}">
                <a16:creationId xmlns:a16="http://schemas.microsoft.com/office/drawing/2014/main" id="{E120A80C-3A8A-4DA2-BE0E-4C7356973F65}"/>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83C2DF64-E531-4AB6-BE47-0D5B5F37884B}"/>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30 minutes ahead</a:t>
            </a:r>
          </a:p>
        </p:txBody>
      </p:sp>
      <p:sp>
        <p:nvSpPr>
          <p:cNvPr id="16" name="">
            <a:extLst xmlns:a="http://schemas.openxmlformats.org/drawingml/2006/main">
              <a:ext uri="{FF2B5EF4-FFF2-40B4-BE49-F238E27FC236}">
                <a16:creationId xmlns:a16="http://schemas.microsoft.com/office/drawing/2014/main" id="{1DDDE713-9D76-492B-BBB4-EF357B66E915}"/>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of the 19 alerted cells really low (per half hour, test year)</a:t>
            </a:r>
          </a:p>
        </p:txBody>
      </p:sp>
      <p:sp>
        <p:nvSpPr>
          <p:cNvPr id="17" name="Editable chart path">
            <a:extLst xmlns:a="http://schemas.openxmlformats.org/drawingml/2006/main">
              <a:ext uri="{FF2B5EF4-FFF2-40B4-BE49-F238E27FC236}">
                <a16:creationId xmlns:a16="http://schemas.microsoft.com/office/drawing/2014/main" id="{C9F9A849-A7E3-4AAD-965D-EB2169CF80CC}"/>
              </a:ext>
            </a:extLst>
          </p:cNvPr>
          <p:cNvSpPr>
            <a:spLocks xmlns:a="http://schemas.openxmlformats.org/drawingml/2006/main" noGrp="1"/>
          </p:cNvSpPr>
          <p:nvPr/>
        </p:nvSpPr>
        <p:spPr>
          <a:xfrm xmlns:a="http://schemas.openxmlformats.org/drawingml/2006/main">
            <a:off x="1772729" y="3171103"/>
            <a:ext cx="324108" cy="1886950"/>
          </a:xfrm>
          <a:custGeom xmlns:a="http://schemas.openxmlformats.org/drawingml/2006/main">
            <a:pathLst>
              <a:path w="284755" h="1657838">
                <a:moveTo>
                  <a:pt x="0" y="1657838"/>
                </a:moveTo>
                <a:lnTo>
                  <a:pt x="284755" y="1657838"/>
                </a:lnTo>
                <a:lnTo>
                  <a:pt x="284755" y="0"/>
                </a:lnTo>
                <a:lnTo>
                  <a:pt x="0" y="0"/>
                </a:lnTo>
                <a:close/>
              </a:path>
            </a:pathLst>
          </a:custGeom>
          <a:solidFill xmlns:a="http://schemas.openxmlformats.org/drawingml/2006/main">
            <a:srgbClr val="224889"/>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9115C23E-8425-4BA5-BFC6-BA6B26E0B092}"/>
              </a:ext>
            </a:extLst>
          </p:cNvPr>
          <p:cNvSpPr>
            <a:spLocks xmlns:a="http://schemas.openxmlformats.org/drawingml/2006/main" noGrp="1"/>
          </p:cNvSpPr>
          <p:nvPr/>
        </p:nvSpPr>
        <p:spPr>
          <a:xfrm xmlns:a="http://schemas.openxmlformats.org/drawingml/2006/main">
            <a:off x="2725989" y="2972885"/>
            <a:ext cx="324108" cy="2085169"/>
          </a:xfrm>
          <a:custGeom xmlns:a="http://schemas.openxmlformats.org/drawingml/2006/main">
            <a:pathLst>
              <a:path w="284755" h="1831989">
                <a:moveTo>
                  <a:pt x="0" y="1831989"/>
                </a:moveTo>
                <a:lnTo>
                  <a:pt x="284755" y="1831989"/>
                </a:lnTo>
                <a:lnTo>
                  <a:pt x="284755" y="0"/>
                </a:lnTo>
                <a:lnTo>
                  <a:pt x="0" y="0"/>
                </a:lnTo>
                <a:close/>
              </a:path>
            </a:pathLst>
          </a:custGeom>
          <a:solidFill xmlns:a="http://schemas.openxmlformats.org/drawingml/2006/main">
            <a:srgbClr val="224889"/>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D2C89E5E-0446-4BF0-84CD-9686C615BC47}"/>
              </a:ext>
            </a:extLst>
          </p:cNvPr>
          <p:cNvSpPr>
            <a:spLocks xmlns:a="http://schemas.openxmlformats.org/drawingml/2006/main" noGrp="1"/>
          </p:cNvSpPr>
          <p:nvPr/>
        </p:nvSpPr>
        <p:spPr>
          <a:xfrm xmlns:a="http://schemas.openxmlformats.org/drawingml/2006/main">
            <a:off x="3679249" y="2889655"/>
            <a:ext cx="324108" cy="2168399"/>
          </a:xfrm>
          <a:custGeom xmlns:a="http://schemas.openxmlformats.org/drawingml/2006/main">
            <a:pathLst>
              <a:path w="284755" h="1905113">
                <a:moveTo>
                  <a:pt x="0" y="1905113"/>
                </a:moveTo>
                <a:lnTo>
                  <a:pt x="284755" y="1905113"/>
                </a:lnTo>
                <a:lnTo>
                  <a:pt x="284755" y="0"/>
                </a:lnTo>
                <a:lnTo>
                  <a:pt x="0" y="0"/>
                </a:lnTo>
                <a:close/>
              </a:path>
            </a:pathLst>
          </a:custGeom>
          <a:solidFill xmlns:a="http://schemas.openxmlformats.org/drawingml/2006/main">
            <a:srgbClr val="224889"/>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D30E009E-0B99-4F39-94B5-E1D6AD6D3194}"/>
              </a:ext>
            </a:extLst>
          </p:cNvPr>
          <p:cNvSpPr>
            <a:spLocks xmlns:a="http://schemas.openxmlformats.org/drawingml/2006/main" noGrp="1"/>
          </p:cNvSpPr>
          <p:nvPr/>
        </p:nvSpPr>
        <p:spPr>
          <a:xfrm xmlns:a="http://schemas.openxmlformats.org/drawingml/2006/main">
            <a:off x="4632508" y="2891335"/>
            <a:ext cx="324108" cy="2166719"/>
          </a:xfrm>
          <a:custGeom xmlns:a="http://schemas.openxmlformats.org/drawingml/2006/main">
            <a:pathLst>
              <a:path w="284755" h="1903637">
                <a:moveTo>
                  <a:pt x="0" y="1903637"/>
                </a:moveTo>
                <a:lnTo>
                  <a:pt x="284755" y="1903637"/>
                </a:lnTo>
                <a:lnTo>
                  <a:pt x="284755" y="0"/>
                </a:lnTo>
                <a:lnTo>
                  <a:pt x="0" y="0"/>
                </a:lnTo>
                <a:close/>
              </a:path>
            </a:pathLst>
          </a:custGeom>
          <a:solidFill xmlns:a="http://schemas.openxmlformats.org/drawingml/2006/main">
            <a:srgbClr val="224889"/>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E255E50A-040B-48C4-A490-31D8B38AD981}"/>
              </a:ext>
            </a:extLst>
          </p:cNvPr>
          <p:cNvSpPr>
            <a:spLocks xmlns:a="http://schemas.openxmlformats.org/drawingml/2006/main" noGrp="1"/>
          </p:cNvSpPr>
          <p:nvPr/>
        </p:nvSpPr>
        <p:spPr>
          <a:xfrm xmlns:a="http://schemas.openxmlformats.org/drawingml/2006/main">
            <a:off x="2115903" y="3124632"/>
            <a:ext cx="324108" cy="1933421"/>
          </a:xfrm>
          <a:custGeom xmlns:a="http://schemas.openxmlformats.org/drawingml/2006/main">
            <a:pathLst>
              <a:path w="284755" h="1698666">
                <a:moveTo>
                  <a:pt x="0" y="1698666"/>
                </a:moveTo>
                <a:lnTo>
                  <a:pt x="284755" y="1698666"/>
                </a:lnTo>
                <a:lnTo>
                  <a:pt x="284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D7580F85-7FB3-4D59-888A-0226B41EEFC3}"/>
              </a:ext>
            </a:extLst>
          </p:cNvPr>
          <p:cNvSpPr>
            <a:spLocks xmlns:a="http://schemas.openxmlformats.org/drawingml/2006/main" noGrp="1"/>
          </p:cNvSpPr>
          <p:nvPr/>
        </p:nvSpPr>
        <p:spPr>
          <a:xfrm xmlns:a="http://schemas.openxmlformats.org/drawingml/2006/main">
            <a:off x="3069162" y="2918546"/>
            <a:ext cx="324108" cy="2139508"/>
          </a:xfrm>
          <a:custGeom xmlns:a="http://schemas.openxmlformats.org/drawingml/2006/main">
            <a:pathLst>
              <a:path w="284755" h="1879730">
                <a:moveTo>
                  <a:pt x="0" y="1879730"/>
                </a:moveTo>
                <a:lnTo>
                  <a:pt x="284755" y="1879730"/>
                </a:lnTo>
                <a:lnTo>
                  <a:pt x="284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9C2C9D54-FC25-4E29-A531-EFC0E848D34F}"/>
              </a:ext>
            </a:extLst>
          </p:cNvPr>
          <p:cNvSpPr>
            <a:spLocks xmlns:a="http://schemas.openxmlformats.org/drawingml/2006/main" noGrp="1"/>
          </p:cNvSpPr>
          <p:nvPr/>
        </p:nvSpPr>
        <p:spPr>
          <a:xfrm xmlns:a="http://schemas.openxmlformats.org/drawingml/2006/main">
            <a:off x="4022422" y="2835644"/>
            <a:ext cx="324108" cy="2222410"/>
          </a:xfrm>
          <a:custGeom xmlns:a="http://schemas.openxmlformats.org/drawingml/2006/main">
            <a:pathLst>
              <a:path w="284755" h="1952566">
                <a:moveTo>
                  <a:pt x="0" y="1952566"/>
                </a:moveTo>
                <a:lnTo>
                  <a:pt x="284755" y="1952566"/>
                </a:lnTo>
                <a:lnTo>
                  <a:pt x="284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A33E2CC0-2E34-4DA1-8BBC-E1AD0E58FBC2}"/>
              </a:ext>
            </a:extLst>
          </p:cNvPr>
          <p:cNvSpPr>
            <a:spLocks xmlns:a="http://schemas.openxmlformats.org/drawingml/2006/main" noGrp="1"/>
          </p:cNvSpPr>
          <p:nvPr/>
        </p:nvSpPr>
        <p:spPr>
          <a:xfrm xmlns:a="http://schemas.openxmlformats.org/drawingml/2006/main">
            <a:off x="4975682" y="2837160"/>
            <a:ext cx="324108" cy="2220894"/>
          </a:xfrm>
          <a:custGeom xmlns:a="http://schemas.openxmlformats.org/drawingml/2006/main">
            <a:pathLst>
              <a:path w="284755" h="1951234">
                <a:moveTo>
                  <a:pt x="0" y="1951234"/>
                </a:moveTo>
                <a:lnTo>
                  <a:pt x="284755" y="1951234"/>
                </a:lnTo>
                <a:lnTo>
                  <a:pt x="284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FC9DB3B6-34CE-4068-A8EB-99820EE46174}"/>
              </a:ext>
            </a:extLst>
          </p:cNvPr>
          <p:cNvSpPr>
            <a:spLocks xmlns:a="http://schemas.openxmlformats.org/drawingml/2006/main" noGrp="1"/>
          </p:cNvSpPr>
          <p:nvPr/>
        </p:nvSpPr>
        <p:spPr>
          <a:xfrm xmlns:a="http://schemas.openxmlformats.org/drawingml/2006/main">
            <a:off x="2106370" y="5058054"/>
            <a:ext cx="95" cy="3794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26" name="">
            <a:extLst xmlns:a="http://schemas.openxmlformats.org/drawingml/2006/main">
              <a:ext uri="{FF2B5EF4-FFF2-40B4-BE49-F238E27FC236}">
                <a16:creationId xmlns:a16="http://schemas.microsoft.com/office/drawing/2014/main" id="{297B9C94-D7B6-4CD1-B79E-483E47285614}"/>
              </a:ext>
            </a:extLst>
          </p:cNvPr>
          <p:cNvSpPr>
            <a:spLocks xmlns:a="http://schemas.openxmlformats.org/drawingml/2006/main" noGrp="1"/>
          </p:cNvSpPr>
          <p:nvPr/>
        </p:nvSpPr>
        <p:spPr>
          <a:xfrm xmlns:a="http://schemas.openxmlformats.org/drawingml/2006/main" rot="0">
            <a:off x="1704269" y="5069792"/>
            <a:ext cx="8022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Persistence</a:t>
            </a:r>
          </a:p>
        </p:txBody>
      </p:sp>
      <p:sp>
        <p:nvSpPr>
          <p:cNvPr id="27" name="Editable chart path">
            <a:extLst xmlns:a="http://schemas.openxmlformats.org/drawingml/2006/main">
              <a:ext uri="{FF2B5EF4-FFF2-40B4-BE49-F238E27FC236}">
                <a16:creationId xmlns:a16="http://schemas.microsoft.com/office/drawing/2014/main" id="{D80A955D-BF3B-4E6B-8BA4-3CD4989960E4}"/>
              </a:ext>
            </a:extLst>
          </p:cNvPr>
          <p:cNvSpPr>
            <a:spLocks xmlns:a="http://schemas.openxmlformats.org/drawingml/2006/main" noGrp="1"/>
          </p:cNvSpPr>
          <p:nvPr/>
        </p:nvSpPr>
        <p:spPr>
          <a:xfrm xmlns:a="http://schemas.openxmlformats.org/drawingml/2006/main">
            <a:off x="3059630" y="5058054"/>
            <a:ext cx="95" cy="3794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28" name="">
            <a:extLst xmlns:a="http://schemas.openxmlformats.org/drawingml/2006/main">
              <a:ext uri="{FF2B5EF4-FFF2-40B4-BE49-F238E27FC236}">
                <a16:creationId xmlns:a16="http://schemas.microsoft.com/office/drawing/2014/main" id="{B6CF33AD-3A38-41B0-BF34-CD85A11E0E5B}"/>
              </a:ext>
            </a:extLst>
          </p:cNvPr>
          <p:cNvSpPr>
            <a:spLocks xmlns:a="http://schemas.openxmlformats.org/drawingml/2006/main" noGrp="1"/>
          </p:cNvSpPr>
          <p:nvPr/>
        </p:nvSpPr>
        <p:spPr>
          <a:xfrm xmlns:a="http://schemas.openxmlformats.org/drawingml/2006/main" rot="0">
            <a:off x="2672858" y="5069792"/>
            <a:ext cx="76800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Regression</a:t>
            </a:r>
          </a:p>
        </p:txBody>
      </p:sp>
      <p:sp>
        <p:nvSpPr>
          <p:cNvPr id="29" name="Editable chart path">
            <a:extLst xmlns:a="http://schemas.openxmlformats.org/drawingml/2006/main">
              <a:ext uri="{FF2B5EF4-FFF2-40B4-BE49-F238E27FC236}">
                <a16:creationId xmlns:a16="http://schemas.microsoft.com/office/drawing/2014/main" id="{78DCC247-3D81-4F47-9C3E-68E59DB48AAF}"/>
              </a:ext>
            </a:extLst>
          </p:cNvPr>
          <p:cNvSpPr>
            <a:spLocks xmlns:a="http://schemas.openxmlformats.org/drawingml/2006/main" noGrp="1"/>
          </p:cNvSpPr>
          <p:nvPr/>
        </p:nvSpPr>
        <p:spPr>
          <a:xfrm xmlns:a="http://schemas.openxmlformats.org/drawingml/2006/main">
            <a:off x="4012889" y="5058054"/>
            <a:ext cx="95" cy="3794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30" name="">
            <a:extLst xmlns:a="http://schemas.openxmlformats.org/drawingml/2006/main">
              <a:ext uri="{FF2B5EF4-FFF2-40B4-BE49-F238E27FC236}">
                <a16:creationId xmlns:a16="http://schemas.microsoft.com/office/drawing/2014/main" id="{E5BC4B80-E7D5-45F1-A4CF-1B10C8C00719}"/>
              </a:ext>
            </a:extLst>
          </p:cNvPr>
          <p:cNvSpPr>
            <a:spLocks xmlns:a="http://schemas.openxmlformats.org/drawingml/2006/main" noGrp="1"/>
          </p:cNvSpPr>
          <p:nvPr/>
        </p:nvSpPr>
        <p:spPr>
          <a:xfrm xmlns:a="http://schemas.openxmlformats.org/drawingml/2006/main" rot="0">
            <a:off x="3685237" y="5069792"/>
            <a:ext cx="6483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31" name="Editable chart path">
            <a:extLst xmlns:a="http://schemas.openxmlformats.org/drawingml/2006/main">
              <a:ext uri="{FF2B5EF4-FFF2-40B4-BE49-F238E27FC236}">
                <a16:creationId xmlns:a16="http://schemas.microsoft.com/office/drawing/2014/main" id="{DE43A623-BD83-459B-9ECF-EBE78C2E049A}"/>
              </a:ext>
            </a:extLst>
          </p:cNvPr>
          <p:cNvSpPr>
            <a:spLocks xmlns:a="http://schemas.openxmlformats.org/drawingml/2006/main" noGrp="1"/>
          </p:cNvSpPr>
          <p:nvPr/>
        </p:nvSpPr>
        <p:spPr>
          <a:xfrm xmlns:a="http://schemas.openxmlformats.org/drawingml/2006/main">
            <a:off x="4966149" y="5058054"/>
            <a:ext cx="95" cy="3794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32" name="">
            <a:extLst xmlns:a="http://schemas.openxmlformats.org/drawingml/2006/main">
              <a:ext uri="{FF2B5EF4-FFF2-40B4-BE49-F238E27FC236}">
                <a16:creationId xmlns:a16="http://schemas.microsoft.com/office/drawing/2014/main" id="{6226BE96-59BE-4433-AF8D-999E7502C778}"/>
              </a:ext>
            </a:extLst>
          </p:cNvPr>
          <p:cNvSpPr>
            <a:spLocks xmlns:a="http://schemas.openxmlformats.org/drawingml/2006/main" noGrp="1"/>
          </p:cNvSpPr>
          <p:nvPr/>
        </p:nvSpPr>
        <p:spPr>
          <a:xfrm xmlns:a="http://schemas.openxmlformats.org/drawingml/2006/main" rot="0">
            <a:off x="4269967" y="5069792"/>
            <a:ext cx="139236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 + weather</a:t>
            </a:r>
          </a:p>
        </p:txBody>
      </p:sp>
      <p:sp>
        <p:nvSpPr>
          <p:cNvPr id="33" name="Editable chart path">
            <a:extLst xmlns:a="http://schemas.openxmlformats.org/drawingml/2006/main">
              <a:ext uri="{FF2B5EF4-FFF2-40B4-BE49-F238E27FC236}">
                <a16:creationId xmlns:a16="http://schemas.microsoft.com/office/drawing/2014/main" id="{44001DED-72B0-46AC-A35A-0D071C218644}"/>
              </a:ext>
            </a:extLst>
          </p:cNvPr>
          <p:cNvSpPr>
            <a:spLocks xmlns:a="http://schemas.openxmlformats.org/drawingml/2006/main" noGrp="1"/>
          </p:cNvSpPr>
          <p:nvPr/>
        </p:nvSpPr>
        <p:spPr>
          <a:xfrm xmlns:a="http://schemas.openxmlformats.org/drawingml/2006/main">
            <a:off x="1596376" y="5058054"/>
            <a:ext cx="3879767"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6505">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3FECEFAF-E9C3-4A9F-B859-EA4C83C06A47}"/>
              </a:ext>
            </a:extLst>
          </p:cNvPr>
          <p:cNvSpPr>
            <a:spLocks xmlns:a="http://schemas.openxmlformats.org/drawingml/2006/main" noGrp="1"/>
          </p:cNvSpPr>
          <p:nvPr/>
        </p:nvSpPr>
        <p:spPr>
          <a:xfrm xmlns:a="http://schemas.openxmlformats.org/drawingml/2006/main">
            <a:off x="1558431" y="5058054"/>
            <a:ext cx="3794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35" name="">
            <a:extLst xmlns:a="http://schemas.openxmlformats.org/drawingml/2006/main">
              <a:ext uri="{FF2B5EF4-FFF2-40B4-BE49-F238E27FC236}">
                <a16:creationId xmlns:a16="http://schemas.microsoft.com/office/drawing/2014/main" id="{BB955AB2-4683-46E3-932B-59A0AED397DE}"/>
              </a:ext>
            </a:extLst>
          </p:cNvPr>
          <p:cNvSpPr>
            <a:spLocks xmlns:a="http://schemas.openxmlformats.org/drawingml/2006/main" noGrp="1"/>
          </p:cNvSpPr>
          <p:nvPr/>
        </p:nvSpPr>
        <p:spPr>
          <a:xfrm xmlns:a="http://schemas.openxmlformats.org/drawingml/2006/main" rot="0">
            <a:off x="1424008" y="495778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36" name="Editable chart path">
            <a:extLst xmlns:a="http://schemas.openxmlformats.org/drawingml/2006/main">
              <a:ext uri="{FF2B5EF4-FFF2-40B4-BE49-F238E27FC236}">
                <a16:creationId xmlns:a16="http://schemas.microsoft.com/office/drawing/2014/main" id="{1E700475-6E1A-41F4-BCBE-8D4161B5220F}"/>
              </a:ext>
            </a:extLst>
          </p:cNvPr>
          <p:cNvSpPr>
            <a:spLocks xmlns:a="http://schemas.openxmlformats.org/drawingml/2006/main" noGrp="1"/>
          </p:cNvSpPr>
          <p:nvPr/>
        </p:nvSpPr>
        <p:spPr>
          <a:xfrm xmlns:a="http://schemas.openxmlformats.org/drawingml/2006/main">
            <a:off x="1596376" y="4648257"/>
            <a:ext cx="3879767"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6505">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268C6D65-2539-4DEA-9FA8-10ACB7422A58}"/>
              </a:ext>
            </a:extLst>
          </p:cNvPr>
          <p:cNvSpPr>
            <a:spLocks xmlns:a="http://schemas.openxmlformats.org/drawingml/2006/main" noGrp="1"/>
          </p:cNvSpPr>
          <p:nvPr/>
        </p:nvSpPr>
        <p:spPr>
          <a:xfrm xmlns:a="http://schemas.openxmlformats.org/drawingml/2006/main">
            <a:off x="1558431" y="4648257"/>
            <a:ext cx="3794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38" name="">
            <a:extLst xmlns:a="http://schemas.openxmlformats.org/drawingml/2006/main">
              <a:ext uri="{FF2B5EF4-FFF2-40B4-BE49-F238E27FC236}">
                <a16:creationId xmlns:a16="http://schemas.microsoft.com/office/drawing/2014/main" id="{5AB65492-184D-4E44-B278-A9E7F7CAD7E7}"/>
              </a:ext>
            </a:extLst>
          </p:cNvPr>
          <p:cNvSpPr>
            <a:spLocks xmlns:a="http://schemas.openxmlformats.org/drawingml/2006/main" noGrp="1"/>
          </p:cNvSpPr>
          <p:nvPr/>
        </p:nvSpPr>
        <p:spPr>
          <a:xfrm xmlns:a="http://schemas.openxmlformats.org/drawingml/2006/main" rot="0">
            <a:off x="1379336" y="4547983"/>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39" name="Editable chart path">
            <a:extLst xmlns:a="http://schemas.openxmlformats.org/drawingml/2006/main">
              <a:ext uri="{FF2B5EF4-FFF2-40B4-BE49-F238E27FC236}">
                <a16:creationId xmlns:a16="http://schemas.microsoft.com/office/drawing/2014/main" id="{94F10B00-5837-4F1A-A05B-EA65A48868F4}"/>
              </a:ext>
            </a:extLst>
          </p:cNvPr>
          <p:cNvSpPr>
            <a:spLocks xmlns:a="http://schemas.openxmlformats.org/drawingml/2006/main" noGrp="1"/>
          </p:cNvSpPr>
          <p:nvPr/>
        </p:nvSpPr>
        <p:spPr>
          <a:xfrm xmlns:a="http://schemas.openxmlformats.org/drawingml/2006/main">
            <a:off x="1596376" y="4238460"/>
            <a:ext cx="3879767"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6505">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29E5DE8F-9EA1-421F-B7E1-E29B1FAA7F91}"/>
              </a:ext>
            </a:extLst>
          </p:cNvPr>
          <p:cNvSpPr>
            <a:spLocks xmlns:a="http://schemas.openxmlformats.org/drawingml/2006/main" noGrp="1"/>
          </p:cNvSpPr>
          <p:nvPr/>
        </p:nvSpPr>
        <p:spPr>
          <a:xfrm xmlns:a="http://schemas.openxmlformats.org/drawingml/2006/main">
            <a:off x="1558431" y="4238460"/>
            <a:ext cx="3794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41" name="">
            <a:extLst xmlns:a="http://schemas.openxmlformats.org/drawingml/2006/main">
              <a:ext uri="{FF2B5EF4-FFF2-40B4-BE49-F238E27FC236}">
                <a16:creationId xmlns:a16="http://schemas.microsoft.com/office/drawing/2014/main" id="{AAC8C785-24E5-4B50-8684-27E93A3B97D1}"/>
              </a:ext>
            </a:extLst>
          </p:cNvPr>
          <p:cNvSpPr>
            <a:spLocks xmlns:a="http://schemas.openxmlformats.org/drawingml/2006/main" noGrp="1"/>
          </p:cNvSpPr>
          <p:nvPr/>
        </p:nvSpPr>
        <p:spPr>
          <a:xfrm xmlns:a="http://schemas.openxmlformats.org/drawingml/2006/main" rot="0">
            <a:off x="1343713" y="4138186"/>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42" name="Editable chart path">
            <a:extLst xmlns:a="http://schemas.openxmlformats.org/drawingml/2006/main">
              <a:ext uri="{FF2B5EF4-FFF2-40B4-BE49-F238E27FC236}">
                <a16:creationId xmlns:a16="http://schemas.microsoft.com/office/drawing/2014/main" id="{A860A97D-091A-4C67-8205-615108BA1978}"/>
              </a:ext>
            </a:extLst>
          </p:cNvPr>
          <p:cNvSpPr>
            <a:spLocks xmlns:a="http://schemas.openxmlformats.org/drawingml/2006/main" noGrp="1"/>
          </p:cNvSpPr>
          <p:nvPr/>
        </p:nvSpPr>
        <p:spPr>
          <a:xfrm xmlns:a="http://schemas.openxmlformats.org/drawingml/2006/main">
            <a:off x="1596376" y="3828663"/>
            <a:ext cx="3879767"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6505">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5084E1B1-D10E-4DF9-BF85-976007E86B8E}"/>
              </a:ext>
            </a:extLst>
          </p:cNvPr>
          <p:cNvSpPr>
            <a:spLocks xmlns:a="http://schemas.openxmlformats.org/drawingml/2006/main" noGrp="1"/>
          </p:cNvSpPr>
          <p:nvPr/>
        </p:nvSpPr>
        <p:spPr>
          <a:xfrm xmlns:a="http://schemas.openxmlformats.org/drawingml/2006/main">
            <a:off x="1558431" y="3828663"/>
            <a:ext cx="3794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44" name="">
            <a:extLst xmlns:a="http://schemas.openxmlformats.org/drawingml/2006/main">
              <a:ext uri="{FF2B5EF4-FFF2-40B4-BE49-F238E27FC236}">
                <a16:creationId xmlns:a16="http://schemas.microsoft.com/office/drawing/2014/main" id="{BC26F02F-A03A-4B63-9975-0BACA94D8FD6}"/>
              </a:ext>
            </a:extLst>
          </p:cNvPr>
          <p:cNvSpPr>
            <a:spLocks xmlns:a="http://schemas.openxmlformats.org/drawingml/2006/main" noGrp="1"/>
          </p:cNvSpPr>
          <p:nvPr/>
        </p:nvSpPr>
        <p:spPr>
          <a:xfrm xmlns:a="http://schemas.openxmlformats.org/drawingml/2006/main" rot="0">
            <a:off x="1341712" y="3728389"/>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45" name="Editable chart path">
            <a:extLst xmlns:a="http://schemas.openxmlformats.org/drawingml/2006/main">
              <a:ext uri="{FF2B5EF4-FFF2-40B4-BE49-F238E27FC236}">
                <a16:creationId xmlns:a16="http://schemas.microsoft.com/office/drawing/2014/main" id="{2E19E266-D1B3-4AD7-B603-DB95777CE4D0}"/>
              </a:ext>
            </a:extLst>
          </p:cNvPr>
          <p:cNvSpPr>
            <a:spLocks xmlns:a="http://schemas.openxmlformats.org/drawingml/2006/main" noGrp="1"/>
          </p:cNvSpPr>
          <p:nvPr/>
        </p:nvSpPr>
        <p:spPr>
          <a:xfrm xmlns:a="http://schemas.openxmlformats.org/drawingml/2006/main">
            <a:off x="1596376" y="3418866"/>
            <a:ext cx="3879767"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6505">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B845A04D-C52D-4919-843D-7807BCFAA354}"/>
              </a:ext>
            </a:extLst>
          </p:cNvPr>
          <p:cNvSpPr>
            <a:spLocks xmlns:a="http://schemas.openxmlformats.org/drawingml/2006/main" noGrp="1"/>
          </p:cNvSpPr>
          <p:nvPr/>
        </p:nvSpPr>
        <p:spPr>
          <a:xfrm xmlns:a="http://schemas.openxmlformats.org/drawingml/2006/main">
            <a:off x="1558431" y="3418866"/>
            <a:ext cx="3794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47" name="">
            <a:extLst xmlns:a="http://schemas.openxmlformats.org/drawingml/2006/main">
              <a:ext uri="{FF2B5EF4-FFF2-40B4-BE49-F238E27FC236}">
                <a16:creationId xmlns:a16="http://schemas.microsoft.com/office/drawing/2014/main" id="{83D16340-E2C9-4768-921C-B6CB262FAD02}"/>
              </a:ext>
            </a:extLst>
          </p:cNvPr>
          <p:cNvSpPr>
            <a:spLocks xmlns:a="http://schemas.openxmlformats.org/drawingml/2006/main" noGrp="1"/>
          </p:cNvSpPr>
          <p:nvPr/>
        </p:nvSpPr>
        <p:spPr>
          <a:xfrm xmlns:a="http://schemas.openxmlformats.org/drawingml/2006/main" rot="0">
            <a:off x="1336188" y="3318592"/>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48" name="Editable chart path">
            <a:extLst xmlns:a="http://schemas.openxmlformats.org/drawingml/2006/main">
              <a:ext uri="{FF2B5EF4-FFF2-40B4-BE49-F238E27FC236}">
                <a16:creationId xmlns:a16="http://schemas.microsoft.com/office/drawing/2014/main" id="{B80CFFFD-BE03-4B2E-905F-F2BBB77576C8}"/>
              </a:ext>
            </a:extLst>
          </p:cNvPr>
          <p:cNvSpPr>
            <a:spLocks xmlns:a="http://schemas.openxmlformats.org/drawingml/2006/main" noGrp="1"/>
          </p:cNvSpPr>
          <p:nvPr/>
        </p:nvSpPr>
        <p:spPr>
          <a:xfrm xmlns:a="http://schemas.openxmlformats.org/drawingml/2006/main">
            <a:off x="1596376" y="3009070"/>
            <a:ext cx="3879767"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6505">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7267922C-F57E-462A-93F6-3B9AE7570267}"/>
              </a:ext>
            </a:extLst>
          </p:cNvPr>
          <p:cNvSpPr>
            <a:spLocks xmlns:a="http://schemas.openxmlformats.org/drawingml/2006/main" noGrp="1"/>
          </p:cNvSpPr>
          <p:nvPr/>
        </p:nvSpPr>
        <p:spPr>
          <a:xfrm xmlns:a="http://schemas.openxmlformats.org/drawingml/2006/main">
            <a:off x="1558431" y="3009070"/>
            <a:ext cx="37945"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673">
            <a:solidFill>
              <a:srgbClr val="5A6683"/>
            </a:solidFill>
            <a:prstDash val="solid"/>
          </a:ln>
        </p:spPr>
      </p:sp>
      <p:sp>
        <p:nvSpPr>
          <p:cNvPr id="50" name="">
            <a:extLst xmlns:a="http://schemas.openxmlformats.org/drawingml/2006/main">
              <a:ext uri="{FF2B5EF4-FFF2-40B4-BE49-F238E27FC236}">
                <a16:creationId xmlns:a16="http://schemas.microsoft.com/office/drawing/2014/main" id="{F9F86911-A812-4255-9ACE-A97F2636F64E}"/>
              </a:ext>
            </a:extLst>
          </p:cNvPr>
          <p:cNvSpPr>
            <a:spLocks xmlns:a="http://schemas.openxmlformats.org/drawingml/2006/main" noGrp="1"/>
          </p:cNvSpPr>
          <p:nvPr/>
        </p:nvSpPr>
        <p:spPr>
          <a:xfrm xmlns:a="http://schemas.openxmlformats.org/drawingml/2006/main" rot="0">
            <a:off x="1336283" y="2908796"/>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51" name="Editable chart path">
            <a:extLst xmlns:a="http://schemas.openxmlformats.org/drawingml/2006/main">
              <a:ext uri="{FF2B5EF4-FFF2-40B4-BE49-F238E27FC236}">
                <a16:creationId xmlns:a16="http://schemas.microsoft.com/office/drawing/2014/main" id="{85C5F4CD-C78A-4097-9993-17D94B22AE28}"/>
              </a:ext>
            </a:extLst>
          </p:cNvPr>
          <p:cNvSpPr>
            <a:spLocks xmlns:a="http://schemas.openxmlformats.org/drawingml/2006/main" noGrp="1"/>
          </p:cNvSpPr>
          <p:nvPr/>
        </p:nvSpPr>
        <p:spPr>
          <a:xfrm xmlns:a="http://schemas.openxmlformats.org/drawingml/2006/main">
            <a:off x="1596376" y="3972502"/>
            <a:ext cx="3879767"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8673">
            <a:solidFill>
              <a:srgbClr val="5A6683"/>
            </a:solidFill>
            <a:prstDash val="dash"/>
          </a:ln>
        </p:spPr>
      </p:sp>
      <p:sp>
        <p:nvSpPr>
          <p:cNvPr id="52" name="Editable chart path">
            <a:extLst xmlns:a="http://schemas.openxmlformats.org/drawingml/2006/main">
              <a:ext uri="{FF2B5EF4-FFF2-40B4-BE49-F238E27FC236}">
                <a16:creationId xmlns:a16="http://schemas.microsoft.com/office/drawing/2014/main" id="{2E8E238F-514C-4DF4-BBF4-4653FFC55034}"/>
              </a:ext>
            </a:extLst>
          </p:cNvPr>
          <p:cNvSpPr>
            <a:spLocks xmlns:a="http://schemas.openxmlformats.org/drawingml/2006/main" noGrp="1"/>
          </p:cNvSpPr>
          <p:nvPr/>
        </p:nvSpPr>
        <p:spPr>
          <a:xfrm xmlns:a="http://schemas.openxmlformats.org/drawingml/2006/main">
            <a:off x="1596376" y="2724523"/>
            <a:ext cx="95" cy="2333530"/>
          </a:xfrm>
          <a:custGeom xmlns:a="http://schemas.openxmlformats.org/drawingml/2006/main">
            <a:pathLst>
              <a:path w="95" h="2050194">
                <a:moveTo>
                  <a:pt x="0" y="2050194"/>
                </a:moveTo>
                <a:lnTo>
                  <a:pt x="0" y="0"/>
                </a:lnTo>
              </a:path>
            </a:pathLst>
          </a:custGeom>
          <a:noFill xmlns:a="http://schemas.openxmlformats.org/drawingml/2006/main"/>
          <a:ln xmlns:a="http://schemas.openxmlformats.org/drawingml/2006/main" w="8673">
            <a:solidFill>
              <a:srgbClr val="5A6683"/>
            </a:solidFill>
            <a:prstDash val="solid"/>
          </a:ln>
        </p:spPr>
      </p:sp>
      <p:sp>
        <p:nvSpPr>
          <p:cNvPr id="53" name="Editable chart path">
            <a:extLst xmlns:a="http://schemas.openxmlformats.org/drawingml/2006/main">
              <a:ext uri="{FF2B5EF4-FFF2-40B4-BE49-F238E27FC236}">
                <a16:creationId xmlns:a16="http://schemas.microsoft.com/office/drawing/2014/main" id="{05D3B63A-3ECF-4A3C-86F1-46A0F10AF25D}"/>
              </a:ext>
            </a:extLst>
          </p:cNvPr>
          <p:cNvSpPr>
            <a:spLocks xmlns:a="http://schemas.openxmlformats.org/drawingml/2006/main" noGrp="1"/>
          </p:cNvSpPr>
          <p:nvPr/>
        </p:nvSpPr>
        <p:spPr>
          <a:xfrm xmlns:a="http://schemas.openxmlformats.org/drawingml/2006/main">
            <a:off x="1596376" y="5058054"/>
            <a:ext cx="3879767"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8673">
            <a:solidFill>
              <a:srgbClr val="5A6683"/>
            </a:solidFill>
            <a:prstDash val="solid"/>
          </a:ln>
        </p:spPr>
      </p:sp>
      <p:sp>
        <p:nvSpPr>
          <p:cNvPr id="54" name="">
            <a:extLst xmlns:a="http://schemas.openxmlformats.org/drawingml/2006/main">
              <a:ext uri="{FF2B5EF4-FFF2-40B4-BE49-F238E27FC236}">
                <a16:creationId xmlns:a16="http://schemas.microsoft.com/office/drawing/2014/main" id="{2641C37E-BB40-41E9-B7AB-3BB1938C4C79}"/>
              </a:ext>
            </a:extLst>
          </p:cNvPr>
          <p:cNvSpPr>
            <a:spLocks xmlns:a="http://schemas.openxmlformats.org/drawingml/2006/main" noGrp="1"/>
          </p:cNvSpPr>
          <p:nvPr/>
        </p:nvSpPr>
        <p:spPr>
          <a:xfrm xmlns:a="http://schemas.openxmlformats.org/drawingml/2006/main" rot="0">
            <a:off x="1892594" y="2997379"/>
            <a:ext cx="18126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46</a:t>
            </a:r>
          </a:p>
        </p:txBody>
      </p:sp>
      <p:sp>
        <p:nvSpPr>
          <p:cNvPr id="55" name="">
            <a:extLst xmlns:a="http://schemas.openxmlformats.org/drawingml/2006/main">
              <a:ext uri="{FF2B5EF4-FFF2-40B4-BE49-F238E27FC236}">
                <a16:creationId xmlns:a16="http://schemas.microsoft.com/office/drawing/2014/main" id="{60B762CD-6290-4411-BDC3-C4081FCF2409}"/>
              </a:ext>
            </a:extLst>
          </p:cNvPr>
          <p:cNvSpPr>
            <a:spLocks xmlns:a="http://schemas.openxmlformats.org/drawingml/2006/main" noGrp="1"/>
          </p:cNvSpPr>
          <p:nvPr/>
        </p:nvSpPr>
        <p:spPr>
          <a:xfrm xmlns:a="http://schemas.openxmlformats.org/drawingml/2006/main" rot="0">
            <a:off x="2845853" y="2799160"/>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51</a:t>
            </a:r>
          </a:p>
        </p:txBody>
      </p:sp>
      <p:sp>
        <p:nvSpPr>
          <p:cNvPr id="56" name="">
            <a:extLst xmlns:a="http://schemas.openxmlformats.org/drawingml/2006/main">
              <a:ext uri="{FF2B5EF4-FFF2-40B4-BE49-F238E27FC236}">
                <a16:creationId xmlns:a16="http://schemas.microsoft.com/office/drawing/2014/main" id="{35073C09-DFA3-438B-B817-2C5DAA69593D}"/>
              </a:ext>
            </a:extLst>
          </p:cNvPr>
          <p:cNvSpPr>
            <a:spLocks xmlns:a="http://schemas.openxmlformats.org/drawingml/2006/main" noGrp="1"/>
          </p:cNvSpPr>
          <p:nvPr/>
        </p:nvSpPr>
        <p:spPr>
          <a:xfrm xmlns:a="http://schemas.openxmlformats.org/drawingml/2006/main" rot="0">
            <a:off x="3799113" y="2715931"/>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53</a:t>
            </a:r>
          </a:p>
        </p:txBody>
      </p:sp>
      <p:sp>
        <p:nvSpPr>
          <p:cNvPr id="57" name="">
            <a:extLst xmlns:a="http://schemas.openxmlformats.org/drawingml/2006/main">
              <a:ext uri="{FF2B5EF4-FFF2-40B4-BE49-F238E27FC236}">
                <a16:creationId xmlns:a16="http://schemas.microsoft.com/office/drawing/2014/main" id="{E0D09B76-AF07-4A5D-8B19-01066E5AD18B}"/>
              </a:ext>
            </a:extLst>
          </p:cNvPr>
          <p:cNvSpPr>
            <a:spLocks xmlns:a="http://schemas.openxmlformats.org/drawingml/2006/main" noGrp="1"/>
          </p:cNvSpPr>
          <p:nvPr/>
        </p:nvSpPr>
        <p:spPr>
          <a:xfrm xmlns:a="http://schemas.openxmlformats.org/drawingml/2006/main" rot="0">
            <a:off x="4752373" y="2717611"/>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53</a:t>
            </a:r>
          </a:p>
        </p:txBody>
      </p:sp>
      <p:sp>
        <p:nvSpPr>
          <p:cNvPr id="58" name="">
            <a:extLst xmlns:a="http://schemas.openxmlformats.org/drawingml/2006/main">
              <a:ext uri="{FF2B5EF4-FFF2-40B4-BE49-F238E27FC236}">
                <a16:creationId xmlns:a16="http://schemas.microsoft.com/office/drawing/2014/main" id="{108AEBA7-78A9-45F3-82AA-F9AF3B809A09}"/>
              </a:ext>
            </a:extLst>
          </p:cNvPr>
          <p:cNvSpPr>
            <a:spLocks xmlns:a="http://schemas.openxmlformats.org/drawingml/2006/main" noGrp="1"/>
          </p:cNvSpPr>
          <p:nvPr/>
        </p:nvSpPr>
        <p:spPr>
          <a:xfrm xmlns:a="http://schemas.openxmlformats.org/drawingml/2006/main" rot="0">
            <a:off x="2235767" y="2950908"/>
            <a:ext cx="1687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47</a:t>
            </a:r>
          </a:p>
        </p:txBody>
      </p:sp>
      <p:sp>
        <p:nvSpPr>
          <p:cNvPr id="59" name="">
            <a:extLst xmlns:a="http://schemas.openxmlformats.org/drawingml/2006/main">
              <a:ext uri="{FF2B5EF4-FFF2-40B4-BE49-F238E27FC236}">
                <a16:creationId xmlns:a16="http://schemas.microsoft.com/office/drawing/2014/main" id="{78943A6B-E4E5-486D-B38B-1396C5D5F33A}"/>
              </a:ext>
            </a:extLst>
          </p:cNvPr>
          <p:cNvSpPr>
            <a:spLocks xmlns:a="http://schemas.openxmlformats.org/drawingml/2006/main" noGrp="1"/>
          </p:cNvSpPr>
          <p:nvPr/>
        </p:nvSpPr>
        <p:spPr>
          <a:xfrm xmlns:a="http://schemas.openxmlformats.org/drawingml/2006/main" rot="0">
            <a:off x="3189027" y="2744821"/>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52</a:t>
            </a:r>
          </a:p>
        </p:txBody>
      </p:sp>
      <p:sp>
        <p:nvSpPr>
          <p:cNvPr id="60" name="">
            <a:extLst xmlns:a="http://schemas.openxmlformats.org/drawingml/2006/main">
              <a:ext uri="{FF2B5EF4-FFF2-40B4-BE49-F238E27FC236}">
                <a16:creationId xmlns:a16="http://schemas.microsoft.com/office/drawing/2014/main" id="{86A7DE35-EB14-4602-AFD2-0B6E9E61F978}"/>
              </a:ext>
            </a:extLst>
          </p:cNvPr>
          <p:cNvSpPr>
            <a:spLocks xmlns:a="http://schemas.openxmlformats.org/drawingml/2006/main" noGrp="1"/>
          </p:cNvSpPr>
          <p:nvPr/>
        </p:nvSpPr>
        <p:spPr>
          <a:xfrm xmlns:a="http://schemas.openxmlformats.org/drawingml/2006/main" rot="0">
            <a:off x="4142286" y="2661919"/>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54</a:t>
            </a:r>
          </a:p>
        </p:txBody>
      </p:sp>
      <p:sp>
        <p:nvSpPr>
          <p:cNvPr id="61" name="">
            <a:extLst xmlns:a="http://schemas.openxmlformats.org/drawingml/2006/main">
              <a:ext uri="{FF2B5EF4-FFF2-40B4-BE49-F238E27FC236}">
                <a16:creationId xmlns:a16="http://schemas.microsoft.com/office/drawing/2014/main" id="{81E34FF7-8AFE-4691-A7B9-DC97A0B9B3BB}"/>
              </a:ext>
            </a:extLst>
          </p:cNvPr>
          <p:cNvSpPr>
            <a:spLocks xmlns:a="http://schemas.openxmlformats.org/drawingml/2006/main" noGrp="1"/>
          </p:cNvSpPr>
          <p:nvPr/>
        </p:nvSpPr>
        <p:spPr>
          <a:xfrm xmlns:a="http://schemas.openxmlformats.org/drawingml/2006/main" rot="0">
            <a:off x="5095546" y="2663436"/>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54</a:t>
            </a:r>
          </a:p>
        </p:txBody>
      </p:sp>
      <p:sp>
        <p:nvSpPr>
          <p:cNvPr id="62" name="">
            <a:extLst xmlns:a="http://schemas.openxmlformats.org/drawingml/2006/main">
              <a:ext uri="{FF2B5EF4-FFF2-40B4-BE49-F238E27FC236}">
                <a16:creationId xmlns:a16="http://schemas.microsoft.com/office/drawing/2014/main" id="{B8C43CD2-4CE2-40B1-AD3C-182DF1941B4D}"/>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63" name="">
            <a:extLst xmlns:a="http://schemas.openxmlformats.org/drawingml/2006/main">
              <a:ext uri="{FF2B5EF4-FFF2-40B4-BE49-F238E27FC236}">
                <a16:creationId xmlns:a16="http://schemas.microsoft.com/office/drawing/2014/main" id="{D25067CD-7BB3-4B04-AFBB-7A66C6B5D52E}"/>
              </a:ext>
            </a:extLst>
          </p:cNvPr>
          <p:cNvSpPr>
            <a:spLocks xmlns:a="http://schemas.openxmlformats.org/drawingml/2006/main" noGrp="1"/>
          </p:cNvSpPr>
          <p:nvPr/>
        </p:nvSpPr>
        <p:spPr>
          <a:xfrm xmlns:a="http://schemas.openxmlformats.org/drawingml/2006/main">
            <a:off x="1371600" y="5334000"/>
            <a:ext cx="1383792"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Retrospective label</a:t>
            </a:r>
          </a:p>
        </p:txBody>
      </p:sp>
      <p:sp>
        <p:nvSpPr>
          <p:cNvPr id="64" name="">
            <a:extLst xmlns:a="http://schemas.openxmlformats.org/drawingml/2006/main">
              <a:ext uri="{FF2B5EF4-FFF2-40B4-BE49-F238E27FC236}">
                <a16:creationId xmlns:a16="http://schemas.microsoft.com/office/drawing/2014/main" id="{4B244AFE-A731-4B4E-8F95-B611775EAFAB}"/>
              </a:ext>
            </a:extLst>
          </p:cNvPr>
          <p:cNvSpPr>
            <a:spLocks xmlns:a="http://schemas.openxmlformats.org/drawingml/2006/main" noGrp="1"/>
          </p:cNvSpPr>
          <p:nvPr/>
        </p:nvSpPr>
        <p:spPr>
          <a:xfrm xmlns:a="http://schemas.openxmlformats.org/drawingml/2006/main">
            <a:off x="2964942"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65" name="">
            <a:extLst xmlns:a="http://schemas.openxmlformats.org/drawingml/2006/main">
              <a:ext uri="{FF2B5EF4-FFF2-40B4-BE49-F238E27FC236}">
                <a16:creationId xmlns:a16="http://schemas.microsoft.com/office/drawing/2014/main" id="{48ED9323-1432-4BC3-AD00-ACA25E7EF234}"/>
              </a:ext>
            </a:extLst>
          </p:cNvPr>
          <p:cNvSpPr>
            <a:spLocks xmlns:a="http://schemas.openxmlformats.org/drawingml/2006/main" noGrp="1"/>
          </p:cNvSpPr>
          <p:nvPr/>
        </p:nvSpPr>
        <p:spPr>
          <a:xfrm xmlns:a="http://schemas.openxmlformats.org/drawingml/2006/main">
            <a:off x="3193542" y="5334000"/>
            <a:ext cx="117519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Issue-time label</a:t>
            </a:r>
          </a:p>
        </p:txBody>
      </p:sp>
      <p:sp>
        <p:nvSpPr>
          <p:cNvPr id="66" name="">
            <a:extLst xmlns:a="http://schemas.openxmlformats.org/drawingml/2006/main">
              <a:ext uri="{FF2B5EF4-FFF2-40B4-BE49-F238E27FC236}">
                <a16:creationId xmlns:a16="http://schemas.microsoft.com/office/drawing/2014/main" id="{D1674904-B4A8-41B6-8132-9CEBCEC7067B}"/>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60 minutes ahead</a:t>
            </a:r>
          </a:p>
        </p:txBody>
      </p:sp>
      <p:sp>
        <p:nvSpPr>
          <p:cNvPr id="67" name="Editable chart path">
            <a:extLst xmlns:a="http://schemas.openxmlformats.org/drawingml/2006/main">
              <a:ext uri="{FF2B5EF4-FFF2-40B4-BE49-F238E27FC236}">
                <a16:creationId xmlns:a16="http://schemas.microsoft.com/office/drawing/2014/main" id="{B7D1B8BC-6327-4AB2-8238-79BB12D92542}"/>
              </a:ext>
            </a:extLst>
          </p:cNvPr>
          <p:cNvSpPr>
            <a:spLocks xmlns:a="http://schemas.openxmlformats.org/drawingml/2006/main" noGrp="1"/>
          </p:cNvSpPr>
          <p:nvPr/>
        </p:nvSpPr>
        <p:spPr>
          <a:xfrm xmlns:a="http://schemas.openxmlformats.org/drawingml/2006/main">
            <a:off x="6649591" y="3036914"/>
            <a:ext cx="368754" cy="1999311"/>
          </a:xfrm>
          <a:custGeom xmlns:a="http://schemas.openxmlformats.org/drawingml/2006/main">
            <a:pathLst>
              <a:path w="284755" h="1543885">
                <a:moveTo>
                  <a:pt x="0" y="1543885"/>
                </a:moveTo>
                <a:lnTo>
                  <a:pt x="284755" y="1543885"/>
                </a:lnTo>
                <a:lnTo>
                  <a:pt x="284755" y="0"/>
                </a:lnTo>
                <a:lnTo>
                  <a:pt x="0" y="0"/>
                </a:lnTo>
                <a:close/>
              </a:path>
            </a:pathLst>
          </a:custGeom>
          <a:solidFill xmlns:a="http://schemas.openxmlformats.org/drawingml/2006/main">
            <a:srgbClr val="224889"/>
          </a:solidFill>
          <a:ln xmlns:a="http://schemas.openxmlformats.org/drawingml/2006/main" w="0">
            <a:noFill/>
            <a:prstDash val="solid"/>
          </a:ln>
        </p:spPr>
      </p:sp>
      <p:sp>
        <p:nvSpPr>
          <p:cNvPr id="68" name="Editable chart path">
            <a:extLst xmlns:a="http://schemas.openxmlformats.org/drawingml/2006/main">
              <a:ext uri="{FF2B5EF4-FFF2-40B4-BE49-F238E27FC236}">
                <a16:creationId xmlns:a16="http://schemas.microsoft.com/office/drawing/2014/main" id="{A2A13921-3F93-4986-9B84-9812778BAC12}"/>
              </a:ext>
            </a:extLst>
          </p:cNvPr>
          <p:cNvSpPr>
            <a:spLocks xmlns:a="http://schemas.openxmlformats.org/drawingml/2006/main" noGrp="1"/>
          </p:cNvSpPr>
          <p:nvPr/>
        </p:nvSpPr>
        <p:spPr>
          <a:xfrm xmlns:a="http://schemas.openxmlformats.org/drawingml/2006/main">
            <a:off x="7734162" y="2773438"/>
            <a:ext cx="368754" cy="2262787"/>
          </a:xfrm>
          <a:custGeom xmlns:a="http://schemas.openxmlformats.org/drawingml/2006/main">
            <a:pathLst>
              <a:path w="284755" h="1747344">
                <a:moveTo>
                  <a:pt x="0" y="1747344"/>
                </a:moveTo>
                <a:lnTo>
                  <a:pt x="284755" y="1747344"/>
                </a:lnTo>
                <a:lnTo>
                  <a:pt x="284755" y="0"/>
                </a:lnTo>
                <a:lnTo>
                  <a:pt x="0" y="0"/>
                </a:lnTo>
                <a:close/>
              </a:path>
            </a:pathLst>
          </a:custGeom>
          <a:solidFill xmlns:a="http://schemas.openxmlformats.org/drawingml/2006/main">
            <a:srgbClr val="224889"/>
          </a:solidFill>
          <a:ln xmlns:a="http://schemas.openxmlformats.org/drawingml/2006/main" w="0">
            <a:noFill/>
            <a:prstDash val="solid"/>
          </a:ln>
        </p:spPr>
      </p:sp>
      <p:sp>
        <p:nvSpPr>
          <p:cNvPr id="69" name="Editable chart path">
            <a:extLst xmlns:a="http://schemas.openxmlformats.org/drawingml/2006/main">
              <a:ext uri="{FF2B5EF4-FFF2-40B4-BE49-F238E27FC236}">
                <a16:creationId xmlns:a16="http://schemas.microsoft.com/office/drawing/2014/main" id="{7F4E3318-41D4-43A0-A285-F098D4B8C638}"/>
              </a:ext>
            </a:extLst>
          </p:cNvPr>
          <p:cNvSpPr>
            <a:spLocks xmlns:a="http://schemas.openxmlformats.org/drawingml/2006/main" noGrp="1"/>
          </p:cNvSpPr>
          <p:nvPr/>
        </p:nvSpPr>
        <p:spPr>
          <a:xfrm xmlns:a="http://schemas.openxmlformats.org/drawingml/2006/main">
            <a:off x="8818734" y="2667180"/>
            <a:ext cx="368754" cy="2369044"/>
          </a:xfrm>
          <a:custGeom xmlns:a="http://schemas.openxmlformats.org/drawingml/2006/main">
            <a:pathLst>
              <a:path w="284755" h="1829397">
                <a:moveTo>
                  <a:pt x="0" y="1829397"/>
                </a:moveTo>
                <a:lnTo>
                  <a:pt x="284755" y="1829397"/>
                </a:lnTo>
                <a:lnTo>
                  <a:pt x="284755" y="0"/>
                </a:lnTo>
                <a:lnTo>
                  <a:pt x="0" y="0"/>
                </a:lnTo>
                <a:close/>
              </a:path>
            </a:pathLst>
          </a:custGeom>
          <a:solidFill xmlns:a="http://schemas.openxmlformats.org/drawingml/2006/main">
            <a:srgbClr val="224889"/>
          </a:solidFill>
          <a:ln xmlns:a="http://schemas.openxmlformats.org/drawingml/2006/main" w="0">
            <a:noFill/>
            <a:prstDash val="solid"/>
          </a:ln>
        </p:spPr>
      </p:sp>
      <p:sp>
        <p:nvSpPr>
          <p:cNvPr id="70" name="Editable chart path">
            <a:extLst xmlns:a="http://schemas.openxmlformats.org/drawingml/2006/main">
              <a:ext uri="{FF2B5EF4-FFF2-40B4-BE49-F238E27FC236}">
                <a16:creationId xmlns:a16="http://schemas.microsoft.com/office/drawing/2014/main" id="{E4F11CD2-CAEA-4067-A428-4968CAC21CF8}"/>
              </a:ext>
            </a:extLst>
          </p:cNvPr>
          <p:cNvSpPr>
            <a:spLocks xmlns:a="http://schemas.openxmlformats.org/drawingml/2006/main" noGrp="1"/>
          </p:cNvSpPr>
          <p:nvPr/>
        </p:nvSpPr>
        <p:spPr>
          <a:xfrm xmlns:a="http://schemas.openxmlformats.org/drawingml/2006/main">
            <a:off x="9903305" y="2671376"/>
            <a:ext cx="368754" cy="2364848"/>
          </a:xfrm>
          <a:custGeom xmlns:a="http://schemas.openxmlformats.org/drawingml/2006/main">
            <a:pathLst>
              <a:path w="284755" h="1826156">
                <a:moveTo>
                  <a:pt x="0" y="1826156"/>
                </a:moveTo>
                <a:lnTo>
                  <a:pt x="284755" y="1826156"/>
                </a:lnTo>
                <a:lnTo>
                  <a:pt x="284755" y="0"/>
                </a:lnTo>
                <a:lnTo>
                  <a:pt x="0" y="0"/>
                </a:lnTo>
                <a:close/>
              </a:path>
            </a:pathLst>
          </a:custGeom>
          <a:solidFill xmlns:a="http://schemas.openxmlformats.org/drawingml/2006/main">
            <a:srgbClr val="224889"/>
          </a:solidFill>
          <a:ln xmlns:a="http://schemas.openxmlformats.org/drawingml/2006/main" w="0">
            <a:noFill/>
            <a:prstDash val="solid"/>
          </a:ln>
        </p:spPr>
      </p:sp>
      <p:sp>
        <p:nvSpPr>
          <p:cNvPr id="71" name="Editable chart path">
            <a:extLst xmlns:a="http://schemas.openxmlformats.org/drawingml/2006/main">
              <a:ext uri="{FF2B5EF4-FFF2-40B4-BE49-F238E27FC236}">
                <a16:creationId xmlns:a16="http://schemas.microsoft.com/office/drawing/2014/main" id="{B2EF84A8-B880-4599-9597-6FDE1352B56F}"/>
              </a:ext>
            </a:extLst>
          </p:cNvPr>
          <p:cNvSpPr>
            <a:spLocks xmlns:a="http://schemas.openxmlformats.org/drawingml/2006/main" noGrp="1"/>
          </p:cNvSpPr>
          <p:nvPr/>
        </p:nvSpPr>
        <p:spPr>
          <a:xfrm xmlns:a="http://schemas.openxmlformats.org/drawingml/2006/main">
            <a:off x="7040037" y="2985393"/>
            <a:ext cx="368754" cy="2050831"/>
          </a:xfrm>
          <a:custGeom xmlns:a="http://schemas.openxmlformats.org/drawingml/2006/main">
            <a:pathLst>
              <a:path w="284755" h="1583670">
                <a:moveTo>
                  <a:pt x="0" y="1583670"/>
                </a:moveTo>
                <a:lnTo>
                  <a:pt x="284755" y="1583670"/>
                </a:lnTo>
                <a:lnTo>
                  <a:pt x="284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72" name="Editable chart path">
            <a:extLst xmlns:a="http://schemas.openxmlformats.org/drawingml/2006/main">
              <a:ext uri="{FF2B5EF4-FFF2-40B4-BE49-F238E27FC236}">
                <a16:creationId xmlns:a16="http://schemas.microsoft.com/office/drawing/2014/main" id="{477FECF4-0B6D-4891-80E0-D9D0F281D273}"/>
              </a:ext>
            </a:extLst>
          </p:cNvPr>
          <p:cNvSpPr>
            <a:spLocks xmlns:a="http://schemas.openxmlformats.org/drawingml/2006/main" noGrp="1"/>
          </p:cNvSpPr>
          <p:nvPr/>
        </p:nvSpPr>
        <p:spPr>
          <a:xfrm xmlns:a="http://schemas.openxmlformats.org/drawingml/2006/main">
            <a:off x="8124608" y="2720472"/>
            <a:ext cx="368754" cy="2315752"/>
          </a:xfrm>
          <a:custGeom xmlns:a="http://schemas.openxmlformats.org/drawingml/2006/main">
            <a:pathLst>
              <a:path w="284755" h="1788244">
                <a:moveTo>
                  <a:pt x="0" y="1788244"/>
                </a:moveTo>
                <a:lnTo>
                  <a:pt x="284755" y="1788244"/>
                </a:lnTo>
                <a:lnTo>
                  <a:pt x="284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73" name="Editable chart path">
            <a:extLst xmlns:a="http://schemas.openxmlformats.org/drawingml/2006/main">
              <a:ext uri="{FF2B5EF4-FFF2-40B4-BE49-F238E27FC236}">
                <a16:creationId xmlns:a16="http://schemas.microsoft.com/office/drawing/2014/main" id="{4EB577F6-0245-45D1-BC9E-B5B283A6597C}"/>
              </a:ext>
            </a:extLst>
          </p:cNvPr>
          <p:cNvSpPr>
            <a:spLocks xmlns:a="http://schemas.openxmlformats.org/drawingml/2006/main" noGrp="1"/>
          </p:cNvSpPr>
          <p:nvPr/>
        </p:nvSpPr>
        <p:spPr>
          <a:xfrm xmlns:a="http://schemas.openxmlformats.org/drawingml/2006/main">
            <a:off x="9209179" y="2614261"/>
            <a:ext cx="368754" cy="2421963"/>
          </a:xfrm>
          <a:custGeom xmlns:a="http://schemas.openxmlformats.org/drawingml/2006/main">
            <a:pathLst>
              <a:path w="284755" h="1870261">
                <a:moveTo>
                  <a:pt x="0" y="1870261"/>
                </a:moveTo>
                <a:lnTo>
                  <a:pt x="284755" y="1870261"/>
                </a:lnTo>
                <a:lnTo>
                  <a:pt x="284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74" name="Editable chart path">
            <a:extLst xmlns:a="http://schemas.openxmlformats.org/drawingml/2006/main">
              <a:ext uri="{FF2B5EF4-FFF2-40B4-BE49-F238E27FC236}">
                <a16:creationId xmlns:a16="http://schemas.microsoft.com/office/drawing/2014/main" id="{0D1A177C-743E-4BE5-81F0-CB16BFC32D32}"/>
              </a:ext>
            </a:extLst>
          </p:cNvPr>
          <p:cNvSpPr>
            <a:spLocks xmlns:a="http://schemas.openxmlformats.org/drawingml/2006/main" noGrp="1"/>
          </p:cNvSpPr>
          <p:nvPr/>
        </p:nvSpPr>
        <p:spPr>
          <a:xfrm xmlns:a="http://schemas.openxmlformats.org/drawingml/2006/main">
            <a:off x="10293751" y="2617432"/>
            <a:ext cx="368754" cy="2418793"/>
          </a:xfrm>
          <a:custGeom xmlns:a="http://schemas.openxmlformats.org/drawingml/2006/main">
            <a:pathLst>
              <a:path w="284755" h="1867813">
                <a:moveTo>
                  <a:pt x="0" y="1867813"/>
                </a:moveTo>
                <a:lnTo>
                  <a:pt x="284755" y="1867813"/>
                </a:lnTo>
                <a:lnTo>
                  <a:pt x="284755" y="0"/>
                </a:lnTo>
                <a:lnTo>
                  <a:pt x="0" y="0"/>
                </a:lnTo>
                <a:close/>
              </a:path>
            </a:pathLst>
          </a:custGeom>
          <a:solidFill xmlns:a="http://schemas.openxmlformats.org/drawingml/2006/main">
            <a:srgbClr val="2C5EAA"/>
          </a:solidFill>
          <a:ln xmlns:a="http://schemas.openxmlformats.org/drawingml/2006/main" w="0">
            <a:noFill/>
            <a:prstDash val="solid"/>
          </a:ln>
        </p:spPr>
      </p:sp>
      <p:sp>
        <p:nvSpPr>
          <p:cNvPr id="75" name="Editable chart path">
            <a:extLst xmlns:a="http://schemas.openxmlformats.org/drawingml/2006/main">
              <a:ext uri="{FF2B5EF4-FFF2-40B4-BE49-F238E27FC236}">
                <a16:creationId xmlns:a16="http://schemas.microsoft.com/office/drawing/2014/main" id="{18795543-4AE0-444C-851E-17175CC00AFB}"/>
              </a:ext>
            </a:extLst>
          </p:cNvPr>
          <p:cNvSpPr>
            <a:spLocks xmlns:a="http://schemas.openxmlformats.org/drawingml/2006/main" noGrp="1"/>
          </p:cNvSpPr>
          <p:nvPr/>
        </p:nvSpPr>
        <p:spPr>
          <a:xfrm xmlns:a="http://schemas.openxmlformats.org/drawingml/2006/main">
            <a:off x="7029191" y="5036224"/>
            <a:ext cx="95" cy="4317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76" name="">
            <a:extLst xmlns:a="http://schemas.openxmlformats.org/drawingml/2006/main">
              <a:ext uri="{FF2B5EF4-FFF2-40B4-BE49-F238E27FC236}">
                <a16:creationId xmlns:a16="http://schemas.microsoft.com/office/drawing/2014/main" id="{3E75C009-45BE-4930-999F-5C3F74CAB4D2}"/>
              </a:ext>
            </a:extLst>
          </p:cNvPr>
          <p:cNvSpPr>
            <a:spLocks xmlns:a="http://schemas.openxmlformats.org/drawingml/2006/main" noGrp="1"/>
          </p:cNvSpPr>
          <p:nvPr/>
        </p:nvSpPr>
        <p:spPr>
          <a:xfrm xmlns:a="http://schemas.openxmlformats.org/drawingml/2006/main" rot="0">
            <a:off x="6626959" y="5069791"/>
            <a:ext cx="80229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Persistence</a:t>
            </a:r>
          </a:p>
        </p:txBody>
      </p:sp>
      <p:sp>
        <p:nvSpPr>
          <p:cNvPr id="77" name="Editable chart path">
            <a:extLst xmlns:a="http://schemas.openxmlformats.org/drawingml/2006/main">
              <a:ext uri="{FF2B5EF4-FFF2-40B4-BE49-F238E27FC236}">
                <a16:creationId xmlns:a16="http://schemas.microsoft.com/office/drawing/2014/main" id="{D8188A0A-7379-4698-A7AF-AD0D56485B9E}"/>
              </a:ext>
            </a:extLst>
          </p:cNvPr>
          <p:cNvSpPr>
            <a:spLocks xmlns:a="http://schemas.openxmlformats.org/drawingml/2006/main" noGrp="1"/>
          </p:cNvSpPr>
          <p:nvPr/>
        </p:nvSpPr>
        <p:spPr>
          <a:xfrm xmlns:a="http://schemas.openxmlformats.org/drawingml/2006/main">
            <a:off x="8113762" y="5036224"/>
            <a:ext cx="95" cy="4317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78" name="">
            <a:extLst xmlns:a="http://schemas.openxmlformats.org/drawingml/2006/main">
              <a:ext uri="{FF2B5EF4-FFF2-40B4-BE49-F238E27FC236}">
                <a16:creationId xmlns:a16="http://schemas.microsoft.com/office/drawing/2014/main" id="{27665632-8E1C-4331-AF52-D18808E84ABF}"/>
              </a:ext>
            </a:extLst>
          </p:cNvPr>
          <p:cNvSpPr>
            <a:spLocks xmlns:a="http://schemas.openxmlformats.org/drawingml/2006/main" noGrp="1"/>
          </p:cNvSpPr>
          <p:nvPr/>
        </p:nvSpPr>
        <p:spPr>
          <a:xfrm xmlns:a="http://schemas.openxmlformats.org/drawingml/2006/main" rot="0">
            <a:off x="7726609" y="5069791"/>
            <a:ext cx="76800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Regression</a:t>
            </a:r>
          </a:p>
        </p:txBody>
      </p:sp>
      <p:sp>
        <p:nvSpPr>
          <p:cNvPr id="79" name="Editable chart path">
            <a:extLst xmlns:a="http://schemas.openxmlformats.org/drawingml/2006/main">
              <a:ext uri="{FF2B5EF4-FFF2-40B4-BE49-F238E27FC236}">
                <a16:creationId xmlns:a16="http://schemas.microsoft.com/office/drawing/2014/main" id="{88AF78EF-35FF-454C-9803-2950274FC5ED}"/>
              </a:ext>
            </a:extLst>
          </p:cNvPr>
          <p:cNvSpPr>
            <a:spLocks xmlns:a="http://schemas.openxmlformats.org/drawingml/2006/main" noGrp="1"/>
          </p:cNvSpPr>
          <p:nvPr/>
        </p:nvSpPr>
        <p:spPr>
          <a:xfrm xmlns:a="http://schemas.openxmlformats.org/drawingml/2006/main">
            <a:off x="9198334" y="5036224"/>
            <a:ext cx="95" cy="4317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80" name="">
            <a:extLst xmlns:a="http://schemas.openxmlformats.org/drawingml/2006/main">
              <a:ext uri="{FF2B5EF4-FFF2-40B4-BE49-F238E27FC236}">
                <a16:creationId xmlns:a16="http://schemas.microsoft.com/office/drawing/2014/main" id="{5CACD471-10A3-49FD-8067-DE904B41CFE4}"/>
              </a:ext>
            </a:extLst>
          </p:cNvPr>
          <p:cNvSpPr>
            <a:spLocks xmlns:a="http://schemas.openxmlformats.org/drawingml/2006/main" noGrp="1"/>
          </p:cNvSpPr>
          <p:nvPr/>
        </p:nvSpPr>
        <p:spPr>
          <a:xfrm xmlns:a="http://schemas.openxmlformats.org/drawingml/2006/main" rot="0">
            <a:off x="8870203" y="5069791"/>
            <a:ext cx="6483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a:t>
            </a:r>
          </a:p>
        </p:txBody>
      </p:sp>
      <p:sp>
        <p:nvSpPr>
          <p:cNvPr id="81" name="Editable chart path">
            <a:extLst xmlns:a="http://schemas.openxmlformats.org/drawingml/2006/main">
              <a:ext uri="{FF2B5EF4-FFF2-40B4-BE49-F238E27FC236}">
                <a16:creationId xmlns:a16="http://schemas.microsoft.com/office/drawing/2014/main" id="{A353CF1C-FF04-4B0F-AD30-089A5495B0BA}"/>
              </a:ext>
            </a:extLst>
          </p:cNvPr>
          <p:cNvSpPr>
            <a:spLocks xmlns:a="http://schemas.openxmlformats.org/drawingml/2006/main" noGrp="1"/>
          </p:cNvSpPr>
          <p:nvPr/>
        </p:nvSpPr>
        <p:spPr>
          <a:xfrm xmlns:a="http://schemas.openxmlformats.org/drawingml/2006/main">
            <a:off x="10282905" y="5036224"/>
            <a:ext cx="95" cy="4317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82" name="">
            <a:extLst xmlns:a="http://schemas.openxmlformats.org/drawingml/2006/main">
              <a:ext uri="{FF2B5EF4-FFF2-40B4-BE49-F238E27FC236}">
                <a16:creationId xmlns:a16="http://schemas.microsoft.com/office/drawing/2014/main" id="{9E03FBA6-3FC5-487D-8697-988C758981EC}"/>
              </a:ext>
            </a:extLst>
          </p:cNvPr>
          <p:cNvSpPr>
            <a:spLocks xmlns:a="http://schemas.openxmlformats.org/drawingml/2006/main" noGrp="1"/>
          </p:cNvSpPr>
          <p:nvPr/>
        </p:nvSpPr>
        <p:spPr>
          <a:xfrm xmlns:a="http://schemas.openxmlformats.org/drawingml/2006/main" rot="0">
            <a:off x="9586723" y="5069791"/>
            <a:ext cx="139236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LightGBM + weather</a:t>
            </a:r>
          </a:p>
        </p:txBody>
      </p:sp>
      <p:sp>
        <p:nvSpPr>
          <p:cNvPr id="83" name="Editable chart path">
            <a:extLst xmlns:a="http://schemas.openxmlformats.org/drawingml/2006/main">
              <a:ext uri="{FF2B5EF4-FFF2-40B4-BE49-F238E27FC236}">
                <a16:creationId xmlns:a16="http://schemas.microsoft.com/office/drawing/2014/main" id="{7C0D50E4-8B1B-4481-84CB-DAA3E2796B19}"/>
              </a:ext>
            </a:extLst>
          </p:cNvPr>
          <p:cNvSpPr>
            <a:spLocks xmlns:a="http://schemas.openxmlformats.org/drawingml/2006/main" noGrp="1"/>
          </p:cNvSpPr>
          <p:nvPr/>
        </p:nvSpPr>
        <p:spPr>
          <a:xfrm xmlns:a="http://schemas.openxmlformats.org/drawingml/2006/main">
            <a:off x="6448945" y="5036224"/>
            <a:ext cx="4414205"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7401">
            <a:solidFill>
              <a:srgbClr val="E4EAF4"/>
            </a:solidFill>
            <a:prstDash val="solid"/>
          </a:ln>
        </p:spPr>
      </p:sp>
      <p:sp>
        <p:nvSpPr>
          <p:cNvPr id="84" name="Editable chart path">
            <a:extLst xmlns:a="http://schemas.openxmlformats.org/drawingml/2006/main">
              <a:ext uri="{FF2B5EF4-FFF2-40B4-BE49-F238E27FC236}">
                <a16:creationId xmlns:a16="http://schemas.microsoft.com/office/drawing/2014/main" id="{CF3F96FC-9C4E-40AD-936E-2E88B607C6F2}"/>
              </a:ext>
            </a:extLst>
          </p:cNvPr>
          <p:cNvSpPr>
            <a:spLocks xmlns:a="http://schemas.openxmlformats.org/drawingml/2006/main" noGrp="1"/>
          </p:cNvSpPr>
          <p:nvPr/>
        </p:nvSpPr>
        <p:spPr>
          <a:xfrm xmlns:a="http://schemas.openxmlformats.org/drawingml/2006/main">
            <a:off x="6405774" y="5036224"/>
            <a:ext cx="4317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85" name="Editable chart path">
            <a:extLst xmlns:a="http://schemas.openxmlformats.org/drawingml/2006/main">
              <a:ext uri="{FF2B5EF4-FFF2-40B4-BE49-F238E27FC236}">
                <a16:creationId xmlns:a16="http://schemas.microsoft.com/office/drawing/2014/main" id="{44B81D82-6D1B-44AC-809A-87EAD614F409}"/>
              </a:ext>
            </a:extLst>
          </p:cNvPr>
          <p:cNvSpPr>
            <a:spLocks xmlns:a="http://schemas.openxmlformats.org/drawingml/2006/main" noGrp="1"/>
          </p:cNvSpPr>
          <p:nvPr/>
        </p:nvSpPr>
        <p:spPr>
          <a:xfrm xmlns:a="http://schemas.openxmlformats.org/drawingml/2006/main">
            <a:off x="6448945" y="4569978"/>
            <a:ext cx="4414205"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7401">
            <a:solidFill>
              <a:srgbClr val="E4EAF4"/>
            </a:solidFill>
            <a:prstDash val="solid"/>
          </a:ln>
        </p:spPr>
      </p:sp>
      <p:sp>
        <p:nvSpPr>
          <p:cNvPr id="86" name="Editable chart path">
            <a:extLst xmlns:a="http://schemas.openxmlformats.org/drawingml/2006/main">
              <a:ext uri="{FF2B5EF4-FFF2-40B4-BE49-F238E27FC236}">
                <a16:creationId xmlns:a16="http://schemas.microsoft.com/office/drawing/2014/main" id="{E9770DFB-3CA8-403B-933D-403B9E44E058}"/>
              </a:ext>
            </a:extLst>
          </p:cNvPr>
          <p:cNvSpPr>
            <a:spLocks xmlns:a="http://schemas.openxmlformats.org/drawingml/2006/main" noGrp="1"/>
          </p:cNvSpPr>
          <p:nvPr/>
        </p:nvSpPr>
        <p:spPr>
          <a:xfrm xmlns:a="http://schemas.openxmlformats.org/drawingml/2006/main">
            <a:off x="6405774" y="4569978"/>
            <a:ext cx="4317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87" name="Editable chart path">
            <a:extLst xmlns:a="http://schemas.openxmlformats.org/drawingml/2006/main">
              <a:ext uri="{FF2B5EF4-FFF2-40B4-BE49-F238E27FC236}">
                <a16:creationId xmlns:a16="http://schemas.microsoft.com/office/drawing/2014/main" id="{6595D4AD-22B9-42D3-AF4E-676321C2D6F0}"/>
              </a:ext>
            </a:extLst>
          </p:cNvPr>
          <p:cNvSpPr>
            <a:spLocks xmlns:a="http://schemas.openxmlformats.org/drawingml/2006/main" noGrp="1"/>
          </p:cNvSpPr>
          <p:nvPr/>
        </p:nvSpPr>
        <p:spPr>
          <a:xfrm xmlns:a="http://schemas.openxmlformats.org/drawingml/2006/main">
            <a:off x="6448945" y="4103732"/>
            <a:ext cx="4414205"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7401">
            <a:solidFill>
              <a:srgbClr val="E4EAF4"/>
            </a:solidFill>
            <a:prstDash val="solid"/>
          </a:ln>
        </p:spPr>
      </p:sp>
      <p:sp>
        <p:nvSpPr>
          <p:cNvPr id="88" name="Editable chart path">
            <a:extLst xmlns:a="http://schemas.openxmlformats.org/drawingml/2006/main">
              <a:ext uri="{FF2B5EF4-FFF2-40B4-BE49-F238E27FC236}">
                <a16:creationId xmlns:a16="http://schemas.microsoft.com/office/drawing/2014/main" id="{0F9F460C-8098-430F-A9C5-BDC4DD82F6A5}"/>
              </a:ext>
            </a:extLst>
          </p:cNvPr>
          <p:cNvSpPr>
            <a:spLocks xmlns:a="http://schemas.openxmlformats.org/drawingml/2006/main" noGrp="1"/>
          </p:cNvSpPr>
          <p:nvPr/>
        </p:nvSpPr>
        <p:spPr>
          <a:xfrm xmlns:a="http://schemas.openxmlformats.org/drawingml/2006/main">
            <a:off x="6405774" y="4103732"/>
            <a:ext cx="4317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89" name="Editable chart path">
            <a:extLst xmlns:a="http://schemas.openxmlformats.org/drawingml/2006/main">
              <a:ext uri="{FF2B5EF4-FFF2-40B4-BE49-F238E27FC236}">
                <a16:creationId xmlns:a16="http://schemas.microsoft.com/office/drawing/2014/main" id="{D2560D68-9528-4A0D-B238-CCD07C09AE0D}"/>
              </a:ext>
            </a:extLst>
          </p:cNvPr>
          <p:cNvSpPr>
            <a:spLocks xmlns:a="http://schemas.openxmlformats.org/drawingml/2006/main" noGrp="1"/>
          </p:cNvSpPr>
          <p:nvPr/>
        </p:nvSpPr>
        <p:spPr>
          <a:xfrm xmlns:a="http://schemas.openxmlformats.org/drawingml/2006/main">
            <a:off x="6448945" y="3637485"/>
            <a:ext cx="4414205"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7401">
            <a:solidFill>
              <a:srgbClr val="E4EAF4"/>
            </a:solidFill>
            <a:prstDash val="solid"/>
          </a:ln>
        </p:spPr>
      </p:sp>
      <p:sp>
        <p:nvSpPr>
          <p:cNvPr id="90" name="Editable chart path">
            <a:extLst xmlns:a="http://schemas.openxmlformats.org/drawingml/2006/main">
              <a:ext uri="{FF2B5EF4-FFF2-40B4-BE49-F238E27FC236}">
                <a16:creationId xmlns:a16="http://schemas.microsoft.com/office/drawing/2014/main" id="{6A0B641A-50F1-4F78-A14C-3E2578190291}"/>
              </a:ext>
            </a:extLst>
          </p:cNvPr>
          <p:cNvSpPr>
            <a:spLocks xmlns:a="http://schemas.openxmlformats.org/drawingml/2006/main" noGrp="1"/>
          </p:cNvSpPr>
          <p:nvPr/>
        </p:nvSpPr>
        <p:spPr>
          <a:xfrm xmlns:a="http://schemas.openxmlformats.org/drawingml/2006/main">
            <a:off x="6405774" y="3637485"/>
            <a:ext cx="4317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91" name="Editable chart path">
            <a:extLst xmlns:a="http://schemas.openxmlformats.org/drawingml/2006/main">
              <a:ext uri="{FF2B5EF4-FFF2-40B4-BE49-F238E27FC236}">
                <a16:creationId xmlns:a16="http://schemas.microsoft.com/office/drawing/2014/main" id="{27EF192D-0A27-4996-BAA9-A3270B7CD93E}"/>
              </a:ext>
            </a:extLst>
          </p:cNvPr>
          <p:cNvSpPr>
            <a:spLocks xmlns:a="http://schemas.openxmlformats.org/drawingml/2006/main" noGrp="1"/>
          </p:cNvSpPr>
          <p:nvPr/>
        </p:nvSpPr>
        <p:spPr>
          <a:xfrm xmlns:a="http://schemas.openxmlformats.org/drawingml/2006/main">
            <a:off x="6448945" y="3171239"/>
            <a:ext cx="4414205"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7401">
            <a:solidFill>
              <a:srgbClr val="E4EAF4"/>
            </a:solidFill>
            <a:prstDash val="solid"/>
          </a:ln>
        </p:spPr>
      </p:sp>
      <p:sp>
        <p:nvSpPr>
          <p:cNvPr id="92" name="Editable chart path">
            <a:extLst xmlns:a="http://schemas.openxmlformats.org/drawingml/2006/main">
              <a:ext uri="{FF2B5EF4-FFF2-40B4-BE49-F238E27FC236}">
                <a16:creationId xmlns:a16="http://schemas.microsoft.com/office/drawing/2014/main" id="{3DE46C84-FB30-426D-8DFA-4EA1A8F75F99}"/>
              </a:ext>
            </a:extLst>
          </p:cNvPr>
          <p:cNvSpPr>
            <a:spLocks xmlns:a="http://schemas.openxmlformats.org/drawingml/2006/main" noGrp="1"/>
          </p:cNvSpPr>
          <p:nvPr/>
        </p:nvSpPr>
        <p:spPr>
          <a:xfrm xmlns:a="http://schemas.openxmlformats.org/drawingml/2006/main">
            <a:off x="6405774" y="3171239"/>
            <a:ext cx="4317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93" name="Editable chart path">
            <a:extLst xmlns:a="http://schemas.openxmlformats.org/drawingml/2006/main">
              <a:ext uri="{FF2B5EF4-FFF2-40B4-BE49-F238E27FC236}">
                <a16:creationId xmlns:a16="http://schemas.microsoft.com/office/drawing/2014/main" id="{5347346E-FB03-445E-9852-5A6D5CA19369}"/>
              </a:ext>
            </a:extLst>
          </p:cNvPr>
          <p:cNvSpPr>
            <a:spLocks xmlns:a="http://schemas.openxmlformats.org/drawingml/2006/main" noGrp="1"/>
          </p:cNvSpPr>
          <p:nvPr/>
        </p:nvSpPr>
        <p:spPr>
          <a:xfrm xmlns:a="http://schemas.openxmlformats.org/drawingml/2006/main">
            <a:off x="6448945" y="2704993"/>
            <a:ext cx="4414205"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7401">
            <a:solidFill>
              <a:srgbClr val="E4EAF4"/>
            </a:solidFill>
            <a:prstDash val="solid"/>
          </a:ln>
        </p:spPr>
      </p:sp>
      <p:sp>
        <p:nvSpPr>
          <p:cNvPr id="94" name="Editable chart path">
            <a:extLst xmlns:a="http://schemas.openxmlformats.org/drawingml/2006/main">
              <a:ext uri="{FF2B5EF4-FFF2-40B4-BE49-F238E27FC236}">
                <a16:creationId xmlns:a16="http://schemas.microsoft.com/office/drawing/2014/main" id="{BC12F2FE-3910-4DCB-97A0-ECC7C928ADCE}"/>
              </a:ext>
            </a:extLst>
          </p:cNvPr>
          <p:cNvSpPr>
            <a:spLocks xmlns:a="http://schemas.openxmlformats.org/drawingml/2006/main" noGrp="1"/>
          </p:cNvSpPr>
          <p:nvPr/>
        </p:nvSpPr>
        <p:spPr>
          <a:xfrm xmlns:a="http://schemas.openxmlformats.org/drawingml/2006/main">
            <a:off x="6405774" y="2704993"/>
            <a:ext cx="4317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868">
            <a:solidFill>
              <a:srgbClr val="5A6683"/>
            </a:solidFill>
            <a:prstDash val="solid"/>
          </a:ln>
        </p:spPr>
      </p:sp>
      <p:sp>
        <p:nvSpPr>
          <p:cNvPr id="95" name="Editable chart path">
            <a:extLst xmlns:a="http://schemas.openxmlformats.org/drawingml/2006/main">
              <a:ext uri="{FF2B5EF4-FFF2-40B4-BE49-F238E27FC236}">
                <a16:creationId xmlns:a16="http://schemas.microsoft.com/office/drawing/2014/main" id="{FF5147AE-814E-4DA4-A18D-552EBA58AA8F}"/>
              </a:ext>
            </a:extLst>
          </p:cNvPr>
          <p:cNvSpPr>
            <a:spLocks xmlns:a="http://schemas.openxmlformats.org/drawingml/2006/main" noGrp="1"/>
          </p:cNvSpPr>
          <p:nvPr/>
        </p:nvSpPr>
        <p:spPr>
          <a:xfrm xmlns:a="http://schemas.openxmlformats.org/drawingml/2006/main">
            <a:off x="6448945" y="3801185"/>
            <a:ext cx="4414205"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9868">
            <a:solidFill>
              <a:srgbClr val="5A6683"/>
            </a:solidFill>
            <a:prstDash val="dash"/>
          </a:ln>
        </p:spPr>
      </p:sp>
      <p:sp>
        <p:nvSpPr>
          <p:cNvPr id="96" name="Editable chart path">
            <a:extLst xmlns:a="http://schemas.openxmlformats.org/drawingml/2006/main">
              <a:ext uri="{FF2B5EF4-FFF2-40B4-BE49-F238E27FC236}">
                <a16:creationId xmlns:a16="http://schemas.microsoft.com/office/drawing/2014/main" id="{87682A1D-9062-4425-9688-083182F79C84}"/>
              </a:ext>
            </a:extLst>
          </p:cNvPr>
          <p:cNvSpPr>
            <a:spLocks xmlns:a="http://schemas.openxmlformats.org/drawingml/2006/main" noGrp="1"/>
          </p:cNvSpPr>
          <p:nvPr/>
        </p:nvSpPr>
        <p:spPr>
          <a:xfrm xmlns:a="http://schemas.openxmlformats.org/drawingml/2006/main">
            <a:off x="6448945" y="2381250"/>
            <a:ext cx="95" cy="2654974"/>
          </a:xfrm>
          <a:custGeom xmlns:a="http://schemas.openxmlformats.org/drawingml/2006/main">
            <a:pathLst>
              <a:path w="95" h="2050194">
                <a:moveTo>
                  <a:pt x="0" y="2050194"/>
                </a:moveTo>
                <a:lnTo>
                  <a:pt x="0" y="0"/>
                </a:lnTo>
              </a:path>
            </a:pathLst>
          </a:custGeom>
          <a:noFill xmlns:a="http://schemas.openxmlformats.org/drawingml/2006/main"/>
          <a:ln xmlns:a="http://schemas.openxmlformats.org/drawingml/2006/main" w="9868">
            <a:solidFill>
              <a:srgbClr val="5A6683"/>
            </a:solidFill>
            <a:prstDash val="solid"/>
          </a:ln>
        </p:spPr>
      </p:sp>
      <p:sp>
        <p:nvSpPr>
          <p:cNvPr id="97" name="Editable chart path">
            <a:extLst xmlns:a="http://schemas.openxmlformats.org/drawingml/2006/main">
              <a:ext uri="{FF2B5EF4-FFF2-40B4-BE49-F238E27FC236}">
                <a16:creationId xmlns:a16="http://schemas.microsoft.com/office/drawing/2014/main" id="{99C16C7E-0F7A-4B43-8590-37EED0C0FD52}"/>
              </a:ext>
            </a:extLst>
          </p:cNvPr>
          <p:cNvSpPr>
            <a:spLocks xmlns:a="http://schemas.openxmlformats.org/drawingml/2006/main" noGrp="1"/>
          </p:cNvSpPr>
          <p:nvPr/>
        </p:nvSpPr>
        <p:spPr>
          <a:xfrm xmlns:a="http://schemas.openxmlformats.org/drawingml/2006/main">
            <a:off x="6448945" y="5036224"/>
            <a:ext cx="4414205" cy="95"/>
          </a:xfrm>
          <a:custGeom xmlns:a="http://schemas.openxmlformats.org/drawingml/2006/main">
            <a:pathLst>
              <a:path w="3408687" h="95">
                <a:moveTo>
                  <a:pt x="0" y="0"/>
                </a:moveTo>
                <a:lnTo>
                  <a:pt x="3408687" y="0"/>
                </a:lnTo>
              </a:path>
            </a:pathLst>
          </a:custGeom>
          <a:noFill xmlns:a="http://schemas.openxmlformats.org/drawingml/2006/main"/>
          <a:ln xmlns:a="http://schemas.openxmlformats.org/drawingml/2006/main" w="9868">
            <a:solidFill>
              <a:srgbClr val="5A6683"/>
            </a:solidFill>
            <a:prstDash val="solid"/>
          </a:ln>
        </p:spPr>
      </p:sp>
      <p:sp>
        <p:nvSpPr>
          <p:cNvPr id="98" name="">
            <a:extLst xmlns:a="http://schemas.openxmlformats.org/drawingml/2006/main">
              <a:ext uri="{FF2B5EF4-FFF2-40B4-BE49-F238E27FC236}">
                <a16:creationId xmlns:a16="http://schemas.microsoft.com/office/drawing/2014/main" id="{EF54DF55-9EAB-4649-9FC9-DFA3D4CB17E6}"/>
              </a:ext>
            </a:extLst>
          </p:cNvPr>
          <p:cNvSpPr>
            <a:spLocks xmlns:a="http://schemas.openxmlformats.org/drawingml/2006/main" noGrp="1"/>
          </p:cNvSpPr>
          <p:nvPr/>
        </p:nvSpPr>
        <p:spPr>
          <a:xfrm xmlns:a="http://schemas.openxmlformats.org/drawingml/2006/main" rot="0">
            <a:off x="6785967" y="2859469"/>
            <a:ext cx="17478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43</a:t>
            </a:r>
          </a:p>
        </p:txBody>
      </p:sp>
      <p:sp>
        <p:nvSpPr>
          <p:cNvPr id="99" name="">
            <a:extLst xmlns:a="http://schemas.openxmlformats.org/drawingml/2006/main">
              <a:ext uri="{FF2B5EF4-FFF2-40B4-BE49-F238E27FC236}">
                <a16:creationId xmlns:a16="http://schemas.microsoft.com/office/drawing/2014/main" id="{E66163D9-7A5D-4416-A482-A927E42CC86A}"/>
              </a:ext>
            </a:extLst>
          </p:cNvPr>
          <p:cNvSpPr>
            <a:spLocks xmlns:a="http://schemas.openxmlformats.org/drawingml/2006/main" noGrp="1"/>
          </p:cNvSpPr>
          <p:nvPr/>
        </p:nvSpPr>
        <p:spPr>
          <a:xfrm xmlns:a="http://schemas.openxmlformats.org/drawingml/2006/main" rot="0">
            <a:off x="7870538" y="2595994"/>
            <a:ext cx="18049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49</a:t>
            </a:r>
          </a:p>
        </p:txBody>
      </p:sp>
      <p:sp>
        <p:nvSpPr>
          <p:cNvPr id="100" name="">
            <a:extLst xmlns:a="http://schemas.openxmlformats.org/drawingml/2006/main">
              <a:ext uri="{FF2B5EF4-FFF2-40B4-BE49-F238E27FC236}">
                <a16:creationId xmlns:a16="http://schemas.microsoft.com/office/drawing/2014/main" id="{8AAB9741-6D28-4838-81BF-BBEAC1B2DF5F}"/>
              </a:ext>
            </a:extLst>
          </p:cNvPr>
          <p:cNvSpPr>
            <a:spLocks xmlns:a="http://schemas.openxmlformats.org/drawingml/2006/main" noGrp="1"/>
          </p:cNvSpPr>
          <p:nvPr/>
        </p:nvSpPr>
        <p:spPr>
          <a:xfrm xmlns:a="http://schemas.openxmlformats.org/drawingml/2006/main" rot="0">
            <a:off x="8955109" y="2489736"/>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51</a:t>
            </a:r>
          </a:p>
        </p:txBody>
      </p:sp>
      <p:sp>
        <p:nvSpPr>
          <p:cNvPr id="101" name="">
            <a:extLst xmlns:a="http://schemas.openxmlformats.org/drawingml/2006/main">
              <a:ext uri="{FF2B5EF4-FFF2-40B4-BE49-F238E27FC236}">
                <a16:creationId xmlns:a16="http://schemas.microsoft.com/office/drawing/2014/main" id="{803F00D3-8ACE-4152-BFDC-74EEC7847822}"/>
              </a:ext>
            </a:extLst>
          </p:cNvPr>
          <p:cNvSpPr>
            <a:spLocks xmlns:a="http://schemas.openxmlformats.org/drawingml/2006/main" noGrp="1"/>
          </p:cNvSpPr>
          <p:nvPr/>
        </p:nvSpPr>
        <p:spPr>
          <a:xfrm xmlns:a="http://schemas.openxmlformats.org/drawingml/2006/main" rot="0">
            <a:off x="10039681" y="2493932"/>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51</a:t>
            </a:r>
          </a:p>
        </p:txBody>
      </p:sp>
      <p:sp>
        <p:nvSpPr>
          <p:cNvPr id="102" name="">
            <a:extLst xmlns:a="http://schemas.openxmlformats.org/drawingml/2006/main">
              <a:ext uri="{FF2B5EF4-FFF2-40B4-BE49-F238E27FC236}">
                <a16:creationId xmlns:a16="http://schemas.microsoft.com/office/drawing/2014/main" id="{A5189B98-C3F2-41CD-B8F7-0490775B8237}"/>
              </a:ext>
            </a:extLst>
          </p:cNvPr>
          <p:cNvSpPr>
            <a:spLocks xmlns:a="http://schemas.openxmlformats.org/drawingml/2006/main" noGrp="1"/>
          </p:cNvSpPr>
          <p:nvPr/>
        </p:nvSpPr>
        <p:spPr>
          <a:xfrm xmlns:a="http://schemas.openxmlformats.org/drawingml/2006/main" rot="0">
            <a:off x="7176412" y="2807949"/>
            <a:ext cx="18040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44</a:t>
            </a:r>
          </a:p>
        </p:txBody>
      </p:sp>
      <p:sp>
        <p:nvSpPr>
          <p:cNvPr id="103" name="">
            <a:extLst xmlns:a="http://schemas.openxmlformats.org/drawingml/2006/main">
              <a:ext uri="{FF2B5EF4-FFF2-40B4-BE49-F238E27FC236}">
                <a16:creationId xmlns:a16="http://schemas.microsoft.com/office/drawing/2014/main" id="{C68A3C14-5255-4E86-B446-40E69E9D90BE}"/>
              </a:ext>
            </a:extLst>
          </p:cNvPr>
          <p:cNvSpPr>
            <a:spLocks xmlns:a="http://schemas.openxmlformats.org/drawingml/2006/main" noGrp="1"/>
          </p:cNvSpPr>
          <p:nvPr/>
        </p:nvSpPr>
        <p:spPr>
          <a:xfrm xmlns:a="http://schemas.openxmlformats.org/drawingml/2006/main" rot="0">
            <a:off x="8260984" y="2543028"/>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104" name="">
            <a:extLst xmlns:a="http://schemas.openxmlformats.org/drawingml/2006/main">
              <a:ext uri="{FF2B5EF4-FFF2-40B4-BE49-F238E27FC236}">
                <a16:creationId xmlns:a16="http://schemas.microsoft.com/office/drawing/2014/main" id="{2C1B1BBE-4FC9-48DB-9A0C-68D265A274AE}"/>
              </a:ext>
            </a:extLst>
          </p:cNvPr>
          <p:cNvSpPr>
            <a:spLocks xmlns:a="http://schemas.openxmlformats.org/drawingml/2006/main" noGrp="1"/>
          </p:cNvSpPr>
          <p:nvPr/>
        </p:nvSpPr>
        <p:spPr>
          <a:xfrm xmlns:a="http://schemas.openxmlformats.org/drawingml/2006/main" rot="0">
            <a:off x="9345555" y="2436817"/>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52</a:t>
            </a:r>
          </a:p>
        </p:txBody>
      </p:sp>
      <p:sp>
        <p:nvSpPr>
          <p:cNvPr id="105" name="">
            <a:extLst xmlns:a="http://schemas.openxmlformats.org/drawingml/2006/main">
              <a:ext uri="{FF2B5EF4-FFF2-40B4-BE49-F238E27FC236}">
                <a16:creationId xmlns:a16="http://schemas.microsoft.com/office/drawing/2014/main" id="{068B8BF9-F666-4CFB-9A4F-67D8F5DE094B}"/>
              </a:ext>
            </a:extLst>
          </p:cNvPr>
          <p:cNvSpPr>
            <a:spLocks xmlns:a="http://schemas.openxmlformats.org/drawingml/2006/main" noGrp="1"/>
          </p:cNvSpPr>
          <p:nvPr/>
        </p:nvSpPr>
        <p:spPr>
          <a:xfrm xmlns:a="http://schemas.openxmlformats.org/drawingml/2006/main" rot="0">
            <a:off x="10430126" y="2439988"/>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52</a:t>
            </a:r>
          </a:p>
        </p:txBody>
      </p:sp>
      <p:sp>
        <p:nvSpPr>
          <p:cNvPr id="106" name="">
            <a:extLst xmlns:a="http://schemas.openxmlformats.org/drawingml/2006/main">
              <a:ext uri="{FF2B5EF4-FFF2-40B4-BE49-F238E27FC236}">
                <a16:creationId xmlns:a16="http://schemas.microsoft.com/office/drawing/2014/main" id="{9F994C08-792C-4DDC-AE15-7040D51C5425}"/>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107" name="">
            <a:extLst xmlns:a="http://schemas.openxmlformats.org/drawingml/2006/main">
              <a:ext uri="{FF2B5EF4-FFF2-40B4-BE49-F238E27FC236}">
                <a16:creationId xmlns:a16="http://schemas.microsoft.com/office/drawing/2014/main" id="{8AB16BDF-4355-4B95-99E2-BD2F9DE4685B}"/>
              </a:ext>
            </a:extLst>
          </p:cNvPr>
          <p:cNvSpPr>
            <a:spLocks xmlns:a="http://schemas.openxmlformats.org/drawingml/2006/main" noGrp="1"/>
          </p:cNvSpPr>
          <p:nvPr/>
        </p:nvSpPr>
        <p:spPr>
          <a:xfrm xmlns:a="http://schemas.openxmlformats.org/drawingml/2006/main">
            <a:off x="6562725" y="5334000"/>
            <a:ext cx="1383792"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Retrospective label</a:t>
            </a:r>
          </a:p>
        </p:txBody>
      </p:sp>
      <p:sp>
        <p:nvSpPr>
          <p:cNvPr id="108" name="">
            <a:extLst xmlns:a="http://schemas.openxmlformats.org/drawingml/2006/main">
              <a:ext uri="{FF2B5EF4-FFF2-40B4-BE49-F238E27FC236}">
                <a16:creationId xmlns:a16="http://schemas.microsoft.com/office/drawing/2014/main" id="{A4146310-8F25-4F97-8544-DA214FF9BFCE}"/>
              </a:ext>
            </a:extLst>
          </p:cNvPr>
          <p:cNvSpPr>
            <a:spLocks xmlns:a="http://schemas.openxmlformats.org/drawingml/2006/main" noGrp="1"/>
          </p:cNvSpPr>
          <p:nvPr/>
        </p:nvSpPr>
        <p:spPr>
          <a:xfrm xmlns:a="http://schemas.openxmlformats.org/drawingml/2006/main">
            <a:off x="8156067"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09" name="">
            <a:extLst xmlns:a="http://schemas.openxmlformats.org/drawingml/2006/main">
              <a:ext uri="{FF2B5EF4-FFF2-40B4-BE49-F238E27FC236}">
                <a16:creationId xmlns:a16="http://schemas.microsoft.com/office/drawing/2014/main" id="{D283E3E5-8406-4FF8-B12D-5C58095ECDFC}"/>
              </a:ext>
            </a:extLst>
          </p:cNvPr>
          <p:cNvSpPr>
            <a:spLocks xmlns:a="http://schemas.openxmlformats.org/drawingml/2006/main" noGrp="1"/>
          </p:cNvSpPr>
          <p:nvPr/>
        </p:nvSpPr>
        <p:spPr>
          <a:xfrm xmlns:a="http://schemas.openxmlformats.org/drawingml/2006/main">
            <a:off x="8384667" y="5334000"/>
            <a:ext cx="117519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Issue-time label</a:t>
            </a:r>
          </a:p>
        </p:txBody>
      </p:sp>
    </p:spTree>
    <p:extLst>
      <p:ext uri="{BB962C8B-B14F-4D97-AF65-F5344CB8AC3E}">
        <p14:creationId xmlns:p14="http://schemas.microsoft.com/office/powerpoint/2010/main" val="597896415"/>
      </p:ext>
    </p:extLst>
  </p:cSld>
</p:sld>
</file>

<file path=ppt/slides/slide54.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THE FDR HOTSPOT CHECK</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Ratio-statistic estimates and BH q-values. This is a different design from the cell Poisson map.</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54</a:t>
            </a:r>
            <a:endParaRPr sz="1200"/>
          </a:p>
        </p:txBody>
      </p:sp>
      <p:sp>
        <p:nvSpPr>
          <p:cNvPr id="14" name="">
            <a:extLst xmlns:a="http://schemas.openxmlformats.org/drawingml/2006/main">
              <a:ext uri="{FF2B5EF4-FFF2-40B4-BE49-F238E27FC236}">
                <a16:creationId xmlns:a16="http://schemas.microsoft.com/office/drawing/2014/main" id="{4C8182F5-C1D8-4726-9075-A356C9512902}"/>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38599A1D-C4AF-4B71-AEBF-7FC5CDC6C056}"/>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299 cells have significantly fewer vacant taxis in heavy rain (Benjamini-Hochberg FDR 10%)</a:t>
            </a:r>
          </a:p>
        </p:txBody>
      </p:sp>
      <p:sp>
        <p:nvSpPr>
          <p:cNvPr id="16" name="Editable chart path">
            <a:extLst xmlns:a="http://schemas.openxmlformats.org/drawingml/2006/main">
              <a:ext uri="{FF2B5EF4-FFF2-40B4-BE49-F238E27FC236}">
                <a16:creationId xmlns:a16="http://schemas.microsoft.com/office/drawing/2014/main" id="{0F3F7C8B-7061-4E60-A9E8-DF69E018C8DC}"/>
              </a:ext>
            </a:extLst>
          </p:cNvPr>
          <p:cNvSpPr>
            <a:spLocks xmlns:a="http://schemas.openxmlformats.org/drawingml/2006/main" noGrp="1"/>
          </p:cNvSpPr>
          <p:nvPr/>
        </p:nvSpPr>
        <p:spPr>
          <a:xfrm xmlns:a="http://schemas.openxmlformats.org/drawingml/2006/main">
            <a:off x="4460338" y="2413795"/>
            <a:ext cx="2967394" cy="1763144"/>
          </a:xfrm>
          <a:custGeom xmlns:a="http://schemas.openxmlformats.org/drawingml/2006/main">
            <a:pathLst>
              <a:path w="4156278" h="2469546">
                <a:moveTo>
                  <a:pt x="869336" y="1549745"/>
                </a:moveTo>
                <a:lnTo>
                  <a:pt x="849973" y="1545852"/>
                </a:lnTo>
                <a:lnTo>
                  <a:pt x="855099" y="1557625"/>
                </a:lnTo>
                <a:lnTo>
                  <a:pt x="865824" y="1560283"/>
                </a:lnTo>
                <a:lnTo>
                  <a:pt x="889173" y="1589430"/>
                </a:lnTo>
                <a:lnTo>
                  <a:pt x="889458" y="1625793"/>
                </a:lnTo>
                <a:lnTo>
                  <a:pt x="858800" y="1624939"/>
                </a:lnTo>
                <a:lnTo>
                  <a:pt x="858990" y="1620477"/>
                </a:lnTo>
                <a:lnTo>
                  <a:pt x="853390" y="1616679"/>
                </a:lnTo>
                <a:lnTo>
                  <a:pt x="850353" y="1591329"/>
                </a:lnTo>
                <a:lnTo>
                  <a:pt x="841620" y="1574714"/>
                </a:lnTo>
                <a:lnTo>
                  <a:pt x="844468" y="1565315"/>
                </a:lnTo>
                <a:lnTo>
                  <a:pt x="853010" y="1558384"/>
                </a:lnTo>
                <a:lnTo>
                  <a:pt x="848170" y="1546706"/>
                </a:lnTo>
                <a:lnTo>
                  <a:pt x="838393" y="1558574"/>
                </a:lnTo>
                <a:lnTo>
                  <a:pt x="833837" y="1573005"/>
                </a:lnTo>
                <a:lnTo>
                  <a:pt x="835736" y="1612406"/>
                </a:lnTo>
                <a:lnTo>
                  <a:pt x="809349" y="1622375"/>
                </a:lnTo>
                <a:lnTo>
                  <a:pt x="789322" y="1621046"/>
                </a:lnTo>
                <a:lnTo>
                  <a:pt x="742054" y="1629876"/>
                </a:lnTo>
                <a:lnTo>
                  <a:pt x="729050" y="1536358"/>
                </a:lnTo>
                <a:lnTo>
                  <a:pt x="723640" y="1533889"/>
                </a:lnTo>
                <a:lnTo>
                  <a:pt x="712440" y="1536927"/>
                </a:lnTo>
                <a:lnTo>
                  <a:pt x="723260" y="1640320"/>
                </a:lnTo>
                <a:lnTo>
                  <a:pt x="706365" y="1648105"/>
                </a:lnTo>
                <a:lnTo>
                  <a:pt x="703138" y="1644307"/>
                </a:lnTo>
                <a:lnTo>
                  <a:pt x="690419" y="1653517"/>
                </a:lnTo>
                <a:lnTo>
                  <a:pt x="638975" y="1596361"/>
                </a:lnTo>
                <a:lnTo>
                  <a:pt x="636127" y="1556675"/>
                </a:lnTo>
                <a:lnTo>
                  <a:pt x="598825" y="1561327"/>
                </a:lnTo>
                <a:lnTo>
                  <a:pt x="605564" y="1617249"/>
                </a:lnTo>
                <a:lnTo>
                  <a:pt x="651504" y="1664625"/>
                </a:lnTo>
                <a:lnTo>
                  <a:pt x="648182" y="1663201"/>
                </a:lnTo>
                <a:lnTo>
                  <a:pt x="650839" y="1667663"/>
                </a:lnTo>
                <a:lnTo>
                  <a:pt x="637171" y="1682189"/>
                </a:lnTo>
                <a:lnTo>
                  <a:pt x="577944" y="1728806"/>
                </a:lnTo>
                <a:lnTo>
                  <a:pt x="564750" y="1712856"/>
                </a:lnTo>
                <a:lnTo>
                  <a:pt x="567028" y="1709343"/>
                </a:lnTo>
                <a:lnTo>
                  <a:pt x="560384" y="1698424"/>
                </a:lnTo>
                <a:lnTo>
                  <a:pt x="502485" y="1669562"/>
                </a:lnTo>
                <a:lnTo>
                  <a:pt x="506092" y="1661777"/>
                </a:lnTo>
                <a:lnTo>
                  <a:pt x="493563" y="1651808"/>
                </a:lnTo>
                <a:lnTo>
                  <a:pt x="483123" y="1660542"/>
                </a:lnTo>
                <a:lnTo>
                  <a:pt x="476194" y="1652852"/>
                </a:lnTo>
                <a:lnTo>
                  <a:pt x="485211" y="1645067"/>
                </a:lnTo>
                <a:lnTo>
                  <a:pt x="456072" y="1611552"/>
                </a:lnTo>
                <a:lnTo>
                  <a:pt x="437373" y="1627407"/>
                </a:lnTo>
                <a:lnTo>
                  <a:pt x="418675" y="1605286"/>
                </a:lnTo>
                <a:lnTo>
                  <a:pt x="491570" y="1525819"/>
                </a:lnTo>
                <a:lnTo>
                  <a:pt x="488438" y="1515850"/>
                </a:lnTo>
                <a:lnTo>
                  <a:pt x="478187" y="1512147"/>
                </a:lnTo>
                <a:lnTo>
                  <a:pt x="428831" y="1565410"/>
                </a:lnTo>
                <a:lnTo>
                  <a:pt x="414119" y="1570442"/>
                </a:lnTo>
                <a:lnTo>
                  <a:pt x="389915" y="1547086"/>
                </a:lnTo>
                <a:lnTo>
                  <a:pt x="385739" y="1535218"/>
                </a:lnTo>
                <a:lnTo>
                  <a:pt x="438227" y="1480816"/>
                </a:lnTo>
                <a:lnTo>
                  <a:pt x="440221" y="1475879"/>
                </a:lnTo>
                <a:lnTo>
                  <a:pt x="434905" y="1469613"/>
                </a:lnTo>
                <a:lnTo>
                  <a:pt x="417061" y="1455562"/>
                </a:lnTo>
                <a:lnTo>
                  <a:pt x="386213" y="1489551"/>
                </a:lnTo>
                <a:lnTo>
                  <a:pt x="356125" y="1513192"/>
                </a:lnTo>
                <a:lnTo>
                  <a:pt x="333345" y="1497811"/>
                </a:lnTo>
                <a:lnTo>
                  <a:pt x="303162" y="1467524"/>
                </a:lnTo>
                <a:lnTo>
                  <a:pt x="273738" y="1509679"/>
                </a:lnTo>
                <a:lnTo>
                  <a:pt x="306674" y="1537497"/>
                </a:lnTo>
                <a:lnTo>
                  <a:pt x="373305" y="1615445"/>
                </a:lnTo>
                <a:lnTo>
                  <a:pt x="387162" y="1699374"/>
                </a:lnTo>
                <a:lnTo>
                  <a:pt x="417536" y="1755390"/>
                </a:lnTo>
                <a:lnTo>
                  <a:pt x="422092" y="1770770"/>
                </a:lnTo>
                <a:lnTo>
                  <a:pt x="417631" y="1795835"/>
                </a:lnTo>
                <a:lnTo>
                  <a:pt x="398457" y="1815203"/>
                </a:lnTo>
                <a:lnTo>
                  <a:pt x="380613" y="1819856"/>
                </a:lnTo>
                <a:lnTo>
                  <a:pt x="332396" y="1816533"/>
                </a:lnTo>
                <a:lnTo>
                  <a:pt x="329738" y="1819951"/>
                </a:lnTo>
                <a:lnTo>
                  <a:pt x="323094" y="1907962"/>
                </a:lnTo>
                <a:lnTo>
                  <a:pt x="357359" y="1907962"/>
                </a:lnTo>
                <a:lnTo>
                  <a:pt x="357454" y="1993030"/>
                </a:lnTo>
                <a:lnTo>
                  <a:pt x="110482" y="1993030"/>
                </a:lnTo>
                <a:lnTo>
                  <a:pt x="110482" y="2058256"/>
                </a:lnTo>
                <a:lnTo>
                  <a:pt x="366850" y="2058256"/>
                </a:lnTo>
                <a:lnTo>
                  <a:pt x="366850" y="2115411"/>
                </a:lnTo>
                <a:lnTo>
                  <a:pt x="304586" y="2143229"/>
                </a:lnTo>
                <a:lnTo>
                  <a:pt x="110482" y="2143229"/>
                </a:lnTo>
                <a:lnTo>
                  <a:pt x="110482" y="2208550"/>
                </a:lnTo>
                <a:lnTo>
                  <a:pt x="418959" y="2208550"/>
                </a:lnTo>
                <a:lnTo>
                  <a:pt x="418959" y="2293523"/>
                </a:lnTo>
                <a:lnTo>
                  <a:pt x="110577" y="2293523"/>
                </a:lnTo>
                <a:lnTo>
                  <a:pt x="110577" y="2365679"/>
                </a:lnTo>
                <a:lnTo>
                  <a:pt x="486160" y="2365584"/>
                </a:lnTo>
                <a:lnTo>
                  <a:pt x="501916" y="2407739"/>
                </a:lnTo>
                <a:lnTo>
                  <a:pt x="402064" y="2444671"/>
                </a:lnTo>
                <a:lnTo>
                  <a:pt x="369983" y="2463945"/>
                </a:lnTo>
                <a:lnTo>
                  <a:pt x="349101" y="2469546"/>
                </a:lnTo>
                <a:lnTo>
                  <a:pt x="34265" y="2390459"/>
                </a:lnTo>
                <a:lnTo>
                  <a:pt x="11770" y="2378212"/>
                </a:lnTo>
                <a:lnTo>
                  <a:pt x="1234" y="2359223"/>
                </a:lnTo>
                <a:lnTo>
                  <a:pt x="0" y="2156047"/>
                </a:lnTo>
                <a:lnTo>
                  <a:pt x="63878" y="2156047"/>
                </a:lnTo>
                <a:lnTo>
                  <a:pt x="63973" y="2130317"/>
                </a:lnTo>
                <a:lnTo>
                  <a:pt x="29899" y="2130317"/>
                </a:lnTo>
                <a:lnTo>
                  <a:pt x="29899" y="2068035"/>
                </a:lnTo>
                <a:lnTo>
                  <a:pt x="59702" y="2068035"/>
                </a:lnTo>
                <a:lnTo>
                  <a:pt x="59702" y="2042306"/>
                </a:lnTo>
                <a:lnTo>
                  <a:pt x="38441" y="2042306"/>
                </a:lnTo>
                <a:lnTo>
                  <a:pt x="38441" y="1998917"/>
                </a:lnTo>
                <a:lnTo>
                  <a:pt x="95" y="1998917"/>
                </a:lnTo>
                <a:lnTo>
                  <a:pt x="1139" y="1981922"/>
                </a:lnTo>
                <a:lnTo>
                  <a:pt x="54197" y="1839793"/>
                </a:lnTo>
                <a:lnTo>
                  <a:pt x="67580" y="1826691"/>
                </a:lnTo>
                <a:lnTo>
                  <a:pt x="95296" y="1816438"/>
                </a:lnTo>
                <a:lnTo>
                  <a:pt x="113425" y="1804665"/>
                </a:lnTo>
                <a:lnTo>
                  <a:pt x="127093" y="1788620"/>
                </a:lnTo>
                <a:lnTo>
                  <a:pt x="135350" y="1770770"/>
                </a:lnTo>
                <a:lnTo>
                  <a:pt x="138767" y="1749883"/>
                </a:lnTo>
                <a:lnTo>
                  <a:pt x="136015" y="1728331"/>
                </a:lnTo>
                <a:lnTo>
                  <a:pt x="118835" y="1684468"/>
                </a:lnTo>
                <a:lnTo>
                  <a:pt x="112096" y="1683708"/>
                </a:lnTo>
                <a:lnTo>
                  <a:pt x="113709" y="1673739"/>
                </a:lnTo>
                <a:lnTo>
                  <a:pt x="110672" y="1677442"/>
                </a:lnTo>
                <a:lnTo>
                  <a:pt x="115038" y="1652377"/>
                </a:lnTo>
                <a:lnTo>
                  <a:pt x="116652" y="1656745"/>
                </a:lnTo>
                <a:lnTo>
                  <a:pt x="118170" y="1648295"/>
                </a:lnTo>
                <a:lnTo>
                  <a:pt x="123391" y="1649149"/>
                </a:lnTo>
                <a:lnTo>
                  <a:pt x="244694" y="1324636"/>
                </a:lnTo>
                <a:lnTo>
                  <a:pt x="256463" y="1279444"/>
                </a:lnTo>
                <a:lnTo>
                  <a:pt x="275921" y="1234156"/>
                </a:lnTo>
                <a:lnTo>
                  <a:pt x="271650" y="1227605"/>
                </a:lnTo>
                <a:lnTo>
                  <a:pt x="276395" y="1222573"/>
                </a:lnTo>
                <a:lnTo>
                  <a:pt x="273643" y="1220010"/>
                </a:lnTo>
                <a:lnTo>
                  <a:pt x="284558" y="1208711"/>
                </a:lnTo>
                <a:lnTo>
                  <a:pt x="292436" y="1190008"/>
                </a:lnTo>
                <a:lnTo>
                  <a:pt x="291297" y="1185735"/>
                </a:lnTo>
                <a:lnTo>
                  <a:pt x="282090" y="1189723"/>
                </a:lnTo>
                <a:lnTo>
                  <a:pt x="274687" y="1181558"/>
                </a:lnTo>
                <a:lnTo>
                  <a:pt x="269751" y="1165228"/>
                </a:lnTo>
                <a:lnTo>
                  <a:pt x="272978" y="1149278"/>
                </a:lnTo>
                <a:lnTo>
                  <a:pt x="260734" y="1141397"/>
                </a:lnTo>
                <a:lnTo>
                  <a:pt x="261968" y="1139024"/>
                </a:lnTo>
                <a:lnTo>
                  <a:pt x="274117" y="1147094"/>
                </a:lnTo>
                <a:lnTo>
                  <a:pt x="284274" y="1135986"/>
                </a:lnTo>
                <a:lnTo>
                  <a:pt x="297657" y="1130669"/>
                </a:lnTo>
                <a:lnTo>
                  <a:pt x="304396" y="1133612"/>
                </a:lnTo>
                <a:lnTo>
                  <a:pt x="308572" y="1142252"/>
                </a:lnTo>
                <a:lnTo>
                  <a:pt x="314077" y="1117282"/>
                </a:lnTo>
                <a:lnTo>
                  <a:pt x="326986" y="1086805"/>
                </a:lnTo>
                <a:lnTo>
                  <a:pt x="329264" y="1069716"/>
                </a:lnTo>
                <a:lnTo>
                  <a:pt x="331921" y="1073798"/>
                </a:lnTo>
                <a:lnTo>
                  <a:pt x="349766" y="1059557"/>
                </a:lnTo>
                <a:lnTo>
                  <a:pt x="361250" y="1044651"/>
                </a:lnTo>
                <a:lnTo>
                  <a:pt x="390105" y="979426"/>
                </a:lnTo>
                <a:lnTo>
                  <a:pt x="411746" y="947620"/>
                </a:lnTo>
                <a:lnTo>
                  <a:pt x="414308" y="931670"/>
                </a:lnTo>
                <a:lnTo>
                  <a:pt x="430539" y="926638"/>
                </a:lnTo>
                <a:lnTo>
                  <a:pt x="429115" y="915719"/>
                </a:lnTo>
                <a:lnTo>
                  <a:pt x="433766" y="912017"/>
                </a:lnTo>
                <a:lnTo>
                  <a:pt x="446200" y="928157"/>
                </a:lnTo>
                <a:lnTo>
                  <a:pt x="446295" y="912586"/>
                </a:lnTo>
                <a:lnTo>
                  <a:pt x="454458" y="910972"/>
                </a:lnTo>
                <a:lnTo>
                  <a:pt x="467936" y="876698"/>
                </a:lnTo>
                <a:lnTo>
                  <a:pt x="489007" y="840335"/>
                </a:lnTo>
                <a:lnTo>
                  <a:pt x="486445" y="828562"/>
                </a:lnTo>
                <a:lnTo>
                  <a:pt x="496316" y="829986"/>
                </a:lnTo>
                <a:lnTo>
                  <a:pt x="491285" y="821631"/>
                </a:lnTo>
                <a:lnTo>
                  <a:pt x="507231" y="807105"/>
                </a:lnTo>
                <a:lnTo>
                  <a:pt x="513591" y="805396"/>
                </a:lnTo>
                <a:lnTo>
                  <a:pt x="514350" y="813561"/>
                </a:lnTo>
                <a:lnTo>
                  <a:pt x="516913" y="813182"/>
                </a:lnTo>
                <a:lnTo>
                  <a:pt x="519570" y="804922"/>
                </a:lnTo>
                <a:lnTo>
                  <a:pt x="513780" y="795427"/>
                </a:lnTo>
                <a:lnTo>
                  <a:pt x="519381" y="785458"/>
                </a:lnTo>
                <a:lnTo>
                  <a:pt x="530581" y="777673"/>
                </a:lnTo>
                <a:lnTo>
                  <a:pt x="530676" y="761723"/>
                </a:lnTo>
                <a:lnTo>
                  <a:pt x="541401" y="742924"/>
                </a:lnTo>
                <a:lnTo>
                  <a:pt x="537889" y="720708"/>
                </a:lnTo>
                <a:lnTo>
                  <a:pt x="542445" y="697447"/>
                </a:lnTo>
                <a:lnTo>
                  <a:pt x="534852" y="683965"/>
                </a:lnTo>
                <a:lnTo>
                  <a:pt x="540926" y="669439"/>
                </a:lnTo>
                <a:lnTo>
                  <a:pt x="544533" y="672002"/>
                </a:lnTo>
                <a:lnTo>
                  <a:pt x="546242" y="668869"/>
                </a:lnTo>
                <a:lnTo>
                  <a:pt x="541306" y="665356"/>
                </a:lnTo>
                <a:lnTo>
                  <a:pt x="543584" y="658046"/>
                </a:lnTo>
                <a:lnTo>
                  <a:pt x="552221" y="653299"/>
                </a:lnTo>
                <a:lnTo>
                  <a:pt x="544154" y="640956"/>
                </a:lnTo>
                <a:lnTo>
                  <a:pt x="539028" y="619404"/>
                </a:lnTo>
                <a:lnTo>
                  <a:pt x="556303" y="611999"/>
                </a:lnTo>
                <a:lnTo>
                  <a:pt x="563611" y="598327"/>
                </a:lnTo>
                <a:lnTo>
                  <a:pt x="564181" y="587219"/>
                </a:lnTo>
                <a:lnTo>
                  <a:pt x="580601" y="583136"/>
                </a:lnTo>
                <a:lnTo>
                  <a:pt x="591801" y="588928"/>
                </a:lnTo>
                <a:lnTo>
                  <a:pt x="594269" y="581142"/>
                </a:lnTo>
                <a:lnTo>
                  <a:pt x="606419" y="574876"/>
                </a:lnTo>
                <a:lnTo>
                  <a:pt x="608696" y="567281"/>
                </a:lnTo>
                <a:lnTo>
                  <a:pt x="616005" y="560825"/>
                </a:lnTo>
                <a:lnTo>
                  <a:pt x="613252" y="549527"/>
                </a:lnTo>
                <a:lnTo>
                  <a:pt x="615815" y="545824"/>
                </a:lnTo>
                <a:lnTo>
                  <a:pt x="621605" y="541836"/>
                </a:lnTo>
                <a:lnTo>
                  <a:pt x="630432" y="543830"/>
                </a:lnTo>
                <a:lnTo>
                  <a:pt x="636032" y="540982"/>
                </a:lnTo>
                <a:lnTo>
                  <a:pt x="627395" y="533101"/>
                </a:lnTo>
                <a:lnTo>
                  <a:pt x="624832" y="520664"/>
                </a:lnTo>
                <a:lnTo>
                  <a:pt x="630812" y="500916"/>
                </a:lnTo>
                <a:lnTo>
                  <a:pt x="638975" y="503195"/>
                </a:lnTo>
                <a:lnTo>
                  <a:pt x="639639" y="495979"/>
                </a:lnTo>
                <a:lnTo>
                  <a:pt x="631856" y="489238"/>
                </a:lnTo>
                <a:lnTo>
                  <a:pt x="647612" y="480693"/>
                </a:lnTo>
                <a:lnTo>
                  <a:pt x="656155" y="489143"/>
                </a:lnTo>
                <a:lnTo>
                  <a:pt x="651788" y="482117"/>
                </a:lnTo>
                <a:lnTo>
                  <a:pt x="657104" y="475282"/>
                </a:lnTo>
                <a:lnTo>
                  <a:pt x="649605" y="477085"/>
                </a:lnTo>
                <a:lnTo>
                  <a:pt x="643626" y="462939"/>
                </a:lnTo>
                <a:lnTo>
                  <a:pt x="651124" y="432842"/>
                </a:lnTo>
                <a:lnTo>
                  <a:pt x="666595" y="422873"/>
                </a:lnTo>
                <a:lnTo>
                  <a:pt x="675897" y="424203"/>
                </a:lnTo>
                <a:lnTo>
                  <a:pt x="671056" y="422114"/>
                </a:lnTo>
                <a:lnTo>
                  <a:pt x="672575" y="416512"/>
                </a:lnTo>
                <a:lnTo>
                  <a:pt x="686812" y="395435"/>
                </a:lnTo>
                <a:lnTo>
                  <a:pt x="695734" y="401037"/>
                </a:lnTo>
                <a:lnTo>
                  <a:pt x="718514" y="395245"/>
                </a:lnTo>
                <a:lnTo>
                  <a:pt x="736643" y="375972"/>
                </a:lnTo>
                <a:lnTo>
                  <a:pt x="746609" y="382238"/>
                </a:lnTo>
                <a:lnTo>
                  <a:pt x="757620" y="383187"/>
                </a:lnTo>
                <a:lnTo>
                  <a:pt x="760562" y="387365"/>
                </a:lnTo>
                <a:lnTo>
                  <a:pt x="761037" y="372554"/>
                </a:lnTo>
                <a:lnTo>
                  <a:pt x="767111" y="368471"/>
                </a:lnTo>
                <a:lnTo>
                  <a:pt x="779071" y="370845"/>
                </a:lnTo>
                <a:lnTo>
                  <a:pt x="786854" y="358218"/>
                </a:lnTo>
                <a:lnTo>
                  <a:pt x="831180" y="353376"/>
                </a:lnTo>
                <a:lnTo>
                  <a:pt x="840766" y="345685"/>
                </a:lnTo>
                <a:lnTo>
                  <a:pt x="858041" y="339514"/>
                </a:lnTo>
                <a:lnTo>
                  <a:pt x="857946" y="335526"/>
                </a:lnTo>
                <a:lnTo>
                  <a:pt x="896007" y="296315"/>
                </a:lnTo>
                <a:lnTo>
                  <a:pt x="919262" y="283023"/>
                </a:lnTo>
                <a:lnTo>
                  <a:pt x="956659" y="246375"/>
                </a:lnTo>
                <a:lnTo>
                  <a:pt x="957798" y="236501"/>
                </a:lnTo>
                <a:lnTo>
                  <a:pt x="964821" y="241059"/>
                </a:lnTo>
                <a:lnTo>
                  <a:pt x="988835" y="218273"/>
                </a:lnTo>
                <a:lnTo>
                  <a:pt x="1014368" y="203936"/>
                </a:lnTo>
                <a:lnTo>
                  <a:pt x="1054897" y="192068"/>
                </a:lnTo>
                <a:lnTo>
                  <a:pt x="1060971" y="194157"/>
                </a:lnTo>
                <a:lnTo>
                  <a:pt x="1063724" y="190834"/>
                </a:lnTo>
                <a:lnTo>
                  <a:pt x="1098843" y="184758"/>
                </a:lnTo>
                <a:lnTo>
                  <a:pt x="1154938" y="185992"/>
                </a:lnTo>
                <a:lnTo>
                  <a:pt x="1170979" y="190075"/>
                </a:lnTo>
                <a:lnTo>
                  <a:pt x="1193189" y="207734"/>
                </a:lnTo>
                <a:lnTo>
                  <a:pt x="1194708" y="214760"/>
                </a:lnTo>
                <a:lnTo>
                  <a:pt x="1190247" y="206879"/>
                </a:lnTo>
                <a:lnTo>
                  <a:pt x="1190342" y="212956"/>
                </a:lnTo>
                <a:lnTo>
                  <a:pt x="1185596" y="217323"/>
                </a:lnTo>
                <a:lnTo>
                  <a:pt x="1191955" y="215709"/>
                </a:lnTo>
                <a:lnTo>
                  <a:pt x="1204769" y="224729"/>
                </a:lnTo>
                <a:lnTo>
                  <a:pt x="1191671" y="233938"/>
                </a:lnTo>
                <a:lnTo>
                  <a:pt x="1199169" y="227672"/>
                </a:lnTo>
                <a:lnTo>
                  <a:pt x="1206003" y="227292"/>
                </a:lnTo>
                <a:lnTo>
                  <a:pt x="1199454" y="233084"/>
                </a:lnTo>
                <a:lnTo>
                  <a:pt x="1202112" y="231470"/>
                </a:lnTo>
                <a:lnTo>
                  <a:pt x="1205054" y="235172"/>
                </a:lnTo>
                <a:lnTo>
                  <a:pt x="1205149" y="229381"/>
                </a:lnTo>
                <a:lnTo>
                  <a:pt x="1212932" y="233084"/>
                </a:lnTo>
                <a:lnTo>
                  <a:pt x="1215590" y="242768"/>
                </a:lnTo>
                <a:lnTo>
                  <a:pt x="1223373" y="241913"/>
                </a:lnTo>
                <a:lnTo>
                  <a:pt x="1254790" y="266029"/>
                </a:lnTo>
                <a:lnTo>
                  <a:pt x="1256119" y="272295"/>
                </a:lnTo>
                <a:lnTo>
                  <a:pt x="1241976" y="288150"/>
                </a:lnTo>
                <a:lnTo>
                  <a:pt x="1244349" y="304195"/>
                </a:lnTo>
                <a:lnTo>
                  <a:pt x="1247861" y="304290"/>
                </a:lnTo>
                <a:lnTo>
                  <a:pt x="1249000" y="294226"/>
                </a:lnTo>
                <a:lnTo>
                  <a:pt x="1257637" y="282074"/>
                </a:lnTo>
                <a:lnTo>
                  <a:pt x="1262478" y="302581"/>
                </a:lnTo>
                <a:lnTo>
                  <a:pt x="1296173" y="302486"/>
                </a:lnTo>
                <a:lnTo>
                  <a:pt x="1300255" y="298974"/>
                </a:lnTo>
                <a:lnTo>
                  <a:pt x="1302912" y="304385"/>
                </a:lnTo>
                <a:lnTo>
                  <a:pt x="1302723" y="240299"/>
                </a:lnTo>
                <a:lnTo>
                  <a:pt x="1310980" y="232419"/>
                </a:lnTo>
                <a:lnTo>
                  <a:pt x="1444907" y="259857"/>
                </a:lnTo>
                <a:lnTo>
                  <a:pt x="1482304" y="250838"/>
                </a:lnTo>
                <a:lnTo>
                  <a:pt x="1505083" y="260522"/>
                </a:lnTo>
                <a:lnTo>
                  <a:pt x="1531565" y="252452"/>
                </a:lnTo>
                <a:lnTo>
                  <a:pt x="1529477" y="244667"/>
                </a:lnTo>
                <a:lnTo>
                  <a:pt x="1534507" y="231280"/>
                </a:lnTo>
                <a:lnTo>
                  <a:pt x="1549694" y="218557"/>
                </a:lnTo>
                <a:lnTo>
                  <a:pt x="1557572" y="204411"/>
                </a:lnTo>
                <a:lnTo>
                  <a:pt x="1550453" y="173555"/>
                </a:lnTo>
                <a:lnTo>
                  <a:pt x="1553870" y="171656"/>
                </a:lnTo>
                <a:lnTo>
                  <a:pt x="1567633" y="211532"/>
                </a:lnTo>
                <a:lnTo>
                  <a:pt x="1586332" y="197670"/>
                </a:lnTo>
                <a:lnTo>
                  <a:pt x="1619552" y="185233"/>
                </a:lnTo>
                <a:lnTo>
                  <a:pt x="1680014" y="145547"/>
                </a:lnTo>
                <a:lnTo>
                  <a:pt x="1687322" y="144217"/>
                </a:lnTo>
                <a:lnTo>
                  <a:pt x="1708299" y="122381"/>
                </a:lnTo>
                <a:lnTo>
                  <a:pt x="1743892" y="96936"/>
                </a:lnTo>
                <a:lnTo>
                  <a:pt x="1758509" y="90765"/>
                </a:lnTo>
                <a:lnTo>
                  <a:pt x="1831690" y="37312"/>
                </a:lnTo>
                <a:lnTo>
                  <a:pt x="1843079" y="37692"/>
                </a:lnTo>
                <a:lnTo>
                  <a:pt x="1859215" y="21742"/>
                </a:lnTo>
                <a:lnTo>
                  <a:pt x="1873073" y="16520"/>
                </a:lnTo>
                <a:lnTo>
                  <a:pt x="1926226" y="1899"/>
                </a:lnTo>
                <a:lnTo>
                  <a:pt x="1936287" y="9399"/>
                </a:lnTo>
                <a:lnTo>
                  <a:pt x="1957643" y="3893"/>
                </a:lnTo>
                <a:lnTo>
                  <a:pt x="2008613" y="0"/>
                </a:lnTo>
                <a:lnTo>
                  <a:pt x="2047624" y="14526"/>
                </a:lnTo>
                <a:lnTo>
                  <a:pt x="2054647" y="20223"/>
                </a:lnTo>
                <a:lnTo>
                  <a:pt x="2036613" y="32850"/>
                </a:lnTo>
                <a:lnTo>
                  <a:pt x="2020667" y="55162"/>
                </a:lnTo>
                <a:lnTo>
                  <a:pt x="2028356" y="59909"/>
                </a:lnTo>
                <a:lnTo>
                  <a:pt x="2039081" y="43863"/>
                </a:lnTo>
                <a:lnTo>
                  <a:pt x="2061102" y="34274"/>
                </a:lnTo>
                <a:lnTo>
                  <a:pt x="2057969" y="45667"/>
                </a:lnTo>
                <a:lnTo>
                  <a:pt x="2066227" y="47376"/>
                </a:lnTo>
                <a:lnTo>
                  <a:pt x="2049996" y="76429"/>
                </a:lnTo>
                <a:lnTo>
                  <a:pt x="2054837" y="78992"/>
                </a:lnTo>
                <a:lnTo>
                  <a:pt x="2074769" y="47851"/>
                </a:lnTo>
                <a:lnTo>
                  <a:pt x="2065752" y="64086"/>
                </a:lnTo>
                <a:lnTo>
                  <a:pt x="2069359" y="66555"/>
                </a:lnTo>
                <a:lnTo>
                  <a:pt x="2055691" y="90670"/>
                </a:lnTo>
                <a:lnTo>
                  <a:pt x="2059108" y="92569"/>
                </a:lnTo>
                <a:lnTo>
                  <a:pt x="2072397" y="68359"/>
                </a:lnTo>
                <a:lnTo>
                  <a:pt x="2077237" y="70732"/>
                </a:lnTo>
                <a:lnTo>
                  <a:pt x="2105617" y="20697"/>
                </a:lnTo>
                <a:lnTo>
                  <a:pt x="2169780" y="57535"/>
                </a:lnTo>
                <a:lnTo>
                  <a:pt x="2147475" y="97411"/>
                </a:lnTo>
                <a:lnTo>
                  <a:pt x="2156492" y="102633"/>
                </a:lnTo>
                <a:lnTo>
                  <a:pt x="2178987" y="62947"/>
                </a:lnTo>
                <a:lnTo>
                  <a:pt x="2189238" y="62662"/>
                </a:lnTo>
                <a:lnTo>
                  <a:pt x="2198350" y="56586"/>
                </a:lnTo>
                <a:lnTo>
                  <a:pt x="2319083" y="106715"/>
                </a:lnTo>
                <a:lnTo>
                  <a:pt x="2358284" y="126273"/>
                </a:lnTo>
                <a:lnTo>
                  <a:pt x="2396535" y="151053"/>
                </a:lnTo>
                <a:lnTo>
                  <a:pt x="2395206" y="160927"/>
                </a:lnTo>
                <a:lnTo>
                  <a:pt x="2366636" y="173555"/>
                </a:lnTo>
                <a:lnTo>
                  <a:pt x="2391599" y="234318"/>
                </a:lnTo>
                <a:lnTo>
                  <a:pt x="2401850" y="269352"/>
                </a:lnTo>
                <a:lnTo>
                  <a:pt x="2445701" y="325937"/>
                </a:lnTo>
                <a:lnTo>
                  <a:pt x="2440196" y="330399"/>
                </a:lnTo>
                <a:lnTo>
                  <a:pt x="2447979" y="348059"/>
                </a:lnTo>
                <a:lnTo>
                  <a:pt x="2460603" y="343312"/>
                </a:lnTo>
                <a:lnTo>
                  <a:pt x="2464590" y="351762"/>
                </a:lnTo>
                <a:lnTo>
                  <a:pt x="2455573" y="370370"/>
                </a:lnTo>
                <a:lnTo>
                  <a:pt x="2407260" y="410341"/>
                </a:lnTo>
                <a:lnTo>
                  <a:pt x="2396155" y="413759"/>
                </a:lnTo>
                <a:lnTo>
                  <a:pt x="2392643" y="420025"/>
                </a:lnTo>
                <a:lnTo>
                  <a:pt x="2449688" y="445754"/>
                </a:lnTo>
                <a:lnTo>
                  <a:pt x="2462786" y="438919"/>
                </a:lnTo>
                <a:lnTo>
                  <a:pt x="2479397" y="436545"/>
                </a:lnTo>
                <a:lnTo>
                  <a:pt x="2501037" y="417557"/>
                </a:lnTo>
                <a:lnTo>
                  <a:pt x="2501417" y="407303"/>
                </a:lnTo>
                <a:lnTo>
                  <a:pt x="2507776" y="399138"/>
                </a:lnTo>
                <a:lnTo>
                  <a:pt x="2543275" y="375972"/>
                </a:lnTo>
                <a:lnTo>
                  <a:pt x="2565865" y="368661"/>
                </a:lnTo>
                <a:lnTo>
                  <a:pt x="2589879" y="370370"/>
                </a:lnTo>
                <a:lnTo>
                  <a:pt x="2605445" y="377111"/>
                </a:lnTo>
                <a:lnTo>
                  <a:pt x="2680619" y="427241"/>
                </a:lnTo>
                <a:lnTo>
                  <a:pt x="2665717" y="447938"/>
                </a:lnTo>
                <a:lnTo>
                  <a:pt x="2672551" y="451926"/>
                </a:lnTo>
                <a:lnTo>
                  <a:pt x="2685934" y="430374"/>
                </a:lnTo>
                <a:lnTo>
                  <a:pt x="2763670" y="476136"/>
                </a:lnTo>
                <a:lnTo>
                  <a:pt x="2770124" y="484586"/>
                </a:lnTo>
                <a:lnTo>
                  <a:pt x="2772782" y="497308"/>
                </a:lnTo>
                <a:lnTo>
                  <a:pt x="2759968" y="526645"/>
                </a:lnTo>
                <a:lnTo>
                  <a:pt x="2775629" y="532057"/>
                </a:lnTo>
                <a:lnTo>
                  <a:pt x="2791101" y="505948"/>
                </a:lnTo>
                <a:lnTo>
                  <a:pt x="2829921" y="480598"/>
                </a:lnTo>
                <a:lnTo>
                  <a:pt x="2844349" y="478510"/>
                </a:lnTo>
                <a:lnTo>
                  <a:pt x="2859440" y="481833"/>
                </a:lnTo>
                <a:lnTo>
                  <a:pt x="2868647" y="472243"/>
                </a:lnTo>
                <a:lnTo>
                  <a:pt x="2894844" y="467686"/>
                </a:lnTo>
                <a:lnTo>
                  <a:pt x="2912783" y="471484"/>
                </a:lnTo>
                <a:lnTo>
                  <a:pt x="2925502" y="496169"/>
                </a:lnTo>
                <a:lnTo>
                  <a:pt x="2927305" y="517626"/>
                </a:lnTo>
                <a:lnTo>
                  <a:pt x="2936038" y="516392"/>
                </a:lnTo>
                <a:lnTo>
                  <a:pt x="2940973" y="507752"/>
                </a:lnTo>
                <a:lnTo>
                  <a:pt x="2948092" y="508322"/>
                </a:lnTo>
                <a:lnTo>
                  <a:pt x="2970682" y="529304"/>
                </a:lnTo>
                <a:lnTo>
                  <a:pt x="2970017" y="537659"/>
                </a:lnTo>
                <a:lnTo>
                  <a:pt x="2974763" y="542501"/>
                </a:lnTo>
                <a:lnTo>
                  <a:pt x="2995930" y="551235"/>
                </a:lnTo>
                <a:lnTo>
                  <a:pt x="3016431" y="565572"/>
                </a:lnTo>
                <a:lnTo>
                  <a:pt x="3086385" y="635165"/>
                </a:lnTo>
                <a:lnTo>
                  <a:pt x="3087713" y="649501"/>
                </a:lnTo>
                <a:lnTo>
                  <a:pt x="3076323" y="656716"/>
                </a:lnTo>
                <a:lnTo>
                  <a:pt x="3079266" y="659660"/>
                </a:lnTo>
                <a:lnTo>
                  <a:pt x="3079456" y="674756"/>
                </a:lnTo>
                <a:lnTo>
                  <a:pt x="3120270" y="660799"/>
                </a:lnTo>
                <a:lnTo>
                  <a:pt x="3158616" y="696402"/>
                </a:lnTo>
                <a:lnTo>
                  <a:pt x="3159660" y="704283"/>
                </a:lnTo>
                <a:lnTo>
                  <a:pt x="3138683" y="725835"/>
                </a:lnTo>
                <a:lnTo>
                  <a:pt x="3136500" y="734569"/>
                </a:lnTo>
                <a:lnTo>
                  <a:pt x="3139253" y="738367"/>
                </a:lnTo>
                <a:lnTo>
                  <a:pt x="3149978" y="735993"/>
                </a:lnTo>
                <a:lnTo>
                  <a:pt x="3175511" y="715486"/>
                </a:lnTo>
                <a:lnTo>
                  <a:pt x="3200663" y="737417"/>
                </a:lnTo>
                <a:lnTo>
                  <a:pt x="3203701" y="745488"/>
                </a:lnTo>
                <a:lnTo>
                  <a:pt x="3198196" y="777388"/>
                </a:lnTo>
                <a:lnTo>
                  <a:pt x="3200284" y="788876"/>
                </a:lnTo>
                <a:lnTo>
                  <a:pt x="3208731" y="798181"/>
                </a:lnTo>
                <a:lnTo>
                  <a:pt x="3260745" y="833404"/>
                </a:lnTo>
                <a:lnTo>
                  <a:pt x="3308013" y="844892"/>
                </a:lnTo>
                <a:lnTo>
                  <a:pt x="3344936" y="849070"/>
                </a:lnTo>
                <a:lnTo>
                  <a:pt x="3408055" y="841949"/>
                </a:lnTo>
                <a:lnTo>
                  <a:pt x="3421913" y="856001"/>
                </a:lnTo>
                <a:lnTo>
                  <a:pt x="3434157" y="851443"/>
                </a:lnTo>
                <a:lnTo>
                  <a:pt x="3437004" y="842804"/>
                </a:lnTo>
                <a:lnTo>
                  <a:pt x="3432828" y="831221"/>
                </a:lnTo>
                <a:lnTo>
                  <a:pt x="3450672" y="820112"/>
                </a:lnTo>
                <a:lnTo>
                  <a:pt x="3464435" y="803402"/>
                </a:lnTo>
                <a:lnTo>
                  <a:pt x="3484083" y="792389"/>
                </a:lnTo>
                <a:lnTo>
                  <a:pt x="3494618" y="762008"/>
                </a:lnTo>
                <a:lnTo>
                  <a:pt x="3502117" y="760488"/>
                </a:lnTo>
                <a:lnTo>
                  <a:pt x="3507907" y="750425"/>
                </a:lnTo>
                <a:lnTo>
                  <a:pt x="3520436" y="743779"/>
                </a:lnTo>
                <a:lnTo>
                  <a:pt x="3558212" y="741120"/>
                </a:lnTo>
                <a:lnTo>
                  <a:pt x="3565995" y="735424"/>
                </a:lnTo>
                <a:lnTo>
                  <a:pt x="3562673" y="733905"/>
                </a:lnTo>
                <a:lnTo>
                  <a:pt x="3578239" y="730961"/>
                </a:lnTo>
                <a:lnTo>
                  <a:pt x="3575107" y="733050"/>
                </a:lnTo>
                <a:lnTo>
                  <a:pt x="3582700" y="736183"/>
                </a:lnTo>
                <a:lnTo>
                  <a:pt x="3592097" y="736848"/>
                </a:lnTo>
                <a:lnTo>
                  <a:pt x="3592762" y="733525"/>
                </a:lnTo>
                <a:lnTo>
                  <a:pt x="3628925" y="737133"/>
                </a:lnTo>
                <a:lnTo>
                  <a:pt x="3677142" y="751849"/>
                </a:lnTo>
                <a:lnTo>
                  <a:pt x="3695745" y="753558"/>
                </a:lnTo>
                <a:lnTo>
                  <a:pt x="3734281" y="777008"/>
                </a:lnTo>
                <a:lnTo>
                  <a:pt x="3801007" y="913915"/>
                </a:lnTo>
                <a:lnTo>
                  <a:pt x="3814770" y="923694"/>
                </a:lnTo>
                <a:lnTo>
                  <a:pt x="3826635" y="922175"/>
                </a:lnTo>
                <a:lnTo>
                  <a:pt x="3825116" y="932144"/>
                </a:lnTo>
                <a:lnTo>
                  <a:pt x="3807272" y="932904"/>
                </a:lnTo>
                <a:lnTo>
                  <a:pt x="3796356" y="961197"/>
                </a:lnTo>
                <a:lnTo>
                  <a:pt x="3802146" y="964330"/>
                </a:lnTo>
                <a:lnTo>
                  <a:pt x="3804519" y="958728"/>
                </a:lnTo>
                <a:lnTo>
                  <a:pt x="3838499" y="969552"/>
                </a:lnTo>
                <a:lnTo>
                  <a:pt x="3871720" y="955785"/>
                </a:lnTo>
                <a:lnTo>
                  <a:pt x="4008304" y="1016548"/>
                </a:lnTo>
                <a:lnTo>
                  <a:pt x="4073891" y="1055854"/>
                </a:lnTo>
                <a:lnTo>
                  <a:pt x="4135017" y="1100762"/>
                </a:lnTo>
                <a:lnTo>
                  <a:pt x="4149159" y="1119845"/>
                </a:lnTo>
                <a:lnTo>
                  <a:pt x="4156278" y="1145100"/>
                </a:lnTo>
                <a:lnTo>
                  <a:pt x="4152576" y="1158487"/>
                </a:lnTo>
                <a:lnTo>
                  <a:pt x="4140997" y="1157822"/>
                </a:lnTo>
                <a:lnTo>
                  <a:pt x="4139478" y="1150702"/>
                </a:lnTo>
                <a:lnTo>
                  <a:pt x="4147736" y="1136081"/>
                </a:lnTo>
                <a:lnTo>
                  <a:pt x="4143559" y="1118801"/>
                </a:lnTo>
                <a:lnTo>
                  <a:pt x="4133593" y="1105604"/>
                </a:lnTo>
                <a:lnTo>
                  <a:pt x="4101891" y="1080824"/>
                </a:lnTo>
                <a:lnTo>
                  <a:pt x="4090691" y="1079685"/>
                </a:lnTo>
                <a:lnTo>
                  <a:pt x="4072182" y="1067342"/>
                </a:lnTo>
                <a:lnTo>
                  <a:pt x="4059938" y="1063640"/>
                </a:lnTo>
                <a:lnTo>
                  <a:pt x="4045036" y="1066962"/>
                </a:lnTo>
                <a:lnTo>
                  <a:pt x="4039436" y="1074653"/>
                </a:lnTo>
                <a:lnTo>
                  <a:pt x="4048928" y="1081299"/>
                </a:lnTo>
                <a:lnTo>
                  <a:pt x="4051681" y="1090888"/>
                </a:lnTo>
                <a:lnTo>
                  <a:pt x="3943381" y="1346378"/>
                </a:lnTo>
                <a:lnTo>
                  <a:pt x="3938920" y="1362138"/>
                </a:lnTo>
                <a:lnTo>
                  <a:pt x="3939585" y="1377709"/>
                </a:lnTo>
                <a:lnTo>
                  <a:pt x="3945564" y="1390431"/>
                </a:lnTo>
                <a:lnTo>
                  <a:pt x="4051491" y="1387773"/>
                </a:lnTo>
                <a:lnTo>
                  <a:pt x="4053294" y="1450530"/>
                </a:lnTo>
                <a:lnTo>
                  <a:pt x="4060982" y="1455847"/>
                </a:lnTo>
                <a:lnTo>
                  <a:pt x="4052820" y="1467714"/>
                </a:lnTo>
                <a:lnTo>
                  <a:pt x="4018365" y="1468664"/>
                </a:lnTo>
                <a:lnTo>
                  <a:pt x="4017321" y="1427838"/>
                </a:lnTo>
                <a:lnTo>
                  <a:pt x="3957619" y="1429453"/>
                </a:lnTo>
                <a:lnTo>
                  <a:pt x="3958758" y="1470183"/>
                </a:lnTo>
                <a:lnTo>
                  <a:pt x="3844479" y="1476829"/>
                </a:lnTo>
                <a:lnTo>
                  <a:pt x="3791231" y="1512622"/>
                </a:lnTo>
                <a:lnTo>
                  <a:pt x="3763136" y="1522496"/>
                </a:lnTo>
                <a:lnTo>
                  <a:pt x="3735231" y="1518793"/>
                </a:lnTo>
                <a:lnTo>
                  <a:pt x="3659677" y="1486323"/>
                </a:lnTo>
                <a:lnTo>
                  <a:pt x="3589819" y="1507210"/>
                </a:lnTo>
                <a:lnTo>
                  <a:pt x="3599216" y="1501514"/>
                </a:lnTo>
                <a:lnTo>
                  <a:pt x="3602158" y="1494108"/>
                </a:lnTo>
                <a:lnTo>
                  <a:pt x="3592477" y="1463157"/>
                </a:lnTo>
                <a:lnTo>
                  <a:pt x="3579473" y="1466480"/>
                </a:lnTo>
                <a:lnTo>
                  <a:pt x="3546063" y="1463822"/>
                </a:lnTo>
                <a:lnTo>
                  <a:pt x="3521385" y="1474835"/>
                </a:lnTo>
                <a:lnTo>
                  <a:pt x="3520815" y="1467145"/>
                </a:lnTo>
                <a:lnTo>
                  <a:pt x="3481140" y="1468759"/>
                </a:lnTo>
                <a:lnTo>
                  <a:pt x="3468422" y="1473886"/>
                </a:lnTo>
                <a:lnTo>
                  <a:pt x="3462442" y="1470468"/>
                </a:lnTo>
                <a:lnTo>
                  <a:pt x="3446591" y="1478063"/>
                </a:lnTo>
                <a:lnTo>
                  <a:pt x="3441086" y="1475974"/>
                </a:lnTo>
                <a:lnTo>
                  <a:pt x="3407296" y="1487367"/>
                </a:lnTo>
                <a:lnTo>
                  <a:pt x="3388882" y="1482715"/>
                </a:lnTo>
                <a:lnTo>
                  <a:pt x="3373980" y="1492684"/>
                </a:lnTo>
                <a:lnTo>
                  <a:pt x="3372651" y="1489646"/>
                </a:lnTo>
                <a:lnTo>
                  <a:pt x="3366956" y="1491355"/>
                </a:lnTo>
                <a:lnTo>
                  <a:pt x="3347499" y="1504552"/>
                </a:lnTo>
                <a:lnTo>
                  <a:pt x="3341993" y="1502558"/>
                </a:lnTo>
                <a:lnTo>
                  <a:pt x="3322536" y="1514996"/>
                </a:lnTo>
                <a:lnTo>
                  <a:pt x="3321586" y="1511483"/>
                </a:lnTo>
                <a:lnTo>
                  <a:pt x="3315797" y="1511008"/>
                </a:lnTo>
                <a:lnTo>
                  <a:pt x="3300041" y="1518129"/>
                </a:lnTo>
                <a:lnTo>
                  <a:pt x="3297288" y="1515945"/>
                </a:lnTo>
                <a:lnTo>
                  <a:pt x="3279444" y="1521547"/>
                </a:lnTo>
                <a:lnTo>
                  <a:pt x="3273559" y="1518698"/>
                </a:lnTo>
                <a:lnTo>
                  <a:pt x="3254386" y="1522876"/>
                </a:lnTo>
                <a:lnTo>
                  <a:pt x="3211769" y="1533984"/>
                </a:lnTo>
                <a:lnTo>
                  <a:pt x="3202182" y="1540535"/>
                </a:lnTo>
                <a:lnTo>
                  <a:pt x="3197626" y="1538636"/>
                </a:lnTo>
                <a:lnTo>
                  <a:pt x="3185762" y="1543953"/>
                </a:lnTo>
                <a:lnTo>
                  <a:pt x="3184623" y="1541105"/>
                </a:lnTo>
                <a:lnTo>
                  <a:pt x="3185097" y="1544333"/>
                </a:lnTo>
                <a:lnTo>
                  <a:pt x="3171239" y="1552023"/>
                </a:lnTo>
                <a:lnTo>
                  <a:pt x="3142480" y="1562372"/>
                </a:lnTo>
                <a:lnTo>
                  <a:pt x="3138493" y="1560283"/>
                </a:lnTo>
                <a:lnTo>
                  <a:pt x="3111917" y="1574999"/>
                </a:lnTo>
                <a:lnTo>
                  <a:pt x="3111727" y="1572151"/>
                </a:lnTo>
                <a:lnTo>
                  <a:pt x="3098913" y="1568163"/>
                </a:lnTo>
                <a:lnTo>
                  <a:pt x="3059903" y="1586677"/>
                </a:lnTo>
                <a:lnTo>
                  <a:pt x="3046425" y="1586582"/>
                </a:lnTo>
                <a:lnTo>
                  <a:pt x="3040255" y="1591234"/>
                </a:lnTo>
                <a:lnTo>
                  <a:pt x="3038452" y="1587437"/>
                </a:lnTo>
                <a:lnTo>
                  <a:pt x="3032567" y="1587247"/>
                </a:lnTo>
                <a:lnTo>
                  <a:pt x="3019943" y="1594652"/>
                </a:lnTo>
                <a:lnTo>
                  <a:pt x="3014248" y="1590950"/>
                </a:lnTo>
                <a:lnTo>
                  <a:pt x="2981028" y="1604052"/>
                </a:lnTo>
                <a:lnTo>
                  <a:pt x="2959387" y="1604241"/>
                </a:lnTo>
                <a:lnTo>
                  <a:pt x="2906234" y="1629211"/>
                </a:lnTo>
                <a:lnTo>
                  <a:pt x="2845013" y="1642978"/>
                </a:lnTo>
                <a:lnTo>
                  <a:pt x="2781894" y="1664625"/>
                </a:lnTo>
                <a:lnTo>
                  <a:pt x="2752470" y="1677632"/>
                </a:lnTo>
                <a:lnTo>
                  <a:pt x="2744497" y="1685702"/>
                </a:lnTo>
                <a:lnTo>
                  <a:pt x="2737663" y="1681714"/>
                </a:lnTo>
                <a:lnTo>
                  <a:pt x="2730070" y="1682664"/>
                </a:lnTo>
                <a:lnTo>
                  <a:pt x="2699317" y="1712571"/>
                </a:lnTo>
                <a:lnTo>
                  <a:pt x="2686029" y="1708583"/>
                </a:lnTo>
                <a:lnTo>
                  <a:pt x="2654801" y="1737541"/>
                </a:lnTo>
                <a:lnTo>
                  <a:pt x="2648062" y="1734313"/>
                </a:lnTo>
                <a:lnTo>
                  <a:pt x="2640184" y="1736686"/>
                </a:lnTo>
                <a:lnTo>
                  <a:pt x="2606109" y="1774378"/>
                </a:lnTo>
                <a:lnTo>
                  <a:pt x="2565011" y="1803715"/>
                </a:lnTo>
                <a:lnTo>
                  <a:pt x="2578963" y="1801532"/>
                </a:lnTo>
                <a:lnTo>
                  <a:pt x="2579723" y="1805709"/>
                </a:lnTo>
                <a:lnTo>
                  <a:pt x="2566719" y="1805899"/>
                </a:lnTo>
                <a:lnTo>
                  <a:pt x="2544224" y="1790423"/>
                </a:lnTo>
                <a:lnTo>
                  <a:pt x="2522299" y="1806564"/>
                </a:lnTo>
                <a:lnTo>
                  <a:pt x="2523438" y="1811216"/>
                </a:lnTo>
                <a:lnTo>
                  <a:pt x="2526095" y="1809507"/>
                </a:lnTo>
                <a:lnTo>
                  <a:pt x="2523532" y="1811406"/>
                </a:lnTo>
                <a:lnTo>
                  <a:pt x="2528658" y="1825457"/>
                </a:lnTo>
                <a:lnTo>
                  <a:pt x="2523722" y="1841882"/>
                </a:lnTo>
                <a:lnTo>
                  <a:pt x="2413430" y="1927140"/>
                </a:lnTo>
                <a:lnTo>
                  <a:pt x="2430135" y="1950401"/>
                </a:lnTo>
                <a:lnTo>
                  <a:pt x="2421782" y="1956478"/>
                </a:lnTo>
                <a:lnTo>
                  <a:pt x="2405172" y="1933217"/>
                </a:lnTo>
                <a:lnTo>
                  <a:pt x="2387043" y="1945654"/>
                </a:lnTo>
                <a:lnTo>
                  <a:pt x="2374419" y="1947553"/>
                </a:lnTo>
                <a:lnTo>
                  <a:pt x="2363219" y="1943091"/>
                </a:lnTo>
                <a:lnTo>
                  <a:pt x="2343572" y="1924102"/>
                </a:lnTo>
                <a:lnTo>
                  <a:pt x="2333700" y="1924102"/>
                </a:lnTo>
                <a:lnTo>
                  <a:pt x="2335883" y="1967206"/>
                </a:lnTo>
                <a:lnTo>
                  <a:pt x="2325158" y="1972238"/>
                </a:lnTo>
                <a:lnTo>
                  <a:pt x="2338446" y="1987239"/>
                </a:lnTo>
                <a:lnTo>
                  <a:pt x="2330758" y="1994170"/>
                </a:lnTo>
                <a:lnTo>
                  <a:pt x="2277985" y="1936160"/>
                </a:lnTo>
                <a:lnTo>
                  <a:pt x="2264507" y="1948503"/>
                </a:lnTo>
                <a:lnTo>
                  <a:pt x="2287761" y="1978030"/>
                </a:lnTo>
                <a:lnTo>
                  <a:pt x="2280263" y="1986479"/>
                </a:lnTo>
                <a:lnTo>
                  <a:pt x="2218662" y="1928755"/>
                </a:lnTo>
                <a:lnTo>
                  <a:pt x="2148709" y="1930748"/>
                </a:lnTo>
                <a:lnTo>
                  <a:pt x="2073156" y="1971858"/>
                </a:lnTo>
                <a:lnTo>
                  <a:pt x="2075908" y="1999297"/>
                </a:lnTo>
                <a:lnTo>
                  <a:pt x="2132953" y="1966637"/>
                </a:lnTo>
                <a:lnTo>
                  <a:pt x="2186770" y="1964548"/>
                </a:lnTo>
                <a:lnTo>
                  <a:pt x="2247422" y="2021418"/>
                </a:lnTo>
                <a:lnTo>
                  <a:pt x="2189333" y="2050376"/>
                </a:lnTo>
                <a:lnTo>
                  <a:pt x="2140926" y="2035090"/>
                </a:lnTo>
                <a:lnTo>
                  <a:pt x="2147001" y="2028064"/>
                </a:lnTo>
                <a:lnTo>
                  <a:pt x="2141685" y="2026450"/>
                </a:lnTo>
                <a:lnTo>
                  <a:pt x="2140831" y="2029109"/>
                </a:lnTo>
                <a:lnTo>
                  <a:pt x="2140641" y="2026070"/>
                </a:lnTo>
                <a:lnTo>
                  <a:pt x="2139692" y="2028729"/>
                </a:lnTo>
                <a:lnTo>
                  <a:pt x="2139028" y="2025406"/>
                </a:lnTo>
                <a:lnTo>
                  <a:pt x="2133712" y="2031957"/>
                </a:lnTo>
                <a:lnTo>
                  <a:pt x="2116627" y="2028349"/>
                </a:lnTo>
                <a:lnTo>
                  <a:pt x="2114160" y="2032716"/>
                </a:lnTo>
                <a:lnTo>
                  <a:pt x="2108370" y="2030343"/>
                </a:lnTo>
                <a:lnTo>
                  <a:pt x="2115204" y="2031387"/>
                </a:lnTo>
                <a:lnTo>
                  <a:pt x="2116438" y="2028159"/>
                </a:lnTo>
                <a:lnTo>
                  <a:pt x="2092709" y="2020659"/>
                </a:lnTo>
                <a:lnTo>
                  <a:pt x="2072207" y="1999582"/>
                </a:lnTo>
                <a:lnTo>
                  <a:pt x="2072112" y="2035755"/>
                </a:lnTo>
                <a:lnTo>
                  <a:pt x="2076003" y="2039457"/>
                </a:lnTo>
                <a:lnTo>
                  <a:pt x="2083597" y="2046008"/>
                </a:lnTo>
                <a:lnTo>
                  <a:pt x="2102770" y="2052085"/>
                </a:lnTo>
                <a:lnTo>
                  <a:pt x="2155163" y="2052654"/>
                </a:lnTo>
                <a:lnTo>
                  <a:pt x="2176045" y="2065092"/>
                </a:lnTo>
                <a:lnTo>
                  <a:pt x="2196832" y="2065756"/>
                </a:lnTo>
                <a:lnTo>
                  <a:pt x="2208221" y="2057306"/>
                </a:lnTo>
                <a:lnTo>
                  <a:pt x="2227489" y="2062623"/>
                </a:lnTo>
                <a:lnTo>
                  <a:pt x="2238974" y="2061104"/>
                </a:lnTo>
                <a:lnTo>
                  <a:pt x="2241252" y="2073542"/>
                </a:lnTo>
                <a:lnTo>
                  <a:pt x="2245429" y="2075156"/>
                </a:lnTo>
                <a:lnTo>
                  <a:pt x="2281686" y="2065282"/>
                </a:lnTo>
                <a:lnTo>
                  <a:pt x="2303802" y="2076010"/>
                </a:lnTo>
                <a:lnTo>
                  <a:pt x="2300385" y="2088543"/>
                </a:lnTo>
                <a:lnTo>
                  <a:pt x="2263747" y="2143134"/>
                </a:lnTo>
                <a:lnTo>
                  <a:pt x="2221320" y="2186903"/>
                </a:lnTo>
                <a:lnTo>
                  <a:pt x="2198445" y="2202663"/>
                </a:lnTo>
                <a:lnTo>
                  <a:pt x="2189808" y="2204372"/>
                </a:lnTo>
                <a:lnTo>
                  <a:pt x="2196357" y="2198676"/>
                </a:lnTo>
                <a:lnTo>
                  <a:pt x="2192750" y="2196492"/>
                </a:lnTo>
                <a:lnTo>
                  <a:pt x="2175380" y="2200669"/>
                </a:lnTo>
                <a:lnTo>
                  <a:pt x="2158485" y="2211778"/>
                </a:lnTo>
                <a:lnTo>
                  <a:pt x="2143868" y="2205606"/>
                </a:lnTo>
                <a:lnTo>
                  <a:pt x="2131719" y="2193834"/>
                </a:lnTo>
                <a:lnTo>
                  <a:pt x="2127068" y="2194593"/>
                </a:lnTo>
                <a:lnTo>
                  <a:pt x="2126973" y="2190131"/>
                </a:lnTo>
                <a:lnTo>
                  <a:pt x="2132384" y="2191270"/>
                </a:lnTo>
                <a:lnTo>
                  <a:pt x="2132004" y="2184529"/>
                </a:lnTo>
                <a:lnTo>
                  <a:pt x="2128302" y="2179307"/>
                </a:lnTo>
                <a:lnTo>
                  <a:pt x="2120614" y="2177409"/>
                </a:lnTo>
                <a:lnTo>
                  <a:pt x="2114824" y="2166110"/>
                </a:lnTo>
                <a:lnTo>
                  <a:pt x="2103909" y="2164591"/>
                </a:lnTo>
                <a:lnTo>
                  <a:pt x="2101346" y="2167630"/>
                </a:lnTo>
                <a:lnTo>
                  <a:pt x="2105332" y="2170288"/>
                </a:lnTo>
                <a:lnTo>
                  <a:pt x="2101915" y="2172851"/>
                </a:lnTo>
                <a:lnTo>
                  <a:pt x="2067271" y="2135539"/>
                </a:lnTo>
                <a:lnTo>
                  <a:pt x="2065373" y="2128988"/>
                </a:lnTo>
                <a:lnTo>
                  <a:pt x="2070214" y="2132026"/>
                </a:lnTo>
                <a:lnTo>
                  <a:pt x="2072776" y="2126330"/>
                </a:lnTo>
                <a:lnTo>
                  <a:pt x="2069644" y="2118639"/>
                </a:lnTo>
                <a:lnTo>
                  <a:pt x="2057874" y="2114177"/>
                </a:lnTo>
                <a:lnTo>
                  <a:pt x="2043732" y="2098606"/>
                </a:lnTo>
                <a:lnTo>
                  <a:pt x="2034335" y="2099841"/>
                </a:lnTo>
                <a:lnTo>
                  <a:pt x="2038606" y="2103733"/>
                </a:lnTo>
                <a:lnTo>
                  <a:pt x="2032817" y="2107436"/>
                </a:lnTo>
                <a:lnTo>
                  <a:pt x="2012125" y="2095948"/>
                </a:lnTo>
                <a:lnTo>
                  <a:pt x="2006240" y="2087023"/>
                </a:lnTo>
                <a:lnTo>
                  <a:pt x="1996464" y="2083226"/>
                </a:lnTo>
                <a:lnTo>
                  <a:pt x="1998837" y="2080757"/>
                </a:lnTo>
                <a:lnTo>
                  <a:pt x="1994565" y="2074016"/>
                </a:lnTo>
                <a:lnTo>
                  <a:pt x="1985169" y="2071453"/>
                </a:lnTo>
                <a:lnTo>
                  <a:pt x="1980708" y="2062433"/>
                </a:lnTo>
                <a:lnTo>
                  <a:pt x="1971881" y="2059680"/>
                </a:lnTo>
                <a:lnTo>
                  <a:pt x="1968179" y="2051515"/>
                </a:lnTo>
                <a:lnTo>
                  <a:pt x="1957928" y="2047432"/>
                </a:lnTo>
                <a:lnTo>
                  <a:pt x="1949101" y="2037748"/>
                </a:lnTo>
                <a:lnTo>
                  <a:pt x="1938945" y="2037274"/>
                </a:lnTo>
                <a:lnTo>
                  <a:pt x="1942741" y="2044584"/>
                </a:lnTo>
                <a:lnTo>
                  <a:pt x="1947962" y="2046198"/>
                </a:lnTo>
                <a:lnTo>
                  <a:pt x="1943690" y="2050471"/>
                </a:lnTo>
                <a:lnTo>
                  <a:pt x="1927555" y="2025786"/>
                </a:lnTo>
                <a:lnTo>
                  <a:pt x="1907907" y="2006702"/>
                </a:lnTo>
                <a:lnTo>
                  <a:pt x="1908097" y="2002715"/>
                </a:lnTo>
                <a:lnTo>
                  <a:pt x="1927365" y="2000626"/>
                </a:lnTo>
                <a:lnTo>
                  <a:pt x="1962769" y="2010310"/>
                </a:lnTo>
                <a:lnTo>
                  <a:pt x="1984125" y="2012209"/>
                </a:lnTo>
                <a:lnTo>
                  <a:pt x="1998362" y="2003189"/>
                </a:lnTo>
                <a:lnTo>
                  <a:pt x="2014023" y="2000911"/>
                </a:lnTo>
                <a:lnTo>
                  <a:pt x="2029874" y="2007367"/>
                </a:lnTo>
                <a:lnTo>
                  <a:pt x="2031583" y="2011639"/>
                </a:lnTo>
                <a:lnTo>
                  <a:pt x="2031962" y="2008031"/>
                </a:lnTo>
                <a:lnTo>
                  <a:pt x="2033576" y="2010785"/>
                </a:lnTo>
                <a:lnTo>
                  <a:pt x="2035190" y="2008601"/>
                </a:lnTo>
                <a:lnTo>
                  <a:pt x="2045346" y="2022463"/>
                </a:lnTo>
                <a:lnTo>
                  <a:pt x="2046295" y="2016386"/>
                </a:lnTo>
                <a:lnTo>
                  <a:pt x="2062715" y="2023697"/>
                </a:lnTo>
                <a:lnTo>
                  <a:pt x="2065752" y="2007936"/>
                </a:lnTo>
                <a:lnTo>
                  <a:pt x="2064898" y="1971953"/>
                </a:lnTo>
                <a:lnTo>
                  <a:pt x="2033196" y="1971763"/>
                </a:lnTo>
                <a:lnTo>
                  <a:pt x="2032722" y="1982587"/>
                </a:lnTo>
                <a:lnTo>
                  <a:pt x="2015637" y="1982492"/>
                </a:lnTo>
                <a:lnTo>
                  <a:pt x="2030539" y="1980498"/>
                </a:lnTo>
                <a:lnTo>
                  <a:pt x="2029969" y="1970339"/>
                </a:lnTo>
                <a:lnTo>
                  <a:pt x="1993806" y="1964643"/>
                </a:lnTo>
                <a:lnTo>
                  <a:pt x="1987067" y="1959231"/>
                </a:lnTo>
                <a:lnTo>
                  <a:pt x="1968653" y="1967586"/>
                </a:lnTo>
                <a:lnTo>
                  <a:pt x="1971501" y="1972808"/>
                </a:lnTo>
                <a:lnTo>
                  <a:pt x="1951568" y="1976605"/>
                </a:lnTo>
                <a:lnTo>
                  <a:pt x="1950524" y="1973093"/>
                </a:lnTo>
                <a:lnTo>
                  <a:pt x="1943026" y="1971668"/>
                </a:lnTo>
                <a:lnTo>
                  <a:pt x="1941792" y="1966162"/>
                </a:lnTo>
                <a:lnTo>
                  <a:pt x="1949385" y="1962554"/>
                </a:lnTo>
                <a:lnTo>
                  <a:pt x="1954036" y="1954959"/>
                </a:lnTo>
                <a:lnTo>
                  <a:pt x="1959541" y="1954959"/>
                </a:lnTo>
                <a:lnTo>
                  <a:pt x="1962579" y="1960750"/>
                </a:lnTo>
                <a:lnTo>
                  <a:pt x="1967040" y="1959136"/>
                </a:lnTo>
                <a:lnTo>
                  <a:pt x="1967799" y="1966257"/>
                </a:lnTo>
                <a:lnTo>
                  <a:pt x="1986023" y="1958282"/>
                </a:lnTo>
                <a:lnTo>
                  <a:pt x="1966091" y="1940337"/>
                </a:lnTo>
                <a:lnTo>
                  <a:pt x="1953752" y="1939958"/>
                </a:lnTo>
                <a:lnTo>
                  <a:pt x="1940938" y="1953724"/>
                </a:lnTo>
                <a:lnTo>
                  <a:pt x="1925751" y="1953629"/>
                </a:lnTo>
                <a:lnTo>
                  <a:pt x="1912748" y="1945274"/>
                </a:lnTo>
                <a:lnTo>
                  <a:pt x="1903826" y="1953534"/>
                </a:lnTo>
                <a:lnTo>
                  <a:pt x="1906199" y="1956573"/>
                </a:lnTo>
                <a:lnTo>
                  <a:pt x="1897751" y="1967111"/>
                </a:lnTo>
                <a:lnTo>
                  <a:pt x="1895283" y="1965592"/>
                </a:lnTo>
                <a:lnTo>
                  <a:pt x="1893005" y="1979264"/>
                </a:lnTo>
                <a:lnTo>
                  <a:pt x="1853710" y="1945180"/>
                </a:lnTo>
                <a:lnTo>
                  <a:pt x="1856558" y="1939863"/>
                </a:lnTo>
                <a:lnTo>
                  <a:pt x="1836720" y="1923248"/>
                </a:lnTo>
                <a:lnTo>
                  <a:pt x="1828178" y="1938154"/>
                </a:lnTo>
                <a:lnTo>
                  <a:pt x="1787174" y="1913659"/>
                </a:lnTo>
                <a:lnTo>
                  <a:pt x="1706685" y="2048477"/>
                </a:lnTo>
                <a:lnTo>
                  <a:pt x="1640813" y="2008886"/>
                </a:lnTo>
                <a:lnTo>
                  <a:pt x="1717316" y="1879669"/>
                </a:lnTo>
                <a:lnTo>
                  <a:pt x="1624678" y="1823843"/>
                </a:lnTo>
                <a:lnTo>
                  <a:pt x="1565830" y="1922868"/>
                </a:lnTo>
                <a:lnTo>
                  <a:pt x="1371916" y="1806564"/>
                </a:lnTo>
                <a:lnTo>
                  <a:pt x="1398208" y="1761181"/>
                </a:lnTo>
                <a:lnTo>
                  <a:pt x="1431239" y="1755675"/>
                </a:lnTo>
                <a:lnTo>
                  <a:pt x="1551213" y="1827261"/>
                </a:lnTo>
                <a:lnTo>
                  <a:pt x="1581206" y="1776562"/>
                </a:lnTo>
                <a:lnTo>
                  <a:pt x="1471483" y="1710577"/>
                </a:lnTo>
                <a:lnTo>
                  <a:pt x="1493599" y="1673929"/>
                </a:lnTo>
                <a:lnTo>
                  <a:pt x="1450981" y="1628072"/>
                </a:lnTo>
                <a:lnTo>
                  <a:pt x="1420513" y="1648674"/>
                </a:lnTo>
                <a:lnTo>
                  <a:pt x="1360906" y="1654561"/>
                </a:lnTo>
                <a:lnTo>
                  <a:pt x="1314112" y="1639845"/>
                </a:lnTo>
                <a:lnTo>
                  <a:pt x="1311645" y="1629971"/>
                </a:lnTo>
                <a:lnTo>
                  <a:pt x="1320567" y="1612976"/>
                </a:lnTo>
                <a:lnTo>
                  <a:pt x="1307278" y="1608799"/>
                </a:lnTo>
                <a:lnTo>
                  <a:pt x="1282885" y="1632629"/>
                </a:lnTo>
                <a:lnTo>
                  <a:pt x="1176484" y="1605855"/>
                </a:lnTo>
                <a:lnTo>
                  <a:pt x="1157121" y="1618768"/>
                </a:lnTo>
                <a:lnTo>
                  <a:pt x="1108714" y="1595127"/>
                </a:lnTo>
                <a:lnTo>
                  <a:pt x="1045500" y="1541390"/>
                </a:lnTo>
                <a:lnTo>
                  <a:pt x="1010856" y="1541200"/>
                </a:lnTo>
                <a:lnTo>
                  <a:pt x="1014937" y="1559903"/>
                </a:lnTo>
                <a:lnTo>
                  <a:pt x="1040849" y="1565315"/>
                </a:lnTo>
                <a:lnTo>
                  <a:pt x="1093622" y="1610128"/>
                </a:lnTo>
                <a:lnTo>
                  <a:pt x="1088687" y="1623135"/>
                </a:lnTo>
                <a:lnTo>
                  <a:pt x="1110802" y="1624464"/>
                </a:lnTo>
                <a:lnTo>
                  <a:pt x="1007818" y="1625034"/>
                </a:lnTo>
                <a:lnTo>
                  <a:pt x="1007154" y="1687126"/>
                </a:lnTo>
                <a:lnTo>
                  <a:pt x="1011900" y="1698804"/>
                </a:lnTo>
                <a:lnTo>
                  <a:pt x="1060402" y="1709912"/>
                </a:lnTo>
                <a:lnTo>
                  <a:pt x="1067426" y="1697380"/>
                </a:lnTo>
                <a:lnTo>
                  <a:pt x="1082897" y="1702317"/>
                </a:lnTo>
                <a:lnTo>
                  <a:pt x="1074165" y="1716368"/>
                </a:lnTo>
                <a:lnTo>
                  <a:pt x="1086789" y="1705450"/>
                </a:lnTo>
                <a:lnTo>
                  <a:pt x="1094382" y="1703551"/>
                </a:lnTo>
                <a:lnTo>
                  <a:pt x="1127792" y="1720071"/>
                </a:lnTo>
                <a:lnTo>
                  <a:pt x="1140891" y="1742572"/>
                </a:lnTo>
                <a:lnTo>
                  <a:pt x="1146206" y="1771625"/>
                </a:lnTo>
                <a:lnTo>
                  <a:pt x="1172118" y="1802196"/>
                </a:lnTo>
                <a:lnTo>
                  <a:pt x="1175725" y="1804950"/>
                </a:lnTo>
                <a:lnTo>
                  <a:pt x="1183223" y="1802291"/>
                </a:lnTo>
                <a:lnTo>
                  <a:pt x="1182844" y="1805994"/>
                </a:lnTo>
                <a:lnTo>
                  <a:pt x="1188254" y="1807513"/>
                </a:lnTo>
                <a:lnTo>
                  <a:pt x="1188159" y="1817482"/>
                </a:lnTo>
                <a:lnTo>
                  <a:pt x="1194898" y="1813779"/>
                </a:lnTo>
                <a:lnTo>
                  <a:pt x="1198315" y="1823938"/>
                </a:lnTo>
                <a:lnTo>
                  <a:pt x="1235427" y="1829825"/>
                </a:lnTo>
                <a:lnTo>
                  <a:pt x="1275102" y="1870080"/>
                </a:lnTo>
                <a:lnTo>
                  <a:pt x="1275956" y="1876726"/>
                </a:lnTo>
                <a:lnTo>
                  <a:pt x="1260959" y="1892297"/>
                </a:lnTo>
                <a:lnTo>
                  <a:pt x="1247671" y="1900272"/>
                </a:lnTo>
                <a:lnTo>
                  <a:pt x="1224986" y="1905114"/>
                </a:lnTo>
                <a:lnTo>
                  <a:pt x="1206857" y="1913469"/>
                </a:lnTo>
                <a:lnTo>
                  <a:pt x="1195088" y="1902361"/>
                </a:lnTo>
                <a:lnTo>
                  <a:pt x="1176959" y="1901221"/>
                </a:lnTo>
                <a:lnTo>
                  <a:pt x="1143453" y="1890303"/>
                </a:lnTo>
                <a:lnTo>
                  <a:pt x="1118680" y="1913184"/>
                </a:lnTo>
                <a:lnTo>
                  <a:pt x="1124660" y="1915083"/>
                </a:lnTo>
                <a:lnTo>
                  <a:pt x="1144213" y="1897044"/>
                </a:lnTo>
                <a:lnTo>
                  <a:pt x="1150857" y="1897329"/>
                </a:lnTo>
                <a:lnTo>
                  <a:pt x="1191766" y="1906633"/>
                </a:lnTo>
                <a:lnTo>
                  <a:pt x="1207522" y="1921919"/>
                </a:lnTo>
                <a:lnTo>
                  <a:pt x="1209420" y="1929704"/>
                </a:lnTo>
                <a:lnTo>
                  <a:pt x="1190627" y="1969675"/>
                </a:lnTo>
                <a:lnTo>
                  <a:pt x="1173257" y="1982967"/>
                </a:lnTo>
                <a:lnTo>
                  <a:pt x="1108619" y="2010975"/>
                </a:lnTo>
                <a:lnTo>
                  <a:pt x="1063534" y="1972903"/>
                </a:lnTo>
                <a:lnTo>
                  <a:pt x="997567" y="1937109"/>
                </a:lnTo>
                <a:lnTo>
                  <a:pt x="996618" y="1923058"/>
                </a:lnTo>
                <a:lnTo>
                  <a:pt x="991778" y="1912994"/>
                </a:lnTo>
                <a:lnTo>
                  <a:pt x="978015" y="1935116"/>
                </a:lnTo>
                <a:lnTo>
                  <a:pt x="953147" y="1921824"/>
                </a:lnTo>
                <a:lnTo>
                  <a:pt x="940713" y="1948028"/>
                </a:lnTo>
                <a:lnTo>
                  <a:pt x="1026327" y="1999012"/>
                </a:lnTo>
                <a:lnTo>
                  <a:pt x="1028700" y="2010405"/>
                </a:lnTo>
                <a:lnTo>
                  <a:pt x="953242" y="2053034"/>
                </a:lnTo>
                <a:lnTo>
                  <a:pt x="839248" y="2093574"/>
                </a:lnTo>
                <a:lnTo>
                  <a:pt x="804034" y="1968915"/>
                </a:lnTo>
                <a:lnTo>
                  <a:pt x="752399" y="1921349"/>
                </a:lnTo>
                <a:lnTo>
                  <a:pt x="706460" y="1972048"/>
                </a:lnTo>
                <a:lnTo>
                  <a:pt x="761321" y="2022653"/>
                </a:lnTo>
                <a:lnTo>
                  <a:pt x="803749" y="2171997"/>
                </a:lnTo>
                <a:lnTo>
                  <a:pt x="803844" y="2190701"/>
                </a:lnTo>
                <a:lnTo>
                  <a:pt x="797959" y="2203043"/>
                </a:lnTo>
                <a:lnTo>
                  <a:pt x="779640" y="2222411"/>
                </a:lnTo>
                <a:lnTo>
                  <a:pt x="771383" y="2213961"/>
                </a:lnTo>
                <a:lnTo>
                  <a:pt x="729809" y="2258489"/>
                </a:lnTo>
                <a:lnTo>
                  <a:pt x="733986" y="2268174"/>
                </a:lnTo>
                <a:lnTo>
                  <a:pt x="652168" y="2350963"/>
                </a:lnTo>
                <a:lnTo>
                  <a:pt x="642582" y="2355995"/>
                </a:lnTo>
                <a:lnTo>
                  <a:pt x="631856" y="2354571"/>
                </a:lnTo>
                <a:lnTo>
                  <a:pt x="623883" y="2347261"/>
                </a:lnTo>
                <a:lnTo>
                  <a:pt x="608412" y="2314790"/>
                </a:lnTo>
                <a:lnTo>
                  <a:pt x="607083" y="2301308"/>
                </a:lnTo>
                <a:lnTo>
                  <a:pt x="610025" y="2301783"/>
                </a:lnTo>
                <a:lnTo>
                  <a:pt x="611734" y="2313461"/>
                </a:lnTo>
                <a:lnTo>
                  <a:pt x="627015" y="2345457"/>
                </a:lnTo>
                <a:lnTo>
                  <a:pt x="630812" y="2346881"/>
                </a:lnTo>
                <a:lnTo>
                  <a:pt x="667450" y="2310993"/>
                </a:lnTo>
                <a:lnTo>
                  <a:pt x="669348" y="2298175"/>
                </a:lnTo>
                <a:lnTo>
                  <a:pt x="653402" y="2264471"/>
                </a:lnTo>
                <a:lnTo>
                  <a:pt x="646853" y="2259914"/>
                </a:lnTo>
                <a:lnTo>
                  <a:pt x="637931" y="2243299"/>
                </a:lnTo>
                <a:lnTo>
                  <a:pt x="598920" y="2239786"/>
                </a:lnTo>
                <a:lnTo>
                  <a:pt x="563327" y="2165921"/>
                </a:lnTo>
                <a:lnTo>
                  <a:pt x="544059" y="2143704"/>
                </a:lnTo>
                <a:lnTo>
                  <a:pt x="455882" y="1925052"/>
                </a:lnTo>
                <a:lnTo>
                  <a:pt x="455882" y="1878530"/>
                </a:lnTo>
                <a:lnTo>
                  <a:pt x="503624" y="1841123"/>
                </a:lnTo>
                <a:lnTo>
                  <a:pt x="522987" y="1868181"/>
                </a:lnTo>
                <a:lnTo>
                  <a:pt x="674853" y="1761751"/>
                </a:lnTo>
                <a:lnTo>
                  <a:pt x="739016" y="1723299"/>
                </a:lnTo>
                <a:lnTo>
                  <a:pt x="787328" y="1708488"/>
                </a:lnTo>
                <a:lnTo>
                  <a:pt x="826244" y="1709722"/>
                </a:lnTo>
                <a:lnTo>
                  <a:pt x="860414" y="1704690"/>
                </a:lnTo>
                <a:lnTo>
                  <a:pt x="865729" y="1710672"/>
                </a:lnTo>
                <a:lnTo>
                  <a:pt x="815708" y="1765643"/>
                </a:lnTo>
                <a:lnTo>
                  <a:pt x="809824" y="1786911"/>
                </a:lnTo>
                <a:lnTo>
                  <a:pt x="773850" y="1822039"/>
                </a:lnTo>
                <a:lnTo>
                  <a:pt x="745376" y="1844161"/>
                </a:lnTo>
                <a:lnTo>
                  <a:pt x="781728" y="1880049"/>
                </a:lnTo>
                <a:lnTo>
                  <a:pt x="819980" y="1839034"/>
                </a:lnTo>
                <a:lnTo>
                  <a:pt x="832129" y="1849193"/>
                </a:lnTo>
                <a:lnTo>
                  <a:pt x="845892" y="1840553"/>
                </a:lnTo>
                <a:lnTo>
                  <a:pt x="854434" y="1840268"/>
                </a:lnTo>
                <a:lnTo>
                  <a:pt x="851207" y="1833717"/>
                </a:lnTo>
                <a:lnTo>
                  <a:pt x="856143" y="1833432"/>
                </a:lnTo>
                <a:lnTo>
                  <a:pt x="857092" y="1837420"/>
                </a:lnTo>
                <a:lnTo>
                  <a:pt x="862787" y="1835046"/>
                </a:lnTo>
                <a:lnTo>
                  <a:pt x="853105" y="1819286"/>
                </a:lnTo>
                <a:lnTo>
                  <a:pt x="860224" y="1802576"/>
                </a:lnTo>
                <a:lnTo>
                  <a:pt x="854434" y="1797924"/>
                </a:lnTo>
                <a:lnTo>
                  <a:pt x="875790" y="1777511"/>
                </a:lnTo>
                <a:lnTo>
                  <a:pt x="933309" y="1707824"/>
                </a:lnTo>
                <a:lnTo>
                  <a:pt x="945364" y="1706494"/>
                </a:lnTo>
                <a:lnTo>
                  <a:pt x="947072" y="1698234"/>
                </a:lnTo>
                <a:lnTo>
                  <a:pt x="955899" y="1692918"/>
                </a:lnTo>
                <a:lnTo>
                  <a:pt x="975737" y="1690449"/>
                </a:lnTo>
                <a:lnTo>
                  <a:pt x="1007534" y="1701083"/>
                </a:lnTo>
                <a:lnTo>
                  <a:pt x="1002218" y="1686272"/>
                </a:lnTo>
                <a:lnTo>
                  <a:pt x="1003547" y="1555156"/>
                </a:lnTo>
                <a:lnTo>
                  <a:pt x="997662" y="1541485"/>
                </a:lnTo>
                <a:lnTo>
                  <a:pt x="988361" y="1547751"/>
                </a:lnTo>
                <a:lnTo>
                  <a:pt x="974693" y="1548985"/>
                </a:lnTo>
                <a:lnTo>
                  <a:pt x="975452" y="1570157"/>
                </a:lnTo>
                <a:lnTo>
                  <a:pt x="969282" y="1575189"/>
                </a:lnTo>
                <a:lnTo>
                  <a:pt x="964727" y="1593798"/>
                </a:lnTo>
                <a:lnTo>
                  <a:pt x="968618" y="1593608"/>
                </a:lnTo>
                <a:lnTo>
                  <a:pt x="968903" y="1601773"/>
                </a:lnTo>
                <a:lnTo>
                  <a:pt x="917933" y="1603862"/>
                </a:lnTo>
                <a:lnTo>
                  <a:pt x="916984" y="1583259"/>
                </a:lnTo>
                <a:lnTo>
                  <a:pt x="888604" y="1573670"/>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8D3942EB-FAD9-473A-AB03-A36E80472A50}"/>
              </a:ext>
            </a:extLst>
          </p:cNvPr>
          <p:cNvSpPr>
            <a:spLocks xmlns:a="http://schemas.openxmlformats.org/drawingml/2006/main" noGrp="1"/>
          </p:cNvSpPr>
          <p:nvPr/>
        </p:nvSpPr>
        <p:spPr>
          <a:xfrm xmlns:a="http://schemas.openxmlformats.org/drawingml/2006/main">
            <a:off x="6633518" y="2703031"/>
            <a:ext cx="520102" cy="194135"/>
          </a:xfrm>
          <a:custGeom xmlns:a="http://schemas.openxmlformats.org/drawingml/2006/main">
            <a:pathLst>
              <a:path w="728481" h="271915">
                <a:moveTo>
                  <a:pt x="15756" y="80036"/>
                </a:moveTo>
                <a:lnTo>
                  <a:pt x="17749" y="75194"/>
                </a:lnTo>
                <a:lnTo>
                  <a:pt x="11485" y="70732"/>
                </a:lnTo>
                <a:lnTo>
                  <a:pt x="10346" y="59529"/>
                </a:lnTo>
                <a:lnTo>
                  <a:pt x="0" y="54307"/>
                </a:lnTo>
                <a:lnTo>
                  <a:pt x="2563" y="43768"/>
                </a:lnTo>
                <a:lnTo>
                  <a:pt x="95" y="42249"/>
                </a:lnTo>
                <a:lnTo>
                  <a:pt x="26482" y="35793"/>
                </a:lnTo>
                <a:lnTo>
                  <a:pt x="38821" y="19273"/>
                </a:lnTo>
                <a:lnTo>
                  <a:pt x="57045" y="13767"/>
                </a:lnTo>
                <a:lnTo>
                  <a:pt x="69479" y="0"/>
                </a:lnTo>
                <a:lnTo>
                  <a:pt x="113140" y="15096"/>
                </a:lnTo>
                <a:lnTo>
                  <a:pt x="157086" y="35698"/>
                </a:lnTo>
                <a:lnTo>
                  <a:pt x="183852" y="40161"/>
                </a:lnTo>
                <a:lnTo>
                  <a:pt x="205968" y="51933"/>
                </a:lnTo>
                <a:lnTo>
                  <a:pt x="215270" y="61713"/>
                </a:lnTo>
                <a:lnTo>
                  <a:pt x="218971" y="73485"/>
                </a:lnTo>
                <a:lnTo>
                  <a:pt x="255419" y="89436"/>
                </a:lnTo>
                <a:lnTo>
                  <a:pt x="257792" y="84499"/>
                </a:lnTo>
                <a:lnTo>
                  <a:pt x="274877" y="85638"/>
                </a:lnTo>
                <a:lnTo>
                  <a:pt x="281521" y="98740"/>
                </a:lnTo>
                <a:lnTo>
                  <a:pt x="311419" y="96556"/>
                </a:lnTo>
                <a:lnTo>
                  <a:pt x="332301" y="99120"/>
                </a:lnTo>
                <a:lnTo>
                  <a:pt x="357264" y="89815"/>
                </a:lnTo>
                <a:lnTo>
                  <a:pt x="406810" y="85638"/>
                </a:lnTo>
                <a:lnTo>
                  <a:pt x="418010" y="79847"/>
                </a:lnTo>
                <a:lnTo>
                  <a:pt x="440980" y="84594"/>
                </a:lnTo>
                <a:lnTo>
                  <a:pt x="453414" y="93898"/>
                </a:lnTo>
                <a:lnTo>
                  <a:pt x="467651" y="91714"/>
                </a:lnTo>
                <a:lnTo>
                  <a:pt x="497550" y="99405"/>
                </a:lnTo>
                <a:lnTo>
                  <a:pt x="543110" y="96936"/>
                </a:lnTo>
                <a:lnTo>
                  <a:pt x="556018" y="92379"/>
                </a:lnTo>
                <a:lnTo>
                  <a:pt x="563042" y="85353"/>
                </a:lnTo>
                <a:lnTo>
                  <a:pt x="641158" y="83170"/>
                </a:lnTo>
                <a:lnTo>
                  <a:pt x="670012" y="95797"/>
                </a:lnTo>
                <a:lnTo>
                  <a:pt x="690989" y="118583"/>
                </a:lnTo>
                <a:lnTo>
                  <a:pt x="711301" y="166434"/>
                </a:lnTo>
                <a:lnTo>
                  <a:pt x="728481" y="230330"/>
                </a:lnTo>
                <a:lnTo>
                  <a:pt x="724399" y="236976"/>
                </a:lnTo>
                <a:lnTo>
                  <a:pt x="713199" y="240204"/>
                </a:lnTo>
                <a:lnTo>
                  <a:pt x="664887" y="228241"/>
                </a:lnTo>
                <a:lnTo>
                  <a:pt x="591896" y="227862"/>
                </a:lnTo>
                <a:lnTo>
                  <a:pt x="585632" y="240869"/>
                </a:lnTo>
                <a:lnTo>
                  <a:pt x="578703" y="235552"/>
                </a:lnTo>
                <a:lnTo>
                  <a:pt x="580886" y="229286"/>
                </a:lnTo>
                <a:lnTo>
                  <a:pt x="575571" y="227767"/>
                </a:lnTo>
                <a:lnTo>
                  <a:pt x="491760" y="227197"/>
                </a:lnTo>
                <a:lnTo>
                  <a:pt x="458350" y="243337"/>
                </a:lnTo>
                <a:lnTo>
                  <a:pt x="441265" y="233843"/>
                </a:lnTo>
                <a:lnTo>
                  <a:pt x="435570" y="241154"/>
                </a:lnTo>
                <a:lnTo>
                  <a:pt x="420763" y="246850"/>
                </a:lnTo>
                <a:lnTo>
                  <a:pt x="417536" y="242388"/>
                </a:lnTo>
                <a:lnTo>
                  <a:pt x="410986" y="244382"/>
                </a:lnTo>
                <a:lnTo>
                  <a:pt x="396369" y="256155"/>
                </a:lnTo>
                <a:lnTo>
                  <a:pt x="386593" y="258623"/>
                </a:lnTo>
                <a:lnTo>
                  <a:pt x="378051" y="256060"/>
                </a:lnTo>
                <a:lnTo>
                  <a:pt x="340654" y="269257"/>
                </a:lnTo>
                <a:lnTo>
                  <a:pt x="304206" y="271915"/>
                </a:lnTo>
                <a:lnTo>
                  <a:pt x="277345" y="240299"/>
                </a:lnTo>
                <a:lnTo>
                  <a:pt x="270890" y="220266"/>
                </a:lnTo>
                <a:lnTo>
                  <a:pt x="257128" y="211911"/>
                </a:lnTo>
                <a:lnTo>
                  <a:pt x="228748" y="214000"/>
                </a:lnTo>
                <a:lnTo>
                  <a:pt x="211473" y="181435"/>
                </a:lnTo>
                <a:lnTo>
                  <a:pt x="213276" y="172320"/>
                </a:lnTo>
                <a:lnTo>
                  <a:pt x="209100" y="174029"/>
                </a:lnTo>
                <a:lnTo>
                  <a:pt x="192585" y="162446"/>
                </a:lnTo>
                <a:lnTo>
                  <a:pt x="173507" y="160832"/>
                </a:lnTo>
                <a:lnTo>
                  <a:pt x="166673" y="153807"/>
                </a:lnTo>
                <a:lnTo>
                  <a:pt x="139716" y="146021"/>
                </a:lnTo>
                <a:lnTo>
                  <a:pt x="119215" y="131210"/>
                </a:lnTo>
                <a:lnTo>
                  <a:pt x="113140" y="128932"/>
                </a:lnTo>
                <a:lnTo>
                  <a:pt x="114469" y="132635"/>
                </a:lnTo>
                <a:lnTo>
                  <a:pt x="107635" y="131780"/>
                </a:lnTo>
                <a:lnTo>
                  <a:pt x="100041" y="122571"/>
                </a:lnTo>
                <a:lnTo>
                  <a:pt x="76218" y="118108"/>
                </a:lnTo>
                <a:lnTo>
                  <a:pt x="69099" y="103202"/>
                </a:lnTo>
                <a:lnTo>
                  <a:pt x="54672" y="100639"/>
                </a:lnTo>
                <a:lnTo>
                  <a:pt x="49261" y="105386"/>
                </a:lnTo>
                <a:lnTo>
                  <a:pt x="40529" y="103677"/>
                </a:lnTo>
                <a:lnTo>
                  <a:pt x="22590" y="84878"/>
                </a:lnTo>
                <a:lnTo>
                  <a:pt x="18888" y="86493"/>
                </a:lnTo>
                <a:lnTo>
                  <a:pt x="20597" y="80226"/>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1AAC863C-2B6A-49E5-AF35-FD7F3B327802}"/>
              </a:ext>
            </a:extLst>
          </p:cNvPr>
          <p:cNvSpPr>
            <a:spLocks xmlns:a="http://schemas.openxmlformats.org/drawingml/2006/main" noGrp="1"/>
          </p:cNvSpPr>
          <p:nvPr/>
        </p:nvSpPr>
        <p:spPr>
          <a:xfrm xmlns:a="http://schemas.openxmlformats.org/drawingml/2006/main">
            <a:off x="6069571" y="4028830"/>
            <a:ext cx="110052" cy="129807"/>
          </a:xfrm>
          <a:custGeom xmlns:a="http://schemas.openxmlformats.org/drawingml/2006/main">
            <a:pathLst>
              <a:path w="154144" h="181815">
                <a:moveTo>
                  <a:pt x="52583" y="15476"/>
                </a:moveTo>
                <a:lnTo>
                  <a:pt x="60462" y="26869"/>
                </a:lnTo>
                <a:lnTo>
                  <a:pt x="65872" y="21172"/>
                </a:lnTo>
                <a:lnTo>
                  <a:pt x="76028" y="21552"/>
                </a:lnTo>
                <a:lnTo>
                  <a:pt x="81153" y="17849"/>
                </a:lnTo>
                <a:lnTo>
                  <a:pt x="75553" y="12912"/>
                </a:lnTo>
                <a:lnTo>
                  <a:pt x="74224" y="15571"/>
                </a:lnTo>
                <a:lnTo>
                  <a:pt x="77546" y="9494"/>
                </a:lnTo>
                <a:lnTo>
                  <a:pt x="138862" y="1709"/>
                </a:lnTo>
                <a:lnTo>
                  <a:pt x="144177" y="5507"/>
                </a:lnTo>
                <a:lnTo>
                  <a:pt x="144177" y="13767"/>
                </a:lnTo>
                <a:lnTo>
                  <a:pt x="134686" y="29337"/>
                </a:lnTo>
                <a:lnTo>
                  <a:pt x="111052" y="38262"/>
                </a:lnTo>
                <a:lnTo>
                  <a:pt x="112286" y="33135"/>
                </a:lnTo>
                <a:lnTo>
                  <a:pt x="103648" y="32091"/>
                </a:lnTo>
                <a:lnTo>
                  <a:pt x="97384" y="38357"/>
                </a:lnTo>
                <a:lnTo>
                  <a:pt x="95391" y="47756"/>
                </a:lnTo>
                <a:lnTo>
                  <a:pt x="104123" y="65890"/>
                </a:lnTo>
                <a:lnTo>
                  <a:pt x="114374" y="65985"/>
                </a:lnTo>
                <a:lnTo>
                  <a:pt x="116462" y="62377"/>
                </a:lnTo>
                <a:lnTo>
                  <a:pt x="113140" y="60099"/>
                </a:lnTo>
                <a:lnTo>
                  <a:pt x="120448" y="62662"/>
                </a:lnTo>
                <a:lnTo>
                  <a:pt x="124815" y="84309"/>
                </a:lnTo>
                <a:lnTo>
                  <a:pt x="143703" y="100449"/>
                </a:lnTo>
                <a:lnTo>
                  <a:pt x="147500" y="110608"/>
                </a:lnTo>
                <a:lnTo>
                  <a:pt x="153764" y="114975"/>
                </a:lnTo>
                <a:lnTo>
                  <a:pt x="154144" y="121146"/>
                </a:lnTo>
                <a:lnTo>
                  <a:pt x="149872" y="117159"/>
                </a:lnTo>
                <a:lnTo>
                  <a:pt x="143418" y="120007"/>
                </a:lnTo>
                <a:lnTo>
                  <a:pt x="139432" y="131495"/>
                </a:lnTo>
                <a:lnTo>
                  <a:pt x="144842" y="135863"/>
                </a:lnTo>
                <a:lnTo>
                  <a:pt x="131174" y="141654"/>
                </a:lnTo>
                <a:lnTo>
                  <a:pt x="134306" y="138996"/>
                </a:lnTo>
                <a:lnTo>
                  <a:pt x="123865" y="133869"/>
                </a:lnTo>
                <a:lnTo>
                  <a:pt x="117126" y="123710"/>
                </a:lnTo>
                <a:lnTo>
                  <a:pt x="100611" y="110893"/>
                </a:lnTo>
                <a:lnTo>
                  <a:pt x="88557" y="93613"/>
                </a:lnTo>
                <a:lnTo>
                  <a:pt x="77072" y="110703"/>
                </a:lnTo>
                <a:lnTo>
                  <a:pt x="79824" y="127792"/>
                </a:lnTo>
                <a:lnTo>
                  <a:pt x="79729" y="122096"/>
                </a:lnTo>
                <a:lnTo>
                  <a:pt x="72041" y="123425"/>
                </a:lnTo>
                <a:lnTo>
                  <a:pt x="75553" y="142224"/>
                </a:lnTo>
                <a:lnTo>
                  <a:pt x="78970" y="143363"/>
                </a:lnTo>
                <a:lnTo>
                  <a:pt x="80204" y="139945"/>
                </a:lnTo>
                <a:lnTo>
                  <a:pt x="81248" y="155895"/>
                </a:lnTo>
                <a:lnTo>
                  <a:pt x="76977" y="154946"/>
                </a:lnTo>
                <a:lnTo>
                  <a:pt x="75933" y="164725"/>
                </a:lnTo>
                <a:lnTo>
                  <a:pt x="79729" y="168903"/>
                </a:lnTo>
                <a:lnTo>
                  <a:pt x="84570" y="167099"/>
                </a:lnTo>
                <a:lnTo>
                  <a:pt x="85804" y="174504"/>
                </a:lnTo>
                <a:lnTo>
                  <a:pt x="79824" y="181815"/>
                </a:lnTo>
                <a:lnTo>
                  <a:pt x="67675" y="169282"/>
                </a:lnTo>
                <a:lnTo>
                  <a:pt x="58373" y="166909"/>
                </a:lnTo>
                <a:lnTo>
                  <a:pt x="47553" y="148300"/>
                </a:lnTo>
                <a:lnTo>
                  <a:pt x="0" y="98170"/>
                </a:lnTo>
                <a:lnTo>
                  <a:pt x="11105" y="88296"/>
                </a:lnTo>
                <a:lnTo>
                  <a:pt x="22495" y="85828"/>
                </a:lnTo>
                <a:lnTo>
                  <a:pt x="28854" y="88201"/>
                </a:lnTo>
                <a:lnTo>
                  <a:pt x="25722" y="88866"/>
                </a:lnTo>
                <a:lnTo>
                  <a:pt x="30468" y="93138"/>
                </a:lnTo>
                <a:lnTo>
                  <a:pt x="34739" y="93233"/>
                </a:lnTo>
                <a:lnTo>
                  <a:pt x="33980" y="90290"/>
                </a:lnTo>
                <a:lnTo>
                  <a:pt x="40339" y="96746"/>
                </a:lnTo>
                <a:lnTo>
                  <a:pt x="51539" y="98645"/>
                </a:lnTo>
                <a:lnTo>
                  <a:pt x="49072" y="104532"/>
                </a:lnTo>
                <a:lnTo>
                  <a:pt x="66916" y="114311"/>
                </a:lnTo>
                <a:lnTo>
                  <a:pt x="70238" y="108994"/>
                </a:lnTo>
                <a:lnTo>
                  <a:pt x="63119" y="103297"/>
                </a:lnTo>
                <a:lnTo>
                  <a:pt x="76218" y="109658"/>
                </a:lnTo>
                <a:lnTo>
                  <a:pt x="86469" y="92949"/>
                </a:lnTo>
                <a:lnTo>
                  <a:pt x="84570" y="84499"/>
                </a:lnTo>
                <a:lnTo>
                  <a:pt x="87797" y="79372"/>
                </a:lnTo>
                <a:lnTo>
                  <a:pt x="84001" y="73485"/>
                </a:lnTo>
                <a:lnTo>
                  <a:pt x="80868" y="75859"/>
                </a:lnTo>
                <a:lnTo>
                  <a:pt x="67011" y="63991"/>
                </a:lnTo>
                <a:lnTo>
                  <a:pt x="75079" y="56776"/>
                </a:lnTo>
                <a:lnTo>
                  <a:pt x="80584" y="61333"/>
                </a:lnTo>
                <a:lnTo>
                  <a:pt x="85899" y="59339"/>
                </a:lnTo>
                <a:lnTo>
                  <a:pt x="85140" y="43768"/>
                </a:lnTo>
                <a:lnTo>
                  <a:pt x="67106" y="44528"/>
                </a:lnTo>
                <a:lnTo>
                  <a:pt x="64733" y="31901"/>
                </a:lnTo>
                <a:lnTo>
                  <a:pt x="46983" y="55351"/>
                </a:lnTo>
                <a:lnTo>
                  <a:pt x="34360" y="56965"/>
                </a:lnTo>
                <a:lnTo>
                  <a:pt x="35973" y="49465"/>
                </a:lnTo>
                <a:lnTo>
                  <a:pt x="55051" y="42154"/>
                </a:lnTo>
                <a:lnTo>
                  <a:pt x="59323" y="28293"/>
                </a:lnTo>
                <a:lnTo>
                  <a:pt x="47933" y="15665"/>
                </a:lnTo>
                <a:lnTo>
                  <a:pt x="44326" y="20508"/>
                </a:lnTo>
                <a:lnTo>
                  <a:pt x="46604" y="22217"/>
                </a:lnTo>
                <a:lnTo>
                  <a:pt x="40244" y="21457"/>
                </a:lnTo>
                <a:lnTo>
                  <a:pt x="22210" y="3608"/>
                </a:lnTo>
                <a:lnTo>
                  <a:pt x="25627" y="0"/>
                </a:lnTo>
                <a:lnTo>
                  <a:pt x="50305" y="7595"/>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2DCD0803-023D-48F7-8B84-A78EE60CCB1A}"/>
              </a:ext>
            </a:extLst>
          </p:cNvPr>
          <p:cNvSpPr>
            <a:spLocks xmlns:a="http://schemas.openxmlformats.org/drawingml/2006/main" noGrp="1"/>
          </p:cNvSpPr>
          <p:nvPr/>
        </p:nvSpPr>
        <p:spPr>
          <a:xfrm xmlns:a="http://schemas.openxmlformats.org/drawingml/2006/main">
            <a:off x="6080143" y="3940574"/>
            <a:ext cx="72238" cy="52804"/>
          </a:xfrm>
          <a:custGeom xmlns:a="http://schemas.openxmlformats.org/drawingml/2006/main">
            <a:pathLst>
              <a:path w="101180" h="73960">
                <a:moveTo>
                  <a:pt x="101180" y="44053"/>
                </a:moveTo>
                <a:lnTo>
                  <a:pt x="98997" y="56965"/>
                </a:lnTo>
                <a:lnTo>
                  <a:pt x="88652" y="63327"/>
                </a:lnTo>
                <a:lnTo>
                  <a:pt x="52299" y="47566"/>
                </a:lnTo>
                <a:lnTo>
                  <a:pt x="40909" y="51459"/>
                </a:lnTo>
                <a:lnTo>
                  <a:pt x="12339" y="73960"/>
                </a:lnTo>
                <a:lnTo>
                  <a:pt x="4366" y="73675"/>
                </a:lnTo>
                <a:lnTo>
                  <a:pt x="0" y="67219"/>
                </a:lnTo>
                <a:lnTo>
                  <a:pt x="4461" y="54497"/>
                </a:lnTo>
                <a:lnTo>
                  <a:pt x="43187" y="28388"/>
                </a:lnTo>
                <a:lnTo>
                  <a:pt x="69858" y="0"/>
                </a:lnTo>
                <a:lnTo>
                  <a:pt x="79160" y="3133"/>
                </a:lnTo>
                <a:lnTo>
                  <a:pt x="89885" y="14051"/>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0203EAAD-7F06-4E2A-85B4-A067C057D77F}"/>
              </a:ext>
            </a:extLst>
          </p:cNvPr>
          <p:cNvSpPr>
            <a:spLocks xmlns:a="http://schemas.openxmlformats.org/drawingml/2006/main" noGrp="1"/>
          </p:cNvSpPr>
          <p:nvPr/>
        </p:nvSpPr>
        <p:spPr>
          <a:xfrm xmlns:a="http://schemas.openxmlformats.org/drawingml/2006/main">
            <a:off x="6016375" y="4013375"/>
            <a:ext cx="35848" cy="49212"/>
          </a:xfrm>
          <a:custGeom xmlns:a="http://schemas.openxmlformats.org/drawingml/2006/main">
            <a:pathLst>
              <a:path w="50211" h="68928">
                <a:moveTo>
                  <a:pt x="50211" y="57535"/>
                </a:moveTo>
                <a:lnTo>
                  <a:pt x="48028" y="67029"/>
                </a:lnTo>
                <a:lnTo>
                  <a:pt x="42712" y="68928"/>
                </a:lnTo>
                <a:lnTo>
                  <a:pt x="17370" y="54592"/>
                </a:lnTo>
                <a:lnTo>
                  <a:pt x="0" y="17849"/>
                </a:lnTo>
                <a:lnTo>
                  <a:pt x="6075" y="0"/>
                </a:lnTo>
                <a:lnTo>
                  <a:pt x="22875" y="5127"/>
                </a:lnTo>
                <a:lnTo>
                  <a:pt x="37872" y="24305"/>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3FA57833-C593-4B84-A996-86DECA799BF1}"/>
              </a:ext>
            </a:extLst>
          </p:cNvPr>
          <p:cNvSpPr>
            <a:spLocks xmlns:a="http://schemas.openxmlformats.org/drawingml/2006/main" noGrp="1"/>
          </p:cNvSpPr>
          <p:nvPr/>
        </p:nvSpPr>
        <p:spPr>
          <a:xfrm xmlns:a="http://schemas.openxmlformats.org/drawingml/2006/main">
            <a:off x="6170068" y="4076753"/>
            <a:ext cx="32256" cy="31384"/>
          </a:xfrm>
          <a:custGeom xmlns:a="http://schemas.openxmlformats.org/drawingml/2006/main">
            <a:pathLst>
              <a:path w="45180" h="43958">
                <a:moveTo>
                  <a:pt x="24678" y="10918"/>
                </a:moveTo>
                <a:lnTo>
                  <a:pt x="32271" y="8260"/>
                </a:lnTo>
                <a:lnTo>
                  <a:pt x="27146" y="4367"/>
                </a:lnTo>
                <a:lnTo>
                  <a:pt x="31417" y="6931"/>
                </a:lnTo>
                <a:lnTo>
                  <a:pt x="42617" y="24590"/>
                </a:lnTo>
                <a:lnTo>
                  <a:pt x="45180" y="33610"/>
                </a:lnTo>
                <a:lnTo>
                  <a:pt x="37777" y="43958"/>
                </a:lnTo>
                <a:lnTo>
                  <a:pt x="32461" y="41870"/>
                </a:lnTo>
                <a:lnTo>
                  <a:pt x="37587" y="43579"/>
                </a:lnTo>
                <a:lnTo>
                  <a:pt x="43377" y="35983"/>
                </a:lnTo>
                <a:lnTo>
                  <a:pt x="41953" y="38072"/>
                </a:lnTo>
                <a:lnTo>
                  <a:pt x="22970" y="29622"/>
                </a:lnTo>
                <a:lnTo>
                  <a:pt x="22970" y="26964"/>
                </a:lnTo>
                <a:lnTo>
                  <a:pt x="24583" y="32375"/>
                </a:lnTo>
                <a:lnTo>
                  <a:pt x="15376" y="19368"/>
                </a:lnTo>
                <a:lnTo>
                  <a:pt x="20407" y="20602"/>
                </a:lnTo>
                <a:lnTo>
                  <a:pt x="22685" y="16330"/>
                </a:lnTo>
                <a:lnTo>
                  <a:pt x="14902" y="14051"/>
                </a:lnTo>
                <a:lnTo>
                  <a:pt x="11295" y="19083"/>
                </a:lnTo>
                <a:lnTo>
                  <a:pt x="0" y="5791"/>
                </a:lnTo>
                <a:lnTo>
                  <a:pt x="1139" y="854"/>
                </a:lnTo>
                <a:lnTo>
                  <a:pt x="10346" y="0"/>
                </a:lnTo>
                <a:lnTo>
                  <a:pt x="10820" y="3418"/>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FDD08215-C045-4150-A731-12376241F3BD}"/>
              </a:ext>
            </a:extLst>
          </p:cNvPr>
          <p:cNvSpPr>
            <a:spLocks xmlns:a="http://schemas.openxmlformats.org/drawingml/2006/main" noGrp="1"/>
          </p:cNvSpPr>
          <p:nvPr/>
        </p:nvSpPr>
        <p:spPr>
          <a:xfrm xmlns:a="http://schemas.openxmlformats.org/drawingml/2006/main">
            <a:off x="6003568" y="4143589"/>
            <a:ext cx="21753" cy="22030"/>
          </a:xfrm>
          <a:custGeom xmlns:a="http://schemas.openxmlformats.org/drawingml/2006/main">
            <a:pathLst>
              <a:path w="30468" h="30856">
                <a:moveTo>
                  <a:pt x="14712" y="0"/>
                </a:moveTo>
                <a:lnTo>
                  <a:pt x="26956" y="7500"/>
                </a:lnTo>
                <a:lnTo>
                  <a:pt x="30468" y="14621"/>
                </a:lnTo>
                <a:lnTo>
                  <a:pt x="28570" y="11013"/>
                </a:lnTo>
                <a:lnTo>
                  <a:pt x="24393" y="12437"/>
                </a:lnTo>
                <a:lnTo>
                  <a:pt x="16231" y="26584"/>
                </a:lnTo>
                <a:lnTo>
                  <a:pt x="19648" y="28768"/>
                </a:lnTo>
                <a:lnTo>
                  <a:pt x="8542" y="30856"/>
                </a:lnTo>
                <a:lnTo>
                  <a:pt x="0" y="19938"/>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F123C335-AF9A-451F-8F80-DB7DD7F7D344}"/>
              </a:ext>
            </a:extLst>
          </p:cNvPr>
          <p:cNvSpPr>
            <a:spLocks xmlns:a="http://schemas.openxmlformats.org/drawingml/2006/main" noGrp="1"/>
          </p:cNvSpPr>
          <p:nvPr/>
        </p:nvSpPr>
        <p:spPr>
          <a:xfrm xmlns:a="http://schemas.openxmlformats.org/drawingml/2006/main">
            <a:off x="5991709" y="4133625"/>
            <a:ext cx="13621" cy="15523"/>
          </a:xfrm>
          <a:custGeom xmlns:a="http://schemas.openxmlformats.org/drawingml/2006/main">
            <a:pathLst>
              <a:path w="19078" h="21742">
                <a:moveTo>
                  <a:pt x="4081" y="0"/>
                </a:moveTo>
                <a:lnTo>
                  <a:pt x="14048" y="2279"/>
                </a:lnTo>
                <a:lnTo>
                  <a:pt x="19078" y="7500"/>
                </a:lnTo>
                <a:lnTo>
                  <a:pt x="8068" y="21742"/>
                </a:lnTo>
                <a:lnTo>
                  <a:pt x="854" y="14146"/>
                </a:lnTo>
                <a:lnTo>
                  <a:pt x="0" y="4747"/>
                </a:lnTo>
                <a:lnTo>
                  <a:pt x="664" y="7880"/>
                </a:lnTo>
                <a:lnTo>
                  <a:pt x="4081" y="5032"/>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E66FA5D3-909C-4D0C-AB34-1222D5DC7468}"/>
              </a:ext>
            </a:extLst>
          </p:cNvPr>
          <p:cNvSpPr>
            <a:spLocks xmlns:a="http://schemas.openxmlformats.org/drawingml/2006/main" noGrp="1"/>
          </p:cNvSpPr>
          <p:nvPr/>
        </p:nvSpPr>
        <p:spPr>
          <a:xfrm xmlns:a="http://schemas.openxmlformats.org/drawingml/2006/main">
            <a:off x="6167561" y="2536214"/>
            <a:ext cx="101784" cy="117742"/>
          </a:xfrm>
          <a:custGeom xmlns:a="http://schemas.openxmlformats.org/drawingml/2006/main">
            <a:pathLst>
              <a:path w="142564" h="164915">
                <a:moveTo>
                  <a:pt x="139811" y="120197"/>
                </a:moveTo>
                <a:lnTo>
                  <a:pt x="142564" y="131685"/>
                </a:lnTo>
                <a:lnTo>
                  <a:pt x="138767" y="140230"/>
                </a:lnTo>
                <a:lnTo>
                  <a:pt x="112760" y="160737"/>
                </a:lnTo>
                <a:lnTo>
                  <a:pt x="93302" y="164915"/>
                </a:lnTo>
                <a:lnTo>
                  <a:pt x="75933" y="158744"/>
                </a:lnTo>
                <a:lnTo>
                  <a:pt x="57139" y="138046"/>
                </a:lnTo>
                <a:lnTo>
                  <a:pt x="38821" y="105291"/>
                </a:lnTo>
                <a:lnTo>
                  <a:pt x="21641" y="92379"/>
                </a:lnTo>
                <a:lnTo>
                  <a:pt x="20027" y="64751"/>
                </a:lnTo>
                <a:lnTo>
                  <a:pt x="1993" y="28673"/>
                </a:lnTo>
                <a:lnTo>
                  <a:pt x="0" y="12532"/>
                </a:lnTo>
                <a:lnTo>
                  <a:pt x="26007" y="0"/>
                </a:lnTo>
                <a:lnTo>
                  <a:pt x="36922" y="1994"/>
                </a:lnTo>
                <a:lnTo>
                  <a:pt x="82862" y="50794"/>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FE3925FE-26FD-4604-8F64-73E3FE9184BB}"/>
              </a:ext>
            </a:extLst>
          </p:cNvPr>
          <p:cNvSpPr>
            <a:spLocks xmlns:a="http://schemas.openxmlformats.org/drawingml/2006/main" noGrp="1"/>
          </p:cNvSpPr>
          <p:nvPr/>
        </p:nvSpPr>
        <p:spPr>
          <a:xfrm xmlns:a="http://schemas.openxmlformats.org/drawingml/2006/main">
            <a:off x="7194008" y="2618572"/>
            <a:ext cx="537653" cy="698113"/>
          </a:xfrm>
          <a:custGeom xmlns:a="http://schemas.openxmlformats.org/drawingml/2006/main">
            <a:pathLst>
              <a:path w="753064" h="977812">
                <a:moveTo>
                  <a:pt x="426932" y="78327"/>
                </a:moveTo>
                <a:lnTo>
                  <a:pt x="434051" y="87632"/>
                </a:lnTo>
                <a:lnTo>
                  <a:pt x="443068" y="82790"/>
                </a:lnTo>
                <a:lnTo>
                  <a:pt x="466607" y="85163"/>
                </a:lnTo>
                <a:lnTo>
                  <a:pt x="517672" y="102633"/>
                </a:lnTo>
                <a:lnTo>
                  <a:pt x="537415" y="112412"/>
                </a:lnTo>
                <a:lnTo>
                  <a:pt x="537984" y="115830"/>
                </a:lnTo>
                <a:lnTo>
                  <a:pt x="540926" y="113931"/>
                </a:lnTo>
                <a:lnTo>
                  <a:pt x="576425" y="127887"/>
                </a:lnTo>
                <a:lnTo>
                  <a:pt x="603666" y="144787"/>
                </a:lnTo>
                <a:lnTo>
                  <a:pt x="652453" y="189410"/>
                </a:lnTo>
                <a:lnTo>
                  <a:pt x="677795" y="204791"/>
                </a:lnTo>
                <a:lnTo>
                  <a:pt x="721267" y="288815"/>
                </a:lnTo>
                <a:lnTo>
                  <a:pt x="721172" y="299923"/>
                </a:lnTo>
                <a:lnTo>
                  <a:pt x="707030" y="313974"/>
                </a:lnTo>
                <a:lnTo>
                  <a:pt x="708263" y="316918"/>
                </a:lnTo>
                <a:lnTo>
                  <a:pt x="735314" y="325652"/>
                </a:lnTo>
                <a:lnTo>
                  <a:pt x="751071" y="347774"/>
                </a:lnTo>
                <a:lnTo>
                  <a:pt x="753064" y="386795"/>
                </a:lnTo>
                <a:lnTo>
                  <a:pt x="745850" y="420975"/>
                </a:lnTo>
                <a:lnTo>
                  <a:pt x="728955" y="457243"/>
                </a:lnTo>
                <a:lnTo>
                  <a:pt x="686717" y="526171"/>
                </a:lnTo>
                <a:lnTo>
                  <a:pt x="668494" y="564053"/>
                </a:lnTo>
                <a:lnTo>
                  <a:pt x="636697" y="654438"/>
                </a:lnTo>
                <a:lnTo>
                  <a:pt x="621700" y="735614"/>
                </a:lnTo>
                <a:lnTo>
                  <a:pt x="622269" y="781376"/>
                </a:lnTo>
                <a:lnTo>
                  <a:pt x="630337" y="814036"/>
                </a:lnTo>
                <a:lnTo>
                  <a:pt x="664792" y="878597"/>
                </a:lnTo>
                <a:lnTo>
                  <a:pt x="711680" y="949804"/>
                </a:lnTo>
                <a:lnTo>
                  <a:pt x="710921" y="965849"/>
                </a:lnTo>
                <a:lnTo>
                  <a:pt x="697823" y="977432"/>
                </a:lnTo>
                <a:lnTo>
                  <a:pt x="686528" y="977812"/>
                </a:lnTo>
                <a:lnTo>
                  <a:pt x="677795" y="973349"/>
                </a:lnTo>
                <a:lnTo>
                  <a:pt x="222104" y="586269"/>
                </a:lnTo>
                <a:lnTo>
                  <a:pt x="118455" y="492086"/>
                </a:lnTo>
                <a:lnTo>
                  <a:pt x="82767" y="438729"/>
                </a:lnTo>
                <a:lnTo>
                  <a:pt x="68719" y="404075"/>
                </a:lnTo>
                <a:lnTo>
                  <a:pt x="61126" y="373408"/>
                </a:lnTo>
                <a:lnTo>
                  <a:pt x="70428" y="366003"/>
                </a:lnTo>
                <a:lnTo>
                  <a:pt x="150157" y="368282"/>
                </a:lnTo>
                <a:lnTo>
                  <a:pt x="169805" y="363629"/>
                </a:lnTo>
                <a:lnTo>
                  <a:pt x="184327" y="355274"/>
                </a:lnTo>
                <a:lnTo>
                  <a:pt x="194958" y="340368"/>
                </a:lnTo>
                <a:lnTo>
                  <a:pt x="193913" y="330115"/>
                </a:lnTo>
                <a:lnTo>
                  <a:pt x="184232" y="320810"/>
                </a:lnTo>
                <a:lnTo>
                  <a:pt x="182618" y="307993"/>
                </a:lnTo>
                <a:lnTo>
                  <a:pt x="200083" y="276852"/>
                </a:lnTo>
                <a:lnTo>
                  <a:pt x="185561" y="270111"/>
                </a:lnTo>
                <a:lnTo>
                  <a:pt x="169615" y="271630"/>
                </a:lnTo>
                <a:lnTo>
                  <a:pt x="147120" y="294796"/>
                </a:lnTo>
                <a:lnTo>
                  <a:pt x="126428" y="303151"/>
                </a:lnTo>
                <a:lnTo>
                  <a:pt x="50021" y="299638"/>
                </a:lnTo>
                <a:lnTo>
                  <a:pt x="37871" y="292612"/>
                </a:lnTo>
                <a:lnTo>
                  <a:pt x="29804" y="282454"/>
                </a:lnTo>
                <a:lnTo>
                  <a:pt x="1708" y="207734"/>
                </a:lnTo>
                <a:lnTo>
                  <a:pt x="0" y="171751"/>
                </a:lnTo>
                <a:lnTo>
                  <a:pt x="15851" y="138901"/>
                </a:lnTo>
                <a:lnTo>
                  <a:pt x="115513" y="48990"/>
                </a:lnTo>
                <a:lnTo>
                  <a:pt x="146076" y="32565"/>
                </a:lnTo>
                <a:lnTo>
                  <a:pt x="259406" y="1044"/>
                </a:lnTo>
                <a:lnTo>
                  <a:pt x="296897" y="0"/>
                </a:lnTo>
                <a:lnTo>
                  <a:pt x="328789" y="9209"/>
                </a:lnTo>
                <a:lnTo>
                  <a:pt x="357739" y="52408"/>
                </a:lnTo>
                <a:lnTo>
                  <a:pt x="422281" y="64561"/>
                </a:lnTo>
                <a:lnTo>
                  <a:pt x="429400" y="70257"/>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A41F7432-7717-4D9F-8359-6CE931FE559F}"/>
              </a:ext>
            </a:extLst>
          </p:cNvPr>
          <p:cNvSpPr>
            <a:spLocks xmlns:a="http://schemas.openxmlformats.org/drawingml/2006/main" noGrp="1"/>
          </p:cNvSpPr>
          <p:nvPr/>
        </p:nvSpPr>
        <p:spPr>
          <a:xfrm xmlns:a="http://schemas.openxmlformats.org/drawingml/2006/main">
            <a:off x="6753260" y="2837923"/>
            <a:ext cx="70883" cy="65480"/>
          </a:xfrm>
          <a:custGeom xmlns:a="http://schemas.openxmlformats.org/drawingml/2006/main">
            <a:pathLst>
              <a:path w="99282" h="91714">
                <a:moveTo>
                  <a:pt x="28095" y="5791"/>
                </a:moveTo>
                <a:lnTo>
                  <a:pt x="52204" y="37597"/>
                </a:lnTo>
                <a:lnTo>
                  <a:pt x="90265" y="49845"/>
                </a:lnTo>
                <a:lnTo>
                  <a:pt x="99282" y="82980"/>
                </a:lnTo>
                <a:lnTo>
                  <a:pt x="95391" y="91145"/>
                </a:lnTo>
                <a:lnTo>
                  <a:pt x="90265" y="91714"/>
                </a:lnTo>
                <a:lnTo>
                  <a:pt x="77926" y="81176"/>
                </a:lnTo>
                <a:lnTo>
                  <a:pt x="7214" y="12153"/>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EC83C834-5309-4FE2-87A1-517A564A9674}"/>
              </a:ext>
            </a:extLst>
          </p:cNvPr>
          <p:cNvSpPr>
            <a:spLocks xmlns:a="http://schemas.openxmlformats.org/drawingml/2006/main" noGrp="1"/>
          </p:cNvSpPr>
          <p:nvPr/>
        </p:nvSpPr>
        <p:spPr>
          <a:xfrm xmlns:a="http://schemas.openxmlformats.org/drawingml/2006/main">
            <a:off x="5490039" y="4132404"/>
            <a:ext cx="163315" cy="196101"/>
          </a:xfrm>
          <a:custGeom xmlns:a="http://schemas.openxmlformats.org/drawingml/2006/main">
            <a:pathLst>
              <a:path w="228748" h="274668">
                <a:moveTo>
                  <a:pt x="22305" y="39686"/>
                </a:moveTo>
                <a:lnTo>
                  <a:pt x="36733" y="41395"/>
                </a:lnTo>
                <a:lnTo>
                  <a:pt x="31987" y="51364"/>
                </a:lnTo>
                <a:lnTo>
                  <a:pt x="36638" y="68074"/>
                </a:lnTo>
                <a:lnTo>
                  <a:pt x="30278" y="69973"/>
                </a:lnTo>
                <a:lnTo>
                  <a:pt x="40529" y="66839"/>
                </a:lnTo>
                <a:lnTo>
                  <a:pt x="42238" y="69783"/>
                </a:lnTo>
                <a:lnTo>
                  <a:pt x="46224" y="64656"/>
                </a:lnTo>
                <a:lnTo>
                  <a:pt x="49926" y="69308"/>
                </a:lnTo>
                <a:lnTo>
                  <a:pt x="45085" y="82030"/>
                </a:lnTo>
                <a:lnTo>
                  <a:pt x="50875" y="85828"/>
                </a:lnTo>
                <a:lnTo>
                  <a:pt x="37871" y="93518"/>
                </a:lnTo>
                <a:lnTo>
                  <a:pt x="30373" y="88201"/>
                </a:lnTo>
                <a:lnTo>
                  <a:pt x="28190" y="90005"/>
                </a:lnTo>
                <a:lnTo>
                  <a:pt x="37302" y="94373"/>
                </a:lnTo>
                <a:lnTo>
                  <a:pt x="52963" y="88201"/>
                </a:lnTo>
                <a:lnTo>
                  <a:pt x="46129" y="94468"/>
                </a:lnTo>
                <a:lnTo>
                  <a:pt x="54956" y="93233"/>
                </a:lnTo>
                <a:lnTo>
                  <a:pt x="52868" y="105481"/>
                </a:lnTo>
                <a:lnTo>
                  <a:pt x="56285" y="96082"/>
                </a:lnTo>
                <a:lnTo>
                  <a:pt x="78875" y="86208"/>
                </a:lnTo>
                <a:lnTo>
                  <a:pt x="91309" y="84973"/>
                </a:lnTo>
                <a:lnTo>
                  <a:pt x="117411" y="91619"/>
                </a:lnTo>
                <a:lnTo>
                  <a:pt x="148259" y="75479"/>
                </a:lnTo>
                <a:lnTo>
                  <a:pt x="167432" y="69783"/>
                </a:lnTo>
                <a:lnTo>
                  <a:pt x="167432" y="65890"/>
                </a:lnTo>
                <a:lnTo>
                  <a:pt x="216124" y="65130"/>
                </a:lnTo>
                <a:lnTo>
                  <a:pt x="226659" y="108614"/>
                </a:lnTo>
                <a:lnTo>
                  <a:pt x="228748" y="146591"/>
                </a:lnTo>
                <a:lnTo>
                  <a:pt x="224951" y="161687"/>
                </a:lnTo>
                <a:lnTo>
                  <a:pt x="212232" y="177257"/>
                </a:lnTo>
                <a:lnTo>
                  <a:pt x="176069" y="197005"/>
                </a:lnTo>
                <a:lnTo>
                  <a:pt x="167717" y="236786"/>
                </a:lnTo>
                <a:lnTo>
                  <a:pt x="146266" y="257674"/>
                </a:lnTo>
                <a:lnTo>
                  <a:pt x="126713" y="270586"/>
                </a:lnTo>
                <a:lnTo>
                  <a:pt x="105262" y="274668"/>
                </a:lnTo>
                <a:lnTo>
                  <a:pt x="84096" y="267738"/>
                </a:lnTo>
                <a:lnTo>
                  <a:pt x="28000" y="211152"/>
                </a:lnTo>
                <a:lnTo>
                  <a:pt x="27241" y="199094"/>
                </a:lnTo>
                <a:lnTo>
                  <a:pt x="52014" y="168428"/>
                </a:lnTo>
                <a:lnTo>
                  <a:pt x="57994" y="148965"/>
                </a:lnTo>
                <a:lnTo>
                  <a:pt x="53533" y="127033"/>
                </a:lnTo>
                <a:lnTo>
                  <a:pt x="48977" y="134343"/>
                </a:lnTo>
                <a:lnTo>
                  <a:pt x="46889" y="126938"/>
                </a:lnTo>
                <a:lnTo>
                  <a:pt x="37207" y="124185"/>
                </a:lnTo>
                <a:lnTo>
                  <a:pt x="46983" y="128457"/>
                </a:lnTo>
                <a:lnTo>
                  <a:pt x="47458" y="136432"/>
                </a:lnTo>
                <a:lnTo>
                  <a:pt x="37871" y="145262"/>
                </a:lnTo>
                <a:lnTo>
                  <a:pt x="30943" y="135578"/>
                </a:lnTo>
                <a:lnTo>
                  <a:pt x="28949" y="143743"/>
                </a:lnTo>
                <a:lnTo>
                  <a:pt x="18983" y="153902"/>
                </a:lnTo>
                <a:lnTo>
                  <a:pt x="7214" y="134154"/>
                </a:lnTo>
                <a:lnTo>
                  <a:pt x="0" y="105671"/>
                </a:lnTo>
                <a:lnTo>
                  <a:pt x="3702" y="79562"/>
                </a:lnTo>
                <a:lnTo>
                  <a:pt x="10820" y="70352"/>
                </a:lnTo>
                <a:lnTo>
                  <a:pt x="14807" y="48800"/>
                </a:lnTo>
                <a:lnTo>
                  <a:pt x="10820" y="475"/>
                </a:lnTo>
                <a:lnTo>
                  <a:pt x="13573"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2724D61A-337E-40D8-8875-190CC1739DC5}"/>
              </a:ext>
            </a:extLst>
          </p:cNvPr>
          <p:cNvSpPr>
            <a:spLocks xmlns:a="http://schemas.openxmlformats.org/drawingml/2006/main" noGrp="1"/>
          </p:cNvSpPr>
          <p:nvPr/>
        </p:nvSpPr>
        <p:spPr>
          <a:xfrm xmlns:a="http://schemas.openxmlformats.org/drawingml/2006/main">
            <a:off x="5147551" y="4158840"/>
            <a:ext cx="179850" cy="73411"/>
          </a:xfrm>
          <a:custGeom xmlns:a="http://schemas.openxmlformats.org/drawingml/2006/main">
            <a:pathLst>
              <a:path w="251907" h="102823">
                <a:moveTo>
                  <a:pt x="148544" y="190"/>
                </a:moveTo>
                <a:lnTo>
                  <a:pt x="168856" y="6456"/>
                </a:lnTo>
                <a:lnTo>
                  <a:pt x="156137" y="2658"/>
                </a:lnTo>
                <a:lnTo>
                  <a:pt x="153289" y="11583"/>
                </a:lnTo>
                <a:lnTo>
                  <a:pt x="162401" y="25824"/>
                </a:lnTo>
                <a:lnTo>
                  <a:pt x="172747" y="31901"/>
                </a:lnTo>
                <a:lnTo>
                  <a:pt x="189168" y="30192"/>
                </a:lnTo>
                <a:lnTo>
                  <a:pt x="202741" y="20887"/>
                </a:lnTo>
                <a:lnTo>
                  <a:pt x="204164" y="18514"/>
                </a:lnTo>
                <a:lnTo>
                  <a:pt x="199229" y="15571"/>
                </a:lnTo>
                <a:lnTo>
                  <a:pt x="210524" y="21457"/>
                </a:lnTo>
                <a:lnTo>
                  <a:pt x="223243" y="51554"/>
                </a:lnTo>
                <a:lnTo>
                  <a:pt x="217263" y="37312"/>
                </a:lnTo>
                <a:lnTo>
                  <a:pt x="209670" y="35034"/>
                </a:lnTo>
                <a:lnTo>
                  <a:pt x="198849" y="39686"/>
                </a:lnTo>
                <a:lnTo>
                  <a:pt x="192395" y="51364"/>
                </a:lnTo>
                <a:lnTo>
                  <a:pt x="202266" y="61713"/>
                </a:lnTo>
                <a:lnTo>
                  <a:pt x="213941" y="62947"/>
                </a:lnTo>
                <a:lnTo>
                  <a:pt x="232829" y="76903"/>
                </a:lnTo>
                <a:lnTo>
                  <a:pt x="240043" y="75384"/>
                </a:lnTo>
                <a:lnTo>
                  <a:pt x="236056" y="69973"/>
                </a:lnTo>
                <a:lnTo>
                  <a:pt x="251907" y="92949"/>
                </a:lnTo>
                <a:lnTo>
                  <a:pt x="233968" y="95132"/>
                </a:lnTo>
                <a:lnTo>
                  <a:pt x="237290" y="89910"/>
                </a:lnTo>
                <a:lnTo>
                  <a:pt x="233778" y="84404"/>
                </a:lnTo>
                <a:lnTo>
                  <a:pt x="215554" y="80036"/>
                </a:lnTo>
                <a:lnTo>
                  <a:pt x="214225" y="96936"/>
                </a:lnTo>
                <a:lnTo>
                  <a:pt x="225426" y="95607"/>
                </a:lnTo>
                <a:lnTo>
                  <a:pt x="187839" y="102823"/>
                </a:lnTo>
                <a:lnTo>
                  <a:pt x="152625" y="95607"/>
                </a:lnTo>
                <a:lnTo>
                  <a:pt x="92638" y="102348"/>
                </a:lnTo>
                <a:lnTo>
                  <a:pt x="6359" y="87917"/>
                </a:lnTo>
                <a:lnTo>
                  <a:pt x="0" y="81745"/>
                </a:lnTo>
                <a:lnTo>
                  <a:pt x="3322" y="72441"/>
                </a:lnTo>
                <a:lnTo>
                  <a:pt x="33790" y="53358"/>
                </a:lnTo>
                <a:lnTo>
                  <a:pt x="64068" y="20128"/>
                </a:lnTo>
                <a:lnTo>
                  <a:pt x="132977"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ED81EF5A-8ED2-4EDE-B08F-A2A1D53398AA}"/>
              </a:ext>
            </a:extLst>
          </p:cNvPr>
          <p:cNvSpPr>
            <a:spLocks xmlns:a="http://schemas.openxmlformats.org/drawingml/2006/main" noGrp="1"/>
          </p:cNvSpPr>
          <p:nvPr/>
        </p:nvSpPr>
        <p:spPr>
          <a:xfrm xmlns:a="http://schemas.openxmlformats.org/drawingml/2006/main">
            <a:off x="5368196" y="3996361"/>
            <a:ext cx="210819" cy="83375"/>
          </a:xfrm>
          <a:custGeom xmlns:a="http://schemas.openxmlformats.org/drawingml/2006/main">
            <a:pathLst>
              <a:path w="295284" h="116779">
                <a:moveTo>
                  <a:pt x="103174" y="11773"/>
                </a:moveTo>
                <a:lnTo>
                  <a:pt x="140571" y="28673"/>
                </a:lnTo>
                <a:lnTo>
                  <a:pt x="145127" y="18419"/>
                </a:lnTo>
                <a:lnTo>
                  <a:pt x="159459" y="7311"/>
                </a:lnTo>
                <a:lnTo>
                  <a:pt x="168286" y="6076"/>
                </a:lnTo>
                <a:lnTo>
                  <a:pt x="172462" y="10064"/>
                </a:lnTo>
                <a:lnTo>
                  <a:pt x="186890" y="54022"/>
                </a:lnTo>
                <a:lnTo>
                  <a:pt x="191541" y="57915"/>
                </a:lnTo>
                <a:lnTo>
                  <a:pt x="227229" y="71492"/>
                </a:lnTo>
                <a:lnTo>
                  <a:pt x="239568" y="67884"/>
                </a:lnTo>
                <a:lnTo>
                  <a:pt x="262063" y="69023"/>
                </a:lnTo>
                <a:lnTo>
                  <a:pt x="285792" y="82790"/>
                </a:lnTo>
                <a:lnTo>
                  <a:pt x="295284" y="93708"/>
                </a:lnTo>
                <a:lnTo>
                  <a:pt x="277440" y="116779"/>
                </a:lnTo>
                <a:lnTo>
                  <a:pt x="229317" y="114785"/>
                </a:lnTo>
                <a:lnTo>
                  <a:pt x="184137" y="104911"/>
                </a:lnTo>
                <a:lnTo>
                  <a:pt x="118265" y="70732"/>
                </a:lnTo>
                <a:lnTo>
                  <a:pt x="53058" y="56491"/>
                </a:lnTo>
                <a:lnTo>
                  <a:pt x="28475" y="56681"/>
                </a:lnTo>
                <a:lnTo>
                  <a:pt x="4651" y="42059"/>
                </a:lnTo>
                <a:lnTo>
                  <a:pt x="0" y="30287"/>
                </a:lnTo>
                <a:lnTo>
                  <a:pt x="3227" y="22786"/>
                </a:lnTo>
                <a:lnTo>
                  <a:pt x="34834" y="5412"/>
                </a:lnTo>
                <a:lnTo>
                  <a:pt x="62834" y="0"/>
                </a:lnTo>
                <a:lnTo>
                  <a:pt x="91594" y="3133"/>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1BBB3ABA-9500-40B3-B636-19B8B6B876E2}"/>
              </a:ext>
            </a:extLst>
          </p:cNvPr>
          <p:cNvSpPr>
            <a:spLocks xmlns:a="http://schemas.openxmlformats.org/drawingml/2006/main" noGrp="1"/>
          </p:cNvSpPr>
          <p:nvPr/>
        </p:nvSpPr>
        <p:spPr>
          <a:xfrm xmlns:a="http://schemas.openxmlformats.org/drawingml/2006/main">
            <a:off x="5503389" y="3975619"/>
            <a:ext cx="131804" cy="110557"/>
          </a:xfrm>
          <a:custGeom xmlns:a="http://schemas.openxmlformats.org/drawingml/2006/main">
            <a:pathLst>
              <a:path w="184612" h="154851">
                <a:moveTo>
                  <a:pt x="15187" y="0"/>
                </a:moveTo>
                <a:lnTo>
                  <a:pt x="51350" y="6456"/>
                </a:lnTo>
                <a:lnTo>
                  <a:pt x="93018" y="41585"/>
                </a:lnTo>
                <a:lnTo>
                  <a:pt x="103174" y="58769"/>
                </a:lnTo>
                <a:lnTo>
                  <a:pt x="110767" y="63042"/>
                </a:lnTo>
                <a:lnTo>
                  <a:pt x="114659" y="57440"/>
                </a:lnTo>
                <a:lnTo>
                  <a:pt x="118550" y="60953"/>
                </a:lnTo>
                <a:lnTo>
                  <a:pt x="116462" y="63327"/>
                </a:lnTo>
                <a:lnTo>
                  <a:pt x="124150" y="70352"/>
                </a:lnTo>
                <a:lnTo>
                  <a:pt x="126428" y="68359"/>
                </a:lnTo>
                <a:lnTo>
                  <a:pt x="132218" y="73960"/>
                </a:lnTo>
                <a:lnTo>
                  <a:pt x="130035" y="76144"/>
                </a:lnTo>
                <a:lnTo>
                  <a:pt x="137154" y="83170"/>
                </a:lnTo>
                <a:lnTo>
                  <a:pt x="139906" y="80606"/>
                </a:lnTo>
                <a:lnTo>
                  <a:pt x="160978" y="103107"/>
                </a:lnTo>
                <a:lnTo>
                  <a:pt x="166008" y="110703"/>
                </a:lnTo>
                <a:lnTo>
                  <a:pt x="163066" y="121526"/>
                </a:lnTo>
                <a:lnTo>
                  <a:pt x="171229" y="125039"/>
                </a:lnTo>
                <a:lnTo>
                  <a:pt x="184612" y="150294"/>
                </a:lnTo>
                <a:lnTo>
                  <a:pt x="183852" y="154851"/>
                </a:lnTo>
                <a:lnTo>
                  <a:pt x="158415" y="148110"/>
                </a:lnTo>
                <a:lnTo>
                  <a:pt x="129560" y="146686"/>
                </a:lnTo>
                <a:lnTo>
                  <a:pt x="122632" y="120197"/>
                </a:lnTo>
                <a:lnTo>
                  <a:pt x="105926" y="104721"/>
                </a:lnTo>
                <a:lnTo>
                  <a:pt x="71187" y="91430"/>
                </a:lnTo>
                <a:lnTo>
                  <a:pt x="31892" y="87537"/>
                </a:lnTo>
                <a:lnTo>
                  <a:pt x="10346" y="75099"/>
                </a:lnTo>
                <a:lnTo>
                  <a:pt x="0" y="14621"/>
                </a:lnTo>
                <a:lnTo>
                  <a:pt x="4841" y="11868"/>
                </a:lnTo>
                <a:lnTo>
                  <a:pt x="4271" y="4842"/>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45E3574F-B26F-4019-AF83-D67C53A0314E}"/>
              </a:ext>
            </a:extLst>
          </p:cNvPr>
          <p:cNvSpPr>
            <a:spLocks xmlns:a="http://schemas.openxmlformats.org/drawingml/2006/main" noGrp="1"/>
          </p:cNvSpPr>
          <p:nvPr/>
        </p:nvSpPr>
        <p:spPr>
          <a:xfrm xmlns:a="http://schemas.openxmlformats.org/drawingml/2006/main">
            <a:off x="5215859" y="4301798"/>
            <a:ext cx="98531" cy="82426"/>
          </a:xfrm>
          <a:custGeom xmlns:a="http://schemas.openxmlformats.org/drawingml/2006/main">
            <a:pathLst>
              <a:path w="138008" h="115450">
                <a:moveTo>
                  <a:pt x="91784" y="0"/>
                </a:moveTo>
                <a:lnTo>
                  <a:pt x="114374" y="2184"/>
                </a:lnTo>
                <a:lnTo>
                  <a:pt x="117601" y="7880"/>
                </a:lnTo>
                <a:lnTo>
                  <a:pt x="102319" y="12532"/>
                </a:lnTo>
                <a:lnTo>
                  <a:pt x="100706" y="17374"/>
                </a:lnTo>
                <a:lnTo>
                  <a:pt x="112191" y="9779"/>
                </a:lnTo>
                <a:lnTo>
                  <a:pt x="123201" y="11013"/>
                </a:lnTo>
                <a:lnTo>
                  <a:pt x="137438" y="34749"/>
                </a:lnTo>
                <a:lnTo>
                  <a:pt x="130225" y="41015"/>
                </a:lnTo>
                <a:lnTo>
                  <a:pt x="130984" y="44053"/>
                </a:lnTo>
                <a:lnTo>
                  <a:pt x="132598" y="40825"/>
                </a:lnTo>
                <a:lnTo>
                  <a:pt x="138008" y="41300"/>
                </a:lnTo>
                <a:lnTo>
                  <a:pt x="136204" y="52978"/>
                </a:lnTo>
                <a:lnTo>
                  <a:pt x="126143" y="50699"/>
                </a:lnTo>
                <a:lnTo>
                  <a:pt x="115038" y="59434"/>
                </a:lnTo>
                <a:lnTo>
                  <a:pt x="105736" y="37502"/>
                </a:lnTo>
                <a:lnTo>
                  <a:pt x="105547" y="43294"/>
                </a:lnTo>
                <a:lnTo>
                  <a:pt x="113994" y="54497"/>
                </a:lnTo>
                <a:lnTo>
                  <a:pt x="111052" y="60573"/>
                </a:lnTo>
                <a:lnTo>
                  <a:pt x="105547" y="49560"/>
                </a:lnTo>
                <a:lnTo>
                  <a:pt x="97384" y="47091"/>
                </a:lnTo>
                <a:lnTo>
                  <a:pt x="89980" y="50509"/>
                </a:lnTo>
                <a:lnTo>
                  <a:pt x="98048" y="47661"/>
                </a:lnTo>
                <a:lnTo>
                  <a:pt x="105357" y="50225"/>
                </a:lnTo>
                <a:lnTo>
                  <a:pt x="109248" y="57820"/>
                </a:lnTo>
                <a:lnTo>
                  <a:pt x="106306" y="84404"/>
                </a:lnTo>
                <a:lnTo>
                  <a:pt x="92923" y="83454"/>
                </a:lnTo>
                <a:lnTo>
                  <a:pt x="78306" y="91714"/>
                </a:lnTo>
                <a:lnTo>
                  <a:pt x="72896" y="85543"/>
                </a:lnTo>
                <a:lnTo>
                  <a:pt x="68150" y="85543"/>
                </a:lnTo>
                <a:lnTo>
                  <a:pt x="45560" y="99405"/>
                </a:lnTo>
                <a:lnTo>
                  <a:pt x="46224" y="102348"/>
                </a:lnTo>
                <a:lnTo>
                  <a:pt x="37966" y="104627"/>
                </a:lnTo>
                <a:lnTo>
                  <a:pt x="33790" y="99879"/>
                </a:lnTo>
                <a:lnTo>
                  <a:pt x="18034" y="115450"/>
                </a:lnTo>
                <a:lnTo>
                  <a:pt x="21261" y="108329"/>
                </a:lnTo>
                <a:lnTo>
                  <a:pt x="16705" y="88012"/>
                </a:lnTo>
                <a:lnTo>
                  <a:pt x="6644" y="58390"/>
                </a:lnTo>
                <a:lnTo>
                  <a:pt x="0" y="54592"/>
                </a:lnTo>
                <a:lnTo>
                  <a:pt x="759" y="49750"/>
                </a:lnTo>
                <a:lnTo>
                  <a:pt x="38916" y="44148"/>
                </a:lnTo>
                <a:lnTo>
                  <a:pt x="48882" y="51933"/>
                </a:lnTo>
                <a:lnTo>
                  <a:pt x="51444" y="50035"/>
                </a:lnTo>
                <a:lnTo>
                  <a:pt x="46414" y="38072"/>
                </a:lnTo>
                <a:lnTo>
                  <a:pt x="62455" y="10634"/>
                </a:lnTo>
                <a:lnTo>
                  <a:pt x="75933" y="2943"/>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51E11548-6BC5-46F3-9E40-655F4667A525}"/>
              </a:ext>
            </a:extLst>
          </p:cNvPr>
          <p:cNvSpPr>
            <a:spLocks xmlns:a="http://schemas.openxmlformats.org/drawingml/2006/main" noGrp="1"/>
          </p:cNvSpPr>
          <p:nvPr/>
        </p:nvSpPr>
        <p:spPr>
          <a:xfrm xmlns:a="http://schemas.openxmlformats.org/drawingml/2006/main">
            <a:off x="5290536" y="4409169"/>
            <a:ext cx="89790" cy="67581"/>
          </a:xfrm>
          <a:custGeom xmlns:a="http://schemas.openxmlformats.org/drawingml/2006/main">
            <a:pathLst>
              <a:path w="125764" h="94658">
                <a:moveTo>
                  <a:pt x="43946" y="0"/>
                </a:moveTo>
                <a:lnTo>
                  <a:pt x="59987" y="7026"/>
                </a:lnTo>
                <a:lnTo>
                  <a:pt x="63689" y="15286"/>
                </a:lnTo>
                <a:lnTo>
                  <a:pt x="80963" y="7785"/>
                </a:lnTo>
                <a:lnTo>
                  <a:pt x="79635" y="22881"/>
                </a:lnTo>
                <a:lnTo>
                  <a:pt x="82007" y="7595"/>
                </a:lnTo>
                <a:lnTo>
                  <a:pt x="89696" y="5697"/>
                </a:lnTo>
                <a:lnTo>
                  <a:pt x="107255" y="11583"/>
                </a:lnTo>
                <a:lnTo>
                  <a:pt x="111526" y="19843"/>
                </a:lnTo>
                <a:lnTo>
                  <a:pt x="114089" y="16805"/>
                </a:lnTo>
                <a:lnTo>
                  <a:pt x="125764" y="19178"/>
                </a:lnTo>
                <a:lnTo>
                  <a:pt x="125194" y="29052"/>
                </a:lnTo>
                <a:lnTo>
                  <a:pt x="116177" y="41300"/>
                </a:lnTo>
                <a:lnTo>
                  <a:pt x="103933" y="35034"/>
                </a:lnTo>
                <a:lnTo>
                  <a:pt x="98333" y="39686"/>
                </a:lnTo>
                <a:lnTo>
                  <a:pt x="105736" y="37882"/>
                </a:lnTo>
                <a:lnTo>
                  <a:pt x="109913" y="43009"/>
                </a:lnTo>
                <a:lnTo>
                  <a:pt x="108014" y="58959"/>
                </a:lnTo>
                <a:lnTo>
                  <a:pt x="104313" y="61902"/>
                </a:lnTo>
                <a:lnTo>
                  <a:pt x="108394" y="86872"/>
                </a:lnTo>
                <a:lnTo>
                  <a:pt x="93397" y="94658"/>
                </a:lnTo>
                <a:lnTo>
                  <a:pt x="80774" y="92664"/>
                </a:lnTo>
                <a:lnTo>
                  <a:pt x="66726" y="83454"/>
                </a:lnTo>
                <a:lnTo>
                  <a:pt x="62360" y="88391"/>
                </a:lnTo>
                <a:lnTo>
                  <a:pt x="54672" y="88201"/>
                </a:lnTo>
                <a:lnTo>
                  <a:pt x="36448" y="66650"/>
                </a:lnTo>
                <a:lnTo>
                  <a:pt x="27526" y="39971"/>
                </a:lnTo>
                <a:lnTo>
                  <a:pt x="20027" y="34844"/>
                </a:lnTo>
                <a:lnTo>
                  <a:pt x="14142" y="36648"/>
                </a:lnTo>
                <a:lnTo>
                  <a:pt x="854" y="32185"/>
                </a:lnTo>
                <a:lnTo>
                  <a:pt x="0" y="24970"/>
                </a:lnTo>
                <a:lnTo>
                  <a:pt x="12529" y="10254"/>
                </a:lnTo>
                <a:lnTo>
                  <a:pt x="18129" y="12817"/>
                </a:lnTo>
                <a:lnTo>
                  <a:pt x="30183" y="949"/>
                </a:lnTo>
                <a:lnTo>
                  <a:pt x="33126" y="5697"/>
                </a:lnTo>
                <a:lnTo>
                  <a:pt x="34075" y="1994"/>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109361FF-F0A9-4FCF-B855-9DFBF81FA13A}"/>
              </a:ext>
            </a:extLst>
          </p:cNvPr>
          <p:cNvSpPr>
            <a:spLocks xmlns:a="http://schemas.openxmlformats.org/drawingml/2006/main" noGrp="1"/>
          </p:cNvSpPr>
          <p:nvPr/>
        </p:nvSpPr>
        <p:spPr>
          <a:xfrm xmlns:a="http://schemas.openxmlformats.org/drawingml/2006/main">
            <a:off x="5721662" y="4175787"/>
            <a:ext cx="64716" cy="68869"/>
          </a:xfrm>
          <a:custGeom xmlns:a="http://schemas.openxmlformats.org/drawingml/2006/main">
            <a:pathLst>
              <a:path w="90645" h="96461">
                <a:moveTo>
                  <a:pt x="11390" y="2658"/>
                </a:moveTo>
                <a:lnTo>
                  <a:pt x="33221" y="23166"/>
                </a:lnTo>
                <a:lnTo>
                  <a:pt x="45370" y="27723"/>
                </a:lnTo>
                <a:lnTo>
                  <a:pt x="62360" y="57535"/>
                </a:lnTo>
                <a:lnTo>
                  <a:pt x="90170" y="85733"/>
                </a:lnTo>
                <a:lnTo>
                  <a:pt x="90645" y="96461"/>
                </a:lnTo>
                <a:lnTo>
                  <a:pt x="62645" y="89246"/>
                </a:lnTo>
                <a:lnTo>
                  <a:pt x="16136" y="59909"/>
                </a:lnTo>
                <a:lnTo>
                  <a:pt x="664" y="27723"/>
                </a:lnTo>
                <a:lnTo>
                  <a:pt x="0" y="2563"/>
                </a:lnTo>
                <a:lnTo>
                  <a:pt x="5505"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F566B537-CF66-4391-A39E-48CAD923E2B0}"/>
              </a:ext>
            </a:extLst>
          </p:cNvPr>
          <p:cNvSpPr>
            <a:spLocks xmlns:a="http://schemas.openxmlformats.org/drawingml/2006/main" noGrp="1"/>
          </p:cNvSpPr>
          <p:nvPr/>
        </p:nvSpPr>
        <p:spPr>
          <a:xfrm xmlns:a="http://schemas.openxmlformats.org/drawingml/2006/main">
            <a:off x="5416039" y="4057231"/>
            <a:ext cx="24870" cy="36197"/>
          </a:xfrm>
          <a:custGeom xmlns:a="http://schemas.openxmlformats.org/drawingml/2006/main">
            <a:pathLst>
              <a:path w="34834" h="50699">
                <a:moveTo>
                  <a:pt x="6170" y="0"/>
                </a:moveTo>
                <a:lnTo>
                  <a:pt x="16041" y="3228"/>
                </a:lnTo>
                <a:lnTo>
                  <a:pt x="3227" y="1044"/>
                </a:lnTo>
                <a:lnTo>
                  <a:pt x="7688" y="19463"/>
                </a:lnTo>
                <a:lnTo>
                  <a:pt x="32841" y="24020"/>
                </a:lnTo>
                <a:lnTo>
                  <a:pt x="24963" y="39306"/>
                </a:lnTo>
                <a:lnTo>
                  <a:pt x="34834" y="45952"/>
                </a:lnTo>
                <a:lnTo>
                  <a:pt x="18224" y="50699"/>
                </a:lnTo>
                <a:lnTo>
                  <a:pt x="1803" y="38547"/>
                </a:lnTo>
                <a:lnTo>
                  <a:pt x="9587" y="41490"/>
                </a:lnTo>
                <a:lnTo>
                  <a:pt x="12434" y="36458"/>
                </a:lnTo>
                <a:lnTo>
                  <a:pt x="5885" y="26299"/>
                </a:lnTo>
                <a:lnTo>
                  <a:pt x="2278" y="26109"/>
                </a:lnTo>
                <a:lnTo>
                  <a:pt x="0" y="31521"/>
                </a:lnTo>
                <a:lnTo>
                  <a:pt x="4651" y="16615"/>
                </a:lnTo>
                <a:lnTo>
                  <a:pt x="854" y="2753"/>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5DC891B6-8B57-4E92-AFFF-93361C43CBB5}"/>
              </a:ext>
            </a:extLst>
          </p:cNvPr>
          <p:cNvSpPr>
            <a:spLocks xmlns:a="http://schemas.openxmlformats.org/drawingml/2006/main" noGrp="1"/>
          </p:cNvSpPr>
          <p:nvPr/>
        </p:nvSpPr>
        <p:spPr>
          <a:xfrm xmlns:a="http://schemas.openxmlformats.org/drawingml/2006/main">
            <a:off x="5474453" y="4267906"/>
            <a:ext cx="23854" cy="6304"/>
          </a:xfrm>
          <a:custGeom xmlns:a="http://schemas.openxmlformats.org/drawingml/2006/main">
            <a:pathLst>
              <a:path w="33410" h="8830">
                <a:moveTo>
                  <a:pt x="17939" y="0"/>
                </a:moveTo>
                <a:lnTo>
                  <a:pt x="33410" y="0"/>
                </a:lnTo>
                <a:lnTo>
                  <a:pt x="33410" y="8830"/>
                </a:lnTo>
                <a:lnTo>
                  <a:pt x="0" y="8830"/>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81C35464-CAFF-424A-A750-275AC079251F}"/>
              </a:ext>
            </a:extLst>
          </p:cNvPr>
          <p:cNvSpPr>
            <a:spLocks xmlns:a="http://schemas.openxmlformats.org/drawingml/2006/main" noGrp="1"/>
          </p:cNvSpPr>
          <p:nvPr/>
        </p:nvSpPr>
        <p:spPr>
          <a:xfrm xmlns:a="http://schemas.openxmlformats.org/drawingml/2006/main">
            <a:off x="5433048" y="4061366"/>
            <a:ext cx="31985" cy="29283"/>
          </a:xfrm>
          <a:custGeom xmlns:a="http://schemas.openxmlformats.org/drawingml/2006/main">
            <a:pathLst>
              <a:path w="44800" h="41015">
                <a:moveTo>
                  <a:pt x="28760" y="14336"/>
                </a:moveTo>
                <a:lnTo>
                  <a:pt x="44800" y="29242"/>
                </a:lnTo>
                <a:lnTo>
                  <a:pt x="38346" y="22976"/>
                </a:lnTo>
                <a:lnTo>
                  <a:pt x="34075" y="30666"/>
                </a:lnTo>
                <a:lnTo>
                  <a:pt x="34929" y="37312"/>
                </a:lnTo>
                <a:lnTo>
                  <a:pt x="44231" y="34939"/>
                </a:lnTo>
                <a:lnTo>
                  <a:pt x="19268" y="41015"/>
                </a:lnTo>
                <a:lnTo>
                  <a:pt x="28570" y="36268"/>
                </a:lnTo>
                <a:lnTo>
                  <a:pt x="21926" y="15381"/>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9CE25DE3-53EA-457E-8580-1E101AB3C255}"/>
              </a:ext>
            </a:extLst>
          </p:cNvPr>
          <p:cNvSpPr>
            <a:spLocks xmlns:a="http://schemas.openxmlformats.org/drawingml/2006/main" noGrp="1"/>
          </p:cNvSpPr>
          <p:nvPr/>
        </p:nvSpPr>
        <p:spPr>
          <a:xfrm xmlns:a="http://schemas.openxmlformats.org/drawingml/2006/main">
            <a:off x="5340141" y="4309525"/>
            <a:ext cx="15789" cy="16472"/>
          </a:xfrm>
          <a:custGeom xmlns:a="http://schemas.openxmlformats.org/drawingml/2006/main">
            <a:pathLst>
              <a:path w="22115" h="23071">
                <a:moveTo>
                  <a:pt x="12149" y="21742"/>
                </a:moveTo>
                <a:lnTo>
                  <a:pt x="4841" y="23071"/>
                </a:lnTo>
                <a:lnTo>
                  <a:pt x="0" y="19748"/>
                </a:lnTo>
                <a:lnTo>
                  <a:pt x="6075" y="15286"/>
                </a:lnTo>
                <a:lnTo>
                  <a:pt x="7593" y="8355"/>
                </a:lnTo>
                <a:lnTo>
                  <a:pt x="22115"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7C5E3366-A119-4E48-AC7F-418CB54BE966}"/>
              </a:ext>
            </a:extLst>
          </p:cNvPr>
          <p:cNvSpPr>
            <a:spLocks xmlns:a="http://schemas.openxmlformats.org/drawingml/2006/main" noGrp="1"/>
          </p:cNvSpPr>
          <p:nvPr/>
        </p:nvSpPr>
        <p:spPr>
          <a:xfrm xmlns:a="http://schemas.openxmlformats.org/drawingml/2006/main">
            <a:off x="4830271" y="2898658"/>
            <a:ext cx="10978" cy="16472"/>
          </a:xfrm>
          <a:custGeom xmlns:a="http://schemas.openxmlformats.org/drawingml/2006/main">
            <a:pathLst>
              <a:path w="15376" h="23071">
                <a:moveTo>
                  <a:pt x="7973" y="23071"/>
                </a:moveTo>
                <a:lnTo>
                  <a:pt x="0" y="20508"/>
                </a:lnTo>
                <a:lnTo>
                  <a:pt x="9112" y="0"/>
                </a:lnTo>
                <a:lnTo>
                  <a:pt x="15376" y="12437"/>
                </a:lnTo>
                <a:lnTo>
                  <a:pt x="15092" y="17374"/>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AF24164E-7677-4BB3-B4F8-0B408F031FFE}"/>
              </a:ext>
            </a:extLst>
          </p:cNvPr>
          <p:cNvSpPr>
            <a:spLocks xmlns:a="http://schemas.openxmlformats.org/drawingml/2006/main" noGrp="1"/>
          </p:cNvSpPr>
          <p:nvPr/>
        </p:nvSpPr>
        <p:spPr>
          <a:xfrm xmlns:a="http://schemas.openxmlformats.org/drawingml/2006/main">
            <a:off x="4460338" y="2413795"/>
            <a:ext cx="2967394" cy="1763144"/>
          </a:xfrm>
          <a:custGeom xmlns:a="http://schemas.openxmlformats.org/drawingml/2006/main">
            <a:pathLst>
              <a:path w="4156278" h="2469546">
                <a:moveTo>
                  <a:pt x="869336" y="1549745"/>
                </a:moveTo>
                <a:lnTo>
                  <a:pt x="849973" y="1545852"/>
                </a:lnTo>
                <a:lnTo>
                  <a:pt x="855099" y="1557625"/>
                </a:lnTo>
                <a:lnTo>
                  <a:pt x="865824" y="1560283"/>
                </a:lnTo>
                <a:lnTo>
                  <a:pt x="889173" y="1589430"/>
                </a:lnTo>
                <a:lnTo>
                  <a:pt x="889458" y="1625793"/>
                </a:lnTo>
                <a:lnTo>
                  <a:pt x="858800" y="1624939"/>
                </a:lnTo>
                <a:lnTo>
                  <a:pt x="858990" y="1620477"/>
                </a:lnTo>
                <a:lnTo>
                  <a:pt x="853390" y="1616679"/>
                </a:lnTo>
                <a:lnTo>
                  <a:pt x="850353" y="1591329"/>
                </a:lnTo>
                <a:lnTo>
                  <a:pt x="841620" y="1574714"/>
                </a:lnTo>
                <a:lnTo>
                  <a:pt x="844468" y="1565315"/>
                </a:lnTo>
                <a:lnTo>
                  <a:pt x="853010" y="1558384"/>
                </a:lnTo>
                <a:lnTo>
                  <a:pt x="848170" y="1546706"/>
                </a:lnTo>
                <a:lnTo>
                  <a:pt x="838393" y="1558574"/>
                </a:lnTo>
                <a:lnTo>
                  <a:pt x="833837" y="1573005"/>
                </a:lnTo>
                <a:lnTo>
                  <a:pt x="835736" y="1612406"/>
                </a:lnTo>
                <a:lnTo>
                  <a:pt x="809349" y="1622375"/>
                </a:lnTo>
                <a:lnTo>
                  <a:pt x="789322" y="1621046"/>
                </a:lnTo>
                <a:lnTo>
                  <a:pt x="742054" y="1629876"/>
                </a:lnTo>
                <a:lnTo>
                  <a:pt x="729050" y="1536358"/>
                </a:lnTo>
                <a:lnTo>
                  <a:pt x="723640" y="1533889"/>
                </a:lnTo>
                <a:lnTo>
                  <a:pt x="712440" y="1536927"/>
                </a:lnTo>
                <a:lnTo>
                  <a:pt x="723260" y="1640320"/>
                </a:lnTo>
                <a:lnTo>
                  <a:pt x="706365" y="1648105"/>
                </a:lnTo>
                <a:lnTo>
                  <a:pt x="703138" y="1644307"/>
                </a:lnTo>
                <a:lnTo>
                  <a:pt x="690419" y="1653517"/>
                </a:lnTo>
                <a:lnTo>
                  <a:pt x="638975" y="1596361"/>
                </a:lnTo>
                <a:lnTo>
                  <a:pt x="636127" y="1556675"/>
                </a:lnTo>
                <a:lnTo>
                  <a:pt x="598825" y="1561327"/>
                </a:lnTo>
                <a:lnTo>
                  <a:pt x="605564" y="1617249"/>
                </a:lnTo>
                <a:lnTo>
                  <a:pt x="651504" y="1664625"/>
                </a:lnTo>
                <a:lnTo>
                  <a:pt x="648182" y="1663201"/>
                </a:lnTo>
                <a:lnTo>
                  <a:pt x="650839" y="1667663"/>
                </a:lnTo>
                <a:lnTo>
                  <a:pt x="637171" y="1682189"/>
                </a:lnTo>
                <a:lnTo>
                  <a:pt x="577944" y="1728806"/>
                </a:lnTo>
                <a:lnTo>
                  <a:pt x="564750" y="1712856"/>
                </a:lnTo>
                <a:lnTo>
                  <a:pt x="567028" y="1709343"/>
                </a:lnTo>
                <a:lnTo>
                  <a:pt x="560384" y="1698424"/>
                </a:lnTo>
                <a:lnTo>
                  <a:pt x="502485" y="1669562"/>
                </a:lnTo>
                <a:lnTo>
                  <a:pt x="506092" y="1661777"/>
                </a:lnTo>
                <a:lnTo>
                  <a:pt x="493563" y="1651808"/>
                </a:lnTo>
                <a:lnTo>
                  <a:pt x="483123" y="1660542"/>
                </a:lnTo>
                <a:lnTo>
                  <a:pt x="476194" y="1652852"/>
                </a:lnTo>
                <a:lnTo>
                  <a:pt x="485211" y="1645067"/>
                </a:lnTo>
                <a:lnTo>
                  <a:pt x="456072" y="1611552"/>
                </a:lnTo>
                <a:lnTo>
                  <a:pt x="437373" y="1627407"/>
                </a:lnTo>
                <a:lnTo>
                  <a:pt x="418675" y="1605286"/>
                </a:lnTo>
                <a:lnTo>
                  <a:pt x="491570" y="1525819"/>
                </a:lnTo>
                <a:lnTo>
                  <a:pt x="488438" y="1515850"/>
                </a:lnTo>
                <a:lnTo>
                  <a:pt x="478187" y="1512147"/>
                </a:lnTo>
                <a:lnTo>
                  <a:pt x="428831" y="1565410"/>
                </a:lnTo>
                <a:lnTo>
                  <a:pt x="414119" y="1570442"/>
                </a:lnTo>
                <a:lnTo>
                  <a:pt x="389915" y="1547086"/>
                </a:lnTo>
                <a:lnTo>
                  <a:pt x="385739" y="1535218"/>
                </a:lnTo>
                <a:lnTo>
                  <a:pt x="438227" y="1480816"/>
                </a:lnTo>
                <a:lnTo>
                  <a:pt x="440221" y="1475879"/>
                </a:lnTo>
                <a:lnTo>
                  <a:pt x="434905" y="1469613"/>
                </a:lnTo>
                <a:lnTo>
                  <a:pt x="417061" y="1455562"/>
                </a:lnTo>
                <a:lnTo>
                  <a:pt x="386213" y="1489551"/>
                </a:lnTo>
                <a:lnTo>
                  <a:pt x="356125" y="1513192"/>
                </a:lnTo>
                <a:lnTo>
                  <a:pt x="333345" y="1497811"/>
                </a:lnTo>
                <a:lnTo>
                  <a:pt x="303162" y="1467524"/>
                </a:lnTo>
                <a:lnTo>
                  <a:pt x="273738" y="1509679"/>
                </a:lnTo>
                <a:lnTo>
                  <a:pt x="306674" y="1537497"/>
                </a:lnTo>
                <a:lnTo>
                  <a:pt x="373305" y="1615445"/>
                </a:lnTo>
                <a:lnTo>
                  <a:pt x="387162" y="1699374"/>
                </a:lnTo>
                <a:lnTo>
                  <a:pt x="417536" y="1755390"/>
                </a:lnTo>
                <a:lnTo>
                  <a:pt x="422092" y="1770770"/>
                </a:lnTo>
                <a:lnTo>
                  <a:pt x="417631" y="1795835"/>
                </a:lnTo>
                <a:lnTo>
                  <a:pt x="398457" y="1815203"/>
                </a:lnTo>
                <a:lnTo>
                  <a:pt x="380613" y="1819856"/>
                </a:lnTo>
                <a:lnTo>
                  <a:pt x="332396" y="1816533"/>
                </a:lnTo>
                <a:lnTo>
                  <a:pt x="329738" y="1819951"/>
                </a:lnTo>
                <a:lnTo>
                  <a:pt x="323094" y="1907962"/>
                </a:lnTo>
                <a:lnTo>
                  <a:pt x="357359" y="1907962"/>
                </a:lnTo>
                <a:lnTo>
                  <a:pt x="357454" y="1993030"/>
                </a:lnTo>
                <a:lnTo>
                  <a:pt x="110482" y="1993030"/>
                </a:lnTo>
                <a:lnTo>
                  <a:pt x="110482" y="2058256"/>
                </a:lnTo>
                <a:lnTo>
                  <a:pt x="366850" y="2058256"/>
                </a:lnTo>
                <a:lnTo>
                  <a:pt x="366850" y="2115411"/>
                </a:lnTo>
                <a:lnTo>
                  <a:pt x="304586" y="2143229"/>
                </a:lnTo>
                <a:lnTo>
                  <a:pt x="110482" y="2143229"/>
                </a:lnTo>
                <a:lnTo>
                  <a:pt x="110482" y="2208550"/>
                </a:lnTo>
                <a:lnTo>
                  <a:pt x="418959" y="2208550"/>
                </a:lnTo>
                <a:lnTo>
                  <a:pt x="418959" y="2293523"/>
                </a:lnTo>
                <a:lnTo>
                  <a:pt x="110577" y="2293523"/>
                </a:lnTo>
                <a:lnTo>
                  <a:pt x="110577" y="2365679"/>
                </a:lnTo>
                <a:lnTo>
                  <a:pt x="486160" y="2365584"/>
                </a:lnTo>
                <a:lnTo>
                  <a:pt x="501916" y="2407739"/>
                </a:lnTo>
                <a:lnTo>
                  <a:pt x="402064" y="2444671"/>
                </a:lnTo>
                <a:lnTo>
                  <a:pt x="369983" y="2463945"/>
                </a:lnTo>
                <a:lnTo>
                  <a:pt x="349101" y="2469546"/>
                </a:lnTo>
                <a:lnTo>
                  <a:pt x="34265" y="2390459"/>
                </a:lnTo>
                <a:lnTo>
                  <a:pt x="11770" y="2378212"/>
                </a:lnTo>
                <a:lnTo>
                  <a:pt x="1234" y="2359223"/>
                </a:lnTo>
                <a:lnTo>
                  <a:pt x="0" y="2156047"/>
                </a:lnTo>
                <a:lnTo>
                  <a:pt x="63878" y="2156047"/>
                </a:lnTo>
                <a:lnTo>
                  <a:pt x="63973" y="2130317"/>
                </a:lnTo>
                <a:lnTo>
                  <a:pt x="29899" y="2130317"/>
                </a:lnTo>
                <a:lnTo>
                  <a:pt x="29899" y="2068035"/>
                </a:lnTo>
                <a:lnTo>
                  <a:pt x="59702" y="2068035"/>
                </a:lnTo>
                <a:lnTo>
                  <a:pt x="59702" y="2042306"/>
                </a:lnTo>
                <a:lnTo>
                  <a:pt x="38441" y="2042306"/>
                </a:lnTo>
                <a:lnTo>
                  <a:pt x="38441" y="1998917"/>
                </a:lnTo>
                <a:lnTo>
                  <a:pt x="95" y="1998917"/>
                </a:lnTo>
                <a:lnTo>
                  <a:pt x="1139" y="1981922"/>
                </a:lnTo>
                <a:lnTo>
                  <a:pt x="54197" y="1839793"/>
                </a:lnTo>
                <a:lnTo>
                  <a:pt x="67580" y="1826691"/>
                </a:lnTo>
                <a:lnTo>
                  <a:pt x="95296" y="1816438"/>
                </a:lnTo>
                <a:lnTo>
                  <a:pt x="113425" y="1804665"/>
                </a:lnTo>
                <a:lnTo>
                  <a:pt x="127093" y="1788620"/>
                </a:lnTo>
                <a:lnTo>
                  <a:pt x="135350" y="1770770"/>
                </a:lnTo>
                <a:lnTo>
                  <a:pt x="138767" y="1749883"/>
                </a:lnTo>
                <a:lnTo>
                  <a:pt x="136015" y="1728331"/>
                </a:lnTo>
                <a:lnTo>
                  <a:pt x="118835" y="1684468"/>
                </a:lnTo>
                <a:lnTo>
                  <a:pt x="112096" y="1683708"/>
                </a:lnTo>
                <a:lnTo>
                  <a:pt x="113709" y="1673739"/>
                </a:lnTo>
                <a:lnTo>
                  <a:pt x="110672" y="1677442"/>
                </a:lnTo>
                <a:lnTo>
                  <a:pt x="115038" y="1652377"/>
                </a:lnTo>
                <a:lnTo>
                  <a:pt x="116652" y="1656745"/>
                </a:lnTo>
                <a:lnTo>
                  <a:pt x="118170" y="1648295"/>
                </a:lnTo>
                <a:lnTo>
                  <a:pt x="123391" y="1649149"/>
                </a:lnTo>
                <a:lnTo>
                  <a:pt x="244694" y="1324636"/>
                </a:lnTo>
                <a:lnTo>
                  <a:pt x="256463" y="1279444"/>
                </a:lnTo>
                <a:lnTo>
                  <a:pt x="275921" y="1234156"/>
                </a:lnTo>
                <a:lnTo>
                  <a:pt x="271650" y="1227605"/>
                </a:lnTo>
                <a:lnTo>
                  <a:pt x="276395" y="1222573"/>
                </a:lnTo>
                <a:lnTo>
                  <a:pt x="273643" y="1220010"/>
                </a:lnTo>
                <a:lnTo>
                  <a:pt x="284558" y="1208711"/>
                </a:lnTo>
                <a:lnTo>
                  <a:pt x="292436" y="1190008"/>
                </a:lnTo>
                <a:lnTo>
                  <a:pt x="291297" y="1185735"/>
                </a:lnTo>
                <a:lnTo>
                  <a:pt x="282090" y="1189723"/>
                </a:lnTo>
                <a:lnTo>
                  <a:pt x="274687" y="1181558"/>
                </a:lnTo>
                <a:lnTo>
                  <a:pt x="269751" y="1165228"/>
                </a:lnTo>
                <a:lnTo>
                  <a:pt x="272978" y="1149278"/>
                </a:lnTo>
                <a:lnTo>
                  <a:pt x="260734" y="1141397"/>
                </a:lnTo>
                <a:lnTo>
                  <a:pt x="261968" y="1139024"/>
                </a:lnTo>
                <a:lnTo>
                  <a:pt x="274117" y="1147094"/>
                </a:lnTo>
                <a:lnTo>
                  <a:pt x="284274" y="1135986"/>
                </a:lnTo>
                <a:lnTo>
                  <a:pt x="297657" y="1130669"/>
                </a:lnTo>
                <a:lnTo>
                  <a:pt x="304396" y="1133612"/>
                </a:lnTo>
                <a:lnTo>
                  <a:pt x="308572" y="1142252"/>
                </a:lnTo>
                <a:lnTo>
                  <a:pt x="314077" y="1117282"/>
                </a:lnTo>
                <a:lnTo>
                  <a:pt x="326986" y="1086805"/>
                </a:lnTo>
                <a:lnTo>
                  <a:pt x="329264" y="1069716"/>
                </a:lnTo>
                <a:lnTo>
                  <a:pt x="331921" y="1073798"/>
                </a:lnTo>
                <a:lnTo>
                  <a:pt x="349766" y="1059557"/>
                </a:lnTo>
                <a:lnTo>
                  <a:pt x="361250" y="1044651"/>
                </a:lnTo>
                <a:lnTo>
                  <a:pt x="390105" y="979426"/>
                </a:lnTo>
                <a:lnTo>
                  <a:pt x="411746" y="947620"/>
                </a:lnTo>
                <a:lnTo>
                  <a:pt x="414308" y="931670"/>
                </a:lnTo>
                <a:lnTo>
                  <a:pt x="430539" y="926638"/>
                </a:lnTo>
                <a:lnTo>
                  <a:pt x="429115" y="915719"/>
                </a:lnTo>
                <a:lnTo>
                  <a:pt x="433766" y="912017"/>
                </a:lnTo>
                <a:lnTo>
                  <a:pt x="446200" y="928157"/>
                </a:lnTo>
                <a:lnTo>
                  <a:pt x="446295" y="912586"/>
                </a:lnTo>
                <a:lnTo>
                  <a:pt x="454458" y="910972"/>
                </a:lnTo>
                <a:lnTo>
                  <a:pt x="467936" y="876698"/>
                </a:lnTo>
                <a:lnTo>
                  <a:pt x="489007" y="840335"/>
                </a:lnTo>
                <a:lnTo>
                  <a:pt x="486445" y="828562"/>
                </a:lnTo>
                <a:lnTo>
                  <a:pt x="496316" y="829986"/>
                </a:lnTo>
                <a:lnTo>
                  <a:pt x="491285" y="821631"/>
                </a:lnTo>
                <a:lnTo>
                  <a:pt x="507231" y="807105"/>
                </a:lnTo>
                <a:lnTo>
                  <a:pt x="513591" y="805396"/>
                </a:lnTo>
                <a:lnTo>
                  <a:pt x="514350" y="813561"/>
                </a:lnTo>
                <a:lnTo>
                  <a:pt x="516913" y="813182"/>
                </a:lnTo>
                <a:lnTo>
                  <a:pt x="519570" y="804922"/>
                </a:lnTo>
                <a:lnTo>
                  <a:pt x="513780" y="795427"/>
                </a:lnTo>
                <a:lnTo>
                  <a:pt x="519381" y="785458"/>
                </a:lnTo>
                <a:lnTo>
                  <a:pt x="530581" y="777673"/>
                </a:lnTo>
                <a:lnTo>
                  <a:pt x="530676" y="761723"/>
                </a:lnTo>
                <a:lnTo>
                  <a:pt x="541401" y="742924"/>
                </a:lnTo>
                <a:lnTo>
                  <a:pt x="537889" y="720708"/>
                </a:lnTo>
                <a:lnTo>
                  <a:pt x="542445" y="697447"/>
                </a:lnTo>
                <a:lnTo>
                  <a:pt x="534852" y="683965"/>
                </a:lnTo>
                <a:lnTo>
                  <a:pt x="540926" y="669439"/>
                </a:lnTo>
                <a:lnTo>
                  <a:pt x="544533" y="672002"/>
                </a:lnTo>
                <a:lnTo>
                  <a:pt x="546242" y="668869"/>
                </a:lnTo>
                <a:lnTo>
                  <a:pt x="541306" y="665356"/>
                </a:lnTo>
                <a:lnTo>
                  <a:pt x="543584" y="658046"/>
                </a:lnTo>
                <a:lnTo>
                  <a:pt x="552221" y="653299"/>
                </a:lnTo>
                <a:lnTo>
                  <a:pt x="544154" y="640956"/>
                </a:lnTo>
                <a:lnTo>
                  <a:pt x="539028" y="619404"/>
                </a:lnTo>
                <a:lnTo>
                  <a:pt x="556303" y="611999"/>
                </a:lnTo>
                <a:lnTo>
                  <a:pt x="563611" y="598327"/>
                </a:lnTo>
                <a:lnTo>
                  <a:pt x="564181" y="587219"/>
                </a:lnTo>
                <a:lnTo>
                  <a:pt x="580601" y="583136"/>
                </a:lnTo>
                <a:lnTo>
                  <a:pt x="591801" y="588928"/>
                </a:lnTo>
                <a:lnTo>
                  <a:pt x="594269" y="581142"/>
                </a:lnTo>
                <a:lnTo>
                  <a:pt x="606419" y="574876"/>
                </a:lnTo>
                <a:lnTo>
                  <a:pt x="608696" y="567281"/>
                </a:lnTo>
                <a:lnTo>
                  <a:pt x="616005" y="560825"/>
                </a:lnTo>
                <a:lnTo>
                  <a:pt x="613252" y="549527"/>
                </a:lnTo>
                <a:lnTo>
                  <a:pt x="615815" y="545824"/>
                </a:lnTo>
                <a:lnTo>
                  <a:pt x="621605" y="541836"/>
                </a:lnTo>
                <a:lnTo>
                  <a:pt x="630432" y="543830"/>
                </a:lnTo>
                <a:lnTo>
                  <a:pt x="636032" y="540982"/>
                </a:lnTo>
                <a:lnTo>
                  <a:pt x="627395" y="533101"/>
                </a:lnTo>
                <a:lnTo>
                  <a:pt x="624832" y="520664"/>
                </a:lnTo>
                <a:lnTo>
                  <a:pt x="630812" y="500916"/>
                </a:lnTo>
                <a:lnTo>
                  <a:pt x="638975" y="503195"/>
                </a:lnTo>
                <a:lnTo>
                  <a:pt x="639639" y="495979"/>
                </a:lnTo>
                <a:lnTo>
                  <a:pt x="631856" y="489238"/>
                </a:lnTo>
                <a:lnTo>
                  <a:pt x="647612" y="480693"/>
                </a:lnTo>
                <a:lnTo>
                  <a:pt x="656155" y="489143"/>
                </a:lnTo>
                <a:lnTo>
                  <a:pt x="651788" y="482117"/>
                </a:lnTo>
                <a:lnTo>
                  <a:pt x="657104" y="475282"/>
                </a:lnTo>
                <a:lnTo>
                  <a:pt x="649605" y="477085"/>
                </a:lnTo>
                <a:lnTo>
                  <a:pt x="643626" y="462939"/>
                </a:lnTo>
                <a:lnTo>
                  <a:pt x="651124" y="432842"/>
                </a:lnTo>
                <a:lnTo>
                  <a:pt x="666595" y="422873"/>
                </a:lnTo>
                <a:lnTo>
                  <a:pt x="675897" y="424203"/>
                </a:lnTo>
                <a:lnTo>
                  <a:pt x="671056" y="422114"/>
                </a:lnTo>
                <a:lnTo>
                  <a:pt x="672575" y="416512"/>
                </a:lnTo>
                <a:lnTo>
                  <a:pt x="686812" y="395435"/>
                </a:lnTo>
                <a:lnTo>
                  <a:pt x="695734" y="401037"/>
                </a:lnTo>
                <a:lnTo>
                  <a:pt x="718514" y="395245"/>
                </a:lnTo>
                <a:lnTo>
                  <a:pt x="736643" y="375972"/>
                </a:lnTo>
                <a:lnTo>
                  <a:pt x="746609" y="382238"/>
                </a:lnTo>
                <a:lnTo>
                  <a:pt x="757620" y="383187"/>
                </a:lnTo>
                <a:lnTo>
                  <a:pt x="760562" y="387365"/>
                </a:lnTo>
                <a:lnTo>
                  <a:pt x="761037" y="372554"/>
                </a:lnTo>
                <a:lnTo>
                  <a:pt x="767111" y="368471"/>
                </a:lnTo>
                <a:lnTo>
                  <a:pt x="779071" y="370845"/>
                </a:lnTo>
                <a:lnTo>
                  <a:pt x="786854" y="358218"/>
                </a:lnTo>
                <a:lnTo>
                  <a:pt x="831180" y="353376"/>
                </a:lnTo>
                <a:lnTo>
                  <a:pt x="840766" y="345685"/>
                </a:lnTo>
                <a:lnTo>
                  <a:pt x="858041" y="339514"/>
                </a:lnTo>
                <a:lnTo>
                  <a:pt x="857946" y="335526"/>
                </a:lnTo>
                <a:lnTo>
                  <a:pt x="896007" y="296315"/>
                </a:lnTo>
                <a:lnTo>
                  <a:pt x="919262" y="283023"/>
                </a:lnTo>
                <a:lnTo>
                  <a:pt x="956659" y="246375"/>
                </a:lnTo>
                <a:lnTo>
                  <a:pt x="957798" y="236501"/>
                </a:lnTo>
                <a:lnTo>
                  <a:pt x="964821" y="241059"/>
                </a:lnTo>
                <a:lnTo>
                  <a:pt x="988835" y="218273"/>
                </a:lnTo>
                <a:lnTo>
                  <a:pt x="1014368" y="203936"/>
                </a:lnTo>
                <a:lnTo>
                  <a:pt x="1054897" y="192068"/>
                </a:lnTo>
                <a:lnTo>
                  <a:pt x="1060971" y="194157"/>
                </a:lnTo>
                <a:lnTo>
                  <a:pt x="1063724" y="190834"/>
                </a:lnTo>
                <a:lnTo>
                  <a:pt x="1098843" y="184758"/>
                </a:lnTo>
                <a:lnTo>
                  <a:pt x="1154938" y="185992"/>
                </a:lnTo>
                <a:lnTo>
                  <a:pt x="1170979" y="190075"/>
                </a:lnTo>
                <a:lnTo>
                  <a:pt x="1193189" y="207734"/>
                </a:lnTo>
                <a:lnTo>
                  <a:pt x="1194708" y="214760"/>
                </a:lnTo>
                <a:lnTo>
                  <a:pt x="1190247" y="206879"/>
                </a:lnTo>
                <a:lnTo>
                  <a:pt x="1190342" y="212956"/>
                </a:lnTo>
                <a:lnTo>
                  <a:pt x="1185596" y="217323"/>
                </a:lnTo>
                <a:lnTo>
                  <a:pt x="1191955" y="215709"/>
                </a:lnTo>
                <a:lnTo>
                  <a:pt x="1204769" y="224729"/>
                </a:lnTo>
                <a:lnTo>
                  <a:pt x="1191671" y="233938"/>
                </a:lnTo>
                <a:lnTo>
                  <a:pt x="1199169" y="227672"/>
                </a:lnTo>
                <a:lnTo>
                  <a:pt x="1206003" y="227292"/>
                </a:lnTo>
                <a:lnTo>
                  <a:pt x="1199454" y="233084"/>
                </a:lnTo>
                <a:lnTo>
                  <a:pt x="1202112" y="231470"/>
                </a:lnTo>
                <a:lnTo>
                  <a:pt x="1205054" y="235172"/>
                </a:lnTo>
                <a:lnTo>
                  <a:pt x="1205149" y="229381"/>
                </a:lnTo>
                <a:lnTo>
                  <a:pt x="1212932" y="233084"/>
                </a:lnTo>
                <a:lnTo>
                  <a:pt x="1215590" y="242768"/>
                </a:lnTo>
                <a:lnTo>
                  <a:pt x="1223373" y="241913"/>
                </a:lnTo>
                <a:lnTo>
                  <a:pt x="1254790" y="266029"/>
                </a:lnTo>
                <a:lnTo>
                  <a:pt x="1256119" y="272295"/>
                </a:lnTo>
                <a:lnTo>
                  <a:pt x="1241976" y="288150"/>
                </a:lnTo>
                <a:lnTo>
                  <a:pt x="1244349" y="304195"/>
                </a:lnTo>
                <a:lnTo>
                  <a:pt x="1247861" y="304290"/>
                </a:lnTo>
                <a:lnTo>
                  <a:pt x="1249000" y="294226"/>
                </a:lnTo>
                <a:lnTo>
                  <a:pt x="1257637" y="282074"/>
                </a:lnTo>
                <a:lnTo>
                  <a:pt x="1262478" y="302581"/>
                </a:lnTo>
                <a:lnTo>
                  <a:pt x="1296173" y="302486"/>
                </a:lnTo>
                <a:lnTo>
                  <a:pt x="1300255" y="298974"/>
                </a:lnTo>
                <a:lnTo>
                  <a:pt x="1302912" y="304385"/>
                </a:lnTo>
                <a:lnTo>
                  <a:pt x="1302723" y="240299"/>
                </a:lnTo>
                <a:lnTo>
                  <a:pt x="1310980" y="232419"/>
                </a:lnTo>
                <a:lnTo>
                  <a:pt x="1444907" y="259857"/>
                </a:lnTo>
                <a:lnTo>
                  <a:pt x="1482304" y="250838"/>
                </a:lnTo>
                <a:lnTo>
                  <a:pt x="1505083" y="260522"/>
                </a:lnTo>
                <a:lnTo>
                  <a:pt x="1531565" y="252452"/>
                </a:lnTo>
                <a:lnTo>
                  <a:pt x="1529477" y="244667"/>
                </a:lnTo>
                <a:lnTo>
                  <a:pt x="1534507" y="231280"/>
                </a:lnTo>
                <a:lnTo>
                  <a:pt x="1549694" y="218557"/>
                </a:lnTo>
                <a:lnTo>
                  <a:pt x="1557572" y="204411"/>
                </a:lnTo>
                <a:lnTo>
                  <a:pt x="1550453" y="173555"/>
                </a:lnTo>
                <a:lnTo>
                  <a:pt x="1553870" y="171656"/>
                </a:lnTo>
                <a:lnTo>
                  <a:pt x="1567633" y="211532"/>
                </a:lnTo>
                <a:lnTo>
                  <a:pt x="1586332" y="197670"/>
                </a:lnTo>
                <a:lnTo>
                  <a:pt x="1619552" y="185233"/>
                </a:lnTo>
                <a:lnTo>
                  <a:pt x="1680014" y="145547"/>
                </a:lnTo>
                <a:lnTo>
                  <a:pt x="1687322" y="144217"/>
                </a:lnTo>
                <a:lnTo>
                  <a:pt x="1708299" y="122381"/>
                </a:lnTo>
                <a:lnTo>
                  <a:pt x="1743892" y="96936"/>
                </a:lnTo>
                <a:lnTo>
                  <a:pt x="1758509" y="90765"/>
                </a:lnTo>
                <a:lnTo>
                  <a:pt x="1831690" y="37312"/>
                </a:lnTo>
                <a:lnTo>
                  <a:pt x="1843079" y="37692"/>
                </a:lnTo>
                <a:lnTo>
                  <a:pt x="1859215" y="21742"/>
                </a:lnTo>
                <a:lnTo>
                  <a:pt x="1873073" y="16520"/>
                </a:lnTo>
                <a:lnTo>
                  <a:pt x="1926226" y="1899"/>
                </a:lnTo>
                <a:lnTo>
                  <a:pt x="1936287" y="9399"/>
                </a:lnTo>
                <a:lnTo>
                  <a:pt x="1957643" y="3893"/>
                </a:lnTo>
                <a:lnTo>
                  <a:pt x="2008613" y="0"/>
                </a:lnTo>
                <a:lnTo>
                  <a:pt x="2047624" y="14526"/>
                </a:lnTo>
                <a:lnTo>
                  <a:pt x="2054647" y="20223"/>
                </a:lnTo>
                <a:lnTo>
                  <a:pt x="2036613" y="32850"/>
                </a:lnTo>
                <a:lnTo>
                  <a:pt x="2020667" y="55162"/>
                </a:lnTo>
                <a:lnTo>
                  <a:pt x="2028356" y="59909"/>
                </a:lnTo>
                <a:lnTo>
                  <a:pt x="2039081" y="43863"/>
                </a:lnTo>
                <a:lnTo>
                  <a:pt x="2061102" y="34274"/>
                </a:lnTo>
                <a:lnTo>
                  <a:pt x="2057969" y="45667"/>
                </a:lnTo>
                <a:lnTo>
                  <a:pt x="2066227" y="47376"/>
                </a:lnTo>
                <a:lnTo>
                  <a:pt x="2049996" y="76429"/>
                </a:lnTo>
                <a:lnTo>
                  <a:pt x="2054837" y="78992"/>
                </a:lnTo>
                <a:lnTo>
                  <a:pt x="2074769" y="47851"/>
                </a:lnTo>
                <a:lnTo>
                  <a:pt x="2065752" y="64086"/>
                </a:lnTo>
                <a:lnTo>
                  <a:pt x="2069359" y="66555"/>
                </a:lnTo>
                <a:lnTo>
                  <a:pt x="2055691" y="90670"/>
                </a:lnTo>
                <a:lnTo>
                  <a:pt x="2059108" y="92569"/>
                </a:lnTo>
                <a:lnTo>
                  <a:pt x="2072397" y="68359"/>
                </a:lnTo>
                <a:lnTo>
                  <a:pt x="2077237" y="70732"/>
                </a:lnTo>
                <a:lnTo>
                  <a:pt x="2105617" y="20697"/>
                </a:lnTo>
                <a:lnTo>
                  <a:pt x="2169780" y="57535"/>
                </a:lnTo>
                <a:lnTo>
                  <a:pt x="2147475" y="97411"/>
                </a:lnTo>
                <a:lnTo>
                  <a:pt x="2156492" y="102633"/>
                </a:lnTo>
                <a:lnTo>
                  <a:pt x="2178987" y="62947"/>
                </a:lnTo>
                <a:lnTo>
                  <a:pt x="2189238" y="62662"/>
                </a:lnTo>
                <a:lnTo>
                  <a:pt x="2198350" y="56586"/>
                </a:lnTo>
                <a:lnTo>
                  <a:pt x="2319083" y="106715"/>
                </a:lnTo>
                <a:lnTo>
                  <a:pt x="2358284" y="126273"/>
                </a:lnTo>
                <a:lnTo>
                  <a:pt x="2396535" y="151053"/>
                </a:lnTo>
                <a:lnTo>
                  <a:pt x="2395206" y="160927"/>
                </a:lnTo>
                <a:lnTo>
                  <a:pt x="2366636" y="173555"/>
                </a:lnTo>
                <a:lnTo>
                  <a:pt x="2391599" y="234318"/>
                </a:lnTo>
                <a:lnTo>
                  <a:pt x="2401850" y="269352"/>
                </a:lnTo>
                <a:lnTo>
                  <a:pt x="2445701" y="325937"/>
                </a:lnTo>
                <a:lnTo>
                  <a:pt x="2440196" y="330399"/>
                </a:lnTo>
                <a:lnTo>
                  <a:pt x="2447979" y="348059"/>
                </a:lnTo>
                <a:lnTo>
                  <a:pt x="2460603" y="343312"/>
                </a:lnTo>
                <a:lnTo>
                  <a:pt x="2464590" y="351762"/>
                </a:lnTo>
                <a:lnTo>
                  <a:pt x="2455573" y="370370"/>
                </a:lnTo>
                <a:lnTo>
                  <a:pt x="2407260" y="410341"/>
                </a:lnTo>
                <a:lnTo>
                  <a:pt x="2396155" y="413759"/>
                </a:lnTo>
                <a:lnTo>
                  <a:pt x="2392643" y="420025"/>
                </a:lnTo>
                <a:lnTo>
                  <a:pt x="2449688" y="445754"/>
                </a:lnTo>
                <a:lnTo>
                  <a:pt x="2462786" y="438919"/>
                </a:lnTo>
                <a:lnTo>
                  <a:pt x="2479397" y="436545"/>
                </a:lnTo>
                <a:lnTo>
                  <a:pt x="2501037" y="417557"/>
                </a:lnTo>
                <a:lnTo>
                  <a:pt x="2501417" y="407303"/>
                </a:lnTo>
                <a:lnTo>
                  <a:pt x="2507776" y="399138"/>
                </a:lnTo>
                <a:lnTo>
                  <a:pt x="2543275" y="375972"/>
                </a:lnTo>
                <a:lnTo>
                  <a:pt x="2565865" y="368661"/>
                </a:lnTo>
                <a:lnTo>
                  <a:pt x="2589879" y="370370"/>
                </a:lnTo>
                <a:lnTo>
                  <a:pt x="2605445" y="377111"/>
                </a:lnTo>
                <a:lnTo>
                  <a:pt x="2680619" y="427241"/>
                </a:lnTo>
                <a:lnTo>
                  <a:pt x="2665717" y="447938"/>
                </a:lnTo>
                <a:lnTo>
                  <a:pt x="2672551" y="451926"/>
                </a:lnTo>
                <a:lnTo>
                  <a:pt x="2685934" y="430374"/>
                </a:lnTo>
                <a:lnTo>
                  <a:pt x="2763670" y="476136"/>
                </a:lnTo>
                <a:lnTo>
                  <a:pt x="2770124" y="484586"/>
                </a:lnTo>
                <a:lnTo>
                  <a:pt x="2772782" y="497308"/>
                </a:lnTo>
                <a:lnTo>
                  <a:pt x="2759968" y="526645"/>
                </a:lnTo>
                <a:lnTo>
                  <a:pt x="2775629" y="532057"/>
                </a:lnTo>
                <a:lnTo>
                  <a:pt x="2791101" y="505948"/>
                </a:lnTo>
                <a:lnTo>
                  <a:pt x="2829921" y="480598"/>
                </a:lnTo>
                <a:lnTo>
                  <a:pt x="2844349" y="478510"/>
                </a:lnTo>
                <a:lnTo>
                  <a:pt x="2859440" y="481833"/>
                </a:lnTo>
                <a:lnTo>
                  <a:pt x="2868647" y="472243"/>
                </a:lnTo>
                <a:lnTo>
                  <a:pt x="2894844" y="467686"/>
                </a:lnTo>
                <a:lnTo>
                  <a:pt x="2912783" y="471484"/>
                </a:lnTo>
                <a:lnTo>
                  <a:pt x="2925502" y="496169"/>
                </a:lnTo>
                <a:lnTo>
                  <a:pt x="2927305" y="517626"/>
                </a:lnTo>
                <a:lnTo>
                  <a:pt x="2936038" y="516392"/>
                </a:lnTo>
                <a:lnTo>
                  <a:pt x="2940973" y="507752"/>
                </a:lnTo>
                <a:lnTo>
                  <a:pt x="2948092" y="508322"/>
                </a:lnTo>
                <a:lnTo>
                  <a:pt x="2970682" y="529304"/>
                </a:lnTo>
                <a:lnTo>
                  <a:pt x="2970017" y="537659"/>
                </a:lnTo>
                <a:lnTo>
                  <a:pt x="2974763" y="542501"/>
                </a:lnTo>
                <a:lnTo>
                  <a:pt x="2995930" y="551235"/>
                </a:lnTo>
                <a:lnTo>
                  <a:pt x="3016431" y="565572"/>
                </a:lnTo>
                <a:lnTo>
                  <a:pt x="3086385" y="635165"/>
                </a:lnTo>
                <a:lnTo>
                  <a:pt x="3087713" y="649501"/>
                </a:lnTo>
                <a:lnTo>
                  <a:pt x="3076323" y="656716"/>
                </a:lnTo>
                <a:lnTo>
                  <a:pt x="3079266" y="659660"/>
                </a:lnTo>
                <a:lnTo>
                  <a:pt x="3079456" y="674756"/>
                </a:lnTo>
                <a:lnTo>
                  <a:pt x="3120270" y="660799"/>
                </a:lnTo>
                <a:lnTo>
                  <a:pt x="3158616" y="696402"/>
                </a:lnTo>
                <a:lnTo>
                  <a:pt x="3159660" y="704283"/>
                </a:lnTo>
                <a:lnTo>
                  <a:pt x="3138683" y="725835"/>
                </a:lnTo>
                <a:lnTo>
                  <a:pt x="3136500" y="734569"/>
                </a:lnTo>
                <a:lnTo>
                  <a:pt x="3139253" y="738367"/>
                </a:lnTo>
                <a:lnTo>
                  <a:pt x="3149978" y="735993"/>
                </a:lnTo>
                <a:lnTo>
                  <a:pt x="3175511" y="715486"/>
                </a:lnTo>
                <a:lnTo>
                  <a:pt x="3200663" y="737417"/>
                </a:lnTo>
                <a:lnTo>
                  <a:pt x="3203701" y="745488"/>
                </a:lnTo>
                <a:lnTo>
                  <a:pt x="3198196" y="777388"/>
                </a:lnTo>
                <a:lnTo>
                  <a:pt x="3200284" y="788876"/>
                </a:lnTo>
                <a:lnTo>
                  <a:pt x="3208731" y="798181"/>
                </a:lnTo>
                <a:lnTo>
                  <a:pt x="3260745" y="833404"/>
                </a:lnTo>
                <a:lnTo>
                  <a:pt x="3308013" y="844892"/>
                </a:lnTo>
                <a:lnTo>
                  <a:pt x="3344936" y="849070"/>
                </a:lnTo>
                <a:lnTo>
                  <a:pt x="3408055" y="841949"/>
                </a:lnTo>
                <a:lnTo>
                  <a:pt x="3421913" y="856001"/>
                </a:lnTo>
                <a:lnTo>
                  <a:pt x="3434157" y="851443"/>
                </a:lnTo>
                <a:lnTo>
                  <a:pt x="3437004" y="842804"/>
                </a:lnTo>
                <a:lnTo>
                  <a:pt x="3432828" y="831221"/>
                </a:lnTo>
                <a:lnTo>
                  <a:pt x="3450672" y="820112"/>
                </a:lnTo>
                <a:lnTo>
                  <a:pt x="3464435" y="803402"/>
                </a:lnTo>
                <a:lnTo>
                  <a:pt x="3484083" y="792389"/>
                </a:lnTo>
                <a:lnTo>
                  <a:pt x="3494618" y="762008"/>
                </a:lnTo>
                <a:lnTo>
                  <a:pt x="3502117" y="760488"/>
                </a:lnTo>
                <a:lnTo>
                  <a:pt x="3507907" y="750425"/>
                </a:lnTo>
                <a:lnTo>
                  <a:pt x="3520436" y="743779"/>
                </a:lnTo>
                <a:lnTo>
                  <a:pt x="3558212" y="741120"/>
                </a:lnTo>
                <a:lnTo>
                  <a:pt x="3565995" y="735424"/>
                </a:lnTo>
                <a:lnTo>
                  <a:pt x="3562673" y="733905"/>
                </a:lnTo>
                <a:lnTo>
                  <a:pt x="3578239" y="730961"/>
                </a:lnTo>
                <a:lnTo>
                  <a:pt x="3575107" y="733050"/>
                </a:lnTo>
                <a:lnTo>
                  <a:pt x="3582700" y="736183"/>
                </a:lnTo>
                <a:lnTo>
                  <a:pt x="3592097" y="736848"/>
                </a:lnTo>
                <a:lnTo>
                  <a:pt x="3592762" y="733525"/>
                </a:lnTo>
                <a:lnTo>
                  <a:pt x="3628925" y="737133"/>
                </a:lnTo>
                <a:lnTo>
                  <a:pt x="3677142" y="751849"/>
                </a:lnTo>
                <a:lnTo>
                  <a:pt x="3695745" y="753558"/>
                </a:lnTo>
                <a:lnTo>
                  <a:pt x="3734281" y="777008"/>
                </a:lnTo>
                <a:lnTo>
                  <a:pt x="3801007" y="913915"/>
                </a:lnTo>
                <a:lnTo>
                  <a:pt x="3814770" y="923694"/>
                </a:lnTo>
                <a:lnTo>
                  <a:pt x="3826635" y="922175"/>
                </a:lnTo>
                <a:lnTo>
                  <a:pt x="3825116" y="932144"/>
                </a:lnTo>
                <a:lnTo>
                  <a:pt x="3807272" y="932904"/>
                </a:lnTo>
                <a:lnTo>
                  <a:pt x="3796356" y="961197"/>
                </a:lnTo>
                <a:lnTo>
                  <a:pt x="3802146" y="964330"/>
                </a:lnTo>
                <a:lnTo>
                  <a:pt x="3804519" y="958728"/>
                </a:lnTo>
                <a:lnTo>
                  <a:pt x="3838499" y="969552"/>
                </a:lnTo>
                <a:lnTo>
                  <a:pt x="3871720" y="955785"/>
                </a:lnTo>
                <a:lnTo>
                  <a:pt x="4008304" y="1016548"/>
                </a:lnTo>
                <a:lnTo>
                  <a:pt x="4073891" y="1055854"/>
                </a:lnTo>
                <a:lnTo>
                  <a:pt x="4135017" y="1100762"/>
                </a:lnTo>
                <a:lnTo>
                  <a:pt x="4149159" y="1119845"/>
                </a:lnTo>
                <a:lnTo>
                  <a:pt x="4156278" y="1145100"/>
                </a:lnTo>
                <a:lnTo>
                  <a:pt x="4152576" y="1158487"/>
                </a:lnTo>
                <a:lnTo>
                  <a:pt x="4140997" y="1157822"/>
                </a:lnTo>
                <a:lnTo>
                  <a:pt x="4139478" y="1150702"/>
                </a:lnTo>
                <a:lnTo>
                  <a:pt x="4147736" y="1136081"/>
                </a:lnTo>
                <a:lnTo>
                  <a:pt x="4143559" y="1118801"/>
                </a:lnTo>
                <a:lnTo>
                  <a:pt x="4133593" y="1105604"/>
                </a:lnTo>
                <a:lnTo>
                  <a:pt x="4101891" y="1080824"/>
                </a:lnTo>
                <a:lnTo>
                  <a:pt x="4090691" y="1079685"/>
                </a:lnTo>
                <a:lnTo>
                  <a:pt x="4072182" y="1067342"/>
                </a:lnTo>
                <a:lnTo>
                  <a:pt x="4059938" y="1063640"/>
                </a:lnTo>
                <a:lnTo>
                  <a:pt x="4045036" y="1066962"/>
                </a:lnTo>
                <a:lnTo>
                  <a:pt x="4039436" y="1074653"/>
                </a:lnTo>
                <a:lnTo>
                  <a:pt x="4048928" y="1081299"/>
                </a:lnTo>
                <a:lnTo>
                  <a:pt x="4051681" y="1090888"/>
                </a:lnTo>
                <a:lnTo>
                  <a:pt x="3943381" y="1346378"/>
                </a:lnTo>
                <a:lnTo>
                  <a:pt x="3938920" y="1362138"/>
                </a:lnTo>
                <a:lnTo>
                  <a:pt x="3939585" y="1377709"/>
                </a:lnTo>
                <a:lnTo>
                  <a:pt x="3945564" y="1390431"/>
                </a:lnTo>
                <a:lnTo>
                  <a:pt x="4051491" y="1387773"/>
                </a:lnTo>
                <a:lnTo>
                  <a:pt x="4053294" y="1450530"/>
                </a:lnTo>
                <a:lnTo>
                  <a:pt x="4060982" y="1455847"/>
                </a:lnTo>
                <a:lnTo>
                  <a:pt x="4052820" y="1467714"/>
                </a:lnTo>
                <a:lnTo>
                  <a:pt x="4018365" y="1468664"/>
                </a:lnTo>
                <a:lnTo>
                  <a:pt x="4017321" y="1427838"/>
                </a:lnTo>
                <a:lnTo>
                  <a:pt x="3957619" y="1429453"/>
                </a:lnTo>
                <a:lnTo>
                  <a:pt x="3958758" y="1470183"/>
                </a:lnTo>
                <a:lnTo>
                  <a:pt x="3844479" y="1476829"/>
                </a:lnTo>
                <a:lnTo>
                  <a:pt x="3791231" y="1512622"/>
                </a:lnTo>
                <a:lnTo>
                  <a:pt x="3763136" y="1522496"/>
                </a:lnTo>
                <a:lnTo>
                  <a:pt x="3735231" y="1518793"/>
                </a:lnTo>
                <a:lnTo>
                  <a:pt x="3659677" y="1486323"/>
                </a:lnTo>
                <a:lnTo>
                  <a:pt x="3589819" y="1507210"/>
                </a:lnTo>
                <a:lnTo>
                  <a:pt x="3599216" y="1501514"/>
                </a:lnTo>
                <a:lnTo>
                  <a:pt x="3602158" y="1494108"/>
                </a:lnTo>
                <a:lnTo>
                  <a:pt x="3592477" y="1463157"/>
                </a:lnTo>
                <a:lnTo>
                  <a:pt x="3579473" y="1466480"/>
                </a:lnTo>
                <a:lnTo>
                  <a:pt x="3546063" y="1463822"/>
                </a:lnTo>
                <a:lnTo>
                  <a:pt x="3521385" y="1474835"/>
                </a:lnTo>
                <a:lnTo>
                  <a:pt x="3520815" y="1467145"/>
                </a:lnTo>
                <a:lnTo>
                  <a:pt x="3481140" y="1468759"/>
                </a:lnTo>
                <a:lnTo>
                  <a:pt x="3468422" y="1473886"/>
                </a:lnTo>
                <a:lnTo>
                  <a:pt x="3462442" y="1470468"/>
                </a:lnTo>
                <a:lnTo>
                  <a:pt x="3446591" y="1478063"/>
                </a:lnTo>
                <a:lnTo>
                  <a:pt x="3441086" y="1475974"/>
                </a:lnTo>
                <a:lnTo>
                  <a:pt x="3407296" y="1487367"/>
                </a:lnTo>
                <a:lnTo>
                  <a:pt x="3388882" y="1482715"/>
                </a:lnTo>
                <a:lnTo>
                  <a:pt x="3373980" y="1492684"/>
                </a:lnTo>
                <a:lnTo>
                  <a:pt x="3372651" y="1489646"/>
                </a:lnTo>
                <a:lnTo>
                  <a:pt x="3366956" y="1491355"/>
                </a:lnTo>
                <a:lnTo>
                  <a:pt x="3347499" y="1504552"/>
                </a:lnTo>
                <a:lnTo>
                  <a:pt x="3341993" y="1502558"/>
                </a:lnTo>
                <a:lnTo>
                  <a:pt x="3322536" y="1514996"/>
                </a:lnTo>
                <a:lnTo>
                  <a:pt x="3321586" y="1511483"/>
                </a:lnTo>
                <a:lnTo>
                  <a:pt x="3315797" y="1511008"/>
                </a:lnTo>
                <a:lnTo>
                  <a:pt x="3300041" y="1518129"/>
                </a:lnTo>
                <a:lnTo>
                  <a:pt x="3297288" y="1515945"/>
                </a:lnTo>
                <a:lnTo>
                  <a:pt x="3279444" y="1521547"/>
                </a:lnTo>
                <a:lnTo>
                  <a:pt x="3273559" y="1518698"/>
                </a:lnTo>
                <a:lnTo>
                  <a:pt x="3254386" y="1522876"/>
                </a:lnTo>
                <a:lnTo>
                  <a:pt x="3211769" y="1533984"/>
                </a:lnTo>
                <a:lnTo>
                  <a:pt x="3202182" y="1540535"/>
                </a:lnTo>
                <a:lnTo>
                  <a:pt x="3197626" y="1538636"/>
                </a:lnTo>
                <a:lnTo>
                  <a:pt x="3185762" y="1543953"/>
                </a:lnTo>
                <a:lnTo>
                  <a:pt x="3184623" y="1541105"/>
                </a:lnTo>
                <a:lnTo>
                  <a:pt x="3185097" y="1544333"/>
                </a:lnTo>
                <a:lnTo>
                  <a:pt x="3171239" y="1552023"/>
                </a:lnTo>
                <a:lnTo>
                  <a:pt x="3142480" y="1562372"/>
                </a:lnTo>
                <a:lnTo>
                  <a:pt x="3138493" y="1560283"/>
                </a:lnTo>
                <a:lnTo>
                  <a:pt x="3111917" y="1574999"/>
                </a:lnTo>
                <a:lnTo>
                  <a:pt x="3111727" y="1572151"/>
                </a:lnTo>
                <a:lnTo>
                  <a:pt x="3098913" y="1568163"/>
                </a:lnTo>
                <a:lnTo>
                  <a:pt x="3059903" y="1586677"/>
                </a:lnTo>
                <a:lnTo>
                  <a:pt x="3046425" y="1586582"/>
                </a:lnTo>
                <a:lnTo>
                  <a:pt x="3040255" y="1591234"/>
                </a:lnTo>
                <a:lnTo>
                  <a:pt x="3038452" y="1587437"/>
                </a:lnTo>
                <a:lnTo>
                  <a:pt x="3032567" y="1587247"/>
                </a:lnTo>
                <a:lnTo>
                  <a:pt x="3019943" y="1594652"/>
                </a:lnTo>
                <a:lnTo>
                  <a:pt x="3014248" y="1590950"/>
                </a:lnTo>
                <a:lnTo>
                  <a:pt x="2981028" y="1604052"/>
                </a:lnTo>
                <a:lnTo>
                  <a:pt x="2959387" y="1604241"/>
                </a:lnTo>
                <a:lnTo>
                  <a:pt x="2906234" y="1629211"/>
                </a:lnTo>
                <a:lnTo>
                  <a:pt x="2845013" y="1642978"/>
                </a:lnTo>
                <a:lnTo>
                  <a:pt x="2781894" y="1664625"/>
                </a:lnTo>
                <a:lnTo>
                  <a:pt x="2752470" y="1677632"/>
                </a:lnTo>
                <a:lnTo>
                  <a:pt x="2744497" y="1685702"/>
                </a:lnTo>
                <a:lnTo>
                  <a:pt x="2737663" y="1681714"/>
                </a:lnTo>
                <a:lnTo>
                  <a:pt x="2730070" y="1682664"/>
                </a:lnTo>
                <a:lnTo>
                  <a:pt x="2699317" y="1712571"/>
                </a:lnTo>
                <a:lnTo>
                  <a:pt x="2686029" y="1708583"/>
                </a:lnTo>
                <a:lnTo>
                  <a:pt x="2654801" y="1737541"/>
                </a:lnTo>
                <a:lnTo>
                  <a:pt x="2648062" y="1734313"/>
                </a:lnTo>
                <a:lnTo>
                  <a:pt x="2640184" y="1736686"/>
                </a:lnTo>
                <a:lnTo>
                  <a:pt x="2606109" y="1774378"/>
                </a:lnTo>
                <a:lnTo>
                  <a:pt x="2565011" y="1803715"/>
                </a:lnTo>
                <a:lnTo>
                  <a:pt x="2578963" y="1801532"/>
                </a:lnTo>
                <a:lnTo>
                  <a:pt x="2579723" y="1805709"/>
                </a:lnTo>
                <a:lnTo>
                  <a:pt x="2566719" y="1805899"/>
                </a:lnTo>
                <a:lnTo>
                  <a:pt x="2544224" y="1790423"/>
                </a:lnTo>
                <a:lnTo>
                  <a:pt x="2522299" y="1806564"/>
                </a:lnTo>
                <a:lnTo>
                  <a:pt x="2523438" y="1811216"/>
                </a:lnTo>
                <a:lnTo>
                  <a:pt x="2526095" y="1809507"/>
                </a:lnTo>
                <a:lnTo>
                  <a:pt x="2523532" y="1811406"/>
                </a:lnTo>
                <a:lnTo>
                  <a:pt x="2528658" y="1825457"/>
                </a:lnTo>
                <a:lnTo>
                  <a:pt x="2523722" y="1841882"/>
                </a:lnTo>
                <a:lnTo>
                  <a:pt x="2413430" y="1927140"/>
                </a:lnTo>
                <a:lnTo>
                  <a:pt x="2430135" y="1950401"/>
                </a:lnTo>
                <a:lnTo>
                  <a:pt x="2421782" y="1956478"/>
                </a:lnTo>
                <a:lnTo>
                  <a:pt x="2405172" y="1933217"/>
                </a:lnTo>
                <a:lnTo>
                  <a:pt x="2387043" y="1945654"/>
                </a:lnTo>
                <a:lnTo>
                  <a:pt x="2374419" y="1947553"/>
                </a:lnTo>
                <a:lnTo>
                  <a:pt x="2363219" y="1943091"/>
                </a:lnTo>
                <a:lnTo>
                  <a:pt x="2343572" y="1924102"/>
                </a:lnTo>
                <a:lnTo>
                  <a:pt x="2333700" y="1924102"/>
                </a:lnTo>
                <a:lnTo>
                  <a:pt x="2335883" y="1967206"/>
                </a:lnTo>
                <a:lnTo>
                  <a:pt x="2325158" y="1972238"/>
                </a:lnTo>
                <a:lnTo>
                  <a:pt x="2338446" y="1987239"/>
                </a:lnTo>
                <a:lnTo>
                  <a:pt x="2330758" y="1994170"/>
                </a:lnTo>
                <a:lnTo>
                  <a:pt x="2277985" y="1936160"/>
                </a:lnTo>
                <a:lnTo>
                  <a:pt x="2264507" y="1948503"/>
                </a:lnTo>
                <a:lnTo>
                  <a:pt x="2287761" y="1978030"/>
                </a:lnTo>
                <a:lnTo>
                  <a:pt x="2280263" y="1986479"/>
                </a:lnTo>
                <a:lnTo>
                  <a:pt x="2218662" y="1928755"/>
                </a:lnTo>
                <a:lnTo>
                  <a:pt x="2148709" y="1930748"/>
                </a:lnTo>
                <a:lnTo>
                  <a:pt x="2073156" y="1971858"/>
                </a:lnTo>
                <a:lnTo>
                  <a:pt x="2075908" y="1999297"/>
                </a:lnTo>
                <a:lnTo>
                  <a:pt x="2132953" y="1966637"/>
                </a:lnTo>
                <a:lnTo>
                  <a:pt x="2186770" y="1964548"/>
                </a:lnTo>
                <a:lnTo>
                  <a:pt x="2247422" y="2021418"/>
                </a:lnTo>
                <a:lnTo>
                  <a:pt x="2189333" y="2050376"/>
                </a:lnTo>
                <a:lnTo>
                  <a:pt x="2140926" y="2035090"/>
                </a:lnTo>
                <a:lnTo>
                  <a:pt x="2147001" y="2028064"/>
                </a:lnTo>
                <a:lnTo>
                  <a:pt x="2141685" y="2026450"/>
                </a:lnTo>
                <a:lnTo>
                  <a:pt x="2140831" y="2029109"/>
                </a:lnTo>
                <a:lnTo>
                  <a:pt x="2140641" y="2026070"/>
                </a:lnTo>
                <a:lnTo>
                  <a:pt x="2139692" y="2028729"/>
                </a:lnTo>
                <a:lnTo>
                  <a:pt x="2139028" y="2025406"/>
                </a:lnTo>
                <a:lnTo>
                  <a:pt x="2133712" y="2031957"/>
                </a:lnTo>
                <a:lnTo>
                  <a:pt x="2116627" y="2028349"/>
                </a:lnTo>
                <a:lnTo>
                  <a:pt x="2114160" y="2032716"/>
                </a:lnTo>
                <a:lnTo>
                  <a:pt x="2108370" y="2030343"/>
                </a:lnTo>
                <a:lnTo>
                  <a:pt x="2115204" y="2031387"/>
                </a:lnTo>
                <a:lnTo>
                  <a:pt x="2116438" y="2028159"/>
                </a:lnTo>
                <a:lnTo>
                  <a:pt x="2092709" y="2020659"/>
                </a:lnTo>
                <a:lnTo>
                  <a:pt x="2072207" y="1999582"/>
                </a:lnTo>
                <a:lnTo>
                  <a:pt x="2072112" y="2035755"/>
                </a:lnTo>
                <a:lnTo>
                  <a:pt x="2083597" y="2046008"/>
                </a:lnTo>
                <a:lnTo>
                  <a:pt x="2102770" y="2052085"/>
                </a:lnTo>
                <a:lnTo>
                  <a:pt x="2155163" y="2052654"/>
                </a:lnTo>
                <a:lnTo>
                  <a:pt x="2176045" y="2065092"/>
                </a:lnTo>
                <a:lnTo>
                  <a:pt x="2196832" y="2065756"/>
                </a:lnTo>
                <a:lnTo>
                  <a:pt x="2208221" y="2057306"/>
                </a:lnTo>
                <a:lnTo>
                  <a:pt x="2227489" y="2062623"/>
                </a:lnTo>
                <a:lnTo>
                  <a:pt x="2238974" y="2061104"/>
                </a:lnTo>
                <a:lnTo>
                  <a:pt x="2241252" y="2073542"/>
                </a:lnTo>
                <a:lnTo>
                  <a:pt x="2245429" y="2075156"/>
                </a:lnTo>
                <a:lnTo>
                  <a:pt x="2281686" y="2065282"/>
                </a:lnTo>
                <a:lnTo>
                  <a:pt x="2303802" y="2076010"/>
                </a:lnTo>
                <a:lnTo>
                  <a:pt x="2300385" y="2088543"/>
                </a:lnTo>
                <a:lnTo>
                  <a:pt x="2263747" y="2143134"/>
                </a:lnTo>
                <a:lnTo>
                  <a:pt x="2221320" y="2186903"/>
                </a:lnTo>
                <a:lnTo>
                  <a:pt x="2198445" y="2202663"/>
                </a:lnTo>
                <a:lnTo>
                  <a:pt x="2189808" y="2204372"/>
                </a:lnTo>
                <a:lnTo>
                  <a:pt x="2196357" y="2198676"/>
                </a:lnTo>
                <a:lnTo>
                  <a:pt x="2192750" y="2196492"/>
                </a:lnTo>
                <a:lnTo>
                  <a:pt x="2175380" y="2200669"/>
                </a:lnTo>
                <a:lnTo>
                  <a:pt x="2158485" y="2211778"/>
                </a:lnTo>
                <a:lnTo>
                  <a:pt x="2143868" y="2205606"/>
                </a:lnTo>
                <a:lnTo>
                  <a:pt x="2131719" y="2193834"/>
                </a:lnTo>
                <a:lnTo>
                  <a:pt x="2127068" y="2194593"/>
                </a:lnTo>
                <a:lnTo>
                  <a:pt x="2126973" y="2190131"/>
                </a:lnTo>
                <a:lnTo>
                  <a:pt x="2132384" y="2191270"/>
                </a:lnTo>
                <a:lnTo>
                  <a:pt x="2132004" y="2184529"/>
                </a:lnTo>
                <a:lnTo>
                  <a:pt x="2128302" y="2179307"/>
                </a:lnTo>
                <a:lnTo>
                  <a:pt x="2120614" y="2177409"/>
                </a:lnTo>
                <a:lnTo>
                  <a:pt x="2114824" y="2166110"/>
                </a:lnTo>
                <a:lnTo>
                  <a:pt x="2103909" y="2164591"/>
                </a:lnTo>
                <a:lnTo>
                  <a:pt x="2101346" y="2167630"/>
                </a:lnTo>
                <a:lnTo>
                  <a:pt x="2105332" y="2170288"/>
                </a:lnTo>
                <a:lnTo>
                  <a:pt x="2101915" y="2172851"/>
                </a:lnTo>
                <a:lnTo>
                  <a:pt x="2067271" y="2135539"/>
                </a:lnTo>
                <a:lnTo>
                  <a:pt x="2065373" y="2128988"/>
                </a:lnTo>
                <a:lnTo>
                  <a:pt x="2070214" y="2132026"/>
                </a:lnTo>
                <a:lnTo>
                  <a:pt x="2072776" y="2126330"/>
                </a:lnTo>
                <a:lnTo>
                  <a:pt x="2069644" y="2118639"/>
                </a:lnTo>
                <a:lnTo>
                  <a:pt x="2057874" y="2114177"/>
                </a:lnTo>
                <a:lnTo>
                  <a:pt x="2043732" y="2098606"/>
                </a:lnTo>
                <a:lnTo>
                  <a:pt x="2034335" y="2099841"/>
                </a:lnTo>
                <a:lnTo>
                  <a:pt x="2038606" y="2103733"/>
                </a:lnTo>
                <a:lnTo>
                  <a:pt x="2032817" y="2107436"/>
                </a:lnTo>
                <a:lnTo>
                  <a:pt x="2012125" y="2095948"/>
                </a:lnTo>
                <a:lnTo>
                  <a:pt x="2006240" y="2087023"/>
                </a:lnTo>
                <a:lnTo>
                  <a:pt x="1996464" y="2083226"/>
                </a:lnTo>
                <a:lnTo>
                  <a:pt x="1998837" y="2080757"/>
                </a:lnTo>
                <a:lnTo>
                  <a:pt x="1994565" y="2074016"/>
                </a:lnTo>
                <a:lnTo>
                  <a:pt x="1985169" y="2071453"/>
                </a:lnTo>
                <a:lnTo>
                  <a:pt x="1980708" y="2062433"/>
                </a:lnTo>
                <a:lnTo>
                  <a:pt x="1971881" y="2059680"/>
                </a:lnTo>
                <a:lnTo>
                  <a:pt x="1968179" y="2051515"/>
                </a:lnTo>
                <a:lnTo>
                  <a:pt x="1957928" y="2047432"/>
                </a:lnTo>
                <a:lnTo>
                  <a:pt x="1949101" y="2037748"/>
                </a:lnTo>
                <a:lnTo>
                  <a:pt x="1938945" y="2037274"/>
                </a:lnTo>
                <a:lnTo>
                  <a:pt x="1942741" y="2044584"/>
                </a:lnTo>
                <a:lnTo>
                  <a:pt x="1947962" y="2046198"/>
                </a:lnTo>
                <a:lnTo>
                  <a:pt x="1943690" y="2050471"/>
                </a:lnTo>
                <a:lnTo>
                  <a:pt x="1927555" y="2025786"/>
                </a:lnTo>
                <a:lnTo>
                  <a:pt x="1907907" y="2006702"/>
                </a:lnTo>
                <a:lnTo>
                  <a:pt x="1908097" y="2002715"/>
                </a:lnTo>
                <a:lnTo>
                  <a:pt x="1927365" y="2000626"/>
                </a:lnTo>
                <a:lnTo>
                  <a:pt x="1962769" y="2010310"/>
                </a:lnTo>
                <a:lnTo>
                  <a:pt x="1984125" y="2012209"/>
                </a:lnTo>
                <a:lnTo>
                  <a:pt x="1998362" y="2003189"/>
                </a:lnTo>
                <a:lnTo>
                  <a:pt x="2014023" y="2000911"/>
                </a:lnTo>
                <a:lnTo>
                  <a:pt x="2029874" y="2007367"/>
                </a:lnTo>
                <a:lnTo>
                  <a:pt x="2031583" y="2011639"/>
                </a:lnTo>
                <a:lnTo>
                  <a:pt x="2031962" y="2008031"/>
                </a:lnTo>
                <a:lnTo>
                  <a:pt x="2033576" y="2010785"/>
                </a:lnTo>
                <a:lnTo>
                  <a:pt x="2035190" y="2008601"/>
                </a:lnTo>
                <a:lnTo>
                  <a:pt x="2045346" y="2022463"/>
                </a:lnTo>
                <a:lnTo>
                  <a:pt x="2046295" y="2016386"/>
                </a:lnTo>
                <a:lnTo>
                  <a:pt x="2062715" y="2023697"/>
                </a:lnTo>
                <a:lnTo>
                  <a:pt x="2065752" y="2007936"/>
                </a:lnTo>
                <a:lnTo>
                  <a:pt x="2064898" y="1971953"/>
                </a:lnTo>
                <a:lnTo>
                  <a:pt x="2033196" y="1971763"/>
                </a:lnTo>
                <a:lnTo>
                  <a:pt x="2032722" y="1982587"/>
                </a:lnTo>
                <a:lnTo>
                  <a:pt x="2015637" y="1982492"/>
                </a:lnTo>
                <a:lnTo>
                  <a:pt x="2030539" y="1980498"/>
                </a:lnTo>
                <a:lnTo>
                  <a:pt x="2029969" y="1970339"/>
                </a:lnTo>
                <a:lnTo>
                  <a:pt x="1993806" y="1964643"/>
                </a:lnTo>
                <a:lnTo>
                  <a:pt x="1987067" y="1959231"/>
                </a:lnTo>
                <a:lnTo>
                  <a:pt x="1968653" y="1967586"/>
                </a:lnTo>
                <a:lnTo>
                  <a:pt x="1971501" y="1972808"/>
                </a:lnTo>
                <a:lnTo>
                  <a:pt x="1951568" y="1976605"/>
                </a:lnTo>
                <a:lnTo>
                  <a:pt x="1950524" y="1973093"/>
                </a:lnTo>
                <a:lnTo>
                  <a:pt x="1943026" y="1971668"/>
                </a:lnTo>
                <a:lnTo>
                  <a:pt x="1941792" y="1966162"/>
                </a:lnTo>
                <a:lnTo>
                  <a:pt x="1949385" y="1962554"/>
                </a:lnTo>
                <a:lnTo>
                  <a:pt x="1954036" y="1954959"/>
                </a:lnTo>
                <a:lnTo>
                  <a:pt x="1959541" y="1954959"/>
                </a:lnTo>
                <a:lnTo>
                  <a:pt x="1962579" y="1960750"/>
                </a:lnTo>
                <a:lnTo>
                  <a:pt x="1967040" y="1959136"/>
                </a:lnTo>
                <a:lnTo>
                  <a:pt x="1967799" y="1966257"/>
                </a:lnTo>
                <a:lnTo>
                  <a:pt x="1986023" y="1958282"/>
                </a:lnTo>
                <a:lnTo>
                  <a:pt x="1966091" y="1940337"/>
                </a:lnTo>
                <a:lnTo>
                  <a:pt x="1953752" y="1939958"/>
                </a:lnTo>
                <a:lnTo>
                  <a:pt x="1940938" y="1953724"/>
                </a:lnTo>
                <a:lnTo>
                  <a:pt x="1925751" y="1953629"/>
                </a:lnTo>
                <a:lnTo>
                  <a:pt x="1912748" y="1945274"/>
                </a:lnTo>
                <a:lnTo>
                  <a:pt x="1903826" y="1953534"/>
                </a:lnTo>
                <a:lnTo>
                  <a:pt x="1906199" y="1956573"/>
                </a:lnTo>
                <a:lnTo>
                  <a:pt x="1897751" y="1967111"/>
                </a:lnTo>
                <a:lnTo>
                  <a:pt x="1895283" y="1965592"/>
                </a:lnTo>
                <a:lnTo>
                  <a:pt x="1893005" y="1979264"/>
                </a:lnTo>
                <a:lnTo>
                  <a:pt x="1853710" y="1945180"/>
                </a:lnTo>
                <a:lnTo>
                  <a:pt x="1856558" y="1939863"/>
                </a:lnTo>
                <a:lnTo>
                  <a:pt x="1836720" y="1923248"/>
                </a:lnTo>
                <a:lnTo>
                  <a:pt x="1828178" y="1938154"/>
                </a:lnTo>
                <a:lnTo>
                  <a:pt x="1787174" y="1913659"/>
                </a:lnTo>
                <a:lnTo>
                  <a:pt x="1706685" y="2048477"/>
                </a:lnTo>
                <a:lnTo>
                  <a:pt x="1640813" y="2008886"/>
                </a:lnTo>
                <a:lnTo>
                  <a:pt x="1717316" y="1879669"/>
                </a:lnTo>
                <a:lnTo>
                  <a:pt x="1624678" y="1823843"/>
                </a:lnTo>
                <a:lnTo>
                  <a:pt x="1565830" y="1922868"/>
                </a:lnTo>
                <a:lnTo>
                  <a:pt x="1371916" y="1806564"/>
                </a:lnTo>
                <a:lnTo>
                  <a:pt x="1398208" y="1761181"/>
                </a:lnTo>
                <a:lnTo>
                  <a:pt x="1431239" y="1755675"/>
                </a:lnTo>
                <a:lnTo>
                  <a:pt x="1551213" y="1827261"/>
                </a:lnTo>
                <a:lnTo>
                  <a:pt x="1581206" y="1776562"/>
                </a:lnTo>
                <a:lnTo>
                  <a:pt x="1471483" y="1710577"/>
                </a:lnTo>
                <a:lnTo>
                  <a:pt x="1493599" y="1673929"/>
                </a:lnTo>
                <a:lnTo>
                  <a:pt x="1450981" y="1628072"/>
                </a:lnTo>
                <a:lnTo>
                  <a:pt x="1420513" y="1648674"/>
                </a:lnTo>
                <a:lnTo>
                  <a:pt x="1360906" y="1654561"/>
                </a:lnTo>
                <a:lnTo>
                  <a:pt x="1314112" y="1639845"/>
                </a:lnTo>
                <a:lnTo>
                  <a:pt x="1311645" y="1629971"/>
                </a:lnTo>
                <a:lnTo>
                  <a:pt x="1320567" y="1612976"/>
                </a:lnTo>
                <a:lnTo>
                  <a:pt x="1307278" y="1608799"/>
                </a:lnTo>
                <a:lnTo>
                  <a:pt x="1282885" y="1632629"/>
                </a:lnTo>
                <a:lnTo>
                  <a:pt x="1176484" y="1605855"/>
                </a:lnTo>
                <a:lnTo>
                  <a:pt x="1157121" y="1618768"/>
                </a:lnTo>
                <a:lnTo>
                  <a:pt x="1108714" y="1595127"/>
                </a:lnTo>
                <a:lnTo>
                  <a:pt x="1045500" y="1541390"/>
                </a:lnTo>
                <a:lnTo>
                  <a:pt x="1010856" y="1541200"/>
                </a:lnTo>
                <a:lnTo>
                  <a:pt x="1014937" y="1559903"/>
                </a:lnTo>
                <a:lnTo>
                  <a:pt x="1040849" y="1565315"/>
                </a:lnTo>
                <a:lnTo>
                  <a:pt x="1093622" y="1610128"/>
                </a:lnTo>
                <a:lnTo>
                  <a:pt x="1088687" y="1623135"/>
                </a:lnTo>
                <a:lnTo>
                  <a:pt x="1110802" y="1624464"/>
                </a:lnTo>
                <a:lnTo>
                  <a:pt x="1007818" y="1625034"/>
                </a:lnTo>
                <a:lnTo>
                  <a:pt x="1007154" y="1687126"/>
                </a:lnTo>
                <a:lnTo>
                  <a:pt x="1011900" y="1698804"/>
                </a:lnTo>
                <a:lnTo>
                  <a:pt x="1060402" y="1709912"/>
                </a:lnTo>
                <a:lnTo>
                  <a:pt x="1067426" y="1697380"/>
                </a:lnTo>
                <a:lnTo>
                  <a:pt x="1082897" y="1702317"/>
                </a:lnTo>
                <a:lnTo>
                  <a:pt x="1074165" y="1716368"/>
                </a:lnTo>
                <a:lnTo>
                  <a:pt x="1086789" y="1705450"/>
                </a:lnTo>
                <a:lnTo>
                  <a:pt x="1094382" y="1703551"/>
                </a:lnTo>
                <a:lnTo>
                  <a:pt x="1127792" y="1720071"/>
                </a:lnTo>
                <a:lnTo>
                  <a:pt x="1140891" y="1742572"/>
                </a:lnTo>
                <a:lnTo>
                  <a:pt x="1146206" y="1771625"/>
                </a:lnTo>
                <a:lnTo>
                  <a:pt x="1175725" y="1804950"/>
                </a:lnTo>
                <a:lnTo>
                  <a:pt x="1183223" y="1802291"/>
                </a:lnTo>
                <a:lnTo>
                  <a:pt x="1182844" y="1805994"/>
                </a:lnTo>
                <a:lnTo>
                  <a:pt x="1188254" y="1807513"/>
                </a:lnTo>
                <a:lnTo>
                  <a:pt x="1188159" y="1817482"/>
                </a:lnTo>
                <a:lnTo>
                  <a:pt x="1194898" y="1813779"/>
                </a:lnTo>
                <a:lnTo>
                  <a:pt x="1198315" y="1823938"/>
                </a:lnTo>
                <a:lnTo>
                  <a:pt x="1235427" y="1829825"/>
                </a:lnTo>
                <a:lnTo>
                  <a:pt x="1275102" y="1870080"/>
                </a:lnTo>
                <a:lnTo>
                  <a:pt x="1275956" y="1876726"/>
                </a:lnTo>
                <a:lnTo>
                  <a:pt x="1260959" y="1892297"/>
                </a:lnTo>
                <a:lnTo>
                  <a:pt x="1247671" y="1900272"/>
                </a:lnTo>
                <a:lnTo>
                  <a:pt x="1224986" y="1905114"/>
                </a:lnTo>
                <a:lnTo>
                  <a:pt x="1206857" y="1913469"/>
                </a:lnTo>
                <a:lnTo>
                  <a:pt x="1195088" y="1902361"/>
                </a:lnTo>
                <a:lnTo>
                  <a:pt x="1176959" y="1901221"/>
                </a:lnTo>
                <a:lnTo>
                  <a:pt x="1143453" y="1890303"/>
                </a:lnTo>
                <a:lnTo>
                  <a:pt x="1118680" y="1913184"/>
                </a:lnTo>
                <a:lnTo>
                  <a:pt x="1124660" y="1915083"/>
                </a:lnTo>
                <a:lnTo>
                  <a:pt x="1144213" y="1897044"/>
                </a:lnTo>
                <a:lnTo>
                  <a:pt x="1150857" y="1897329"/>
                </a:lnTo>
                <a:lnTo>
                  <a:pt x="1191766" y="1906633"/>
                </a:lnTo>
                <a:lnTo>
                  <a:pt x="1207522" y="1921919"/>
                </a:lnTo>
                <a:lnTo>
                  <a:pt x="1209420" y="1929704"/>
                </a:lnTo>
                <a:lnTo>
                  <a:pt x="1190627" y="1969675"/>
                </a:lnTo>
                <a:lnTo>
                  <a:pt x="1173257" y="1982967"/>
                </a:lnTo>
                <a:lnTo>
                  <a:pt x="1108619" y="2010975"/>
                </a:lnTo>
                <a:lnTo>
                  <a:pt x="1063534" y="1972903"/>
                </a:lnTo>
                <a:lnTo>
                  <a:pt x="997567" y="1937109"/>
                </a:lnTo>
                <a:lnTo>
                  <a:pt x="996618" y="1923058"/>
                </a:lnTo>
                <a:lnTo>
                  <a:pt x="991778" y="1912994"/>
                </a:lnTo>
                <a:lnTo>
                  <a:pt x="978015" y="1935116"/>
                </a:lnTo>
                <a:lnTo>
                  <a:pt x="953147" y="1921824"/>
                </a:lnTo>
                <a:lnTo>
                  <a:pt x="940713" y="1948028"/>
                </a:lnTo>
                <a:lnTo>
                  <a:pt x="1026327" y="1999012"/>
                </a:lnTo>
                <a:lnTo>
                  <a:pt x="1028700" y="2010405"/>
                </a:lnTo>
                <a:lnTo>
                  <a:pt x="953242" y="2053034"/>
                </a:lnTo>
                <a:lnTo>
                  <a:pt x="839248" y="2093574"/>
                </a:lnTo>
                <a:lnTo>
                  <a:pt x="804034" y="1968915"/>
                </a:lnTo>
                <a:lnTo>
                  <a:pt x="752399" y="1921349"/>
                </a:lnTo>
                <a:lnTo>
                  <a:pt x="706460" y="1972048"/>
                </a:lnTo>
                <a:lnTo>
                  <a:pt x="761321" y="2022653"/>
                </a:lnTo>
                <a:lnTo>
                  <a:pt x="803749" y="2171997"/>
                </a:lnTo>
                <a:lnTo>
                  <a:pt x="803844" y="2190701"/>
                </a:lnTo>
                <a:lnTo>
                  <a:pt x="797959" y="2203043"/>
                </a:lnTo>
                <a:lnTo>
                  <a:pt x="779640" y="2222411"/>
                </a:lnTo>
                <a:lnTo>
                  <a:pt x="771383" y="2213961"/>
                </a:lnTo>
                <a:lnTo>
                  <a:pt x="729809" y="2258489"/>
                </a:lnTo>
                <a:lnTo>
                  <a:pt x="733986" y="2268174"/>
                </a:lnTo>
                <a:lnTo>
                  <a:pt x="652168" y="2350963"/>
                </a:lnTo>
                <a:lnTo>
                  <a:pt x="642582" y="2355995"/>
                </a:lnTo>
                <a:lnTo>
                  <a:pt x="631856" y="2354571"/>
                </a:lnTo>
                <a:lnTo>
                  <a:pt x="623883" y="2347261"/>
                </a:lnTo>
                <a:lnTo>
                  <a:pt x="608412" y="2314790"/>
                </a:lnTo>
                <a:lnTo>
                  <a:pt x="607083" y="2301308"/>
                </a:lnTo>
                <a:lnTo>
                  <a:pt x="610025" y="2301783"/>
                </a:lnTo>
                <a:lnTo>
                  <a:pt x="611734" y="2313461"/>
                </a:lnTo>
                <a:lnTo>
                  <a:pt x="627015" y="2345457"/>
                </a:lnTo>
                <a:lnTo>
                  <a:pt x="630812" y="2346881"/>
                </a:lnTo>
                <a:lnTo>
                  <a:pt x="667450" y="2310993"/>
                </a:lnTo>
                <a:lnTo>
                  <a:pt x="669348" y="2298175"/>
                </a:lnTo>
                <a:lnTo>
                  <a:pt x="653402" y="2264471"/>
                </a:lnTo>
                <a:lnTo>
                  <a:pt x="646853" y="2259914"/>
                </a:lnTo>
                <a:lnTo>
                  <a:pt x="637931" y="2243299"/>
                </a:lnTo>
                <a:lnTo>
                  <a:pt x="598920" y="2239786"/>
                </a:lnTo>
                <a:lnTo>
                  <a:pt x="563327" y="2165921"/>
                </a:lnTo>
                <a:lnTo>
                  <a:pt x="544059" y="2143704"/>
                </a:lnTo>
                <a:lnTo>
                  <a:pt x="455882" y="1925052"/>
                </a:lnTo>
                <a:lnTo>
                  <a:pt x="455882" y="1878530"/>
                </a:lnTo>
                <a:lnTo>
                  <a:pt x="503624" y="1841123"/>
                </a:lnTo>
                <a:lnTo>
                  <a:pt x="522987" y="1868181"/>
                </a:lnTo>
                <a:lnTo>
                  <a:pt x="674853" y="1761751"/>
                </a:lnTo>
                <a:lnTo>
                  <a:pt x="739016" y="1723299"/>
                </a:lnTo>
                <a:lnTo>
                  <a:pt x="787328" y="1708488"/>
                </a:lnTo>
                <a:lnTo>
                  <a:pt x="826244" y="1709722"/>
                </a:lnTo>
                <a:lnTo>
                  <a:pt x="860414" y="1704690"/>
                </a:lnTo>
                <a:lnTo>
                  <a:pt x="865729" y="1710672"/>
                </a:lnTo>
                <a:lnTo>
                  <a:pt x="815708" y="1765643"/>
                </a:lnTo>
                <a:lnTo>
                  <a:pt x="809824" y="1786911"/>
                </a:lnTo>
                <a:lnTo>
                  <a:pt x="773850" y="1822039"/>
                </a:lnTo>
                <a:lnTo>
                  <a:pt x="745376" y="1844161"/>
                </a:lnTo>
                <a:lnTo>
                  <a:pt x="781728" y="1880049"/>
                </a:lnTo>
                <a:lnTo>
                  <a:pt x="819980" y="1839034"/>
                </a:lnTo>
                <a:lnTo>
                  <a:pt x="832129" y="1849193"/>
                </a:lnTo>
                <a:lnTo>
                  <a:pt x="845892" y="1840553"/>
                </a:lnTo>
                <a:lnTo>
                  <a:pt x="854434" y="1840268"/>
                </a:lnTo>
                <a:lnTo>
                  <a:pt x="851207" y="1833717"/>
                </a:lnTo>
                <a:lnTo>
                  <a:pt x="856143" y="1833432"/>
                </a:lnTo>
                <a:lnTo>
                  <a:pt x="857092" y="1837420"/>
                </a:lnTo>
                <a:lnTo>
                  <a:pt x="862787" y="1835046"/>
                </a:lnTo>
                <a:lnTo>
                  <a:pt x="853105" y="1819286"/>
                </a:lnTo>
                <a:lnTo>
                  <a:pt x="860224" y="1802576"/>
                </a:lnTo>
                <a:lnTo>
                  <a:pt x="854434" y="1797924"/>
                </a:lnTo>
                <a:lnTo>
                  <a:pt x="875790" y="1777511"/>
                </a:lnTo>
                <a:lnTo>
                  <a:pt x="933309" y="1707824"/>
                </a:lnTo>
                <a:lnTo>
                  <a:pt x="945364" y="1706494"/>
                </a:lnTo>
                <a:lnTo>
                  <a:pt x="947072" y="1698234"/>
                </a:lnTo>
                <a:lnTo>
                  <a:pt x="955899" y="1692918"/>
                </a:lnTo>
                <a:lnTo>
                  <a:pt x="975737" y="1690449"/>
                </a:lnTo>
                <a:lnTo>
                  <a:pt x="1007534" y="1701083"/>
                </a:lnTo>
                <a:lnTo>
                  <a:pt x="1002218" y="1686272"/>
                </a:lnTo>
                <a:lnTo>
                  <a:pt x="1003547" y="1555156"/>
                </a:lnTo>
                <a:lnTo>
                  <a:pt x="997662" y="1541485"/>
                </a:lnTo>
                <a:lnTo>
                  <a:pt x="988361" y="1547751"/>
                </a:lnTo>
                <a:lnTo>
                  <a:pt x="974693" y="1548985"/>
                </a:lnTo>
                <a:lnTo>
                  <a:pt x="975452" y="1570157"/>
                </a:lnTo>
                <a:lnTo>
                  <a:pt x="969282" y="1575189"/>
                </a:lnTo>
                <a:lnTo>
                  <a:pt x="964727" y="1593798"/>
                </a:lnTo>
                <a:lnTo>
                  <a:pt x="968618" y="1593608"/>
                </a:lnTo>
                <a:lnTo>
                  <a:pt x="968903" y="1601773"/>
                </a:lnTo>
                <a:lnTo>
                  <a:pt x="917933" y="1603862"/>
                </a:lnTo>
                <a:lnTo>
                  <a:pt x="916984" y="1583259"/>
                </a:lnTo>
                <a:lnTo>
                  <a:pt x="888604" y="1573670"/>
                </a:lnTo>
                <a:lnTo>
                  <a:pt x="869336" y="1549745"/>
                </a:lnTo>
                <a:lnTo>
                  <a:pt x="869336" y="1549745"/>
                </a:lnTo>
              </a:path>
            </a:pathLst>
          </a:custGeom>
          <a:noFill xmlns:a="http://schemas.openxmlformats.org/drawingml/2006/main"/>
          <a:ln xmlns:a="http://schemas.openxmlformats.org/drawingml/2006/main" w="2720">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63B30F6C-2B95-442A-9668-3B5BB691A50B}"/>
              </a:ext>
            </a:extLst>
          </p:cNvPr>
          <p:cNvSpPr>
            <a:spLocks xmlns:a="http://schemas.openxmlformats.org/drawingml/2006/main" noGrp="1"/>
          </p:cNvSpPr>
          <p:nvPr/>
        </p:nvSpPr>
        <p:spPr>
          <a:xfrm xmlns:a="http://schemas.openxmlformats.org/drawingml/2006/main">
            <a:off x="6633518" y="2703031"/>
            <a:ext cx="520102" cy="194135"/>
          </a:xfrm>
          <a:custGeom xmlns:a="http://schemas.openxmlformats.org/drawingml/2006/main">
            <a:pathLst>
              <a:path w="728481" h="271915">
                <a:moveTo>
                  <a:pt x="15756" y="80036"/>
                </a:moveTo>
                <a:lnTo>
                  <a:pt x="17749" y="75194"/>
                </a:lnTo>
                <a:lnTo>
                  <a:pt x="11485" y="70732"/>
                </a:lnTo>
                <a:lnTo>
                  <a:pt x="10346" y="59529"/>
                </a:lnTo>
                <a:lnTo>
                  <a:pt x="0" y="54307"/>
                </a:lnTo>
                <a:lnTo>
                  <a:pt x="2563" y="43768"/>
                </a:lnTo>
                <a:lnTo>
                  <a:pt x="95" y="42249"/>
                </a:lnTo>
                <a:lnTo>
                  <a:pt x="26482" y="35793"/>
                </a:lnTo>
                <a:lnTo>
                  <a:pt x="38821" y="19273"/>
                </a:lnTo>
                <a:lnTo>
                  <a:pt x="57045" y="13767"/>
                </a:lnTo>
                <a:lnTo>
                  <a:pt x="69479" y="0"/>
                </a:lnTo>
                <a:lnTo>
                  <a:pt x="113140" y="15096"/>
                </a:lnTo>
                <a:lnTo>
                  <a:pt x="157086" y="35698"/>
                </a:lnTo>
                <a:lnTo>
                  <a:pt x="183852" y="40161"/>
                </a:lnTo>
                <a:lnTo>
                  <a:pt x="205968" y="51933"/>
                </a:lnTo>
                <a:lnTo>
                  <a:pt x="215270" y="61713"/>
                </a:lnTo>
                <a:lnTo>
                  <a:pt x="218971" y="73485"/>
                </a:lnTo>
                <a:lnTo>
                  <a:pt x="255419" y="89436"/>
                </a:lnTo>
                <a:lnTo>
                  <a:pt x="257792" y="84499"/>
                </a:lnTo>
                <a:lnTo>
                  <a:pt x="274877" y="85638"/>
                </a:lnTo>
                <a:lnTo>
                  <a:pt x="281521" y="98740"/>
                </a:lnTo>
                <a:lnTo>
                  <a:pt x="311419" y="96556"/>
                </a:lnTo>
                <a:lnTo>
                  <a:pt x="332301" y="99120"/>
                </a:lnTo>
                <a:lnTo>
                  <a:pt x="357264" y="89815"/>
                </a:lnTo>
                <a:lnTo>
                  <a:pt x="406810" y="85638"/>
                </a:lnTo>
                <a:lnTo>
                  <a:pt x="418010" y="79847"/>
                </a:lnTo>
                <a:lnTo>
                  <a:pt x="440980" y="84594"/>
                </a:lnTo>
                <a:lnTo>
                  <a:pt x="453414" y="93898"/>
                </a:lnTo>
                <a:lnTo>
                  <a:pt x="467651" y="91714"/>
                </a:lnTo>
                <a:lnTo>
                  <a:pt x="497550" y="99405"/>
                </a:lnTo>
                <a:lnTo>
                  <a:pt x="543110" y="96936"/>
                </a:lnTo>
                <a:lnTo>
                  <a:pt x="556018" y="92379"/>
                </a:lnTo>
                <a:lnTo>
                  <a:pt x="563042" y="85353"/>
                </a:lnTo>
                <a:lnTo>
                  <a:pt x="641158" y="83170"/>
                </a:lnTo>
                <a:lnTo>
                  <a:pt x="670012" y="95797"/>
                </a:lnTo>
                <a:lnTo>
                  <a:pt x="690989" y="118583"/>
                </a:lnTo>
                <a:lnTo>
                  <a:pt x="711301" y="166434"/>
                </a:lnTo>
                <a:lnTo>
                  <a:pt x="728481" y="230330"/>
                </a:lnTo>
                <a:lnTo>
                  <a:pt x="724399" y="236976"/>
                </a:lnTo>
                <a:lnTo>
                  <a:pt x="713199" y="240204"/>
                </a:lnTo>
                <a:lnTo>
                  <a:pt x="664887" y="228241"/>
                </a:lnTo>
                <a:lnTo>
                  <a:pt x="591896" y="227862"/>
                </a:lnTo>
                <a:lnTo>
                  <a:pt x="585632" y="240869"/>
                </a:lnTo>
                <a:lnTo>
                  <a:pt x="578703" y="235552"/>
                </a:lnTo>
                <a:lnTo>
                  <a:pt x="580886" y="229286"/>
                </a:lnTo>
                <a:lnTo>
                  <a:pt x="575571" y="227767"/>
                </a:lnTo>
                <a:lnTo>
                  <a:pt x="491760" y="227197"/>
                </a:lnTo>
                <a:lnTo>
                  <a:pt x="458350" y="243337"/>
                </a:lnTo>
                <a:lnTo>
                  <a:pt x="441265" y="233843"/>
                </a:lnTo>
                <a:lnTo>
                  <a:pt x="435570" y="241154"/>
                </a:lnTo>
                <a:lnTo>
                  <a:pt x="420763" y="246850"/>
                </a:lnTo>
                <a:lnTo>
                  <a:pt x="417536" y="242388"/>
                </a:lnTo>
                <a:lnTo>
                  <a:pt x="410986" y="244382"/>
                </a:lnTo>
                <a:lnTo>
                  <a:pt x="396369" y="256155"/>
                </a:lnTo>
                <a:lnTo>
                  <a:pt x="386593" y="258623"/>
                </a:lnTo>
                <a:lnTo>
                  <a:pt x="378051" y="256060"/>
                </a:lnTo>
                <a:lnTo>
                  <a:pt x="340654" y="269257"/>
                </a:lnTo>
                <a:lnTo>
                  <a:pt x="304206" y="271915"/>
                </a:lnTo>
                <a:lnTo>
                  <a:pt x="277345" y="240299"/>
                </a:lnTo>
                <a:lnTo>
                  <a:pt x="270890" y="220266"/>
                </a:lnTo>
                <a:lnTo>
                  <a:pt x="257128" y="211911"/>
                </a:lnTo>
                <a:lnTo>
                  <a:pt x="228748" y="214000"/>
                </a:lnTo>
                <a:lnTo>
                  <a:pt x="211473" y="181435"/>
                </a:lnTo>
                <a:lnTo>
                  <a:pt x="213276" y="172320"/>
                </a:lnTo>
                <a:lnTo>
                  <a:pt x="209100" y="174029"/>
                </a:lnTo>
                <a:lnTo>
                  <a:pt x="192585" y="162446"/>
                </a:lnTo>
                <a:lnTo>
                  <a:pt x="173507" y="160832"/>
                </a:lnTo>
                <a:lnTo>
                  <a:pt x="166673" y="153807"/>
                </a:lnTo>
                <a:lnTo>
                  <a:pt x="139716" y="146021"/>
                </a:lnTo>
                <a:lnTo>
                  <a:pt x="119215" y="131210"/>
                </a:lnTo>
                <a:lnTo>
                  <a:pt x="113140" y="128932"/>
                </a:lnTo>
                <a:lnTo>
                  <a:pt x="114469" y="132635"/>
                </a:lnTo>
                <a:lnTo>
                  <a:pt x="107635" y="131780"/>
                </a:lnTo>
                <a:lnTo>
                  <a:pt x="100041" y="122571"/>
                </a:lnTo>
                <a:lnTo>
                  <a:pt x="76218" y="118108"/>
                </a:lnTo>
                <a:lnTo>
                  <a:pt x="69099" y="103202"/>
                </a:lnTo>
                <a:lnTo>
                  <a:pt x="54672" y="100639"/>
                </a:lnTo>
                <a:lnTo>
                  <a:pt x="49261" y="105386"/>
                </a:lnTo>
                <a:lnTo>
                  <a:pt x="40529" y="103677"/>
                </a:lnTo>
                <a:lnTo>
                  <a:pt x="22590" y="84878"/>
                </a:lnTo>
                <a:lnTo>
                  <a:pt x="18888" y="86493"/>
                </a:lnTo>
                <a:lnTo>
                  <a:pt x="20597" y="80226"/>
                </a:lnTo>
                <a:lnTo>
                  <a:pt x="15756" y="80036"/>
                </a:lnTo>
              </a:path>
            </a:pathLst>
          </a:custGeom>
          <a:noFill xmlns:a="http://schemas.openxmlformats.org/drawingml/2006/main"/>
          <a:ln xmlns:a="http://schemas.openxmlformats.org/drawingml/2006/main" w="2720">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BCB3E638-E814-487A-A8B5-D30ACC00437D}"/>
              </a:ext>
            </a:extLst>
          </p:cNvPr>
          <p:cNvSpPr>
            <a:spLocks xmlns:a="http://schemas.openxmlformats.org/drawingml/2006/main" noGrp="1"/>
          </p:cNvSpPr>
          <p:nvPr/>
        </p:nvSpPr>
        <p:spPr>
          <a:xfrm xmlns:a="http://schemas.openxmlformats.org/drawingml/2006/main">
            <a:off x="6069571" y="4028830"/>
            <a:ext cx="110052" cy="129807"/>
          </a:xfrm>
          <a:custGeom xmlns:a="http://schemas.openxmlformats.org/drawingml/2006/main">
            <a:pathLst>
              <a:path w="154144" h="181815">
                <a:moveTo>
                  <a:pt x="52583" y="15476"/>
                </a:moveTo>
                <a:lnTo>
                  <a:pt x="60462" y="26869"/>
                </a:lnTo>
                <a:lnTo>
                  <a:pt x="65872" y="21172"/>
                </a:lnTo>
                <a:lnTo>
                  <a:pt x="76028" y="21552"/>
                </a:lnTo>
                <a:lnTo>
                  <a:pt x="81153" y="17849"/>
                </a:lnTo>
                <a:lnTo>
                  <a:pt x="75553" y="12912"/>
                </a:lnTo>
                <a:lnTo>
                  <a:pt x="74224" y="15571"/>
                </a:lnTo>
                <a:lnTo>
                  <a:pt x="77546" y="9494"/>
                </a:lnTo>
                <a:lnTo>
                  <a:pt x="138862" y="1709"/>
                </a:lnTo>
                <a:lnTo>
                  <a:pt x="144177" y="5507"/>
                </a:lnTo>
                <a:lnTo>
                  <a:pt x="144177" y="13767"/>
                </a:lnTo>
                <a:lnTo>
                  <a:pt x="134686" y="29337"/>
                </a:lnTo>
                <a:lnTo>
                  <a:pt x="111052" y="38262"/>
                </a:lnTo>
                <a:lnTo>
                  <a:pt x="112286" y="33135"/>
                </a:lnTo>
                <a:lnTo>
                  <a:pt x="103648" y="32091"/>
                </a:lnTo>
                <a:lnTo>
                  <a:pt x="97384" y="38357"/>
                </a:lnTo>
                <a:lnTo>
                  <a:pt x="95391" y="47756"/>
                </a:lnTo>
                <a:lnTo>
                  <a:pt x="104123" y="65890"/>
                </a:lnTo>
                <a:lnTo>
                  <a:pt x="114374" y="65985"/>
                </a:lnTo>
                <a:lnTo>
                  <a:pt x="116462" y="62377"/>
                </a:lnTo>
                <a:lnTo>
                  <a:pt x="113140" y="60099"/>
                </a:lnTo>
                <a:lnTo>
                  <a:pt x="120448" y="62662"/>
                </a:lnTo>
                <a:lnTo>
                  <a:pt x="124815" y="84309"/>
                </a:lnTo>
                <a:lnTo>
                  <a:pt x="143703" y="100449"/>
                </a:lnTo>
                <a:lnTo>
                  <a:pt x="147500" y="110608"/>
                </a:lnTo>
                <a:lnTo>
                  <a:pt x="153764" y="114975"/>
                </a:lnTo>
                <a:lnTo>
                  <a:pt x="154144" y="121146"/>
                </a:lnTo>
                <a:lnTo>
                  <a:pt x="149872" y="117159"/>
                </a:lnTo>
                <a:lnTo>
                  <a:pt x="143418" y="120007"/>
                </a:lnTo>
                <a:lnTo>
                  <a:pt x="139432" y="131495"/>
                </a:lnTo>
                <a:lnTo>
                  <a:pt x="144842" y="135863"/>
                </a:lnTo>
                <a:lnTo>
                  <a:pt x="131174" y="141654"/>
                </a:lnTo>
                <a:lnTo>
                  <a:pt x="134306" y="138996"/>
                </a:lnTo>
                <a:lnTo>
                  <a:pt x="123865" y="133869"/>
                </a:lnTo>
                <a:lnTo>
                  <a:pt x="117126" y="123710"/>
                </a:lnTo>
                <a:lnTo>
                  <a:pt x="100611" y="110893"/>
                </a:lnTo>
                <a:lnTo>
                  <a:pt x="88557" y="93613"/>
                </a:lnTo>
                <a:lnTo>
                  <a:pt x="77072" y="110703"/>
                </a:lnTo>
                <a:lnTo>
                  <a:pt x="79824" y="127792"/>
                </a:lnTo>
                <a:lnTo>
                  <a:pt x="79729" y="122096"/>
                </a:lnTo>
                <a:lnTo>
                  <a:pt x="72041" y="123425"/>
                </a:lnTo>
                <a:lnTo>
                  <a:pt x="75553" y="142224"/>
                </a:lnTo>
                <a:lnTo>
                  <a:pt x="78970" y="143363"/>
                </a:lnTo>
                <a:lnTo>
                  <a:pt x="80204" y="139945"/>
                </a:lnTo>
                <a:lnTo>
                  <a:pt x="81248" y="155895"/>
                </a:lnTo>
                <a:lnTo>
                  <a:pt x="76977" y="154946"/>
                </a:lnTo>
                <a:lnTo>
                  <a:pt x="75933" y="164725"/>
                </a:lnTo>
                <a:lnTo>
                  <a:pt x="79729" y="168903"/>
                </a:lnTo>
                <a:lnTo>
                  <a:pt x="84570" y="167099"/>
                </a:lnTo>
                <a:lnTo>
                  <a:pt x="85804" y="174504"/>
                </a:lnTo>
                <a:lnTo>
                  <a:pt x="79824" y="181815"/>
                </a:lnTo>
                <a:lnTo>
                  <a:pt x="67675" y="169282"/>
                </a:lnTo>
                <a:lnTo>
                  <a:pt x="58373" y="166909"/>
                </a:lnTo>
                <a:lnTo>
                  <a:pt x="47553" y="148300"/>
                </a:lnTo>
                <a:lnTo>
                  <a:pt x="0" y="98170"/>
                </a:lnTo>
                <a:lnTo>
                  <a:pt x="11105" y="88296"/>
                </a:lnTo>
                <a:lnTo>
                  <a:pt x="22495" y="85828"/>
                </a:lnTo>
                <a:lnTo>
                  <a:pt x="28854" y="88201"/>
                </a:lnTo>
                <a:lnTo>
                  <a:pt x="25722" y="88866"/>
                </a:lnTo>
                <a:lnTo>
                  <a:pt x="30468" y="93138"/>
                </a:lnTo>
                <a:lnTo>
                  <a:pt x="34739" y="93233"/>
                </a:lnTo>
                <a:lnTo>
                  <a:pt x="33980" y="90290"/>
                </a:lnTo>
                <a:lnTo>
                  <a:pt x="40339" y="96746"/>
                </a:lnTo>
                <a:lnTo>
                  <a:pt x="51539" y="98645"/>
                </a:lnTo>
                <a:lnTo>
                  <a:pt x="49072" y="104532"/>
                </a:lnTo>
                <a:lnTo>
                  <a:pt x="66916" y="114311"/>
                </a:lnTo>
                <a:lnTo>
                  <a:pt x="70238" y="108994"/>
                </a:lnTo>
                <a:lnTo>
                  <a:pt x="63119" y="103297"/>
                </a:lnTo>
                <a:lnTo>
                  <a:pt x="76218" y="109658"/>
                </a:lnTo>
                <a:lnTo>
                  <a:pt x="86469" y="92949"/>
                </a:lnTo>
                <a:lnTo>
                  <a:pt x="84570" y="84499"/>
                </a:lnTo>
                <a:lnTo>
                  <a:pt x="87797" y="79372"/>
                </a:lnTo>
                <a:lnTo>
                  <a:pt x="84001" y="73485"/>
                </a:lnTo>
                <a:lnTo>
                  <a:pt x="80868" y="75859"/>
                </a:lnTo>
                <a:lnTo>
                  <a:pt x="67011" y="63991"/>
                </a:lnTo>
                <a:lnTo>
                  <a:pt x="75079" y="56776"/>
                </a:lnTo>
                <a:lnTo>
                  <a:pt x="80584" y="61333"/>
                </a:lnTo>
                <a:lnTo>
                  <a:pt x="85899" y="59339"/>
                </a:lnTo>
                <a:lnTo>
                  <a:pt x="85140" y="43768"/>
                </a:lnTo>
                <a:lnTo>
                  <a:pt x="67106" y="44528"/>
                </a:lnTo>
                <a:lnTo>
                  <a:pt x="64733" y="31901"/>
                </a:lnTo>
                <a:lnTo>
                  <a:pt x="46983" y="55351"/>
                </a:lnTo>
                <a:lnTo>
                  <a:pt x="34360" y="56965"/>
                </a:lnTo>
                <a:lnTo>
                  <a:pt x="35973" y="49465"/>
                </a:lnTo>
                <a:lnTo>
                  <a:pt x="55051" y="42154"/>
                </a:lnTo>
                <a:lnTo>
                  <a:pt x="59323" y="28293"/>
                </a:lnTo>
                <a:lnTo>
                  <a:pt x="47933" y="15665"/>
                </a:lnTo>
                <a:lnTo>
                  <a:pt x="44326" y="20508"/>
                </a:lnTo>
                <a:lnTo>
                  <a:pt x="46604" y="22217"/>
                </a:lnTo>
                <a:lnTo>
                  <a:pt x="40244" y="21457"/>
                </a:lnTo>
                <a:lnTo>
                  <a:pt x="22210" y="3608"/>
                </a:lnTo>
                <a:lnTo>
                  <a:pt x="25627" y="0"/>
                </a:lnTo>
                <a:lnTo>
                  <a:pt x="50305" y="7595"/>
                </a:lnTo>
                <a:lnTo>
                  <a:pt x="52583" y="15476"/>
                </a:lnTo>
              </a:path>
            </a:pathLst>
          </a:custGeom>
          <a:noFill xmlns:a="http://schemas.openxmlformats.org/drawingml/2006/main"/>
          <a:ln xmlns:a="http://schemas.openxmlformats.org/drawingml/2006/main" w="2720">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39F00835-A1BF-4E83-B1D9-F95B28CF6465}"/>
              </a:ext>
            </a:extLst>
          </p:cNvPr>
          <p:cNvSpPr>
            <a:spLocks xmlns:a="http://schemas.openxmlformats.org/drawingml/2006/main" noGrp="1"/>
          </p:cNvSpPr>
          <p:nvPr/>
        </p:nvSpPr>
        <p:spPr>
          <a:xfrm xmlns:a="http://schemas.openxmlformats.org/drawingml/2006/main">
            <a:off x="6080143" y="3940574"/>
            <a:ext cx="72238" cy="52804"/>
          </a:xfrm>
          <a:custGeom xmlns:a="http://schemas.openxmlformats.org/drawingml/2006/main">
            <a:pathLst>
              <a:path w="101180" h="73960">
                <a:moveTo>
                  <a:pt x="101180" y="44053"/>
                </a:moveTo>
                <a:lnTo>
                  <a:pt x="98997" y="56965"/>
                </a:lnTo>
                <a:lnTo>
                  <a:pt x="88652" y="63327"/>
                </a:lnTo>
                <a:lnTo>
                  <a:pt x="52299" y="47566"/>
                </a:lnTo>
                <a:lnTo>
                  <a:pt x="40909" y="51459"/>
                </a:lnTo>
                <a:lnTo>
                  <a:pt x="12339" y="73960"/>
                </a:lnTo>
                <a:lnTo>
                  <a:pt x="4366" y="73675"/>
                </a:lnTo>
                <a:lnTo>
                  <a:pt x="0" y="67219"/>
                </a:lnTo>
                <a:lnTo>
                  <a:pt x="4461" y="54497"/>
                </a:lnTo>
                <a:lnTo>
                  <a:pt x="43187" y="28388"/>
                </a:lnTo>
                <a:lnTo>
                  <a:pt x="69858" y="0"/>
                </a:lnTo>
                <a:lnTo>
                  <a:pt x="79160" y="3133"/>
                </a:lnTo>
                <a:lnTo>
                  <a:pt x="89885" y="14051"/>
                </a:lnTo>
                <a:lnTo>
                  <a:pt x="101180" y="44053"/>
                </a:lnTo>
              </a:path>
            </a:pathLst>
          </a:custGeom>
          <a:noFill xmlns:a="http://schemas.openxmlformats.org/drawingml/2006/main"/>
          <a:ln xmlns:a="http://schemas.openxmlformats.org/drawingml/2006/main" w="2720">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7942A964-F93F-4533-A1CE-3CFA6B0CD1E2}"/>
              </a:ext>
            </a:extLst>
          </p:cNvPr>
          <p:cNvSpPr>
            <a:spLocks xmlns:a="http://schemas.openxmlformats.org/drawingml/2006/main" noGrp="1"/>
          </p:cNvSpPr>
          <p:nvPr/>
        </p:nvSpPr>
        <p:spPr>
          <a:xfrm xmlns:a="http://schemas.openxmlformats.org/drawingml/2006/main">
            <a:off x="6016375" y="4013375"/>
            <a:ext cx="35848" cy="49212"/>
          </a:xfrm>
          <a:custGeom xmlns:a="http://schemas.openxmlformats.org/drawingml/2006/main">
            <a:pathLst>
              <a:path w="50211" h="68928">
                <a:moveTo>
                  <a:pt x="50211" y="57535"/>
                </a:moveTo>
                <a:lnTo>
                  <a:pt x="48028" y="67029"/>
                </a:lnTo>
                <a:lnTo>
                  <a:pt x="42712" y="68928"/>
                </a:lnTo>
                <a:lnTo>
                  <a:pt x="17370" y="54592"/>
                </a:lnTo>
                <a:lnTo>
                  <a:pt x="0" y="17849"/>
                </a:lnTo>
                <a:lnTo>
                  <a:pt x="6075" y="0"/>
                </a:lnTo>
                <a:lnTo>
                  <a:pt x="22875" y="5127"/>
                </a:lnTo>
                <a:lnTo>
                  <a:pt x="37872" y="24305"/>
                </a:lnTo>
                <a:lnTo>
                  <a:pt x="50211" y="57535"/>
                </a:lnTo>
              </a:path>
            </a:pathLst>
          </a:custGeom>
          <a:noFill xmlns:a="http://schemas.openxmlformats.org/drawingml/2006/main"/>
          <a:ln xmlns:a="http://schemas.openxmlformats.org/drawingml/2006/main" w="2720">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E143FC4E-51DF-4C25-BF9B-FF1B1460B33D}"/>
              </a:ext>
            </a:extLst>
          </p:cNvPr>
          <p:cNvSpPr>
            <a:spLocks xmlns:a="http://schemas.openxmlformats.org/drawingml/2006/main" noGrp="1"/>
          </p:cNvSpPr>
          <p:nvPr/>
        </p:nvSpPr>
        <p:spPr>
          <a:xfrm xmlns:a="http://schemas.openxmlformats.org/drawingml/2006/main">
            <a:off x="6170068" y="4076753"/>
            <a:ext cx="32256" cy="31384"/>
          </a:xfrm>
          <a:custGeom xmlns:a="http://schemas.openxmlformats.org/drawingml/2006/main">
            <a:pathLst>
              <a:path w="45180" h="43958">
                <a:moveTo>
                  <a:pt x="24678" y="10918"/>
                </a:moveTo>
                <a:lnTo>
                  <a:pt x="32271" y="8260"/>
                </a:lnTo>
                <a:lnTo>
                  <a:pt x="27146" y="4367"/>
                </a:lnTo>
                <a:lnTo>
                  <a:pt x="31417" y="6931"/>
                </a:lnTo>
                <a:lnTo>
                  <a:pt x="42617" y="24590"/>
                </a:lnTo>
                <a:lnTo>
                  <a:pt x="45180" y="33610"/>
                </a:lnTo>
                <a:lnTo>
                  <a:pt x="37777" y="43958"/>
                </a:lnTo>
                <a:lnTo>
                  <a:pt x="32461" y="41870"/>
                </a:lnTo>
                <a:lnTo>
                  <a:pt x="37587" y="43579"/>
                </a:lnTo>
                <a:lnTo>
                  <a:pt x="43377" y="35983"/>
                </a:lnTo>
                <a:lnTo>
                  <a:pt x="41953" y="38072"/>
                </a:lnTo>
                <a:lnTo>
                  <a:pt x="22970" y="29622"/>
                </a:lnTo>
                <a:lnTo>
                  <a:pt x="22970" y="26964"/>
                </a:lnTo>
                <a:lnTo>
                  <a:pt x="24583" y="32375"/>
                </a:lnTo>
                <a:lnTo>
                  <a:pt x="15376" y="19368"/>
                </a:lnTo>
                <a:lnTo>
                  <a:pt x="20407" y="20602"/>
                </a:lnTo>
                <a:lnTo>
                  <a:pt x="22685" y="16330"/>
                </a:lnTo>
                <a:lnTo>
                  <a:pt x="14902" y="14051"/>
                </a:lnTo>
                <a:lnTo>
                  <a:pt x="11295" y="19083"/>
                </a:lnTo>
                <a:lnTo>
                  <a:pt x="0" y="5791"/>
                </a:lnTo>
                <a:lnTo>
                  <a:pt x="1139" y="854"/>
                </a:lnTo>
                <a:lnTo>
                  <a:pt x="10346" y="0"/>
                </a:lnTo>
                <a:lnTo>
                  <a:pt x="10820" y="3418"/>
                </a:lnTo>
                <a:lnTo>
                  <a:pt x="24678" y="10918"/>
                </a:lnTo>
              </a:path>
            </a:pathLst>
          </a:custGeom>
          <a:noFill xmlns:a="http://schemas.openxmlformats.org/drawingml/2006/main"/>
          <a:ln xmlns:a="http://schemas.openxmlformats.org/drawingml/2006/main" w="2720">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38634E85-4893-423B-A9BB-A2CD7570ABAE}"/>
              </a:ext>
            </a:extLst>
          </p:cNvPr>
          <p:cNvSpPr>
            <a:spLocks xmlns:a="http://schemas.openxmlformats.org/drawingml/2006/main" noGrp="1"/>
          </p:cNvSpPr>
          <p:nvPr/>
        </p:nvSpPr>
        <p:spPr>
          <a:xfrm xmlns:a="http://schemas.openxmlformats.org/drawingml/2006/main">
            <a:off x="6003568" y="4143589"/>
            <a:ext cx="21753" cy="22030"/>
          </a:xfrm>
          <a:custGeom xmlns:a="http://schemas.openxmlformats.org/drawingml/2006/main">
            <a:pathLst>
              <a:path w="30468" h="30856">
                <a:moveTo>
                  <a:pt x="14712" y="0"/>
                </a:moveTo>
                <a:lnTo>
                  <a:pt x="26956" y="7500"/>
                </a:lnTo>
                <a:lnTo>
                  <a:pt x="30468" y="14621"/>
                </a:lnTo>
                <a:lnTo>
                  <a:pt x="28570" y="11013"/>
                </a:lnTo>
                <a:lnTo>
                  <a:pt x="24393" y="12437"/>
                </a:lnTo>
                <a:lnTo>
                  <a:pt x="16231" y="26584"/>
                </a:lnTo>
                <a:lnTo>
                  <a:pt x="19648" y="28768"/>
                </a:lnTo>
                <a:lnTo>
                  <a:pt x="8542" y="30856"/>
                </a:lnTo>
                <a:lnTo>
                  <a:pt x="0" y="19938"/>
                </a:lnTo>
                <a:lnTo>
                  <a:pt x="14712" y="0"/>
                </a:lnTo>
              </a:path>
            </a:pathLst>
          </a:custGeom>
          <a:noFill xmlns:a="http://schemas.openxmlformats.org/drawingml/2006/main"/>
          <a:ln xmlns:a="http://schemas.openxmlformats.org/drawingml/2006/main" w="2720">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6CA2CEFA-12A5-4032-9D97-B336F574C5D3}"/>
              </a:ext>
            </a:extLst>
          </p:cNvPr>
          <p:cNvSpPr>
            <a:spLocks xmlns:a="http://schemas.openxmlformats.org/drawingml/2006/main" noGrp="1"/>
          </p:cNvSpPr>
          <p:nvPr/>
        </p:nvSpPr>
        <p:spPr>
          <a:xfrm xmlns:a="http://schemas.openxmlformats.org/drawingml/2006/main">
            <a:off x="5991709" y="4133625"/>
            <a:ext cx="13621" cy="15523"/>
          </a:xfrm>
          <a:custGeom xmlns:a="http://schemas.openxmlformats.org/drawingml/2006/main">
            <a:pathLst>
              <a:path w="19078" h="21742">
                <a:moveTo>
                  <a:pt x="4081" y="0"/>
                </a:moveTo>
                <a:lnTo>
                  <a:pt x="14048" y="2279"/>
                </a:lnTo>
                <a:lnTo>
                  <a:pt x="19078" y="7500"/>
                </a:lnTo>
                <a:lnTo>
                  <a:pt x="8068" y="21742"/>
                </a:lnTo>
                <a:lnTo>
                  <a:pt x="854" y="14146"/>
                </a:lnTo>
                <a:lnTo>
                  <a:pt x="0" y="4747"/>
                </a:lnTo>
                <a:lnTo>
                  <a:pt x="664" y="7880"/>
                </a:lnTo>
                <a:lnTo>
                  <a:pt x="4081" y="5032"/>
                </a:lnTo>
                <a:lnTo>
                  <a:pt x="4081" y="0"/>
                </a:lnTo>
              </a:path>
            </a:pathLst>
          </a:custGeom>
          <a:noFill xmlns:a="http://schemas.openxmlformats.org/drawingml/2006/main"/>
          <a:ln xmlns:a="http://schemas.openxmlformats.org/drawingml/2006/main" w="2720">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B3C0E248-D2DF-4CEA-BA2B-8A042746EEDC}"/>
              </a:ext>
            </a:extLst>
          </p:cNvPr>
          <p:cNvSpPr>
            <a:spLocks xmlns:a="http://schemas.openxmlformats.org/drawingml/2006/main" noGrp="1"/>
          </p:cNvSpPr>
          <p:nvPr/>
        </p:nvSpPr>
        <p:spPr>
          <a:xfrm xmlns:a="http://schemas.openxmlformats.org/drawingml/2006/main">
            <a:off x="6167561" y="2536214"/>
            <a:ext cx="101784" cy="117742"/>
          </a:xfrm>
          <a:custGeom xmlns:a="http://schemas.openxmlformats.org/drawingml/2006/main">
            <a:pathLst>
              <a:path w="142564" h="164915">
                <a:moveTo>
                  <a:pt x="139811" y="120197"/>
                </a:moveTo>
                <a:lnTo>
                  <a:pt x="142564" y="131685"/>
                </a:lnTo>
                <a:lnTo>
                  <a:pt x="138767" y="140230"/>
                </a:lnTo>
                <a:lnTo>
                  <a:pt x="112760" y="160737"/>
                </a:lnTo>
                <a:lnTo>
                  <a:pt x="93302" y="164915"/>
                </a:lnTo>
                <a:lnTo>
                  <a:pt x="75933" y="158744"/>
                </a:lnTo>
                <a:lnTo>
                  <a:pt x="57139" y="138046"/>
                </a:lnTo>
                <a:lnTo>
                  <a:pt x="38821" y="105291"/>
                </a:lnTo>
                <a:lnTo>
                  <a:pt x="21641" y="92379"/>
                </a:lnTo>
                <a:lnTo>
                  <a:pt x="20027" y="64751"/>
                </a:lnTo>
                <a:lnTo>
                  <a:pt x="1993" y="28673"/>
                </a:lnTo>
                <a:lnTo>
                  <a:pt x="0" y="12532"/>
                </a:lnTo>
                <a:lnTo>
                  <a:pt x="26007" y="0"/>
                </a:lnTo>
                <a:lnTo>
                  <a:pt x="36922" y="1994"/>
                </a:lnTo>
                <a:lnTo>
                  <a:pt x="82862" y="50794"/>
                </a:lnTo>
                <a:lnTo>
                  <a:pt x="139811" y="120197"/>
                </a:lnTo>
              </a:path>
            </a:pathLst>
          </a:custGeom>
          <a:noFill xmlns:a="http://schemas.openxmlformats.org/drawingml/2006/main"/>
          <a:ln xmlns:a="http://schemas.openxmlformats.org/drawingml/2006/main" w="2720">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A49DE580-5819-49E7-9F7C-FB9BF85929B9}"/>
              </a:ext>
            </a:extLst>
          </p:cNvPr>
          <p:cNvSpPr>
            <a:spLocks xmlns:a="http://schemas.openxmlformats.org/drawingml/2006/main" noGrp="1"/>
          </p:cNvSpPr>
          <p:nvPr/>
        </p:nvSpPr>
        <p:spPr>
          <a:xfrm xmlns:a="http://schemas.openxmlformats.org/drawingml/2006/main">
            <a:off x="7194008" y="2618572"/>
            <a:ext cx="332925" cy="566671"/>
          </a:xfrm>
          <a:custGeom xmlns:a="http://schemas.openxmlformats.org/drawingml/2006/main">
            <a:pathLst>
              <a:path w="466312" h="793708">
                <a:moveTo>
                  <a:pt x="426932" y="78327"/>
                </a:moveTo>
                <a:lnTo>
                  <a:pt x="434051" y="87632"/>
                </a:lnTo>
                <a:lnTo>
                  <a:pt x="443068" y="82790"/>
                </a:lnTo>
                <a:lnTo>
                  <a:pt x="466312" y="85134"/>
                </a:lnTo>
                <a:moveTo>
                  <a:pt x="466312" y="793708"/>
                </a:moveTo>
                <a:lnTo>
                  <a:pt x="222104" y="586269"/>
                </a:lnTo>
                <a:lnTo>
                  <a:pt x="118455" y="492086"/>
                </a:lnTo>
                <a:lnTo>
                  <a:pt x="82767" y="438729"/>
                </a:lnTo>
                <a:lnTo>
                  <a:pt x="68719" y="404075"/>
                </a:lnTo>
                <a:lnTo>
                  <a:pt x="61126" y="373408"/>
                </a:lnTo>
                <a:lnTo>
                  <a:pt x="70428" y="366003"/>
                </a:lnTo>
                <a:lnTo>
                  <a:pt x="150157" y="368282"/>
                </a:lnTo>
                <a:lnTo>
                  <a:pt x="169805" y="363629"/>
                </a:lnTo>
                <a:lnTo>
                  <a:pt x="184327" y="355274"/>
                </a:lnTo>
                <a:lnTo>
                  <a:pt x="194958" y="340368"/>
                </a:lnTo>
                <a:lnTo>
                  <a:pt x="193913" y="330115"/>
                </a:lnTo>
                <a:lnTo>
                  <a:pt x="184232" y="320810"/>
                </a:lnTo>
                <a:lnTo>
                  <a:pt x="182618" y="307993"/>
                </a:lnTo>
                <a:lnTo>
                  <a:pt x="200083" y="276852"/>
                </a:lnTo>
                <a:lnTo>
                  <a:pt x="185561" y="270111"/>
                </a:lnTo>
                <a:lnTo>
                  <a:pt x="169615" y="271630"/>
                </a:lnTo>
                <a:lnTo>
                  <a:pt x="147120" y="294796"/>
                </a:lnTo>
                <a:lnTo>
                  <a:pt x="126428" y="303151"/>
                </a:lnTo>
                <a:lnTo>
                  <a:pt x="50021" y="299638"/>
                </a:lnTo>
                <a:lnTo>
                  <a:pt x="37871" y="292612"/>
                </a:lnTo>
                <a:lnTo>
                  <a:pt x="29804" y="282454"/>
                </a:lnTo>
                <a:lnTo>
                  <a:pt x="1708" y="207734"/>
                </a:lnTo>
                <a:lnTo>
                  <a:pt x="0" y="171751"/>
                </a:lnTo>
                <a:lnTo>
                  <a:pt x="15851" y="138901"/>
                </a:lnTo>
                <a:lnTo>
                  <a:pt x="115513" y="48990"/>
                </a:lnTo>
                <a:lnTo>
                  <a:pt x="146076" y="32565"/>
                </a:lnTo>
                <a:lnTo>
                  <a:pt x="259406" y="1044"/>
                </a:lnTo>
                <a:lnTo>
                  <a:pt x="296897" y="0"/>
                </a:lnTo>
                <a:lnTo>
                  <a:pt x="328789" y="9209"/>
                </a:lnTo>
                <a:lnTo>
                  <a:pt x="357739" y="52408"/>
                </a:lnTo>
                <a:lnTo>
                  <a:pt x="422281" y="64561"/>
                </a:lnTo>
                <a:lnTo>
                  <a:pt x="429400" y="70257"/>
                </a:lnTo>
                <a:lnTo>
                  <a:pt x="426932" y="78327"/>
                </a:lnTo>
              </a:path>
            </a:pathLst>
          </a:custGeom>
          <a:noFill xmlns:a="http://schemas.openxmlformats.org/drawingml/2006/main"/>
          <a:ln xmlns:a="http://schemas.openxmlformats.org/drawingml/2006/main" w="2720">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DCE150E9-EAC1-46F6-A6C0-B8C4CEF83A7F}"/>
              </a:ext>
            </a:extLst>
          </p:cNvPr>
          <p:cNvSpPr>
            <a:spLocks xmlns:a="http://schemas.openxmlformats.org/drawingml/2006/main" noGrp="1"/>
          </p:cNvSpPr>
          <p:nvPr/>
        </p:nvSpPr>
        <p:spPr>
          <a:xfrm xmlns:a="http://schemas.openxmlformats.org/drawingml/2006/main">
            <a:off x="6753260" y="2837923"/>
            <a:ext cx="70883" cy="65480"/>
          </a:xfrm>
          <a:custGeom xmlns:a="http://schemas.openxmlformats.org/drawingml/2006/main">
            <a:pathLst>
              <a:path w="99282" h="91714">
                <a:moveTo>
                  <a:pt x="28095" y="5791"/>
                </a:moveTo>
                <a:lnTo>
                  <a:pt x="52204" y="37597"/>
                </a:lnTo>
                <a:lnTo>
                  <a:pt x="90265" y="49845"/>
                </a:lnTo>
                <a:lnTo>
                  <a:pt x="99282" y="82980"/>
                </a:lnTo>
                <a:lnTo>
                  <a:pt x="95391" y="91145"/>
                </a:lnTo>
                <a:lnTo>
                  <a:pt x="90265" y="91714"/>
                </a:lnTo>
                <a:lnTo>
                  <a:pt x="77926" y="81176"/>
                </a:lnTo>
                <a:lnTo>
                  <a:pt x="7214" y="12153"/>
                </a:lnTo>
                <a:lnTo>
                  <a:pt x="0" y="0"/>
                </a:lnTo>
                <a:lnTo>
                  <a:pt x="28095" y="5791"/>
                </a:lnTo>
              </a:path>
            </a:pathLst>
          </a:custGeom>
          <a:noFill xmlns:a="http://schemas.openxmlformats.org/drawingml/2006/main"/>
          <a:ln xmlns:a="http://schemas.openxmlformats.org/drawingml/2006/main" w="2720">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C2F63022-0E57-476A-A83D-620EA10402E8}"/>
              </a:ext>
            </a:extLst>
          </p:cNvPr>
          <p:cNvSpPr>
            <a:spLocks xmlns:a="http://schemas.openxmlformats.org/drawingml/2006/main" noGrp="1"/>
          </p:cNvSpPr>
          <p:nvPr/>
        </p:nvSpPr>
        <p:spPr>
          <a:xfrm xmlns:a="http://schemas.openxmlformats.org/drawingml/2006/main">
            <a:off x="5490039" y="4132404"/>
            <a:ext cx="163315" cy="196101"/>
          </a:xfrm>
          <a:custGeom xmlns:a="http://schemas.openxmlformats.org/drawingml/2006/main">
            <a:pathLst>
              <a:path w="228748" h="274668">
                <a:moveTo>
                  <a:pt x="22305" y="39686"/>
                </a:moveTo>
                <a:lnTo>
                  <a:pt x="36733" y="41395"/>
                </a:lnTo>
                <a:lnTo>
                  <a:pt x="31987" y="51364"/>
                </a:lnTo>
                <a:lnTo>
                  <a:pt x="36638" y="68074"/>
                </a:lnTo>
                <a:lnTo>
                  <a:pt x="30278" y="69973"/>
                </a:lnTo>
                <a:lnTo>
                  <a:pt x="40529" y="66839"/>
                </a:lnTo>
                <a:lnTo>
                  <a:pt x="42238" y="69783"/>
                </a:lnTo>
                <a:lnTo>
                  <a:pt x="46224" y="64656"/>
                </a:lnTo>
                <a:lnTo>
                  <a:pt x="49926" y="69308"/>
                </a:lnTo>
                <a:lnTo>
                  <a:pt x="45085" y="82030"/>
                </a:lnTo>
                <a:lnTo>
                  <a:pt x="50875" y="85828"/>
                </a:lnTo>
                <a:lnTo>
                  <a:pt x="37871" y="93518"/>
                </a:lnTo>
                <a:lnTo>
                  <a:pt x="30373" y="88201"/>
                </a:lnTo>
                <a:lnTo>
                  <a:pt x="28190" y="90005"/>
                </a:lnTo>
                <a:lnTo>
                  <a:pt x="37302" y="94373"/>
                </a:lnTo>
                <a:lnTo>
                  <a:pt x="52963" y="88201"/>
                </a:lnTo>
                <a:lnTo>
                  <a:pt x="46129" y="94468"/>
                </a:lnTo>
                <a:lnTo>
                  <a:pt x="54956" y="93233"/>
                </a:lnTo>
                <a:lnTo>
                  <a:pt x="52868" y="105481"/>
                </a:lnTo>
                <a:lnTo>
                  <a:pt x="56285" y="96082"/>
                </a:lnTo>
                <a:lnTo>
                  <a:pt x="78875" y="86208"/>
                </a:lnTo>
                <a:lnTo>
                  <a:pt x="91309" y="84973"/>
                </a:lnTo>
                <a:lnTo>
                  <a:pt x="117411" y="91619"/>
                </a:lnTo>
                <a:lnTo>
                  <a:pt x="148259" y="75479"/>
                </a:lnTo>
                <a:lnTo>
                  <a:pt x="167432" y="69783"/>
                </a:lnTo>
                <a:lnTo>
                  <a:pt x="167432" y="65890"/>
                </a:lnTo>
                <a:lnTo>
                  <a:pt x="216124" y="65130"/>
                </a:lnTo>
                <a:lnTo>
                  <a:pt x="226659" y="108614"/>
                </a:lnTo>
                <a:lnTo>
                  <a:pt x="228748" y="146591"/>
                </a:lnTo>
                <a:lnTo>
                  <a:pt x="224951" y="161687"/>
                </a:lnTo>
                <a:lnTo>
                  <a:pt x="212232" y="177257"/>
                </a:lnTo>
                <a:lnTo>
                  <a:pt x="176069" y="197005"/>
                </a:lnTo>
                <a:lnTo>
                  <a:pt x="167717" y="236786"/>
                </a:lnTo>
                <a:lnTo>
                  <a:pt x="146266" y="257674"/>
                </a:lnTo>
                <a:lnTo>
                  <a:pt x="126713" y="270586"/>
                </a:lnTo>
                <a:lnTo>
                  <a:pt x="105262" y="274668"/>
                </a:lnTo>
                <a:lnTo>
                  <a:pt x="84096" y="267738"/>
                </a:lnTo>
                <a:lnTo>
                  <a:pt x="28000" y="211152"/>
                </a:lnTo>
                <a:lnTo>
                  <a:pt x="27241" y="199094"/>
                </a:lnTo>
                <a:lnTo>
                  <a:pt x="52014" y="168428"/>
                </a:lnTo>
                <a:lnTo>
                  <a:pt x="57994" y="148965"/>
                </a:lnTo>
                <a:lnTo>
                  <a:pt x="53533" y="127033"/>
                </a:lnTo>
                <a:lnTo>
                  <a:pt x="48977" y="134343"/>
                </a:lnTo>
                <a:lnTo>
                  <a:pt x="46889" y="126938"/>
                </a:lnTo>
                <a:lnTo>
                  <a:pt x="37207" y="124185"/>
                </a:lnTo>
                <a:lnTo>
                  <a:pt x="46983" y="128457"/>
                </a:lnTo>
                <a:lnTo>
                  <a:pt x="47458" y="136432"/>
                </a:lnTo>
                <a:lnTo>
                  <a:pt x="37871" y="145262"/>
                </a:lnTo>
                <a:lnTo>
                  <a:pt x="30943" y="135578"/>
                </a:lnTo>
                <a:lnTo>
                  <a:pt x="28949" y="143743"/>
                </a:lnTo>
                <a:lnTo>
                  <a:pt x="18983" y="153902"/>
                </a:lnTo>
                <a:lnTo>
                  <a:pt x="7214" y="134154"/>
                </a:lnTo>
                <a:lnTo>
                  <a:pt x="0" y="105671"/>
                </a:lnTo>
                <a:lnTo>
                  <a:pt x="3702" y="79562"/>
                </a:lnTo>
                <a:lnTo>
                  <a:pt x="10820" y="70352"/>
                </a:lnTo>
                <a:lnTo>
                  <a:pt x="14807" y="48800"/>
                </a:lnTo>
                <a:lnTo>
                  <a:pt x="10820" y="475"/>
                </a:lnTo>
                <a:lnTo>
                  <a:pt x="13573" y="0"/>
                </a:lnTo>
                <a:lnTo>
                  <a:pt x="22305" y="39686"/>
                </a:lnTo>
              </a:path>
            </a:pathLst>
          </a:custGeom>
          <a:noFill xmlns:a="http://schemas.openxmlformats.org/drawingml/2006/main"/>
          <a:ln xmlns:a="http://schemas.openxmlformats.org/drawingml/2006/main" w="2720">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98947EEE-3D94-434A-9700-F07A70D0C16A}"/>
              </a:ext>
            </a:extLst>
          </p:cNvPr>
          <p:cNvSpPr>
            <a:spLocks xmlns:a="http://schemas.openxmlformats.org/drawingml/2006/main" noGrp="1"/>
          </p:cNvSpPr>
          <p:nvPr/>
        </p:nvSpPr>
        <p:spPr>
          <a:xfrm xmlns:a="http://schemas.openxmlformats.org/drawingml/2006/main">
            <a:off x="5147551" y="4158840"/>
            <a:ext cx="179850" cy="73411"/>
          </a:xfrm>
          <a:custGeom xmlns:a="http://schemas.openxmlformats.org/drawingml/2006/main">
            <a:pathLst>
              <a:path w="251907" h="102823">
                <a:moveTo>
                  <a:pt x="148544" y="190"/>
                </a:moveTo>
                <a:lnTo>
                  <a:pt x="168856" y="6456"/>
                </a:lnTo>
                <a:lnTo>
                  <a:pt x="156137" y="2658"/>
                </a:lnTo>
                <a:lnTo>
                  <a:pt x="153289" y="11583"/>
                </a:lnTo>
                <a:lnTo>
                  <a:pt x="162401" y="25824"/>
                </a:lnTo>
                <a:lnTo>
                  <a:pt x="172747" y="31901"/>
                </a:lnTo>
                <a:lnTo>
                  <a:pt x="189168" y="30192"/>
                </a:lnTo>
                <a:lnTo>
                  <a:pt x="202741" y="20887"/>
                </a:lnTo>
                <a:lnTo>
                  <a:pt x="204164" y="18514"/>
                </a:lnTo>
                <a:lnTo>
                  <a:pt x="199229" y="15571"/>
                </a:lnTo>
                <a:lnTo>
                  <a:pt x="210524" y="21457"/>
                </a:lnTo>
                <a:lnTo>
                  <a:pt x="223243" y="51554"/>
                </a:lnTo>
                <a:lnTo>
                  <a:pt x="217263" y="37312"/>
                </a:lnTo>
                <a:lnTo>
                  <a:pt x="209670" y="35034"/>
                </a:lnTo>
                <a:lnTo>
                  <a:pt x="198849" y="39686"/>
                </a:lnTo>
                <a:lnTo>
                  <a:pt x="192395" y="51364"/>
                </a:lnTo>
                <a:lnTo>
                  <a:pt x="202266" y="61713"/>
                </a:lnTo>
                <a:lnTo>
                  <a:pt x="213941" y="62947"/>
                </a:lnTo>
                <a:lnTo>
                  <a:pt x="232829" y="76903"/>
                </a:lnTo>
                <a:lnTo>
                  <a:pt x="240043" y="75384"/>
                </a:lnTo>
                <a:lnTo>
                  <a:pt x="236056" y="69973"/>
                </a:lnTo>
                <a:lnTo>
                  <a:pt x="251907" y="92949"/>
                </a:lnTo>
                <a:lnTo>
                  <a:pt x="233968" y="95132"/>
                </a:lnTo>
                <a:lnTo>
                  <a:pt x="237290" y="89910"/>
                </a:lnTo>
                <a:lnTo>
                  <a:pt x="233778" y="84404"/>
                </a:lnTo>
                <a:lnTo>
                  <a:pt x="215554" y="80036"/>
                </a:lnTo>
                <a:lnTo>
                  <a:pt x="214225" y="96936"/>
                </a:lnTo>
                <a:lnTo>
                  <a:pt x="225426" y="95607"/>
                </a:lnTo>
                <a:lnTo>
                  <a:pt x="187839" y="102823"/>
                </a:lnTo>
                <a:lnTo>
                  <a:pt x="152625" y="95607"/>
                </a:lnTo>
                <a:lnTo>
                  <a:pt x="92638" y="102348"/>
                </a:lnTo>
                <a:lnTo>
                  <a:pt x="6359" y="87917"/>
                </a:lnTo>
                <a:lnTo>
                  <a:pt x="0" y="81745"/>
                </a:lnTo>
                <a:lnTo>
                  <a:pt x="3322" y="72441"/>
                </a:lnTo>
                <a:lnTo>
                  <a:pt x="33790" y="53358"/>
                </a:lnTo>
                <a:lnTo>
                  <a:pt x="64068" y="20128"/>
                </a:lnTo>
                <a:lnTo>
                  <a:pt x="132977" y="0"/>
                </a:lnTo>
                <a:lnTo>
                  <a:pt x="148544" y="190"/>
                </a:lnTo>
              </a:path>
            </a:pathLst>
          </a:custGeom>
          <a:noFill xmlns:a="http://schemas.openxmlformats.org/drawingml/2006/main"/>
          <a:ln xmlns:a="http://schemas.openxmlformats.org/drawingml/2006/main" w="2720">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2BDBE2F5-AFA7-4079-BC47-54425704739E}"/>
              </a:ext>
            </a:extLst>
          </p:cNvPr>
          <p:cNvSpPr>
            <a:spLocks xmlns:a="http://schemas.openxmlformats.org/drawingml/2006/main" noGrp="1"/>
          </p:cNvSpPr>
          <p:nvPr/>
        </p:nvSpPr>
        <p:spPr>
          <a:xfrm xmlns:a="http://schemas.openxmlformats.org/drawingml/2006/main">
            <a:off x="5368196" y="3996361"/>
            <a:ext cx="210819" cy="83375"/>
          </a:xfrm>
          <a:custGeom xmlns:a="http://schemas.openxmlformats.org/drawingml/2006/main">
            <a:pathLst>
              <a:path w="295284" h="116779">
                <a:moveTo>
                  <a:pt x="103174" y="11773"/>
                </a:moveTo>
                <a:lnTo>
                  <a:pt x="140571" y="28673"/>
                </a:lnTo>
                <a:lnTo>
                  <a:pt x="145127" y="18419"/>
                </a:lnTo>
                <a:lnTo>
                  <a:pt x="159459" y="7311"/>
                </a:lnTo>
                <a:lnTo>
                  <a:pt x="168286" y="6076"/>
                </a:lnTo>
                <a:lnTo>
                  <a:pt x="172462" y="10064"/>
                </a:lnTo>
                <a:lnTo>
                  <a:pt x="186890" y="54022"/>
                </a:lnTo>
                <a:lnTo>
                  <a:pt x="191541" y="57915"/>
                </a:lnTo>
                <a:lnTo>
                  <a:pt x="227229" y="71492"/>
                </a:lnTo>
                <a:lnTo>
                  <a:pt x="239568" y="67884"/>
                </a:lnTo>
                <a:lnTo>
                  <a:pt x="262063" y="69023"/>
                </a:lnTo>
                <a:lnTo>
                  <a:pt x="285792" y="82790"/>
                </a:lnTo>
                <a:lnTo>
                  <a:pt x="295284" y="93708"/>
                </a:lnTo>
                <a:lnTo>
                  <a:pt x="277440" y="116779"/>
                </a:lnTo>
                <a:lnTo>
                  <a:pt x="229317" y="114785"/>
                </a:lnTo>
                <a:lnTo>
                  <a:pt x="184137" y="104911"/>
                </a:lnTo>
                <a:lnTo>
                  <a:pt x="118265" y="70732"/>
                </a:lnTo>
                <a:lnTo>
                  <a:pt x="53058" y="56491"/>
                </a:lnTo>
                <a:lnTo>
                  <a:pt x="28475" y="56681"/>
                </a:lnTo>
                <a:lnTo>
                  <a:pt x="4651" y="42059"/>
                </a:lnTo>
                <a:lnTo>
                  <a:pt x="0" y="30287"/>
                </a:lnTo>
                <a:lnTo>
                  <a:pt x="3227" y="22786"/>
                </a:lnTo>
                <a:lnTo>
                  <a:pt x="34834" y="5412"/>
                </a:lnTo>
                <a:lnTo>
                  <a:pt x="62834" y="0"/>
                </a:lnTo>
                <a:lnTo>
                  <a:pt x="91594" y="3133"/>
                </a:lnTo>
                <a:lnTo>
                  <a:pt x="103174" y="11773"/>
                </a:lnTo>
              </a:path>
            </a:pathLst>
          </a:custGeom>
          <a:noFill xmlns:a="http://schemas.openxmlformats.org/drawingml/2006/main"/>
          <a:ln xmlns:a="http://schemas.openxmlformats.org/drawingml/2006/main" w="2720">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5D77DCC4-71F5-4BE2-88FE-2E8DB4417EC7}"/>
              </a:ext>
            </a:extLst>
          </p:cNvPr>
          <p:cNvSpPr>
            <a:spLocks xmlns:a="http://schemas.openxmlformats.org/drawingml/2006/main" noGrp="1"/>
          </p:cNvSpPr>
          <p:nvPr/>
        </p:nvSpPr>
        <p:spPr>
          <a:xfrm xmlns:a="http://schemas.openxmlformats.org/drawingml/2006/main">
            <a:off x="5503389" y="3975619"/>
            <a:ext cx="131804" cy="110557"/>
          </a:xfrm>
          <a:custGeom xmlns:a="http://schemas.openxmlformats.org/drawingml/2006/main">
            <a:pathLst>
              <a:path w="184612" h="154851">
                <a:moveTo>
                  <a:pt x="15187" y="0"/>
                </a:moveTo>
                <a:lnTo>
                  <a:pt x="51350" y="6456"/>
                </a:lnTo>
                <a:lnTo>
                  <a:pt x="93018" y="41585"/>
                </a:lnTo>
                <a:lnTo>
                  <a:pt x="103174" y="58769"/>
                </a:lnTo>
                <a:lnTo>
                  <a:pt x="110767" y="63042"/>
                </a:lnTo>
                <a:lnTo>
                  <a:pt x="114659" y="57440"/>
                </a:lnTo>
                <a:lnTo>
                  <a:pt x="118550" y="60953"/>
                </a:lnTo>
                <a:lnTo>
                  <a:pt x="116462" y="63327"/>
                </a:lnTo>
                <a:lnTo>
                  <a:pt x="124150" y="70352"/>
                </a:lnTo>
                <a:lnTo>
                  <a:pt x="126428" y="68359"/>
                </a:lnTo>
                <a:lnTo>
                  <a:pt x="132218" y="73960"/>
                </a:lnTo>
                <a:lnTo>
                  <a:pt x="130035" y="76144"/>
                </a:lnTo>
                <a:lnTo>
                  <a:pt x="137154" y="83170"/>
                </a:lnTo>
                <a:lnTo>
                  <a:pt x="139906" y="80606"/>
                </a:lnTo>
                <a:lnTo>
                  <a:pt x="160978" y="103107"/>
                </a:lnTo>
                <a:lnTo>
                  <a:pt x="166008" y="110703"/>
                </a:lnTo>
                <a:lnTo>
                  <a:pt x="163066" y="121526"/>
                </a:lnTo>
                <a:lnTo>
                  <a:pt x="171229" y="125039"/>
                </a:lnTo>
                <a:lnTo>
                  <a:pt x="184612" y="150294"/>
                </a:lnTo>
                <a:lnTo>
                  <a:pt x="183852" y="154851"/>
                </a:lnTo>
                <a:lnTo>
                  <a:pt x="158415" y="148110"/>
                </a:lnTo>
                <a:lnTo>
                  <a:pt x="129560" y="146686"/>
                </a:lnTo>
                <a:lnTo>
                  <a:pt x="122632" y="120197"/>
                </a:lnTo>
                <a:lnTo>
                  <a:pt x="105926" y="104721"/>
                </a:lnTo>
                <a:lnTo>
                  <a:pt x="71187" y="91430"/>
                </a:lnTo>
                <a:lnTo>
                  <a:pt x="31892" y="87537"/>
                </a:lnTo>
                <a:lnTo>
                  <a:pt x="10346" y="75099"/>
                </a:lnTo>
                <a:lnTo>
                  <a:pt x="0" y="14621"/>
                </a:lnTo>
                <a:lnTo>
                  <a:pt x="4841" y="11868"/>
                </a:lnTo>
                <a:lnTo>
                  <a:pt x="4271" y="4842"/>
                </a:lnTo>
                <a:lnTo>
                  <a:pt x="15187" y="0"/>
                </a:lnTo>
              </a:path>
            </a:pathLst>
          </a:custGeom>
          <a:noFill xmlns:a="http://schemas.openxmlformats.org/drawingml/2006/main"/>
          <a:ln xmlns:a="http://schemas.openxmlformats.org/drawingml/2006/main" w="2720">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C31FED47-C805-48EB-A0A3-1318953FAA40}"/>
              </a:ext>
            </a:extLst>
          </p:cNvPr>
          <p:cNvSpPr>
            <a:spLocks xmlns:a="http://schemas.openxmlformats.org/drawingml/2006/main" noGrp="1"/>
          </p:cNvSpPr>
          <p:nvPr/>
        </p:nvSpPr>
        <p:spPr>
          <a:xfrm xmlns:a="http://schemas.openxmlformats.org/drawingml/2006/main">
            <a:off x="5215859" y="4301798"/>
            <a:ext cx="98531" cy="82426"/>
          </a:xfrm>
          <a:custGeom xmlns:a="http://schemas.openxmlformats.org/drawingml/2006/main">
            <a:pathLst>
              <a:path w="138008" h="115450">
                <a:moveTo>
                  <a:pt x="91784" y="0"/>
                </a:moveTo>
                <a:lnTo>
                  <a:pt x="114374" y="2184"/>
                </a:lnTo>
                <a:lnTo>
                  <a:pt x="117601" y="7880"/>
                </a:lnTo>
                <a:lnTo>
                  <a:pt x="102319" y="12532"/>
                </a:lnTo>
                <a:lnTo>
                  <a:pt x="100706" y="17374"/>
                </a:lnTo>
                <a:lnTo>
                  <a:pt x="112191" y="9779"/>
                </a:lnTo>
                <a:lnTo>
                  <a:pt x="123201" y="11013"/>
                </a:lnTo>
                <a:lnTo>
                  <a:pt x="137438" y="34749"/>
                </a:lnTo>
                <a:lnTo>
                  <a:pt x="130225" y="41015"/>
                </a:lnTo>
                <a:lnTo>
                  <a:pt x="130984" y="44053"/>
                </a:lnTo>
                <a:lnTo>
                  <a:pt x="132598" y="40825"/>
                </a:lnTo>
                <a:lnTo>
                  <a:pt x="138008" y="41300"/>
                </a:lnTo>
                <a:lnTo>
                  <a:pt x="136204" y="52978"/>
                </a:lnTo>
                <a:lnTo>
                  <a:pt x="126143" y="50699"/>
                </a:lnTo>
                <a:lnTo>
                  <a:pt x="115038" y="59434"/>
                </a:lnTo>
                <a:lnTo>
                  <a:pt x="105736" y="37502"/>
                </a:lnTo>
                <a:lnTo>
                  <a:pt x="105547" y="43294"/>
                </a:lnTo>
                <a:lnTo>
                  <a:pt x="113994" y="54497"/>
                </a:lnTo>
                <a:lnTo>
                  <a:pt x="111052" y="60573"/>
                </a:lnTo>
                <a:lnTo>
                  <a:pt x="105547" y="49560"/>
                </a:lnTo>
                <a:lnTo>
                  <a:pt x="97384" y="47091"/>
                </a:lnTo>
                <a:lnTo>
                  <a:pt x="89980" y="50509"/>
                </a:lnTo>
                <a:lnTo>
                  <a:pt x="98048" y="47661"/>
                </a:lnTo>
                <a:lnTo>
                  <a:pt x="105357" y="50225"/>
                </a:lnTo>
                <a:lnTo>
                  <a:pt x="109248" y="57820"/>
                </a:lnTo>
                <a:lnTo>
                  <a:pt x="106306" y="84404"/>
                </a:lnTo>
                <a:lnTo>
                  <a:pt x="92923" y="83454"/>
                </a:lnTo>
                <a:lnTo>
                  <a:pt x="78306" y="91714"/>
                </a:lnTo>
                <a:lnTo>
                  <a:pt x="72896" y="85543"/>
                </a:lnTo>
                <a:lnTo>
                  <a:pt x="68150" y="85543"/>
                </a:lnTo>
                <a:lnTo>
                  <a:pt x="45560" y="99405"/>
                </a:lnTo>
                <a:lnTo>
                  <a:pt x="46224" y="102348"/>
                </a:lnTo>
                <a:lnTo>
                  <a:pt x="37966" y="104627"/>
                </a:lnTo>
                <a:lnTo>
                  <a:pt x="33790" y="99879"/>
                </a:lnTo>
                <a:lnTo>
                  <a:pt x="18034" y="115450"/>
                </a:lnTo>
                <a:lnTo>
                  <a:pt x="21261" y="108329"/>
                </a:lnTo>
                <a:lnTo>
                  <a:pt x="16705" y="88012"/>
                </a:lnTo>
                <a:lnTo>
                  <a:pt x="6644" y="58390"/>
                </a:lnTo>
                <a:lnTo>
                  <a:pt x="0" y="54592"/>
                </a:lnTo>
                <a:lnTo>
                  <a:pt x="759" y="49750"/>
                </a:lnTo>
                <a:lnTo>
                  <a:pt x="38916" y="44148"/>
                </a:lnTo>
                <a:lnTo>
                  <a:pt x="48882" y="51933"/>
                </a:lnTo>
                <a:lnTo>
                  <a:pt x="51444" y="50035"/>
                </a:lnTo>
                <a:lnTo>
                  <a:pt x="46414" y="38072"/>
                </a:lnTo>
                <a:lnTo>
                  <a:pt x="62455" y="10634"/>
                </a:lnTo>
                <a:lnTo>
                  <a:pt x="75933" y="2943"/>
                </a:lnTo>
                <a:lnTo>
                  <a:pt x="91784" y="0"/>
                </a:lnTo>
              </a:path>
            </a:pathLst>
          </a:custGeom>
          <a:noFill xmlns:a="http://schemas.openxmlformats.org/drawingml/2006/main"/>
          <a:ln xmlns:a="http://schemas.openxmlformats.org/drawingml/2006/main" w="2720">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4BC129B6-F3C9-4F12-A27E-7D5E2432A810}"/>
              </a:ext>
            </a:extLst>
          </p:cNvPr>
          <p:cNvSpPr>
            <a:spLocks xmlns:a="http://schemas.openxmlformats.org/drawingml/2006/main" noGrp="1"/>
          </p:cNvSpPr>
          <p:nvPr/>
        </p:nvSpPr>
        <p:spPr>
          <a:xfrm xmlns:a="http://schemas.openxmlformats.org/drawingml/2006/main">
            <a:off x="5290536" y="4409169"/>
            <a:ext cx="89790" cy="67581"/>
          </a:xfrm>
          <a:custGeom xmlns:a="http://schemas.openxmlformats.org/drawingml/2006/main">
            <a:pathLst>
              <a:path w="125764" h="94658">
                <a:moveTo>
                  <a:pt x="43946" y="0"/>
                </a:moveTo>
                <a:lnTo>
                  <a:pt x="59987" y="7026"/>
                </a:lnTo>
                <a:lnTo>
                  <a:pt x="63689" y="15286"/>
                </a:lnTo>
                <a:lnTo>
                  <a:pt x="80963" y="7785"/>
                </a:lnTo>
                <a:lnTo>
                  <a:pt x="79635" y="22881"/>
                </a:lnTo>
                <a:lnTo>
                  <a:pt x="82007" y="7595"/>
                </a:lnTo>
                <a:lnTo>
                  <a:pt x="89696" y="5697"/>
                </a:lnTo>
                <a:lnTo>
                  <a:pt x="107255" y="11583"/>
                </a:lnTo>
                <a:lnTo>
                  <a:pt x="111526" y="19843"/>
                </a:lnTo>
                <a:lnTo>
                  <a:pt x="114089" y="16805"/>
                </a:lnTo>
                <a:lnTo>
                  <a:pt x="125764" y="19178"/>
                </a:lnTo>
                <a:lnTo>
                  <a:pt x="125194" y="29052"/>
                </a:lnTo>
                <a:lnTo>
                  <a:pt x="116177" y="41300"/>
                </a:lnTo>
                <a:lnTo>
                  <a:pt x="103933" y="35034"/>
                </a:lnTo>
                <a:lnTo>
                  <a:pt x="98333" y="39686"/>
                </a:lnTo>
                <a:lnTo>
                  <a:pt x="105736" y="37882"/>
                </a:lnTo>
                <a:lnTo>
                  <a:pt x="109913" y="43009"/>
                </a:lnTo>
                <a:lnTo>
                  <a:pt x="108014" y="58959"/>
                </a:lnTo>
                <a:lnTo>
                  <a:pt x="104313" y="61902"/>
                </a:lnTo>
                <a:lnTo>
                  <a:pt x="108394" y="86872"/>
                </a:lnTo>
                <a:lnTo>
                  <a:pt x="93397" y="94658"/>
                </a:lnTo>
                <a:lnTo>
                  <a:pt x="80774" y="92664"/>
                </a:lnTo>
                <a:lnTo>
                  <a:pt x="66726" y="83454"/>
                </a:lnTo>
                <a:lnTo>
                  <a:pt x="62360" y="88391"/>
                </a:lnTo>
                <a:lnTo>
                  <a:pt x="54672" y="88201"/>
                </a:lnTo>
                <a:lnTo>
                  <a:pt x="36448" y="66650"/>
                </a:lnTo>
                <a:lnTo>
                  <a:pt x="27526" y="39971"/>
                </a:lnTo>
                <a:lnTo>
                  <a:pt x="20027" y="34844"/>
                </a:lnTo>
                <a:lnTo>
                  <a:pt x="14142" y="36648"/>
                </a:lnTo>
                <a:lnTo>
                  <a:pt x="854" y="32185"/>
                </a:lnTo>
                <a:lnTo>
                  <a:pt x="0" y="24970"/>
                </a:lnTo>
                <a:lnTo>
                  <a:pt x="12529" y="10254"/>
                </a:lnTo>
                <a:lnTo>
                  <a:pt x="18129" y="12817"/>
                </a:lnTo>
                <a:lnTo>
                  <a:pt x="30183" y="949"/>
                </a:lnTo>
                <a:lnTo>
                  <a:pt x="33126" y="5697"/>
                </a:lnTo>
                <a:lnTo>
                  <a:pt x="34075" y="1994"/>
                </a:lnTo>
                <a:lnTo>
                  <a:pt x="43946" y="0"/>
                </a:lnTo>
              </a:path>
            </a:pathLst>
          </a:custGeom>
          <a:noFill xmlns:a="http://schemas.openxmlformats.org/drawingml/2006/main"/>
          <a:ln xmlns:a="http://schemas.openxmlformats.org/drawingml/2006/main" w="2720">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C7CBB1C2-7BFD-414F-BCD7-9AB2D936F30C}"/>
              </a:ext>
            </a:extLst>
          </p:cNvPr>
          <p:cNvSpPr>
            <a:spLocks xmlns:a="http://schemas.openxmlformats.org/drawingml/2006/main" noGrp="1"/>
          </p:cNvSpPr>
          <p:nvPr/>
        </p:nvSpPr>
        <p:spPr>
          <a:xfrm xmlns:a="http://schemas.openxmlformats.org/drawingml/2006/main">
            <a:off x="5721662" y="4175787"/>
            <a:ext cx="64716" cy="68869"/>
          </a:xfrm>
          <a:custGeom xmlns:a="http://schemas.openxmlformats.org/drawingml/2006/main">
            <a:pathLst>
              <a:path w="90645" h="96461">
                <a:moveTo>
                  <a:pt x="11390" y="2658"/>
                </a:moveTo>
                <a:lnTo>
                  <a:pt x="33221" y="23166"/>
                </a:lnTo>
                <a:lnTo>
                  <a:pt x="45370" y="27723"/>
                </a:lnTo>
                <a:lnTo>
                  <a:pt x="62360" y="57535"/>
                </a:lnTo>
                <a:lnTo>
                  <a:pt x="90170" y="85733"/>
                </a:lnTo>
                <a:lnTo>
                  <a:pt x="90645" y="96461"/>
                </a:lnTo>
                <a:lnTo>
                  <a:pt x="62645" y="89246"/>
                </a:lnTo>
                <a:lnTo>
                  <a:pt x="16136" y="59909"/>
                </a:lnTo>
                <a:lnTo>
                  <a:pt x="664" y="27723"/>
                </a:lnTo>
                <a:lnTo>
                  <a:pt x="0" y="2563"/>
                </a:lnTo>
                <a:lnTo>
                  <a:pt x="5505" y="0"/>
                </a:lnTo>
                <a:lnTo>
                  <a:pt x="11390" y="2658"/>
                </a:lnTo>
              </a:path>
            </a:pathLst>
          </a:custGeom>
          <a:noFill xmlns:a="http://schemas.openxmlformats.org/drawingml/2006/main"/>
          <a:ln xmlns:a="http://schemas.openxmlformats.org/drawingml/2006/main" w="2720">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51613A9B-8447-4BC1-BE3B-FD7179097135}"/>
              </a:ext>
            </a:extLst>
          </p:cNvPr>
          <p:cNvSpPr>
            <a:spLocks xmlns:a="http://schemas.openxmlformats.org/drawingml/2006/main" noGrp="1"/>
          </p:cNvSpPr>
          <p:nvPr/>
        </p:nvSpPr>
        <p:spPr>
          <a:xfrm xmlns:a="http://schemas.openxmlformats.org/drawingml/2006/main">
            <a:off x="5416039" y="4057231"/>
            <a:ext cx="24870" cy="36197"/>
          </a:xfrm>
          <a:custGeom xmlns:a="http://schemas.openxmlformats.org/drawingml/2006/main">
            <a:pathLst>
              <a:path w="34834" h="50699">
                <a:moveTo>
                  <a:pt x="6170" y="0"/>
                </a:moveTo>
                <a:lnTo>
                  <a:pt x="16041" y="3228"/>
                </a:lnTo>
                <a:lnTo>
                  <a:pt x="3227" y="1044"/>
                </a:lnTo>
                <a:lnTo>
                  <a:pt x="7688" y="19463"/>
                </a:lnTo>
                <a:lnTo>
                  <a:pt x="32841" y="24020"/>
                </a:lnTo>
                <a:lnTo>
                  <a:pt x="24963" y="39306"/>
                </a:lnTo>
                <a:lnTo>
                  <a:pt x="34834" y="45952"/>
                </a:lnTo>
                <a:lnTo>
                  <a:pt x="18224" y="50699"/>
                </a:lnTo>
                <a:lnTo>
                  <a:pt x="1803" y="38547"/>
                </a:lnTo>
                <a:lnTo>
                  <a:pt x="9587" y="41490"/>
                </a:lnTo>
                <a:lnTo>
                  <a:pt x="12434" y="36458"/>
                </a:lnTo>
                <a:lnTo>
                  <a:pt x="5885" y="26299"/>
                </a:lnTo>
                <a:lnTo>
                  <a:pt x="2278" y="26109"/>
                </a:lnTo>
                <a:lnTo>
                  <a:pt x="0" y="31521"/>
                </a:lnTo>
                <a:lnTo>
                  <a:pt x="4651" y="16615"/>
                </a:lnTo>
                <a:lnTo>
                  <a:pt x="854" y="2753"/>
                </a:lnTo>
                <a:lnTo>
                  <a:pt x="6170" y="0"/>
                </a:lnTo>
              </a:path>
            </a:pathLst>
          </a:custGeom>
          <a:noFill xmlns:a="http://schemas.openxmlformats.org/drawingml/2006/main"/>
          <a:ln xmlns:a="http://schemas.openxmlformats.org/drawingml/2006/main" w="2720">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55A5485E-40A6-4652-BCC7-81C2E9E91F41}"/>
              </a:ext>
            </a:extLst>
          </p:cNvPr>
          <p:cNvSpPr>
            <a:spLocks xmlns:a="http://schemas.openxmlformats.org/drawingml/2006/main" noGrp="1"/>
          </p:cNvSpPr>
          <p:nvPr/>
        </p:nvSpPr>
        <p:spPr>
          <a:xfrm xmlns:a="http://schemas.openxmlformats.org/drawingml/2006/main">
            <a:off x="5474453" y="4267906"/>
            <a:ext cx="23854" cy="6304"/>
          </a:xfrm>
          <a:custGeom xmlns:a="http://schemas.openxmlformats.org/drawingml/2006/main">
            <a:pathLst>
              <a:path w="33410" h="8830">
                <a:moveTo>
                  <a:pt x="17939" y="0"/>
                </a:moveTo>
                <a:lnTo>
                  <a:pt x="33410" y="0"/>
                </a:lnTo>
                <a:lnTo>
                  <a:pt x="33410" y="8830"/>
                </a:lnTo>
                <a:lnTo>
                  <a:pt x="0" y="8830"/>
                </a:lnTo>
                <a:lnTo>
                  <a:pt x="0" y="0"/>
                </a:lnTo>
                <a:lnTo>
                  <a:pt x="17939" y="0"/>
                </a:lnTo>
              </a:path>
            </a:pathLst>
          </a:custGeom>
          <a:noFill xmlns:a="http://schemas.openxmlformats.org/drawingml/2006/main"/>
          <a:ln xmlns:a="http://schemas.openxmlformats.org/drawingml/2006/main" w="2720">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D342575D-DE32-49D2-97AF-639857A860DF}"/>
              </a:ext>
            </a:extLst>
          </p:cNvPr>
          <p:cNvSpPr>
            <a:spLocks xmlns:a="http://schemas.openxmlformats.org/drawingml/2006/main" noGrp="1"/>
          </p:cNvSpPr>
          <p:nvPr/>
        </p:nvSpPr>
        <p:spPr>
          <a:xfrm xmlns:a="http://schemas.openxmlformats.org/drawingml/2006/main">
            <a:off x="5433048" y="4061366"/>
            <a:ext cx="31985" cy="29283"/>
          </a:xfrm>
          <a:custGeom xmlns:a="http://schemas.openxmlformats.org/drawingml/2006/main">
            <a:pathLst>
              <a:path w="44800" h="41015">
                <a:moveTo>
                  <a:pt x="28760" y="14336"/>
                </a:moveTo>
                <a:lnTo>
                  <a:pt x="44800" y="29242"/>
                </a:lnTo>
                <a:lnTo>
                  <a:pt x="38346" y="22976"/>
                </a:lnTo>
                <a:lnTo>
                  <a:pt x="34075" y="30666"/>
                </a:lnTo>
                <a:lnTo>
                  <a:pt x="34929" y="37312"/>
                </a:lnTo>
                <a:lnTo>
                  <a:pt x="44231" y="34939"/>
                </a:lnTo>
                <a:lnTo>
                  <a:pt x="19268" y="41015"/>
                </a:lnTo>
                <a:lnTo>
                  <a:pt x="28570" y="36268"/>
                </a:lnTo>
                <a:lnTo>
                  <a:pt x="21926" y="15381"/>
                </a:lnTo>
                <a:lnTo>
                  <a:pt x="0" y="0"/>
                </a:lnTo>
                <a:lnTo>
                  <a:pt x="28760" y="14336"/>
                </a:lnTo>
              </a:path>
            </a:pathLst>
          </a:custGeom>
          <a:noFill xmlns:a="http://schemas.openxmlformats.org/drawingml/2006/main"/>
          <a:ln xmlns:a="http://schemas.openxmlformats.org/drawingml/2006/main" w="2720">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293817AB-E355-41A4-A070-ABD9EF2D29F9}"/>
              </a:ext>
            </a:extLst>
          </p:cNvPr>
          <p:cNvSpPr>
            <a:spLocks xmlns:a="http://schemas.openxmlformats.org/drawingml/2006/main" noGrp="1"/>
          </p:cNvSpPr>
          <p:nvPr/>
        </p:nvSpPr>
        <p:spPr>
          <a:xfrm xmlns:a="http://schemas.openxmlformats.org/drawingml/2006/main">
            <a:off x="5340141" y="4309525"/>
            <a:ext cx="15789" cy="16472"/>
          </a:xfrm>
          <a:custGeom xmlns:a="http://schemas.openxmlformats.org/drawingml/2006/main">
            <a:pathLst>
              <a:path w="22115" h="23071">
                <a:moveTo>
                  <a:pt x="12149" y="21742"/>
                </a:moveTo>
                <a:lnTo>
                  <a:pt x="4841" y="23071"/>
                </a:lnTo>
                <a:lnTo>
                  <a:pt x="0" y="19748"/>
                </a:lnTo>
                <a:lnTo>
                  <a:pt x="6075" y="15286"/>
                </a:lnTo>
                <a:lnTo>
                  <a:pt x="7593" y="8355"/>
                </a:lnTo>
                <a:lnTo>
                  <a:pt x="22115" y="0"/>
                </a:lnTo>
                <a:lnTo>
                  <a:pt x="12149" y="21742"/>
                </a:lnTo>
              </a:path>
            </a:pathLst>
          </a:custGeom>
          <a:noFill xmlns:a="http://schemas.openxmlformats.org/drawingml/2006/main"/>
          <a:ln xmlns:a="http://schemas.openxmlformats.org/drawingml/2006/main" w="2720">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2B5F5D41-F783-4792-AAF7-3BBF5FE5E505}"/>
              </a:ext>
            </a:extLst>
          </p:cNvPr>
          <p:cNvSpPr>
            <a:spLocks xmlns:a="http://schemas.openxmlformats.org/drawingml/2006/main" noGrp="1"/>
          </p:cNvSpPr>
          <p:nvPr/>
        </p:nvSpPr>
        <p:spPr>
          <a:xfrm xmlns:a="http://schemas.openxmlformats.org/drawingml/2006/main">
            <a:off x="4830271" y="2898658"/>
            <a:ext cx="10978" cy="16472"/>
          </a:xfrm>
          <a:custGeom xmlns:a="http://schemas.openxmlformats.org/drawingml/2006/main">
            <a:pathLst>
              <a:path w="15376" h="23071">
                <a:moveTo>
                  <a:pt x="7973" y="23071"/>
                </a:moveTo>
                <a:lnTo>
                  <a:pt x="0" y="20508"/>
                </a:lnTo>
                <a:lnTo>
                  <a:pt x="9112" y="0"/>
                </a:lnTo>
                <a:lnTo>
                  <a:pt x="15376" y="12437"/>
                </a:lnTo>
                <a:lnTo>
                  <a:pt x="15092" y="17374"/>
                </a:lnTo>
                <a:lnTo>
                  <a:pt x="7973" y="23071"/>
                </a:lnTo>
              </a:path>
            </a:pathLst>
          </a:custGeom>
          <a:noFill xmlns:a="http://schemas.openxmlformats.org/drawingml/2006/main"/>
          <a:ln xmlns:a="http://schemas.openxmlformats.org/drawingml/2006/main" w="2720">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997F92AC-E8CA-4693-ABB8-0F7B6250521C}"/>
              </a:ext>
            </a:extLst>
          </p:cNvPr>
          <p:cNvSpPr>
            <a:spLocks xmlns:a="http://schemas.openxmlformats.org/drawingml/2006/main" noGrp="1"/>
          </p:cNvSpPr>
          <p:nvPr/>
        </p:nvSpPr>
        <p:spPr>
          <a:xfrm xmlns:a="http://schemas.openxmlformats.org/drawingml/2006/main">
            <a:off x="4570018"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2EFA5AF5-9C3C-4894-8B68-B9700C84C00E}"/>
              </a:ext>
            </a:extLst>
          </p:cNvPr>
          <p:cNvSpPr>
            <a:spLocks xmlns:a="http://schemas.openxmlformats.org/drawingml/2006/main" noGrp="1"/>
          </p:cNvSpPr>
          <p:nvPr/>
        </p:nvSpPr>
        <p:spPr>
          <a:xfrm xmlns:a="http://schemas.openxmlformats.org/drawingml/2006/main">
            <a:off x="4630910"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7C9BCA"/>
          </a:solidFill>
          <a:ln xmlns:a="http://schemas.openxmlformats.org/drawingml/2006/main" w="2040">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A7296599-C56D-46BE-81F9-AD41BDBF92F2}"/>
              </a:ext>
            </a:extLst>
          </p:cNvPr>
          <p:cNvSpPr>
            <a:spLocks xmlns:a="http://schemas.openxmlformats.org/drawingml/2006/main" noGrp="1"/>
          </p:cNvSpPr>
          <p:nvPr/>
        </p:nvSpPr>
        <p:spPr>
          <a:xfrm xmlns:a="http://schemas.openxmlformats.org/drawingml/2006/main">
            <a:off x="469180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5A02F027-5CDA-4C61-AAB1-25E50BD8F0FA}"/>
              </a:ext>
            </a:extLst>
          </p:cNvPr>
          <p:cNvSpPr>
            <a:spLocks xmlns:a="http://schemas.openxmlformats.org/drawingml/2006/main" noGrp="1"/>
          </p:cNvSpPr>
          <p:nvPr/>
        </p:nvSpPr>
        <p:spPr>
          <a:xfrm xmlns:a="http://schemas.openxmlformats.org/drawingml/2006/main">
            <a:off x="475269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31AFFB16-2CF1-4213-8E65-378EF361B98B}"/>
              </a:ext>
            </a:extLst>
          </p:cNvPr>
          <p:cNvSpPr>
            <a:spLocks xmlns:a="http://schemas.openxmlformats.org/drawingml/2006/main" noGrp="1"/>
          </p:cNvSpPr>
          <p:nvPr/>
        </p:nvSpPr>
        <p:spPr>
          <a:xfrm xmlns:a="http://schemas.openxmlformats.org/drawingml/2006/main">
            <a:off x="481358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63AA8C4E-8813-4CD7-8AAB-17ACD3DEF21A}"/>
              </a:ext>
            </a:extLst>
          </p:cNvPr>
          <p:cNvSpPr>
            <a:spLocks xmlns:a="http://schemas.openxmlformats.org/drawingml/2006/main" noGrp="1"/>
          </p:cNvSpPr>
          <p:nvPr/>
        </p:nvSpPr>
        <p:spPr>
          <a:xfrm xmlns:a="http://schemas.openxmlformats.org/drawingml/2006/main">
            <a:off x="481358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620C6316-0BC4-4DD9-AD62-E2892D74AB0C}"/>
              </a:ext>
            </a:extLst>
          </p:cNvPr>
          <p:cNvSpPr>
            <a:spLocks xmlns:a="http://schemas.openxmlformats.org/drawingml/2006/main" noGrp="1"/>
          </p:cNvSpPr>
          <p:nvPr/>
        </p:nvSpPr>
        <p:spPr>
          <a:xfrm xmlns:a="http://schemas.openxmlformats.org/drawingml/2006/main">
            <a:off x="487447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D171E938-420E-4742-B91D-7F9F97E09209}"/>
              </a:ext>
            </a:extLst>
          </p:cNvPr>
          <p:cNvSpPr>
            <a:spLocks xmlns:a="http://schemas.openxmlformats.org/drawingml/2006/main" noGrp="1"/>
          </p:cNvSpPr>
          <p:nvPr/>
        </p:nvSpPr>
        <p:spPr>
          <a:xfrm xmlns:a="http://schemas.openxmlformats.org/drawingml/2006/main">
            <a:off x="493536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FAD53EA0-3870-4F7A-A71D-0FEF138F8A20}"/>
              </a:ext>
            </a:extLst>
          </p:cNvPr>
          <p:cNvSpPr>
            <a:spLocks xmlns:a="http://schemas.openxmlformats.org/drawingml/2006/main" noGrp="1"/>
          </p:cNvSpPr>
          <p:nvPr/>
        </p:nvSpPr>
        <p:spPr>
          <a:xfrm xmlns:a="http://schemas.openxmlformats.org/drawingml/2006/main">
            <a:off x="493536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B0AC"/>
          </a:solidFill>
          <a:ln xmlns:a="http://schemas.openxmlformats.org/drawingml/2006/main" w="2040">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7A7A7B83-45B0-4432-830C-FA44DC9F14D1}"/>
              </a:ext>
            </a:extLst>
          </p:cNvPr>
          <p:cNvSpPr>
            <a:spLocks xmlns:a="http://schemas.openxmlformats.org/drawingml/2006/main" noGrp="1"/>
          </p:cNvSpPr>
          <p:nvPr/>
        </p:nvSpPr>
        <p:spPr>
          <a:xfrm xmlns:a="http://schemas.openxmlformats.org/drawingml/2006/main">
            <a:off x="499626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5AB5518A-26F7-4E87-85B9-E01A991C4F48}"/>
              </a:ext>
            </a:extLst>
          </p:cNvPr>
          <p:cNvSpPr>
            <a:spLocks xmlns:a="http://schemas.openxmlformats.org/drawingml/2006/main" noGrp="1"/>
          </p:cNvSpPr>
          <p:nvPr/>
        </p:nvSpPr>
        <p:spPr>
          <a:xfrm xmlns:a="http://schemas.openxmlformats.org/drawingml/2006/main">
            <a:off x="499626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BC4C1"/>
          </a:solidFill>
          <a:ln xmlns:a="http://schemas.openxmlformats.org/drawingml/2006/main" w="2040">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B1375DCD-977E-4554-AA3F-AA96719B2D89}"/>
              </a:ext>
            </a:extLst>
          </p:cNvPr>
          <p:cNvSpPr>
            <a:spLocks xmlns:a="http://schemas.openxmlformats.org/drawingml/2006/main" noGrp="1"/>
          </p:cNvSpPr>
          <p:nvPr/>
        </p:nvSpPr>
        <p:spPr>
          <a:xfrm xmlns:a="http://schemas.openxmlformats.org/drawingml/2006/main">
            <a:off x="499626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6C3"/>
          </a:solidFill>
          <a:ln xmlns:a="http://schemas.openxmlformats.org/drawingml/2006/main" w="2040">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049164D2-7BA0-483A-B4CD-ED7B6BD952D7}"/>
              </a:ext>
            </a:extLst>
          </p:cNvPr>
          <p:cNvSpPr>
            <a:spLocks xmlns:a="http://schemas.openxmlformats.org/drawingml/2006/main" noGrp="1"/>
          </p:cNvSpPr>
          <p:nvPr/>
        </p:nvSpPr>
        <p:spPr>
          <a:xfrm xmlns:a="http://schemas.openxmlformats.org/drawingml/2006/main">
            <a:off x="5057153"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B958F"/>
          </a:solidFill>
          <a:ln xmlns:a="http://schemas.openxmlformats.org/drawingml/2006/main" w="2040">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3E8B24E5-6B81-4F21-AD4D-746B257EB5D6}"/>
              </a:ext>
            </a:extLst>
          </p:cNvPr>
          <p:cNvSpPr>
            <a:spLocks xmlns:a="http://schemas.openxmlformats.org/drawingml/2006/main" noGrp="1"/>
          </p:cNvSpPr>
          <p:nvPr/>
        </p:nvSpPr>
        <p:spPr>
          <a:xfrm xmlns:a="http://schemas.openxmlformats.org/drawingml/2006/main">
            <a:off x="5057153"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E9D98"/>
          </a:solidFill>
          <a:ln xmlns:a="http://schemas.openxmlformats.org/drawingml/2006/main" w="2040">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F251DEF1-6123-40F1-BBBF-43AADE28FA26}"/>
              </a:ext>
            </a:extLst>
          </p:cNvPr>
          <p:cNvSpPr>
            <a:spLocks xmlns:a="http://schemas.openxmlformats.org/drawingml/2006/main" noGrp="1"/>
          </p:cNvSpPr>
          <p:nvPr/>
        </p:nvSpPr>
        <p:spPr>
          <a:xfrm xmlns:a="http://schemas.openxmlformats.org/drawingml/2006/main">
            <a:off x="505715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FCFCD"/>
          </a:solidFill>
          <a:ln xmlns:a="http://schemas.openxmlformats.org/drawingml/2006/main" w="2040">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62748B45-6E70-42F3-8E49-EEE73B91F5A3}"/>
              </a:ext>
            </a:extLst>
          </p:cNvPr>
          <p:cNvSpPr>
            <a:spLocks xmlns:a="http://schemas.openxmlformats.org/drawingml/2006/main" noGrp="1"/>
          </p:cNvSpPr>
          <p:nvPr/>
        </p:nvSpPr>
        <p:spPr>
          <a:xfrm xmlns:a="http://schemas.openxmlformats.org/drawingml/2006/main">
            <a:off x="5057153"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8B4"/>
          </a:solidFill>
          <a:ln xmlns:a="http://schemas.openxmlformats.org/drawingml/2006/main" w="2040">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7792428D-80DA-470A-B9FC-26306173054D}"/>
              </a:ext>
            </a:extLst>
          </p:cNvPr>
          <p:cNvSpPr>
            <a:spLocks xmlns:a="http://schemas.openxmlformats.org/drawingml/2006/main" noGrp="1"/>
          </p:cNvSpPr>
          <p:nvPr/>
        </p:nvSpPr>
        <p:spPr>
          <a:xfrm xmlns:a="http://schemas.openxmlformats.org/drawingml/2006/main">
            <a:off x="505715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1D7D5"/>
          </a:solidFill>
          <a:ln xmlns:a="http://schemas.openxmlformats.org/drawingml/2006/main" w="2040">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387617A6-2A79-42AB-91B7-13F84A1FC8B7}"/>
              </a:ext>
            </a:extLst>
          </p:cNvPr>
          <p:cNvSpPr>
            <a:spLocks xmlns:a="http://schemas.openxmlformats.org/drawingml/2006/main" noGrp="1"/>
          </p:cNvSpPr>
          <p:nvPr/>
        </p:nvSpPr>
        <p:spPr>
          <a:xfrm xmlns:a="http://schemas.openxmlformats.org/drawingml/2006/main">
            <a:off x="5118045"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86E86F4B-FAD8-430D-BA47-60213E181192}"/>
              </a:ext>
            </a:extLst>
          </p:cNvPr>
          <p:cNvSpPr>
            <a:spLocks xmlns:a="http://schemas.openxmlformats.org/drawingml/2006/main" noGrp="1"/>
          </p:cNvSpPr>
          <p:nvPr/>
        </p:nvSpPr>
        <p:spPr>
          <a:xfrm xmlns:a="http://schemas.openxmlformats.org/drawingml/2006/main">
            <a:off x="5118045"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E56A9E0E-9383-4472-BACF-00BDD1C6E039}"/>
              </a:ext>
            </a:extLst>
          </p:cNvPr>
          <p:cNvSpPr>
            <a:spLocks xmlns:a="http://schemas.openxmlformats.org/drawingml/2006/main" noGrp="1"/>
          </p:cNvSpPr>
          <p:nvPr/>
        </p:nvSpPr>
        <p:spPr>
          <a:xfrm xmlns:a="http://schemas.openxmlformats.org/drawingml/2006/main">
            <a:off x="5118045"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D87"/>
          </a:solidFill>
          <a:ln xmlns:a="http://schemas.openxmlformats.org/drawingml/2006/main" w="2040">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CBB8307A-18B9-49C4-BBD4-BCDE276F0DE9}"/>
              </a:ext>
            </a:extLst>
          </p:cNvPr>
          <p:cNvSpPr>
            <a:spLocks xmlns:a="http://schemas.openxmlformats.org/drawingml/2006/main" noGrp="1"/>
          </p:cNvSpPr>
          <p:nvPr/>
        </p:nvSpPr>
        <p:spPr>
          <a:xfrm xmlns:a="http://schemas.openxmlformats.org/drawingml/2006/main">
            <a:off x="5118045"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2D0"/>
          </a:solidFill>
          <a:ln xmlns:a="http://schemas.openxmlformats.org/drawingml/2006/main" w="2040">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5ABB6633-1B9A-4757-822A-1879B1A8F9F8}"/>
              </a:ext>
            </a:extLst>
          </p:cNvPr>
          <p:cNvSpPr>
            <a:spLocks xmlns:a="http://schemas.openxmlformats.org/drawingml/2006/main" noGrp="1"/>
          </p:cNvSpPr>
          <p:nvPr/>
        </p:nvSpPr>
        <p:spPr>
          <a:xfrm xmlns:a="http://schemas.openxmlformats.org/drawingml/2006/main">
            <a:off x="5118045"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9F9B"/>
          </a:solidFill>
          <a:ln xmlns:a="http://schemas.openxmlformats.org/drawingml/2006/main" w="2040">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394E9FD7-3938-40ED-BC93-6ECB58812BD6}"/>
              </a:ext>
            </a:extLst>
          </p:cNvPr>
          <p:cNvSpPr>
            <a:spLocks xmlns:a="http://schemas.openxmlformats.org/drawingml/2006/main" noGrp="1"/>
          </p:cNvSpPr>
          <p:nvPr/>
        </p:nvSpPr>
        <p:spPr>
          <a:xfrm xmlns:a="http://schemas.openxmlformats.org/drawingml/2006/main">
            <a:off x="517893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E9F9A"/>
          </a:solidFill>
          <a:ln xmlns:a="http://schemas.openxmlformats.org/drawingml/2006/main" w="2040">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2ECCC147-D611-49A7-829D-7D69248DFD6D}"/>
              </a:ext>
            </a:extLst>
          </p:cNvPr>
          <p:cNvSpPr>
            <a:spLocks xmlns:a="http://schemas.openxmlformats.org/drawingml/2006/main" noGrp="1"/>
          </p:cNvSpPr>
          <p:nvPr/>
        </p:nvSpPr>
        <p:spPr>
          <a:xfrm xmlns:a="http://schemas.openxmlformats.org/drawingml/2006/main">
            <a:off x="517893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FBC"/>
          </a:solidFill>
          <a:ln xmlns:a="http://schemas.openxmlformats.org/drawingml/2006/main" w="2040">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BF27C7FD-383C-4DD5-889A-D9142E885A55}"/>
              </a:ext>
            </a:extLst>
          </p:cNvPr>
          <p:cNvSpPr>
            <a:spLocks xmlns:a="http://schemas.openxmlformats.org/drawingml/2006/main" noGrp="1"/>
          </p:cNvSpPr>
          <p:nvPr/>
        </p:nvSpPr>
        <p:spPr>
          <a:xfrm xmlns:a="http://schemas.openxmlformats.org/drawingml/2006/main">
            <a:off x="517893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B0AC"/>
          </a:solidFill>
          <a:ln xmlns:a="http://schemas.openxmlformats.org/drawingml/2006/main" w="2040">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1BF1DE66-5DC5-4553-BA49-EB56CC5A3BEE}"/>
              </a:ext>
            </a:extLst>
          </p:cNvPr>
          <p:cNvSpPr>
            <a:spLocks xmlns:a="http://schemas.openxmlformats.org/drawingml/2006/main" noGrp="1"/>
          </p:cNvSpPr>
          <p:nvPr/>
        </p:nvSpPr>
        <p:spPr>
          <a:xfrm xmlns:a="http://schemas.openxmlformats.org/drawingml/2006/main">
            <a:off x="5178937"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0A29E"/>
          </a:solidFill>
          <a:ln xmlns:a="http://schemas.openxmlformats.org/drawingml/2006/main" w="2040">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0612A1AD-E282-47EB-90CE-F672F4F19E74}"/>
              </a:ext>
            </a:extLst>
          </p:cNvPr>
          <p:cNvSpPr>
            <a:spLocks xmlns:a="http://schemas.openxmlformats.org/drawingml/2006/main" noGrp="1"/>
          </p:cNvSpPr>
          <p:nvPr/>
        </p:nvSpPr>
        <p:spPr>
          <a:xfrm xmlns:a="http://schemas.openxmlformats.org/drawingml/2006/main">
            <a:off x="517893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9C6"/>
          </a:solidFill>
          <a:ln xmlns:a="http://schemas.openxmlformats.org/drawingml/2006/main" w="2040">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A721E202-9320-4E69-B266-8A718B0D6C98}"/>
              </a:ext>
            </a:extLst>
          </p:cNvPr>
          <p:cNvSpPr>
            <a:spLocks xmlns:a="http://schemas.openxmlformats.org/drawingml/2006/main" noGrp="1"/>
          </p:cNvSpPr>
          <p:nvPr/>
        </p:nvSpPr>
        <p:spPr>
          <a:xfrm xmlns:a="http://schemas.openxmlformats.org/drawingml/2006/main">
            <a:off x="5178937"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C6860"/>
          </a:solidFill>
          <a:ln xmlns:a="http://schemas.openxmlformats.org/drawingml/2006/main" w="2040">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DC4E859E-7130-412E-BBC1-F72FB9D823B9}"/>
              </a:ext>
            </a:extLst>
          </p:cNvPr>
          <p:cNvSpPr>
            <a:spLocks xmlns:a="http://schemas.openxmlformats.org/drawingml/2006/main" noGrp="1"/>
          </p:cNvSpPr>
          <p:nvPr/>
        </p:nvSpPr>
        <p:spPr>
          <a:xfrm xmlns:a="http://schemas.openxmlformats.org/drawingml/2006/main">
            <a:off x="523982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D8D7"/>
          </a:solidFill>
          <a:ln xmlns:a="http://schemas.openxmlformats.org/drawingml/2006/main" w="2040">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47E6084C-5A0F-4498-B3C5-9A837BC575F7}"/>
              </a:ext>
            </a:extLst>
          </p:cNvPr>
          <p:cNvSpPr>
            <a:spLocks xmlns:a="http://schemas.openxmlformats.org/drawingml/2006/main" noGrp="1"/>
          </p:cNvSpPr>
          <p:nvPr/>
        </p:nvSpPr>
        <p:spPr>
          <a:xfrm xmlns:a="http://schemas.openxmlformats.org/drawingml/2006/main">
            <a:off x="523982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2A9A4"/>
          </a:solidFill>
          <a:ln xmlns:a="http://schemas.openxmlformats.org/drawingml/2006/main" w="2040">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40C6B67C-8D00-42DC-AF1E-EF3525F061FE}"/>
              </a:ext>
            </a:extLst>
          </p:cNvPr>
          <p:cNvSpPr>
            <a:spLocks xmlns:a="http://schemas.openxmlformats.org/drawingml/2006/main" noGrp="1"/>
          </p:cNvSpPr>
          <p:nvPr/>
        </p:nvSpPr>
        <p:spPr>
          <a:xfrm xmlns:a="http://schemas.openxmlformats.org/drawingml/2006/main">
            <a:off x="523982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2AF"/>
          </a:solidFill>
          <a:ln xmlns:a="http://schemas.openxmlformats.org/drawingml/2006/main" w="2040">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7592E8DA-1A8F-4A6D-800D-565B740D7694}"/>
              </a:ext>
            </a:extLst>
          </p:cNvPr>
          <p:cNvSpPr>
            <a:spLocks xmlns:a="http://schemas.openxmlformats.org/drawingml/2006/main" noGrp="1"/>
          </p:cNvSpPr>
          <p:nvPr/>
        </p:nvSpPr>
        <p:spPr>
          <a:xfrm xmlns:a="http://schemas.openxmlformats.org/drawingml/2006/main">
            <a:off x="523982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8C6"/>
          </a:solidFill>
          <a:ln xmlns:a="http://schemas.openxmlformats.org/drawingml/2006/main" w="2040">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4AA5AC37-BCF5-4F9E-9391-6BB7167E3490}"/>
              </a:ext>
            </a:extLst>
          </p:cNvPr>
          <p:cNvSpPr>
            <a:spLocks xmlns:a="http://schemas.openxmlformats.org/drawingml/2006/main" noGrp="1"/>
          </p:cNvSpPr>
          <p:nvPr/>
        </p:nvSpPr>
        <p:spPr>
          <a:xfrm xmlns:a="http://schemas.openxmlformats.org/drawingml/2006/main">
            <a:off x="530072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F772085A-D44E-4E75-8AEB-4F7053276B5F}"/>
              </a:ext>
            </a:extLst>
          </p:cNvPr>
          <p:cNvSpPr>
            <a:spLocks xmlns:a="http://schemas.openxmlformats.org/drawingml/2006/main" noGrp="1"/>
          </p:cNvSpPr>
          <p:nvPr/>
        </p:nvSpPr>
        <p:spPr>
          <a:xfrm xmlns:a="http://schemas.openxmlformats.org/drawingml/2006/main">
            <a:off x="530072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B0AC"/>
          </a:solidFill>
          <a:ln xmlns:a="http://schemas.openxmlformats.org/drawingml/2006/main" w="2040">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8FDB98F5-A0C4-4D91-8827-84DE95ACE321}"/>
              </a:ext>
            </a:extLst>
          </p:cNvPr>
          <p:cNvSpPr>
            <a:spLocks xmlns:a="http://schemas.openxmlformats.org/drawingml/2006/main" noGrp="1"/>
          </p:cNvSpPr>
          <p:nvPr/>
        </p:nvSpPr>
        <p:spPr>
          <a:xfrm xmlns:a="http://schemas.openxmlformats.org/drawingml/2006/main">
            <a:off x="530072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2AAA6"/>
          </a:solidFill>
          <a:ln xmlns:a="http://schemas.openxmlformats.org/drawingml/2006/main" w="2040">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01D80FDD-1ABD-49E2-AA42-2DCCB7F18F0D}"/>
              </a:ext>
            </a:extLst>
          </p:cNvPr>
          <p:cNvSpPr>
            <a:spLocks xmlns:a="http://schemas.openxmlformats.org/drawingml/2006/main" noGrp="1"/>
          </p:cNvSpPr>
          <p:nvPr/>
        </p:nvSpPr>
        <p:spPr>
          <a:xfrm xmlns:a="http://schemas.openxmlformats.org/drawingml/2006/main">
            <a:off x="530072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1BE"/>
          </a:solidFill>
          <a:ln xmlns:a="http://schemas.openxmlformats.org/drawingml/2006/main" w="2040">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CC2389F0-3BB9-4352-B17E-5A5D591EBFFC}"/>
              </a:ext>
            </a:extLst>
          </p:cNvPr>
          <p:cNvSpPr>
            <a:spLocks xmlns:a="http://schemas.openxmlformats.org/drawingml/2006/main" noGrp="1"/>
          </p:cNvSpPr>
          <p:nvPr/>
        </p:nvSpPr>
        <p:spPr>
          <a:xfrm xmlns:a="http://schemas.openxmlformats.org/drawingml/2006/main">
            <a:off x="530072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DBA"/>
          </a:solidFill>
          <a:ln xmlns:a="http://schemas.openxmlformats.org/drawingml/2006/main" w="2040">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99296FC8-7571-4DBC-8F1D-C97E13FA2ED3}"/>
              </a:ext>
            </a:extLst>
          </p:cNvPr>
          <p:cNvSpPr>
            <a:spLocks xmlns:a="http://schemas.openxmlformats.org/drawingml/2006/main" noGrp="1"/>
          </p:cNvSpPr>
          <p:nvPr/>
        </p:nvSpPr>
        <p:spPr>
          <a:xfrm xmlns:a="http://schemas.openxmlformats.org/drawingml/2006/main">
            <a:off x="536161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8BCB9"/>
          </a:solidFill>
          <a:ln xmlns:a="http://schemas.openxmlformats.org/drawingml/2006/main" w="2040">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0F19B2DC-09B9-45B3-89E6-544FFAD52460}"/>
              </a:ext>
            </a:extLst>
          </p:cNvPr>
          <p:cNvSpPr>
            <a:spLocks xmlns:a="http://schemas.openxmlformats.org/drawingml/2006/main" noGrp="1"/>
          </p:cNvSpPr>
          <p:nvPr/>
        </p:nvSpPr>
        <p:spPr>
          <a:xfrm xmlns:a="http://schemas.openxmlformats.org/drawingml/2006/main">
            <a:off x="536161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DA9"/>
          </a:solidFill>
          <a:ln xmlns:a="http://schemas.openxmlformats.org/drawingml/2006/main" w="2040">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EF8198FE-ECC4-43B6-A4F4-7A202C5B6FA8}"/>
              </a:ext>
            </a:extLst>
          </p:cNvPr>
          <p:cNvSpPr>
            <a:spLocks xmlns:a="http://schemas.openxmlformats.org/drawingml/2006/main" noGrp="1"/>
          </p:cNvSpPr>
          <p:nvPr/>
        </p:nvSpPr>
        <p:spPr>
          <a:xfrm xmlns:a="http://schemas.openxmlformats.org/drawingml/2006/main">
            <a:off x="536161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DAD8"/>
          </a:solidFill>
          <a:ln xmlns:a="http://schemas.openxmlformats.org/drawingml/2006/main" w="2040">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E7729207-C0D1-45AC-9730-EA500D29FC38}"/>
              </a:ext>
            </a:extLst>
          </p:cNvPr>
          <p:cNvSpPr>
            <a:spLocks xmlns:a="http://schemas.openxmlformats.org/drawingml/2006/main" noGrp="1"/>
          </p:cNvSpPr>
          <p:nvPr/>
        </p:nvSpPr>
        <p:spPr>
          <a:xfrm xmlns:a="http://schemas.openxmlformats.org/drawingml/2006/main">
            <a:off x="5361612"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2A8A4"/>
          </a:solidFill>
          <a:ln xmlns:a="http://schemas.openxmlformats.org/drawingml/2006/main" w="2040">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4C179368-D434-41BB-BE8F-0BA7AD2A9A2B}"/>
              </a:ext>
            </a:extLst>
          </p:cNvPr>
          <p:cNvSpPr>
            <a:spLocks xmlns:a="http://schemas.openxmlformats.org/drawingml/2006/main" noGrp="1"/>
          </p:cNvSpPr>
          <p:nvPr/>
        </p:nvSpPr>
        <p:spPr>
          <a:xfrm xmlns:a="http://schemas.openxmlformats.org/drawingml/2006/main">
            <a:off x="5361612"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B948F"/>
          </a:solidFill>
          <a:ln xmlns:a="http://schemas.openxmlformats.org/drawingml/2006/main" w="2040">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045F9223-C413-4F36-BA5F-E58DE2CB1FB7}"/>
              </a:ext>
            </a:extLst>
          </p:cNvPr>
          <p:cNvSpPr>
            <a:spLocks xmlns:a="http://schemas.openxmlformats.org/drawingml/2006/main" noGrp="1"/>
          </p:cNvSpPr>
          <p:nvPr/>
        </p:nvSpPr>
        <p:spPr>
          <a:xfrm xmlns:a="http://schemas.openxmlformats.org/drawingml/2006/main">
            <a:off x="5361612"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0BD"/>
          </a:solidFill>
          <a:ln xmlns:a="http://schemas.openxmlformats.org/drawingml/2006/main" w="2040">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055569E7-FA3B-4756-8295-B7E02875ECE3}"/>
              </a:ext>
            </a:extLst>
          </p:cNvPr>
          <p:cNvSpPr>
            <a:spLocks xmlns:a="http://schemas.openxmlformats.org/drawingml/2006/main" noGrp="1"/>
          </p:cNvSpPr>
          <p:nvPr/>
        </p:nvSpPr>
        <p:spPr>
          <a:xfrm xmlns:a="http://schemas.openxmlformats.org/drawingml/2006/main">
            <a:off x="5361612"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B0AC"/>
          </a:solidFill>
          <a:ln xmlns:a="http://schemas.openxmlformats.org/drawingml/2006/main" w="2040">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8A4B699A-3EBE-49FA-B862-E3AF48448E9C}"/>
              </a:ext>
            </a:extLst>
          </p:cNvPr>
          <p:cNvSpPr>
            <a:spLocks xmlns:a="http://schemas.openxmlformats.org/drawingml/2006/main" noGrp="1"/>
          </p:cNvSpPr>
          <p:nvPr/>
        </p:nvSpPr>
        <p:spPr>
          <a:xfrm xmlns:a="http://schemas.openxmlformats.org/drawingml/2006/main">
            <a:off x="5361612"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C9893"/>
          </a:solidFill>
          <a:ln xmlns:a="http://schemas.openxmlformats.org/drawingml/2006/main" w="2040">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48384AA6-E03B-43AE-BBF5-4B53741806F6}"/>
              </a:ext>
            </a:extLst>
          </p:cNvPr>
          <p:cNvSpPr>
            <a:spLocks xmlns:a="http://schemas.openxmlformats.org/drawingml/2006/main" noGrp="1"/>
          </p:cNvSpPr>
          <p:nvPr/>
        </p:nvSpPr>
        <p:spPr>
          <a:xfrm xmlns:a="http://schemas.openxmlformats.org/drawingml/2006/main">
            <a:off x="542250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D6B64"/>
          </a:solidFill>
          <a:ln xmlns:a="http://schemas.openxmlformats.org/drawingml/2006/main" w="2040">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7A25FDB0-8BE0-427E-AE48-BF220A3621F1}"/>
              </a:ext>
            </a:extLst>
          </p:cNvPr>
          <p:cNvSpPr>
            <a:spLocks xmlns:a="http://schemas.openxmlformats.org/drawingml/2006/main" noGrp="1"/>
          </p:cNvSpPr>
          <p:nvPr/>
        </p:nvSpPr>
        <p:spPr>
          <a:xfrm xmlns:a="http://schemas.openxmlformats.org/drawingml/2006/main">
            <a:off x="542250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1AD"/>
          </a:solidFill>
          <a:ln xmlns:a="http://schemas.openxmlformats.org/drawingml/2006/main" w="2040">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C707AAA2-02DA-4F8A-A6E5-C0A572E1D363}"/>
              </a:ext>
            </a:extLst>
          </p:cNvPr>
          <p:cNvSpPr>
            <a:spLocks xmlns:a="http://schemas.openxmlformats.org/drawingml/2006/main" noGrp="1"/>
          </p:cNvSpPr>
          <p:nvPr/>
        </p:nvSpPr>
        <p:spPr>
          <a:xfrm xmlns:a="http://schemas.openxmlformats.org/drawingml/2006/main">
            <a:off x="542250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4E0DE"/>
          </a:solidFill>
          <a:ln xmlns:a="http://schemas.openxmlformats.org/drawingml/2006/main" w="2040">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05BCFA7E-0F8D-406C-AA47-DE6A7B7EA474}"/>
              </a:ext>
            </a:extLst>
          </p:cNvPr>
          <p:cNvSpPr>
            <a:spLocks xmlns:a="http://schemas.openxmlformats.org/drawingml/2006/main" noGrp="1"/>
          </p:cNvSpPr>
          <p:nvPr/>
        </p:nvSpPr>
        <p:spPr>
          <a:xfrm xmlns:a="http://schemas.openxmlformats.org/drawingml/2006/main">
            <a:off x="5422504"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2D0"/>
          </a:solidFill>
          <a:ln xmlns:a="http://schemas.openxmlformats.org/drawingml/2006/main" w="2040">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24D4631A-7D05-414A-B8E7-72437E3433C3}"/>
              </a:ext>
            </a:extLst>
          </p:cNvPr>
          <p:cNvSpPr>
            <a:spLocks xmlns:a="http://schemas.openxmlformats.org/drawingml/2006/main" noGrp="1"/>
          </p:cNvSpPr>
          <p:nvPr/>
        </p:nvSpPr>
        <p:spPr>
          <a:xfrm xmlns:a="http://schemas.openxmlformats.org/drawingml/2006/main">
            <a:off x="5422504"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D9B96"/>
          </a:solidFill>
          <a:ln xmlns:a="http://schemas.openxmlformats.org/drawingml/2006/main" w="2040">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035ECD63-1AA8-4B78-888C-D17AA890DB6B}"/>
              </a:ext>
            </a:extLst>
          </p:cNvPr>
          <p:cNvSpPr>
            <a:spLocks xmlns:a="http://schemas.openxmlformats.org/drawingml/2006/main" noGrp="1"/>
          </p:cNvSpPr>
          <p:nvPr/>
        </p:nvSpPr>
        <p:spPr>
          <a:xfrm xmlns:a="http://schemas.openxmlformats.org/drawingml/2006/main">
            <a:off x="5422504"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1BE"/>
          </a:solidFill>
          <a:ln xmlns:a="http://schemas.openxmlformats.org/drawingml/2006/main" w="2040">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29868794-5141-45C7-A7FC-9491CBCC47A2}"/>
              </a:ext>
            </a:extLst>
          </p:cNvPr>
          <p:cNvSpPr>
            <a:spLocks xmlns:a="http://schemas.openxmlformats.org/drawingml/2006/main" noGrp="1"/>
          </p:cNvSpPr>
          <p:nvPr/>
        </p:nvSpPr>
        <p:spPr>
          <a:xfrm xmlns:a="http://schemas.openxmlformats.org/drawingml/2006/main">
            <a:off x="5422504"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C9893"/>
          </a:solidFill>
          <a:ln xmlns:a="http://schemas.openxmlformats.org/drawingml/2006/main" w="2040">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A8A7EFC0-6521-4DB8-A470-E2049B5DDFD1}"/>
              </a:ext>
            </a:extLst>
          </p:cNvPr>
          <p:cNvSpPr>
            <a:spLocks xmlns:a="http://schemas.openxmlformats.org/drawingml/2006/main" noGrp="1"/>
          </p:cNvSpPr>
          <p:nvPr/>
        </p:nvSpPr>
        <p:spPr>
          <a:xfrm xmlns:a="http://schemas.openxmlformats.org/drawingml/2006/main">
            <a:off x="5422504"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98D88"/>
          </a:solidFill>
          <a:ln xmlns:a="http://schemas.openxmlformats.org/drawingml/2006/main" w="2040">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AC86A4AF-9F25-4001-A5AC-302232D129D6}"/>
              </a:ext>
            </a:extLst>
          </p:cNvPr>
          <p:cNvSpPr>
            <a:spLocks xmlns:a="http://schemas.openxmlformats.org/drawingml/2006/main" noGrp="1"/>
          </p:cNvSpPr>
          <p:nvPr/>
        </p:nvSpPr>
        <p:spPr>
          <a:xfrm xmlns:a="http://schemas.openxmlformats.org/drawingml/2006/main">
            <a:off x="5422504"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AB6"/>
          </a:solidFill>
          <a:ln xmlns:a="http://schemas.openxmlformats.org/drawingml/2006/main" w="2040">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445D3BCE-15E1-4975-934D-03C0E4F6CEB4}"/>
              </a:ext>
            </a:extLst>
          </p:cNvPr>
          <p:cNvSpPr>
            <a:spLocks xmlns:a="http://schemas.openxmlformats.org/drawingml/2006/main" noGrp="1"/>
          </p:cNvSpPr>
          <p:nvPr/>
        </p:nvSpPr>
        <p:spPr>
          <a:xfrm xmlns:a="http://schemas.openxmlformats.org/drawingml/2006/main">
            <a:off x="548339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57272C57-7139-4699-8E2A-CABD578BAF8B}"/>
              </a:ext>
            </a:extLst>
          </p:cNvPr>
          <p:cNvSpPr>
            <a:spLocks xmlns:a="http://schemas.openxmlformats.org/drawingml/2006/main" noGrp="1"/>
          </p:cNvSpPr>
          <p:nvPr/>
        </p:nvSpPr>
        <p:spPr>
          <a:xfrm xmlns:a="http://schemas.openxmlformats.org/drawingml/2006/main">
            <a:off x="548339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4DEDD"/>
          </a:solidFill>
          <a:ln xmlns:a="http://schemas.openxmlformats.org/drawingml/2006/main" w="2040">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C8D7729B-7E11-449C-9CCA-B974DEC37200}"/>
              </a:ext>
            </a:extLst>
          </p:cNvPr>
          <p:cNvSpPr>
            <a:spLocks xmlns:a="http://schemas.openxmlformats.org/drawingml/2006/main" noGrp="1"/>
          </p:cNvSpPr>
          <p:nvPr/>
        </p:nvSpPr>
        <p:spPr>
          <a:xfrm xmlns:a="http://schemas.openxmlformats.org/drawingml/2006/main">
            <a:off x="548339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0A4A0"/>
          </a:solidFill>
          <a:ln xmlns:a="http://schemas.openxmlformats.org/drawingml/2006/main" w="2040">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075F8F5F-7282-45CD-99E8-F37F80B05962}"/>
              </a:ext>
            </a:extLst>
          </p:cNvPr>
          <p:cNvSpPr>
            <a:spLocks xmlns:a="http://schemas.openxmlformats.org/drawingml/2006/main" noGrp="1"/>
          </p:cNvSpPr>
          <p:nvPr/>
        </p:nvSpPr>
        <p:spPr>
          <a:xfrm xmlns:a="http://schemas.openxmlformats.org/drawingml/2006/main">
            <a:off x="548339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AFAC"/>
          </a:solidFill>
          <a:ln xmlns:a="http://schemas.openxmlformats.org/drawingml/2006/main" w="2040">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4D5A978D-BEB1-485D-8A90-7A5C20B8F660}"/>
              </a:ext>
            </a:extLst>
          </p:cNvPr>
          <p:cNvSpPr>
            <a:spLocks xmlns:a="http://schemas.openxmlformats.org/drawingml/2006/main" noGrp="1"/>
          </p:cNvSpPr>
          <p:nvPr/>
        </p:nvSpPr>
        <p:spPr>
          <a:xfrm xmlns:a="http://schemas.openxmlformats.org/drawingml/2006/main">
            <a:off x="5483396"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DCB"/>
          </a:solidFill>
          <a:ln xmlns:a="http://schemas.openxmlformats.org/drawingml/2006/main" w="2040">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E0767E2B-76D4-45EF-A303-74A7A1E79BC2}"/>
              </a:ext>
            </a:extLst>
          </p:cNvPr>
          <p:cNvSpPr>
            <a:spLocks xmlns:a="http://schemas.openxmlformats.org/drawingml/2006/main" noGrp="1"/>
          </p:cNvSpPr>
          <p:nvPr/>
        </p:nvSpPr>
        <p:spPr>
          <a:xfrm xmlns:a="http://schemas.openxmlformats.org/drawingml/2006/main">
            <a:off x="5483396"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878F5B85-44AB-4674-91CF-1740A8219D4D}"/>
              </a:ext>
            </a:extLst>
          </p:cNvPr>
          <p:cNvSpPr>
            <a:spLocks xmlns:a="http://schemas.openxmlformats.org/drawingml/2006/main" noGrp="1"/>
          </p:cNvSpPr>
          <p:nvPr/>
        </p:nvSpPr>
        <p:spPr>
          <a:xfrm xmlns:a="http://schemas.openxmlformats.org/drawingml/2006/main">
            <a:off x="5483396"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D6D66"/>
          </a:solidFill>
          <a:ln xmlns:a="http://schemas.openxmlformats.org/drawingml/2006/main" w="2040">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54DBFB2A-962E-41B7-A6F6-7261A818AB26}"/>
              </a:ext>
            </a:extLst>
          </p:cNvPr>
          <p:cNvSpPr>
            <a:spLocks xmlns:a="http://schemas.openxmlformats.org/drawingml/2006/main" noGrp="1"/>
          </p:cNvSpPr>
          <p:nvPr/>
        </p:nvSpPr>
        <p:spPr>
          <a:xfrm xmlns:a="http://schemas.openxmlformats.org/drawingml/2006/main">
            <a:off x="5483396"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7C5"/>
          </a:solidFill>
          <a:ln xmlns:a="http://schemas.openxmlformats.org/drawingml/2006/main" w="2040">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E345CAB8-6C7C-4FBF-A1A1-38BA08F9F2CC}"/>
              </a:ext>
            </a:extLst>
          </p:cNvPr>
          <p:cNvSpPr>
            <a:spLocks xmlns:a="http://schemas.openxmlformats.org/drawingml/2006/main" noGrp="1"/>
          </p:cNvSpPr>
          <p:nvPr/>
        </p:nvSpPr>
        <p:spPr>
          <a:xfrm xmlns:a="http://schemas.openxmlformats.org/drawingml/2006/main">
            <a:off x="5483396"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1BE"/>
          </a:solidFill>
          <a:ln xmlns:a="http://schemas.openxmlformats.org/drawingml/2006/main" w="2040">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35CED35F-5740-4778-BE94-8DB71B3C6D75}"/>
              </a:ext>
            </a:extLst>
          </p:cNvPr>
          <p:cNvSpPr>
            <a:spLocks xmlns:a="http://schemas.openxmlformats.org/drawingml/2006/main" noGrp="1"/>
          </p:cNvSpPr>
          <p:nvPr/>
        </p:nvSpPr>
        <p:spPr>
          <a:xfrm xmlns:a="http://schemas.openxmlformats.org/drawingml/2006/main">
            <a:off x="5483396"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C6962"/>
          </a:solidFill>
          <a:ln xmlns:a="http://schemas.openxmlformats.org/drawingml/2006/main" w="2040">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76888B91-2232-4646-AFC1-AABEE4C7EE71}"/>
              </a:ext>
            </a:extLst>
          </p:cNvPr>
          <p:cNvSpPr>
            <a:spLocks xmlns:a="http://schemas.openxmlformats.org/drawingml/2006/main" noGrp="1"/>
          </p:cNvSpPr>
          <p:nvPr/>
        </p:nvSpPr>
        <p:spPr>
          <a:xfrm xmlns:a="http://schemas.openxmlformats.org/drawingml/2006/main">
            <a:off x="5544288"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C9691"/>
          </a:solidFill>
          <a:ln xmlns:a="http://schemas.openxmlformats.org/drawingml/2006/main" w="2040">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914E2655-2F81-4754-8A19-402B7DE25AD0}"/>
              </a:ext>
            </a:extLst>
          </p:cNvPr>
          <p:cNvSpPr>
            <a:spLocks xmlns:a="http://schemas.openxmlformats.org/drawingml/2006/main" noGrp="1"/>
          </p:cNvSpPr>
          <p:nvPr/>
        </p:nvSpPr>
        <p:spPr>
          <a:xfrm xmlns:a="http://schemas.openxmlformats.org/drawingml/2006/main">
            <a:off x="5544288"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F0E649EC-99FD-464F-8C79-6511C378E2E7}"/>
              </a:ext>
            </a:extLst>
          </p:cNvPr>
          <p:cNvSpPr>
            <a:spLocks xmlns:a="http://schemas.openxmlformats.org/drawingml/2006/main" noGrp="1"/>
          </p:cNvSpPr>
          <p:nvPr/>
        </p:nvSpPr>
        <p:spPr>
          <a:xfrm xmlns:a="http://schemas.openxmlformats.org/drawingml/2006/main">
            <a:off x="5544288"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BC8"/>
          </a:solidFill>
          <a:ln xmlns:a="http://schemas.openxmlformats.org/drawingml/2006/main" w="2040">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C398AFE2-EC60-4064-88B7-22B1DC3E05C2}"/>
              </a:ext>
            </a:extLst>
          </p:cNvPr>
          <p:cNvSpPr>
            <a:spLocks xmlns:a="http://schemas.openxmlformats.org/drawingml/2006/main" noGrp="1"/>
          </p:cNvSpPr>
          <p:nvPr/>
        </p:nvSpPr>
        <p:spPr>
          <a:xfrm xmlns:a="http://schemas.openxmlformats.org/drawingml/2006/main">
            <a:off x="5544288"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A09B"/>
          </a:solidFill>
          <a:ln xmlns:a="http://schemas.openxmlformats.org/drawingml/2006/main" w="2040">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C926F69B-2BD0-48BE-AD15-EB965E968062}"/>
              </a:ext>
            </a:extLst>
          </p:cNvPr>
          <p:cNvSpPr>
            <a:spLocks xmlns:a="http://schemas.openxmlformats.org/drawingml/2006/main" noGrp="1"/>
          </p:cNvSpPr>
          <p:nvPr/>
        </p:nvSpPr>
        <p:spPr>
          <a:xfrm xmlns:a="http://schemas.openxmlformats.org/drawingml/2006/main">
            <a:off x="5544288"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5743C597-4A9B-40E1-B17B-F23DA929B6B3}"/>
              </a:ext>
            </a:extLst>
          </p:cNvPr>
          <p:cNvSpPr>
            <a:spLocks xmlns:a="http://schemas.openxmlformats.org/drawingml/2006/main" noGrp="1"/>
          </p:cNvSpPr>
          <p:nvPr/>
        </p:nvSpPr>
        <p:spPr>
          <a:xfrm xmlns:a="http://schemas.openxmlformats.org/drawingml/2006/main">
            <a:off x="5544288"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7C4"/>
          </a:solidFill>
          <a:ln xmlns:a="http://schemas.openxmlformats.org/drawingml/2006/main" w="2040">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9D4149B8-4259-4D7E-A327-EBCACD236428}"/>
              </a:ext>
            </a:extLst>
          </p:cNvPr>
          <p:cNvSpPr>
            <a:spLocks xmlns:a="http://schemas.openxmlformats.org/drawingml/2006/main" noGrp="1"/>
          </p:cNvSpPr>
          <p:nvPr/>
        </p:nvSpPr>
        <p:spPr>
          <a:xfrm xmlns:a="http://schemas.openxmlformats.org/drawingml/2006/main">
            <a:off x="5544288"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BA7"/>
          </a:solidFill>
          <a:ln xmlns:a="http://schemas.openxmlformats.org/drawingml/2006/main" w="2040">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DC30713F-F8A0-4849-AA84-3B04B200B1EC}"/>
              </a:ext>
            </a:extLst>
          </p:cNvPr>
          <p:cNvSpPr>
            <a:spLocks xmlns:a="http://schemas.openxmlformats.org/drawingml/2006/main" noGrp="1"/>
          </p:cNvSpPr>
          <p:nvPr/>
        </p:nvSpPr>
        <p:spPr>
          <a:xfrm xmlns:a="http://schemas.openxmlformats.org/drawingml/2006/main">
            <a:off x="5544288"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B9590"/>
          </a:solidFill>
          <a:ln xmlns:a="http://schemas.openxmlformats.org/drawingml/2006/main" w="2040">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BD14A9E3-F971-4C39-A51F-D69D0D0D005F}"/>
              </a:ext>
            </a:extLst>
          </p:cNvPr>
          <p:cNvSpPr>
            <a:spLocks xmlns:a="http://schemas.openxmlformats.org/drawingml/2006/main" noGrp="1"/>
          </p:cNvSpPr>
          <p:nvPr/>
        </p:nvSpPr>
        <p:spPr>
          <a:xfrm xmlns:a="http://schemas.openxmlformats.org/drawingml/2006/main">
            <a:off x="5544288"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27973"/>
          </a:solidFill>
          <a:ln xmlns:a="http://schemas.openxmlformats.org/drawingml/2006/main" w="2040">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3BDCB8B5-F4B1-4D5A-9043-2D637007FB1E}"/>
              </a:ext>
            </a:extLst>
          </p:cNvPr>
          <p:cNvSpPr>
            <a:spLocks xmlns:a="http://schemas.openxmlformats.org/drawingml/2006/main" noGrp="1"/>
          </p:cNvSpPr>
          <p:nvPr/>
        </p:nvSpPr>
        <p:spPr>
          <a:xfrm xmlns:a="http://schemas.openxmlformats.org/drawingml/2006/main">
            <a:off x="5544288"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7ACEDD9B-AFE2-4BB6-A82A-8829C47C9AE7}"/>
              </a:ext>
            </a:extLst>
          </p:cNvPr>
          <p:cNvSpPr>
            <a:spLocks xmlns:a="http://schemas.openxmlformats.org/drawingml/2006/main" noGrp="1"/>
          </p:cNvSpPr>
          <p:nvPr/>
        </p:nvSpPr>
        <p:spPr>
          <a:xfrm xmlns:a="http://schemas.openxmlformats.org/drawingml/2006/main">
            <a:off x="5544288"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2BF"/>
          </a:solidFill>
          <a:ln xmlns:a="http://schemas.openxmlformats.org/drawingml/2006/main" w="2040">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871DC924-4A4D-4DBC-9D89-0291D0AE21A2}"/>
              </a:ext>
            </a:extLst>
          </p:cNvPr>
          <p:cNvSpPr>
            <a:spLocks xmlns:a="http://schemas.openxmlformats.org/drawingml/2006/main" noGrp="1"/>
          </p:cNvSpPr>
          <p:nvPr/>
        </p:nvSpPr>
        <p:spPr>
          <a:xfrm xmlns:a="http://schemas.openxmlformats.org/drawingml/2006/main">
            <a:off x="5544288"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FBC"/>
          </a:solidFill>
          <a:ln xmlns:a="http://schemas.openxmlformats.org/drawingml/2006/main" w="2040">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344DF4A6-4605-4C6E-BD28-2F6851925EBF}"/>
              </a:ext>
            </a:extLst>
          </p:cNvPr>
          <p:cNvSpPr>
            <a:spLocks xmlns:a="http://schemas.openxmlformats.org/drawingml/2006/main" noGrp="1"/>
          </p:cNvSpPr>
          <p:nvPr/>
        </p:nvSpPr>
        <p:spPr>
          <a:xfrm xmlns:a="http://schemas.openxmlformats.org/drawingml/2006/main">
            <a:off x="5544288"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8BAB7"/>
          </a:solidFill>
          <a:ln xmlns:a="http://schemas.openxmlformats.org/drawingml/2006/main" w="2040">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AC96A023-66CB-438A-A374-14E41EB59A3F}"/>
              </a:ext>
            </a:extLst>
          </p:cNvPr>
          <p:cNvSpPr>
            <a:spLocks xmlns:a="http://schemas.openxmlformats.org/drawingml/2006/main" noGrp="1"/>
          </p:cNvSpPr>
          <p:nvPr/>
        </p:nvSpPr>
        <p:spPr>
          <a:xfrm xmlns:a="http://schemas.openxmlformats.org/drawingml/2006/main">
            <a:off x="5544288"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7C5"/>
          </a:solidFill>
          <a:ln xmlns:a="http://schemas.openxmlformats.org/drawingml/2006/main" w="2040">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42D8667E-C4A4-4561-8D5D-85972F8904FF}"/>
              </a:ext>
            </a:extLst>
          </p:cNvPr>
          <p:cNvSpPr>
            <a:spLocks xmlns:a="http://schemas.openxmlformats.org/drawingml/2006/main" noGrp="1"/>
          </p:cNvSpPr>
          <p:nvPr/>
        </p:nvSpPr>
        <p:spPr>
          <a:xfrm xmlns:a="http://schemas.openxmlformats.org/drawingml/2006/main">
            <a:off x="5544288"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A09B"/>
          </a:solidFill>
          <a:ln xmlns:a="http://schemas.openxmlformats.org/drawingml/2006/main" w="2040">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16AFA006-EA6D-42EB-ADBB-9181FF36E09D}"/>
              </a:ext>
            </a:extLst>
          </p:cNvPr>
          <p:cNvSpPr>
            <a:spLocks xmlns:a="http://schemas.openxmlformats.org/drawingml/2006/main" noGrp="1"/>
          </p:cNvSpPr>
          <p:nvPr/>
        </p:nvSpPr>
        <p:spPr>
          <a:xfrm xmlns:a="http://schemas.openxmlformats.org/drawingml/2006/main">
            <a:off x="5544288"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B665E"/>
          </a:solidFill>
          <a:ln xmlns:a="http://schemas.openxmlformats.org/drawingml/2006/main" w="2040">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43C1EDEF-1E75-4FA3-9E69-9DE37220BD83}"/>
              </a:ext>
            </a:extLst>
          </p:cNvPr>
          <p:cNvSpPr>
            <a:spLocks xmlns:a="http://schemas.openxmlformats.org/drawingml/2006/main" noGrp="1"/>
          </p:cNvSpPr>
          <p:nvPr/>
        </p:nvSpPr>
        <p:spPr>
          <a:xfrm xmlns:a="http://schemas.openxmlformats.org/drawingml/2006/main">
            <a:off x="5605180"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D0536756-25F7-43AB-A2D0-289481F6F6C4}"/>
              </a:ext>
            </a:extLst>
          </p:cNvPr>
          <p:cNvSpPr>
            <a:spLocks xmlns:a="http://schemas.openxmlformats.org/drawingml/2006/main" noGrp="1"/>
          </p:cNvSpPr>
          <p:nvPr/>
        </p:nvSpPr>
        <p:spPr>
          <a:xfrm xmlns:a="http://schemas.openxmlformats.org/drawingml/2006/main">
            <a:off x="5605180"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7BD8477F-CCFC-4922-89C5-B5864D9FDABD}"/>
              </a:ext>
            </a:extLst>
          </p:cNvPr>
          <p:cNvSpPr>
            <a:spLocks xmlns:a="http://schemas.openxmlformats.org/drawingml/2006/main" noGrp="1"/>
          </p:cNvSpPr>
          <p:nvPr/>
        </p:nvSpPr>
        <p:spPr>
          <a:xfrm xmlns:a="http://schemas.openxmlformats.org/drawingml/2006/main">
            <a:off x="5605180"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1D6D4"/>
          </a:solidFill>
          <a:ln xmlns:a="http://schemas.openxmlformats.org/drawingml/2006/main" w="2040">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5DAC395D-EFA8-4C03-8964-F5F3B17E2878}"/>
              </a:ext>
            </a:extLst>
          </p:cNvPr>
          <p:cNvSpPr>
            <a:spLocks xmlns:a="http://schemas.openxmlformats.org/drawingml/2006/main" noGrp="1"/>
          </p:cNvSpPr>
          <p:nvPr/>
        </p:nvSpPr>
        <p:spPr>
          <a:xfrm xmlns:a="http://schemas.openxmlformats.org/drawingml/2006/main">
            <a:off x="5605180"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BC8"/>
          </a:solidFill>
          <a:ln xmlns:a="http://schemas.openxmlformats.org/drawingml/2006/main" w="2040">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CC084300-562A-4376-81E7-2CF6150D8D3C}"/>
              </a:ext>
            </a:extLst>
          </p:cNvPr>
          <p:cNvSpPr>
            <a:spLocks xmlns:a="http://schemas.openxmlformats.org/drawingml/2006/main" noGrp="1"/>
          </p:cNvSpPr>
          <p:nvPr/>
        </p:nvSpPr>
        <p:spPr>
          <a:xfrm xmlns:a="http://schemas.openxmlformats.org/drawingml/2006/main">
            <a:off x="5605180"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9B5"/>
          </a:solidFill>
          <a:ln xmlns:a="http://schemas.openxmlformats.org/drawingml/2006/main" w="2040">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5DB945DE-3EF3-4399-B1D7-79C32474C697}"/>
              </a:ext>
            </a:extLst>
          </p:cNvPr>
          <p:cNvSpPr>
            <a:spLocks xmlns:a="http://schemas.openxmlformats.org/drawingml/2006/main" noGrp="1"/>
          </p:cNvSpPr>
          <p:nvPr/>
        </p:nvSpPr>
        <p:spPr>
          <a:xfrm xmlns:a="http://schemas.openxmlformats.org/drawingml/2006/main">
            <a:off x="5605180"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47F79"/>
          </a:solidFill>
          <a:ln xmlns:a="http://schemas.openxmlformats.org/drawingml/2006/main" w="2040">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D481717A-F191-42CE-B150-22C3D364FE49}"/>
              </a:ext>
            </a:extLst>
          </p:cNvPr>
          <p:cNvSpPr>
            <a:spLocks xmlns:a="http://schemas.openxmlformats.org/drawingml/2006/main" noGrp="1"/>
          </p:cNvSpPr>
          <p:nvPr/>
        </p:nvSpPr>
        <p:spPr>
          <a:xfrm xmlns:a="http://schemas.openxmlformats.org/drawingml/2006/main">
            <a:off x="5605180"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48079"/>
          </a:solidFill>
          <a:ln xmlns:a="http://schemas.openxmlformats.org/drawingml/2006/main" w="2040">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C1061C5A-01CE-4A0B-B95C-34475169D523}"/>
              </a:ext>
            </a:extLst>
          </p:cNvPr>
          <p:cNvSpPr>
            <a:spLocks xmlns:a="http://schemas.openxmlformats.org/drawingml/2006/main" noGrp="1"/>
          </p:cNvSpPr>
          <p:nvPr/>
        </p:nvSpPr>
        <p:spPr>
          <a:xfrm xmlns:a="http://schemas.openxmlformats.org/drawingml/2006/main">
            <a:off x="5605180"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B85"/>
          </a:solidFill>
          <a:ln xmlns:a="http://schemas.openxmlformats.org/drawingml/2006/main" w="2040">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B8B0B3D5-C33F-4223-90E4-B07BD1ACC56A}"/>
              </a:ext>
            </a:extLst>
          </p:cNvPr>
          <p:cNvSpPr>
            <a:spLocks xmlns:a="http://schemas.openxmlformats.org/drawingml/2006/main" noGrp="1"/>
          </p:cNvSpPr>
          <p:nvPr/>
        </p:nvSpPr>
        <p:spPr>
          <a:xfrm xmlns:a="http://schemas.openxmlformats.org/drawingml/2006/main">
            <a:off x="5605180"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5847E"/>
          </a:solidFill>
          <a:ln xmlns:a="http://schemas.openxmlformats.org/drawingml/2006/main" w="2040">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8438A7A0-4BB3-446F-A2FF-293824275BAF}"/>
              </a:ext>
            </a:extLst>
          </p:cNvPr>
          <p:cNvSpPr>
            <a:spLocks xmlns:a="http://schemas.openxmlformats.org/drawingml/2006/main" noGrp="1"/>
          </p:cNvSpPr>
          <p:nvPr/>
        </p:nvSpPr>
        <p:spPr>
          <a:xfrm xmlns:a="http://schemas.openxmlformats.org/drawingml/2006/main">
            <a:off x="5605180"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CA8"/>
          </a:solidFill>
          <a:ln xmlns:a="http://schemas.openxmlformats.org/drawingml/2006/main" w="2040">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438222F3-E8D6-40A6-B056-3821592569C4}"/>
              </a:ext>
            </a:extLst>
          </p:cNvPr>
          <p:cNvSpPr>
            <a:spLocks xmlns:a="http://schemas.openxmlformats.org/drawingml/2006/main" noGrp="1"/>
          </p:cNvSpPr>
          <p:nvPr/>
        </p:nvSpPr>
        <p:spPr>
          <a:xfrm xmlns:a="http://schemas.openxmlformats.org/drawingml/2006/main">
            <a:off x="5605180"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6C3"/>
          </a:solidFill>
          <a:ln xmlns:a="http://schemas.openxmlformats.org/drawingml/2006/main" w="2040">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9BC5CFD0-038F-4C8D-913E-228BEE54CC08}"/>
              </a:ext>
            </a:extLst>
          </p:cNvPr>
          <p:cNvSpPr>
            <a:spLocks xmlns:a="http://schemas.openxmlformats.org/drawingml/2006/main" noGrp="1"/>
          </p:cNvSpPr>
          <p:nvPr/>
        </p:nvSpPr>
        <p:spPr>
          <a:xfrm xmlns:a="http://schemas.openxmlformats.org/drawingml/2006/main">
            <a:off x="5605180"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1BE"/>
          </a:solidFill>
          <a:ln xmlns:a="http://schemas.openxmlformats.org/drawingml/2006/main" w="2040">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293FE7AA-EAE4-456C-9150-1651FC1F90DA}"/>
              </a:ext>
            </a:extLst>
          </p:cNvPr>
          <p:cNvSpPr>
            <a:spLocks xmlns:a="http://schemas.openxmlformats.org/drawingml/2006/main" noGrp="1"/>
          </p:cNvSpPr>
          <p:nvPr/>
        </p:nvSpPr>
        <p:spPr>
          <a:xfrm xmlns:a="http://schemas.openxmlformats.org/drawingml/2006/main">
            <a:off x="5605180"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1AD"/>
          </a:solidFill>
          <a:ln xmlns:a="http://schemas.openxmlformats.org/drawingml/2006/main" w="2040">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7CFBA880-3C54-4051-B55F-E6EF0381C651}"/>
              </a:ext>
            </a:extLst>
          </p:cNvPr>
          <p:cNvSpPr>
            <a:spLocks xmlns:a="http://schemas.openxmlformats.org/drawingml/2006/main" noGrp="1"/>
          </p:cNvSpPr>
          <p:nvPr/>
        </p:nvSpPr>
        <p:spPr>
          <a:xfrm xmlns:a="http://schemas.openxmlformats.org/drawingml/2006/main">
            <a:off x="5666072"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6A2"/>
          </a:solidFill>
          <a:ln xmlns:a="http://schemas.openxmlformats.org/drawingml/2006/main" w="2040">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6E5D8BEC-6B02-4804-B61B-39C270839D44}"/>
              </a:ext>
            </a:extLst>
          </p:cNvPr>
          <p:cNvSpPr>
            <a:spLocks xmlns:a="http://schemas.openxmlformats.org/drawingml/2006/main" noGrp="1"/>
          </p:cNvSpPr>
          <p:nvPr/>
        </p:nvSpPr>
        <p:spPr>
          <a:xfrm xmlns:a="http://schemas.openxmlformats.org/drawingml/2006/main">
            <a:off x="5666072"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6B2"/>
          </a:solidFill>
          <a:ln xmlns:a="http://schemas.openxmlformats.org/drawingml/2006/main" w="2040">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0B0B438C-7898-4956-8760-E810481BD40E}"/>
              </a:ext>
            </a:extLst>
          </p:cNvPr>
          <p:cNvSpPr>
            <a:spLocks xmlns:a="http://schemas.openxmlformats.org/drawingml/2006/main" noGrp="1"/>
          </p:cNvSpPr>
          <p:nvPr/>
        </p:nvSpPr>
        <p:spPr>
          <a:xfrm xmlns:a="http://schemas.openxmlformats.org/drawingml/2006/main">
            <a:off x="566607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D9B96"/>
          </a:solidFill>
          <a:ln xmlns:a="http://schemas.openxmlformats.org/drawingml/2006/main" w="2040">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E19CB4AE-040F-45C2-9951-AD5681CF66B9}"/>
              </a:ext>
            </a:extLst>
          </p:cNvPr>
          <p:cNvSpPr>
            <a:spLocks xmlns:a="http://schemas.openxmlformats.org/drawingml/2006/main" noGrp="1"/>
          </p:cNvSpPr>
          <p:nvPr/>
        </p:nvSpPr>
        <p:spPr>
          <a:xfrm xmlns:a="http://schemas.openxmlformats.org/drawingml/2006/main">
            <a:off x="566607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4BACE463-A554-4BA1-8457-3ADC61585F0E}"/>
              </a:ext>
            </a:extLst>
          </p:cNvPr>
          <p:cNvSpPr>
            <a:spLocks xmlns:a="http://schemas.openxmlformats.org/drawingml/2006/main" noGrp="1"/>
          </p:cNvSpPr>
          <p:nvPr/>
        </p:nvSpPr>
        <p:spPr>
          <a:xfrm xmlns:a="http://schemas.openxmlformats.org/drawingml/2006/main">
            <a:off x="566607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DBA"/>
          </a:solidFill>
          <a:ln xmlns:a="http://schemas.openxmlformats.org/drawingml/2006/main" w="2040">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277C0FAB-6336-43C0-8034-F5E1437643E2}"/>
              </a:ext>
            </a:extLst>
          </p:cNvPr>
          <p:cNvSpPr>
            <a:spLocks xmlns:a="http://schemas.openxmlformats.org/drawingml/2006/main" noGrp="1"/>
          </p:cNvSpPr>
          <p:nvPr/>
        </p:nvSpPr>
        <p:spPr>
          <a:xfrm xmlns:a="http://schemas.openxmlformats.org/drawingml/2006/main">
            <a:off x="566607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B85"/>
          </a:solidFill>
          <a:ln xmlns:a="http://schemas.openxmlformats.org/drawingml/2006/main" w="2040">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1483BAE5-3F99-4CBE-8D66-A28CC3DB6354}"/>
              </a:ext>
            </a:extLst>
          </p:cNvPr>
          <p:cNvSpPr>
            <a:spLocks xmlns:a="http://schemas.openxmlformats.org/drawingml/2006/main" noGrp="1"/>
          </p:cNvSpPr>
          <p:nvPr/>
        </p:nvSpPr>
        <p:spPr>
          <a:xfrm xmlns:a="http://schemas.openxmlformats.org/drawingml/2006/main">
            <a:off x="566607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F2D019E0-7736-4DE6-81CF-CB7685D4DB3C}"/>
              </a:ext>
            </a:extLst>
          </p:cNvPr>
          <p:cNvSpPr>
            <a:spLocks xmlns:a="http://schemas.openxmlformats.org/drawingml/2006/main" noGrp="1"/>
          </p:cNvSpPr>
          <p:nvPr/>
        </p:nvSpPr>
        <p:spPr>
          <a:xfrm xmlns:a="http://schemas.openxmlformats.org/drawingml/2006/main">
            <a:off x="566607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A908B"/>
          </a:solidFill>
          <a:ln xmlns:a="http://schemas.openxmlformats.org/drawingml/2006/main" w="2040">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8BFE70D6-E2D3-4E2B-A468-C246ADF4C8CC}"/>
              </a:ext>
            </a:extLst>
          </p:cNvPr>
          <p:cNvSpPr>
            <a:spLocks xmlns:a="http://schemas.openxmlformats.org/drawingml/2006/main" noGrp="1"/>
          </p:cNvSpPr>
          <p:nvPr/>
        </p:nvSpPr>
        <p:spPr>
          <a:xfrm xmlns:a="http://schemas.openxmlformats.org/drawingml/2006/main">
            <a:off x="5666072"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5827C"/>
          </a:solidFill>
          <a:ln xmlns:a="http://schemas.openxmlformats.org/drawingml/2006/main" w="2040">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4584F09C-D72D-400E-9E7B-752F91F851B0}"/>
              </a:ext>
            </a:extLst>
          </p:cNvPr>
          <p:cNvSpPr>
            <a:spLocks xmlns:a="http://schemas.openxmlformats.org/drawingml/2006/main" noGrp="1"/>
          </p:cNvSpPr>
          <p:nvPr/>
        </p:nvSpPr>
        <p:spPr>
          <a:xfrm xmlns:a="http://schemas.openxmlformats.org/drawingml/2006/main">
            <a:off x="5666072"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5C22AD9A-CEA6-4474-8A17-5DE020B14D50}"/>
              </a:ext>
            </a:extLst>
          </p:cNvPr>
          <p:cNvSpPr>
            <a:spLocks xmlns:a="http://schemas.openxmlformats.org/drawingml/2006/main" noGrp="1"/>
          </p:cNvSpPr>
          <p:nvPr/>
        </p:nvSpPr>
        <p:spPr>
          <a:xfrm xmlns:a="http://schemas.openxmlformats.org/drawingml/2006/main">
            <a:off x="5666072"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0A4A0"/>
          </a:solidFill>
          <a:ln xmlns:a="http://schemas.openxmlformats.org/drawingml/2006/main" w="2040">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B7924713-04A8-4A8A-8319-233FCC53DB37}"/>
              </a:ext>
            </a:extLst>
          </p:cNvPr>
          <p:cNvSpPr>
            <a:spLocks xmlns:a="http://schemas.openxmlformats.org/drawingml/2006/main" noGrp="1"/>
          </p:cNvSpPr>
          <p:nvPr/>
        </p:nvSpPr>
        <p:spPr>
          <a:xfrm xmlns:a="http://schemas.openxmlformats.org/drawingml/2006/main">
            <a:off x="5666072"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DB9"/>
          </a:solidFill>
          <a:ln xmlns:a="http://schemas.openxmlformats.org/drawingml/2006/main" w="2040">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1A14A509-CC7A-41C2-A14B-1E3DC70DA68D}"/>
              </a:ext>
            </a:extLst>
          </p:cNvPr>
          <p:cNvSpPr>
            <a:spLocks xmlns:a="http://schemas.openxmlformats.org/drawingml/2006/main" noGrp="1"/>
          </p:cNvSpPr>
          <p:nvPr/>
        </p:nvSpPr>
        <p:spPr>
          <a:xfrm xmlns:a="http://schemas.openxmlformats.org/drawingml/2006/main">
            <a:off x="5726964"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B655E"/>
          </a:solidFill>
          <a:ln xmlns:a="http://schemas.openxmlformats.org/drawingml/2006/main" w="2040">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88D72C26-5A41-4171-855B-8F54F5C5FD02}"/>
              </a:ext>
            </a:extLst>
          </p:cNvPr>
          <p:cNvSpPr>
            <a:spLocks xmlns:a="http://schemas.openxmlformats.org/drawingml/2006/main" noGrp="1"/>
          </p:cNvSpPr>
          <p:nvPr/>
        </p:nvSpPr>
        <p:spPr>
          <a:xfrm xmlns:a="http://schemas.openxmlformats.org/drawingml/2006/main">
            <a:off x="5726964"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5837D"/>
          </a:solidFill>
          <a:ln xmlns:a="http://schemas.openxmlformats.org/drawingml/2006/main" w="2040">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B6AFE229-A766-43FC-A9AB-4DB725E49478}"/>
              </a:ext>
            </a:extLst>
          </p:cNvPr>
          <p:cNvSpPr>
            <a:spLocks xmlns:a="http://schemas.openxmlformats.org/drawingml/2006/main" noGrp="1"/>
          </p:cNvSpPr>
          <p:nvPr/>
        </p:nvSpPr>
        <p:spPr>
          <a:xfrm xmlns:a="http://schemas.openxmlformats.org/drawingml/2006/main">
            <a:off x="5726964"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2AAA6"/>
          </a:solidFill>
          <a:ln xmlns:a="http://schemas.openxmlformats.org/drawingml/2006/main" w="2040">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5D57950D-A30E-435B-A2D3-E9BCFC4DF27B}"/>
              </a:ext>
            </a:extLst>
          </p:cNvPr>
          <p:cNvSpPr>
            <a:spLocks xmlns:a="http://schemas.openxmlformats.org/drawingml/2006/main" noGrp="1"/>
          </p:cNvSpPr>
          <p:nvPr/>
        </p:nvSpPr>
        <p:spPr>
          <a:xfrm xmlns:a="http://schemas.openxmlformats.org/drawingml/2006/main">
            <a:off x="572696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2D0"/>
          </a:solidFill>
          <a:ln xmlns:a="http://schemas.openxmlformats.org/drawingml/2006/main" w="2040">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E040E3DA-34E4-4D97-9EBF-036E4C183C94}"/>
              </a:ext>
            </a:extLst>
          </p:cNvPr>
          <p:cNvSpPr>
            <a:spLocks xmlns:a="http://schemas.openxmlformats.org/drawingml/2006/main" noGrp="1"/>
          </p:cNvSpPr>
          <p:nvPr/>
        </p:nvSpPr>
        <p:spPr>
          <a:xfrm xmlns:a="http://schemas.openxmlformats.org/drawingml/2006/main">
            <a:off x="572696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1BE"/>
          </a:solidFill>
          <a:ln xmlns:a="http://schemas.openxmlformats.org/drawingml/2006/main" w="2040">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37EF8F4B-5C30-44F6-BCA5-20A513238CB2}"/>
              </a:ext>
            </a:extLst>
          </p:cNvPr>
          <p:cNvSpPr>
            <a:spLocks xmlns:a="http://schemas.openxmlformats.org/drawingml/2006/main" noGrp="1"/>
          </p:cNvSpPr>
          <p:nvPr/>
        </p:nvSpPr>
        <p:spPr>
          <a:xfrm xmlns:a="http://schemas.openxmlformats.org/drawingml/2006/main">
            <a:off x="572696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466BD4D0-9947-4808-A6B1-46E3A6BD4F4B}"/>
              </a:ext>
            </a:extLst>
          </p:cNvPr>
          <p:cNvSpPr>
            <a:spLocks xmlns:a="http://schemas.openxmlformats.org/drawingml/2006/main" noGrp="1"/>
          </p:cNvSpPr>
          <p:nvPr/>
        </p:nvSpPr>
        <p:spPr>
          <a:xfrm xmlns:a="http://schemas.openxmlformats.org/drawingml/2006/main">
            <a:off x="572696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5554D"/>
          </a:solidFill>
          <a:ln xmlns:a="http://schemas.openxmlformats.org/drawingml/2006/main" w="2040">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5F77B78E-2B7A-4AFD-813E-711030DE078F}"/>
              </a:ext>
            </a:extLst>
          </p:cNvPr>
          <p:cNvSpPr>
            <a:spLocks xmlns:a="http://schemas.openxmlformats.org/drawingml/2006/main" noGrp="1"/>
          </p:cNvSpPr>
          <p:nvPr/>
        </p:nvSpPr>
        <p:spPr>
          <a:xfrm xmlns:a="http://schemas.openxmlformats.org/drawingml/2006/main">
            <a:off x="5726964"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E6E67"/>
          </a:solidFill>
          <a:ln xmlns:a="http://schemas.openxmlformats.org/drawingml/2006/main" w="2040">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AF4BC749-AF06-453B-8791-CCD216A919EE}"/>
              </a:ext>
            </a:extLst>
          </p:cNvPr>
          <p:cNvSpPr>
            <a:spLocks xmlns:a="http://schemas.openxmlformats.org/drawingml/2006/main" noGrp="1"/>
          </p:cNvSpPr>
          <p:nvPr/>
        </p:nvSpPr>
        <p:spPr>
          <a:xfrm xmlns:a="http://schemas.openxmlformats.org/drawingml/2006/main">
            <a:off x="5726964"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7A2"/>
          </a:solidFill>
          <a:ln xmlns:a="http://schemas.openxmlformats.org/drawingml/2006/main" w="2040">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4675A864-65B2-4030-BC47-93B517B6762A}"/>
              </a:ext>
            </a:extLst>
          </p:cNvPr>
          <p:cNvSpPr>
            <a:spLocks xmlns:a="http://schemas.openxmlformats.org/drawingml/2006/main" noGrp="1"/>
          </p:cNvSpPr>
          <p:nvPr/>
        </p:nvSpPr>
        <p:spPr>
          <a:xfrm xmlns:a="http://schemas.openxmlformats.org/drawingml/2006/main">
            <a:off x="5726964"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78A84"/>
          </a:solidFill>
          <a:ln xmlns:a="http://schemas.openxmlformats.org/drawingml/2006/main" w="2040">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13E0C78E-2000-4C2E-8713-0C23EE608C99}"/>
              </a:ext>
            </a:extLst>
          </p:cNvPr>
          <p:cNvSpPr>
            <a:spLocks xmlns:a="http://schemas.openxmlformats.org/drawingml/2006/main" noGrp="1"/>
          </p:cNvSpPr>
          <p:nvPr/>
        </p:nvSpPr>
        <p:spPr>
          <a:xfrm xmlns:a="http://schemas.openxmlformats.org/drawingml/2006/main">
            <a:off x="5726964"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7A2"/>
          </a:solidFill>
          <a:ln xmlns:a="http://schemas.openxmlformats.org/drawingml/2006/main" w="2040">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5386D875-D1BE-487E-8C3D-98F3C72C6A4E}"/>
              </a:ext>
            </a:extLst>
          </p:cNvPr>
          <p:cNvSpPr>
            <a:spLocks xmlns:a="http://schemas.openxmlformats.org/drawingml/2006/main" noGrp="1"/>
          </p:cNvSpPr>
          <p:nvPr/>
        </p:nvSpPr>
        <p:spPr>
          <a:xfrm xmlns:a="http://schemas.openxmlformats.org/drawingml/2006/main">
            <a:off x="5726964"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AFAB"/>
          </a:solidFill>
          <a:ln xmlns:a="http://schemas.openxmlformats.org/drawingml/2006/main" w="2040">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E6AD454C-7C65-446A-A099-66759B0C62D3}"/>
              </a:ext>
            </a:extLst>
          </p:cNvPr>
          <p:cNvSpPr>
            <a:spLocks xmlns:a="http://schemas.openxmlformats.org/drawingml/2006/main" noGrp="1"/>
          </p:cNvSpPr>
          <p:nvPr/>
        </p:nvSpPr>
        <p:spPr>
          <a:xfrm xmlns:a="http://schemas.openxmlformats.org/drawingml/2006/main">
            <a:off x="5726964"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90AAD2"/>
          </a:solidFill>
          <a:ln xmlns:a="http://schemas.openxmlformats.org/drawingml/2006/main" w="2040">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7352367A-703E-41D6-9F73-F9D1E781D5A3}"/>
              </a:ext>
            </a:extLst>
          </p:cNvPr>
          <p:cNvSpPr>
            <a:spLocks xmlns:a="http://schemas.openxmlformats.org/drawingml/2006/main" noGrp="1"/>
          </p:cNvSpPr>
          <p:nvPr/>
        </p:nvSpPr>
        <p:spPr>
          <a:xfrm xmlns:a="http://schemas.openxmlformats.org/drawingml/2006/main">
            <a:off x="5787856"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FD0CD"/>
          </a:solidFill>
          <a:ln xmlns:a="http://schemas.openxmlformats.org/drawingml/2006/main" w="2040">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3EF78821-0B3F-4A39-83EE-91A782C9204D}"/>
              </a:ext>
            </a:extLst>
          </p:cNvPr>
          <p:cNvSpPr>
            <a:spLocks xmlns:a="http://schemas.openxmlformats.org/drawingml/2006/main" noGrp="1"/>
          </p:cNvSpPr>
          <p:nvPr/>
        </p:nvSpPr>
        <p:spPr>
          <a:xfrm xmlns:a="http://schemas.openxmlformats.org/drawingml/2006/main">
            <a:off x="5787856"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4D2"/>
          </a:solidFill>
          <a:ln xmlns:a="http://schemas.openxmlformats.org/drawingml/2006/main" w="2040">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78CD4886-4B4C-4BA9-8C6B-30279A2600E9}"/>
              </a:ext>
            </a:extLst>
          </p:cNvPr>
          <p:cNvSpPr>
            <a:spLocks xmlns:a="http://schemas.openxmlformats.org/drawingml/2006/main" noGrp="1"/>
          </p:cNvSpPr>
          <p:nvPr/>
        </p:nvSpPr>
        <p:spPr>
          <a:xfrm xmlns:a="http://schemas.openxmlformats.org/drawingml/2006/main">
            <a:off x="5787856"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4D2"/>
          </a:solidFill>
          <a:ln xmlns:a="http://schemas.openxmlformats.org/drawingml/2006/main" w="2040">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75F5C500-BE46-4340-8BF1-6524B8EFF798}"/>
              </a:ext>
            </a:extLst>
          </p:cNvPr>
          <p:cNvSpPr>
            <a:spLocks xmlns:a="http://schemas.openxmlformats.org/drawingml/2006/main" noGrp="1"/>
          </p:cNvSpPr>
          <p:nvPr/>
        </p:nvSpPr>
        <p:spPr>
          <a:xfrm xmlns:a="http://schemas.openxmlformats.org/drawingml/2006/main">
            <a:off x="578785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FCD368EB-285B-4C7D-B5FC-89D95FB70235}"/>
              </a:ext>
            </a:extLst>
          </p:cNvPr>
          <p:cNvSpPr>
            <a:spLocks xmlns:a="http://schemas.openxmlformats.org/drawingml/2006/main" noGrp="1"/>
          </p:cNvSpPr>
          <p:nvPr/>
        </p:nvSpPr>
        <p:spPr>
          <a:xfrm xmlns:a="http://schemas.openxmlformats.org/drawingml/2006/main">
            <a:off x="578785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2A8A4"/>
          </a:solidFill>
          <a:ln xmlns:a="http://schemas.openxmlformats.org/drawingml/2006/main" w="2040">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60DBA9DA-0B5A-495A-B749-00B1BB933077}"/>
              </a:ext>
            </a:extLst>
          </p:cNvPr>
          <p:cNvSpPr>
            <a:spLocks xmlns:a="http://schemas.openxmlformats.org/drawingml/2006/main" noGrp="1"/>
          </p:cNvSpPr>
          <p:nvPr/>
        </p:nvSpPr>
        <p:spPr>
          <a:xfrm xmlns:a="http://schemas.openxmlformats.org/drawingml/2006/main">
            <a:off x="578785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79A37A1B-2F02-4316-A6A9-E9AD5B14BE17}"/>
              </a:ext>
            </a:extLst>
          </p:cNvPr>
          <p:cNvSpPr>
            <a:spLocks xmlns:a="http://schemas.openxmlformats.org/drawingml/2006/main" noGrp="1"/>
          </p:cNvSpPr>
          <p:nvPr/>
        </p:nvSpPr>
        <p:spPr>
          <a:xfrm xmlns:a="http://schemas.openxmlformats.org/drawingml/2006/main">
            <a:off x="578785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7A3"/>
          </a:solidFill>
          <a:ln xmlns:a="http://schemas.openxmlformats.org/drawingml/2006/main" w="2040">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74B769D6-ADBD-412C-950E-2F036336074A}"/>
              </a:ext>
            </a:extLst>
          </p:cNvPr>
          <p:cNvSpPr>
            <a:spLocks xmlns:a="http://schemas.openxmlformats.org/drawingml/2006/main" noGrp="1"/>
          </p:cNvSpPr>
          <p:nvPr/>
        </p:nvSpPr>
        <p:spPr>
          <a:xfrm xmlns:a="http://schemas.openxmlformats.org/drawingml/2006/main">
            <a:off x="578785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2AAA6"/>
          </a:solidFill>
          <a:ln xmlns:a="http://schemas.openxmlformats.org/drawingml/2006/main" w="2040">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B469D7AD-71B0-47CA-A967-CCBB6E49B408}"/>
              </a:ext>
            </a:extLst>
          </p:cNvPr>
          <p:cNvSpPr>
            <a:spLocks xmlns:a="http://schemas.openxmlformats.org/drawingml/2006/main" noGrp="1"/>
          </p:cNvSpPr>
          <p:nvPr/>
        </p:nvSpPr>
        <p:spPr>
          <a:xfrm xmlns:a="http://schemas.openxmlformats.org/drawingml/2006/main">
            <a:off x="5787856"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8B5"/>
          </a:solidFill>
          <a:ln xmlns:a="http://schemas.openxmlformats.org/drawingml/2006/main" w="2040">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CB394BEC-3D75-4F58-8342-1EA21B6140DB}"/>
              </a:ext>
            </a:extLst>
          </p:cNvPr>
          <p:cNvSpPr>
            <a:spLocks xmlns:a="http://schemas.openxmlformats.org/drawingml/2006/main" noGrp="1"/>
          </p:cNvSpPr>
          <p:nvPr/>
        </p:nvSpPr>
        <p:spPr>
          <a:xfrm xmlns:a="http://schemas.openxmlformats.org/drawingml/2006/main">
            <a:off x="5787856"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6B2"/>
          </a:solidFill>
          <a:ln xmlns:a="http://schemas.openxmlformats.org/drawingml/2006/main" w="2040">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E46BD0D5-59B3-4B8D-A38E-CDDE4F7B0662}"/>
              </a:ext>
            </a:extLst>
          </p:cNvPr>
          <p:cNvSpPr>
            <a:spLocks xmlns:a="http://schemas.openxmlformats.org/drawingml/2006/main" noGrp="1"/>
          </p:cNvSpPr>
          <p:nvPr/>
        </p:nvSpPr>
        <p:spPr>
          <a:xfrm xmlns:a="http://schemas.openxmlformats.org/drawingml/2006/main">
            <a:off x="5787856"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E9E99"/>
          </a:solidFill>
          <a:ln xmlns:a="http://schemas.openxmlformats.org/drawingml/2006/main" w="2040">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0EAE943F-3B3B-4F08-B55B-68E24B9E8B2B}"/>
              </a:ext>
            </a:extLst>
          </p:cNvPr>
          <p:cNvSpPr>
            <a:spLocks xmlns:a="http://schemas.openxmlformats.org/drawingml/2006/main" noGrp="1"/>
          </p:cNvSpPr>
          <p:nvPr/>
        </p:nvSpPr>
        <p:spPr>
          <a:xfrm xmlns:a="http://schemas.openxmlformats.org/drawingml/2006/main">
            <a:off x="5787856"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2AF"/>
          </a:solidFill>
          <a:ln xmlns:a="http://schemas.openxmlformats.org/drawingml/2006/main" w="2040">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446C4FF6-F82D-41BB-9D8F-91C328C1B026}"/>
              </a:ext>
            </a:extLst>
          </p:cNvPr>
          <p:cNvSpPr>
            <a:spLocks xmlns:a="http://schemas.openxmlformats.org/drawingml/2006/main" noGrp="1"/>
          </p:cNvSpPr>
          <p:nvPr/>
        </p:nvSpPr>
        <p:spPr>
          <a:xfrm xmlns:a="http://schemas.openxmlformats.org/drawingml/2006/main">
            <a:off x="5787856"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BC9"/>
          </a:solidFill>
          <a:ln xmlns:a="http://schemas.openxmlformats.org/drawingml/2006/main" w="2040">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0905DF6C-9363-4D9B-A350-A387846145CF}"/>
              </a:ext>
            </a:extLst>
          </p:cNvPr>
          <p:cNvSpPr>
            <a:spLocks xmlns:a="http://schemas.openxmlformats.org/drawingml/2006/main" noGrp="1"/>
          </p:cNvSpPr>
          <p:nvPr/>
        </p:nvSpPr>
        <p:spPr>
          <a:xfrm xmlns:a="http://schemas.openxmlformats.org/drawingml/2006/main">
            <a:off x="5848747"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C9792"/>
          </a:solidFill>
          <a:ln xmlns:a="http://schemas.openxmlformats.org/drawingml/2006/main" w="2040">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8CDF9C45-2F0A-44FB-96F6-3CAB513CF840}"/>
              </a:ext>
            </a:extLst>
          </p:cNvPr>
          <p:cNvSpPr>
            <a:spLocks xmlns:a="http://schemas.openxmlformats.org/drawingml/2006/main" noGrp="1"/>
          </p:cNvSpPr>
          <p:nvPr/>
        </p:nvSpPr>
        <p:spPr>
          <a:xfrm xmlns:a="http://schemas.openxmlformats.org/drawingml/2006/main">
            <a:off x="5848747"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F726B"/>
          </a:solidFill>
          <a:ln xmlns:a="http://schemas.openxmlformats.org/drawingml/2006/main" w="2040">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220CF07C-FB16-446F-9548-08F336506B07}"/>
              </a:ext>
            </a:extLst>
          </p:cNvPr>
          <p:cNvSpPr>
            <a:spLocks xmlns:a="http://schemas.openxmlformats.org/drawingml/2006/main" noGrp="1"/>
          </p:cNvSpPr>
          <p:nvPr/>
        </p:nvSpPr>
        <p:spPr>
          <a:xfrm xmlns:a="http://schemas.openxmlformats.org/drawingml/2006/main">
            <a:off x="584874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FCECC"/>
          </a:solidFill>
          <a:ln xmlns:a="http://schemas.openxmlformats.org/drawingml/2006/main" w="2040">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ED3A5F97-3B82-4496-9073-A61C168D52D0}"/>
              </a:ext>
            </a:extLst>
          </p:cNvPr>
          <p:cNvSpPr>
            <a:spLocks xmlns:a="http://schemas.openxmlformats.org/drawingml/2006/main" noGrp="1"/>
          </p:cNvSpPr>
          <p:nvPr/>
        </p:nvSpPr>
        <p:spPr>
          <a:xfrm xmlns:a="http://schemas.openxmlformats.org/drawingml/2006/main">
            <a:off x="584874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8AB3CA5A-8997-4F40-B17C-F2DD9B0632A6}"/>
              </a:ext>
            </a:extLst>
          </p:cNvPr>
          <p:cNvSpPr>
            <a:spLocks xmlns:a="http://schemas.openxmlformats.org/drawingml/2006/main" noGrp="1"/>
          </p:cNvSpPr>
          <p:nvPr/>
        </p:nvSpPr>
        <p:spPr>
          <a:xfrm xmlns:a="http://schemas.openxmlformats.org/drawingml/2006/main">
            <a:off x="5848747"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5E0DF"/>
          </a:solidFill>
          <a:ln xmlns:a="http://schemas.openxmlformats.org/drawingml/2006/main" w="2040">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C80FE457-9F93-4E26-9F4B-612EBF17A97B}"/>
              </a:ext>
            </a:extLst>
          </p:cNvPr>
          <p:cNvSpPr>
            <a:spLocks xmlns:a="http://schemas.openxmlformats.org/drawingml/2006/main" noGrp="1"/>
          </p:cNvSpPr>
          <p:nvPr/>
        </p:nvSpPr>
        <p:spPr>
          <a:xfrm xmlns:a="http://schemas.openxmlformats.org/drawingml/2006/main">
            <a:off x="5848747"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0C3A6A6C-8200-4B2B-9759-0028FDE1613F}"/>
              </a:ext>
            </a:extLst>
          </p:cNvPr>
          <p:cNvSpPr>
            <a:spLocks xmlns:a="http://schemas.openxmlformats.org/drawingml/2006/main" noGrp="1"/>
          </p:cNvSpPr>
          <p:nvPr/>
        </p:nvSpPr>
        <p:spPr>
          <a:xfrm xmlns:a="http://schemas.openxmlformats.org/drawingml/2006/main">
            <a:off x="584874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B86"/>
          </a:solidFill>
          <a:ln xmlns:a="http://schemas.openxmlformats.org/drawingml/2006/main" w="2040">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ED966421-C26B-4C4E-8A6A-A3B3A9A8A54F}"/>
              </a:ext>
            </a:extLst>
          </p:cNvPr>
          <p:cNvSpPr>
            <a:spLocks xmlns:a="http://schemas.openxmlformats.org/drawingml/2006/main" noGrp="1"/>
          </p:cNvSpPr>
          <p:nvPr/>
        </p:nvSpPr>
        <p:spPr>
          <a:xfrm xmlns:a="http://schemas.openxmlformats.org/drawingml/2006/main">
            <a:off x="584874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B9691"/>
          </a:solidFill>
          <a:ln xmlns:a="http://schemas.openxmlformats.org/drawingml/2006/main" w="2040">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3F9D1528-61C8-4604-8234-AF180F3EE1D5}"/>
              </a:ext>
            </a:extLst>
          </p:cNvPr>
          <p:cNvSpPr>
            <a:spLocks xmlns:a="http://schemas.openxmlformats.org/drawingml/2006/main" noGrp="1"/>
          </p:cNvSpPr>
          <p:nvPr/>
        </p:nvSpPr>
        <p:spPr>
          <a:xfrm xmlns:a="http://schemas.openxmlformats.org/drawingml/2006/main">
            <a:off x="584874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CB1161B7-2C67-4FC5-B048-FD14099A0766}"/>
              </a:ext>
            </a:extLst>
          </p:cNvPr>
          <p:cNvSpPr>
            <a:spLocks xmlns:a="http://schemas.openxmlformats.org/drawingml/2006/main" noGrp="1"/>
          </p:cNvSpPr>
          <p:nvPr/>
        </p:nvSpPr>
        <p:spPr>
          <a:xfrm xmlns:a="http://schemas.openxmlformats.org/drawingml/2006/main">
            <a:off x="5848747"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D9C97"/>
          </a:solidFill>
          <a:ln xmlns:a="http://schemas.openxmlformats.org/drawingml/2006/main" w="2040">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24727DEB-AC38-4FE0-B1F3-5A9010337D8F}"/>
              </a:ext>
            </a:extLst>
          </p:cNvPr>
          <p:cNvSpPr>
            <a:spLocks xmlns:a="http://schemas.openxmlformats.org/drawingml/2006/main" noGrp="1"/>
          </p:cNvSpPr>
          <p:nvPr/>
        </p:nvSpPr>
        <p:spPr>
          <a:xfrm xmlns:a="http://schemas.openxmlformats.org/drawingml/2006/main">
            <a:off x="5848747"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DA9"/>
          </a:solidFill>
          <a:ln xmlns:a="http://schemas.openxmlformats.org/drawingml/2006/main" w="2040">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5D24F365-20C0-4FA1-934B-5A61BE9D4DB4}"/>
              </a:ext>
            </a:extLst>
          </p:cNvPr>
          <p:cNvSpPr>
            <a:spLocks xmlns:a="http://schemas.openxmlformats.org/drawingml/2006/main" noGrp="1"/>
          </p:cNvSpPr>
          <p:nvPr/>
        </p:nvSpPr>
        <p:spPr>
          <a:xfrm xmlns:a="http://schemas.openxmlformats.org/drawingml/2006/main">
            <a:off x="5848747"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CC9"/>
          </a:solidFill>
          <a:ln xmlns:a="http://schemas.openxmlformats.org/drawingml/2006/main" w="2040">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2A77798A-10AB-4DCC-BE8F-C1074133A955}"/>
              </a:ext>
            </a:extLst>
          </p:cNvPr>
          <p:cNvSpPr>
            <a:spLocks xmlns:a="http://schemas.openxmlformats.org/drawingml/2006/main" noGrp="1"/>
          </p:cNvSpPr>
          <p:nvPr/>
        </p:nvSpPr>
        <p:spPr>
          <a:xfrm xmlns:a="http://schemas.openxmlformats.org/drawingml/2006/main">
            <a:off x="5848747"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75850"/>
          </a:solidFill>
          <a:ln xmlns:a="http://schemas.openxmlformats.org/drawingml/2006/main" w="2040">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CBFBFA5F-A076-4E4F-8F9D-8FCD1629363B}"/>
              </a:ext>
            </a:extLst>
          </p:cNvPr>
          <p:cNvSpPr>
            <a:spLocks xmlns:a="http://schemas.openxmlformats.org/drawingml/2006/main" noGrp="1"/>
          </p:cNvSpPr>
          <p:nvPr/>
        </p:nvSpPr>
        <p:spPr>
          <a:xfrm xmlns:a="http://schemas.openxmlformats.org/drawingml/2006/main">
            <a:off x="5909639"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78983"/>
          </a:solidFill>
          <a:ln xmlns:a="http://schemas.openxmlformats.org/drawingml/2006/main" w="2040">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CF33750C-7065-4DE5-8CC7-56ACE380D5DD}"/>
              </a:ext>
            </a:extLst>
          </p:cNvPr>
          <p:cNvSpPr>
            <a:spLocks xmlns:a="http://schemas.openxmlformats.org/drawingml/2006/main" noGrp="1"/>
          </p:cNvSpPr>
          <p:nvPr/>
        </p:nvSpPr>
        <p:spPr>
          <a:xfrm xmlns:a="http://schemas.openxmlformats.org/drawingml/2006/main">
            <a:off x="5909639"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6B2"/>
          </a:solidFill>
          <a:ln xmlns:a="http://schemas.openxmlformats.org/drawingml/2006/main" w="2040">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21A2E541-9DDD-4A49-BD01-E7F1E5723424}"/>
              </a:ext>
            </a:extLst>
          </p:cNvPr>
          <p:cNvSpPr>
            <a:spLocks xmlns:a="http://schemas.openxmlformats.org/drawingml/2006/main" noGrp="1"/>
          </p:cNvSpPr>
          <p:nvPr/>
        </p:nvSpPr>
        <p:spPr>
          <a:xfrm xmlns:a="http://schemas.openxmlformats.org/drawingml/2006/main">
            <a:off x="5909639"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4DFDE"/>
          </a:solidFill>
          <a:ln xmlns:a="http://schemas.openxmlformats.org/drawingml/2006/main" w="2040">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243784BA-B1B9-44D0-B013-3A7FE78D77B1}"/>
              </a:ext>
            </a:extLst>
          </p:cNvPr>
          <p:cNvSpPr>
            <a:spLocks xmlns:a="http://schemas.openxmlformats.org/drawingml/2006/main" noGrp="1"/>
          </p:cNvSpPr>
          <p:nvPr/>
        </p:nvSpPr>
        <p:spPr>
          <a:xfrm xmlns:a="http://schemas.openxmlformats.org/drawingml/2006/main">
            <a:off x="5909639"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8EAE9"/>
          </a:solidFill>
          <a:ln xmlns:a="http://schemas.openxmlformats.org/drawingml/2006/main" w="2040">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B58E9E4B-8F41-4AFA-8692-D8988883BC87}"/>
              </a:ext>
            </a:extLst>
          </p:cNvPr>
          <p:cNvSpPr>
            <a:spLocks xmlns:a="http://schemas.openxmlformats.org/drawingml/2006/main" noGrp="1"/>
          </p:cNvSpPr>
          <p:nvPr/>
        </p:nvSpPr>
        <p:spPr>
          <a:xfrm xmlns:a="http://schemas.openxmlformats.org/drawingml/2006/main">
            <a:off x="5909639"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6E5E3"/>
          </a:solidFill>
          <a:ln xmlns:a="http://schemas.openxmlformats.org/drawingml/2006/main" w="2040">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3A1A68B5-14B0-4215-896F-7C1838973E1C}"/>
              </a:ext>
            </a:extLst>
          </p:cNvPr>
          <p:cNvSpPr>
            <a:spLocks xmlns:a="http://schemas.openxmlformats.org/drawingml/2006/main" noGrp="1"/>
          </p:cNvSpPr>
          <p:nvPr/>
        </p:nvSpPr>
        <p:spPr>
          <a:xfrm xmlns:a="http://schemas.openxmlformats.org/drawingml/2006/main">
            <a:off x="5909639"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D9929742-090B-4EDC-B595-75D7F6EBD5EC}"/>
              </a:ext>
            </a:extLst>
          </p:cNvPr>
          <p:cNvSpPr>
            <a:spLocks xmlns:a="http://schemas.openxmlformats.org/drawingml/2006/main" noGrp="1"/>
          </p:cNvSpPr>
          <p:nvPr/>
        </p:nvSpPr>
        <p:spPr>
          <a:xfrm xmlns:a="http://schemas.openxmlformats.org/drawingml/2006/main">
            <a:off x="5909639"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7A3"/>
          </a:solidFill>
          <a:ln xmlns:a="http://schemas.openxmlformats.org/drawingml/2006/main" w="2040">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A6898857-7279-4586-97D0-898E722C88A0}"/>
              </a:ext>
            </a:extLst>
          </p:cNvPr>
          <p:cNvSpPr>
            <a:spLocks xmlns:a="http://schemas.openxmlformats.org/drawingml/2006/main" noGrp="1"/>
          </p:cNvSpPr>
          <p:nvPr/>
        </p:nvSpPr>
        <p:spPr>
          <a:xfrm xmlns:a="http://schemas.openxmlformats.org/drawingml/2006/main">
            <a:off x="590963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A09B"/>
          </a:solidFill>
          <a:ln xmlns:a="http://schemas.openxmlformats.org/drawingml/2006/main" w="2040">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D2539202-E005-404F-81C4-EA7519CE6E4A}"/>
              </a:ext>
            </a:extLst>
          </p:cNvPr>
          <p:cNvSpPr>
            <a:spLocks xmlns:a="http://schemas.openxmlformats.org/drawingml/2006/main" noGrp="1"/>
          </p:cNvSpPr>
          <p:nvPr/>
        </p:nvSpPr>
        <p:spPr>
          <a:xfrm xmlns:a="http://schemas.openxmlformats.org/drawingml/2006/main">
            <a:off x="590963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B655E"/>
          </a:solidFill>
          <a:ln xmlns:a="http://schemas.openxmlformats.org/drawingml/2006/main" w="2040">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1B2E07D1-1171-4602-9978-9A27BC744A67}"/>
              </a:ext>
            </a:extLst>
          </p:cNvPr>
          <p:cNvSpPr>
            <a:spLocks xmlns:a="http://schemas.openxmlformats.org/drawingml/2006/main" noGrp="1"/>
          </p:cNvSpPr>
          <p:nvPr/>
        </p:nvSpPr>
        <p:spPr>
          <a:xfrm xmlns:a="http://schemas.openxmlformats.org/drawingml/2006/main">
            <a:off x="5909639"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A09B"/>
          </a:solidFill>
          <a:ln xmlns:a="http://schemas.openxmlformats.org/drawingml/2006/main" w="2040">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FD30D680-80DE-43EE-80F5-9F21D9A2E2EF}"/>
              </a:ext>
            </a:extLst>
          </p:cNvPr>
          <p:cNvSpPr>
            <a:spLocks xmlns:a="http://schemas.openxmlformats.org/drawingml/2006/main" noGrp="1"/>
          </p:cNvSpPr>
          <p:nvPr/>
        </p:nvSpPr>
        <p:spPr>
          <a:xfrm xmlns:a="http://schemas.openxmlformats.org/drawingml/2006/main">
            <a:off x="5909639"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17872"/>
          </a:solidFill>
          <a:ln xmlns:a="http://schemas.openxmlformats.org/drawingml/2006/main" w="2040">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388A0255-9B6F-4070-A16F-B7AC65115F56}"/>
              </a:ext>
            </a:extLst>
          </p:cNvPr>
          <p:cNvSpPr>
            <a:spLocks xmlns:a="http://schemas.openxmlformats.org/drawingml/2006/main" noGrp="1"/>
          </p:cNvSpPr>
          <p:nvPr/>
        </p:nvSpPr>
        <p:spPr>
          <a:xfrm xmlns:a="http://schemas.openxmlformats.org/drawingml/2006/main">
            <a:off x="5909639"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0756F"/>
          </a:solidFill>
          <a:ln xmlns:a="http://schemas.openxmlformats.org/drawingml/2006/main" w="2040">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401C8170-AB98-4A49-A09F-DCDB55DC3DF3}"/>
              </a:ext>
            </a:extLst>
          </p:cNvPr>
          <p:cNvSpPr>
            <a:spLocks xmlns:a="http://schemas.openxmlformats.org/drawingml/2006/main" noGrp="1"/>
          </p:cNvSpPr>
          <p:nvPr/>
        </p:nvSpPr>
        <p:spPr>
          <a:xfrm xmlns:a="http://schemas.openxmlformats.org/drawingml/2006/main">
            <a:off x="5909639"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D9994"/>
          </a:solidFill>
          <a:ln xmlns:a="http://schemas.openxmlformats.org/drawingml/2006/main" w="2040">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F8DBEC60-EBFA-4355-8D60-8C71570DA4BF}"/>
              </a:ext>
            </a:extLst>
          </p:cNvPr>
          <p:cNvSpPr>
            <a:spLocks xmlns:a="http://schemas.openxmlformats.org/drawingml/2006/main" noGrp="1"/>
          </p:cNvSpPr>
          <p:nvPr/>
        </p:nvSpPr>
        <p:spPr>
          <a:xfrm xmlns:a="http://schemas.openxmlformats.org/drawingml/2006/main">
            <a:off x="5909639"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8B5"/>
          </a:solidFill>
          <a:ln xmlns:a="http://schemas.openxmlformats.org/drawingml/2006/main" w="2040">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F6C907D2-3096-4667-8E91-2CADAF1EBE02}"/>
              </a:ext>
            </a:extLst>
          </p:cNvPr>
          <p:cNvSpPr>
            <a:spLocks xmlns:a="http://schemas.openxmlformats.org/drawingml/2006/main" noGrp="1"/>
          </p:cNvSpPr>
          <p:nvPr/>
        </p:nvSpPr>
        <p:spPr>
          <a:xfrm xmlns:a="http://schemas.openxmlformats.org/drawingml/2006/main">
            <a:off x="5909639"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1BE"/>
          </a:solidFill>
          <a:ln xmlns:a="http://schemas.openxmlformats.org/drawingml/2006/main" w="2040">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7E34FD39-F8A4-4C9F-9855-EDAB7F386869}"/>
              </a:ext>
            </a:extLst>
          </p:cNvPr>
          <p:cNvSpPr>
            <a:spLocks xmlns:a="http://schemas.openxmlformats.org/drawingml/2006/main" noGrp="1"/>
          </p:cNvSpPr>
          <p:nvPr/>
        </p:nvSpPr>
        <p:spPr>
          <a:xfrm xmlns:a="http://schemas.openxmlformats.org/drawingml/2006/main">
            <a:off x="5909639"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6B2"/>
          </a:solidFill>
          <a:ln xmlns:a="http://schemas.openxmlformats.org/drawingml/2006/main" w="2040">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DA2AAD2E-25AD-4EB1-8553-C51DC06D0F83}"/>
              </a:ext>
            </a:extLst>
          </p:cNvPr>
          <p:cNvSpPr>
            <a:spLocks xmlns:a="http://schemas.openxmlformats.org/drawingml/2006/main" noGrp="1"/>
          </p:cNvSpPr>
          <p:nvPr/>
        </p:nvSpPr>
        <p:spPr>
          <a:xfrm xmlns:a="http://schemas.openxmlformats.org/drawingml/2006/main">
            <a:off x="5970531"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CA8"/>
          </a:solidFill>
          <a:ln xmlns:a="http://schemas.openxmlformats.org/drawingml/2006/main" w="2040">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26B890ED-8077-4D14-BEF5-D1D6AE967CF9}"/>
              </a:ext>
            </a:extLst>
          </p:cNvPr>
          <p:cNvSpPr>
            <a:spLocks xmlns:a="http://schemas.openxmlformats.org/drawingml/2006/main" noGrp="1"/>
          </p:cNvSpPr>
          <p:nvPr/>
        </p:nvSpPr>
        <p:spPr>
          <a:xfrm xmlns:a="http://schemas.openxmlformats.org/drawingml/2006/main">
            <a:off x="5970531"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1CF"/>
          </a:solidFill>
          <a:ln xmlns:a="http://schemas.openxmlformats.org/drawingml/2006/main" w="2040">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C3FEDD9C-9811-4A1F-BE79-B4BC7430E205}"/>
              </a:ext>
            </a:extLst>
          </p:cNvPr>
          <p:cNvSpPr>
            <a:spLocks xmlns:a="http://schemas.openxmlformats.org/drawingml/2006/main" noGrp="1"/>
          </p:cNvSpPr>
          <p:nvPr/>
        </p:nvSpPr>
        <p:spPr>
          <a:xfrm xmlns:a="http://schemas.openxmlformats.org/drawingml/2006/main">
            <a:off x="5970531"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9C6"/>
          </a:solidFill>
          <a:ln xmlns:a="http://schemas.openxmlformats.org/drawingml/2006/main" w="2040">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3C65A513-BA28-4073-9372-A92F4D73D197}"/>
              </a:ext>
            </a:extLst>
          </p:cNvPr>
          <p:cNvSpPr>
            <a:spLocks xmlns:a="http://schemas.openxmlformats.org/drawingml/2006/main" noGrp="1"/>
          </p:cNvSpPr>
          <p:nvPr/>
        </p:nvSpPr>
        <p:spPr>
          <a:xfrm xmlns:a="http://schemas.openxmlformats.org/drawingml/2006/main">
            <a:off x="597053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2AE"/>
          </a:solidFill>
          <a:ln xmlns:a="http://schemas.openxmlformats.org/drawingml/2006/main" w="2040">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9D305791-8752-4B62-A5E2-31E2B86EFE1C}"/>
              </a:ext>
            </a:extLst>
          </p:cNvPr>
          <p:cNvSpPr>
            <a:spLocks xmlns:a="http://schemas.openxmlformats.org/drawingml/2006/main" noGrp="1"/>
          </p:cNvSpPr>
          <p:nvPr/>
        </p:nvSpPr>
        <p:spPr>
          <a:xfrm xmlns:a="http://schemas.openxmlformats.org/drawingml/2006/main">
            <a:off x="5970531"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0A5A0"/>
          </a:solidFill>
          <a:ln xmlns:a="http://schemas.openxmlformats.org/drawingml/2006/main" w="2040">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24564E60-4921-4FC3-A6D2-81B4376F6E2F}"/>
              </a:ext>
            </a:extLst>
          </p:cNvPr>
          <p:cNvSpPr>
            <a:spLocks xmlns:a="http://schemas.openxmlformats.org/drawingml/2006/main" noGrp="1"/>
          </p:cNvSpPr>
          <p:nvPr/>
        </p:nvSpPr>
        <p:spPr>
          <a:xfrm xmlns:a="http://schemas.openxmlformats.org/drawingml/2006/main">
            <a:off x="597053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4B1"/>
          </a:solidFill>
          <a:ln xmlns:a="http://schemas.openxmlformats.org/drawingml/2006/main" w="2040">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B44CDE0B-E048-4E2E-BB61-6EA52C36208F}"/>
              </a:ext>
            </a:extLst>
          </p:cNvPr>
          <p:cNvSpPr>
            <a:spLocks xmlns:a="http://schemas.openxmlformats.org/drawingml/2006/main" noGrp="1"/>
          </p:cNvSpPr>
          <p:nvPr/>
        </p:nvSpPr>
        <p:spPr>
          <a:xfrm xmlns:a="http://schemas.openxmlformats.org/drawingml/2006/main">
            <a:off x="597053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41733374-2D08-4110-8DFF-E06589AAEE42}"/>
              </a:ext>
            </a:extLst>
          </p:cNvPr>
          <p:cNvSpPr>
            <a:spLocks xmlns:a="http://schemas.openxmlformats.org/drawingml/2006/main" noGrp="1"/>
          </p:cNvSpPr>
          <p:nvPr/>
        </p:nvSpPr>
        <p:spPr>
          <a:xfrm xmlns:a="http://schemas.openxmlformats.org/drawingml/2006/main">
            <a:off x="597053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6C52ABB5-0D70-47F5-9BDF-BBFED37E0ED9}"/>
              </a:ext>
            </a:extLst>
          </p:cNvPr>
          <p:cNvSpPr>
            <a:spLocks xmlns:a="http://schemas.openxmlformats.org/drawingml/2006/main" noGrp="1"/>
          </p:cNvSpPr>
          <p:nvPr/>
        </p:nvSpPr>
        <p:spPr>
          <a:xfrm xmlns:a="http://schemas.openxmlformats.org/drawingml/2006/main">
            <a:off x="597053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065AEEAC-1284-493E-A099-B8CCCA4C9384}"/>
              </a:ext>
            </a:extLst>
          </p:cNvPr>
          <p:cNvSpPr>
            <a:spLocks xmlns:a="http://schemas.openxmlformats.org/drawingml/2006/main" noGrp="1"/>
          </p:cNvSpPr>
          <p:nvPr/>
        </p:nvSpPr>
        <p:spPr>
          <a:xfrm xmlns:a="http://schemas.openxmlformats.org/drawingml/2006/main">
            <a:off x="597053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FD0CE"/>
          </a:solidFill>
          <a:ln xmlns:a="http://schemas.openxmlformats.org/drawingml/2006/main" w="2040">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0BE9EA0F-C197-4BDC-B3F8-DB82A0830873}"/>
              </a:ext>
            </a:extLst>
          </p:cNvPr>
          <p:cNvSpPr>
            <a:spLocks xmlns:a="http://schemas.openxmlformats.org/drawingml/2006/main" noGrp="1"/>
          </p:cNvSpPr>
          <p:nvPr/>
        </p:nvSpPr>
        <p:spPr>
          <a:xfrm xmlns:a="http://schemas.openxmlformats.org/drawingml/2006/main">
            <a:off x="597053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D9D7"/>
          </a:solidFill>
          <a:ln xmlns:a="http://schemas.openxmlformats.org/drawingml/2006/main" w="2040">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AF140186-ED31-4B28-9057-9A249E12304B}"/>
              </a:ext>
            </a:extLst>
          </p:cNvPr>
          <p:cNvSpPr>
            <a:spLocks xmlns:a="http://schemas.openxmlformats.org/drawingml/2006/main" noGrp="1"/>
          </p:cNvSpPr>
          <p:nvPr/>
        </p:nvSpPr>
        <p:spPr>
          <a:xfrm xmlns:a="http://schemas.openxmlformats.org/drawingml/2006/main">
            <a:off x="597053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18B3CD32-3825-416C-9D73-7AE585726A67}"/>
              </a:ext>
            </a:extLst>
          </p:cNvPr>
          <p:cNvSpPr>
            <a:spLocks xmlns:a="http://schemas.openxmlformats.org/drawingml/2006/main" noGrp="1"/>
          </p:cNvSpPr>
          <p:nvPr/>
        </p:nvSpPr>
        <p:spPr>
          <a:xfrm xmlns:a="http://schemas.openxmlformats.org/drawingml/2006/main">
            <a:off x="597053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75347216-79EC-482E-A13E-5BD7984E3474}"/>
              </a:ext>
            </a:extLst>
          </p:cNvPr>
          <p:cNvSpPr>
            <a:spLocks xmlns:a="http://schemas.openxmlformats.org/drawingml/2006/main" noGrp="1"/>
          </p:cNvSpPr>
          <p:nvPr/>
        </p:nvSpPr>
        <p:spPr>
          <a:xfrm xmlns:a="http://schemas.openxmlformats.org/drawingml/2006/main">
            <a:off x="5970531"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78984"/>
          </a:solidFill>
          <a:ln xmlns:a="http://schemas.openxmlformats.org/drawingml/2006/main" w="2040">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F6E44F9F-8CC2-43D1-8899-602550F95343}"/>
              </a:ext>
            </a:extLst>
          </p:cNvPr>
          <p:cNvSpPr>
            <a:spLocks xmlns:a="http://schemas.openxmlformats.org/drawingml/2006/main" noGrp="1"/>
          </p:cNvSpPr>
          <p:nvPr/>
        </p:nvSpPr>
        <p:spPr>
          <a:xfrm xmlns:a="http://schemas.openxmlformats.org/drawingml/2006/main">
            <a:off x="5970531"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17871"/>
          </a:solidFill>
          <a:ln xmlns:a="http://schemas.openxmlformats.org/drawingml/2006/main" w="2040">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56F338ED-0E02-4962-8815-3CB678582E12}"/>
              </a:ext>
            </a:extLst>
          </p:cNvPr>
          <p:cNvSpPr>
            <a:spLocks xmlns:a="http://schemas.openxmlformats.org/drawingml/2006/main" noGrp="1"/>
          </p:cNvSpPr>
          <p:nvPr/>
        </p:nvSpPr>
        <p:spPr>
          <a:xfrm xmlns:a="http://schemas.openxmlformats.org/drawingml/2006/main">
            <a:off x="5970531"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7A2"/>
          </a:solidFill>
          <a:ln xmlns:a="http://schemas.openxmlformats.org/drawingml/2006/main" w="2040">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82E9E75B-9968-4586-8D02-15C606CA5216}"/>
              </a:ext>
            </a:extLst>
          </p:cNvPr>
          <p:cNvSpPr>
            <a:spLocks xmlns:a="http://schemas.openxmlformats.org/drawingml/2006/main" noGrp="1"/>
          </p:cNvSpPr>
          <p:nvPr/>
        </p:nvSpPr>
        <p:spPr>
          <a:xfrm xmlns:a="http://schemas.openxmlformats.org/drawingml/2006/main">
            <a:off x="5970531"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8B5"/>
          </a:solidFill>
          <a:ln xmlns:a="http://schemas.openxmlformats.org/drawingml/2006/main" w="2040">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69FB756F-7F39-4BA8-845E-2D964173BA47}"/>
              </a:ext>
            </a:extLst>
          </p:cNvPr>
          <p:cNvSpPr>
            <a:spLocks xmlns:a="http://schemas.openxmlformats.org/drawingml/2006/main" noGrp="1"/>
          </p:cNvSpPr>
          <p:nvPr/>
        </p:nvSpPr>
        <p:spPr>
          <a:xfrm xmlns:a="http://schemas.openxmlformats.org/drawingml/2006/main">
            <a:off x="5970531"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CA8"/>
          </a:solidFill>
          <a:ln xmlns:a="http://schemas.openxmlformats.org/drawingml/2006/main" w="2040">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3F5A1EA8-6FDF-42FE-9C91-FF498AE964FA}"/>
              </a:ext>
            </a:extLst>
          </p:cNvPr>
          <p:cNvSpPr>
            <a:spLocks xmlns:a="http://schemas.openxmlformats.org/drawingml/2006/main" noGrp="1"/>
          </p:cNvSpPr>
          <p:nvPr/>
        </p:nvSpPr>
        <p:spPr>
          <a:xfrm xmlns:a="http://schemas.openxmlformats.org/drawingml/2006/main">
            <a:off x="5970531"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96159"/>
          </a:solidFill>
          <a:ln xmlns:a="http://schemas.openxmlformats.org/drawingml/2006/main" w="2040">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6EEBD6DD-883F-4448-946E-B8294743328E}"/>
              </a:ext>
            </a:extLst>
          </p:cNvPr>
          <p:cNvSpPr>
            <a:spLocks xmlns:a="http://schemas.openxmlformats.org/drawingml/2006/main" noGrp="1"/>
          </p:cNvSpPr>
          <p:nvPr/>
        </p:nvSpPr>
        <p:spPr>
          <a:xfrm xmlns:a="http://schemas.openxmlformats.org/drawingml/2006/main">
            <a:off x="6031423"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B1AD"/>
          </a:solidFill>
          <a:ln xmlns:a="http://schemas.openxmlformats.org/drawingml/2006/main" w="2040">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D7133BAA-1EA7-43FA-8717-E0ED1BB966EF}"/>
              </a:ext>
            </a:extLst>
          </p:cNvPr>
          <p:cNvSpPr>
            <a:spLocks xmlns:a="http://schemas.openxmlformats.org/drawingml/2006/main" noGrp="1"/>
          </p:cNvSpPr>
          <p:nvPr/>
        </p:nvSpPr>
        <p:spPr>
          <a:xfrm xmlns:a="http://schemas.openxmlformats.org/drawingml/2006/main">
            <a:off x="6031423"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78A84"/>
          </a:solidFill>
          <a:ln xmlns:a="http://schemas.openxmlformats.org/drawingml/2006/main" w="2040">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DA51727E-530F-4A1F-B2D3-2864F2C8EA76}"/>
              </a:ext>
            </a:extLst>
          </p:cNvPr>
          <p:cNvSpPr>
            <a:spLocks xmlns:a="http://schemas.openxmlformats.org/drawingml/2006/main" noGrp="1"/>
          </p:cNvSpPr>
          <p:nvPr/>
        </p:nvSpPr>
        <p:spPr>
          <a:xfrm xmlns:a="http://schemas.openxmlformats.org/drawingml/2006/main">
            <a:off x="6031423"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D9A95"/>
          </a:solidFill>
          <a:ln xmlns:a="http://schemas.openxmlformats.org/drawingml/2006/main" w="2040">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570EFBB3-EDBC-4E84-B102-A914DA82F644}"/>
              </a:ext>
            </a:extLst>
          </p:cNvPr>
          <p:cNvSpPr>
            <a:spLocks xmlns:a="http://schemas.openxmlformats.org/drawingml/2006/main" noGrp="1"/>
          </p:cNvSpPr>
          <p:nvPr/>
        </p:nvSpPr>
        <p:spPr>
          <a:xfrm xmlns:a="http://schemas.openxmlformats.org/drawingml/2006/main">
            <a:off x="6031423"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2A8A4"/>
          </a:solidFill>
          <a:ln xmlns:a="http://schemas.openxmlformats.org/drawingml/2006/main" w="2040">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C03B055D-164E-47F2-922E-AFCC60472EC5}"/>
              </a:ext>
            </a:extLst>
          </p:cNvPr>
          <p:cNvSpPr>
            <a:spLocks xmlns:a="http://schemas.openxmlformats.org/drawingml/2006/main" noGrp="1"/>
          </p:cNvSpPr>
          <p:nvPr/>
        </p:nvSpPr>
        <p:spPr>
          <a:xfrm xmlns:a="http://schemas.openxmlformats.org/drawingml/2006/main">
            <a:off x="6031423"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85D55"/>
          </a:solidFill>
          <a:ln xmlns:a="http://schemas.openxmlformats.org/drawingml/2006/main" w="2040">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E1B98FE4-00D7-445D-BA92-4936CB15202F}"/>
              </a:ext>
            </a:extLst>
          </p:cNvPr>
          <p:cNvSpPr>
            <a:spLocks xmlns:a="http://schemas.openxmlformats.org/drawingml/2006/main" noGrp="1"/>
          </p:cNvSpPr>
          <p:nvPr/>
        </p:nvSpPr>
        <p:spPr>
          <a:xfrm xmlns:a="http://schemas.openxmlformats.org/drawingml/2006/main">
            <a:off x="6031423"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27B74"/>
          </a:solidFill>
          <a:ln xmlns:a="http://schemas.openxmlformats.org/drawingml/2006/main" w="2040">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AB7AF2D8-5F86-4183-82CA-22097AB3E9E6}"/>
              </a:ext>
            </a:extLst>
          </p:cNvPr>
          <p:cNvSpPr>
            <a:spLocks xmlns:a="http://schemas.openxmlformats.org/drawingml/2006/main" noGrp="1"/>
          </p:cNvSpPr>
          <p:nvPr/>
        </p:nvSpPr>
        <p:spPr>
          <a:xfrm xmlns:a="http://schemas.openxmlformats.org/drawingml/2006/main">
            <a:off x="6031423"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1BE"/>
          </a:solidFill>
          <a:ln xmlns:a="http://schemas.openxmlformats.org/drawingml/2006/main" w="2040">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CFE0C07F-7315-4EE2-B514-919B2E433ECC}"/>
              </a:ext>
            </a:extLst>
          </p:cNvPr>
          <p:cNvSpPr>
            <a:spLocks xmlns:a="http://schemas.openxmlformats.org/drawingml/2006/main" noGrp="1"/>
          </p:cNvSpPr>
          <p:nvPr/>
        </p:nvSpPr>
        <p:spPr>
          <a:xfrm xmlns:a="http://schemas.openxmlformats.org/drawingml/2006/main">
            <a:off x="6031423"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98F89"/>
          </a:solidFill>
          <a:ln xmlns:a="http://schemas.openxmlformats.org/drawingml/2006/main" w="2040">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59B95030-D40D-476F-A329-6AEDDB4A8297}"/>
              </a:ext>
            </a:extLst>
          </p:cNvPr>
          <p:cNvSpPr>
            <a:spLocks xmlns:a="http://schemas.openxmlformats.org/drawingml/2006/main" noGrp="1"/>
          </p:cNvSpPr>
          <p:nvPr/>
        </p:nvSpPr>
        <p:spPr>
          <a:xfrm xmlns:a="http://schemas.openxmlformats.org/drawingml/2006/main">
            <a:off x="603142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BC4C1"/>
          </a:solidFill>
          <a:ln xmlns:a="http://schemas.openxmlformats.org/drawingml/2006/main" w="2040">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0FB59E32-2F64-4655-A86F-9999808ED43C}"/>
              </a:ext>
            </a:extLst>
          </p:cNvPr>
          <p:cNvSpPr>
            <a:spLocks xmlns:a="http://schemas.openxmlformats.org/drawingml/2006/main" noGrp="1"/>
          </p:cNvSpPr>
          <p:nvPr/>
        </p:nvSpPr>
        <p:spPr>
          <a:xfrm xmlns:a="http://schemas.openxmlformats.org/drawingml/2006/main">
            <a:off x="6031423"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ECC"/>
          </a:solidFill>
          <a:ln xmlns:a="http://schemas.openxmlformats.org/drawingml/2006/main" w="2040">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B917ACA7-769A-4332-B77D-C13C28D20070}"/>
              </a:ext>
            </a:extLst>
          </p:cNvPr>
          <p:cNvSpPr>
            <a:spLocks xmlns:a="http://schemas.openxmlformats.org/drawingml/2006/main" noGrp="1"/>
          </p:cNvSpPr>
          <p:nvPr/>
        </p:nvSpPr>
        <p:spPr>
          <a:xfrm xmlns:a="http://schemas.openxmlformats.org/drawingml/2006/main">
            <a:off x="603142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3548B94E-B326-4B49-A63E-506A79CB0B6C}"/>
              </a:ext>
            </a:extLst>
          </p:cNvPr>
          <p:cNvSpPr>
            <a:spLocks xmlns:a="http://schemas.openxmlformats.org/drawingml/2006/main" noGrp="1"/>
          </p:cNvSpPr>
          <p:nvPr/>
        </p:nvSpPr>
        <p:spPr>
          <a:xfrm xmlns:a="http://schemas.openxmlformats.org/drawingml/2006/main">
            <a:off x="6031423"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D7D5"/>
          </a:solidFill>
          <a:ln xmlns:a="http://schemas.openxmlformats.org/drawingml/2006/main" w="2040">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A77475F1-F840-4C44-BD3C-76EC6B417B50}"/>
              </a:ext>
            </a:extLst>
          </p:cNvPr>
          <p:cNvSpPr>
            <a:spLocks xmlns:a="http://schemas.openxmlformats.org/drawingml/2006/main" noGrp="1"/>
          </p:cNvSpPr>
          <p:nvPr/>
        </p:nvSpPr>
        <p:spPr>
          <a:xfrm xmlns:a="http://schemas.openxmlformats.org/drawingml/2006/main">
            <a:off x="6031423"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5A184D3B-84B1-4894-BDB2-14DBB4E1D6A3}"/>
              </a:ext>
            </a:extLst>
          </p:cNvPr>
          <p:cNvSpPr>
            <a:spLocks xmlns:a="http://schemas.openxmlformats.org/drawingml/2006/main" noGrp="1"/>
          </p:cNvSpPr>
          <p:nvPr/>
        </p:nvSpPr>
        <p:spPr>
          <a:xfrm xmlns:a="http://schemas.openxmlformats.org/drawingml/2006/main">
            <a:off x="6031423"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25B7BD5A-A7B4-4AA3-B8C3-3B2363659773}"/>
              </a:ext>
            </a:extLst>
          </p:cNvPr>
          <p:cNvSpPr>
            <a:spLocks xmlns:a="http://schemas.openxmlformats.org/drawingml/2006/main" noGrp="1"/>
          </p:cNvSpPr>
          <p:nvPr/>
        </p:nvSpPr>
        <p:spPr>
          <a:xfrm xmlns:a="http://schemas.openxmlformats.org/drawingml/2006/main">
            <a:off x="6031423"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91C6DB8A-E74E-4314-A96E-9912E6576C53}"/>
              </a:ext>
            </a:extLst>
          </p:cNvPr>
          <p:cNvSpPr>
            <a:spLocks xmlns:a="http://schemas.openxmlformats.org/drawingml/2006/main" noGrp="1"/>
          </p:cNvSpPr>
          <p:nvPr/>
        </p:nvSpPr>
        <p:spPr>
          <a:xfrm xmlns:a="http://schemas.openxmlformats.org/drawingml/2006/main">
            <a:off x="6031423"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1AD"/>
          </a:solidFill>
          <a:ln xmlns:a="http://schemas.openxmlformats.org/drawingml/2006/main" w="2040">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BAEBF3FF-635F-48DC-8293-80E9AC6FA0D2}"/>
              </a:ext>
            </a:extLst>
          </p:cNvPr>
          <p:cNvSpPr>
            <a:spLocks xmlns:a="http://schemas.openxmlformats.org/drawingml/2006/main" noGrp="1"/>
          </p:cNvSpPr>
          <p:nvPr/>
        </p:nvSpPr>
        <p:spPr>
          <a:xfrm xmlns:a="http://schemas.openxmlformats.org/drawingml/2006/main">
            <a:off x="6031423"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0A4A0"/>
          </a:solidFill>
          <a:ln xmlns:a="http://schemas.openxmlformats.org/drawingml/2006/main" w="2040">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5BEDE927-B3FD-4823-ACF0-2CA0AC1491EF}"/>
              </a:ext>
            </a:extLst>
          </p:cNvPr>
          <p:cNvSpPr>
            <a:spLocks xmlns:a="http://schemas.openxmlformats.org/drawingml/2006/main" noGrp="1"/>
          </p:cNvSpPr>
          <p:nvPr/>
        </p:nvSpPr>
        <p:spPr>
          <a:xfrm xmlns:a="http://schemas.openxmlformats.org/drawingml/2006/main">
            <a:off x="6031423"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2D0"/>
          </a:solidFill>
          <a:ln xmlns:a="http://schemas.openxmlformats.org/drawingml/2006/main" w="2040">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43AD3D0F-A46A-47FB-AB12-FB679C2C1369}"/>
              </a:ext>
            </a:extLst>
          </p:cNvPr>
          <p:cNvSpPr>
            <a:spLocks xmlns:a="http://schemas.openxmlformats.org/drawingml/2006/main" noGrp="1"/>
          </p:cNvSpPr>
          <p:nvPr/>
        </p:nvSpPr>
        <p:spPr>
          <a:xfrm xmlns:a="http://schemas.openxmlformats.org/drawingml/2006/main">
            <a:off x="6031423"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EBB"/>
          </a:solidFill>
          <a:ln xmlns:a="http://schemas.openxmlformats.org/drawingml/2006/main" w="2040">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B0D0223E-1369-4D2B-AC8C-083C4FE5A867}"/>
              </a:ext>
            </a:extLst>
          </p:cNvPr>
          <p:cNvSpPr>
            <a:spLocks xmlns:a="http://schemas.openxmlformats.org/drawingml/2006/main" noGrp="1"/>
          </p:cNvSpPr>
          <p:nvPr/>
        </p:nvSpPr>
        <p:spPr>
          <a:xfrm xmlns:a="http://schemas.openxmlformats.org/drawingml/2006/main">
            <a:off x="6092315"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5837D"/>
          </a:solidFill>
          <a:ln xmlns:a="http://schemas.openxmlformats.org/drawingml/2006/main" w="2040">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7C338623-FF6F-49A3-828F-232BE0F905D8}"/>
              </a:ext>
            </a:extLst>
          </p:cNvPr>
          <p:cNvSpPr>
            <a:spLocks xmlns:a="http://schemas.openxmlformats.org/drawingml/2006/main" noGrp="1"/>
          </p:cNvSpPr>
          <p:nvPr/>
        </p:nvSpPr>
        <p:spPr>
          <a:xfrm xmlns:a="http://schemas.openxmlformats.org/drawingml/2006/main">
            <a:off x="6092315"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E7069"/>
          </a:solidFill>
          <a:ln xmlns:a="http://schemas.openxmlformats.org/drawingml/2006/main" w="2040">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D162E7FA-ED73-4182-9BC4-AF097E53C89B}"/>
              </a:ext>
            </a:extLst>
          </p:cNvPr>
          <p:cNvSpPr>
            <a:spLocks xmlns:a="http://schemas.openxmlformats.org/drawingml/2006/main" noGrp="1"/>
          </p:cNvSpPr>
          <p:nvPr/>
        </p:nvSpPr>
        <p:spPr>
          <a:xfrm xmlns:a="http://schemas.openxmlformats.org/drawingml/2006/main">
            <a:off x="6092315"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68680"/>
          </a:solidFill>
          <a:ln xmlns:a="http://schemas.openxmlformats.org/drawingml/2006/main" w="2040">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BE840C46-83A4-44AC-A178-9D15E9AF97DF}"/>
              </a:ext>
            </a:extLst>
          </p:cNvPr>
          <p:cNvSpPr>
            <a:spLocks xmlns:a="http://schemas.openxmlformats.org/drawingml/2006/main" noGrp="1"/>
          </p:cNvSpPr>
          <p:nvPr/>
        </p:nvSpPr>
        <p:spPr>
          <a:xfrm xmlns:a="http://schemas.openxmlformats.org/drawingml/2006/main">
            <a:off x="6092315"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9908B"/>
          </a:solidFill>
          <a:ln xmlns:a="http://schemas.openxmlformats.org/drawingml/2006/main" w="2040">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7ABAE353-9EBB-4EFB-930F-3928FD5BB2E6}"/>
              </a:ext>
            </a:extLst>
          </p:cNvPr>
          <p:cNvSpPr>
            <a:spLocks xmlns:a="http://schemas.openxmlformats.org/drawingml/2006/main" noGrp="1"/>
          </p:cNvSpPr>
          <p:nvPr/>
        </p:nvSpPr>
        <p:spPr>
          <a:xfrm xmlns:a="http://schemas.openxmlformats.org/drawingml/2006/main">
            <a:off x="6092315"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B9590"/>
          </a:solidFill>
          <a:ln xmlns:a="http://schemas.openxmlformats.org/drawingml/2006/main" w="2040">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D9FD787C-AEE4-428E-97E8-71373FBAFFCC}"/>
              </a:ext>
            </a:extLst>
          </p:cNvPr>
          <p:cNvSpPr>
            <a:spLocks xmlns:a="http://schemas.openxmlformats.org/drawingml/2006/main" noGrp="1"/>
          </p:cNvSpPr>
          <p:nvPr/>
        </p:nvSpPr>
        <p:spPr>
          <a:xfrm xmlns:a="http://schemas.openxmlformats.org/drawingml/2006/main">
            <a:off x="6092315"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AC8"/>
          </a:solidFill>
          <a:ln xmlns:a="http://schemas.openxmlformats.org/drawingml/2006/main" w="2040">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D74C3CE6-D3AF-40B4-8B36-DCA98CFBB17C}"/>
              </a:ext>
            </a:extLst>
          </p:cNvPr>
          <p:cNvSpPr>
            <a:spLocks xmlns:a="http://schemas.openxmlformats.org/drawingml/2006/main" noGrp="1"/>
          </p:cNvSpPr>
          <p:nvPr/>
        </p:nvSpPr>
        <p:spPr>
          <a:xfrm xmlns:a="http://schemas.openxmlformats.org/drawingml/2006/main">
            <a:off x="6092315"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2AAA6"/>
          </a:solidFill>
          <a:ln xmlns:a="http://schemas.openxmlformats.org/drawingml/2006/main" w="2040">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72D7AC5B-EE41-4FAE-8A57-DCCA619D3E52}"/>
              </a:ext>
            </a:extLst>
          </p:cNvPr>
          <p:cNvSpPr>
            <a:spLocks xmlns:a="http://schemas.openxmlformats.org/drawingml/2006/main" noGrp="1"/>
          </p:cNvSpPr>
          <p:nvPr/>
        </p:nvSpPr>
        <p:spPr>
          <a:xfrm xmlns:a="http://schemas.openxmlformats.org/drawingml/2006/main">
            <a:off x="6092315"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4"/>
          </a:solidFill>
          <a:ln xmlns:a="http://schemas.openxmlformats.org/drawingml/2006/main" w="2040">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4B134A1D-92CD-4F81-AA16-6976DA108933}"/>
              </a:ext>
            </a:extLst>
          </p:cNvPr>
          <p:cNvSpPr>
            <a:spLocks xmlns:a="http://schemas.openxmlformats.org/drawingml/2006/main" noGrp="1"/>
          </p:cNvSpPr>
          <p:nvPr/>
        </p:nvSpPr>
        <p:spPr>
          <a:xfrm xmlns:a="http://schemas.openxmlformats.org/drawingml/2006/main">
            <a:off x="6092315"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7E7E6"/>
          </a:solidFill>
          <a:ln xmlns:a="http://schemas.openxmlformats.org/drawingml/2006/main" w="2040">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12B01568-AED6-490A-B217-E043768C6708}"/>
              </a:ext>
            </a:extLst>
          </p:cNvPr>
          <p:cNvSpPr>
            <a:spLocks xmlns:a="http://schemas.openxmlformats.org/drawingml/2006/main" noGrp="1"/>
          </p:cNvSpPr>
          <p:nvPr/>
        </p:nvSpPr>
        <p:spPr>
          <a:xfrm xmlns:a="http://schemas.openxmlformats.org/drawingml/2006/main">
            <a:off x="6092315"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BC3C0"/>
          </a:solidFill>
          <a:ln xmlns:a="http://schemas.openxmlformats.org/drawingml/2006/main" w="2040">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0F74420C-2050-40AB-8E24-D45A63C5630D}"/>
              </a:ext>
            </a:extLst>
          </p:cNvPr>
          <p:cNvSpPr>
            <a:spLocks xmlns:a="http://schemas.openxmlformats.org/drawingml/2006/main" noGrp="1"/>
          </p:cNvSpPr>
          <p:nvPr/>
        </p:nvSpPr>
        <p:spPr>
          <a:xfrm xmlns:a="http://schemas.openxmlformats.org/drawingml/2006/main">
            <a:off x="6092315"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2D0"/>
          </a:solidFill>
          <a:ln xmlns:a="http://schemas.openxmlformats.org/drawingml/2006/main" w="2040">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4B100A47-4DAE-44D2-B673-98B124486AD6}"/>
              </a:ext>
            </a:extLst>
          </p:cNvPr>
          <p:cNvSpPr>
            <a:spLocks xmlns:a="http://schemas.openxmlformats.org/drawingml/2006/main" noGrp="1"/>
          </p:cNvSpPr>
          <p:nvPr/>
        </p:nvSpPr>
        <p:spPr>
          <a:xfrm xmlns:a="http://schemas.openxmlformats.org/drawingml/2006/main">
            <a:off x="6092315"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3DCDA"/>
          </a:solidFill>
          <a:ln xmlns:a="http://schemas.openxmlformats.org/drawingml/2006/main" w="2040">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698AE62F-673C-4312-A431-836381F899E9}"/>
              </a:ext>
            </a:extLst>
          </p:cNvPr>
          <p:cNvSpPr>
            <a:spLocks xmlns:a="http://schemas.openxmlformats.org/drawingml/2006/main" noGrp="1"/>
          </p:cNvSpPr>
          <p:nvPr/>
        </p:nvSpPr>
        <p:spPr>
          <a:xfrm xmlns:a="http://schemas.openxmlformats.org/drawingml/2006/main">
            <a:off x="6092315"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6DFEE"/>
          </a:solidFill>
          <a:ln xmlns:a="http://schemas.openxmlformats.org/drawingml/2006/main" w="2040">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76F8348F-B7B2-40E0-8471-8F8D8CD06A02}"/>
              </a:ext>
            </a:extLst>
          </p:cNvPr>
          <p:cNvSpPr>
            <a:spLocks xmlns:a="http://schemas.openxmlformats.org/drawingml/2006/main" noGrp="1"/>
          </p:cNvSpPr>
          <p:nvPr/>
        </p:nvSpPr>
        <p:spPr>
          <a:xfrm xmlns:a="http://schemas.openxmlformats.org/drawingml/2006/main">
            <a:off x="6092315"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5D3E8"/>
          </a:solidFill>
          <a:ln xmlns:a="http://schemas.openxmlformats.org/drawingml/2006/main" w="2040">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B07DB64D-A62C-44ED-8A5F-60FE8C24889C}"/>
              </a:ext>
            </a:extLst>
          </p:cNvPr>
          <p:cNvSpPr>
            <a:spLocks xmlns:a="http://schemas.openxmlformats.org/drawingml/2006/main" noGrp="1"/>
          </p:cNvSpPr>
          <p:nvPr/>
        </p:nvSpPr>
        <p:spPr>
          <a:xfrm xmlns:a="http://schemas.openxmlformats.org/drawingml/2006/main">
            <a:off x="6092315"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6574E"/>
          </a:solidFill>
          <a:ln xmlns:a="http://schemas.openxmlformats.org/drawingml/2006/main" w="2040">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0EC94CB4-48E5-451E-A953-0D55425B88E6}"/>
              </a:ext>
            </a:extLst>
          </p:cNvPr>
          <p:cNvSpPr>
            <a:spLocks xmlns:a="http://schemas.openxmlformats.org/drawingml/2006/main" noGrp="1"/>
          </p:cNvSpPr>
          <p:nvPr/>
        </p:nvSpPr>
        <p:spPr>
          <a:xfrm xmlns:a="http://schemas.openxmlformats.org/drawingml/2006/main">
            <a:off x="6092315"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BC4C1"/>
          </a:solidFill>
          <a:ln xmlns:a="http://schemas.openxmlformats.org/drawingml/2006/main" w="2040">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3DAC12E6-1405-4393-9AF8-448C2ED5E218}"/>
              </a:ext>
            </a:extLst>
          </p:cNvPr>
          <p:cNvSpPr>
            <a:spLocks xmlns:a="http://schemas.openxmlformats.org/drawingml/2006/main" noGrp="1"/>
          </p:cNvSpPr>
          <p:nvPr/>
        </p:nvSpPr>
        <p:spPr>
          <a:xfrm xmlns:a="http://schemas.openxmlformats.org/drawingml/2006/main">
            <a:off x="6092315"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AFAB"/>
          </a:solidFill>
          <a:ln xmlns:a="http://schemas.openxmlformats.org/drawingml/2006/main" w="2040">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74CC7012-126E-472F-A018-23EB95C2E8FE}"/>
              </a:ext>
            </a:extLst>
          </p:cNvPr>
          <p:cNvSpPr>
            <a:spLocks xmlns:a="http://schemas.openxmlformats.org/drawingml/2006/main" noGrp="1"/>
          </p:cNvSpPr>
          <p:nvPr/>
        </p:nvSpPr>
        <p:spPr>
          <a:xfrm xmlns:a="http://schemas.openxmlformats.org/drawingml/2006/main">
            <a:off x="6153207"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112C5028-3E77-479F-B144-9C63965F56E6}"/>
              </a:ext>
            </a:extLst>
          </p:cNvPr>
          <p:cNvSpPr>
            <a:spLocks xmlns:a="http://schemas.openxmlformats.org/drawingml/2006/main" noGrp="1"/>
          </p:cNvSpPr>
          <p:nvPr/>
        </p:nvSpPr>
        <p:spPr>
          <a:xfrm xmlns:a="http://schemas.openxmlformats.org/drawingml/2006/main">
            <a:off x="615320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A938E"/>
          </a:solidFill>
          <a:ln xmlns:a="http://schemas.openxmlformats.org/drawingml/2006/main" w="2040">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332FBCA7-02F5-44B0-8F81-2C9E1772457F}"/>
              </a:ext>
            </a:extLst>
          </p:cNvPr>
          <p:cNvSpPr>
            <a:spLocks xmlns:a="http://schemas.openxmlformats.org/drawingml/2006/main" noGrp="1"/>
          </p:cNvSpPr>
          <p:nvPr/>
        </p:nvSpPr>
        <p:spPr>
          <a:xfrm xmlns:a="http://schemas.openxmlformats.org/drawingml/2006/main">
            <a:off x="615320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6564D"/>
          </a:solidFill>
          <a:ln xmlns:a="http://schemas.openxmlformats.org/drawingml/2006/main" w="2040">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0CEC3CAD-E90F-4288-9920-BC0F98C4F025}"/>
              </a:ext>
            </a:extLst>
          </p:cNvPr>
          <p:cNvSpPr>
            <a:spLocks xmlns:a="http://schemas.openxmlformats.org/drawingml/2006/main" noGrp="1"/>
          </p:cNvSpPr>
          <p:nvPr/>
        </p:nvSpPr>
        <p:spPr>
          <a:xfrm xmlns:a="http://schemas.openxmlformats.org/drawingml/2006/main">
            <a:off x="6153207"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D9A95"/>
          </a:solidFill>
          <a:ln xmlns:a="http://schemas.openxmlformats.org/drawingml/2006/main" w="2040">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C5598AD8-219D-409E-BCF4-F84245901089}"/>
              </a:ext>
            </a:extLst>
          </p:cNvPr>
          <p:cNvSpPr>
            <a:spLocks xmlns:a="http://schemas.openxmlformats.org/drawingml/2006/main" noGrp="1"/>
          </p:cNvSpPr>
          <p:nvPr/>
        </p:nvSpPr>
        <p:spPr>
          <a:xfrm xmlns:a="http://schemas.openxmlformats.org/drawingml/2006/main">
            <a:off x="6153207"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C9994"/>
          </a:solidFill>
          <a:ln xmlns:a="http://schemas.openxmlformats.org/drawingml/2006/main" w="2040">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39BB3986-B9D7-4FE4-AACF-37BD26C9A3FD}"/>
              </a:ext>
            </a:extLst>
          </p:cNvPr>
          <p:cNvSpPr>
            <a:spLocks xmlns:a="http://schemas.openxmlformats.org/drawingml/2006/main" noGrp="1"/>
          </p:cNvSpPr>
          <p:nvPr/>
        </p:nvSpPr>
        <p:spPr>
          <a:xfrm xmlns:a="http://schemas.openxmlformats.org/drawingml/2006/main">
            <a:off x="615320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C9994"/>
          </a:solidFill>
          <a:ln xmlns:a="http://schemas.openxmlformats.org/drawingml/2006/main" w="2040">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C5FF7849-D358-4BF3-9F98-6B0B36823731}"/>
              </a:ext>
            </a:extLst>
          </p:cNvPr>
          <p:cNvSpPr>
            <a:spLocks xmlns:a="http://schemas.openxmlformats.org/drawingml/2006/main" noGrp="1"/>
          </p:cNvSpPr>
          <p:nvPr/>
        </p:nvSpPr>
        <p:spPr>
          <a:xfrm xmlns:a="http://schemas.openxmlformats.org/drawingml/2006/main">
            <a:off x="615320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6C4"/>
          </a:solidFill>
          <a:ln xmlns:a="http://schemas.openxmlformats.org/drawingml/2006/main" w="2040">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0B36F778-E38F-42F0-9F38-7F863E6448CE}"/>
              </a:ext>
            </a:extLst>
          </p:cNvPr>
          <p:cNvSpPr>
            <a:spLocks xmlns:a="http://schemas.openxmlformats.org/drawingml/2006/main" noGrp="1"/>
          </p:cNvSpPr>
          <p:nvPr/>
        </p:nvSpPr>
        <p:spPr>
          <a:xfrm xmlns:a="http://schemas.openxmlformats.org/drawingml/2006/main">
            <a:off x="615320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FCFCD"/>
          </a:solidFill>
          <a:ln xmlns:a="http://schemas.openxmlformats.org/drawingml/2006/main" w="2040">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26195230-CFC3-4185-8B05-4557AF6E59CC}"/>
              </a:ext>
            </a:extLst>
          </p:cNvPr>
          <p:cNvSpPr>
            <a:spLocks xmlns:a="http://schemas.openxmlformats.org/drawingml/2006/main" noGrp="1"/>
          </p:cNvSpPr>
          <p:nvPr/>
        </p:nvSpPr>
        <p:spPr>
          <a:xfrm xmlns:a="http://schemas.openxmlformats.org/drawingml/2006/main">
            <a:off x="615320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AFAB"/>
          </a:solidFill>
          <a:ln xmlns:a="http://schemas.openxmlformats.org/drawingml/2006/main" w="2040">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09923EE7-7507-48C8-B0EE-9F36071734DB}"/>
              </a:ext>
            </a:extLst>
          </p:cNvPr>
          <p:cNvSpPr>
            <a:spLocks xmlns:a="http://schemas.openxmlformats.org/drawingml/2006/main" noGrp="1"/>
          </p:cNvSpPr>
          <p:nvPr/>
        </p:nvSpPr>
        <p:spPr>
          <a:xfrm xmlns:a="http://schemas.openxmlformats.org/drawingml/2006/main">
            <a:off x="6153207"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8BCB8"/>
          </a:solidFill>
          <a:ln xmlns:a="http://schemas.openxmlformats.org/drawingml/2006/main" w="2040">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21BA6ACF-3758-41D1-A768-F713C581990E}"/>
              </a:ext>
            </a:extLst>
          </p:cNvPr>
          <p:cNvSpPr>
            <a:spLocks xmlns:a="http://schemas.openxmlformats.org/drawingml/2006/main" noGrp="1"/>
          </p:cNvSpPr>
          <p:nvPr/>
        </p:nvSpPr>
        <p:spPr>
          <a:xfrm xmlns:a="http://schemas.openxmlformats.org/drawingml/2006/main">
            <a:off x="615320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A19D"/>
          </a:solidFill>
          <a:ln xmlns:a="http://schemas.openxmlformats.org/drawingml/2006/main" w="2040">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6288457E-D7E6-4A2F-8FB5-5410E754F3C8}"/>
              </a:ext>
            </a:extLst>
          </p:cNvPr>
          <p:cNvSpPr>
            <a:spLocks xmlns:a="http://schemas.openxmlformats.org/drawingml/2006/main" noGrp="1"/>
          </p:cNvSpPr>
          <p:nvPr/>
        </p:nvSpPr>
        <p:spPr>
          <a:xfrm xmlns:a="http://schemas.openxmlformats.org/drawingml/2006/main">
            <a:off x="6153207"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2BF"/>
          </a:solidFill>
          <a:ln xmlns:a="http://schemas.openxmlformats.org/drawingml/2006/main" w="2040">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C6433725-80CA-4344-BCE2-CA1305EE59D6}"/>
              </a:ext>
            </a:extLst>
          </p:cNvPr>
          <p:cNvSpPr>
            <a:spLocks xmlns:a="http://schemas.openxmlformats.org/drawingml/2006/main" noGrp="1"/>
          </p:cNvSpPr>
          <p:nvPr/>
        </p:nvSpPr>
        <p:spPr>
          <a:xfrm xmlns:a="http://schemas.openxmlformats.org/drawingml/2006/main">
            <a:off x="6153207"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DA9"/>
          </a:solidFill>
          <a:ln xmlns:a="http://schemas.openxmlformats.org/drawingml/2006/main" w="2040">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5656D95B-A097-4383-A209-BADBAEC89096}"/>
              </a:ext>
            </a:extLst>
          </p:cNvPr>
          <p:cNvSpPr>
            <a:spLocks xmlns:a="http://schemas.openxmlformats.org/drawingml/2006/main" noGrp="1"/>
          </p:cNvSpPr>
          <p:nvPr/>
        </p:nvSpPr>
        <p:spPr>
          <a:xfrm xmlns:a="http://schemas.openxmlformats.org/drawingml/2006/main">
            <a:off x="6153207"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3AF"/>
          </a:solidFill>
          <a:ln xmlns:a="http://schemas.openxmlformats.org/drawingml/2006/main" w="2040">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C7D59DB0-8883-481C-A795-6B693A1A8D9D}"/>
              </a:ext>
            </a:extLst>
          </p:cNvPr>
          <p:cNvSpPr>
            <a:spLocks xmlns:a="http://schemas.openxmlformats.org/drawingml/2006/main" noGrp="1"/>
          </p:cNvSpPr>
          <p:nvPr/>
        </p:nvSpPr>
        <p:spPr>
          <a:xfrm xmlns:a="http://schemas.openxmlformats.org/drawingml/2006/main">
            <a:off x="6153207"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4"/>
          </a:solidFill>
          <a:ln xmlns:a="http://schemas.openxmlformats.org/drawingml/2006/main" w="2040">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F6AB4C5C-D7A6-4083-ABDA-C161B2934BA6}"/>
              </a:ext>
            </a:extLst>
          </p:cNvPr>
          <p:cNvSpPr>
            <a:spLocks xmlns:a="http://schemas.openxmlformats.org/drawingml/2006/main" noGrp="1"/>
          </p:cNvSpPr>
          <p:nvPr/>
        </p:nvSpPr>
        <p:spPr>
          <a:xfrm xmlns:a="http://schemas.openxmlformats.org/drawingml/2006/main">
            <a:off x="6153207"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FCFCD"/>
          </a:solidFill>
          <a:ln xmlns:a="http://schemas.openxmlformats.org/drawingml/2006/main" w="2040">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07B2EB72-D879-49AA-A83F-30487806AAF0}"/>
              </a:ext>
            </a:extLst>
          </p:cNvPr>
          <p:cNvSpPr>
            <a:spLocks xmlns:a="http://schemas.openxmlformats.org/drawingml/2006/main" noGrp="1"/>
          </p:cNvSpPr>
          <p:nvPr/>
        </p:nvSpPr>
        <p:spPr>
          <a:xfrm xmlns:a="http://schemas.openxmlformats.org/drawingml/2006/main">
            <a:off x="6153207"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63D"/>
          </a:solidFill>
          <a:ln xmlns:a="http://schemas.openxmlformats.org/drawingml/2006/main" w="2040">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9A08F2FF-C6B9-438D-816C-1E5C0E9F6C90}"/>
              </a:ext>
            </a:extLst>
          </p:cNvPr>
          <p:cNvSpPr>
            <a:spLocks xmlns:a="http://schemas.openxmlformats.org/drawingml/2006/main" noGrp="1"/>
          </p:cNvSpPr>
          <p:nvPr/>
        </p:nvSpPr>
        <p:spPr>
          <a:xfrm xmlns:a="http://schemas.openxmlformats.org/drawingml/2006/main">
            <a:off x="6153207"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D6C65"/>
          </a:solidFill>
          <a:ln xmlns:a="http://schemas.openxmlformats.org/drawingml/2006/main" w="2040">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737773B6-FB80-471E-B629-9B2DB397D344}"/>
              </a:ext>
            </a:extLst>
          </p:cNvPr>
          <p:cNvSpPr>
            <a:spLocks xmlns:a="http://schemas.openxmlformats.org/drawingml/2006/main" noGrp="1"/>
          </p:cNvSpPr>
          <p:nvPr/>
        </p:nvSpPr>
        <p:spPr>
          <a:xfrm xmlns:a="http://schemas.openxmlformats.org/drawingml/2006/main">
            <a:off x="6214099"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F0A4A6A8-4F8B-4B1E-9CB5-F3817C1042B3}"/>
              </a:ext>
            </a:extLst>
          </p:cNvPr>
          <p:cNvSpPr>
            <a:spLocks xmlns:a="http://schemas.openxmlformats.org/drawingml/2006/main" noGrp="1"/>
          </p:cNvSpPr>
          <p:nvPr/>
        </p:nvSpPr>
        <p:spPr>
          <a:xfrm xmlns:a="http://schemas.openxmlformats.org/drawingml/2006/main">
            <a:off x="6214099"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B9590"/>
          </a:solidFill>
          <a:ln xmlns:a="http://schemas.openxmlformats.org/drawingml/2006/main" w="2040">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5642F7C0-A11E-46C2-970B-E7EF101E6BF5}"/>
              </a:ext>
            </a:extLst>
          </p:cNvPr>
          <p:cNvSpPr>
            <a:spLocks xmlns:a="http://schemas.openxmlformats.org/drawingml/2006/main" noGrp="1"/>
          </p:cNvSpPr>
          <p:nvPr/>
        </p:nvSpPr>
        <p:spPr>
          <a:xfrm xmlns:a="http://schemas.openxmlformats.org/drawingml/2006/main">
            <a:off x="6214099"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4B1"/>
          </a:solidFill>
          <a:ln xmlns:a="http://schemas.openxmlformats.org/drawingml/2006/main" w="2040">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CA702CA1-6A71-4E22-9321-36317E3801B0}"/>
              </a:ext>
            </a:extLst>
          </p:cNvPr>
          <p:cNvSpPr>
            <a:spLocks xmlns:a="http://schemas.openxmlformats.org/drawingml/2006/main" noGrp="1"/>
          </p:cNvSpPr>
          <p:nvPr/>
        </p:nvSpPr>
        <p:spPr>
          <a:xfrm xmlns:a="http://schemas.openxmlformats.org/drawingml/2006/main">
            <a:off x="621409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19191D6B-D306-44D2-A14B-6D5933B845C0}"/>
              </a:ext>
            </a:extLst>
          </p:cNvPr>
          <p:cNvSpPr>
            <a:spLocks xmlns:a="http://schemas.openxmlformats.org/drawingml/2006/main" noGrp="1"/>
          </p:cNvSpPr>
          <p:nvPr/>
        </p:nvSpPr>
        <p:spPr>
          <a:xfrm xmlns:a="http://schemas.openxmlformats.org/drawingml/2006/main">
            <a:off x="621409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0BD"/>
          </a:solidFill>
          <a:ln xmlns:a="http://schemas.openxmlformats.org/drawingml/2006/main" w="2040">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0070126D-E829-4405-B903-7A98F3CC9D67}"/>
              </a:ext>
            </a:extLst>
          </p:cNvPr>
          <p:cNvSpPr>
            <a:spLocks xmlns:a="http://schemas.openxmlformats.org/drawingml/2006/main" noGrp="1"/>
          </p:cNvSpPr>
          <p:nvPr/>
        </p:nvSpPr>
        <p:spPr>
          <a:xfrm xmlns:a="http://schemas.openxmlformats.org/drawingml/2006/main">
            <a:off x="621409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52A9D76D-9136-4A3C-8EFA-888F9CE6B60E}"/>
              </a:ext>
            </a:extLst>
          </p:cNvPr>
          <p:cNvSpPr>
            <a:spLocks xmlns:a="http://schemas.openxmlformats.org/drawingml/2006/main" noGrp="1"/>
          </p:cNvSpPr>
          <p:nvPr/>
        </p:nvSpPr>
        <p:spPr>
          <a:xfrm xmlns:a="http://schemas.openxmlformats.org/drawingml/2006/main">
            <a:off x="621409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5E1DF"/>
          </a:solidFill>
          <a:ln xmlns:a="http://schemas.openxmlformats.org/drawingml/2006/main" w="2040">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8ADD9422-4E78-4B50-9C6B-8D41458DFD16}"/>
              </a:ext>
            </a:extLst>
          </p:cNvPr>
          <p:cNvSpPr>
            <a:spLocks xmlns:a="http://schemas.openxmlformats.org/drawingml/2006/main" noGrp="1"/>
          </p:cNvSpPr>
          <p:nvPr/>
        </p:nvSpPr>
        <p:spPr>
          <a:xfrm xmlns:a="http://schemas.openxmlformats.org/drawingml/2006/main">
            <a:off x="621409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8BAB7"/>
          </a:solidFill>
          <a:ln xmlns:a="http://schemas.openxmlformats.org/drawingml/2006/main" w="2040">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57E10CF7-7D20-4CE3-BA73-474B7136E695}"/>
              </a:ext>
            </a:extLst>
          </p:cNvPr>
          <p:cNvSpPr>
            <a:spLocks xmlns:a="http://schemas.openxmlformats.org/drawingml/2006/main" noGrp="1"/>
          </p:cNvSpPr>
          <p:nvPr/>
        </p:nvSpPr>
        <p:spPr>
          <a:xfrm xmlns:a="http://schemas.openxmlformats.org/drawingml/2006/main">
            <a:off x="621409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AB6"/>
          </a:solidFill>
          <a:ln xmlns:a="http://schemas.openxmlformats.org/drawingml/2006/main" w="2040">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C86C0147-2469-4958-8808-E84101BB2511}"/>
              </a:ext>
            </a:extLst>
          </p:cNvPr>
          <p:cNvSpPr>
            <a:spLocks xmlns:a="http://schemas.openxmlformats.org/drawingml/2006/main" noGrp="1"/>
          </p:cNvSpPr>
          <p:nvPr/>
        </p:nvSpPr>
        <p:spPr>
          <a:xfrm xmlns:a="http://schemas.openxmlformats.org/drawingml/2006/main">
            <a:off x="621409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7A2"/>
          </a:solidFill>
          <a:ln xmlns:a="http://schemas.openxmlformats.org/drawingml/2006/main" w="2040">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89EC905A-9494-4636-85E6-4A587381AF9B}"/>
              </a:ext>
            </a:extLst>
          </p:cNvPr>
          <p:cNvSpPr>
            <a:spLocks xmlns:a="http://schemas.openxmlformats.org/drawingml/2006/main" noGrp="1"/>
          </p:cNvSpPr>
          <p:nvPr/>
        </p:nvSpPr>
        <p:spPr>
          <a:xfrm xmlns:a="http://schemas.openxmlformats.org/drawingml/2006/main">
            <a:off x="6214099"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2D0"/>
          </a:solidFill>
          <a:ln xmlns:a="http://schemas.openxmlformats.org/drawingml/2006/main" w="2040">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188E377C-F9A4-4B3B-BB9D-AB5D635CB1A3}"/>
              </a:ext>
            </a:extLst>
          </p:cNvPr>
          <p:cNvSpPr>
            <a:spLocks xmlns:a="http://schemas.openxmlformats.org/drawingml/2006/main" noGrp="1"/>
          </p:cNvSpPr>
          <p:nvPr/>
        </p:nvSpPr>
        <p:spPr>
          <a:xfrm xmlns:a="http://schemas.openxmlformats.org/drawingml/2006/main">
            <a:off x="6214099"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1D6D5"/>
          </a:solidFill>
          <a:ln xmlns:a="http://schemas.openxmlformats.org/drawingml/2006/main" w="2040">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386AE53B-7267-4941-93D0-B9F2AD25057F}"/>
              </a:ext>
            </a:extLst>
          </p:cNvPr>
          <p:cNvSpPr>
            <a:spLocks xmlns:a="http://schemas.openxmlformats.org/drawingml/2006/main" noGrp="1"/>
          </p:cNvSpPr>
          <p:nvPr/>
        </p:nvSpPr>
        <p:spPr>
          <a:xfrm xmlns:a="http://schemas.openxmlformats.org/drawingml/2006/main">
            <a:off x="6214099"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FBC"/>
          </a:solidFill>
          <a:ln xmlns:a="http://schemas.openxmlformats.org/drawingml/2006/main" w="2040">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396991A3-9A1B-4D18-BB01-2271BD7329A4}"/>
              </a:ext>
            </a:extLst>
          </p:cNvPr>
          <p:cNvSpPr>
            <a:spLocks xmlns:a="http://schemas.openxmlformats.org/drawingml/2006/main" noGrp="1"/>
          </p:cNvSpPr>
          <p:nvPr/>
        </p:nvSpPr>
        <p:spPr>
          <a:xfrm xmlns:a="http://schemas.openxmlformats.org/drawingml/2006/main">
            <a:off x="6214099"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96058"/>
          </a:solidFill>
          <a:ln xmlns:a="http://schemas.openxmlformats.org/drawingml/2006/main" w="2040">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4FAD1CE5-9716-45AB-B191-0DC56549CE97}"/>
              </a:ext>
            </a:extLst>
          </p:cNvPr>
          <p:cNvSpPr>
            <a:spLocks xmlns:a="http://schemas.openxmlformats.org/drawingml/2006/main" noGrp="1"/>
          </p:cNvSpPr>
          <p:nvPr/>
        </p:nvSpPr>
        <p:spPr>
          <a:xfrm xmlns:a="http://schemas.openxmlformats.org/drawingml/2006/main">
            <a:off x="627499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699854BC-AE16-4C02-AD1B-671C05FA5A24}"/>
              </a:ext>
            </a:extLst>
          </p:cNvPr>
          <p:cNvSpPr>
            <a:spLocks xmlns:a="http://schemas.openxmlformats.org/drawingml/2006/main" noGrp="1"/>
          </p:cNvSpPr>
          <p:nvPr/>
        </p:nvSpPr>
        <p:spPr>
          <a:xfrm xmlns:a="http://schemas.openxmlformats.org/drawingml/2006/main">
            <a:off x="6274991"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A09B"/>
          </a:solidFill>
          <a:ln xmlns:a="http://schemas.openxmlformats.org/drawingml/2006/main" w="2040">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EC1D2398-935F-492C-876E-A380E50B730D}"/>
              </a:ext>
            </a:extLst>
          </p:cNvPr>
          <p:cNvSpPr>
            <a:spLocks xmlns:a="http://schemas.openxmlformats.org/drawingml/2006/main" noGrp="1"/>
          </p:cNvSpPr>
          <p:nvPr/>
        </p:nvSpPr>
        <p:spPr>
          <a:xfrm xmlns:a="http://schemas.openxmlformats.org/drawingml/2006/main">
            <a:off x="627499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E9F9A"/>
          </a:solidFill>
          <a:ln xmlns:a="http://schemas.openxmlformats.org/drawingml/2006/main" w="2040">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6672DE1A-048A-43E8-AC54-47233FD9FF3A}"/>
              </a:ext>
            </a:extLst>
          </p:cNvPr>
          <p:cNvSpPr>
            <a:spLocks xmlns:a="http://schemas.openxmlformats.org/drawingml/2006/main" noGrp="1"/>
          </p:cNvSpPr>
          <p:nvPr/>
        </p:nvSpPr>
        <p:spPr>
          <a:xfrm xmlns:a="http://schemas.openxmlformats.org/drawingml/2006/main">
            <a:off x="627499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D9B97"/>
          </a:solidFill>
          <a:ln xmlns:a="http://schemas.openxmlformats.org/drawingml/2006/main" w="2040">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3159C839-EDD1-43F9-B778-C2DFE76EECB2}"/>
              </a:ext>
            </a:extLst>
          </p:cNvPr>
          <p:cNvSpPr>
            <a:spLocks xmlns:a="http://schemas.openxmlformats.org/drawingml/2006/main" noGrp="1"/>
          </p:cNvSpPr>
          <p:nvPr/>
        </p:nvSpPr>
        <p:spPr>
          <a:xfrm xmlns:a="http://schemas.openxmlformats.org/drawingml/2006/main">
            <a:off x="627499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AEAA"/>
          </a:solidFill>
          <a:ln xmlns:a="http://schemas.openxmlformats.org/drawingml/2006/main" w="2040">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C08F5F70-F24E-4366-93C2-F28C7D2B2B7C}"/>
              </a:ext>
            </a:extLst>
          </p:cNvPr>
          <p:cNvSpPr>
            <a:spLocks xmlns:a="http://schemas.openxmlformats.org/drawingml/2006/main" noGrp="1"/>
          </p:cNvSpPr>
          <p:nvPr/>
        </p:nvSpPr>
        <p:spPr>
          <a:xfrm xmlns:a="http://schemas.openxmlformats.org/drawingml/2006/main">
            <a:off x="627499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BE8CD6BB-E49E-441D-90A5-C0C77B368635}"/>
              </a:ext>
            </a:extLst>
          </p:cNvPr>
          <p:cNvSpPr>
            <a:spLocks xmlns:a="http://schemas.openxmlformats.org/drawingml/2006/main" noGrp="1"/>
          </p:cNvSpPr>
          <p:nvPr/>
        </p:nvSpPr>
        <p:spPr>
          <a:xfrm xmlns:a="http://schemas.openxmlformats.org/drawingml/2006/main">
            <a:off x="627499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3DAD8"/>
          </a:solidFill>
          <a:ln xmlns:a="http://schemas.openxmlformats.org/drawingml/2006/main" w="2040">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64D6C249-8DE3-4BD1-8462-21CF1422603F}"/>
              </a:ext>
            </a:extLst>
          </p:cNvPr>
          <p:cNvSpPr>
            <a:spLocks xmlns:a="http://schemas.openxmlformats.org/drawingml/2006/main" noGrp="1"/>
          </p:cNvSpPr>
          <p:nvPr/>
        </p:nvSpPr>
        <p:spPr>
          <a:xfrm xmlns:a="http://schemas.openxmlformats.org/drawingml/2006/main">
            <a:off x="627499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9B6"/>
          </a:solidFill>
          <a:ln xmlns:a="http://schemas.openxmlformats.org/drawingml/2006/main" w="2040">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A525F6B9-C0C7-4913-88CB-8286AD68CF0C}"/>
              </a:ext>
            </a:extLst>
          </p:cNvPr>
          <p:cNvSpPr>
            <a:spLocks xmlns:a="http://schemas.openxmlformats.org/drawingml/2006/main" noGrp="1"/>
          </p:cNvSpPr>
          <p:nvPr/>
        </p:nvSpPr>
        <p:spPr>
          <a:xfrm xmlns:a="http://schemas.openxmlformats.org/drawingml/2006/main">
            <a:off x="627499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D8D6"/>
          </a:solidFill>
          <a:ln xmlns:a="http://schemas.openxmlformats.org/drawingml/2006/main" w="2040">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E2625639-C0B5-414C-9256-E8A9C5A655D5}"/>
              </a:ext>
            </a:extLst>
          </p:cNvPr>
          <p:cNvSpPr>
            <a:spLocks xmlns:a="http://schemas.openxmlformats.org/drawingml/2006/main" noGrp="1"/>
          </p:cNvSpPr>
          <p:nvPr/>
        </p:nvSpPr>
        <p:spPr>
          <a:xfrm xmlns:a="http://schemas.openxmlformats.org/drawingml/2006/main">
            <a:off x="627499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6E3E2"/>
          </a:solidFill>
          <a:ln xmlns:a="http://schemas.openxmlformats.org/drawingml/2006/main" w="2040">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8CC27E94-C3CB-4248-A806-EE1C95B50381}"/>
              </a:ext>
            </a:extLst>
          </p:cNvPr>
          <p:cNvSpPr>
            <a:spLocks xmlns:a="http://schemas.openxmlformats.org/drawingml/2006/main" noGrp="1"/>
          </p:cNvSpPr>
          <p:nvPr/>
        </p:nvSpPr>
        <p:spPr>
          <a:xfrm xmlns:a="http://schemas.openxmlformats.org/drawingml/2006/main">
            <a:off x="627499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ECB"/>
          </a:solidFill>
          <a:ln xmlns:a="http://schemas.openxmlformats.org/drawingml/2006/main" w="2040">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95CB7DB5-2DEA-4C2E-850A-811C980E2DD1}"/>
              </a:ext>
            </a:extLst>
          </p:cNvPr>
          <p:cNvSpPr>
            <a:spLocks xmlns:a="http://schemas.openxmlformats.org/drawingml/2006/main" noGrp="1"/>
          </p:cNvSpPr>
          <p:nvPr/>
        </p:nvSpPr>
        <p:spPr>
          <a:xfrm xmlns:a="http://schemas.openxmlformats.org/drawingml/2006/main">
            <a:off x="6274991"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BC3C0"/>
          </a:solidFill>
          <a:ln xmlns:a="http://schemas.openxmlformats.org/drawingml/2006/main" w="2040">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21BEC347-B85F-44E2-B562-4BBBE472A44E}"/>
              </a:ext>
            </a:extLst>
          </p:cNvPr>
          <p:cNvSpPr>
            <a:spLocks xmlns:a="http://schemas.openxmlformats.org/drawingml/2006/main" noGrp="1"/>
          </p:cNvSpPr>
          <p:nvPr/>
        </p:nvSpPr>
        <p:spPr>
          <a:xfrm xmlns:a="http://schemas.openxmlformats.org/drawingml/2006/main">
            <a:off x="633588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946471A1-A488-4D8B-B804-4795F093610D}"/>
              </a:ext>
            </a:extLst>
          </p:cNvPr>
          <p:cNvSpPr>
            <a:spLocks xmlns:a="http://schemas.openxmlformats.org/drawingml/2006/main" noGrp="1"/>
          </p:cNvSpPr>
          <p:nvPr/>
        </p:nvSpPr>
        <p:spPr>
          <a:xfrm xmlns:a="http://schemas.openxmlformats.org/drawingml/2006/main">
            <a:off x="633588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1D5D3"/>
          </a:solidFill>
          <a:ln xmlns:a="http://schemas.openxmlformats.org/drawingml/2006/main" w="2040">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F2659AEB-312D-453B-B57E-8995DE0EC6A6}"/>
              </a:ext>
            </a:extLst>
          </p:cNvPr>
          <p:cNvSpPr>
            <a:spLocks xmlns:a="http://schemas.openxmlformats.org/drawingml/2006/main" noGrp="1"/>
          </p:cNvSpPr>
          <p:nvPr/>
        </p:nvSpPr>
        <p:spPr>
          <a:xfrm xmlns:a="http://schemas.openxmlformats.org/drawingml/2006/main">
            <a:off x="633588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1AD"/>
          </a:solidFill>
          <a:ln xmlns:a="http://schemas.openxmlformats.org/drawingml/2006/main" w="2040">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F23A3A4B-84EF-4640-BF5B-197EB37EE843}"/>
              </a:ext>
            </a:extLst>
          </p:cNvPr>
          <p:cNvSpPr>
            <a:spLocks xmlns:a="http://schemas.openxmlformats.org/drawingml/2006/main" noGrp="1"/>
          </p:cNvSpPr>
          <p:nvPr/>
        </p:nvSpPr>
        <p:spPr>
          <a:xfrm xmlns:a="http://schemas.openxmlformats.org/drawingml/2006/main">
            <a:off x="633588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CFA5B368-5792-4C3C-B9DF-D08E751C4D92}"/>
              </a:ext>
            </a:extLst>
          </p:cNvPr>
          <p:cNvSpPr>
            <a:spLocks xmlns:a="http://schemas.openxmlformats.org/drawingml/2006/main" noGrp="1"/>
          </p:cNvSpPr>
          <p:nvPr/>
        </p:nvSpPr>
        <p:spPr>
          <a:xfrm xmlns:a="http://schemas.openxmlformats.org/drawingml/2006/main">
            <a:off x="633588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5B2"/>
          </a:solidFill>
          <a:ln xmlns:a="http://schemas.openxmlformats.org/drawingml/2006/main" w="2040">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7AF2C959-476D-48F5-BCA3-7FA1EFA5707C}"/>
              </a:ext>
            </a:extLst>
          </p:cNvPr>
          <p:cNvSpPr>
            <a:spLocks xmlns:a="http://schemas.openxmlformats.org/drawingml/2006/main" noGrp="1"/>
          </p:cNvSpPr>
          <p:nvPr/>
        </p:nvSpPr>
        <p:spPr>
          <a:xfrm xmlns:a="http://schemas.openxmlformats.org/drawingml/2006/main">
            <a:off x="633588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FD0CD"/>
          </a:solidFill>
          <a:ln xmlns:a="http://schemas.openxmlformats.org/drawingml/2006/main" w="2040">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1CCD3D38-1E6F-4CDA-8C37-10F1FA55BAB4}"/>
              </a:ext>
            </a:extLst>
          </p:cNvPr>
          <p:cNvSpPr>
            <a:spLocks xmlns:a="http://schemas.openxmlformats.org/drawingml/2006/main" noGrp="1"/>
          </p:cNvSpPr>
          <p:nvPr/>
        </p:nvSpPr>
        <p:spPr>
          <a:xfrm xmlns:a="http://schemas.openxmlformats.org/drawingml/2006/main">
            <a:off x="633588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1D7D5"/>
          </a:solidFill>
          <a:ln xmlns:a="http://schemas.openxmlformats.org/drawingml/2006/main" w="2040">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3704D6FB-10CB-4A3F-A65A-4118A7665EA9}"/>
              </a:ext>
            </a:extLst>
          </p:cNvPr>
          <p:cNvSpPr>
            <a:spLocks xmlns:a="http://schemas.openxmlformats.org/drawingml/2006/main" noGrp="1"/>
          </p:cNvSpPr>
          <p:nvPr/>
        </p:nvSpPr>
        <p:spPr>
          <a:xfrm xmlns:a="http://schemas.openxmlformats.org/drawingml/2006/main">
            <a:off x="6335882"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AB6"/>
          </a:solidFill>
          <a:ln xmlns:a="http://schemas.openxmlformats.org/drawingml/2006/main" w="2040">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19DA8E10-F4F4-4271-B8B4-FDDFC3877EAC}"/>
              </a:ext>
            </a:extLst>
          </p:cNvPr>
          <p:cNvSpPr>
            <a:spLocks xmlns:a="http://schemas.openxmlformats.org/drawingml/2006/main" noGrp="1"/>
          </p:cNvSpPr>
          <p:nvPr/>
        </p:nvSpPr>
        <p:spPr>
          <a:xfrm xmlns:a="http://schemas.openxmlformats.org/drawingml/2006/main">
            <a:off x="6335882"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AB6"/>
          </a:solidFill>
          <a:ln xmlns:a="http://schemas.openxmlformats.org/drawingml/2006/main" w="2040">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547F82AF-46D4-407E-BF25-FBD33C71C8A7}"/>
              </a:ext>
            </a:extLst>
          </p:cNvPr>
          <p:cNvSpPr>
            <a:spLocks xmlns:a="http://schemas.openxmlformats.org/drawingml/2006/main" noGrp="1"/>
          </p:cNvSpPr>
          <p:nvPr/>
        </p:nvSpPr>
        <p:spPr>
          <a:xfrm xmlns:a="http://schemas.openxmlformats.org/drawingml/2006/main">
            <a:off x="6335882"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AFAB"/>
          </a:solidFill>
          <a:ln xmlns:a="http://schemas.openxmlformats.org/drawingml/2006/main" w="2040">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38C7D441-2C85-4D69-858B-A6A0777E4669}"/>
              </a:ext>
            </a:extLst>
          </p:cNvPr>
          <p:cNvSpPr>
            <a:spLocks xmlns:a="http://schemas.openxmlformats.org/drawingml/2006/main" noGrp="1"/>
          </p:cNvSpPr>
          <p:nvPr/>
        </p:nvSpPr>
        <p:spPr>
          <a:xfrm xmlns:a="http://schemas.openxmlformats.org/drawingml/2006/main">
            <a:off x="6335882"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8A3"/>
          </a:solidFill>
          <a:ln xmlns:a="http://schemas.openxmlformats.org/drawingml/2006/main" w="2040">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1A6AD018-2643-4A23-91F5-37F217AF8FD5}"/>
              </a:ext>
            </a:extLst>
          </p:cNvPr>
          <p:cNvSpPr>
            <a:spLocks xmlns:a="http://schemas.openxmlformats.org/drawingml/2006/main" noGrp="1"/>
          </p:cNvSpPr>
          <p:nvPr/>
        </p:nvSpPr>
        <p:spPr>
          <a:xfrm xmlns:a="http://schemas.openxmlformats.org/drawingml/2006/main">
            <a:off x="6335882"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EBB"/>
          </a:solidFill>
          <a:ln xmlns:a="http://schemas.openxmlformats.org/drawingml/2006/main" w="2040">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E5DDA1F8-3F9C-48B7-B8E2-4DA4B4713F1C}"/>
              </a:ext>
            </a:extLst>
          </p:cNvPr>
          <p:cNvSpPr>
            <a:spLocks xmlns:a="http://schemas.openxmlformats.org/drawingml/2006/main" noGrp="1"/>
          </p:cNvSpPr>
          <p:nvPr/>
        </p:nvSpPr>
        <p:spPr>
          <a:xfrm xmlns:a="http://schemas.openxmlformats.org/drawingml/2006/main">
            <a:off x="639677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3B4BA201-C5A3-4F34-BCF8-6ADBFC35C468}"/>
              </a:ext>
            </a:extLst>
          </p:cNvPr>
          <p:cNvSpPr>
            <a:spLocks xmlns:a="http://schemas.openxmlformats.org/drawingml/2006/main" noGrp="1"/>
          </p:cNvSpPr>
          <p:nvPr/>
        </p:nvSpPr>
        <p:spPr>
          <a:xfrm xmlns:a="http://schemas.openxmlformats.org/drawingml/2006/main">
            <a:off x="639677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DF935C56-72EE-4019-B0F3-1F89459C64A2}"/>
              </a:ext>
            </a:extLst>
          </p:cNvPr>
          <p:cNvSpPr>
            <a:spLocks xmlns:a="http://schemas.openxmlformats.org/drawingml/2006/main" noGrp="1"/>
          </p:cNvSpPr>
          <p:nvPr/>
        </p:nvSpPr>
        <p:spPr>
          <a:xfrm xmlns:a="http://schemas.openxmlformats.org/drawingml/2006/main">
            <a:off x="639677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B0AC"/>
          </a:solidFill>
          <a:ln xmlns:a="http://schemas.openxmlformats.org/drawingml/2006/main" w="2040">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36F8DE2D-8C7A-4BB5-8D61-32C11E91A7B0}"/>
              </a:ext>
            </a:extLst>
          </p:cNvPr>
          <p:cNvSpPr>
            <a:spLocks xmlns:a="http://schemas.openxmlformats.org/drawingml/2006/main" noGrp="1"/>
          </p:cNvSpPr>
          <p:nvPr/>
        </p:nvSpPr>
        <p:spPr>
          <a:xfrm xmlns:a="http://schemas.openxmlformats.org/drawingml/2006/main">
            <a:off x="639677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3DCDB"/>
          </a:solidFill>
          <a:ln xmlns:a="http://schemas.openxmlformats.org/drawingml/2006/main" w="2040">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097B22B9-B362-47D5-B8BB-57C1C28A6E1E}"/>
              </a:ext>
            </a:extLst>
          </p:cNvPr>
          <p:cNvSpPr>
            <a:spLocks xmlns:a="http://schemas.openxmlformats.org/drawingml/2006/main" noGrp="1"/>
          </p:cNvSpPr>
          <p:nvPr/>
        </p:nvSpPr>
        <p:spPr>
          <a:xfrm xmlns:a="http://schemas.openxmlformats.org/drawingml/2006/main">
            <a:off x="639677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A19C"/>
          </a:solidFill>
          <a:ln xmlns:a="http://schemas.openxmlformats.org/drawingml/2006/main" w="2040">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11896A56-4B12-4479-9F63-0960902172BA}"/>
              </a:ext>
            </a:extLst>
          </p:cNvPr>
          <p:cNvSpPr>
            <a:spLocks xmlns:a="http://schemas.openxmlformats.org/drawingml/2006/main" noGrp="1"/>
          </p:cNvSpPr>
          <p:nvPr/>
        </p:nvSpPr>
        <p:spPr>
          <a:xfrm xmlns:a="http://schemas.openxmlformats.org/drawingml/2006/main">
            <a:off x="6396774"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404E1EEE-3594-49F5-90C4-037F1D9A048A}"/>
              </a:ext>
            </a:extLst>
          </p:cNvPr>
          <p:cNvSpPr>
            <a:spLocks xmlns:a="http://schemas.openxmlformats.org/drawingml/2006/main" noGrp="1"/>
          </p:cNvSpPr>
          <p:nvPr/>
        </p:nvSpPr>
        <p:spPr>
          <a:xfrm xmlns:a="http://schemas.openxmlformats.org/drawingml/2006/main">
            <a:off x="639677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642AB094-04C4-499A-B816-6A0557B1CC01}"/>
              </a:ext>
            </a:extLst>
          </p:cNvPr>
          <p:cNvSpPr>
            <a:spLocks xmlns:a="http://schemas.openxmlformats.org/drawingml/2006/main" noGrp="1"/>
          </p:cNvSpPr>
          <p:nvPr/>
        </p:nvSpPr>
        <p:spPr>
          <a:xfrm xmlns:a="http://schemas.openxmlformats.org/drawingml/2006/main">
            <a:off x="6396774"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6C3"/>
          </a:solidFill>
          <a:ln xmlns:a="http://schemas.openxmlformats.org/drawingml/2006/main" w="2040">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807F13A5-92AE-4560-A7CF-BA53D855BF9F}"/>
              </a:ext>
            </a:extLst>
          </p:cNvPr>
          <p:cNvSpPr>
            <a:spLocks xmlns:a="http://schemas.openxmlformats.org/drawingml/2006/main" noGrp="1"/>
          </p:cNvSpPr>
          <p:nvPr/>
        </p:nvSpPr>
        <p:spPr>
          <a:xfrm xmlns:a="http://schemas.openxmlformats.org/drawingml/2006/main">
            <a:off x="6396774"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DBA"/>
          </a:solidFill>
          <a:ln xmlns:a="http://schemas.openxmlformats.org/drawingml/2006/main" w="2040">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2A7AD26D-1464-4075-913F-4196F5EC9C05}"/>
              </a:ext>
            </a:extLst>
          </p:cNvPr>
          <p:cNvSpPr>
            <a:spLocks xmlns:a="http://schemas.openxmlformats.org/drawingml/2006/main" noGrp="1"/>
          </p:cNvSpPr>
          <p:nvPr/>
        </p:nvSpPr>
        <p:spPr>
          <a:xfrm xmlns:a="http://schemas.openxmlformats.org/drawingml/2006/main">
            <a:off x="6396774"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BC4C1"/>
          </a:solidFill>
          <a:ln xmlns:a="http://schemas.openxmlformats.org/drawingml/2006/main" w="2040">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421675BB-880D-40BF-BDA0-1C6CC25C3912}"/>
              </a:ext>
            </a:extLst>
          </p:cNvPr>
          <p:cNvSpPr>
            <a:spLocks xmlns:a="http://schemas.openxmlformats.org/drawingml/2006/main" noGrp="1"/>
          </p:cNvSpPr>
          <p:nvPr/>
        </p:nvSpPr>
        <p:spPr>
          <a:xfrm xmlns:a="http://schemas.openxmlformats.org/drawingml/2006/main">
            <a:off x="6396774"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AEAB"/>
          </a:solidFill>
          <a:ln xmlns:a="http://schemas.openxmlformats.org/drawingml/2006/main" w="2040">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693ECCE5-36EA-4F2C-86E6-674B29B9DDE0}"/>
              </a:ext>
            </a:extLst>
          </p:cNvPr>
          <p:cNvSpPr>
            <a:spLocks xmlns:a="http://schemas.openxmlformats.org/drawingml/2006/main" noGrp="1"/>
          </p:cNvSpPr>
          <p:nvPr/>
        </p:nvSpPr>
        <p:spPr>
          <a:xfrm xmlns:a="http://schemas.openxmlformats.org/drawingml/2006/main">
            <a:off x="6396774"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0A29E"/>
          </a:solidFill>
          <a:ln xmlns:a="http://schemas.openxmlformats.org/drawingml/2006/main" w="2040">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21C0B3B4-C697-46C3-BB2F-A0A0F4EAE55E}"/>
              </a:ext>
            </a:extLst>
          </p:cNvPr>
          <p:cNvSpPr>
            <a:spLocks xmlns:a="http://schemas.openxmlformats.org/drawingml/2006/main" noGrp="1"/>
          </p:cNvSpPr>
          <p:nvPr/>
        </p:nvSpPr>
        <p:spPr>
          <a:xfrm xmlns:a="http://schemas.openxmlformats.org/drawingml/2006/main">
            <a:off x="6396774"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BC9"/>
          </a:solidFill>
          <a:ln xmlns:a="http://schemas.openxmlformats.org/drawingml/2006/main" w="2040">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9A648004-2F7D-4DFA-8986-9F552F1E8F97}"/>
              </a:ext>
            </a:extLst>
          </p:cNvPr>
          <p:cNvSpPr>
            <a:spLocks xmlns:a="http://schemas.openxmlformats.org/drawingml/2006/main" noGrp="1"/>
          </p:cNvSpPr>
          <p:nvPr/>
        </p:nvSpPr>
        <p:spPr>
          <a:xfrm xmlns:a="http://schemas.openxmlformats.org/drawingml/2006/main">
            <a:off x="645766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11CB11B1-33C1-4FFE-B7C3-414D07214002}"/>
              </a:ext>
            </a:extLst>
          </p:cNvPr>
          <p:cNvSpPr>
            <a:spLocks xmlns:a="http://schemas.openxmlformats.org/drawingml/2006/main" noGrp="1"/>
          </p:cNvSpPr>
          <p:nvPr/>
        </p:nvSpPr>
        <p:spPr>
          <a:xfrm xmlns:a="http://schemas.openxmlformats.org/drawingml/2006/main">
            <a:off x="645766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4B0"/>
          </a:solidFill>
          <a:ln xmlns:a="http://schemas.openxmlformats.org/drawingml/2006/main" w="2040">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17B1E57E-337E-4BF8-A097-7D9D69BAE33C}"/>
              </a:ext>
            </a:extLst>
          </p:cNvPr>
          <p:cNvSpPr>
            <a:spLocks xmlns:a="http://schemas.openxmlformats.org/drawingml/2006/main" noGrp="1"/>
          </p:cNvSpPr>
          <p:nvPr/>
        </p:nvSpPr>
        <p:spPr>
          <a:xfrm xmlns:a="http://schemas.openxmlformats.org/drawingml/2006/main">
            <a:off x="645766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FD0CE"/>
          </a:solidFill>
          <a:ln xmlns:a="http://schemas.openxmlformats.org/drawingml/2006/main" w="2040">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E786852A-BD3E-47B2-BEC7-E5684FEEBC61}"/>
              </a:ext>
            </a:extLst>
          </p:cNvPr>
          <p:cNvSpPr>
            <a:spLocks xmlns:a="http://schemas.openxmlformats.org/drawingml/2006/main" noGrp="1"/>
          </p:cNvSpPr>
          <p:nvPr/>
        </p:nvSpPr>
        <p:spPr>
          <a:xfrm xmlns:a="http://schemas.openxmlformats.org/drawingml/2006/main">
            <a:off x="645766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B948E"/>
          </a:solidFill>
          <a:ln xmlns:a="http://schemas.openxmlformats.org/drawingml/2006/main" w="2040">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28784BFA-0AFA-41D5-B9A1-33A6EE05744B}"/>
              </a:ext>
            </a:extLst>
          </p:cNvPr>
          <p:cNvSpPr>
            <a:spLocks xmlns:a="http://schemas.openxmlformats.org/drawingml/2006/main" noGrp="1"/>
          </p:cNvSpPr>
          <p:nvPr/>
        </p:nvSpPr>
        <p:spPr>
          <a:xfrm xmlns:a="http://schemas.openxmlformats.org/drawingml/2006/main">
            <a:off x="645766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7C71FB61-EC89-4BC1-87DB-A8E508316EBE}"/>
              </a:ext>
            </a:extLst>
          </p:cNvPr>
          <p:cNvSpPr>
            <a:spLocks xmlns:a="http://schemas.openxmlformats.org/drawingml/2006/main" noGrp="1"/>
          </p:cNvSpPr>
          <p:nvPr/>
        </p:nvSpPr>
        <p:spPr>
          <a:xfrm xmlns:a="http://schemas.openxmlformats.org/drawingml/2006/main">
            <a:off x="6457666"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AC663A8D-EA92-4315-9871-5A947402416A}"/>
              </a:ext>
            </a:extLst>
          </p:cNvPr>
          <p:cNvSpPr>
            <a:spLocks xmlns:a="http://schemas.openxmlformats.org/drawingml/2006/main" noGrp="1"/>
          </p:cNvSpPr>
          <p:nvPr/>
        </p:nvSpPr>
        <p:spPr>
          <a:xfrm xmlns:a="http://schemas.openxmlformats.org/drawingml/2006/main">
            <a:off x="6457666"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17771"/>
          </a:solidFill>
          <a:ln xmlns:a="http://schemas.openxmlformats.org/drawingml/2006/main" w="2040">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E9BFE838-E006-4268-A759-4E451A918A26}"/>
              </a:ext>
            </a:extLst>
          </p:cNvPr>
          <p:cNvSpPr>
            <a:spLocks xmlns:a="http://schemas.openxmlformats.org/drawingml/2006/main" noGrp="1"/>
          </p:cNvSpPr>
          <p:nvPr/>
        </p:nvSpPr>
        <p:spPr>
          <a:xfrm xmlns:a="http://schemas.openxmlformats.org/drawingml/2006/main">
            <a:off x="6457666"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D9A95"/>
          </a:solidFill>
          <a:ln xmlns:a="http://schemas.openxmlformats.org/drawingml/2006/main" w="2040">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FE6CDE7B-8BA6-4AC1-8B9B-1DC441DC6BE0}"/>
              </a:ext>
            </a:extLst>
          </p:cNvPr>
          <p:cNvSpPr>
            <a:spLocks xmlns:a="http://schemas.openxmlformats.org/drawingml/2006/main" noGrp="1"/>
          </p:cNvSpPr>
          <p:nvPr/>
        </p:nvSpPr>
        <p:spPr>
          <a:xfrm xmlns:a="http://schemas.openxmlformats.org/drawingml/2006/main">
            <a:off x="6457666"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B938E"/>
          </a:solidFill>
          <a:ln xmlns:a="http://schemas.openxmlformats.org/drawingml/2006/main" w="2040">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3EEC9E55-C196-4D6A-B0F7-84808B0D1888}"/>
              </a:ext>
            </a:extLst>
          </p:cNvPr>
          <p:cNvSpPr>
            <a:spLocks xmlns:a="http://schemas.openxmlformats.org/drawingml/2006/main" noGrp="1"/>
          </p:cNvSpPr>
          <p:nvPr/>
        </p:nvSpPr>
        <p:spPr>
          <a:xfrm xmlns:a="http://schemas.openxmlformats.org/drawingml/2006/main">
            <a:off x="6457666"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B0AD"/>
          </a:solidFill>
          <a:ln xmlns:a="http://schemas.openxmlformats.org/drawingml/2006/main" w="2040">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059C0255-70DE-464E-AB07-57C0C4B594A8}"/>
              </a:ext>
            </a:extLst>
          </p:cNvPr>
          <p:cNvSpPr>
            <a:spLocks xmlns:a="http://schemas.openxmlformats.org/drawingml/2006/main" noGrp="1"/>
          </p:cNvSpPr>
          <p:nvPr/>
        </p:nvSpPr>
        <p:spPr>
          <a:xfrm xmlns:a="http://schemas.openxmlformats.org/drawingml/2006/main">
            <a:off x="6457666"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FBC"/>
          </a:solidFill>
          <a:ln xmlns:a="http://schemas.openxmlformats.org/drawingml/2006/main" w="2040">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9627C01C-5D42-47EF-9394-837309D45692}"/>
              </a:ext>
            </a:extLst>
          </p:cNvPr>
          <p:cNvSpPr>
            <a:spLocks xmlns:a="http://schemas.openxmlformats.org/drawingml/2006/main" noGrp="1"/>
          </p:cNvSpPr>
          <p:nvPr/>
        </p:nvSpPr>
        <p:spPr>
          <a:xfrm xmlns:a="http://schemas.openxmlformats.org/drawingml/2006/main">
            <a:off x="6457666"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F3763840-0AA6-476D-9E3A-AF747AB6664B}"/>
              </a:ext>
            </a:extLst>
          </p:cNvPr>
          <p:cNvSpPr>
            <a:spLocks xmlns:a="http://schemas.openxmlformats.org/drawingml/2006/main" noGrp="1"/>
          </p:cNvSpPr>
          <p:nvPr/>
        </p:nvSpPr>
        <p:spPr>
          <a:xfrm xmlns:a="http://schemas.openxmlformats.org/drawingml/2006/main">
            <a:off x="6457666"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BC3C0"/>
          </a:solidFill>
          <a:ln xmlns:a="http://schemas.openxmlformats.org/drawingml/2006/main" w="2040">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29395B66-6591-440A-94D8-A6F3B843979D}"/>
              </a:ext>
            </a:extLst>
          </p:cNvPr>
          <p:cNvSpPr>
            <a:spLocks xmlns:a="http://schemas.openxmlformats.org/drawingml/2006/main" noGrp="1"/>
          </p:cNvSpPr>
          <p:nvPr/>
        </p:nvSpPr>
        <p:spPr>
          <a:xfrm xmlns:a="http://schemas.openxmlformats.org/drawingml/2006/main">
            <a:off x="6518558"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5A64CCD8-E5FC-4645-8AC4-2AB7D3871353}"/>
              </a:ext>
            </a:extLst>
          </p:cNvPr>
          <p:cNvSpPr>
            <a:spLocks xmlns:a="http://schemas.openxmlformats.org/drawingml/2006/main" noGrp="1"/>
          </p:cNvSpPr>
          <p:nvPr/>
        </p:nvSpPr>
        <p:spPr>
          <a:xfrm xmlns:a="http://schemas.openxmlformats.org/drawingml/2006/main">
            <a:off x="6518558"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D7D5"/>
          </a:solidFill>
          <a:ln xmlns:a="http://schemas.openxmlformats.org/drawingml/2006/main" w="2040">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807AB6A8-D552-475B-8B56-23D7DE32858E}"/>
              </a:ext>
            </a:extLst>
          </p:cNvPr>
          <p:cNvSpPr>
            <a:spLocks xmlns:a="http://schemas.openxmlformats.org/drawingml/2006/main" noGrp="1"/>
          </p:cNvSpPr>
          <p:nvPr/>
        </p:nvSpPr>
        <p:spPr>
          <a:xfrm xmlns:a="http://schemas.openxmlformats.org/drawingml/2006/main">
            <a:off x="6518558"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7A3"/>
          </a:solidFill>
          <a:ln xmlns:a="http://schemas.openxmlformats.org/drawingml/2006/main" w="2040">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F660256A-8FD7-47FA-9C77-A4D17BA13DFA}"/>
              </a:ext>
            </a:extLst>
          </p:cNvPr>
          <p:cNvSpPr>
            <a:spLocks xmlns:a="http://schemas.openxmlformats.org/drawingml/2006/main" noGrp="1"/>
          </p:cNvSpPr>
          <p:nvPr/>
        </p:nvSpPr>
        <p:spPr>
          <a:xfrm xmlns:a="http://schemas.openxmlformats.org/drawingml/2006/main">
            <a:off x="6518558"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5A1"/>
          </a:solidFill>
          <a:ln xmlns:a="http://schemas.openxmlformats.org/drawingml/2006/main" w="2040">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0CB7E2F7-BCE6-4D34-A2EF-67029AF715FA}"/>
              </a:ext>
            </a:extLst>
          </p:cNvPr>
          <p:cNvSpPr>
            <a:spLocks xmlns:a="http://schemas.openxmlformats.org/drawingml/2006/main" noGrp="1"/>
          </p:cNvSpPr>
          <p:nvPr/>
        </p:nvSpPr>
        <p:spPr>
          <a:xfrm xmlns:a="http://schemas.openxmlformats.org/drawingml/2006/main">
            <a:off x="6518558"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2CF"/>
          </a:solidFill>
          <a:ln xmlns:a="http://schemas.openxmlformats.org/drawingml/2006/main" w="2040">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829F3006-4C96-4C2A-A0AD-92DBE935CD17}"/>
              </a:ext>
            </a:extLst>
          </p:cNvPr>
          <p:cNvSpPr>
            <a:spLocks xmlns:a="http://schemas.openxmlformats.org/drawingml/2006/main" noGrp="1"/>
          </p:cNvSpPr>
          <p:nvPr/>
        </p:nvSpPr>
        <p:spPr>
          <a:xfrm xmlns:a="http://schemas.openxmlformats.org/drawingml/2006/main">
            <a:off x="6518558"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CCA"/>
          </a:solidFill>
          <a:ln xmlns:a="http://schemas.openxmlformats.org/drawingml/2006/main" w="2040">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CD1383EB-4F0B-49DD-909C-8F2F61E25FD0}"/>
              </a:ext>
            </a:extLst>
          </p:cNvPr>
          <p:cNvSpPr>
            <a:spLocks xmlns:a="http://schemas.openxmlformats.org/drawingml/2006/main" noGrp="1"/>
          </p:cNvSpPr>
          <p:nvPr/>
        </p:nvSpPr>
        <p:spPr>
          <a:xfrm xmlns:a="http://schemas.openxmlformats.org/drawingml/2006/main">
            <a:off x="6518558"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3AF"/>
          </a:solidFill>
          <a:ln xmlns:a="http://schemas.openxmlformats.org/drawingml/2006/main" w="2040">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28AF7DF9-405B-41A7-8307-C437691DC8F1}"/>
              </a:ext>
            </a:extLst>
          </p:cNvPr>
          <p:cNvSpPr>
            <a:spLocks xmlns:a="http://schemas.openxmlformats.org/drawingml/2006/main" noGrp="1"/>
          </p:cNvSpPr>
          <p:nvPr/>
        </p:nvSpPr>
        <p:spPr>
          <a:xfrm xmlns:a="http://schemas.openxmlformats.org/drawingml/2006/main">
            <a:off x="6518558"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9B5"/>
          </a:solidFill>
          <a:ln xmlns:a="http://schemas.openxmlformats.org/drawingml/2006/main" w="2040">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7916156B-A40E-4D90-89B2-95674C89EC30}"/>
              </a:ext>
            </a:extLst>
          </p:cNvPr>
          <p:cNvSpPr>
            <a:spLocks xmlns:a="http://schemas.openxmlformats.org/drawingml/2006/main" noGrp="1"/>
          </p:cNvSpPr>
          <p:nvPr/>
        </p:nvSpPr>
        <p:spPr>
          <a:xfrm xmlns:a="http://schemas.openxmlformats.org/drawingml/2006/main">
            <a:off x="6518558"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BC8"/>
          </a:solidFill>
          <a:ln xmlns:a="http://schemas.openxmlformats.org/drawingml/2006/main" w="2040">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817A5A1A-6556-46C8-BD66-638E45184EF1}"/>
              </a:ext>
            </a:extLst>
          </p:cNvPr>
          <p:cNvSpPr>
            <a:spLocks xmlns:a="http://schemas.openxmlformats.org/drawingml/2006/main" noGrp="1"/>
          </p:cNvSpPr>
          <p:nvPr/>
        </p:nvSpPr>
        <p:spPr>
          <a:xfrm xmlns:a="http://schemas.openxmlformats.org/drawingml/2006/main">
            <a:off x="6518558"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BBEC63C8-3D6D-48A6-AB9A-94FD6ABBB332}"/>
              </a:ext>
            </a:extLst>
          </p:cNvPr>
          <p:cNvSpPr>
            <a:spLocks xmlns:a="http://schemas.openxmlformats.org/drawingml/2006/main" noGrp="1"/>
          </p:cNvSpPr>
          <p:nvPr/>
        </p:nvSpPr>
        <p:spPr>
          <a:xfrm xmlns:a="http://schemas.openxmlformats.org/drawingml/2006/main">
            <a:off x="6579450"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FBB"/>
          </a:solidFill>
          <a:ln xmlns:a="http://schemas.openxmlformats.org/drawingml/2006/main" w="2040">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D5308A76-D525-4CE8-B2B1-011A5EC46C5D}"/>
              </a:ext>
            </a:extLst>
          </p:cNvPr>
          <p:cNvSpPr>
            <a:spLocks xmlns:a="http://schemas.openxmlformats.org/drawingml/2006/main" noGrp="1"/>
          </p:cNvSpPr>
          <p:nvPr/>
        </p:nvSpPr>
        <p:spPr>
          <a:xfrm xmlns:a="http://schemas.openxmlformats.org/drawingml/2006/main">
            <a:off x="6579450"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9BEBB"/>
          </a:solidFill>
          <a:ln xmlns:a="http://schemas.openxmlformats.org/drawingml/2006/main" w="2040">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E5BAF2BF-CCF2-4F23-B511-FF17150367CD}"/>
              </a:ext>
            </a:extLst>
          </p:cNvPr>
          <p:cNvSpPr>
            <a:spLocks xmlns:a="http://schemas.openxmlformats.org/drawingml/2006/main" noGrp="1"/>
          </p:cNvSpPr>
          <p:nvPr/>
        </p:nvSpPr>
        <p:spPr>
          <a:xfrm xmlns:a="http://schemas.openxmlformats.org/drawingml/2006/main">
            <a:off x="6579450"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CC9"/>
          </a:solidFill>
          <a:ln xmlns:a="http://schemas.openxmlformats.org/drawingml/2006/main" w="2040">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B1A1CC95-9222-48AF-89AB-BDC69AB88AD2}"/>
              </a:ext>
            </a:extLst>
          </p:cNvPr>
          <p:cNvSpPr>
            <a:spLocks xmlns:a="http://schemas.openxmlformats.org/drawingml/2006/main" noGrp="1"/>
          </p:cNvSpPr>
          <p:nvPr/>
        </p:nvSpPr>
        <p:spPr>
          <a:xfrm xmlns:a="http://schemas.openxmlformats.org/drawingml/2006/main">
            <a:off x="6579450"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8BBB7"/>
          </a:solidFill>
          <a:ln xmlns:a="http://schemas.openxmlformats.org/drawingml/2006/main" w="2040">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6BDC5EDA-C5E5-481D-843A-9E178F06B3F9}"/>
              </a:ext>
            </a:extLst>
          </p:cNvPr>
          <p:cNvSpPr>
            <a:spLocks xmlns:a="http://schemas.openxmlformats.org/drawingml/2006/main" noGrp="1"/>
          </p:cNvSpPr>
          <p:nvPr/>
        </p:nvSpPr>
        <p:spPr>
          <a:xfrm xmlns:a="http://schemas.openxmlformats.org/drawingml/2006/main">
            <a:off x="6579450"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3AF"/>
          </a:solidFill>
          <a:ln xmlns:a="http://schemas.openxmlformats.org/drawingml/2006/main" w="2040">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75180FB4-2662-4746-9857-0A928AE66B34}"/>
              </a:ext>
            </a:extLst>
          </p:cNvPr>
          <p:cNvSpPr>
            <a:spLocks xmlns:a="http://schemas.openxmlformats.org/drawingml/2006/main" noGrp="1"/>
          </p:cNvSpPr>
          <p:nvPr/>
        </p:nvSpPr>
        <p:spPr>
          <a:xfrm xmlns:a="http://schemas.openxmlformats.org/drawingml/2006/main">
            <a:off x="664034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C9994"/>
          </a:solidFill>
          <a:ln xmlns:a="http://schemas.openxmlformats.org/drawingml/2006/main" w="2040">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78654DA8-2BBE-4470-BF05-34CB235F1891}"/>
              </a:ext>
            </a:extLst>
          </p:cNvPr>
          <p:cNvSpPr>
            <a:spLocks xmlns:a="http://schemas.openxmlformats.org/drawingml/2006/main" noGrp="1"/>
          </p:cNvSpPr>
          <p:nvPr/>
        </p:nvSpPr>
        <p:spPr>
          <a:xfrm xmlns:a="http://schemas.openxmlformats.org/drawingml/2006/main">
            <a:off x="664034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FD0CD"/>
          </a:solidFill>
          <a:ln xmlns:a="http://schemas.openxmlformats.org/drawingml/2006/main" w="2040">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A11C7A23-9D9B-4201-9134-DEDFDE84328F}"/>
              </a:ext>
            </a:extLst>
          </p:cNvPr>
          <p:cNvSpPr>
            <a:spLocks xmlns:a="http://schemas.openxmlformats.org/drawingml/2006/main" noGrp="1"/>
          </p:cNvSpPr>
          <p:nvPr/>
        </p:nvSpPr>
        <p:spPr>
          <a:xfrm xmlns:a="http://schemas.openxmlformats.org/drawingml/2006/main">
            <a:off x="664034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9C7"/>
          </a:solidFill>
          <a:ln xmlns:a="http://schemas.openxmlformats.org/drawingml/2006/main" w="2040">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1160161F-16AB-4985-AA24-25873EA83CDE}"/>
              </a:ext>
            </a:extLst>
          </p:cNvPr>
          <p:cNvSpPr>
            <a:spLocks xmlns:a="http://schemas.openxmlformats.org/drawingml/2006/main" noGrp="1"/>
          </p:cNvSpPr>
          <p:nvPr/>
        </p:nvSpPr>
        <p:spPr>
          <a:xfrm xmlns:a="http://schemas.openxmlformats.org/drawingml/2006/main">
            <a:off x="664034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0BD"/>
          </a:solidFill>
          <a:ln xmlns:a="http://schemas.openxmlformats.org/drawingml/2006/main" w="2040">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9FFA9865-A194-4E72-BCC2-708051B57452}"/>
              </a:ext>
            </a:extLst>
          </p:cNvPr>
          <p:cNvSpPr>
            <a:spLocks xmlns:a="http://schemas.openxmlformats.org/drawingml/2006/main" noGrp="1"/>
          </p:cNvSpPr>
          <p:nvPr/>
        </p:nvSpPr>
        <p:spPr>
          <a:xfrm xmlns:a="http://schemas.openxmlformats.org/drawingml/2006/main">
            <a:off x="664034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B40540B8-FCC0-4FCD-B906-19160073DAC2}"/>
              </a:ext>
            </a:extLst>
          </p:cNvPr>
          <p:cNvSpPr>
            <a:spLocks xmlns:a="http://schemas.openxmlformats.org/drawingml/2006/main" noGrp="1"/>
          </p:cNvSpPr>
          <p:nvPr/>
        </p:nvSpPr>
        <p:spPr>
          <a:xfrm xmlns:a="http://schemas.openxmlformats.org/drawingml/2006/main">
            <a:off x="664034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6C4"/>
          </a:solidFill>
          <a:ln xmlns:a="http://schemas.openxmlformats.org/drawingml/2006/main" w="2040">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FA681B62-BBE3-41EB-868A-CFAC4EDD59D0}"/>
              </a:ext>
            </a:extLst>
          </p:cNvPr>
          <p:cNvSpPr>
            <a:spLocks xmlns:a="http://schemas.openxmlformats.org/drawingml/2006/main" noGrp="1"/>
          </p:cNvSpPr>
          <p:nvPr/>
        </p:nvSpPr>
        <p:spPr>
          <a:xfrm xmlns:a="http://schemas.openxmlformats.org/drawingml/2006/main">
            <a:off x="6640342"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10E29CA2-3895-42A4-A1DE-7D03AC6F1913}"/>
              </a:ext>
            </a:extLst>
          </p:cNvPr>
          <p:cNvSpPr>
            <a:spLocks xmlns:a="http://schemas.openxmlformats.org/drawingml/2006/main" noGrp="1"/>
          </p:cNvSpPr>
          <p:nvPr/>
        </p:nvSpPr>
        <p:spPr>
          <a:xfrm xmlns:a="http://schemas.openxmlformats.org/drawingml/2006/main">
            <a:off x="6640342"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A40E40C8-15DB-4519-A31E-1D3F1B11C7EB}"/>
              </a:ext>
            </a:extLst>
          </p:cNvPr>
          <p:cNvSpPr>
            <a:spLocks xmlns:a="http://schemas.openxmlformats.org/drawingml/2006/main" noGrp="1"/>
          </p:cNvSpPr>
          <p:nvPr/>
        </p:nvSpPr>
        <p:spPr>
          <a:xfrm xmlns:a="http://schemas.openxmlformats.org/drawingml/2006/main">
            <a:off x="6640342"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80D39066-655D-4DFE-915F-99C22BEE30B3}"/>
              </a:ext>
            </a:extLst>
          </p:cNvPr>
          <p:cNvSpPr>
            <a:spLocks xmlns:a="http://schemas.openxmlformats.org/drawingml/2006/main" noGrp="1"/>
          </p:cNvSpPr>
          <p:nvPr/>
        </p:nvSpPr>
        <p:spPr>
          <a:xfrm xmlns:a="http://schemas.openxmlformats.org/drawingml/2006/main">
            <a:off x="670123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8C695D7A-7263-4560-B48B-34A174121BC1}"/>
              </a:ext>
            </a:extLst>
          </p:cNvPr>
          <p:cNvSpPr>
            <a:spLocks xmlns:a="http://schemas.openxmlformats.org/drawingml/2006/main" noGrp="1"/>
          </p:cNvSpPr>
          <p:nvPr/>
        </p:nvSpPr>
        <p:spPr>
          <a:xfrm xmlns:a="http://schemas.openxmlformats.org/drawingml/2006/main">
            <a:off x="670123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F20BE20C-1661-4C41-A939-D3A1BF60BBB5}"/>
              </a:ext>
            </a:extLst>
          </p:cNvPr>
          <p:cNvSpPr>
            <a:spLocks xmlns:a="http://schemas.openxmlformats.org/drawingml/2006/main" noGrp="1"/>
          </p:cNvSpPr>
          <p:nvPr/>
        </p:nvSpPr>
        <p:spPr>
          <a:xfrm xmlns:a="http://schemas.openxmlformats.org/drawingml/2006/main">
            <a:off x="670123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AC0BD"/>
          </a:solidFill>
          <a:ln xmlns:a="http://schemas.openxmlformats.org/drawingml/2006/main" w="2040">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8ED2DCFD-544B-4A65-A16F-52FC3EEF49A1}"/>
              </a:ext>
            </a:extLst>
          </p:cNvPr>
          <p:cNvSpPr>
            <a:spLocks xmlns:a="http://schemas.openxmlformats.org/drawingml/2006/main" noGrp="1"/>
          </p:cNvSpPr>
          <p:nvPr/>
        </p:nvSpPr>
        <p:spPr>
          <a:xfrm xmlns:a="http://schemas.openxmlformats.org/drawingml/2006/main">
            <a:off x="670123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A19D"/>
          </a:solidFill>
          <a:ln xmlns:a="http://schemas.openxmlformats.org/drawingml/2006/main" w="2040">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7748DF7E-14FE-487C-8714-54D65A81ACAD}"/>
              </a:ext>
            </a:extLst>
          </p:cNvPr>
          <p:cNvSpPr>
            <a:spLocks xmlns:a="http://schemas.openxmlformats.org/drawingml/2006/main" noGrp="1"/>
          </p:cNvSpPr>
          <p:nvPr/>
        </p:nvSpPr>
        <p:spPr>
          <a:xfrm xmlns:a="http://schemas.openxmlformats.org/drawingml/2006/main">
            <a:off x="6701234"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9B6"/>
          </a:solidFill>
          <a:ln xmlns:a="http://schemas.openxmlformats.org/drawingml/2006/main" w="2040">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1404BBFC-1DED-47E8-B1E9-F69C52A299DD}"/>
              </a:ext>
            </a:extLst>
          </p:cNvPr>
          <p:cNvSpPr>
            <a:spLocks xmlns:a="http://schemas.openxmlformats.org/drawingml/2006/main" noGrp="1"/>
          </p:cNvSpPr>
          <p:nvPr/>
        </p:nvSpPr>
        <p:spPr>
          <a:xfrm xmlns:a="http://schemas.openxmlformats.org/drawingml/2006/main">
            <a:off x="670123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3DBD9"/>
          </a:solidFill>
          <a:ln xmlns:a="http://schemas.openxmlformats.org/drawingml/2006/main" w="2040">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3647F754-F0F1-4F21-8D34-E14F3C60827A}"/>
              </a:ext>
            </a:extLst>
          </p:cNvPr>
          <p:cNvSpPr>
            <a:spLocks xmlns:a="http://schemas.openxmlformats.org/drawingml/2006/main" noGrp="1"/>
          </p:cNvSpPr>
          <p:nvPr/>
        </p:nvSpPr>
        <p:spPr>
          <a:xfrm xmlns:a="http://schemas.openxmlformats.org/drawingml/2006/main">
            <a:off x="6701234"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0D3D1"/>
          </a:solidFill>
          <a:ln xmlns:a="http://schemas.openxmlformats.org/drawingml/2006/main" w="2040">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526B9BE6-F51E-4690-8EA9-960DFF010357}"/>
              </a:ext>
            </a:extLst>
          </p:cNvPr>
          <p:cNvSpPr>
            <a:spLocks xmlns:a="http://schemas.openxmlformats.org/drawingml/2006/main" noGrp="1"/>
          </p:cNvSpPr>
          <p:nvPr/>
        </p:nvSpPr>
        <p:spPr>
          <a:xfrm xmlns:a="http://schemas.openxmlformats.org/drawingml/2006/main">
            <a:off x="6701234"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1A8A3"/>
          </a:solidFill>
          <a:ln xmlns:a="http://schemas.openxmlformats.org/drawingml/2006/main" w="2040">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619F4194-7847-4E32-B904-3D205923F3F2}"/>
              </a:ext>
            </a:extLst>
          </p:cNvPr>
          <p:cNvSpPr>
            <a:spLocks xmlns:a="http://schemas.openxmlformats.org/drawingml/2006/main" noGrp="1"/>
          </p:cNvSpPr>
          <p:nvPr/>
        </p:nvSpPr>
        <p:spPr>
          <a:xfrm xmlns:a="http://schemas.openxmlformats.org/drawingml/2006/main">
            <a:off x="6701234"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BC9"/>
          </a:solidFill>
          <a:ln xmlns:a="http://schemas.openxmlformats.org/drawingml/2006/main" w="2040">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09D43A7D-4254-46BD-8948-BFE5D9D73980}"/>
              </a:ext>
            </a:extLst>
          </p:cNvPr>
          <p:cNvSpPr>
            <a:spLocks xmlns:a="http://schemas.openxmlformats.org/drawingml/2006/main" noGrp="1"/>
          </p:cNvSpPr>
          <p:nvPr/>
        </p:nvSpPr>
        <p:spPr>
          <a:xfrm xmlns:a="http://schemas.openxmlformats.org/drawingml/2006/main">
            <a:off x="676212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8B5"/>
          </a:solidFill>
          <a:ln xmlns:a="http://schemas.openxmlformats.org/drawingml/2006/main" w="2040">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DF51F81A-9BAF-4DFE-8088-144C684C5BB9}"/>
              </a:ext>
            </a:extLst>
          </p:cNvPr>
          <p:cNvSpPr>
            <a:spLocks xmlns:a="http://schemas.openxmlformats.org/drawingml/2006/main" noGrp="1"/>
          </p:cNvSpPr>
          <p:nvPr/>
        </p:nvSpPr>
        <p:spPr>
          <a:xfrm xmlns:a="http://schemas.openxmlformats.org/drawingml/2006/main">
            <a:off x="676212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7C5"/>
          </a:solidFill>
          <a:ln xmlns:a="http://schemas.openxmlformats.org/drawingml/2006/main" w="2040">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E39E4F67-9C50-40F6-AB19-288BBC3F33F1}"/>
              </a:ext>
            </a:extLst>
          </p:cNvPr>
          <p:cNvSpPr>
            <a:spLocks xmlns:a="http://schemas.openxmlformats.org/drawingml/2006/main" noGrp="1"/>
          </p:cNvSpPr>
          <p:nvPr/>
        </p:nvSpPr>
        <p:spPr>
          <a:xfrm xmlns:a="http://schemas.openxmlformats.org/drawingml/2006/main">
            <a:off x="676212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0A29E"/>
          </a:solidFill>
          <a:ln xmlns:a="http://schemas.openxmlformats.org/drawingml/2006/main" w="2040">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BB1A6927-2DCE-4291-A028-7D588D22D71F}"/>
              </a:ext>
            </a:extLst>
          </p:cNvPr>
          <p:cNvSpPr>
            <a:spLocks xmlns:a="http://schemas.openxmlformats.org/drawingml/2006/main" noGrp="1"/>
          </p:cNvSpPr>
          <p:nvPr/>
        </p:nvSpPr>
        <p:spPr>
          <a:xfrm xmlns:a="http://schemas.openxmlformats.org/drawingml/2006/main">
            <a:off x="676212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5B1"/>
          </a:solidFill>
          <a:ln xmlns:a="http://schemas.openxmlformats.org/drawingml/2006/main" w="2040">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8E500F57-9850-454A-8DD9-18588808A245}"/>
              </a:ext>
            </a:extLst>
          </p:cNvPr>
          <p:cNvSpPr>
            <a:spLocks xmlns:a="http://schemas.openxmlformats.org/drawingml/2006/main" noGrp="1"/>
          </p:cNvSpPr>
          <p:nvPr/>
        </p:nvSpPr>
        <p:spPr>
          <a:xfrm xmlns:a="http://schemas.openxmlformats.org/drawingml/2006/main">
            <a:off x="6762126"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CA8"/>
          </a:solidFill>
          <a:ln xmlns:a="http://schemas.openxmlformats.org/drawingml/2006/main" w="2040">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767FAFCC-9668-40A2-8687-333379FA2FFD}"/>
              </a:ext>
            </a:extLst>
          </p:cNvPr>
          <p:cNvSpPr>
            <a:spLocks xmlns:a="http://schemas.openxmlformats.org/drawingml/2006/main" noGrp="1"/>
          </p:cNvSpPr>
          <p:nvPr/>
        </p:nvSpPr>
        <p:spPr>
          <a:xfrm xmlns:a="http://schemas.openxmlformats.org/drawingml/2006/main">
            <a:off x="6762126"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DCBC9"/>
          </a:solidFill>
          <a:ln xmlns:a="http://schemas.openxmlformats.org/drawingml/2006/main" w="2040">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8322D3B3-2EBE-449F-BEEF-193A4C01BF11}"/>
              </a:ext>
            </a:extLst>
          </p:cNvPr>
          <p:cNvSpPr>
            <a:spLocks xmlns:a="http://schemas.openxmlformats.org/drawingml/2006/main" noGrp="1"/>
          </p:cNvSpPr>
          <p:nvPr/>
        </p:nvSpPr>
        <p:spPr>
          <a:xfrm xmlns:a="http://schemas.openxmlformats.org/drawingml/2006/main">
            <a:off x="6762126"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ECC"/>
          </a:solidFill>
          <a:ln xmlns:a="http://schemas.openxmlformats.org/drawingml/2006/main" w="2040">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E9CBF590-ED97-48E5-837F-E9150870E5AF}"/>
              </a:ext>
            </a:extLst>
          </p:cNvPr>
          <p:cNvSpPr>
            <a:spLocks xmlns:a="http://schemas.openxmlformats.org/drawingml/2006/main" noGrp="1"/>
          </p:cNvSpPr>
          <p:nvPr/>
        </p:nvSpPr>
        <p:spPr>
          <a:xfrm xmlns:a="http://schemas.openxmlformats.org/drawingml/2006/main">
            <a:off x="6762126"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6C3"/>
          </a:solidFill>
          <a:ln xmlns:a="http://schemas.openxmlformats.org/drawingml/2006/main" w="2040">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67B3B4D1-CAAD-4925-BBC2-B13C8F700F08}"/>
              </a:ext>
            </a:extLst>
          </p:cNvPr>
          <p:cNvSpPr>
            <a:spLocks xmlns:a="http://schemas.openxmlformats.org/drawingml/2006/main" noGrp="1"/>
          </p:cNvSpPr>
          <p:nvPr/>
        </p:nvSpPr>
        <p:spPr>
          <a:xfrm xmlns:a="http://schemas.openxmlformats.org/drawingml/2006/main">
            <a:off x="682301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9B6"/>
          </a:solidFill>
          <a:ln xmlns:a="http://schemas.openxmlformats.org/drawingml/2006/main" w="2040">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C7B5B28F-8BD0-43B7-8F0E-DFE0D1461036}"/>
              </a:ext>
            </a:extLst>
          </p:cNvPr>
          <p:cNvSpPr>
            <a:spLocks xmlns:a="http://schemas.openxmlformats.org/drawingml/2006/main" noGrp="1"/>
          </p:cNvSpPr>
          <p:nvPr/>
        </p:nvSpPr>
        <p:spPr>
          <a:xfrm xmlns:a="http://schemas.openxmlformats.org/drawingml/2006/main">
            <a:off x="682301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CC7C5"/>
          </a:solidFill>
          <a:ln xmlns:a="http://schemas.openxmlformats.org/drawingml/2006/main" w="2040">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C68621AD-55C3-405E-82A7-0958838FD324}"/>
              </a:ext>
            </a:extLst>
          </p:cNvPr>
          <p:cNvSpPr>
            <a:spLocks xmlns:a="http://schemas.openxmlformats.org/drawingml/2006/main" noGrp="1"/>
          </p:cNvSpPr>
          <p:nvPr/>
        </p:nvSpPr>
        <p:spPr>
          <a:xfrm xmlns:a="http://schemas.openxmlformats.org/drawingml/2006/main">
            <a:off x="6823017"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8BAB6"/>
          </a:solidFill>
          <a:ln xmlns:a="http://schemas.openxmlformats.org/drawingml/2006/main" w="2040">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56EFD755-0C6C-465B-92C7-85C75F961D72}"/>
              </a:ext>
            </a:extLst>
          </p:cNvPr>
          <p:cNvSpPr>
            <a:spLocks xmlns:a="http://schemas.openxmlformats.org/drawingml/2006/main" noGrp="1"/>
          </p:cNvSpPr>
          <p:nvPr/>
        </p:nvSpPr>
        <p:spPr>
          <a:xfrm xmlns:a="http://schemas.openxmlformats.org/drawingml/2006/main">
            <a:off x="682301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BA7"/>
          </a:solidFill>
          <a:ln xmlns:a="http://schemas.openxmlformats.org/drawingml/2006/main" w="2040">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E2183472-D148-4123-B66E-C6923CCDD5E7}"/>
              </a:ext>
            </a:extLst>
          </p:cNvPr>
          <p:cNvSpPr>
            <a:spLocks xmlns:a="http://schemas.openxmlformats.org/drawingml/2006/main" noGrp="1"/>
          </p:cNvSpPr>
          <p:nvPr/>
        </p:nvSpPr>
        <p:spPr>
          <a:xfrm xmlns:a="http://schemas.openxmlformats.org/drawingml/2006/main">
            <a:off x="6823017"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2AAA5"/>
          </a:solidFill>
          <a:ln xmlns:a="http://schemas.openxmlformats.org/drawingml/2006/main" w="2040">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10A2938B-CF4B-4055-A06D-E52FF421DE1B}"/>
              </a:ext>
            </a:extLst>
          </p:cNvPr>
          <p:cNvSpPr>
            <a:spLocks xmlns:a="http://schemas.openxmlformats.org/drawingml/2006/main" noGrp="1"/>
          </p:cNvSpPr>
          <p:nvPr/>
        </p:nvSpPr>
        <p:spPr>
          <a:xfrm xmlns:a="http://schemas.openxmlformats.org/drawingml/2006/main">
            <a:off x="6823017"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3ADA9"/>
          </a:solidFill>
          <a:ln xmlns:a="http://schemas.openxmlformats.org/drawingml/2006/main" w="2040">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8CCB500D-BBFD-40A5-975B-702CD16FD384}"/>
              </a:ext>
            </a:extLst>
          </p:cNvPr>
          <p:cNvSpPr>
            <a:spLocks xmlns:a="http://schemas.openxmlformats.org/drawingml/2006/main" noGrp="1"/>
          </p:cNvSpPr>
          <p:nvPr/>
        </p:nvSpPr>
        <p:spPr>
          <a:xfrm xmlns:a="http://schemas.openxmlformats.org/drawingml/2006/main">
            <a:off x="688390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5586D88C-2A59-4093-BB77-76DDA665A692}"/>
              </a:ext>
            </a:extLst>
          </p:cNvPr>
          <p:cNvSpPr>
            <a:spLocks xmlns:a="http://schemas.openxmlformats.org/drawingml/2006/main" noGrp="1"/>
          </p:cNvSpPr>
          <p:nvPr/>
        </p:nvSpPr>
        <p:spPr>
          <a:xfrm xmlns:a="http://schemas.openxmlformats.org/drawingml/2006/main">
            <a:off x="688390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567EBB"/>
          </a:solidFill>
          <a:ln xmlns:a="http://schemas.openxmlformats.org/drawingml/2006/main" w="2040">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2E9EE17E-CBBF-4E81-8EB9-88831746692E}"/>
              </a:ext>
            </a:extLst>
          </p:cNvPr>
          <p:cNvSpPr>
            <a:spLocks xmlns:a="http://schemas.openxmlformats.org/drawingml/2006/main" noGrp="1"/>
          </p:cNvSpPr>
          <p:nvPr/>
        </p:nvSpPr>
        <p:spPr>
          <a:xfrm xmlns:a="http://schemas.openxmlformats.org/drawingml/2006/main">
            <a:off x="688390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89316C0D-A142-454C-A318-779F37818C1D}"/>
              </a:ext>
            </a:extLst>
          </p:cNvPr>
          <p:cNvSpPr>
            <a:spLocks xmlns:a="http://schemas.openxmlformats.org/drawingml/2006/main" noGrp="1"/>
          </p:cNvSpPr>
          <p:nvPr/>
        </p:nvSpPr>
        <p:spPr>
          <a:xfrm xmlns:a="http://schemas.openxmlformats.org/drawingml/2006/main">
            <a:off x="688390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60D945F8-A73A-45D8-9CA1-C75E50825806}"/>
              </a:ext>
            </a:extLst>
          </p:cNvPr>
          <p:cNvSpPr>
            <a:spLocks xmlns:a="http://schemas.openxmlformats.org/drawingml/2006/main" noGrp="1"/>
          </p:cNvSpPr>
          <p:nvPr/>
        </p:nvSpPr>
        <p:spPr>
          <a:xfrm xmlns:a="http://schemas.openxmlformats.org/drawingml/2006/main">
            <a:off x="688390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B85"/>
          </a:solidFill>
          <a:ln xmlns:a="http://schemas.openxmlformats.org/drawingml/2006/main" w="2040">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F5B4F59A-0A2F-417D-8C0B-DB00B3130CB0}"/>
              </a:ext>
            </a:extLst>
          </p:cNvPr>
          <p:cNvSpPr>
            <a:spLocks xmlns:a="http://schemas.openxmlformats.org/drawingml/2006/main" noGrp="1"/>
          </p:cNvSpPr>
          <p:nvPr/>
        </p:nvSpPr>
        <p:spPr>
          <a:xfrm xmlns:a="http://schemas.openxmlformats.org/drawingml/2006/main">
            <a:off x="688390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8BBB8"/>
          </a:solidFill>
          <a:ln xmlns:a="http://schemas.openxmlformats.org/drawingml/2006/main" w="2040">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E42D3C2A-9C96-475A-8D20-6F89AF346E1F}"/>
              </a:ext>
            </a:extLst>
          </p:cNvPr>
          <p:cNvSpPr>
            <a:spLocks xmlns:a="http://schemas.openxmlformats.org/drawingml/2006/main" noGrp="1"/>
          </p:cNvSpPr>
          <p:nvPr/>
        </p:nvSpPr>
        <p:spPr>
          <a:xfrm xmlns:a="http://schemas.openxmlformats.org/drawingml/2006/main">
            <a:off x="688390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E2C8A051-A0C8-48A3-B42F-0BD10F6EBAD2}"/>
              </a:ext>
            </a:extLst>
          </p:cNvPr>
          <p:cNvSpPr>
            <a:spLocks xmlns:a="http://schemas.openxmlformats.org/drawingml/2006/main" noGrp="1"/>
          </p:cNvSpPr>
          <p:nvPr/>
        </p:nvSpPr>
        <p:spPr>
          <a:xfrm xmlns:a="http://schemas.openxmlformats.org/drawingml/2006/main">
            <a:off x="694480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D80FB246-40DD-4505-ACE9-3A8DD45071D1}"/>
              </a:ext>
            </a:extLst>
          </p:cNvPr>
          <p:cNvSpPr>
            <a:spLocks xmlns:a="http://schemas.openxmlformats.org/drawingml/2006/main" noGrp="1"/>
          </p:cNvSpPr>
          <p:nvPr/>
        </p:nvSpPr>
        <p:spPr>
          <a:xfrm xmlns:a="http://schemas.openxmlformats.org/drawingml/2006/main">
            <a:off x="694480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B84E9AE2-6B5B-439B-B657-E2EC1FCA5BF9}"/>
              </a:ext>
            </a:extLst>
          </p:cNvPr>
          <p:cNvSpPr>
            <a:spLocks xmlns:a="http://schemas.openxmlformats.org/drawingml/2006/main" noGrp="1"/>
          </p:cNvSpPr>
          <p:nvPr/>
        </p:nvSpPr>
        <p:spPr>
          <a:xfrm xmlns:a="http://schemas.openxmlformats.org/drawingml/2006/main">
            <a:off x="694480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294AE4F6-ED91-4852-91A6-466EDB6B1D3E}"/>
              </a:ext>
            </a:extLst>
          </p:cNvPr>
          <p:cNvSpPr>
            <a:spLocks xmlns:a="http://schemas.openxmlformats.org/drawingml/2006/main" noGrp="1"/>
          </p:cNvSpPr>
          <p:nvPr/>
        </p:nvSpPr>
        <p:spPr>
          <a:xfrm xmlns:a="http://schemas.openxmlformats.org/drawingml/2006/main">
            <a:off x="694480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EA9D83EA-4F6E-4C36-88C9-6C0B85974C98}"/>
              </a:ext>
            </a:extLst>
          </p:cNvPr>
          <p:cNvSpPr>
            <a:spLocks xmlns:a="http://schemas.openxmlformats.org/drawingml/2006/main" noGrp="1"/>
          </p:cNvSpPr>
          <p:nvPr/>
        </p:nvSpPr>
        <p:spPr>
          <a:xfrm xmlns:a="http://schemas.openxmlformats.org/drawingml/2006/main">
            <a:off x="694480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A938E"/>
          </a:solidFill>
          <a:ln xmlns:a="http://schemas.openxmlformats.org/drawingml/2006/main" w="2040">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A6325C8C-1123-4897-B2AE-A2F2E9A6B8D5}"/>
              </a:ext>
            </a:extLst>
          </p:cNvPr>
          <p:cNvSpPr>
            <a:spLocks xmlns:a="http://schemas.openxmlformats.org/drawingml/2006/main" noGrp="1"/>
          </p:cNvSpPr>
          <p:nvPr/>
        </p:nvSpPr>
        <p:spPr>
          <a:xfrm xmlns:a="http://schemas.openxmlformats.org/drawingml/2006/main">
            <a:off x="7005693"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F47FC2D0-1B8B-4FDB-B4D1-EFAF0142DA26}"/>
              </a:ext>
            </a:extLst>
          </p:cNvPr>
          <p:cNvSpPr>
            <a:spLocks xmlns:a="http://schemas.openxmlformats.org/drawingml/2006/main" noGrp="1"/>
          </p:cNvSpPr>
          <p:nvPr/>
        </p:nvSpPr>
        <p:spPr>
          <a:xfrm xmlns:a="http://schemas.openxmlformats.org/drawingml/2006/main">
            <a:off x="700569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B37FB20A-B401-4FA7-B334-F4B6DF1FF230}"/>
              </a:ext>
            </a:extLst>
          </p:cNvPr>
          <p:cNvSpPr>
            <a:spLocks xmlns:a="http://schemas.openxmlformats.org/drawingml/2006/main" noGrp="1"/>
          </p:cNvSpPr>
          <p:nvPr/>
        </p:nvSpPr>
        <p:spPr>
          <a:xfrm xmlns:a="http://schemas.openxmlformats.org/drawingml/2006/main">
            <a:off x="7005693"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0ACA4EEE-B13A-4BB3-B53B-1F1944718B4A}"/>
              </a:ext>
            </a:extLst>
          </p:cNvPr>
          <p:cNvSpPr>
            <a:spLocks xmlns:a="http://schemas.openxmlformats.org/drawingml/2006/main" noGrp="1"/>
          </p:cNvSpPr>
          <p:nvPr/>
        </p:nvSpPr>
        <p:spPr>
          <a:xfrm xmlns:a="http://schemas.openxmlformats.org/drawingml/2006/main">
            <a:off x="700569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D7D6"/>
          </a:solidFill>
          <a:ln xmlns:a="http://schemas.openxmlformats.org/drawingml/2006/main" w="2040">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116084AA-C503-45D0-B039-F0CDC77F6EDD}"/>
              </a:ext>
            </a:extLst>
          </p:cNvPr>
          <p:cNvSpPr>
            <a:spLocks xmlns:a="http://schemas.openxmlformats.org/drawingml/2006/main" noGrp="1"/>
          </p:cNvSpPr>
          <p:nvPr/>
        </p:nvSpPr>
        <p:spPr>
          <a:xfrm xmlns:a="http://schemas.openxmlformats.org/drawingml/2006/main">
            <a:off x="7005693"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5B1"/>
          </a:solidFill>
          <a:ln xmlns:a="http://schemas.openxmlformats.org/drawingml/2006/main" w="2040">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9E303250-AB8D-4C10-87A7-F739A5131EF3}"/>
              </a:ext>
            </a:extLst>
          </p:cNvPr>
          <p:cNvSpPr>
            <a:spLocks xmlns:a="http://schemas.openxmlformats.org/drawingml/2006/main" noGrp="1"/>
          </p:cNvSpPr>
          <p:nvPr/>
        </p:nvSpPr>
        <p:spPr>
          <a:xfrm xmlns:a="http://schemas.openxmlformats.org/drawingml/2006/main">
            <a:off x="7005693"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1390B717-3885-46FA-B37C-6841EE56B907}"/>
              </a:ext>
            </a:extLst>
          </p:cNvPr>
          <p:cNvSpPr>
            <a:spLocks xmlns:a="http://schemas.openxmlformats.org/drawingml/2006/main" noGrp="1"/>
          </p:cNvSpPr>
          <p:nvPr/>
        </p:nvSpPr>
        <p:spPr>
          <a:xfrm xmlns:a="http://schemas.openxmlformats.org/drawingml/2006/main">
            <a:off x="7066585"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5F0EDA06-F302-4679-BF04-AC17EA6C7920}"/>
              </a:ext>
            </a:extLst>
          </p:cNvPr>
          <p:cNvSpPr>
            <a:spLocks xmlns:a="http://schemas.openxmlformats.org/drawingml/2006/main" noGrp="1"/>
          </p:cNvSpPr>
          <p:nvPr/>
        </p:nvSpPr>
        <p:spPr>
          <a:xfrm xmlns:a="http://schemas.openxmlformats.org/drawingml/2006/main">
            <a:off x="7066585"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BACAE3"/>
          </a:solidFill>
          <a:ln xmlns:a="http://schemas.openxmlformats.org/drawingml/2006/main" w="2040">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CAE481D3-73D1-4DCD-9E3B-78E6257C626E}"/>
              </a:ext>
            </a:extLst>
          </p:cNvPr>
          <p:cNvSpPr>
            <a:spLocks xmlns:a="http://schemas.openxmlformats.org/drawingml/2006/main" noGrp="1"/>
          </p:cNvSpPr>
          <p:nvPr/>
        </p:nvSpPr>
        <p:spPr>
          <a:xfrm xmlns:a="http://schemas.openxmlformats.org/drawingml/2006/main">
            <a:off x="7127477"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96058"/>
          </a:solidFill>
          <a:ln xmlns:a="http://schemas.openxmlformats.org/drawingml/2006/main" w="2040">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C761A3EC-D60C-4BF6-8FD4-4447C77974CC}"/>
              </a:ext>
            </a:extLst>
          </p:cNvPr>
          <p:cNvSpPr>
            <a:spLocks xmlns:a="http://schemas.openxmlformats.org/drawingml/2006/main" noGrp="1"/>
          </p:cNvSpPr>
          <p:nvPr/>
        </p:nvSpPr>
        <p:spPr>
          <a:xfrm xmlns:a="http://schemas.openxmlformats.org/drawingml/2006/main">
            <a:off x="530072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C6A31B0F-671C-4059-ACC3-A7779D534F3B}"/>
              </a:ext>
            </a:extLst>
          </p:cNvPr>
          <p:cNvSpPr>
            <a:spLocks xmlns:a="http://schemas.openxmlformats.org/drawingml/2006/main" noGrp="1"/>
          </p:cNvSpPr>
          <p:nvPr/>
        </p:nvSpPr>
        <p:spPr>
          <a:xfrm xmlns:a="http://schemas.openxmlformats.org/drawingml/2006/main">
            <a:off x="536161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6B5B1"/>
          </a:solidFill>
          <a:ln xmlns:a="http://schemas.openxmlformats.org/drawingml/2006/main" w="2040">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B811795F-9A88-4967-B54B-38A76DE5D888}"/>
              </a:ext>
            </a:extLst>
          </p:cNvPr>
          <p:cNvSpPr>
            <a:spLocks xmlns:a="http://schemas.openxmlformats.org/drawingml/2006/main" noGrp="1"/>
          </p:cNvSpPr>
          <p:nvPr/>
        </p:nvSpPr>
        <p:spPr>
          <a:xfrm xmlns:a="http://schemas.openxmlformats.org/drawingml/2006/main">
            <a:off x="536161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C9791"/>
          </a:solidFill>
          <a:ln xmlns:a="http://schemas.openxmlformats.org/drawingml/2006/main" w="2040">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7BDAB6C8-8D92-4164-A174-364A773FAACA}"/>
              </a:ext>
            </a:extLst>
          </p:cNvPr>
          <p:cNvSpPr>
            <a:spLocks xmlns:a="http://schemas.openxmlformats.org/drawingml/2006/main" noGrp="1"/>
          </p:cNvSpPr>
          <p:nvPr/>
        </p:nvSpPr>
        <p:spPr>
          <a:xfrm xmlns:a="http://schemas.openxmlformats.org/drawingml/2006/main">
            <a:off x="536161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ECECB"/>
          </a:solidFill>
          <a:ln xmlns:a="http://schemas.openxmlformats.org/drawingml/2006/main" w="2040">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8936F9A5-A157-4981-9CB8-E5D0DFB22BC5}"/>
              </a:ext>
            </a:extLst>
          </p:cNvPr>
          <p:cNvSpPr>
            <a:spLocks xmlns:a="http://schemas.openxmlformats.org/drawingml/2006/main" noGrp="1"/>
          </p:cNvSpPr>
          <p:nvPr/>
        </p:nvSpPr>
        <p:spPr>
          <a:xfrm xmlns:a="http://schemas.openxmlformats.org/drawingml/2006/main">
            <a:off x="542250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68781"/>
          </a:solidFill>
          <a:ln xmlns:a="http://schemas.openxmlformats.org/drawingml/2006/main" w="2040">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D577380B-39A2-4968-933D-DC1A7A37DD3D}"/>
              </a:ext>
            </a:extLst>
          </p:cNvPr>
          <p:cNvSpPr>
            <a:spLocks xmlns:a="http://schemas.openxmlformats.org/drawingml/2006/main" noGrp="1"/>
          </p:cNvSpPr>
          <p:nvPr/>
        </p:nvSpPr>
        <p:spPr>
          <a:xfrm xmlns:a="http://schemas.openxmlformats.org/drawingml/2006/main">
            <a:off x="542250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5B3AF"/>
          </a:solidFill>
          <a:ln xmlns:a="http://schemas.openxmlformats.org/drawingml/2006/main" w="2040">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7B2B499D-8284-4F3E-B2B2-737B2F95BF5A}"/>
              </a:ext>
            </a:extLst>
          </p:cNvPr>
          <p:cNvSpPr>
            <a:spLocks xmlns:a="http://schemas.openxmlformats.org/drawingml/2006/main" noGrp="1"/>
          </p:cNvSpPr>
          <p:nvPr/>
        </p:nvSpPr>
        <p:spPr>
          <a:xfrm xmlns:a="http://schemas.openxmlformats.org/drawingml/2006/main">
            <a:off x="5422504"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0A39E"/>
          </a:solidFill>
          <a:ln xmlns:a="http://schemas.openxmlformats.org/drawingml/2006/main" w="2040">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104DA5C0-EDB4-49D7-89EE-7EEF223C3C52}"/>
              </a:ext>
            </a:extLst>
          </p:cNvPr>
          <p:cNvSpPr>
            <a:spLocks xmlns:a="http://schemas.openxmlformats.org/drawingml/2006/main" noGrp="1"/>
          </p:cNvSpPr>
          <p:nvPr/>
        </p:nvSpPr>
        <p:spPr>
          <a:xfrm xmlns:a="http://schemas.openxmlformats.org/drawingml/2006/main">
            <a:off x="548339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68680"/>
          </a:solidFill>
          <a:ln xmlns:a="http://schemas.openxmlformats.org/drawingml/2006/main" w="2040">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0F7F74C4-E7C1-4D83-8EDF-6B4DCF71C64B}"/>
              </a:ext>
            </a:extLst>
          </p:cNvPr>
          <p:cNvSpPr>
            <a:spLocks xmlns:a="http://schemas.openxmlformats.org/drawingml/2006/main" noGrp="1"/>
          </p:cNvSpPr>
          <p:nvPr/>
        </p:nvSpPr>
        <p:spPr>
          <a:xfrm xmlns:a="http://schemas.openxmlformats.org/drawingml/2006/main">
            <a:off x="5483396"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FA29D"/>
          </a:solidFill>
          <a:ln xmlns:a="http://schemas.openxmlformats.org/drawingml/2006/main" w="2040">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72A56F45-F23B-4DC3-A94F-E7B1550ADC38}"/>
              </a:ext>
            </a:extLst>
          </p:cNvPr>
          <p:cNvSpPr>
            <a:spLocks xmlns:a="http://schemas.openxmlformats.org/drawingml/2006/main" noGrp="1"/>
          </p:cNvSpPr>
          <p:nvPr/>
        </p:nvSpPr>
        <p:spPr>
          <a:xfrm xmlns:a="http://schemas.openxmlformats.org/drawingml/2006/main">
            <a:off x="4509126"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21204C2D-A478-41EA-AB41-8D4CAA2BB84D}"/>
              </a:ext>
            </a:extLst>
          </p:cNvPr>
          <p:cNvSpPr>
            <a:spLocks xmlns:a="http://schemas.openxmlformats.org/drawingml/2006/main" noGrp="1"/>
          </p:cNvSpPr>
          <p:nvPr/>
        </p:nvSpPr>
        <p:spPr>
          <a:xfrm xmlns:a="http://schemas.openxmlformats.org/drawingml/2006/main">
            <a:off x="4509126"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1C4B3FEC-918F-44D6-B69F-11AFF4632105}"/>
              </a:ext>
            </a:extLst>
          </p:cNvPr>
          <p:cNvSpPr>
            <a:spLocks xmlns:a="http://schemas.openxmlformats.org/drawingml/2006/main" noGrp="1"/>
          </p:cNvSpPr>
          <p:nvPr/>
        </p:nvSpPr>
        <p:spPr>
          <a:xfrm xmlns:a="http://schemas.openxmlformats.org/drawingml/2006/main">
            <a:off x="4509126"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D9603379-1E54-4CAD-A26C-97E795CE5342}"/>
              </a:ext>
            </a:extLst>
          </p:cNvPr>
          <p:cNvSpPr>
            <a:spLocks xmlns:a="http://schemas.openxmlformats.org/drawingml/2006/main" noGrp="1"/>
          </p:cNvSpPr>
          <p:nvPr/>
        </p:nvSpPr>
        <p:spPr>
          <a:xfrm xmlns:a="http://schemas.openxmlformats.org/drawingml/2006/main">
            <a:off x="4509126"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C6BE25D5-0F03-4019-9B77-823C557D8530}"/>
              </a:ext>
            </a:extLst>
          </p:cNvPr>
          <p:cNvSpPr>
            <a:spLocks xmlns:a="http://schemas.openxmlformats.org/drawingml/2006/main" noGrp="1"/>
          </p:cNvSpPr>
          <p:nvPr/>
        </p:nvSpPr>
        <p:spPr>
          <a:xfrm xmlns:a="http://schemas.openxmlformats.org/drawingml/2006/main">
            <a:off x="4509126"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A740AE51-A512-4FCA-B00A-F4C04F28153F}"/>
              </a:ext>
            </a:extLst>
          </p:cNvPr>
          <p:cNvSpPr>
            <a:spLocks xmlns:a="http://schemas.openxmlformats.org/drawingml/2006/main" noGrp="1"/>
          </p:cNvSpPr>
          <p:nvPr/>
        </p:nvSpPr>
        <p:spPr>
          <a:xfrm xmlns:a="http://schemas.openxmlformats.org/drawingml/2006/main">
            <a:off x="4509126"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C0CA0084-92BC-4D7F-A8F1-295099801CAC}"/>
              </a:ext>
            </a:extLst>
          </p:cNvPr>
          <p:cNvSpPr>
            <a:spLocks xmlns:a="http://schemas.openxmlformats.org/drawingml/2006/main" noGrp="1"/>
          </p:cNvSpPr>
          <p:nvPr/>
        </p:nvSpPr>
        <p:spPr>
          <a:xfrm xmlns:a="http://schemas.openxmlformats.org/drawingml/2006/main">
            <a:off x="450912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CA80581A-E8AF-4F3C-8B92-BAE22AD421C6}"/>
              </a:ext>
            </a:extLst>
          </p:cNvPr>
          <p:cNvSpPr>
            <a:spLocks xmlns:a="http://schemas.openxmlformats.org/drawingml/2006/main" noGrp="1"/>
          </p:cNvSpPr>
          <p:nvPr/>
        </p:nvSpPr>
        <p:spPr>
          <a:xfrm xmlns:a="http://schemas.openxmlformats.org/drawingml/2006/main">
            <a:off x="4570018"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C0A01075-7BDE-4565-A817-C12D2F8A419B}"/>
              </a:ext>
            </a:extLst>
          </p:cNvPr>
          <p:cNvSpPr>
            <a:spLocks xmlns:a="http://schemas.openxmlformats.org/drawingml/2006/main" noGrp="1"/>
          </p:cNvSpPr>
          <p:nvPr/>
        </p:nvSpPr>
        <p:spPr>
          <a:xfrm xmlns:a="http://schemas.openxmlformats.org/drawingml/2006/main">
            <a:off x="4570018"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E414E5E3-A462-468B-8CC3-7936CEE32CFA}"/>
              </a:ext>
            </a:extLst>
          </p:cNvPr>
          <p:cNvSpPr>
            <a:spLocks xmlns:a="http://schemas.openxmlformats.org/drawingml/2006/main" noGrp="1"/>
          </p:cNvSpPr>
          <p:nvPr/>
        </p:nvSpPr>
        <p:spPr>
          <a:xfrm xmlns:a="http://schemas.openxmlformats.org/drawingml/2006/main">
            <a:off x="4570018"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A22D51DE-9C71-41C9-8C93-7529E341EFCB}"/>
              </a:ext>
            </a:extLst>
          </p:cNvPr>
          <p:cNvSpPr>
            <a:spLocks xmlns:a="http://schemas.openxmlformats.org/drawingml/2006/main" noGrp="1"/>
          </p:cNvSpPr>
          <p:nvPr/>
        </p:nvSpPr>
        <p:spPr>
          <a:xfrm xmlns:a="http://schemas.openxmlformats.org/drawingml/2006/main">
            <a:off x="4570018"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A1785CF8-92D0-47E9-B386-8BED6565ADB2}"/>
              </a:ext>
            </a:extLst>
          </p:cNvPr>
          <p:cNvSpPr>
            <a:spLocks xmlns:a="http://schemas.openxmlformats.org/drawingml/2006/main" noGrp="1"/>
          </p:cNvSpPr>
          <p:nvPr/>
        </p:nvSpPr>
        <p:spPr>
          <a:xfrm xmlns:a="http://schemas.openxmlformats.org/drawingml/2006/main">
            <a:off x="4570018"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3F0C42CF-5DC3-40B3-A47A-71648093C96D}"/>
              </a:ext>
            </a:extLst>
          </p:cNvPr>
          <p:cNvSpPr>
            <a:spLocks xmlns:a="http://schemas.openxmlformats.org/drawingml/2006/main" noGrp="1"/>
          </p:cNvSpPr>
          <p:nvPr/>
        </p:nvSpPr>
        <p:spPr>
          <a:xfrm xmlns:a="http://schemas.openxmlformats.org/drawingml/2006/main">
            <a:off x="4570018"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7477F114-0D40-4EC4-967C-1FD2703D48C4}"/>
              </a:ext>
            </a:extLst>
          </p:cNvPr>
          <p:cNvSpPr>
            <a:spLocks xmlns:a="http://schemas.openxmlformats.org/drawingml/2006/main" noGrp="1"/>
          </p:cNvSpPr>
          <p:nvPr/>
        </p:nvSpPr>
        <p:spPr>
          <a:xfrm xmlns:a="http://schemas.openxmlformats.org/drawingml/2006/main">
            <a:off x="4570018"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6B03738D-20ED-4B3D-9066-6EA9EF3B0BDA}"/>
              </a:ext>
            </a:extLst>
          </p:cNvPr>
          <p:cNvSpPr>
            <a:spLocks xmlns:a="http://schemas.openxmlformats.org/drawingml/2006/main" noGrp="1"/>
          </p:cNvSpPr>
          <p:nvPr/>
        </p:nvSpPr>
        <p:spPr>
          <a:xfrm xmlns:a="http://schemas.openxmlformats.org/drawingml/2006/main">
            <a:off x="4630910"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978D0C91-8128-40A0-BB72-6190DDBEC8BF}"/>
              </a:ext>
            </a:extLst>
          </p:cNvPr>
          <p:cNvSpPr>
            <a:spLocks xmlns:a="http://schemas.openxmlformats.org/drawingml/2006/main" noGrp="1"/>
          </p:cNvSpPr>
          <p:nvPr/>
        </p:nvSpPr>
        <p:spPr>
          <a:xfrm xmlns:a="http://schemas.openxmlformats.org/drawingml/2006/main">
            <a:off x="4630910"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1B61B408-17C2-40C1-B9BB-D01A045F10D3}"/>
              </a:ext>
            </a:extLst>
          </p:cNvPr>
          <p:cNvSpPr>
            <a:spLocks xmlns:a="http://schemas.openxmlformats.org/drawingml/2006/main" noGrp="1"/>
          </p:cNvSpPr>
          <p:nvPr/>
        </p:nvSpPr>
        <p:spPr>
          <a:xfrm xmlns:a="http://schemas.openxmlformats.org/drawingml/2006/main">
            <a:off x="4630910"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5ADB84A7-DDA5-4B61-8BCB-A6737D8AAD81}"/>
              </a:ext>
            </a:extLst>
          </p:cNvPr>
          <p:cNvSpPr>
            <a:spLocks xmlns:a="http://schemas.openxmlformats.org/drawingml/2006/main" noGrp="1"/>
          </p:cNvSpPr>
          <p:nvPr/>
        </p:nvSpPr>
        <p:spPr>
          <a:xfrm xmlns:a="http://schemas.openxmlformats.org/drawingml/2006/main">
            <a:off x="4630910"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BAA76194-2793-4803-BBE4-D4EE3A77A55A}"/>
              </a:ext>
            </a:extLst>
          </p:cNvPr>
          <p:cNvSpPr>
            <a:spLocks xmlns:a="http://schemas.openxmlformats.org/drawingml/2006/main" noGrp="1"/>
          </p:cNvSpPr>
          <p:nvPr/>
        </p:nvSpPr>
        <p:spPr>
          <a:xfrm xmlns:a="http://schemas.openxmlformats.org/drawingml/2006/main">
            <a:off x="4630910"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8DCCB4F0-7553-497C-8B69-47BA3F7C7FE3}"/>
              </a:ext>
            </a:extLst>
          </p:cNvPr>
          <p:cNvSpPr>
            <a:spLocks xmlns:a="http://schemas.openxmlformats.org/drawingml/2006/main" noGrp="1"/>
          </p:cNvSpPr>
          <p:nvPr/>
        </p:nvSpPr>
        <p:spPr>
          <a:xfrm xmlns:a="http://schemas.openxmlformats.org/drawingml/2006/main">
            <a:off x="4630910"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5A302F0E-C265-43B7-AC56-CF1CDA7CAF03}"/>
              </a:ext>
            </a:extLst>
          </p:cNvPr>
          <p:cNvSpPr>
            <a:spLocks xmlns:a="http://schemas.openxmlformats.org/drawingml/2006/main" noGrp="1"/>
          </p:cNvSpPr>
          <p:nvPr/>
        </p:nvSpPr>
        <p:spPr>
          <a:xfrm xmlns:a="http://schemas.openxmlformats.org/drawingml/2006/main">
            <a:off x="4630910"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0289D7F9-5398-4740-A5FA-46057254D4BB}"/>
              </a:ext>
            </a:extLst>
          </p:cNvPr>
          <p:cNvSpPr>
            <a:spLocks xmlns:a="http://schemas.openxmlformats.org/drawingml/2006/main" noGrp="1"/>
          </p:cNvSpPr>
          <p:nvPr/>
        </p:nvSpPr>
        <p:spPr>
          <a:xfrm xmlns:a="http://schemas.openxmlformats.org/drawingml/2006/main">
            <a:off x="4630910"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88FB966F-B13E-4F9F-9F19-E2BFB068DFA2}"/>
              </a:ext>
            </a:extLst>
          </p:cNvPr>
          <p:cNvSpPr>
            <a:spLocks xmlns:a="http://schemas.openxmlformats.org/drawingml/2006/main" noGrp="1"/>
          </p:cNvSpPr>
          <p:nvPr/>
        </p:nvSpPr>
        <p:spPr>
          <a:xfrm xmlns:a="http://schemas.openxmlformats.org/drawingml/2006/main">
            <a:off x="4630910"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AB11ED68-3E41-4F44-AD68-186F523936DC}"/>
              </a:ext>
            </a:extLst>
          </p:cNvPr>
          <p:cNvSpPr>
            <a:spLocks xmlns:a="http://schemas.openxmlformats.org/drawingml/2006/main" noGrp="1"/>
          </p:cNvSpPr>
          <p:nvPr/>
        </p:nvSpPr>
        <p:spPr>
          <a:xfrm xmlns:a="http://schemas.openxmlformats.org/drawingml/2006/main">
            <a:off x="4691802"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B3455EF2-82DD-4A14-BB79-67F2B6E6E6F2}"/>
              </a:ext>
            </a:extLst>
          </p:cNvPr>
          <p:cNvSpPr>
            <a:spLocks xmlns:a="http://schemas.openxmlformats.org/drawingml/2006/main" noGrp="1"/>
          </p:cNvSpPr>
          <p:nvPr/>
        </p:nvSpPr>
        <p:spPr>
          <a:xfrm xmlns:a="http://schemas.openxmlformats.org/drawingml/2006/main">
            <a:off x="469180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93E9F1EB-43DC-44E4-9962-C7D7201DB826}"/>
              </a:ext>
            </a:extLst>
          </p:cNvPr>
          <p:cNvSpPr>
            <a:spLocks xmlns:a="http://schemas.openxmlformats.org/drawingml/2006/main" noGrp="1"/>
          </p:cNvSpPr>
          <p:nvPr/>
        </p:nvSpPr>
        <p:spPr>
          <a:xfrm xmlns:a="http://schemas.openxmlformats.org/drawingml/2006/main">
            <a:off x="469180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ED0DF105-89CA-4E41-ADC2-627AD2A5C8DA}"/>
              </a:ext>
            </a:extLst>
          </p:cNvPr>
          <p:cNvSpPr>
            <a:spLocks xmlns:a="http://schemas.openxmlformats.org/drawingml/2006/main" noGrp="1"/>
          </p:cNvSpPr>
          <p:nvPr/>
        </p:nvSpPr>
        <p:spPr>
          <a:xfrm xmlns:a="http://schemas.openxmlformats.org/drawingml/2006/main">
            <a:off x="469180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C3CB9518-D894-4547-8E35-DC0B1E892E5B}"/>
              </a:ext>
            </a:extLst>
          </p:cNvPr>
          <p:cNvSpPr>
            <a:spLocks xmlns:a="http://schemas.openxmlformats.org/drawingml/2006/main" noGrp="1"/>
          </p:cNvSpPr>
          <p:nvPr/>
        </p:nvSpPr>
        <p:spPr>
          <a:xfrm xmlns:a="http://schemas.openxmlformats.org/drawingml/2006/main">
            <a:off x="469180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49F12BAE-5C7C-474D-9EED-04DD8105F4AB}"/>
              </a:ext>
            </a:extLst>
          </p:cNvPr>
          <p:cNvSpPr>
            <a:spLocks xmlns:a="http://schemas.openxmlformats.org/drawingml/2006/main" noGrp="1"/>
          </p:cNvSpPr>
          <p:nvPr/>
        </p:nvSpPr>
        <p:spPr>
          <a:xfrm xmlns:a="http://schemas.openxmlformats.org/drawingml/2006/main">
            <a:off x="469180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BADEF340-80DB-4899-9D84-26A0EBA0A8A0}"/>
              </a:ext>
            </a:extLst>
          </p:cNvPr>
          <p:cNvSpPr>
            <a:spLocks xmlns:a="http://schemas.openxmlformats.org/drawingml/2006/main" noGrp="1"/>
          </p:cNvSpPr>
          <p:nvPr/>
        </p:nvSpPr>
        <p:spPr>
          <a:xfrm xmlns:a="http://schemas.openxmlformats.org/drawingml/2006/main">
            <a:off x="475269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B179C48A-323D-4054-91F3-EA25144164B0}"/>
              </a:ext>
            </a:extLst>
          </p:cNvPr>
          <p:cNvSpPr>
            <a:spLocks xmlns:a="http://schemas.openxmlformats.org/drawingml/2006/main" noGrp="1"/>
          </p:cNvSpPr>
          <p:nvPr/>
        </p:nvSpPr>
        <p:spPr>
          <a:xfrm xmlns:a="http://schemas.openxmlformats.org/drawingml/2006/main">
            <a:off x="475269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91B04EDC-2CDD-42E3-89A9-280666459F57}"/>
              </a:ext>
            </a:extLst>
          </p:cNvPr>
          <p:cNvSpPr>
            <a:spLocks xmlns:a="http://schemas.openxmlformats.org/drawingml/2006/main" noGrp="1"/>
          </p:cNvSpPr>
          <p:nvPr/>
        </p:nvSpPr>
        <p:spPr>
          <a:xfrm xmlns:a="http://schemas.openxmlformats.org/drawingml/2006/main">
            <a:off x="475269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B6D856CC-4E9E-4DFD-8101-E041C54FCB44}"/>
              </a:ext>
            </a:extLst>
          </p:cNvPr>
          <p:cNvSpPr>
            <a:spLocks xmlns:a="http://schemas.openxmlformats.org/drawingml/2006/main" noGrp="1"/>
          </p:cNvSpPr>
          <p:nvPr/>
        </p:nvSpPr>
        <p:spPr>
          <a:xfrm xmlns:a="http://schemas.openxmlformats.org/drawingml/2006/main">
            <a:off x="475269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D9CFFF6B-6A66-4860-B55B-DE42F46D3B07}"/>
              </a:ext>
            </a:extLst>
          </p:cNvPr>
          <p:cNvSpPr>
            <a:spLocks xmlns:a="http://schemas.openxmlformats.org/drawingml/2006/main" noGrp="1"/>
          </p:cNvSpPr>
          <p:nvPr/>
        </p:nvSpPr>
        <p:spPr>
          <a:xfrm xmlns:a="http://schemas.openxmlformats.org/drawingml/2006/main">
            <a:off x="4813586"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81B927B0-2CE5-44AE-8394-29A489E1594A}"/>
              </a:ext>
            </a:extLst>
          </p:cNvPr>
          <p:cNvSpPr>
            <a:spLocks xmlns:a="http://schemas.openxmlformats.org/drawingml/2006/main" noGrp="1"/>
          </p:cNvSpPr>
          <p:nvPr/>
        </p:nvSpPr>
        <p:spPr>
          <a:xfrm xmlns:a="http://schemas.openxmlformats.org/drawingml/2006/main">
            <a:off x="4813586"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16AE9B4D-1B4D-4DFD-9F47-2C34BBE84E56}"/>
              </a:ext>
            </a:extLst>
          </p:cNvPr>
          <p:cNvSpPr>
            <a:spLocks xmlns:a="http://schemas.openxmlformats.org/drawingml/2006/main" noGrp="1"/>
          </p:cNvSpPr>
          <p:nvPr/>
        </p:nvSpPr>
        <p:spPr>
          <a:xfrm xmlns:a="http://schemas.openxmlformats.org/drawingml/2006/main">
            <a:off x="4813586"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D693BBDC-5F6D-4DC5-A414-B42B89EC68A3}"/>
              </a:ext>
            </a:extLst>
          </p:cNvPr>
          <p:cNvSpPr>
            <a:spLocks xmlns:a="http://schemas.openxmlformats.org/drawingml/2006/main" noGrp="1"/>
          </p:cNvSpPr>
          <p:nvPr/>
        </p:nvSpPr>
        <p:spPr>
          <a:xfrm xmlns:a="http://schemas.openxmlformats.org/drawingml/2006/main">
            <a:off x="4813586"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3C384C70-0581-407E-89B8-CE4BADD44981}"/>
              </a:ext>
            </a:extLst>
          </p:cNvPr>
          <p:cNvSpPr>
            <a:spLocks xmlns:a="http://schemas.openxmlformats.org/drawingml/2006/main" noGrp="1"/>
          </p:cNvSpPr>
          <p:nvPr/>
        </p:nvSpPr>
        <p:spPr>
          <a:xfrm xmlns:a="http://schemas.openxmlformats.org/drawingml/2006/main">
            <a:off x="481358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FA841363-F71D-433C-B2D7-0E921055D027}"/>
              </a:ext>
            </a:extLst>
          </p:cNvPr>
          <p:cNvSpPr>
            <a:spLocks xmlns:a="http://schemas.openxmlformats.org/drawingml/2006/main" noGrp="1"/>
          </p:cNvSpPr>
          <p:nvPr/>
        </p:nvSpPr>
        <p:spPr>
          <a:xfrm xmlns:a="http://schemas.openxmlformats.org/drawingml/2006/main">
            <a:off x="481358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DF730323-28C5-4271-A991-9B83AF5F2A5B}"/>
              </a:ext>
            </a:extLst>
          </p:cNvPr>
          <p:cNvSpPr>
            <a:spLocks xmlns:a="http://schemas.openxmlformats.org/drawingml/2006/main" noGrp="1"/>
          </p:cNvSpPr>
          <p:nvPr/>
        </p:nvSpPr>
        <p:spPr>
          <a:xfrm xmlns:a="http://schemas.openxmlformats.org/drawingml/2006/main">
            <a:off x="4874477" y="397510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CA358FCB-3793-44E4-9473-AD51DDFE2897}"/>
              </a:ext>
            </a:extLst>
          </p:cNvPr>
          <p:cNvSpPr>
            <a:spLocks xmlns:a="http://schemas.openxmlformats.org/drawingml/2006/main" noGrp="1"/>
          </p:cNvSpPr>
          <p:nvPr/>
        </p:nvSpPr>
        <p:spPr>
          <a:xfrm xmlns:a="http://schemas.openxmlformats.org/drawingml/2006/main">
            <a:off x="4874477"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EA11DA30-80F2-4723-B7F9-2315374F51BC}"/>
              </a:ext>
            </a:extLst>
          </p:cNvPr>
          <p:cNvSpPr>
            <a:spLocks xmlns:a="http://schemas.openxmlformats.org/drawingml/2006/main" noGrp="1"/>
          </p:cNvSpPr>
          <p:nvPr/>
        </p:nvSpPr>
        <p:spPr>
          <a:xfrm xmlns:a="http://schemas.openxmlformats.org/drawingml/2006/main">
            <a:off x="4874477"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7C129227-7C99-46F1-B81D-A5BCF54DB829}"/>
              </a:ext>
            </a:extLst>
          </p:cNvPr>
          <p:cNvSpPr>
            <a:spLocks xmlns:a="http://schemas.openxmlformats.org/drawingml/2006/main" noGrp="1"/>
          </p:cNvSpPr>
          <p:nvPr/>
        </p:nvSpPr>
        <p:spPr>
          <a:xfrm xmlns:a="http://schemas.openxmlformats.org/drawingml/2006/main">
            <a:off x="487447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9645BFEA-F38B-495B-8D9B-42654659260C}"/>
              </a:ext>
            </a:extLst>
          </p:cNvPr>
          <p:cNvSpPr>
            <a:spLocks xmlns:a="http://schemas.openxmlformats.org/drawingml/2006/main" noGrp="1"/>
          </p:cNvSpPr>
          <p:nvPr/>
        </p:nvSpPr>
        <p:spPr>
          <a:xfrm xmlns:a="http://schemas.openxmlformats.org/drawingml/2006/main">
            <a:off x="487447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A72EABC0-17C2-4A77-A445-846FF2FFD361}"/>
              </a:ext>
            </a:extLst>
          </p:cNvPr>
          <p:cNvSpPr>
            <a:spLocks xmlns:a="http://schemas.openxmlformats.org/drawingml/2006/main" noGrp="1"/>
          </p:cNvSpPr>
          <p:nvPr/>
        </p:nvSpPr>
        <p:spPr>
          <a:xfrm xmlns:a="http://schemas.openxmlformats.org/drawingml/2006/main">
            <a:off x="4874477"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61BC4A34-4ACD-4CA5-B56A-9D51BD7664D4}"/>
              </a:ext>
            </a:extLst>
          </p:cNvPr>
          <p:cNvSpPr>
            <a:spLocks xmlns:a="http://schemas.openxmlformats.org/drawingml/2006/main" noGrp="1"/>
          </p:cNvSpPr>
          <p:nvPr/>
        </p:nvSpPr>
        <p:spPr>
          <a:xfrm xmlns:a="http://schemas.openxmlformats.org/drawingml/2006/main">
            <a:off x="4874477"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32271B15-EC07-48EF-8F3B-11B615647003}"/>
              </a:ext>
            </a:extLst>
          </p:cNvPr>
          <p:cNvSpPr>
            <a:spLocks xmlns:a="http://schemas.openxmlformats.org/drawingml/2006/main" noGrp="1"/>
          </p:cNvSpPr>
          <p:nvPr/>
        </p:nvSpPr>
        <p:spPr>
          <a:xfrm xmlns:a="http://schemas.openxmlformats.org/drawingml/2006/main">
            <a:off x="487447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A1CFA4C4-CF5D-4ACA-B1D0-7F807B7DA6B1}"/>
              </a:ext>
            </a:extLst>
          </p:cNvPr>
          <p:cNvSpPr>
            <a:spLocks xmlns:a="http://schemas.openxmlformats.org/drawingml/2006/main" noGrp="1"/>
          </p:cNvSpPr>
          <p:nvPr/>
        </p:nvSpPr>
        <p:spPr>
          <a:xfrm xmlns:a="http://schemas.openxmlformats.org/drawingml/2006/main">
            <a:off x="487447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2E25BC7D-2BCB-4281-B333-9E023BCD447C}"/>
              </a:ext>
            </a:extLst>
          </p:cNvPr>
          <p:cNvSpPr>
            <a:spLocks xmlns:a="http://schemas.openxmlformats.org/drawingml/2006/main" noGrp="1"/>
          </p:cNvSpPr>
          <p:nvPr/>
        </p:nvSpPr>
        <p:spPr>
          <a:xfrm xmlns:a="http://schemas.openxmlformats.org/drawingml/2006/main">
            <a:off x="487447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0DC47745-645F-4F7C-ACEE-0804D828B66F}"/>
              </a:ext>
            </a:extLst>
          </p:cNvPr>
          <p:cNvSpPr>
            <a:spLocks xmlns:a="http://schemas.openxmlformats.org/drawingml/2006/main" noGrp="1"/>
          </p:cNvSpPr>
          <p:nvPr/>
        </p:nvSpPr>
        <p:spPr>
          <a:xfrm xmlns:a="http://schemas.openxmlformats.org/drawingml/2006/main">
            <a:off x="4935369" y="397510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9629BC25-6C56-40F2-AF72-0CAED50A4AFB}"/>
              </a:ext>
            </a:extLst>
          </p:cNvPr>
          <p:cNvSpPr>
            <a:spLocks xmlns:a="http://schemas.openxmlformats.org/drawingml/2006/main" noGrp="1"/>
          </p:cNvSpPr>
          <p:nvPr/>
        </p:nvSpPr>
        <p:spPr>
          <a:xfrm xmlns:a="http://schemas.openxmlformats.org/drawingml/2006/main">
            <a:off x="4935369"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59D72642-CC39-4AC5-8339-CF55CE813630}"/>
              </a:ext>
            </a:extLst>
          </p:cNvPr>
          <p:cNvSpPr>
            <a:spLocks xmlns:a="http://schemas.openxmlformats.org/drawingml/2006/main" noGrp="1"/>
          </p:cNvSpPr>
          <p:nvPr/>
        </p:nvSpPr>
        <p:spPr>
          <a:xfrm xmlns:a="http://schemas.openxmlformats.org/drawingml/2006/main">
            <a:off x="4935369"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996AECCE-6D20-479E-8186-B895EF085119}"/>
              </a:ext>
            </a:extLst>
          </p:cNvPr>
          <p:cNvSpPr>
            <a:spLocks xmlns:a="http://schemas.openxmlformats.org/drawingml/2006/main" noGrp="1"/>
          </p:cNvSpPr>
          <p:nvPr/>
        </p:nvSpPr>
        <p:spPr>
          <a:xfrm xmlns:a="http://schemas.openxmlformats.org/drawingml/2006/main">
            <a:off x="4935369"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F7A0DE44-2CA1-45E6-8F28-3D699507524E}"/>
              </a:ext>
            </a:extLst>
          </p:cNvPr>
          <p:cNvSpPr>
            <a:spLocks xmlns:a="http://schemas.openxmlformats.org/drawingml/2006/main" noGrp="1"/>
          </p:cNvSpPr>
          <p:nvPr/>
        </p:nvSpPr>
        <p:spPr>
          <a:xfrm xmlns:a="http://schemas.openxmlformats.org/drawingml/2006/main">
            <a:off x="4935369"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881F7FC0-887F-41B9-B483-0C439A532466}"/>
              </a:ext>
            </a:extLst>
          </p:cNvPr>
          <p:cNvSpPr>
            <a:spLocks xmlns:a="http://schemas.openxmlformats.org/drawingml/2006/main" noGrp="1"/>
          </p:cNvSpPr>
          <p:nvPr/>
        </p:nvSpPr>
        <p:spPr>
          <a:xfrm xmlns:a="http://schemas.openxmlformats.org/drawingml/2006/main">
            <a:off x="4935369"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E47EB2AB-69BC-4511-B618-1EF7E70F910C}"/>
              </a:ext>
            </a:extLst>
          </p:cNvPr>
          <p:cNvSpPr>
            <a:spLocks xmlns:a="http://schemas.openxmlformats.org/drawingml/2006/main" noGrp="1"/>
          </p:cNvSpPr>
          <p:nvPr/>
        </p:nvSpPr>
        <p:spPr>
          <a:xfrm xmlns:a="http://schemas.openxmlformats.org/drawingml/2006/main">
            <a:off x="4935369"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13FE76C6-C429-4513-B093-EF571BA3CE78}"/>
              </a:ext>
            </a:extLst>
          </p:cNvPr>
          <p:cNvSpPr>
            <a:spLocks xmlns:a="http://schemas.openxmlformats.org/drawingml/2006/main" noGrp="1"/>
          </p:cNvSpPr>
          <p:nvPr/>
        </p:nvSpPr>
        <p:spPr>
          <a:xfrm xmlns:a="http://schemas.openxmlformats.org/drawingml/2006/main">
            <a:off x="4935369"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E5FAEB87-E2E9-4A47-876D-531C97DAF6FB}"/>
              </a:ext>
            </a:extLst>
          </p:cNvPr>
          <p:cNvSpPr>
            <a:spLocks xmlns:a="http://schemas.openxmlformats.org/drawingml/2006/main" noGrp="1"/>
          </p:cNvSpPr>
          <p:nvPr/>
        </p:nvSpPr>
        <p:spPr>
          <a:xfrm xmlns:a="http://schemas.openxmlformats.org/drawingml/2006/main">
            <a:off x="493536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E82E8D42-2BA6-471B-B9E5-429FDE14F1AD}"/>
              </a:ext>
            </a:extLst>
          </p:cNvPr>
          <p:cNvSpPr>
            <a:spLocks xmlns:a="http://schemas.openxmlformats.org/drawingml/2006/main" noGrp="1"/>
          </p:cNvSpPr>
          <p:nvPr/>
        </p:nvSpPr>
        <p:spPr>
          <a:xfrm xmlns:a="http://schemas.openxmlformats.org/drawingml/2006/main">
            <a:off x="493536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ECEBF36D-7686-4BC5-802E-74BB671808E8}"/>
              </a:ext>
            </a:extLst>
          </p:cNvPr>
          <p:cNvSpPr>
            <a:spLocks xmlns:a="http://schemas.openxmlformats.org/drawingml/2006/main" noGrp="1"/>
          </p:cNvSpPr>
          <p:nvPr/>
        </p:nvSpPr>
        <p:spPr>
          <a:xfrm xmlns:a="http://schemas.openxmlformats.org/drawingml/2006/main">
            <a:off x="493536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47866530-F73D-42C9-8EFC-42A6FB1FB9FD}"/>
              </a:ext>
            </a:extLst>
          </p:cNvPr>
          <p:cNvSpPr>
            <a:spLocks xmlns:a="http://schemas.openxmlformats.org/drawingml/2006/main" noGrp="1"/>
          </p:cNvSpPr>
          <p:nvPr/>
        </p:nvSpPr>
        <p:spPr>
          <a:xfrm xmlns:a="http://schemas.openxmlformats.org/drawingml/2006/main">
            <a:off x="493536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D0F261D6-5881-4D32-9A6E-4A148DA26664}"/>
              </a:ext>
            </a:extLst>
          </p:cNvPr>
          <p:cNvSpPr>
            <a:spLocks xmlns:a="http://schemas.openxmlformats.org/drawingml/2006/main" noGrp="1"/>
          </p:cNvSpPr>
          <p:nvPr/>
        </p:nvSpPr>
        <p:spPr>
          <a:xfrm xmlns:a="http://schemas.openxmlformats.org/drawingml/2006/main">
            <a:off x="493536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FEF66E42-35DC-425C-A6DD-2233C5FEB17A}"/>
              </a:ext>
            </a:extLst>
          </p:cNvPr>
          <p:cNvSpPr>
            <a:spLocks xmlns:a="http://schemas.openxmlformats.org/drawingml/2006/main" noGrp="1"/>
          </p:cNvSpPr>
          <p:nvPr/>
        </p:nvSpPr>
        <p:spPr>
          <a:xfrm xmlns:a="http://schemas.openxmlformats.org/drawingml/2006/main">
            <a:off x="4996261"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BB61C588-9953-401D-9E88-6DC06CA7599E}"/>
              </a:ext>
            </a:extLst>
          </p:cNvPr>
          <p:cNvSpPr>
            <a:spLocks xmlns:a="http://schemas.openxmlformats.org/drawingml/2006/main" noGrp="1"/>
          </p:cNvSpPr>
          <p:nvPr/>
        </p:nvSpPr>
        <p:spPr>
          <a:xfrm xmlns:a="http://schemas.openxmlformats.org/drawingml/2006/main">
            <a:off x="4996261"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AA92BA6B-1866-4504-A868-9D3A6D5EB82F}"/>
              </a:ext>
            </a:extLst>
          </p:cNvPr>
          <p:cNvSpPr>
            <a:spLocks xmlns:a="http://schemas.openxmlformats.org/drawingml/2006/main" noGrp="1"/>
          </p:cNvSpPr>
          <p:nvPr/>
        </p:nvSpPr>
        <p:spPr>
          <a:xfrm xmlns:a="http://schemas.openxmlformats.org/drawingml/2006/main">
            <a:off x="4996261"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D434F35C-7B3A-47EB-BEAE-11382FAE8CEC}"/>
              </a:ext>
            </a:extLst>
          </p:cNvPr>
          <p:cNvSpPr>
            <a:spLocks xmlns:a="http://schemas.openxmlformats.org/drawingml/2006/main" noGrp="1"/>
          </p:cNvSpPr>
          <p:nvPr/>
        </p:nvSpPr>
        <p:spPr>
          <a:xfrm xmlns:a="http://schemas.openxmlformats.org/drawingml/2006/main">
            <a:off x="4996261"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EE2D5AA6-CFE2-47C7-ACBD-C95705F6349D}"/>
              </a:ext>
            </a:extLst>
          </p:cNvPr>
          <p:cNvSpPr>
            <a:spLocks xmlns:a="http://schemas.openxmlformats.org/drawingml/2006/main" noGrp="1"/>
          </p:cNvSpPr>
          <p:nvPr/>
        </p:nvSpPr>
        <p:spPr>
          <a:xfrm xmlns:a="http://schemas.openxmlformats.org/drawingml/2006/main">
            <a:off x="499626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1664C259-80B9-4040-865F-16596CECD2A8}"/>
              </a:ext>
            </a:extLst>
          </p:cNvPr>
          <p:cNvSpPr>
            <a:spLocks xmlns:a="http://schemas.openxmlformats.org/drawingml/2006/main" noGrp="1"/>
          </p:cNvSpPr>
          <p:nvPr/>
        </p:nvSpPr>
        <p:spPr>
          <a:xfrm xmlns:a="http://schemas.openxmlformats.org/drawingml/2006/main">
            <a:off x="4996261"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433FDFB9-517B-459C-991F-23AC76552F10}"/>
              </a:ext>
            </a:extLst>
          </p:cNvPr>
          <p:cNvSpPr>
            <a:spLocks xmlns:a="http://schemas.openxmlformats.org/drawingml/2006/main" noGrp="1"/>
          </p:cNvSpPr>
          <p:nvPr/>
        </p:nvSpPr>
        <p:spPr>
          <a:xfrm xmlns:a="http://schemas.openxmlformats.org/drawingml/2006/main">
            <a:off x="499626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EB0FC06D-82A5-4B22-A235-30A4287A3B22}"/>
              </a:ext>
            </a:extLst>
          </p:cNvPr>
          <p:cNvSpPr>
            <a:spLocks xmlns:a="http://schemas.openxmlformats.org/drawingml/2006/main" noGrp="1"/>
          </p:cNvSpPr>
          <p:nvPr/>
        </p:nvSpPr>
        <p:spPr>
          <a:xfrm xmlns:a="http://schemas.openxmlformats.org/drawingml/2006/main">
            <a:off x="499626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1CA062A4-2CA4-4EAA-B469-7F5AD9245B0C}"/>
              </a:ext>
            </a:extLst>
          </p:cNvPr>
          <p:cNvSpPr>
            <a:spLocks xmlns:a="http://schemas.openxmlformats.org/drawingml/2006/main" noGrp="1"/>
          </p:cNvSpPr>
          <p:nvPr/>
        </p:nvSpPr>
        <p:spPr>
          <a:xfrm xmlns:a="http://schemas.openxmlformats.org/drawingml/2006/main">
            <a:off x="499626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B22E34D3-34EC-4291-B6FF-50EB76FE48F1}"/>
              </a:ext>
            </a:extLst>
          </p:cNvPr>
          <p:cNvSpPr>
            <a:spLocks xmlns:a="http://schemas.openxmlformats.org/drawingml/2006/main" noGrp="1"/>
          </p:cNvSpPr>
          <p:nvPr/>
        </p:nvSpPr>
        <p:spPr>
          <a:xfrm xmlns:a="http://schemas.openxmlformats.org/drawingml/2006/main">
            <a:off x="499626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AABAB936-7954-4830-934C-50C4E58AE824}"/>
              </a:ext>
            </a:extLst>
          </p:cNvPr>
          <p:cNvSpPr>
            <a:spLocks xmlns:a="http://schemas.openxmlformats.org/drawingml/2006/main" noGrp="1"/>
          </p:cNvSpPr>
          <p:nvPr/>
        </p:nvSpPr>
        <p:spPr>
          <a:xfrm xmlns:a="http://schemas.openxmlformats.org/drawingml/2006/main">
            <a:off x="499626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809505E5-6816-4673-AFEE-9523E9CF69F2}"/>
              </a:ext>
            </a:extLst>
          </p:cNvPr>
          <p:cNvSpPr>
            <a:spLocks xmlns:a="http://schemas.openxmlformats.org/drawingml/2006/main" noGrp="1"/>
          </p:cNvSpPr>
          <p:nvPr/>
        </p:nvSpPr>
        <p:spPr>
          <a:xfrm xmlns:a="http://schemas.openxmlformats.org/drawingml/2006/main">
            <a:off x="499626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ABF27D0D-9791-47C9-818B-B8521A54A42F}"/>
              </a:ext>
            </a:extLst>
          </p:cNvPr>
          <p:cNvSpPr>
            <a:spLocks xmlns:a="http://schemas.openxmlformats.org/drawingml/2006/main" noGrp="1"/>
          </p:cNvSpPr>
          <p:nvPr/>
        </p:nvSpPr>
        <p:spPr>
          <a:xfrm xmlns:a="http://schemas.openxmlformats.org/drawingml/2006/main">
            <a:off x="5057153"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11EE4622-20E7-46FE-A409-E57702180ED4}"/>
              </a:ext>
            </a:extLst>
          </p:cNvPr>
          <p:cNvSpPr>
            <a:spLocks xmlns:a="http://schemas.openxmlformats.org/drawingml/2006/main" noGrp="1"/>
          </p:cNvSpPr>
          <p:nvPr/>
        </p:nvSpPr>
        <p:spPr>
          <a:xfrm xmlns:a="http://schemas.openxmlformats.org/drawingml/2006/main">
            <a:off x="5057153"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A5BB5C84-21E4-478F-85CD-A19DE9048E00}"/>
              </a:ext>
            </a:extLst>
          </p:cNvPr>
          <p:cNvSpPr>
            <a:spLocks xmlns:a="http://schemas.openxmlformats.org/drawingml/2006/main" noGrp="1"/>
          </p:cNvSpPr>
          <p:nvPr/>
        </p:nvSpPr>
        <p:spPr>
          <a:xfrm xmlns:a="http://schemas.openxmlformats.org/drawingml/2006/main">
            <a:off x="5057153"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D964DC1B-500F-413D-B9F1-4B1116DD0B85}"/>
              </a:ext>
            </a:extLst>
          </p:cNvPr>
          <p:cNvSpPr>
            <a:spLocks xmlns:a="http://schemas.openxmlformats.org/drawingml/2006/main" noGrp="1"/>
          </p:cNvSpPr>
          <p:nvPr/>
        </p:nvSpPr>
        <p:spPr>
          <a:xfrm xmlns:a="http://schemas.openxmlformats.org/drawingml/2006/main">
            <a:off x="5057153"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5916A48C-E2B6-4F47-A50B-F7B1CB9D0A3E}"/>
              </a:ext>
            </a:extLst>
          </p:cNvPr>
          <p:cNvSpPr>
            <a:spLocks xmlns:a="http://schemas.openxmlformats.org/drawingml/2006/main" noGrp="1"/>
          </p:cNvSpPr>
          <p:nvPr/>
        </p:nvSpPr>
        <p:spPr>
          <a:xfrm xmlns:a="http://schemas.openxmlformats.org/drawingml/2006/main">
            <a:off x="5057153"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A434712B-FF57-49AD-9385-5257F6A31DA6}"/>
              </a:ext>
            </a:extLst>
          </p:cNvPr>
          <p:cNvSpPr>
            <a:spLocks xmlns:a="http://schemas.openxmlformats.org/drawingml/2006/main" noGrp="1"/>
          </p:cNvSpPr>
          <p:nvPr/>
        </p:nvSpPr>
        <p:spPr>
          <a:xfrm xmlns:a="http://schemas.openxmlformats.org/drawingml/2006/main">
            <a:off x="5057153"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24DEB16F-2D25-4B2C-970A-89579593396D}"/>
              </a:ext>
            </a:extLst>
          </p:cNvPr>
          <p:cNvSpPr>
            <a:spLocks xmlns:a="http://schemas.openxmlformats.org/drawingml/2006/main" noGrp="1"/>
          </p:cNvSpPr>
          <p:nvPr/>
        </p:nvSpPr>
        <p:spPr>
          <a:xfrm xmlns:a="http://schemas.openxmlformats.org/drawingml/2006/main">
            <a:off x="5057153"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07CE1770-3C29-4DF4-B571-BC6AAE6D3087}"/>
              </a:ext>
            </a:extLst>
          </p:cNvPr>
          <p:cNvSpPr>
            <a:spLocks xmlns:a="http://schemas.openxmlformats.org/drawingml/2006/main" noGrp="1"/>
          </p:cNvSpPr>
          <p:nvPr/>
        </p:nvSpPr>
        <p:spPr>
          <a:xfrm xmlns:a="http://schemas.openxmlformats.org/drawingml/2006/main">
            <a:off x="5057153"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C10BBDC0-6DB3-43ED-8F1F-D97EAA8F9576}"/>
              </a:ext>
            </a:extLst>
          </p:cNvPr>
          <p:cNvSpPr>
            <a:spLocks xmlns:a="http://schemas.openxmlformats.org/drawingml/2006/main" noGrp="1"/>
          </p:cNvSpPr>
          <p:nvPr/>
        </p:nvSpPr>
        <p:spPr>
          <a:xfrm xmlns:a="http://schemas.openxmlformats.org/drawingml/2006/main">
            <a:off x="5057153"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3B6DEEED-55A7-4794-A909-E8C1004375E7}"/>
              </a:ext>
            </a:extLst>
          </p:cNvPr>
          <p:cNvSpPr>
            <a:spLocks xmlns:a="http://schemas.openxmlformats.org/drawingml/2006/main" noGrp="1"/>
          </p:cNvSpPr>
          <p:nvPr/>
        </p:nvSpPr>
        <p:spPr>
          <a:xfrm xmlns:a="http://schemas.openxmlformats.org/drawingml/2006/main">
            <a:off x="5057153"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5155720C-EBD6-4E9F-903D-8D1BE5CA54E3}"/>
              </a:ext>
            </a:extLst>
          </p:cNvPr>
          <p:cNvSpPr>
            <a:spLocks xmlns:a="http://schemas.openxmlformats.org/drawingml/2006/main" noGrp="1"/>
          </p:cNvSpPr>
          <p:nvPr/>
        </p:nvSpPr>
        <p:spPr>
          <a:xfrm xmlns:a="http://schemas.openxmlformats.org/drawingml/2006/main">
            <a:off x="5057153"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9BCE1060-0577-4CA3-9F07-A4EFBFE92496}"/>
              </a:ext>
            </a:extLst>
          </p:cNvPr>
          <p:cNvSpPr>
            <a:spLocks xmlns:a="http://schemas.openxmlformats.org/drawingml/2006/main" noGrp="1"/>
          </p:cNvSpPr>
          <p:nvPr/>
        </p:nvSpPr>
        <p:spPr>
          <a:xfrm xmlns:a="http://schemas.openxmlformats.org/drawingml/2006/main">
            <a:off x="5057153"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58650147-1521-49F4-BF48-29359610DCCC}"/>
              </a:ext>
            </a:extLst>
          </p:cNvPr>
          <p:cNvSpPr>
            <a:spLocks xmlns:a="http://schemas.openxmlformats.org/drawingml/2006/main" noGrp="1"/>
          </p:cNvSpPr>
          <p:nvPr/>
        </p:nvSpPr>
        <p:spPr>
          <a:xfrm xmlns:a="http://schemas.openxmlformats.org/drawingml/2006/main">
            <a:off x="5057153"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488D76A0-719C-4DA4-A6E5-C98E7EACCFAA}"/>
              </a:ext>
            </a:extLst>
          </p:cNvPr>
          <p:cNvSpPr>
            <a:spLocks xmlns:a="http://schemas.openxmlformats.org/drawingml/2006/main" noGrp="1"/>
          </p:cNvSpPr>
          <p:nvPr/>
        </p:nvSpPr>
        <p:spPr>
          <a:xfrm xmlns:a="http://schemas.openxmlformats.org/drawingml/2006/main">
            <a:off x="5118045"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07D15FA9-729D-4986-BAB1-DA863CB1E308}"/>
              </a:ext>
            </a:extLst>
          </p:cNvPr>
          <p:cNvSpPr>
            <a:spLocks xmlns:a="http://schemas.openxmlformats.org/drawingml/2006/main" noGrp="1"/>
          </p:cNvSpPr>
          <p:nvPr/>
        </p:nvSpPr>
        <p:spPr>
          <a:xfrm xmlns:a="http://schemas.openxmlformats.org/drawingml/2006/main">
            <a:off x="5118045"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6A7F1E3A-D10E-44D9-8088-CBC196FFE09B}"/>
              </a:ext>
            </a:extLst>
          </p:cNvPr>
          <p:cNvSpPr>
            <a:spLocks xmlns:a="http://schemas.openxmlformats.org/drawingml/2006/main" noGrp="1"/>
          </p:cNvSpPr>
          <p:nvPr/>
        </p:nvSpPr>
        <p:spPr>
          <a:xfrm xmlns:a="http://schemas.openxmlformats.org/drawingml/2006/main">
            <a:off x="5118045"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DFC93C4C-96C2-452C-B122-A2F3ABB68B2D}"/>
              </a:ext>
            </a:extLst>
          </p:cNvPr>
          <p:cNvSpPr>
            <a:spLocks xmlns:a="http://schemas.openxmlformats.org/drawingml/2006/main" noGrp="1"/>
          </p:cNvSpPr>
          <p:nvPr/>
        </p:nvSpPr>
        <p:spPr>
          <a:xfrm xmlns:a="http://schemas.openxmlformats.org/drawingml/2006/main">
            <a:off x="5118045"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0B138338-BD7F-4C4E-B414-BC0DE5C21111}"/>
              </a:ext>
            </a:extLst>
          </p:cNvPr>
          <p:cNvSpPr>
            <a:spLocks xmlns:a="http://schemas.openxmlformats.org/drawingml/2006/main" noGrp="1"/>
          </p:cNvSpPr>
          <p:nvPr/>
        </p:nvSpPr>
        <p:spPr>
          <a:xfrm xmlns:a="http://schemas.openxmlformats.org/drawingml/2006/main">
            <a:off x="5118045"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0DFF42A9-4DCC-42B5-A2A5-E45B6F8C4077}"/>
              </a:ext>
            </a:extLst>
          </p:cNvPr>
          <p:cNvSpPr>
            <a:spLocks xmlns:a="http://schemas.openxmlformats.org/drawingml/2006/main" noGrp="1"/>
          </p:cNvSpPr>
          <p:nvPr/>
        </p:nvSpPr>
        <p:spPr>
          <a:xfrm xmlns:a="http://schemas.openxmlformats.org/drawingml/2006/main">
            <a:off x="5118045"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080110BC-9324-41D9-A9B7-DBF8598471B9}"/>
              </a:ext>
            </a:extLst>
          </p:cNvPr>
          <p:cNvSpPr>
            <a:spLocks xmlns:a="http://schemas.openxmlformats.org/drawingml/2006/main" noGrp="1"/>
          </p:cNvSpPr>
          <p:nvPr/>
        </p:nvSpPr>
        <p:spPr>
          <a:xfrm xmlns:a="http://schemas.openxmlformats.org/drawingml/2006/main">
            <a:off x="5118045"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5E130366-9566-4C7F-BC17-819E0097C61C}"/>
              </a:ext>
            </a:extLst>
          </p:cNvPr>
          <p:cNvSpPr>
            <a:spLocks xmlns:a="http://schemas.openxmlformats.org/drawingml/2006/main" noGrp="1"/>
          </p:cNvSpPr>
          <p:nvPr/>
        </p:nvSpPr>
        <p:spPr>
          <a:xfrm xmlns:a="http://schemas.openxmlformats.org/drawingml/2006/main">
            <a:off x="5118045"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7E019AC4-5100-4D2B-95D3-5DF2411731DA}"/>
              </a:ext>
            </a:extLst>
          </p:cNvPr>
          <p:cNvSpPr>
            <a:spLocks xmlns:a="http://schemas.openxmlformats.org/drawingml/2006/main" noGrp="1"/>
          </p:cNvSpPr>
          <p:nvPr/>
        </p:nvSpPr>
        <p:spPr>
          <a:xfrm xmlns:a="http://schemas.openxmlformats.org/drawingml/2006/main">
            <a:off x="5118045"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6A8AAD66-2296-4335-908B-61A564091779}"/>
              </a:ext>
            </a:extLst>
          </p:cNvPr>
          <p:cNvSpPr>
            <a:spLocks xmlns:a="http://schemas.openxmlformats.org/drawingml/2006/main" noGrp="1"/>
          </p:cNvSpPr>
          <p:nvPr/>
        </p:nvSpPr>
        <p:spPr>
          <a:xfrm xmlns:a="http://schemas.openxmlformats.org/drawingml/2006/main">
            <a:off x="5118045"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A8DC7A9E-603F-470E-A70E-9A3023959F1B}"/>
              </a:ext>
            </a:extLst>
          </p:cNvPr>
          <p:cNvSpPr>
            <a:spLocks xmlns:a="http://schemas.openxmlformats.org/drawingml/2006/main" noGrp="1"/>
          </p:cNvSpPr>
          <p:nvPr/>
        </p:nvSpPr>
        <p:spPr>
          <a:xfrm xmlns:a="http://schemas.openxmlformats.org/drawingml/2006/main">
            <a:off x="5118045"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72C6263B-6068-49F4-844B-C5352621CBD1}"/>
              </a:ext>
            </a:extLst>
          </p:cNvPr>
          <p:cNvSpPr>
            <a:spLocks xmlns:a="http://schemas.openxmlformats.org/drawingml/2006/main" noGrp="1"/>
          </p:cNvSpPr>
          <p:nvPr/>
        </p:nvSpPr>
        <p:spPr>
          <a:xfrm xmlns:a="http://schemas.openxmlformats.org/drawingml/2006/main">
            <a:off x="5118045"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D188BEF8-1FD3-434F-8B9A-717AEDF06453}"/>
              </a:ext>
            </a:extLst>
          </p:cNvPr>
          <p:cNvSpPr>
            <a:spLocks xmlns:a="http://schemas.openxmlformats.org/drawingml/2006/main" noGrp="1"/>
          </p:cNvSpPr>
          <p:nvPr/>
        </p:nvSpPr>
        <p:spPr>
          <a:xfrm xmlns:a="http://schemas.openxmlformats.org/drawingml/2006/main">
            <a:off x="5118045"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DF226690-BD07-4102-9CDD-1DEB764C4A3F}"/>
              </a:ext>
            </a:extLst>
          </p:cNvPr>
          <p:cNvSpPr>
            <a:spLocks xmlns:a="http://schemas.openxmlformats.org/drawingml/2006/main" noGrp="1"/>
          </p:cNvSpPr>
          <p:nvPr/>
        </p:nvSpPr>
        <p:spPr>
          <a:xfrm xmlns:a="http://schemas.openxmlformats.org/drawingml/2006/main">
            <a:off x="5118045"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9B336C3D-BD64-4F15-9029-94A22A831AF7}"/>
              </a:ext>
            </a:extLst>
          </p:cNvPr>
          <p:cNvSpPr>
            <a:spLocks xmlns:a="http://schemas.openxmlformats.org/drawingml/2006/main" noGrp="1"/>
          </p:cNvSpPr>
          <p:nvPr/>
        </p:nvSpPr>
        <p:spPr>
          <a:xfrm xmlns:a="http://schemas.openxmlformats.org/drawingml/2006/main">
            <a:off x="517893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B2215BEC-D607-459D-A4B5-03EE915F2095}"/>
              </a:ext>
            </a:extLst>
          </p:cNvPr>
          <p:cNvSpPr>
            <a:spLocks xmlns:a="http://schemas.openxmlformats.org/drawingml/2006/main" noGrp="1"/>
          </p:cNvSpPr>
          <p:nvPr/>
        </p:nvSpPr>
        <p:spPr>
          <a:xfrm xmlns:a="http://schemas.openxmlformats.org/drawingml/2006/main">
            <a:off x="517893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CFFB89FE-9F4C-40CD-964B-692EFA4A8CA6}"/>
              </a:ext>
            </a:extLst>
          </p:cNvPr>
          <p:cNvSpPr>
            <a:spLocks xmlns:a="http://schemas.openxmlformats.org/drawingml/2006/main" noGrp="1"/>
          </p:cNvSpPr>
          <p:nvPr/>
        </p:nvSpPr>
        <p:spPr>
          <a:xfrm xmlns:a="http://schemas.openxmlformats.org/drawingml/2006/main">
            <a:off x="5178937"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4DB205D1-7574-4B8F-896A-D85DE2C90813}"/>
              </a:ext>
            </a:extLst>
          </p:cNvPr>
          <p:cNvSpPr>
            <a:spLocks xmlns:a="http://schemas.openxmlformats.org/drawingml/2006/main" noGrp="1"/>
          </p:cNvSpPr>
          <p:nvPr/>
        </p:nvSpPr>
        <p:spPr>
          <a:xfrm xmlns:a="http://schemas.openxmlformats.org/drawingml/2006/main">
            <a:off x="5178937"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8EBFEE88-52F8-46F2-BA65-ED63E1A5F748}"/>
              </a:ext>
            </a:extLst>
          </p:cNvPr>
          <p:cNvSpPr>
            <a:spLocks xmlns:a="http://schemas.openxmlformats.org/drawingml/2006/main" noGrp="1"/>
          </p:cNvSpPr>
          <p:nvPr/>
        </p:nvSpPr>
        <p:spPr>
          <a:xfrm xmlns:a="http://schemas.openxmlformats.org/drawingml/2006/main">
            <a:off x="517893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E0C2E2CE-E88C-425F-BA69-0A6C34CBCFAD}"/>
              </a:ext>
            </a:extLst>
          </p:cNvPr>
          <p:cNvSpPr>
            <a:spLocks xmlns:a="http://schemas.openxmlformats.org/drawingml/2006/main" noGrp="1"/>
          </p:cNvSpPr>
          <p:nvPr/>
        </p:nvSpPr>
        <p:spPr>
          <a:xfrm xmlns:a="http://schemas.openxmlformats.org/drawingml/2006/main">
            <a:off x="5178937"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E5911B38-3314-4DC7-8943-E0D2AD302E7B}"/>
              </a:ext>
            </a:extLst>
          </p:cNvPr>
          <p:cNvSpPr>
            <a:spLocks xmlns:a="http://schemas.openxmlformats.org/drawingml/2006/main" noGrp="1"/>
          </p:cNvSpPr>
          <p:nvPr/>
        </p:nvSpPr>
        <p:spPr>
          <a:xfrm xmlns:a="http://schemas.openxmlformats.org/drawingml/2006/main">
            <a:off x="5178937"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52DBE145-1EEF-4BA2-93E1-926D3BE60436}"/>
              </a:ext>
            </a:extLst>
          </p:cNvPr>
          <p:cNvSpPr>
            <a:spLocks xmlns:a="http://schemas.openxmlformats.org/drawingml/2006/main" noGrp="1"/>
          </p:cNvSpPr>
          <p:nvPr/>
        </p:nvSpPr>
        <p:spPr>
          <a:xfrm xmlns:a="http://schemas.openxmlformats.org/drawingml/2006/main">
            <a:off x="5178937"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2DFD0B49-CAA2-44EB-B9E9-233D1E41B5FB}"/>
              </a:ext>
            </a:extLst>
          </p:cNvPr>
          <p:cNvSpPr>
            <a:spLocks xmlns:a="http://schemas.openxmlformats.org/drawingml/2006/main" noGrp="1"/>
          </p:cNvSpPr>
          <p:nvPr/>
        </p:nvSpPr>
        <p:spPr>
          <a:xfrm xmlns:a="http://schemas.openxmlformats.org/drawingml/2006/main">
            <a:off x="5178937"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253C48D6-89A1-4DAD-BF65-D53EBC93A134}"/>
              </a:ext>
            </a:extLst>
          </p:cNvPr>
          <p:cNvSpPr>
            <a:spLocks xmlns:a="http://schemas.openxmlformats.org/drawingml/2006/main" noGrp="1"/>
          </p:cNvSpPr>
          <p:nvPr/>
        </p:nvSpPr>
        <p:spPr>
          <a:xfrm xmlns:a="http://schemas.openxmlformats.org/drawingml/2006/main">
            <a:off x="5178937"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DC5FA0EA-32F6-4842-8E93-827AFB1EEFA3}"/>
              </a:ext>
            </a:extLst>
          </p:cNvPr>
          <p:cNvSpPr>
            <a:spLocks xmlns:a="http://schemas.openxmlformats.org/drawingml/2006/main" noGrp="1"/>
          </p:cNvSpPr>
          <p:nvPr/>
        </p:nvSpPr>
        <p:spPr>
          <a:xfrm xmlns:a="http://schemas.openxmlformats.org/drawingml/2006/main">
            <a:off x="5239829"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42DBEF30-E1CC-4CD6-9C74-3701FC7AF0E2}"/>
              </a:ext>
            </a:extLst>
          </p:cNvPr>
          <p:cNvSpPr>
            <a:spLocks xmlns:a="http://schemas.openxmlformats.org/drawingml/2006/main" noGrp="1"/>
          </p:cNvSpPr>
          <p:nvPr/>
        </p:nvSpPr>
        <p:spPr>
          <a:xfrm xmlns:a="http://schemas.openxmlformats.org/drawingml/2006/main">
            <a:off x="5239829"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468FCDD4-48AD-445F-B5F3-0D944F33A1A8}"/>
              </a:ext>
            </a:extLst>
          </p:cNvPr>
          <p:cNvSpPr>
            <a:spLocks xmlns:a="http://schemas.openxmlformats.org/drawingml/2006/main" noGrp="1"/>
          </p:cNvSpPr>
          <p:nvPr/>
        </p:nvSpPr>
        <p:spPr>
          <a:xfrm xmlns:a="http://schemas.openxmlformats.org/drawingml/2006/main">
            <a:off x="5239829"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7512BC6B-A869-42B8-822F-8E0454FE38C7}"/>
              </a:ext>
            </a:extLst>
          </p:cNvPr>
          <p:cNvSpPr>
            <a:spLocks xmlns:a="http://schemas.openxmlformats.org/drawingml/2006/main" noGrp="1"/>
          </p:cNvSpPr>
          <p:nvPr/>
        </p:nvSpPr>
        <p:spPr>
          <a:xfrm xmlns:a="http://schemas.openxmlformats.org/drawingml/2006/main">
            <a:off x="5239829"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AA761EB3-2412-4461-BE69-20DB03A41E74}"/>
              </a:ext>
            </a:extLst>
          </p:cNvPr>
          <p:cNvSpPr>
            <a:spLocks xmlns:a="http://schemas.openxmlformats.org/drawingml/2006/main" noGrp="1"/>
          </p:cNvSpPr>
          <p:nvPr/>
        </p:nvSpPr>
        <p:spPr>
          <a:xfrm xmlns:a="http://schemas.openxmlformats.org/drawingml/2006/main">
            <a:off x="523982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EC7AF3EE-E4DB-4AF9-9390-B7A283BD70A4}"/>
              </a:ext>
            </a:extLst>
          </p:cNvPr>
          <p:cNvSpPr>
            <a:spLocks xmlns:a="http://schemas.openxmlformats.org/drawingml/2006/main" noGrp="1"/>
          </p:cNvSpPr>
          <p:nvPr/>
        </p:nvSpPr>
        <p:spPr>
          <a:xfrm xmlns:a="http://schemas.openxmlformats.org/drawingml/2006/main">
            <a:off x="523982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9BA2CF23-67FE-4142-B40E-50BEA6C7A9AF}"/>
              </a:ext>
            </a:extLst>
          </p:cNvPr>
          <p:cNvSpPr>
            <a:spLocks xmlns:a="http://schemas.openxmlformats.org/drawingml/2006/main" noGrp="1"/>
          </p:cNvSpPr>
          <p:nvPr/>
        </p:nvSpPr>
        <p:spPr>
          <a:xfrm xmlns:a="http://schemas.openxmlformats.org/drawingml/2006/main">
            <a:off x="5239829"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4704D5E5-8EE1-4EFA-A6D1-89B8FB6D9219}"/>
              </a:ext>
            </a:extLst>
          </p:cNvPr>
          <p:cNvSpPr>
            <a:spLocks xmlns:a="http://schemas.openxmlformats.org/drawingml/2006/main" noGrp="1"/>
          </p:cNvSpPr>
          <p:nvPr/>
        </p:nvSpPr>
        <p:spPr>
          <a:xfrm xmlns:a="http://schemas.openxmlformats.org/drawingml/2006/main">
            <a:off x="5239829"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69394616-8140-4648-99C7-F8C428FE6D13}"/>
              </a:ext>
            </a:extLst>
          </p:cNvPr>
          <p:cNvSpPr>
            <a:spLocks xmlns:a="http://schemas.openxmlformats.org/drawingml/2006/main" noGrp="1"/>
          </p:cNvSpPr>
          <p:nvPr/>
        </p:nvSpPr>
        <p:spPr>
          <a:xfrm xmlns:a="http://schemas.openxmlformats.org/drawingml/2006/main">
            <a:off x="5239829"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29F1DEAB-6696-4E9C-8090-7DC518749EBF}"/>
              </a:ext>
            </a:extLst>
          </p:cNvPr>
          <p:cNvSpPr>
            <a:spLocks xmlns:a="http://schemas.openxmlformats.org/drawingml/2006/main" noGrp="1"/>
          </p:cNvSpPr>
          <p:nvPr/>
        </p:nvSpPr>
        <p:spPr>
          <a:xfrm xmlns:a="http://schemas.openxmlformats.org/drawingml/2006/main">
            <a:off x="5239829"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5595F8AD-1FCC-4354-81BF-5473062B718B}"/>
              </a:ext>
            </a:extLst>
          </p:cNvPr>
          <p:cNvSpPr>
            <a:spLocks xmlns:a="http://schemas.openxmlformats.org/drawingml/2006/main" noGrp="1"/>
          </p:cNvSpPr>
          <p:nvPr/>
        </p:nvSpPr>
        <p:spPr>
          <a:xfrm xmlns:a="http://schemas.openxmlformats.org/drawingml/2006/main">
            <a:off x="5239829"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FF7CAD56-C81C-43C3-BCC8-FEA85385001C}"/>
              </a:ext>
            </a:extLst>
          </p:cNvPr>
          <p:cNvSpPr>
            <a:spLocks xmlns:a="http://schemas.openxmlformats.org/drawingml/2006/main" noGrp="1"/>
          </p:cNvSpPr>
          <p:nvPr/>
        </p:nvSpPr>
        <p:spPr>
          <a:xfrm xmlns:a="http://schemas.openxmlformats.org/drawingml/2006/main">
            <a:off x="5239829"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587165D3-472A-4168-A632-3725A69D416C}"/>
              </a:ext>
            </a:extLst>
          </p:cNvPr>
          <p:cNvSpPr>
            <a:spLocks xmlns:a="http://schemas.openxmlformats.org/drawingml/2006/main" noGrp="1"/>
          </p:cNvSpPr>
          <p:nvPr/>
        </p:nvSpPr>
        <p:spPr>
          <a:xfrm xmlns:a="http://schemas.openxmlformats.org/drawingml/2006/main">
            <a:off x="530072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DF80F71E-AC6E-4BDE-9CBD-93D25DFBED63}"/>
              </a:ext>
            </a:extLst>
          </p:cNvPr>
          <p:cNvSpPr>
            <a:spLocks xmlns:a="http://schemas.openxmlformats.org/drawingml/2006/main" noGrp="1"/>
          </p:cNvSpPr>
          <p:nvPr/>
        </p:nvSpPr>
        <p:spPr>
          <a:xfrm xmlns:a="http://schemas.openxmlformats.org/drawingml/2006/main">
            <a:off x="5300721"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C48ED0AA-93A7-4910-B1BB-86070C53C893}"/>
              </a:ext>
            </a:extLst>
          </p:cNvPr>
          <p:cNvSpPr>
            <a:spLocks xmlns:a="http://schemas.openxmlformats.org/drawingml/2006/main" noGrp="1"/>
          </p:cNvSpPr>
          <p:nvPr/>
        </p:nvSpPr>
        <p:spPr>
          <a:xfrm xmlns:a="http://schemas.openxmlformats.org/drawingml/2006/main">
            <a:off x="530072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2183BED2-C4F8-46D5-BDDC-A08C5C7B9DFC}"/>
              </a:ext>
            </a:extLst>
          </p:cNvPr>
          <p:cNvSpPr>
            <a:spLocks xmlns:a="http://schemas.openxmlformats.org/drawingml/2006/main" noGrp="1"/>
          </p:cNvSpPr>
          <p:nvPr/>
        </p:nvSpPr>
        <p:spPr>
          <a:xfrm xmlns:a="http://schemas.openxmlformats.org/drawingml/2006/main">
            <a:off x="530072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39BF8C03-18FB-4BF6-9EAE-9E9226F5A0B4}"/>
              </a:ext>
            </a:extLst>
          </p:cNvPr>
          <p:cNvSpPr>
            <a:spLocks xmlns:a="http://schemas.openxmlformats.org/drawingml/2006/main" noGrp="1"/>
          </p:cNvSpPr>
          <p:nvPr/>
        </p:nvSpPr>
        <p:spPr>
          <a:xfrm xmlns:a="http://schemas.openxmlformats.org/drawingml/2006/main">
            <a:off x="530072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54520511-AE5B-4355-8717-D92EB866A6F4}"/>
              </a:ext>
            </a:extLst>
          </p:cNvPr>
          <p:cNvSpPr>
            <a:spLocks xmlns:a="http://schemas.openxmlformats.org/drawingml/2006/main" noGrp="1"/>
          </p:cNvSpPr>
          <p:nvPr/>
        </p:nvSpPr>
        <p:spPr>
          <a:xfrm xmlns:a="http://schemas.openxmlformats.org/drawingml/2006/main">
            <a:off x="5300721"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2F7A2A7D-DB10-4FF6-BF38-E63CFD7C76A0}"/>
              </a:ext>
            </a:extLst>
          </p:cNvPr>
          <p:cNvSpPr>
            <a:spLocks xmlns:a="http://schemas.openxmlformats.org/drawingml/2006/main" noGrp="1"/>
          </p:cNvSpPr>
          <p:nvPr/>
        </p:nvSpPr>
        <p:spPr>
          <a:xfrm xmlns:a="http://schemas.openxmlformats.org/drawingml/2006/main">
            <a:off x="5300721"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24D362B1-0A86-4ADF-BDA3-511FD043FABA}"/>
              </a:ext>
            </a:extLst>
          </p:cNvPr>
          <p:cNvSpPr>
            <a:spLocks xmlns:a="http://schemas.openxmlformats.org/drawingml/2006/main" noGrp="1"/>
          </p:cNvSpPr>
          <p:nvPr/>
        </p:nvSpPr>
        <p:spPr>
          <a:xfrm xmlns:a="http://schemas.openxmlformats.org/drawingml/2006/main">
            <a:off x="5300721"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45D8AAB6-48CC-4BB8-8240-A206BAE43781}"/>
              </a:ext>
            </a:extLst>
          </p:cNvPr>
          <p:cNvSpPr>
            <a:spLocks xmlns:a="http://schemas.openxmlformats.org/drawingml/2006/main" noGrp="1"/>
          </p:cNvSpPr>
          <p:nvPr/>
        </p:nvSpPr>
        <p:spPr>
          <a:xfrm xmlns:a="http://schemas.openxmlformats.org/drawingml/2006/main">
            <a:off x="5300721"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8DE76AE1-A369-476F-899B-6BCBE70874B4}"/>
              </a:ext>
            </a:extLst>
          </p:cNvPr>
          <p:cNvSpPr>
            <a:spLocks xmlns:a="http://schemas.openxmlformats.org/drawingml/2006/main" noGrp="1"/>
          </p:cNvSpPr>
          <p:nvPr/>
        </p:nvSpPr>
        <p:spPr>
          <a:xfrm xmlns:a="http://schemas.openxmlformats.org/drawingml/2006/main">
            <a:off x="5300721"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BE602B61-1774-435B-BBF1-964EAD26A0F2}"/>
              </a:ext>
            </a:extLst>
          </p:cNvPr>
          <p:cNvSpPr>
            <a:spLocks xmlns:a="http://schemas.openxmlformats.org/drawingml/2006/main" noGrp="1"/>
          </p:cNvSpPr>
          <p:nvPr/>
        </p:nvSpPr>
        <p:spPr>
          <a:xfrm xmlns:a="http://schemas.openxmlformats.org/drawingml/2006/main">
            <a:off x="536161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98E30D6B-6545-459F-A0DC-6BD231F85B08}"/>
              </a:ext>
            </a:extLst>
          </p:cNvPr>
          <p:cNvSpPr>
            <a:spLocks xmlns:a="http://schemas.openxmlformats.org/drawingml/2006/main" noGrp="1"/>
          </p:cNvSpPr>
          <p:nvPr/>
        </p:nvSpPr>
        <p:spPr>
          <a:xfrm xmlns:a="http://schemas.openxmlformats.org/drawingml/2006/main">
            <a:off x="5361612"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54F22CF7-BC9D-4F00-A976-6F456AA1E377}"/>
              </a:ext>
            </a:extLst>
          </p:cNvPr>
          <p:cNvSpPr>
            <a:spLocks xmlns:a="http://schemas.openxmlformats.org/drawingml/2006/main" noGrp="1"/>
          </p:cNvSpPr>
          <p:nvPr/>
        </p:nvSpPr>
        <p:spPr>
          <a:xfrm xmlns:a="http://schemas.openxmlformats.org/drawingml/2006/main">
            <a:off x="5361612"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F8FE0244-16E9-4345-BA4F-434951E022CD}"/>
              </a:ext>
            </a:extLst>
          </p:cNvPr>
          <p:cNvSpPr>
            <a:spLocks xmlns:a="http://schemas.openxmlformats.org/drawingml/2006/main" noGrp="1"/>
          </p:cNvSpPr>
          <p:nvPr/>
        </p:nvSpPr>
        <p:spPr>
          <a:xfrm xmlns:a="http://schemas.openxmlformats.org/drawingml/2006/main">
            <a:off x="5361612"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5653B3C8-D4C8-450E-8F68-BEE3F79BACA6}"/>
              </a:ext>
            </a:extLst>
          </p:cNvPr>
          <p:cNvSpPr>
            <a:spLocks xmlns:a="http://schemas.openxmlformats.org/drawingml/2006/main" noGrp="1"/>
          </p:cNvSpPr>
          <p:nvPr/>
        </p:nvSpPr>
        <p:spPr>
          <a:xfrm xmlns:a="http://schemas.openxmlformats.org/drawingml/2006/main">
            <a:off x="5361612"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BCCAD7E2-120E-4A53-A89B-4FA4BAE02EA1}"/>
              </a:ext>
            </a:extLst>
          </p:cNvPr>
          <p:cNvSpPr>
            <a:spLocks xmlns:a="http://schemas.openxmlformats.org/drawingml/2006/main" noGrp="1"/>
          </p:cNvSpPr>
          <p:nvPr/>
        </p:nvSpPr>
        <p:spPr>
          <a:xfrm xmlns:a="http://schemas.openxmlformats.org/drawingml/2006/main">
            <a:off x="542250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326E4F5D-37EC-45A1-8062-F21CD6C0E5CA}"/>
              </a:ext>
            </a:extLst>
          </p:cNvPr>
          <p:cNvSpPr>
            <a:spLocks xmlns:a="http://schemas.openxmlformats.org/drawingml/2006/main" noGrp="1"/>
          </p:cNvSpPr>
          <p:nvPr/>
        </p:nvSpPr>
        <p:spPr>
          <a:xfrm xmlns:a="http://schemas.openxmlformats.org/drawingml/2006/main">
            <a:off x="5422504"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AF46E6BD-30A0-494B-9ED3-E4B8B26C4005}"/>
              </a:ext>
            </a:extLst>
          </p:cNvPr>
          <p:cNvSpPr>
            <a:spLocks xmlns:a="http://schemas.openxmlformats.org/drawingml/2006/main" noGrp="1"/>
          </p:cNvSpPr>
          <p:nvPr/>
        </p:nvSpPr>
        <p:spPr>
          <a:xfrm xmlns:a="http://schemas.openxmlformats.org/drawingml/2006/main">
            <a:off x="5422504"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3E1E0850-8BA7-45C1-89F2-0FD62584B7CB}"/>
              </a:ext>
            </a:extLst>
          </p:cNvPr>
          <p:cNvSpPr>
            <a:spLocks xmlns:a="http://schemas.openxmlformats.org/drawingml/2006/main" noGrp="1"/>
          </p:cNvSpPr>
          <p:nvPr/>
        </p:nvSpPr>
        <p:spPr>
          <a:xfrm xmlns:a="http://schemas.openxmlformats.org/drawingml/2006/main">
            <a:off x="5422504"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BDD18B3C-5F98-4083-A525-C871AB4C5584}"/>
              </a:ext>
            </a:extLst>
          </p:cNvPr>
          <p:cNvSpPr>
            <a:spLocks xmlns:a="http://schemas.openxmlformats.org/drawingml/2006/main" noGrp="1"/>
          </p:cNvSpPr>
          <p:nvPr/>
        </p:nvSpPr>
        <p:spPr>
          <a:xfrm xmlns:a="http://schemas.openxmlformats.org/drawingml/2006/main">
            <a:off x="5483396"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E8E58629-F919-43D2-B667-23EDA52DD973}"/>
              </a:ext>
            </a:extLst>
          </p:cNvPr>
          <p:cNvSpPr>
            <a:spLocks xmlns:a="http://schemas.openxmlformats.org/drawingml/2006/main" noGrp="1"/>
          </p:cNvSpPr>
          <p:nvPr/>
        </p:nvSpPr>
        <p:spPr>
          <a:xfrm xmlns:a="http://schemas.openxmlformats.org/drawingml/2006/main">
            <a:off x="5483396"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F10A8D81-39E3-46D1-82B4-F9776E3F4F23}"/>
              </a:ext>
            </a:extLst>
          </p:cNvPr>
          <p:cNvSpPr>
            <a:spLocks xmlns:a="http://schemas.openxmlformats.org/drawingml/2006/main" noGrp="1"/>
          </p:cNvSpPr>
          <p:nvPr/>
        </p:nvSpPr>
        <p:spPr>
          <a:xfrm xmlns:a="http://schemas.openxmlformats.org/drawingml/2006/main">
            <a:off x="5483396"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34C1E98A-CEC6-4BAC-8B3D-4757878EE99A}"/>
              </a:ext>
            </a:extLst>
          </p:cNvPr>
          <p:cNvSpPr>
            <a:spLocks xmlns:a="http://schemas.openxmlformats.org/drawingml/2006/main" noGrp="1"/>
          </p:cNvSpPr>
          <p:nvPr/>
        </p:nvSpPr>
        <p:spPr>
          <a:xfrm xmlns:a="http://schemas.openxmlformats.org/drawingml/2006/main">
            <a:off x="5483396"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9600869F-2F16-4746-8567-2E3C9FA883F0}"/>
              </a:ext>
            </a:extLst>
          </p:cNvPr>
          <p:cNvSpPr>
            <a:spLocks xmlns:a="http://schemas.openxmlformats.org/drawingml/2006/main" noGrp="1"/>
          </p:cNvSpPr>
          <p:nvPr/>
        </p:nvSpPr>
        <p:spPr>
          <a:xfrm xmlns:a="http://schemas.openxmlformats.org/drawingml/2006/main">
            <a:off x="5483396"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9AF23A0F-B7C2-408C-9077-7D76858F31A7}"/>
              </a:ext>
            </a:extLst>
          </p:cNvPr>
          <p:cNvSpPr>
            <a:spLocks xmlns:a="http://schemas.openxmlformats.org/drawingml/2006/main" noGrp="1"/>
          </p:cNvSpPr>
          <p:nvPr/>
        </p:nvSpPr>
        <p:spPr>
          <a:xfrm xmlns:a="http://schemas.openxmlformats.org/drawingml/2006/main">
            <a:off x="5544288"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93278149-7034-44B9-8CFF-D0F80F993B38}"/>
              </a:ext>
            </a:extLst>
          </p:cNvPr>
          <p:cNvSpPr>
            <a:spLocks xmlns:a="http://schemas.openxmlformats.org/drawingml/2006/main" noGrp="1"/>
          </p:cNvSpPr>
          <p:nvPr/>
        </p:nvSpPr>
        <p:spPr>
          <a:xfrm xmlns:a="http://schemas.openxmlformats.org/drawingml/2006/main">
            <a:off x="5544288"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8831D411-1A3B-46FF-B339-8392790DA462}"/>
              </a:ext>
            </a:extLst>
          </p:cNvPr>
          <p:cNvSpPr>
            <a:spLocks xmlns:a="http://schemas.openxmlformats.org/drawingml/2006/main" noGrp="1"/>
          </p:cNvSpPr>
          <p:nvPr/>
        </p:nvSpPr>
        <p:spPr>
          <a:xfrm xmlns:a="http://schemas.openxmlformats.org/drawingml/2006/main">
            <a:off x="5544288"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744B3C42-2720-477F-A5F0-3A0E5ED85E42}"/>
              </a:ext>
            </a:extLst>
          </p:cNvPr>
          <p:cNvSpPr>
            <a:spLocks xmlns:a="http://schemas.openxmlformats.org/drawingml/2006/main" noGrp="1"/>
          </p:cNvSpPr>
          <p:nvPr/>
        </p:nvSpPr>
        <p:spPr>
          <a:xfrm xmlns:a="http://schemas.openxmlformats.org/drawingml/2006/main">
            <a:off x="5544288"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AAEE07B3-1711-47FE-AAD2-0CCCEB669556}"/>
              </a:ext>
            </a:extLst>
          </p:cNvPr>
          <p:cNvSpPr>
            <a:spLocks xmlns:a="http://schemas.openxmlformats.org/drawingml/2006/main" noGrp="1"/>
          </p:cNvSpPr>
          <p:nvPr/>
        </p:nvSpPr>
        <p:spPr>
          <a:xfrm xmlns:a="http://schemas.openxmlformats.org/drawingml/2006/main">
            <a:off x="5605180"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230906B5-A33C-4D6A-A1C1-9EFDC6BC6592}"/>
              </a:ext>
            </a:extLst>
          </p:cNvPr>
          <p:cNvSpPr>
            <a:spLocks xmlns:a="http://schemas.openxmlformats.org/drawingml/2006/main" noGrp="1"/>
          </p:cNvSpPr>
          <p:nvPr/>
        </p:nvSpPr>
        <p:spPr>
          <a:xfrm xmlns:a="http://schemas.openxmlformats.org/drawingml/2006/main">
            <a:off x="5605180"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BCB7FAC0-C3F8-4275-80B5-9CBEEDA97981}"/>
              </a:ext>
            </a:extLst>
          </p:cNvPr>
          <p:cNvSpPr>
            <a:spLocks xmlns:a="http://schemas.openxmlformats.org/drawingml/2006/main" noGrp="1"/>
          </p:cNvSpPr>
          <p:nvPr/>
        </p:nvSpPr>
        <p:spPr>
          <a:xfrm xmlns:a="http://schemas.openxmlformats.org/drawingml/2006/main">
            <a:off x="5605180"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CAD09D5B-8031-4B4E-A31D-C1C48C82E2F7}"/>
              </a:ext>
            </a:extLst>
          </p:cNvPr>
          <p:cNvSpPr>
            <a:spLocks xmlns:a="http://schemas.openxmlformats.org/drawingml/2006/main" noGrp="1"/>
          </p:cNvSpPr>
          <p:nvPr/>
        </p:nvSpPr>
        <p:spPr>
          <a:xfrm xmlns:a="http://schemas.openxmlformats.org/drawingml/2006/main">
            <a:off x="5605180"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5F90FBCA-244E-4775-A945-17BBEF43D944}"/>
              </a:ext>
            </a:extLst>
          </p:cNvPr>
          <p:cNvSpPr>
            <a:spLocks xmlns:a="http://schemas.openxmlformats.org/drawingml/2006/main" noGrp="1"/>
          </p:cNvSpPr>
          <p:nvPr/>
        </p:nvSpPr>
        <p:spPr>
          <a:xfrm xmlns:a="http://schemas.openxmlformats.org/drawingml/2006/main">
            <a:off x="5605180"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E789BA02-6450-4826-9FEB-DBF38CCCE6DB}"/>
              </a:ext>
            </a:extLst>
          </p:cNvPr>
          <p:cNvSpPr>
            <a:spLocks xmlns:a="http://schemas.openxmlformats.org/drawingml/2006/main" noGrp="1"/>
          </p:cNvSpPr>
          <p:nvPr/>
        </p:nvSpPr>
        <p:spPr>
          <a:xfrm xmlns:a="http://schemas.openxmlformats.org/drawingml/2006/main">
            <a:off x="5605180"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271B309C-2638-40C5-B4D8-3187B5F3E41F}"/>
              </a:ext>
            </a:extLst>
          </p:cNvPr>
          <p:cNvSpPr>
            <a:spLocks xmlns:a="http://schemas.openxmlformats.org/drawingml/2006/main" noGrp="1"/>
          </p:cNvSpPr>
          <p:nvPr/>
        </p:nvSpPr>
        <p:spPr>
          <a:xfrm xmlns:a="http://schemas.openxmlformats.org/drawingml/2006/main">
            <a:off x="5666072"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47F5C37B-487A-48B1-94F0-785DD8573F03}"/>
              </a:ext>
            </a:extLst>
          </p:cNvPr>
          <p:cNvSpPr>
            <a:spLocks xmlns:a="http://schemas.openxmlformats.org/drawingml/2006/main" noGrp="1"/>
          </p:cNvSpPr>
          <p:nvPr/>
        </p:nvSpPr>
        <p:spPr>
          <a:xfrm xmlns:a="http://schemas.openxmlformats.org/drawingml/2006/main">
            <a:off x="566607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30A5E0DF-80F2-4143-93A1-B58D15343EDF}"/>
              </a:ext>
            </a:extLst>
          </p:cNvPr>
          <p:cNvSpPr>
            <a:spLocks xmlns:a="http://schemas.openxmlformats.org/drawingml/2006/main" noGrp="1"/>
          </p:cNvSpPr>
          <p:nvPr/>
        </p:nvSpPr>
        <p:spPr>
          <a:xfrm xmlns:a="http://schemas.openxmlformats.org/drawingml/2006/main">
            <a:off x="5666072"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13599B78-80DF-4359-8FDC-358730A7FCF3}"/>
              </a:ext>
            </a:extLst>
          </p:cNvPr>
          <p:cNvSpPr>
            <a:spLocks xmlns:a="http://schemas.openxmlformats.org/drawingml/2006/main" noGrp="1"/>
          </p:cNvSpPr>
          <p:nvPr/>
        </p:nvSpPr>
        <p:spPr>
          <a:xfrm xmlns:a="http://schemas.openxmlformats.org/drawingml/2006/main">
            <a:off x="5666072"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0A54A6F1-A26F-4F83-BD83-A3C33B08AE83}"/>
              </a:ext>
            </a:extLst>
          </p:cNvPr>
          <p:cNvSpPr>
            <a:spLocks xmlns:a="http://schemas.openxmlformats.org/drawingml/2006/main" noGrp="1"/>
          </p:cNvSpPr>
          <p:nvPr/>
        </p:nvSpPr>
        <p:spPr>
          <a:xfrm xmlns:a="http://schemas.openxmlformats.org/drawingml/2006/main">
            <a:off x="5666072"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60013549-AD84-4966-A56F-93DC5562ECAF}"/>
              </a:ext>
            </a:extLst>
          </p:cNvPr>
          <p:cNvSpPr>
            <a:spLocks xmlns:a="http://schemas.openxmlformats.org/drawingml/2006/main" noGrp="1"/>
          </p:cNvSpPr>
          <p:nvPr/>
        </p:nvSpPr>
        <p:spPr>
          <a:xfrm xmlns:a="http://schemas.openxmlformats.org/drawingml/2006/main">
            <a:off x="572696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D36CEA58-7895-4319-A45B-1A4568B271C5}"/>
              </a:ext>
            </a:extLst>
          </p:cNvPr>
          <p:cNvSpPr>
            <a:spLocks xmlns:a="http://schemas.openxmlformats.org/drawingml/2006/main" noGrp="1"/>
          </p:cNvSpPr>
          <p:nvPr/>
        </p:nvSpPr>
        <p:spPr>
          <a:xfrm xmlns:a="http://schemas.openxmlformats.org/drawingml/2006/main">
            <a:off x="572696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D36B6274-320A-4FB7-B77A-5E54234556D3}"/>
              </a:ext>
            </a:extLst>
          </p:cNvPr>
          <p:cNvSpPr>
            <a:spLocks xmlns:a="http://schemas.openxmlformats.org/drawingml/2006/main" noGrp="1"/>
          </p:cNvSpPr>
          <p:nvPr/>
        </p:nvSpPr>
        <p:spPr>
          <a:xfrm xmlns:a="http://schemas.openxmlformats.org/drawingml/2006/main">
            <a:off x="5726964"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6265B64F-FA46-49BF-B68D-1A2006CB2CFA}"/>
              </a:ext>
            </a:extLst>
          </p:cNvPr>
          <p:cNvSpPr>
            <a:spLocks xmlns:a="http://schemas.openxmlformats.org/drawingml/2006/main" noGrp="1"/>
          </p:cNvSpPr>
          <p:nvPr/>
        </p:nvSpPr>
        <p:spPr>
          <a:xfrm xmlns:a="http://schemas.openxmlformats.org/drawingml/2006/main">
            <a:off x="5787856"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574074D5-7462-447D-9A68-BB5DF67CABEB}"/>
              </a:ext>
            </a:extLst>
          </p:cNvPr>
          <p:cNvSpPr>
            <a:spLocks xmlns:a="http://schemas.openxmlformats.org/drawingml/2006/main" noGrp="1"/>
          </p:cNvSpPr>
          <p:nvPr/>
        </p:nvSpPr>
        <p:spPr>
          <a:xfrm xmlns:a="http://schemas.openxmlformats.org/drawingml/2006/main">
            <a:off x="5787856"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9200D73E-0611-4AA7-9776-2B101A8D0E30}"/>
              </a:ext>
            </a:extLst>
          </p:cNvPr>
          <p:cNvSpPr>
            <a:spLocks xmlns:a="http://schemas.openxmlformats.org/drawingml/2006/main" noGrp="1"/>
          </p:cNvSpPr>
          <p:nvPr/>
        </p:nvSpPr>
        <p:spPr>
          <a:xfrm xmlns:a="http://schemas.openxmlformats.org/drawingml/2006/main">
            <a:off x="5787856"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C5D5E970-E412-46AA-A9C6-3156237B5779}"/>
              </a:ext>
            </a:extLst>
          </p:cNvPr>
          <p:cNvSpPr>
            <a:spLocks xmlns:a="http://schemas.openxmlformats.org/drawingml/2006/main" noGrp="1"/>
          </p:cNvSpPr>
          <p:nvPr/>
        </p:nvSpPr>
        <p:spPr>
          <a:xfrm xmlns:a="http://schemas.openxmlformats.org/drawingml/2006/main">
            <a:off x="5787856"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3B66ADE6-A90C-4DF1-A8D7-F622934D1809}"/>
              </a:ext>
            </a:extLst>
          </p:cNvPr>
          <p:cNvSpPr>
            <a:spLocks xmlns:a="http://schemas.openxmlformats.org/drawingml/2006/main" noGrp="1"/>
          </p:cNvSpPr>
          <p:nvPr/>
        </p:nvSpPr>
        <p:spPr>
          <a:xfrm xmlns:a="http://schemas.openxmlformats.org/drawingml/2006/main">
            <a:off x="5787856"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2C25507B-A4FD-4D56-86D7-A175F086486F}"/>
              </a:ext>
            </a:extLst>
          </p:cNvPr>
          <p:cNvSpPr>
            <a:spLocks xmlns:a="http://schemas.openxmlformats.org/drawingml/2006/main" noGrp="1"/>
          </p:cNvSpPr>
          <p:nvPr/>
        </p:nvSpPr>
        <p:spPr>
          <a:xfrm xmlns:a="http://schemas.openxmlformats.org/drawingml/2006/main">
            <a:off x="5787856"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FC8CBDF2-2A68-4F4F-9096-853747D18864}"/>
              </a:ext>
            </a:extLst>
          </p:cNvPr>
          <p:cNvSpPr>
            <a:spLocks xmlns:a="http://schemas.openxmlformats.org/drawingml/2006/main" noGrp="1"/>
          </p:cNvSpPr>
          <p:nvPr/>
        </p:nvSpPr>
        <p:spPr>
          <a:xfrm xmlns:a="http://schemas.openxmlformats.org/drawingml/2006/main">
            <a:off x="5787856" y="238125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F17097AA-5B25-4840-9941-D6CA5A422483}"/>
              </a:ext>
            </a:extLst>
          </p:cNvPr>
          <p:cNvSpPr>
            <a:spLocks xmlns:a="http://schemas.openxmlformats.org/drawingml/2006/main" noGrp="1"/>
          </p:cNvSpPr>
          <p:nvPr/>
        </p:nvSpPr>
        <p:spPr>
          <a:xfrm xmlns:a="http://schemas.openxmlformats.org/drawingml/2006/main">
            <a:off x="584874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772237CC-5BF5-449B-943D-F8E157D49096}"/>
              </a:ext>
            </a:extLst>
          </p:cNvPr>
          <p:cNvSpPr>
            <a:spLocks xmlns:a="http://schemas.openxmlformats.org/drawingml/2006/main" noGrp="1"/>
          </p:cNvSpPr>
          <p:nvPr/>
        </p:nvSpPr>
        <p:spPr>
          <a:xfrm xmlns:a="http://schemas.openxmlformats.org/drawingml/2006/main">
            <a:off x="5848747"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FA2C511A-2963-4E6A-AB95-20D023F90396}"/>
              </a:ext>
            </a:extLst>
          </p:cNvPr>
          <p:cNvSpPr>
            <a:spLocks xmlns:a="http://schemas.openxmlformats.org/drawingml/2006/main" noGrp="1"/>
          </p:cNvSpPr>
          <p:nvPr/>
        </p:nvSpPr>
        <p:spPr>
          <a:xfrm xmlns:a="http://schemas.openxmlformats.org/drawingml/2006/main">
            <a:off x="5848747"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F427685F-C438-4B2D-B6CF-437D9FDFA1CF}"/>
              </a:ext>
            </a:extLst>
          </p:cNvPr>
          <p:cNvSpPr>
            <a:spLocks xmlns:a="http://schemas.openxmlformats.org/drawingml/2006/main" noGrp="1"/>
          </p:cNvSpPr>
          <p:nvPr/>
        </p:nvSpPr>
        <p:spPr>
          <a:xfrm xmlns:a="http://schemas.openxmlformats.org/drawingml/2006/main">
            <a:off x="5848747"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707EC7B9-5450-4A5B-851B-26F2FFB7F215}"/>
              </a:ext>
            </a:extLst>
          </p:cNvPr>
          <p:cNvSpPr>
            <a:spLocks xmlns:a="http://schemas.openxmlformats.org/drawingml/2006/main" noGrp="1"/>
          </p:cNvSpPr>
          <p:nvPr/>
        </p:nvSpPr>
        <p:spPr>
          <a:xfrm xmlns:a="http://schemas.openxmlformats.org/drawingml/2006/main">
            <a:off x="5848747"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AA65E40F-34B9-4A33-84E7-13F4985FB20D}"/>
              </a:ext>
            </a:extLst>
          </p:cNvPr>
          <p:cNvSpPr>
            <a:spLocks xmlns:a="http://schemas.openxmlformats.org/drawingml/2006/main" noGrp="1"/>
          </p:cNvSpPr>
          <p:nvPr/>
        </p:nvSpPr>
        <p:spPr>
          <a:xfrm xmlns:a="http://schemas.openxmlformats.org/drawingml/2006/main">
            <a:off x="5848747"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944DB744-867B-4AEA-94A5-817A188687CF}"/>
              </a:ext>
            </a:extLst>
          </p:cNvPr>
          <p:cNvSpPr>
            <a:spLocks xmlns:a="http://schemas.openxmlformats.org/drawingml/2006/main" noGrp="1"/>
          </p:cNvSpPr>
          <p:nvPr/>
        </p:nvSpPr>
        <p:spPr>
          <a:xfrm xmlns:a="http://schemas.openxmlformats.org/drawingml/2006/main">
            <a:off x="5848747"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4835D702-72DE-4F73-829F-6DA8754D6032}"/>
              </a:ext>
            </a:extLst>
          </p:cNvPr>
          <p:cNvSpPr>
            <a:spLocks xmlns:a="http://schemas.openxmlformats.org/drawingml/2006/main" noGrp="1"/>
          </p:cNvSpPr>
          <p:nvPr/>
        </p:nvSpPr>
        <p:spPr>
          <a:xfrm xmlns:a="http://schemas.openxmlformats.org/drawingml/2006/main">
            <a:off x="5848747" y="238125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A83AD70B-135B-45A7-9CB5-97B11EB11C3F}"/>
              </a:ext>
            </a:extLst>
          </p:cNvPr>
          <p:cNvSpPr>
            <a:spLocks xmlns:a="http://schemas.openxmlformats.org/drawingml/2006/main" noGrp="1"/>
          </p:cNvSpPr>
          <p:nvPr/>
        </p:nvSpPr>
        <p:spPr>
          <a:xfrm xmlns:a="http://schemas.openxmlformats.org/drawingml/2006/main">
            <a:off x="5909639"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CE11EDB2-B554-4738-865E-11E60EB5775C}"/>
              </a:ext>
            </a:extLst>
          </p:cNvPr>
          <p:cNvSpPr>
            <a:spLocks xmlns:a="http://schemas.openxmlformats.org/drawingml/2006/main" noGrp="1"/>
          </p:cNvSpPr>
          <p:nvPr/>
        </p:nvSpPr>
        <p:spPr>
          <a:xfrm xmlns:a="http://schemas.openxmlformats.org/drawingml/2006/main">
            <a:off x="590963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1F803720-4EDF-42AA-A4FA-5EE8F4C8DF1A}"/>
              </a:ext>
            </a:extLst>
          </p:cNvPr>
          <p:cNvSpPr>
            <a:spLocks xmlns:a="http://schemas.openxmlformats.org/drawingml/2006/main" noGrp="1"/>
          </p:cNvSpPr>
          <p:nvPr/>
        </p:nvSpPr>
        <p:spPr>
          <a:xfrm xmlns:a="http://schemas.openxmlformats.org/drawingml/2006/main">
            <a:off x="590963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2E8EEAD6-7F66-4A2B-A6F4-61BE376A87FE}"/>
              </a:ext>
            </a:extLst>
          </p:cNvPr>
          <p:cNvSpPr>
            <a:spLocks xmlns:a="http://schemas.openxmlformats.org/drawingml/2006/main" noGrp="1"/>
          </p:cNvSpPr>
          <p:nvPr/>
        </p:nvSpPr>
        <p:spPr>
          <a:xfrm xmlns:a="http://schemas.openxmlformats.org/drawingml/2006/main">
            <a:off x="590963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37A1CABA-C68C-4826-8E9F-4F08B3547898}"/>
              </a:ext>
            </a:extLst>
          </p:cNvPr>
          <p:cNvSpPr>
            <a:spLocks xmlns:a="http://schemas.openxmlformats.org/drawingml/2006/main" noGrp="1"/>
          </p:cNvSpPr>
          <p:nvPr/>
        </p:nvSpPr>
        <p:spPr>
          <a:xfrm xmlns:a="http://schemas.openxmlformats.org/drawingml/2006/main">
            <a:off x="590963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C666901A-5B6A-4E67-BB8B-B7D8CBFAF44F}"/>
              </a:ext>
            </a:extLst>
          </p:cNvPr>
          <p:cNvSpPr>
            <a:spLocks xmlns:a="http://schemas.openxmlformats.org/drawingml/2006/main" noGrp="1"/>
          </p:cNvSpPr>
          <p:nvPr/>
        </p:nvSpPr>
        <p:spPr>
          <a:xfrm xmlns:a="http://schemas.openxmlformats.org/drawingml/2006/main">
            <a:off x="590963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7275A93E-D3F2-4332-9036-8BBEF96BB8C8}"/>
              </a:ext>
            </a:extLst>
          </p:cNvPr>
          <p:cNvSpPr>
            <a:spLocks xmlns:a="http://schemas.openxmlformats.org/drawingml/2006/main" noGrp="1"/>
          </p:cNvSpPr>
          <p:nvPr/>
        </p:nvSpPr>
        <p:spPr>
          <a:xfrm xmlns:a="http://schemas.openxmlformats.org/drawingml/2006/main">
            <a:off x="5909639"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7AA72ED7-509E-4B09-9EA7-2AEAC867D4C8}"/>
              </a:ext>
            </a:extLst>
          </p:cNvPr>
          <p:cNvSpPr>
            <a:spLocks xmlns:a="http://schemas.openxmlformats.org/drawingml/2006/main" noGrp="1"/>
          </p:cNvSpPr>
          <p:nvPr/>
        </p:nvSpPr>
        <p:spPr>
          <a:xfrm xmlns:a="http://schemas.openxmlformats.org/drawingml/2006/main">
            <a:off x="5909639"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9051413A-AEEE-4FBC-8A30-34FD61C7663E}"/>
              </a:ext>
            </a:extLst>
          </p:cNvPr>
          <p:cNvSpPr>
            <a:spLocks xmlns:a="http://schemas.openxmlformats.org/drawingml/2006/main" noGrp="1"/>
          </p:cNvSpPr>
          <p:nvPr/>
        </p:nvSpPr>
        <p:spPr>
          <a:xfrm xmlns:a="http://schemas.openxmlformats.org/drawingml/2006/main">
            <a:off x="5909639"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5BED71B9-9152-4B5E-ACE9-BA52A0834B24}"/>
              </a:ext>
            </a:extLst>
          </p:cNvPr>
          <p:cNvSpPr>
            <a:spLocks xmlns:a="http://schemas.openxmlformats.org/drawingml/2006/main" noGrp="1"/>
          </p:cNvSpPr>
          <p:nvPr/>
        </p:nvSpPr>
        <p:spPr>
          <a:xfrm xmlns:a="http://schemas.openxmlformats.org/drawingml/2006/main">
            <a:off x="5909639" y="238125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18992514-6653-4BFA-BBBB-B68B99834D3D}"/>
              </a:ext>
            </a:extLst>
          </p:cNvPr>
          <p:cNvSpPr>
            <a:spLocks xmlns:a="http://schemas.openxmlformats.org/drawingml/2006/main" noGrp="1"/>
          </p:cNvSpPr>
          <p:nvPr/>
        </p:nvSpPr>
        <p:spPr>
          <a:xfrm xmlns:a="http://schemas.openxmlformats.org/drawingml/2006/main">
            <a:off x="5970531" y="397510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E0CDAC7C-E493-480B-9791-8B422897FB7D}"/>
              </a:ext>
            </a:extLst>
          </p:cNvPr>
          <p:cNvSpPr>
            <a:spLocks xmlns:a="http://schemas.openxmlformats.org/drawingml/2006/main" noGrp="1"/>
          </p:cNvSpPr>
          <p:nvPr/>
        </p:nvSpPr>
        <p:spPr>
          <a:xfrm xmlns:a="http://schemas.openxmlformats.org/drawingml/2006/main">
            <a:off x="5970531"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577ED9E0-5C1B-4C60-ACDC-2ED4C2814A67}"/>
              </a:ext>
            </a:extLst>
          </p:cNvPr>
          <p:cNvSpPr>
            <a:spLocks xmlns:a="http://schemas.openxmlformats.org/drawingml/2006/main" noGrp="1"/>
          </p:cNvSpPr>
          <p:nvPr/>
        </p:nvSpPr>
        <p:spPr>
          <a:xfrm xmlns:a="http://schemas.openxmlformats.org/drawingml/2006/main">
            <a:off x="5970531"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707F58AB-5B28-4B06-BA3A-1EE3D6576EC1}"/>
              </a:ext>
            </a:extLst>
          </p:cNvPr>
          <p:cNvSpPr>
            <a:spLocks xmlns:a="http://schemas.openxmlformats.org/drawingml/2006/main" noGrp="1"/>
          </p:cNvSpPr>
          <p:nvPr/>
        </p:nvSpPr>
        <p:spPr>
          <a:xfrm xmlns:a="http://schemas.openxmlformats.org/drawingml/2006/main">
            <a:off x="597053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636574F8-877D-4F5F-B0D9-A9C0918830BA}"/>
              </a:ext>
            </a:extLst>
          </p:cNvPr>
          <p:cNvSpPr>
            <a:spLocks xmlns:a="http://schemas.openxmlformats.org/drawingml/2006/main" noGrp="1"/>
          </p:cNvSpPr>
          <p:nvPr/>
        </p:nvSpPr>
        <p:spPr>
          <a:xfrm xmlns:a="http://schemas.openxmlformats.org/drawingml/2006/main">
            <a:off x="5970531"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2A7655A4-05CB-40B0-B4F1-9AC48792708A}"/>
              </a:ext>
            </a:extLst>
          </p:cNvPr>
          <p:cNvSpPr>
            <a:spLocks xmlns:a="http://schemas.openxmlformats.org/drawingml/2006/main" noGrp="1"/>
          </p:cNvSpPr>
          <p:nvPr/>
        </p:nvSpPr>
        <p:spPr>
          <a:xfrm xmlns:a="http://schemas.openxmlformats.org/drawingml/2006/main">
            <a:off x="5970531"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D59608BC-8685-4F49-85C2-08537234D623}"/>
              </a:ext>
            </a:extLst>
          </p:cNvPr>
          <p:cNvSpPr>
            <a:spLocks xmlns:a="http://schemas.openxmlformats.org/drawingml/2006/main" noGrp="1"/>
          </p:cNvSpPr>
          <p:nvPr/>
        </p:nvSpPr>
        <p:spPr>
          <a:xfrm xmlns:a="http://schemas.openxmlformats.org/drawingml/2006/main">
            <a:off x="5970531" y="238125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A0DFF8D5-0C8B-4FA9-9168-A8D8FC15D3FB}"/>
              </a:ext>
            </a:extLst>
          </p:cNvPr>
          <p:cNvSpPr>
            <a:spLocks xmlns:a="http://schemas.openxmlformats.org/drawingml/2006/main" noGrp="1"/>
          </p:cNvSpPr>
          <p:nvPr/>
        </p:nvSpPr>
        <p:spPr>
          <a:xfrm xmlns:a="http://schemas.openxmlformats.org/drawingml/2006/main">
            <a:off x="6031423" y="397510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ED1BB7A7-F78C-43CC-BEC2-3EC5F5AB0F53}"/>
              </a:ext>
            </a:extLst>
          </p:cNvPr>
          <p:cNvSpPr>
            <a:spLocks xmlns:a="http://schemas.openxmlformats.org/drawingml/2006/main" noGrp="1"/>
          </p:cNvSpPr>
          <p:nvPr/>
        </p:nvSpPr>
        <p:spPr>
          <a:xfrm xmlns:a="http://schemas.openxmlformats.org/drawingml/2006/main">
            <a:off x="6031423"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DA6F6049-FD03-404B-B766-83BFFDC5C209}"/>
              </a:ext>
            </a:extLst>
          </p:cNvPr>
          <p:cNvSpPr>
            <a:spLocks xmlns:a="http://schemas.openxmlformats.org/drawingml/2006/main" noGrp="1"/>
          </p:cNvSpPr>
          <p:nvPr/>
        </p:nvSpPr>
        <p:spPr>
          <a:xfrm xmlns:a="http://schemas.openxmlformats.org/drawingml/2006/main">
            <a:off x="6031423"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0D94B4B3-68AF-4F13-AF25-FF9D1CA70EF8}"/>
              </a:ext>
            </a:extLst>
          </p:cNvPr>
          <p:cNvSpPr>
            <a:spLocks xmlns:a="http://schemas.openxmlformats.org/drawingml/2006/main" noGrp="1"/>
          </p:cNvSpPr>
          <p:nvPr/>
        </p:nvSpPr>
        <p:spPr>
          <a:xfrm xmlns:a="http://schemas.openxmlformats.org/drawingml/2006/main">
            <a:off x="6031423"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F5EA6F06-4B6F-4F1D-9C1D-6DB03D7D21AE}"/>
              </a:ext>
            </a:extLst>
          </p:cNvPr>
          <p:cNvSpPr>
            <a:spLocks xmlns:a="http://schemas.openxmlformats.org/drawingml/2006/main" noGrp="1"/>
          </p:cNvSpPr>
          <p:nvPr/>
        </p:nvSpPr>
        <p:spPr>
          <a:xfrm xmlns:a="http://schemas.openxmlformats.org/drawingml/2006/main">
            <a:off x="6031423"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7107753A-C195-463F-815C-5E05F7A2920B}"/>
              </a:ext>
            </a:extLst>
          </p:cNvPr>
          <p:cNvSpPr>
            <a:spLocks xmlns:a="http://schemas.openxmlformats.org/drawingml/2006/main" noGrp="1"/>
          </p:cNvSpPr>
          <p:nvPr/>
        </p:nvSpPr>
        <p:spPr>
          <a:xfrm xmlns:a="http://schemas.openxmlformats.org/drawingml/2006/main">
            <a:off x="6031423"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74002160-1C97-4419-88A7-BBCC8CC9EC1D}"/>
              </a:ext>
            </a:extLst>
          </p:cNvPr>
          <p:cNvSpPr>
            <a:spLocks xmlns:a="http://schemas.openxmlformats.org/drawingml/2006/main" noGrp="1"/>
          </p:cNvSpPr>
          <p:nvPr/>
        </p:nvSpPr>
        <p:spPr>
          <a:xfrm xmlns:a="http://schemas.openxmlformats.org/drawingml/2006/main">
            <a:off x="6092315"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047C4B9A-6DBD-4CFF-BF87-486EFC8EBFEC}"/>
              </a:ext>
            </a:extLst>
          </p:cNvPr>
          <p:cNvSpPr>
            <a:spLocks xmlns:a="http://schemas.openxmlformats.org/drawingml/2006/main" noGrp="1"/>
          </p:cNvSpPr>
          <p:nvPr/>
        </p:nvSpPr>
        <p:spPr>
          <a:xfrm xmlns:a="http://schemas.openxmlformats.org/drawingml/2006/main">
            <a:off x="6092315"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8894527B-9135-4DFA-AC75-192EAA28B34C}"/>
              </a:ext>
            </a:extLst>
          </p:cNvPr>
          <p:cNvSpPr>
            <a:spLocks xmlns:a="http://schemas.openxmlformats.org/drawingml/2006/main" noGrp="1"/>
          </p:cNvSpPr>
          <p:nvPr/>
        </p:nvSpPr>
        <p:spPr>
          <a:xfrm xmlns:a="http://schemas.openxmlformats.org/drawingml/2006/main">
            <a:off x="6092315"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71A806A0-3FE1-45DB-A0CA-D8FB4E771BF2}"/>
              </a:ext>
            </a:extLst>
          </p:cNvPr>
          <p:cNvSpPr>
            <a:spLocks xmlns:a="http://schemas.openxmlformats.org/drawingml/2006/main" noGrp="1"/>
          </p:cNvSpPr>
          <p:nvPr/>
        </p:nvSpPr>
        <p:spPr>
          <a:xfrm xmlns:a="http://schemas.openxmlformats.org/drawingml/2006/main">
            <a:off x="6092315"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02112DED-A500-4B1B-989E-7B9FCB1040B7}"/>
              </a:ext>
            </a:extLst>
          </p:cNvPr>
          <p:cNvSpPr>
            <a:spLocks xmlns:a="http://schemas.openxmlformats.org/drawingml/2006/main" noGrp="1"/>
          </p:cNvSpPr>
          <p:nvPr/>
        </p:nvSpPr>
        <p:spPr>
          <a:xfrm xmlns:a="http://schemas.openxmlformats.org/drawingml/2006/main">
            <a:off x="6153207"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4350656F-DC07-489B-AA4F-15DEA801C85C}"/>
              </a:ext>
            </a:extLst>
          </p:cNvPr>
          <p:cNvSpPr>
            <a:spLocks xmlns:a="http://schemas.openxmlformats.org/drawingml/2006/main" noGrp="1"/>
          </p:cNvSpPr>
          <p:nvPr/>
        </p:nvSpPr>
        <p:spPr>
          <a:xfrm xmlns:a="http://schemas.openxmlformats.org/drawingml/2006/main">
            <a:off x="6214099"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FC708D59-E685-4D50-B1A7-97A32DC4C564}"/>
              </a:ext>
            </a:extLst>
          </p:cNvPr>
          <p:cNvSpPr>
            <a:spLocks xmlns:a="http://schemas.openxmlformats.org/drawingml/2006/main" noGrp="1"/>
          </p:cNvSpPr>
          <p:nvPr/>
        </p:nvSpPr>
        <p:spPr>
          <a:xfrm xmlns:a="http://schemas.openxmlformats.org/drawingml/2006/main">
            <a:off x="6214099"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496CCCE0-9C44-48E6-94C6-0D3C38C6FAB9}"/>
              </a:ext>
            </a:extLst>
          </p:cNvPr>
          <p:cNvSpPr>
            <a:spLocks xmlns:a="http://schemas.openxmlformats.org/drawingml/2006/main" noGrp="1"/>
          </p:cNvSpPr>
          <p:nvPr/>
        </p:nvSpPr>
        <p:spPr>
          <a:xfrm xmlns:a="http://schemas.openxmlformats.org/drawingml/2006/main">
            <a:off x="6214099"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DA4D7C5E-5658-466D-8474-CF9441923C58}"/>
              </a:ext>
            </a:extLst>
          </p:cNvPr>
          <p:cNvSpPr>
            <a:spLocks xmlns:a="http://schemas.openxmlformats.org/drawingml/2006/main" noGrp="1"/>
          </p:cNvSpPr>
          <p:nvPr/>
        </p:nvSpPr>
        <p:spPr>
          <a:xfrm xmlns:a="http://schemas.openxmlformats.org/drawingml/2006/main">
            <a:off x="6214099"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BAFE1723-6452-4AF1-88AE-A5FB9CBFA5AD}"/>
              </a:ext>
            </a:extLst>
          </p:cNvPr>
          <p:cNvSpPr>
            <a:spLocks xmlns:a="http://schemas.openxmlformats.org/drawingml/2006/main" noGrp="1"/>
          </p:cNvSpPr>
          <p:nvPr/>
        </p:nvSpPr>
        <p:spPr>
          <a:xfrm xmlns:a="http://schemas.openxmlformats.org/drawingml/2006/main">
            <a:off x="6274991"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0082BC72-6CE6-45F4-AB42-85A3F6899AA8}"/>
              </a:ext>
            </a:extLst>
          </p:cNvPr>
          <p:cNvSpPr>
            <a:spLocks xmlns:a="http://schemas.openxmlformats.org/drawingml/2006/main" noGrp="1"/>
          </p:cNvSpPr>
          <p:nvPr/>
        </p:nvSpPr>
        <p:spPr>
          <a:xfrm xmlns:a="http://schemas.openxmlformats.org/drawingml/2006/main">
            <a:off x="6274991"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7676564B-04E4-4D67-8461-52C0FB8BCBEC}"/>
              </a:ext>
            </a:extLst>
          </p:cNvPr>
          <p:cNvSpPr>
            <a:spLocks xmlns:a="http://schemas.openxmlformats.org/drawingml/2006/main" noGrp="1"/>
          </p:cNvSpPr>
          <p:nvPr/>
        </p:nvSpPr>
        <p:spPr>
          <a:xfrm xmlns:a="http://schemas.openxmlformats.org/drawingml/2006/main">
            <a:off x="6274991"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1E4D5E06-3607-4CB5-B13C-D24FC38B6A3C}"/>
              </a:ext>
            </a:extLst>
          </p:cNvPr>
          <p:cNvSpPr>
            <a:spLocks xmlns:a="http://schemas.openxmlformats.org/drawingml/2006/main" noGrp="1"/>
          </p:cNvSpPr>
          <p:nvPr/>
        </p:nvSpPr>
        <p:spPr>
          <a:xfrm xmlns:a="http://schemas.openxmlformats.org/drawingml/2006/main">
            <a:off x="6274991"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48D5C4DD-3C5A-46BE-A324-2E471D6F9DFA}"/>
              </a:ext>
            </a:extLst>
          </p:cNvPr>
          <p:cNvSpPr>
            <a:spLocks xmlns:a="http://schemas.openxmlformats.org/drawingml/2006/main" noGrp="1"/>
          </p:cNvSpPr>
          <p:nvPr/>
        </p:nvSpPr>
        <p:spPr>
          <a:xfrm xmlns:a="http://schemas.openxmlformats.org/drawingml/2006/main">
            <a:off x="6274991"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DFEB11C5-2263-499A-A8B7-5F3162CBE1FE}"/>
              </a:ext>
            </a:extLst>
          </p:cNvPr>
          <p:cNvSpPr>
            <a:spLocks xmlns:a="http://schemas.openxmlformats.org/drawingml/2006/main" noGrp="1"/>
          </p:cNvSpPr>
          <p:nvPr/>
        </p:nvSpPr>
        <p:spPr>
          <a:xfrm xmlns:a="http://schemas.openxmlformats.org/drawingml/2006/main">
            <a:off x="6335882"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233A5A6E-1587-40B2-A804-9B5164C46C93}"/>
              </a:ext>
            </a:extLst>
          </p:cNvPr>
          <p:cNvSpPr>
            <a:spLocks xmlns:a="http://schemas.openxmlformats.org/drawingml/2006/main" noGrp="1"/>
          </p:cNvSpPr>
          <p:nvPr/>
        </p:nvSpPr>
        <p:spPr>
          <a:xfrm xmlns:a="http://schemas.openxmlformats.org/drawingml/2006/main">
            <a:off x="6335882"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7462FA96-65AB-46C9-965C-535EAAA29020}"/>
              </a:ext>
            </a:extLst>
          </p:cNvPr>
          <p:cNvSpPr>
            <a:spLocks xmlns:a="http://schemas.openxmlformats.org/drawingml/2006/main" noGrp="1"/>
          </p:cNvSpPr>
          <p:nvPr/>
        </p:nvSpPr>
        <p:spPr>
          <a:xfrm xmlns:a="http://schemas.openxmlformats.org/drawingml/2006/main">
            <a:off x="6335882"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E95296F2-A559-49A4-ABF6-6D3D11853472}"/>
              </a:ext>
            </a:extLst>
          </p:cNvPr>
          <p:cNvSpPr>
            <a:spLocks xmlns:a="http://schemas.openxmlformats.org/drawingml/2006/main" noGrp="1"/>
          </p:cNvSpPr>
          <p:nvPr/>
        </p:nvSpPr>
        <p:spPr>
          <a:xfrm xmlns:a="http://schemas.openxmlformats.org/drawingml/2006/main">
            <a:off x="6396774"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87D7AEAE-05FF-4706-8246-2F3715C368DD}"/>
              </a:ext>
            </a:extLst>
          </p:cNvPr>
          <p:cNvSpPr>
            <a:spLocks xmlns:a="http://schemas.openxmlformats.org/drawingml/2006/main" noGrp="1"/>
          </p:cNvSpPr>
          <p:nvPr/>
        </p:nvSpPr>
        <p:spPr>
          <a:xfrm xmlns:a="http://schemas.openxmlformats.org/drawingml/2006/main">
            <a:off x="6518558"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A40C3B10-D3CB-4C95-98AE-9EF71188537A}"/>
              </a:ext>
            </a:extLst>
          </p:cNvPr>
          <p:cNvSpPr>
            <a:spLocks xmlns:a="http://schemas.openxmlformats.org/drawingml/2006/main" noGrp="1"/>
          </p:cNvSpPr>
          <p:nvPr/>
        </p:nvSpPr>
        <p:spPr>
          <a:xfrm xmlns:a="http://schemas.openxmlformats.org/drawingml/2006/main">
            <a:off x="6518558"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1859E7C7-7AFA-4EE3-B332-685AD19A6C2C}"/>
              </a:ext>
            </a:extLst>
          </p:cNvPr>
          <p:cNvSpPr>
            <a:spLocks xmlns:a="http://schemas.openxmlformats.org/drawingml/2006/main" noGrp="1"/>
          </p:cNvSpPr>
          <p:nvPr/>
        </p:nvSpPr>
        <p:spPr>
          <a:xfrm xmlns:a="http://schemas.openxmlformats.org/drawingml/2006/main">
            <a:off x="6518558"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7D57C857-0B29-498C-87E9-68DCE78D91E8}"/>
              </a:ext>
            </a:extLst>
          </p:cNvPr>
          <p:cNvSpPr>
            <a:spLocks xmlns:a="http://schemas.openxmlformats.org/drawingml/2006/main" noGrp="1"/>
          </p:cNvSpPr>
          <p:nvPr/>
        </p:nvSpPr>
        <p:spPr>
          <a:xfrm xmlns:a="http://schemas.openxmlformats.org/drawingml/2006/main">
            <a:off x="6518558"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8213D73A-9F31-4BB3-80CB-72155258EF6D}"/>
              </a:ext>
            </a:extLst>
          </p:cNvPr>
          <p:cNvSpPr>
            <a:spLocks xmlns:a="http://schemas.openxmlformats.org/drawingml/2006/main" noGrp="1"/>
          </p:cNvSpPr>
          <p:nvPr/>
        </p:nvSpPr>
        <p:spPr>
          <a:xfrm xmlns:a="http://schemas.openxmlformats.org/drawingml/2006/main">
            <a:off x="6579450"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9E3F4C27-9144-4A5E-8B41-D83E343ACA86}"/>
              </a:ext>
            </a:extLst>
          </p:cNvPr>
          <p:cNvSpPr>
            <a:spLocks xmlns:a="http://schemas.openxmlformats.org/drawingml/2006/main" noGrp="1"/>
          </p:cNvSpPr>
          <p:nvPr/>
        </p:nvSpPr>
        <p:spPr>
          <a:xfrm xmlns:a="http://schemas.openxmlformats.org/drawingml/2006/main">
            <a:off x="6579450"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CC5624A3-A404-449E-A957-75B39410690E}"/>
              </a:ext>
            </a:extLst>
          </p:cNvPr>
          <p:cNvSpPr>
            <a:spLocks xmlns:a="http://schemas.openxmlformats.org/drawingml/2006/main" noGrp="1"/>
          </p:cNvSpPr>
          <p:nvPr/>
        </p:nvSpPr>
        <p:spPr>
          <a:xfrm xmlns:a="http://schemas.openxmlformats.org/drawingml/2006/main">
            <a:off x="6579450"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3049E4AE-50EE-496B-859B-56167BDBED0D}"/>
              </a:ext>
            </a:extLst>
          </p:cNvPr>
          <p:cNvSpPr>
            <a:spLocks xmlns:a="http://schemas.openxmlformats.org/drawingml/2006/main" noGrp="1"/>
          </p:cNvSpPr>
          <p:nvPr/>
        </p:nvSpPr>
        <p:spPr>
          <a:xfrm xmlns:a="http://schemas.openxmlformats.org/drawingml/2006/main">
            <a:off x="6579450"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1E32DE9C-FC7E-406F-A1F6-12E3D11F66EC}"/>
              </a:ext>
            </a:extLst>
          </p:cNvPr>
          <p:cNvSpPr>
            <a:spLocks xmlns:a="http://schemas.openxmlformats.org/drawingml/2006/main" noGrp="1"/>
          </p:cNvSpPr>
          <p:nvPr/>
        </p:nvSpPr>
        <p:spPr>
          <a:xfrm xmlns:a="http://schemas.openxmlformats.org/drawingml/2006/main">
            <a:off x="6579450"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D72D8C87-574D-4F85-B2E6-D9BC70D022A6}"/>
              </a:ext>
            </a:extLst>
          </p:cNvPr>
          <p:cNvSpPr>
            <a:spLocks xmlns:a="http://schemas.openxmlformats.org/drawingml/2006/main" noGrp="1"/>
          </p:cNvSpPr>
          <p:nvPr/>
        </p:nvSpPr>
        <p:spPr>
          <a:xfrm xmlns:a="http://schemas.openxmlformats.org/drawingml/2006/main">
            <a:off x="6579450"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9581C046-6D7F-4C73-9441-6FAFAB936225}"/>
              </a:ext>
            </a:extLst>
          </p:cNvPr>
          <p:cNvSpPr>
            <a:spLocks xmlns:a="http://schemas.openxmlformats.org/drawingml/2006/main" noGrp="1"/>
          </p:cNvSpPr>
          <p:nvPr/>
        </p:nvSpPr>
        <p:spPr>
          <a:xfrm xmlns:a="http://schemas.openxmlformats.org/drawingml/2006/main">
            <a:off x="6579450"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BB7BD1B9-D9A1-48E1-9C55-2BB5E52C0D16}"/>
              </a:ext>
            </a:extLst>
          </p:cNvPr>
          <p:cNvSpPr>
            <a:spLocks xmlns:a="http://schemas.openxmlformats.org/drawingml/2006/main" noGrp="1"/>
          </p:cNvSpPr>
          <p:nvPr/>
        </p:nvSpPr>
        <p:spPr>
          <a:xfrm xmlns:a="http://schemas.openxmlformats.org/drawingml/2006/main">
            <a:off x="6640342"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900A5646-5DDD-4920-906C-789E51C6EA3D}"/>
              </a:ext>
            </a:extLst>
          </p:cNvPr>
          <p:cNvSpPr>
            <a:spLocks xmlns:a="http://schemas.openxmlformats.org/drawingml/2006/main" noGrp="1"/>
          </p:cNvSpPr>
          <p:nvPr/>
        </p:nvSpPr>
        <p:spPr>
          <a:xfrm xmlns:a="http://schemas.openxmlformats.org/drawingml/2006/main">
            <a:off x="6640342"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6AE6CACF-A4FF-41D5-89CD-F19A5DC3476B}"/>
              </a:ext>
            </a:extLst>
          </p:cNvPr>
          <p:cNvSpPr>
            <a:spLocks xmlns:a="http://schemas.openxmlformats.org/drawingml/2006/main" noGrp="1"/>
          </p:cNvSpPr>
          <p:nvPr/>
        </p:nvSpPr>
        <p:spPr>
          <a:xfrm xmlns:a="http://schemas.openxmlformats.org/drawingml/2006/main">
            <a:off x="6701234"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B62FA674-F70D-472F-A90F-5E4A19D270AD}"/>
              </a:ext>
            </a:extLst>
          </p:cNvPr>
          <p:cNvSpPr>
            <a:spLocks xmlns:a="http://schemas.openxmlformats.org/drawingml/2006/main" noGrp="1"/>
          </p:cNvSpPr>
          <p:nvPr/>
        </p:nvSpPr>
        <p:spPr>
          <a:xfrm xmlns:a="http://schemas.openxmlformats.org/drawingml/2006/main">
            <a:off x="6762126"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B8595488-B07C-4D79-A8CC-E42B407F8CA0}"/>
              </a:ext>
            </a:extLst>
          </p:cNvPr>
          <p:cNvSpPr>
            <a:spLocks xmlns:a="http://schemas.openxmlformats.org/drawingml/2006/main" noGrp="1"/>
          </p:cNvSpPr>
          <p:nvPr/>
        </p:nvSpPr>
        <p:spPr>
          <a:xfrm xmlns:a="http://schemas.openxmlformats.org/drawingml/2006/main">
            <a:off x="682301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53E77F70-B247-43DD-B8BB-B7665A585AC8}"/>
              </a:ext>
            </a:extLst>
          </p:cNvPr>
          <p:cNvSpPr>
            <a:spLocks xmlns:a="http://schemas.openxmlformats.org/drawingml/2006/main" noGrp="1"/>
          </p:cNvSpPr>
          <p:nvPr/>
        </p:nvSpPr>
        <p:spPr>
          <a:xfrm xmlns:a="http://schemas.openxmlformats.org/drawingml/2006/main">
            <a:off x="6823017"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DEAC0B74-FC03-46ED-8112-9025436014B5}"/>
              </a:ext>
            </a:extLst>
          </p:cNvPr>
          <p:cNvSpPr>
            <a:spLocks xmlns:a="http://schemas.openxmlformats.org/drawingml/2006/main" noGrp="1"/>
          </p:cNvSpPr>
          <p:nvPr/>
        </p:nvSpPr>
        <p:spPr>
          <a:xfrm xmlns:a="http://schemas.openxmlformats.org/drawingml/2006/main">
            <a:off x="6883909"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1C7D480D-1B19-4B98-965E-C3B6249577EA}"/>
              </a:ext>
            </a:extLst>
          </p:cNvPr>
          <p:cNvSpPr>
            <a:spLocks xmlns:a="http://schemas.openxmlformats.org/drawingml/2006/main" noGrp="1"/>
          </p:cNvSpPr>
          <p:nvPr/>
        </p:nvSpPr>
        <p:spPr>
          <a:xfrm xmlns:a="http://schemas.openxmlformats.org/drawingml/2006/main">
            <a:off x="6883909"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31D36A0D-CAFD-4A28-91C7-66DF88DF4941}"/>
              </a:ext>
            </a:extLst>
          </p:cNvPr>
          <p:cNvSpPr>
            <a:spLocks xmlns:a="http://schemas.openxmlformats.org/drawingml/2006/main" noGrp="1"/>
          </p:cNvSpPr>
          <p:nvPr/>
        </p:nvSpPr>
        <p:spPr>
          <a:xfrm xmlns:a="http://schemas.openxmlformats.org/drawingml/2006/main">
            <a:off x="694480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A9863087-0993-409D-9353-DD4019B6450E}"/>
              </a:ext>
            </a:extLst>
          </p:cNvPr>
          <p:cNvSpPr>
            <a:spLocks xmlns:a="http://schemas.openxmlformats.org/drawingml/2006/main" noGrp="1"/>
          </p:cNvSpPr>
          <p:nvPr/>
        </p:nvSpPr>
        <p:spPr>
          <a:xfrm xmlns:a="http://schemas.openxmlformats.org/drawingml/2006/main">
            <a:off x="694480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949142B1-EADD-4CE8-A748-21311ABACDA0}"/>
              </a:ext>
            </a:extLst>
          </p:cNvPr>
          <p:cNvSpPr>
            <a:spLocks xmlns:a="http://schemas.openxmlformats.org/drawingml/2006/main" noGrp="1"/>
          </p:cNvSpPr>
          <p:nvPr/>
        </p:nvSpPr>
        <p:spPr>
          <a:xfrm xmlns:a="http://schemas.openxmlformats.org/drawingml/2006/main">
            <a:off x="694480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AFF09AE3-AADC-465A-948E-D171D43C5B7B}"/>
              </a:ext>
            </a:extLst>
          </p:cNvPr>
          <p:cNvSpPr>
            <a:spLocks xmlns:a="http://schemas.openxmlformats.org/drawingml/2006/main" noGrp="1"/>
          </p:cNvSpPr>
          <p:nvPr/>
        </p:nvSpPr>
        <p:spPr>
          <a:xfrm xmlns:a="http://schemas.openxmlformats.org/drawingml/2006/main">
            <a:off x="694480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C41EE3D8-D508-4968-A519-71BFE656441D}"/>
              </a:ext>
            </a:extLst>
          </p:cNvPr>
          <p:cNvSpPr>
            <a:spLocks xmlns:a="http://schemas.openxmlformats.org/drawingml/2006/main" noGrp="1"/>
          </p:cNvSpPr>
          <p:nvPr/>
        </p:nvSpPr>
        <p:spPr>
          <a:xfrm xmlns:a="http://schemas.openxmlformats.org/drawingml/2006/main">
            <a:off x="7005693"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0BC854E1-FBF2-4052-A726-08512A31C83A}"/>
              </a:ext>
            </a:extLst>
          </p:cNvPr>
          <p:cNvSpPr>
            <a:spLocks xmlns:a="http://schemas.openxmlformats.org/drawingml/2006/main" noGrp="1"/>
          </p:cNvSpPr>
          <p:nvPr/>
        </p:nvSpPr>
        <p:spPr>
          <a:xfrm xmlns:a="http://schemas.openxmlformats.org/drawingml/2006/main">
            <a:off x="7005693"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65231909-62C1-49B5-A45E-E0739CD2A960}"/>
              </a:ext>
            </a:extLst>
          </p:cNvPr>
          <p:cNvSpPr>
            <a:spLocks xmlns:a="http://schemas.openxmlformats.org/drawingml/2006/main" noGrp="1"/>
          </p:cNvSpPr>
          <p:nvPr/>
        </p:nvSpPr>
        <p:spPr>
          <a:xfrm xmlns:a="http://schemas.openxmlformats.org/drawingml/2006/main">
            <a:off x="7005693"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30BAEE0E-D1F7-4A82-B04D-F3E80A2BC702}"/>
              </a:ext>
            </a:extLst>
          </p:cNvPr>
          <p:cNvSpPr>
            <a:spLocks xmlns:a="http://schemas.openxmlformats.org/drawingml/2006/main" noGrp="1"/>
          </p:cNvSpPr>
          <p:nvPr/>
        </p:nvSpPr>
        <p:spPr>
          <a:xfrm xmlns:a="http://schemas.openxmlformats.org/drawingml/2006/main">
            <a:off x="7066585"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F4186139-12C7-456E-A793-36F31EB6DBC1}"/>
              </a:ext>
            </a:extLst>
          </p:cNvPr>
          <p:cNvSpPr>
            <a:spLocks xmlns:a="http://schemas.openxmlformats.org/drawingml/2006/main" noGrp="1"/>
          </p:cNvSpPr>
          <p:nvPr/>
        </p:nvSpPr>
        <p:spPr>
          <a:xfrm xmlns:a="http://schemas.openxmlformats.org/drawingml/2006/main">
            <a:off x="7066585"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756C35FF-0330-4C0C-81D0-C85B685EAF55}"/>
              </a:ext>
            </a:extLst>
          </p:cNvPr>
          <p:cNvSpPr>
            <a:spLocks xmlns:a="http://schemas.openxmlformats.org/drawingml/2006/main" noGrp="1"/>
          </p:cNvSpPr>
          <p:nvPr/>
        </p:nvSpPr>
        <p:spPr>
          <a:xfrm xmlns:a="http://schemas.openxmlformats.org/drawingml/2006/main">
            <a:off x="7066585"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E683F12A-C2F2-4F86-8418-305AAA6EFF7E}"/>
              </a:ext>
            </a:extLst>
          </p:cNvPr>
          <p:cNvSpPr>
            <a:spLocks xmlns:a="http://schemas.openxmlformats.org/drawingml/2006/main" noGrp="1"/>
          </p:cNvSpPr>
          <p:nvPr/>
        </p:nvSpPr>
        <p:spPr>
          <a:xfrm xmlns:a="http://schemas.openxmlformats.org/drawingml/2006/main">
            <a:off x="7066585"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A4F060E2-EF86-4428-961B-F4A77DFC0FAA}"/>
              </a:ext>
            </a:extLst>
          </p:cNvPr>
          <p:cNvSpPr>
            <a:spLocks xmlns:a="http://schemas.openxmlformats.org/drawingml/2006/main" noGrp="1"/>
          </p:cNvSpPr>
          <p:nvPr/>
        </p:nvSpPr>
        <p:spPr>
          <a:xfrm xmlns:a="http://schemas.openxmlformats.org/drawingml/2006/main">
            <a:off x="7066585"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356937A5-ECE6-4386-902A-5DD81C281B70}"/>
              </a:ext>
            </a:extLst>
          </p:cNvPr>
          <p:cNvSpPr>
            <a:spLocks xmlns:a="http://schemas.openxmlformats.org/drawingml/2006/main" noGrp="1"/>
          </p:cNvSpPr>
          <p:nvPr/>
        </p:nvSpPr>
        <p:spPr>
          <a:xfrm xmlns:a="http://schemas.openxmlformats.org/drawingml/2006/main">
            <a:off x="7066585"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94229560-C228-4596-B9B9-8BDF450BBE7F}"/>
              </a:ext>
            </a:extLst>
          </p:cNvPr>
          <p:cNvSpPr>
            <a:spLocks xmlns:a="http://schemas.openxmlformats.org/drawingml/2006/main" noGrp="1"/>
          </p:cNvSpPr>
          <p:nvPr/>
        </p:nvSpPr>
        <p:spPr>
          <a:xfrm xmlns:a="http://schemas.openxmlformats.org/drawingml/2006/main">
            <a:off x="7066585"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F1C13D0A-40E5-4E55-9692-0FB36F59E683}"/>
              </a:ext>
            </a:extLst>
          </p:cNvPr>
          <p:cNvSpPr>
            <a:spLocks xmlns:a="http://schemas.openxmlformats.org/drawingml/2006/main" noGrp="1"/>
          </p:cNvSpPr>
          <p:nvPr/>
        </p:nvSpPr>
        <p:spPr>
          <a:xfrm xmlns:a="http://schemas.openxmlformats.org/drawingml/2006/main">
            <a:off x="712747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BAAB32E6-8E24-4014-85FA-7383BB0DE9D6}"/>
              </a:ext>
            </a:extLst>
          </p:cNvPr>
          <p:cNvSpPr>
            <a:spLocks xmlns:a="http://schemas.openxmlformats.org/drawingml/2006/main" noGrp="1"/>
          </p:cNvSpPr>
          <p:nvPr/>
        </p:nvSpPr>
        <p:spPr>
          <a:xfrm xmlns:a="http://schemas.openxmlformats.org/drawingml/2006/main">
            <a:off x="712747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70CA60EF-E089-417D-A612-4029EFF7C2B0}"/>
              </a:ext>
            </a:extLst>
          </p:cNvPr>
          <p:cNvSpPr>
            <a:spLocks xmlns:a="http://schemas.openxmlformats.org/drawingml/2006/main" noGrp="1"/>
          </p:cNvSpPr>
          <p:nvPr/>
        </p:nvSpPr>
        <p:spPr>
          <a:xfrm xmlns:a="http://schemas.openxmlformats.org/drawingml/2006/main">
            <a:off x="712747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6EE34B93-D1CE-4366-9501-50DAECD7C57B}"/>
              </a:ext>
            </a:extLst>
          </p:cNvPr>
          <p:cNvSpPr>
            <a:spLocks xmlns:a="http://schemas.openxmlformats.org/drawingml/2006/main" noGrp="1"/>
          </p:cNvSpPr>
          <p:nvPr/>
        </p:nvSpPr>
        <p:spPr>
          <a:xfrm xmlns:a="http://schemas.openxmlformats.org/drawingml/2006/main">
            <a:off x="7127477"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8F524B94-9707-433D-A6A8-1ED723D184E0}"/>
              </a:ext>
            </a:extLst>
          </p:cNvPr>
          <p:cNvSpPr>
            <a:spLocks xmlns:a="http://schemas.openxmlformats.org/drawingml/2006/main" noGrp="1"/>
          </p:cNvSpPr>
          <p:nvPr/>
        </p:nvSpPr>
        <p:spPr>
          <a:xfrm xmlns:a="http://schemas.openxmlformats.org/drawingml/2006/main">
            <a:off x="7127477"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2FD85726-B41F-4D00-9704-89F835EF0F45}"/>
              </a:ext>
            </a:extLst>
          </p:cNvPr>
          <p:cNvSpPr>
            <a:spLocks xmlns:a="http://schemas.openxmlformats.org/drawingml/2006/main" noGrp="1"/>
          </p:cNvSpPr>
          <p:nvPr/>
        </p:nvSpPr>
        <p:spPr>
          <a:xfrm xmlns:a="http://schemas.openxmlformats.org/drawingml/2006/main">
            <a:off x="7127477"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A3A99C90-D74F-49E1-8AAF-AD493BC7112E}"/>
              </a:ext>
            </a:extLst>
          </p:cNvPr>
          <p:cNvSpPr>
            <a:spLocks xmlns:a="http://schemas.openxmlformats.org/drawingml/2006/main" noGrp="1"/>
          </p:cNvSpPr>
          <p:nvPr/>
        </p:nvSpPr>
        <p:spPr>
          <a:xfrm xmlns:a="http://schemas.openxmlformats.org/drawingml/2006/main">
            <a:off x="718836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B003D5B6-C076-4986-ABCF-3B6C60019F97}"/>
              </a:ext>
            </a:extLst>
          </p:cNvPr>
          <p:cNvSpPr>
            <a:spLocks xmlns:a="http://schemas.openxmlformats.org/drawingml/2006/main" noGrp="1"/>
          </p:cNvSpPr>
          <p:nvPr/>
        </p:nvSpPr>
        <p:spPr>
          <a:xfrm xmlns:a="http://schemas.openxmlformats.org/drawingml/2006/main">
            <a:off x="718836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9120FC17-1A3F-496E-B771-25EC76E8B3DC}"/>
              </a:ext>
            </a:extLst>
          </p:cNvPr>
          <p:cNvSpPr>
            <a:spLocks xmlns:a="http://schemas.openxmlformats.org/drawingml/2006/main" noGrp="1"/>
          </p:cNvSpPr>
          <p:nvPr/>
        </p:nvSpPr>
        <p:spPr>
          <a:xfrm xmlns:a="http://schemas.openxmlformats.org/drawingml/2006/main">
            <a:off x="718836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E815B45B-B9D5-40C2-807D-585E99289809}"/>
              </a:ext>
            </a:extLst>
          </p:cNvPr>
          <p:cNvSpPr>
            <a:spLocks xmlns:a="http://schemas.openxmlformats.org/drawingml/2006/main" noGrp="1"/>
          </p:cNvSpPr>
          <p:nvPr/>
        </p:nvSpPr>
        <p:spPr>
          <a:xfrm xmlns:a="http://schemas.openxmlformats.org/drawingml/2006/main">
            <a:off x="724926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9D3E828A-4166-42CC-BA17-BEF609A9486E}"/>
              </a:ext>
            </a:extLst>
          </p:cNvPr>
          <p:cNvSpPr>
            <a:spLocks xmlns:a="http://schemas.openxmlformats.org/drawingml/2006/main" noGrp="1"/>
          </p:cNvSpPr>
          <p:nvPr/>
        </p:nvSpPr>
        <p:spPr>
          <a:xfrm xmlns:a="http://schemas.openxmlformats.org/drawingml/2006/main">
            <a:off x="724926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1" name="Editable chart path">
            <a:extLst xmlns:a="http://schemas.openxmlformats.org/drawingml/2006/main">
              <a:ext uri="{FF2B5EF4-FFF2-40B4-BE49-F238E27FC236}">
                <a16:creationId xmlns:a16="http://schemas.microsoft.com/office/drawing/2014/main" id="{4763C042-3DF1-4F97-8C66-212834E57C93}"/>
              </a:ext>
            </a:extLst>
          </p:cNvPr>
          <p:cNvSpPr>
            <a:spLocks xmlns:a="http://schemas.openxmlformats.org/drawingml/2006/main" noGrp="1"/>
          </p:cNvSpPr>
          <p:nvPr/>
        </p:nvSpPr>
        <p:spPr>
          <a:xfrm xmlns:a="http://schemas.openxmlformats.org/drawingml/2006/main">
            <a:off x="4570018"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2" name="Editable chart path">
            <a:extLst xmlns:a="http://schemas.openxmlformats.org/drawingml/2006/main">
              <a:ext uri="{FF2B5EF4-FFF2-40B4-BE49-F238E27FC236}">
                <a16:creationId xmlns:a16="http://schemas.microsoft.com/office/drawing/2014/main" id="{723010BA-92DB-405D-8D63-DECEAAC4573C}"/>
              </a:ext>
            </a:extLst>
          </p:cNvPr>
          <p:cNvSpPr>
            <a:spLocks xmlns:a="http://schemas.openxmlformats.org/drawingml/2006/main" noGrp="1"/>
          </p:cNvSpPr>
          <p:nvPr/>
        </p:nvSpPr>
        <p:spPr>
          <a:xfrm xmlns:a="http://schemas.openxmlformats.org/drawingml/2006/main">
            <a:off x="469180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3" name="Editable chart path">
            <a:extLst xmlns:a="http://schemas.openxmlformats.org/drawingml/2006/main">
              <a:ext uri="{FF2B5EF4-FFF2-40B4-BE49-F238E27FC236}">
                <a16:creationId xmlns:a16="http://schemas.microsoft.com/office/drawing/2014/main" id="{BCCEE012-A85D-46EE-8C1C-A6E7EE725A4E}"/>
              </a:ext>
            </a:extLst>
          </p:cNvPr>
          <p:cNvSpPr>
            <a:spLocks xmlns:a="http://schemas.openxmlformats.org/drawingml/2006/main" noGrp="1"/>
          </p:cNvSpPr>
          <p:nvPr/>
        </p:nvSpPr>
        <p:spPr>
          <a:xfrm xmlns:a="http://schemas.openxmlformats.org/drawingml/2006/main">
            <a:off x="475269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4" name="Editable chart path">
            <a:extLst xmlns:a="http://schemas.openxmlformats.org/drawingml/2006/main">
              <a:ext uri="{FF2B5EF4-FFF2-40B4-BE49-F238E27FC236}">
                <a16:creationId xmlns:a16="http://schemas.microsoft.com/office/drawing/2014/main" id="{CA9C907B-367B-4EB9-B06E-41A96076536F}"/>
              </a:ext>
            </a:extLst>
          </p:cNvPr>
          <p:cNvSpPr>
            <a:spLocks xmlns:a="http://schemas.openxmlformats.org/drawingml/2006/main" noGrp="1"/>
          </p:cNvSpPr>
          <p:nvPr/>
        </p:nvSpPr>
        <p:spPr>
          <a:xfrm xmlns:a="http://schemas.openxmlformats.org/drawingml/2006/main">
            <a:off x="481358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5" name="Editable chart path">
            <a:extLst xmlns:a="http://schemas.openxmlformats.org/drawingml/2006/main">
              <a:ext uri="{FF2B5EF4-FFF2-40B4-BE49-F238E27FC236}">
                <a16:creationId xmlns:a16="http://schemas.microsoft.com/office/drawing/2014/main" id="{9B513313-D8D1-4420-AC75-113459A2669C}"/>
              </a:ext>
            </a:extLst>
          </p:cNvPr>
          <p:cNvSpPr>
            <a:spLocks xmlns:a="http://schemas.openxmlformats.org/drawingml/2006/main" noGrp="1"/>
          </p:cNvSpPr>
          <p:nvPr/>
        </p:nvSpPr>
        <p:spPr>
          <a:xfrm xmlns:a="http://schemas.openxmlformats.org/drawingml/2006/main">
            <a:off x="481358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6" name="Editable chart path">
            <a:extLst xmlns:a="http://schemas.openxmlformats.org/drawingml/2006/main">
              <a:ext uri="{FF2B5EF4-FFF2-40B4-BE49-F238E27FC236}">
                <a16:creationId xmlns:a16="http://schemas.microsoft.com/office/drawing/2014/main" id="{6A2FBB82-2A10-49B5-8B7C-6BAEB69D1163}"/>
              </a:ext>
            </a:extLst>
          </p:cNvPr>
          <p:cNvSpPr>
            <a:spLocks xmlns:a="http://schemas.openxmlformats.org/drawingml/2006/main" noGrp="1"/>
          </p:cNvSpPr>
          <p:nvPr/>
        </p:nvSpPr>
        <p:spPr>
          <a:xfrm xmlns:a="http://schemas.openxmlformats.org/drawingml/2006/main">
            <a:off x="487447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7" name="Editable chart path">
            <a:extLst xmlns:a="http://schemas.openxmlformats.org/drawingml/2006/main">
              <a:ext uri="{FF2B5EF4-FFF2-40B4-BE49-F238E27FC236}">
                <a16:creationId xmlns:a16="http://schemas.microsoft.com/office/drawing/2014/main" id="{A343DF3E-BFEE-4563-9756-D68170E920DA}"/>
              </a:ext>
            </a:extLst>
          </p:cNvPr>
          <p:cNvSpPr>
            <a:spLocks xmlns:a="http://schemas.openxmlformats.org/drawingml/2006/main" noGrp="1"/>
          </p:cNvSpPr>
          <p:nvPr/>
        </p:nvSpPr>
        <p:spPr>
          <a:xfrm xmlns:a="http://schemas.openxmlformats.org/drawingml/2006/main">
            <a:off x="493536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8" name="Editable chart path">
            <a:extLst xmlns:a="http://schemas.openxmlformats.org/drawingml/2006/main">
              <a:ext uri="{FF2B5EF4-FFF2-40B4-BE49-F238E27FC236}">
                <a16:creationId xmlns:a16="http://schemas.microsoft.com/office/drawing/2014/main" id="{02C3179A-3A66-412E-A87F-6A8E683B8021}"/>
              </a:ext>
            </a:extLst>
          </p:cNvPr>
          <p:cNvSpPr>
            <a:spLocks xmlns:a="http://schemas.openxmlformats.org/drawingml/2006/main" noGrp="1"/>
          </p:cNvSpPr>
          <p:nvPr/>
        </p:nvSpPr>
        <p:spPr>
          <a:xfrm xmlns:a="http://schemas.openxmlformats.org/drawingml/2006/main">
            <a:off x="499626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09" name="Editable chart path">
            <a:extLst xmlns:a="http://schemas.openxmlformats.org/drawingml/2006/main">
              <a:ext uri="{FF2B5EF4-FFF2-40B4-BE49-F238E27FC236}">
                <a16:creationId xmlns:a16="http://schemas.microsoft.com/office/drawing/2014/main" id="{E20E2997-AB52-415A-8D35-A6C9B436733A}"/>
              </a:ext>
            </a:extLst>
          </p:cNvPr>
          <p:cNvSpPr>
            <a:spLocks xmlns:a="http://schemas.openxmlformats.org/drawingml/2006/main" noGrp="1"/>
          </p:cNvSpPr>
          <p:nvPr/>
        </p:nvSpPr>
        <p:spPr>
          <a:xfrm xmlns:a="http://schemas.openxmlformats.org/drawingml/2006/main">
            <a:off x="5118045"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0" name="Editable chart path">
            <a:extLst xmlns:a="http://schemas.openxmlformats.org/drawingml/2006/main">
              <a:ext uri="{FF2B5EF4-FFF2-40B4-BE49-F238E27FC236}">
                <a16:creationId xmlns:a16="http://schemas.microsoft.com/office/drawing/2014/main" id="{3097613C-3F08-4796-AE69-675CB1501CC7}"/>
              </a:ext>
            </a:extLst>
          </p:cNvPr>
          <p:cNvSpPr>
            <a:spLocks xmlns:a="http://schemas.openxmlformats.org/drawingml/2006/main" noGrp="1"/>
          </p:cNvSpPr>
          <p:nvPr/>
        </p:nvSpPr>
        <p:spPr>
          <a:xfrm xmlns:a="http://schemas.openxmlformats.org/drawingml/2006/main">
            <a:off x="5118045"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1" name="Editable chart path">
            <a:extLst xmlns:a="http://schemas.openxmlformats.org/drawingml/2006/main">
              <a:ext uri="{FF2B5EF4-FFF2-40B4-BE49-F238E27FC236}">
                <a16:creationId xmlns:a16="http://schemas.microsoft.com/office/drawing/2014/main" id="{97AE2EFE-0D34-496F-8BA1-2EDF6D4E0E94}"/>
              </a:ext>
            </a:extLst>
          </p:cNvPr>
          <p:cNvSpPr>
            <a:spLocks xmlns:a="http://schemas.openxmlformats.org/drawingml/2006/main" noGrp="1"/>
          </p:cNvSpPr>
          <p:nvPr/>
        </p:nvSpPr>
        <p:spPr>
          <a:xfrm xmlns:a="http://schemas.openxmlformats.org/drawingml/2006/main">
            <a:off x="530072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2" name="Editable chart path">
            <a:extLst xmlns:a="http://schemas.openxmlformats.org/drawingml/2006/main">
              <a:ext uri="{FF2B5EF4-FFF2-40B4-BE49-F238E27FC236}">
                <a16:creationId xmlns:a16="http://schemas.microsoft.com/office/drawing/2014/main" id="{CA1E60AB-1FE6-4B1B-84A9-340A0FEBB205}"/>
              </a:ext>
            </a:extLst>
          </p:cNvPr>
          <p:cNvSpPr>
            <a:spLocks xmlns:a="http://schemas.openxmlformats.org/drawingml/2006/main" noGrp="1"/>
          </p:cNvSpPr>
          <p:nvPr/>
        </p:nvSpPr>
        <p:spPr>
          <a:xfrm xmlns:a="http://schemas.openxmlformats.org/drawingml/2006/main">
            <a:off x="548339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3" name="Editable chart path">
            <a:extLst xmlns:a="http://schemas.openxmlformats.org/drawingml/2006/main">
              <a:ext uri="{FF2B5EF4-FFF2-40B4-BE49-F238E27FC236}">
                <a16:creationId xmlns:a16="http://schemas.microsoft.com/office/drawing/2014/main" id="{D3D2A748-5024-4918-8380-089FB387B456}"/>
              </a:ext>
            </a:extLst>
          </p:cNvPr>
          <p:cNvSpPr>
            <a:spLocks xmlns:a="http://schemas.openxmlformats.org/drawingml/2006/main" noGrp="1"/>
          </p:cNvSpPr>
          <p:nvPr/>
        </p:nvSpPr>
        <p:spPr>
          <a:xfrm xmlns:a="http://schemas.openxmlformats.org/drawingml/2006/main">
            <a:off x="5483396"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4" name="Editable chart path">
            <a:extLst xmlns:a="http://schemas.openxmlformats.org/drawingml/2006/main">
              <a:ext uri="{FF2B5EF4-FFF2-40B4-BE49-F238E27FC236}">
                <a16:creationId xmlns:a16="http://schemas.microsoft.com/office/drawing/2014/main" id="{4051B596-FA18-4B16-AFCD-20B06357E488}"/>
              </a:ext>
            </a:extLst>
          </p:cNvPr>
          <p:cNvSpPr>
            <a:spLocks xmlns:a="http://schemas.openxmlformats.org/drawingml/2006/main" noGrp="1"/>
          </p:cNvSpPr>
          <p:nvPr/>
        </p:nvSpPr>
        <p:spPr>
          <a:xfrm xmlns:a="http://schemas.openxmlformats.org/drawingml/2006/main">
            <a:off x="5544288"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5" name="Editable chart path">
            <a:extLst xmlns:a="http://schemas.openxmlformats.org/drawingml/2006/main">
              <a:ext uri="{FF2B5EF4-FFF2-40B4-BE49-F238E27FC236}">
                <a16:creationId xmlns:a16="http://schemas.microsoft.com/office/drawing/2014/main" id="{E2ADA33B-B15D-4560-A151-708D5FC7ACB5}"/>
              </a:ext>
            </a:extLst>
          </p:cNvPr>
          <p:cNvSpPr>
            <a:spLocks xmlns:a="http://schemas.openxmlformats.org/drawingml/2006/main" noGrp="1"/>
          </p:cNvSpPr>
          <p:nvPr/>
        </p:nvSpPr>
        <p:spPr>
          <a:xfrm xmlns:a="http://schemas.openxmlformats.org/drawingml/2006/main">
            <a:off x="5544288"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6" name="Editable chart path">
            <a:extLst xmlns:a="http://schemas.openxmlformats.org/drawingml/2006/main">
              <a:ext uri="{FF2B5EF4-FFF2-40B4-BE49-F238E27FC236}">
                <a16:creationId xmlns:a16="http://schemas.microsoft.com/office/drawing/2014/main" id="{93E4C145-90E5-47D3-B97A-3275A6710DFF}"/>
              </a:ext>
            </a:extLst>
          </p:cNvPr>
          <p:cNvSpPr>
            <a:spLocks xmlns:a="http://schemas.openxmlformats.org/drawingml/2006/main" noGrp="1"/>
          </p:cNvSpPr>
          <p:nvPr/>
        </p:nvSpPr>
        <p:spPr>
          <a:xfrm xmlns:a="http://schemas.openxmlformats.org/drawingml/2006/main">
            <a:off x="5544288"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7" name="Editable chart path">
            <a:extLst xmlns:a="http://schemas.openxmlformats.org/drawingml/2006/main">
              <a:ext uri="{FF2B5EF4-FFF2-40B4-BE49-F238E27FC236}">
                <a16:creationId xmlns:a16="http://schemas.microsoft.com/office/drawing/2014/main" id="{A1CC643B-A55C-480E-9D65-0E10C9577695}"/>
              </a:ext>
            </a:extLst>
          </p:cNvPr>
          <p:cNvSpPr>
            <a:spLocks xmlns:a="http://schemas.openxmlformats.org/drawingml/2006/main" noGrp="1"/>
          </p:cNvSpPr>
          <p:nvPr/>
        </p:nvSpPr>
        <p:spPr>
          <a:xfrm xmlns:a="http://schemas.openxmlformats.org/drawingml/2006/main">
            <a:off x="5605180"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8" name="Editable chart path">
            <a:extLst xmlns:a="http://schemas.openxmlformats.org/drawingml/2006/main">
              <a:ext uri="{FF2B5EF4-FFF2-40B4-BE49-F238E27FC236}">
                <a16:creationId xmlns:a16="http://schemas.microsoft.com/office/drawing/2014/main" id="{98EFA851-3065-4F03-8B3D-A296A0F69CE0}"/>
              </a:ext>
            </a:extLst>
          </p:cNvPr>
          <p:cNvSpPr>
            <a:spLocks xmlns:a="http://schemas.openxmlformats.org/drawingml/2006/main" noGrp="1"/>
          </p:cNvSpPr>
          <p:nvPr/>
        </p:nvSpPr>
        <p:spPr>
          <a:xfrm xmlns:a="http://schemas.openxmlformats.org/drawingml/2006/main">
            <a:off x="5605180"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19" name="Editable chart path">
            <a:extLst xmlns:a="http://schemas.openxmlformats.org/drawingml/2006/main">
              <a:ext uri="{FF2B5EF4-FFF2-40B4-BE49-F238E27FC236}">
                <a16:creationId xmlns:a16="http://schemas.microsoft.com/office/drawing/2014/main" id="{BE936BAA-4E96-4A63-85B7-72B6519E07A5}"/>
              </a:ext>
            </a:extLst>
          </p:cNvPr>
          <p:cNvSpPr>
            <a:spLocks xmlns:a="http://schemas.openxmlformats.org/drawingml/2006/main" noGrp="1"/>
          </p:cNvSpPr>
          <p:nvPr/>
        </p:nvSpPr>
        <p:spPr>
          <a:xfrm xmlns:a="http://schemas.openxmlformats.org/drawingml/2006/main">
            <a:off x="566607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0" name="Editable chart path">
            <a:extLst xmlns:a="http://schemas.openxmlformats.org/drawingml/2006/main">
              <a:ext uri="{FF2B5EF4-FFF2-40B4-BE49-F238E27FC236}">
                <a16:creationId xmlns:a16="http://schemas.microsoft.com/office/drawing/2014/main" id="{FA647CEA-3A3B-4927-B7A5-C24F350DEDEE}"/>
              </a:ext>
            </a:extLst>
          </p:cNvPr>
          <p:cNvSpPr>
            <a:spLocks xmlns:a="http://schemas.openxmlformats.org/drawingml/2006/main" noGrp="1"/>
          </p:cNvSpPr>
          <p:nvPr/>
        </p:nvSpPr>
        <p:spPr>
          <a:xfrm xmlns:a="http://schemas.openxmlformats.org/drawingml/2006/main">
            <a:off x="566607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1" name="Editable chart path">
            <a:extLst xmlns:a="http://schemas.openxmlformats.org/drawingml/2006/main">
              <a:ext uri="{FF2B5EF4-FFF2-40B4-BE49-F238E27FC236}">
                <a16:creationId xmlns:a16="http://schemas.microsoft.com/office/drawing/2014/main" id="{7FED3BD8-6369-41BF-B9CE-F9FE33C77716}"/>
              </a:ext>
            </a:extLst>
          </p:cNvPr>
          <p:cNvSpPr>
            <a:spLocks xmlns:a="http://schemas.openxmlformats.org/drawingml/2006/main" noGrp="1"/>
          </p:cNvSpPr>
          <p:nvPr/>
        </p:nvSpPr>
        <p:spPr>
          <a:xfrm xmlns:a="http://schemas.openxmlformats.org/drawingml/2006/main">
            <a:off x="5666072"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2" name="Editable chart path">
            <a:extLst xmlns:a="http://schemas.openxmlformats.org/drawingml/2006/main">
              <a:ext uri="{FF2B5EF4-FFF2-40B4-BE49-F238E27FC236}">
                <a16:creationId xmlns:a16="http://schemas.microsoft.com/office/drawing/2014/main" id="{C8886D2D-347B-4EEC-9CF7-A462396D5648}"/>
              </a:ext>
            </a:extLst>
          </p:cNvPr>
          <p:cNvSpPr>
            <a:spLocks xmlns:a="http://schemas.openxmlformats.org/drawingml/2006/main" noGrp="1"/>
          </p:cNvSpPr>
          <p:nvPr/>
        </p:nvSpPr>
        <p:spPr>
          <a:xfrm xmlns:a="http://schemas.openxmlformats.org/drawingml/2006/main">
            <a:off x="572696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3" name="Editable chart path">
            <a:extLst xmlns:a="http://schemas.openxmlformats.org/drawingml/2006/main">
              <a:ext uri="{FF2B5EF4-FFF2-40B4-BE49-F238E27FC236}">
                <a16:creationId xmlns:a16="http://schemas.microsoft.com/office/drawing/2014/main" id="{819A0F1E-8D7C-4886-972E-B3A903747D14}"/>
              </a:ext>
            </a:extLst>
          </p:cNvPr>
          <p:cNvSpPr>
            <a:spLocks xmlns:a="http://schemas.openxmlformats.org/drawingml/2006/main" noGrp="1"/>
          </p:cNvSpPr>
          <p:nvPr/>
        </p:nvSpPr>
        <p:spPr>
          <a:xfrm xmlns:a="http://schemas.openxmlformats.org/drawingml/2006/main">
            <a:off x="578785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4" name="Editable chart path">
            <a:extLst xmlns:a="http://schemas.openxmlformats.org/drawingml/2006/main">
              <a:ext uri="{FF2B5EF4-FFF2-40B4-BE49-F238E27FC236}">
                <a16:creationId xmlns:a16="http://schemas.microsoft.com/office/drawing/2014/main" id="{1966B328-758D-4D34-8019-37442D56E385}"/>
              </a:ext>
            </a:extLst>
          </p:cNvPr>
          <p:cNvSpPr>
            <a:spLocks xmlns:a="http://schemas.openxmlformats.org/drawingml/2006/main" noGrp="1"/>
          </p:cNvSpPr>
          <p:nvPr/>
        </p:nvSpPr>
        <p:spPr>
          <a:xfrm xmlns:a="http://schemas.openxmlformats.org/drawingml/2006/main">
            <a:off x="578785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5" name="Editable chart path">
            <a:extLst xmlns:a="http://schemas.openxmlformats.org/drawingml/2006/main">
              <a:ext uri="{FF2B5EF4-FFF2-40B4-BE49-F238E27FC236}">
                <a16:creationId xmlns:a16="http://schemas.microsoft.com/office/drawing/2014/main" id="{258C01D1-A0A9-489A-848B-19EB11D3F244}"/>
              </a:ext>
            </a:extLst>
          </p:cNvPr>
          <p:cNvSpPr>
            <a:spLocks xmlns:a="http://schemas.openxmlformats.org/drawingml/2006/main" noGrp="1"/>
          </p:cNvSpPr>
          <p:nvPr/>
        </p:nvSpPr>
        <p:spPr>
          <a:xfrm xmlns:a="http://schemas.openxmlformats.org/drawingml/2006/main">
            <a:off x="584874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6" name="Editable chart path">
            <a:extLst xmlns:a="http://schemas.openxmlformats.org/drawingml/2006/main">
              <a:ext uri="{FF2B5EF4-FFF2-40B4-BE49-F238E27FC236}">
                <a16:creationId xmlns:a16="http://schemas.microsoft.com/office/drawing/2014/main" id="{262558F2-2DD9-4F0C-ADF2-9ABE61A8A18F}"/>
              </a:ext>
            </a:extLst>
          </p:cNvPr>
          <p:cNvSpPr>
            <a:spLocks xmlns:a="http://schemas.openxmlformats.org/drawingml/2006/main" noGrp="1"/>
          </p:cNvSpPr>
          <p:nvPr/>
        </p:nvSpPr>
        <p:spPr>
          <a:xfrm xmlns:a="http://schemas.openxmlformats.org/drawingml/2006/main">
            <a:off x="584874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7" name="Editable chart path">
            <a:extLst xmlns:a="http://schemas.openxmlformats.org/drawingml/2006/main">
              <a:ext uri="{FF2B5EF4-FFF2-40B4-BE49-F238E27FC236}">
                <a16:creationId xmlns:a16="http://schemas.microsoft.com/office/drawing/2014/main" id="{5B023EC7-09F3-4937-A3FF-8EAA7F79D715}"/>
              </a:ext>
            </a:extLst>
          </p:cNvPr>
          <p:cNvSpPr>
            <a:spLocks xmlns:a="http://schemas.openxmlformats.org/drawingml/2006/main" noGrp="1"/>
          </p:cNvSpPr>
          <p:nvPr/>
        </p:nvSpPr>
        <p:spPr>
          <a:xfrm xmlns:a="http://schemas.openxmlformats.org/drawingml/2006/main">
            <a:off x="5909639"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8" name="Editable chart path">
            <a:extLst xmlns:a="http://schemas.openxmlformats.org/drawingml/2006/main">
              <a:ext uri="{FF2B5EF4-FFF2-40B4-BE49-F238E27FC236}">
                <a16:creationId xmlns:a16="http://schemas.microsoft.com/office/drawing/2014/main" id="{8CE819DF-2E63-4432-BA00-497981473C64}"/>
              </a:ext>
            </a:extLst>
          </p:cNvPr>
          <p:cNvSpPr>
            <a:spLocks xmlns:a="http://schemas.openxmlformats.org/drawingml/2006/main" noGrp="1"/>
          </p:cNvSpPr>
          <p:nvPr/>
        </p:nvSpPr>
        <p:spPr>
          <a:xfrm xmlns:a="http://schemas.openxmlformats.org/drawingml/2006/main">
            <a:off x="597053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29" name="Editable chart path">
            <a:extLst xmlns:a="http://schemas.openxmlformats.org/drawingml/2006/main">
              <a:ext uri="{FF2B5EF4-FFF2-40B4-BE49-F238E27FC236}">
                <a16:creationId xmlns:a16="http://schemas.microsoft.com/office/drawing/2014/main" id="{496397F3-BB7D-4BD5-A1A2-DE9B46352436}"/>
              </a:ext>
            </a:extLst>
          </p:cNvPr>
          <p:cNvSpPr>
            <a:spLocks xmlns:a="http://schemas.openxmlformats.org/drawingml/2006/main" noGrp="1"/>
          </p:cNvSpPr>
          <p:nvPr/>
        </p:nvSpPr>
        <p:spPr>
          <a:xfrm xmlns:a="http://schemas.openxmlformats.org/drawingml/2006/main">
            <a:off x="597053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0" name="Editable chart path">
            <a:extLst xmlns:a="http://schemas.openxmlformats.org/drawingml/2006/main">
              <a:ext uri="{FF2B5EF4-FFF2-40B4-BE49-F238E27FC236}">
                <a16:creationId xmlns:a16="http://schemas.microsoft.com/office/drawing/2014/main" id="{E3CEEB47-E419-4DEC-BC4E-C74E91C42C05}"/>
              </a:ext>
            </a:extLst>
          </p:cNvPr>
          <p:cNvSpPr>
            <a:spLocks xmlns:a="http://schemas.openxmlformats.org/drawingml/2006/main" noGrp="1"/>
          </p:cNvSpPr>
          <p:nvPr/>
        </p:nvSpPr>
        <p:spPr>
          <a:xfrm xmlns:a="http://schemas.openxmlformats.org/drawingml/2006/main">
            <a:off x="597053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1" name="Editable chart path">
            <a:extLst xmlns:a="http://schemas.openxmlformats.org/drawingml/2006/main">
              <a:ext uri="{FF2B5EF4-FFF2-40B4-BE49-F238E27FC236}">
                <a16:creationId xmlns:a16="http://schemas.microsoft.com/office/drawing/2014/main" id="{A2334980-2DBD-4ACC-9D7F-95988C1AFE46}"/>
              </a:ext>
            </a:extLst>
          </p:cNvPr>
          <p:cNvSpPr>
            <a:spLocks xmlns:a="http://schemas.openxmlformats.org/drawingml/2006/main" noGrp="1"/>
          </p:cNvSpPr>
          <p:nvPr/>
        </p:nvSpPr>
        <p:spPr>
          <a:xfrm xmlns:a="http://schemas.openxmlformats.org/drawingml/2006/main">
            <a:off x="597053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2" name="Editable chart path">
            <a:extLst xmlns:a="http://schemas.openxmlformats.org/drawingml/2006/main">
              <a:ext uri="{FF2B5EF4-FFF2-40B4-BE49-F238E27FC236}">
                <a16:creationId xmlns:a16="http://schemas.microsoft.com/office/drawing/2014/main" id="{B31CBD69-47DE-4114-9B54-90B490605686}"/>
              </a:ext>
            </a:extLst>
          </p:cNvPr>
          <p:cNvSpPr>
            <a:spLocks xmlns:a="http://schemas.openxmlformats.org/drawingml/2006/main" noGrp="1"/>
          </p:cNvSpPr>
          <p:nvPr/>
        </p:nvSpPr>
        <p:spPr>
          <a:xfrm xmlns:a="http://schemas.openxmlformats.org/drawingml/2006/main">
            <a:off x="597053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3" name="Editable chart path">
            <a:extLst xmlns:a="http://schemas.openxmlformats.org/drawingml/2006/main">
              <a:ext uri="{FF2B5EF4-FFF2-40B4-BE49-F238E27FC236}">
                <a16:creationId xmlns:a16="http://schemas.microsoft.com/office/drawing/2014/main" id="{D3719C6E-AC07-41F4-B7AC-4AF561C7F6C8}"/>
              </a:ext>
            </a:extLst>
          </p:cNvPr>
          <p:cNvSpPr>
            <a:spLocks xmlns:a="http://schemas.openxmlformats.org/drawingml/2006/main" noGrp="1"/>
          </p:cNvSpPr>
          <p:nvPr/>
        </p:nvSpPr>
        <p:spPr>
          <a:xfrm xmlns:a="http://schemas.openxmlformats.org/drawingml/2006/main">
            <a:off x="603142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4" name="Editable chart path">
            <a:extLst xmlns:a="http://schemas.openxmlformats.org/drawingml/2006/main">
              <a:ext uri="{FF2B5EF4-FFF2-40B4-BE49-F238E27FC236}">
                <a16:creationId xmlns:a16="http://schemas.microsoft.com/office/drawing/2014/main" id="{054CCB1D-7F5B-40BA-ABDB-801355541C99}"/>
              </a:ext>
            </a:extLst>
          </p:cNvPr>
          <p:cNvSpPr>
            <a:spLocks xmlns:a="http://schemas.openxmlformats.org/drawingml/2006/main" noGrp="1"/>
          </p:cNvSpPr>
          <p:nvPr/>
        </p:nvSpPr>
        <p:spPr>
          <a:xfrm xmlns:a="http://schemas.openxmlformats.org/drawingml/2006/main">
            <a:off x="6031423"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5" name="Editable chart path">
            <a:extLst xmlns:a="http://schemas.openxmlformats.org/drawingml/2006/main">
              <a:ext uri="{FF2B5EF4-FFF2-40B4-BE49-F238E27FC236}">
                <a16:creationId xmlns:a16="http://schemas.microsoft.com/office/drawing/2014/main" id="{B82821C1-AB7D-4C14-932A-5B6754E7D961}"/>
              </a:ext>
            </a:extLst>
          </p:cNvPr>
          <p:cNvSpPr>
            <a:spLocks xmlns:a="http://schemas.openxmlformats.org/drawingml/2006/main" noGrp="1"/>
          </p:cNvSpPr>
          <p:nvPr/>
        </p:nvSpPr>
        <p:spPr>
          <a:xfrm xmlns:a="http://schemas.openxmlformats.org/drawingml/2006/main">
            <a:off x="6031423"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6" name="Editable chart path">
            <a:extLst xmlns:a="http://schemas.openxmlformats.org/drawingml/2006/main">
              <a:ext uri="{FF2B5EF4-FFF2-40B4-BE49-F238E27FC236}">
                <a16:creationId xmlns:a16="http://schemas.microsoft.com/office/drawing/2014/main" id="{4D6655DA-8B63-4EEE-983C-AF9EDE05BA50}"/>
              </a:ext>
            </a:extLst>
          </p:cNvPr>
          <p:cNvSpPr>
            <a:spLocks xmlns:a="http://schemas.openxmlformats.org/drawingml/2006/main" noGrp="1"/>
          </p:cNvSpPr>
          <p:nvPr/>
        </p:nvSpPr>
        <p:spPr>
          <a:xfrm xmlns:a="http://schemas.openxmlformats.org/drawingml/2006/main">
            <a:off x="6031423"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7" name="Editable chart path">
            <a:extLst xmlns:a="http://schemas.openxmlformats.org/drawingml/2006/main">
              <a:ext uri="{FF2B5EF4-FFF2-40B4-BE49-F238E27FC236}">
                <a16:creationId xmlns:a16="http://schemas.microsoft.com/office/drawing/2014/main" id="{850D1555-516E-439F-BDE2-23EA27E1728E}"/>
              </a:ext>
            </a:extLst>
          </p:cNvPr>
          <p:cNvSpPr>
            <a:spLocks xmlns:a="http://schemas.openxmlformats.org/drawingml/2006/main" noGrp="1"/>
          </p:cNvSpPr>
          <p:nvPr/>
        </p:nvSpPr>
        <p:spPr>
          <a:xfrm xmlns:a="http://schemas.openxmlformats.org/drawingml/2006/main">
            <a:off x="6153207"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8" name="Editable chart path">
            <a:extLst xmlns:a="http://schemas.openxmlformats.org/drawingml/2006/main">
              <a:ext uri="{FF2B5EF4-FFF2-40B4-BE49-F238E27FC236}">
                <a16:creationId xmlns:a16="http://schemas.microsoft.com/office/drawing/2014/main" id="{EE99CB38-B02C-478D-8497-6883F23B7E10}"/>
              </a:ext>
            </a:extLst>
          </p:cNvPr>
          <p:cNvSpPr>
            <a:spLocks xmlns:a="http://schemas.openxmlformats.org/drawingml/2006/main" noGrp="1"/>
          </p:cNvSpPr>
          <p:nvPr/>
        </p:nvSpPr>
        <p:spPr>
          <a:xfrm xmlns:a="http://schemas.openxmlformats.org/drawingml/2006/main">
            <a:off x="621409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39" name="Editable chart path">
            <a:extLst xmlns:a="http://schemas.openxmlformats.org/drawingml/2006/main">
              <a:ext uri="{FF2B5EF4-FFF2-40B4-BE49-F238E27FC236}">
                <a16:creationId xmlns:a16="http://schemas.microsoft.com/office/drawing/2014/main" id="{1D880195-97D9-47B5-902C-91DD36487C80}"/>
              </a:ext>
            </a:extLst>
          </p:cNvPr>
          <p:cNvSpPr>
            <a:spLocks xmlns:a="http://schemas.openxmlformats.org/drawingml/2006/main" noGrp="1"/>
          </p:cNvSpPr>
          <p:nvPr/>
        </p:nvSpPr>
        <p:spPr>
          <a:xfrm xmlns:a="http://schemas.openxmlformats.org/drawingml/2006/main">
            <a:off x="627499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0" name="Editable chart path">
            <a:extLst xmlns:a="http://schemas.openxmlformats.org/drawingml/2006/main">
              <a:ext uri="{FF2B5EF4-FFF2-40B4-BE49-F238E27FC236}">
                <a16:creationId xmlns:a16="http://schemas.microsoft.com/office/drawing/2014/main" id="{5E8AF8EB-5639-4D81-AC7A-CE7B3D242B26}"/>
              </a:ext>
            </a:extLst>
          </p:cNvPr>
          <p:cNvSpPr>
            <a:spLocks xmlns:a="http://schemas.openxmlformats.org/drawingml/2006/main" noGrp="1"/>
          </p:cNvSpPr>
          <p:nvPr/>
        </p:nvSpPr>
        <p:spPr>
          <a:xfrm xmlns:a="http://schemas.openxmlformats.org/drawingml/2006/main">
            <a:off x="627499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1" name="Editable chart path">
            <a:extLst xmlns:a="http://schemas.openxmlformats.org/drawingml/2006/main">
              <a:ext uri="{FF2B5EF4-FFF2-40B4-BE49-F238E27FC236}">
                <a16:creationId xmlns:a16="http://schemas.microsoft.com/office/drawing/2014/main" id="{193659A9-9126-4DEE-80D6-358A152F0583}"/>
              </a:ext>
            </a:extLst>
          </p:cNvPr>
          <p:cNvSpPr>
            <a:spLocks xmlns:a="http://schemas.openxmlformats.org/drawingml/2006/main" noGrp="1"/>
          </p:cNvSpPr>
          <p:nvPr/>
        </p:nvSpPr>
        <p:spPr>
          <a:xfrm xmlns:a="http://schemas.openxmlformats.org/drawingml/2006/main">
            <a:off x="633588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2" name="Editable chart path">
            <a:extLst xmlns:a="http://schemas.openxmlformats.org/drawingml/2006/main">
              <a:ext uri="{FF2B5EF4-FFF2-40B4-BE49-F238E27FC236}">
                <a16:creationId xmlns:a16="http://schemas.microsoft.com/office/drawing/2014/main" id="{F9467F41-E590-420F-B628-6CE4E1C86393}"/>
              </a:ext>
            </a:extLst>
          </p:cNvPr>
          <p:cNvSpPr>
            <a:spLocks xmlns:a="http://schemas.openxmlformats.org/drawingml/2006/main" noGrp="1"/>
          </p:cNvSpPr>
          <p:nvPr/>
        </p:nvSpPr>
        <p:spPr>
          <a:xfrm xmlns:a="http://schemas.openxmlformats.org/drawingml/2006/main">
            <a:off x="639677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3" name="Editable chart path">
            <a:extLst xmlns:a="http://schemas.openxmlformats.org/drawingml/2006/main">
              <a:ext uri="{FF2B5EF4-FFF2-40B4-BE49-F238E27FC236}">
                <a16:creationId xmlns:a16="http://schemas.microsoft.com/office/drawing/2014/main" id="{BF9DF791-5EBA-404A-9510-A7314108ED7A}"/>
              </a:ext>
            </a:extLst>
          </p:cNvPr>
          <p:cNvSpPr>
            <a:spLocks xmlns:a="http://schemas.openxmlformats.org/drawingml/2006/main" noGrp="1"/>
          </p:cNvSpPr>
          <p:nvPr/>
        </p:nvSpPr>
        <p:spPr>
          <a:xfrm xmlns:a="http://schemas.openxmlformats.org/drawingml/2006/main">
            <a:off x="639677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4" name="Editable chart path">
            <a:extLst xmlns:a="http://schemas.openxmlformats.org/drawingml/2006/main">
              <a:ext uri="{FF2B5EF4-FFF2-40B4-BE49-F238E27FC236}">
                <a16:creationId xmlns:a16="http://schemas.microsoft.com/office/drawing/2014/main" id="{C73CBBCD-0214-40F0-A1EC-6579F2EE6571}"/>
              </a:ext>
            </a:extLst>
          </p:cNvPr>
          <p:cNvSpPr>
            <a:spLocks xmlns:a="http://schemas.openxmlformats.org/drawingml/2006/main" noGrp="1"/>
          </p:cNvSpPr>
          <p:nvPr/>
        </p:nvSpPr>
        <p:spPr>
          <a:xfrm xmlns:a="http://schemas.openxmlformats.org/drawingml/2006/main">
            <a:off x="6396774"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5" name="Editable chart path">
            <a:extLst xmlns:a="http://schemas.openxmlformats.org/drawingml/2006/main">
              <a:ext uri="{FF2B5EF4-FFF2-40B4-BE49-F238E27FC236}">
                <a16:creationId xmlns:a16="http://schemas.microsoft.com/office/drawing/2014/main" id="{C25756C7-6A08-4E9C-8F86-7319D42702E3}"/>
              </a:ext>
            </a:extLst>
          </p:cNvPr>
          <p:cNvSpPr>
            <a:spLocks xmlns:a="http://schemas.openxmlformats.org/drawingml/2006/main" noGrp="1"/>
          </p:cNvSpPr>
          <p:nvPr/>
        </p:nvSpPr>
        <p:spPr>
          <a:xfrm xmlns:a="http://schemas.openxmlformats.org/drawingml/2006/main">
            <a:off x="639677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6" name="Editable chart path">
            <a:extLst xmlns:a="http://schemas.openxmlformats.org/drawingml/2006/main">
              <a:ext uri="{FF2B5EF4-FFF2-40B4-BE49-F238E27FC236}">
                <a16:creationId xmlns:a16="http://schemas.microsoft.com/office/drawing/2014/main" id="{5F14C388-8A9E-40E5-A7F8-0F2324EA012B}"/>
              </a:ext>
            </a:extLst>
          </p:cNvPr>
          <p:cNvSpPr>
            <a:spLocks xmlns:a="http://schemas.openxmlformats.org/drawingml/2006/main" noGrp="1"/>
          </p:cNvSpPr>
          <p:nvPr/>
        </p:nvSpPr>
        <p:spPr>
          <a:xfrm xmlns:a="http://schemas.openxmlformats.org/drawingml/2006/main">
            <a:off x="645766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7" name="Editable chart path">
            <a:extLst xmlns:a="http://schemas.openxmlformats.org/drawingml/2006/main">
              <a:ext uri="{FF2B5EF4-FFF2-40B4-BE49-F238E27FC236}">
                <a16:creationId xmlns:a16="http://schemas.microsoft.com/office/drawing/2014/main" id="{59AB6155-26BF-4C33-880A-40B91F46DC5C}"/>
              </a:ext>
            </a:extLst>
          </p:cNvPr>
          <p:cNvSpPr>
            <a:spLocks xmlns:a="http://schemas.openxmlformats.org/drawingml/2006/main" noGrp="1"/>
          </p:cNvSpPr>
          <p:nvPr/>
        </p:nvSpPr>
        <p:spPr>
          <a:xfrm xmlns:a="http://schemas.openxmlformats.org/drawingml/2006/main">
            <a:off x="645766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8" name="Editable chart path">
            <a:extLst xmlns:a="http://schemas.openxmlformats.org/drawingml/2006/main">
              <a:ext uri="{FF2B5EF4-FFF2-40B4-BE49-F238E27FC236}">
                <a16:creationId xmlns:a16="http://schemas.microsoft.com/office/drawing/2014/main" id="{0FDB5CCF-EE76-4C62-A982-276313AA44F5}"/>
              </a:ext>
            </a:extLst>
          </p:cNvPr>
          <p:cNvSpPr>
            <a:spLocks xmlns:a="http://schemas.openxmlformats.org/drawingml/2006/main" noGrp="1"/>
          </p:cNvSpPr>
          <p:nvPr/>
        </p:nvSpPr>
        <p:spPr>
          <a:xfrm xmlns:a="http://schemas.openxmlformats.org/drawingml/2006/main">
            <a:off x="6457666"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49" name="Editable chart path">
            <a:extLst xmlns:a="http://schemas.openxmlformats.org/drawingml/2006/main">
              <a:ext uri="{FF2B5EF4-FFF2-40B4-BE49-F238E27FC236}">
                <a16:creationId xmlns:a16="http://schemas.microsoft.com/office/drawing/2014/main" id="{4209B8FC-B24D-43BF-BE7E-10F4363A0ABE}"/>
              </a:ext>
            </a:extLst>
          </p:cNvPr>
          <p:cNvSpPr>
            <a:spLocks xmlns:a="http://schemas.openxmlformats.org/drawingml/2006/main" noGrp="1"/>
          </p:cNvSpPr>
          <p:nvPr/>
        </p:nvSpPr>
        <p:spPr>
          <a:xfrm xmlns:a="http://schemas.openxmlformats.org/drawingml/2006/main">
            <a:off x="6518558"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0" name="Editable chart path">
            <a:extLst xmlns:a="http://schemas.openxmlformats.org/drawingml/2006/main">
              <a:ext uri="{FF2B5EF4-FFF2-40B4-BE49-F238E27FC236}">
                <a16:creationId xmlns:a16="http://schemas.microsoft.com/office/drawing/2014/main" id="{2B73C7DB-4078-44C0-BF39-D8543489B6D9}"/>
              </a:ext>
            </a:extLst>
          </p:cNvPr>
          <p:cNvSpPr>
            <a:spLocks xmlns:a="http://schemas.openxmlformats.org/drawingml/2006/main" noGrp="1"/>
          </p:cNvSpPr>
          <p:nvPr/>
        </p:nvSpPr>
        <p:spPr>
          <a:xfrm xmlns:a="http://schemas.openxmlformats.org/drawingml/2006/main">
            <a:off x="6518558"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1" name="Editable chart path">
            <a:extLst xmlns:a="http://schemas.openxmlformats.org/drawingml/2006/main">
              <a:ext uri="{FF2B5EF4-FFF2-40B4-BE49-F238E27FC236}">
                <a16:creationId xmlns:a16="http://schemas.microsoft.com/office/drawing/2014/main" id="{1D3B7BA1-1207-4C38-845C-5E1190BB9764}"/>
              </a:ext>
            </a:extLst>
          </p:cNvPr>
          <p:cNvSpPr>
            <a:spLocks xmlns:a="http://schemas.openxmlformats.org/drawingml/2006/main" noGrp="1"/>
          </p:cNvSpPr>
          <p:nvPr/>
        </p:nvSpPr>
        <p:spPr>
          <a:xfrm xmlns:a="http://schemas.openxmlformats.org/drawingml/2006/main">
            <a:off x="664034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2" name="Editable chart path">
            <a:extLst xmlns:a="http://schemas.openxmlformats.org/drawingml/2006/main">
              <a:ext uri="{FF2B5EF4-FFF2-40B4-BE49-F238E27FC236}">
                <a16:creationId xmlns:a16="http://schemas.microsoft.com/office/drawing/2014/main" id="{DD3099C9-2F61-40E9-9AB4-D558A1449EE6}"/>
              </a:ext>
            </a:extLst>
          </p:cNvPr>
          <p:cNvSpPr>
            <a:spLocks xmlns:a="http://schemas.openxmlformats.org/drawingml/2006/main" noGrp="1"/>
          </p:cNvSpPr>
          <p:nvPr/>
        </p:nvSpPr>
        <p:spPr>
          <a:xfrm xmlns:a="http://schemas.openxmlformats.org/drawingml/2006/main">
            <a:off x="6640342"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3" name="Editable chart path">
            <a:extLst xmlns:a="http://schemas.openxmlformats.org/drawingml/2006/main">
              <a:ext uri="{FF2B5EF4-FFF2-40B4-BE49-F238E27FC236}">
                <a16:creationId xmlns:a16="http://schemas.microsoft.com/office/drawing/2014/main" id="{934D20B0-BEBA-4D55-A01D-7CB20544FCEE}"/>
              </a:ext>
            </a:extLst>
          </p:cNvPr>
          <p:cNvSpPr>
            <a:spLocks xmlns:a="http://schemas.openxmlformats.org/drawingml/2006/main" noGrp="1"/>
          </p:cNvSpPr>
          <p:nvPr/>
        </p:nvSpPr>
        <p:spPr>
          <a:xfrm xmlns:a="http://schemas.openxmlformats.org/drawingml/2006/main">
            <a:off x="6640342"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4" name="Editable chart path">
            <a:extLst xmlns:a="http://schemas.openxmlformats.org/drawingml/2006/main">
              <a:ext uri="{FF2B5EF4-FFF2-40B4-BE49-F238E27FC236}">
                <a16:creationId xmlns:a16="http://schemas.microsoft.com/office/drawing/2014/main" id="{18A4FA5A-7755-4EC6-B0A0-721ECBDB0169}"/>
              </a:ext>
            </a:extLst>
          </p:cNvPr>
          <p:cNvSpPr>
            <a:spLocks xmlns:a="http://schemas.openxmlformats.org/drawingml/2006/main" noGrp="1"/>
          </p:cNvSpPr>
          <p:nvPr/>
        </p:nvSpPr>
        <p:spPr>
          <a:xfrm xmlns:a="http://schemas.openxmlformats.org/drawingml/2006/main">
            <a:off x="670123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5" name="Editable chart path">
            <a:extLst xmlns:a="http://schemas.openxmlformats.org/drawingml/2006/main">
              <a:ext uri="{FF2B5EF4-FFF2-40B4-BE49-F238E27FC236}">
                <a16:creationId xmlns:a16="http://schemas.microsoft.com/office/drawing/2014/main" id="{C5970A18-4F3D-4463-AA5B-4C7E402F8677}"/>
              </a:ext>
            </a:extLst>
          </p:cNvPr>
          <p:cNvSpPr>
            <a:spLocks xmlns:a="http://schemas.openxmlformats.org/drawingml/2006/main" noGrp="1"/>
          </p:cNvSpPr>
          <p:nvPr/>
        </p:nvSpPr>
        <p:spPr>
          <a:xfrm xmlns:a="http://schemas.openxmlformats.org/drawingml/2006/main">
            <a:off x="670123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6" name="Editable chart path">
            <a:extLst xmlns:a="http://schemas.openxmlformats.org/drawingml/2006/main">
              <a:ext uri="{FF2B5EF4-FFF2-40B4-BE49-F238E27FC236}">
                <a16:creationId xmlns:a16="http://schemas.microsoft.com/office/drawing/2014/main" id="{9ACAD8D7-87E8-47EF-BB41-D22CC34452A7}"/>
              </a:ext>
            </a:extLst>
          </p:cNvPr>
          <p:cNvSpPr>
            <a:spLocks xmlns:a="http://schemas.openxmlformats.org/drawingml/2006/main" noGrp="1"/>
          </p:cNvSpPr>
          <p:nvPr/>
        </p:nvSpPr>
        <p:spPr>
          <a:xfrm xmlns:a="http://schemas.openxmlformats.org/drawingml/2006/main">
            <a:off x="688390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7" name="Editable chart path">
            <a:extLst xmlns:a="http://schemas.openxmlformats.org/drawingml/2006/main">
              <a:ext uri="{FF2B5EF4-FFF2-40B4-BE49-F238E27FC236}">
                <a16:creationId xmlns:a16="http://schemas.microsoft.com/office/drawing/2014/main" id="{E4FC9B51-76D1-49F7-A2E1-736F4EC0F90B}"/>
              </a:ext>
            </a:extLst>
          </p:cNvPr>
          <p:cNvSpPr>
            <a:spLocks xmlns:a="http://schemas.openxmlformats.org/drawingml/2006/main" noGrp="1"/>
          </p:cNvSpPr>
          <p:nvPr/>
        </p:nvSpPr>
        <p:spPr>
          <a:xfrm xmlns:a="http://schemas.openxmlformats.org/drawingml/2006/main">
            <a:off x="688390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8" name="Editable chart path">
            <a:extLst xmlns:a="http://schemas.openxmlformats.org/drawingml/2006/main">
              <a:ext uri="{FF2B5EF4-FFF2-40B4-BE49-F238E27FC236}">
                <a16:creationId xmlns:a16="http://schemas.microsoft.com/office/drawing/2014/main" id="{70393C71-3863-45CF-B20E-86EC2092F965}"/>
              </a:ext>
            </a:extLst>
          </p:cNvPr>
          <p:cNvSpPr>
            <a:spLocks xmlns:a="http://schemas.openxmlformats.org/drawingml/2006/main" noGrp="1"/>
          </p:cNvSpPr>
          <p:nvPr/>
        </p:nvSpPr>
        <p:spPr>
          <a:xfrm xmlns:a="http://schemas.openxmlformats.org/drawingml/2006/main">
            <a:off x="688390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59" name="Editable chart path">
            <a:extLst xmlns:a="http://schemas.openxmlformats.org/drawingml/2006/main">
              <a:ext uri="{FF2B5EF4-FFF2-40B4-BE49-F238E27FC236}">
                <a16:creationId xmlns:a16="http://schemas.microsoft.com/office/drawing/2014/main" id="{141CE530-E0C5-4591-AFE3-658BEC2A534E}"/>
              </a:ext>
            </a:extLst>
          </p:cNvPr>
          <p:cNvSpPr>
            <a:spLocks xmlns:a="http://schemas.openxmlformats.org/drawingml/2006/main" noGrp="1"/>
          </p:cNvSpPr>
          <p:nvPr/>
        </p:nvSpPr>
        <p:spPr>
          <a:xfrm xmlns:a="http://schemas.openxmlformats.org/drawingml/2006/main">
            <a:off x="688390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0" name="Editable chart path">
            <a:extLst xmlns:a="http://schemas.openxmlformats.org/drawingml/2006/main">
              <a:ext uri="{FF2B5EF4-FFF2-40B4-BE49-F238E27FC236}">
                <a16:creationId xmlns:a16="http://schemas.microsoft.com/office/drawing/2014/main" id="{86A2540C-F79E-4B72-8D01-E234438CBF45}"/>
              </a:ext>
            </a:extLst>
          </p:cNvPr>
          <p:cNvSpPr>
            <a:spLocks xmlns:a="http://schemas.openxmlformats.org/drawingml/2006/main" noGrp="1"/>
          </p:cNvSpPr>
          <p:nvPr/>
        </p:nvSpPr>
        <p:spPr>
          <a:xfrm xmlns:a="http://schemas.openxmlformats.org/drawingml/2006/main">
            <a:off x="694480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1" name="Editable chart path">
            <a:extLst xmlns:a="http://schemas.openxmlformats.org/drawingml/2006/main">
              <a:ext uri="{FF2B5EF4-FFF2-40B4-BE49-F238E27FC236}">
                <a16:creationId xmlns:a16="http://schemas.microsoft.com/office/drawing/2014/main" id="{DBE20565-C9D9-4D63-AE98-20004C7F7CDF}"/>
              </a:ext>
            </a:extLst>
          </p:cNvPr>
          <p:cNvSpPr>
            <a:spLocks xmlns:a="http://schemas.openxmlformats.org/drawingml/2006/main" noGrp="1"/>
          </p:cNvSpPr>
          <p:nvPr/>
        </p:nvSpPr>
        <p:spPr>
          <a:xfrm xmlns:a="http://schemas.openxmlformats.org/drawingml/2006/main">
            <a:off x="694480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2" name="Editable chart path">
            <a:extLst xmlns:a="http://schemas.openxmlformats.org/drawingml/2006/main">
              <a:ext uri="{FF2B5EF4-FFF2-40B4-BE49-F238E27FC236}">
                <a16:creationId xmlns:a16="http://schemas.microsoft.com/office/drawing/2014/main" id="{6B7B2B06-C704-40E3-AD0D-8A9DF4648227}"/>
              </a:ext>
            </a:extLst>
          </p:cNvPr>
          <p:cNvSpPr>
            <a:spLocks xmlns:a="http://schemas.openxmlformats.org/drawingml/2006/main" noGrp="1"/>
          </p:cNvSpPr>
          <p:nvPr/>
        </p:nvSpPr>
        <p:spPr>
          <a:xfrm xmlns:a="http://schemas.openxmlformats.org/drawingml/2006/main">
            <a:off x="694480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3" name="Editable chart path">
            <a:extLst xmlns:a="http://schemas.openxmlformats.org/drawingml/2006/main">
              <a:ext uri="{FF2B5EF4-FFF2-40B4-BE49-F238E27FC236}">
                <a16:creationId xmlns:a16="http://schemas.microsoft.com/office/drawing/2014/main" id="{1C9D44CD-366D-48AC-9DAB-4DE5A37E75E1}"/>
              </a:ext>
            </a:extLst>
          </p:cNvPr>
          <p:cNvSpPr>
            <a:spLocks xmlns:a="http://schemas.openxmlformats.org/drawingml/2006/main" noGrp="1"/>
          </p:cNvSpPr>
          <p:nvPr/>
        </p:nvSpPr>
        <p:spPr>
          <a:xfrm xmlns:a="http://schemas.openxmlformats.org/drawingml/2006/main">
            <a:off x="694480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4" name="Editable chart path">
            <a:extLst xmlns:a="http://schemas.openxmlformats.org/drawingml/2006/main">
              <a:ext uri="{FF2B5EF4-FFF2-40B4-BE49-F238E27FC236}">
                <a16:creationId xmlns:a16="http://schemas.microsoft.com/office/drawing/2014/main" id="{51DB0870-F629-45C6-9914-E0666DC05312}"/>
              </a:ext>
            </a:extLst>
          </p:cNvPr>
          <p:cNvSpPr>
            <a:spLocks xmlns:a="http://schemas.openxmlformats.org/drawingml/2006/main" noGrp="1"/>
          </p:cNvSpPr>
          <p:nvPr/>
        </p:nvSpPr>
        <p:spPr>
          <a:xfrm xmlns:a="http://schemas.openxmlformats.org/drawingml/2006/main">
            <a:off x="7005693"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5" name="Editable chart path">
            <a:extLst xmlns:a="http://schemas.openxmlformats.org/drawingml/2006/main">
              <a:ext uri="{FF2B5EF4-FFF2-40B4-BE49-F238E27FC236}">
                <a16:creationId xmlns:a16="http://schemas.microsoft.com/office/drawing/2014/main" id="{22B4AD72-4785-42FC-8C62-FEE8EB42530D}"/>
              </a:ext>
            </a:extLst>
          </p:cNvPr>
          <p:cNvSpPr>
            <a:spLocks xmlns:a="http://schemas.openxmlformats.org/drawingml/2006/main" noGrp="1"/>
          </p:cNvSpPr>
          <p:nvPr/>
        </p:nvSpPr>
        <p:spPr>
          <a:xfrm xmlns:a="http://schemas.openxmlformats.org/drawingml/2006/main">
            <a:off x="700569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6" name="Editable chart path">
            <a:extLst xmlns:a="http://schemas.openxmlformats.org/drawingml/2006/main">
              <a:ext uri="{FF2B5EF4-FFF2-40B4-BE49-F238E27FC236}">
                <a16:creationId xmlns:a16="http://schemas.microsoft.com/office/drawing/2014/main" id="{7AF0F54C-F3D7-4D4F-A3FC-05598CDB43C1}"/>
              </a:ext>
            </a:extLst>
          </p:cNvPr>
          <p:cNvSpPr>
            <a:spLocks xmlns:a="http://schemas.openxmlformats.org/drawingml/2006/main" noGrp="1"/>
          </p:cNvSpPr>
          <p:nvPr/>
        </p:nvSpPr>
        <p:spPr>
          <a:xfrm xmlns:a="http://schemas.openxmlformats.org/drawingml/2006/main">
            <a:off x="7005693"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7" name="Editable chart path">
            <a:extLst xmlns:a="http://schemas.openxmlformats.org/drawingml/2006/main">
              <a:ext uri="{FF2B5EF4-FFF2-40B4-BE49-F238E27FC236}">
                <a16:creationId xmlns:a16="http://schemas.microsoft.com/office/drawing/2014/main" id="{EEFA9517-4E7E-4B5D-9D9F-4C35E1EC4D73}"/>
              </a:ext>
            </a:extLst>
          </p:cNvPr>
          <p:cNvSpPr>
            <a:spLocks xmlns:a="http://schemas.openxmlformats.org/drawingml/2006/main" noGrp="1"/>
          </p:cNvSpPr>
          <p:nvPr/>
        </p:nvSpPr>
        <p:spPr>
          <a:xfrm xmlns:a="http://schemas.openxmlformats.org/drawingml/2006/main">
            <a:off x="7005693"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8" name="Editable chart path">
            <a:extLst xmlns:a="http://schemas.openxmlformats.org/drawingml/2006/main">
              <a:ext uri="{FF2B5EF4-FFF2-40B4-BE49-F238E27FC236}">
                <a16:creationId xmlns:a16="http://schemas.microsoft.com/office/drawing/2014/main" id="{BBEE76ED-EE98-4E4E-BECF-A628A207CF3E}"/>
              </a:ext>
            </a:extLst>
          </p:cNvPr>
          <p:cNvSpPr>
            <a:spLocks xmlns:a="http://schemas.openxmlformats.org/drawingml/2006/main" noGrp="1"/>
          </p:cNvSpPr>
          <p:nvPr/>
        </p:nvSpPr>
        <p:spPr>
          <a:xfrm xmlns:a="http://schemas.openxmlformats.org/drawingml/2006/main">
            <a:off x="7066585"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69" name="Editable chart path">
            <a:extLst xmlns:a="http://schemas.openxmlformats.org/drawingml/2006/main">
              <a:ext uri="{FF2B5EF4-FFF2-40B4-BE49-F238E27FC236}">
                <a16:creationId xmlns:a16="http://schemas.microsoft.com/office/drawing/2014/main" id="{30DCE59C-CA89-4C87-8348-DD366DCC9F0D}"/>
              </a:ext>
            </a:extLst>
          </p:cNvPr>
          <p:cNvSpPr>
            <a:spLocks xmlns:a="http://schemas.openxmlformats.org/drawingml/2006/main" noGrp="1"/>
          </p:cNvSpPr>
          <p:nvPr/>
        </p:nvSpPr>
        <p:spPr>
          <a:xfrm xmlns:a="http://schemas.openxmlformats.org/drawingml/2006/main">
            <a:off x="530072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F2F4F7"/>
          </a:solidFill>
          <a:ln xmlns:a="http://schemas.openxmlformats.org/drawingml/2006/main" w="2040">
            <a:solidFill>
              <a:srgbClr val="FBFCFE"/>
            </a:solidFill>
            <a:prstDash val="solid"/>
          </a:ln>
        </p:spPr>
      </p:sp>
      <p:sp>
        <p:nvSpPr>
          <p:cNvPr id="770" name="">
            <a:extLst xmlns:a="http://schemas.openxmlformats.org/drawingml/2006/main">
              <a:ext uri="{FF2B5EF4-FFF2-40B4-BE49-F238E27FC236}">
                <a16:creationId xmlns:a16="http://schemas.microsoft.com/office/drawing/2014/main" id="{D29BF7ED-DF7F-4031-A766-DF58966DD78C}"/>
              </a:ext>
            </a:extLst>
          </p:cNvPr>
          <p:cNvSpPr>
            <a:spLocks xmlns:a="http://schemas.openxmlformats.org/drawingml/2006/main" noGrp="1"/>
          </p:cNvSpPr>
          <p:nvPr/>
        </p:nvSpPr>
        <p:spPr>
          <a:xfrm xmlns:a="http://schemas.openxmlformats.org/drawingml/2006/main">
            <a:off x="1238250" y="4572000"/>
            <a:ext cx="1042892"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Not significant</a:t>
            </a:r>
          </a:p>
        </p:txBody>
      </p:sp>
      <p:sp>
        <p:nvSpPr>
          <p:cNvPr id="771" name="">
            <a:extLst xmlns:a="http://schemas.openxmlformats.org/drawingml/2006/main">
              <a:ext uri="{FF2B5EF4-FFF2-40B4-BE49-F238E27FC236}">
                <a16:creationId xmlns:a16="http://schemas.microsoft.com/office/drawing/2014/main" id="{35C45D7C-9E69-416F-8265-E63394FE72B6}"/>
              </a:ext>
            </a:extLst>
          </p:cNvPr>
          <p:cNvSpPr>
            <a:spLocks xmlns:a="http://schemas.openxmlformats.org/drawingml/2006/main" noGrp="1"/>
          </p:cNvSpPr>
          <p:nvPr/>
        </p:nvSpPr>
        <p:spPr>
          <a:xfrm xmlns:a="http://schemas.openxmlformats.org/drawingml/2006/main">
            <a:off x="2490692" y="4638675"/>
            <a:ext cx="161925" cy="47625"/>
          </a:xfrm>
          <a:prstGeom xmlns:a="http://schemas.openxmlformats.org/drawingml/2006/main" prst="rect">
            <a:avLst/>
          </a:prstGeom>
          <a:solidFill xmlns:a="http://schemas.openxmlformats.org/drawingml/2006/main">
            <a:srgbClr val="E4EAF4"/>
          </a:solidFill>
          <a:ln xmlns:a="http://schemas.openxmlformats.org/drawingml/2006/main" w="0">
            <a:noFill/>
          </a:ln>
        </p:spPr>
      </p:sp>
      <p:sp>
        <p:nvSpPr>
          <p:cNvPr id="772" name="">
            <a:extLst xmlns:a="http://schemas.openxmlformats.org/drawingml/2006/main">
              <a:ext uri="{FF2B5EF4-FFF2-40B4-BE49-F238E27FC236}">
                <a16:creationId xmlns:a16="http://schemas.microsoft.com/office/drawing/2014/main" id="{889CA06D-6314-4B00-9CD9-99B62683A89D}"/>
              </a:ext>
            </a:extLst>
          </p:cNvPr>
          <p:cNvSpPr>
            <a:spLocks xmlns:a="http://schemas.openxmlformats.org/drawingml/2006/main" noGrp="1"/>
          </p:cNvSpPr>
          <p:nvPr/>
        </p:nvSpPr>
        <p:spPr>
          <a:xfrm xmlns:a="http://schemas.openxmlformats.org/drawingml/2006/main">
            <a:off x="2719292" y="4572000"/>
            <a:ext cx="96107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Not analysed</a:t>
            </a:r>
          </a:p>
        </p:txBody>
      </p:sp>
      <p:sp>
        <p:nvSpPr>
          <p:cNvPr id="773" name="">
            <a:extLst xmlns:a="http://schemas.openxmlformats.org/drawingml/2006/main">
              <a:ext uri="{FF2B5EF4-FFF2-40B4-BE49-F238E27FC236}">
                <a16:creationId xmlns:a16="http://schemas.microsoft.com/office/drawing/2014/main" id="{16E0580E-C8EF-4860-BAE3-42A1D1124CE1}"/>
              </a:ext>
            </a:extLst>
          </p:cNvPr>
          <p:cNvSpPr>
            <a:spLocks xmlns:a="http://schemas.openxmlformats.org/drawingml/2006/main" noGrp="1"/>
          </p:cNvSpPr>
          <p:nvPr/>
        </p:nvSpPr>
        <p:spPr>
          <a:xfrm xmlns:a="http://schemas.openxmlformats.org/drawingml/2006/main">
            <a:off x="1666875" y="5219700"/>
            <a:ext cx="111204" cy="95250"/>
          </a:xfrm>
          <a:prstGeom xmlns:a="http://schemas.openxmlformats.org/drawingml/2006/main" prst="rect">
            <a:avLst/>
          </a:prstGeom>
          <a:solidFill xmlns:a="http://schemas.openxmlformats.org/drawingml/2006/main">
            <a:srgbClr val="C1473E"/>
          </a:solidFill>
          <a:ln xmlns:a="http://schemas.openxmlformats.org/drawingml/2006/main" w="0">
            <a:noFill/>
          </a:ln>
        </p:spPr>
      </p:sp>
      <p:sp>
        <p:nvSpPr>
          <p:cNvPr id="774" name="">
            <a:extLst xmlns:a="http://schemas.openxmlformats.org/drawingml/2006/main">
              <a:ext uri="{FF2B5EF4-FFF2-40B4-BE49-F238E27FC236}">
                <a16:creationId xmlns:a16="http://schemas.microsoft.com/office/drawing/2014/main" id="{BA89048A-7FD9-41A5-819B-728BAB6DB5A8}"/>
              </a:ext>
            </a:extLst>
          </p:cNvPr>
          <p:cNvSpPr>
            <a:spLocks xmlns:a="http://schemas.openxmlformats.org/drawingml/2006/main" noGrp="1"/>
          </p:cNvSpPr>
          <p:nvPr/>
        </p:nvSpPr>
        <p:spPr>
          <a:xfrm xmlns:a="http://schemas.openxmlformats.org/drawingml/2006/main">
            <a:off x="1777603" y="5219700"/>
            <a:ext cx="111204" cy="95250"/>
          </a:xfrm>
          <a:prstGeom xmlns:a="http://schemas.openxmlformats.org/drawingml/2006/main" prst="rect">
            <a:avLst/>
          </a:prstGeom>
          <a:solidFill xmlns:a="http://schemas.openxmlformats.org/drawingml/2006/main">
            <a:srgbClr val="C24C43"/>
          </a:solidFill>
          <a:ln xmlns:a="http://schemas.openxmlformats.org/drawingml/2006/main" w="0">
            <a:noFill/>
          </a:ln>
        </p:spPr>
      </p:sp>
      <p:sp>
        <p:nvSpPr>
          <p:cNvPr id="775" name="">
            <a:extLst xmlns:a="http://schemas.openxmlformats.org/drawingml/2006/main">
              <a:ext uri="{FF2B5EF4-FFF2-40B4-BE49-F238E27FC236}">
                <a16:creationId xmlns:a16="http://schemas.microsoft.com/office/drawing/2014/main" id="{0CC1063B-A7E0-4359-9015-8377876EE3A2}"/>
              </a:ext>
            </a:extLst>
          </p:cNvPr>
          <p:cNvSpPr>
            <a:spLocks xmlns:a="http://schemas.openxmlformats.org/drawingml/2006/main" noGrp="1"/>
          </p:cNvSpPr>
          <p:nvPr/>
        </p:nvSpPr>
        <p:spPr>
          <a:xfrm xmlns:a="http://schemas.openxmlformats.org/drawingml/2006/main">
            <a:off x="1888331" y="5219700"/>
            <a:ext cx="111204" cy="95250"/>
          </a:xfrm>
          <a:prstGeom xmlns:a="http://schemas.openxmlformats.org/drawingml/2006/main" prst="rect">
            <a:avLst/>
          </a:prstGeom>
          <a:solidFill xmlns:a="http://schemas.openxmlformats.org/drawingml/2006/main">
            <a:srgbClr val="C45148"/>
          </a:solidFill>
          <a:ln xmlns:a="http://schemas.openxmlformats.org/drawingml/2006/main" w="0">
            <a:noFill/>
          </a:ln>
        </p:spPr>
      </p:sp>
      <p:sp>
        <p:nvSpPr>
          <p:cNvPr id="776" name="">
            <a:extLst xmlns:a="http://schemas.openxmlformats.org/drawingml/2006/main">
              <a:ext uri="{FF2B5EF4-FFF2-40B4-BE49-F238E27FC236}">
                <a16:creationId xmlns:a16="http://schemas.microsoft.com/office/drawing/2014/main" id="{D463F159-9DCC-4EA2-AAAB-D902215478CA}"/>
              </a:ext>
            </a:extLst>
          </p:cNvPr>
          <p:cNvSpPr>
            <a:spLocks xmlns:a="http://schemas.openxmlformats.org/drawingml/2006/main" noGrp="1"/>
          </p:cNvSpPr>
          <p:nvPr/>
        </p:nvSpPr>
        <p:spPr>
          <a:xfrm xmlns:a="http://schemas.openxmlformats.org/drawingml/2006/main">
            <a:off x="1999059" y="5219700"/>
            <a:ext cx="111204" cy="95250"/>
          </a:xfrm>
          <a:prstGeom xmlns:a="http://schemas.openxmlformats.org/drawingml/2006/main" prst="rect">
            <a:avLst/>
          </a:prstGeom>
          <a:solidFill xmlns:a="http://schemas.openxmlformats.org/drawingml/2006/main">
            <a:srgbClr val="C6554D"/>
          </a:solidFill>
          <a:ln xmlns:a="http://schemas.openxmlformats.org/drawingml/2006/main" w="0">
            <a:noFill/>
          </a:ln>
        </p:spPr>
      </p:sp>
      <p:sp>
        <p:nvSpPr>
          <p:cNvPr id="777" name="">
            <a:extLst xmlns:a="http://schemas.openxmlformats.org/drawingml/2006/main">
              <a:ext uri="{FF2B5EF4-FFF2-40B4-BE49-F238E27FC236}">
                <a16:creationId xmlns:a16="http://schemas.microsoft.com/office/drawing/2014/main" id="{C4E54DE1-9A5F-4250-BE55-09BA4B6E4298}"/>
              </a:ext>
            </a:extLst>
          </p:cNvPr>
          <p:cNvSpPr>
            <a:spLocks xmlns:a="http://schemas.openxmlformats.org/drawingml/2006/main" noGrp="1"/>
          </p:cNvSpPr>
          <p:nvPr/>
        </p:nvSpPr>
        <p:spPr>
          <a:xfrm xmlns:a="http://schemas.openxmlformats.org/drawingml/2006/main">
            <a:off x="2109788" y="5219700"/>
            <a:ext cx="111204" cy="95250"/>
          </a:xfrm>
          <a:prstGeom xmlns:a="http://schemas.openxmlformats.org/drawingml/2006/main" prst="rect">
            <a:avLst/>
          </a:prstGeom>
          <a:solidFill xmlns:a="http://schemas.openxmlformats.org/drawingml/2006/main">
            <a:srgbClr val="C75A52"/>
          </a:solidFill>
          <a:ln xmlns:a="http://schemas.openxmlformats.org/drawingml/2006/main" w="0">
            <a:noFill/>
          </a:ln>
        </p:spPr>
      </p:sp>
      <p:sp>
        <p:nvSpPr>
          <p:cNvPr id="778" name="">
            <a:extLst xmlns:a="http://schemas.openxmlformats.org/drawingml/2006/main">
              <a:ext uri="{FF2B5EF4-FFF2-40B4-BE49-F238E27FC236}">
                <a16:creationId xmlns:a16="http://schemas.microsoft.com/office/drawing/2014/main" id="{469F7AE1-8971-4AD7-B502-0907D0575835}"/>
              </a:ext>
            </a:extLst>
          </p:cNvPr>
          <p:cNvSpPr>
            <a:spLocks xmlns:a="http://schemas.openxmlformats.org/drawingml/2006/main" noGrp="1"/>
          </p:cNvSpPr>
          <p:nvPr/>
        </p:nvSpPr>
        <p:spPr>
          <a:xfrm xmlns:a="http://schemas.openxmlformats.org/drawingml/2006/main">
            <a:off x="2220516" y="5219700"/>
            <a:ext cx="111204" cy="95250"/>
          </a:xfrm>
          <a:prstGeom xmlns:a="http://schemas.openxmlformats.org/drawingml/2006/main" prst="rect">
            <a:avLst/>
          </a:prstGeom>
          <a:solidFill xmlns:a="http://schemas.openxmlformats.org/drawingml/2006/main">
            <a:srgbClr val="C95F57"/>
          </a:solidFill>
          <a:ln xmlns:a="http://schemas.openxmlformats.org/drawingml/2006/main" w="0">
            <a:noFill/>
          </a:ln>
        </p:spPr>
      </p:sp>
      <p:sp>
        <p:nvSpPr>
          <p:cNvPr id="779" name="">
            <a:extLst xmlns:a="http://schemas.openxmlformats.org/drawingml/2006/main">
              <a:ext uri="{FF2B5EF4-FFF2-40B4-BE49-F238E27FC236}">
                <a16:creationId xmlns:a16="http://schemas.microsoft.com/office/drawing/2014/main" id="{D1FCF390-CC59-4B3F-B2BA-E4CAE125C026}"/>
              </a:ext>
            </a:extLst>
          </p:cNvPr>
          <p:cNvSpPr>
            <a:spLocks xmlns:a="http://schemas.openxmlformats.org/drawingml/2006/main" noGrp="1"/>
          </p:cNvSpPr>
          <p:nvPr/>
        </p:nvSpPr>
        <p:spPr>
          <a:xfrm xmlns:a="http://schemas.openxmlformats.org/drawingml/2006/main">
            <a:off x="2331244" y="5219700"/>
            <a:ext cx="111204" cy="95250"/>
          </a:xfrm>
          <a:prstGeom xmlns:a="http://schemas.openxmlformats.org/drawingml/2006/main" prst="rect">
            <a:avLst/>
          </a:prstGeom>
          <a:solidFill xmlns:a="http://schemas.openxmlformats.org/drawingml/2006/main">
            <a:srgbClr val="CA635C"/>
          </a:solidFill>
          <a:ln xmlns:a="http://schemas.openxmlformats.org/drawingml/2006/main" w="0">
            <a:noFill/>
          </a:ln>
        </p:spPr>
      </p:sp>
      <p:sp>
        <p:nvSpPr>
          <p:cNvPr id="780" name="">
            <a:extLst xmlns:a="http://schemas.openxmlformats.org/drawingml/2006/main">
              <a:ext uri="{FF2B5EF4-FFF2-40B4-BE49-F238E27FC236}">
                <a16:creationId xmlns:a16="http://schemas.microsoft.com/office/drawing/2014/main" id="{CB6F88FC-4C5A-47B4-A963-6DB19C8EDC2E}"/>
              </a:ext>
            </a:extLst>
          </p:cNvPr>
          <p:cNvSpPr>
            <a:spLocks xmlns:a="http://schemas.openxmlformats.org/drawingml/2006/main" noGrp="1"/>
          </p:cNvSpPr>
          <p:nvPr/>
        </p:nvSpPr>
        <p:spPr>
          <a:xfrm xmlns:a="http://schemas.openxmlformats.org/drawingml/2006/main">
            <a:off x="2441972" y="5219700"/>
            <a:ext cx="111204" cy="95250"/>
          </a:xfrm>
          <a:prstGeom xmlns:a="http://schemas.openxmlformats.org/drawingml/2006/main" prst="rect">
            <a:avLst/>
          </a:prstGeom>
          <a:solidFill xmlns:a="http://schemas.openxmlformats.org/drawingml/2006/main">
            <a:srgbClr val="CC6861"/>
          </a:solidFill>
          <a:ln xmlns:a="http://schemas.openxmlformats.org/drawingml/2006/main" w="0">
            <a:noFill/>
          </a:ln>
        </p:spPr>
      </p:sp>
      <p:sp>
        <p:nvSpPr>
          <p:cNvPr id="781" name="">
            <a:extLst xmlns:a="http://schemas.openxmlformats.org/drawingml/2006/main">
              <a:ext uri="{FF2B5EF4-FFF2-40B4-BE49-F238E27FC236}">
                <a16:creationId xmlns:a16="http://schemas.microsoft.com/office/drawing/2014/main" id="{F7BB5B14-485D-468F-9DE4-EE99D1BA5CAE}"/>
              </a:ext>
            </a:extLst>
          </p:cNvPr>
          <p:cNvSpPr>
            <a:spLocks xmlns:a="http://schemas.openxmlformats.org/drawingml/2006/main" noGrp="1"/>
          </p:cNvSpPr>
          <p:nvPr/>
        </p:nvSpPr>
        <p:spPr>
          <a:xfrm xmlns:a="http://schemas.openxmlformats.org/drawingml/2006/main">
            <a:off x="2552700" y="5219700"/>
            <a:ext cx="111204" cy="95250"/>
          </a:xfrm>
          <a:prstGeom xmlns:a="http://schemas.openxmlformats.org/drawingml/2006/main" prst="rect">
            <a:avLst/>
          </a:prstGeom>
          <a:solidFill xmlns:a="http://schemas.openxmlformats.org/drawingml/2006/main">
            <a:srgbClr val="CD6D65"/>
          </a:solidFill>
          <a:ln xmlns:a="http://schemas.openxmlformats.org/drawingml/2006/main" w="0">
            <a:noFill/>
          </a:ln>
        </p:spPr>
      </p:sp>
      <p:sp>
        <p:nvSpPr>
          <p:cNvPr id="782" name="">
            <a:extLst xmlns:a="http://schemas.openxmlformats.org/drawingml/2006/main">
              <a:ext uri="{FF2B5EF4-FFF2-40B4-BE49-F238E27FC236}">
                <a16:creationId xmlns:a16="http://schemas.microsoft.com/office/drawing/2014/main" id="{428EF7F0-8E7F-47DF-BB7D-02B4540ED5C8}"/>
              </a:ext>
            </a:extLst>
          </p:cNvPr>
          <p:cNvSpPr>
            <a:spLocks xmlns:a="http://schemas.openxmlformats.org/drawingml/2006/main" noGrp="1"/>
          </p:cNvSpPr>
          <p:nvPr/>
        </p:nvSpPr>
        <p:spPr>
          <a:xfrm xmlns:a="http://schemas.openxmlformats.org/drawingml/2006/main">
            <a:off x="2663428" y="5219700"/>
            <a:ext cx="111204" cy="95250"/>
          </a:xfrm>
          <a:prstGeom xmlns:a="http://schemas.openxmlformats.org/drawingml/2006/main" prst="rect">
            <a:avLst/>
          </a:prstGeom>
          <a:solidFill xmlns:a="http://schemas.openxmlformats.org/drawingml/2006/main">
            <a:srgbClr val="CF716A"/>
          </a:solidFill>
          <a:ln xmlns:a="http://schemas.openxmlformats.org/drawingml/2006/main" w="0">
            <a:noFill/>
          </a:ln>
        </p:spPr>
      </p:sp>
      <p:sp>
        <p:nvSpPr>
          <p:cNvPr id="783" name="">
            <a:extLst xmlns:a="http://schemas.openxmlformats.org/drawingml/2006/main">
              <a:ext uri="{FF2B5EF4-FFF2-40B4-BE49-F238E27FC236}">
                <a16:creationId xmlns:a16="http://schemas.microsoft.com/office/drawing/2014/main" id="{C3FE52B1-38F6-490D-9059-1C5C250C58AC}"/>
              </a:ext>
            </a:extLst>
          </p:cNvPr>
          <p:cNvSpPr>
            <a:spLocks xmlns:a="http://schemas.openxmlformats.org/drawingml/2006/main" noGrp="1"/>
          </p:cNvSpPr>
          <p:nvPr/>
        </p:nvSpPr>
        <p:spPr>
          <a:xfrm xmlns:a="http://schemas.openxmlformats.org/drawingml/2006/main">
            <a:off x="2774156" y="5219700"/>
            <a:ext cx="111204" cy="95250"/>
          </a:xfrm>
          <a:prstGeom xmlns:a="http://schemas.openxmlformats.org/drawingml/2006/main" prst="rect">
            <a:avLst/>
          </a:prstGeom>
          <a:solidFill xmlns:a="http://schemas.openxmlformats.org/drawingml/2006/main">
            <a:srgbClr val="D1766F"/>
          </a:solidFill>
          <a:ln xmlns:a="http://schemas.openxmlformats.org/drawingml/2006/main" w="0">
            <a:noFill/>
          </a:ln>
        </p:spPr>
      </p:sp>
      <p:sp>
        <p:nvSpPr>
          <p:cNvPr id="784" name="">
            <a:extLst xmlns:a="http://schemas.openxmlformats.org/drawingml/2006/main">
              <a:ext uri="{FF2B5EF4-FFF2-40B4-BE49-F238E27FC236}">
                <a16:creationId xmlns:a16="http://schemas.microsoft.com/office/drawing/2014/main" id="{71D68E29-07AD-4DE3-AC92-5A014B9787F3}"/>
              </a:ext>
            </a:extLst>
          </p:cNvPr>
          <p:cNvSpPr>
            <a:spLocks xmlns:a="http://schemas.openxmlformats.org/drawingml/2006/main" noGrp="1"/>
          </p:cNvSpPr>
          <p:nvPr/>
        </p:nvSpPr>
        <p:spPr>
          <a:xfrm xmlns:a="http://schemas.openxmlformats.org/drawingml/2006/main">
            <a:off x="2884884" y="5219700"/>
            <a:ext cx="111204" cy="95250"/>
          </a:xfrm>
          <a:prstGeom xmlns:a="http://schemas.openxmlformats.org/drawingml/2006/main" prst="rect">
            <a:avLst/>
          </a:prstGeom>
          <a:solidFill xmlns:a="http://schemas.openxmlformats.org/drawingml/2006/main">
            <a:srgbClr val="D27A74"/>
          </a:solidFill>
          <a:ln xmlns:a="http://schemas.openxmlformats.org/drawingml/2006/main" w="0">
            <a:noFill/>
          </a:ln>
        </p:spPr>
      </p:sp>
      <p:sp>
        <p:nvSpPr>
          <p:cNvPr id="785" name="">
            <a:extLst xmlns:a="http://schemas.openxmlformats.org/drawingml/2006/main">
              <a:ext uri="{FF2B5EF4-FFF2-40B4-BE49-F238E27FC236}">
                <a16:creationId xmlns:a16="http://schemas.microsoft.com/office/drawing/2014/main" id="{E81EF112-67FF-434D-85DC-8D5E0F2ED843}"/>
              </a:ext>
            </a:extLst>
          </p:cNvPr>
          <p:cNvSpPr>
            <a:spLocks xmlns:a="http://schemas.openxmlformats.org/drawingml/2006/main" noGrp="1"/>
          </p:cNvSpPr>
          <p:nvPr/>
        </p:nvSpPr>
        <p:spPr>
          <a:xfrm xmlns:a="http://schemas.openxmlformats.org/drawingml/2006/main">
            <a:off x="2995613" y="5219700"/>
            <a:ext cx="111204" cy="95250"/>
          </a:xfrm>
          <a:prstGeom xmlns:a="http://schemas.openxmlformats.org/drawingml/2006/main" prst="rect">
            <a:avLst/>
          </a:prstGeom>
          <a:solidFill xmlns:a="http://schemas.openxmlformats.org/drawingml/2006/main">
            <a:srgbClr val="D47F79"/>
          </a:solidFill>
          <a:ln xmlns:a="http://schemas.openxmlformats.org/drawingml/2006/main" w="0">
            <a:noFill/>
          </a:ln>
        </p:spPr>
      </p:sp>
      <p:sp>
        <p:nvSpPr>
          <p:cNvPr id="786" name="">
            <a:extLst xmlns:a="http://schemas.openxmlformats.org/drawingml/2006/main">
              <a:ext uri="{FF2B5EF4-FFF2-40B4-BE49-F238E27FC236}">
                <a16:creationId xmlns:a16="http://schemas.microsoft.com/office/drawing/2014/main" id="{005511B8-C10A-4E72-9A02-BF10C1640C31}"/>
              </a:ext>
            </a:extLst>
          </p:cNvPr>
          <p:cNvSpPr>
            <a:spLocks xmlns:a="http://schemas.openxmlformats.org/drawingml/2006/main" noGrp="1"/>
          </p:cNvSpPr>
          <p:nvPr/>
        </p:nvSpPr>
        <p:spPr>
          <a:xfrm xmlns:a="http://schemas.openxmlformats.org/drawingml/2006/main">
            <a:off x="3106341" y="5219700"/>
            <a:ext cx="111204" cy="95250"/>
          </a:xfrm>
          <a:prstGeom xmlns:a="http://schemas.openxmlformats.org/drawingml/2006/main" prst="rect">
            <a:avLst/>
          </a:prstGeom>
          <a:solidFill xmlns:a="http://schemas.openxmlformats.org/drawingml/2006/main">
            <a:srgbClr val="D5847E"/>
          </a:solidFill>
          <a:ln xmlns:a="http://schemas.openxmlformats.org/drawingml/2006/main" w="0">
            <a:noFill/>
          </a:ln>
        </p:spPr>
      </p:sp>
      <p:sp>
        <p:nvSpPr>
          <p:cNvPr id="787" name="">
            <a:extLst xmlns:a="http://schemas.openxmlformats.org/drawingml/2006/main">
              <a:ext uri="{FF2B5EF4-FFF2-40B4-BE49-F238E27FC236}">
                <a16:creationId xmlns:a16="http://schemas.microsoft.com/office/drawing/2014/main" id="{19165659-4233-4572-B1BC-A6A35F86F1F3}"/>
              </a:ext>
            </a:extLst>
          </p:cNvPr>
          <p:cNvSpPr>
            <a:spLocks xmlns:a="http://schemas.openxmlformats.org/drawingml/2006/main" noGrp="1"/>
          </p:cNvSpPr>
          <p:nvPr/>
        </p:nvSpPr>
        <p:spPr>
          <a:xfrm xmlns:a="http://schemas.openxmlformats.org/drawingml/2006/main">
            <a:off x="3217069" y="5219700"/>
            <a:ext cx="111204" cy="95250"/>
          </a:xfrm>
          <a:prstGeom xmlns:a="http://schemas.openxmlformats.org/drawingml/2006/main" prst="rect">
            <a:avLst/>
          </a:prstGeom>
          <a:solidFill xmlns:a="http://schemas.openxmlformats.org/drawingml/2006/main">
            <a:srgbClr val="D78883"/>
          </a:solidFill>
          <a:ln xmlns:a="http://schemas.openxmlformats.org/drawingml/2006/main" w="0">
            <a:noFill/>
          </a:ln>
        </p:spPr>
      </p:sp>
      <p:sp>
        <p:nvSpPr>
          <p:cNvPr id="788" name="">
            <a:extLst xmlns:a="http://schemas.openxmlformats.org/drawingml/2006/main">
              <a:ext uri="{FF2B5EF4-FFF2-40B4-BE49-F238E27FC236}">
                <a16:creationId xmlns:a16="http://schemas.microsoft.com/office/drawing/2014/main" id="{4767D888-54B2-4D7E-9894-42D1DE0DFEB0}"/>
              </a:ext>
            </a:extLst>
          </p:cNvPr>
          <p:cNvSpPr>
            <a:spLocks xmlns:a="http://schemas.openxmlformats.org/drawingml/2006/main" noGrp="1"/>
          </p:cNvSpPr>
          <p:nvPr/>
        </p:nvSpPr>
        <p:spPr>
          <a:xfrm xmlns:a="http://schemas.openxmlformats.org/drawingml/2006/main">
            <a:off x="3327797" y="5219700"/>
            <a:ext cx="111204" cy="95250"/>
          </a:xfrm>
          <a:prstGeom xmlns:a="http://schemas.openxmlformats.org/drawingml/2006/main" prst="rect">
            <a:avLst/>
          </a:prstGeom>
          <a:solidFill xmlns:a="http://schemas.openxmlformats.org/drawingml/2006/main">
            <a:srgbClr val="D88D88"/>
          </a:solidFill>
          <a:ln xmlns:a="http://schemas.openxmlformats.org/drawingml/2006/main" w="0">
            <a:noFill/>
          </a:ln>
        </p:spPr>
      </p:sp>
      <p:sp>
        <p:nvSpPr>
          <p:cNvPr id="789" name="">
            <a:extLst xmlns:a="http://schemas.openxmlformats.org/drawingml/2006/main">
              <a:ext uri="{FF2B5EF4-FFF2-40B4-BE49-F238E27FC236}">
                <a16:creationId xmlns:a16="http://schemas.microsoft.com/office/drawing/2014/main" id="{D965286A-BE84-431C-A92A-44C6CDF839CD}"/>
              </a:ext>
            </a:extLst>
          </p:cNvPr>
          <p:cNvSpPr>
            <a:spLocks xmlns:a="http://schemas.openxmlformats.org/drawingml/2006/main" noGrp="1"/>
          </p:cNvSpPr>
          <p:nvPr/>
        </p:nvSpPr>
        <p:spPr>
          <a:xfrm xmlns:a="http://schemas.openxmlformats.org/drawingml/2006/main">
            <a:off x="3438525" y="5219700"/>
            <a:ext cx="111204" cy="95250"/>
          </a:xfrm>
          <a:prstGeom xmlns:a="http://schemas.openxmlformats.org/drawingml/2006/main" prst="rect">
            <a:avLst/>
          </a:prstGeom>
          <a:solidFill xmlns:a="http://schemas.openxmlformats.org/drawingml/2006/main">
            <a:srgbClr val="DA928C"/>
          </a:solidFill>
          <a:ln xmlns:a="http://schemas.openxmlformats.org/drawingml/2006/main" w="0">
            <a:noFill/>
          </a:ln>
        </p:spPr>
      </p:sp>
      <p:sp>
        <p:nvSpPr>
          <p:cNvPr id="790" name="">
            <a:extLst xmlns:a="http://schemas.openxmlformats.org/drawingml/2006/main">
              <a:ext uri="{FF2B5EF4-FFF2-40B4-BE49-F238E27FC236}">
                <a16:creationId xmlns:a16="http://schemas.microsoft.com/office/drawing/2014/main" id="{223FD9F4-8BF7-4295-8490-3C97C18FD51B}"/>
              </a:ext>
            </a:extLst>
          </p:cNvPr>
          <p:cNvSpPr>
            <a:spLocks xmlns:a="http://schemas.openxmlformats.org/drawingml/2006/main" noGrp="1"/>
          </p:cNvSpPr>
          <p:nvPr/>
        </p:nvSpPr>
        <p:spPr>
          <a:xfrm xmlns:a="http://schemas.openxmlformats.org/drawingml/2006/main">
            <a:off x="3549253" y="5219700"/>
            <a:ext cx="111204" cy="95250"/>
          </a:xfrm>
          <a:prstGeom xmlns:a="http://schemas.openxmlformats.org/drawingml/2006/main" prst="rect">
            <a:avLst/>
          </a:prstGeom>
          <a:solidFill xmlns:a="http://schemas.openxmlformats.org/drawingml/2006/main">
            <a:srgbClr val="DC9691"/>
          </a:solidFill>
          <a:ln xmlns:a="http://schemas.openxmlformats.org/drawingml/2006/main" w="0">
            <a:noFill/>
          </a:ln>
        </p:spPr>
      </p:sp>
      <p:sp>
        <p:nvSpPr>
          <p:cNvPr id="791" name="">
            <a:extLst xmlns:a="http://schemas.openxmlformats.org/drawingml/2006/main">
              <a:ext uri="{FF2B5EF4-FFF2-40B4-BE49-F238E27FC236}">
                <a16:creationId xmlns:a16="http://schemas.microsoft.com/office/drawing/2014/main" id="{B73F8C5F-51F6-49D8-8E2D-268E70EE596A}"/>
              </a:ext>
            </a:extLst>
          </p:cNvPr>
          <p:cNvSpPr>
            <a:spLocks xmlns:a="http://schemas.openxmlformats.org/drawingml/2006/main" noGrp="1"/>
          </p:cNvSpPr>
          <p:nvPr/>
        </p:nvSpPr>
        <p:spPr>
          <a:xfrm xmlns:a="http://schemas.openxmlformats.org/drawingml/2006/main">
            <a:off x="3659981" y="5219700"/>
            <a:ext cx="111204" cy="95250"/>
          </a:xfrm>
          <a:prstGeom xmlns:a="http://schemas.openxmlformats.org/drawingml/2006/main" prst="rect">
            <a:avLst/>
          </a:prstGeom>
          <a:solidFill xmlns:a="http://schemas.openxmlformats.org/drawingml/2006/main">
            <a:srgbClr val="DD9B96"/>
          </a:solidFill>
          <a:ln xmlns:a="http://schemas.openxmlformats.org/drawingml/2006/main" w="0">
            <a:noFill/>
          </a:ln>
        </p:spPr>
      </p:sp>
      <p:sp>
        <p:nvSpPr>
          <p:cNvPr id="792" name="">
            <a:extLst xmlns:a="http://schemas.openxmlformats.org/drawingml/2006/main">
              <a:ext uri="{FF2B5EF4-FFF2-40B4-BE49-F238E27FC236}">
                <a16:creationId xmlns:a16="http://schemas.microsoft.com/office/drawing/2014/main" id="{F9FF084D-6BF9-489A-856B-A6311DA49F08}"/>
              </a:ext>
            </a:extLst>
          </p:cNvPr>
          <p:cNvSpPr>
            <a:spLocks xmlns:a="http://schemas.openxmlformats.org/drawingml/2006/main" noGrp="1"/>
          </p:cNvSpPr>
          <p:nvPr/>
        </p:nvSpPr>
        <p:spPr>
          <a:xfrm xmlns:a="http://schemas.openxmlformats.org/drawingml/2006/main">
            <a:off x="3770709" y="5219700"/>
            <a:ext cx="111204" cy="95250"/>
          </a:xfrm>
          <a:prstGeom xmlns:a="http://schemas.openxmlformats.org/drawingml/2006/main" prst="rect">
            <a:avLst/>
          </a:prstGeom>
          <a:solidFill xmlns:a="http://schemas.openxmlformats.org/drawingml/2006/main">
            <a:srgbClr val="DFA09B"/>
          </a:solidFill>
          <a:ln xmlns:a="http://schemas.openxmlformats.org/drawingml/2006/main" w="0">
            <a:noFill/>
          </a:ln>
        </p:spPr>
      </p:sp>
      <p:sp>
        <p:nvSpPr>
          <p:cNvPr id="793" name="">
            <a:extLst xmlns:a="http://schemas.openxmlformats.org/drawingml/2006/main">
              <a:ext uri="{FF2B5EF4-FFF2-40B4-BE49-F238E27FC236}">
                <a16:creationId xmlns:a16="http://schemas.microsoft.com/office/drawing/2014/main" id="{05130E52-0A20-4E02-9728-469E98844B8D}"/>
              </a:ext>
            </a:extLst>
          </p:cNvPr>
          <p:cNvSpPr>
            <a:spLocks xmlns:a="http://schemas.openxmlformats.org/drawingml/2006/main" noGrp="1"/>
          </p:cNvSpPr>
          <p:nvPr/>
        </p:nvSpPr>
        <p:spPr>
          <a:xfrm xmlns:a="http://schemas.openxmlformats.org/drawingml/2006/main">
            <a:off x="3881438" y="5219700"/>
            <a:ext cx="111204" cy="95250"/>
          </a:xfrm>
          <a:prstGeom xmlns:a="http://schemas.openxmlformats.org/drawingml/2006/main" prst="rect">
            <a:avLst/>
          </a:prstGeom>
          <a:solidFill xmlns:a="http://schemas.openxmlformats.org/drawingml/2006/main">
            <a:srgbClr val="E0A4A0"/>
          </a:solidFill>
          <a:ln xmlns:a="http://schemas.openxmlformats.org/drawingml/2006/main" w="0">
            <a:noFill/>
          </a:ln>
        </p:spPr>
      </p:sp>
      <p:sp>
        <p:nvSpPr>
          <p:cNvPr id="794" name="">
            <a:extLst xmlns:a="http://schemas.openxmlformats.org/drawingml/2006/main">
              <a:ext uri="{FF2B5EF4-FFF2-40B4-BE49-F238E27FC236}">
                <a16:creationId xmlns:a16="http://schemas.microsoft.com/office/drawing/2014/main" id="{0A8C7DBD-AF5B-4430-B967-049D4EC164F0}"/>
              </a:ext>
            </a:extLst>
          </p:cNvPr>
          <p:cNvSpPr>
            <a:spLocks xmlns:a="http://schemas.openxmlformats.org/drawingml/2006/main" noGrp="1"/>
          </p:cNvSpPr>
          <p:nvPr/>
        </p:nvSpPr>
        <p:spPr>
          <a:xfrm xmlns:a="http://schemas.openxmlformats.org/drawingml/2006/main">
            <a:off x="3992166" y="5219700"/>
            <a:ext cx="111204" cy="95250"/>
          </a:xfrm>
          <a:prstGeom xmlns:a="http://schemas.openxmlformats.org/drawingml/2006/main" prst="rect">
            <a:avLst/>
          </a:prstGeom>
          <a:solidFill xmlns:a="http://schemas.openxmlformats.org/drawingml/2006/main">
            <a:srgbClr val="E2A9A5"/>
          </a:solidFill>
          <a:ln xmlns:a="http://schemas.openxmlformats.org/drawingml/2006/main" w="0">
            <a:noFill/>
          </a:ln>
        </p:spPr>
      </p:sp>
      <p:sp>
        <p:nvSpPr>
          <p:cNvPr id="795" name="">
            <a:extLst xmlns:a="http://schemas.openxmlformats.org/drawingml/2006/main">
              <a:ext uri="{FF2B5EF4-FFF2-40B4-BE49-F238E27FC236}">
                <a16:creationId xmlns:a16="http://schemas.microsoft.com/office/drawing/2014/main" id="{6003A5B5-314F-4B15-B0CF-FD7F3BC72B7B}"/>
              </a:ext>
            </a:extLst>
          </p:cNvPr>
          <p:cNvSpPr>
            <a:spLocks xmlns:a="http://schemas.openxmlformats.org/drawingml/2006/main" noGrp="1"/>
          </p:cNvSpPr>
          <p:nvPr/>
        </p:nvSpPr>
        <p:spPr>
          <a:xfrm xmlns:a="http://schemas.openxmlformats.org/drawingml/2006/main">
            <a:off x="4102894" y="5219700"/>
            <a:ext cx="111204" cy="95250"/>
          </a:xfrm>
          <a:prstGeom xmlns:a="http://schemas.openxmlformats.org/drawingml/2006/main" prst="rect">
            <a:avLst/>
          </a:prstGeom>
          <a:solidFill xmlns:a="http://schemas.openxmlformats.org/drawingml/2006/main">
            <a:srgbClr val="E3AEAA"/>
          </a:solidFill>
          <a:ln xmlns:a="http://schemas.openxmlformats.org/drawingml/2006/main" w="0">
            <a:noFill/>
          </a:ln>
        </p:spPr>
      </p:sp>
      <p:sp>
        <p:nvSpPr>
          <p:cNvPr id="796" name="">
            <a:extLst xmlns:a="http://schemas.openxmlformats.org/drawingml/2006/main">
              <a:ext uri="{FF2B5EF4-FFF2-40B4-BE49-F238E27FC236}">
                <a16:creationId xmlns:a16="http://schemas.microsoft.com/office/drawing/2014/main" id="{13D47557-00D5-42EA-A711-D33F4DFB0CDE}"/>
              </a:ext>
            </a:extLst>
          </p:cNvPr>
          <p:cNvSpPr>
            <a:spLocks xmlns:a="http://schemas.openxmlformats.org/drawingml/2006/main" noGrp="1"/>
          </p:cNvSpPr>
          <p:nvPr/>
        </p:nvSpPr>
        <p:spPr>
          <a:xfrm xmlns:a="http://schemas.openxmlformats.org/drawingml/2006/main">
            <a:off x="4213622" y="5219700"/>
            <a:ext cx="111204" cy="95250"/>
          </a:xfrm>
          <a:prstGeom xmlns:a="http://schemas.openxmlformats.org/drawingml/2006/main" prst="rect">
            <a:avLst/>
          </a:prstGeom>
          <a:solidFill xmlns:a="http://schemas.openxmlformats.org/drawingml/2006/main">
            <a:srgbClr val="E5B2AF"/>
          </a:solidFill>
          <a:ln xmlns:a="http://schemas.openxmlformats.org/drawingml/2006/main" w="0">
            <a:noFill/>
          </a:ln>
        </p:spPr>
      </p:sp>
      <p:sp>
        <p:nvSpPr>
          <p:cNvPr id="797" name="">
            <a:extLst xmlns:a="http://schemas.openxmlformats.org/drawingml/2006/main">
              <a:ext uri="{FF2B5EF4-FFF2-40B4-BE49-F238E27FC236}">
                <a16:creationId xmlns:a16="http://schemas.microsoft.com/office/drawing/2014/main" id="{F2ADB879-CB16-456E-A27B-FC3ED6A71572}"/>
              </a:ext>
            </a:extLst>
          </p:cNvPr>
          <p:cNvSpPr>
            <a:spLocks xmlns:a="http://schemas.openxmlformats.org/drawingml/2006/main" noGrp="1"/>
          </p:cNvSpPr>
          <p:nvPr/>
        </p:nvSpPr>
        <p:spPr>
          <a:xfrm xmlns:a="http://schemas.openxmlformats.org/drawingml/2006/main">
            <a:off x="4324350" y="5219700"/>
            <a:ext cx="111204" cy="95250"/>
          </a:xfrm>
          <a:prstGeom xmlns:a="http://schemas.openxmlformats.org/drawingml/2006/main" prst="rect">
            <a:avLst/>
          </a:prstGeom>
          <a:solidFill xmlns:a="http://schemas.openxmlformats.org/drawingml/2006/main">
            <a:srgbClr val="E7B7B3"/>
          </a:solidFill>
          <a:ln xmlns:a="http://schemas.openxmlformats.org/drawingml/2006/main" w="0">
            <a:noFill/>
          </a:ln>
        </p:spPr>
      </p:sp>
      <p:sp>
        <p:nvSpPr>
          <p:cNvPr id="798" name="">
            <a:extLst xmlns:a="http://schemas.openxmlformats.org/drawingml/2006/main">
              <a:ext uri="{FF2B5EF4-FFF2-40B4-BE49-F238E27FC236}">
                <a16:creationId xmlns:a16="http://schemas.microsoft.com/office/drawing/2014/main" id="{C5EA599A-6543-4380-BA67-0030303174E2}"/>
              </a:ext>
            </a:extLst>
          </p:cNvPr>
          <p:cNvSpPr>
            <a:spLocks xmlns:a="http://schemas.openxmlformats.org/drawingml/2006/main" noGrp="1"/>
          </p:cNvSpPr>
          <p:nvPr/>
        </p:nvSpPr>
        <p:spPr>
          <a:xfrm xmlns:a="http://schemas.openxmlformats.org/drawingml/2006/main">
            <a:off x="4435078" y="5219700"/>
            <a:ext cx="111204" cy="95250"/>
          </a:xfrm>
          <a:prstGeom xmlns:a="http://schemas.openxmlformats.org/drawingml/2006/main" prst="rect">
            <a:avLst/>
          </a:prstGeom>
          <a:solidFill xmlns:a="http://schemas.openxmlformats.org/drawingml/2006/main">
            <a:srgbClr val="E8BCB8"/>
          </a:solidFill>
          <a:ln xmlns:a="http://schemas.openxmlformats.org/drawingml/2006/main" w="0">
            <a:noFill/>
          </a:ln>
        </p:spPr>
      </p:sp>
      <p:sp>
        <p:nvSpPr>
          <p:cNvPr id="799" name="">
            <a:extLst xmlns:a="http://schemas.openxmlformats.org/drawingml/2006/main">
              <a:ext uri="{FF2B5EF4-FFF2-40B4-BE49-F238E27FC236}">
                <a16:creationId xmlns:a16="http://schemas.microsoft.com/office/drawing/2014/main" id="{A5B884F4-583E-4398-B2D4-4B9F27E6E9D6}"/>
              </a:ext>
            </a:extLst>
          </p:cNvPr>
          <p:cNvSpPr>
            <a:spLocks xmlns:a="http://schemas.openxmlformats.org/drawingml/2006/main" noGrp="1"/>
          </p:cNvSpPr>
          <p:nvPr/>
        </p:nvSpPr>
        <p:spPr>
          <a:xfrm xmlns:a="http://schemas.openxmlformats.org/drawingml/2006/main">
            <a:off x="4545806" y="5219700"/>
            <a:ext cx="111204" cy="95250"/>
          </a:xfrm>
          <a:prstGeom xmlns:a="http://schemas.openxmlformats.org/drawingml/2006/main" prst="rect">
            <a:avLst/>
          </a:prstGeom>
          <a:solidFill xmlns:a="http://schemas.openxmlformats.org/drawingml/2006/main">
            <a:srgbClr val="EAC0BD"/>
          </a:solidFill>
          <a:ln xmlns:a="http://schemas.openxmlformats.org/drawingml/2006/main" w="0">
            <a:noFill/>
          </a:ln>
        </p:spPr>
      </p:sp>
      <p:sp>
        <p:nvSpPr>
          <p:cNvPr id="800" name="">
            <a:extLst xmlns:a="http://schemas.openxmlformats.org/drawingml/2006/main">
              <a:ext uri="{FF2B5EF4-FFF2-40B4-BE49-F238E27FC236}">
                <a16:creationId xmlns:a16="http://schemas.microsoft.com/office/drawing/2014/main" id="{5E5B8579-5828-47AE-A08F-6CB3B48C8C24}"/>
              </a:ext>
            </a:extLst>
          </p:cNvPr>
          <p:cNvSpPr>
            <a:spLocks xmlns:a="http://schemas.openxmlformats.org/drawingml/2006/main" noGrp="1"/>
          </p:cNvSpPr>
          <p:nvPr/>
        </p:nvSpPr>
        <p:spPr>
          <a:xfrm xmlns:a="http://schemas.openxmlformats.org/drawingml/2006/main">
            <a:off x="4656534" y="5219700"/>
            <a:ext cx="111204" cy="95250"/>
          </a:xfrm>
          <a:prstGeom xmlns:a="http://schemas.openxmlformats.org/drawingml/2006/main" prst="rect">
            <a:avLst/>
          </a:prstGeom>
          <a:solidFill xmlns:a="http://schemas.openxmlformats.org/drawingml/2006/main">
            <a:srgbClr val="EBC5C2"/>
          </a:solidFill>
          <a:ln xmlns:a="http://schemas.openxmlformats.org/drawingml/2006/main" w="0">
            <a:noFill/>
          </a:ln>
        </p:spPr>
      </p:sp>
      <p:sp>
        <p:nvSpPr>
          <p:cNvPr id="801" name="">
            <a:extLst xmlns:a="http://schemas.openxmlformats.org/drawingml/2006/main">
              <a:ext uri="{FF2B5EF4-FFF2-40B4-BE49-F238E27FC236}">
                <a16:creationId xmlns:a16="http://schemas.microsoft.com/office/drawing/2014/main" id="{7794113C-7BFB-4ADF-B90D-C0477DFB28B6}"/>
              </a:ext>
            </a:extLst>
          </p:cNvPr>
          <p:cNvSpPr>
            <a:spLocks xmlns:a="http://schemas.openxmlformats.org/drawingml/2006/main" noGrp="1"/>
          </p:cNvSpPr>
          <p:nvPr/>
        </p:nvSpPr>
        <p:spPr>
          <a:xfrm xmlns:a="http://schemas.openxmlformats.org/drawingml/2006/main">
            <a:off x="4767263" y="5219700"/>
            <a:ext cx="111204" cy="95250"/>
          </a:xfrm>
          <a:prstGeom xmlns:a="http://schemas.openxmlformats.org/drawingml/2006/main" prst="rect">
            <a:avLst/>
          </a:prstGeom>
          <a:solidFill xmlns:a="http://schemas.openxmlformats.org/drawingml/2006/main">
            <a:srgbClr val="EDCAC7"/>
          </a:solidFill>
          <a:ln xmlns:a="http://schemas.openxmlformats.org/drawingml/2006/main" w="0">
            <a:noFill/>
          </a:ln>
        </p:spPr>
      </p:sp>
      <p:sp>
        <p:nvSpPr>
          <p:cNvPr id="802" name="">
            <a:extLst xmlns:a="http://schemas.openxmlformats.org/drawingml/2006/main">
              <a:ext uri="{FF2B5EF4-FFF2-40B4-BE49-F238E27FC236}">
                <a16:creationId xmlns:a16="http://schemas.microsoft.com/office/drawing/2014/main" id="{3B56FF07-E17C-49BB-A575-608C10DA270E}"/>
              </a:ext>
            </a:extLst>
          </p:cNvPr>
          <p:cNvSpPr>
            <a:spLocks xmlns:a="http://schemas.openxmlformats.org/drawingml/2006/main" noGrp="1"/>
          </p:cNvSpPr>
          <p:nvPr/>
        </p:nvSpPr>
        <p:spPr>
          <a:xfrm xmlns:a="http://schemas.openxmlformats.org/drawingml/2006/main">
            <a:off x="4877991" y="5219700"/>
            <a:ext cx="111204" cy="95250"/>
          </a:xfrm>
          <a:prstGeom xmlns:a="http://schemas.openxmlformats.org/drawingml/2006/main" prst="rect">
            <a:avLst/>
          </a:prstGeom>
          <a:solidFill xmlns:a="http://schemas.openxmlformats.org/drawingml/2006/main">
            <a:srgbClr val="EECECC"/>
          </a:solidFill>
          <a:ln xmlns:a="http://schemas.openxmlformats.org/drawingml/2006/main" w="0">
            <a:noFill/>
          </a:ln>
        </p:spPr>
      </p:sp>
      <p:sp>
        <p:nvSpPr>
          <p:cNvPr id="803" name="">
            <a:extLst xmlns:a="http://schemas.openxmlformats.org/drawingml/2006/main">
              <a:ext uri="{FF2B5EF4-FFF2-40B4-BE49-F238E27FC236}">
                <a16:creationId xmlns:a16="http://schemas.microsoft.com/office/drawing/2014/main" id="{CE1D268B-E1A6-4BA7-8834-EF26424E481E}"/>
              </a:ext>
            </a:extLst>
          </p:cNvPr>
          <p:cNvSpPr>
            <a:spLocks xmlns:a="http://schemas.openxmlformats.org/drawingml/2006/main" noGrp="1"/>
          </p:cNvSpPr>
          <p:nvPr/>
        </p:nvSpPr>
        <p:spPr>
          <a:xfrm xmlns:a="http://schemas.openxmlformats.org/drawingml/2006/main">
            <a:off x="4988719" y="5219700"/>
            <a:ext cx="111204" cy="95250"/>
          </a:xfrm>
          <a:prstGeom xmlns:a="http://schemas.openxmlformats.org/drawingml/2006/main" prst="rect">
            <a:avLst/>
          </a:prstGeom>
          <a:solidFill xmlns:a="http://schemas.openxmlformats.org/drawingml/2006/main">
            <a:srgbClr val="F0D3D1"/>
          </a:solidFill>
          <a:ln xmlns:a="http://schemas.openxmlformats.org/drawingml/2006/main" w="0">
            <a:noFill/>
          </a:ln>
        </p:spPr>
      </p:sp>
      <p:sp>
        <p:nvSpPr>
          <p:cNvPr id="804" name="">
            <a:extLst xmlns:a="http://schemas.openxmlformats.org/drawingml/2006/main">
              <a:ext uri="{FF2B5EF4-FFF2-40B4-BE49-F238E27FC236}">
                <a16:creationId xmlns:a16="http://schemas.microsoft.com/office/drawing/2014/main" id="{A54C4ED7-F8A7-4FEC-95E3-6AA592A25A87}"/>
              </a:ext>
            </a:extLst>
          </p:cNvPr>
          <p:cNvSpPr>
            <a:spLocks xmlns:a="http://schemas.openxmlformats.org/drawingml/2006/main" noGrp="1"/>
          </p:cNvSpPr>
          <p:nvPr/>
        </p:nvSpPr>
        <p:spPr>
          <a:xfrm xmlns:a="http://schemas.openxmlformats.org/drawingml/2006/main">
            <a:off x="5099447" y="5219700"/>
            <a:ext cx="111204" cy="95250"/>
          </a:xfrm>
          <a:prstGeom xmlns:a="http://schemas.openxmlformats.org/drawingml/2006/main" prst="rect">
            <a:avLst/>
          </a:prstGeom>
          <a:solidFill xmlns:a="http://schemas.openxmlformats.org/drawingml/2006/main">
            <a:srgbClr val="F2D7D6"/>
          </a:solidFill>
          <a:ln xmlns:a="http://schemas.openxmlformats.org/drawingml/2006/main" w="0">
            <a:noFill/>
          </a:ln>
        </p:spPr>
      </p:sp>
      <p:sp>
        <p:nvSpPr>
          <p:cNvPr id="805" name="">
            <a:extLst xmlns:a="http://schemas.openxmlformats.org/drawingml/2006/main">
              <a:ext uri="{FF2B5EF4-FFF2-40B4-BE49-F238E27FC236}">
                <a16:creationId xmlns:a16="http://schemas.microsoft.com/office/drawing/2014/main" id="{5D092B76-E33F-446F-97A9-BEEA7DC22EC1}"/>
              </a:ext>
            </a:extLst>
          </p:cNvPr>
          <p:cNvSpPr>
            <a:spLocks xmlns:a="http://schemas.openxmlformats.org/drawingml/2006/main" noGrp="1"/>
          </p:cNvSpPr>
          <p:nvPr/>
        </p:nvSpPr>
        <p:spPr>
          <a:xfrm xmlns:a="http://schemas.openxmlformats.org/drawingml/2006/main">
            <a:off x="5210175" y="5219700"/>
            <a:ext cx="111204" cy="95250"/>
          </a:xfrm>
          <a:prstGeom xmlns:a="http://schemas.openxmlformats.org/drawingml/2006/main" prst="rect">
            <a:avLst/>
          </a:prstGeom>
          <a:solidFill xmlns:a="http://schemas.openxmlformats.org/drawingml/2006/main">
            <a:srgbClr val="F3DCDA"/>
          </a:solidFill>
          <a:ln xmlns:a="http://schemas.openxmlformats.org/drawingml/2006/main" w="0">
            <a:noFill/>
          </a:ln>
        </p:spPr>
      </p:sp>
      <p:sp>
        <p:nvSpPr>
          <p:cNvPr id="806" name="">
            <a:extLst xmlns:a="http://schemas.openxmlformats.org/drawingml/2006/main">
              <a:ext uri="{FF2B5EF4-FFF2-40B4-BE49-F238E27FC236}">
                <a16:creationId xmlns:a16="http://schemas.microsoft.com/office/drawing/2014/main" id="{B85EA3A1-0BF0-4D4E-99E8-43131C76E804}"/>
              </a:ext>
            </a:extLst>
          </p:cNvPr>
          <p:cNvSpPr>
            <a:spLocks xmlns:a="http://schemas.openxmlformats.org/drawingml/2006/main" noGrp="1"/>
          </p:cNvSpPr>
          <p:nvPr/>
        </p:nvSpPr>
        <p:spPr>
          <a:xfrm xmlns:a="http://schemas.openxmlformats.org/drawingml/2006/main">
            <a:off x="5320903" y="5219700"/>
            <a:ext cx="111204" cy="95250"/>
          </a:xfrm>
          <a:prstGeom xmlns:a="http://schemas.openxmlformats.org/drawingml/2006/main" prst="rect">
            <a:avLst/>
          </a:prstGeom>
          <a:solidFill xmlns:a="http://schemas.openxmlformats.org/drawingml/2006/main">
            <a:srgbClr val="F5E1DF"/>
          </a:solidFill>
          <a:ln xmlns:a="http://schemas.openxmlformats.org/drawingml/2006/main" w="0">
            <a:noFill/>
          </a:ln>
        </p:spPr>
      </p:sp>
      <p:sp>
        <p:nvSpPr>
          <p:cNvPr id="807" name="">
            <a:extLst xmlns:a="http://schemas.openxmlformats.org/drawingml/2006/main">
              <a:ext uri="{FF2B5EF4-FFF2-40B4-BE49-F238E27FC236}">
                <a16:creationId xmlns:a16="http://schemas.microsoft.com/office/drawing/2014/main" id="{8799C528-2C56-44B9-9134-380BE833B70D}"/>
              </a:ext>
            </a:extLst>
          </p:cNvPr>
          <p:cNvSpPr>
            <a:spLocks xmlns:a="http://schemas.openxmlformats.org/drawingml/2006/main" noGrp="1"/>
          </p:cNvSpPr>
          <p:nvPr/>
        </p:nvSpPr>
        <p:spPr>
          <a:xfrm xmlns:a="http://schemas.openxmlformats.org/drawingml/2006/main">
            <a:off x="5431631" y="5219700"/>
            <a:ext cx="111204" cy="95250"/>
          </a:xfrm>
          <a:prstGeom xmlns:a="http://schemas.openxmlformats.org/drawingml/2006/main" prst="rect">
            <a:avLst/>
          </a:prstGeom>
          <a:solidFill xmlns:a="http://schemas.openxmlformats.org/drawingml/2006/main">
            <a:srgbClr val="F6E5E4"/>
          </a:solidFill>
          <a:ln xmlns:a="http://schemas.openxmlformats.org/drawingml/2006/main" w="0">
            <a:noFill/>
          </a:ln>
        </p:spPr>
      </p:sp>
      <p:sp>
        <p:nvSpPr>
          <p:cNvPr id="808" name="">
            <a:extLst xmlns:a="http://schemas.openxmlformats.org/drawingml/2006/main">
              <a:ext uri="{FF2B5EF4-FFF2-40B4-BE49-F238E27FC236}">
                <a16:creationId xmlns:a16="http://schemas.microsoft.com/office/drawing/2014/main" id="{E9963B6E-EDC8-43B9-AFDC-C35E3D5C8771}"/>
              </a:ext>
            </a:extLst>
          </p:cNvPr>
          <p:cNvSpPr>
            <a:spLocks xmlns:a="http://schemas.openxmlformats.org/drawingml/2006/main" noGrp="1"/>
          </p:cNvSpPr>
          <p:nvPr/>
        </p:nvSpPr>
        <p:spPr>
          <a:xfrm xmlns:a="http://schemas.openxmlformats.org/drawingml/2006/main">
            <a:off x="5542359" y="5219700"/>
            <a:ext cx="111204" cy="95250"/>
          </a:xfrm>
          <a:prstGeom xmlns:a="http://schemas.openxmlformats.org/drawingml/2006/main" prst="rect">
            <a:avLst/>
          </a:prstGeom>
          <a:solidFill xmlns:a="http://schemas.openxmlformats.org/drawingml/2006/main">
            <a:srgbClr val="F8EAE9"/>
          </a:solidFill>
          <a:ln xmlns:a="http://schemas.openxmlformats.org/drawingml/2006/main" w="0">
            <a:noFill/>
          </a:ln>
        </p:spPr>
      </p:sp>
      <p:sp>
        <p:nvSpPr>
          <p:cNvPr id="809" name="">
            <a:extLst xmlns:a="http://schemas.openxmlformats.org/drawingml/2006/main">
              <a:ext uri="{FF2B5EF4-FFF2-40B4-BE49-F238E27FC236}">
                <a16:creationId xmlns:a16="http://schemas.microsoft.com/office/drawing/2014/main" id="{926BAEAE-9F89-4555-8C6D-9ADDB841A63C}"/>
              </a:ext>
            </a:extLst>
          </p:cNvPr>
          <p:cNvSpPr>
            <a:spLocks xmlns:a="http://schemas.openxmlformats.org/drawingml/2006/main" noGrp="1"/>
          </p:cNvSpPr>
          <p:nvPr/>
        </p:nvSpPr>
        <p:spPr>
          <a:xfrm xmlns:a="http://schemas.openxmlformats.org/drawingml/2006/main">
            <a:off x="5653088" y="5219700"/>
            <a:ext cx="111204" cy="95250"/>
          </a:xfrm>
          <a:prstGeom xmlns:a="http://schemas.openxmlformats.org/drawingml/2006/main" prst="rect">
            <a:avLst/>
          </a:prstGeom>
          <a:solidFill xmlns:a="http://schemas.openxmlformats.org/drawingml/2006/main">
            <a:srgbClr val="F9EFEE"/>
          </a:solidFill>
          <a:ln xmlns:a="http://schemas.openxmlformats.org/drawingml/2006/main" w="0">
            <a:noFill/>
          </a:ln>
        </p:spPr>
      </p:sp>
      <p:sp>
        <p:nvSpPr>
          <p:cNvPr id="810" name="">
            <a:extLst xmlns:a="http://schemas.openxmlformats.org/drawingml/2006/main">
              <a:ext uri="{FF2B5EF4-FFF2-40B4-BE49-F238E27FC236}">
                <a16:creationId xmlns:a16="http://schemas.microsoft.com/office/drawing/2014/main" id="{BC9BFA92-9C74-4A99-B6A1-C27C8CA70258}"/>
              </a:ext>
            </a:extLst>
          </p:cNvPr>
          <p:cNvSpPr>
            <a:spLocks xmlns:a="http://schemas.openxmlformats.org/drawingml/2006/main" noGrp="1"/>
          </p:cNvSpPr>
          <p:nvPr/>
        </p:nvSpPr>
        <p:spPr>
          <a:xfrm xmlns:a="http://schemas.openxmlformats.org/drawingml/2006/main">
            <a:off x="5763816" y="5219700"/>
            <a:ext cx="111204" cy="95250"/>
          </a:xfrm>
          <a:prstGeom xmlns:a="http://schemas.openxmlformats.org/drawingml/2006/main" prst="rect">
            <a:avLst/>
          </a:prstGeom>
          <a:solidFill xmlns:a="http://schemas.openxmlformats.org/drawingml/2006/main">
            <a:srgbClr val="FBF3F3"/>
          </a:solidFill>
          <a:ln xmlns:a="http://schemas.openxmlformats.org/drawingml/2006/main" w="0">
            <a:noFill/>
          </a:ln>
        </p:spPr>
      </p:sp>
      <p:sp>
        <p:nvSpPr>
          <p:cNvPr id="811" name="">
            <a:extLst xmlns:a="http://schemas.openxmlformats.org/drawingml/2006/main">
              <a:ext uri="{FF2B5EF4-FFF2-40B4-BE49-F238E27FC236}">
                <a16:creationId xmlns:a16="http://schemas.microsoft.com/office/drawing/2014/main" id="{87318ED2-E915-491F-A7D8-93A61D6B04DF}"/>
              </a:ext>
            </a:extLst>
          </p:cNvPr>
          <p:cNvSpPr>
            <a:spLocks xmlns:a="http://schemas.openxmlformats.org/drawingml/2006/main" noGrp="1"/>
          </p:cNvSpPr>
          <p:nvPr/>
        </p:nvSpPr>
        <p:spPr>
          <a:xfrm xmlns:a="http://schemas.openxmlformats.org/drawingml/2006/main">
            <a:off x="5874544" y="5219700"/>
            <a:ext cx="111204" cy="95250"/>
          </a:xfrm>
          <a:prstGeom xmlns:a="http://schemas.openxmlformats.org/drawingml/2006/main" prst="rect">
            <a:avLst/>
          </a:prstGeom>
          <a:solidFill xmlns:a="http://schemas.openxmlformats.org/drawingml/2006/main">
            <a:srgbClr val="FDF8F8"/>
          </a:solidFill>
          <a:ln xmlns:a="http://schemas.openxmlformats.org/drawingml/2006/main" w="0">
            <a:noFill/>
          </a:ln>
        </p:spPr>
      </p:sp>
      <p:sp>
        <p:nvSpPr>
          <p:cNvPr id="812" name="">
            <a:extLst xmlns:a="http://schemas.openxmlformats.org/drawingml/2006/main">
              <a:ext uri="{FF2B5EF4-FFF2-40B4-BE49-F238E27FC236}">
                <a16:creationId xmlns:a16="http://schemas.microsoft.com/office/drawing/2014/main" id="{AF330178-8F02-4630-BCD8-EF6E454AD9E8}"/>
              </a:ext>
            </a:extLst>
          </p:cNvPr>
          <p:cNvSpPr>
            <a:spLocks xmlns:a="http://schemas.openxmlformats.org/drawingml/2006/main" noGrp="1"/>
          </p:cNvSpPr>
          <p:nvPr/>
        </p:nvSpPr>
        <p:spPr>
          <a:xfrm xmlns:a="http://schemas.openxmlformats.org/drawingml/2006/main">
            <a:off x="5985272" y="5219700"/>
            <a:ext cx="111204" cy="95250"/>
          </a:xfrm>
          <a:prstGeom xmlns:a="http://schemas.openxmlformats.org/drawingml/2006/main" prst="rect">
            <a:avLst/>
          </a:prstGeom>
          <a:solidFill xmlns:a="http://schemas.openxmlformats.org/drawingml/2006/main">
            <a:srgbClr val="FEFDFD"/>
          </a:solidFill>
          <a:ln xmlns:a="http://schemas.openxmlformats.org/drawingml/2006/main" w="0">
            <a:noFill/>
          </a:ln>
        </p:spPr>
      </p:sp>
      <p:sp>
        <p:nvSpPr>
          <p:cNvPr id="813" name="">
            <a:extLst xmlns:a="http://schemas.openxmlformats.org/drawingml/2006/main">
              <a:ext uri="{FF2B5EF4-FFF2-40B4-BE49-F238E27FC236}">
                <a16:creationId xmlns:a16="http://schemas.microsoft.com/office/drawing/2014/main" id="{0C62FA94-3EC7-41C8-9D70-817CDCC74292}"/>
              </a:ext>
            </a:extLst>
          </p:cNvPr>
          <p:cNvSpPr>
            <a:spLocks xmlns:a="http://schemas.openxmlformats.org/drawingml/2006/main" noGrp="1"/>
          </p:cNvSpPr>
          <p:nvPr/>
        </p:nvSpPr>
        <p:spPr>
          <a:xfrm xmlns:a="http://schemas.openxmlformats.org/drawingml/2006/main">
            <a:off x="6096000" y="5219700"/>
            <a:ext cx="111204" cy="95250"/>
          </a:xfrm>
          <a:prstGeom xmlns:a="http://schemas.openxmlformats.org/drawingml/2006/main" prst="rect">
            <a:avLst/>
          </a:prstGeom>
          <a:solidFill xmlns:a="http://schemas.openxmlformats.org/drawingml/2006/main">
            <a:srgbClr val="FCFDFE"/>
          </a:solidFill>
          <a:ln xmlns:a="http://schemas.openxmlformats.org/drawingml/2006/main" w="0">
            <a:noFill/>
          </a:ln>
        </p:spPr>
      </p:sp>
      <p:sp>
        <p:nvSpPr>
          <p:cNvPr id="814" name="">
            <a:extLst xmlns:a="http://schemas.openxmlformats.org/drawingml/2006/main">
              <a:ext uri="{FF2B5EF4-FFF2-40B4-BE49-F238E27FC236}">
                <a16:creationId xmlns:a16="http://schemas.microsoft.com/office/drawing/2014/main" id="{8F549D67-3B5A-42F7-9399-00723D95095C}"/>
              </a:ext>
            </a:extLst>
          </p:cNvPr>
          <p:cNvSpPr>
            <a:spLocks xmlns:a="http://schemas.openxmlformats.org/drawingml/2006/main" noGrp="1"/>
          </p:cNvSpPr>
          <p:nvPr/>
        </p:nvSpPr>
        <p:spPr>
          <a:xfrm xmlns:a="http://schemas.openxmlformats.org/drawingml/2006/main">
            <a:off x="6206728" y="5219700"/>
            <a:ext cx="111204" cy="95250"/>
          </a:xfrm>
          <a:prstGeom xmlns:a="http://schemas.openxmlformats.org/drawingml/2006/main" prst="rect">
            <a:avLst/>
          </a:prstGeom>
          <a:solidFill xmlns:a="http://schemas.openxmlformats.org/drawingml/2006/main">
            <a:srgbClr val="F7F9FC"/>
          </a:solidFill>
          <a:ln xmlns:a="http://schemas.openxmlformats.org/drawingml/2006/main" w="0">
            <a:noFill/>
          </a:ln>
        </p:spPr>
      </p:sp>
      <p:sp>
        <p:nvSpPr>
          <p:cNvPr id="815" name="">
            <a:extLst xmlns:a="http://schemas.openxmlformats.org/drawingml/2006/main">
              <a:ext uri="{FF2B5EF4-FFF2-40B4-BE49-F238E27FC236}">
                <a16:creationId xmlns:a16="http://schemas.microsoft.com/office/drawing/2014/main" id="{5BA782ED-8686-462C-908B-50B90E731B5B}"/>
              </a:ext>
            </a:extLst>
          </p:cNvPr>
          <p:cNvSpPr>
            <a:spLocks xmlns:a="http://schemas.openxmlformats.org/drawingml/2006/main" noGrp="1"/>
          </p:cNvSpPr>
          <p:nvPr/>
        </p:nvSpPr>
        <p:spPr>
          <a:xfrm xmlns:a="http://schemas.openxmlformats.org/drawingml/2006/main">
            <a:off x="6317456" y="5219700"/>
            <a:ext cx="111204" cy="95250"/>
          </a:xfrm>
          <a:prstGeom xmlns:a="http://schemas.openxmlformats.org/drawingml/2006/main" prst="rect">
            <a:avLst/>
          </a:prstGeom>
          <a:solidFill xmlns:a="http://schemas.openxmlformats.org/drawingml/2006/main">
            <a:srgbClr val="F2F5FA"/>
          </a:solidFill>
          <a:ln xmlns:a="http://schemas.openxmlformats.org/drawingml/2006/main" w="0">
            <a:noFill/>
          </a:ln>
        </p:spPr>
      </p:sp>
      <p:sp>
        <p:nvSpPr>
          <p:cNvPr id="816" name="">
            <a:extLst xmlns:a="http://schemas.openxmlformats.org/drawingml/2006/main">
              <a:ext uri="{FF2B5EF4-FFF2-40B4-BE49-F238E27FC236}">
                <a16:creationId xmlns:a16="http://schemas.microsoft.com/office/drawing/2014/main" id="{A82957F8-A30A-4F31-A7D5-49D65EAE67F3}"/>
              </a:ext>
            </a:extLst>
          </p:cNvPr>
          <p:cNvSpPr>
            <a:spLocks xmlns:a="http://schemas.openxmlformats.org/drawingml/2006/main" noGrp="1"/>
          </p:cNvSpPr>
          <p:nvPr/>
        </p:nvSpPr>
        <p:spPr>
          <a:xfrm xmlns:a="http://schemas.openxmlformats.org/drawingml/2006/main">
            <a:off x="6428184" y="5219700"/>
            <a:ext cx="111204" cy="95250"/>
          </a:xfrm>
          <a:prstGeom xmlns:a="http://schemas.openxmlformats.org/drawingml/2006/main" prst="rect">
            <a:avLst/>
          </a:prstGeom>
          <a:solidFill xmlns:a="http://schemas.openxmlformats.org/drawingml/2006/main">
            <a:srgbClr val="EDF1F8"/>
          </a:solidFill>
          <a:ln xmlns:a="http://schemas.openxmlformats.org/drawingml/2006/main" w="0">
            <a:noFill/>
          </a:ln>
        </p:spPr>
      </p:sp>
      <p:sp>
        <p:nvSpPr>
          <p:cNvPr id="817" name="">
            <a:extLst xmlns:a="http://schemas.openxmlformats.org/drawingml/2006/main">
              <a:ext uri="{FF2B5EF4-FFF2-40B4-BE49-F238E27FC236}">
                <a16:creationId xmlns:a16="http://schemas.microsoft.com/office/drawing/2014/main" id="{1F4DBA19-EFA8-4C2D-882E-F035FC22591E}"/>
              </a:ext>
            </a:extLst>
          </p:cNvPr>
          <p:cNvSpPr>
            <a:spLocks xmlns:a="http://schemas.openxmlformats.org/drawingml/2006/main" noGrp="1"/>
          </p:cNvSpPr>
          <p:nvPr/>
        </p:nvSpPr>
        <p:spPr>
          <a:xfrm xmlns:a="http://schemas.openxmlformats.org/drawingml/2006/main">
            <a:off x="6538913" y="5219700"/>
            <a:ext cx="111204" cy="95250"/>
          </a:xfrm>
          <a:prstGeom xmlns:a="http://schemas.openxmlformats.org/drawingml/2006/main" prst="rect">
            <a:avLst/>
          </a:prstGeom>
          <a:solidFill xmlns:a="http://schemas.openxmlformats.org/drawingml/2006/main">
            <a:srgbClr val="E7EDF5"/>
          </a:solidFill>
          <a:ln xmlns:a="http://schemas.openxmlformats.org/drawingml/2006/main" w="0">
            <a:noFill/>
          </a:ln>
        </p:spPr>
      </p:sp>
      <p:sp>
        <p:nvSpPr>
          <p:cNvPr id="818" name="">
            <a:extLst xmlns:a="http://schemas.openxmlformats.org/drawingml/2006/main">
              <a:ext uri="{FF2B5EF4-FFF2-40B4-BE49-F238E27FC236}">
                <a16:creationId xmlns:a16="http://schemas.microsoft.com/office/drawing/2014/main" id="{B3F3F340-A808-4EEB-839E-FD3744B7CFE1}"/>
              </a:ext>
            </a:extLst>
          </p:cNvPr>
          <p:cNvSpPr>
            <a:spLocks xmlns:a="http://schemas.openxmlformats.org/drawingml/2006/main" noGrp="1"/>
          </p:cNvSpPr>
          <p:nvPr/>
        </p:nvSpPr>
        <p:spPr>
          <a:xfrm xmlns:a="http://schemas.openxmlformats.org/drawingml/2006/main">
            <a:off x="6649641" y="5219700"/>
            <a:ext cx="111204" cy="95250"/>
          </a:xfrm>
          <a:prstGeom xmlns:a="http://schemas.openxmlformats.org/drawingml/2006/main" prst="rect">
            <a:avLst/>
          </a:prstGeom>
          <a:solidFill xmlns:a="http://schemas.openxmlformats.org/drawingml/2006/main">
            <a:srgbClr val="E2E9F3"/>
          </a:solidFill>
          <a:ln xmlns:a="http://schemas.openxmlformats.org/drawingml/2006/main" w="0">
            <a:noFill/>
          </a:ln>
        </p:spPr>
      </p:sp>
      <p:sp>
        <p:nvSpPr>
          <p:cNvPr id="819" name="">
            <a:extLst xmlns:a="http://schemas.openxmlformats.org/drawingml/2006/main">
              <a:ext uri="{FF2B5EF4-FFF2-40B4-BE49-F238E27FC236}">
                <a16:creationId xmlns:a16="http://schemas.microsoft.com/office/drawing/2014/main" id="{10F5800A-C3DF-4AD8-8BC5-608B167CDD93}"/>
              </a:ext>
            </a:extLst>
          </p:cNvPr>
          <p:cNvSpPr>
            <a:spLocks xmlns:a="http://schemas.openxmlformats.org/drawingml/2006/main" noGrp="1"/>
          </p:cNvSpPr>
          <p:nvPr/>
        </p:nvSpPr>
        <p:spPr>
          <a:xfrm xmlns:a="http://schemas.openxmlformats.org/drawingml/2006/main">
            <a:off x="6760369" y="5219700"/>
            <a:ext cx="111204" cy="95250"/>
          </a:xfrm>
          <a:prstGeom xmlns:a="http://schemas.openxmlformats.org/drawingml/2006/main" prst="rect">
            <a:avLst/>
          </a:prstGeom>
          <a:solidFill xmlns:a="http://schemas.openxmlformats.org/drawingml/2006/main">
            <a:srgbClr val="DDE5F1"/>
          </a:solidFill>
          <a:ln xmlns:a="http://schemas.openxmlformats.org/drawingml/2006/main" w="0">
            <a:noFill/>
          </a:ln>
        </p:spPr>
      </p:sp>
      <p:sp>
        <p:nvSpPr>
          <p:cNvPr id="820" name="">
            <a:extLst xmlns:a="http://schemas.openxmlformats.org/drawingml/2006/main">
              <a:ext uri="{FF2B5EF4-FFF2-40B4-BE49-F238E27FC236}">
                <a16:creationId xmlns:a16="http://schemas.microsoft.com/office/drawing/2014/main" id="{6952532A-BFAF-4262-8A7F-F9C34388595C}"/>
              </a:ext>
            </a:extLst>
          </p:cNvPr>
          <p:cNvSpPr>
            <a:spLocks xmlns:a="http://schemas.openxmlformats.org/drawingml/2006/main" noGrp="1"/>
          </p:cNvSpPr>
          <p:nvPr/>
        </p:nvSpPr>
        <p:spPr>
          <a:xfrm xmlns:a="http://schemas.openxmlformats.org/drawingml/2006/main">
            <a:off x="6871097" y="5219700"/>
            <a:ext cx="111204" cy="95250"/>
          </a:xfrm>
          <a:prstGeom xmlns:a="http://schemas.openxmlformats.org/drawingml/2006/main" prst="rect">
            <a:avLst/>
          </a:prstGeom>
          <a:solidFill xmlns:a="http://schemas.openxmlformats.org/drawingml/2006/main">
            <a:srgbClr val="D7E1EF"/>
          </a:solidFill>
          <a:ln xmlns:a="http://schemas.openxmlformats.org/drawingml/2006/main" w="0">
            <a:noFill/>
          </a:ln>
        </p:spPr>
      </p:sp>
      <p:sp>
        <p:nvSpPr>
          <p:cNvPr id="821" name="">
            <a:extLst xmlns:a="http://schemas.openxmlformats.org/drawingml/2006/main">
              <a:ext uri="{FF2B5EF4-FFF2-40B4-BE49-F238E27FC236}">
                <a16:creationId xmlns:a16="http://schemas.microsoft.com/office/drawing/2014/main" id="{17872591-E8AE-49A4-BE22-240E9E768C31}"/>
              </a:ext>
            </a:extLst>
          </p:cNvPr>
          <p:cNvSpPr>
            <a:spLocks xmlns:a="http://schemas.openxmlformats.org/drawingml/2006/main" noGrp="1"/>
          </p:cNvSpPr>
          <p:nvPr/>
        </p:nvSpPr>
        <p:spPr>
          <a:xfrm xmlns:a="http://schemas.openxmlformats.org/drawingml/2006/main">
            <a:off x="6981825" y="5219700"/>
            <a:ext cx="111204" cy="95250"/>
          </a:xfrm>
          <a:prstGeom xmlns:a="http://schemas.openxmlformats.org/drawingml/2006/main" prst="rect">
            <a:avLst/>
          </a:prstGeom>
          <a:solidFill xmlns:a="http://schemas.openxmlformats.org/drawingml/2006/main">
            <a:srgbClr val="D2DDED"/>
          </a:solidFill>
          <a:ln xmlns:a="http://schemas.openxmlformats.org/drawingml/2006/main" w="0">
            <a:noFill/>
          </a:ln>
        </p:spPr>
      </p:sp>
      <p:sp>
        <p:nvSpPr>
          <p:cNvPr id="822" name="">
            <a:extLst xmlns:a="http://schemas.openxmlformats.org/drawingml/2006/main">
              <a:ext uri="{FF2B5EF4-FFF2-40B4-BE49-F238E27FC236}">
                <a16:creationId xmlns:a16="http://schemas.microsoft.com/office/drawing/2014/main" id="{3B687DA1-5967-4CC4-B43A-898BCAC37F19}"/>
              </a:ext>
            </a:extLst>
          </p:cNvPr>
          <p:cNvSpPr>
            <a:spLocks xmlns:a="http://schemas.openxmlformats.org/drawingml/2006/main" noGrp="1"/>
          </p:cNvSpPr>
          <p:nvPr/>
        </p:nvSpPr>
        <p:spPr>
          <a:xfrm xmlns:a="http://schemas.openxmlformats.org/drawingml/2006/main">
            <a:off x="7092553" y="5219700"/>
            <a:ext cx="111204" cy="95250"/>
          </a:xfrm>
          <a:prstGeom xmlns:a="http://schemas.openxmlformats.org/drawingml/2006/main" prst="rect">
            <a:avLst/>
          </a:prstGeom>
          <a:solidFill xmlns:a="http://schemas.openxmlformats.org/drawingml/2006/main">
            <a:srgbClr val="CDD9EB"/>
          </a:solidFill>
          <a:ln xmlns:a="http://schemas.openxmlformats.org/drawingml/2006/main" w="0">
            <a:noFill/>
          </a:ln>
        </p:spPr>
      </p:sp>
      <p:sp>
        <p:nvSpPr>
          <p:cNvPr id="823" name="">
            <a:extLst xmlns:a="http://schemas.openxmlformats.org/drawingml/2006/main">
              <a:ext uri="{FF2B5EF4-FFF2-40B4-BE49-F238E27FC236}">
                <a16:creationId xmlns:a16="http://schemas.microsoft.com/office/drawing/2014/main" id="{ECB875FD-2CF4-4E5C-B589-1736FEF690C9}"/>
              </a:ext>
            </a:extLst>
          </p:cNvPr>
          <p:cNvSpPr>
            <a:spLocks xmlns:a="http://schemas.openxmlformats.org/drawingml/2006/main" noGrp="1"/>
          </p:cNvSpPr>
          <p:nvPr/>
        </p:nvSpPr>
        <p:spPr>
          <a:xfrm xmlns:a="http://schemas.openxmlformats.org/drawingml/2006/main">
            <a:off x="7203281" y="5219700"/>
            <a:ext cx="111204" cy="95250"/>
          </a:xfrm>
          <a:prstGeom xmlns:a="http://schemas.openxmlformats.org/drawingml/2006/main" prst="rect">
            <a:avLst/>
          </a:prstGeom>
          <a:solidFill xmlns:a="http://schemas.openxmlformats.org/drawingml/2006/main">
            <a:srgbClr val="C8D5E9"/>
          </a:solidFill>
          <a:ln xmlns:a="http://schemas.openxmlformats.org/drawingml/2006/main" w="0">
            <a:noFill/>
          </a:ln>
        </p:spPr>
      </p:sp>
      <p:sp>
        <p:nvSpPr>
          <p:cNvPr id="824" name="">
            <a:extLst xmlns:a="http://schemas.openxmlformats.org/drawingml/2006/main">
              <a:ext uri="{FF2B5EF4-FFF2-40B4-BE49-F238E27FC236}">
                <a16:creationId xmlns:a16="http://schemas.microsoft.com/office/drawing/2014/main" id="{167D66EF-8E1C-48F5-B6DB-7C0F48E77FAE}"/>
              </a:ext>
            </a:extLst>
          </p:cNvPr>
          <p:cNvSpPr>
            <a:spLocks xmlns:a="http://schemas.openxmlformats.org/drawingml/2006/main" noGrp="1"/>
          </p:cNvSpPr>
          <p:nvPr/>
        </p:nvSpPr>
        <p:spPr>
          <a:xfrm xmlns:a="http://schemas.openxmlformats.org/drawingml/2006/main">
            <a:off x="7314009" y="5219700"/>
            <a:ext cx="111204" cy="95250"/>
          </a:xfrm>
          <a:prstGeom xmlns:a="http://schemas.openxmlformats.org/drawingml/2006/main" prst="rect">
            <a:avLst/>
          </a:prstGeom>
          <a:solidFill xmlns:a="http://schemas.openxmlformats.org/drawingml/2006/main">
            <a:srgbClr val="C2D1E7"/>
          </a:solidFill>
          <a:ln xmlns:a="http://schemas.openxmlformats.org/drawingml/2006/main" w="0">
            <a:noFill/>
          </a:ln>
        </p:spPr>
      </p:sp>
      <p:sp>
        <p:nvSpPr>
          <p:cNvPr id="825" name="">
            <a:extLst xmlns:a="http://schemas.openxmlformats.org/drawingml/2006/main">
              <a:ext uri="{FF2B5EF4-FFF2-40B4-BE49-F238E27FC236}">
                <a16:creationId xmlns:a16="http://schemas.microsoft.com/office/drawing/2014/main" id="{B61AB56A-B5E1-492E-8DDD-54C5FF277882}"/>
              </a:ext>
            </a:extLst>
          </p:cNvPr>
          <p:cNvSpPr>
            <a:spLocks xmlns:a="http://schemas.openxmlformats.org/drawingml/2006/main" noGrp="1"/>
          </p:cNvSpPr>
          <p:nvPr/>
        </p:nvSpPr>
        <p:spPr>
          <a:xfrm xmlns:a="http://schemas.openxmlformats.org/drawingml/2006/main">
            <a:off x="7424738" y="5219700"/>
            <a:ext cx="111204" cy="95250"/>
          </a:xfrm>
          <a:prstGeom xmlns:a="http://schemas.openxmlformats.org/drawingml/2006/main" prst="rect">
            <a:avLst/>
          </a:prstGeom>
          <a:solidFill xmlns:a="http://schemas.openxmlformats.org/drawingml/2006/main">
            <a:srgbClr val="BDCDE4"/>
          </a:solidFill>
          <a:ln xmlns:a="http://schemas.openxmlformats.org/drawingml/2006/main" w="0">
            <a:noFill/>
          </a:ln>
        </p:spPr>
      </p:sp>
      <p:sp>
        <p:nvSpPr>
          <p:cNvPr id="826" name="">
            <a:extLst xmlns:a="http://schemas.openxmlformats.org/drawingml/2006/main">
              <a:ext uri="{FF2B5EF4-FFF2-40B4-BE49-F238E27FC236}">
                <a16:creationId xmlns:a16="http://schemas.microsoft.com/office/drawing/2014/main" id="{90172573-1D69-4BBF-B8BB-E49987D76FF0}"/>
              </a:ext>
            </a:extLst>
          </p:cNvPr>
          <p:cNvSpPr>
            <a:spLocks xmlns:a="http://schemas.openxmlformats.org/drawingml/2006/main" noGrp="1"/>
          </p:cNvSpPr>
          <p:nvPr/>
        </p:nvSpPr>
        <p:spPr>
          <a:xfrm xmlns:a="http://schemas.openxmlformats.org/drawingml/2006/main">
            <a:off x="7535466" y="5219700"/>
            <a:ext cx="111204" cy="95250"/>
          </a:xfrm>
          <a:prstGeom xmlns:a="http://schemas.openxmlformats.org/drawingml/2006/main" prst="rect">
            <a:avLst/>
          </a:prstGeom>
          <a:solidFill xmlns:a="http://schemas.openxmlformats.org/drawingml/2006/main">
            <a:srgbClr val="B8C9E2"/>
          </a:solidFill>
          <a:ln xmlns:a="http://schemas.openxmlformats.org/drawingml/2006/main" w="0">
            <a:noFill/>
          </a:ln>
        </p:spPr>
      </p:sp>
      <p:sp>
        <p:nvSpPr>
          <p:cNvPr id="827" name="">
            <a:extLst xmlns:a="http://schemas.openxmlformats.org/drawingml/2006/main">
              <a:ext uri="{FF2B5EF4-FFF2-40B4-BE49-F238E27FC236}">
                <a16:creationId xmlns:a16="http://schemas.microsoft.com/office/drawing/2014/main" id="{E2E36EFB-3837-43E3-A448-ED50228D8C34}"/>
              </a:ext>
            </a:extLst>
          </p:cNvPr>
          <p:cNvSpPr>
            <a:spLocks xmlns:a="http://schemas.openxmlformats.org/drawingml/2006/main" noGrp="1"/>
          </p:cNvSpPr>
          <p:nvPr/>
        </p:nvSpPr>
        <p:spPr>
          <a:xfrm xmlns:a="http://schemas.openxmlformats.org/drawingml/2006/main">
            <a:off x="7646194" y="5219700"/>
            <a:ext cx="111204" cy="95250"/>
          </a:xfrm>
          <a:prstGeom xmlns:a="http://schemas.openxmlformats.org/drawingml/2006/main" prst="rect">
            <a:avLst/>
          </a:prstGeom>
          <a:solidFill xmlns:a="http://schemas.openxmlformats.org/drawingml/2006/main">
            <a:srgbClr val="B3C5E0"/>
          </a:solidFill>
          <a:ln xmlns:a="http://schemas.openxmlformats.org/drawingml/2006/main" w="0">
            <a:noFill/>
          </a:ln>
        </p:spPr>
      </p:sp>
      <p:sp>
        <p:nvSpPr>
          <p:cNvPr id="828" name="">
            <a:extLst xmlns:a="http://schemas.openxmlformats.org/drawingml/2006/main">
              <a:ext uri="{FF2B5EF4-FFF2-40B4-BE49-F238E27FC236}">
                <a16:creationId xmlns:a16="http://schemas.microsoft.com/office/drawing/2014/main" id="{E629D7A7-97E3-4099-9227-0E3D37332B60}"/>
              </a:ext>
            </a:extLst>
          </p:cNvPr>
          <p:cNvSpPr>
            <a:spLocks xmlns:a="http://schemas.openxmlformats.org/drawingml/2006/main" noGrp="1"/>
          </p:cNvSpPr>
          <p:nvPr/>
        </p:nvSpPr>
        <p:spPr>
          <a:xfrm xmlns:a="http://schemas.openxmlformats.org/drawingml/2006/main">
            <a:off x="7756922" y="5219700"/>
            <a:ext cx="111204" cy="95250"/>
          </a:xfrm>
          <a:prstGeom xmlns:a="http://schemas.openxmlformats.org/drawingml/2006/main" prst="rect">
            <a:avLst/>
          </a:prstGeom>
          <a:solidFill xmlns:a="http://schemas.openxmlformats.org/drawingml/2006/main">
            <a:srgbClr val="ADC1DE"/>
          </a:solidFill>
          <a:ln xmlns:a="http://schemas.openxmlformats.org/drawingml/2006/main" w="0">
            <a:noFill/>
          </a:ln>
        </p:spPr>
      </p:sp>
      <p:sp>
        <p:nvSpPr>
          <p:cNvPr id="829" name="">
            <a:extLst xmlns:a="http://schemas.openxmlformats.org/drawingml/2006/main">
              <a:ext uri="{FF2B5EF4-FFF2-40B4-BE49-F238E27FC236}">
                <a16:creationId xmlns:a16="http://schemas.microsoft.com/office/drawing/2014/main" id="{BAB2FF14-4B8C-45FB-92EA-66C0683B7DB3}"/>
              </a:ext>
            </a:extLst>
          </p:cNvPr>
          <p:cNvSpPr>
            <a:spLocks xmlns:a="http://schemas.openxmlformats.org/drawingml/2006/main" noGrp="1"/>
          </p:cNvSpPr>
          <p:nvPr/>
        </p:nvSpPr>
        <p:spPr>
          <a:xfrm xmlns:a="http://schemas.openxmlformats.org/drawingml/2006/main">
            <a:off x="7867650" y="5219700"/>
            <a:ext cx="111204" cy="95250"/>
          </a:xfrm>
          <a:prstGeom xmlns:a="http://schemas.openxmlformats.org/drawingml/2006/main" prst="rect">
            <a:avLst/>
          </a:prstGeom>
          <a:solidFill xmlns:a="http://schemas.openxmlformats.org/drawingml/2006/main">
            <a:srgbClr val="A8BDDC"/>
          </a:solidFill>
          <a:ln xmlns:a="http://schemas.openxmlformats.org/drawingml/2006/main" w="0">
            <a:noFill/>
          </a:ln>
        </p:spPr>
      </p:sp>
      <p:sp>
        <p:nvSpPr>
          <p:cNvPr id="830" name="">
            <a:extLst xmlns:a="http://schemas.openxmlformats.org/drawingml/2006/main">
              <a:ext uri="{FF2B5EF4-FFF2-40B4-BE49-F238E27FC236}">
                <a16:creationId xmlns:a16="http://schemas.microsoft.com/office/drawing/2014/main" id="{18D9978F-8C10-42EF-A17E-2ABFACD6B0C8}"/>
              </a:ext>
            </a:extLst>
          </p:cNvPr>
          <p:cNvSpPr>
            <a:spLocks xmlns:a="http://schemas.openxmlformats.org/drawingml/2006/main" noGrp="1"/>
          </p:cNvSpPr>
          <p:nvPr/>
        </p:nvSpPr>
        <p:spPr>
          <a:xfrm xmlns:a="http://schemas.openxmlformats.org/drawingml/2006/main">
            <a:off x="7978378" y="5219700"/>
            <a:ext cx="111204" cy="95250"/>
          </a:xfrm>
          <a:prstGeom xmlns:a="http://schemas.openxmlformats.org/drawingml/2006/main" prst="rect">
            <a:avLst/>
          </a:prstGeom>
          <a:solidFill xmlns:a="http://schemas.openxmlformats.org/drawingml/2006/main">
            <a:srgbClr val="A3B9DA"/>
          </a:solidFill>
          <a:ln xmlns:a="http://schemas.openxmlformats.org/drawingml/2006/main" w="0">
            <a:noFill/>
          </a:ln>
        </p:spPr>
      </p:sp>
      <p:sp>
        <p:nvSpPr>
          <p:cNvPr id="831" name="">
            <a:extLst xmlns:a="http://schemas.openxmlformats.org/drawingml/2006/main">
              <a:ext uri="{FF2B5EF4-FFF2-40B4-BE49-F238E27FC236}">
                <a16:creationId xmlns:a16="http://schemas.microsoft.com/office/drawing/2014/main" id="{D9015950-F394-46E5-9078-52F666942361}"/>
              </a:ext>
            </a:extLst>
          </p:cNvPr>
          <p:cNvSpPr>
            <a:spLocks xmlns:a="http://schemas.openxmlformats.org/drawingml/2006/main" noGrp="1"/>
          </p:cNvSpPr>
          <p:nvPr/>
        </p:nvSpPr>
        <p:spPr>
          <a:xfrm xmlns:a="http://schemas.openxmlformats.org/drawingml/2006/main">
            <a:off x="8089106" y="5219700"/>
            <a:ext cx="111204" cy="95250"/>
          </a:xfrm>
          <a:prstGeom xmlns:a="http://schemas.openxmlformats.org/drawingml/2006/main" prst="rect">
            <a:avLst/>
          </a:prstGeom>
          <a:solidFill xmlns:a="http://schemas.openxmlformats.org/drawingml/2006/main">
            <a:srgbClr val="9DB5D8"/>
          </a:solidFill>
          <a:ln xmlns:a="http://schemas.openxmlformats.org/drawingml/2006/main" w="0">
            <a:noFill/>
          </a:ln>
        </p:spPr>
      </p:sp>
      <p:sp>
        <p:nvSpPr>
          <p:cNvPr id="832" name="">
            <a:extLst xmlns:a="http://schemas.openxmlformats.org/drawingml/2006/main">
              <a:ext uri="{FF2B5EF4-FFF2-40B4-BE49-F238E27FC236}">
                <a16:creationId xmlns:a16="http://schemas.microsoft.com/office/drawing/2014/main" id="{DC4B63E3-C2DF-48E4-8C12-2ABD4D8A3E19}"/>
              </a:ext>
            </a:extLst>
          </p:cNvPr>
          <p:cNvSpPr>
            <a:spLocks xmlns:a="http://schemas.openxmlformats.org/drawingml/2006/main" noGrp="1"/>
          </p:cNvSpPr>
          <p:nvPr/>
        </p:nvSpPr>
        <p:spPr>
          <a:xfrm xmlns:a="http://schemas.openxmlformats.org/drawingml/2006/main">
            <a:off x="8199834" y="5219700"/>
            <a:ext cx="111204" cy="95250"/>
          </a:xfrm>
          <a:prstGeom xmlns:a="http://schemas.openxmlformats.org/drawingml/2006/main" prst="rect">
            <a:avLst/>
          </a:prstGeom>
          <a:solidFill xmlns:a="http://schemas.openxmlformats.org/drawingml/2006/main">
            <a:srgbClr val="98B1D6"/>
          </a:solidFill>
          <a:ln xmlns:a="http://schemas.openxmlformats.org/drawingml/2006/main" w="0">
            <a:noFill/>
          </a:ln>
        </p:spPr>
      </p:sp>
      <p:sp>
        <p:nvSpPr>
          <p:cNvPr id="833" name="">
            <a:extLst xmlns:a="http://schemas.openxmlformats.org/drawingml/2006/main">
              <a:ext uri="{FF2B5EF4-FFF2-40B4-BE49-F238E27FC236}">
                <a16:creationId xmlns:a16="http://schemas.microsoft.com/office/drawing/2014/main" id="{BE0EB95D-4229-46EE-8D28-B34255479EB4}"/>
              </a:ext>
            </a:extLst>
          </p:cNvPr>
          <p:cNvSpPr>
            <a:spLocks xmlns:a="http://schemas.openxmlformats.org/drawingml/2006/main" noGrp="1"/>
          </p:cNvSpPr>
          <p:nvPr/>
        </p:nvSpPr>
        <p:spPr>
          <a:xfrm xmlns:a="http://schemas.openxmlformats.org/drawingml/2006/main">
            <a:off x="8310563" y="5219700"/>
            <a:ext cx="111204" cy="95250"/>
          </a:xfrm>
          <a:prstGeom xmlns:a="http://schemas.openxmlformats.org/drawingml/2006/main" prst="rect">
            <a:avLst/>
          </a:prstGeom>
          <a:solidFill xmlns:a="http://schemas.openxmlformats.org/drawingml/2006/main">
            <a:srgbClr val="93ACD3"/>
          </a:solidFill>
          <a:ln xmlns:a="http://schemas.openxmlformats.org/drawingml/2006/main" w="0">
            <a:noFill/>
          </a:ln>
        </p:spPr>
      </p:sp>
      <p:sp>
        <p:nvSpPr>
          <p:cNvPr id="834" name="">
            <a:extLst xmlns:a="http://schemas.openxmlformats.org/drawingml/2006/main">
              <a:ext uri="{FF2B5EF4-FFF2-40B4-BE49-F238E27FC236}">
                <a16:creationId xmlns:a16="http://schemas.microsoft.com/office/drawing/2014/main" id="{2ECC5958-049A-4ED0-9F03-BE1D5386EAF0}"/>
              </a:ext>
            </a:extLst>
          </p:cNvPr>
          <p:cNvSpPr>
            <a:spLocks xmlns:a="http://schemas.openxmlformats.org/drawingml/2006/main" noGrp="1"/>
          </p:cNvSpPr>
          <p:nvPr/>
        </p:nvSpPr>
        <p:spPr>
          <a:xfrm xmlns:a="http://schemas.openxmlformats.org/drawingml/2006/main">
            <a:off x="8421291" y="5219700"/>
            <a:ext cx="111204" cy="95250"/>
          </a:xfrm>
          <a:prstGeom xmlns:a="http://schemas.openxmlformats.org/drawingml/2006/main" prst="rect">
            <a:avLst/>
          </a:prstGeom>
          <a:solidFill xmlns:a="http://schemas.openxmlformats.org/drawingml/2006/main">
            <a:srgbClr val="8EA8D1"/>
          </a:solidFill>
          <a:ln xmlns:a="http://schemas.openxmlformats.org/drawingml/2006/main" w="0">
            <a:noFill/>
          </a:ln>
        </p:spPr>
      </p:sp>
      <p:sp>
        <p:nvSpPr>
          <p:cNvPr id="835" name="">
            <a:extLst xmlns:a="http://schemas.openxmlformats.org/drawingml/2006/main">
              <a:ext uri="{FF2B5EF4-FFF2-40B4-BE49-F238E27FC236}">
                <a16:creationId xmlns:a16="http://schemas.microsoft.com/office/drawing/2014/main" id="{5C7B5214-8D58-402D-A270-1A8E109D9B8E}"/>
              </a:ext>
            </a:extLst>
          </p:cNvPr>
          <p:cNvSpPr>
            <a:spLocks xmlns:a="http://schemas.openxmlformats.org/drawingml/2006/main" noGrp="1"/>
          </p:cNvSpPr>
          <p:nvPr/>
        </p:nvSpPr>
        <p:spPr>
          <a:xfrm xmlns:a="http://schemas.openxmlformats.org/drawingml/2006/main">
            <a:off x="8532019" y="5219700"/>
            <a:ext cx="111204" cy="95250"/>
          </a:xfrm>
          <a:prstGeom xmlns:a="http://schemas.openxmlformats.org/drawingml/2006/main" prst="rect">
            <a:avLst/>
          </a:prstGeom>
          <a:solidFill xmlns:a="http://schemas.openxmlformats.org/drawingml/2006/main">
            <a:srgbClr val="88A4CF"/>
          </a:solidFill>
          <a:ln xmlns:a="http://schemas.openxmlformats.org/drawingml/2006/main" w="0">
            <a:noFill/>
          </a:ln>
        </p:spPr>
      </p:sp>
      <p:sp>
        <p:nvSpPr>
          <p:cNvPr id="836" name="">
            <a:extLst xmlns:a="http://schemas.openxmlformats.org/drawingml/2006/main">
              <a:ext uri="{FF2B5EF4-FFF2-40B4-BE49-F238E27FC236}">
                <a16:creationId xmlns:a16="http://schemas.microsoft.com/office/drawing/2014/main" id="{97335D92-C741-49C2-9259-ECBCBD3FA42E}"/>
              </a:ext>
            </a:extLst>
          </p:cNvPr>
          <p:cNvSpPr>
            <a:spLocks xmlns:a="http://schemas.openxmlformats.org/drawingml/2006/main" noGrp="1"/>
          </p:cNvSpPr>
          <p:nvPr/>
        </p:nvSpPr>
        <p:spPr>
          <a:xfrm xmlns:a="http://schemas.openxmlformats.org/drawingml/2006/main">
            <a:off x="8642747" y="5219700"/>
            <a:ext cx="111204" cy="95250"/>
          </a:xfrm>
          <a:prstGeom xmlns:a="http://schemas.openxmlformats.org/drawingml/2006/main" prst="rect">
            <a:avLst/>
          </a:prstGeom>
          <a:solidFill xmlns:a="http://schemas.openxmlformats.org/drawingml/2006/main">
            <a:srgbClr val="83A0CD"/>
          </a:solidFill>
          <a:ln xmlns:a="http://schemas.openxmlformats.org/drawingml/2006/main" w="0">
            <a:noFill/>
          </a:ln>
        </p:spPr>
      </p:sp>
      <p:sp>
        <p:nvSpPr>
          <p:cNvPr id="837" name="">
            <a:extLst xmlns:a="http://schemas.openxmlformats.org/drawingml/2006/main">
              <a:ext uri="{FF2B5EF4-FFF2-40B4-BE49-F238E27FC236}">
                <a16:creationId xmlns:a16="http://schemas.microsoft.com/office/drawing/2014/main" id="{60D137DE-5694-4902-9010-AF51F7556621}"/>
              </a:ext>
            </a:extLst>
          </p:cNvPr>
          <p:cNvSpPr>
            <a:spLocks xmlns:a="http://schemas.openxmlformats.org/drawingml/2006/main" noGrp="1"/>
          </p:cNvSpPr>
          <p:nvPr/>
        </p:nvSpPr>
        <p:spPr>
          <a:xfrm xmlns:a="http://schemas.openxmlformats.org/drawingml/2006/main">
            <a:off x="8753475" y="5219700"/>
            <a:ext cx="111204" cy="95250"/>
          </a:xfrm>
          <a:prstGeom xmlns:a="http://schemas.openxmlformats.org/drawingml/2006/main" prst="rect">
            <a:avLst/>
          </a:prstGeom>
          <a:solidFill xmlns:a="http://schemas.openxmlformats.org/drawingml/2006/main">
            <a:srgbClr val="7E9CCB"/>
          </a:solidFill>
          <a:ln xmlns:a="http://schemas.openxmlformats.org/drawingml/2006/main" w="0">
            <a:noFill/>
          </a:ln>
        </p:spPr>
      </p:sp>
      <p:sp>
        <p:nvSpPr>
          <p:cNvPr id="838" name="">
            <a:extLst xmlns:a="http://schemas.openxmlformats.org/drawingml/2006/main">
              <a:ext uri="{FF2B5EF4-FFF2-40B4-BE49-F238E27FC236}">
                <a16:creationId xmlns:a16="http://schemas.microsoft.com/office/drawing/2014/main" id="{0730858E-C2ED-4779-85ED-D7BC073D3C3B}"/>
              </a:ext>
            </a:extLst>
          </p:cNvPr>
          <p:cNvSpPr>
            <a:spLocks xmlns:a="http://schemas.openxmlformats.org/drawingml/2006/main" noGrp="1"/>
          </p:cNvSpPr>
          <p:nvPr/>
        </p:nvSpPr>
        <p:spPr>
          <a:xfrm xmlns:a="http://schemas.openxmlformats.org/drawingml/2006/main">
            <a:off x="8864203" y="5219700"/>
            <a:ext cx="111204" cy="95250"/>
          </a:xfrm>
          <a:prstGeom xmlns:a="http://schemas.openxmlformats.org/drawingml/2006/main" prst="rect">
            <a:avLst/>
          </a:prstGeom>
          <a:solidFill xmlns:a="http://schemas.openxmlformats.org/drawingml/2006/main">
            <a:srgbClr val="7898C9"/>
          </a:solidFill>
          <a:ln xmlns:a="http://schemas.openxmlformats.org/drawingml/2006/main" w="0">
            <a:noFill/>
          </a:ln>
        </p:spPr>
      </p:sp>
      <p:sp>
        <p:nvSpPr>
          <p:cNvPr id="839" name="">
            <a:extLst xmlns:a="http://schemas.openxmlformats.org/drawingml/2006/main">
              <a:ext uri="{FF2B5EF4-FFF2-40B4-BE49-F238E27FC236}">
                <a16:creationId xmlns:a16="http://schemas.microsoft.com/office/drawing/2014/main" id="{C46EB5F8-C3AF-467D-BA20-A2D470991BFC}"/>
              </a:ext>
            </a:extLst>
          </p:cNvPr>
          <p:cNvSpPr>
            <a:spLocks xmlns:a="http://schemas.openxmlformats.org/drawingml/2006/main" noGrp="1"/>
          </p:cNvSpPr>
          <p:nvPr/>
        </p:nvSpPr>
        <p:spPr>
          <a:xfrm xmlns:a="http://schemas.openxmlformats.org/drawingml/2006/main">
            <a:off x="8974931" y="5219700"/>
            <a:ext cx="111204" cy="95250"/>
          </a:xfrm>
          <a:prstGeom xmlns:a="http://schemas.openxmlformats.org/drawingml/2006/main" prst="rect">
            <a:avLst/>
          </a:prstGeom>
          <a:solidFill xmlns:a="http://schemas.openxmlformats.org/drawingml/2006/main">
            <a:srgbClr val="7394C7"/>
          </a:solidFill>
          <a:ln xmlns:a="http://schemas.openxmlformats.org/drawingml/2006/main" w="0">
            <a:noFill/>
          </a:ln>
        </p:spPr>
      </p:sp>
      <p:sp>
        <p:nvSpPr>
          <p:cNvPr id="840" name="">
            <a:extLst xmlns:a="http://schemas.openxmlformats.org/drawingml/2006/main">
              <a:ext uri="{FF2B5EF4-FFF2-40B4-BE49-F238E27FC236}">
                <a16:creationId xmlns:a16="http://schemas.microsoft.com/office/drawing/2014/main" id="{F4F33B4E-ACC8-47C4-8186-049112D7C846}"/>
              </a:ext>
            </a:extLst>
          </p:cNvPr>
          <p:cNvSpPr>
            <a:spLocks xmlns:a="http://schemas.openxmlformats.org/drawingml/2006/main" noGrp="1"/>
          </p:cNvSpPr>
          <p:nvPr/>
        </p:nvSpPr>
        <p:spPr>
          <a:xfrm xmlns:a="http://schemas.openxmlformats.org/drawingml/2006/main">
            <a:off x="9085659" y="5219700"/>
            <a:ext cx="111204" cy="95250"/>
          </a:xfrm>
          <a:prstGeom xmlns:a="http://schemas.openxmlformats.org/drawingml/2006/main" prst="rect">
            <a:avLst/>
          </a:prstGeom>
          <a:solidFill xmlns:a="http://schemas.openxmlformats.org/drawingml/2006/main">
            <a:srgbClr val="6E90C5"/>
          </a:solidFill>
          <a:ln xmlns:a="http://schemas.openxmlformats.org/drawingml/2006/main" w="0">
            <a:noFill/>
          </a:ln>
        </p:spPr>
      </p:sp>
      <p:sp>
        <p:nvSpPr>
          <p:cNvPr id="841" name="">
            <a:extLst xmlns:a="http://schemas.openxmlformats.org/drawingml/2006/main">
              <a:ext uri="{FF2B5EF4-FFF2-40B4-BE49-F238E27FC236}">
                <a16:creationId xmlns:a16="http://schemas.microsoft.com/office/drawing/2014/main" id="{5C608EF1-6412-4BEC-9A91-884258051543}"/>
              </a:ext>
            </a:extLst>
          </p:cNvPr>
          <p:cNvSpPr>
            <a:spLocks xmlns:a="http://schemas.openxmlformats.org/drawingml/2006/main" noGrp="1"/>
          </p:cNvSpPr>
          <p:nvPr/>
        </p:nvSpPr>
        <p:spPr>
          <a:xfrm xmlns:a="http://schemas.openxmlformats.org/drawingml/2006/main">
            <a:off x="9196388" y="5219700"/>
            <a:ext cx="111204" cy="95250"/>
          </a:xfrm>
          <a:prstGeom xmlns:a="http://schemas.openxmlformats.org/drawingml/2006/main" prst="rect">
            <a:avLst/>
          </a:prstGeom>
          <a:solidFill xmlns:a="http://schemas.openxmlformats.org/drawingml/2006/main">
            <a:srgbClr val="698CC2"/>
          </a:solidFill>
          <a:ln xmlns:a="http://schemas.openxmlformats.org/drawingml/2006/main" w="0">
            <a:noFill/>
          </a:ln>
        </p:spPr>
      </p:sp>
      <p:sp>
        <p:nvSpPr>
          <p:cNvPr id="842" name="">
            <a:extLst xmlns:a="http://schemas.openxmlformats.org/drawingml/2006/main">
              <a:ext uri="{FF2B5EF4-FFF2-40B4-BE49-F238E27FC236}">
                <a16:creationId xmlns:a16="http://schemas.microsoft.com/office/drawing/2014/main" id="{01CF9B76-D6FD-4CAF-BB1F-B99FAEE35EE0}"/>
              </a:ext>
            </a:extLst>
          </p:cNvPr>
          <p:cNvSpPr>
            <a:spLocks xmlns:a="http://schemas.openxmlformats.org/drawingml/2006/main" noGrp="1"/>
          </p:cNvSpPr>
          <p:nvPr/>
        </p:nvSpPr>
        <p:spPr>
          <a:xfrm xmlns:a="http://schemas.openxmlformats.org/drawingml/2006/main">
            <a:off x="9307116" y="5219700"/>
            <a:ext cx="111204" cy="95250"/>
          </a:xfrm>
          <a:prstGeom xmlns:a="http://schemas.openxmlformats.org/drawingml/2006/main" prst="rect">
            <a:avLst/>
          </a:prstGeom>
          <a:solidFill xmlns:a="http://schemas.openxmlformats.org/drawingml/2006/main">
            <a:srgbClr val="6388C0"/>
          </a:solidFill>
          <a:ln xmlns:a="http://schemas.openxmlformats.org/drawingml/2006/main" w="0">
            <a:noFill/>
          </a:ln>
        </p:spPr>
      </p:sp>
      <p:sp>
        <p:nvSpPr>
          <p:cNvPr id="843" name="">
            <a:extLst xmlns:a="http://schemas.openxmlformats.org/drawingml/2006/main">
              <a:ext uri="{FF2B5EF4-FFF2-40B4-BE49-F238E27FC236}">
                <a16:creationId xmlns:a16="http://schemas.microsoft.com/office/drawing/2014/main" id="{972179EB-5916-45FB-A4C1-D73A444B0E0A}"/>
              </a:ext>
            </a:extLst>
          </p:cNvPr>
          <p:cNvSpPr>
            <a:spLocks xmlns:a="http://schemas.openxmlformats.org/drawingml/2006/main" noGrp="1"/>
          </p:cNvSpPr>
          <p:nvPr/>
        </p:nvSpPr>
        <p:spPr>
          <a:xfrm xmlns:a="http://schemas.openxmlformats.org/drawingml/2006/main">
            <a:off x="9417844" y="5219700"/>
            <a:ext cx="111204" cy="95250"/>
          </a:xfrm>
          <a:prstGeom xmlns:a="http://schemas.openxmlformats.org/drawingml/2006/main" prst="rect">
            <a:avLst/>
          </a:prstGeom>
          <a:solidFill xmlns:a="http://schemas.openxmlformats.org/drawingml/2006/main">
            <a:srgbClr val="5E84BE"/>
          </a:solidFill>
          <a:ln xmlns:a="http://schemas.openxmlformats.org/drawingml/2006/main" w="0">
            <a:noFill/>
          </a:ln>
        </p:spPr>
      </p:sp>
      <p:sp>
        <p:nvSpPr>
          <p:cNvPr id="844" name="">
            <a:extLst xmlns:a="http://schemas.openxmlformats.org/drawingml/2006/main">
              <a:ext uri="{FF2B5EF4-FFF2-40B4-BE49-F238E27FC236}">
                <a16:creationId xmlns:a16="http://schemas.microsoft.com/office/drawing/2014/main" id="{CDEEBBCB-AEE7-4E64-9A6D-82A7B6962F6E}"/>
              </a:ext>
            </a:extLst>
          </p:cNvPr>
          <p:cNvSpPr>
            <a:spLocks xmlns:a="http://schemas.openxmlformats.org/drawingml/2006/main" noGrp="1"/>
          </p:cNvSpPr>
          <p:nvPr/>
        </p:nvSpPr>
        <p:spPr>
          <a:xfrm xmlns:a="http://schemas.openxmlformats.org/drawingml/2006/main">
            <a:off x="9528572" y="5219700"/>
            <a:ext cx="111204" cy="95250"/>
          </a:xfrm>
          <a:prstGeom xmlns:a="http://schemas.openxmlformats.org/drawingml/2006/main" prst="rect">
            <a:avLst/>
          </a:prstGeom>
          <a:solidFill xmlns:a="http://schemas.openxmlformats.org/drawingml/2006/main">
            <a:srgbClr val="5980BC"/>
          </a:solidFill>
          <a:ln xmlns:a="http://schemas.openxmlformats.org/drawingml/2006/main" w="0">
            <a:noFill/>
          </a:ln>
        </p:spPr>
      </p:sp>
      <p:sp>
        <p:nvSpPr>
          <p:cNvPr id="845" name="">
            <a:extLst xmlns:a="http://schemas.openxmlformats.org/drawingml/2006/main">
              <a:ext uri="{FF2B5EF4-FFF2-40B4-BE49-F238E27FC236}">
                <a16:creationId xmlns:a16="http://schemas.microsoft.com/office/drawing/2014/main" id="{806EEAD2-A47B-4D89-A266-67BF1B06C49F}"/>
              </a:ext>
            </a:extLst>
          </p:cNvPr>
          <p:cNvSpPr>
            <a:spLocks xmlns:a="http://schemas.openxmlformats.org/drawingml/2006/main" noGrp="1"/>
          </p:cNvSpPr>
          <p:nvPr/>
        </p:nvSpPr>
        <p:spPr>
          <a:xfrm xmlns:a="http://schemas.openxmlformats.org/drawingml/2006/main">
            <a:off x="9639300" y="5219700"/>
            <a:ext cx="111204" cy="95250"/>
          </a:xfrm>
          <a:prstGeom xmlns:a="http://schemas.openxmlformats.org/drawingml/2006/main" prst="rect">
            <a:avLst/>
          </a:prstGeom>
          <a:solidFill xmlns:a="http://schemas.openxmlformats.org/drawingml/2006/main">
            <a:srgbClr val="547CBA"/>
          </a:solidFill>
          <a:ln xmlns:a="http://schemas.openxmlformats.org/drawingml/2006/main" w="0">
            <a:noFill/>
          </a:ln>
        </p:spPr>
      </p:sp>
      <p:sp>
        <p:nvSpPr>
          <p:cNvPr id="846" name="">
            <a:extLst xmlns:a="http://schemas.openxmlformats.org/drawingml/2006/main">
              <a:ext uri="{FF2B5EF4-FFF2-40B4-BE49-F238E27FC236}">
                <a16:creationId xmlns:a16="http://schemas.microsoft.com/office/drawing/2014/main" id="{3BEB8A59-9272-4D78-86E1-70ADAD0E69E5}"/>
              </a:ext>
            </a:extLst>
          </p:cNvPr>
          <p:cNvSpPr>
            <a:spLocks xmlns:a="http://schemas.openxmlformats.org/drawingml/2006/main" noGrp="1"/>
          </p:cNvSpPr>
          <p:nvPr/>
        </p:nvSpPr>
        <p:spPr>
          <a:xfrm xmlns:a="http://schemas.openxmlformats.org/drawingml/2006/main">
            <a:off x="9750028" y="5219700"/>
            <a:ext cx="111204" cy="95250"/>
          </a:xfrm>
          <a:prstGeom xmlns:a="http://schemas.openxmlformats.org/drawingml/2006/main" prst="rect">
            <a:avLst/>
          </a:prstGeom>
          <a:solidFill xmlns:a="http://schemas.openxmlformats.org/drawingml/2006/main">
            <a:srgbClr val="4E78B8"/>
          </a:solidFill>
          <a:ln xmlns:a="http://schemas.openxmlformats.org/drawingml/2006/main" w="0">
            <a:noFill/>
          </a:ln>
        </p:spPr>
      </p:sp>
      <p:sp>
        <p:nvSpPr>
          <p:cNvPr id="847" name="">
            <a:extLst xmlns:a="http://schemas.openxmlformats.org/drawingml/2006/main">
              <a:ext uri="{FF2B5EF4-FFF2-40B4-BE49-F238E27FC236}">
                <a16:creationId xmlns:a16="http://schemas.microsoft.com/office/drawing/2014/main" id="{8070D072-6BA0-4F3C-9A48-3D7750839938}"/>
              </a:ext>
            </a:extLst>
          </p:cNvPr>
          <p:cNvSpPr>
            <a:spLocks xmlns:a="http://schemas.openxmlformats.org/drawingml/2006/main" noGrp="1"/>
          </p:cNvSpPr>
          <p:nvPr/>
        </p:nvSpPr>
        <p:spPr>
          <a:xfrm xmlns:a="http://schemas.openxmlformats.org/drawingml/2006/main">
            <a:off x="9860756" y="5219700"/>
            <a:ext cx="111204" cy="95250"/>
          </a:xfrm>
          <a:prstGeom xmlns:a="http://schemas.openxmlformats.org/drawingml/2006/main" prst="rect">
            <a:avLst/>
          </a:prstGeom>
          <a:solidFill xmlns:a="http://schemas.openxmlformats.org/drawingml/2006/main">
            <a:srgbClr val="4974B6"/>
          </a:solidFill>
          <a:ln xmlns:a="http://schemas.openxmlformats.org/drawingml/2006/main" w="0">
            <a:noFill/>
          </a:ln>
        </p:spPr>
      </p:sp>
      <p:sp>
        <p:nvSpPr>
          <p:cNvPr id="848" name="">
            <a:extLst xmlns:a="http://schemas.openxmlformats.org/drawingml/2006/main">
              <a:ext uri="{FF2B5EF4-FFF2-40B4-BE49-F238E27FC236}">
                <a16:creationId xmlns:a16="http://schemas.microsoft.com/office/drawing/2014/main" id="{B30C99FC-1AFC-4F69-93B1-B83F4F2F7B24}"/>
              </a:ext>
            </a:extLst>
          </p:cNvPr>
          <p:cNvSpPr>
            <a:spLocks xmlns:a="http://schemas.openxmlformats.org/drawingml/2006/main" noGrp="1"/>
          </p:cNvSpPr>
          <p:nvPr/>
        </p:nvSpPr>
        <p:spPr>
          <a:xfrm xmlns:a="http://schemas.openxmlformats.org/drawingml/2006/main">
            <a:off x="9971484" y="5219700"/>
            <a:ext cx="111204" cy="95250"/>
          </a:xfrm>
          <a:prstGeom xmlns:a="http://schemas.openxmlformats.org/drawingml/2006/main" prst="rect">
            <a:avLst/>
          </a:prstGeom>
          <a:solidFill xmlns:a="http://schemas.openxmlformats.org/drawingml/2006/main">
            <a:srgbClr val="4470B4"/>
          </a:solidFill>
          <a:ln xmlns:a="http://schemas.openxmlformats.org/drawingml/2006/main" w="0">
            <a:noFill/>
          </a:ln>
        </p:spPr>
      </p:sp>
      <p:sp>
        <p:nvSpPr>
          <p:cNvPr id="849" name="">
            <a:extLst xmlns:a="http://schemas.openxmlformats.org/drawingml/2006/main">
              <a:ext uri="{FF2B5EF4-FFF2-40B4-BE49-F238E27FC236}">
                <a16:creationId xmlns:a16="http://schemas.microsoft.com/office/drawing/2014/main" id="{6240C7F4-5806-4C37-BBA9-F0A122E6B3A7}"/>
              </a:ext>
            </a:extLst>
          </p:cNvPr>
          <p:cNvSpPr>
            <a:spLocks xmlns:a="http://schemas.openxmlformats.org/drawingml/2006/main" noGrp="1"/>
          </p:cNvSpPr>
          <p:nvPr/>
        </p:nvSpPr>
        <p:spPr>
          <a:xfrm xmlns:a="http://schemas.openxmlformats.org/drawingml/2006/main">
            <a:off x="10082213" y="5219700"/>
            <a:ext cx="111204" cy="95250"/>
          </a:xfrm>
          <a:prstGeom xmlns:a="http://schemas.openxmlformats.org/drawingml/2006/main" prst="rect">
            <a:avLst/>
          </a:prstGeom>
          <a:solidFill xmlns:a="http://schemas.openxmlformats.org/drawingml/2006/main">
            <a:srgbClr val="3E6CB1"/>
          </a:solidFill>
          <a:ln xmlns:a="http://schemas.openxmlformats.org/drawingml/2006/main" w="0">
            <a:noFill/>
          </a:ln>
        </p:spPr>
      </p:sp>
      <p:sp>
        <p:nvSpPr>
          <p:cNvPr id="850" name="">
            <a:extLst xmlns:a="http://schemas.openxmlformats.org/drawingml/2006/main">
              <a:ext uri="{FF2B5EF4-FFF2-40B4-BE49-F238E27FC236}">
                <a16:creationId xmlns:a16="http://schemas.microsoft.com/office/drawing/2014/main" id="{1B0DBC79-BD41-417C-9091-FB41C4EABEE4}"/>
              </a:ext>
            </a:extLst>
          </p:cNvPr>
          <p:cNvSpPr>
            <a:spLocks xmlns:a="http://schemas.openxmlformats.org/drawingml/2006/main" noGrp="1"/>
          </p:cNvSpPr>
          <p:nvPr/>
        </p:nvSpPr>
        <p:spPr>
          <a:xfrm xmlns:a="http://schemas.openxmlformats.org/drawingml/2006/main">
            <a:off x="10192941" y="5219700"/>
            <a:ext cx="111204" cy="95250"/>
          </a:xfrm>
          <a:prstGeom xmlns:a="http://schemas.openxmlformats.org/drawingml/2006/main" prst="rect">
            <a:avLst/>
          </a:prstGeom>
          <a:solidFill xmlns:a="http://schemas.openxmlformats.org/drawingml/2006/main">
            <a:srgbClr val="3968AF"/>
          </a:solidFill>
          <a:ln xmlns:a="http://schemas.openxmlformats.org/drawingml/2006/main" w="0">
            <a:noFill/>
          </a:ln>
        </p:spPr>
      </p:sp>
      <p:sp>
        <p:nvSpPr>
          <p:cNvPr id="851" name="">
            <a:extLst xmlns:a="http://schemas.openxmlformats.org/drawingml/2006/main">
              <a:ext uri="{FF2B5EF4-FFF2-40B4-BE49-F238E27FC236}">
                <a16:creationId xmlns:a16="http://schemas.microsoft.com/office/drawing/2014/main" id="{F3317219-BCB6-4299-A73D-5D14882FE5C7}"/>
              </a:ext>
            </a:extLst>
          </p:cNvPr>
          <p:cNvSpPr>
            <a:spLocks xmlns:a="http://schemas.openxmlformats.org/drawingml/2006/main" noGrp="1"/>
          </p:cNvSpPr>
          <p:nvPr/>
        </p:nvSpPr>
        <p:spPr>
          <a:xfrm xmlns:a="http://schemas.openxmlformats.org/drawingml/2006/main">
            <a:off x="10303669" y="5219700"/>
            <a:ext cx="111204" cy="95250"/>
          </a:xfrm>
          <a:prstGeom xmlns:a="http://schemas.openxmlformats.org/drawingml/2006/main" prst="rect">
            <a:avLst/>
          </a:prstGeom>
          <a:solidFill xmlns:a="http://schemas.openxmlformats.org/drawingml/2006/main">
            <a:srgbClr val="3464AD"/>
          </a:solidFill>
          <a:ln xmlns:a="http://schemas.openxmlformats.org/drawingml/2006/main" w="0">
            <a:noFill/>
          </a:ln>
        </p:spPr>
      </p:sp>
      <p:sp>
        <p:nvSpPr>
          <p:cNvPr id="852" name="">
            <a:extLst xmlns:a="http://schemas.openxmlformats.org/drawingml/2006/main">
              <a:ext uri="{FF2B5EF4-FFF2-40B4-BE49-F238E27FC236}">
                <a16:creationId xmlns:a16="http://schemas.microsoft.com/office/drawing/2014/main" id="{7ABDBCD5-7F14-4B58-8340-65264EE4C558}"/>
              </a:ext>
            </a:extLst>
          </p:cNvPr>
          <p:cNvSpPr>
            <a:spLocks xmlns:a="http://schemas.openxmlformats.org/drawingml/2006/main" noGrp="1"/>
          </p:cNvSpPr>
          <p:nvPr/>
        </p:nvSpPr>
        <p:spPr>
          <a:xfrm xmlns:a="http://schemas.openxmlformats.org/drawingml/2006/main">
            <a:off x="10414397" y="5219700"/>
            <a:ext cx="111204" cy="95250"/>
          </a:xfrm>
          <a:prstGeom xmlns:a="http://schemas.openxmlformats.org/drawingml/2006/main" prst="rect">
            <a:avLst/>
          </a:prstGeom>
          <a:solidFill xmlns:a="http://schemas.openxmlformats.org/drawingml/2006/main">
            <a:srgbClr val="2F60AB"/>
          </a:solidFill>
          <a:ln xmlns:a="http://schemas.openxmlformats.org/drawingml/2006/main" w="0">
            <a:noFill/>
          </a:ln>
        </p:spPr>
      </p:sp>
      <p:sp>
        <p:nvSpPr>
          <p:cNvPr id="853" name="">
            <a:extLst xmlns:a="http://schemas.openxmlformats.org/drawingml/2006/main">
              <a:ext uri="{FF2B5EF4-FFF2-40B4-BE49-F238E27FC236}">
                <a16:creationId xmlns:a16="http://schemas.microsoft.com/office/drawing/2014/main" id="{2423A15A-5300-443B-B610-2E0FC0E5B6FA}"/>
              </a:ext>
            </a:extLst>
          </p:cNvPr>
          <p:cNvSpPr>
            <a:spLocks xmlns:a="http://schemas.openxmlformats.org/drawingml/2006/main" noGrp="1"/>
          </p:cNvSpPr>
          <p:nvPr/>
        </p:nvSpPr>
        <p:spPr>
          <a:xfrm xmlns:a="http://schemas.openxmlformats.org/drawingml/2006/main">
            <a:off x="142875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854" name="">
            <a:extLst xmlns:a="http://schemas.openxmlformats.org/drawingml/2006/main">
              <a:ext uri="{FF2B5EF4-FFF2-40B4-BE49-F238E27FC236}">
                <a16:creationId xmlns:a16="http://schemas.microsoft.com/office/drawing/2014/main" id="{08BE7430-CA1E-42B7-8DAC-BF245C9B9BD8}"/>
              </a:ext>
            </a:extLst>
          </p:cNvPr>
          <p:cNvSpPr>
            <a:spLocks xmlns:a="http://schemas.openxmlformats.org/drawingml/2006/main" noGrp="1"/>
          </p:cNvSpPr>
          <p:nvPr/>
        </p:nvSpPr>
        <p:spPr>
          <a:xfrm xmlns:a="http://schemas.openxmlformats.org/drawingml/2006/main">
            <a:off x="3643313"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855" name="">
            <a:extLst xmlns:a="http://schemas.openxmlformats.org/drawingml/2006/main">
              <a:ext uri="{FF2B5EF4-FFF2-40B4-BE49-F238E27FC236}">
                <a16:creationId xmlns:a16="http://schemas.microsoft.com/office/drawing/2014/main" id="{BA145D48-07F5-43DA-BC2A-21A0FD56A96F}"/>
              </a:ext>
            </a:extLst>
          </p:cNvPr>
          <p:cNvSpPr>
            <a:spLocks xmlns:a="http://schemas.openxmlformats.org/drawingml/2006/main" noGrp="1"/>
          </p:cNvSpPr>
          <p:nvPr/>
        </p:nvSpPr>
        <p:spPr>
          <a:xfrm xmlns:a="http://schemas.openxmlformats.org/drawingml/2006/main">
            <a:off x="5857875"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0</a:t>
            </a:r>
          </a:p>
        </p:txBody>
      </p:sp>
      <p:sp>
        <p:nvSpPr>
          <p:cNvPr id="856" name="">
            <a:extLst xmlns:a="http://schemas.openxmlformats.org/drawingml/2006/main">
              <a:ext uri="{FF2B5EF4-FFF2-40B4-BE49-F238E27FC236}">
                <a16:creationId xmlns:a16="http://schemas.microsoft.com/office/drawing/2014/main" id="{F7CF020D-1366-4E09-AB68-CA288E388A27}"/>
              </a:ext>
            </a:extLst>
          </p:cNvPr>
          <p:cNvSpPr>
            <a:spLocks xmlns:a="http://schemas.openxmlformats.org/drawingml/2006/main" noGrp="1"/>
          </p:cNvSpPr>
          <p:nvPr/>
        </p:nvSpPr>
        <p:spPr>
          <a:xfrm xmlns:a="http://schemas.openxmlformats.org/drawingml/2006/main">
            <a:off x="8072438"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857" name="">
            <a:extLst xmlns:a="http://schemas.openxmlformats.org/drawingml/2006/main">
              <a:ext uri="{FF2B5EF4-FFF2-40B4-BE49-F238E27FC236}">
                <a16:creationId xmlns:a16="http://schemas.microsoft.com/office/drawing/2014/main" id="{7898A0D0-D96B-4A0F-AA12-757F51A22AB9}"/>
              </a:ext>
            </a:extLst>
          </p:cNvPr>
          <p:cNvSpPr>
            <a:spLocks xmlns:a="http://schemas.openxmlformats.org/drawingml/2006/main" noGrp="1"/>
          </p:cNvSpPr>
          <p:nvPr/>
        </p:nvSpPr>
        <p:spPr>
          <a:xfrm xmlns:a="http://schemas.openxmlformats.org/drawingml/2006/main">
            <a:off x="1028700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858" name="">
            <a:extLst xmlns:a="http://schemas.openxmlformats.org/drawingml/2006/main">
              <a:ext uri="{FF2B5EF4-FFF2-40B4-BE49-F238E27FC236}">
                <a16:creationId xmlns:a16="http://schemas.microsoft.com/office/drawing/2014/main" id="{AD018F18-917F-431F-AB47-39A400A159A6}"/>
              </a:ext>
            </a:extLst>
          </p:cNvPr>
          <p:cNvSpPr>
            <a:spLocks xmlns:a="http://schemas.openxmlformats.org/drawingml/2006/main" noGrp="1"/>
          </p:cNvSpPr>
          <p:nvPr/>
        </p:nvSpPr>
        <p:spPr>
          <a:xfrm xmlns:a="http://schemas.openxmlformats.org/drawingml/2006/main">
            <a:off x="1524000" y="5629275"/>
            <a:ext cx="9144000" cy="3048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 vacant taxis vs normal</a:t>
            </a:r>
          </a:p>
        </p:txBody>
      </p:sp>
    </p:spTree>
    <p:extLst>
      <p:ext uri="{BB962C8B-B14F-4D97-AF65-F5344CB8AC3E}">
        <p14:creationId xmlns:p14="http://schemas.microsoft.com/office/powerpoint/2010/main" val="597896415"/>
      </p:ext>
    </p:extLst>
  </p:cSld>
</p:sld>
</file>

<file path=ppt/slides/slide55.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THE PERMUTATION CHECK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Exchangeability is an assumption of the supporting permutation scheme.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55</a:t>
            </a:r>
            <a:endParaRPr sz="1200"/>
          </a:p>
        </p:txBody>
      </p:sp>
      <p:sp>
        <p:nvSpPr>
          <p:cNvPr id="14" name="">
            <a:extLst xmlns:a="http://schemas.openxmlformats.org/drawingml/2006/main">
              <a:ext uri="{FF2B5EF4-FFF2-40B4-BE49-F238E27FC236}">
                <a16:creationId xmlns:a16="http://schemas.microsoft.com/office/drawing/2014/main" id="{51506D2D-E1DA-492E-98C3-2500847A700C}"/>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EBA392FF-76CC-4915-92C7-44120B743D35}"/>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Light rain (permutation p &lt; 0.001)</a:t>
            </a:r>
          </a:p>
        </p:txBody>
      </p:sp>
      <p:sp>
        <p:nvSpPr>
          <p:cNvPr id="16" name="">
            <a:extLst xmlns:a="http://schemas.openxmlformats.org/drawingml/2006/main">
              <a:ext uri="{FF2B5EF4-FFF2-40B4-BE49-F238E27FC236}">
                <a16:creationId xmlns:a16="http://schemas.microsoft.com/office/drawing/2014/main" id="{6DFA3C1C-7D97-4360-AA0F-315A5B6E82A9}"/>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Permutation draws</a:t>
            </a:r>
          </a:p>
        </p:txBody>
      </p:sp>
      <p:sp>
        <p:nvSpPr>
          <p:cNvPr id="17" name="Editable chart path">
            <a:extLst xmlns:a="http://schemas.openxmlformats.org/drawingml/2006/main">
              <a:ext uri="{FF2B5EF4-FFF2-40B4-BE49-F238E27FC236}">
                <a16:creationId xmlns:a16="http://schemas.microsoft.com/office/drawing/2014/main" id="{90F115CD-ADFF-492C-88D5-6B32C28CCED3}"/>
              </a:ext>
            </a:extLst>
          </p:cNvPr>
          <p:cNvSpPr>
            <a:spLocks xmlns:a="http://schemas.openxmlformats.org/drawingml/2006/main" noGrp="1"/>
          </p:cNvSpPr>
          <p:nvPr/>
        </p:nvSpPr>
        <p:spPr>
          <a:xfrm xmlns:a="http://schemas.openxmlformats.org/drawingml/2006/main">
            <a:off x="4127276" y="4768849"/>
            <a:ext cx="23676" cy="33638"/>
          </a:xfrm>
          <a:custGeom xmlns:a="http://schemas.openxmlformats.org/drawingml/2006/main">
            <a:pathLst>
              <a:path w="16369" h="23258">
                <a:moveTo>
                  <a:pt x="0" y="23258"/>
                </a:moveTo>
                <a:lnTo>
                  <a:pt x="16369" y="23258"/>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64A216DD-722A-47C3-B473-B32F4F0BDE1A}"/>
              </a:ext>
            </a:extLst>
          </p:cNvPr>
          <p:cNvSpPr>
            <a:spLocks xmlns:a="http://schemas.openxmlformats.org/drawingml/2006/main" noGrp="1"/>
          </p:cNvSpPr>
          <p:nvPr/>
        </p:nvSpPr>
        <p:spPr>
          <a:xfrm xmlns:a="http://schemas.openxmlformats.org/drawingml/2006/main">
            <a:off x="4150952" y="4600657"/>
            <a:ext cx="23676" cy="201830"/>
          </a:xfrm>
          <a:custGeom xmlns:a="http://schemas.openxmlformats.org/drawingml/2006/main">
            <a:pathLst>
              <a:path w="16369" h="139545">
                <a:moveTo>
                  <a:pt x="0" y="139545"/>
                </a:moveTo>
                <a:lnTo>
                  <a:pt x="16369" y="139545"/>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C5904448-BD51-418E-953B-DE5CB353DF88}"/>
              </a:ext>
            </a:extLst>
          </p:cNvPr>
          <p:cNvSpPr>
            <a:spLocks xmlns:a="http://schemas.openxmlformats.org/drawingml/2006/main" noGrp="1"/>
          </p:cNvSpPr>
          <p:nvPr/>
        </p:nvSpPr>
        <p:spPr>
          <a:xfrm xmlns:a="http://schemas.openxmlformats.org/drawingml/2006/main">
            <a:off x="4174628" y="4735211"/>
            <a:ext cx="23676" cy="67277"/>
          </a:xfrm>
          <a:custGeom xmlns:a="http://schemas.openxmlformats.org/drawingml/2006/main">
            <a:pathLst>
              <a:path w="16369" h="46515">
                <a:moveTo>
                  <a:pt x="0" y="46515"/>
                </a:moveTo>
                <a:lnTo>
                  <a:pt x="16369" y="46515"/>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AD117335-C4AC-463B-9066-86B110490A1C}"/>
              </a:ext>
            </a:extLst>
          </p:cNvPr>
          <p:cNvSpPr>
            <a:spLocks xmlns:a="http://schemas.openxmlformats.org/drawingml/2006/main" noGrp="1"/>
          </p:cNvSpPr>
          <p:nvPr/>
        </p:nvSpPr>
        <p:spPr>
          <a:xfrm xmlns:a="http://schemas.openxmlformats.org/drawingml/2006/main">
            <a:off x="4198304" y="4600657"/>
            <a:ext cx="23676" cy="201830"/>
          </a:xfrm>
          <a:custGeom xmlns:a="http://schemas.openxmlformats.org/drawingml/2006/main">
            <a:pathLst>
              <a:path w="16369" h="139545">
                <a:moveTo>
                  <a:pt x="0" y="139545"/>
                </a:moveTo>
                <a:lnTo>
                  <a:pt x="16369" y="139545"/>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1ABE9ACA-8291-47CE-B5A5-D54407800723}"/>
              </a:ext>
            </a:extLst>
          </p:cNvPr>
          <p:cNvSpPr>
            <a:spLocks xmlns:a="http://schemas.openxmlformats.org/drawingml/2006/main" noGrp="1"/>
          </p:cNvSpPr>
          <p:nvPr/>
        </p:nvSpPr>
        <p:spPr>
          <a:xfrm xmlns:a="http://schemas.openxmlformats.org/drawingml/2006/main">
            <a:off x="4221980" y="4533380"/>
            <a:ext cx="23676" cy="269107"/>
          </a:xfrm>
          <a:custGeom xmlns:a="http://schemas.openxmlformats.org/drawingml/2006/main">
            <a:pathLst>
              <a:path w="16369" h="186061">
                <a:moveTo>
                  <a:pt x="0" y="186061"/>
                </a:moveTo>
                <a:lnTo>
                  <a:pt x="16369" y="186061"/>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5D5614D4-7C3D-4E5B-B014-88D53C5E5EEF}"/>
              </a:ext>
            </a:extLst>
          </p:cNvPr>
          <p:cNvSpPr>
            <a:spLocks xmlns:a="http://schemas.openxmlformats.org/drawingml/2006/main" noGrp="1"/>
          </p:cNvSpPr>
          <p:nvPr/>
        </p:nvSpPr>
        <p:spPr>
          <a:xfrm xmlns:a="http://schemas.openxmlformats.org/drawingml/2006/main">
            <a:off x="4245655" y="4466104"/>
            <a:ext cx="23676" cy="336384"/>
          </a:xfrm>
          <a:custGeom xmlns:a="http://schemas.openxmlformats.org/drawingml/2006/main">
            <a:pathLst>
              <a:path w="16369" h="232576">
                <a:moveTo>
                  <a:pt x="0" y="232576"/>
                </a:moveTo>
                <a:lnTo>
                  <a:pt x="16369" y="232576"/>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D7766D84-DC1D-4718-B290-B50082003D61}"/>
              </a:ext>
            </a:extLst>
          </p:cNvPr>
          <p:cNvSpPr>
            <a:spLocks xmlns:a="http://schemas.openxmlformats.org/drawingml/2006/main" noGrp="1"/>
          </p:cNvSpPr>
          <p:nvPr/>
        </p:nvSpPr>
        <p:spPr>
          <a:xfrm xmlns:a="http://schemas.openxmlformats.org/drawingml/2006/main">
            <a:off x="4269331" y="4499742"/>
            <a:ext cx="23676" cy="302745"/>
          </a:xfrm>
          <a:custGeom xmlns:a="http://schemas.openxmlformats.org/drawingml/2006/main">
            <a:pathLst>
              <a:path w="16369" h="209318">
                <a:moveTo>
                  <a:pt x="0" y="209318"/>
                </a:moveTo>
                <a:lnTo>
                  <a:pt x="16369" y="209318"/>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E446B6C5-51AA-4D1C-8086-E7AEFDEDAE6F}"/>
              </a:ext>
            </a:extLst>
          </p:cNvPr>
          <p:cNvSpPr>
            <a:spLocks xmlns:a="http://schemas.openxmlformats.org/drawingml/2006/main" noGrp="1"/>
          </p:cNvSpPr>
          <p:nvPr/>
        </p:nvSpPr>
        <p:spPr>
          <a:xfrm xmlns:a="http://schemas.openxmlformats.org/drawingml/2006/main">
            <a:off x="4293007" y="4398827"/>
            <a:ext cx="23676" cy="403660"/>
          </a:xfrm>
          <a:custGeom xmlns:a="http://schemas.openxmlformats.org/drawingml/2006/main">
            <a:pathLst>
              <a:path w="16369" h="279091">
                <a:moveTo>
                  <a:pt x="0" y="279091"/>
                </a:moveTo>
                <a:lnTo>
                  <a:pt x="16369" y="279091"/>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6BF90590-2A71-4F95-9DFB-AE79BB3E0D49}"/>
              </a:ext>
            </a:extLst>
          </p:cNvPr>
          <p:cNvSpPr>
            <a:spLocks xmlns:a="http://schemas.openxmlformats.org/drawingml/2006/main" noGrp="1"/>
          </p:cNvSpPr>
          <p:nvPr/>
        </p:nvSpPr>
        <p:spPr>
          <a:xfrm xmlns:a="http://schemas.openxmlformats.org/drawingml/2006/main">
            <a:off x="4316683" y="4398827"/>
            <a:ext cx="23676" cy="403660"/>
          </a:xfrm>
          <a:custGeom xmlns:a="http://schemas.openxmlformats.org/drawingml/2006/main">
            <a:pathLst>
              <a:path w="16369" h="279091">
                <a:moveTo>
                  <a:pt x="0" y="279091"/>
                </a:moveTo>
                <a:lnTo>
                  <a:pt x="16369" y="279091"/>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4DD4EC70-47B0-49A3-B3E6-564890D094A9}"/>
              </a:ext>
            </a:extLst>
          </p:cNvPr>
          <p:cNvSpPr>
            <a:spLocks xmlns:a="http://schemas.openxmlformats.org/drawingml/2006/main" noGrp="1"/>
          </p:cNvSpPr>
          <p:nvPr/>
        </p:nvSpPr>
        <p:spPr>
          <a:xfrm xmlns:a="http://schemas.openxmlformats.org/drawingml/2006/main">
            <a:off x="4340359" y="3759698"/>
            <a:ext cx="23676" cy="1042789"/>
          </a:xfrm>
          <a:custGeom xmlns:a="http://schemas.openxmlformats.org/drawingml/2006/main">
            <a:pathLst>
              <a:path w="16369" h="720985">
                <a:moveTo>
                  <a:pt x="0" y="720985"/>
                </a:moveTo>
                <a:lnTo>
                  <a:pt x="16369" y="720985"/>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01F29E77-AA31-4A50-B73E-F93EC710FCE0}"/>
              </a:ext>
            </a:extLst>
          </p:cNvPr>
          <p:cNvSpPr>
            <a:spLocks xmlns:a="http://schemas.openxmlformats.org/drawingml/2006/main" noGrp="1"/>
          </p:cNvSpPr>
          <p:nvPr/>
        </p:nvSpPr>
        <p:spPr>
          <a:xfrm xmlns:a="http://schemas.openxmlformats.org/drawingml/2006/main">
            <a:off x="4364035" y="3961528"/>
            <a:ext cx="23676" cy="840959"/>
          </a:xfrm>
          <a:custGeom xmlns:a="http://schemas.openxmlformats.org/drawingml/2006/main">
            <a:pathLst>
              <a:path w="16369" h="581440">
                <a:moveTo>
                  <a:pt x="0" y="581440"/>
                </a:moveTo>
                <a:lnTo>
                  <a:pt x="16369" y="581440"/>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382A2D68-43E4-4380-844A-FE5188FC1E18}"/>
              </a:ext>
            </a:extLst>
          </p:cNvPr>
          <p:cNvSpPr>
            <a:spLocks xmlns:a="http://schemas.openxmlformats.org/drawingml/2006/main" noGrp="1"/>
          </p:cNvSpPr>
          <p:nvPr/>
        </p:nvSpPr>
        <p:spPr>
          <a:xfrm xmlns:a="http://schemas.openxmlformats.org/drawingml/2006/main">
            <a:off x="4387710" y="3860613"/>
            <a:ext cx="23676" cy="941874"/>
          </a:xfrm>
          <a:custGeom xmlns:a="http://schemas.openxmlformats.org/drawingml/2006/main">
            <a:pathLst>
              <a:path w="16369" h="651212">
                <a:moveTo>
                  <a:pt x="0" y="651212"/>
                </a:moveTo>
                <a:lnTo>
                  <a:pt x="16369" y="651212"/>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F1B0B4D7-A774-47B7-9744-B68EBA1EB8E8}"/>
              </a:ext>
            </a:extLst>
          </p:cNvPr>
          <p:cNvSpPr>
            <a:spLocks xmlns:a="http://schemas.openxmlformats.org/drawingml/2006/main" noGrp="1"/>
          </p:cNvSpPr>
          <p:nvPr/>
        </p:nvSpPr>
        <p:spPr>
          <a:xfrm xmlns:a="http://schemas.openxmlformats.org/drawingml/2006/main">
            <a:off x="4411386" y="3625145"/>
            <a:ext cx="23676" cy="1177343"/>
          </a:xfrm>
          <a:custGeom xmlns:a="http://schemas.openxmlformats.org/drawingml/2006/main">
            <a:pathLst>
              <a:path w="16369" h="814015">
                <a:moveTo>
                  <a:pt x="0" y="814015"/>
                </a:moveTo>
                <a:lnTo>
                  <a:pt x="16369" y="814015"/>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D6EC503D-8738-4470-8626-FAF10867D6BE}"/>
              </a:ext>
            </a:extLst>
          </p:cNvPr>
          <p:cNvSpPr>
            <a:spLocks xmlns:a="http://schemas.openxmlformats.org/drawingml/2006/main" noGrp="1"/>
          </p:cNvSpPr>
          <p:nvPr/>
        </p:nvSpPr>
        <p:spPr>
          <a:xfrm xmlns:a="http://schemas.openxmlformats.org/drawingml/2006/main">
            <a:off x="4435062" y="3255123"/>
            <a:ext cx="23676" cy="1547365"/>
          </a:xfrm>
          <a:custGeom xmlns:a="http://schemas.openxmlformats.org/drawingml/2006/main">
            <a:pathLst>
              <a:path w="16369" h="1069849">
                <a:moveTo>
                  <a:pt x="0" y="1069849"/>
                </a:moveTo>
                <a:lnTo>
                  <a:pt x="16369" y="1069849"/>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36BC08C8-0F7B-4BF9-BC42-2504F10840C6}"/>
              </a:ext>
            </a:extLst>
          </p:cNvPr>
          <p:cNvSpPr>
            <a:spLocks xmlns:a="http://schemas.openxmlformats.org/drawingml/2006/main" noGrp="1"/>
          </p:cNvSpPr>
          <p:nvPr/>
        </p:nvSpPr>
        <p:spPr>
          <a:xfrm xmlns:a="http://schemas.openxmlformats.org/drawingml/2006/main">
            <a:off x="4458738" y="3053292"/>
            <a:ext cx="23676" cy="1749195"/>
          </a:xfrm>
          <a:custGeom xmlns:a="http://schemas.openxmlformats.org/drawingml/2006/main">
            <a:pathLst>
              <a:path w="16369" h="1209394">
                <a:moveTo>
                  <a:pt x="0" y="1209394"/>
                </a:moveTo>
                <a:lnTo>
                  <a:pt x="16369" y="1209394"/>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137E8E61-1178-48B0-8CEA-08BBC20BD456}"/>
              </a:ext>
            </a:extLst>
          </p:cNvPr>
          <p:cNvSpPr>
            <a:spLocks xmlns:a="http://schemas.openxmlformats.org/drawingml/2006/main" noGrp="1"/>
          </p:cNvSpPr>
          <p:nvPr/>
        </p:nvSpPr>
        <p:spPr>
          <a:xfrm xmlns:a="http://schemas.openxmlformats.org/drawingml/2006/main">
            <a:off x="4482414" y="3053292"/>
            <a:ext cx="23676" cy="1749195"/>
          </a:xfrm>
          <a:custGeom xmlns:a="http://schemas.openxmlformats.org/drawingml/2006/main">
            <a:pathLst>
              <a:path w="16369" h="1209394">
                <a:moveTo>
                  <a:pt x="0" y="1209394"/>
                </a:moveTo>
                <a:lnTo>
                  <a:pt x="16369" y="1209394"/>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691201A8-D783-440D-8E60-170923B0EAB3}"/>
              </a:ext>
            </a:extLst>
          </p:cNvPr>
          <p:cNvSpPr>
            <a:spLocks xmlns:a="http://schemas.openxmlformats.org/drawingml/2006/main" noGrp="1"/>
          </p:cNvSpPr>
          <p:nvPr/>
        </p:nvSpPr>
        <p:spPr>
          <a:xfrm xmlns:a="http://schemas.openxmlformats.org/drawingml/2006/main">
            <a:off x="4506090" y="3356038"/>
            <a:ext cx="23676" cy="1446450"/>
          </a:xfrm>
          <a:custGeom xmlns:a="http://schemas.openxmlformats.org/drawingml/2006/main">
            <a:pathLst>
              <a:path w="16369" h="1000076">
                <a:moveTo>
                  <a:pt x="0" y="1000076"/>
                </a:moveTo>
                <a:lnTo>
                  <a:pt x="16369" y="1000076"/>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F025F3F5-EBB9-414C-999A-10735347D780}"/>
              </a:ext>
            </a:extLst>
          </p:cNvPr>
          <p:cNvSpPr>
            <a:spLocks xmlns:a="http://schemas.openxmlformats.org/drawingml/2006/main" noGrp="1"/>
          </p:cNvSpPr>
          <p:nvPr/>
        </p:nvSpPr>
        <p:spPr>
          <a:xfrm xmlns:a="http://schemas.openxmlformats.org/drawingml/2006/main">
            <a:off x="4529765" y="2885100"/>
            <a:ext cx="23676" cy="1917387"/>
          </a:xfrm>
          <a:custGeom xmlns:a="http://schemas.openxmlformats.org/drawingml/2006/main">
            <a:pathLst>
              <a:path w="16369" h="1325682">
                <a:moveTo>
                  <a:pt x="0" y="1325682"/>
                </a:moveTo>
                <a:lnTo>
                  <a:pt x="16369" y="1325682"/>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B44DC9D1-5FF4-4241-9AE0-EEE3E88C0E8F}"/>
              </a:ext>
            </a:extLst>
          </p:cNvPr>
          <p:cNvSpPr>
            <a:spLocks xmlns:a="http://schemas.openxmlformats.org/drawingml/2006/main" noGrp="1"/>
          </p:cNvSpPr>
          <p:nvPr/>
        </p:nvSpPr>
        <p:spPr>
          <a:xfrm xmlns:a="http://schemas.openxmlformats.org/drawingml/2006/main">
            <a:off x="4553441" y="2885100"/>
            <a:ext cx="23676" cy="1917387"/>
          </a:xfrm>
          <a:custGeom xmlns:a="http://schemas.openxmlformats.org/drawingml/2006/main">
            <a:pathLst>
              <a:path w="16369" h="1325682">
                <a:moveTo>
                  <a:pt x="0" y="1325682"/>
                </a:moveTo>
                <a:lnTo>
                  <a:pt x="16369" y="1325682"/>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B1075480-D63C-44CC-8D91-CD5F869B5F44}"/>
              </a:ext>
            </a:extLst>
          </p:cNvPr>
          <p:cNvSpPr>
            <a:spLocks xmlns:a="http://schemas.openxmlformats.org/drawingml/2006/main" noGrp="1"/>
          </p:cNvSpPr>
          <p:nvPr/>
        </p:nvSpPr>
        <p:spPr>
          <a:xfrm xmlns:a="http://schemas.openxmlformats.org/drawingml/2006/main">
            <a:off x="4577117" y="2750547"/>
            <a:ext cx="23676" cy="2051940"/>
          </a:xfrm>
          <a:custGeom xmlns:a="http://schemas.openxmlformats.org/drawingml/2006/main">
            <a:pathLst>
              <a:path w="16369" h="1418712">
                <a:moveTo>
                  <a:pt x="0" y="1418712"/>
                </a:moveTo>
                <a:lnTo>
                  <a:pt x="16369" y="1418712"/>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64D1B5E4-811A-4E27-9C53-DFC99F44A2F3}"/>
              </a:ext>
            </a:extLst>
          </p:cNvPr>
          <p:cNvSpPr>
            <a:spLocks xmlns:a="http://schemas.openxmlformats.org/drawingml/2006/main" noGrp="1"/>
          </p:cNvSpPr>
          <p:nvPr/>
        </p:nvSpPr>
        <p:spPr>
          <a:xfrm xmlns:a="http://schemas.openxmlformats.org/drawingml/2006/main">
            <a:off x="4600793" y="2750547"/>
            <a:ext cx="23676" cy="2051940"/>
          </a:xfrm>
          <a:custGeom xmlns:a="http://schemas.openxmlformats.org/drawingml/2006/main">
            <a:pathLst>
              <a:path w="16369" h="1418712">
                <a:moveTo>
                  <a:pt x="0" y="1418712"/>
                </a:moveTo>
                <a:lnTo>
                  <a:pt x="16369" y="1418712"/>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BD35D0D6-E121-4F37-A88D-8606D215EEC2}"/>
              </a:ext>
            </a:extLst>
          </p:cNvPr>
          <p:cNvSpPr>
            <a:spLocks xmlns:a="http://schemas.openxmlformats.org/drawingml/2006/main" noGrp="1"/>
          </p:cNvSpPr>
          <p:nvPr/>
        </p:nvSpPr>
        <p:spPr>
          <a:xfrm xmlns:a="http://schemas.openxmlformats.org/drawingml/2006/main">
            <a:off x="4624469" y="2750547"/>
            <a:ext cx="23676" cy="2051940"/>
          </a:xfrm>
          <a:custGeom xmlns:a="http://schemas.openxmlformats.org/drawingml/2006/main">
            <a:pathLst>
              <a:path w="16369" h="1418712">
                <a:moveTo>
                  <a:pt x="0" y="1418712"/>
                </a:moveTo>
                <a:lnTo>
                  <a:pt x="16369" y="1418712"/>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27A4052B-3E15-4880-9553-CADAAE08B400}"/>
              </a:ext>
            </a:extLst>
          </p:cNvPr>
          <p:cNvSpPr>
            <a:spLocks xmlns:a="http://schemas.openxmlformats.org/drawingml/2006/main" noGrp="1"/>
          </p:cNvSpPr>
          <p:nvPr/>
        </p:nvSpPr>
        <p:spPr>
          <a:xfrm xmlns:a="http://schemas.openxmlformats.org/drawingml/2006/main">
            <a:off x="4648145" y="2885100"/>
            <a:ext cx="23676" cy="1917387"/>
          </a:xfrm>
          <a:custGeom xmlns:a="http://schemas.openxmlformats.org/drawingml/2006/main">
            <a:pathLst>
              <a:path w="16369" h="1325682">
                <a:moveTo>
                  <a:pt x="0" y="1325682"/>
                </a:moveTo>
                <a:lnTo>
                  <a:pt x="16369" y="1325682"/>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0" name="Editable chart path">
            <a:extLst xmlns:a="http://schemas.openxmlformats.org/drawingml/2006/main">
              <a:ext uri="{FF2B5EF4-FFF2-40B4-BE49-F238E27FC236}">
                <a16:creationId xmlns:a16="http://schemas.microsoft.com/office/drawing/2014/main" id="{6D50577D-CBDB-41E1-BFF2-D2E4A2185B08}"/>
              </a:ext>
            </a:extLst>
          </p:cNvPr>
          <p:cNvSpPr>
            <a:spLocks xmlns:a="http://schemas.openxmlformats.org/drawingml/2006/main" noGrp="1"/>
          </p:cNvSpPr>
          <p:nvPr/>
        </p:nvSpPr>
        <p:spPr>
          <a:xfrm xmlns:a="http://schemas.openxmlformats.org/drawingml/2006/main">
            <a:off x="4671820" y="3524229"/>
            <a:ext cx="23676" cy="1278258"/>
          </a:xfrm>
          <a:custGeom xmlns:a="http://schemas.openxmlformats.org/drawingml/2006/main">
            <a:pathLst>
              <a:path w="16369" h="883788">
                <a:moveTo>
                  <a:pt x="0" y="883788"/>
                </a:moveTo>
                <a:lnTo>
                  <a:pt x="16369" y="883788"/>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1" name="Editable chart path">
            <a:extLst xmlns:a="http://schemas.openxmlformats.org/drawingml/2006/main">
              <a:ext uri="{FF2B5EF4-FFF2-40B4-BE49-F238E27FC236}">
                <a16:creationId xmlns:a16="http://schemas.microsoft.com/office/drawing/2014/main" id="{2B0DCC47-EC59-4AC5-8C99-7A3D1E36D50D}"/>
              </a:ext>
            </a:extLst>
          </p:cNvPr>
          <p:cNvSpPr>
            <a:spLocks xmlns:a="http://schemas.openxmlformats.org/drawingml/2006/main" noGrp="1"/>
          </p:cNvSpPr>
          <p:nvPr/>
        </p:nvSpPr>
        <p:spPr>
          <a:xfrm xmlns:a="http://schemas.openxmlformats.org/drawingml/2006/main">
            <a:off x="4695496" y="3356038"/>
            <a:ext cx="23676" cy="1446450"/>
          </a:xfrm>
          <a:custGeom xmlns:a="http://schemas.openxmlformats.org/drawingml/2006/main">
            <a:pathLst>
              <a:path w="16369" h="1000076">
                <a:moveTo>
                  <a:pt x="0" y="1000076"/>
                </a:moveTo>
                <a:lnTo>
                  <a:pt x="16369" y="1000076"/>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2" name="Editable chart path">
            <a:extLst xmlns:a="http://schemas.openxmlformats.org/drawingml/2006/main">
              <a:ext uri="{FF2B5EF4-FFF2-40B4-BE49-F238E27FC236}">
                <a16:creationId xmlns:a16="http://schemas.microsoft.com/office/drawing/2014/main" id="{7E51A070-4F82-4F15-A05F-AC936B5EFDB7}"/>
              </a:ext>
            </a:extLst>
          </p:cNvPr>
          <p:cNvSpPr>
            <a:spLocks xmlns:a="http://schemas.openxmlformats.org/drawingml/2006/main" noGrp="1"/>
          </p:cNvSpPr>
          <p:nvPr/>
        </p:nvSpPr>
        <p:spPr>
          <a:xfrm xmlns:a="http://schemas.openxmlformats.org/drawingml/2006/main">
            <a:off x="4719172" y="3793336"/>
            <a:ext cx="23676" cy="1009151"/>
          </a:xfrm>
          <a:custGeom xmlns:a="http://schemas.openxmlformats.org/drawingml/2006/main">
            <a:pathLst>
              <a:path w="16369" h="697727">
                <a:moveTo>
                  <a:pt x="0" y="697727"/>
                </a:moveTo>
                <a:lnTo>
                  <a:pt x="16369" y="697727"/>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3" name="Editable chart path">
            <a:extLst xmlns:a="http://schemas.openxmlformats.org/drawingml/2006/main">
              <a:ext uri="{FF2B5EF4-FFF2-40B4-BE49-F238E27FC236}">
                <a16:creationId xmlns:a16="http://schemas.microsoft.com/office/drawing/2014/main" id="{9A949794-D7ED-415F-A18E-75713443241F}"/>
              </a:ext>
            </a:extLst>
          </p:cNvPr>
          <p:cNvSpPr>
            <a:spLocks xmlns:a="http://schemas.openxmlformats.org/drawingml/2006/main" noGrp="1"/>
          </p:cNvSpPr>
          <p:nvPr/>
        </p:nvSpPr>
        <p:spPr>
          <a:xfrm xmlns:a="http://schemas.openxmlformats.org/drawingml/2006/main">
            <a:off x="4742848" y="3591506"/>
            <a:ext cx="23676" cy="1210981"/>
          </a:xfrm>
          <a:custGeom xmlns:a="http://schemas.openxmlformats.org/drawingml/2006/main">
            <a:pathLst>
              <a:path w="16369" h="837273">
                <a:moveTo>
                  <a:pt x="0" y="837273"/>
                </a:moveTo>
                <a:lnTo>
                  <a:pt x="16369" y="837273"/>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4" name="Editable chart path">
            <a:extLst xmlns:a="http://schemas.openxmlformats.org/drawingml/2006/main">
              <a:ext uri="{FF2B5EF4-FFF2-40B4-BE49-F238E27FC236}">
                <a16:creationId xmlns:a16="http://schemas.microsoft.com/office/drawing/2014/main" id="{AE921D5C-3265-4666-8073-EC6D95039690}"/>
              </a:ext>
            </a:extLst>
          </p:cNvPr>
          <p:cNvSpPr>
            <a:spLocks xmlns:a="http://schemas.openxmlformats.org/drawingml/2006/main" noGrp="1"/>
          </p:cNvSpPr>
          <p:nvPr/>
        </p:nvSpPr>
        <p:spPr>
          <a:xfrm xmlns:a="http://schemas.openxmlformats.org/drawingml/2006/main">
            <a:off x="4766524" y="4163358"/>
            <a:ext cx="23676" cy="639129"/>
          </a:xfrm>
          <a:custGeom xmlns:a="http://schemas.openxmlformats.org/drawingml/2006/main">
            <a:pathLst>
              <a:path w="16369" h="441894">
                <a:moveTo>
                  <a:pt x="0" y="441894"/>
                </a:moveTo>
                <a:lnTo>
                  <a:pt x="16369" y="441894"/>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5" name="Editable chart path">
            <a:extLst xmlns:a="http://schemas.openxmlformats.org/drawingml/2006/main">
              <a:ext uri="{FF2B5EF4-FFF2-40B4-BE49-F238E27FC236}">
                <a16:creationId xmlns:a16="http://schemas.microsoft.com/office/drawing/2014/main" id="{CA1C39AE-04E9-442D-A850-000966D0D92F}"/>
              </a:ext>
            </a:extLst>
          </p:cNvPr>
          <p:cNvSpPr>
            <a:spLocks xmlns:a="http://schemas.openxmlformats.org/drawingml/2006/main" noGrp="1"/>
          </p:cNvSpPr>
          <p:nvPr/>
        </p:nvSpPr>
        <p:spPr>
          <a:xfrm xmlns:a="http://schemas.openxmlformats.org/drawingml/2006/main">
            <a:off x="4790200" y="3759698"/>
            <a:ext cx="23676" cy="1042789"/>
          </a:xfrm>
          <a:custGeom xmlns:a="http://schemas.openxmlformats.org/drawingml/2006/main">
            <a:pathLst>
              <a:path w="16369" h="720985">
                <a:moveTo>
                  <a:pt x="0" y="720985"/>
                </a:moveTo>
                <a:lnTo>
                  <a:pt x="16369" y="720985"/>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6" name="Editable chart path">
            <a:extLst xmlns:a="http://schemas.openxmlformats.org/drawingml/2006/main">
              <a:ext uri="{FF2B5EF4-FFF2-40B4-BE49-F238E27FC236}">
                <a16:creationId xmlns:a16="http://schemas.microsoft.com/office/drawing/2014/main" id="{C0BCC5AB-0520-4599-A678-C63001E7737C}"/>
              </a:ext>
            </a:extLst>
          </p:cNvPr>
          <p:cNvSpPr>
            <a:spLocks xmlns:a="http://schemas.openxmlformats.org/drawingml/2006/main" noGrp="1"/>
          </p:cNvSpPr>
          <p:nvPr/>
        </p:nvSpPr>
        <p:spPr>
          <a:xfrm xmlns:a="http://schemas.openxmlformats.org/drawingml/2006/main">
            <a:off x="4813876" y="4264274"/>
            <a:ext cx="23676" cy="538214"/>
          </a:xfrm>
          <a:custGeom xmlns:a="http://schemas.openxmlformats.org/drawingml/2006/main">
            <a:pathLst>
              <a:path w="16369" h="372121">
                <a:moveTo>
                  <a:pt x="0" y="372121"/>
                </a:moveTo>
                <a:lnTo>
                  <a:pt x="16369" y="372121"/>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7" name="Editable chart path">
            <a:extLst xmlns:a="http://schemas.openxmlformats.org/drawingml/2006/main">
              <a:ext uri="{FF2B5EF4-FFF2-40B4-BE49-F238E27FC236}">
                <a16:creationId xmlns:a16="http://schemas.microsoft.com/office/drawing/2014/main" id="{E8F8E05A-EF30-4095-A247-68B0FE2F9BF5}"/>
              </a:ext>
            </a:extLst>
          </p:cNvPr>
          <p:cNvSpPr>
            <a:spLocks xmlns:a="http://schemas.openxmlformats.org/drawingml/2006/main" noGrp="1"/>
          </p:cNvSpPr>
          <p:nvPr/>
        </p:nvSpPr>
        <p:spPr>
          <a:xfrm xmlns:a="http://schemas.openxmlformats.org/drawingml/2006/main">
            <a:off x="4837551" y="4129720"/>
            <a:ext cx="23676" cy="672767"/>
          </a:xfrm>
          <a:custGeom xmlns:a="http://schemas.openxmlformats.org/drawingml/2006/main">
            <a:pathLst>
              <a:path w="16369" h="465152">
                <a:moveTo>
                  <a:pt x="0" y="465152"/>
                </a:moveTo>
                <a:lnTo>
                  <a:pt x="16369" y="465152"/>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8" name="Editable chart path">
            <a:extLst xmlns:a="http://schemas.openxmlformats.org/drawingml/2006/main">
              <a:ext uri="{FF2B5EF4-FFF2-40B4-BE49-F238E27FC236}">
                <a16:creationId xmlns:a16="http://schemas.microsoft.com/office/drawing/2014/main" id="{1666C91E-48D4-41C0-971F-EBE1334488AE}"/>
              </a:ext>
            </a:extLst>
          </p:cNvPr>
          <p:cNvSpPr>
            <a:spLocks xmlns:a="http://schemas.openxmlformats.org/drawingml/2006/main" noGrp="1"/>
          </p:cNvSpPr>
          <p:nvPr/>
        </p:nvSpPr>
        <p:spPr>
          <a:xfrm xmlns:a="http://schemas.openxmlformats.org/drawingml/2006/main">
            <a:off x="4861227" y="4567019"/>
            <a:ext cx="23676" cy="235469"/>
          </a:xfrm>
          <a:custGeom xmlns:a="http://schemas.openxmlformats.org/drawingml/2006/main">
            <a:pathLst>
              <a:path w="16369" h="162803">
                <a:moveTo>
                  <a:pt x="0" y="162803"/>
                </a:moveTo>
                <a:lnTo>
                  <a:pt x="16369" y="162803"/>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49" name="Editable chart path">
            <a:extLst xmlns:a="http://schemas.openxmlformats.org/drawingml/2006/main">
              <a:ext uri="{FF2B5EF4-FFF2-40B4-BE49-F238E27FC236}">
                <a16:creationId xmlns:a16="http://schemas.microsoft.com/office/drawing/2014/main" id="{D82A922B-81B9-44C3-BE8C-DDA97FBF182B}"/>
              </a:ext>
            </a:extLst>
          </p:cNvPr>
          <p:cNvSpPr>
            <a:spLocks xmlns:a="http://schemas.openxmlformats.org/drawingml/2006/main" noGrp="1"/>
          </p:cNvSpPr>
          <p:nvPr/>
        </p:nvSpPr>
        <p:spPr>
          <a:xfrm xmlns:a="http://schemas.openxmlformats.org/drawingml/2006/main">
            <a:off x="4884903" y="4533380"/>
            <a:ext cx="23676" cy="269107"/>
          </a:xfrm>
          <a:custGeom xmlns:a="http://schemas.openxmlformats.org/drawingml/2006/main">
            <a:pathLst>
              <a:path w="16369" h="186061">
                <a:moveTo>
                  <a:pt x="0" y="186061"/>
                </a:moveTo>
                <a:lnTo>
                  <a:pt x="16369" y="186061"/>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50" name="Editable chart path">
            <a:extLst xmlns:a="http://schemas.openxmlformats.org/drawingml/2006/main">
              <a:ext uri="{FF2B5EF4-FFF2-40B4-BE49-F238E27FC236}">
                <a16:creationId xmlns:a16="http://schemas.microsoft.com/office/drawing/2014/main" id="{828B2A67-FE87-4BBA-8D7C-6E9F7E15340E}"/>
              </a:ext>
            </a:extLst>
          </p:cNvPr>
          <p:cNvSpPr>
            <a:spLocks xmlns:a="http://schemas.openxmlformats.org/drawingml/2006/main" noGrp="1"/>
          </p:cNvSpPr>
          <p:nvPr/>
        </p:nvSpPr>
        <p:spPr>
          <a:xfrm xmlns:a="http://schemas.openxmlformats.org/drawingml/2006/main">
            <a:off x="4908579" y="4398827"/>
            <a:ext cx="23676" cy="403660"/>
          </a:xfrm>
          <a:custGeom xmlns:a="http://schemas.openxmlformats.org/drawingml/2006/main">
            <a:pathLst>
              <a:path w="16369" h="279091">
                <a:moveTo>
                  <a:pt x="0" y="279091"/>
                </a:moveTo>
                <a:lnTo>
                  <a:pt x="16369" y="279091"/>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51" name="Editable chart path">
            <a:extLst xmlns:a="http://schemas.openxmlformats.org/drawingml/2006/main">
              <a:ext uri="{FF2B5EF4-FFF2-40B4-BE49-F238E27FC236}">
                <a16:creationId xmlns:a16="http://schemas.microsoft.com/office/drawing/2014/main" id="{CEFACC26-BC4F-47FF-8924-7726A652EF73}"/>
              </a:ext>
            </a:extLst>
          </p:cNvPr>
          <p:cNvSpPr>
            <a:spLocks xmlns:a="http://schemas.openxmlformats.org/drawingml/2006/main" noGrp="1"/>
          </p:cNvSpPr>
          <p:nvPr/>
        </p:nvSpPr>
        <p:spPr>
          <a:xfrm xmlns:a="http://schemas.openxmlformats.org/drawingml/2006/main">
            <a:off x="4932255" y="4802487"/>
            <a:ext cx="23676" cy="95"/>
          </a:xfrm>
          <a:custGeom xmlns:a="http://schemas.openxmlformats.org/drawingml/2006/main">
            <a:pathLst>
              <a:path w="16369" h="95">
                <a:moveTo>
                  <a:pt x="0" y="0"/>
                </a:moveTo>
                <a:lnTo>
                  <a:pt x="16369" y="0"/>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52" name="Editable chart path">
            <a:extLst xmlns:a="http://schemas.openxmlformats.org/drawingml/2006/main">
              <a:ext uri="{FF2B5EF4-FFF2-40B4-BE49-F238E27FC236}">
                <a16:creationId xmlns:a16="http://schemas.microsoft.com/office/drawing/2014/main" id="{1CD6ABE2-A392-4F15-8D7A-F654043049AA}"/>
              </a:ext>
            </a:extLst>
          </p:cNvPr>
          <p:cNvSpPr>
            <a:spLocks xmlns:a="http://schemas.openxmlformats.org/drawingml/2006/main" noGrp="1"/>
          </p:cNvSpPr>
          <p:nvPr/>
        </p:nvSpPr>
        <p:spPr>
          <a:xfrm xmlns:a="http://schemas.openxmlformats.org/drawingml/2006/main">
            <a:off x="4955931" y="4600657"/>
            <a:ext cx="23676" cy="201830"/>
          </a:xfrm>
          <a:custGeom xmlns:a="http://schemas.openxmlformats.org/drawingml/2006/main">
            <a:pathLst>
              <a:path w="16369" h="139545">
                <a:moveTo>
                  <a:pt x="0" y="139545"/>
                </a:moveTo>
                <a:lnTo>
                  <a:pt x="16369" y="139545"/>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53" name="Editable chart path">
            <a:extLst xmlns:a="http://schemas.openxmlformats.org/drawingml/2006/main">
              <a:ext uri="{FF2B5EF4-FFF2-40B4-BE49-F238E27FC236}">
                <a16:creationId xmlns:a16="http://schemas.microsoft.com/office/drawing/2014/main" id="{FE107F3D-A765-4A1C-8898-124799DE96A2}"/>
              </a:ext>
            </a:extLst>
          </p:cNvPr>
          <p:cNvSpPr>
            <a:spLocks xmlns:a="http://schemas.openxmlformats.org/drawingml/2006/main" noGrp="1"/>
          </p:cNvSpPr>
          <p:nvPr/>
        </p:nvSpPr>
        <p:spPr>
          <a:xfrm xmlns:a="http://schemas.openxmlformats.org/drawingml/2006/main">
            <a:off x="4979606" y="4768849"/>
            <a:ext cx="23676" cy="33638"/>
          </a:xfrm>
          <a:custGeom xmlns:a="http://schemas.openxmlformats.org/drawingml/2006/main">
            <a:pathLst>
              <a:path w="16369" h="23258">
                <a:moveTo>
                  <a:pt x="0" y="23258"/>
                </a:moveTo>
                <a:lnTo>
                  <a:pt x="16369" y="23258"/>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54" name="Editable chart path">
            <a:extLst xmlns:a="http://schemas.openxmlformats.org/drawingml/2006/main">
              <a:ext uri="{FF2B5EF4-FFF2-40B4-BE49-F238E27FC236}">
                <a16:creationId xmlns:a16="http://schemas.microsoft.com/office/drawing/2014/main" id="{6EA8B0E7-6E7F-4C2A-9CF8-15A835D67702}"/>
              </a:ext>
            </a:extLst>
          </p:cNvPr>
          <p:cNvSpPr>
            <a:spLocks xmlns:a="http://schemas.openxmlformats.org/drawingml/2006/main" noGrp="1"/>
          </p:cNvSpPr>
          <p:nvPr/>
        </p:nvSpPr>
        <p:spPr>
          <a:xfrm xmlns:a="http://schemas.openxmlformats.org/drawingml/2006/main">
            <a:off x="5003282" y="4802487"/>
            <a:ext cx="23676" cy="95"/>
          </a:xfrm>
          <a:custGeom xmlns:a="http://schemas.openxmlformats.org/drawingml/2006/main">
            <a:pathLst>
              <a:path w="16369" h="95">
                <a:moveTo>
                  <a:pt x="0" y="0"/>
                </a:moveTo>
                <a:lnTo>
                  <a:pt x="16369" y="0"/>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55" name="Editable chart path">
            <a:extLst xmlns:a="http://schemas.openxmlformats.org/drawingml/2006/main">
              <a:ext uri="{FF2B5EF4-FFF2-40B4-BE49-F238E27FC236}">
                <a16:creationId xmlns:a16="http://schemas.microsoft.com/office/drawing/2014/main" id="{CF8323A1-9D08-4D93-A57D-542B266B1458}"/>
              </a:ext>
            </a:extLst>
          </p:cNvPr>
          <p:cNvSpPr>
            <a:spLocks xmlns:a="http://schemas.openxmlformats.org/drawingml/2006/main" noGrp="1"/>
          </p:cNvSpPr>
          <p:nvPr/>
        </p:nvSpPr>
        <p:spPr>
          <a:xfrm xmlns:a="http://schemas.openxmlformats.org/drawingml/2006/main">
            <a:off x="5026958" y="4802487"/>
            <a:ext cx="23676" cy="95"/>
          </a:xfrm>
          <a:custGeom xmlns:a="http://schemas.openxmlformats.org/drawingml/2006/main">
            <a:pathLst>
              <a:path w="16369" h="95">
                <a:moveTo>
                  <a:pt x="0" y="0"/>
                </a:moveTo>
                <a:lnTo>
                  <a:pt x="16369" y="0"/>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56" name="Editable chart path">
            <a:extLst xmlns:a="http://schemas.openxmlformats.org/drawingml/2006/main">
              <a:ext uri="{FF2B5EF4-FFF2-40B4-BE49-F238E27FC236}">
                <a16:creationId xmlns:a16="http://schemas.microsoft.com/office/drawing/2014/main" id="{E62C98D7-870D-4B51-8886-8CE928C0AC0D}"/>
              </a:ext>
            </a:extLst>
          </p:cNvPr>
          <p:cNvSpPr>
            <a:spLocks xmlns:a="http://schemas.openxmlformats.org/drawingml/2006/main" noGrp="1"/>
          </p:cNvSpPr>
          <p:nvPr/>
        </p:nvSpPr>
        <p:spPr>
          <a:xfrm xmlns:a="http://schemas.openxmlformats.org/drawingml/2006/main">
            <a:off x="5050634" y="4768849"/>
            <a:ext cx="23676" cy="33638"/>
          </a:xfrm>
          <a:custGeom xmlns:a="http://schemas.openxmlformats.org/drawingml/2006/main">
            <a:pathLst>
              <a:path w="16369" h="23258">
                <a:moveTo>
                  <a:pt x="0" y="23258"/>
                </a:moveTo>
                <a:lnTo>
                  <a:pt x="16369" y="23258"/>
                </a:lnTo>
                <a:lnTo>
                  <a:pt x="16369" y="0"/>
                </a:lnTo>
                <a:lnTo>
                  <a:pt x="0" y="0"/>
                </a:lnTo>
                <a:close/>
              </a:path>
            </a:pathLst>
          </a:custGeom>
          <a:solidFill xmlns:a="http://schemas.openxmlformats.org/drawingml/2006/main">
            <a:srgbClr val="DCE6F4"/>
          </a:solidFill>
          <a:ln xmlns:a="http://schemas.openxmlformats.org/drawingml/2006/main" w="0">
            <a:noFill/>
            <a:prstDash val="solid"/>
          </a:ln>
        </p:spPr>
      </p:sp>
      <p:sp>
        <p:nvSpPr>
          <p:cNvPr id="57" name="Editable chart path">
            <a:extLst xmlns:a="http://schemas.openxmlformats.org/drawingml/2006/main">
              <a:ext uri="{FF2B5EF4-FFF2-40B4-BE49-F238E27FC236}">
                <a16:creationId xmlns:a16="http://schemas.microsoft.com/office/drawing/2014/main" id="{C479A241-6666-4416-8BDF-67F1F7AB8FBD}"/>
              </a:ext>
            </a:extLst>
          </p:cNvPr>
          <p:cNvSpPr>
            <a:spLocks xmlns:a="http://schemas.openxmlformats.org/drawingml/2006/main" noGrp="1"/>
          </p:cNvSpPr>
          <p:nvPr/>
        </p:nvSpPr>
        <p:spPr>
          <a:xfrm xmlns:a="http://schemas.openxmlformats.org/drawingml/2006/main">
            <a:off x="2204667" y="2647950"/>
            <a:ext cx="921158" cy="2154537"/>
          </a:xfrm>
          <a:custGeom xmlns:a="http://schemas.openxmlformats.org/drawingml/2006/main">
            <a:pathLst>
              <a:path w="636889" h="1489648">
                <a:moveTo>
                  <a:pt x="0" y="1489648"/>
                </a:moveTo>
                <a:lnTo>
                  <a:pt x="636889" y="1489648"/>
                </a:lnTo>
                <a:lnTo>
                  <a:pt x="636889" y="0"/>
                </a:lnTo>
                <a:lnTo>
                  <a:pt x="0" y="0"/>
                </a:lnTo>
                <a:close/>
              </a:path>
            </a:pathLst>
          </a:custGeom>
          <a:solidFill xmlns:a="http://schemas.openxmlformats.org/drawingml/2006/main">
            <a:srgbClr val="2C5EAA">
              <a:alpha val="20000"/>
            </a:srgbClr>
          </a:solidFill>
          <a:ln xmlns:a="http://schemas.openxmlformats.org/drawingml/2006/main" w="0">
            <a:noFill/>
            <a:prstDash val="solid"/>
          </a:ln>
        </p:spPr>
      </p:sp>
      <p:sp>
        <p:nvSpPr>
          <p:cNvPr id="58" name="Editable chart path">
            <a:extLst xmlns:a="http://schemas.openxmlformats.org/drawingml/2006/main">
              <a:ext uri="{FF2B5EF4-FFF2-40B4-BE49-F238E27FC236}">
                <a16:creationId xmlns:a16="http://schemas.microsoft.com/office/drawing/2014/main" id="{366F1E56-E4F0-4A4C-8EC3-82D49B02785A}"/>
              </a:ext>
            </a:extLst>
          </p:cNvPr>
          <p:cNvSpPr>
            <a:spLocks xmlns:a="http://schemas.openxmlformats.org/drawingml/2006/main" noGrp="1"/>
          </p:cNvSpPr>
          <p:nvPr/>
        </p:nvSpPr>
        <p:spPr>
          <a:xfrm xmlns:a="http://schemas.openxmlformats.org/drawingml/2006/main">
            <a:off x="2249791" y="4802487"/>
            <a:ext cx="95" cy="4821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59" name="">
            <a:extLst xmlns:a="http://schemas.openxmlformats.org/drawingml/2006/main">
              <a:ext uri="{FF2B5EF4-FFF2-40B4-BE49-F238E27FC236}">
                <a16:creationId xmlns:a16="http://schemas.microsoft.com/office/drawing/2014/main" id="{B001F58E-8E40-4F41-88D2-AFE1452D0A26}"/>
              </a:ext>
            </a:extLst>
          </p:cNvPr>
          <p:cNvSpPr>
            <a:spLocks xmlns:a="http://schemas.openxmlformats.org/drawingml/2006/main" noGrp="1"/>
          </p:cNvSpPr>
          <p:nvPr/>
        </p:nvSpPr>
        <p:spPr>
          <a:xfrm xmlns:a="http://schemas.openxmlformats.org/drawingml/2006/main" rot="0">
            <a:off x="2140182" y="4870240"/>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60" name="Editable chart path">
            <a:extLst xmlns:a="http://schemas.openxmlformats.org/drawingml/2006/main">
              <a:ext uri="{FF2B5EF4-FFF2-40B4-BE49-F238E27FC236}">
                <a16:creationId xmlns:a16="http://schemas.microsoft.com/office/drawing/2014/main" id="{28EABDE5-EF0A-4F05-8366-651AE84871A2}"/>
              </a:ext>
            </a:extLst>
          </p:cNvPr>
          <p:cNvSpPr>
            <a:spLocks xmlns:a="http://schemas.openxmlformats.org/drawingml/2006/main" noGrp="1"/>
          </p:cNvSpPr>
          <p:nvPr/>
        </p:nvSpPr>
        <p:spPr>
          <a:xfrm xmlns:a="http://schemas.openxmlformats.org/drawingml/2006/main">
            <a:off x="2806226" y="4802487"/>
            <a:ext cx="95" cy="4821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61" name="">
            <a:extLst xmlns:a="http://schemas.openxmlformats.org/drawingml/2006/main">
              <a:ext uri="{FF2B5EF4-FFF2-40B4-BE49-F238E27FC236}">
                <a16:creationId xmlns:a16="http://schemas.microsoft.com/office/drawing/2014/main" id="{A719C2F7-C91C-4ADE-8FBA-16303C00662D}"/>
              </a:ext>
            </a:extLst>
          </p:cNvPr>
          <p:cNvSpPr>
            <a:spLocks xmlns:a="http://schemas.openxmlformats.org/drawingml/2006/main" noGrp="1"/>
          </p:cNvSpPr>
          <p:nvPr/>
        </p:nvSpPr>
        <p:spPr>
          <a:xfrm xmlns:a="http://schemas.openxmlformats.org/drawingml/2006/main" rot="0">
            <a:off x="2718879" y="4870240"/>
            <a:ext cx="1697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62" name="Editable chart path">
            <a:extLst xmlns:a="http://schemas.openxmlformats.org/drawingml/2006/main">
              <a:ext uri="{FF2B5EF4-FFF2-40B4-BE49-F238E27FC236}">
                <a16:creationId xmlns:a16="http://schemas.microsoft.com/office/drawing/2014/main" id="{66BB35A7-A7B7-4D71-A38A-7B317F05B2E5}"/>
              </a:ext>
            </a:extLst>
          </p:cNvPr>
          <p:cNvSpPr>
            <a:spLocks xmlns:a="http://schemas.openxmlformats.org/drawingml/2006/main" noGrp="1"/>
          </p:cNvSpPr>
          <p:nvPr/>
        </p:nvSpPr>
        <p:spPr>
          <a:xfrm xmlns:a="http://schemas.openxmlformats.org/drawingml/2006/main">
            <a:off x="3362661" y="4802487"/>
            <a:ext cx="95" cy="4821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63" name="">
            <a:extLst xmlns:a="http://schemas.openxmlformats.org/drawingml/2006/main">
              <a:ext uri="{FF2B5EF4-FFF2-40B4-BE49-F238E27FC236}">
                <a16:creationId xmlns:a16="http://schemas.microsoft.com/office/drawing/2014/main" id="{A3A937E7-DF20-44FD-A7CE-492C1AB0BCD9}"/>
              </a:ext>
            </a:extLst>
          </p:cNvPr>
          <p:cNvSpPr>
            <a:spLocks xmlns:a="http://schemas.openxmlformats.org/drawingml/2006/main" noGrp="1"/>
          </p:cNvSpPr>
          <p:nvPr/>
        </p:nvSpPr>
        <p:spPr>
          <a:xfrm xmlns:a="http://schemas.openxmlformats.org/drawingml/2006/main" rot="0">
            <a:off x="3275222" y="4870240"/>
            <a:ext cx="1703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64" name="Editable chart path">
            <a:extLst xmlns:a="http://schemas.openxmlformats.org/drawingml/2006/main">
              <a:ext uri="{FF2B5EF4-FFF2-40B4-BE49-F238E27FC236}">
                <a16:creationId xmlns:a16="http://schemas.microsoft.com/office/drawing/2014/main" id="{306295D7-9A3E-4FD2-BAA6-17BEADBDBB80}"/>
              </a:ext>
            </a:extLst>
          </p:cNvPr>
          <p:cNvSpPr>
            <a:spLocks xmlns:a="http://schemas.openxmlformats.org/drawingml/2006/main" noGrp="1"/>
          </p:cNvSpPr>
          <p:nvPr/>
        </p:nvSpPr>
        <p:spPr>
          <a:xfrm xmlns:a="http://schemas.openxmlformats.org/drawingml/2006/main">
            <a:off x="3919097" y="4802487"/>
            <a:ext cx="95" cy="4821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65" name="">
            <a:extLst xmlns:a="http://schemas.openxmlformats.org/drawingml/2006/main">
              <a:ext uri="{FF2B5EF4-FFF2-40B4-BE49-F238E27FC236}">
                <a16:creationId xmlns:a16="http://schemas.microsoft.com/office/drawing/2014/main" id="{BB53981B-C226-4D6E-8943-A294AE103D56}"/>
              </a:ext>
            </a:extLst>
          </p:cNvPr>
          <p:cNvSpPr>
            <a:spLocks xmlns:a="http://schemas.openxmlformats.org/drawingml/2006/main" noGrp="1"/>
          </p:cNvSpPr>
          <p:nvPr/>
        </p:nvSpPr>
        <p:spPr>
          <a:xfrm xmlns:a="http://schemas.openxmlformats.org/drawingml/2006/main" rot="0">
            <a:off x="3831834" y="4870240"/>
            <a:ext cx="1694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66" name="Editable chart path">
            <a:extLst xmlns:a="http://schemas.openxmlformats.org/drawingml/2006/main">
              <a:ext uri="{FF2B5EF4-FFF2-40B4-BE49-F238E27FC236}">
                <a16:creationId xmlns:a16="http://schemas.microsoft.com/office/drawing/2014/main" id="{C7A1CF5F-B429-4919-A5E0-62E8DD0C756A}"/>
              </a:ext>
            </a:extLst>
          </p:cNvPr>
          <p:cNvSpPr>
            <a:spLocks xmlns:a="http://schemas.openxmlformats.org/drawingml/2006/main" noGrp="1"/>
          </p:cNvSpPr>
          <p:nvPr/>
        </p:nvSpPr>
        <p:spPr>
          <a:xfrm xmlns:a="http://schemas.openxmlformats.org/drawingml/2006/main">
            <a:off x="4475532" y="4802487"/>
            <a:ext cx="95" cy="4821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67" name="">
            <a:extLst xmlns:a="http://schemas.openxmlformats.org/drawingml/2006/main">
              <a:ext uri="{FF2B5EF4-FFF2-40B4-BE49-F238E27FC236}">
                <a16:creationId xmlns:a16="http://schemas.microsoft.com/office/drawing/2014/main" id="{F26F992F-44E4-4D24-9D49-73ADBBE77C22}"/>
              </a:ext>
            </a:extLst>
          </p:cNvPr>
          <p:cNvSpPr>
            <a:spLocks xmlns:a="http://schemas.openxmlformats.org/drawingml/2006/main" noGrp="1"/>
          </p:cNvSpPr>
          <p:nvPr/>
        </p:nvSpPr>
        <p:spPr>
          <a:xfrm xmlns:a="http://schemas.openxmlformats.org/drawingml/2006/main" rot="0">
            <a:off x="4390733" y="4870240"/>
            <a:ext cx="161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68" name="Editable chart path">
            <a:extLst xmlns:a="http://schemas.openxmlformats.org/drawingml/2006/main">
              <a:ext uri="{FF2B5EF4-FFF2-40B4-BE49-F238E27FC236}">
                <a16:creationId xmlns:a16="http://schemas.microsoft.com/office/drawing/2014/main" id="{B3AD6D58-90D2-40DB-A585-3A5F20950571}"/>
              </a:ext>
            </a:extLst>
          </p:cNvPr>
          <p:cNvSpPr>
            <a:spLocks xmlns:a="http://schemas.openxmlformats.org/drawingml/2006/main" noGrp="1"/>
          </p:cNvSpPr>
          <p:nvPr/>
        </p:nvSpPr>
        <p:spPr>
          <a:xfrm xmlns:a="http://schemas.openxmlformats.org/drawingml/2006/main">
            <a:off x="5031967" y="4802487"/>
            <a:ext cx="95" cy="4821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69" name="">
            <a:extLst xmlns:a="http://schemas.openxmlformats.org/drawingml/2006/main">
              <a:ext uri="{FF2B5EF4-FFF2-40B4-BE49-F238E27FC236}">
                <a16:creationId xmlns:a16="http://schemas.microsoft.com/office/drawing/2014/main" id="{62285F65-BF18-4448-B54E-EEA95924532E}"/>
              </a:ext>
            </a:extLst>
          </p:cNvPr>
          <p:cNvSpPr>
            <a:spLocks xmlns:a="http://schemas.openxmlformats.org/drawingml/2006/main" noGrp="1"/>
          </p:cNvSpPr>
          <p:nvPr/>
        </p:nvSpPr>
        <p:spPr>
          <a:xfrm xmlns:a="http://schemas.openxmlformats.org/drawingml/2006/main" rot="0">
            <a:off x="4983174" y="487024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70" name="">
            <a:extLst xmlns:a="http://schemas.openxmlformats.org/drawingml/2006/main">
              <a:ext uri="{FF2B5EF4-FFF2-40B4-BE49-F238E27FC236}">
                <a16:creationId xmlns:a16="http://schemas.microsoft.com/office/drawing/2014/main" id="{33AA9621-30D3-4EE2-AF2A-16CA9D88DC9A}"/>
              </a:ext>
            </a:extLst>
          </p:cNvPr>
          <p:cNvSpPr>
            <a:spLocks xmlns:a="http://schemas.openxmlformats.org/drawingml/2006/main" noGrp="1"/>
          </p:cNvSpPr>
          <p:nvPr/>
        </p:nvSpPr>
        <p:spPr>
          <a:xfrm xmlns:a="http://schemas.openxmlformats.org/drawingml/2006/main" rot="0">
            <a:off x="2518469" y="5069791"/>
            <a:ext cx="22336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vacant taxis vs no-rain model</a:t>
            </a:r>
          </a:p>
        </p:txBody>
      </p:sp>
      <p:sp>
        <p:nvSpPr>
          <p:cNvPr id="71" name="Editable chart path">
            <a:extLst xmlns:a="http://schemas.openxmlformats.org/drawingml/2006/main">
              <a:ext uri="{FF2B5EF4-FFF2-40B4-BE49-F238E27FC236}">
                <a16:creationId xmlns:a16="http://schemas.microsoft.com/office/drawing/2014/main" id="{F11B4A22-F17E-4214-936C-8906D7CC05DB}"/>
              </a:ext>
            </a:extLst>
          </p:cNvPr>
          <p:cNvSpPr>
            <a:spLocks xmlns:a="http://schemas.openxmlformats.org/drawingml/2006/main" noGrp="1"/>
          </p:cNvSpPr>
          <p:nvPr/>
        </p:nvSpPr>
        <p:spPr>
          <a:xfrm xmlns:a="http://schemas.openxmlformats.org/drawingml/2006/main">
            <a:off x="2012968" y="4802487"/>
            <a:ext cx="4821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72" name="">
            <a:extLst xmlns:a="http://schemas.openxmlformats.org/drawingml/2006/main">
              <a:ext uri="{FF2B5EF4-FFF2-40B4-BE49-F238E27FC236}">
                <a16:creationId xmlns:a16="http://schemas.microsoft.com/office/drawing/2014/main" id="{237ED082-E06E-4A18-A1A7-E314F76E51CC}"/>
              </a:ext>
            </a:extLst>
          </p:cNvPr>
          <p:cNvSpPr>
            <a:spLocks xmlns:a="http://schemas.openxmlformats.org/drawingml/2006/main" noGrp="1"/>
          </p:cNvSpPr>
          <p:nvPr/>
        </p:nvSpPr>
        <p:spPr>
          <a:xfrm xmlns:a="http://schemas.openxmlformats.org/drawingml/2006/main" rot="0">
            <a:off x="1867166" y="4714787"/>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73" name="Editable chart path">
            <a:extLst xmlns:a="http://schemas.openxmlformats.org/drawingml/2006/main">
              <a:ext uri="{FF2B5EF4-FFF2-40B4-BE49-F238E27FC236}">
                <a16:creationId xmlns:a16="http://schemas.microsoft.com/office/drawing/2014/main" id="{5991BD88-A265-46EF-9D1A-D29668C6C463}"/>
              </a:ext>
            </a:extLst>
          </p:cNvPr>
          <p:cNvSpPr>
            <a:spLocks xmlns:a="http://schemas.openxmlformats.org/drawingml/2006/main" noGrp="1"/>
          </p:cNvSpPr>
          <p:nvPr/>
        </p:nvSpPr>
        <p:spPr>
          <a:xfrm xmlns:a="http://schemas.openxmlformats.org/drawingml/2006/main">
            <a:off x="2012968" y="4466104"/>
            <a:ext cx="4821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74" name="">
            <a:extLst xmlns:a="http://schemas.openxmlformats.org/drawingml/2006/main">
              <a:ext uri="{FF2B5EF4-FFF2-40B4-BE49-F238E27FC236}">
                <a16:creationId xmlns:a16="http://schemas.microsoft.com/office/drawing/2014/main" id="{D1CC3893-67B5-4D8B-8AB1-AA7CE6044A60}"/>
              </a:ext>
            </a:extLst>
          </p:cNvPr>
          <p:cNvSpPr>
            <a:spLocks xmlns:a="http://schemas.openxmlformats.org/drawingml/2006/main" noGrp="1"/>
          </p:cNvSpPr>
          <p:nvPr/>
        </p:nvSpPr>
        <p:spPr>
          <a:xfrm xmlns:a="http://schemas.openxmlformats.org/drawingml/2006/main" rot="0">
            <a:off x="1822494" y="4378403"/>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75" name="Editable chart path">
            <a:extLst xmlns:a="http://schemas.openxmlformats.org/drawingml/2006/main">
              <a:ext uri="{FF2B5EF4-FFF2-40B4-BE49-F238E27FC236}">
                <a16:creationId xmlns:a16="http://schemas.microsoft.com/office/drawing/2014/main" id="{30EC0527-451B-49B3-B99C-17682966954D}"/>
              </a:ext>
            </a:extLst>
          </p:cNvPr>
          <p:cNvSpPr>
            <a:spLocks xmlns:a="http://schemas.openxmlformats.org/drawingml/2006/main" noGrp="1"/>
          </p:cNvSpPr>
          <p:nvPr/>
        </p:nvSpPr>
        <p:spPr>
          <a:xfrm xmlns:a="http://schemas.openxmlformats.org/drawingml/2006/main">
            <a:off x="2012968" y="4129720"/>
            <a:ext cx="4821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76" name="">
            <a:extLst xmlns:a="http://schemas.openxmlformats.org/drawingml/2006/main">
              <a:ext uri="{FF2B5EF4-FFF2-40B4-BE49-F238E27FC236}">
                <a16:creationId xmlns:a16="http://schemas.microsoft.com/office/drawing/2014/main" id="{4ED4F5E8-DA68-4713-932E-C6AEDCB322FF}"/>
              </a:ext>
            </a:extLst>
          </p:cNvPr>
          <p:cNvSpPr>
            <a:spLocks xmlns:a="http://schemas.openxmlformats.org/drawingml/2006/main" noGrp="1"/>
          </p:cNvSpPr>
          <p:nvPr/>
        </p:nvSpPr>
        <p:spPr>
          <a:xfrm xmlns:a="http://schemas.openxmlformats.org/drawingml/2006/main" rot="0">
            <a:off x="1786870" y="4042020"/>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77" name="Editable chart path">
            <a:extLst xmlns:a="http://schemas.openxmlformats.org/drawingml/2006/main">
              <a:ext uri="{FF2B5EF4-FFF2-40B4-BE49-F238E27FC236}">
                <a16:creationId xmlns:a16="http://schemas.microsoft.com/office/drawing/2014/main" id="{47A432C4-DC90-4599-B4AE-5B03B3E5170B}"/>
              </a:ext>
            </a:extLst>
          </p:cNvPr>
          <p:cNvSpPr>
            <a:spLocks xmlns:a="http://schemas.openxmlformats.org/drawingml/2006/main" noGrp="1"/>
          </p:cNvSpPr>
          <p:nvPr/>
        </p:nvSpPr>
        <p:spPr>
          <a:xfrm xmlns:a="http://schemas.openxmlformats.org/drawingml/2006/main">
            <a:off x="2012968" y="3793336"/>
            <a:ext cx="4821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78" name="">
            <a:extLst xmlns:a="http://schemas.openxmlformats.org/drawingml/2006/main">
              <a:ext uri="{FF2B5EF4-FFF2-40B4-BE49-F238E27FC236}">
                <a16:creationId xmlns:a16="http://schemas.microsoft.com/office/drawing/2014/main" id="{64F86903-A0C8-4E81-A3EC-D0E9445BDBAD}"/>
              </a:ext>
            </a:extLst>
          </p:cNvPr>
          <p:cNvSpPr>
            <a:spLocks xmlns:a="http://schemas.openxmlformats.org/drawingml/2006/main" noGrp="1"/>
          </p:cNvSpPr>
          <p:nvPr/>
        </p:nvSpPr>
        <p:spPr>
          <a:xfrm xmlns:a="http://schemas.openxmlformats.org/drawingml/2006/main" rot="0">
            <a:off x="1784870" y="3705636"/>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79" name="Editable chart path">
            <a:extLst xmlns:a="http://schemas.openxmlformats.org/drawingml/2006/main">
              <a:ext uri="{FF2B5EF4-FFF2-40B4-BE49-F238E27FC236}">
                <a16:creationId xmlns:a16="http://schemas.microsoft.com/office/drawing/2014/main" id="{43EE99F5-8AE5-4B2E-864B-F8E3F5BFB277}"/>
              </a:ext>
            </a:extLst>
          </p:cNvPr>
          <p:cNvSpPr>
            <a:spLocks xmlns:a="http://schemas.openxmlformats.org/drawingml/2006/main" noGrp="1"/>
          </p:cNvSpPr>
          <p:nvPr/>
        </p:nvSpPr>
        <p:spPr>
          <a:xfrm xmlns:a="http://schemas.openxmlformats.org/drawingml/2006/main">
            <a:off x="2012968" y="3456953"/>
            <a:ext cx="4821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80" name="">
            <a:extLst xmlns:a="http://schemas.openxmlformats.org/drawingml/2006/main">
              <a:ext uri="{FF2B5EF4-FFF2-40B4-BE49-F238E27FC236}">
                <a16:creationId xmlns:a16="http://schemas.microsoft.com/office/drawing/2014/main" id="{4C92ABA4-DB97-486C-8A8C-5543453D6176}"/>
              </a:ext>
            </a:extLst>
          </p:cNvPr>
          <p:cNvSpPr>
            <a:spLocks xmlns:a="http://schemas.openxmlformats.org/drawingml/2006/main" noGrp="1"/>
          </p:cNvSpPr>
          <p:nvPr/>
        </p:nvSpPr>
        <p:spPr>
          <a:xfrm xmlns:a="http://schemas.openxmlformats.org/drawingml/2006/main" rot="0">
            <a:off x="1779346" y="3369252"/>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81" name="Editable chart path">
            <a:extLst xmlns:a="http://schemas.openxmlformats.org/drawingml/2006/main">
              <a:ext uri="{FF2B5EF4-FFF2-40B4-BE49-F238E27FC236}">
                <a16:creationId xmlns:a16="http://schemas.microsoft.com/office/drawing/2014/main" id="{F75BF560-DD5E-44E4-ACFD-8D36A56AA8F5}"/>
              </a:ext>
            </a:extLst>
          </p:cNvPr>
          <p:cNvSpPr>
            <a:spLocks xmlns:a="http://schemas.openxmlformats.org/drawingml/2006/main" noGrp="1"/>
          </p:cNvSpPr>
          <p:nvPr/>
        </p:nvSpPr>
        <p:spPr>
          <a:xfrm xmlns:a="http://schemas.openxmlformats.org/drawingml/2006/main">
            <a:off x="2012968" y="3120569"/>
            <a:ext cx="4821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82" name="">
            <a:extLst xmlns:a="http://schemas.openxmlformats.org/drawingml/2006/main">
              <a:ext uri="{FF2B5EF4-FFF2-40B4-BE49-F238E27FC236}">
                <a16:creationId xmlns:a16="http://schemas.microsoft.com/office/drawing/2014/main" id="{670E8D61-FAB2-4A36-8E15-162293DF75AA}"/>
              </a:ext>
            </a:extLst>
          </p:cNvPr>
          <p:cNvSpPr>
            <a:spLocks xmlns:a="http://schemas.openxmlformats.org/drawingml/2006/main" noGrp="1"/>
          </p:cNvSpPr>
          <p:nvPr/>
        </p:nvSpPr>
        <p:spPr>
          <a:xfrm xmlns:a="http://schemas.openxmlformats.org/drawingml/2006/main" rot="0">
            <a:off x="1779441" y="3032869"/>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83" name="Editable chart path">
            <a:extLst xmlns:a="http://schemas.openxmlformats.org/drawingml/2006/main">
              <a:ext uri="{FF2B5EF4-FFF2-40B4-BE49-F238E27FC236}">
                <a16:creationId xmlns:a16="http://schemas.microsoft.com/office/drawing/2014/main" id="{829575A7-8901-4049-A49D-E35D193046C0}"/>
              </a:ext>
            </a:extLst>
          </p:cNvPr>
          <p:cNvSpPr>
            <a:spLocks xmlns:a="http://schemas.openxmlformats.org/drawingml/2006/main" noGrp="1"/>
          </p:cNvSpPr>
          <p:nvPr/>
        </p:nvSpPr>
        <p:spPr>
          <a:xfrm xmlns:a="http://schemas.openxmlformats.org/drawingml/2006/main">
            <a:off x="2012968" y="2784185"/>
            <a:ext cx="4821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21">
            <a:solidFill>
              <a:srgbClr val="5A6683"/>
            </a:solidFill>
            <a:prstDash val="solid"/>
          </a:ln>
        </p:spPr>
      </p:sp>
      <p:sp>
        <p:nvSpPr>
          <p:cNvPr id="84" name="">
            <a:extLst xmlns:a="http://schemas.openxmlformats.org/drawingml/2006/main">
              <a:ext uri="{FF2B5EF4-FFF2-40B4-BE49-F238E27FC236}">
                <a16:creationId xmlns:a16="http://schemas.microsoft.com/office/drawing/2014/main" id="{54E07A61-DEE3-4F94-9B88-ED44359254AE}"/>
              </a:ext>
            </a:extLst>
          </p:cNvPr>
          <p:cNvSpPr>
            <a:spLocks xmlns:a="http://schemas.openxmlformats.org/drawingml/2006/main" noGrp="1"/>
          </p:cNvSpPr>
          <p:nvPr/>
        </p:nvSpPr>
        <p:spPr>
          <a:xfrm xmlns:a="http://schemas.openxmlformats.org/drawingml/2006/main" rot="0">
            <a:off x="1778488" y="2696485"/>
            <a:ext cx="1810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85" name="Editable chart path">
            <a:extLst xmlns:a="http://schemas.openxmlformats.org/drawingml/2006/main">
              <a:ext uri="{FF2B5EF4-FFF2-40B4-BE49-F238E27FC236}">
                <a16:creationId xmlns:a16="http://schemas.microsoft.com/office/drawing/2014/main" id="{C366DE15-0122-4BBF-AA1F-0A7B84095D7C}"/>
              </a:ext>
            </a:extLst>
          </p:cNvPr>
          <p:cNvSpPr>
            <a:spLocks xmlns:a="http://schemas.openxmlformats.org/drawingml/2006/main" noGrp="1"/>
          </p:cNvSpPr>
          <p:nvPr/>
        </p:nvSpPr>
        <p:spPr>
          <a:xfrm xmlns:a="http://schemas.openxmlformats.org/drawingml/2006/main">
            <a:off x="2665004" y="2647950"/>
            <a:ext cx="95" cy="2154537"/>
          </a:xfrm>
          <a:custGeom xmlns:a="http://schemas.openxmlformats.org/drawingml/2006/main">
            <a:pathLst>
              <a:path w="95" h="1489648">
                <a:moveTo>
                  <a:pt x="0" y="1489648"/>
                </a:moveTo>
                <a:lnTo>
                  <a:pt x="0" y="0"/>
                </a:lnTo>
              </a:path>
            </a:pathLst>
          </a:custGeom>
          <a:noFill xmlns:a="http://schemas.openxmlformats.org/drawingml/2006/main"/>
          <a:ln xmlns:a="http://schemas.openxmlformats.org/drawingml/2006/main" w="27553">
            <a:solidFill>
              <a:srgbClr val="224889"/>
            </a:solidFill>
            <a:prstDash val="solid"/>
          </a:ln>
        </p:spPr>
      </p:sp>
      <p:sp>
        <p:nvSpPr>
          <p:cNvPr id="86" name="Editable chart path">
            <a:extLst xmlns:a="http://schemas.openxmlformats.org/drawingml/2006/main">
              <a:ext uri="{FF2B5EF4-FFF2-40B4-BE49-F238E27FC236}">
                <a16:creationId xmlns:a16="http://schemas.microsoft.com/office/drawing/2014/main" id="{03F7EBF2-011E-48CD-9EE2-88EED4ABD777}"/>
              </a:ext>
            </a:extLst>
          </p:cNvPr>
          <p:cNvSpPr>
            <a:spLocks xmlns:a="http://schemas.openxmlformats.org/drawingml/2006/main" noGrp="1"/>
          </p:cNvSpPr>
          <p:nvPr/>
        </p:nvSpPr>
        <p:spPr>
          <a:xfrm xmlns:a="http://schemas.openxmlformats.org/drawingml/2006/main">
            <a:off x="2061185" y="2647950"/>
            <a:ext cx="95" cy="2154537"/>
          </a:xfrm>
          <a:custGeom xmlns:a="http://schemas.openxmlformats.org/drawingml/2006/main">
            <a:pathLst>
              <a:path w="95" h="1489648">
                <a:moveTo>
                  <a:pt x="0" y="1489648"/>
                </a:moveTo>
                <a:lnTo>
                  <a:pt x="0" y="0"/>
                </a:lnTo>
              </a:path>
            </a:pathLst>
          </a:custGeom>
          <a:noFill xmlns:a="http://schemas.openxmlformats.org/drawingml/2006/main"/>
          <a:ln xmlns:a="http://schemas.openxmlformats.org/drawingml/2006/main" w="11021">
            <a:solidFill>
              <a:srgbClr val="5A6683"/>
            </a:solidFill>
            <a:prstDash val="solid"/>
          </a:ln>
        </p:spPr>
      </p:sp>
      <p:sp>
        <p:nvSpPr>
          <p:cNvPr id="87" name="Editable chart path">
            <a:extLst xmlns:a="http://schemas.openxmlformats.org/drawingml/2006/main">
              <a:ext uri="{FF2B5EF4-FFF2-40B4-BE49-F238E27FC236}">
                <a16:creationId xmlns:a16="http://schemas.microsoft.com/office/drawing/2014/main" id="{2765E31B-1BD1-45FF-B6F8-51C2E5AC2346}"/>
              </a:ext>
            </a:extLst>
          </p:cNvPr>
          <p:cNvSpPr>
            <a:spLocks xmlns:a="http://schemas.openxmlformats.org/drawingml/2006/main" noGrp="1"/>
          </p:cNvSpPr>
          <p:nvPr/>
        </p:nvSpPr>
        <p:spPr>
          <a:xfrm xmlns:a="http://schemas.openxmlformats.org/drawingml/2006/main">
            <a:off x="2061185" y="4802487"/>
            <a:ext cx="3156607" cy="95"/>
          </a:xfrm>
          <a:custGeom xmlns:a="http://schemas.openxmlformats.org/drawingml/2006/main">
            <a:pathLst>
              <a:path w="2182479" h="95">
                <a:moveTo>
                  <a:pt x="0" y="0"/>
                </a:moveTo>
                <a:lnTo>
                  <a:pt x="2182479" y="0"/>
                </a:lnTo>
              </a:path>
            </a:pathLst>
          </a:custGeom>
          <a:noFill xmlns:a="http://schemas.openxmlformats.org/drawingml/2006/main"/>
          <a:ln xmlns:a="http://schemas.openxmlformats.org/drawingml/2006/main" w="11021">
            <a:solidFill>
              <a:srgbClr val="5A6683"/>
            </a:solidFill>
            <a:prstDash val="solid"/>
          </a:ln>
        </p:spPr>
      </p:sp>
      <p:sp>
        <p:nvSpPr>
          <p:cNvPr id="88" name="">
            <a:extLst xmlns:a="http://schemas.openxmlformats.org/drawingml/2006/main">
              <a:ext uri="{FF2B5EF4-FFF2-40B4-BE49-F238E27FC236}">
                <a16:creationId xmlns:a16="http://schemas.microsoft.com/office/drawing/2014/main" id="{722D09F4-F3AA-4D7F-9D1C-5CFED7D03EDF}"/>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DCE6F4"/>
          </a:solidFill>
          <a:ln xmlns:a="http://schemas.openxmlformats.org/drawingml/2006/main" w="0">
            <a:noFill/>
          </a:ln>
        </p:spPr>
      </p:sp>
      <p:sp>
        <p:nvSpPr>
          <p:cNvPr id="89" name="">
            <a:extLst xmlns:a="http://schemas.openxmlformats.org/drawingml/2006/main">
              <a:ext uri="{FF2B5EF4-FFF2-40B4-BE49-F238E27FC236}">
                <a16:creationId xmlns:a16="http://schemas.microsoft.com/office/drawing/2014/main" id="{F72E39A1-AD67-448C-B99D-7AC1A8A22584}"/>
              </a:ext>
            </a:extLst>
          </p:cNvPr>
          <p:cNvSpPr>
            <a:spLocks xmlns:a="http://schemas.openxmlformats.org/drawingml/2006/main" noGrp="1"/>
          </p:cNvSpPr>
          <p:nvPr/>
        </p:nvSpPr>
        <p:spPr>
          <a:xfrm xmlns:a="http://schemas.openxmlformats.org/drawingml/2006/main">
            <a:off x="1371600" y="5334000"/>
            <a:ext cx="272767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Permutation null (rain days swapped)</a:t>
            </a:r>
          </a:p>
        </p:txBody>
      </p:sp>
      <p:sp>
        <p:nvSpPr>
          <p:cNvPr id="90" name="">
            <a:extLst xmlns:a="http://schemas.openxmlformats.org/drawingml/2006/main">
              <a:ext uri="{FF2B5EF4-FFF2-40B4-BE49-F238E27FC236}">
                <a16:creationId xmlns:a16="http://schemas.microsoft.com/office/drawing/2014/main" id="{40449CAC-642F-4E27-8CAD-BD6CA55B255F}"/>
              </a:ext>
            </a:extLst>
          </p:cNvPr>
          <p:cNvSpPr>
            <a:spLocks xmlns:a="http://schemas.openxmlformats.org/drawingml/2006/main" noGrp="1"/>
          </p:cNvSpPr>
          <p:nvPr/>
        </p:nvSpPr>
        <p:spPr>
          <a:xfrm xmlns:a="http://schemas.openxmlformats.org/drawingml/2006/main">
            <a:off x="4308824"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91" name="">
            <a:extLst xmlns:a="http://schemas.openxmlformats.org/drawingml/2006/main">
              <a:ext uri="{FF2B5EF4-FFF2-40B4-BE49-F238E27FC236}">
                <a16:creationId xmlns:a16="http://schemas.microsoft.com/office/drawing/2014/main" id="{38FF7F7E-EBA6-43DB-AF61-BFA59DAED785}"/>
              </a:ext>
            </a:extLst>
          </p:cNvPr>
          <p:cNvSpPr>
            <a:spLocks xmlns:a="http://schemas.openxmlformats.org/drawingml/2006/main" noGrp="1"/>
          </p:cNvSpPr>
          <p:nvPr/>
        </p:nvSpPr>
        <p:spPr>
          <a:xfrm xmlns:a="http://schemas.openxmlformats.org/drawingml/2006/main">
            <a:off x="4537424" y="5334000"/>
            <a:ext cx="70970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a:t>
            </a:r>
          </a:p>
        </p:txBody>
      </p:sp>
      <p:sp>
        <p:nvSpPr>
          <p:cNvPr id="92" name="">
            <a:extLst xmlns:a="http://schemas.openxmlformats.org/drawingml/2006/main">
              <a:ext uri="{FF2B5EF4-FFF2-40B4-BE49-F238E27FC236}">
                <a16:creationId xmlns:a16="http://schemas.microsoft.com/office/drawing/2014/main" id="{0CDCD6F6-DF13-4AE7-8AA2-C79499BC58B4}"/>
              </a:ext>
            </a:extLst>
          </p:cNvPr>
          <p:cNvSpPr>
            <a:spLocks xmlns:a="http://schemas.openxmlformats.org/drawingml/2006/main" noGrp="1"/>
          </p:cNvSpPr>
          <p:nvPr/>
        </p:nvSpPr>
        <p:spPr>
          <a:xfrm xmlns:a="http://schemas.openxmlformats.org/drawingml/2006/main">
            <a:off x="1143000" y="5619750"/>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93" name="">
            <a:extLst xmlns:a="http://schemas.openxmlformats.org/drawingml/2006/main">
              <a:ext uri="{FF2B5EF4-FFF2-40B4-BE49-F238E27FC236}">
                <a16:creationId xmlns:a16="http://schemas.microsoft.com/office/drawing/2014/main" id="{C829D14E-A0DB-4DA6-B839-2BD0690C668D}"/>
              </a:ext>
            </a:extLst>
          </p:cNvPr>
          <p:cNvSpPr>
            <a:spLocks xmlns:a="http://schemas.openxmlformats.org/drawingml/2006/main" noGrp="1"/>
          </p:cNvSpPr>
          <p:nvPr/>
        </p:nvSpPr>
        <p:spPr>
          <a:xfrm xmlns:a="http://schemas.openxmlformats.org/drawingml/2006/main">
            <a:off x="1371600" y="5553075"/>
            <a:ext cx="158581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95% day-bootstrap CI</a:t>
            </a:r>
          </a:p>
        </p:txBody>
      </p:sp>
      <p:sp>
        <p:nvSpPr>
          <p:cNvPr id="94" name="">
            <a:extLst xmlns:a="http://schemas.openxmlformats.org/drawingml/2006/main">
              <a:ext uri="{FF2B5EF4-FFF2-40B4-BE49-F238E27FC236}">
                <a16:creationId xmlns:a16="http://schemas.microsoft.com/office/drawing/2014/main" id="{277C725A-C360-48D4-B9CD-AB64006F4200}"/>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Moderate rain (permutation p &lt; 0.001)</a:t>
            </a:r>
          </a:p>
        </p:txBody>
      </p:sp>
      <p:sp>
        <p:nvSpPr>
          <p:cNvPr id="95" name="Editable chart path">
            <a:extLst xmlns:a="http://schemas.openxmlformats.org/drawingml/2006/main">
              <a:ext uri="{FF2B5EF4-FFF2-40B4-BE49-F238E27FC236}">
                <a16:creationId xmlns:a16="http://schemas.microsoft.com/office/drawing/2014/main" id="{6887F429-DB10-4F1A-9512-86C666057208}"/>
              </a:ext>
            </a:extLst>
          </p:cNvPr>
          <p:cNvSpPr>
            <a:spLocks xmlns:a="http://schemas.openxmlformats.org/drawingml/2006/main" noGrp="1"/>
          </p:cNvSpPr>
          <p:nvPr/>
        </p:nvSpPr>
        <p:spPr>
          <a:xfrm xmlns:a="http://schemas.openxmlformats.org/drawingml/2006/main">
            <a:off x="9290086" y="4728471"/>
            <a:ext cx="28239" cy="31027"/>
          </a:xfrm>
          <a:custGeom xmlns:a="http://schemas.openxmlformats.org/drawingml/2006/main">
            <a:pathLst>
              <a:path w="17688" h="19434">
                <a:moveTo>
                  <a:pt x="0" y="19434"/>
                </a:moveTo>
                <a:lnTo>
                  <a:pt x="17688" y="19434"/>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96" name="Editable chart path">
            <a:extLst xmlns:a="http://schemas.openxmlformats.org/drawingml/2006/main">
              <a:ext uri="{FF2B5EF4-FFF2-40B4-BE49-F238E27FC236}">
                <a16:creationId xmlns:a16="http://schemas.microsoft.com/office/drawing/2014/main" id="{5AAAFB10-EED8-4261-AEBB-95A8B24C2373}"/>
              </a:ext>
            </a:extLst>
          </p:cNvPr>
          <p:cNvSpPr>
            <a:spLocks xmlns:a="http://schemas.openxmlformats.org/drawingml/2006/main" noGrp="1"/>
          </p:cNvSpPr>
          <p:nvPr/>
        </p:nvSpPr>
        <p:spPr>
          <a:xfrm xmlns:a="http://schemas.openxmlformats.org/drawingml/2006/main">
            <a:off x="9318326" y="4759498"/>
            <a:ext cx="28239" cy="95"/>
          </a:xfrm>
          <a:custGeom xmlns:a="http://schemas.openxmlformats.org/drawingml/2006/main">
            <a:pathLst>
              <a:path w="17688" h="95">
                <a:moveTo>
                  <a:pt x="0" y="0"/>
                </a:moveTo>
                <a:lnTo>
                  <a:pt x="17688" y="0"/>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97" name="Editable chart path">
            <a:extLst xmlns:a="http://schemas.openxmlformats.org/drawingml/2006/main">
              <a:ext uri="{FF2B5EF4-FFF2-40B4-BE49-F238E27FC236}">
                <a16:creationId xmlns:a16="http://schemas.microsoft.com/office/drawing/2014/main" id="{A13D68E9-72C6-44FD-8176-72BE96ECCC4C}"/>
              </a:ext>
            </a:extLst>
          </p:cNvPr>
          <p:cNvSpPr>
            <a:spLocks xmlns:a="http://schemas.openxmlformats.org/drawingml/2006/main" noGrp="1"/>
          </p:cNvSpPr>
          <p:nvPr/>
        </p:nvSpPr>
        <p:spPr>
          <a:xfrm xmlns:a="http://schemas.openxmlformats.org/drawingml/2006/main">
            <a:off x="9346565" y="4728471"/>
            <a:ext cx="28239" cy="31027"/>
          </a:xfrm>
          <a:custGeom xmlns:a="http://schemas.openxmlformats.org/drawingml/2006/main">
            <a:pathLst>
              <a:path w="17688" h="19434">
                <a:moveTo>
                  <a:pt x="0" y="19434"/>
                </a:moveTo>
                <a:lnTo>
                  <a:pt x="17688" y="19434"/>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98" name="Editable chart path">
            <a:extLst xmlns:a="http://schemas.openxmlformats.org/drawingml/2006/main">
              <a:ext uri="{FF2B5EF4-FFF2-40B4-BE49-F238E27FC236}">
                <a16:creationId xmlns:a16="http://schemas.microsoft.com/office/drawing/2014/main" id="{ACC76080-0F58-4241-A1B6-91CA8525D584}"/>
              </a:ext>
            </a:extLst>
          </p:cNvPr>
          <p:cNvSpPr>
            <a:spLocks xmlns:a="http://schemas.openxmlformats.org/drawingml/2006/main" noGrp="1"/>
          </p:cNvSpPr>
          <p:nvPr/>
        </p:nvSpPr>
        <p:spPr>
          <a:xfrm xmlns:a="http://schemas.openxmlformats.org/drawingml/2006/main">
            <a:off x="9374804" y="4666416"/>
            <a:ext cx="28239" cy="93082"/>
          </a:xfrm>
          <a:custGeom xmlns:a="http://schemas.openxmlformats.org/drawingml/2006/main">
            <a:pathLst>
              <a:path w="17688" h="58303">
                <a:moveTo>
                  <a:pt x="0" y="58303"/>
                </a:moveTo>
                <a:lnTo>
                  <a:pt x="17688" y="58303"/>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99" name="Editable chart path">
            <a:extLst xmlns:a="http://schemas.openxmlformats.org/drawingml/2006/main">
              <a:ext uri="{FF2B5EF4-FFF2-40B4-BE49-F238E27FC236}">
                <a16:creationId xmlns:a16="http://schemas.microsoft.com/office/drawing/2014/main" id="{F4192C0C-1080-4860-A1A4-9447FFC729BE}"/>
              </a:ext>
            </a:extLst>
          </p:cNvPr>
          <p:cNvSpPr>
            <a:spLocks xmlns:a="http://schemas.openxmlformats.org/drawingml/2006/main" noGrp="1"/>
          </p:cNvSpPr>
          <p:nvPr/>
        </p:nvSpPr>
        <p:spPr>
          <a:xfrm xmlns:a="http://schemas.openxmlformats.org/drawingml/2006/main">
            <a:off x="9403043" y="4759498"/>
            <a:ext cx="28239" cy="95"/>
          </a:xfrm>
          <a:custGeom xmlns:a="http://schemas.openxmlformats.org/drawingml/2006/main">
            <a:pathLst>
              <a:path w="17688" h="95">
                <a:moveTo>
                  <a:pt x="0" y="0"/>
                </a:moveTo>
                <a:lnTo>
                  <a:pt x="17688" y="0"/>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0" name="Editable chart path">
            <a:extLst xmlns:a="http://schemas.openxmlformats.org/drawingml/2006/main">
              <a:ext uri="{FF2B5EF4-FFF2-40B4-BE49-F238E27FC236}">
                <a16:creationId xmlns:a16="http://schemas.microsoft.com/office/drawing/2014/main" id="{FC1872B4-4C17-49FD-9CEF-43E56EEF0EF6}"/>
              </a:ext>
            </a:extLst>
          </p:cNvPr>
          <p:cNvSpPr>
            <a:spLocks xmlns:a="http://schemas.openxmlformats.org/drawingml/2006/main" noGrp="1"/>
          </p:cNvSpPr>
          <p:nvPr/>
        </p:nvSpPr>
        <p:spPr>
          <a:xfrm xmlns:a="http://schemas.openxmlformats.org/drawingml/2006/main">
            <a:off x="9431282" y="4511279"/>
            <a:ext cx="28239" cy="248219"/>
          </a:xfrm>
          <a:custGeom xmlns:a="http://schemas.openxmlformats.org/drawingml/2006/main">
            <a:pathLst>
              <a:path w="17688" h="155475">
                <a:moveTo>
                  <a:pt x="0" y="155475"/>
                </a:moveTo>
                <a:lnTo>
                  <a:pt x="17688" y="155475"/>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1" name="Editable chart path">
            <a:extLst xmlns:a="http://schemas.openxmlformats.org/drawingml/2006/main">
              <a:ext uri="{FF2B5EF4-FFF2-40B4-BE49-F238E27FC236}">
                <a16:creationId xmlns:a16="http://schemas.microsoft.com/office/drawing/2014/main" id="{3B951F6D-0037-40CA-A3C0-56A74D00E83A}"/>
              </a:ext>
            </a:extLst>
          </p:cNvPr>
          <p:cNvSpPr>
            <a:spLocks xmlns:a="http://schemas.openxmlformats.org/drawingml/2006/main" noGrp="1"/>
          </p:cNvSpPr>
          <p:nvPr/>
        </p:nvSpPr>
        <p:spPr>
          <a:xfrm xmlns:a="http://schemas.openxmlformats.org/drawingml/2006/main">
            <a:off x="9459521" y="4604362"/>
            <a:ext cx="28239" cy="155137"/>
          </a:xfrm>
          <a:custGeom xmlns:a="http://schemas.openxmlformats.org/drawingml/2006/main">
            <a:pathLst>
              <a:path w="17688" h="97172">
                <a:moveTo>
                  <a:pt x="0" y="97172"/>
                </a:moveTo>
                <a:lnTo>
                  <a:pt x="17688" y="97172"/>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2" name="Editable chart path">
            <a:extLst xmlns:a="http://schemas.openxmlformats.org/drawingml/2006/main">
              <a:ext uri="{FF2B5EF4-FFF2-40B4-BE49-F238E27FC236}">
                <a16:creationId xmlns:a16="http://schemas.microsoft.com/office/drawing/2014/main" id="{81152CBD-C693-4BB8-A78B-427EDD5CEF54}"/>
              </a:ext>
            </a:extLst>
          </p:cNvPr>
          <p:cNvSpPr>
            <a:spLocks xmlns:a="http://schemas.openxmlformats.org/drawingml/2006/main" noGrp="1"/>
          </p:cNvSpPr>
          <p:nvPr/>
        </p:nvSpPr>
        <p:spPr>
          <a:xfrm xmlns:a="http://schemas.openxmlformats.org/drawingml/2006/main">
            <a:off x="9487761" y="4635389"/>
            <a:ext cx="28239" cy="124110"/>
          </a:xfrm>
          <a:custGeom xmlns:a="http://schemas.openxmlformats.org/drawingml/2006/main">
            <a:pathLst>
              <a:path w="17688" h="77738">
                <a:moveTo>
                  <a:pt x="0" y="77738"/>
                </a:moveTo>
                <a:lnTo>
                  <a:pt x="17688" y="77738"/>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3" name="Editable chart path">
            <a:extLst xmlns:a="http://schemas.openxmlformats.org/drawingml/2006/main">
              <a:ext uri="{FF2B5EF4-FFF2-40B4-BE49-F238E27FC236}">
                <a16:creationId xmlns:a16="http://schemas.microsoft.com/office/drawing/2014/main" id="{457FD81B-2EF1-44D5-A0E7-A5398E5564A9}"/>
              </a:ext>
            </a:extLst>
          </p:cNvPr>
          <p:cNvSpPr>
            <a:spLocks xmlns:a="http://schemas.openxmlformats.org/drawingml/2006/main" noGrp="1"/>
          </p:cNvSpPr>
          <p:nvPr/>
        </p:nvSpPr>
        <p:spPr>
          <a:xfrm xmlns:a="http://schemas.openxmlformats.org/drawingml/2006/main">
            <a:off x="9516000" y="4232033"/>
            <a:ext cx="28239" cy="527465"/>
          </a:xfrm>
          <a:custGeom xmlns:a="http://schemas.openxmlformats.org/drawingml/2006/main">
            <a:pathLst>
              <a:path w="17688" h="330385">
                <a:moveTo>
                  <a:pt x="0" y="330385"/>
                </a:moveTo>
                <a:lnTo>
                  <a:pt x="17688" y="330385"/>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4" name="Editable chart path">
            <a:extLst xmlns:a="http://schemas.openxmlformats.org/drawingml/2006/main">
              <a:ext uri="{FF2B5EF4-FFF2-40B4-BE49-F238E27FC236}">
                <a16:creationId xmlns:a16="http://schemas.microsoft.com/office/drawing/2014/main" id="{3B41945C-1B2B-4F0F-8F44-B77C5E7C549E}"/>
              </a:ext>
            </a:extLst>
          </p:cNvPr>
          <p:cNvSpPr>
            <a:spLocks xmlns:a="http://schemas.openxmlformats.org/drawingml/2006/main" noGrp="1"/>
          </p:cNvSpPr>
          <p:nvPr/>
        </p:nvSpPr>
        <p:spPr>
          <a:xfrm xmlns:a="http://schemas.openxmlformats.org/drawingml/2006/main">
            <a:off x="9544239" y="4418197"/>
            <a:ext cx="28239" cy="341301"/>
          </a:xfrm>
          <a:custGeom xmlns:a="http://schemas.openxmlformats.org/drawingml/2006/main">
            <a:pathLst>
              <a:path w="17688" h="213779">
                <a:moveTo>
                  <a:pt x="0" y="213779"/>
                </a:moveTo>
                <a:lnTo>
                  <a:pt x="17688" y="213779"/>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5" name="Editable chart path">
            <a:extLst xmlns:a="http://schemas.openxmlformats.org/drawingml/2006/main">
              <a:ext uri="{FF2B5EF4-FFF2-40B4-BE49-F238E27FC236}">
                <a16:creationId xmlns:a16="http://schemas.microsoft.com/office/drawing/2014/main" id="{AA666F7D-2E58-4D5A-A88C-DBCC0EA7DBB8}"/>
              </a:ext>
            </a:extLst>
          </p:cNvPr>
          <p:cNvSpPr>
            <a:spLocks xmlns:a="http://schemas.openxmlformats.org/drawingml/2006/main" noGrp="1"/>
          </p:cNvSpPr>
          <p:nvPr/>
        </p:nvSpPr>
        <p:spPr>
          <a:xfrm xmlns:a="http://schemas.openxmlformats.org/drawingml/2006/main">
            <a:off x="9572478" y="4387170"/>
            <a:ext cx="28239" cy="372329"/>
          </a:xfrm>
          <a:custGeom xmlns:a="http://schemas.openxmlformats.org/drawingml/2006/main">
            <a:pathLst>
              <a:path w="17688" h="233213">
                <a:moveTo>
                  <a:pt x="0" y="233213"/>
                </a:moveTo>
                <a:lnTo>
                  <a:pt x="17688" y="233213"/>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6" name="Editable chart path">
            <a:extLst xmlns:a="http://schemas.openxmlformats.org/drawingml/2006/main">
              <a:ext uri="{FF2B5EF4-FFF2-40B4-BE49-F238E27FC236}">
                <a16:creationId xmlns:a16="http://schemas.microsoft.com/office/drawing/2014/main" id="{31F25190-316F-4851-B2E0-5B4F0E88E455}"/>
              </a:ext>
            </a:extLst>
          </p:cNvPr>
          <p:cNvSpPr>
            <a:spLocks xmlns:a="http://schemas.openxmlformats.org/drawingml/2006/main" noGrp="1"/>
          </p:cNvSpPr>
          <p:nvPr/>
        </p:nvSpPr>
        <p:spPr>
          <a:xfrm xmlns:a="http://schemas.openxmlformats.org/drawingml/2006/main">
            <a:off x="9600717" y="3921759"/>
            <a:ext cx="28239" cy="837739"/>
          </a:xfrm>
          <a:custGeom xmlns:a="http://schemas.openxmlformats.org/drawingml/2006/main">
            <a:pathLst>
              <a:path w="17688" h="524729">
                <a:moveTo>
                  <a:pt x="0" y="524729"/>
                </a:moveTo>
                <a:lnTo>
                  <a:pt x="17688" y="524729"/>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7" name="Editable chart path">
            <a:extLst xmlns:a="http://schemas.openxmlformats.org/drawingml/2006/main">
              <a:ext uri="{FF2B5EF4-FFF2-40B4-BE49-F238E27FC236}">
                <a16:creationId xmlns:a16="http://schemas.microsoft.com/office/drawing/2014/main" id="{6DB275D2-9BC5-48A3-B88B-899706877D1D}"/>
              </a:ext>
            </a:extLst>
          </p:cNvPr>
          <p:cNvSpPr>
            <a:spLocks xmlns:a="http://schemas.openxmlformats.org/drawingml/2006/main" noGrp="1"/>
          </p:cNvSpPr>
          <p:nvPr/>
        </p:nvSpPr>
        <p:spPr>
          <a:xfrm xmlns:a="http://schemas.openxmlformats.org/drawingml/2006/main">
            <a:off x="9628957" y="3828677"/>
            <a:ext cx="28239" cy="930821"/>
          </a:xfrm>
          <a:custGeom xmlns:a="http://schemas.openxmlformats.org/drawingml/2006/main">
            <a:pathLst>
              <a:path w="17688" h="583033">
                <a:moveTo>
                  <a:pt x="0" y="583033"/>
                </a:moveTo>
                <a:lnTo>
                  <a:pt x="17688" y="583033"/>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8" name="Editable chart path">
            <a:extLst xmlns:a="http://schemas.openxmlformats.org/drawingml/2006/main">
              <a:ext uri="{FF2B5EF4-FFF2-40B4-BE49-F238E27FC236}">
                <a16:creationId xmlns:a16="http://schemas.microsoft.com/office/drawing/2014/main" id="{E2F4B37E-5214-4E47-AED2-825EAB0F467C}"/>
              </a:ext>
            </a:extLst>
          </p:cNvPr>
          <p:cNvSpPr>
            <a:spLocks xmlns:a="http://schemas.openxmlformats.org/drawingml/2006/main" noGrp="1"/>
          </p:cNvSpPr>
          <p:nvPr/>
        </p:nvSpPr>
        <p:spPr>
          <a:xfrm xmlns:a="http://schemas.openxmlformats.org/drawingml/2006/main">
            <a:off x="9657196" y="3859705"/>
            <a:ext cx="28239" cy="899794"/>
          </a:xfrm>
          <a:custGeom xmlns:a="http://schemas.openxmlformats.org/drawingml/2006/main">
            <a:pathLst>
              <a:path w="17688" h="563598">
                <a:moveTo>
                  <a:pt x="0" y="563598"/>
                </a:moveTo>
                <a:lnTo>
                  <a:pt x="17688" y="563598"/>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09" name="Editable chart path">
            <a:extLst xmlns:a="http://schemas.openxmlformats.org/drawingml/2006/main">
              <a:ext uri="{FF2B5EF4-FFF2-40B4-BE49-F238E27FC236}">
                <a16:creationId xmlns:a16="http://schemas.microsoft.com/office/drawing/2014/main" id="{D9106942-1CC8-47C2-836F-8F8803B7017B}"/>
              </a:ext>
            </a:extLst>
          </p:cNvPr>
          <p:cNvSpPr>
            <a:spLocks xmlns:a="http://schemas.openxmlformats.org/drawingml/2006/main" noGrp="1"/>
          </p:cNvSpPr>
          <p:nvPr/>
        </p:nvSpPr>
        <p:spPr>
          <a:xfrm xmlns:a="http://schemas.openxmlformats.org/drawingml/2006/main">
            <a:off x="9685435" y="3766622"/>
            <a:ext cx="28239" cy="992876"/>
          </a:xfrm>
          <a:custGeom xmlns:a="http://schemas.openxmlformats.org/drawingml/2006/main">
            <a:pathLst>
              <a:path w="17688" h="621901">
                <a:moveTo>
                  <a:pt x="0" y="621901"/>
                </a:moveTo>
                <a:lnTo>
                  <a:pt x="17688" y="621901"/>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0" name="Editable chart path">
            <a:extLst xmlns:a="http://schemas.openxmlformats.org/drawingml/2006/main">
              <a:ext uri="{FF2B5EF4-FFF2-40B4-BE49-F238E27FC236}">
                <a16:creationId xmlns:a16="http://schemas.microsoft.com/office/drawing/2014/main" id="{E651EA23-5B5D-46C5-B77D-D475EFC15CE8}"/>
              </a:ext>
            </a:extLst>
          </p:cNvPr>
          <p:cNvSpPr>
            <a:spLocks xmlns:a="http://schemas.openxmlformats.org/drawingml/2006/main" noGrp="1"/>
          </p:cNvSpPr>
          <p:nvPr/>
        </p:nvSpPr>
        <p:spPr>
          <a:xfrm xmlns:a="http://schemas.openxmlformats.org/drawingml/2006/main">
            <a:off x="9713674" y="3239157"/>
            <a:ext cx="28239" cy="1520341"/>
          </a:xfrm>
          <a:custGeom xmlns:a="http://schemas.openxmlformats.org/drawingml/2006/main">
            <a:pathLst>
              <a:path w="17688" h="952286">
                <a:moveTo>
                  <a:pt x="0" y="952286"/>
                </a:moveTo>
                <a:lnTo>
                  <a:pt x="17688" y="952286"/>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1" name="Editable chart path">
            <a:extLst xmlns:a="http://schemas.openxmlformats.org/drawingml/2006/main">
              <a:ext uri="{FF2B5EF4-FFF2-40B4-BE49-F238E27FC236}">
                <a16:creationId xmlns:a16="http://schemas.microsoft.com/office/drawing/2014/main" id="{A1EEF1F0-BDA8-4845-BB38-25D3088C9CDD}"/>
              </a:ext>
            </a:extLst>
          </p:cNvPr>
          <p:cNvSpPr>
            <a:spLocks xmlns:a="http://schemas.openxmlformats.org/drawingml/2006/main" noGrp="1"/>
          </p:cNvSpPr>
          <p:nvPr/>
        </p:nvSpPr>
        <p:spPr>
          <a:xfrm xmlns:a="http://schemas.openxmlformats.org/drawingml/2006/main">
            <a:off x="9741913" y="3332239"/>
            <a:ext cx="28239" cy="1427259"/>
          </a:xfrm>
          <a:custGeom xmlns:a="http://schemas.openxmlformats.org/drawingml/2006/main">
            <a:pathLst>
              <a:path w="17688" h="893983">
                <a:moveTo>
                  <a:pt x="0" y="893983"/>
                </a:moveTo>
                <a:lnTo>
                  <a:pt x="17688" y="893983"/>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2" name="Editable chart path">
            <a:extLst xmlns:a="http://schemas.openxmlformats.org/drawingml/2006/main">
              <a:ext uri="{FF2B5EF4-FFF2-40B4-BE49-F238E27FC236}">
                <a16:creationId xmlns:a16="http://schemas.microsoft.com/office/drawing/2014/main" id="{37C4AA05-B81D-4A7F-BC45-D298F44E30FF}"/>
              </a:ext>
            </a:extLst>
          </p:cNvPr>
          <p:cNvSpPr>
            <a:spLocks xmlns:a="http://schemas.openxmlformats.org/drawingml/2006/main" noGrp="1"/>
          </p:cNvSpPr>
          <p:nvPr/>
        </p:nvSpPr>
        <p:spPr>
          <a:xfrm xmlns:a="http://schemas.openxmlformats.org/drawingml/2006/main">
            <a:off x="9770152" y="3084020"/>
            <a:ext cx="28239" cy="1675478"/>
          </a:xfrm>
          <a:custGeom xmlns:a="http://schemas.openxmlformats.org/drawingml/2006/main">
            <a:pathLst>
              <a:path w="17688" h="1049459">
                <a:moveTo>
                  <a:pt x="0" y="1049459"/>
                </a:moveTo>
                <a:lnTo>
                  <a:pt x="17688" y="1049459"/>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3" name="Editable chart path">
            <a:extLst xmlns:a="http://schemas.openxmlformats.org/drawingml/2006/main">
              <a:ext uri="{FF2B5EF4-FFF2-40B4-BE49-F238E27FC236}">
                <a16:creationId xmlns:a16="http://schemas.microsoft.com/office/drawing/2014/main" id="{170C1A52-85D4-4C07-876D-B3C723566C45}"/>
              </a:ext>
            </a:extLst>
          </p:cNvPr>
          <p:cNvSpPr>
            <a:spLocks xmlns:a="http://schemas.openxmlformats.org/drawingml/2006/main" noGrp="1"/>
          </p:cNvSpPr>
          <p:nvPr/>
        </p:nvSpPr>
        <p:spPr>
          <a:xfrm xmlns:a="http://schemas.openxmlformats.org/drawingml/2006/main">
            <a:off x="9798392" y="3177102"/>
            <a:ext cx="28239" cy="1582396"/>
          </a:xfrm>
          <a:custGeom xmlns:a="http://schemas.openxmlformats.org/drawingml/2006/main">
            <a:pathLst>
              <a:path w="17688" h="991155">
                <a:moveTo>
                  <a:pt x="0" y="991155"/>
                </a:moveTo>
                <a:lnTo>
                  <a:pt x="17688" y="991155"/>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4" name="Editable chart path">
            <a:extLst xmlns:a="http://schemas.openxmlformats.org/drawingml/2006/main">
              <a:ext uri="{FF2B5EF4-FFF2-40B4-BE49-F238E27FC236}">
                <a16:creationId xmlns:a16="http://schemas.microsoft.com/office/drawing/2014/main" id="{E74F2D9D-B9B3-48BF-A75F-437A38F6FD4A}"/>
              </a:ext>
            </a:extLst>
          </p:cNvPr>
          <p:cNvSpPr>
            <a:spLocks xmlns:a="http://schemas.openxmlformats.org/drawingml/2006/main" noGrp="1"/>
          </p:cNvSpPr>
          <p:nvPr/>
        </p:nvSpPr>
        <p:spPr>
          <a:xfrm xmlns:a="http://schemas.openxmlformats.org/drawingml/2006/main">
            <a:off x="9826631" y="2990938"/>
            <a:ext cx="28239" cy="1768560"/>
          </a:xfrm>
          <a:custGeom xmlns:a="http://schemas.openxmlformats.org/drawingml/2006/main">
            <a:pathLst>
              <a:path w="17688" h="1107762">
                <a:moveTo>
                  <a:pt x="0" y="1107762"/>
                </a:moveTo>
                <a:lnTo>
                  <a:pt x="17688" y="1107762"/>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5" name="Editable chart path">
            <a:extLst xmlns:a="http://schemas.openxmlformats.org/drawingml/2006/main">
              <a:ext uri="{FF2B5EF4-FFF2-40B4-BE49-F238E27FC236}">
                <a16:creationId xmlns:a16="http://schemas.microsoft.com/office/drawing/2014/main" id="{2DF512DC-5CB1-4974-AFD0-76B41BB8CEC4}"/>
              </a:ext>
            </a:extLst>
          </p:cNvPr>
          <p:cNvSpPr>
            <a:spLocks xmlns:a="http://schemas.openxmlformats.org/drawingml/2006/main" noGrp="1"/>
          </p:cNvSpPr>
          <p:nvPr/>
        </p:nvSpPr>
        <p:spPr>
          <a:xfrm xmlns:a="http://schemas.openxmlformats.org/drawingml/2006/main">
            <a:off x="9854870" y="3084020"/>
            <a:ext cx="28239" cy="1675478"/>
          </a:xfrm>
          <a:custGeom xmlns:a="http://schemas.openxmlformats.org/drawingml/2006/main">
            <a:pathLst>
              <a:path w="17688" h="1049459">
                <a:moveTo>
                  <a:pt x="0" y="1049459"/>
                </a:moveTo>
                <a:lnTo>
                  <a:pt x="17688" y="1049459"/>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6" name="Editable chart path">
            <a:extLst xmlns:a="http://schemas.openxmlformats.org/drawingml/2006/main">
              <a:ext uri="{FF2B5EF4-FFF2-40B4-BE49-F238E27FC236}">
                <a16:creationId xmlns:a16="http://schemas.microsoft.com/office/drawing/2014/main" id="{041EEE15-F477-4BC9-BE3F-9D7C093AD6D4}"/>
              </a:ext>
            </a:extLst>
          </p:cNvPr>
          <p:cNvSpPr>
            <a:spLocks xmlns:a="http://schemas.openxmlformats.org/drawingml/2006/main" noGrp="1"/>
          </p:cNvSpPr>
          <p:nvPr/>
        </p:nvSpPr>
        <p:spPr>
          <a:xfrm xmlns:a="http://schemas.openxmlformats.org/drawingml/2006/main">
            <a:off x="9883109" y="3115047"/>
            <a:ext cx="28239" cy="1644451"/>
          </a:xfrm>
          <a:custGeom xmlns:a="http://schemas.openxmlformats.org/drawingml/2006/main">
            <a:pathLst>
              <a:path w="17688" h="1030024">
                <a:moveTo>
                  <a:pt x="0" y="1030024"/>
                </a:moveTo>
                <a:lnTo>
                  <a:pt x="17688" y="1030024"/>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7" name="Editable chart path">
            <a:extLst xmlns:a="http://schemas.openxmlformats.org/drawingml/2006/main">
              <a:ext uri="{FF2B5EF4-FFF2-40B4-BE49-F238E27FC236}">
                <a16:creationId xmlns:a16="http://schemas.microsoft.com/office/drawing/2014/main" id="{3C7AC1CD-EC3C-458B-896F-47B5B1BFEA03}"/>
              </a:ext>
            </a:extLst>
          </p:cNvPr>
          <p:cNvSpPr>
            <a:spLocks xmlns:a="http://schemas.openxmlformats.org/drawingml/2006/main" noGrp="1"/>
          </p:cNvSpPr>
          <p:nvPr/>
        </p:nvSpPr>
        <p:spPr>
          <a:xfrm xmlns:a="http://schemas.openxmlformats.org/drawingml/2006/main">
            <a:off x="9911348" y="2494500"/>
            <a:ext cx="28239" cy="2264999"/>
          </a:xfrm>
          <a:custGeom xmlns:a="http://schemas.openxmlformats.org/drawingml/2006/main">
            <a:pathLst>
              <a:path w="17688" h="1418712">
                <a:moveTo>
                  <a:pt x="0" y="1418712"/>
                </a:moveTo>
                <a:lnTo>
                  <a:pt x="17688" y="1418712"/>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8" name="Editable chart path">
            <a:extLst xmlns:a="http://schemas.openxmlformats.org/drawingml/2006/main">
              <a:ext uri="{FF2B5EF4-FFF2-40B4-BE49-F238E27FC236}">
                <a16:creationId xmlns:a16="http://schemas.microsoft.com/office/drawing/2014/main" id="{8F4722B9-0970-4102-9912-772CD604DEC0}"/>
              </a:ext>
            </a:extLst>
          </p:cNvPr>
          <p:cNvSpPr>
            <a:spLocks xmlns:a="http://schemas.openxmlformats.org/drawingml/2006/main" noGrp="1"/>
          </p:cNvSpPr>
          <p:nvPr/>
        </p:nvSpPr>
        <p:spPr>
          <a:xfrm xmlns:a="http://schemas.openxmlformats.org/drawingml/2006/main">
            <a:off x="9939588" y="2959911"/>
            <a:ext cx="28239" cy="1799588"/>
          </a:xfrm>
          <a:custGeom xmlns:a="http://schemas.openxmlformats.org/drawingml/2006/main">
            <a:pathLst>
              <a:path w="17688" h="1127196">
                <a:moveTo>
                  <a:pt x="0" y="1127196"/>
                </a:moveTo>
                <a:lnTo>
                  <a:pt x="17688" y="1127196"/>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19" name="Editable chart path">
            <a:extLst xmlns:a="http://schemas.openxmlformats.org/drawingml/2006/main">
              <a:ext uri="{FF2B5EF4-FFF2-40B4-BE49-F238E27FC236}">
                <a16:creationId xmlns:a16="http://schemas.microsoft.com/office/drawing/2014/main" id="{8C1736ED-9785-43A1-8EA2-3B8E47EBDB20}"/>
              </a:ext>
            </a:extLst>
          </p:cNvPr>
          <p:cNvSpPr>
            <a:spLocks xmlns:a="http://schemas.openxmlformats.org/drawingml/2006/main" noGrp="1"/>
          </p:cNvSpPr>
          <p:nvPr/>
        </p:nvSpPr>
        <p:spPr>
          <a:xfrm xmlns:a="http://schemas.openxmlformats.org/drawingml/2006/main">
            <a:off x="9967827" y="3332239"/>
            <a:ext cx="28239" cy="1427259"/>
          </a:xfrm>
          <a:custGeom xmlns:a="http://schemas.openxmlformats.org/drawingml/2006/main">
            <a:pathLst>
              <a:path w="17688" h="893983">
                <a:moveTo>
                  <a:pt x="0" y="893983"/>
                </a:moveTo>
                <a:lnTo>
                  <a:pt x="17688" y="893983"/>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0" name="Editable chart path">
            <a:extLst xmlns:a="http://schemas.openxmlformats.org/drawingml/2006/main">
              <a:ext uri="{FF2B5EF4-FFF2-40B4-BE49-F238E27FC236}">
                <a16:creationId xmlns:a16="http://schemas.microsoft.com/office/drawing/2014/main" id="{30F93A42-FE88-43A3-8FB1-CF6386418F4C}"/>
              </a:ext>
            </a:extLst>
          </p:cNvPr>
          <p:cNvSpPr>
            <a:spLocks xmlns:a="http://schemas.openxmlformats.org/drawingml/2006/main" noGrp="1"/>
          </p:cNvSpPr>
          <p:nvPr/>
        </p:nvSpPr>
        <p:spPr>
          <a:xfrm xmlns:a="http://schemas.openxmlformats.org/drawingml/2006/main">
            <a:off x="9996066" y="3301212"/>
            <a:ext cx="28239" cy="1458287"/>
          </a:xfrm>
          <a:custGeom xmlns:a="http://schemas.openxmlformats.org/drawingml/2006/main">
            <a:pathLst>
              <a:path w="17688" h="913418">
                <a:moveTo>
                  <a:pt x="0" y="913418"/>
                </a:moveTo>
                <a:lnTo>
                  <a:pt x="17688" y="913418"/>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1" name="Editable chart path">
            <a:extLst xmlns:a="http://schemas.openxmlformats.org/drawingml/2006/main">
              <a:ext uri="{FF2B5EF4-FFF2-40B4-BE49-F238E27FC236}">
                <a16:creationId xmlns:a16="http://schemas.microsoft.com/office/drawing/2014/main" id="{7ED8ABEB-4FF6-4787-BEDB-B406740C381F}"/>
              </a:ext>
            </a:extLst>
          </p:cNvPr>
          <p:cNvSpPr>
            <a:spLocks xmlns:a="http://schemas.openxmlformats.org/drawingml/2006/main" noGrp="1"/>
          </p:cNvSpPr>
          <p:nvPr/>
        </p:nvSpPr>
        <p:spPr>
          <a:xfrm xmlns:a="http://schemas.openxmlformats.org/drawingml/2006/main">
            <a:off x="10024305" y="3270184"/>
            <a:ext cx="28239" cy="1489314"/>
          </a:xfrm>
          <a:custGeom xmlns:a="http://schemas.openxmlformats.org/drawingml/2006/main">
            <a:pathLst>
              <a:path w="17688" h="932852">
                <a:moveTo>
                  <a:pt x="0" y="932852"/>
                </a:moveTo>
                <a:lnTo>
                  <a:pt x="17688" y="932852"/>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2" name="Editable chart path">
            <a:extLst xmlns:a="http://schemas.openxmlformats.org/drawingml/2006/main">
              <a:ext uri="{FF2B5EF4-FFF2-40B4-BE49-F238E27FC236}">
                <a16:creationId xmlns:a16="http://schemas.microsoft.com/office/drawing/2014/main" id="{E0436494-A56A-445E-B41C-7B21E27B2869}"/>
              </a:ext>
            </a:extLst>
          </p:cNvPr>
          <p:cNvSpPr>
            <a:spLocks xmlns:a="http://schemas.openxmlformats.org/drawingml/2006/main" noGrp="1"/>
          </p:cNvSpPr>
          <p:nvPr/>
        </p:nvSpPr>
        <p:spPr>
          <a:xfrm xmlns:a="http://schemas.openxmlformats.org/drawingml/2006/main">
            <a:off x="10052544" y="3611485"/>
            <a:ext cx="28239" cy="1148013"/>
          </a:xfrm>
          <a:custGeom xmlns:a="http://schemas.openxmlformats.org/drawingml/2006/main">
            <a:pathLst>
              <a:path w="17688" h="719073">
                <a:moveTo>
                  <a:pt x="0" y="719073"/>
                </a:moveTo>
                <a:lnTo>
                  <a:pt x="17688" y="719073"/>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3" name="Editable chart path">
            <a:extLst xmlns:a="http://schemas.openxmlformats.org/drawingml/2006/main">
              <a:ext uri="{FF2B5EF4-FFF2-40B4-BE49-F238E27FC236}">
                <a16:creationId xmlns:a16="http://schemas.microsoft.com/office/drawing/2014/main" id="{B3DB587E-706B-478A-BB62-1F722E8E3AAB}"/>
              </a:ext>
            </a:extLst>
          </p:cNvPr>
          <p:cNvSpPr>
            <a:spLocks xmlns:a="http://schemas.openxmlformats.org/drawingml/2006/main" noGrp="1"/>
          </p:cNvSpPr>
          <p:nvPr/>
        </p:nvSpPr>
        <p:spPr>
          <a:xfrm xmlns:a="http://schemas.openxmlformats.org/drawingml/2006/main">
            <a:off x="10080784" y="3859705"/>
            <a:ext cx="28239" cy="899794"/>
          </a:xfrm>
          <a:custGeom xmlns:a="http://schemas.openxmlformats.org/drawingml/2006/main">
            <a:pathLst>
              <a:path w="17688" h="563598">
                <a:moveTo>
                  <a:pt x="0" y="563598"/>
                </a:moveTo>
                <a:lnTo>
                  <a:pt x="17688" y="563598"/>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4" name="Editable chart path">
            <a:extLst xmlns:a="http://schemas.openxmlformats.org/drawingml/2006/main">
              <a:ext uri="{FF2B5EF4-FFF2-40B4-BE49-F238E27FC236}">
                <a16:creationId xmlns:a16="http://schemas.microsoft.com/office/drawing/2014/main" id="{BC99CE4B-C261-4CB9-BBF8-020A59CC7A83}"/>
              </a:ext>
            </a:extLst>
          </p:cNvPr>
          <p:cNvSpPr>
            <a:spLocks xmlns:a="http://schemas.openxmlformats.org/drawingml/2006/main" noGrp="1"/>
          </p:cNvSpPr>
          <p:nvPr/>
        </p:nvSpPr>
        <p:spPr>
          <a:xfrm xmlns:a="http://schemas.openxmlformats.org/drawingml/2006/main">
            <a:off x="10109023" y="4076896"/>
            <a:ext cx="28239" cy="682602"/>
          </a:xfrm>
          <a:custGeom xmlns:a="http://schemas.openxmlformats.org/drawingml/2006/main">
            <a:pathLst>
              <a:path w="17688" h="427557">
                <a:moveTo>
                  <a:pt x="0" y="427557"/>
                </a:moveTo>
                <a:lnTo>
                  <a:pt x="17688" y="427557"/>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5" name="Editable chart path">
            <a:extLst xmlns:a="http://schemas.openxmlformats.org/drawingml/2006/main">
              <a:ext uri="{FF2B5EF4-FFF2-40B4-BE49-F238E27FC236}">
                <a16:creationId xmlns:a16="http://schemas.microsoft.com/office/drawing/2014/main" id="{6708EF61-8AA5-4066-8DC2-B545A7B007D4}"/>
              </a:ext>
            </a:extLst>
          </p:cNvPr>
          <p:cNvSpPr>
            <a:spLocks xmlns:a="http://schemas.openxmlformats.org/drawingml/2006/main" noGrp="1"/>
          </p:cNvSpPr>
          <p:nvPr/>
        </p:nvSpPr>
        <p:spPr>
          <a:xfrm xmlns:a="http://schemas.openxmlformats.org/drawingml/2006/main">
            <a:off x="10137262" y="4138951"/>
            <a:ext cx="28239" cy="620548"/>
          </a:xfrm>
          <a:custGeom xmlns:a="http://schemas.openxmlformats.org/drawingml/2006/main">
            <a:pathLst>
              <a:path w="17688" h="388688">
                <a:moveTo>
                  <a:pt x="0" y="388688"/>
                </a:moveTo>
                <a:lnTo>
                  <a:pt x="17688" y="388688"/>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6" name="Editable chart path">
            <a:extLst xmlns:a="http://schemas.openxmlformats.org/drawingml/2006/main">
              <a:ext uri="{FF2B5EF4-FFF2-40B4-BE49-F238E27FC236}">
                <a16:creationId xmlns:a16="http://schemas.microsoft.com/office/drawing/2014/main" id="{60C23408-BA23-4E00-A929-AE2978AC22DE}"/>
              </a:ext>
            </a:extLst>
          </p:cNvPr>
          <p:cNvSpPr>
            <a:spLocks xmlns:a="http://schemas.openxmlformats.org/drawingml/2006/main" noGrp="1"/>
          </p:cNvSpPr>
          <p:nvPr/>
        </p:nvSpPr>
        <p:spPr>
          <a:xfrm xmlns:a="http://schemas.openxmlformats.org/drawingml/2006/main">
            <a:off x="10165501" y="4138951"/>
            <a:ext cx="28239" cy="620548"/>
          </a:xfrm>
          <a:custGeom xmlns:a="http://schemas.openxmlformats.org/drawingml/2006/main">
            <a:pathLst>
              <a:path w="17688" h="388688">
                <a:moveTo>
                  <a:pt x="0" y="388688"/>
                </a:moveTo>
                <a:lnTo>
                  <a:pt x="17688" y="388688"/>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7" name="Editable chart path">
            <a:extLst xmlns:a="http://schemas.openxmlformats.org/drawingml/2006/main">
              <a:ext uri="{FF2B5EF4-FFF2-40B4-BE49-F238E27FC236}">
                <a16:creationId xmlns:a16="http://schemas.microsoft.com/office/drawing/2014/main" id="{B5EFF6D8-1135-4C75-9C51-E211993CE863}"/>
              </a:ext>
            </a:extLst>
          </p:cNvPr>
          <p:cNvSpPr>
            <a:spLocks xmlns:a="http://schemas.openxmlformats.org/drawingml/2006/main" noGrp="1"/>
          </p:cNvSpPr>
          <p:nvPr/>
        </p:nvSpPr>
        <p:spPr>
          <a:xfrm xmlns:a="http://schemas.openxmlformats.org/drawingml/2006/main">
            <a:off x="10193740" y="4294088"/>
            <a:ext cx="28239" cy="465411"/>
          </a:xfrm>
          <a:custGeom xmlns:a="http://schemas.openxmlformats.org/drawingml/2006/main">
            <a:pathLst>
              <a:path w="17688" h="291516">
                <a:moveTo>
                  <a:pt x="0" y="291516"/>
                </a:moveTo>
                <a:lnTo>
                  <a:pt x="17688" y="291516"/>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8" name="Editable chart path">
            <a:extLst xmlns:a="http://schemas.openxmlformats.org/drawingml/2006/main">
              <a:ext uri="{FF2B5EF4-FFF2-40B4-BE49-F238E27FC236}">
                <a16:creationId xmlns:a16="http://schemas.microsoft.com/office/drawing/2014/main" id="{F91B4090-5BCC-4893-8FB8-065916231329}"/>
              </a:ext>
            </a:extLst>
          </p:cNvPr>
          <p:cNvSpPr>
            <a:spLocks xmlns:a="http://schemas.openxmlformats.org/drawingml/2006/main" noGrp="1"/>
          </p:cNvSpPr>
          <p:nvPr/>
        </p:nvSpPr>
        <p:spPr>
          <a:xfrm xmlns:a="http://schemas.openxmlformats.org/drawingml/2006/main">
            <a:off x="10221979" y="4418197"/>
            <a:ext cx="28239" cy="341301"/>
          </a:xfrm>
          <a:custGeom xmlns:a="http://schemas.openxmlformats.org/drawingml/2006/main">
            <a:pathLst>
              <a:path w="17688" h="213779">
                <a:moveTo>
                  <a:pt x="0" y="213779"/>
                </a:moveTo>
                <a:lnTo>
                  <a:pt x="17688" y="213779"/>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29" name="Editable chart path">
            <a:extLst xmlns:a="http://schemas.openxmlformats.org/drawingml/2006/main">
              <a:ext uri="{FF2B5EF4-FFF2-40B4-BE49-F238E27FC236}">
                <a16:creationId xmlns:a16="http://schemas.microsoft.com/office/drawing/2014/main" id="{9C5D3F1C-1F34-4590-A5D2-FCF11F8D4464}"/>
              </a:ext>
            </a:extLst>
          </p:cNvPr>
          <p:cNvSpPr>
            <a:spLocks xmlns:a="http://schemas.openxmlformats.org/drawingml/2006/main" noGrp="1"/>
          </p:cNvSpPr>
          <p:nvPr/>
        </p:nvSpPr>
        <p:spPr>
          <a:xfrm xmlns:a="http://schemas.openxmlformats.org/drawingml/2006/main">
            <a:off x="10250219" y="4418197"/>
            <a:ext cx="28239" cy="341301"/>
          </a:xfrm>
          <a:custGeom xmlns:a="http://schemas.openxmlformats.org/drawingml/2006/main">
            <a:pathLst>
              <a:path w="17688" h="213779">
                <a:moveTo>
                  <a:pt x="0" y="213779"/>
                </a:moveTo>
                <a:lnTo>
                  <a:pt x="17688" y="213779"/>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30" name="Editable chart path">
            <a:extLst xmlns:a="http://schemas.openxmlformats.org/drawingml/2006/main">
              <a:ext uri="{FF2B5EF4-FFF2-40B4-BE49-F238E27FC236}">
                <a16:creationId xmlns:a16="http://schemas.microsoft.com/office/drawing/2014/main" id="{D88FAA9F-DB1F-49C7-BFCA-BD2963C063AB}"/>
              </a:ext>
            </a:extLst>
          </p:cNvPr>
          <p:cNvSpPr>
            <a:spLocks xmlns:a="http://schemas.openxmlformats.org/drawingml/2006/main" noGrp="1"/>
          </p:cNvSpPr>
          <p:nvPr/>
        </p:nvSpPr>
        <p:spPr>
          <a:xfrm xmlns:a="http://schemas.openxmlformats.org/drawingml/2006/main">
            <a:off x="10278458" y="4666416"/>
            <a:ext cx="28239" cy="93082"/>
          </a:xfrm>
          <a:custGeom xmlns:a="http://schemas.openxmlformats.org/drawingml/2006/main">
            <a:pathLst>
              <a:path w="17688" h="58303">
                <a:moveTo>
                  <a:pt x="0" y="58303"/>
                </a:moveTo>
                <a:lnTo>
                  <a:pt x="17688" y="58303"/>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31" name="Editable chart path">
            <a:extLst xmlns:a="http://schemas.openxmlformats.org/drawingml/2006/main">
              <a:ext uri="{FF2B5EF4-FFF2-40B4-BE49-F238E27FC236}">
                <a16:creationId xmlns:a16="http://schemas.microsoft.com/office/drawing/2014/main" id="{3AE7D265-9ADE-487A-A98E-157761AD4545}"/>
              </a:ext>
            </a:extLst>
          </p:cNvPr>
          <p:cNvSpPr>
            <a:spLocks xmlns:a="http://schemas.openxmlformats.org/drawingml/2006/main" noGrp="1"/>
          </p:cNvSpPr>
          <p:nvPr/>
        </p:nvSpPr>
        <p:spPr>
          <a:xfrm xmlns:a="http://schemas.openxmlformats.org/drawingml/2006/main">
            <a:off x="10306697" y="4542307"/>
            <a:ext cx="28239" cy="217192"/>
          </a:xfrm>
          <a:custGeom xmlns:a="http://schemas.openxmlformats.org/drawingml/2006/main">
            <a:pathLst>
              <a:path w="17688" h="136041">
                <a:moveTo>
                  <a:pt x="0" y="136041"/>
                </a:moveTo>
                <a:lnTo>
                  <a:pt x="17688" y="136041"/>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32" name="Editable chart path">
            <a:extLst xmlns:a="http://schemas.openxmlformats.org/drawingml/2006/main">
              <a:ext uri="{FF2B5EF4-FFF2-40B4-BE49-F238E27FC236}">
                <a16:creationId xmlns:a16="http://schemas.microsoft.com/office/drawing/2014/main" id="{86B6B27D-DD12-43EC-B469-57F7172DCA43}"/>
              </a:ext>
            </a:extLst>
          </p:cNvPr>
          <p:cNvSpPr>
            <a:spLocks xmlns:a="http://schemas.openxmlformats.org/drawingml/2006/main" noGrp="1"/>
          </p:cNvSpPr>
          <p:nvPr/>
        </p:nvSpPr>
        <p:spPr>
          <a:xfrm xmlns:a="http://schemas.openxmlformats.org/drawingml/2006/main">
            <a:off x="10334936" y="4666416"/>
            <a:ext cx="28239" cy="93082"/>
          </a:xfrm>
          <a:custGeom xmlns:a="http://schemas.openxmlformats.org/drawingml/2006/main">
            <a:pathLst>
              <a:path w="17688" h="58303">
                <a:moveTo>
                  <a:pt x="0" y="58303"/>
                </a:moveTo>
                <a:lnTo>
                  <a:pt x="17688" y="58303"/>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33" name="Editable chart path">
            <a:extLst xmlns:a="http://schemas.openxmlformats.org/drawingml/2006/main">
              <a:ext uri="{FF2B5EF4-FFF2-40B4-BE49-F238E27FC236}">
                <a16:creationId xmlns:a16="http://schemas.microsoft.com/office/drawing/2014/main" id="{D43825D1-DC2A-4050-BAC5-EF94FE251B84}"/>
              </a:ext>
            </a:extLst>
          </p:cNvPr>
          <p:cNvSpPr>
            <a:spLocks xmlns:a="http://schemas.openxmlformats.org/drawingml/2006/main" noGrp="1"/>
          </p:cNvSpPr>
          <p:nvPr/>
        </p:nvSpPr>
        <p:spPr>
          <a:xfrm xmlns:a="http://schemas.openxmlformats.org/drawingml/2006/main">
            <a:off x="10363175" y="4635389"/>
            <a:ext cx="28239" cy="124110"/>
          </a:xfrm>
          <a:custGeom xmlns:a="http://schemas.openxmlformats.org/drawingml/2006/main">
            <a:pathLst>
              <a:path w="17688" h="77738">
                <a:moveTo>
                  <a:pt x="0" y="77738"/>
                </a:moveTo>
                <a:lnTo>
                  <a:pt x="17688" y="77738"/>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34" name="Editable chart path">
            <a:extLst xmlns:a="http://schemas.openxmlformats.org/drawingml/2006/main">
              <a:ext uri="{FF2B5EF4-FFF2-40B4-BE49-F238E27FC236}">
                <a16:creationId xmlns:a16="http://schemas.microsoft.com/office/drawing/2014/main" id="{9E09FA02-30EE-4AE3-BEAF-41429E47B444}"/>
              </a:ext>
            </a:extLst>
          </p:cNvPr>
          <p:cNvSpPr>
            <a:spLocks xmlns:a="http://schemas.openxmlformats.org/drawingml/2006/main" noGrp="1"/>
          </p:cNvSpPr>
          <p:nvPr/>
        </p:nvSpPr>
        <p:spPr>
          <a:xfrm xmlns:a="http://schemas.openxmlformats.org/drawingml/2006/main">
            <a:off x="10391415" y="4697444"/>
            <a:ext cx="28239" cy="62055"/>
          </a:xfrm>
          <a:custGeom xmlns:a="http://schemas.openxmlformats.org/drawingml/2006/main">
            <a:pathLst>
              <a:path w="17688" h="38869">
                <a:moveTo>
                  <a:pt x="0" y="38869"/>
                </a:moveTo>
                <a:lnTo>
                  <a:pt x="17688" y="38869"/>
                </a:lnTo>
                <a:lnTo>
                  <a:pt x="17688" y="0"/>
                </a:lnTo>
                <a:lnTo>
                  <a:pt x="0" y="0"/>
                </a:lnTo>
                <a:close/>
              </a:path>
            </a:pathLst>
          </a:custGeom>
          <a:solidFill xmlns:a="http://schemas.openxmlformats.org/drawingml/2006/main">
            <a:srgbClr val="DCE6F4"/>
          </a:solidFill>
          <a:ln xmlns:a="http://schemas.openxmlformats.org/drawingml/2006/main" w="0">
            <a:noFill/>
            <a:prstDash val="solid"/>
          </a:ln>
        </p:spPr>
      </p:sp>
      <p:sp>
        <p:nvSpPr>
          <p:cNvPr id="135" name="Editable chart path">
            <a:extLst xmlns:a="http://schemas.openxmlformats.org/drawingml/2006/main">
              <a:ext uri="{FF2B5EF4-FFF2-40B4-BE49-F238E27FC236}">
                <a16:creationId xmlns:a16="http://schemas.microsoft.com/office/drawing/2014/main" id="{448EF7EB-8E79-4E05-95BA-E1C2541394E5}"/>
              </a:ext>
            </a:extLst>
          </p:cNvPr>
          <p:cNvSpPr>
            <a:spLocks xmlns:a="http://schemas.openxmlformats.org/drawingml/2006/main" noGrp="1"/>
          </p:cNvSpPr>
          <p:nvPr/>
        </p:nvSpPr>
        <p:spPr>
          <a:xfrm xmlns:a="http://schemas.openxmlformats.org/drawingml/2006/main">
            <a:off x="7252049" y="2381250"/>
            <a:ext cx="750535" cy="2378248"/>
          </a:xfrm>
          <a:custGeom xmlns:a="http://schemas.openxmlformats.org/drawingml/2006/main">
            <a:pathLst>
              <a:path w="470108" h="1489648">
                <a:moveTo>
                  <a:pt x="0" y="1489648"/>
                </a:moveTo>
                <a:lnTo>
                  <a:pt x="470108" y="1489648"/>
                </a:lnTo>
                <a:lnTo>
                  <a:pt x="470108" y="0"/>
                </a:lnTo>
                <a:lnTo>
                  <a:pt x="0" y="0"/>
                </a:lnTo>
                <a:close/>
              </a:path>
            </a:pathLst>
          </a:custGeom>
          <a:solidFill xmlns:a="http://schemas.openxmlformats.org/drawingml/2006/main">
            <a:srgbClr val="2C5EAA">
              <a:alpha val="20000"/>
            </a:srgbClr>
          </a:solidFill>
          <a:ln xmlns:a="http://schemas.openxmlformats.org/drawingml/2006/main" w="0">
            <a:noFill/>
            <a:prstDash val="solid"/>
          </a:ln>
        </p:spPr>
      </p:sp>
      <p:sp>
        <p:nvSpPr>
          <p:cNvPr id="136" name="Editable chart path">
            <a:extLst xmlns:a="http://schemas.openxmlformats.org/drawingml/2006/main">
              <a:ext uri="{FF2B5EF4-FFF2-40B4-BE49-F238E27FC236}">
                <a16:creationId xmlns:a16="http://schemas.microsoft.com/office/drawing/2014/main" id="{0F2C596F-02EC-4E17-A1CD-5671FE254EB0}"/>
              </a:ext>
            </a:extLst>
          </p:cNvPr>
          <p:cNvSpPr>
            <a:spLocks xmlns:a="http://schemas.openxmlformats.org/drawingml/2006/main" noGrp="1"/>
          </p:cNvSpPr>
          <p:nvPr/>
        </p:nvSpPr>
        <p:spPr>
          <a:xfrm xmlns:a="http://schemas.openxmlformats.org/drawingml/2006/main">
            <a:off x="7146842"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37" name="">
            <a:extLst xmlns:a="http://schemas.openxmlformats.org/drawingml/2006/main">
              <a:ext uri="{FF2B5EF4-FFF2-40B4-BE49-F238E27FC236}">
                <a16:creationId xmlns:a16="http://schemas.microsoft.com/office/drawing/2014/main" id="{A42A4295-0C05-4059-9621-DC74713619D2}"/>
              </a:ext>
            </a:extLst>
          </p:cNvPr>
          <p:cNvSpPr>
            <a:spLocks xmlns:a="http://schemas.openxmlformats.org/drawingml/2006/main" noGrp="1"/>
          </p:cNvSpPr>
          <p:nvPr/>
        </p:nvSpPr>
        <p:spPr>
          <a:xfrm xmlns:a="http://schemas.openxmlformats.org/drawingml/2006/main" rot="0">
            <a:off x="7036980" y="4849520"/>
            <a:ext cx="2141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a:t>
            </a:r>
          </a:p>
        </p:txBody>
      </p:sp>
      <p:sp>
        <p:nvSpPr>
          <p:cNvPr id="138" name="Editable chart path">
            <a:extLst xmlns:a="http://schemas.openxmlformats.org/drawingml/2006/main">
              <a:ext uri="{FF2B5EF4-FFF2-40B4-BE49-F238E27FC236}">
                <a16:creationId xmlns:a16="http://schemas.microsoft.com/office/drawing/2014/main" id="{088C5A12-E553-410F-812C-8A4986218969}"/>
              </a:ext>
            </a:extLst>
          </p:cNvPr>
          <p:cNvSpPr>
            <a:spLocks xmlns:a="http://schemas.openxmlformats.org/drawingml/2006/main" noGrp="1"/>
          </p:cNvSpPr>
          <p:nvPr/>
        </p:nvSpPr>
        <p:spPr>
          <a:xfrm xmlns:a="http://schemas.openxmlformats.org/drawingml/2006/main">
            <a:off x="7612210"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39" name="">
            <a:extLst xmlns:a="http://schemas.openxmlformats.org/drawingml/2006/main">
              <a:ext uri="{FF2B5EF4-FFF2-40B4-BE49-F238E27FC236}">
                <a16:creationId xmlns:a16="http://schemas.microsoft.com/office/drawing/2014/main" id="{82908144-C244-4127-B9E9-4FA9D9BFA1A5}"/>
              </a:ext>
            </a:extLst>
          </p:cNvPr>
          <p:cNvSpPr>
            <a:spLocks xmlns:a="http://schemas.openxmlformats.org/drawingml/2006/main" noGrp="1"/>
          </p:cNvSpPr>
          <p:nvPr/>
        </p:nvSpPr>
        <p:spPr>
          <a:xfrm xmlns:a="http://schemas.openxmlformats.org/drawingml/2006/main" rot="0">
            <a:off x="7504677" y="4849520"/>
            <a:ext cx="2065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a:t>
            </a:r>
          </a:p>
        </p:txBody>
      </p:sp>
      <p:sp>
        <p:nvSpPr>
          <p:cNvPr id="140" name="Editable chart path">
            <a:extLst xmlns:a="http://schemas.openxmlformats.org/drawingml/2006/main">
              <a:ext uri="{FF2B5EF4-FFF2-40B4-BE49-F238E27FC236}">
                <a16:creationId xmlns:a16="http://schemas.microsoft.com/office/drawing/2014/main" id="{C6B88B12-0382-425A-B411-232676D3D9E1}"/>
              </a:ext>
            </a:extLst>
          </p:cNvPr>
          <p:cNvSpPr>
            <a:spLocks xmlns:a="http://schemas.openxmlformats.org/drawingml/2006/main" noGrp="1"/>
          </p:cNvSpPr>
          <p:nvPr/>
        </p:nvSpPr>
        <p:spPr>
          <a:xfrm xmlns:a="http://schemas.openxmlformats.org/drawingml/2006/main">
            <a:off x="8077577"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41" name="">
            <a:extLst xmlns:a="http://schemas.openxmlformats.org/drawingml/2006/main">
              <a:ext uri="{FF2B5EF4-FFF2-40B4-BE49-F238E27FC236}">
                <a16:creationId xmlns:a16="http://schemas.microsoft.com/office/drawing/2014/main" id="{FC61CC7D-F2C6-4E87-B49A-1B7B2C02D621}"/>
              </a:ext>
            </a:extLst>
          </p:cNvPr>
          <p:cNvSpPr>
            <a:spLocks xmlns:a="http://schemas.openxmlformats.org/drawingml/2006/main" noGrp="1"/>
          </p:cNvSpPr>
          <p:nvPr/>
        </p:nvSpPr>
        <p:spPr>
          <a:xfrm xmlns:a="http://schemas.openxmlformats.org/drawingml/2006/main" rot="0">
            <a:off x="7967698" y="4849520"/>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142" name="Editable chart path">
            <a:extLst xmlns:a="http://schemas.openxmlformats.org/drawingml/2006/main">
              <a:ext uri="{FF2B5EF4-FFF2-40B4-BE49-F238E27FC236}">
                <a16:creationId xmlns:a16="http://schemas.microsoft.com/office/drawing/2014/main" id="{59AEB1C8-0EDE-4751-9809-BDC91C3F74BF}"/>
              </a:ext>
            </a:extLst>
          </p:cNvPr>
          <p:cNvSpPr>
            <a:spLocks xmlns:a="http://schemas.openxmlformats.org/drawingml/2006/main" noGrp="1"/>
          </p:cNvSpPr>
          <p:nvPr/>
        </p:nvSpPr>
        <p:spPr>
          <a:xfrm xmlns:a="http://schemas.openxmlformats.org/drawingml/2006/main">
            <a:off x="8542945"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43" name="">
            <a:extLst xmlns:a="http://schemas.openxmlformats.org/drawingml/2006/main">
              <a:ext uri="{FF2B5EF4-FFF2-40B4-BE49-F238E27FC236}">
                <a16:creationId xmlns:a16="http://schemas.microsoft.com/office/drawing/2014/main" id="{BB1C2EBD-75D8-4401-8F6B-9524BA093F71}"/>
              </a:ext>
            </a:extLst>
          </p:cNvPr>
          <p:cNvSpPr>
            <a:spLocks xmlns:a="http://schemas.openxmlformats.org/drawingml/2006/main" noGrp="1"/>
          </p:cNvSpPr>
          <p:nvPr/>
        </p:nvSpPr>
        <p:spPr>
          <a:xfrm xmlns:a="http://schemas.openxmlformats.org/drawingml/2006/main" rot="0">
            <a:off x="8455340" y="4849520"/>
            <a:ext cx="1697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144" name="Editable chart path">
            <a:extLst xmlns:a="http://schemas.openxmlformats.org/drawingml/2006/main">
              <a:ext uri="{FF2B5EF4-FFF2-40B4-BE49-F238E27FC236}">
                <a16:creationId xmlns:a16="http://schemas.microsoft.com/office/drawing/2014/main" id="{9616D9A4-E7D3-4FC4-91EB-7013D97D173F}"/>
              </a:ext>
            </a:extLst>
          </p:cNvPr>
          <p:cNvSpPr>
            <a:spLocks xmlns:a="http://schemas.openxmlformats.org/drawingml/2006/main" noGrp="1"/>
          </p:cNvSpPr>
          <p:nvPr/>
        </p:nvSpPr>
        <p:spPr>
          <a:xfrm xmlns:a="http://schemas.openxmlformats.org/drawingml/2006/main">
            <a:off x="9008312"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45" name="">
            <a:extLst xmlns:a="http://schemas.openxmlformats.org/drawingml/2006/main">
              <a:ext uri="{FF2B5EF4-FFF2-40B4-BE49-F238E27FC236}">
                <a16:creationId xmlns:a16="http://schemas.microsoft.com/office/drawing/2014/main" id="{3D704E61-35CE-4005-86BE-01757EC1DC89}"/>
              </a:ext>
            </a:extLst>
          </p:cNvPr>
          <p:cNvSpPr>
            <a:spLocks xmlns:a="http://schemas.openxmlformats.org/drawingml/2006/main" noGrp="1"/>
          </p:cNvSpPr>
          <p:nvPr/>
        </p:nvSpPr>
        <p:spPr>
          <a:xfrm xmlns:a="http://schemas.openxmlformats.org/drawingml/2006/main" rot="0">
            <a:off x="8920635" y="4849520"/>
            <a:ext cx="1703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146" name="Editable chart path">
            <a:extLst xmlns:a="http://schemas.openxmlformats.org/drawingml/2006/main">
              <a:ext uri="{FF2B5EF4-FFF2-40B4-BE49-F238E27FC236}">
                <a16:creationId xmlns:a16="http://schemas.microsoft.com/office/drawing/2014/main" id="{1AF84376-28DF-4DD1-AC0E-231D6EA07FD6}"/>
              </a:ext>
            </a:extLst>
          </p:cNvPr>
          <p:cNvSpPr>
            <a:spLocks xmlns:a="http://schemas.openxmlformats.org/drawingml/2006/main" noGrp="1"/>
          </p:cNvSpPr>
          <p:nvPr/>
        </p:nvSpPr>
        <p:spPr>
          <a:xfrm xmlns:a="http://schemas.openxmlformats.org/drawingml/2006/main">
            <a:off x="9473680"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47" name="">
            <a:extLst xmlns:a="http://schemas.openxmlformats.org/drawingml/2006/main">
              <a:ext uri="{FF2B5EF4-FFF2-40B4-BE49-F238E27FC236}">
                <a16:creationId xmlns:a16="http://schemas.microsoft.com/office/drawing/2014/main" id="{3527D108-4C38-43AF-AE9C-08BDBE8C6806}"/>
              </a:ext>
            </a:extLst>
          </p:cNvPr>
          <p:cNvSpPr>
            <a:spLocks xmlns:a="http://schemas.openxmlformats.org/drawingml/2006/main" noGrp="1"/>
          </p:cNvSpPr>
          <p:nvPr/>
        </p:nvSpPr>
        <p:spPr>
          <a:xfrm xmlns:a="http://schemas.openxmlformats.org/drawingml/2006/main" rot="0">
            <a:off x="9386153" y="4849520"/>
            <a:ext cx="1694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148" name="Editable chart path">
            <a:extLst xmlns:a="http://schemas.openxmlformats.org/drawingml/2006/main">
              <a:ext uri="{FF2B5EF4-FFF2-40B4-BE49-F238E27FC236}">
                <a16:creationId xmlns:a16="http://schemas.microsoft.com/office/drawing/2014/main" id="{0B5DB580-88AA-4921-9B2A-8FB21E9A9E67}"/>
              </a:ext>
            </a:extLst>
          </p:cNvPr>
          <p:cNvSpPr>
            <a:spLocks xmlns:a="http://schemas.openxmlformats.org/drawingml/2006/main" noGrp="1"/>
          </p:cNvSpPr>
          <p:nvPr/>
        </p:nvSpPr>
        <p:spPr>
          <a:xfrm xmlns:a="http://schemas.openxmlformats.org/drawingml/2006/main">
            <a:off x="9939047"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49" name="">
            <a:extLst xmlns:a="http://schemas.openxmlformats.org/drawingml/2006/main">
              <a:ext uri="{FF2B5EF4-FFF2-40B4-BE49-F238E27FC236}">
                <a16:creationId xmlns:a16="http://schemas.microsoft.com/office/drawing/2014/main" id="{057C0CF7-6DF4-4672-B79F-B8CBAAF58C3A}"/>
              </a:ext>
            </a:extLst>
          </p:cNvPr>
          <p:cNvSpPr>
            <a:spLocks xmlns:a="http://schemas.openxmlformats.org/drawingml/2006/main" noGrp="1"/>
          </p:cNvSpPr>
          <p:nvPr/>
        </p:nvSpPr>
        <p:spPr>
          <a:xfrm xmlns:a="http://schemas.openxmlformats.org/drawingml/2006/main" rot="0">
            <a:off x="9853850" y="4849520"/>
            <a:ext cx="1619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150" name="Editable chart path">
            <a:extLst xmlns:a="http://schemas.openxmlformats.org/drawingml/2006/main">
              <a:ext uri="{FF2B5EF4-FFF2-40B4-BE49-F238E27FC236}">
                <a16:creationId xmlns:a16="http://schemas.microsoft.com/office/drawing/2014/main" id="{2C464131-0375-4D39-804A-D7BF6DDCA0BF}"/>
              </a:ext>
            </a:extLst>
          </p:cNvPr>
          <p:cNvSpPr>
            <a:spLocks xmlns:a="http://schemas.openxmlformats.org/drawingml/2006/main" noGrp="1"/>
          </p:cNvSpPr>
          <p:nvPr/>
        </p:nvSpPr>
        <p:spPr>
          <a:xfrm xmlns:a="http://schemas.openxmlformats.org/drawingml/2006/main">
            <a:off x="10404414"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51" name="">
            <a:extLst xmlns:a="http://schemas.openxmlformats.org/drawingml/2006/main">
              <a:ext uri="{FF2B5EF4-FFF2-40B4-BE49-F238E27FC236}">
                <a16:creationId xmlns:a16="http://schemas.microsoft.com/office/drawing/2014/main" id="{7F89600E-9780-4799-BE0F-4AD8969DD024}"/>
              </a:ext>
            </a:extLst>
          </p:cNvPr>
          <p:cNvSpPr>
            <a:spLocks xmlns:a="http://schemas.openxmlformats.org/drawingml/2006/main" noGrp="1"/>
          </p:cNvSpPr>
          <p:nvPr/>
        </p:nvSpPr>
        <p:spPr>
          <a:xfrm xmlns:a="http://schemas.openxmlformats.org/drawingml/2006/main" rot="0">
            <a:off x="10355353" y="484952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52" name="">
            <a:extLst xmlns:a="http://schemas.openxmlformats.org/drawingml/2006/main">
              <a:ext uri="{FF2B5EF4-FFF2-40B4-BE49-F238E27FC236}">
                <a16:creationId xmlns:a16="http://schemas.microsoft.com/office/drawing/2014/main" id="{74A27030-37BF-4C5A-AD7B-B20174D1A0CD}"/>
              </a:ext>
            </a:extLst>
          </p:cNvPr>
          <p:cNvSpPr>
            <a:spLocks xmlns:a="http://schemas.openxmlformats.org/drawingml/2006/main" noGrp="1"/>
          </p:cNvSpPr>
          <p:nvPr/>
        </p:nvSpPr>
        <p:spPr>
          <a:xfrm xmlns:a="http://schemas.openxmlformats.org/drawingml/2006/main" rot="0">
            <a:off x="7714394" y="5069791"/>
            <a:ext cx="22336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vacant taxis vs no-rain model</a:t>
            </a:r>
          </a:p>
        </p:txBody>
      </p:sp>
      <p:sp>
        <p:nvSpPr>
          <p:cNvPr id="153" name="Editable chart path">
            <a:extLst xmlns:a="http://schemas.openxmlformats.org/drawingml/2006/main">
              <a:ext uri="{FF2B5EF4-FFF2-40B4-BE49-F238E27FC236}">
                <a16:creationId xmlns:a16="http://schemas.microsoft.com/office/drawing/2014/main" id="{0FA7312E-E0C5-4906-AE67-5FB56720B401}"/>
              </a:ext>
            </a:extLst>
          </p:cNvPr>
          <p:cNvSpPr>
            <a:spLocks xmlns:a="http://schemas.openxmlformats.org/drawingml/2006/main" noGrp="1"/>
          </p:cNvSpPr>
          <p:nvPr/>
        </p:nvSpPr>
        <p:spPr>
          <a:xfrm xmlns:a="http://schemas.openxmlformats.org/drawingml/2006/main">
            <a:off x="7040445" y="4759498"/>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54" name="">
            <a:extLst xmlns:a="http://schemas.openxmlformats.org/drawingml/2006/main">
              <a:ext uri="{FF2B5EF4-FFF2-40B4-BE49-F238E27FC236}">
                <a16:creationId xmlns:a16="http://schemas.microsoft.com/office/drawing/2014/main" id="{A24A7E0D-C620-4015-A476-3881F4ABC035}"/>
              </a:ext>
            </a:extLst>
          </p:cNvPr>
          <p:cNvSpPr>
            <a:spLocks xmlns:a="http://schemas.openxmlformats.org/drawingml/2006/main" noGrp="1"/>
          </p:cNvSpPr>
          <p:nvPr/>
        </p:nvSpPr>
        <p:spPr>
          <a:xfrm xmlns:a="http://schemas.openxmlformats.org/drawingml/2006/main" rot="0">
            <a:off x="6889098" y="4677926"/>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155" name="Editable chart path">
            <a:extLst xmlns:a="http://schemas.openxmlformats.org/drawingml/2006/main">
              <a:ext uri="{FF2B5EF4-FFF2-40B4-BE49-F238E27FC236}">
                <a16:creationId xmlns:a16="http://schemas.microsoft.com/office/drawing/2014/main" id="{10924426-2136-4D80-85C9-B5B37F1E6D5D}"/>
              </a:ext>
            </a:extLst>
          </p:cNvPr>
          <p:cNvSpPr>
            <a:spLocks xmlns:a="http://schemas.openxmlformats.org/drawingml/2006/main" noGrp="1"/>
          </p:cNvSpPr>
          <p:nvPr/>
        </p:nvSpPr>
        <p:spPr>
          <a:xfrm xmlns:a="http://schemas.openxmlformats.org/drawingml/2006/main">
            <a:off x="7040445" y="4449225"/>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56" name="">
            <a:extLst xmlns:a="http://schemas.openxmlformats.org/drawingml/2006/main">
              <a:ext uri="{FF2B5EF4-FFF2-40B4-BE49-F238E27FC236}">
                <a16:creationId xmlns:a16="http://schemas.microsoft.com/office/drawing/2014/main" id="{0744C696-F7B8-40E0-8C53-877EC21AF558}"/>
              </a:ext>
            </a:extLst>
          </p:cNvPr>
          <p:cNvSpPr>
            <a:spLocks xmlns:a="http://schemas.openxmlformats.org/drawingml/2006/main" noGrp="1"/>
          </p:cNvSpPr>
          <p:nvPr/>
        </p:nvSpPr>
        <p:spPr>
          <a:xfrm xmlns:a="http://schemas.openxmlformats.org/drawingml/2006/main" rot="0">
            <a:off x="6844425" y="4367652"/>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157" name="Editable chart path">
            <a:extLst xmlns:a="http://schemas.openxmlformats.org/drawingml/2006/main">
              <a:ext uri="{FF2B5EF4-FFF2-40B4-BE49-F238E27FC236}">
                <a16:creationId xmlns:a16="http://schemas.microsoft.com/office/drawing/2014/main" id="{E04671C7-EF5B-4CA0-A887-2B83B816230D}"/>
              </a:ext>
            </a:extLst>
          </p:cNvPr>
          <p:cNvSpPr>
            <a:spLocks xmlns:a="http://schemas.openxmlformats.org/drawingml/2006/main" noGrp="1"/>
          </p:cNvSpPr>
          <p:nvPr/>
        </p:nvSpPr>
        <p:spPr>
          <a:xfrm xmlns:a="http://schemas.openxmlformats.org/drawingml/2006/main">
            <a:off x="7040445" y="4138951"/>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58" name="">
            <a:extLst xmlns:a="http://schemas.openxmlformats.org/drawingml/2006/main">
              <a:ext uri="{FF2B5EF4-FFF2-40B4-BE49-F238E27FC236}">
                <a16:creationId xmlns:a16="http://schemas.microsoft.com/office/drawing/2014/main" id="{ECC2CDA7-0053-42F2-B90E-D28D1D6BCBE8}"/>
              </a:ext>
            </a:extLst>
          </p:cNvPr>
          <p:cNvSpPr>
            <a:spLocks xmlns:a="http://schemas.openxmlformats.org/drawingml/2006/main" noGrp="1"/>
          </p:cNvSpPr>
          <p:nvPr/>
        </p:nvSpPr>
        <p:spPr>
          <a:xfrm xmlns:a="http://schemas.openxmlformats.org/drawingml/2006/main" rot="0">
            <a:off x="6808802" y="4057379"/>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159" name="Editable chart path">
            <a:extLst xmlns:a="http://schemas.openxmlformats.org/drawingml/2006/main">
              <a:ext uri="{FF2B5EF4-FFF2-40B4-BE49-F238E27FC236}">
                <a16:creationId xmlns:a16="http://schemas.microsoft.com/office/drawing/2014/main" id="{AA88830D-EDCE-476D-8739-94096E46A527}"/>
              </a:ext>
            </a:extLst>
          </p:cNvPr>
          <p:cNvSpPr>
            <a:spLocks xmlns:a="http://schemas.openxmlformats.org/drawingml/2006/main" noGrp="1"/>
          </p:cNvSpPr>
          <p:nvPr/>
        </p:nvSpPr>
        <p:spPr>
          <a:xfrm xmlns:a="http://schemas.openxmlformats.org/drawingml/2006/main">
            <a:off x="7040445" y="3828677"/>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60" name="">
            <a:extLst xmlns:a="http://schemas.openxmlformats.org/drawingml/2006/main">
              <a:ext uri="{FF2B5EF4-FFF2-40B4-BE49-F238E27FC236}">
                <a16:creationId xmlns:a16="http://schemas.microsoft.com/office/drawing/2014/main" id="{7FFE0541-C38C-4F12-9D3F-3B89D0168A48}"/>
              </a:ext>
            </a:extLst>
          </p:cNvPr>
          <p:cNvSpPr>
            <a:spLocks xmlns:a="http://schemas.openxmlformats.org/drawingml/2006/main" noGrp="1"/>
          </p:cNvSpPr>
          <p:nvPr/>
        </p:nvSpPr>
        <p:spPr>
          <a:xfrm xmlns:a="http://schemas.openxmlformats.org/drawingml/2006/main" rot="0">
            <a:off x="6806802" y="3747105"/>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161" name="Editable chart path">
            <a:extLst xmlns:a="http://schemas.openxmlformats.org/drawingml/2006/main">
              <a:ext uri="{FF2B5EF4-FFF2-40B4-BE49-F238E27FC236}">
                <a16:creationId xmlns:a16="http://schemas.microsoft.com/office/drawing/2014/main" id="{DF7E9CBB-0F13-4C7A-966C-C010E0F415F0}"/>
              </a:ext>
            </a:extLst>
          </p:cNvPr>
          <p:cNvSpPr>
            <a:spLocks xmlns:a="http://schemas.openxmlformats.org/drawingml/2006/main" noGrp="1"/>
          </p:cNvSpPr>
          <p:nvPr/>
        </p:nvSpPr>
        <p:spPr>
          <a:xfrm xmlns:a="http://schemas.openxmlformats.org/drawingml/2006/main">
            <a:off x="7040445" y="3518403"/>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62" name="">
            <a:extLst xmlns:a="http://schemas.openxmlformats.org/drawingml/2006/main">
              <a:ext uri="{FF2B5EF4-FFF2-40B4-BE49-F238E27FC236}">
                <a16:creationId xmlns:a16="http://schemas.microsoft.com/office/drawing/2014/main" id="{9D88D520-F1B6-44B4-9801-6B3534E243C4}"/>
              </a:ext>
            </a:extLst>
          </p:cNvPr>
          <p:cNvSpPr>
            <a:spLocks xmlns:a="http://schemas.openxmlformats.org/drawingml/2006/main" noGrp="1"/>
          </p:cNvSpPr>
          <p:nvPr/>
        </p:nvSpPr>
        <p:spPr>
          <a:xfrm xmlns:a="http://schemas.openxmlformats.org/drawingml/2006/main" rot="0">
            <a:off x="6801277" y="3436831"/>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163" name="Editable chart path">
            <a:extLst xmlns:a="http://schemas.openxmlformats.org/drawingml/2006/main">
              <a:ext uri="{FF2B5EF4-FFF2-40B4-BE49-F238E27FC236}">
                <a16:creationId xmlns:a16="http://schemas.microsoft.com/office/drawing/2014/main" id="{387C2E37-54FE-433D-8D52-A8C09E518408}"/>
              </a:ext>
            </a:extLst>
          </p:cNvPr>
          <p:cNvSpPr>
            <a:spLocks xmlns:a="http://schemas.openxmlformats.org/drawingml/2006/main" noGrp="1"/>
          </p:cNvSpPr>
          <p:nvPr/>
        </p:nvSpPr>
        <p:spPr>
          <a:xfrm xmlns:a="http://schemas.openxmlformats.org/drawingml/2006/main">
            <a:off x="7040445" y="3208130"/>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64" name="">
            <a:extLst xmlns:a="http://schemas.openxmlformats.org/drawingml/2006/main">
              <a:ext uri="{FF2B5EF4-FFF2-40B4-BE49-F238E27FC236}">
                <a16:creationId xmlns:a16="http://schemas.microsoft.com/office/drawing/2014/main" id="{F12ABDE6-CC4A-45BC-AF4C-EFF4A8822190}"/>
              </a:ext>
            </a:extLst>
          </p:cNvPr>
          <p:cNvSpPr>
            <a:spLocks xmlns:a="http://schemas.openxmlformats.org/drawingml/2006/main" noGrp="1"/>
          </p:cNvSpPr>
          <p:nvPr/>
        </p:nvSpPr>
        <p:spPr>
          <a:xfrm xmlns:a="http://schemas.openxmlformats.org/drawingml/2006/main" rot="0">
            <a:off x="6801372" y="3126557"/>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165" name="Editable chart path">
            <a:extLst xmlns:a="http://schemas.openxmlformats.org/drawingml/2006/main">
              <a:ext uri="{FF2B5EF4-FFF2-40B4-BE49-F238E27FC236}">
                <a16:creationId xmlns:a16="http://schemas.microsoft.com/office/drawing/2014/main" id="{C0A617B3-5369-4B86-A7F1-40A4162CC704}"/>
              </a:ext>
            </a:extLst>
          </p:cNvPr>
          <p:cNvSpPr>
            <a:spLocks xmlns:a="http://schemas.openxmlformats.org/drawingml/2006/main" noGrp="1"/>
          </p:cNvSpPr>
          <p:nvPr/>
        </p:nvSpPr>
        <p:spPr>
          <a:xfrm xmlns:a="http://schemas.openxmlformats.org/drawingml/2006/main">
            <a:off x="7040445" y="2897856"/>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66" name="">
            <a:extLst xmlns:a="http://schemas.openxmlformats.org/drawingml/2006/main">
              <a:ext uri="{FF2B5EF4-FFF2-40B4-BE49-F238E27FC236}">
                <a16:creationId xmlns:a16="http://schemas.microsoft.com/office/drawing/2014/main" id="{F06D1BAB-8EB3-49DD-B3A9-3649B907ECC0}"/>
              </a:ext>
            </a:extLst>
          </p:cNvPr>
          <p:cNvSpPr>
            <a:spLocks xmlns:a="http://schemas.openxmlformats.org/drawingml/2006/main" noGrp="1"/>
          </p:cNvSpPr>
          <p:nvPr/>
        </p:nvSpPr>
        <p:spPr>
          <a:xfrm xmlns:a="http://schemas.openxmlformats.org/drawingml/2006/main" rot="0">
            <a:off x="6800420" y="2816284"/>
            <a:ext cx="1810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167" name="Editable chart path">
            <a:extLst xmlns:a="http://schemas.openxmlformats.org/drawingml/2006/main">
              <a:ext uri="{FF2B5EF4-FFF2-40B4-BE49-F238E27FC236}">
                <a16:creationId xmlns:a16="http://schemas.microsoft.com/office/drawing/2014/main" id="{4B84692A-6592-4121-A00B-F039110AB55D}"/>
              </a:ext>
            </a:extLst>
          </p:cNvPr>
          <p:cNvSpPr>
            <a:spLocks xmlns:a="http://schemas.openxmlformats.org/drawingml/2006/main" noGrp="1"/>
          </p:cNvSpPr>
          <p:nvPr/>
        </p:nvSpPr>
        <p:spPr>
          <a:xfrm xmlns:a="http://schemas.openxmlformats.org/drawingml/2006/main">
            <a:off x="7040445" y="2587582"/>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168" name="">
            <a:extLst xmlns:a="http://schemas.openxmlformats.org/drawingml/2006/main">
              <a:ext uri="{FF2B5EF4-FFF2-40B4-BE49-F238E27FC236}">
                <a16:creationId xmlns:a16="http://schemas.microsoft.com/office/drawing/2014/main" id="{9292E34D-AA45-4C06-9E17-BFED7E329A42}"/>
              </a:ext>
            </a:extLst>
          </p:cNvPr>
          <p:cNvSpPr>
            <a:spLocks xmlns:a="http://schemas.openxmlformats.org/drawingml/2006/main" noGrp="1"/>
          </p:cNvSpPr>
          <p:nvPr/>
        </p:nvSpPr>
        <p:spPr>
          <a:xfrm xmlns:a="http://schemas.openxmlformats.org/drawingml/2006/main" rot="0">
            <a:off x="6812802" y="2506010"/>
            <a:ext cx="168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70</a:t>
            </a:r>
          </a:p>
        </p:txBody>
      </p:sp>
      <p:sp>
        <p:nvSpPr>
          <p:cNvPr id="169" name="Editable chart path">
            <a:extLst xmlns:a="http://schemas.openxmlformats.org/drawingml/2006/main">
              <a:ext uri="{FF2B5EF4-FFF2-40B4-BE49-F238E27FC236}">
                <a16:creationId xmlns:a16="http://schemas.microsoft.com/office/drawing/2014/main" id="{EB79388C-D03A-4B41-809D-DEE9A36FFE73}"/>
              </a:ext>
            </a:extLst>
          </p:cNvPr>
          <p:cNvSpPr>
            <a:spLocks xmlns:a="http://schemas.openxmlformats.org/drawingml/2006/main" noGrp="1"/>
          </p:cNvSpPr>
          <p:nvPr/>
        </p:nvSpPr>
        <p:spPr>
          <a:xfrm xmlns:a="http://schemas.openxmlformats.org/drawingml/2006/main">
            <a:off x="7615899" y="2381250"/>
            <a:ext cx="95" cy="2378248"/>
          </a:xfrm>
          <a:custGeom xmlns:a="http://schemas.openxmlformats.org/drawingml/2006/main">
            <a:pathLst>
              <a:path w="95" h="1489648">
                <a:moveTo>
                  <a:pt x="0" y="1489648"/>
                </a:moveTo>
                <a:lnTo>
                  <a:pt x="0" y="0"/>
                </a:lnTo>
              </a:path>
            </a:pathLst>
          </a:custGeom>
          <a:noFill xmlns:a="http://schemas.openxmlformats.org/drawingml/2006/main"/>
          <a:ln xmlns:a="http://schemas.openxmlformats.org/drawingml/2006/main" w="30414">
            <a:solidFill>
              <a:srgbClr val="224889"/>
            </a:solidFill>
            <a:prstDash val="solid"/>
          </a:ln>
        </p:spPr>
      </p:sp>
      <p:sp>
        <p:nvSpPr>
          <p:cNvPr id="170" name="Editable chart path">
            <a:extLst xmlns:a="http://schemas.openxmlformats.org/drawingml/2006/main">
              <a:ext uri="{FF2B5EF4-FFF2-40B4-BE49-F238E27FC236}">
                <a16:creationId xmlns:a16="http://schemas.microsoft.com/office/drawing/2014/main" id="{1501DF3B-6AFE-488A-A917-D4F14BD726CD}"/>
              </a:ext>
            </a:extLst>
          </p:cNvPr>
          <p:cNvSpPr>
            <a:spLocks xmlns:a="http://schemas.openxmlformats.org/drawingml/2006/main" noGrp="1"/>
          </p:cNvSpPr>
          <p:nvPr/>
        </p:nvSpPr>
        <p:spPr>
          <a:xfrm xmlns:a="http://schemas.openxmlformats.org/drawingml/2006/main">
            <a:off x="7093669" y="2381250"/>
            <a:ext cx="95" cy="2378248"/>
          </a:xfrm>
          <a:custGeom xmlns:a="http://schemas.openxmlformats.org/drawingml/2006/main">
            <a:pathLst>
              <a:path w="95" h="1489648">
                <a:moveTo>
                  <a:pt x="0" y="1489648"/>
                </a:moveTo>
                <a:lnTo>
                  <a:pt x="0" y="0"/>
                </a:lnTo>
              </a:path>
            </a:pathLst>
          </a:custGeom>
          <a:noFill xmlns:a="http://schemas.openxmlformats.org/drawingml/2006/main"/>
          <a:ln xmlns:a="http://schemas.openxmlformats.org/drawingml/2006/main" w="12165">
            <a:solidFill>
              <a:srgbClr val="5A6683"/>
            </a:solidFill>
            <a:prstDash val="solid"/>
          </a:ln>
        </p:spPr>
      </p:sp>
      <p:sp>
        <p:nvSpPr>
          <p:cNvPr id="171" name="Editable chart path">
            <a:extLst xmlns:a="http://schemas.openxmlformats.org/drawingml/2006/main">
              <a:ext uri="{FF2B5EF4-FFF2-40B4-BE49-F238E27FC236}">
                <a16:creationId xmlns:a16="http://schemas.microsoft.com/office/drawing/2014/main" id="{660B51C3-F94F-47E9-85E8-4A4B134AA6F4}"/>
              </a:ext>
            </a:extLst>
          </p:cNvPr>
          <p:cNvSpPr>
            <a:spLocks xmlns:a="http://schemas.openxmlformats.org/drawingml/2006/main" noGrp="1"/>
          </p:cNvSpPr>
          <p:nvPr/>
        </p:nvSpPr>
        <p:spPr>
          <a:xfrm xmlns:a="http://schemas.openxmlformats.org/drawingml/2006/main">
            <a:off x="7093669" y="4759498"/>
            <a:ext cx="3484365" cy="95"/>
          </a:xfrm>
          <a:custGeom xmlns:a="http://schemas.openxmlformats.org/drawingml/2006/main">
            <a:pathLst>
              <a:path w="2182479" h="95">
                <a:moveTo>
                  <a:pt x="0" y="0"/>
                </a:moveTo>
                <a:lnTo>
                  <a:pt x="2182479" y="0"/>
                </a:lnTo>
              </a:path>
            </a:pathLst>
          </a:custGeom>
          <a:noFill xmlns:a="http://schemas.openxmlformats.org/drawingml/2006/main"/>
          <a:ln xmlns:a="http://schemas.openxmlformats.org/drawingml/2006/main" w="12165">
            <a:solidFill>
              <a:srgbClr val="5A6683"/>
            </a:solidFill>
            <a:prstDash val="solid"/>
          </a:ln>
        </p:spPr>
      </p:sp>
      <p:sp>
        <p:nvSpPr>
          <p:cNvPr id="172" name="">
            <a:extLst xmlns:a="http://schemas.openxmlformats.org/drawingml/2006/main">
              <a:ext uri="{FF2B5EF4-FFF2-40B4-BE49-F238E27FC236}">
                <a16:creationId xmlns:a16="http://schemas.microsoft.com/office/drawing/2014/main" id="{29B1C912-E4C2-430D-B2FD-48DE57401CC9}"/>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DCE6F4"/>
          </a:solidFill>
          <a:ln xmlns:a="http://schemas.openxmlformats.org/drawingml/2006/main" w="0">
            <a:noFill/>
          </a:ln>
        </p:spPr>
      </p:sp>
      <p:sp>
        <p:nvSpPr>
          <p:cNvPr id="173" name="">
            <a:extLst xmlns:a="http://schemas.openxmlformats.org/drawingml/2006/main">
              <a:ext uri="{FF2B5EF4-FFF2-40B4-BE49-F238E27FC236}">
                <a16:creationId xmlns:a16="http://schemas.microsoft.com/office/drawing/2014/main" id="{274609C4-2060-4DE3-9436-336A28C51355}"/>
              </a:ext>
            </a:extLst>
          </p:cNvPr>
          <p:cNvSpPr>
            <a:spLocks xmlns:a="http://schemas.openxmlformats.org/drawingml/2006/main" noGrp="1"/>
          </p:cNvSpPr>
          <p:nvPr/>
        </p:nvSpPr>
        <p:spPr>
          <a:xfrm xmlns:a="http://schemas.openxmlformats.org/drawingml/2006/main">
            <a:off x="6562725" y="5334000"/>
            <a:ext cx="272767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Permutation null (rain days swapped)</a:t>
            </a:r>
          </a:p>
        </p:txBody>
      </p:sp>
      <p:sp>
        <p:nvSpPr>
          <p:cNvPr id="174" name="">
            <a:extLst xmlns:a="http://schemas.openxmlformats.org/drawingml/2006/main">
              <a:ext uri="{FF2B5EF4-FFF2-40B4-BE49-F238E27FC236}">
                <a16:creationId xmlns:a16="http://schemas.microsoft.com/office/drawing/2014/main" id="{F4214FEE-000E-4EE5-955C-C51735B7CBAC}"/>
              </a:ext>
            </a:extLst>
          </p:cNvPr>
          <p:cNvSpPr>
            <a:spLocks xmlns:a="http://schemas.openxmlformats.org/drawingml/2006/main" noGrp="1"/>
          </p:cNvSpPr>
          <p:nvPr/>
        </p:nvSpPr>
        <p:spPr>
          <a:xfrm xmlns:a="http://schemas.openxmlformats.org/drawingml/2006/main">
            <a:off x="9499949"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175" name="">
            <a:extLst xmlns:a="http://schemas.openxmlformats.org/drawingml/2006/main">
              <a:ext uri="{FF2B5EF4-FFF2-40B4-BE49-F238E27FC236}">
                <a16:creationId xmlns:a16="http://schemas.microsoft.com/office/drawing/2014/main" id="{0300F1F2-CE64-4603-8DA5-97CA2B1E7F5A}"/>
              </a:ext>
            </a:extLst>
          </p:cNvPr>
          <p:cNvSpPr>
            <a:spLocks xmlns:a="http://schemas.openxmlformats.org/drawingml/2006/main" noGrp="1"/>
          </p:cNvSpPr>
          <p:nvPr/>
        </p:nvSpPr>
        <p:spPr>
          <a:xfrm xmlns:a="http://schemas.openxmlformats.org/drawingml/2006/main">
            <a:off x="9728549" y="5334000"/>
            <a:ext cx="70970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a:t>
            </a:r>
          </a:p>
        </p:txBody>
      </p:sp>
      <p:sp>
        <p:nvSpPr>
          <p:cNvPr id="176" name="">
            <a:extLst xmlns:a="http://schemas.openxmlformats.org/drawingml/2006/main">
              <a:ext uri="{FF2B5EF4-FFF2-40B4-BE49-F238E27FC236}">
                <a16:creationId xmlns:a16="http://schemas.microsoft.com/office/drawing/2014/main" id="{3612C682-62F4-443B-9E4F-D0BD8F096546}"/>
              </a:ext>
            </a:extLst>
          </p:cNvPr>
          <p:cNvSpPr>
            <a:spLocks xmlns:a="http://schemas.openxmlformats.org/drawingml/2006/main" noGrp="1"/>
          </p:cNvSpPr>
          <p:nvPr/>
        </p:nvSpPr>
        <p:spPr>
          <a:xfrm xmlns:a="http://schemas.openxmlformats.org/drawingml/2006/main">
            <a:off x="6334125" y="5619750"/>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77" name="">
            <a:extLst xmlns:a="http://schemas.openxmlformats.org/drawingml/2006/main">
              <a:ext uri="{FF2B5EF4-FFF2-40B4-BE49-F238E27FC236}">
                <a16:creationId xmlns:a16="http://schemas.microsoft.com/office/drawing/2014/main" id="{EB36F576-A2C7-45EA-B839-A3C242B0107A}"/>
              </a:ext>
            </a:extLst>
          </p:cNvPr>
          <p:cNvSpPr>
            <a:spLocks xmlns:a="http://schemas.openxmlformats.org/drawingml/2006/main" noGrp="1"/>
          </p:cNvSpPr>
          <p:nvPr/>
        </p:nvSpPr>
        <p:spPr>
          <a:xfrm xmlns:a="http://schemas.openxmlformats.org/drawingml/2006/main">
            <a:off x="6562725" y="5553075"/>
            <a:ext cx="158581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95% day-bootstrap CI</a:t>
            </a:r>
          </a:p>
        </p:txBody>
      </p:sp>
    </p:spTree>
    <p:extLst>
      <p:ext uri="{BB962C8B-B14F-4D97-AF65-F5344CB8AC3E}">
        <p14:creationId xmlns:p14="http://schemas.microsoft.com/office/powerpoint/2010/main" val="597896415"/>
      </p:ext>
    </p:extLst>
  </p:cSld>
</p:sld>
</file>

<file path=ppt/slides/slide56.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THE PERMUTATION CHECK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Exchangeability is an assumption of the supporting permutation scheme.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56</a:t>
            </a:r>
            <a:endParaRPr sz="1200"/>
          </a:p>
        </p:txBody>
      </p:sp>
      <p:sp>
        <p:nvSpPr>
          <p:cNvPr id="14" name="">
            <a:extLst xmlns:a="http://schemas.openxmlformats.org/drawingml/2006/main">
              <a:ext uri="{FF2B5EF4-FFF2-40B4-BE49-F238E27FC236}">
                <a16:creationId xmlns:a16="http://schemas.microsoft.com/office/drawing/2014/main" id="{28C8ADBE-A511-42AD-B6EF-7DCFE5DA1DFE}"/>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5757FEFB-4F49-452B-A7C4-87E38D9C655F}"/>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Heavy rain (permutation p &lt; 0.001)</a:t>
            </a:r>
          </a:p>
        </p:txBody>
      </p:sp>
      <p:sp>
        <p:nvSpPr>
          <p:cNvPr id="16" name="Editable chart path">
            <a:extLst xmlns:a="http://schemas.openxmlformats.org/drawingml/2006/main">
              <a:ext uri="{FF2B5EF4-FFF2-40B4-BE49-F238E27FC236}">
                <a16:creationId xmlns:a16="http://schemas.microsoft.com/office/drawing/2014/main" id="{28DBD181-B41E-457D-913A-572B7A1F06DB}"/>
              </a:ext>
            </a:extLst>
          </p:cNvPr>
          <p:cNvSpPr>
            <a:spLocks xmlns:a="http://schemas.openxmlformats.org/drawingml/2006/main" noGrp="1"/>
          </p:cNvSpPr>
          <p:nvPr/>
        </p:nvSpPr>
        <p:spPr>
          <a:xfrm xmlns:a="http://schemas.openxmlformats.org/drawingml/2006/main">
            <a:off x="6624437" y="4729298"/>
            <a:ext cx="29991" cy="30200"/>
          </a:xfrm>
          <a:custGeom xmlns:a="http://schemas.openxmlformats.org/drawingml/2006/main">
            <a:pathLst>
              <a:path w="18785" h="18916">
                <a:moveTo>
                  <a:pt x="0" y="18916"/>
                </a:moveTo>
                <a:lnTo>
                  <a:pt x="18785" y="18916"/>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AC6F2701-9208-43D3-908F-8C49C7B639B4}"/>
              </a:ext>
            </a:extLst>
          </p:cNvPr>
          <p:cNvSpPr>
            <a:spLocks xmlns:a="http://schemas.openxmlformats.org/drawingml/2006/main" noGrp="1"/>
          </p:cNvSpPr>
          <p:nvPr/>
        </p:nvSpPr>
        <p:spPr>
          <a:xfrm xmlns:a="http://schemas.openxmlformats.org/drawingml/2006/main">
            <a:off x="6654429" y="4759498"/>
            <a:ext cx="29991" cy="95"/>
          </a:xfrm>
          <a:custGeom xmlns:a="http://schemas.openxmlformats.org/drawingml/2006/main">
            <a:pathLst>
              <a:path w="18785" h="95">
                <a:moveTo>
                  <a:pt x="0" y="0"/>
                </a:moveTo>
                <a:lnTo>
                  <a:pt x="18785" y="0"/>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304BE91C-5B8F-4BDE-9BDA-01AF764053C8}"/>
              </a:ext>
            </a:extLst>
          </p:cNvPr>
          <p:cNvSpPr>
            <a:spLocks xmlns:a="http://schemas.openxmlformats.org/drawingml/2006/main" noGrp="1"/>
          </p:cNvSpPr>
          <p:nvPr/>
        </p:nvSpPr>
        <p:spPr>
          <a:xfrm xmlns:a="http://schemas.openxmlformats.org/drawingml/2006/main">
            <a:off x="6684420" y="4759498"/>
            <a:ext cx="29991" cy="95"/>
          </a:xfrm>
          <a:custGeom xmlns:a="http://schemas.openxmlformats.org/drawingml/2006/main">
            <a:pathLst>
              <a:path w="18785" h="95">
                <a:moveTo>
                  <a:pt x="0" y="0"/>
                </a:moveTo>
                <a:lnTo>
                  <a:pt x="18785" y="0"/>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57374748-0161-425F-BEE7-DF1E3A265B1F}"/>
              </a:ext>
            </a:extLst>
          </p:cNvPr>
          <p:cNvSpPr>
            <a:spLocks xmlns:a="http://schemas.openxmlformats.org/drawingml/2006/main" noGrp="1"/>
          </p:cNvSpPr>
          <p:nvPr/>
        </p:nvSpPr>
        <p:spPr>
          <a:xfrm xmlns:a="http://schemas.openxmlformats.org/drawingml/2006/main">
            <a:off x="6714411" y="4759498"/>
            <a:ext cx="29991" cy="95"/>
          </a:xfrm>
          <a:custGeom xmlns:a="http://schemas.openxmlformats.org/drawingml/2006/main">
            <a:pathLst>
              <a:path w="18785" h="95">
                <a:moveTo>
                  <a:pt x="0" y="0"/>
                </a:moveTo>
                <a:lnTo>
                  <a:pt x="18785" y="0"/>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0D5B884F-15BB-4464-8021-597C37103E09}"/>
              </a:ext>
            </a:extLst>
          </p:cNvPr>
          <p:cNvSpPr>
            <a:spLocks xmlns:a="http://schemas.openxmlformats.org/drawingml/2006/main" noGrp="1"/>
          </p:cNvSpPr>
          <p:nvPr/>
        </p:nvSpPr>
        <p:spPr>
          <a:xfrm xmlns:a="http://schemas.openxmlformats.org/drawingml/2006/main">
            <a:off x="6744403" y="4759498"/>
            <a:ext cx="29991" cy="95"/>
          </a:xfrm>
          <a:custGeom xmlns:a="http://schemas.openxmlformats.org/drawingml/2006/main">
            <a:pathLst>
              <a:path w="18785" h="95">
                <a:moveTo>
                  <a:pt x="0" y="0"/>
                </a:moveTo>
                <a:lnTo>
                  <a:pt x="18785" y="0"/>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E1CE55BC-7CC2-4A58-8F2C-7CD8BCB9A41D}"/>
              </a:ext>
            </a:extLst>
          </p:cNvPr>
          <p:cNvSpPr>
            <a:spLocks xmlns:a="http://schemas.openxmlformats.org/drawingml/2006/main" noGrp="1"/>
          </p:cNvSpPr>
          <p:nvPr/>
        </p:nvSpPr>
        <p:spPr>
          <a:xfrm xmlns:a="http://schemas.openxmlformats.org/drawingml/2006/main">
            <a:off x="6774394" y="4729298"/>
            <a:ext cx="29991" cy="30200"/>
          </a:xfrm>
          <a:custGeom xmlns:a="http://schemas.openxmlformats.org/drawingml/2006/main">
            <a:pathLst>
              <a:path w="18785" h="18916">
                <a:moveTo>
                  <a:pt x="0" y="18916"/>
                </a:moveTo>
                <a:lnTo>
                  <a:pt x="18785" y="18916"/>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3617537E-C6A5-454E-A2A0-CBECABE53954}"/>
              </a:ext>
            </a:extLst>
          </p:cNvPr>
          <p:cNvSpPr>
            <a:spLocks xmlns:a="http://schemas.openxmlformats.org/drawingml/2006/main" noGrp="1"/>
          </p:cNvSpPr>
          <p:nvPr/>
        </p:nvSpPr>
        <p:spPr>
          <a:xfrm xmlns:a="http://schemas.openxmlformats.org/drawingml/2006/main">
            <a:off x="6804386" y="4759498"/>
            <a:ext cx="29991" cy="95"/>
          </a:xfrm>
          <a:custGeom xmlns:a="http://schemas.openxmlformats.org/drawingml/2006/main">
            <a:pathLst>
              <a:path w="18785" h="95">
                <a:moveTo>
                  <a:pt x="0" y="0"/>
                </a:moveTo>
                <a:lnTo>
                  <a:pt x="18785" y="0"/>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4D3F1902-770B-4067-873B-556EFCD991A4}"/>
              </a:ext>
            </a:extLst>
          </p:cNvPr>
          <p:cNvSpPr>
            <a:spLocks xmlns:a="http://schemas.openxmlformats.org/drawingml/2006/main" noGrp="1"/>
          </p:cNvSpPr>
          <p:nvPr/>
        </p:nvSpPr>
        <p:spPr>
          <a:xfrm xmlns:a="http://schemas.openxmlformats.org/drawingml/2006/main">
            <a:off x="6834377" y="4668898"/>
            <a:ext cx="29991" cy="90600"/>
          </a:xfrm>
          <a:custGeom xmlns:a="http://schemas.openxmlformats.org/drawingml/2006/main">
            <a:pathLst>
              <a:path w="18785" h="56749">
                <a:moveTo>
                  <a:pt x="0" y="56749"/>
                </a:moveTo>
                <a:lnTo>
                  <a:pt x="18785" y="56749"/>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E7031D43-D4B8-4EFD-B3E1-172066DA3547}"/>
              </a:ext>
            </a:extLst>
          </p:cNvPr>
          <p:cNvSpPr>
            <a:spLocks xmlns:a="http://schemas.openxmlformats.org/drawingml/2006/main" noGrp="1"/>
          </p:cNvSpPr>
          <p:nvPr/>
        </p:nvSpPr>
        <p:spPr>
          <a:xfrm xmlns:a="http://schemas.openxmlformats.org/drawingml/2006/main">
            <a:off x="6864368" y="4699098"/>
            <a:ext cx="29991" cy="60400"/>
          </a:xfrm>
          <a:custGeom xmlns:a="http://schemas.openxmlformats.org/drawingml/2006/main">
            <a:pathLst>
              <a:path w="18785" h="37832">
                <a:moveTo>
                  <a:pt x="0" y="37832"/>
                </a:moveTo>
                <a:lnTo>
                  <a:pt x="18785" y="37832"/>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837A0540-DC93-46F5-A26A-9F0E2FAFA1BA}"/>
              </a:ext>
            </a:extLst>
          </p:cNvPr>
          <p:cNvSpPr>
            <a:spLocks xmlns:a="http://schemas.openxmlformats.org/drawingml/2006/main" noGrp="1"/>
          </p:cNvSpPr>
          <p:nvPr/>
        </p:nvSpPr>
        <p:spPr>
          <a:xfrm xmlns:a="http://schemas.openxmlformats.org/drawingml/2006/main">
            <a:off x="6894360" y="4668898"/>
            <a:ext cx="29991" cy="90600"/>
          </a:xfrm>
          <a:custGeom xmlns:a="http://schemas.openxmlformats.org/drawingml/2006/main">
            <a:pathLst>
              <a:path w="18785" h="56749">
                <a:moveTo>
                  <a:pt x="0" y="56749"/>
                </a:moveTo>
                <a:lnTo>
                  <a:pt x="18785" y="56749"/>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73CB3E23-5B6E-4769-80E3-B7920C3E93CF}"/>
              </a:ext>
            </a:extLst>
          </p:cNvPr>
          <p:cNvSpPr>
            <a:spLocks xmlns:a="http://schemas.openxmlformats.org/drawingml/2006/main" noGrp="1"/>
          </p:cNvSpPr>
          <p:nvPr/>
        </p:nvSpPr>
        <p:spPr>
          <a:xfrm xmlns:a="http://schemas.openxmlformats.org/drawingml/2006/main">
            <a:off x="6924351" y="4548099"/>
            <a:ext cx="29991" cy="211400"/>
          </a:xfrm>
          <a:custGeom xmlns:a="http://schemas.openxmlformats.org/drawingml/2006/main">
            <a:pathLst>
              <a:path w="18785" h="132413">
                <a:moveTo>
                  <a:pt x="0" y="132413"/>
                </a:moveTo>
                <a:lnTo>
                  <a:pt x="18785" y="132413"/>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CA67DDA4-BDFD-432A-B76D-7C6A511FCB3A}"/>
              </a:ext>
            </a:extLst>
          </p:cNvPr>
          <p:cNvSpPr>
            <a:spLocks xmlns:a="http://schemas.openxmlformats.org/drawingml/2006/main" noGrp="1"/>
          </p:cNvSpPr>
          <p:nvPr/>
        </p:nvSpPr>
        <p:spPr>
          <a:xfrm xmlns:a="http://schemas.openxmlformats.org/drawingml/2006/main">
            <a:off x="6954342" y="4427299"/>
            <a:ext cx="29991" cy="332200"/>
          </a:xfrm>
          <a:custGeom xmlns:a="http://schemas.openxmlformats.org/drawingml/2006/main">
            <a:pathLst>
              <a:path w="18785" h="208078">
                <a:moveTo>
                  <a:pt x="0" y="208078"/>
                </a:moveTo>
                <a:lnTo>
                  <a:pt x="18785" y="208078"/>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D6F1BA97-915A-47F6-A563-42CA69A57EA5}"/>
              </a:ext>
            </a:extLst>
          </p:cNvPr>
          <p:cNvSpPr>
            <a:spLocks xmlns:a="http://schemas.openxmlformats.org/drawingml/2006/main" noGrp="1"/>
          </p:cNvSpPr>
          <p:nvPr/>
        </p:nvSpPr>
        <p:spPr>
          <a:xfrm xmlns:a="http://schemas.openxmlformats.org/drawingml/2006/main">
            <a:off x="6984334" y="4487699"/>
            <a:ext cx="29991" cy="271800"/>
          </a:xfrm>
          <a:custGeom xmlns:a="http://schemas.openxmlformats.org/drawingml/2006/main">
            <a:pathLst>
              <a:path w="18785" h="170245">
                <a:moveTo>
                  <a:pt x="0" y="170245"/>
                </a:moveTo>
                <a:lnTo>
                  <a:pt x="18785" y="170245"/>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A9A26099-327A-4603-98CB-70DDA043980B}"/>
              </a:ext>
            </a:extLst>
          </p:cNvPr>
          <p:cNvSpPr>
            <a:spLocks xmlns:a="http://schemas.openxmlformats.org/drawingml/2006/main" noGrp="1"/>
          </p:cNvSpPr>
          <p:nvPr/>
        </p:nvSpPr>
        <p:spPr>
          <a:xfrm xmlns:a="http://schemas.openxmlformats.org/drawingml/2006/main">
            <a:off x="7014325" y="4215899"/>
            <a:ext cx="29991" cy="543600"/>
          </a:xfrm>
          <a:custGeom xmlns:a="http://schemas.openxmlformats.org/drawingml/2006/main">
            <a:pathLst>
              <a:path w="18785" h="340491">
                <a:moveTo>
                  <a:pt x="0" y="340491"/>
                </a:moveTo>
                <a:lnTo>
                  <a:pt x="18785" y="340491"/>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905DD5F9-0F6D-46CB-AF4A-CCD4E0C12C6C}"/>
              </a:ext>
            </a:extLst>
          </p:cNvPr>
          <p:cNvSpPr>
            <a:spLocks xmlns:a="http://schemas.openxmlformats.org/drawingml/2006/main" noGrp="1"/>
          </p:cNvSpPr>
          <p:nvPr/>
        </p:nvSpPr>
        <p:spPr>
          <a:xfrm xmlns:a="http://schemas.openxmlformats.org/drawingml/2006/main">
            <a:off x="7044316" y="4095099"/>
            <a:ext cx="29991" cy="664400"/>
          </a:xfrm>
          <a:custGeom xmlns:a="http://schemas.openxmlformats.org/drawingml/2006/main">
            <a:pathLst>
              <a:path w="18785" h="416156">
                <a:moveTo>
                  <a:pt x="0" y="416156"/>
                </a:moveTo>
                <a:lnTo>
                  <a:pt x="18785" y="416156"/>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5748FD5F-D104-48CB-A9D1-C0FAAF140F2D}"/>
              </a:ext>
            </a:extLst>
          </p:cNvPr>
          <p:cNvSpPr>
            <a:spLocks xmlns:a="http://schemas.openxmlformats.org/drawingml/2006/main" noGrp="1"/>
          </p:cNvSpPr>
          <p:nvPr/>
        </p:nvSpPr>
        <p:spPr>
          <a:xfrm xmlns:a="http://schemas.openxmlformats.org/drawingml/2006/main">
            <a:off x="7074308" y="4276299"/>
            <a:ext cx="29991" cy="483200"/>
          </a:xfrm>
          <a:custGeom xmlns:a="http://schemas.openxmlformats.org/drawingml/2006/main">
            <a:pathLst>
              <a:path w="18785" h="302659">
                <a:moveTo>
                  <a:pt x="0" y="302659"/>
                </a:moveTo>
                <a:lnTo>
                  <a:pt x="18785" y="302659"/>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8F9DB1D1-2C7E-4F11-A755-6E241645325F}"/>
              </a:ext>
            </a:extLst>
          </p:cNvPr>
          <p:cNvSpPr>
            <a:spLocks xmlns:a="http://schemas.openxmlformats.org/drawingml/2006/main" noGrp="1"/>
          </p:cNvSpPr>
          <p:nvPr/>
        </p:nvSpPr>
        <p:spPr>
          <a:xfrm xmlns:a="http://schemas.openxmlformats.org/drawingml/2006/main">
            <a:off x="7104299" y="3611899"/>
            <a:ext cx="29991" cy="1147599"/>
          </a:xfrm>
          <a:custGeom xmlns:a="http://schemas.openxmlformats.org/drawingml/2006/main">
            <a:pathLst>
              <a:path w="18785" h="718814">
                <a:moveTo>
                  <a:pt x="0" y="718814"/>
                </a:moveTo>
                <a:lnTo>
                  <a:pt x="18785" y="718814"/>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7C7D61D4-B1D8-41C2-87B5-0AEF4D488F42}"/>
              </a:ext>
            </a:extLst>
          </p:cNvPr>
          <p:cNvSpPr>
            <a:spLocks xmlns:a="http://schemas.openxmlformats.org/drawingml/2006/main" noGrp="1"/>
          </p:cNvSpPr>
          <p:nvPr/>
        </p:nvSpPr>
        <p:spPr>
          <a:xfrm xmlns:a="http://schemas.openxmlformats.org/drawingml/2006/main">
            <a:off x="7134290" y="3219299"/>
            <a:ext cx="29991" cy="1540199"/>
          </a:xfrm>
          <a:custGeom xmlns:a="http://schemas.openxmlformats.org/drawingml/2006/main">
            <a:pathLst>
              <a:path w="18785" h="964724">
                <a:moveTo>
                  <a:pt x="0" y="964724"/>
                </a:moveTo>
                <a:lnTo>
                  <a:pt x="18785" y="964724"/>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D9048601-FF41-4CFE-A383-BA7F9E3EEB13}"/>
              </a:ext>
            </a:extLst>
          </p:cNvPr>
          <p:cNvSpPr>
            <a:spLocks xmlns:a="http://schemas.openxmlformats.org/drawingml/2006/main" noGrp="1"/>
          </p:cNvSpPr>
          <p:nvPr/>
        </p:nvSpPr>
        <p:spPr>
          <a:xfrm xmlns:a="http://schemas.openxmlformats.org/drawingml/2006/main">
            <a:off x="7164282" y="3309899"/>
            <a:ext cx="29991" cy="1449599"/>
          </a:xfrm>
          <a:custGeom xmlns:a="http://schemas.openxmlformats.org/drawingml/2006/main">
            <a:pathLst>
              <a:path w="18785" h="907976">
                <a:moveTo>
                  <a:pt x="0" y="907976"/>
                </a:moveTo>
                <a:lnTo>
                  <a:pt x="18785" y="907976"/>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D0E3F45D-7440-4331-AE7B-CB6D7DAC603F}"/>
              </a:ext>
            </a:extLst>
          </p:cNvPr>
          <p:cNvSpPr>
            <a:spLocks xmlns:a="http://schemas.openxmlformats.org/drawingml/2006/main" noGrp="1"/>
          </p:cNvSpPr>
          <p:nvPr/>
        </p:nvSpPr>
        <p:spPr>
          <a:xfrm xmlns:a="http://schemas.openxmlformats.org/drawingml/2006/main">
            <a:off x="7194273" y="2887100"/>
            <a:ext cx="29991" cy="1872399"/>
          </a:xfrm>
          <a:custGeom xmlns:a="http://schemas.openxmlformats.org/drawingml/2006/main">
            <a:pathLst>
              <a:path w="18785" h="1172802">
                <a:moveTo>
                  <a:pt x="0" y="1172802"/>
                </a:moveTo>
                <a:lnTo>
                  <a:pt x="18785" y="1172802"/>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5513353A-316E-4A54-8E95-379D885817EA}"/>
              </a:ext>
            </a:extLst>
          </p:cNvPr>
          <p:cNvSpPr>
            <a:spLocks xmlns:a="http://schemas.openxmlformats.org/drawingml/2006/main" noGrp="1"/>
          </p:cNvSpPr>
          <p:nvPr/>
        </p:nvSpPr>
        <p:spPr>
          <a:xfrm xmlns:a="http://schemas.openxmlformats.org/drawingml/2006/main">
            <a:off x="7224264" y="3340099"/>
            <a:ext cx="29991" cy="1419399"/>
          </a:xfrm>
          <a:custGeom xmlns:a="http://schemas.openxmlformats.org/drawingml/2006/main">
            <a:pathLst>
              <a:path w="18785" h="889060">
                <a:moveTo>
                  <a:pt x="0" y="889060"/>
                </a:moveTo>
                <a:lnTo>
                  <a:pt x="18785" y="889060"/>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EA143F67-0218-4950-976D-7C76A13F88C2}"/>
              </a:ext>
            </a:extLst>
          </p:cNvPr>
          <p:cNvSpPr>
            <a:spLocks xmlns:a="http://schemas.openxmlformats.org/drawingml/2006/main" noGrp="1"/>
          </p:cNvSpPr>
          <p:nvPr/>
        </p:nvSpPr>
        <p:spPr>
          <a:xfrm xmlns:a="http://schemas.openxmlformats.org/drawingml/2006/main">
            <a:off x="7254256" y="2796500"/>
            <a:ext cx="29991" cy="1962999"/>
          </a:xfrm>
          <a:custGeom xmlns:a="http://schemas.openxmlformats.org/drawingml/2006/main">
            <a:pathLst>
              <a:path w="18785" h="1229551">
                <a:moveTo>
                  <a:pt x="0" y="1229551"/>
                </a:moveTo>
                <a:lnTo>
                  <a:pt x="18785" y="1229551"/>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6D8C7899-1505-4CEB-8039-7A7B23328A8E}"/>
              </a:ext>
            </a:extLst>
          </p:cNvPr>
          <p:cNvSpPr>
            <a:spLocks xmlns:a="http://schemas.openxmlformats.org/drawingml/2006/main" noGrp="1"/>
          </p:cNvSpPr>
          <p:nvPr/>
        </p:nvSpPr>
        <p:spPr>
          <a:xfrm xmlns:a="http://schemas.openxmlformats.org/drawingml/2006/main">
            <a:off x="7284247" y="2766300"/>
            <a:ext cx="29991" cy="1993199"/>
          </a:xfrm>
          <a:custGeom xmlns:a="http://schemas.openxmlformats.org/drawingml/2006/main">
            <a:pathLst>
              <a:path w="18785" h="1248467">
                <a:moveTo>
                  <a:pt x="0" y="1248467"/>
                </a:moveTo>
                <a:lnTo>
                  <a:pt x="18785" y="1248467"/>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AC1B89C0-0688-4D5B-8CB6-3ACDF4B37577}"/>
              </a:ext>
            </a:extLst>
          </p:cNvPr>
          <p:cNvSpPr>
            <a:spLocks xmlns:a="http://schemas.openxmlformats.org/drawingml/2006/main" noGrp="1"/>
          </p:cNvSpPr>
          <p:nvPr/>
        </p:nvSpPr>
        <p:spPr>
          <a:xfrm xmlns:a="http://schemas.openxmlformats.org/drawingml/2006/main">
            <a:off x="7314238" y="2705900"/>
            <a:ext cx="29991" cy="2053599"/>
          </a:xfrm>
          <a:custGeom xmlns:a="http://schemas.openxmlformats.org/drawingml/2006/main">
            <a:pathLst>
              <a:path w="18785" h="1286299">
                <a:moveTo>
                  <a:pt x="0" y="1286299"/>
                </a:moveTo>
                <a:lnTo>
                  <a:pt x="18785" y="1286299"/>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0" name="Editable chart path">
            <a:extLst xmlns:a="http://schemas.openxmlformats.org/drawingml/2006/main">
              <a:ext uri="{FF2B5EF4-FFF2-40B4-BE49-F238E27FC236}">
                <a16:creationId xmlns:a16="http://schemas.microsoft.com/office/drawing/2014/main" id="{2903FBC0-CD34-473C-A167-C72BC736261D}"/>
              </a:ext>
            </a:extLst>
          </p:cNvPr>
          <p:cNvSpPr>
            <a:spLocks xmlns:a="http://schemas.openxmlformats.org/drawingml/2006/main" noGrp="1"/>
          </p:cNvSpPr>
          <p:nvPr/>
        </p:nvSpPr>
        <p:spPr>
          <a:xfrm xmlns:a="http://schemas.openxmlformats.org/drawingml/2006/main">
            <a:off x="7344230" y="2766300"/>
            <a:ext cx="29991" cy="1993199"/>
          </a:xfrm>
          <a:custGeom xmlns:a="http://schemas.openxmlformats.org/drawingml/2006/main">
            <a:pathLst>
              <a:path w="18785" h="1248467">
                <a:moveTo>
                  <a:pt x="0" y="1248467"/>
                </a:moveTo>
                <a:lnTo>
                  <a:pt x="18785" y="1248467"/>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1" name="Editable chart path">
            <a:extLst xmlns:a="http://schemas.openxmlformats.org/drawingml/2006/main">
              <a:ext uri="{FF2B5EF4-FFF2-40B4-BE49-F238E27FC236}">
                <a16:creationId xmlns:a16="http://schemas.microsoft.com/office/drawing/2014/main" id="{B7FB0DCA-BE6B-46BA-866F-229E8355E341}"/>
              </a:ext>
            </a:extLst>
          </p:cNvPr>
          <p:cNvSpPr>
            <a:spLocks xmlns:a="http://schemas.openxmlformats.org/drawingml/2006/main" noGrp="1"/>
          </p:cNvSpPr>
          <p:nvPr/>
        </p:nvSpPr>
        <p:spPr>
          <a:xfrm xmlns:a="http://schemas.openxmlformats.org/drawingml/2006/main">
            <a:off x="7374221" y="2524700"/>
            <a:ext cx="29991" cy="2234799"/>
          </a:xfrm>
          <a:custGeom xmlns:a="http://schemas.openxmlformats.org/drawingml/2006/main">
            <a:pathLst>
              <a:path w="18785" h="1399796">
                <a:moveTo>
                  <a:pt x="0" y="1399796"/>
                </a:moveTo>
                <a:lnTo>
                  <a:pt x="18785" y="1399796"/>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2" name="Editable chart path">
            <a:extLst xmlns:a="http://schemas.openxmlformats.org/drawingml/2006/main">
              <a:ext uri="{FF2B5EF4-FFF2-40B4-BE49-F238E27FC236}">
                <a16:creationId xmlns:a16="http://schemas.microsoft.com/office/drawing/2014/main" id="{0FC9267A-09AC-42B4-B433-AD8A4756E482}"/>
              </a:ext>
            </a:extLst>
          </p:cNvPr>
          <p:cNvSpPr>
            <a:spLocks xmlns:a="http://schemas.openxmlformats.org/drawingml/2006/main" noGrp="1"/>
          </p:cNvSpPr>
          <p:nvPr/>
        </p:nvSpPr>
        <p:spPr>
          <a:xfrm xmlns:a="http://schemas.openxmlformats.org/drawingml/2006/main">
            <a:off x="7404212" y="2494500"/>
            <a:ext cx="29991" cy="2264999"/>
          </a:xfrm>
          <a:custGeom xmlns:a="http://schemas.openxmlformats.org/drawingml/2006/main">
            <a:pathLst>
              <a:path w="18785" h="1418712">
                <a:moveTo>
                  <a:pt x="0" y="1418712"/>
                </a:moveTo>
                <a:lnTo>
                  <a:pt x="18785" y="1418712"/>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3" name="Editable chart path">
            <a:extLst xmlns:a="http://schemas.openxmlformats.org/drawingml/2006/main">
              <a:ext uri="{FF2B5EF4-FFF2-40B4-BE49-F238E27FC236}">
                <a16:creationId xmlns:a16="http://schemas.microsoft.com/office/drawing/2014/main" id="{CF08F952-63C1-439F-BA16-EC83CD9C3136}"/>
              </a:ext>
            </a:extLst>
          </p:cNvPr>
          <p:cNvSpPr>
            <a:spLocks xmlns:a="http://schemas.openxmlformats.org/drawingml/2006/main" noGrp="1"/>
          </p:cNvSpPr>
          <p:nvPr/>
        </p:nvSpPr>
        <p:spPr>
          <a:xfrm xmlns:a="http://schemas.openxmlformats.org/drawingml/2006/main">
            <a:off x="7434204" y="3219299"/>
            <a:ext cx="29991" cy="1540199"/>
          </a:xfrm>
          <a:custGeom xmlns:a="http://schemas.openxmlformats.org/drawingml/2006/main">
            <a:pathLst>
              <a:path w="18785" h="964724">
                <a:moveTo>
                  <a:pt x="0" y="964724"/>
                </a:moveTo>
                <a:lnTo>
                  <a:pt x="18785" y="964724"/>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4" name="Editable chart path">
            <a:extLst xmlns:a="http://schemas.openxmlformats.org/drawingml/2006/main">
              <a:ext uri="{FF2B5EF4-FFF2-40B4-BE49-F238E27FC236}">
                <a16:creationId xmlns:a16="http://schemas.microsoft.com/office/drawing/2014/main" id="{89F059EC-9186-44DF-870A-B5973DF50D52}"/>
              </a:ext>
            </a:extLst>
          </p:cNvPr>
          <p:cNvSpPr>
            <a:spLocks xmlns:a="http://schemas.openxmlformats.org/drawingml/2006/main" noGrp="1"/>
          </p:cNvSpPr>
          <p:nvPr/>
        </p:nvSpPr>
        <p:spPr>
          <a:xfrm xmlns:a="http://schemas.openxmlformats.org/drawingml/2006/main">
            <a:off x="7464195" y="3400499"/>
            <a:ext cx="29991" cy="1358999"/>
          </a:xfrm>
          <a:custGeom xmlns:a="http://schemas.openxmlformats.org/drawingml/2006/main">
            <a:pathLst>
              <a:path w="18785" h="851227">
                <a:moveTo>
                  <a:pt x="0" y="851227"/>
                </a:moveTo>
                <a:lnTo>
                  <a:pt x="18785" y="851227"/>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5" name="Editable chart path">
            <a:extLst xmlns:a="http://schemas.openxmlformats.org/drawingml/2006/main">
              <a:ext uri="{FF2B5EF4-FFF2-40B4-BE49-F238E27FC236}">
                <a16:creationId xmlns:a16="http://schemas.microsoft.com/office/drawing/2014/main" id="{1D743D5E-EBBA-4590-9C4F-1A765372BE2B}"/>
              </a:ext>
            </a:extLst>
          </p:cNvPr>
          <p:cNvSpPr>
            <a:spLocks xmlns:a="http://schemas.openxmlformats.org/drawingml/2006/main" noGrp="1"/>
          </p:cNvSpPr>
          <p:nvPr/>
        </p:nvSpPr>
        <p:spPr>
          <a:xfrm xmlns:a="http://schemas.openxmlformats.org/drawingml/2006/main">
            <a:off x="7494186" y="3732699"/>
            <a:ext cx="29991" cy="1026799"/>
          </a:xfrm>
          <a:custGeom xmlns:a="http://schemas.openxmlformats.org/drawingml/2006/main">
            <a:pathLst>
              <a:path w="18785" h="643150">
                <a:moveTo>
                  <a:pt x="0" y="643150"/>
                </a:moveTo>
                <a:lnTo>
                  <a:pt x="18785" y="643150"/>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6" name="Editable chart path">
            <a:extLst xmlns:a="http://schemas.openxmlformats.org/drawingml/2006/main">
              <a:ext uri="{FF2B5EF4-FFF2-40B4-BE49-F238E27FC236}">
                <a16:creationId xmlns:a16="http://schemas.microsoft.com/office/drawing/2014/main" id="{9023A781-2BBF-4C75-9719-503EF4B802E0}"/>
              </a:ext>
            </a:extLst>
          </p:cNvPr>
          <p:cNvSpPr>
            <a:spLocks xmlns:a="http://schemas.openxmlformats.org/drawingml/2006/main" noGrp="1"/>
          </p:cNvSpPr>
          <p:nvPr/>
        </p:nvSpPr>
        <p:spPr>
          <a:xfrm xmlns:a="http://schemas.openxmlformats.org/drawingml/2006/main">
            <a:off x="7524178" y="3823299"/>
            <a:ext cx="29991" cy="936199"/>
          </a:xfrm>
          <a:custGeom xmlns:a="http://schemas.openxmlformats.org/drawingml/2006/main">
            <a:pathLst>
              <a:path w="18785" h="586401">
                <a:moveTo>
                  <a:pt x="0" y="586401"/>
                </a:moveTo>
                <a:lnTo>
                  <a:pt x="18785" y="586401"/>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7" name="Editable chart path">
            <a:extLst xmlns:a="http://schemas.openxmlformats.org/drawingml/2006/main">
              <a:ext uri="{FF2B5EF4-FFF2-40B4-BE49-F238E27FC236}">
                <a16:creationId xmlns:a16="http://schemas.microsoft.com/office/drawing/2014/main" id="{E02946C1-113A-4137-9952-A04C6FCBDAD0}"/>
              </a:ext>
            </a:extLst>
          </p:cNvPr>
          <p:cNvSpPr>
            <a:spLocks xmlns:a="http://schemas.openxmlformats.org/drawingml/2006/main" noGrp="1"/>
          </p:cNvSpPr>
          <p:nvPr/>
        </p:nvSpPr>
        <p:spPr>
          <a:xfrm xmlns:a="http://schemas.openxmlformats.org/drawingml/2006/main">
            <a:off x="7554169" y="3642099"/>
            <a:ext cx="29991" cy="1117399"/>
          </a:xfrm>
          <a:custGeom xmlns:a="http://schemas.openxmlformats.org/drawingml/2006/main">
            <a:pathLst>
              <a:path w="18785" h="699898">
                <a:moveTo>
                  <a:pt x="0" y="699898"/>
                </a:moveTo>
                <a:lnTo>
                  <a:pt x="18785" y="699898"/>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8" name="Editable chart path">
            <a:extLst xmlns:a="http://schemas.openxmlformats.org/drawingml/2006/main">
              <a:ext uri="{FF2B5EF4-FFF2-40B4-BE49-F238E27FC236}">
                <a16:creationId xmlns:a16="http://schemas.microsoft.com/office/drawing/2014/main" id="{AF29E6C2-D2D0-453D-BCC7-3778DDFD186B}"/>
              </a:ext>
            </a:extLst>
          </p:cNvPr>
          <p:cNvSpPr>
            <a:spLocks xmlns:a="http://schemas.openxmlformats.org/drawingml/2006/main" noGrp="1"/>
          </p:cNvSpPr>
          <p:nvPr/>
        </p:nvSpPr>
        <p:spPr>
          <a:xfrm xmlns:a="http://schemas.openxmlformats.org/drawingml/2006/main">
            <a:off x="7584160" y="4125299"/>
            <a:ext cx="29991" cy="634200"/>
          </a:xfrm>
          <a:custGeom xmlns:a="http://schemas.openxmlformats.org/drawingml/2006/main">
            <a:pathLst>
              <a:path w="18785" h="397239">
                <a:moveTo>
                  <a:pt x="0" y="397239"/>
                </a:moveTo>
                <a:lnTo>
                  <a:pt x="18785" y="397239"/>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49" name="Editable chart path">
            <a:extLst xmlns:a="http://schemas.openxmlformats.org/drawingml/2006/main">
              <a:ext uri="{FF2B5EF4-FFF2-40B4-BE49-F238E27FC236}">
                <a16:creationId xmlns:a16="http://schemas.microsoft.com/office/drawing/2014/main" id="{DFCB3EC8-B44F-40DD-BDA2-18C5ED9CE75C}"/>
              </a:ext>
            </a:extLst>
          </p:cNvPr>
          <p:cNvSpPr>
            <a:spLocks xmlns:a="http://schemas.openxmlformats.org/drawingml/2006/main" noGrp="1"/>
          </p:cNvSpPr>
          <p:nvPr/>
        </p:nvSpPr>
        <p:spPr>
          <a:xfrm xmlns:a="http://schemas.openxmlformats.org/drawingml/2006/main">
            <a:off x="7614152" y="4336699"/>
            <a:ext cx="29991" cy="422800"/>
          </a:xfrm>
          <a:custGeom xmlns:a="http://schemas.openxmlformats.org/drawingml/2006/main">
            <a:pathLst>
              <a:path w="18785" h="264826">
                <a:moveTo>
                  <a:pt x="0" y="264826"/>
                </a:moveTo>
                <a:lnTo>
                  <a:pt x="18785" y="264826"/>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50" name="Editable chart path">
            <a:extLst xmlns:a="http://schemas.openxmlformats.org/drawingml/2006/main">
              <a:ext uri="{FF2B5EF4-FFF2-40B4-BE49-F238E27FC236}">
                <a16:creationId xmlns:a16="http://schemas.microsoft.com/office/drawing/2014/main" id="{15FB89A3-2146-47B1-BFD5-2785C4801A2F}"/>
              </a:ext>
            </a:extLst>
          </p:cNvPr>
          <p:cNvSpPr>
            <a:spLocks xmlns:a="http://schemas.openxmlformats.org/drawingml/2006/main" noGrp="1"/>
          </p:cNvSpPr>
          <p:nvPr/>
        </p:nvSpPr>
        <p:spPr>
          <a:xfrm xmlns:a="http://schemas.openxmlformats.org/drawingml/2006/main">
            <a:off x="7644143" y="4608499"/>
            <a:ext cx="29991" cy="151000"/>
          </a:xfrm>
          <a:custGeom xmlns:a="http://schemas.openxmlformats.org/drawingml/2006/main">
            <a:pathLst>
              <a:path w="18785" h="94581">
                <a:moveTo>
                  <a:pt x="0" y="94581"/>
                </a:moveTo>
                <a:lnTo>
                  <a:pt x="18785" y="94581"/>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51" name="Editable chart path">
            <a:extLst xmlns:a="http://schemas.openxmlformats.org/drawingml/2006/main">
              <a:ext uri="{FF2B5EF4-FFF2-40B4-BE49-F238E27FC236}">
                <a16:creationId xmlns:a16="http://schemas.microsoft.com/office/drawing/2014/main" id="{EEB046C5-0CB2-4D2B-BFB4-F88C53BD9E67}"/>
              </a:ext>
            </a:extLst>
          </p:cNvPr>
          <p:cNvSpPr>
            <a:spLocks xmlns:a="http://schemas.openxmlformats.org/drawingml/2006/main" noGrp="1"/>
          </p:cNvSpPr>
          <p:nvPr/>
        </p:nvSpPr>
        <p:spPr>
          <a:xfrm xmlns:a="http://schemas.openxmlformats.org/drawingml/2006/main">
            <a:off x="7674135" y="4578299"/>
            <a:ext cx="29991" cy="181200"/>
          </a:xfrm>
          <a:custGeom xmlns:a="http://schemas.openxmlformats.org/drawingml/2006/main">
            <a:pathLst>
              <a:path w="18785" h="113497">
                <a:moveTo>
                  <a:pt x="0" y="113497"/>
                </a:moveTo>
                <a:lnTo>
                  <a:pt x="18785" y="113497"/>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52" name="Editable chart path">
            <a:extLst xmlns:a="http://schemas.openxmlformats.org/drawingml/2006/main">
              <a:ext uri="{FF2B5EF4-FFF2-40B4-BE49-F238E27FC236}">
                <a16:creationId xmlns:a16="http://schemas.microsoft.com/office/drawing/2014/main" id="{BB177B2B-3CEF-4081-A0AF-AE05AECB0319}"/>
              </a:ext>
            </a:extLst>
          </p:cNvPr>
          <p:cNvSpPr>
            <a:spLocks xmlns:a="http://schemas.openxmlformats.org/drawingml/2006/main" noGrp="1"/>
          </p:cNvSpPr>
          <p:nvPr/>
        </p:nvSpPr>
        <p:spPr>
          <a:xfrm xmlns:a="http://schemas.openxmlformats.org/drawingml/2006/main">
            <a:off x="7704126" y="4699098"/>
            <a:ext cx="29991" cy="60400"/>
          </a:xfrm>
          <a:custGeom xmlns:a="http://schemas.openxmlformats.org/drawingml/2006/main">
            <a:pathLst>
              <a:path w="18785" h="37832">
                <a:moveTo>
                  <a:pt x="0" y="37832"/>
                </a:moveTo>
                <a:lnTo>
                  <a:pt x="18785" y="37832"/>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53" name="Editable chart path">
            <a:extLst xmlns:a="http://schemas.openxmlformats.org/drawingml/2006/main">
              <a:ext uri="{FF2B5EF4-FFF2-40B4-BE49-F238E27FC236}">
                <a16:creationId xmlns:a16="http://schemas.microsoft.com/office/drawing/2014/main" id="{5E4FD1A8-A4B5-4FCC-8DAB-6F0100BD48B6}"/>
              </a:ext>
            </a:extLst>
          </p:cNvPr>
          <p:cNvSpPr>
            <a:spLocks xmlns:a="http://schemas.openxmlformats.org/drawingml/2006/main" noGrp="1"/>
          </p:cNvSpPr>
          <p:nvPr/>
        </p:nvSpPr>
        <p:spPr>
          <a:xfrm xmlns:a="http://schemas.openxmlformats.org/drawingml/2006/main">
            <a:off x="7734117" y="4759498"/>
            <a:ext cx="29991" cy="95"/>
          </a:xfrm>
          <a:custGeom xmlns:a="http://schemas.openxmlformats.org/drawingml/2006/main">
            <a:pathLst>
              <a:path w="18785" h="95">
                <a:moveTo>
                  <a:pt x="0" y="0"/>
                </a:moveTo>
                <a:lnTo>
                  <a:pt x="18785" y="0"/>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54" name="Editable chart path">
            <a:extLst xmlns:a="http://schemas.openxmlformats.org/drawingml/2006/main">
              <a:ext uri="{FF2B5EF4-FFF2-40B4-BE49-F238E27FC236}">
                <a16:creationId xmlns:a16="http://schemas.microsoft.com/office/drawing/2014/main" id="{9CD449C9-AA22-48AD-B95D-171E4105BC03}"/>
              </a:ext>
            </a:extLst>
          </p:cNvPr>
          <p:cNvSpPr>
            <a:spLocks xmlns:a="http://schemas.openxmlformats.org/drawingml/2006/main" noGrp="1"/>
          </p:cNvSpPr>
          <p:nvPr/>
        </p:nvSpPr>
        <p:spPr>
          <a:xfrm xmlns:a="http://schemas.openxmlformats.org/drawingml/2006/main">
            <a:off x="7764109" y="4759498"/>
            <a:ext cx="29991" cy="95"/>
          </a:xfrm>
          <a:custGeom xmlns:a="http://schemas.openxmlformats.org/drawingml/2006/main">
            <a:pathLst>
              <a:path w="18785" h="95">
                <a:moveTo>
                  <a:pt x="0" y="0"/>
                </a:moveTo>
                <a:lnTo>
                  <a:pt x="18785" y="0"/>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55" name="Editable chart path">
            <a:extLst xmlns:a="http://schemas.openxmlformats.org/drawingml/2006/main">
              <a:ext uri="{FF2B5EF4-FFF2-40B4-BE49-F238E27FC236}">
                <a16:creationId xmlns:a16="http://schemas.microsoft.com/office/drawing/2014/main" id="{4F5998C0-4BE7-4CE0-8B3F-D21FABB1A842}"/>
              </a:ext>
            </a:extLst>
          </p:cNvPr>
          <p:cNvSpPr>
            <a:spLocks xmlns:a="http://schemas.openxmlformats.org/drawingml/2006/main" noGrp="1"/>
          </p:cNvSpPr>
          <p:nvPr/>
        </p:nvSpPr>
        <p:spPr>
          <a:xfrm xmlns:a="http://schemas.openxmlformats.org/drawingml/2006/main">
            <a:off x="7794100" y="4729298"/>
            <a:ext cx="29991" cy="30200"/>
          </a:xfrm>
          <a:custGeom xmlns:a="http://schemas.openxmlformats.org/drawingml/2006/main">
            <a:pathLst>
              <a:path w="18785" h="18916">
                <a:moveTo>
                  <a:pt x="0" y="18916"/>
                </a:moveTo>
                <a:lnTo>
                  <a:pt x="18785" y="18916"/>
                </a:lnTo>
                <a:lnTo>
                  <a:pt x="18785" y="0"/>
                </a:lnTo>
                <a:lnTo>
                  <a:pt x="0" y="0"/>
                </a:lnTo>
                <a:close/>
              </a:path>
            </a:pathLst>
          </a:custGeom>
          <a:solidFill xmlns:a="http://schemas.openxmlformats.org/drawingml/2006/main">
            <a:srgbClr val="DCE6F4"/>
          </a:solidFill>
          <a:ln xmlns:a="http://schemas.openxmlformats.org/drawingml/2006/main" w="0">
            <a:noFill/>
            <a:prstDash val="solid"/>
          </a:ln>
        </p:spPr>
      </p:sp>
      <p:sp>
        <p:nvSpPr>
          <p:cNvPr id="56" name="Editable chart path">
            <a:extLst xmlns:a="http://schemas.openxmlformats.org/drawingml/2006/main">
              <a:ext uri="{FF2B5EF4-FFF2-40B4-BE49-F238E27FC236}">
                <a16:creationId xmlns:a16="http://schemas.microsoft.com/office/drawing/2014/main" id="{088DBECA-27DE-48C1-8D9A-C98C1EBB57CF}"/>
              </a:ext>
            </a:extLst>
          </p:cNvPr>
          <p:cNvSpPr>
            <a:spLocks xmlns:a="http://schemas.openxmlformats.org/drawingml/2006/main" noGrp="1"/>
          </p:cNvSpPr>
          <p:nvPr/>
        </p:nvSpPr>
        <p:spPr>
          <a:xfrm xmlns:a="http://schemas.openxmlformats.org/drawingml/2006/main">
            <a:off x="4656487" y="2381250"/>
            <a:ext cx="683640" cy="2378248"/>
          </a:xfrm>
          <a:custGeom xmlns:a="http://schemas.openxmlformats.org/drawingml/2006/main">
            <a:pathLst>
              <a:path w="428207" h="1489648">
                <a:moveTo>
                  <a:pt x="0" y="1489648"/>
                </a:moveTo>
                <a:lnTo>
                  <a:pt x="428207" y="1489648"/>
                </a:lnTo>
                <a:lnTo>
                  <a:pt x="428207" y="0"/>
                </a:lnTo>
                <a:lnTo>
                  <a:pt x="0" y="0"/>
                </a:lnTo>
                <a:close/>
              </a:path>
            </a:pathLst>
          </a:custGeom>
          <a:solidFill xmlns:a="http://schemas.openxmlformats.org/drawingml/2006/main">
            <a:srgbClr val="2C5EAA">
              <a:alpha val="20000"/>
            </a:srgbClr>
          </a:solidFill>
          <a:ln xmlns:a="http://schemas.openxmlformats.org/drawingml/2006/main" w="0">
            <a:noFill/>
            <a:prstDash val="solid"/>
          </a:ln>
        </p:spPr>
      </p:sp>
      <p:sp>
        <p:nvSpPr>
          <p:cNvPr id="57" name="Editable chart path">
            <a:extLst xmlns:a="http://schemas.openxmlformats.org/drawingml/2006/main">
              <a:ext uri="{FF2B5EF4-FFF2-40B4-BE49-F238E27FC236}">
                <a16:creationId xmlns:a16="http://schemas.microsoft.com/office/drawing/2014/main" id="{CB0ED369-CB51-407B-8C84-06AAD605BF04}"/>
              </a:ext>
            </a:extLst>
          </p:cNvPr>
          <p:cNvSpPr>
            <a:spLocks xmlns:a="http://schemas.openxmlformats.org/drawingml/2006/main" noGrp="1"/>
          </p:cNvSpPr>
          <p:nvPr/>
        </p:nvSpPr>
        <p:spPr>
          <a:xfrm xmlns:a="http://schemas.openxmlformats.org/drawingml/2006/main">
            <a:off x="4839081"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58" name="">
            <a:extLst xmlns:a="http://schemas.openxmlformats.org/drawingml/2006/main">
              <a:ext uri="{FF2B5EF4-FFF2-40B4-BE49-F238E27FC236}">
                <a16:creationId xmlns:a16="http://schemas.microsoft.com/office/drawing/2014/main" id="{E5F942FD-33F9-434F-A431-BAC65CBE151D}"/>
              </a:ext>
            </a:extLst>
          </p:cNvPr>
          <p:cNvSpPr>
            <a:spLocks xmlns:a="http://schemas.openxmlformats.org/drawingml/2006/main" noGrp="1"/>
          </p:cNvSpPr>
          <p:nvPr/>
        </p:nvSpPr>
        <p:spPr>
          <a:xfrm xmlns:a="http://schemas.openxmlformats.org/drawingml/2006/main" rot="0">
            <a:off x="4670718" y="4849520"/>
            <a:ext cx="3309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a:t>
            </a:r>
          </a:p>
        </p:txBody>
      </p:sp>
      <p:sp>
        <p:nvSpPr>
          <p:cNvPr id="59" name="Editable chart path">
            <a:extLst xmlns:a="http://schemas.openxmlformats.org/drawingml/2006/main">
              <a:ext uri="{FF2B5EF4-FFF2-40B4-BE49-F238E27FC236}">
                <a16:creationId xmlns:a16="http://schemas.microsoft.com/office/drawing/2014/main" id="{3F29BB0B-97BE-4E66-B5A0-8C372497144B}"/>
              </a:ext>
            </a:extLst>
          </p:cNvPr>
          <p:cNvSpPr>
            <a:spLocks xmlns:a="http://schemas.openxmlformats.org/drawingml/2006/main" noGrp="1"/>
          </p:cNvSpPr>
          <p:nvPr/>
        </p:nvSpPr>
        <p:spPr>
          <a:xfrm xmlns:a="http://schemas.openxmlformats.org/drawingml/2006/main">
            <a:off x="5307586"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60" name="">
            <a:extLst xmlns:a="http://schemas.openxmlformats.org/drawingml/2006/main">
              <a:ext uri="{FF2B5EF4-FFF2-40B4-BE49-F238E27FC236}">
                <a16:creationId xmlns:a16="http://schemas.microsoft.com/office/drawing/2014/main" id="{0EDA0A14-43C5-4559-9C7C-E8F0CC06A6AE}"/>
              </a:ext>
            </a:extLst>
          </p:cNvPr>
          <p:cNvSpPr>
            <a:spLocks xmlns:a="http://schemas.openxmlformats.org/drawingml/2006/main" noGrp="1"/>
          </p:cNvSpPr>
          <p:nvPr/>
        </p:nvSpPr>
        <p:spPr>
          <a:xfrm xmlns:a="http://schemas.openxmlformats.org/drawingml/2006/main" rot="0">
            <a:off x="5142596" y="4849520"/>
            <a:ext cx="32356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−12.5</a:t>
            </a:r>
          </a:p>
        </p:txBody>
      </p:sp>
      <p:sp>
        <p:nvSpPr>
          <p:cNvPr id="61" name="Editable chart path">
            <a:extLst xmlns:a="http://schemas.openxmlformats.org/drawingml/2006/main">
              <a:ext uri="{FF2B5EF4-FFF2-40B4-BE49-F238E27FC236}">
                <a16:creationId xmlns:a16="http://schemas.microsoft.com/office/drawing/2014/main" id="{7F9AAA99-FFA7-472E-A482-FC8B99D6C0B1}"/>
              </a:ext>
            </a:extLst>
          </p:cNvPr>
          <p:cNvSpPr>
            <a:spLocks xmlns:a="http://schemas.openxmlformats.org/drawingml/2006/main" noGrp="1"/>
          </p:cNvSpPr>
          <p:nvPr/>
        </p:nvSpPr>
        <p:spPr>
          <a:xfrm xmlns:a="http://schemas.openxmlformats.org/drawingml/2006/main">
            <a:off x="5776090"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62" name="">
            <a:extLst xmlns:a="http://schemas.openxmlformats.org/drawingml/2006/main">
              <a:ext uri="{FF2B5EF4-FFF2-40B4-BE49-F238E27FC236}">
                <a16:creationId xmlns:a16="http://schemas.microsoft.com/office/drawing/2014/main" id="{D3BEA692-F5F1-4C3A-9606-7FA7C63C56CC}"/>
              </a:ext>
            </a:extLst>
          </p:cNvPr>
          <p:cNvSpPr>
            <a:spLocks xmlns:a="http://schemas.openxmlformats.org/drawingml/2006/main" noGrp="1"/>
          </p:cNvSpPr>
          <p:nvPr/>
        </p:nvSpPr>
        <p:spPr>
          <a:xfrm xmlns:a="http://schemas.openxmlformats.org/drawingml/2006/main" rot="0">
            <a:off x="5607728" y="4849520"/>
            <a:ext cx="3309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63" name="Editable chart path">
            <a:extLst xmlns:a="http://schemas.openxmlformats.org/drawingml/2006/main">
              <a:ext uri="{FF2B5EF4-FFF2-40B4-BE49-F238E27FC236}">
                <a16:creationId xmlns:a16="http://schemas.microsoft.com/office/drawing/2014/main" id="{E3E587AD-C330-482C-9B62-EBBB1CEF61A2}"/>
              </a:ext>
            </a:extLst>
          </p:cNvPr>
          <p:cNvSpPr>
            <a:spLocks xmlns:a="http://schemas.openxmlformats.org/drawingml/2006/main" noGrp="1"/>
          </p:cNvSpPr>
          <p:nvPr/>
        </p:nvSpPr>
        <p:spPr>
          <a:xfrm xmlns:a="http://schemas.openxmlformats.org/drawingml/2006/main">
            <a:off x="6244595"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64" name="">
            <a:extLst xmlns:a="http://schemas.openxmlformats.org/drawingml/2006/main">
              <a:ext uri="{FF2B5EF4-FFF2-40B4-BE49-F238E27FC236}">
                <a16:creationId xmlns:a16="http://schemas.microsoft.com/office/drawing/2014/main" id="{5B021B26-D3D9-45F0-B743-55F8EE3A1D60}"/>
              </a:ext>
            </a:extLst>
          </p:cNvPr>
          <p:cNvSpPr>
            <a:spLocks xmlns:a="http://schemas.openxmlformats.org/drawingml/2006/main" noGrp="1"/>
          </p:cNvSpPr>
          <p:nvPr/>
        </p:nvSpPr>
        <p:spPr>
          <a:xfrm xmlns:a="http://schemas.openxmlformats.org/drawingml/2006/main" rot="0">
            <a:off x="6103942" y="4849520"/>
            <a:ext cx="2748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−7.5</a:t>
            </a:r>
          </a:p>
        </p:txBody>
      </p:sp>
      <p:sp>
        <p:nvSpPr>
          <p:cNvPr id="65" name="Editable chart path">
            <a:extLst xmlns:a="http://schemas.openxmlformats.org/drawingml/2006/main">
              <a:ext uri="{FF2B5EF4-FFF2-40B4-BE49-F238E27FC236}">
                <a16:creationId xmlns:a16="http://schemas.microsoft.com/office/drawing/2014/main" id="{B3426170-7C7F-44AF-8536-1CC4D8780C5E}"/>
              </a:ext>
            </a:extLst>
          </p:cNvPr>
          <p:cNvSpPr>
            <a:spLocks xmlns:a="http://schemas.openxmlformats.org/drawingml/2006/main" noGrp="1"/>
          </p:cNvSpPr>
          <p:nvPr/>
        </p:nvSpPr>
        <p:spPr>
          <a:xfrm xmlns:a="http://schemas.openxmlformats.org/drawingml/2006/main">
            <a:off x="6713100"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66" name="">
            <a:extLst xmlns:a="http://schemas.openxmlformats.org/drawingml/2006/main">
              <a:ext uri="{FF2B5EF4-FFF2-40B4-BE49-F238E27FC236}">
                <a16:creationId xmlns:a16="http://schemas.microsoft.com/office/drawing/2014/main" id="{84D539C3-4E6E-49EE-95F7-0CDA95F28884}"/>
              </a:ext>
            </a:extLst>
          </p:cNvPr>
          <p:cNvSpPr>
            <a:spLocks xmlns:a="http://schemas.openxmlformats.org/drawingml/2006/main" noGrp="1"/>
          </p:cNvSpPr>
          <p:nvPr/>
        </p:nvSpPr>
        <p:spPr>
          <a:xfrm xmlns:a="http://schemas.openxmlformats.org/drawingml/2006/main" rot="0">
            <a:off x="6567073" y="4849520"/>
            <a:ext cx="28632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67" name="Editable chart path">
            <a:extLst xmlns:a="http://schemas.openxmlformats.org/drawingml/2006/main">
              <a:ext uri="{FF2B5EF4-FFF2-40B4-BE49-F238E27FC236}">
                <a16:creationId xmlns:a16="http://schemas.microsoft.com/office/drawing/2014/main" id="{2A2C3D84-7A4F-42A8-86E0-9773DAEFF793}"/>
              </a:ext>
            </a:extLst>
          </p:cNvPr>
          <p:cNvSpPr>
            <a:spLocks xmlns:a="http://schemas.openxmlformats.org/drawingml/2006/main" noGrp="1"/>
          </p:cNvSpPr>
          <p:nvPr/>
        </p:nvSpPr>
        <p:spPr>
          <a:xfrm xmlns:a="http://schemas.openxmlformats.org/drawingml/2006/main">
            <a:off x="7181604"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68" name="">
            <a:extLst xmlns:a="http://schemas.openxmlformats.org/drawingml/2006/main">
              <a:ext uri="{FF2B5EF4-FFF2-40B4-BE49-F238E27FC236}">
                <a16:creationId xmlns:a16="http://schemas.microsoft.com/office/drawing/2014/main" id="{E13A85D2-D5C6-4B53-BE66-139A3960562A}"/>
              </a:ext>
            </a:extLst>
          </p:cNvPr>
          <p:cNvSpPr>
            <a:spLocks xmlns:a="http://schemas.openxmlformats.org/drawingml/2006/main" noGrp="1"/>
          </p:cNvSpPr>
          <p:nvPr/>
        </p:nvSpPr>
        <p:spPr>
          <a:xfrm xmlns:a="http://schemas.openxmlformats.org/drawingml/2006/main" rot="0">
            <a:off x="7038951" y="4849520"/>
            <a:ext cx="2788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69" name="Editable chart path">
            <a:extLst xmlns:a="http://schemas.openxmlformats.org/drawingml/2006/main">
              <a:ext uri="{FF2B5EF4-FFF2-40B4-BE49-F238E27FC236}">
                <a16:creationId xmlns:a16="http://schemas.microsoft.com/office/drawing/2014/main" id="{7C295911-C344-48F1-B587-EEF46A5FEE9A}"/>
              </a:ext>
            </a:extLst>
          </p:cNvPr>
          <p:cNvSpPr>
            <a:spLocks xmlns:a="http://schemas.openxmlformats.org/drawingml/2006/main" noGrp="1"/>
          </p:cNvSpPr>
          <p:nvPr/>
        </p:nvSpPr>
        <p:spPr>
          <a:xfrm xmlns:a="http://schemas.openxmlformats.org/drawingml/2006/main">
            <a:off x="7650109" y="4759498"/>
            <a:ext cx="95" cy="532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70" name="">
            <a:extLst xmlns:a="http://schemas.openxmlformats.org/drawingml/2006/main">
              <a:ext uri="{FF2B5EF4-FFF2-40B4-BE49-F238E27FC236}">
                <a16:creationId xmlns:a16="http://schemas.microsoft.com/office/drawing/2014/main" id="{C39EFE22-FA59-4A0D-98CB-5D5647FC2F0B}"/>
              </a:ext>
            </a:extLst>
          </p:cNvPr>
          <p:cNvSpPr>
            <a:spLocks xmlns:a="http://schemas.openxmlformats.org/drawingml/2006/main" noGrp="1"/>
          </p:cNvSpPr>
          <p:nvPr/>
        </p:nvSpPr>
        <p:spPr>
          <a:xfrm xmlns:a="http://schemas.openxmlformats.org/drawingml/2006/main" rot="0">
            <a:off x="7542516" y="4849520"/>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a:t>
            </a:r>
          </a:p>
        </p:txBody>
      </p:sp>
      <p:sp>
        <p:nvSpPr>
          <p:cNvPr id="71" name="">
            <a:extLst xmlns:a="http://schemas.openxmlformats.org/drawingml/2006/main">
              <a:ext uri="{FF2B5EF4-FFF2-40B4-BE49-F238E27FC236}">
                <a16:creationId xmlns:a16="http://schemas.microsoft.com/office/drawing/2014/main" id="{3B6DF8AA-572B-4FA3-BD0E-35A9EABB1085}"/>
              </a:ext>
            </a:extLst>
          </p:cNvPr>
          <p:cNvSpPr>
            <a:spLocks xmlns:a="http://schemas.openxmlformats.org/drawingml/2006/main" noGrp="1"/>
          </p:cNvSpPr>
          <p:nvPr/>
        </p:nvSpPr>
        <p:spPr>
          <a:xfrm xmlns:a="http://schemas.openxmlformats.org/drawingml/2006/main" rot="0">
            <a:off x="5118832" y="5069791"/>
            <a:ext cx="22336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vacant taxis vs no-rain model</a:t>
            </a:r>
          </a:p>
        </p:txBody>
      </p:sp>
      <p:sp>
        <p:nvSpPr>
          <p:cNvPr id="72" name="Editable chart path">
            <a:extLst xmlns:a="http://schemas.openxmlformats.org/drawingml/2006/main">
              <a:ext uri="{FF2B5EF4-FFF2-40B4-BE49-F238E27FC236}">
                <a16:creationId xmlns:a16="http://schemas.microsoft.com/office/drawing/2014/main" id="{5CF50B01-3D83-4B8A-ACC7-097AB05AC9A3}"/>
              </a:ext>
            </a:extLst>
          </p:cNvPr>
          <p:cNvSpPr>
            <a:spLocks xmlns:a="http://schemas.openxmlformats.org/drawingml/2006/main" noGrp="1"/>
          </p:cNvSpPr>
          <p:nvPr/>
        </p:nvSpPr>
        <p:spPr>
          <a:xfrm xmlns:a="http://schemas.openxmlformats.org/drawingml/2006/main">
            <a:off x="4444883" y="4759498"/>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73" name="">
            <a:extLst xmlns:a="http://schemas.openxmlformats.org/drawingml/2006/main">
              <a:ext uri="{FF2B5EF4-FFF2-40B4-BE49-F238E27FC236}">
                <a16:creationId xmlns:a16="http://schemas.microsoft.com/office/drawing/2014/main" id="{8DDCA8CC-31F4-414A-8F66-6B3249B29F7C}"/>
              </a:ext>
            </a:extLst>
          </p:cNvPr>
          <p:cNvSpPr>
            <a:spLocks xmlns:a="http://schemas.openxmlformats.org/drawingml/2006/main" noGrp="1"/>
          </p:cNvSpPr>
          <p:nvPr/>
        </p:nvSpPr>
        <p:spPr>
          <a:xfrm xmlns:a="http://schemas.openxmlformats.org/drawingml/2006/main" rot="0">
            <a:off x="4293535" y="4677926"/>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74" name="Editable chart path">
            <a:extLst xmlns:a="http://schemas.openxmlformats.org/drawingml/2006/main">
              <a:ext uri="{FF2B5EF4-FFF2-40B4-BE49-F238E27FC236}">
                <a16:creationId xmlns:a16="http://schemas.microsoft.com/office/drawing/2014/main" id="{D44A496B-4C59-43A6-92FE-8137C04ECB4E}"/>
              </a:ext>
            </a:extLst>
          </p:cNvPr>
          <p:cNvSpPr>
            <a:spLocks xmlns:a="http://schemas.openxmlformats.org/drawingml/2006/main" noGrp="1"/>
          </p:cNvSpPr>
          <p:nvPr/>
        </p:nvSpPr>
        <p:spPr>
          <a:xfrm xmlns:a="http://schemas.openxmlformats.org/drawingml/2006/main">
            <a:off x="4444883" y="4457499"/>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75" name="">
            <a:extLst xmlns:a="http://schemas.openxmlformats.org/drawingml/2006/main">
              <a:ext uri="{FF2B5EF4-FFF2-40B4-BE49-F238E27FC236}">
                <a16:creationId xmlns:a16="http://schemas.microsoft.com/office/drawing/2014/main" id="{D009E45F-77A2-45AE-BA51-B20367C299BC}"/>
              </a:ext>
            </a:extLst>
          </p:cNvPr>
          <p:cNvSpPr>
            <a:spLocks xmlns:a="http://schemas.openxmlformats.org/drawingml/2006/main" noGrp="1"/>
          </p:cNvSpPr>
          <p:nvPr/>
        </p:nvSpPr>
        <p:spPr>
          <a:xfrm xmlns:a="http://schemas.openxmlformats.org/drawingml/2006/main" rot="0">
            <a:off x="4248863" y="4375926"/>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76" name="Editable chart path">
            <a:extLst xmlns:a="http://schemas.openxmlformats.org/drawingml/2006/main">
              <a:ext uri="{FF2B5EF4-FFF2-40B4-BE49-F238E27FC236}">
                <a16:creationId xmlns:a16="http://schemas.microsoft.com/office/drawing/2014/main" id="{67651E8E-650B-4CED-95B2-FFAD70851EA9}"/>
              </a:ext>
            </a:extLst>
          </p:cNvPr>
          <p:cNvSpPr>
            <a:spLocks xmlns:a="http://schemas.openxmlformats.org/drawingml/2006/main" noGrp="1"/>
          </p:cNvSpPr>
          <p:nvPr/>
        </p:nvSpPr>
        <p:spPr>
          <a:xfrm xmlns:a="http://schemas.openxmlformats.org/drawingml/2006/main">
            <a:off x="4444883" y="4155499"/>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77" name="">
            <a:extLst xmlns:a="http://schemas.openxmlformats.org/drawingml/2006/main">
              <a:ext uri="{FF2B5EF4-FFF2-40B4-BE49-F238E27FC236}">
                <a16:creationId xmlns:a16="http://schemas.microsoft.com/office/drawing/2014/main" id="{57D92AD9-F480-400F-A33A-5BE86C28C69C}"/>
              </a:ext>
            </a:extLst>
          </p:cNvPr>
          <p:cNvSpPr>
            <a:spLocks xmlns:a="http://schemas.openxmlformats.org/drawingml/2006/main" noGrp="1"/>
          </p:cNvSpPr>
          <p:nvPr/>
        </p:nvSpPr>
        <p:spPr>
          <a:xfrm xmlns:a="http://schemas.openxmlformats.org/drawingml/2006/main" rot="0">
            <a:off x="4213239" y="4073927"/>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78" name="Editable chart path">
            <a:extLst xmlns:a="http://schemas.openxmlformats.org/drawingml/2006/main">
              <a:ext uri="{FF2B5EF4-FFF2-40B4-BE49-F238E27FC236}">
                <a16:creationId xmlns:a16="http://schemas.microsoft.com/office/drawing/2014/main" id="{31F4C8B7-B7A2-4670-AD8F-B8815B7C75D4}"/>
              </a:ext>
            </a:extLst>
          </p:cNvPr>
          <p:cNvSpPr>
            <a:spLocks xmlns:a="http://schemas.openxmlformats.org/drawingml/2006/main" noGrp="1"/>
          </p:cNvSpPr>
          <p:nvPr/>
        </p:nvSpPr>
        <p:spPr>
          <a:xfrm xmlns:a="http://schemas.openxmlformats.org/drawingml/2006/main">
            <a:off x="4444883" y="3853499"/>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79" name="">
            <a:extLst xmlns:a="http://schemas.openxmlformats.org/drawingml/2006/main">
              <a:ext uri="{FF2B5EF4-FFF2-40B4-BE49-F238E27FC236}">
                <a16:creationId xmlns:a16="http://schemas.microsoft.com/office/drawing/2014/main" id="{1EEE1810-C99B-4FAD-8476-DBE56DC6ABDA}"/>
              </a:ext>
            </a:extLst>
          </p:cNvPr>
          <p:cNvSpPr>
            <a:spLocks xmlns:a="http://schemas.openxmlformats.org/drawingml/2006/main" noGrp="1"/>
          </p:cNvSpPr>
          <p:nvPr/>
        </p:nvSpPr>
        <p:spPr>
          <a:xfrm xmlns:a="http://schemas.openxmlformats.org/drawingml/2006/main" rot="0">
            <a:off x="4211239" y="3771927"/>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80" name="Editable chart path">
            <a:extLst xmlns:a="http://schemas.openxmlformats.org/drawingml/2006/main">
              <a:ext uri="{FF2B5EF4-FFF2-40B4-BE49-F238E27FC236}">
                <a16:creationId xmlns:a16="http://schemas.microsoft.com/office/drawing/2014/main" id="{91E16CAE-07D7-417A-B5AC-A0B0A302F4EA}"/>
              </a:ext>
            </a:extLst>
          </p:cNvPr>
          <p:cNvSpPr>
            <a:spLocks xmlns:a="http://schemas.openxmlformats.org/drawingml/2006/main" noGrp="1"/>
          </p:cNvSpPr>
          <p:nvPr/>
        </p:nvSpPr>
        <p:spPr>
          <a:xfrm xmlns:a="http://schemas.openxmlformats.org/drawingml/2006/main">
            <a:off x="4444883" y="3551499"/>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81" name="">
            <a:extLst xmlns:a="http://schemas.openxmlformats.org/drawingml/2006/main">
              <a:ext uri="{FF2B5EF4-FFF2-40B4-BE49-F238E27FC236}">
                <a16:creationId xmlns:a16="http://schemas.microsoft.com/office/drawing/2014/main" id="{502F8656-E099-48D2-9F7B-CF097BAC17EF}"/>
              </a:ext>
            </a:extLst>
          </p:cNvPr>
          <p:cNvSpPr>
            <a:spLocks xmlns:a="http://schemas.openxmlformats.org/drawingml/2006/main" noGrp="1"/>
          </p:cNvSpPr>
          <p:nvPr/>
        </p:nvSpPr>
        <p:spPr>
          <a:xfrm xmlns:a="http://schemas.openxmlformats.org/drawingml/2006/main" rot="0">
            <a:off x="4205715" y="3469927"/>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82" name="Editable chart path">
            <a:extLst xmlns:a="http://schemas.openxmlformats.org/drawingml/2006/main">
              <a:ext uri="{FF2B5EF4-FFF2-40B4-BE49-F238E27FC236}">
                <a16:creationId xmlns:a16="http://schemas.microsoft.com/office/drawing/2014/main" id="{80ABE1CC-D254-48C9-95FE-7C35F1E668D0}"/>
              </a:ext>
            </a:extLst>
          </p:cNvPr>
          <p:cNvSpPr>
            <a:spLocks xmlns:a="http://schemas.openxmlformats.org/drawingml/2006/main" noGrp="1"/>
          </p:cNvSpPr>
          <p:nvPr/>
        </p:nvSpPr>
        <p:spPr>
          <a:xfrm xmlns:a="http://schemas.openxmlformats.org/drawingml/2006/main">
            <a:off x="4444883" y="3249499"/>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83" name="">
            <a:extLst xmlns:a="http://schemas.openxmlformats.org/drawingml/2006/main">
              <a:ext uri="{FF2B5EF4-FFF2-40B4-BE49-F238E27FC236}">
                <a16:creationId xmlns:a16="http://schemas.microsoft.com/office/drawing/2014/main" id="{7C76F510-C7CC-4818-B082-182B39C31C95}"/>
              </a:ext>
            </a:extLst>
          </p:cNvPr>
          <p:cNvSpPr>
            <a:spLocks xmlns:a="http://schemas.openxmlformats.org/drawingml/2006/main" noGrp="1"/>
          </p:cNvSpPr>
          <p:nvPr/>
        </p:nvSpPr>
        <p:spPr>
          <a:xfrm xmlns:a="http://schemas.openxmlformats.org/drawingml/2006/main" rot="0">
            <a:off x="4205810" y="3167927"/>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84" name="Editable chart path">
            <a:extLst xmlns:a="http://schemas.openxmlformats.org/drawingml/2006/main">
              <a:ext uri="{FF2B5EF4-FFF2-40B4-BE49-F238E27FC236}">
                <a16:creationId xmlns:a16="http://schemas.microsoft.com/office/drawing/2014/main" id="{F2FFEF53-6D1F-471F-9E1E-BDB93902717C}"/>
              </a:ext>
            </a:extLst>
          </p:cNvPr>
          <p:cNvSpPr>
            <a:spLocks xmlns:a="http://schemas.openxmlformats.org/drawingml/2006/main" noGrp="1"/>
          </p:cNvSpPr>
          <p:nvPr/>
        </p:nvSpPr>
        <p:spPr>
          <a:xfrm xmlns:a="http://schemas.openxmlformats.org/drawingml/2006/main">
            <a:off x="4444883" y="2947500"/>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85" name="">
            <a:extLst xmlns:a="http://schemas.openxmlformats.org/drawingml/2006/main">
              <a:ext uri="{FF2B5EF4-FFF2-40B4-BE49-F238E27FC236}">
                <a16:creationId xmlns:a16="http://schemas.microsoft.com/office/drawing/2014/main" id="{D418277B-0915-4CC4-87DE-67E1557B0D66}"/>
              </a:ext>
            </a:extLst>
          </p:cNvPr>
          <p:cNvSpPr>
            <a:spLocks xmlns:a="http://schemas.openxmlformats.org/drawingml/2006/main" noGrp="1"/>
          </p:cNvSpPr>
          <p:nvPr/>
        </p:nvSpPr>
        <p:spPr>
          <a:xfrm xmlns:a="http://schemas.openxmlformats.org/drawingml/2006/main" rot="0">
            <a:off x="4204857" y="2865927"/>
            <a:ext cx="1810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86" name="Editable chart path">
            <a:extLst xmlns:a="http://schemas.openxmlformats.org/drawingml/2006/main">
              <a:ext uri="{FF2B5EF4-FFF2-40B4-BE49-F238E27FC236}">
                <a16:creationId xmlns:a16="http://schemas.microsoft.com/office/drawing/2014/main" id="{6E2F820F-3A53-41E1-8859-32402FAA7DEE}"/>
              </a:ext>
            </a:extLst>
          </p:cNvPr>
          <p:cNvSpPr>
            <a:spLocks xmlns:a="http://schemas.openxmlformats.org/drawingml/2006/main" noGrp="1"/>
          </p:cNvSpPr>
          <p:nvPr/>
        </p:nvSpPr>
        <p:spPr>
          <a:xfrm xmlns:a="http://schemas.openxmlformats.org/drawingml/2006/main">
            <a:off x="4444883" y="2645500"/>
            <a:ext cx="532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165">
            <a:solidFill>
              <a:srgbClr val="5A6683"/>
            </a:solidFill>
            <a:prstDash val="solid"/>
          </a:ln>
        </p:spPr>
      </p:sp>
      <p:sp>
        <p:nvSpPr>
          <p:cNvPr id="87" name="">
            <a:extLst xmlns:a="http://schemas.openxmlformats.org/drawingml/2006/main">
              <a:ext uri="{FF2B5EF4-FFF2-40B4-BE49-F238E27FC236}">
                <a16:creationId xmlns:a16="http://schemas.microsoft.com/office/drawing/2014/main" id="{E12AEFEC-937C-4105-8888-6C8ACE6383AE}"/>
              </a:ext>
            </a:extLst>
          </p:cNvPr>
          <p:cNvSpPr>
            <a:spLocks xmlns:a="http://schemas.openxmlformats.org/drawingml/2006/main" noGrp="1"/>
          </p:cNvSpPr>
          <p:nvPr/>
        </p:nvSpPr>
        <p:spPr>
          <a:xfrm xmlns:a="http://schemas.openxmlformats.org/drawingml/2006/main" rot="0">
            <a:off x="4217240" y="2563928"/>
            <a:ext cx="168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70</a:t>
            </a:r>
          </a:p>
        </p:txBody>
      </p:sp>
      <p:sp>
        <p:nvSpPr>
          <p:cNvPr id="88" name="Editable chart path">
            <a:extLst xmlns:a="http://schemas.openxmlformats.org/drawingml/2006/main">
              <a:ext uri="{FF2B5EF4-FFF2-40B4-BE49-F238E27FC236}">
                <a16:creationId xmlns:a16="http://schemas.microsoft.com/office/drawing/2014/main" id="{3C604344-3568-4B0D-822F-58B15D46C09B}"/>
              </a:ext>
            </a:extLst>
          </p:cNvPr>
          <p:cNvSpPr>
            <a:spLocks xmlns:a="http://schemas.openxmlformats.org/drawingml/2006/main" noGrp="1"/>
          </p:cNvSpPr>
          <p:nvPr/>
        </p:nvSpPr>
        <p:spPr>
          <a:xfrm xmlns:a="http://schemas.openxmlformats.org/drawingml/2006/main">
            <a:off x="4982840" y="2381250"/>
            <a:ext cx="95" cy="2378248"/>
          </a:xfrm>
          <a:custGeom xmlns:a="http://schemas.openxmlformats.org/drawingml/2006/main">
            <a:pathLst>
              <a:path w="95" h="1489648">
                <a:moveTo>
                  <a:pt x="0" y="1489648"/>
                </a:moveTo>
                <a:lnTo>
                  <a:pt x="0" y="0"/>
                </a:lnTo>
              </a:path>
            </a:pathLst>
          </a:custGeom>
          <a:noFill xmlns:a="http://schemas.openxmlformats.org/drawingml/2006/main"/>
          <a:ln xmlns:a="http://schemas.openxmlformats.org/drawingml/2006/main" w="30414">
            <a:solidFill>
              <a:srgbClr val="224889"/>
            </a:solidFill>
            <a:prstDash val="solid"/>
          </a:ln>
        </p:spPr>
      </p:sp>
      <p:sp>
        <p:nvSpPr>
          <p:cNvPr id="89" name="Editable chart path">
            <a:extLst xmlns:a="http://schemas.openxmlformats.org/drawingml/2006/main">
              <a:ext uri="{FF2B5EF4-FFF2-40B4-BE49-F238E27FC236}">
                <a16:creationId xmlns:a16="http://schemas.microsoft.com/office/drawing/2014/main" id="{C2F4AFED-E1CE-4566-B9AF-FB218C309074}"/>
              </a:ext>
            </a:extLst>
          </p:cNvPr>
          <p:cNvSpPr>
            <a:spLocks xmlns:a="http://schemas.openxmlformats.org/drawingml/2006/main" noGrp="1"/>
          </p:cNvSpPr>
          <p:nvPr/>
        </p:nvSpPr>
        <p:spPr>
          <a:xfrm xmlns:a="http://schemas.openxmlformats.org/drawingml/2006/main">
            <a:off x="4498107" y="2381250"/>
            <a:ext cx="95" cy="2378248"/>
          </a:xfrm>
          <a:custGeom xmlns:a="http://schemas.openxmlformats.org/drawingml/2006/main">
            <a:pathLst>
              <a:path w="95" h="1489648">
                <a:moveTo>
                  <a:pt x="0" y="1489648"/>
                </a:moveTo>
                <a:lnTo>
                  <a:pt x="0" y="0"/>
                </a:lnTo>
              </a:path>
            </a:pathLst>
          </a:custGeom>
          <a:noFill xmlns:a="http://schemas.openxmlformats.org/drawingml/2006/main"/>
          <a:ln xmlns:a="http://schemas.openxmlformats.org/drawingml/2006/main" w="12165">
            <a:solidFill>
              <a:srgbClr val="5A6683"/>
            </a:solidFill>
            <a:prstDash val="solid"/>
          </a:ln>
        </p:spPr>
      </p:sp>
      <p:sp>
        <p:nvSpPr>
          <p:cNvPr id="90" name="Editable chart path">
            <a:extLst xmlns:a="http://schemas.openxmlformats.org/drawingml/2006/main">
              <a:ext uri="{FF2B5EF4-FFF2-40B4-BE49-F238E27FC236}">
                <a16:creationId xmlns:a16="http://schemas.microsoft.com/office/drawing/2014/main" id="{700F2F57-BCBC-4AE2-994F-92403752533B}"/>
              </a:ext>
            </a:extLst>
          </p:cNvPr>
          <p:cNvSpPr>
            <a:spLocks xmlns:a="http://schemas.openxmlformats.org/drawingml/2006/main" noGrp="1"/>
          </p:cNvSpPr>
          <p:nvPr/>
        </p:nvSpPr>
        <p:spPr>
          <a:xfrm xmlns:a="http://schemas.openxmlformats.org/drawingml/2006/main">
            <a:off x="4498107" y="4759498"/>
            <a:ext cx="3484365" cy="95"/>
          </a:xfrm>
          <a:custGeom xmlns:a="http://schemas.openxmlformats.org/drawingml/2006/main">
            <a:pathLst>
              <a:path w="2182479" h="95">
                <a:moveTo>
                  <a:pt x="0" y="0"/>
                </a:moveTo>
                <a:lnTo>
                  <a:pt x="2182479" y="0"/>
                </a:lnTo>
              </a:path>
            </a:pathLst>
          </a:custGeom>
          <a:noFill xmlns:a="http://schemas.openxmlformats.org/drawingml/2006/main"/>
          <a:ln xmlns:a="http://schemas.openxmlformats.org/drawingml/2006/main" w="12165">
            <a:solidFill>
              <a:srgbClr val="5A6683"/>
            </a:solidFill>
            <a:prstDash val="solid"/>
          </a:ln>
        </p:spPr>
      </p:sp>
      <p:sp>
        <p:nvSpPr>
          <p:cNvPr id="91" name="">
            <a:extLst xmlns:a="http://schemas.openxmlformats.org/drawingml/2006/main">
              <a:ext uri="{FF2B5EF4-FFF2-40B4-BE49-F238E27FC236}">
                <a16:creationId xmlns:a16="http://schemas.microsoft.com/office/drawing/2014/main" id="{C29D95A6-C267-47E7-A9A4-5D8D87CA12E5}"/>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DCE6F4"/>
          </a:solidFill>
          <a:ln xmlns:a="http://schemas.openxmlformats.org/drawingml/2006/main" w="0">
            <a:noFill/>
          </a:ln>
        </p:spPr>
      </p:sp>
      <p:sp>
        <p:nvSpPr>
          <p:cNvPr id="92" name="">
            <a:extLst xmlns:a="http://schemas.openxmlformats.org/drawingml/2006/main">
              <a:ext uri="{FF2B5EF4-FFF2-40B4-BE49-F238E27FC236}">
                <a16:creationId xmlns:a16="http://schemas.microsoft.com/office/drawing/2014/main" id="{24F2B915-5835-47E1-AB14-E2A6803060C5}"/>
              </a:ext>
            </a:extLst>
          </p:cNvPr>
          <p:cNvSpPr>
            <a:spLocks xmlns:a="http://schemas.openxmlformats.org/drawingml/2006/main" noGrp="1"/>
          </p:cNvSpPr>
          <p:nvPr/>
        </p:nvSpPr>
        <p:spPr>
          <a:xfrm xmlns:a="http://schemas.openxmlformats.org/drawingml/2006/main">
            <a:off x="1466850" y="5334000"/>
            <a:ext cx="272767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Permutation null (rain days swapped)</a:t>
            </a:r>
          </a:p>
        </p:txBody>
      </p:sp>
      <p:sp>
        <p:nvSpPr>
          <p:cNvPr id="93" name="">
            <a:extLst xmlns:a="http://schemas.openxmlformats.org/drawingml/2006/main">
              <a:ext uri="{FF2B5EF4-FFF2-40B4-BE49-F238E27FC236}">
                <a16:creationId xmlns:a16="http://schemas.microsoft.com/office/drawing/2014/main" id="{F92AD45E-E9E0-4317-96B4-9662C1242769}"/>
              </a:ext>
            </a:extLst>
          </p:cNvPr>
          <p:cNvSpPr>
            <a:spLocks xmlns:a="http://schemas.openxmlformats.org/drawingml/2006/main" noGrp="1"/>
          </p:cNvSpPr>
          <p:nvPr/>
        </p:nvSpPr>
        <p:spPr>
          <a:xfrm xmlns:a="http://schemas.openxmlformats.org/drawingml/2006/main">
            <a:off x="4404074"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94" name="">
            <a:extLst xmlns:a="http://schemas.openxmlformats.org/drawingml/2006/main">
              <a:ext uri="{FF2B5EF4-FFF2-40B4-BE49-F238E27FC236}">
                <a16:creationId xmlns:a16="http://schemas.microsoft.com/office/drawing/2014/main" id="{91D56A34-D6AB-414D-AF01-B026014B8149}"/>
              </a:ext>
            </a:extLst>
          </p:cNvPr>
          <p:cNvSpPr>
            <a:spLocks xmlns:a="http://schemas.openxmlformats.org/drawingml/2006/main" noGrp="1"/>
          </p:cNvSpPr>
          <p:nvPr/>
        </p:nvSpPr>
        <p:spPr>
          <a:xfrm xmlns:a="http://schemas.openxmlformats.org/drawingml/2006/main">
            <a:off x="4632674" y="5334000"/>
            <a:ext cx="70970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a:t>
            </a:r>
          </a:p>
        </p:txBody>
      </p:sp>
      <p:sp>
        <p:nvSpPr>
          <p:cNvPr id="95" name="">
            <a:extLst xmlns:a="http://schemas.openxmlformats.org/drawingml/2006/main">
              <a:ext uri="{FF2B5EF4-FFF2-40B4-BE49-F238E27FC236}">
                <a16:creationId xmlns:a16="http://schemas.microsoft.com/office/drawing/2014/main" id="{2DF1F9D4-98D1-4BB7-896D-0C86849F97CD}"/>
              </a:ext>
            </a:extLst>
          </p:cNvPr>
          <p:cNvSpPr>
            <a:spLocks xmlns:a="http://schemas.openxmlformats.org/drawingml/2006/main" noGrp="1"/>
          </p:cNvSpPr>
          <p:nvPr/>
        </p:nvSpPr>
        <p:spPr>
          <a:xfrm xmlns:a="http://schemas.openxmlformats.org/drawingml/2006/main">
            <a:off x="5551932"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96" name="">
            <a:extLst xmlns:a="http://schemas.openxmlformats.org/drawingml/2006/main">
              <a:ext uri="{FF2B5EF4-FFF2-40B4-BE49-F238E27FC236}">
                <a16:creationId xmlns:a16="http://schemas.microsoft.com/office/drawing/2014/main" id="{70B95C76-7966-4D0D-BE3A-7A2DC216494D}"/>
              </a:ext>
            </a:extLst>
          </p:cNvPr>
          <p:cNvSpPr>
            <a:spLocks xmlns:a="http://schemas.openxmlformats.org/drawingml/2006/main" noGrp="1"/>
          </p:cNvSpPr>
          <p:nvPr/>
        </p:nvSpPr>
        <p:spPr>
          <a:xfrm xmlns:a="http://schemas.openxmlformats.org/drawingml/2006/main">
            <a:off x="5780532" y="5334000"/>
            <a:ext cx="158581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95% day-bootstrap CI</a:t>
            </a:r>
          </a:p>
        </p:txBody>
      </p:sp>
    </p:spTree>
    <p:extLst>
      <p:ext uri="{BB962C8B-B14F-4D97-AF65-F5344CB8AC3E}">
        <p14:creationId xmlns:p14="http://schemas.microsoft.com/office/powerpoint/2010/main" val="597896415"/>
      </p:ext>
    </p:extLst>
  </p:cSld>
</p:sld>
</file>

<file path=ppt/slides/slide57.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ROAD ACCESS TO VACANT SUPPLY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Modelled minutes to a vacant taxi are not observed passenger waiting times.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57</a:t>
            </a:r>
            <a:endParaRPr sz="1200"/>
          </a:p>
        </p:txBody>
      </p:sp>
      <p:sp>
        <p:nvSpPr>
          <p:cNvPr id="14" name="">
            <a:extLst xmlns:a="http://schemas.openxmlformats.org/drawingml/2006/main">
              <a:ext uri="{FF2B5EF4-FFF2-40B4-BE49-F238E27FC236}">
                <a16:creationId xmlns:a16="http://schemas.microsoft.com/office/drawing/2014/main" id="{46CF0499-AA57-4FF7-ACD1-14DE5B9ABF5D}"/>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722EF18B-E5EA-4134-8DCE-1B58E2BF3CC3}"/>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Dry weather: how far the nearest vacant taxi is</a:t>
            </a:r>
          </a:p>
        </p:txBody>
      </p:sp>
      <p:sp>
        <p:nvSpPr>
          <p:cNvPr id="16" name="Editable chart path">
            <a:extLst xmlns:a="http://schemas.openxmlformats.org/drawingml/2006/main">
              <a:ext uri="{FF2B5EF4-FFF2-40B4-BE49-F238E27FC236}">
                <a16:creationId xmlns:a16="http://schemas.microsoft.com/office/drawing/2014/main" id="{9189C56B-CE2C-44BB-8661-E517B49AE8F4}"/>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4817304" h="2862310">
                <a:moveTo>
                  <a:pt x="1007598" y="1796220"/>
                </a:moveTo>
                <a:lnTo>
                  <a:pt x="985155" y="1791709"/>
                </a:lnTo>
                <a:lnTo>
                  <a:pt x="991096" y="1805354"/>
                </a:lnTo>
                <a:lnTo>
                  <a:pt x="1003527" y="1808435"/>
                </a:lnTo>
                <a:lnTo>
                  <a:pt x="1030590" y="1842218"/>
                </a:lnTo>
                <a:lnTo>
                  <a:pt x="1030920" y="1884364"/>
                </a:lnTo>
                <a:lnTo>
                  <a:pt x="995386" y="1883374"/>
                </a:lnTo>
                <a:lnTo>
                  <a:pt x="995606" y="1878202"/>
                </a:lnTo>
                <a:lnTo>
                  <a:pt x="989116" y="1873800"/>
                </a:lnTo>
                <a:lnTo>
                  <a:pt x="985595" y="1844419"/>
                </a:lnTo>
                <a:lnTo>
                  <a:pt x="975474" y="1825161"/>
                </a:lnTo>
                <a:lnTo>
                  <a:pt x="978775" y="1814267"/>
                </a:lnTo>
                <a:lnTo>
                  <a:pt x="988676" y="1806234"/>
                </a:lnTo>
                <a:lnTo>
                  <a:pt x="983065" y="1792699"/>
                </a:lnTo>
                <a:lnTo>
                  <a:pt x="971734" y="1806454"/>
                </a:lnTo>
                <a:lnTo>
                  <a:pt x="966453" y="1823181"/>
                </a:lnTo>
                <a:lnTo>
                  <a:pt x="968653" y="1868848"/>
                </a:lnTo>
                <a:lnTo>
                  <a:pt x="938070" y="1880403"/>
                </a:lnTo>
                <a:lnTo>
                  <a:pt x="914858" y="1878862"/>
                </a:lnTo>
                <a:lnTo>
                  <a:pt x="860072" y="1889096"/>
                </a:lnTo>
                <a:lnTo>
                  <a:pt x="845000" y="1780704"/>
                </a:lnTo>
                <a:lnTo>
                  <a:pt x="838730" y="1777843"/>
                </a:lnTo>
                <a:lnTo>
                  <a:pt x="825748" y="1781365"/>
                </a:lnTo>
                <a:lnTo>
                  <a:pt x="838290" y="1901201"/>
                </a:lnTo>
                <a:lnTo>
                  <a:pt x="818707" y="1910224"/>
                </a:lnTo>
                <a:lnTo>
                  <a:pt x="814967" y="1905822"/>
                </a:lnTo>
                <a:lnTo>
                  <a:pt x="800225" y="1916497"/>
                </a:lnTo>
                <a:lnTo>
                  <a:pt x="740599" y="1850251"/>
                </a:lnTo>
                <a:lnTo>
                  <a:pt x="737299" y="1804253"/>
                </a:lnTo>
                <a:lnTo>
                  <a:pt x="694064" y="1809645"/>
                </a:lnTo>
                <a:lnTo>
                  <a:pt x="701875" y="1874460"/>
                </a:lnTo>
                <a:lnTo>
                  <a:pt x="755121" y="1929372"/>
                </a:lnTo>
                <a:lnTo>
                  <a:pt x="751270" y="1927721"/>
                </a:lnTo>
                <a:lnTo>
                  <a:pt x="754351" y="1932893"/>
                </a:lnTo>
                <a:lnTo>
                  <a:pt x="738509" y="1949729"/>
                </a:lnTo>
                <a:lnTo>
                  <a:pt x="669862" y="2003760"/>
                </a:lnTo>
                <a:lnTo>
                  <a:pt x="654570" y="1985273"/>
                </a:lnTo>
                <a:lnTo>
                  <a:pt x="657210" y="1981201"/>
                </a:lnTo>
                <a:lnTo>
                  <a:pt x="649509" y="1968547"/>
                </a:lnTo>
                <a:lnTo>
                  <a:pt x="582402" y="1935094"/>
                </a:lnTo>
                <a:lnTo>
                  <a:pt x="586583" y="1926070"/>
                </a:lnTo>
                <a:lnTo>
                  <a:pt x="572061" y="1914516"/>
                </a:lnTo>
                <a:lnTo>
                  <a:pt x="559960" y="1924640"/>
                </a:lnTo>
                <a:lnTo>
                  <a:pt x="551929" y="1915726"/>
                </a:lnTo>
                <a:lnTo>
                  <a:pt x="562380" y="1906703"/>
                </a:lnTo>
                <a:lnTo>
                  <a:pt x="528606" y="1867858"/>
                </a:lnTo>
                <a:lnTo>
                  <a:pt x="506934" y="1886235"/>
                </a:lnTo>
                <a:lnTo>
                  <a:pt x="485262" y="1860595"/>
                </a:lnTo>
                <a:lnTo>
                  <a:pt x="569751" y="1768490"/>
                </a:lnTo>
                <a:lnTo>
                  <a:pt x="566120" y="1756935"/>
                </a:lnTo>
                <a:lnTo>
                  <a:pt x="554239" y="1752644"/>
                </a:lnTo>
                <a:lnTo>
                  <a:pt x="497033" y="1814377"/>
                </a:lnTo>
                <a:lnTo>
                  <a:pt x="479981" y="1820210"/>
                </a:lnTo>
                <a:lnTo>
                  <a:pt x="451928" y="1793139"/>
                </a:lnTo>
                <a:lnTo>
                  <a:pt x="447088" y="1779384"/>
                </a:lnTo>
                <a:lnTo>
                  <a:pt x="507924" y="1716330"/>
                </a:lnTo>
                <a:lnTo>
                  <a:pt x="510234" y="1710607"/>
                </a:lnTo>
                <a:lnTo>
                  <a:pt x="504074" y="1703345"/>
                </a:lnTo>
                <a:lnTo>
                  <a:pt x="483392" y="1687058"/>
                </a:lnTo>
                <a:lnTo>
                  <a:pt x="447638" y="1726454"/>
                </a:lnTo>
                <a:lnTo>
                  <a:pt x="412764" y="1753854"/>
                </a:lnTo>
                <a:lnTo>
                  <a:pt x="386361" y="1736027"/>
                </a:lnTo>
                <a:lnTo>
                  <a:pt x="351378" y="1700924"/>
                </a:lnTo>
                <a:lnTo>
                  <a:pt x="317274" y="1749782"/>
                </a:lnTo>
                <a:lnTo>
                  <a:pt x="355448" y="1782025"/>
                </a:lnTo>
                <a:lnTo>
                  <a:pt x="432676" y="1872370"/>
                </a:lnTo>
                <a:lnTo>
                  <a:pt x="448738" y="1969647"/>
                </a:lnTo>
                <a:lnTo>
                  <a:pt x="483942" y="2034572"/>
                </a:lnTo>
                <a:lnTo>
                  <a:pt x="489222" y="2052399"/>
                </a:lnTo>
                <a:lnTo>
                  <a:pt x="484052" y="2081450"/>
                </a:lnTo>
                <a:lnTo>
                  <a:pt x="461829" y="2103899"/>
                </a:lnTo>
                <a:lnTo>
                  <a:pt x="441147" y="2109291"/>
                </a:lnTo>
                <a:lnTo>
                  <a:pt x="385261" y="2105439"/>
                </a:lnTo>
                <a:lnTo>
                  <a:pt x="382181" y="2109401"/>
                </a:lnTo>
                <a:lnTo>
                  <a:pt x="374480" y="2211410"/>
                </a:lnTo>
                <a:lnTo>
                  <a:pt x="414194" y="2211410"/>
                </a:lnTo>
                <a:lnTo>
                  <a:pt x="414304" y="2310008"/>
                </a:lnTo>
                <a:lnTo>
                  <a:pt x="128054" y="2310008"/>
                </a:lnTo>
                <a:lnTo>
                  <a:pt x="128054" y="2385607"/>
                </a:lnTo>
                <a:lnTo>
                  <a:pt x="425195" y="2385607"/>
                </a:lnTo>
                <a:lnTo>
                  <a:pt x="425195" y="2451852"/>
                </a:lnTo>
                <a:lnTo>
                  <a:pt x="353028" y="2484095"/>
                </a:lnTo>
                <a:lnTo>
                  <a:pt x="128054" y="2484095"/>
                </a:lnTo>
                <a:lnTo>
                  <a:pt x="128054" y="2559804"/>
                </a:lnTo>
                <a:lnTo>
                  <a:pt x="485592" y="2559804"/>
                </a:lnTo>
                <a:lnTo>
                  <a:pt x="485592" y="2658292"/>
                </a:lnTo>
                <a:lnTo>
                  <a:pt x="128164" y="2658292"/>
                </a:lnTo>
                <a:lnTo>
                  <a:pt x="128164" y="2741924"/>
                </a:lnTo>
                <a:lnTo>
                  <a:pt x="563480" y="2741814"/>
                </a:lnTo>
                <a:lnTo>
                  <a:pt x="581742" y="2790673"/>
                </a:lnTo>
                <a:lnTo>
                  <a:pt x="466010" y="2833479"/>
                </a:lnTo>
                <a:lnTo>
                  <a:pt x="428826" y="2855818"/>
                </a:lnTo>
                <a:lnTo>
                  <a:pt x="404623" y="2862310"/>
                </a:lnTo>
                <a:lnTo>
                  <a:pt x="39714" y="2770645"/>
                </a:lnTo>
                <a:lnTo>
                  <a:pt x="13641" y="2756449"/>
                </a:lnTo>
                <a:lnTo>
                  <a:pt x="1430" y="2734441"/>
                </a:lnTo>
                <a:lnTo>
                  <a:pt x="0" y="2498950"/>
                </a:lnTo>
                <a:lnTo>
                  <a:pt x="74038" y="2498950"/>
                </a:lnTo>
                <a:lnTo>
                  <a:pt x="74148" y="2469129"/>
                </a:lnTo>
                <a:lnTo>
                  <a:pt x="34654" y="2469129"/>
                </a:lnTo>
                <a:lnTo>
                  <a:pt x="34654" y="2396941"/>
                </a:lnTo>
                <a:lnTo>
                  <a:pt x="69197" y="2396941"/>
                </a:lnTo>
                <a:lnTo>
                  <a:pt x="69197" y="2367120"/>
                </a:lnTo>
                <a:lnTo>
                  <a:pt x="44555" y="2367120"/>
                </a:lnTo>
                <a:lnTo>
                  <a:pt x="44555" y="2316830"/>
                </a:lnTo>
                <a:lnTo>
                  <a:pt x="110" y="2316830"/>
                </a:lnTo>
                <a:lnTo>
                  <a:pt x="1320" y="2297133"/>
                </a:lnTo>
                <a:lnTo>
                  <a:pt x="62817" y="2132400"/>
                </a:lnTo>
                <a:lnTo>
                  <a:pt x="78328" y="2117214"/>
                </a:lnTo>
                <a:lnTo>
                  <a:pt x="110452" y="2105329"/>
                </a:lnTo>
                <a:lnTo>
                  <a:pt x="131464" y="2091684"/>
                </a:lnTo>
                <a:lnTo>
                  <a:pt x="147306" y="2073087"/>
                </a:lnTo>
                <a:lnTo>
                  <a:pt x="156877" y="2052399"/>
                </a:lnTo>
                <a:lnTo>
                  <a:pt x="160837" y="2028189"/>
                </a:lnTo>
                <a:lnTo>
                  <a:pt x="157647" y="2003210"/>
                </a:lnTo>
                <a:lnTo>
                  <a:pt x="137735" y="1952370"/>
                </a:lnTo>
                <a:lnTo>
                  <a:pt x="129924" y="1951490"/>
                </a:lnTo>
                <a:lnTo>
                  <a:pt x="131794" y="1939936"/>
                </a:lnTo>
                <a:lnTo>
                  <a:pt x="128274" y="1944227"/>
                </a:lnTo>
                <a:lnTo>
                  <a:pt x="133334" y="1915176"/>
                </a:lnTo>
                <a:lnTo>
                  <a:pt x="135204" y="1920238"/>
                </a:lnTo>
                <a:lnTo>
                  <a:pt x="136965" y="1910444"/>
                </a:lnTo>
                <a:lnTo>
                  <a:pt x="143015" y="1911435"/>
                </a:lnTo>
                <a:lnTo>
                  <a:pt x="283610" y="1535310"/>
                </a:lnTo>
                <a:lnTo>
                  <a:pt x="297252" y="1482930"/>
                </a:lnTo>
                <a:lnTo>
                  <a:pt x="319804" y="1430440"/>
                </a:lnTo>
                <a:lnTo>
                  <a:pt x="314854" y="1422847"/>
                </a:lnTo>
                <a:lnTo>
                  <a:pt x="320354" y="1417015"/>
                </a:lnTo>
                <a:lnTo>
                  <a:pt x="317164" y="1414043"/>
                </a:lnTo>
                <a:lnTo>
                  <a:pt x="329815" y="1400948"/>
                </a:lnTo>
                <a:lnTo>
                  <a:pt x="338946" y="1379270"/>
                </a:lnTo>
                <a:lnTo>
                  <a:pt x="337626" y="1374318"/>
                </a:lnTo>
                <a:lnTo>
                  <a:pt x="326955" y="1378940"/>
                </a:lnTo>
                <a:lnTo>
                  <a:pt x="318374" y="1369476"/>
                </a:lnTo>
                <a:lnTo>
                  <a:pt x="312653" y="1350549"/>
                </a:lnTo>
                <a:lnTo>
                  <a:pt x="316394" y="1332062"/>
                </a:lnTo>
                <a:lnTo>
                  <a:pt x="302202" y="1322928"/>
                </a:lnTo>
                <a:lnTo>
                  <a:pt x="303632" y="1320177"/>
                </a:lnTo>
                <a:lnTo>
                  <a:pt x="317714" y="1329531"/>
                </a:lnTo>
                <a:lnTo>
                  <a:pt x="329485" y="1316656"/>
                </a:lnTo>
                <a:lnTo>
                  <a:pt x="344997" y="1310494"/>
                </a:lnTo>
                <a:lnTo>
                  <a:pt x="352808" y="1313905"/>
                </a:lnTo>
                <a:lnTo>
                  <a:pt x="357648" y="1323919"/>
                </a:lnTo>
                <a:lnTo>
                  <a:pt x="364029" y="1294978"/>
                </a:lnTo>
                <a:lnTo>
                  <a:pt x="378990" y="1259654"/>
                </a:lnTo>
                <a:lnTo>
                  <a:pt x="381631" y="1239847"/>
                </a:lnTo>
                <a:lnTo>
                  <a:pt x="384711" y="1244578"/>
                </a:lnTo>
                <a:lnTo>
                  <a:pt x="405393" y="1228072"/>
                </a:lnTo>
                <a:lnTo>
                  <a:pt x="418705" y="1210795"/>
                </a:lnTo>
                <a:lnTo>
                  <a:pt x="452148" y="1135196"/>
                </a:lnTo>
                <a:lnTo>
                  <a:pt x="477231" y="1098332"/>
                </a:lnTo>
                <a:lnTo>
                  <a:pt x="480201" y="1079845"/>
                </a:lnTo>
                <a:lnTo>
                  <a:pt x="499013" y="1074013"/>
                </a:lnTo>
                <a:lnTo>
                  <a:pt x="497363" y="1061358"/>
                </a:lnTo>
                <a:lnTo>
                  <a:pt x="502754" y="1057066"/>
                </a:lnTo>
                <a:lnTo>
                  <a:pt x="517165" y="1075773"/>
                </a:lnTo>
                <a:lnTo>
                  <a:pt x="517275" y="1057727"/>
                </a:lnTo>
                <a:lnTo>
                  <a:pt x="526736" y="1055856"/>
                </a:lnTo>
                <a:lnTo>
                  <a:pt x="542358" y="1016131"/>
                </a:lnTo>
                <a:lnTo>
                  <a:pt x="566781" y="973984"/>
                </a:lnTo>
                <a:lnTo>
                  <a:pt x="563810" y="960339"/>
                </a:lnTo>
                <a:lnTo>
                  <a:pt x="575251" y="961990"/>
                </a:lnTo>
                <a:lnTo>
                  <a:pt x="569421" y="952306"/>
                </a:lnTo>
                <a:lnTo>
                  <a:pt x="587903" y="935470"/>
                </a:lnTo>
                <a:lnTo>
                  <a:pt x="595274" y="933489"/>
                </a:lnTo>
                <a:lnTo>
                  <a:pt x="596154" y="942952"/>
                </a:lnTo>
                <a:lnTo>
                  <a:pt x="599124" y="942512"/>
                </a:lnTo>
                <a:lnTo>
                  <a:pt x="602204" y="932939"/>
                </a:lnTo>
                <a:lnTo>
                  <a:pt x="595494" y="921934"/>
                </a:lnTo>
                <a:lnTo>
                  <a:pt x="601984" y="910380"/>
                </a:lnTo>
                <a:lnTo>
                  <a:pt x="614966" y="901356"/>
                </a:lnTo>
                <a:lnTo>
                  <a:pt x="615076" y="882869"/>
                </a:lnTo>
                <a:lnTo>
                  <a:pt x="627507" y="861081"/>
                </a:lnTo>
                <a:lnTo>
                  <a:pt x="623437" y="835331"/>
                </a:lnTo>
                <a:lnTo>
                  <a:pt x="628717" y="808371"/>
                </a:lnTo>
                <a:lnTo>
                  <a:pt x="619916" y="792745"/>
                </a:lnTo>
                <a:lnTo>
                  <a:pt x="626957" y="775908"/>
                </a:lnTo>
                <a:lnTo>
                  <a:pt x="631137" y="778879"/>
                </a:lnTo>
                <a:lnTo>
                  <a:pt x="633118" y="775248"/>
                </a:lnTo>
                <a:lnTo>
                  <a:pt x="627397" y="771176"/>
                </a:lnTo>
                <a:lnTo>
                  <a:pt x="630037" y="762703"/>
                </a:lnTo>
                <a:lnTo>
                  <a:pt x="640048" y="757201"/>
                </a:lnTo>
                <a:lnTo>
                  <a:pt x="630697" y="742896"/>
                </a:lnTo>
                <a:lnTo>
                  <a:pt x="624757" y="717916"/>
                </a:lnTo>
                <a:lnTo>
                  <a:pt x="644779" y="709333"/>
                </a:lnTo>
                <a:lnTo>
                  <a:pt x="653250" y="693487"/>
                </a:lnTo>
                <a:lnTo>
                  <a:pt x="653910" y="680612"/>
                </a:lnTo>
                <a:lnTo>
                  <a:pt x="672942" y="675880"/>
                </a:lnTo>
                <a:lnTo>
                  <a:pt x="685923" y="682592"/>
                </a:lnTo>
                <a:lnTo>
                  <a:pt x="688784" y="673569"/>
                </a:lnTo>
                <a:lnTo>
                  <a:pt x="702865" y="666306"/>
                </a:lnTo>
                <a:lnTo>
                  <a:pt x="705505" y="657503"/>
                </a:lnTo>
                <a:lnTo>
                  <a:pt x="713976" y="650020"/>
                </a:lnTo>
                <a:lnTo>
                  <a:pt x="710786" y="636925"/>
                </a:lnTo>
                <a:lnTo>
                  <a:pt x="713756" y="632633"/>
                </a:lnTo>
                <a:lnTo>
                  <a:pt x="720467" y="628011"/>
                </a:lnTo>
                <a:lnTo>
                  <a:pt x="730698" y="630322"/>
                </a:lnTo>
                <a:lnTo>
                  <a:pt x="737189" y="627021"/>
                </a:lnTo>
                <a:lnTo>
                  <a:pt x="727178" y="617887"/>
                </a:lnTo>
                <a:lnTo>
                  <a:pt x="724207" y="603472"/>
                </a:lnTo>
                <a:lnTo>
                  <a:pt x="731138" y="580583"/>
                </a:lnTo>
                <a:lnTo>
                  <a:pt x="740599" y="583224"/>
                </a:lnTo>
                <a:lnTo>
                  <a:pt x="741369" y="574861"/>
                </a:lnTo>
                <a:lnTo>
                  <a:pt x="732348" y="567048"/>
                </a:lnTo>
                <a:lnTo>
                  <a:pt x="750610" y="557144"/>
                </a:lnTo>
                <a:lnTo>
                  <a:pt x="760511" y="566938"/>
                </a:lnTo>
                <a:lnTo>
                  <a:pt x="755451" y="558795"/>
                </a:lnTo>
                <a:lnTo>
                  <a:pt x="761611" y="550872"/>
                </a:lnTo>
                <a:lnTo>
                  <a:pt x="752920" y="552963"/>
                </a:lnTo>
                <a:lnTo>
                  <a:pt x="745990" y="536566"/>
                </a:lnTo>
                <a:lnTo>
                  <a:pt x="754681" y="501683"/>
                </a:lnTo>
                <a:lnTo>
                  <a:pt x="772613" y="490128"/>
                </a:lnTo>
                <a:lnTo>
                  <a:pt x="783394" y="491669"/>
                </a:lnTo>
                <a:lnTo>
                  <a:pt x="777783" y="489248"/>
                </a:lnTo>
                <a:lnTo>
                  <a:pt x="779543" y="482756"/>
                </a:lnTo>
                <a:lnTo>
                  <a:pt x="796045" y="458326"/>
                </a:lnTo>
                <a:lnTo>
                  <a:pt x="806386" y="464819"/>
                </a:lnTo>
                <a:lnTo>
                  <a:pt x="832789" y="458106"/>
                </a:lnTo>
                <a:lnTo>
                  <a:pt x="853801" y="435767"/>
                </a:lnTo>
                <a:lnTo>
                  <a:pt x="865352" y="443030"/>
                </a:lnTo>
                <a:lnTo>
                  <a:pt x="878114" y="444131"/>
                </a:lnTo>
                <a:lnTo>
                  <a:pt x="881524" y="448973"/>
                </a:lnTo>
                <a:lnTo>
                  <a:pt x="882074" y="431806"/>
                </a:lnTo>
                <a:lnTo>
                  <a:pt x="889115" y="427074"/>
                </a:lnTo>
                <a:lnTo>
                  <a:pt x="902976" y="429825"/>
                </a:lnTo>
                <a:lnTo>
                  <a:pt x="911997" y="415190"/>
                </a:lnTo>
                <a:lnTo>
                  <a:pt x="963373" y="409577"/>
                </a:lnTo>
                <a:lnTo>
                  <a:pt x="974484" y="400664"/>
                </a:lnTo>
                <a:lnTo>
                  <a:pt x="994506" y="393511"/>
                </a:lnTo>
                <a:lnTo>
                  <a:pt x="994396" y="388889"/>
                </a:lnTo>
                <a:lnTo>
                  <a:pt x="1038511" y="343442"/>
                </a:lnTo>
                <a:lnTo>
                  <a:pt x="1065464" y="328036"/>
                </a:lnTo>
                <a:lnTo>
                  <a:pt x="1108808" y="285560"/>
                </a:lnTo>
                <a:lnTo>
                  <a:pt x="1110129" y="274115"/>
                </a:lnTo>
                <a:lnTo>
                  <a:pt x="1118269" y="279397"/>
                </a:lnTo>
                <a:lnTo>
                  <a:pt x="1146102" y="252987"/>
                </a:lnTo>
                <a:lnTo>
                  <a:pt x="1175696" y="236371"/>
                </a:lnTo>
                <a:lnTo>
                  <a:pt x="1222671" y="222616"/>
                </a:lnTo>
                <a:lnTo>
                  <a:pt x="1229711" y="225036"/>
                </a:lnTo>
                <a:lnTo>
                  <a:pt x="1232902" y="221185"/>
                </a:lnTo>
                <a:lnTo>
                  <a:pt x="1273606" y="214142"/>
                </a:lnTo>
                <a:lnTo>
                  <a:pt x="1338623" y="215573"/>
                </a:lnTo>
                <a:lnTo>
                  <a:pt x="1357215" y="220305"/>
                </a:lnTo>
                <a:lnTo>
                  <a:pt x="1382958" y="240773"/>
                </a:lnTo>
                <a:lnTo>
                  <a:pt x="1384718" y="248916"/>
                </a:lnTo>
                <a:lnTo>
                  <a:pt x="1379547" y="239782"/>
                </a:lnTo>
                <a:lnTo>
                  <a:pt x="1379657" y="246825"/>
                </a:lnTo>
                <a:lnTo>
                  <a:pt x="1374157" y="251887"/>
                </a:lnTo>
                <a:lnTo>
                  <a:pt x="1381528" y="250016"/>
                </a:lnTo>
                <a:lnTo>
                  <a:pt x="1396379" y="260470"/>
                </a:lnTo>
                <a:lnTo>
                  <a:pt x="1381197" y="271144"/>
                </a:lnTo>
                <a:lnTo>
                  <a:pt x="1389888" y="263881"/>
                </a:lnTo>
                <a:lnTo>
                  <a:pt x="1397809" y="263441"/>
                </a:lnTo>
                <a:lnTo>
                  <a:pt x="1390218" y="270154"/>
                </a:lnTo>
                <a:lnTo>
                  <a:pt x="1393299" y="268283"/>
                </a:lnTo>
                <a:lnTo>
                  <a:pt x="1396709" y="272575"/>
                </a:lnTo>
                <a:lnTo>
                  <a:pt x="1396819" y="265862"/>
                </a:lnTo>
                <a:lnTo>
                  <a:pt x="1405840" y="270154"/>
                </a:lnTo>
                <a:lnTo>
                  <a:pt x="1408920" y="281378"/>
                </a:lnTo>
                <a:lnTo>
                  <a:pt x="1417941" y="280388"/>
                </a:lnTo>
                <a:lnTo>
                  <a:pt x="1454355" y="308338"/>
                </a:lnTo>
                <a:lnTo>
                  <a:pt x="1455895" y="315601"/>
                </a:lnTo>
                <a:lnTo>
                  <a:pt x="1439504" y="333978"/>
                </a:lnTo>
                <a:lnTo>
                  <a:pt x="1442254" y="352575"/>
                </a:lnTo>
                <a:lnTo>
                  <a:pt x="1446324" y="352686"/>
                </a:lnTo>
                <a:lnTo>
                  <a:pt x="1447645" y="341021"/>
                </a:lnTo>
                <a:lnTo>
                  <a:pt x="1457656" y="326936"/>
                </a:lnTo>
                <a:lnTo>
                  <a:pt x="1463266" y="350705"/>
                </a:lnTo>
                <a:lnTo>
                  <a:pt x="1502320" y="350595"/>
                </a:lnTo>
                <a:lnTo>
                  <a:pt x="1507051" y="346523"/>
                </a:lnTo>
                <a:lnTo>
                  <a:pt x="1510131" y="352796"/>
                </a:lnTo>
                <a:lnTo>
                  <a:pt x="1509911" y="278517"/>
                </a:lnTo>
                <a:lnTo>
                  <a:pt x="1519482" y="269384"/>
                </a:lnTo>
                <a:lnTo>
                  <a:pt x="1674709" y="301186"/>
                </a:lnTo>
                <a:lnTo>
                  <a:pt x="1718053" y="290732"/>
                </a:lnTo>
                <a:lnTo>
                  <a:pt x="1744456" y="301956"/>
                </a:lnTo>
                <a:lnTo>
                  <a:pt x="1775150" y="292602"/>
                </a:lnTo>
                <a:lnTo>
                  <a:pt x="1772729" y="283579"/>
                </a:lnTo>
                <a:lnTo>
                  <a:pt x="1778560" y="268063"/>
                </a:lnTo>
                <a:lnTo>
                  <a:pt x="1796162" y="253317"/>
                </a:lnTo>
                <a:lnTo>
                  <a:pt x="1805293" y="236921"/>
                </a:lnTo>
                <a:lnTo>
                  <a:pt x="1797042" y="201157"/>
                </a:lnTo>
                <a:lnTo>
                  <a:pt x="1801002" y="198956"/>
                </a:lnTo>
                <a:lnTo>
                  <a:pt x="1816954" y="245174"/>
                </a:lnTo>
                <a:lnTo>
                  <a:pt x="1838626" y="229108"/>
                </a:lnTo>
                <a:lnTo>
                  <a:pt x="1877130" y="214693"/>
                </a:lnTo>
                <a:lnTo>
                  <a:pt x="1947208" y="168695"/>
                </a:lnTo>
                <a:lnTo>
                  <a:pt x="1955679" y="167154"/>
                </a:lnTo>
                <a:lnTo>
                  <a:pt x="1979991" y="141845"/>
                </a:lnTo>
                <a:lnTo>
                  <a:pt x="2021246" y="112353"/>
                </a:lnTo>
                <a:lnTo>
                  <a:pt x="2038188" y="105200"/>
                </a:lnTo>
                <a:lnTo>
                  <a:pt x="2123007" y="43247"/>
                </a:lnTo>
                <a:lnTo>
                  <a:pt x="2136208" y="43687"/>
                </a:lnTo>
                <a:lnTo>
                  <a:pt x="2154910" y="25200"/>
                </a:lnTo>
                <a:lnTo>
                  <a:pt x="2170972" y="19147"/>
                </a:lnTo>
                <a:lnTo>
                  <a:pt x="2232578" y="2201"/>
                </a:lnTo>
                <a:lnTo>
                  <a:pt x="2244240" y="10894"/>
                </a:lnTo>
                <a:lnTo>
                  <a:pt x="2268992" y="4512"/>
                </a:lnTo>
                <a:lnTo>
                  <a:pt x="2328069" y="0"/>
                </a:lnTo>
                <a:lnTo>
                  <a:pt x="2373283" y="16836"/>
                </a:lnTo>
                <a:lnTo>
                  <a:pt x="2381424" y="23439"/>
                </a:lnTo>
                <a:lnTo>
                  <a:pt x="2360522" y="38075"/>
                </a:lnTo>
                <a:lnTo>
                  <a:pt x="2342040" y="63935"/>
                </a:lnTo>
                <a:lnTo>
                  <a:pt x="2350951" y="69437"/>
                </a:lnTo>
                <a:lnTo>
                  <a:pt x="2363382" y="50840"/>
                </a:lnTo>
                <a:lnTo>
                  <a:pt x="2388905" y="39725"/>
                </a:lnTo>
                <a:lnTo>
                  <a:pt x="2385275" y="52930"/>
                </a:lnTo>
                <a:lnTo>
                  <a:pt x="2394846" y="54911"/>
                </a:lnTo>
                <a:lnTo>
                  <a:pt x="2376034" y="88584"/>
                </a:lnTo>
                <a:lnTo>
                  <a:pt x="2381644" y="91555"/>
                </a:lnTo>
                <a:lnTo>
                  <a:pt x="2404747" y="55461"/>
                </a:lnTo>
                <a:lnTo>
                  <a:pt x="2394296" y="74279"/>
                </a:lnTo>
                <a:lnTo>
                  <a:pt x="2398476" y="77140"/>
                </a:lnTo>
                <a:lnTo>
                  <a:pt x="2382634" y="105090"/>
                </a:lnTo>
                <a:lnTo>
                  <a:pt x="2386595" y="107291"/>
                </a:lnTo>
                <a:lnTo>
                  <a:pt x="2401996" y="79230"/>
                </a:lnTo>
                <a:lnTo>
                  <a:pt x="2407607" y="81982"/>
                </a:lnTo>
                <a:lnTo>
                  <a:pt x="2440501" y="23989"/>
                </a:lnTo>
                <a:lnTo>
                  <a:pt x="2514869" y="66686"/>
                </a:lnTo>
                <a:lnTo>
                  <a:pt x="2489016" y="112903"/>
                </a:lnTo>
                <a:lnTo>
                  <a:pt x="2499467" y="118956"/>
                </a:lnTo>
                <a:lnTo>
                  <a:pt x="2525540" y="72958"/>
                </a:lnTo>
                <a:lnTo>
                  <a:pt x="2537421" y="72628"/>
                </a:lnTo>
                <a:lnTo>
                  <a:pt x="2547982" y="65585"/>
                </a:lnTo>
                <a:lnTo>
                  <a:pt x="2687917" y="123688"/>
                </a:lnTo>
                <a:lnTo>
                  <a:pt x="2733352" y="146356"/>
                </a:lnTo>
                <a:lnTo>
                  <a:pt x="2777687" y="175077"/>
                </a:lnTo>
                <a:lnTo>
                  <a:pt x="2776146" y="186522"/>
                </a:lnTo>
                <a:lnTo>
                  <a:pt x="2743033" y="201157"/>
                </a:lnTo>
                <a:lnTo>
                  <a:pt x="2771966" y="271584"/>
                </a:lnTo>
                <a:lnTo>
                  <a:pt x="2783847" y="312190"/>
                </a:lnTo>
                <a:lnTo>
                  <a:pt x="2834673" y="377775"/>
                </a:lnTo>
                <a:lnTo>
                  <a:pt x="2828292" y="382947"/>
                </a:lnTo>
                <a:lnTo>
                  <a:pt x="2837313" y="403415"/>
                </a:lnTo>
                <a:lnTo>
                  <a:pt x="2851945" y="397913"/>
                </a:lnTo>
                <a:lnTo>
                  <a:pt x="2856565" y="407707"/>
                </a:lnTo>
                <a:lnTo>
                  <a:pt x="2846114" y="429275"/>
                </a:lnTo>
                <a:lnTo>
                  <a:pt x="2790118" y="475603"/>
                </a:lnTo>
                <a:lnTo>
                  <a:pt x="2777247" y="479564"/>
                </a:lnTo>
                <a:lnTo>
                  <a:pt x="2773176" y="486827"/>
                </a:lnTo>
                <a:lnTo>
                  <a:pt x="2839293" y="516649"/>
                </a:lnTo>
                <a:lnTo>
                  <a:pt x="2854475" y="508726"/>
                </a:lnTo>
                <a:lnTo>
                  <a:pt x="2873727" y="505974"/>
                </a:lnTo>
                <a:lnTo>
                  <a:pt x="2898810" y="483966"/>
                </a:lnTo>
                <a:lnTo>
                  <a:pt x="2899250" y="472081"/>
                </a:lnTo>
                <a:lnTo>
                  <a:pt x="2906620" y="462618"/>
                </a:lnTo>
                <a:lnTo>
                  <a:pt x="2947765" y="435767"/>
                </a:lnTo>
                <a:lnTo>
                  <a:pt x="2973948" y="427294"/>
                </a:lnTo>
                <a:lnTo>
                  <a:pt x="3001781" y="429275"/>
                </a:lnTo>
                <a:lnTo>
                  <a:pt x="3019822" y="437088"/>
                </a:lnTo>
                <a:lnTo>
                  <a:pt x="3106952" y="495190"/>
                </a:lnTo>
                <a:lnTo>
                  <a:pt x="3089680" y="519180"/>
                </a:lnTo>
                <a:lnTo>
                  <a:pt x="3097601" y="523801"/>
                </a:lnTo>
                <a:lnTo>
                  <a:pt x="3113112" y="498822"/>
                </a:lnTo>
                <a:lnTo>
                  <a:pt x="3203212" y="551862"/>
                </a:lnTo>
                <a:lnTo>
                  <a:pt x="3210693" y="561656"/>
                </a:lnTo>
                <a:lnTo>
                  <a:pt x="3213773" y="576402"/>
                </a:lnTo>
                <a:lnTo>
                  <a:pt x="3198922" y="610405"/>
                </a:lnTo>
                <a:lnTo>
                  <a:pt x="3217074" y="616677"/>
                </a:lnTo>
                <a:lnTo>
                  <a:pt x="3235005" y="586415"/>
                </a:lnTo>
                <a:lnTo>
                  <a:pt x="3280000" y="557034"/>
                </a:lnTo>
                <a:lnTo>
                  <a:pt x="3296722" y="554613"/>
                </a:lnTo>
                <a:lnTo>
                  <a:pt x="3314214" y="558465"/>
                </a:lnTo>
                <a:lnTo>
                  <a:pt x="3324885" y="547350"/>
                </a:lnTo>
                <a:lnTo>
                  <a:pt x="3355248" y="542068"/>
                </a:lnTo>
                <a:lnTo>
                  <a:pt x="3376041" y="546470"/>
                </a:lnTo>
                <a:lnTo>
                  <a:pt x="3390782" y="575081"/>
                </a:lnTo>
                <a:lnTo>
                  <a:pt x="3392872" y="599951"/>
                </a:lnTo>
                <a:lnTo>
                  <a:pt x="3402993" y="598520"/>
                </a:lnTo>
                <a:lnTo>
                  <a:pt x="3408714" y="588506"/>
                </a:lnTo>
                <a:lnTo>
                  <a:pt x="3416965" y="589166"/>
                </a:lnTo>
                <a:lnTo>
                  <a:pt x="3443148" y="613486"/>
                </a:lnTo>
                <a:lnTo>
                  <a:pt x="3442378" y="623169"/>
                </a:lnTo>
                <a:lnTo>
                  <a:pt x="3447878" y="628782"/>
                </a:lnTo>
                <a:lnTo>
                  <a:pt x="3472411" y="638906"/>
                </a:lnTo>
                <a:lnTo>
                  <a:pt x="3496173" y="655522"/>
                </a:lnTo>
                <a:lnTo>
                  <a:pt x="3577252" y="736183"/>
                </a:lnTo>
                <a:lnTo>
                  <a:pt x="3578792" y="752799"/>
                </a:lnTo>
                <a:lnTo>
                  <a:pt x="3565591" y="761163"/>
                </a:lnTo>
                <a:lnTo>
                  <a:pt x="3569001" y="764574"/>
                </a:lnTo>
                <a:lnTo>
                  <a:pt x="3569221" y="782071"/>
                </a:lnTo>
                <a:lnTo>
                  <a:pt x="3616526" y="765894"/>
                </a:lnTo>
                <a:lnTo>
                  <a:pt x="3660971" y="807160"/>
                </a:lnTo>
                <a:lnTo>
                  <a:pt x="3662181" y="816294"/>
                </a:lnTo>
                <a:lnTo>
                  <a:pt x="3637868" y="841273"/>
                </a:lnTo>
                <a:lnTo>
                  <a:pt x="3635338" y="851397"/>
                </a:lnTo>
                <a:lnTo>
                  <a:pt x="3638529" y="855799"/>
                </a:lnTo>
                <a:lnTo>
                  <a:pt x="3650960" y="853048"/>
                </a:lnTo>
                <a:lnTo>
                  <a:pt x="3680553" y="829279"/>
                </a:lnTo>
                <a:lnTo>
                  <a:pt x="3709706" y="854698"/>
                </a:lnTo>
                <a:lnTo>
                  <a:pt x="3713227" y="864052"/>
                </a:lnTo>
                <a:lnTo>
                  <a:pt x="3706846" y="901026"/>
                </a:lnTo>
                <a:lnTo>
                  <a:pt x="3709266" y="914341"/>
                </a:lnTo>
                <a:lnTo>
                  <a:pt x="3719057" y="925126"/>
                </a:lnTo>
                <a:lnTo>
                  <a:pt x="3779344" y="965951"/>
                </a:lnTo>
                <a:lnTo>
                  <a:pt x="3834129" y="979266"/>
                </a:lnTo>
                <a:lnTo>
                  <a:pt x="3876924" y="984108"/>
                </a:lnTo>
                <a:lnTo>
                  <a:pt x="3950082" y="975855"/>
                </a:lnTo>
                <a:lnTo>
                  <a:pt x="3966144" y="992141"/>
                </a:lnTo>
                <a:lnTo>
                  <a:pt x="3980335" y="986859"/>
                </a:lnTo>
                <a:lnTo>
                  <a:pt x="3983635" y="976845"/>
                </a:lnTo>
                <a:lnTo>
                  <a:pt x="3978795" y="963420"/>
                </a:lnTo>
                <a:lnTo>
                  <a:pt x="3999477" y="950545"/>
                </a:lnTo>
                <a:lnTo>
                  <a:pt x="4015429" y="931178"/>
                </a:lnTo>
                <a:lnTo>
                  <a:pt x="4038201" y="918413"/>
                </a:lnTo>
                <a:lnTo>
                  <a:pt x="4050413" y="883199"/>
                </a:lnTo>
                <a:lnTo>
                  <a:pt x="4059103" y="881439"/>
                </a:lnTo>
                <a:lnTo>
                  <a:pt x="4065814" y="869774"/>
                </a:lnTo>
                <a:lnTo>
                  <a:pt x="4080336" y="862071"/>
                </a:lnTo>
                <a:lnTo>
                  <a:pt x="4124120" y="858990"/>
                </a:lnTo>
                <a:lnTo>
                  <a:pt x="4133141" y="852388"/>
                </a:lnTo>
                <a:lnTo>
                  <a:pt x="4129291" y="850627"/>
                </a:lnTo>
                <a:lnTo>
                  <a:pt x="4147333" y="847216"/>
                </a:lnTo>
                <a:lnTo>
                  <a:pt x="4143702" y="849637"/>
                </a:lnTo>
                <a:lnTo>
                  <a:pt x="4152503" y="853268"/>
                </a:lnTo>
                <a:lnTo>
                  <a:pt x="4163395" y="854038"/>
                </a:lnTo>
                <a:lnTo>
                  <a:pt x="4164165" y="850187"/>
                </a:lnTo>
                <a:lnTo>
                  <a:pt x="4206079" y="854368"/>
                </a:lnTo>
                <a:lnTo>
                  <a:pt x="4261965" y="871425"/>
                </a:lnTo>
                <a:lnTo>
                  <a:pt x="4283527" y="873406"/>
                </a:lnTo>
                <a:lnTo>
                  <a:pt x="4328192" y="900586"/>
                </a:lnTo>
                <a:lnTo>
                  <a:pt x="4405530" y="1059267"/>
                </a:lnTo>
                <a:lnTo>
                  <a:pt x="4421482" y="1070601"/>
                </a:lnTo>
                <a:lnTo>
                  <a:pt x="4435234" y="1068841"/>
                </a:lnTo>
                <a:lnTo>
                  <a:pt x="4433473" y="1080395"/>
                </a:lnTo>
                <a:lnTo>
                  <a:pt x="4412791" y="1081276"/>
                </a:lnTo>
                <a:lnTo>
                  <a:pt x="4400140" y="1114068"/>
                </a:lnTo>
                <a:lnTo>
                  <a:pt x="4406851" y="1117700"/>
                </a:lnTo>
                <a:lnTo>
                  <a:pt x="4409601" y="1111207"/>
                </a:lnTo>
                <a:lnTo>
                  <a:pt x="4448985" y="1123752"/>
                </a:lnTo>
                <a:lnTo>
                  <a:pt x="4487489" y="1107796"/>
                </a:lnTo>
                <a:lnTo>
                  <a:pt x="4645796" y="1178223"/>
                </a:lnTo>
                <a:lnTo>
                  <a:pt x="4721814" y="1223780"/>
                </a:lnTo>
                <a:lnTo>
                  <a:pt x="4792662" y="1275830"/>
                </a:lnTo>
                <a:lnTo>
                  <a:pt x="4809054" y="1297949"/>
                </a:lnTo>
                <a:lnTo>
                  <a:pt x="4817304" y="1327220"/>
                </a:lnTo>
                <a:lnTo>
                  <a:pt x="4813014" y="1342736"/>
                </a:lnTo>
                <a:lnTo>
                  <a:pt x="4799593" y="1341966"/>
                </a:lnTo>
                <a:lnTo>
                  <a:pt x="4797832" y="1333713"/>
                </a:lnTo>
                <a:lnTo>
                  <a:pt x="4807403" y="1316766"/>
                </a:lnTo>
                <a:lnTo>
                  <a:pt x="4802563" y="1296738"/>
                </a:lnTo>
                <a:lnTo>
                  <a:pt x="4791012" y="1281442"/>
                </a:lnTo>
                <a:lnTo>
                  <a:pt x="4754268" y="1252721"/>
                </a:lnTo>
                <a:lnTo>
                  <a:pt x="4741286" y="1251401"/>
                </a:lnTo>
                <a:lnTo>
                  <a:pt x="4719834" y="1237095"/>
                </a:lnTo>
                <a:lnTo>
                  <a:pt x="4705642" y="1232804"/>
                </a:lnTo>
                <a:lnTo>
                  <a:pt x="4688371" y="1236655"/>
                </a:lnTo>
                <a:lnTo>
                  <a:pt x="4681880" y="1245569"/>
                </a:lnTo>
                <a:lnTo>
                  <a:pt x="4692881" y="1253272"/>
                </a:lnTo>
                <a:lnTo>
                  <a:pt x="4696071" y="1264386"/>
                </a:lnTo>
                <a:lnTo>
                  <a:pt x="4570548" y="1560510"/>
                </a:lnTo>
                <a:lnTo>
                  <a:pt x="4565378" y="1578777"/>
                </a:lnTo>
                <a:lnTo>
                  <a:pt x="4566148" y="1596824"/>
                </a:lnTo>
                <a:lnTo>
                  <a:pt x="4573078" y="1611569"/>
                </a:lnTo>
                <a:lnTo>
                  <a:pt x="4695851" y="1608488"/>
                </a:lnTo>
                <a:lnTo>
                  <a:pt x="4697942" y="1681226"/>
                </a:lnTo>
                <a:lnTo>
                  <a:pt x="4706853" y="1687388"/>
                </a:lnTo>
                <a:lnTo>
                  <a:pt x="4697392" y="1701144"/>
                </a:lnTo>
                <a:lnTo>
                  <a:pt x="4657457" y="1702244"/>
                </a:lnTo>
                <a:lnTo>
                  <a:pt x="4656247" y="1654926"/>
                </a:lnTo>
                <a:lnTo>
                  <a:pt x="4587050" y="1656797"/>
                </a:lnTo>
                <a:lnTo>
                  <a:pt x="4588370" y="1704005"/>
                </a:lnTo>
                <a:lnTo>
                  <a:pt x="4455916" y="1711708"/>
                </a:lnTo>
                <a:lnTo>
                  <a:pt x="4394199" y="1753194"/>
                </a:lnTo>
                <a:lnTo>
                  <a:pt x="4361636" y="1764638"/>
                </a:lnTo>
                <a:lnTo>
                  <a:pt x="4329292" y="1760347"/>
                </a:lnTo>
                <a:lnTo>
                  <a:pt x="4241723" y="1722712"/>
                </a:lnTo>
                <a:lnTo>
                  <a:pt x="4160754" y="1746921"/>
                </a:lnTo>
                <a:lnTo>
                  <a:pt x="4171645" y="1740319"/>
                </a:lnTo>
                <a:lnTo>
                  <a:pt x="4175056" y="1731736"/>
                </a:lnTo>
                <a:lnTo>
                  <a:pt x="4163835" y="1695862"/>
                </a:lnTo>
                <a:lnTo>
                  <a:pt x="4148763" y="1699713"/>
                </a:lnTo>
                <a:lnTo>
                  <a:pt x="4110039" y="1696632"/>
                </a:lnTo>
                <a:lnTo>
                  <a:pt x="4081436" y="1709397"/>
                </a:lnTo>
                <a:lnTo>
                  <a:pt x="4080776" y="1700484"/>
                </a:lnTo>
                <a:lnTo>
                  <a:pt x="4034791" y="1702354"/>
                </a:lnTo>
                <a:lnTo>
                  <a:pt x="4020049" y="1708297"/>
                </a:lnTo>
                <a:lnTo>
                  <a:pt x="4013119" y="1704335"/>
                </a:lnTo>
                <a:lnTo>
                  <a:pt x="3994747" y="1713138"/>
                </a:lnTo>
                <a:lnTo>
                  <a:pt x="3988366" y="1710717"/>
                </a:lnTo>
                <a:lnTo>
                  <a:pt x="3949202" y="1723923"/>
                </a:lnTo>
                <a:lnTo>
                  <a:pt x="3927859" y="1718530"/>
                </a:lnTo>
                <a:lnTo>
                  <a:pt x="3910588" y="1730085"/>
                </a:lnTo>
                <a:lnTo>
                  <a:pt x="3909047" y="1726564"/>
                </a:lnTo>
                <a:lnTo>
                  <a:pt x="3902447" y="1728544"/>
                </a:lnTo>
                <a:lnTo>
                  <a:pt x="3879894" y="1743840"/>
                </a:lnTo>
                <a:lnTo>
                  <a:pt x="3873514" y="1741529"/>
                </a:lnTo>
                <a:lnTo>
                  <a:pt x="3850961" y="1755945"/>
                </a:lnTo>
                <a:lnTo>
                  <a:pt x="3849861" y="1751873"/>
                </a:lnTo>
                <a:lnTo>
                  <a:pt x="3843150" y="1751323"/>
                </a:lnTo>
                <a:lnTo>
                  <a:pt x="3824888" y="1759576"/>
                </a:lnTo>
                <a:lnTo>
                  <a:pt x="3821698" y="1757045"/>
                </a:lnTo>
                <a:lnTo>
                  <a:pt x="3801016" y="1763538"/>
                </a:lnTo>
                <a:lnTo>
                  <a:pt x="3794195" y="1760236"/>
                </a:lnTo>
                <a:lnTo>
                  <a:pt x="3771973" y="1765078"/>
                </a:lnTo>
                <a:lnTo>
                  <a:pt x="3722578" y="1777953"/>
                </a:lnTo>
                <a:lnTo>
                  <a:pt x="3711466" y="1785546"/>
                </a:lnTo>
                <a:lnTo>
                  <a:pt x="3706186" y="1783345"/>
                </a:lnTo>
                <a:lnTo>
                  <a:pt x="3692434" y="1789508"/>
                </a:lnTo>
                <a:lnTo>
                  <a:pt x="3691114" y="1786206"/>
                </a:lnTo>
                <a:lnTo>
                  <a:pt x="3691664" y="1789948"/>
                </a:lnTo>
                <a:lnTo>
                  <a:pt x="3675602" y="1798861"/>
                </a:lnTo>
                <a:lnTo>
                  <a:pt x="3642269" y="1810856"/>
                </a:lnTo>
                <a:lnTo>
                  <a:pt x="3637648" y="1808435"/>
                </a:lnTo>
                <a:lnTo>
                  <a:pt x="3606845" y="1825492"/>
                </a:lnTo>
                <a:lnTo>
                  <a:pt x="3606625" y="1822190"/>
                </a:lnTo>
                <a:lnTo>
                  <a:pt x="3591774" y="1817569"/>
                </a:lnTo>
                <a:lnTo>
                  <a:pt x="3546559" y="1839027"/>
                </a:lnTo>
                <a:lnTo>
                  <a:pt x="3530937" y="1838917"/>
                </a:lnTo>
                <a:lnTo>
                  <a:pt x="3523786" y="1844309"/>
                </a:lnTo>
                <a:lnTo>
                  <a:pt x="3521696" y="1839907"/>
                </a:lnTo>
                <a:lnTo>
                  <a:pt x="3514875" y="1839687"/>
                </a:lnTo>
                <a:lnTo>
                  <a:pt x="3500244" y="1848270"/>
                </a:lnTo>
                <a:lnTo>
                  <a:pt x="3493643" y="1843979"/>
                </a:lnTo>
                <a:lnTo>
                  <a:pt x="3455139" y="1859165"/>
                </a:lnTo>
                <a:lnTo>
                  <a:pt x="3430056" y="1859385"/>
                </a:lnTo>
                <a:lnTo>
                  <a:pt x="3368450" y="1888326"/>
                </a:lnTo>
                <a:lnTo>
                  <a:pt x="3297492" y="1904282"/>
                </a:lnTo>
                <a:lnTo>
                  <a:pt x="3224334" y="1929372"/>
                </a:lnTo>
                <a:lnTo>
                  <a:pt x="3190231" y="1944447"/>
                </a:lnTo>
                <a:lnTo>
                  <a:pt x="3180990" y="1953801"/>
                </a:lnTo>
                <a:lnTo>
                  <a:pt x="3173069" y="1949179"/>
                </a:lnTo>
                <a:lnTo>
                  <a:pt x="3164268" y="1950280"/>
                </a:lnTo>
                <a:lnTo>
                  <a:pt x="3128624" y="1984943"/>
                </a:lnTo>
                <a:lnTo>
                  <a:pt x="3113222" y="1980321"/>
                </a:lnTo>
                <a:lnTo>
                  <a:pt x="3077029" y="2013884"/>
                </a:lnTo>
                <a:lnTo>
                  <a:pt x="3069218" y="2010143"/>
                </a:lnTo>
                <a:lnTo>
                  <a:pt x="3060087" y="2012894"/>
                </a:lnTo>
                <a:lnTo>
                  <a:pt x="3020593" y="2056580"/>
                </a:lnTo>
                <a:lnTo>
                  <a:pt x="2972957" y="2090583"/>
                </a:lnTo>
                <a:lnTo>
                  <a:pt x="2989129" y="2088052"/>
                </a:lnTo>
                <a:lnTo>
                  <a:pt x="2990009" y="2092894"/>
                </a:lnTo>
                <a:lnTo>
                  <a:pt x="2974938" y="2093114"/>
                </a:lnTo>
                <a:lnTo>
                  <a:pt x="2948865" y="2075178"/>
                </a:lnTo>
                <a:lnTo>
                  <a:pt x="2923452" y="2093885"/>
                </a:lnTo>
                <a:lnTo>
                  <a:pt x="2924772" y="2099277"/>
                </a:lnTo>
                <a:lnTo>
                  <a:pt x="2927853" y="2097296"/>
                </a:lnTo>
                <a:lnTo>
                  <a:pt x="2924882" y="2099497"/>
                </a:lnTo>
                <a:lnTo>
                  <a:pt x="2930823" y="2115783"/>
                </a:lnTo>
                <a:lnTo>
                  <a:pt x="2925102" y="2134820"/>
                </a:lnTo>
                <a:lnTo>
                  <a:pt x="2797269" y="2233638"/>
                </a:lnTo>
                <a:lnTo>
                  <a:pt x="2816631" y="2260599"/>
                </a:lnTo>
                <a:lnTo>
                  <a:pt x="2806950" y="2267642"/>
                </a:lnTo>
                <a:lnTo>
                  <a:pt x="2787698" y="2240681"/>
                </a:lnTo>
                <a:lnTo>
                  <a:pt x="2766685" y="2255097"/>
                </a:lnTo>
                <a:lnTo>
                  <a:pt x="2752054" y="2257298"/>
                </a:lnTo>
                <a:lnTo>
                  <a:pt x="2739072" y="2252126"/>
                </a:lnTo>
                <a:lnTo>
                  <a:pt x="2716300" y="2230117"/>
                </a:lnTo>
                <a:lnTo>
                  <a:pt x="2704859" y="2230117"/>
                </a:lnTo>
                <a:lnTo>
                  <a:pt x="2707389" y="2280076"/>
                </a:lnTo>
                <a:lnTo>
                  <a:pt x="2694958" y="2285909"/>
                </a:lnTo>
                <a:lnTo>
                  <a:pt x="2710359" y="2303295"/>
                </a:lnTo>
                <a:lnTo>
                  <a:pt x="2701448" y="2311328"/>
                </a:lnTo>
                <a:lnTo>
                  <a:pt x="2640282" y="2244092"/>
                </a:lnTo>
                <a:lnTo>
                  <a:pt x="2624660" y="2258398"/>
                </a:lnTo>
                <a:lnTo>
                  <a:pt x="2651613" y="2292621"/>
                </a:lnTo>
                <a:lnTo>
                  <a:pt x="2642922" y="2302415"/>
                </a:lnTo>
                <a:lnTo>
                  <a:pt x="2571525" y="2235509"/>
                </a:lnTo>
                <a:lnTo>
                  <a:pt x="2490446" y="2237820"/>
                </a:lnTo>
                <a:lnTo>
                  <a:pt x="2402877" y="2285468"/>
                </a:lnTo>
                <a:lnTo>
                  <a:pt x="2406067" y="2317271"/>
                </a:lnTo>
                <a:lnTo>
                  <a:pt x="2472184" y="2279416"/>
                </a:lnTo>
                <a:lnTo>
                  <a:pt x="2534561" y="2276995"/>
                </a:lnTo>
                <a:lnTo>
                  <a:pt x="2604858" y="2342910"/>
                </a:lnTo>
                <a:lnTo>
                  <a:pt x="2537531" y="2376473"/>
                </a:lnTo>
                <a:lnTo>
                  <a:pt x="2481425" y="2358757"/>
                </a:lnTo>
                <a:lnTo>
                  <a:pt x="2488466" y="2350613"/>
                </a:lnTo>
                <a:lnTo>
                  <a:pt x="2482305" y="2348743"/>
                </a:lnTo>
                <a:lnTo>
                  <a:pt x="2481315" y="2351824"/>
                </a:lnTo>
                <a:lnTo>
                  <a:pt x="2481095" y="2348303"/>
                </a:lnTo>
                <a:lnTo>
                  <a:pt x="2479995" y="2351384"/>
                </a:lnTo>
                <a:lnTo>
                  <a:pt x="2479225" y="2347532"/>
                </a:lnTo>
                <a:lnTo>
                  <a:pt x="2473064" y="2355125"/>
                </a:lnTo>
                <a:lnTo>
                  <a:pt x="2453262" y="2350944"/>
                </a:lnTo>
                <a:lnTo>
                  <a:pt x="2450402" y="2356005"/>
                </a:lnTo>
                <a:lnTo>
                  <a:pt x="2443691" y="2353254"/>
                </a:lnTo>
                <a:lnTo>
                  <a:pt x="2451612" y="2354465"/>
                </a:lnTo>
                <a:lnTo>
                  <a:pt x="2453042" y="2350723"/>
                </a:lnTo>
                <a:lnTo>
                  <a:pt x="2425539" y="2342030"/>
                </a:lnTo>
                <a:lnTo>
                  <a:pt x="2401776" y="2317601"/>
                </a:lnTo>
                <a:lnTo>
                  <a:pt x="2401666" y="2359527"/>
                </a:lnTo>
                <a:lnTo>
                  <a:pt x="2406177" y="2363818"/>
                </a:lnTo>
                <a:lnTo>
                  <a:pt x="2414978" y="2371411"/>
                </a:lnTo>
                <a:lnTo>
                  <a:pt x="2437200" y="2378454"/>
                </a:lnTo>
                <a:lnTo>
                  <a:pt x="2497927" y="2379114"/>
                </a:lnTo>
                <a:lnTo>
                  <a:pt x="2522129" y="2393530"/>
                </a:lnTo>
                <a:lnTo>
                  <a:pt x="2546222" y="2394300"/>
                </a:lnTo>
                <a:lnTo>
                  <a:pt x="2559423" y="2384506"/>
                </a:lnTo>
                <a:lnTo>
                  <a:pt x="2581756" y="2390669"/>
                </a:lnTo>
                <a:lnTo>
                  <a:pt x="2595067" y="2388908"/>
                </a:lnTo>
                <a:lnTo>
                  <a:pt x="2597707" y="2403324"/>
                </a:lnTo>
                <a:lnTo>
                  <a:pt x="2602548" y="2405194"/>
                </a:lnTo>
                <a:lnTo>
                  <a:pt x="2644572" y="2393750"/>
                </a:lnTo>
                <a:lnTo>
                  <a:pt x="2670205" y="2406185"/>
                </a:lnTo>
                <a:lnTo>
                  <a:pt x="2666245" y="2420710"/>
                </a:lnTo>
                <a:lnTo>
                  <a:pt x="2623780" y="2483985"/>
                </a:lnTo>
                <a:lnTo>
                  <a:pt x="2574605" y="2534714"/>
                </a:lnTo>
                <a:lnTo>
                  <a:pt x="2548092" y="2552981"/>
                </a:lnTo>
                <a:lnTo>
                  <a:pt x="2538081" y="2554962"/>
                </a:lnTo>
                <a:lnTo>
                  <a:pt x="2545672" y="2548359"/>
                </a:lnTo>
                <a:lnTo>
                  <a:pt x="2541491" y="2545828"/>
                </a:lnTo>
                <a:lnTo>
                  <a:pt x="2521359" y="2550670"/>
                </a:lnTo>
                <a:lnTo>
                  <a:pt x="2501777" y="2563545"/>
                </a:lnTo>
                <a:lnTo>
                  <a:pt x="2484835" y="2556392"/>
                </a:lnTo>
                <a:lnTo>
                  <a:pt x="2470754" y="2542747"/>
                </a:lnTo>
                <a:lnTo>
                  <a:pt x="2465363" y="2543628"/>
                </a:lnTo>
                <a:lnTo>
                  <a:pt x="2465253" y="2538456"/>
                </a:lnTo>
                <a:lnTo>
                  <a:pt x="2471524" y="2539776"/>
                </a:lnTo>
                <a:lnTo>
                  <a:pt x="2471084" y="2531963"/>
                </a:lnTo>
                <a:lnTo>
                  <a:pt x="2466793" y="2525911"/>
                </a:lnTo>
                <a:lnTo>
                  <a:pt x="2457882" y="2523710"/>
                </a:lnTo>
                <a:lnTo>
                  <a:pt x="2451172" y="2510615"/>
                </a:lnTo>
                <a:lnTo>
                  <a:pt x="2438520" y="2508854"/>
                </a:lnTo>
                <a:lnTo>
                  <a:pt x="2435550" y="2512376"/>
                </a:lnTo>
                <a:lnTo>
                  <a:pt x="2440171" y="2515457"/>
                </a:lnTo>
                <a:lnTo>
                  <a:pt x="2436210" y="2518428"/>
                </a:lnTo>
                <a:lnTo>
                  <a:pt x="2396056" y="2475181"/>
                </a:lnTo>
                <a:lnTo>
                  <a:pt x="2393856" y="2467588"/>
                </a:lnTo>
                <a:lnTo>
                  <a:pt x="2399466" y="2471110"/>
                </a:lnTo>
                <a:lnTo>
                  <a:pt x="2402437" y="2464507"/>
                </a:lnTo>
                <a:lnTo>
                  <a:pt x="2398806" y="2455594"/>
                </a:lnTo>
                <a:lnTo>
                  <a:pt x="2385165" y="2450422"/>
                </a:lnTo>
                <a:lnTo>
                  <a:pt x="2368773" y="2432375"/>
                </a:lnTo>
                <a:lnTo>
                  <a:pt x="2357882" y="2433805"/>
                </a:lnTo>
                <a:lnTo>
                  <a:pt x="2362832" y="2438317"/>
                </a:lnTo>
                <a:lnTo>
                  <a:pt x="2356122" y="2442609"/>
                </a:lnTo>
                <a:lnTo>
                  <a:pt x="2332139" y="2429294"/>
                </a:lnTo>
                <a:lnTo>
                  <a:pt x="2325318" y="2418950"/>
                </a:lnTo>
                <a:lnTo>
                  <a:pt x="2313987" y="2414548"/>
                </a:lnTo>
                <a:lnTo>
                  <a:pt x="2316737" y="2411687"/>
                </a:lnTo>
                <a:lnTo>
                  <a:pt x="2311787" y="2403874"/>
                </a:lnTo>
                <a:lnTo>
                  <a:pt x="2300896" y="2400903"/>
                </a:lnTo>
                <a:lnTo>
                  <a:pt x="2295725" y="2390449"/>
                </a:lnTo>
                <a:lnTo>
                  <a:pt x="2285494" y="2387257"/>
                </a:lnTo>
                <a:lnTo>
                  <a:pt x="2281204" y="2377794"/>
                </a:lnTo>
                <a:lnTo>
                  <a:pt x="2269322" y="2373062"/>
                </a:lnTo>
                <a:lnTo>
                  <a:pt x="2259091" y="2361838"/>
                </a:lnTo>
                <a:lnTo>
                  <a:pt x="2247320" y="2361287"/>
                </a:lnTo>
                <a:lnTo>
                  <a:pt x="2251720" y="2369761"/>
                </a:lnTo>
                <a:lnTo>
                  <a:pt x="2257771" y="2371631"/>
                </a:lnTo>
                <a:lnTo>
                  <a:pt x="2252821" y="2376583"/>
                </a:lnTo>
                <a:lnTo>
                  <a:pt x="2234119" y="2347972"/>
                </a:lnTo>
                <a:lnTo>
                  <a:pt x="2211346" y="2325854"/>
                </a:lnTo>
                <a:lnTo>
                  <a:pt x="2211566" y="2321232"/>
                </a:lnTo>
                <a:lnTo>
                  <a:pt x="2233899" y="2318811"/>
                </a:lnTo>
                <a:lnTo>
                  <a:pt x="2274933" y="2330035"/>
                </a:lnTo>
                <a:lnTo>
                  <a:pt x="2299686" y="2332236"/>
                </a:lnTo>
                <a:lnTo>
                  <a:pt x="2316187" y="2321782"/>
                </a:lnTo>
                <a:lnTo>
                  <a:pt x="2334339" y="2319141"/>
                </a:lnTo>
                <a:lnTo>
                  <a:pt x="2352711" y="2326624"/>
                </a:lnTo>
                <a:lnTo>
                  <a:pt x="2354691" y="2331576"/>
                </a:lnTo>
                <a:lnTo>
                  <a:pt x="2355131" y="2327394"/>
                </a:lnTo>
                <a:lnTo>
                  <a:pt x="2357002" y="2330586"/>
                </a:lnTo>
                <a:lnTo>
                  <a:pt x="2358872" y="2328055"/>
                </a:lnTo>
                <a:lnTo>
                  <a:pt x="2370643" y="2344121"/>
                </a:lnTo>
                <a:lnTo>
                  <a:pt x="2371743" y="2337078"/>
                </a:lnTo>
                <a:lnTo>
                  <a:pt x="2390775" y="2345551"/>
                </a:lnTo>
                <a:lnTo>
                  <a:pt x="2394296" y="2327284"/>
                </a:lnTo>
                <a:lnTo>
                  <a:pt x="2393306" y="2285578"/>
                </a:lnTo>
                <a:lnTo>
                  <a:pt x="2356562" y="2285358"/>
                </a:lnTo>
                <a:lnTo>
                  <a:pt x="2356012" y="2297903"/>
                </a:lnTo>
                <a:lnTo>
                  <a:pt x="2336209" y="2297793"/>
                </a:lnTo>
                <a:lnTo>
                  <a:pt x="2353481" y="2295482"/>
                </a:lnTo>
                <a:lnTo>
                  <a:pt x="2352821" y="2283708"/>
                </a:lnTo>
                <a:lnTo>
                  <a:pt x="2310907" y="2277105"/>
                </a:lnTo>
                <a:lnTo>
                  <a:pt x="2303096" y="2270833"/>
                </a:lnTo>
                <a:lnTo>
                  <a:pt x="2281754" y="2280516"/>
                </a:lnTo>
                <a:lnTo>
                  <a:pt x="2285054" y="2286569"/>
                </a:lnTo>
                <a:lnTo>
                  <a:pt x="2261952" y="2290970"/>
                </a:lnTo>
                <a:lnTo>
                  <a:pt x="2260741" y="2286899"/>
                </a:lnTo>
                <a:lnTo>
                  <a:pt x="2252050" y="2285248"/>
                </a:lnTo>
                <a:lnTo>
                  <a:pt x="2250620" y="2278866"/>
                </a:lnTo>
                <a:lnTo>
                  <a:pt x="2259421" y="2274684"/>
                </a:lnTo>
                <a:lnTo>
                  <a:pt x="2264812" y="2265881"/>
                </a:lnTo>
                <a:lnTo>
                  <a:pt x="2271193" y="2265881"/>
                </a:lnTo>
                <a:lnTo>
                  <a:pt x="2274713" y="2272593"/>
                </a:lnTo>
                <a:lnTo>
                  <a:pt x="2279883" y="2270723"/>
                </a:lnTo>
                <a:lnTo>
                  <a:pt x="2280764" y="2278976"/>
                </a:lnTo>
                <a:lnTo>
                  <a:pt x="2301886" y="2269732"/>
                </a:lnTo>
                <a:lnTo>
                  <a:pt x="2278783" y="2248934"/>
                </a:lnTo>
                <a:lnTo>
                  <a:pt x="2264482" y="2248494"/>
                </a:lnTo>
                <a:lnTo>
                  <a:pt x="2249630" y="2264450"/>
                </a:lnTo>
                <a:lnTo>
                  <a:pt x="2232028" y="2264340"/>
                </a:lnTo>
                <a:lnTo>
                  <a:pt x="2216957" y="2254657"/>
                </a:lnTo>
                <a:lnTo>
                  <a:pt x="2206616" y="2264230"/>
                </a:lnTo>
                <a:lnTo>
                  <a:pt x="2209366" y="2267752"/>
                </a:lnTo>
                <a:lnTo>
                  <a:pt x="2199575" y="2279966"/>
                </a:lnTo>
                <a:lnTo>
                  <a:pt x="2196715" y="2278206"/>
                </a:lnTo>
                <a:lnTo>
                  <a:pt x="2194074" y="2294052"/>
                </a:lnTo>
                <a:lnTo>
                  <a:pt x="2148529" y="2254546"/>
                </a:lnTo>
                <a:lnTo>
                  <a:pt x="2151830" y="2248384"/>
                </a:lnTo>
                <a:lnTo>
                  <a:pt x="2128837" y="2229127"/>
                </a:lnTo>
                <a:lnTo>
                  <a:pt x="2118936" y="2246403"/>
                </a:lnTo>
                <a:lnTo>
                  <a:pt x="2071411" y="2218012"/>
                </a:lnTo>
                <a:lnTo>
                  <a:pt x="1978121" y="2374272"/>
                </a:lnTo>
                <a:lnTo>
                  <a:pt x="1901773" y="2328385"/>
                </a:lnTo>
                <a:lnTo>
                  <a:pt x="1990443" y="2178617"/>
                </a:lnTo>
                <a:lnTo>
                  <a:pt x="1883071" y="2113912"/>
                </a:lnTo>
                <a:lnTo>
                  <a:pt x="1814864" y="2228687"/>
                </a:lnTo>
                <a:lnTo>
                  <a:pt x="1590110" y="2093885"/>
                </a:lnTo>
                <a:lnTo>
                  <a:pt x="1620583" y="2041285"/>
                </a:lnTo>
                <a:lnTo>
                  <a:pt x="1658867" y="2034902"/>
                </a:lnTo>
                <a:lnTo>
                  <a:pt x="1797922" y="2117874"/>
                </a:lnTo>
                <a:lnTo>
                  <a:pt x="1832686" y="2059111"/>
                </a:lnTo>
                <a:lnTo>
                  <a:pt x="1705512" y="1982632"/>
                </a:lnTo>
                <a:lnTo>
                  <a:pt x="1731145" y="1940156"/>
                </a:lnTo>
                <a:lnTo>
                  <a:pt x="1681750" y="1887005"/>
                </a:lnTo>
                <a:lnTo>
                  <a:pt x="1646436" y="1910884"/>
                </a:lnTo>
                <a:lnTo>
                  <a:pt x="1577348" y="1917707"/>
                </a:lnTo>
                <a:lnTo>
                  <a:pt x="1523113" y="1900650"/>
                </a:lnTo>
                <a:lnTo>
                  <a:pt x="1520252" y="1889206"/>
                </a:lnTo>
                <a:lnTo>
                  <a:pt x="1530593" y="1869508"/>
                </a:lnTo>
                <a:lnTo>
                  <a:pt x="1515192" y="1864667"/>
                </a:lnTo>
                <a:lnTo>
                  <a:pt x="1486919" y="1892287"/>
                </a:lnTo>
                <a:lnTo>
                  <a:pt x="1363596" y="1861255"/>
                </a:lnTo>
                <a:lnTo>
                  <a:pt x="1341153" y="1876221"/>
                </a:lnTo>
                <a:lnTo>
                  <a:pt x="1285047" y="1848821"/>
                </a:lnTo>
                <a:lnTo>
                  <a:pt x="1211779" y="1786537"/>
                </a:lnTo>
                <a:lnTo>
                  <a:pt x="1171625" y="1786317"/>
                </a:lnTo>
                <a:lnTo>
                  <a:pt x="1176356" y="1807995"/>
                </a:lnTo>
                <a:lnTo>
                  <a:pt x="1206389" y="1814267"/>
                </a:lnTo>
                <a:lnTo>
                  <a:pt x="1267555" y="1866207"/>
                </a:lnTo>
                <a:lnTo>
                  <a:pt x="1261835" y="1881283"/>
                </a:lnTo>
                <a:lnTo>
                  <a:pt x="1287467" y="1882824"/>
                </a:lnTo>
                <a:lnTo>
                  <a:pt x="1168105" y="1883484"/>
                </a:lnTo>
                <a:lnTo>
                  <a:pt x="1167335" y="1955452"/>
                </a:lnTo>
                <a:lnTo>
                  <a:pt x="1172835" y="1968987"/>
                </a:lnTo>
                <a:lnTo>
                  <a:pt x="1229051" y="1981862"/>
                </a:lnTo>
                <a:lnTo>
                  <a:pt x="1237192" y="1967336"/>
                </a:lnTo>
                <a:lnTo>
                  <a:pt x="1255124" y="1973058"/>
                </a:lnTo>
                <a:lnTo>
                  <a:pt x="1245003" y="1989345"/>
                </a:lnTo>
                <a:lnTo>
                  <a:pt x="1259635" y="1976690"/>
                </a:lnTo>
                <a:lnTo>
                  <a:pt x="1268435" y="1974489"/>
                </a:lnTo>
                <a:lnTo>
                  <a:pt x="1307160" y="1993636"/>
                </a:lnTo>
                <a:lnTo>
                  <a:pt x="1322341" y="2019716"/>
                </a:lnTo>
                <a:lnTo>
                  <a:pt x="1328502" y="2053389"/>
                </a:lnTo>
                <a:lnTo>
                  <a:pt x="1358535" y="2088823"/>
                </a:lnTo>
                <a:lnTo>
                  <a:pt x="1362716" y="2092014"/>
                </a:lnTo>
                <a:lnTo>
                  <a:pt x="1371406" y="2088933"/>
                </a:lnTo>
                <a:lnTo>
                  <a:pt x="1370966" y="2093224"/>
                </a:lnTo>
                <a:lnTo>
                  <a:pt x="1377237" y="2094985"/>
                </a:lnTo>
                <a:lnTo>
                  <a:pt x="1377127" y="2106540"/>
                </a:lnTo>
                <a:lnTo>
                  <a:pt x="1384938" y="2102248"/>
                </a:lnTo>
                <a:lnTo>
                  <a:pt x="1388898" y="2114022"/>
                </a:lnTo>
                <a:lnTo>
                  <a:pt x="1431913" y="2120845"/>
                </a:lnTo>
                <a:lnTo>
                  <a:pt x="1477898" y="2167503"/>
                </a:lnTo>
                <a:lnTo>
                  <a:pt x="1478888" y="2175206"/>
                </a:lnTo>
                <a:lnTo>
                  <a:pt x="1461506" y="2193253"/>
                </a:lnTo>
                <a:lnTo>
                  <a:pt x="1446104" y="2202496"/>
                </a:lnTo>
                <a:lnTo>
                  <a:pt x="1419812" y="2208109"/>
                </a:lnTo>
                <a:lnTo>
                  <a:pt x="1398799" y="2217792"/>
                </a:lnTo>
                <a:lnTo>
                  <a:pt x="1385158" y="2204917"/>
                </a:lnTo>
                <a:lnTo>
                  <a:pt x="1364146" y="2203597"/>
                </a:lnTo>
                <a:lnTo>
                  <a:pt x="1325312" y="2190942"/>
                </a:lnTo>
                <a:lnTo>
                  <a:pt x="1296598" y="2217462"/>
                </a:lnTo>
                <a:lnTo>
                  <a:pt x="1303529" y="2219663"/>
                </a:lnTo>
                <a:lnTo>
                  <a:pt x="1326192" y="2198755"/>
                </a:lnTo>
                <a:lnTo>
                  <a:pt x="1333892" y="2199085"/>
                </a:lnTo>
                <a:lnTo>
                  <a:pt x="1381308" y="2209869"/>
                </a:lnTo>
                <a:lnTo>
                  <a:pt x="1399569" y="2227586"/>
                </a:lnTo>
                <a:lnTo>
                  <a:pt x="1401770" y="2236610"/>
                </a:lnTo>
                <a:lnTo>
                  <a:pt x="1379987" y="2282937"/>
                </a:lnTo>
                <a:lnTo>
                  <a:pt x="1359855" y="2298343"/>
                </a:lnTo>
                <a:lnTo>
                  <a:pt x="1284937" y="2330806"/>
                </a:lnTo>
                <a:lnTo>
                  <a:pt x="1232682" y="2286679"/>
                </a:lnTo>
                <a:lnTo>
                  <a:pt x="1156223" y="2245193"/>
                </a:lnTo>
                <a:lnTo>
                  <a:pt x="1155123" y="2228907"/>
                </a:lnTo>
                <a:lnTo>
                  <a:pt x="1149513" y="2217242"/>
                </a:lnTo>
                <a:lnTo>
                  <a:pt x="1133561" y="2242882"/>
                </a:lnTo>
                <a:lnTo>
                  <a:pt x="1104738" y="2227476"/>
                </a:lnTo>
                <a:lnTo>
                  <a:pt x="1090326" y="2257848"/>
                </a:lnTo>
                <a:lnTo>
                  <a:pt x="1189557" y="2316940"/>
                </a:lnTo>
                <a:lnTo>
                  <a:pt x="1192307" y="2330146"/>
                </a:lnTo>
                <a:lnTo>
                  <a:pt x="1104848" y="2379555"/>
                </a:lnTo>
                <a:lnTo>
                  <a:pt x="972724" y="2426543"/>
                </a:lnTo>
                <a:lnTo>
                  <a:pt x="931910" y="2282057"/>
                </a:lnTo>
                <a:lnTo>
                  <a:pt x="872063" y="2226926"/>
                </a:lnTo>
                <a:lnTo>
                  <a:pt x="818817" y="2285688"/>
                </a:lnTo>
                <a:lnTo>
                  <a:pt x="882404" y="2344341"/>
                </a:lnTo>
                <a:lnTo>
                  <a:pt x="931579" y="2517438"/>
                </a:lnTo>
                <a:lnTo>
                  <a:pt x="931689" y="2539116"/>
                </a:lnTo>
                <a:lnTo>
                  <a:pt x="924869" y="2553421"/>
                </a:lnTo>
                <a:lnTo>
                  <a:pt x="903636" y="2575870"/>
                </a:lnTo>
                <a:lnTo>
                  <a:pt x="894065" y="2566076"/>
                </a:lnTo>
                <a:lnTo>
                  <a:pt x="845880" y="2617686"/>
                </a:lnTo>
                <a:lnTo>
                  <a:pt x="850721" y="2628910"/>
                </a:lnTo>
                <a:lnTo>
                  <a:pt x="755891" y="2724867"/>
                </a:lnTo>
                <a:lnTo>
                  <a:pt x="744780" y="2730699"/>
                </a:lnTo>
                <a:lnTo>
                  <a:pt x="732348" y="2729049"/>
                </a:lnTo>
                <a:lnTo>
                  <a:pt x="723107" y="2720576"/>
                </a:lnTo>
                <a:lnTo>
                  <a:pt x="705175" y="2682941"/>
                </a:lnTo>
                <a:lnTo>
                  <a:pt x="703635" y="2667315"/>
                </a:lnTo>
                <a:lnTo>
                  <a:pt x="707046" y="2667865"/>
                </a:lnTo>
                <a:lnTo>
                  <a:pt x="709026" y="2681401"/>
                </a:lnTo>
                <a:lnTo>
                  <a:pt x="726738" y="2718485"/>
                </a:lnTo>
                <a:lnTo>
                  <a:pt x="731138" y="2720135"/>
                </a:lnTo>
                <a:lnTo>
                  <a:pt x="773603" y="2678539"/>
                </a:lnTo>
                <a:lnTo>
                  <a:pt x="775803" y="2663684"/>
                </a:lnTo>
                <a:lnTo>
                  <a:pt x="757321" y="2624619"/>
                </a:lnTo>
                <a:lnTo>
                  <a:pt x="749730" y="2619337"/>
                </a:lnTo>
                <a:lnTo>
                  <a:pt x="739389" y="2600079"/>
                </a:lnTo>
                <a:lnTo>
                  <a:pt x="694174" y="2596008"/>
                </a:lnTo>
                <a:lnTo>
                  <a:pt x="652920" y="2510395"/>
                </a:lnTo>
                <a:lnTo>
                  <a:pt x="630587" y="2484645"/>
                </a:lnTo>
                <a:lnTo>
                  <a:pt x="528386" y="2231218"/>
                </a:lnTo>
                <a:lnTo>
                  <a:pt x="528386" y="2177297"/>
                </a:lnTo>
                <a:lnTo>
                  <a:pt x="583722" y="2133940"/>
                </a:lnTo>
                <a:lnTo>
                  <a:pt x="606165" y="2165302"/>
                </a:lnTo>
                <a:lnTo>
                  <a:pt x="782184" y="2041945"/>
                </a:lnTo>
                <a:lnTo>
                  <a:pt x="856551" y="1997378"/>
                </a:lnTo>
                <a:lnTo>
                  <a:pt x="912547" y="1980211"/>
                </a:lnTo>
                <a:lnTo>
                  <a:pt x="957652" y="1981642"/>
                </a:lnTo>
                <a:lnTo>
                  <a:pt x="997256" y="1975809"/>
                </a:lnTo>
                <a:lnTo>
                  <a:pt x="1003417" y="1982742"/>
                </a:lnTo>
                <a:lnTo>
                  <a:pt x="945441" y="2046456"/>
                </a:lnTo>
                <a:lnTo>
                  <a:pt x="938620" y="2071106"/>
                </a:lnTo>
                <a:lnTo>
                  <a:pt x="896926" y="2111822"/>
                </a:lnTo>
                <a:lnTo>
                  <a:pt x="863922" y="2137461"/>
                </a:lnTo>
                <a:lnTo>
                  <a:pt x="906057" y="2179057"/>
                </a:lnTo>
                <a:lnTo>
                  <a:pt x="950391" y="2131519"/>
                </a:lnTo>
                <a:lnTo>
                  <a:pt x="964473" y="2143294"/>
                </a:lnTo>
                <a:lnTo>
                  <a:pt x="980425" y="2133280"/>
                </a:lnTo>
                <a:lnTo>
                  <a:pt x="990326" y="2132950"/>
                </a:lnTo>
                <a:lnTo>
                  <a:pt x="986585" y="2125357"/>
                </a:lnTo>
                <a:lnTo>
                  <a:pt x="992306" y="2125027"/>
                </a:lnTo>
                <a:lnTo>
                  <a:pt x="993406" y="2129648"/>
                </a:lnTo>
                <a:lnTo>
                  <a:pt x="1000007" y="2126897"/>
                </a:lnTo>
                <a:lnTo>
                  <a:pt x="988786" y="2108630"/>
                </a:lnTo>
                <a:lnTo>
                  <a:pt x="997036" y="2089263"/>
                </a:lnTo>
                <a:lnTo>
                  <a:pt x="990326" y="2083871"/>
                </a:lnTo>
                <a:lnTo>
                  <a:pt x="1015078" y="2060212"/>
                </a:lnTo>
                <a:lnTo>
                  <a:pt x="1081746" y="1979441"/>
                </a:lnTo>
                <a:lnTo>
                  <a:pt x="1095717" y="1977900"/>
                </a:lnTo>
                <a:lnTo>
                  <a:pt x="1097697" y="1968326"/>
                </a:lnTo>
                <a:lnTo>
                  <a:pt x="1107928" y="1962164"/>
                </a:lnTo>
                <a:lnTo>
                  <a:pt x="1130921" y="1959303"/>
                </a:lnTo>
                <a:lnTo>
                  <a:pt x="1167775" y="1971628"/>
                </a:lnTo>
                <a:lnTo>
                  <a:pt x="1161614" y="1954461"/>
                </a:lnTo>
                <a:lnTo>
                  <a:pt x="1163154" y="1802493"/>
                </a:lnTo>
                <a:lnTo>
                  <a:pt x="1156333" y="1786647"/>
                </a:lnTo>
                <a:lnTo>
                  <a:pt x="1145552" y="1793909"/>
                </a:lnTo>
                <a:lnTo>
                  <a:pt x="1129711" y="1795340"/>
                </a:lnTo>
                <a:lnTo>
                  <a:pt x="1130591" y="1819879"/>
                </a:lnTo>
                <a:lnTo>
                  <a:pt x="1123440" y="1825712"/>
                </a:lnTo>
                <a:lnTo>
                  <a:pt x="1118159" y="1847280"/>
                </a:lnTo>
                <a:lnTo>
                  <a:pt x="1122670" y="1847060"/>
                </a:lnTo>
                <a:lnTo>
                  <a:pt x="1123000" y="1856524"/>
                </a:lnTo>
                <a:lnTo>
                  <a:pt x="1063924" y="1858944"/>
                </a:lnTo>
                <a:lnTo>
                  <a:pt x="1062823" y="1835065"/>
                </a:lnTo>
                <a:lnTo>
                  <a:pt x="1029930" y="1823951"/>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7BFAE394-168F-4FD1-82D6-733B9F0BDABE}"/>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844340" h="315161">
                <a:moveTo>
                  <a:pt x="18262" y="92766"/>
                </a:moveTo>
                <a:lnTo>
                  <a:pt x="20572" y="87153"/>
                </a:lnTo>
                <a:lnTo>
                  <a:pt x="13311" y="81982"/>
                </a:lnTo>
                <a:lnTo>
                  <a:pt x="11991" y="68997"/>
                </a:lnTo>
                <a:lnTo>
                  <a:pt x="0" y="62944"/>
                </a:lnTo>
                <a:lnTo>
                  <a:pt x="2970" y="50729"/>
                </a:lnTo>
                <a:lnTo>
                  <a:pt x="110" y="48969"/>
                </a:lnTo>
                <a:lnTo>
                  <a:pt x="30693" y="41486"/>
                </a:lnTo>
                <a:lnTo>
                  <a:pt x="44995" y="22339"/>
                </a:lnTo>
                <a:lnTo>
                  <a:pt x="66117" y="15956"/>
                </a:lnTo>
                <a:lnTo>
                  <a:pt x="80529" y="0"/>
                </a:lnTo>
                <a:lnTo>
                  <a:pt x="131134" y="17497"/>
                </a:lnTo>
                <a:lnTo>
                  <a:pt x="182069" y="41376"/>
                </a:lnTo>
                <a:lnTo>
                  <a:pt x="213093" y="46548"/>
                </a:lnTo>
                <a:lnTo>
                  <a:pt x="238725" y="60193"/>
                </a:lnTo>
                <a:lnTo>
                  <a:pt x="249507" y="71527"/>
                </a:lnTo>
                <a:lnTo>
                  <a:pt x="253797" y="85173"/>
                </a:lnTo>
                <a:lnTo>
                  <a:pt x="296042" y="103660"/>
                </a:lnTo>
                <a:lnTo>
                  <a:pt x="298792" y="97938"/>
                </a:lnTo>
                <a:lnTo>
                  <a:pt x="318594" y="99258"/>
                </a:lnTo>
                <a:lnTo>
                  <a:pt x="326295" y="114444"/>
                </a:lnTo>
                <a:lnTo>
                  <a:pt x="360949" y="111913"/>
                </a:lnTo>
                <a:lnTo>
                  <a:pt x="385151" y="114884"/>
                </a:lnTo>
                <a:lnTo>
                  <a:pt x="414084" y="104100"/>
                </a:lnTo>
                <a:lnTo>
                  <a:pt x="471510" y="99258"/>
                </a:lnTo>
                <a:lnTo>
                  <a:pt x="484492" y="92546"/>
                </a:lnTo>
                <a:lnTo>
                  <a:pt x="511115" y="98048"/>
                </a:lnTo>
                <a:lnTo>
                  <a:pt x="525526" y="108832"/>
                </a:lnTo>
                <a:lnTo>
                  <a:pt x="542028" y="106301"/>
                </a:lnTo>
                <a:lnTo>
                  <a:pt x="576682" y="115214"/>
                </a:lnTo>
                <a:lnTo>
                  <a:pt x="629487" y="112353"/>
                </a:lnTo>
                <a:lnTo>
                  <a:pt x="644449" y="107071"/>
                </a:lnTo>
                <a:lnTo>
                  <a:pt x="652590" y="98928"/>
                </a:lnTo>
                <a:lnTo>
                  <a:pt x="743129" y="96397"/>
                </a:lnTo>
                <a:lnTo>
                  <a:pt x="776573" y="111033"/>
                </a:lnTo>
                <a:lnTo>
                  <a:pt x="800886" y="137443"/>
                </a:lnTo>
                <a:lnTo>
                  <a:pt x="824428" y="192904"/>
                </a:lnTo>
                <a:lnTo>
                  <a:pt x="844340" y="266963"/>
                </a:lnTo>
                <a:lnTo>
                  <a:pt x="839610" y="274666"/>
                </a:lnTo>
                <a:lnTo>
                  <a:pt x="826628" y="278407"/>
                </a:lnTo>
                <a:lnTo>
                  <a:pt x="770632" y="264542"/>
                </a:lnTo>
                <a:lnTo>
                  <a:pt x="686033" y="264101"/>
                </a:lnTo>
                <a:lnTo>
                  <a:pt x="678772" y="279177"/>
                </a:lnTo>
                <a:lnTo>
                  <a:pt x="670742" y="273015"/>
                </a:lnTo>
                <a:lnTo>
                  <a:pt x="673272" y="265752"/>
                </a:lnTo>
                <a:lnTo>
                  <a:pt x="667111" y="263991"/>
                </a:lnTo>
                <a:lnTo>
                  <a:pt x="569971" y="263331"/>
                </a:lnTo>
                <a:lnTo>
                  <a:pt x="531247" y="282038"/>
                </a:lnTo>
                <a:lnTo>
                  <a:pt x="511445" y="271034"/>
                </a:lnTo>
                <a:lnTo>
                  <a:pt x="504844" y="279507"/>
                </a:lnTo>
                <a:lnTo>
                  <a:pt x="487682" y="286110"/>
                </a:lnTo>
                <a:lnTo>
                  <a:pt x="483942" y="280938"/>
                </a:lnTo>
                <a:lnTo>
                  <a:pt x="476351" y="283249"/>
                </a:lnTo>
                <a:lnTo>
                  <a:pt x="459409" y="296894"/>
                </a:lnTo>
                <a:lnTo>
                  <a:pt x="448078" y="299755"/>
                </a:lnTo>
                <a:lnTo>
                  <a:pt x="438177" y="296784"/>
                </a:lnTo>
                <a:lnTo>
                  <a:pt x="394832" y="312080"/>
                </a:lnTo>
                <a:lnTo>
                  <a:pt x="352588" y="315161"/>
                </a:lnTo>
                <a:lnTo>
                  <a:pt x="321454" y="278517"/>
                </a:lnTo>
                <a:lnTo>
                  <a:pt x="313974" y="255298"/>
                </a:lnTo>
                <a:lnTo>
                  <a:pt x="298022" y="245614"/>
                </a:lnTo>
                <a:lnTo>
                  <a:pt x="265128" y="248035"/>
                </a:lnTo>
                <a:lnTo>
                  <a:pt x="245106" y="210291"/>
                </a:lnTo>
                <a:lnTo>
                  <a:pt x="247196" y="199727"/>
                </a:lnTo>
                <a:lnTo>
                  <a:pt x="242356" y="201708"/>
                </a:lnTo>
                <a:lnTo>
                  <a:pt x="223214" y="188282"/>
                </a:lnTo>
                <a:lnTo>
                  <a:pt x="201101" y="186412"/>
                </a:lnTo>
                <a:lnTo>
                  <a:pt x="193181" y="178269"/>
                </a:lnTo>
                <a:lnTo>
                  <a:pt x="161937" y="169245"/>
                </a:lnTo>
                <a:lnTo>
                  <a:pt x="138175" y="152078"/>
                </a:lnTo>
                <a:lnTo>
                  <a:pt x="131134" y="149437"/>
                </a:lnTo>
                <a:lnTo>
                  <a:pt x="132674" y="153729"/>
                </a:lnTo>
                <a:lnTo>
                  <a:pt x="124753" y="152739"/>
                </a:lnTo>
                <a:lnTo>
                  <a:pt x="115952" y="142065"/>
                </a:lnTo>
                <a:lnTo>
                  <a:pt x="88339" y="136893"/>
                </a:lnTo>
                <a:lnTo>
                  <a:pt x="80089" y="119616"/>
                </a:lnTo>
                <a:lnTo>
                  <a:pt x="63367" y="116645"/>
                </a:lnTo>
                <a:lnTo>
                  <a:pt x="57096" y="122147"/>
                </a:lnTo>
                <a:lnTo>
                  <a:pt x="46975" y="120166"/>
                </a:lnTo>
                <a:lnTo>
                  <a:pt x="26183" y="98378"/>
                </a:lnTo>
                <a:lnTo>
                  <a:pt x="21892" y="100249"/>
                </a:lnTo>
                <a:lnTo>
                  <a:pt x="23873" y="92986"/>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A18C043E-DEE4-47FC-9B85-21F79117DD4D}"/>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78659" h="210731">
                <a:moveTo>
                  <a:pt x="60947" y="17937"/>
                </a:moveTo>
                <a:lnTo>
                  <a:pt x="70077" y="31142"/>
                </a:lnTo>
                <a:lnTo>
                  <a:pt x="76348" y="24539"/>
                </a:lnTo>
                <a:lnTo>
                  <a:pt x="88119" y="24980"/>
                </a:lnTo>
                <a:lnTo>
                  <a:pt x="94060" y="20688"/>
                </a:lnTo>
                <a:lnTo>
                  <a:pt x="87569" y="14966"/>
                </a:lnTo>
                <a:lnTo>
                  <a:pt x="86029" y="18047"/>
                </a:lnTo>
                <a:lnTo>
                  <a:pt x="89880" y="11004"/>
                </a:lnTo>
                <a:lnTo>
                  <a:pt x="160947" y="1981"/>
                </a:lnTo>
                <a:lnTo>
                  <a:pt x="167108" y="6382"/>
                </a:lnTo>
                <a:lnTo>
                  <a:pt x="167108" y="15956"/>
                </a:lnTo>
                <a:lnTo>
                  <a:pt x="156107" y="34003"/>
                </a:lnTo>
                <a:lnTo>
                  <a:pt x="128714" y="44347"/>
                </a:lnTo>
                <a:lnTo>
                  <a:pt x="130144" y="38405"/>
                </a:lnTo>
                <a:lnTo>
                  <a:pt x="120133" y="37194"/>
                </a:lnTo>
                <a:lnTo>
                  <a:pt x="112872" y="44457"/>
                </a:lnTo>
                <a:lnTo>
                  <a:pt x="110562" y="55351"/>
                </a:lnTo>
                <a:lnTo>
                  <a:pt x="120683" y="76369"/>
                </a:lnTo>
                <a:lnTo>
                  <a:pt x="132564" y="76479"/>
                </a:lnTo>
                <a:lnTo>
                  <a:pt x="134984" y="72298"/>
                </a:lnTo>
                <a:lnTo>
                  <a:pt x="131134" y="69657"/>
                </a:lnTo>
                <a:lnTo>
                  <a:pt x="139605" y="72628"/>
                </a:lnTo>
                <a:lnTo>
                  <a:pt x="144665" y="97718"/>
                </a:lnTo>
                <a:lnTo>
                  <a:pt x="166558" y="116425"/>
                </a:lnTo>
                <a:lnTo>
                  <a:pt x="170958" y="128199"/>
                </a:lnTo>
                <a:lnTo>
                  <a:pt x="178219" y="133261"/>
                </a:lnTo>
                <a:lnTo>
                  <a:pt x="178659" y="140414"/>
                </a:lnTo>
                <a:lnTo>
                  <a:pt x="173709" y="135792"/>
                </a:lnTo>
                <a:lnTo>
                  <a:pt x="166228" y="139093"/>
                </a:lnTo>
                <a:lnTo>
                  <a:pt x="161607" y="152409"/>
                </a:lnTo>
                <a:lnTo>
                  <a:pt x="167878" y="157471"/>
                </a:lnTo>
                <a:lnTo>
                  <a:pt x="152036" y="164183"/>
                </a:lnTo>
                <a:lnTo>
                  <a:pt x="155667" y="161102"/>
                </a:lnTo>
                <a:lnTo>
                  <a:pt x="143565" y="155160"/>
                </a:lnTo>
                <a:lnTo>
                  <a:pt x="135755" y="143385"/>
                </a:lnTo>
                <a:lnTo>
                  <a:pt x="116612" y="128529"/>
                </a:lnTo>
                <a:lnTo>
                  <a:pt x="102641" y="108502"/>
                </a:lnTo>
                <a:lnTo>
                  <a:pt x="89330" y="128309"/>
                </a:lnTo>
                <a:lnTo>
                  <a:pt x="92520" y="148117"/>
                </a:lnTo>
                <a:lnTo>
                  <a:pt x="92410" y="141514"/>
                </a:lnTo>
                <a:lnTo>
                  <a:pt x="83499" y="143055"/>
                </a:lnTo>
                <a:lnTo>
                  <a:pt x="87569" y="164843"/>
                </a:lnTo>
                <a:lnTo>
                  <a:pt x="91530" y="166164"/>
                </a:lnTo>
                <a:lnTo>
                  <a:pt x="92960" y="162202"/>
                </a:lnTo>
                <a:lnTo>
                  <a:pt x="94170" y="180689"/>
                </a:lnTo>
                <a:lnTo>
                  <a:pt x="89220" y="179589"/>
                </a:lnTo>
                <a:lnTo>
                  <a:pt x="88009" y="190923"/>
                </a:lnTo>
                <a:lnTo>
                  <a:pt x="92410" y="195765"/>
                </a:lnTo>
                <a:lnTo>
                  <a:pt x="98020" y="193674"/>
                </a:lnTo>
                <a:lnTo>
                  <a:pt x="99451" y="202258"/>
                </a:lnTo>
                <a:lnTo>
                  <a:pt x="92520" y="210731"/>
                </a:lnTo>
                <a:lnTo>
                  <a:pt x="78438" y="196205"/>
                </a:lnTo>
                <a:lnTo>
                  <a:pt x="67657" y="193454"/>
                </a:lnTo>
                <a:lnTo>
                  <a:pt x="55116" y="171886"/>
                </a:lnTo>
                <a:lnTo>
                  <a:pt x="0" y="113784"/>
                </a:lnTo>
                <a:lnTo>
                  <a:pt x="12871" y="102339"/>
                </a:lnTo>
                <a:lnTo>
                  <a:pt x="26073" y="99478"/>
                </a:lnTo>
                <a:lnTo>
                  <a:pt x="33444" y="102229"/>
                </a:lnTo>
                <a:lnTo>
                  <a:pt x="29813" y="103000"/>
                </a:lnTo>
                <a:lnTo>
                  <a:pt x="35314" y="107951"/>
                </a:lnTo>
                <a:lnTo>
                  <a:pt x="40264" y="108062"/>
                </a:lnTo>
                <a:lnTo>
                  <a:pt x="39384" y="104650"/>
                </a:lnTo>
                <a:lnTo>
                  <a:pt x="46755" y="112133"/>
                </a:lnTo>
                <a:lnTo>
                  <a:pt x="59736" y="114334"/>
                </a:lnTo>
                <a:lnTo>
                  <a:pt x="56876" y="121157"/>
                </a:lnTo>
                <a:lnTo>
                  <a:pt x="77558" y="132491"/>
                </a:lnTo>
                <a:lnTo>
                  <a:pt x="81409" y="126329"/>
                </a:lnTo>
                <a:lnTo>
                  <a:pt x="73158" y="119726"/>
                </a:lnTo>
                <a:lnTo>
                  <a:pt x="88339" y="127099"/>
                </a:lnTo>
                <a:lnTo>
                  <a:pt x="100221" y="107731"/>
                </a:lnTo>
                <a:lnTo>
                  <a:pt x="98020" y="97938"/>
                </a:lnTo>
                <a:lnTo>
                  <a:pt x="101761" y="91995"/>
                </a:lnTo>
                <a:lnTo>
                  <a:pt x="97360" y="85173"/>
                </a:lnTo>
                <a:lnTo>
                  <a:pt x="93730" y="87924"/>
                </a:lnTo>
                <a:lnTo>
                  <a:pt x="77668" y="74169"/>
                </a:lnTo>
                <a:lnTo>
                  <a:pt x="87019" y="65805"/>
                </a:lnTo>
                <a:lnTo>
                  <a:pt x="93400" y="71087"/>
                </a:lnTo>
                <a:lnTo>
                  <a:pt x="99561" y="68776"/>
                </a:lnTo>
                <a:lnTo>
                  <a:pt x="98681" y="50729"/>
                </a:lnTo>
                <a:lnTo>
                  <a:pt x="77778" y="51610"/>
                </a:lnTo>
                <a:lnTo>
                  <a:pt x="75028" y="36974"/>
                </a:lnTo>
                <a:lnTo>
                  <a:pt x="54456" y="64155"/>
                </a:lnTo>
                <a:lnTo>
                  <a:pt x="39824" y="66025"/>
                </a:lnTo>
                <a:lnTo>
                  <a:pt x="41694" y="57332"/>
                </a:lnTo>
                <a:lnTo>
                  <a:pt x="63807" y="48859"/>
                </a:lnTo>
                <a:lnTo>
                  <a:pt x="68757" y="32793"/>
                </a:lnTo>
                <a:lnTo>
                  <a:pt x="55556" y="18157"/>
                </a:lnTo>
                <a:lnTo>
                  <a:pt x="51375" y="23769"/>
                </a:lnTo>
                <a:lnTo>
                  <a:pt x="54016" y="25750"/>
                </a:lnTo>
                <a:lnTo>
                  <a:pt x="46645" y="24870"/>
                </a:lnTo>
                <a:lnTo>
                  <a:pt x="25743" y="4182"/>
                </a:lnTo>
                <a:lnTo>
                  <a:pt x="29703" y="0"/>
                </a:lnTo>
                <a:lnTo>
                  <a:pt x="58306" y="8803"/>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A0597BA0-3E5B-4F85-83E8-4898A93DC492}"/>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117273" h="85723">
                <a:moveTo>
                  <a:pt x="117273" y="51060"/>
                </a:moveTo>
                <a:lnTo>
                  <a:pt x="114742" y="66025"/>
                </a:lnTo>
                <a:lnTo>
                  <a:pt x="102751" y="73398"/>
                </a:lnTo>
                <a:lnTo>
                  <a:pt x="60616" y="55131"/>
                </a:lnTo>
                <a:lnTo>
                  <a:pt x="47415" y="59643"/>
                </a:lnTo>
                <a:lnTo>
                  <a:pt x="14302" y="85723"/>
                </a:lnTo>
                <a:lnTo>
                  <a:pt x="5061" y="85393"/>
                </a:lnTo>
                <a:lnTo>
                  <a:pt x="0" y="77910"/>
                </a:lnTo>
                <a:lnTo>
                  <a:pt x="5171" y="63164"/>
                </a:lnTo>
                <a:lnTo>
                  <a:pt x="50055" y="32903"/>
                </a:lnTo>
                <a:lnTo>
                  <a:pt x="80969" y="0"/>
                </a:lnTo>
                <a:lnTo>
                  <a:pt x="91750" y="3631"/>
                </a:lnTo>
                <a:lnTo>
                  <a:pt x="104181" y="16286"/>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E504CD8B-8164-40D2-9D6D-B67D0F135BA3}"/>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58196" h="79891">
                <a:moveTo>
                  <a:pt x="58196" y="66686"/>
                </a:moveTo>
                <a:lnTo>
                  <a:pt x="55666" y="77690"/>
                </a:lnTo>
                <a:lnTo>
                  <a:pt x="49505" y="79891"/>
                </a:lnTo>
                <a:lnTo>
                  <a:pt x="20132" y="63274"/>
                </a:lnTo>
                <a:lnTo>
                  <a:pt x="0" y="20688"/>
                </a:lnTo>
                <a:lnTo>
                  <a:pt x="7041" y="0"/>
                </a:lnTo>
                <a:lnTo>
                  <a:pt x="26513" y="5942"/>
                </a:lnTo>
                <a:lnTo>
                  <a:pt x="43895" y="28171"/>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9D6E9423-8784-4B04-A6FD-5CB456C921FA}"/>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52366" h="50950">
                <a:moveTo>
                  <a:pt x="28603" y="12655"/>
                </a:moveTo>
                <a:lnTo>
                  <a:pt x="37404" y="9574"/>
                </a:lnTo>
                <a:lnTo>
                  <a:pt x="31463" y="5062"/>
                </a:lnTo>
                <a:lnTo>
                  <a:pt x="36414" y="8033"/>
                </a:lnTo>
                <a:lnTo>
                  <a:pt x="49395" y="28501"/>
                </a:lnTo>
                <a:lnTo>
                  <a:pt x="52366" y="38955"/>
                </a:lnTo>
                <a:lnTo>
                  <a:pt x="43785" y="50950"/>
                </a:lnTo>
                <a:lnTo>
                  <a:pt x="37624" y="48529"/>
                </a:lnTo>
                <a:lnTo>
                  <a:pt x="43565" y="50509"/>
                </a:lnTo>
                <a:lnTo>
                  <a:pt x="50275" y="41706"/>
                </a:lnTo>
                <a:lnTo>
                  <a:pt x="48625" y="44127"/>
                </a:lnTo>
                <a:lnTo>
                  <a:pt x="26623" y="34333"/>
                </a:lnTo>
                <a:lnTo>
                  <a:pt x="26623" y="31252"/>
                </a:lnTo>
                <a:lnTo>
                  <a:pt x="28493" y="37524"/>
                </a:lnTo>
                <a:lnTo>
                  <a:pt x="17822" y="22449"/>
                </a:lnTo>
                <a:lnTo>
                  <a:pt x="23653" y="23879"/>
                </a:lnTo>
                <a:lnTo>
                  <a:pt x="26293" y="18927"/>
                </a:lnTo>
                <a:lnTo>
                  <a:pt x="17272" y="16286"/>
                </a:lnTo>
                <a:lnTo>
                  <a:pt x="13091" y="22118"/>
                </a:lnTo>
                <a:lnTo>
                  <a:pt x="0" y="6713"/>
                </a:lnTo>
                <a:lnTo>
                  <a:pt x="1320" y="990"/>
                </a:lnTo>
                <a:lnTo>
                  <a:pt x="11991" y="0"/>
                </a:lnTo>
                <a:lnTo>
                  <a:pt x="12541" y="3962"/>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F8AF4BC0-42C5-4328-92E2-BE87BE750C22}"/>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35314" h="35764">
                <a:moveTo>
                  <a:pt x="17052" y="0"/>
                </a:moveTo>
                <a:lnTo>
                  <a:pt x="31243" y="8693"/>
                </a:lnTo>
                <a:lnTo>
                  <a:pt x="35314" y="16947"/>
                </a:lnTo>
                <a:lnTo>
                  <a:pt x="33114" y="12765"/>
                </a:lnTo>
                <a:lnTo>
                  <a:pt x="28273" y="14416"/>
                </a:lnTo>
                <a:lnTo>
                  <a:pt x="18812" y="30812"/>
                </a:lnTo>
                <a:lnTo>
                  <a:pt x="22772" y="33343"/>
                </a:lnTo>
                <a:lnTo>
                  <a:pt x="9901" y="35764"/>
                </a:lnTo>
                <a:lnTo>
                  <a:pt x="0" y="23109"/>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CCF46D2A-DB99-47EE-A09F-962315AA64B2}"/>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22112" h="25200">
                <a:moveTo>
                  <a:pt x="4731" y="0"/>
                </a:moveTo>
                <a:lnTo>
                  <a:pt x="16282" y="2641"/>
                </a:lnTo>
                <a:lnTo>
                  <a:pt x="22112" y="8693"/>
                </a:lnTo>
                <a:lnTo>
                  <a:pt x="9351" y="25200"/>
                </a:lnTo>
                <a:lnTo>
                  <a:pt x="990" y="16396"/>
                </a:lnTo>
                <a:lnTo>
                  <a:pt x="0" y="5502"/>
                </a:lnTo>
                <a:lnTo>
                  <a:pt x="770" y="9134"/>
                </a:lnTo>
                <a:lnTo>
                  <a:pt x="4731" y="5832"/>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3A109827-4007-4608-A83F-9EDC2EAEA512}"/>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65238" h="191143">
                <a:moveTo>
                  <a:pt x="162047" y="139314"/>
                </a:moveTo>
                <a:lnTo>
                  <a:pt x="165238" y="152629"/>
                </a:lnTo>
                <a:lnTo>
                  <a:pt x="160837" y="162532"/>
                </a:lnTo>
                <a:lnTo>
                  <a:pt x="130694" y="186302"/>
                </a:lnTo>
                <a:lnTo>
                  <a:pt x="108142" y="191143"/>
                </a:lnTo>
                <a:lnTo>
                  <a:pt x="88009" y="183991"/>
                </a:lnTo>
                <a:lnTo>
                  <a:pt x="66227" y="160001"/>
                </a:lnTo>
                <a:lnTo>
                  <a:pt x="44995" y="122037"/>
                </a:lnTo>
                <a:lnTo>
                  <a:pt x="25083" y="107071"/>
                </a:lnTo>
                <a:lnTo>
                  <a:pt x="23212" y="75049"/>
                </a:lnTo>
                <a:lnTo>
                  <a:pt x="2310" y="33233"/>
                </a:lnTo>
                <a:lnTo>
                  <a:pt x="0" y="14526"/>
                </a:lnTo>
                <a:lnTo>
                  <a:pt x="30143" y="0"/>
                </a:lnTo>
                <a:lnTo>
                  <a:pt x="42795" y="2311"/>
                </a:lnTo>
                <a:lnTo>
                  <a:pt x="96040" y="58873"/>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4BB627DA-35E6-4BED-B29E-4D267581AF9E}"/>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872833" h="1133326">
                <a:moveTo>
                  <a:pt x="494833" y="90785"/>
                </a:moveTo>
                <a:lnTo>
                  <a:pt x="503084" y="101569"/>
                </a:lnTo>
                <a:lnTo>
                  <a:pt x="513535" y="95957"/>
                </a:lnTo>
                <a:lnTo>
                  <a:pt x="540818" y="98708"/>
                </a:lnTo>
                <a:lnTo>
                  <a:pt x="600004" y="118956"/>
                </a:lnTo>
                <a:lnTo>
                  <a:pt x="622887" y="130290"/>
                </a:lnTo>
                <a:lnTo>
                  <a:pt x="623547" y="134252"/>
                </a:lnTo>
                <a:lnTo>
                  <a:pt x="626957" y="132051"/>
                </a:lnTo>
                <a:lnTo>
                  <a:pt x="668101" y="148227"/>
                </a:lnTo>
                <a:lnTo>
                  <a:pt x="699675" y="167814"/>
                </a:lnTo>
                <a:lnTo>
                  <a:pt x="756221" y="219534"/>
                </a:lnTo>
                <a:lnTo>
                  <a:pt x="785594" y="237361"/>
                </a:lnTo>
                <a:lnTo>
                  <a:pt x="835979" y="334749"/>
                </a:lnTo>
                <a:lnTo>
                  <a:pt x="835869" y="347624"/>
                </a:lnTo>
                <a:lnTo>
                  <a:pt x="819478" y="363910"/>
                </a:lnTo>
                <a:lnTo>
                  <a:pt x="820908" y="367321"/>
                </a:lnTo>
                <a:lnTo>
                  <a:pt x="852261" y="377445"/>
                </a:lnTo>
                <a:lnTo>
                  <a:pt x="870523" y="403085"/>
                </a:lnTo>
                <a:lnTo>
                  <a:pt x="872833" y="448312"/>
                </a:lnTo>
                <a:lnTo>
                  <a:pt x="864472" y="487928"/>
                </a:lnTo>
                <a:lnTo>
                  <a:pt x="844890" y="529964"/>
                </a:lnTo>
                <a:lnTo>
                  <a:pt x="795935" y="609854"/>
                </a:lnTo>
                <a:lnTo>
                  <a:pt x="774813" y="653761"/>
                </a:lnTo>
                <a:lnTo>
                  <a:pt x="737959" y="758522"/>
                </a:lnTo>
                <a:lnTo>
                  <a:pt x="720577" y="852608"/>
                </a:lnTo>
                <a:lnTo>
                  <a:pt x="721237" y="905648"/>
                </a:lnTo>
                <a:lnTo>
                  <a:pt x="730588" y="943503"/>
                </a:lnTo>
                <a:lnTo>
                  <a:pt x="770522" y="1018331"/>
                </a:lnTo>
                <a:lnTo>
                  <a:pt x="824868" y="1100863"/>
                </a:lnTo>
                <a:lnTo>
                  <a:pt x="823988" y="1119460"/>
                </a:lnTo>
                <a:lnTo>
                  <a:pt x="808806" y="1132885"/>
                </a:lnTo>
                <a:lnTo>
                  <a:pt x="795715" y="1133326"/>
                </a:lnTo>
                <a:lnTo>
                  <a:pt x="785594" y="1128154"/>
                </a:lnTo>
                <a:lnTo>
                  <a:pt x="257427" y="679511"/>
                </a:lnTo>
                <a:lnTo>
                  <a:pt x="137295" y="570349"/>
                </a:lnTo>
                <a:lnTo>
                  <a:pt x="95930" y="508505"/>
                </a:lnTo>
                <a:lnTo>
                  <a:pt x="79649" y="468340"/>
                </a:lnTo>
                <a:lnTo>
                  <a:pt x="70848" y="432796"/>
                </a:lnTo>
                <a:lnTo>
                  <a:pt x="81629" y="424213"/>
                </a:lnTo>
                <a:lnTo>
                  <a:pt x="174039" y="426854"/>
                </a:lnTo>
                <a:lnTo>
                  <a:pt x="196811" y="421462"/>
                </a:lnTo>
                <a:lnTo>
                  <a:pt x="213643" y="411778"/>
                </a:lnTo>
                <a:lnTo>
                  <a:pt x="225964" y="394502"/>
                </a:lnTo>
                <a:lnTo>
                  <a:pt x="224754" y="382617"/>
                </a:lnTo>
                <a:lnTo>
                  <a:pt x="213533" y="371833"/>
                </a:lnTo>
                <a:lnTo>
                  <a:pt x="211663" y="356977"/>
                </a:lnTo>
                <a:lnTo>
                  <a:pt x="231905" y="320883"/>
                </a:lnTo>
                <a:lnTo>
                  <a:pt x="215073" y="313070"/>
                </a:lnTo>
                <a:lnTo>
                  <a:pt x="196591" y="314831"/>
                </a:lnTo>
                <a:lnTo>
                  <a:pt x="170518" y="341681"/>
                </a:lnTo>
                <a:lnTo>
                  <a:pt x="146536" y="351365"/>
                </a:lnTo>
                <a:lnTo>
                  <a:pt x="57976" y="347293"/>
                </a:lnTo>
                <a:lnTo>
                  <a:pt x="43895" y="339150"/>
                </a:lnTo>
                <a:lnTo>
                  <a:pt x="34544" y="327376"/>
                </a:lnTo>
                <a:lnTo>
                  <a:pt x="1980" y="240773"/>
                </a:lnTo>
                <a:lnTo>
                  <a:pt x="0" y="199067"/>
                </a:lnTo>
                <a:lnTo>
                  <a:pt x="18372" y="160992"/>
                </a:lnTo>
                <a:lnTo>
                  <a:pt x="133884" y="56782"/>
                </a:lnTo>
                <a:lnTo>
                  <a:pt x="169308" y="37745"/>
                </a:lnTo>
                <a:lnTo>
                  <a:pt x="300662" y="1210"/>
                </a:lnTo>
                <a:lnTo>
                  <a:pt x="344117" y="0"/>
                </a:lnTo>
                <a:lnTo>
                  <a:pt x="381081" y="10674"/>
                </a:lnTo>
                <a:lnTo>
                  <a:pt x="414634" y="60743"/>
                </a:lnTo>
                <a:lnTo>
                  <a:pt x="489442" y="74829"/>
                </a:lnTo>
                <a:lnTo>
                  <a:pt x="497693" y="81431"/>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A8DE37F2-D35A-4467-9A20-37AC9ABE658C}"/>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115072" h="106301">
                <a:moveTo>
                  <a:pt x="32563" y="6713"/>
                </a:moveTo>
                <a:lnTo>
                  <a:pt x="60506" y="43577"/>
                </a:lnTo>
                <a:lnTo>
                  <a:pt x="104621" y="57772"/>
                </a:lnTo>
                <a:lnTo>
                  <a:pt x="115072" y="96177"/>
                </a:lnTo>
                <a:lnTo>
                  <a:pt x="110562" y="105641"/>
                </a:lnTo>
                <a:lnTo>
                  <a:pt x="104621" y="106301"/>
                </a:lnTo>
                <a:lnTo>
                  <a:pt x="90320" y="94086"/>
                </a:lnTo>
                <a:lnTo>
                  <a:pt x="8361" y="14085"/>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00987542-E0E1-47BB-B050-926BF1983936}"/>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265128" h="318352">
                <a:moveTo>
                  <a:pt x="25853" y="45998"/>
                </a:moveTo>
                <a:lnTo>
                  <a:pt x="42575" y="47978"/>
                </a:lnTo>
                <a:lnTo>
                  <a:pt x="37074" y="59533"/>
                </a:lnTo>
                <a:lnTo>
                  <a:pt x="42465" y="78900"/>
                </a:lnTo>
                <a:lnTo>
                  <a:pt x="35094" y="81101"/>
                </a:lnTo>
                <a:lnTo>
                  <a:pt x="46975" y="77470"/>
                </a:lnTo>
                <a:lnTo>
                  <a:pt x="48955" y="80881"/>
                </a:lnTo>
                <a:lnTo>
                  <a:pt x="53576" y="74939"/>
                </a:lnTo>
                <a:lnTo>
                  <a:pt x="57866" y="80331"/>
                </a:lnTo>
                <a:lnTo>
                  <a:pt x="52256" y="95077"/>
                </a:lnTo>
                <a:lnTo>
                  <a:pt x="58966" y="99478"/>
                </a:lnTo>
                <a:lnTo>
                  <a:pt x="43895" y="108392"/>
                </a:lnTo>
                <a:lnTo>
                  <a:pt x="35204" y="102229"/>
                </a:lnTo>
                <a:lnTo>
                  <a:pt x="32673" y="104320"/>
                </a:lnTo>
                <a:lnTo>
                  <a:pt x="43235" y="109382"/>
                </a:lnTo>
                <a:lnTo>
                  <a:pt x="61387" y="102229"/>
                </a:lnTo>
                <a:lnTo>
                  <a:pt x="53466" y="109492"/>
                </a:lnTo>
                <a:lnTo>
                  <a:pt x="63697" y="108062"/>
                </a:lnTo>
                <a:lnTo>
                  <a:pt x="61277" y="122257"/>
                </a:lnTo>
                <a:lnTo>
                  <a:pt x="65237" y="111363"/>
                </a:lnTo>
                <a:lnTo>
                  <a:pt x="91420" y="99918"/>
                </a:lnTo>
                <a:lnTo>
                  <a:pt x="105831" y="98488"/>
                </a:lnTo>
                <a:lnTo>
                  <a:pt x="136085" y="106191"/>
                </a:lnTo>
                <a:lnTo>
                  <a:pt x="171838" y="87484"/>
                </a:lnTo>
                <a:lnTo>
                  <a:pt x="194061" y="80881"/>
                </a:lnTo>
                <a:lnTo>
                  <a:pt x="194061" y="76369"/>
                </a:lnTo>
                <a:lnTo>
                  <a:pt x="250497" y="75489"/>
                </a:lnTo>
                <a:lnTo>
                  <a:pt x="262708" y="125888"/>
                </a:lnTo>
                <a:lnTo>
                  <a:pt x="265128" y="169905"/>
                </a:lnTo>
                <a:lnTo>
                  <a:pt x="260728" y="187402"/>
                </a:lnTo>
                <a:lnTo>
                  <a:pt x="245986" y="205449"/>
                </a:lnTo>
                <a:lnTo>
                  <a:pt x="204072" y="228338"/>
                </a:lnTo>
                <a:lnTo>
                  <a:pt x="194391" y="274445"/>
                </a:lnTo>
                <a:lnTo>
                  <a:pt x="169528" y="298655"/>
                </a:lnTo>
                <a:lnTo>
                  <a:pt x="146866" y="313621"/>
                </a:lnTo>
                <a:lnTo>
                  <a:pt x="122003" y="318352"/>
                </a:lnTo>
                <a:lnTo>
                  <a:pt x="97470" y="310319"/>
                </a:lnTo>
                <a:lnTo>
                  <a:pt x="32453" y="244734"/>
                </a:lnTo>
                <a:lnTo>
                  <a:pt x="31573" y="230759"/>
                </a:lnTo>
                <a:lnTo>
                  <a:pt x="60286" y="195215"/>
                </a:lnTo>
                <a:lnTo>
                  <a:pt x="67217" y="172656"/>
                </a:lnTo>
                <a:lnTo>
                  <a:pt x="62047" y="147237"/>
                </a:lnTo>
                <a:lnTo>
                  <a:pt x="56766" y="155710"/>
                </a:lnTo>
                <a:lnTo>
                  <a:pt x="54346" y="147127"/>
                </a:lnTo>
                <a:lnTo>
                  <a:pt x="43125" y="143935"/>
                </a:lnTo>
                <a:lnTo>
                  <a:pt x="54456" y="148887"/>
                </a:lnTo>
                <a:lnTo>
                  <a:pt x="55006" y="158131"/>
                </a:lnTo>
                <a:lnTo>
                  <a:pt x="43895" y="168365"/>
                </a:lnTo>
                <a:lnTo>
                  <a:pt x="35864" y="157140"/>
                </a:lnTo>
                <a:lnTo>
                  <a:pt x="33554" y="166604"/>
                </a:lnTo>
                <a:lnTo>
                  <a:pt x="22002" y="178379"/>
                </a:lnTo>
                <a:lnTo>
                  <a:pt x="8361" y="155490"/>
                </a:lnTo>
                <a:lnTo>
                  <a:pt x="0" y="122477"/>
                </a:lnTo>
                <a:lnTo>
                  <a:pt x="4290" y="92215"/>
                </a:lnTo>
                <a:lnTo>
                  <a:pt x="12541" y="81541"/>
                </a:lnTo>
                <a:lnTo>
                  <a:pt x="17162" y="56562"/>
                </a:lnTo>
                <a:lnTo>
                  <a:pt x="12541" y="550"/>
                </a:lnTo>
                <a:lnTo>
                  <a:pt x="15732"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347E7821-CD46-443C-8A47-C73A2CA3AF2D}"/>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291971" h="119176">
                <a:moveTo>
                  <a:pt x="172168" y="220"/>
                </a:moveTo>
                <a:lnTo>
                  <a:pt x="195711" y="7483"/>
                </a:lnTo>
                <a:lnTo>
                  <a:pt x="180969" y="3081"/>
                </a:lnTo>
                <a:lnTo>
                  <a:pt x="177669" y="13425"/>
                </a:lnTo>
                <a:lnTo>
                  <a:pt x="188230" y="29932"/>
                </a:lnTo>
                <a:lnTo>
                  <a:pt x="200221" y="36974"/>
                </a:lnTo>
                <a:lnTo>
                  <a:pt x="219253" y="34993"/>
                </a:lnTo>
                <a:lnTo>
                  <a:pt x="234985" y="24209"/>
                </a:lnTo>
                <a:lnTo>
                  <a:pt x="236635" y="21458"/>
                </a:lnTo>
                <a:lnTo>
                  <a:pt x="230915" y="18047"/>
                </a:lnTo>
                <a:lnTo>
                  <a:pt x="244006" y="24870"/>
                </a:lnTo>
                <a:lnTo>
                  <a:pt x="258748" y="59753"/>
                </a:lnTo>
                <a:lnTo>
                  <a:pt x="251817" y="43247"/>
                </a:lnTo>
                <a:lnTo>
                  <a:pt x="243016" y="40606"/>
                </a:lnTo>
                <a:lnTo>
                  <a:pt x="230475" y="45998"/>
                </a:lnTo>
                <a:lnTo>
                  <a:pt x="222994" y="59533"/>
                </a:lnTo>
                <a:lnTo>
                  <a:pt x="234435" y="71527"/>
                </a:lnTo>
                <a:lnTo>
                  <a:pt x="247966" y="72958"/>
                </a:lnTo>
                <a:lnTo>
                  <a:pt x="269859" y="89134"/>
                </a:lnTo>
                <a:lnTo>
                  <a:pt x="278220" y="87374"/>
                </a:lnTo>
                <a:lnTo>
                  <a:pt x="273599" y="81101"/>
                </a:lnTo>
                <a:lnTo>
                  <a:pt x="291971" y="107731"/>
                </a:lnTo>
                <a:lnTo>
                  <a:pt x="271179" y="110262"/>
                </a:lnTo>
                <a:lnTo>
                  <a:pt x="275029" y="104210"/>
                </a:lnTo>
                <a:lnTo>
                  <a:pt x="270959" y="97828"/>
                </a:lnTo>
                <a:lnTo>
                  <a:pt x="249837" y="92766"/>
                </a:lnTo>
                <a:lnTo>
                  <a:pt x="248297" y="112353"/>
                </a:lnTo>
                <a:lnTo>
                  <a:pt x="261278" y="110813"/>
                </a:lnTo>
                <a:lnTo>
                  <a:pt x="217713" y="119176"/>
                </a:lnTo>
                <a:lnTo>
                  <a:pt x="176899" y="110813"/>
                </a:lnTo>
                <a:lnTo>
                  <a:pt x="107371" y="118626"/>
                </a:lnTo>
                <a:lnTo>
                  <a:pt x="7371" y="101899"/>
                </a:lnTo>
                <a:lnTo>
                  <a:pt x="0" y="94746"/>
                </a:lnTo>
                <a:lnTo>
                  <a:pt x="3850" y="83962"/>
                </a:lnTo>
                <a:lnTo>
                  <a:pt x="39164" y="61844"/>
                </a:lnTo>
                <a:lnTo>
                  <a:pt x="74258" y="23329"/>
                </a:lnTo>
                <a:lnTo>
                  <a:pt x="154126"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5FBBE8ED-00B9-4714-8F06-5D7E88BC891A}"/>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342247" h="135352">
                <a:moveTo>
                  <a:pt x="119583" y="13645"/>
                </a:moveTo>
                <a:lnTo>
                  <a:pt x="162927" y="33233"/>
                </a:lnTo>
                <a:lnTo>
                  <a:pt x="168208" y="21348"/>
                </a:lnTo>
                <a:lnTo>
                  <a:pt x="184820" y="8473"/>
                </a:lnTo>
                <a:lnTo>
                  <a:pt x="195051" y="7043"/>
                </a:lnTo>
                <a:lnTo>
                  <a:pt x="199891" y="11664"/>
                </a:lnTo>
                <a:lnTo>
                  <a:pt x="216613" y="62614"/>
                </a:lnTo>
                <a:lnTo>
                  <a:pt x="222004" y="67126"/>
                </a:lnTo>
                <a:lnTo>
                  <a:pt x="263368" y="82862"/>
                </a:lnTo>
                <a:lnTo>
                  <a:pt x="277670" y="78680"/>
                </a:lnTo>
                <a:lnTo>
                  <a:pt x="303742" y="80001"/>
                </a:lnTo>
                <a:lnTo>
                  <a:pt x="331245" y="95957"/>
                </a:lnTo>
                <a:lnTo>
                  <a:pt x="342247" y="108612"/>
                </a:lnTo>
                <a:lnTo>
                  <a:pt x="321564" y="135352"/>
                </a:lnTo>
                <a:lnTo>
                  <a:pt x="265788" y="133041"/>
                </a:lnTo>
                <a:lnTo>
                  <a:pt x="213423" y="121597"/>
                </a:lnTo>
                <a:lnTo>
                  <a:pt x="137075" y="81982"/>
                </a:lnTo>
                <a:lnTo>
                  <a:pt x="61497" y="65475"/>
                </a:lnTo>
                <a:lnTo>
                  <a:pt x="33004" y="65695"/>
                </a:lnTo>
                <a:lnTo>
                  <a:pt x="5391" y="48749"/>
                </a:lnTo>
                <a:lnTo>
                  <a:pt x="0" y="35103"/>
                </a:lnTo>
                <a:lnTo>
                  <a:pt x="3740" y="26410"/>
                </a:lnTo>
                <a:lnTo>
                  <a:pt x="40374" y="6272"/>
                </a:lnTo>
                <a:lnTo>
                  <a:pt x="72828" y="0"/>
                </a:lnTo>
                <a:lnTo>
                  <a:pt x="106161" y="3631"/>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9C16FF62-04E9-4648-8CC9-4770DC0943DD}"/>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213973" h="179479">
                <a:moveTo>
                  <a:pt x="17602" y="0"/>
                </a:moveTo>
                <a:lnTo>
                  <a:pt x="59516" y="7483"/>
                </a:lnTo>
                <a:lnTo>
                  <a:pt x="107812" y="48199"/>
                </a:lnTo>
                <a:lnTo>
                  <a:pt x="119583" y="68116"/>
                </a:lnTo>
                <a:lnTo>
                  <a:pt x="128384" y="73068"/>
                </a:lnTo>
                <a:lnTo>
                  <a:pt x="132894" y="66576"/>
                </a:lnTo>
                <a:lnTo>
                  <a:pt x="137405" y="70647"/>
                </a:lnTo>
                <a:lnTo>
                  <a:pt x="134984" y="73398"/>
                </a:lnTo>
                <a:lnTo>
                  <a:pt x="143895" y="81541"/>
                </a:lnTo>
                <a:lnTo>
                  <a:pt x="146536" y="79230"/>
                </a:lnTo>
                <a:lnTo>
                  <a:pt x="153246" y="85723"/>
                </a:lnTo>
                <a:lnTo>
                  <a:pt x="150716" y="88254"/>
                </a:lnTo>
                <a:lnTo>
                  <a:pt x="158967" y="96397"/>
                </a:lnTo>
                <a:lnTo>
                  <a:pt x="162157" y="93426"/>
                </a:lnTo>
                <a:lnTo>
                  <a:pt x="186580" y="119506"/>
                </a:lnTo>
                <a:lnTo>
                  <a:pt x="192411" y="128309"/>
                </a:lnTo>
                <a:lnTo>
                  <a:pt x="189000" y="140854"/>
                </a:lnTo>
                <a:lnTo>
                  <a:pt x="198461" y="144926"/>
                </a:lnTo>
                <a:lnTo>
                  <a:pt x="213973" y="174197"/>
                </a:lnTo>
                <a:lnTo>
                  <a:pt x="213093" y="179479"/>
                </a:lnTo>
                <a:lnTo>
                  <a:pt x="183610" y="171666"/>
                </a:lnTo>
                <a:lnTo>
                  <a:pt x="150166" y="170015"/>
                </a:lnTo>
                <a:lnTo>
                  <a:pt x="142135" y="139314"/>
                </a:lnTo>
                <a:lnTo>
                  <a:pt x="122773" y="121377"/>
                </a:lnTo>
                <a:lnTo>
                  <a:pt x="82509" y="105971"/>
                </a:lnTo>
                <a:lnTo>
                  <a:pt x="36964" y="101459"/>
                </a:lnTo>
                <a:lnTo>
                  <a:pt x="11991" y="87043"/>
                </a:lnTo>
                <a:lnTo>
                  <a:pt x="0" y="16947"/>
                </a:lnTo>
                <a:lnTo>
                  <a:pt x="5611" y="13755"/>
                </a:lnTo>
                <a:lnTo>
                  <a:pt x="4951" y="5612"/>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AD0BA16D-FF8D-4837-A80B-4A812770426C}"/>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59957" h="133811">
                <a:moveTo>
                  <a:pt x="106381" y="0"/>
                </a:moveTo>
                <a:lnTo>
                  <a:pt x="132564" y="2531"/>
                </a:lnTo>
                <a:lnTo>
                  <a:pt x="136305" y="9134"/>
                </a:lnTo>
                <a:lnTo>
                  <a:pt x="118593" y="14526"/>
                </a:lnTo>
                <a:lnTo>
                  <a:pt x="116722" y="20138"/>
                </a:lnTo>
                <a:lnTo>
                  <a:pt x="130034" y="11334"/>
                </a:lnTo>
                <a:lnTo>
                  <a:pt x="142795" y="12765"/>
                </a:lnTo>
                <a:lnTo>
                  <a:pt x="159297" y="40275"/>
                </a:lnTo>
                <a:lnTo>
                  <a:pt x="150936" y="47538"/>
                </a:lnTo>
                <a:lnTo>
                  <a:pt x="151816" y="51060"/>
                </a:lnTo>
                <a:lnTo>
                  <a:pt x="153686" y="47318"/>
                </a:lnTo>
                <a:lnTo>
                  <a:pt x="159957" y="47868"/>
                </a:lnTo>
                <a:lnTo>
                  <a:pt x="157867" y="61404"/>
                </a:lnTo>
                <a:lnTo>
                  <a:pt x="146206" y="58763"/>
                </a:lnTo>
                <a:lnTo>
                  <a:pt x="133334" y="68886"/>
                </a:lnTo>
                <a:lnTo>
                  <a:pt x="122553" y="43467"/>
                </a:lnTo>
                <a:lnTo>
                  <a:pt x="122333" y="50179"/>
                </a:lnTo>
                <a:lnTo>
                  <a:pt x="132124" y="63164"/>
                </a:lnTo>
                <a:lnTo>
                  <a:pt x="128714" y="70207"/>
                </a:lnTo>
                <a:lnTo>
                  <a:pt x="122333" y="57442"/>
                </a:lnTo>
                <a:lnTo>
                  <a:pt x="112872" y="54581"/>
                </a:lnTo>
                <a:lnTo>
                  <a:pt x="104291" y="58542"/>
                </a:lnTo>
                <a:lnTo>
                  <a:pt x="113642" y="55241"/>
                </a:lnTo>
                <a:lnTo>
                  <a:pt x="122113" y="58212"/>
                </a:lnTo>
                <a:lnTo>
                  <a:pt x="126624" y="67016"/>
                </a:lnTo>
                <a:lnTo>
                  <a:pt x="123213" y="97828"/>
                </a:lnTo>
                <a:lnTo>
                  <a:pt x="107702" y="96727"/>
                </a:lnTo>
                <a:lnTo>
                  <a:pt x="90760" y="106301"/>
                </a:lnTo>
                <a:lnTo>
                  <a:pt x="84489" y="99148"/>
                </a:lnTo>
                <a:lnTo>
                  <a:pt x="78988" y="99148"/>
                </a:lnTo>
                <a:lnTo>
                  <a:pt x="52806" y="115214"/>
                </a:lnTo>
                <a:lnTo>
                  <a:pt x="53576" y="118626"/>
                </a:lnTo>
                <a:lnTo>
                  <a:pt x="44005" y="121267"/>
                </a:lnTo>
                <a:lnTo>
                  <a:pt x="39164" y="115764"/>
                </a:lnTo>
                <a:lnTo>
                  <a:pt x="20902" y="133811"/>
                </a:lnTo>
                <a:lnTo>
                  <a:pt x="24643" y="125558"/>
                </a:lnTo>
                <a:lnTo>
                  <a:pt x="19362" y="102009"/>
                </a:lnTo>
                <a:lnTo>
                  <a:pt x="7701" y="67676"/>
                </a:lnTo>
                <a:lnTo>
                  <a:pt x="0" y="63274"/>
                </a:lnTo>
                <a:lnTo>
                  <a:pt x="880" y="57662"/>
                </a:lnTo>
                <a:lnTo>
                  <a:pt x="45105" y="51170"/>
                </a:lnTo>
                <a:lnTo>
                  <a:pt x="56656" y="60193"/>
                </a:lnTo>
                <a:lnTo>
                  <a:pt x="59626" y="57992"/>
                </a:lnTo>
                <a:lnTo>
                  <a:pt x="53796" y="44127"/>
                </a:lnTo>
                <a:lnTo>
                  <a:pt x="72388" y="12325"/>
                </a:lnTo>
                <a:lnTo>
                  <a:pt x="88009" y="3411"/>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AEF3D34F-512B-4859-BF42-611AC1605832}"/>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145766" h="109712">
                <a:moveTo>
                  <a:pt x="50935" y="0"/>
                </a:moveTo>
                <a:lnTo>
                  <a:pt x="69527" y="8143"/>
                </a:lnTo>
                <a:lnTo>
                  <a:pt x="73818" y="17717"/>
                </a:lnTo>
                <a:lnTo>
                  <a:pt x="93840" y="9023"/>
                </a:lnTo>
                <a:lnTo>
                  <a:pt x="92300" y="26520"/>
                </a:lnTo>
                <a:lnTo>
                  <a:pt x="95050" y="8803"/>
                </a:lnTo>
                <a:lnTo>
                  <a:pt x="103961" y="6603"/>
                </a:lnTo>
                <a:lnTo>
                  <a:pt x="124313" y="13425"/>
                </a:lnTo>
                <a:lnTo>
                  <a:pt x="129264" y="22999"/>
                </a:lnTo>
                <a:lnTo>
                  <a:pt x="132234" y="19477"/>
                </a:lnTo>
                <a:lnTo>
                  <a:pt x="145766" y="22229"/>
                </a:lnTo>
                <a:lnTo>
                  <a:pt x="145105" y="33673"/>
                </a:lnTo>
                <a:lnTo>
                  <a:pt x="134654" y="47868"/>
                </a:lnTo>
                <a:lnTo>
                  <a:pt x="120463" y="40606"/>
                </a:lnTo>
                <a:lnTo>
                  <a:pt x="113972" y="45998"/>
                </a:lnTo>
                <a:lnTo>
                  <a:pt x="122553" y="43907"/>
                </a:lnTo>
                <a:lnTo>
                  <a:pt x="127394" y="49849"/>
                </a:lnTo>
                <a:lnTo>
                  <a:pt x="125193" y="68336"/>
                </a:lnTo>
                <a:lnTo>
                  <a:pt x="120903" y="71748"/>
                </a:lnTo>
                <a:lnTo>
                  <a:pt x="125633" y="100689"/>
                </a:lnTo>
                <a:lnTo>
                  <a:pt x="108252" y="109712"/>
                </a:lnTo>
                <a:lnTo>
                  <a:pt x="93620" y="107401"/>
                </a:lnTo>
                <a:lnTo>
                  <a:pt x="77338" y="96727"/>
                </a:lnTo>
                <a:lnTo>
                  <a:pt x="72278" y="102449"/>
                </a:lnTo>
                <a:lnTo>
                  <a:pt x="63367" y="102229"/>
                </a:lnTo>
                <a:lnTo>
                  <a:pt x="42245" y="77250"/>
                </a:lnTo>
                <a:lnTo>
                  <a:pt x="31903" y="46328"/>
                </a:lnTo>
                <a:lnTo>
                  <a:pt x="23212" y="40386"/>
                </a:lnTo>
                <a:lnTo>
                  <a:pt x="16392" y="42476"/>
                </a:lnTo>
                <a:lnTo>
                  <a:pt x="990" y="37304"/>
                </a:lnTo>
                <a:lnTo>
                  <a:pt x="0" y="28941"/>
                </a:lnTo>
                <a:lnTo>
                  <a:pt x="14522" y="11885"/>
                </a:lnTo>
                <a:lnTo>
                  <a:pt x="21012" y="14856"/>
                </a:lnTo>
                <a:lnTo>
                  <a:pt x="34984" y="1100"/>
                </a:lnTo>
                <a:lnTo>
                  <a:pt x="38394" y="6603"/>
                </a:lnTo>
                <a:lnTo>
                  <a:pt x="39494" y="2311"/>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5226B9F1-E6F6-4D53-84DE-1ED40E08D4EB}"/>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105061" h="111803">
                <a:moveTo>
                  <a:pt x="13201" y="3081"/>
                </a:moveTo>
                <a:lnTo>
                  <a:pt x="38504" y="26850"/>
                </a:lnTo>
                <a:lnTo>
                  <a:pt x="52586" y="32132"/>
                </a:lnTo>
                <a:lnTo>
                  <a:pt x="72278" y="66686"/>
                </a:lnTo>
                <a:lnTo>
                  <a:pt x="104511" y="99368"/>
                </a:lnTo>
                <a:lnTo>
                  <a:pt x="105061" y="111803"/>
                </a:lnTo>
                <a:lnTo>
                  <a:pt x="72608" y="103440"/>
                </a:lnTo>
                <a:lnTo>
                  <a:pt x="18702" y="69437"/>
                </a:lnTo>
                <a:lnTo>
                  <a:pt x="770" y="32132"/>
                </a:lnTo>
                <a:lnTo>
                  <a:pt x="0" y="2971"/>
                </a:lnTo>
                <a:lnTo>
                  <a:pt x="6381"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308AE5AB-D061-428E-A6A1-313A8B4A7CCC}"/>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40374" h="58763">
                <a:moveTo>
                  <a:pt x="7151" y="0"/>
                </a:moveTo>
                <a:lnTo>
                  <a:pt x="18592" y="3741"/>
                </a:lnTo>
                <a:lnTo>
                  <a:pt x="3740" y="1210"/>
                </a:lnTo>
                <a:lnTo>
                  <a:pt x="8911" y="22559"/>
                </a:lnTo>
                <a:lnTo>
                  <a:pt x="38064" y="27841"/>
                </a:lnTo>
                <a:lnTo>
                  <a:pt x="28933" y="45558"/>
                </a:lnTo>
                <a:lnTo>
                  <a:pt x="40374" y="53260"/>
                </a:lnTo>
                <a:lnTo>
                  <a:pt x="21122" y="58763"/>
                </a:lnTo>
                <a:lnTo>
                  <a:pt x="2090" y="44677"/>
                </a:lnTo>
                <a:lnTo>
                  <a:pt x="11111" y="48088"/>
                </a:lnTo>
                <a:lnTo>
                  <a:pt x="14412" y="42256"/>
                </a:lnTo>
                <a:lnTo>
                  <a:pt x="6821" y="30482"/>
                </a:lnTo>
                <a:lnTo>
                  <a:pt x="2640" y="30262"/>
                </a:lnTo>
                <a:lnTo>
                  <a:pt x="0" y="36534"/>
                </a:lnTo>
                <a:lnTo>
                  <a:pt x="5391" y="19257"/>
                </a:lnTo>
                <a:lnTo>
                  <a:pt x="990" y="3191"/>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63916F63-EE67-49D3-BF23-46AC6C4DFB04}"/>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38724" h="10234">
                <a:moveTo>
                  <a:pt x="20792" y="0"/>
                </a:moveTo>
                <a:lnTo>
                  <a:pt x="38724" y="0"/>
                </a:lnTo>
                <a:lnTo>
                  <a:pt x="38724" y="10234"/>
                </a:lnTo>
                <a:lnTo>
                  <a:pt x="0" y="10234"/>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53BFA4A7-8B9D-4FF5-A09A-B31662E41220}"/>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51926" h="47538">
                <a:moveTo>
                  <a:pt x="33334" y="16616"/>
                </a:moveTo>
                <a:lnTo>
                  <a:pt x="51926" y="33893"/>
                </a:lnTo>
                <a:lnTo>
                  <a:pt x="44445" y="26630"/>
                </a:lnTo>
                <a:lnTo>
                  <a:pt x="39494" y="35544"/>
                </a:lnTo>
                <a:lnTo>
                  <a:pt x="40484" y="43247"/>
                </a:lnTo>
                <a:lnTo>
                  <a:pt x="51265" y="40496"/>
                </a:lnTo>
                <a:lnTo>
                  <a:pt x="22332" y="47538"/>
                </a:lnTo>
                <a:lnTo>
                  <a:pt x="33114" y="42036"/>
                </a:lnTo>
                <a:lnTo>
                  <a:pt x="25413" y="17827"/>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9B88C385-FE48-453F-815F-F2EDE020C2E8}"/>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25633" h="26740">
                <a:moveTo>
                  <a:pt x="14082" y="25200"/>
                </a:moveTo>
                <a:lnTo>
                  <a:pt x="5611" y="26740"/>
                </a:lnTo>
                <a:lnTo>
                  <a:pt x="0" y="22889"/>
                </a:lnTo>
                <a:lnTo>
                  <a:pt x="7041" y="17717"/>
                </a:lnTo>
                <a:lnTo>
                  <a:pt x="8801" y="9684"/>
                </a:lnTo>
                <a:lnTo>
                  <a:pt x="25633"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E0C76AF1-D91E-4D0E-94B4-6C5516F2E81D}"/>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7822" h="26740">
                <a:moveTo>
                  <a:pt x="9241" y="26740"/>
                </a:moveTo>
                <a:lnTo>
                  <a:pt x="0" y="23769"/>
                </a:lnTo>
                <a:lnTo>
                  <a:pt x="10561" y="0"/>
                </a:lnTo>
                <a:lnTo>
                  <a:pt x="17822" y="14416"/>
                </a:lnTo>
                <a:lnTo>
                  <a:pt x="17492" y="20138"/>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A98EB947-B916-44C1-BC81-7F44BD2C4E44}"/>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4817304" h="2862310">
                <a:moveTo>
                  <a:pt x="1007598" y="1796220"/>
                </a:moveTo>
                <a:lnTo>
                  <a:pt x="985155" y="1791709"/>
                </a:lnTo>
                <a:lnTo>
                  <a:pt x="991096" y="1805354"/>
                </a:lnTo>
                <a:lnTo>
                  <a:pt x="1003527" y="1808435"/>
                </a:lnTo>
                <a:lnTo>
                  <a:pt x="1030590" y="1842218"/>
                </a:lnTo>
                <a:lnTo>
                  <a:pt x="1030920" y="1884364"/>
                </a:lnTo>
                <a:lnTo>
                  <a:pt x="995386" y="1883374"/>
                </a:lnTo>
                <a:lnTo>
                  <a:pt x="995606" y="1878202"/>
                </a:lnTo>
                <a:lnTo>
                  <a:pt x="989116" y="1873800"/>
                </a:lnTo>
                <a:lnTo>
                  <a:pt x="985595" y="1844419"/>
                </a:lnTo>
                <a:lnTo>
                  <a:pt x="975474" y="1825161"/>
                </a:lnTo>
                <a:lnTo>
                  <a:pt x="978775" y="1814267"/>
                </a:lnTo>
                <a:lnTo>
                  <a:pt x="988676" y="1806234"/>
                </a:lnTo>
                <a:lnTo>
                  <a:pt x="983065" y="1792699"/>
                </a:lnTo>
                <a:lnTo>
                  <a:pt x="971734" y="1806454"/>
                </a:lnTo>
                <a:lnTo>
                  <a:pt x="966453" y="1823181"/>
                </a:lnTo>
                <a:lnTo>
                  <a:pt x="968653" y="1868848"/>
                </a:lnTo>
                <a:lnTo>
                  <a:pt x="938070" y="1880403"/>
                </a:lnTo>
                <a:lnTo>
                  <a:pt x="914858" y="1878862"/>
                </a:lnTo>
                <a:lnTo>
                  <a:pt x="860072" y="1889096"/>
                </a:lnTo>
                <a:lnTo>
                  <a:pt x="845000" y="1780704"/>
                </a:lnTo>
                <a:lnTo>
                  <a:pt x="838730" y="1777843"/>
                </a:lnTo>
                <a:lnTo>
                  <a:pt x="825748" y="1781365"/>
                </a:lnTo>
                <a:lnTo>
                  <a:pt x="838290" y="1901201"/>
                </a:lnTo>
                <a:lnTo>
                  <a:pt x="818707" y="1910224"/>
                </a:lnTo>
                <a:lnTo>
                  <a:pt x="814967" y="1905822"/>
                </a:lnTo>
                <a:lnTo>
                  <a:pt x="800225" y="1916497"/>
                </a:lnTo>
                <a:lnTo>
                  <a:pt x="740599" y="1850251"/>
                </a:lnTo>
                <a:lnTo>
                  <a:pt x="737299" y="1804253"/>
                </a:lnTo>
                <a:lnTo>
                  <a:pt x="694064" y="1809645"/>
                </a:lnTo>
                <a:lnTo>
                  <a:pt x="701875" y="1874460"/>
                </a:lnTo>
                <a:lnTo>
                  <a:pt x="755121" y="1929372"/>
                </a:lnTo>
                <a:lnTo>
                  <a:pt x="751270" y="1927721"/>
                </a:lnTo>
                <a:lnTo>
                  <a:pt x="754351" y="1932893"/>
                </a:lnTo>
                <a:lnTo>
                  <a:pt x="738509" y="1949729"/>
                </a:lnTo>
                <a:lnTo>
                  <a:pt x="669862" y="2003760"/>
                </a:lnTo>
                <a:lnTo>
                  <a:pt x="654570" y="1985273"/>
                </a:lnTo>
                <a:lnTo>
                  <a:pt x="657210" y="1981201"/>
                </a:lnTo>
                <a:lnTo>
                  <a:pt x="649509" y="1968547"/>
                </a:lnTo>
                <a:lnTo>
                  <a:pt x="582402" y="1935094"/>
                </a:lnTo>
                <a:lnTo>
                  <a:pt x="586583" y="1926070"/>
                </a:lnTo>
                <a:lnTo>
                  <a:pt x="572061" y="1914516"/>
                </a:lnTo>
                <a:lnTo>
                  <a:pt x="559960" y="1924640"/>
                </a:lnTo>
                <a:lnTo>
                  <a:pt x="551929" y="1915726"/>
                </a:lnTo>
                <a:lnTo>
                  <a:pt x="562380" y="1906703"/>
                </a:lnTo>
                <a:lnTo>
                  <a:pt x="528606" y="1867858"/>
                </a:lnTo>
                <a:lnTo>
                  <a:pt x="506934" y="1886235"/>
                </a:lnTo>
                <a:lnTo>
                  <a:pt x="485262" y="1860595"/>
                </a:lnTo>
                <a:lnTo>
                  <a:pt x="569751" y="1768490"/>
                </a:lnTo>
                <a:lnTo>
                  <a:pt x="566120" y="1756935"/>
                </a:lnTo>
                <a:lnTo>
                  <a:pt x="554239" y="1752644"/>
                </a:lnTo>
                <a:lnTo>
                  <a:pt x="497033" y="1814377"/>
                </a:lnTo>
                <a:lnTo>
                  <a:pt x="479981" y="1820210"/>
                </a:lnTo>
                <a:lnTo>
                  <a:pt x="451928" y="1793139"/>
                </a:lnTo>
                <a:lnTo>
                  <a:pt x="447088" y="1779384"/>
                </a:lnTo>
                <a:lnTo>
                  <a:pt x="507924" y="1716330"/>
                </a:lnTo>
                <a:lnTo>
                  <a:pt x="510234" y="1710607"/>
                </a:lnTo>
                <a:lnTo>
                  <a:pt x="504074" y="1703345"/>
                </a:lnTo>
                <a:lnTo>
                  <a:pt x="483392" y="1687058"/>
                </a:lnTo>
                <a:lnTo>
                  <a:pt x="447638" y="1726454"/>
                </a:lnTo>
                <a:lnTo>
                  <a:pt x="412764" y="1753854"/>
                </a:lnTo>
                <a:lnTo>
                  <a:pt x="386361" y="1736027"/>
                </a:lnTo>
                <a:lnTo>
                  <a:pt x="351378" y="1700924"/>
                </a:lnTo>
                <a:lnTo>
                  <a:pt x="317274" y="1749782"/>
                </a:lnTo>
                <a:lnTo>
                  <a:pt x="355448" y="1782025"/>
                </a:lnTo>
                <a:lnTo>
                  <a:pt x="432676" y="1872370"/>
                </a:lnTo>
                <a:lnTo>
                  <a:pt x="448738" y="1969647"/>
                </a:lnTo>
                <a:lnTo>
                  <a:pt x="483942" y="2034572"/>
                </a:lnTo>
                <a:lnTo>
                  <a:pt x="489222" y="2052399"/>
                </a:lnTo>
                <a:lnTo>
                  <a:pt x="484052" y="2081450"/>
                </a:lnTo>
                <a:lnTo>
                  <a:pt x="461829" y="2103899"/>
                </a:lnTo>
                <a:lnTo>
                  <a:pt x="441147" y="2109291"/>
                </a:lnTo>
                <a:lnTo>
                  <a:pt x="385261" y="2105439"/>
                </a:lnTo>
                <a:lnTo>
                  <a:pt x="382181" y="2109401"/>
                </a:lnTo>
                <a:lnTo>
                  <a:pt x="374480" y="2211410"/>
                </a:lnTo>
                <a:lnTo>
                  <a:pt x="414194" y="2211410"/>
                </a:lnTo>
                <a:lnTo>
                  <a:pt x="414304" y="2310008"/>
                </a:lnTo>
                <a:lnTo>
                  <a:pt x="128054" y="2310008"/>
                </a:lnTo>
                <a:lnTo>
                  <a:pt x="128054" y="2385607"/>
                </a:lnTo>
                <a:lnTo>
                  <a:pt x="425195" y="2385607"/>
                </a:lnTo>
                <a:lnTo>
                  <a:pt x="425195" y="2451852"/>
                </a:lnTo>
                <a:lnTo>
                  <a:pt x="353028" y="2484095"/>
                </a:lnTo>
                <a:lnTo>
                  <a:pt x="128054" y="2484095"/>
                </a:lnTo>
                <a:lnTo>
                  <a:pt x="128054" y="2559804"/>
                </a:lnTo>
                <a:lnTo>
                  <a:pt x="485592" y="2559804"/>
                </a:lnTo>
                <a:lnTo>
                  <a:pt x="485592" y="2658292"/>
                </a:lnTo>
                <a:lnTo>
                  <a:pt x="128164" y="2658292"/>
                </a:lnTo>
                <a:lnTo>
                  <a:pt x="128164" y="2741924"/>
                </a:lnTo>
                <a:lnTo>
                  <a:pt x="563480" y="2741814"/>
                </a:lnTo>
                <a:lnTo>
                  <a:pt x="581742" y="2790673"/>
                </a:lnTo>
                <a:lnTo>
                  <a:pt x="466010" y="2833479"/>
                </a:lnTo>
                <a:lnTo>
                  <a:pt x="428826" y="2855818"/>
                </a:lnTo>
                <a:lnTo>
                  <a:pt x="404623" y="2862310"/>
                </a:lnTo>
                <a:lnTo>
                  <a:pt x="39714" y="2770645"/>
                </a:lnTo>
                <a:lnTo>
                  <a:pt x="13641" y="2756449"/>
                </a:lnTo>
                <a:lnTo>
                  <a:pt x="1430" y="2734441"/>
                </a:lnTo>
                <a:lnTo>
                  <a:pt x="0" y="2498950"/>
                </a:lnTo>
                <a:lnTo>
                  <a:pt x="74038" y="2498950"/>
                </a:lnTo>
                <a:lnTo>
                  <a:pt x="74148" y="2469129"/>
                </a:lnTo>
                <a:lnTo>
                  <a:pt x="34654" y="2469129"/>
                </a:lnTo>
                <a:lnTo>
                  <a:pt x="34654" y="2396941"/>
                </a:lnTo>
                <a:lnTo>
                  <a:pt x="69197" y="2396941"/>
                </a:lnTo>
                <a:lnTo>
                  <a:pt x="69197" y="2367120"/>
                </a:lnTo>
                <a:lnTo>
                  <a:pt x="44555" y="2367120"/>
                </a:lnTo>
                <a:lnTo>
                  <a:pt x="44555" y="2316830"/>
                </a:lnTo>
                <a:lnTo>
                  <a:pt x="110" y="2316830"/>
                </a:lnTo>
                <a:lnTo>
                  <a:pt x="1320" y="2297133"/>
                </a:lnTo>
                <a:lnTo>
                  <a:pt x="62817" y="2132400"/>
                </a:lnTo>
                <a:lnTo>
                  <a:pt x="78328" y="2117214"/>
                </a:lnTo>
                <a:lnTo>
                  <a:pt x="110452" y="2105329"/>
                </a:lnTo>
                <a:lnTo>
                  <a:pt x="131464" y="2091684"/>
                </a:lnTo>
                <a:lnTo>
                  <a:pt x="147306" y="2073087"/>
                </a:lnTo>
                <a:lnTo>
                  <a:pt x="156877" y="2052399"/>
                </a:lnTo>
                <a:lnTo>
                  <a:pt x="160837" y="2028189"/>
                </a:lnTo>
                <a:lnTo>
                  <a:pt x="157647" y="2003210"/>
                </a:lnTo>
                <a:lnTo>
                  <a:pt x="137735" y="1952370"/>
                </a:lnTo>
                <a:lnTo>
                  <a:pt x="129924" y="1951490"/>
                </a:lnTo>
                <a:lnTo>
                  <a:pt x="131794" y="1939936"/>
                </a:lnTo>
                <a:lnTo>
                  <a:pt x="128274" y="1944227"/>
                </a:lnTo>
                <a:lnTo>
                  <a:pt x="133334" y="1915176"/>
                </a:lnTo>
                <a:lnTo>
                  <a:pt x="135204" y="1920238"/>
                </a:lnTo>
                <a:lnTo>
                  <a:pt x="136965" y="1910444"/>
                </a:lnTo>
                <a:lnTo>
                  <a:pt x="143015" y="1911435"/>
                </a:lnTo>
                <a:lnTo>
                  <a:pt x="283610" y="1535310"/>
                </a:lnTo>
                <a:lnTo>
                  <a:pt x="297252" y="1482930"/>
                </a:lnTo>
                <a:lnTo>
                  <a:pt x="319804" y="1430440"/>
                </a:lnTo>
                <a:lnTo>
                  <a:pt x="314854" y="1422847"/>
                </a:lnTo>
                <a:lnTo>
                  <a:pt x="320354" y="1417015"/>
                </a:lnTo>
                <a:lnTo>
                  <a:pt x="317164" y="1414043"/>
                </a:lnTo>
                <a:lnTo>
                  <a:pt x="329815" y="1400948"/>
                </a:lnTo>
                <a:lnTo>
                  <a:pt x="338946" y="1379270"/>
                </a:lnTo>
                <a:lnTo>
                  <a:pt x="337626" y="1374318"/>
                </a:lnTo>
                <a:lnTo>
                  <a:pt x="326955" y="1378940"/>
                </a:lnTo>
                <a:lnTo>
                  <a:pt x="318374" y="1369476"/>
                </a:lnTo>
                <a:lnTo>
                  <a:pt x="312653" y="1350549"/>
                </a:lnTo>
                <a:lnTo>
                  <a:pt x="316394" y="1332062"/>
                </a:lnTo>
                <a:lnTo>
                  <a:pt x="302202" y="1322928"/>
                </a:lnTo>
                <a:lnTo>
                  <a:pt x="303632" y="1320177"/>
                </a:lnTo>
                <a:lnTo>
                  <a:pt x="317714" y="1329531"/>
                </a:lnTo>
                <a:lnTo>
                  <a:pt x="329485" y="1316656"/>
                </a:lnTo>
                <a:lnTo>
                  <a:pt x="344997" y="1310494"/>
                </a:lnTo>
                <a:lnTo>
                  <a:pt x="352808" y="1313905"/>
                </a:lnTo>
                <a:lnTo>
                  <a:pt x="357648" y="1323919"/>
                </a:lnTo>
                <a:lnTo>
                  <a:pt x="364029" y="1294978"/>
                </a:lnTo>
                <a:lnTo>
                  <a:pt x="378990" y="1259654"/>
                </a:lnTo>
                <a:lnTo>
                  <a:pt x="381631" y="1239847"/>
                </a:lnTo>
                <a:lnTo>
                  <a:pt x="384711" y="1244578"/>
                </a:lnTo>
                <a:lnTo>
                  <a:pt x="405393" y="1228072"/>
                </a:lnTo>
                <a:lnTo>
                  <a:pt x="418705" y="1210795"/>
                </a:lnTo>
                <a:lnTo>
                  <a:pt x="452148" y="1135196"/>
                </a:lnTo>
                <a:lnTo>
                  <a:pt x="477231" y="1098332"/>
                </a:lnTo>
                <a:lnTo>
                  <a:pt x="480201" y="1079845"/>
                </a:lnTo>
                <a:lnTo>
                  <a:pt x="499013" y="1074013"/>
                </a:lnTo>
                <a:lnTo>
                  <a:pt x="497363" y="1061358"/>
                </a:lnTo>
                <a:lnTo>
                  <a:pt x="502754" y="1057066"/>
                </a:lnTo>
                <a:lnTo>
                  <a:pt x="517165" y="1075773"/>
                </a:lnTo>
                <a:lnTo>
                  <a:pt x="517275" y="1057727"/>
                </a:lnTo>
                <a:lnTo>
                  <a:pt x="526736" y="1055856"/>
                </a:lnTo>
                <a:lnTo>
                  <a:pt x="542358" y="1016131"/>
                </a:lnTo>
                <a:lnTo>
                  <a:pt x="566781" y="973984"/>
                </a:lnTo>
                <a:lnTo>
                  <a:pt x="563810" y="960339"/>
                </a:lnTo>
                <a:lnTo>
                  <a:pt x="575251" y="961990"/>
                </a:lnTo>
                <a:lnTo>
                  <a:pt x="569421" y="952306"/>
                </a:lnTo>
                <a:lnTo>
                  <a:pt x="587903" y="935470"/>
                </a:lnTo>
                <a:lnTo>
                  <a:pt x="595274" y="933489"/>
                </a:lnTo>
                <a:lnTo>
                  <a:pt x="596154" y="942952"/>
                </a:lnTo>
                <a:lnTo>
                  <a:pt x="599124" y="942512"/>
                </a:lnTo>
                <a:lnTo>
                  <a:pt x="602204" y="932939"/>
                </a:lnTo>
                <a:lnTo>
                  <a:pt x="595494" y="921934"/>
                </a:lnTo>
                <a:lnTo>
                  <a:pt x="601984" y="910380"/>
                </a:lnTo>
                <a:lnTo>
                  <a:pt x="614966" y="901356"/>
                </a:lnTo>
                <a:lnTo>
                  <a:pt x="615076" y="882869"/>
                </a:lnTo>
                <a:lnTo>
                  <a:pt x="627507" y="861081"/>
                </a:lnTo>
                <a:lnTo>
                  <a:pt x="623437" y="835331"/>
                </a:lnTo>
                <a:lnTo>
                  <a:pt x="628717" y="808371"/>
                </a:lnTo>
                <a:lnTo>
                  <a:pt x="619916" y="792745"/>
                </a:lnTo>
                <a:lnTo>
                  <a:pt x="626957" y="775908"/>
                </a:lnTo>
                <a:lnTo>
                  <a:pt x="631137" y="778879"/>
                </a:lnTo>
                <a:lnTo>
                  <a:pt x="633118" y="775248"/>
                </a:lnTo>
                <a:lnTo>
                  <a:pt x="627397" y="771176"/>
                </a:lnTo>
                <a:lnTo>
                  <a:pt x="630037" y="762703"/>
                </a:lnTo>
                <a:lnTo>
                  <a:pt x="640048" y="757201"/>
                </a:lnTo>
                <a:lnTo>
                  <a:pt x="630697" y="742896"/>
                </a:lnTo>
                <a:lnTo>
                  <a:pt x="624757" y="717916"/>
                </a:lnTo>
                <a:lnTo>
                  <a:pt x="644779" y="709333"/>
                </a:lnTo>
                <a:lnTo>
                  <a:pt x="653250" y="693487"/>
                </a:lnTo>
                <a:lnTo>
                  <a:pt x="653910" y="680612"/>
                </a:lnTo>
                <a:lnTo>
                  <a:pt x="672942" y="675880"/>
                </a:lnTo>
                <a:lnTo>
                  <a:pt x="685923" y="682592"/>
                </a:lnTo>
                <a:lnTo>
                  <a:pt x="688784" y="673569"/>
                </a:lnTo>
                <a:lnTo>
                  <a:pt x="702865" y="666306"/>
                </a:lnTo>
                <a:lnTo>
                  <a:pt x="705505" y="657503"/>
                </a:lnTo>
                <a:lnTo>
                  <a:pt x="713976" y="650020"/>
                </a:lnTo>
                <a:lnTo>
                  <a:pt x="710786" y="636925"/>
                </a:lnTo>
                <a:lnTo>
                  <a:pt x="713756" y="632633"/>
                </a:lnTo>
                <a:lnTo>
                  <a:pt x="720467" y="628011"/>
                </a:lnTo>
                <a:lnTo>
                  <a:pt x="730698" y="630322"/>
                </a:lnTo>
                <a:lnTo>
                  <a:pt x="737189" y="627021"/>
                </a:lnTo>
                <a:lnTo>
                  <a:pt x="727178" y="617887"/>
                </a:lnTo>
                <a:lnTo>
                  <a:pt x="724207" y="603472"/>
                </a:lnTo>
                <a:lnTo>
                  <a:pt x="731138" y="580583"/>
                </a:lnTo>
                <a:lnTo>
                  <a:pt x="740599" y="583224"/>
                </a:lnTo>
                <a:lnTo>
                  <a:pt x="741369" y="574861"/>
                </a:lnTo>
                <a:lnTo>
                  <a:pt x="732348" y="567048"/>
                </a:lnTo>
                <a:lnTo>
                  <a:pt x="750610" y="557144"/>
                </a:lnTo>
                <a:lnTo>
                  <a:pt x="760511" y="566938"/>
                </a:lnTo>
                <a:lnTo>
                  <a:pt x="755451" y="558795"/>
                </a:lnTo>
                <a:lnTo>
                  <a:pt x="761611" y="550872"/>
                </a:lnTo>
                <a:lnTo>
                  <a:pt x="752920" y="552963"/>
                </a:lnTo>
                <a:lnTo>
                  <a:pt x="745990" y="536566"/>
                </a:lnTo>
                <a:lnTo>
                  <a:pt x="754681" y="501683"/>
                </a:lnTo>
                <a:lnTo>
                  <a:pt x="772613" y="490128"/>
                </a:lnTo>
                <a:lnTo>
                  <a:pt x="783394" y="491669"/>
                </a:lnTo>
                <a:lnTo>
                  <a:pt x="777783" y="489248"/>
                </a:lnTo>
                <a:lnTo>
                  <a:pt x="779543" y="482756"/>
                </a:lnTo>
                <a:lnTo>
                  <a:pt x="796045" y="458326"/>
                </a:lnTo>
                <a:lnTo>
                  <a:pt x="806386" y="464819"/>
                </a:lnTo>
                <a:lnTo>
                  <a:pt x="832789" y="458106"/>
                </a:lnTo>
                <a:lnTo>
                  <a:pt x="853801" y="435767"/>
                </a:lnTo>
                <a:lnTo>
                  <a:pt x="865352" y="443030"/>
                </a:lnTo>
                <a:lnTo>
                  <a:pt x="878114" y="444131"/>
                </a:lnTo>
                <a:lnTo>
                  <a:pt x="881524" y="448973"/>
                </a:lnTo>
                <a:lnTo>
                  <a:pt x="882074" y="431806"/>
                </a:lnTo>
                <a:lnTo>
                  <a:pt x="889115" y="427074"/>
                </a:lnTo>
                <a:lnTo>
                  <a:pt x="902976" y="429825"/>
                </a:lnTo>
                <a:lnTo>
                  <a:pt x="911997" y="415190"/>
                </a:lnTo>
                <a:lnTo>
                  <a:pt x="963373" y="409577"/>
                </a:lnTo>
                <a:lnTo>
                  <a:pt x="974484" y="400664"/>
                </a:lnTo>
                <a:lnTo>
                  <a:pt x="994506" y="393511"/>
                </a:lnTo>
                <a:lnTo>
                  <a:pt x="994396" y="388889"/>
                </a:lnTo>
                <a:lnTo>
                  <a:pt x="1038511" y="343442"/>
                </a:lnTo>
                <a:lnTo>
                  <a:pt x="1065464" y="328036"/>
                </a:lnTo>
                <a:lnTo>
                  <a:pt x="1108808" y="285560"/>
                </a:lnTo>
                <a:lnTo>
                  <a:pt x="1110129" y="274115"/>
                </a:lnTo>
                <a:lnTo>
                  <a:pt x="1118269" y="279397"/>
                </a:lnTo>
                <a:lnTo>
                  <a:pt x="1146102" y="252987"/>
                </a:lnTo>
                <a:lnTo>
                  <a:pt x="1175696" y="236371"/>
                </a:lnTo>
                <a:lnTo>
                  <a:pt x="1222671" y="222616"/>
                </a:lnTo>
                <a:lnTo>
                  <a:pt x="1229711" y="225036"/>
                </a:lnTo>
                <a:lnTo>
                  <a:pt x="1232902" y="221185"/>
                </a:lnTo>
                <a:lnTo>
                  <a:pt x="1273606" y="214142"/>
                </a:lnTo>
                <a:lnTo>
                  <a:pt x="1338623" y="215573"/>
                </a:lnTo>
                <a:lnTo>
                  <a:pt x="1357215" y="220305"/>
                </a:lnTo>
                <a:lnTo>
                  <a:pt x="1382958" y="240773"/>
                </a:lnTo>
                <a:lnTo>
                  <a:pt x="1384718" y="248916"/>
                </a:lnTo>
                <a:lnTo>
                  <a:pt x="1379547" y="239782"/>
                </a:lnTo>
                <a:lnTo>
                  <a:pt x="1379657" y="246825"/>
                </a:lnTo>
                <a:lnTo>
                  <a:pt x="1374157" y="251887"/>
                </a:lnTo>
                <a:lnTo>
                  <a:pt x="1381528" y="250016"/>
                </a:lnTo>
                <a:lnTo>
                  <a:pt x="1396379" y="260470"/>
                </a:lnTo>
                <a:lnTo>
                  <a:pt x="1381197" y="271144"/>
                </a:lnTo>
                <a:lnTo>
                  <a:pt x="1389888" y="263881"/>
                </a:lnTo>
                <a:lnTo>
                  <a:pt x="1397809" y="263441"/>
                </a:lnTo>
                <a:lnTo>
                  <a:pt x="1390218" y="270154"/>
                </a:lnTo>
                <a:lnTo>
                  <a:pt x="1393299" y="268283"/>
                </a:lnTo>
                <a:lnTo>
                  <a:pt x="1396709" y="272575"/>
                </a:lnTo>
                <a:lnTo>
                  <a:pt x="1396819" y="265862"/>
                </a:lnTo>
                <a:lnTo>
                  <a:pt x="1405840" y="270154"/>
                </a:lnTo>
                <a:lnTo>
                  <a:pt x="1408920" y="281378"/>
                </a:lnTo>
                <a:lnTo>
                  <a:pt x="1417941" y="280388"/>
                </a:lnTo>
                <a:lnTo>
                  <a:pt x="1454355" y="308338"/>
                </a:lnTo>
                <a:lnTo>
                  <a:pt x="1455895" y="315601"/>
                </a:lnTo>
                <a:lnTo>
                  <a:pt x="1439504" y="333978"/>
                </a:lnTo>
                <a:lnTo>
                  <a:pt x="1442254" y="352575"/>
                </a:lnTo>
                <a:lnTo>
                  <a:pt x="1446324" y="352686"/>
                </a:lnTo>
                <a:lnTo>
                  <a:pt x="1447645" y="341021"/>
                </a:lnTo>
                <a:lnTo>
                  <a:pt x="1457656" y="326936"/>
                </a:lnTo>
                <a:lnTo>
                  <a:pt x="1463266" y="350705"/>
                </a:lnTo>
                <a:lnTo>
                  <a:pt x="1502320" y="350595"/>
                </a:lnTo>
                <a:lnTo>
                  <a:pt x="1507051" y="346523"/>
                </a:lnTo>
                <a:lnTo>
                  <a:pt x="1510131" y="352796"/>
                </a:lnTo>
                <a:lnTo>
                  <a:pt x="1509911" y="278517"/>
                </a:lnTo>
                <a:lnTo>
                  <a:pt x="1519482" y="269384"/>
                </a:lnTo>
                <a:lnTo>
                  <a:pt x="1674709" y="301186"/>
                </a:lnTo>
                <a:lnTo>
                  <a:pt x="1718053" y="290732"/>
                </a:lnTo>
                <a:lnTo>
                  <a:pt x="1744456" y="301956"/>
                </a:lnTo>
                <a:lnTo>
                  <a:pt x="1775150" y="292602"/>
                </a:lnTo>
                <a:lnTo>
                  <a:pt x="1772729" y="283579"/>
                </a:lnTo>
                <a:lnTo>
                  <a:pt x="1778560" y="268063"/>
                </a:lnTo>
                <a:lnTo>
                  <a:pt x="1796162" y="253317"/>
                </a:lnTo>
                <a:lnTo>
                  <a:pt x="1805293" y="236921"/>
                </a:lnTo>
                <a:lnTo>
                  <a:pt x="1797042" y="201157"/>
                </a:lnTo>
                <a:lnTo>
                  <a:pt x="1801002" y="198956"/>
                </a:lnTo>
                <a:lnTo>
                  <a:pt x="1816954" y="245174"/>
                </a:lnTo>
                <a:lnTo>
                  <a:pt x="1838626" y="229108"/>
                </a:lnTo>
                <a:lnTo>
                  <a:pt x="1877130" y="214693"/>
                </a:lnTo>
                <a:lnTo>
                  <a:pt x="1947208" y="168695"/>
                </a:lnTo>
                <a:lnTo>
                  <a:pt x="1955679" y="167154"/>
                </a:lnTo>
                <a:lnTo>
                  <a:pt x="1979991" y="141845"/>
                </a:lnTo>
                <a:lnTo>
                  <a:pt x="2021246" y="112353"/>
                </a:lnTo>
                <a:lnTo>
                  <a:pt x="2038188" y="105200"/>
                </a:lnTo>
                <a:lnTo>
                  <a:pt x="2123007" y="43247"/>
                </a:lnTo>
                <a:lnTo>
                  <a:pt x="2136208" y="43687"/>
                </a:lnTo>
                <a:lnTo>
                  <a:pt x="2154910" y="25200"/>
                </a:lnTo>
                <a:lnTo>
                  <a:pt x="2170972" y="19147"/>
                </a:lnTo>
                <a:lnTo>
                  <a:pt x="2232578" y="2201"/>
                </a:lnTo>
                <a:lnTo>
                  <a:pt x="2244240" y="10894"/>
                </a:lnTo>
                <a:lnTo>
                  <a:pt x="2268992" y="4512"/>
                </a:lnTo>
                <a:lnTo>
                  <a:pt x="2328069" y="0"/>
                </a:lnTo>
                <a:lnTo>
                  <a:pt x="2373283" y="16836"/>
                </a:lnTo>
                <a:lnTo>
                  <a:pt x="2381424" y="23439"/>
                </a:lnTo>
                <a:lnTo>
                  <a:pt x="2360522" y="38075"/>
                </a:lnTo>
                <a:lnTo>
                  <a:pt x="2342040" y="63935"/>
                </a:lnTo>
                <a:lnTo>
                  <a:pt x="2350951" y="69437"/>
                </a:lnTo>
                <a:lnTo>
                  <a:pt x="2363382" y="50840"/>
                </a:lnTo>
                <a:lnTo>
                  <a:pt x="2388905" y="39725"/>
                </a:lnTo>
                <a:lnTo>
                  <a:pt x="2385275" y="52930"/>
                </a:lnTo>
                <a:lnTo>
                  <a:pt x="2394846" y="54911"/>
                </a:lnTo>
                <a:lnTo>
                  <a:pt x="2376034" y="88584"/>
                </a:lnTo>
                <a:lnTo>
                  <a:pt x="2381644" y="91555"/>
                </a:lnTo>
                <a:lnTo>
                  <a:pt x="2404747" y="55461"/>
                </a:lnTo>
                <a:lnTo>
                  <a:pt x="2394296" y="74279"/>
                </a:lnTo>
                <a:lnTo>
                  <a:pt x="2398476" y="77140"/>
                </a:lnTo>
                <a:lnTo>
                  <a:pt x="2382634" y="105090"/>
                </a:lnTo>
                <a:lnTo>
                  <a:pt x="2386595" y="107291"/>
                </a:lnTo>
                <a:lnTo>
                  <a:pt x="2401996" y="79230"/>
                </a:lnTo>
                <a:lnTo>
                  <a:pt x="2407607" y="81982"/>
                </a:lnTo>
                <a:lnTo>
                  <a:pt x="2440501" y="23989"/>
                </a:lnTo>
                <a:lnTo>
                  <a:pt x="2514869" y="66686"/>
                </a:lnTo>
                <a:lnTo>
                  <a:pt x="2489016" y="112903"/>
                </a:lnTo>
                <a:lnTo>
                  <a:pt x="2499467" y="118956"/>
                </a:lnTo>
                <a:lnTo>
                  <a:pt x="2525540" y="72958"/>
                </a:lnTo>
                <a:lnTo>
                  <a:pt x="2537421" y="72628"/>
                </a:lnTo>
                <a:lnTo>
                  <a:pt x="2547982" y="65585"/>
                </a:lnTo>
                <a:lnTo>
                  <a:pt x="2687917" y="123688"/>
                </a:lnTo>
                <a:lnTo>
                  <a:pt x="2733352" y="146356"/>
                </a:lnTo>
                <a:lnTo>
                  <a:pt x="2777687" y="175077"/>
                </a:lnTo>
                <a:lnTo>
                  <a:pt x="2776146" y="186522"/>
                </a:lnTo>
                <a:lnTo>
                  <a:pt x="2743033" y="201157"/>
                </a:lnTo>
                <a:lnTo>
                  <a:pt x="2771966" y="271584"/>
                </a:lnTo>
                <a:lnTo>
                  <a:pt x="2783847" y="312190"/>
                </a:lnTo>
                <a:lnTo>
                  <a:pt x="2834673" y="377775"/>
                </a:lnTo>
                <a:lnTo>
                  <a:pt x="2828292" y="382947"/>
                </a:lnTo>
                <a:lnTo>
                  <a:pt x="2837313" y="403415"/>
                </a:lnTo>
                <a:lnTo>
                  <a:pt x="2851945" y="397913"/>
                </a:lnTo>
                <a:lnTo>
                  <a:pt x="2856565" y="407707"/>
                </a:lnTo>
                <a:lnTo>
                  <a:pt x="2846114" y="429275"/>
                </a:lnTo>
                <a:lnTo>
                  <a:pt x="2790118" y="475603"/>
                </a:lnTo>
                <a:lnTo>
                  <a:pt x="2777247" y="479564"/>
                </a:lnTo>
                <a:lnTo>
                  <a:pt x="2773176" y="486827"/>
                </a:lnTo>
                <a:lnTo>
                  <a:pt x="2839293" y="516649"/>
                </a:lnTo>
                <a:lnTo>
                  <a:pt x="2854475" y="508726"/>
                </a:lnTo>
                <a:lnTo>
                  <a:pt x="2873727" y="505974"/>
                </a:lnTo>
                <a:lnTo>
                  <a:pt x="2898810" y="483966"/>
                </a:lnTo>
                <a:lnTo>
                  <a:pt x="2899250" y="472081"/>
                </a:lnTo>
                <a:lnTo>
                  <a:pt x="2906620" y="462618"/>
                </a:lnTo>
                <a:lnTo>
                  <a:pt x="2947765" y="435767"/>
                </a:lnTo>
                <a:lnTo>
                  <a:pt x="2973948" y="427294"/>
                </a:lnTo>
                <a:lnTo>
                  <a:pt x="3001781" y="429275"/>
                </a:lnTo>
                <a:lnTo>
                  <a:pt x="3019822" y="437088"/>
                </a:lnTo>
                <a:lnTo>
                  <a:pt x="3106952" y="495190"/>
                </a:lnTo>
                <a:lnTo>
                  <a:pt x="3089680" y="519180"/>
                </a:lnTo>
                <a:lnTo>
                  <a:pt x="3097601" y="523801"/>
                </a:lnTo>
                <a:lnTo>
                  <a:pt x="3113112" y="498822"/>
                </a:lnTo>
                <a:lnTo>
                  <a:pt x="3203212" y="551862"/>
                </a:lnTo>
                <a:lnTo>
                  <a:pt x="3210693" y="561656"/>
                </a:lnTo>
                <a:lnTo>
                  <a:pt x="3213773" y="576402"/>
                </a:lnTo>
                <a:lnTo>
                  <a:pt x="3198922" y="610405"/>
                </a:lnTo>
                <a:lnTo>
                  <a:pt x="3217074" y="616677"/>
                </a:lnTo>
                <a:lnTo>
                  <a:pt x="3235005" y="586415"/>
                </a:lnTo>
                <a:lnTo>
                  <a:pt x="3280000" y="557034"/>
                </a:lnTo>
                <a:lnTo>
                  <a:pt x="3296722" y="554613"/>
                </a:lnTo>
                <a:lnTo>
                  <a:pt x="3314214" y="558465"/>
                </a:lnTo>
                <a:lnTo>
                  <a:pt x="3324885" y="547350"/>
                </a:lnTo>
                <a:lnTo>
                  <a:pt x="3355248" y="542068"/>
                </a:lnTo>
                <a:lnTo>
                  <a:pt x="3376041" y="546470"/>
                </a:lnTo>
                <a:lnTo>
                  <a:pt x="3390782" y="575081"/>
                </a:lnTo>
                <a:lnTo>
                  <a:pt x="3392872" y="599951"/>
                </a:lnTo>
                <a:lnTo>
                  <a:pt x="3402993" y="598520"/>
                </a:lnTo>
                <a:lnTo>
                  <a:pt x="3408714" y="588506"/>
                </a:lnTo>
                <a:lnTo>
                  <a:pt x="3416965" y="589166"/>
                </a:lnTo>
                <a:lnTo>
                  <a:pt x="3443148" y="613486"/>
                </a:lnTo>
                <a:lnTo>
                  <a:pt x="3442378" y="623169"/>
                </a:lnTo>
                <a:lnTo>
                  <a:pt x="3447878" y="628782"/>
                </a:lnTo>
                <a:lnTo>
                  <a:pt x="3472411" y="638906"/>
                </a:lnTo>
                <a:lnTo>
                  <a:pt x="3496173" y="655522"/>
                </a:lnTo>
                <a:lnTo>
                  <a:pt x="3577252" y="736183"/>
                </a:lnTo>
                <a:lnTo>
                  <a:pt x="3578792" y="752799"/>
                </a:lnTo>
                <a:lnTo>
                  <a:pt x="3565591" y="761163"/>
                </a:lnTo>
                <a:lnTo>
                  <a:pt x="3569001" y="764574"/>
                </a:lnTo>
                <a:lnTo>
                  <a:pt x="3569221" y="782071"/>
                </a:lnTo>
                <a:lnTo>
                  <a:pt x="3616526" y="765894"/>
                </a:lnTo>
                <a:lnTo>
                  <a:pt x="3660971" y="807160"/>
                </a:lnTo>
                <a:lnTo>
                  <a:pt x="3662181" y="816294"/>
                </a:lnTo>
                <a:lnTo>
                  <a:pt x="3637868" y="841273"/>
                </a:lnTo>
                <a:lnTo>
                  <a:pt x="3635338" y="851397"/>
                </a:lnTo>
                <a:lnTo>
                  <a:pt x="3638529" y="855799"/>
                </a:lnTo>
                <a:lnTo>
                  <a:pt x="3650960" y="853048"/>
                </a:lnTo>
                <a:lnTo>
                  <a:pt x="3680553" y="829279"/>
                </a:lnTo>
                <a:lnTo>
                  <a:pt x="3709706" y="854698"/>
                </a:lnTo>
                <a:lnTo>
                  <a:pt x="3713227" y="864052"/>
                </a:lnTo>
                <a:lnTo>
                  <a:pt x="3706846" y="901026"/>
                </a:lnTo>
                <a:lnTo>
                  <a:pt x="3709266" y="914341"/>
                </a:lnTo>
                <a:lnTo>
                  <a:pt x="3719057" y="925126"/>
                </a:lnTo>
                <a:lnTo>
                  <a:pt x="3779344" y="965951"/>
                </a:lnTo>
                <a:lnTo>
                  <a:pt x="3834129" y="979266"/>
                </a:lnTo>
                <a:lnTo>
                  <a:pt x="3876924" y="984108"/>
                </a:lnTo>
                <a:lnTo>
                  <a:pt x="3950082" y="975855"/>
                </a:lnTo>
                <a:lnTo>
                  <a:pt x="3966144" y="992141"/>
                </a:lnTo>
                <a:lnTo>
                  <a:pt x="3980335" y="986859"/>
                </a:lnTo>
                <a:lnTo>
                  <a:pt x="3983635" y="976845"/>
                </a:lnTo>
                <a:lnTo>
                  <a:pt x="3978795" y="963420"/>
                </a:lnTo>
                <a:lnTo>
                  <a:pt x="3999477" y="950545"/>
                </a:lnTo>
                <a:lnTo>
                  <a:pt x="4015429" y="931178"/>
                </a:lnTo>
                <a:lnTo>
                  <a:pt x="4038201" y="918413"/>
                </a:lnTo>
                <a:lnTo>
                  <a:pt x="4050413" y="883199"/>
                </a:lnTo>
                <a:lnTo>
                  <a:pt x="4059103" y="881439"/>
                </a:lnTo>
                <a:lnTo>
                  <a:pt x="4065814" y="869774"/>
                </a:lnTo>
                <a:lnTo>
                  <a:pt x="4080336" y="862071"/>
                </a:lnTo>
                <a:lnTo>
                  <a:pt x="4124120" y="858990"/>
                </a:lnTo>
                <a:lnTo>
                  <a:pt x="4133141" y="852388"/>
                </a:lnTo>
                <a:lnTo>
                  <a:pt x="4129291" y="850627"/>
                </a:lnTo>
                <a:lnTo>
                  <a:pt x="4147333" y="847216"/>
                </a:lnTo>
                <a:lnTo>
                  <a:pt x="4143702" y="849637"/>
                </a:lnTo>
                <a:lnTo>
                  <a:pt x="4152503" y="853268"/>
                </a:lnTo>
                <a:lnTo>
                  <a:pt x="4163395" y="854038"/>
                </a:lnTo>
                <a:lnTo>
                  <a:pt x="4164165" y="850187"/>
                </a:lnTo>
                <a:lnTo>
                  <a:pt x="4206079" y="854368"/>
                </a:lnTo>
                <a:lnTo>
                  <a:pt x="4261965" y="871425"/>
                </a:lnTo>
                <a:lnTo>
                  <a:pt x="4283527" y="873406"/>
                </a:lnTo>
                <a:lnTo>
                  <a:pt x="4328192" y="900586"/>
                </a:lnTo>
                <a:lnTo>
                  <a:pt x="4405530" y="1059267"/>
                </a:lnTo>
                <a:lnTo>
                  <a:pt x="4421482" y="1070601"/>
                </a:lnTo>
                <a:lnTo>
                  <a:pt x="4435234" y="1068841"/>
                </a:lnTo>
                <a:lnTo>
                  <a:pt x="4433473" y="1080395"/>
                </a:lnTo>
                <a:lnTo>
                  <a:pt x="4412791" y="1081276"/>
                </a:lnTo>
                <a:lnTo>
                  <a:pt x="4400140" y="1114068"/>
                </a:lnTo>
                <a:lnTo>
                  <a:pt x="4406851" y="1117700"/>
                </a:lnTo>
                <a:lnTo>
                  <a:pt x="4409601" y="1111207"/>
                </a:lnTo>
                <a:lnTo>
                  <a:pt x="4448985" y="1123752"/>
                </a:lnTo>
                <a:lnTo>
                  <a:pt x="4487489" y="1107796"/>
                </a:lnTo>
                <a:lnTo>
                  <a:pt x="4645796" y="1178223"/>
                </a:lnTo>
                <a:lnTo>
                  <a:pt x="4721814" y="1223780"/>
                </a:lnTo>
                <a:lnTo>
                  <a:pt x="4792662" y="1275830"/>
                </a:lnTo>
                <a:lnTo>
                  <a:pt x="4809054" y="1297949"/>
                </a:lnTo>
                <a:lnTo>
                  <a:pt x="4817304" y="1327220"/>
                </a:lnTo>
                <a:lnTo>
                  <a:pt x="4813014" y="1342736"/>
                </a:lnTo>
                <a:lnTo>
                  <a:pt x="4799593" y="1341966"/>
                </a:lnTo>
                <a:lnTo>
                  <a:pt x="4797832" y="1333713"/>
                </a:lnTo>
                <a:lnTo>
                  <a:pt x="4807403" y="1316766"/>
                </a:lnTo>
                <a:lnTo>
                  <a:pt x="4802563" y="1296738"/>
                </a:lnTo>
                <a:lnTo>
                  <a:pt x="4791012" y="1281442"/>
                </a:lnTo>
                <a:lnTo>
                  <a:pt x="4754268" y="1252721"/>
                </a:lnTo>
                <a:lnTo>
                  <a:pt x="4741286" y="1251401"/>
                </a:lnTo>
                <a:lnTo>
                  <a:pt x="4719834" y="1237095"/>
                </a:lnTo>
                <a:lnTo>
                  <a:pt x="4705642" y="1232804"/>
                </a:lnTo>
                <a:lnTo>
                  <a:pt x="4688371" y="1236655"/>
                </a:lnTo>
                <a:lnTo>
                  <a:pt x="4681880" y="1245569"/>
                </a:lnTo>
                <a:lnTo>
                  <a:pt x="4692881" y="1253272"/>
                </a:lnTo>
                <a:lnTo>
                  <a:pt x="4696071" y="1264386"/>
                </a:lnTo>
                <a:lnTo>
                  <a:pt x="4570548" y="1560510"/>
                </a:lnTo>
                <a:lnTo>
                  <a:pt x="4565378" y="1578777"/>
                </a:lnTo>
                <a:lnTo>
                  <a:pt x="4566148" y="1596824"/>
                </a:lnTo>
                <a:lnTo>
                  <a:pt x="4573078" y="1611569"/>
                </a:lnTo>
                <a:lnTo>
                  <a:pt x="4695851" y="1608488"/>
                </a:lnTo>
                <a:lnTo>
                  <a:pt x="4697942" y="1681226"/>
                </a:lnTo>
                <a:lnTo>
                  <a:pt x="4706853" y="1687388"/>
                </a:lnTo>
                <a:lnTo>
                  <a:pt x="4697392" y="1701144"/>
                </a:lnTo>
                <a:lnTo>
                  <a:pt x="4657457" y="1702244"/>
                </a:lnTo>
                <a:lnTo>
                  <a:pt x="4656247" y="1654926"/>
                </a:lnTo>
                <a:lnTo>
                  <a:pt x="4587050" y="1656797"/>
                </a:lnTo>
                <a:lnTo>
                  <a:pt x="4588370" y="1704005"/>
                </a:lnTo>
                <a:lnTo>
                  <a:pt x="4455916" y="1711708"/>
                </a:lnTo>
                <a:lnTo>
                  <a:pt x="4394199" y="1753194"/>
                </a:lnTo>
                <a:lnTo>
                  <a:pt x="4361636" y="1764638"/>
                </a:lnTo>
                <a:lnTo>
                  <a:pt x="4329292" y="1760347"/>
                </a:lnTo>
                <a:lnTo>
                  <a:pt x="4241723" y="1722712"/>
                </a:lnTo>
                <a:lnTo>
                  <a:pt x="4160754" y="1746921"/>
                </a:lnTo>
                <a:lnTo>
                  <a:pt x="4171645" y="1740319"/>
                </a:lnTo>
                <a:lnTo>
                  <a:pt x="4175056" y="1731736"/>
                </a:lnTo>
                <a:lnTo>
                  <a:pt x="4163835" y="1695862"/>
                </a:lnTo>
                <a:lnTo>
                  <a:pt x="4148763" y="1699713"/>
                </a:lnTo>
                <a:lnTo>
                  <a:pt x="4110039" y="1696632"/>
                </a:lnTo>
                <a:lnTo>
                  <a:pt x="4081436" y="1709397"/>
                </a:lnTo>
                <a:lnTo>
                  <a:pt x="4080776" y="1700484"/>
                </a:lnTo>
                <a:lnTo>
                  <a:pt x="4034791" y="1702354"/>
                </a:lnTo>
                <a:lnTo>
                  <a:pt x="4020049" y="1708297"/>
                </a:lnTo>
                <a:lnTo>
                  <a:pt x="4013119" y="1704335"/>
                </a:lnTo>
                <a:lnTo>
                  <a:pt x="3994747" y="1713138"/>
                </a:lnTo>
                <a:lnTo>
                  <a:pt x="3988366" y="1710717"/>
                </a:lnTo>
                <a:lnTo>
                  <a:pt x="3949202" y="1723923"/>
                </a:lnTo>
                <a:lnTo>
                  <a:pt x="3927859" y="1718530"/>
                </a:lnTo>
                <a:lnTo>
                  <a:pt x="3910588" y="1730085"/>
                </a:lnTo>
                <a:lnTo>
                  <a:pt x="3909047" y="1726564"/>
                </a:lnTo>
                <a:lnTo>
                  <a:pt x="3902447" y="1728544"/>
                </a:lnTo>
                <a:lnTo>
                  <a:pt x="3879894" y="1743840"/>
                </a:lnTo>
                <a:lnTo>
                  <a:pt x="3873514" y="1741529"/>
                </a:lnTo>
                <a:lnTo>
                  <a:pt x="3850961" y="1755945"/>
                </a:lnTo>
                <a:lnTo>
                  <a:pt x="3849861" y="1751873"/>
                </a:lnTo>
                <a:lnTo>
                  <a:pt x="3843150" y="1751323"/>
                </a:lnTo>
                <a:lnTo>
                  <a:pt x="3824888" y="1759576"/>
                </a:lnTo>
                <a:lnTo>
                  <a:pt x="3821698" y="1757045"/>
                </a:lnTo>
                <a:lnTo>
                  <a:pt x="3801016" y="1763538"/>
                </a:lnTo>
                <a:lnTo>
                  <a:pt x="3794195" y="1760236"/>
                </a:lnTo>
                <a:lnTo>
                  <a:pt x="3771973" y="1765078"/>
                </a:lnTo>
                <a:lnTo>
                  <a:pt x="3722578" y="1777953"/>
                </a:lnTo>
                <a:lnTo>
                  <a:pt x="3711466" y="1785546"/>
                </a:lnTo>
                <a:lnTo>
                  <a:pt x="3706186" y="1783345"/>
                </a:lnTo>
                <a:lnTo>
                  <a:pt x="3692434" y="1789508"/>
                </a:lnTo>
                <a:lnTo>
                  <a:pt x="3691114" y="1786206"/>
                </a:lnTo>
                <a:lnTo>
                  <a:pt x="3691664" y="1789948"/>
                </a:lnTo>
                <a:lnTo>
                  <a:pt x="3675602" y="1798861"/>
                </a:lnTo>
                <a:lnTo>
                  <a:pt x="3642269" y="1810856"/>
                </a:lnTo>
                <a:lnTo>
                  <a:pt x="3637648" y="1808435"/>
                </a:lnTo>
                <a:lnTo>
                  <a:pt x="3606845" y="1825492"/>
                </a:lnTo>
                <a:lnTo>
                  <a:pt x="3606625" y="1822190"/>
                </a:lnTo>
                <a:lnTo>
                  <a:pt x="3591774" y="1817569"/>
                </a:lnTo>
                <a:lnTo>
                  <a:pt x="3546559" y="1839027"/>
                </a:lnTo>
                <a:lnTo>
                  <a:pt x="3530937" y="1838917"/>
                </a:lnTo>
                <a:lnTo>
                  <a:pt x="3523786" y="1844309"/>
                </a:lnTo>
                <a:lnTo>
                  <a:pt x="3521696" y="1839907"/>
                </a:lnTo>
                <a:lnTo>
                  <a:pt x="3514875" y="1839687"/>
                </a:lnTo>
                <a:lnTo>
                  <a:pt x="3500244" y="1848270"/>
                </a:lnTo>
                <a:lnTo>
                  <a:pt x="3493643" y="1843979"/>
                </a:lnTo>
                <a:lnTo>
                  <a:pt x="3455139" y="1859165"/>
                </a:lnTo>
                <a:lnTo>
                  <a:pt x="3430056" y="1859385"/>
                </a:lnTo>
                <a:lnTo>
                  <a:pt x="3368450" y="1888326"/>
                </a:lnTo>
                <a:lnTo>
                  <a:pt x="3297492" y="1904282"/>
                </a:lnTo>
                <a:lnTo>
                  <a:pt x="3224334" y="1929372"/>
                </a:lnTo>
                <a:lnTo>
                  <a:pt x="3190231" y="1944447"/>
                </a:lnTo>
                <a:lnTo>
                  <a:pt x="3180990" y="1953801"/>
                </a:lnTo>
                <a:lnTo>
                  <a:pt x="3173069" y="1949179"/>
                </a:lnTo>
                <a:lnTo>
                  <a:pt x="3164268" y="1950280"/>
                </a:lnTo>
                <a:lnTo>
                  <a:pt x="3128624" y="1984943"/>
                </a:lnTo>
                <a:lnTo>
                  <a:pt x="3113222" y="1980321"/>
                </a:lnTo>
                <a:lnTo>
                  <a:pt x="3077029" y="2013884"/>
                </a:lnTo>
                <a:lnTo>
                  <a:pt x="3069218" y="2010143"/>
                </a:lnTo>
                <a:lnTo>
                  <a:pt x="3060087" y="2012894"/>
                </a:lnTo>
                <a:lnTo>
                  <a:pt x="3020593" y="2056580"/>
                </a:lnTo>
                <a:lnTo>
                  <a:pt x="2972957" y="2090583"/>
                </a:lnTo>
                <a:lnTo>
                  <a:pt x="2989129" y="2088052"/>
                </a:lnTo>
                <a:lnTo>
                  <a:pt x="2990009" y="2092894"/>
                </a:lnTo>
                <a:lnTo>
                  <a:pt x="2974938" y="2093114"/>
                </a:lnTo>
                <a:lnTo>
                  <a:pt x="2948865" y="2075178"/>
                </a:lnTo>
                <a:lnTo>
                  <a:pt x="2923452" y="2093885"/>
                </a:lnTo>
                <a:lnTo>
                  <a:pt x="2924772" y="2099277"/>
                </a:lnTo>
                <a:lnTo>
                  <a:pt x="2927853" y="2097296"/>
                </a:lnTo>
                <a:lnTo>
                  <a:pt x="2924882" y="2099497"/>
                </a:lnTo>
                <a:lnTo>
                  <a:pt x="2930823" y="2115783"/>
                </a:lnTo>
                <a:lnTo>
                  <a:pt x="2925102" y="2134820"/>
                </a:lnTo>
                <a:lnTo>
                  <a:pt x="2797269" y="2233638"/>
                </a:lnTo>
                <a:lnTo>
                  <a:pt x="2816631" y="2260599"/>
                </a:lnTo>
                <a:lnTo>
                  <a:pt x="2806950" y="2267642"/>
                </a:lnTo>
                <a:lnTo>
                  <a:pt x="2787698" y="2240681"/>
                </a:lnTo>
                <a:lnTo>
                  <a:pt x="2766685" y="2255097"/>
                </a:lnTo>
                <a:lnTo>
                  <a:pt x="2752054" y="2257298"/>
                </a:lnTo>
                <a:lnTo>
                  <a:pt x="2739072" y="2252126"/>
                </a:lnTo>
                <a:lnTo>
                  <a:pt x="2716300" y="2230117"/>
                </a:lnTo>
                <a:lnTo>
                  <a:pt x="2704859" y="2230117"/>
                </a:lnTo>
                <a:lnTo>
                  <a:pt x="2707389" y="2280076"/>
                </a:lnTo>
                <a:lnTo>
                  <a:pt x="2694958" y="2285909"/>
                </a:lnTo>
                <a:lnTo>
                  <a:pt x="2710359" y="2303295"/>
                </a:lnTo>
                <a:lnTo>
                  <a:pt x="2701448" y="2311328"/>
                </a:lnTo>
                <a:lnTo>
                  <a:pt x="2640282" y="2244092"/>
                </a:lnTo>
                <a:lnTo>
                  <a:pt x="2624660" y="2258398"/>
                </a:lnTo>
                <a:lnTo>
                  <a:pt x="2651613" y="2292621"/>
                </a:lnTo>
                <a:lnTo>
                  <a:pt x="2642922" y="2302415"/>
                </a:lnTo>
                <a:lnTo>
                  <a:pt x="2571525" y="2235509"/>
                </a:lnTo>
                <a:lnTo>
                  <a:pt x="2490446" y="2237820"/>
                </a:lnTo>
                <a:lnTo>
                  <a:pt x="2402877" y="2285468"/>
                </a:lnTo>
                <a:lnTo>
                  <a:pt x="2406067" y="2317271"/>
                </a:lnTo>
                <a:lnTo>
                  <a:pt x="2472184" y="2279416"/>
                </a:lnTo>
                <a:lnTo>
                  <a:pt x="2534561" y="2276995"/>
                </a:lnTo>
                <a:lnTo>
                  <a:pt x="2604858" y="2342910"/>
                </a:lnTo>
                <a:lnTo>
                  <a:pt x="2537531" y="2376473"/>
                </a:lnTo>
                <a:lnTo>
                  <a:pt x="2481425" y="2358757"/>
                </a:lnTo>
                <a:lnTo>
                  <a:pt x="2488466" y="2350613"/>
                </a:lnTo>
                <a:lnTo>
                  <a:pt x="2482305" y="2348743"/>
                </a:lnTo>
                <a:lnTo>
                  <a:pt x="2481315" y="2351824"/>
                </a:lnTo>
                <a:lnTo>
                  <a:pt x="2481095" y="2348303"/>
                </a:lnTo>
                <a:lnTo>
                  <a:pt x="2479995" y="2351384"/>
                </a:lnTo>
                <a:lnTo>
                  <a:pt x="2479225" y="2347532"/>
                </a:lnTo>
                <a:lnTo>
                  <a:pt x="2473064" y="2355125"/>
                </a:lnTo>
                <a:lnTo>
                  <a:pt x="2453262" y="2350944"/>
                </a:lnTo>
                <a:lnTo>
                  <a:pt x="2450402" y="2356005"/>
                </a:lnTo>
                <a:lnTo>
                  <a:pt x="2443691" y="2353254"/>
                </a:lnTo>
                <a:lnTo>
                  <a:pt x="2451612" y="2354465"/>
                </a:lnTo>
                <a:lnTo>
                  <a:pt x="2453042" y="2350723"/>
                </a:lnTo>
                <a:lnTo>
                  <a:pt x="2425539" y="2342030"/>
                </a:lnTo>
                <a:lnTo>
                  <a:pt x="2401776" y="2317601"/>
                </a:lnTo>
                <a:lnTo>
                  <a:pt x="2401666" y="2359527"/>
                </a:lnTo>
                <a:lnTo>
                  <a:pt x="2414978" y="2371411"/>
                </a:lnTo>
                <a:lnTo>
                  <a:pt x="2437200" y="2378454"/>
                </a:lnTo>
                <a:lnTo>
                  <a:pt x="2497927" y="2379114"/>
                </a:lnTo>
                <a:lnTo>
                  <a:pt x="2522129" y="2393530"/>
                </a:lnTo>
                <a:lnTo>
                  <a:pt x="2546222" y="2394300"/>
                </a:lnTo>
                <a:lnTo>
                  <a:pt x="2559423" y="2384506"/>
                </a:lnTo>
                <a:lnTo>
                  <a:pt x="2581756" y="2390669"/>
                </a:lnTo>
                <a:lnTo>
                  <a:pt x="2595067" y="2388908"/>
                </a:lnTo>
                <a:lnTo>
                  <a:pt x="2597707" y="2403324"/>
                </a:lnTo>
                <a:lnTo>
                  <a:pt x="2602548" y="2405194"/>
                </a:lnTo>
                <a:lnTo>
                  <a:pt x="2644572" y="2393750"/>
                </a:lnTo>
                <a:lnTo>
                  <a:pt x="2670205" y="2406185"/>
                </a:lnTo>
                <a:lnTo>
                  <a:pt x="2666245" y="2420710"/>
                </a:lnTo>
                <a:lnTo>
                  <a:pt x="2623780" y="2483985"/>
                </a:lnTo>
                <a:lnTo>
                  <a:pt x="2574605" y="2534714"/>
                </a:lnTo>
                <a:lnTo>
                  <a:pt x="2548092" y="2552981"/>
                </a:lnTo>
                <a:lnTo>
                  <a:pt x="2538081" y="2554962"/>
                </a:lnTo>
                <a:lnTo>
                  <a:pt x="2545672" y="2548359"/>
                </a:lnTo>
                <a:lnTo>
                  <a:pt x="2541491" y="2545828"/>
                </a:lnTo>
                <a:lnTo>
                  <a:pt x="2521359" y="2550670"/>
                </a:lnTo>
                <a:lnTo>
                  <a:pt x="2501777" y="2563545"/>
                </a:lnTo>
                <a:lnTo>
                  <a:pt x="2484835" y="2556392"/>
                </a:lnTo>
                <a:lnTo>
                  <a:pt x="2470754" y="2542747"/>
                </a:lnTo>
                <a:lnTo>
                  <a:pt x="2465363" y="2543628"/>
                </a:lnTo>
                <a:lnTo>
                  <a:pt x="2465253" y="2538456"/>
                </a:lnTo>
                <a:lnTo>
                  <a:pt x="2471524" y="2539776"/>
                </a:lnTo>
                <a:lnTo>
                  <a:pt x="2471084" y="2531963"/>
                </a:lnTo>
                <a:lnTo>
                  <a:pt x="2466793" y="2525911"/>
                </a:lnTo>
                <a:lnTo>
                  <a:pt x="2457882" y="2523710"/>
                </a:lnTo>
                <a:lnTo>
                  <a:pt x="2451172" y="2510615"/>
                </a:lnTo>
                <a:lnTo>
                  <a:pt x="2438520" y="2508854"/>
                </a:lnTo>
                <a:lnTo>
                  <a:pt x="2435550" y="2512376"/>
                </a:lnTo>
                <a:lnTo>
                  <a:pt x="2440171" y="2515457"/>
                </a:lnTo>
                <a:lnTo>
                  <a:pt x="2436210" y="2518428"/>
                </a:lnTo>
                <a:lnTo>
                  <a:pt x="2396056" y="2475181"/>
                </a:lnTo>
                <a:lnTo>
                  <a:pt x="2393856" y="2467588"/>
                </a:lnTo>
                <a:lnTo>
                  <a:pt x="2399466" y="2471110"/>
                </a:lnTo>
                <a:lnTo>
                  <a:pt x="2402437" y="2464507"/>
                </a:lnTo>
                <a:lnTo>
                  <a:pt x="2398806" y="2455594"/>
                </a:lnTo>
                <a:lnTo>
                  <a:pt x="2385165" y="2450422"/>
                </a:lnTo>
                <a:lnTo>
                  <a:pt x="2368773" y="2432375"/>
                </a:lnTo>
                <a:lnTo>
                  <a:pt x="2357882" y="2433805"/>
                </a:lnTo>
                <a:lnTo>
                  <a:pt x="2362832" y="2438317"/>
                </a:lnTo>
                <a:lnTo>
                  <a:pt x="2356122" y="2442609"/>
                </a:lnTo>
                <a:lnTo>
                  <a:pt x="2332139" y="2429294"/>
                </a:lnTo>
                <a:lnTo>
                  <a:pt x="2325318" y="2418950"/>
                </a:lnTo>
                <a:lnTo>
                  <a:pt x="2313987" y="2414548"/>
                </a:lnTo>
                <a:lnTo>
                  <a:pt x="2316737" y="2411687"/>
                </a:lnTo>
                <a:lnTo>
                  <a:pt x="2311787" y="2403874"/>
                </a:lnTo>
                <a:lnTo>
                  <a:pt x="2300896" y="2400903"/>
                </a:lnTo>
                <a:lnTo>
                  <a:pt x="2295725" y="2390449"/>
                </a:lnTo>
                <a:lnTo>
                  <a:pt x="2285494" y="2387257"/>
                </a:lnTo>
                <a:lnTo>
                  <a:pt x="2281204" y="2377794"/>
                </a:lnTo>
                <a:lnTo>
                  <a:pt x="2269322" y="2373062"/>
                </a:lnTo>
                <a:lnTo>
                  <a:pt x="2259091" y="2361838"/>
                </a:lnTo>
                <a:lnTo>
                  <a:pt x="2247320" y="2361287"/>
                </a:lnTo>
                <a:lnTo>
                  <a:pt x="2251720" y="2369761"/>
                </a:lnTo>
                <a:lnTo>
                  <a:pt x="2257771" y="2371631"/>
                </a:lnTo>
                <a:lnTo>
                  <a:pt x="2252821" y="2376583"/>
                </a:lnTo>
                <a:lnTo>
                  <a:pt x="2234119" y="2347972"/>
                </a:lnTo>
                <a:lnTo>
                  <a:pt x="2211346" y="2325854"/>
                </a:lnTo>
                <a:lnTo>
                  <a:pt x="2211566" y="2321232"/>
                </a:lnTo>
                <a:lnTo>
                  <a:pt x="2233899" y="2318811"/>
                </a:lnTo>
                <a:lnTo>
                  <a:pt x="2274933" y="2330035"/>
                </a:lnTo>
                <a:lnTo>
                  <a:pt x="2299686" y="2332236"/>
                </a:lnTo>
                <a:lnTo>
                  <a:pt x="2316187" y="2321782"/>
                </a:lnTo>
                <a:lnTo>
                  <a:pt x="2334339" y="2319141"/>
                </a:lnTo>
                <a:lnTo>
                  <a:pt x="2352711" y="2326624"/>
                </a:lnTo>
                <a:lnTo>
                  <a:pt x="2354691" y="2331576"/>
                </a:lnTo>
                <a:lnTo>
                  <a:pt x="2355131" y="2327394"/>
                </a:lnTo>
                <a:lnTo>
                  <a:pt x="2357002" y="2330586"/>
                </a:lnTo>
                <a:lnTo>
                  <a:pt x="2358872" y="2328055"/>
                </a:lnTo>
                <a:lnTo>
                  <a:pt x="2370643" y="2344121"/>
                </a:lnTo>
                <a:lnTo>
                  <a:pt x="2371743" y="2337078"/>
                </a:lnTo>
                <a:lnTo>
                  <a:pt x="2390775" y="2345551"/>
                </a:lnTo>
                <a:lnTo>
                  <a:pt x="2394296" y="2327284"/>
                </a:lnTo>
                <a:lnTo>
                  <a:pt x="2393306" y="2285578"/>
                </a:lnTo>
                <a:lnTo>
                  <a:pt x="2356562" y="2285358"/>
                </a:lnTo>
                <a:lnTo>
                  <a:pt x="2356012" y="2297903"/>
                </a:lnTo>
                <a:lnTo>
                  <a:pt x="2336209" y="2297793"/>
                </a:lnTo>
                <a:lnTo>
                  <a:pt x="2353481" y="2295482"/>
                </a:lnTo>
                <a:lnTo>
                  <a:pt x="2352821" y="2283708"/>
                </a:lnTo>
                <a:lnTo>
                  <a:pt x="2310907" y="2277105"/>
                </a:lnTo>
                <a:lnTo>
                  <a:pt x="2303096" y="2270833"/>
                </a:lnTo>
                <a:lnTo>
                  <a:pt x="2281754" y="2280516"/>
                </a:lnTo>
                <a:lnTo>
                  <a:pt x="2285054" y="2286569"/>
                </a:lnTo>
                <a:lnTo>
                  <a:pt x="2261952" y="2290970"/>
                </a:lnTo>
                <a:lnTo>
                  <a:pt x="2260741" y="2286899"/>
                </a:lnTo>
                <a:lnTo>
                  <a:pt x="2252050" y="2285248"/>
                </a:lnTo>
                <a:lnTo>
                  <a:pt x="2250620" y="2278866"/>
                </a:lnTo>
                <a:lnTo>
                  <a:pt x="2259421" y="2274684"/>
                </a:lnTo>
                <a:lnTo>
                  <a:pt x="2264812" y="2265881"/>
                </a:lnTo>
                <a:lnTo>
                  <a:pt x="2271193" y="2265881"/>
                </a:lnTo>
                <a:lnTo>
                  <a:pt x="2274713" y="2272593"/>
                </a:lnTo>
                <a:lnTo>
                  <a:pt x="2279883" y="2270723"/>
                </a:lnTo>
                <a:lnTo>
                  <a:pt x="2280764" y="2278976"/>
                </a:lnTo>
                <a:lnTo>
                  <a:pt x="2301886" y="2269732"/>
                </a:lnTo>
                <a:lnTo>
                  <a:pt x="2278783" y="2248934"/>
                </a:lnTo>
                <a:lnTo>
                  <a:pt x="2264482" y="2248494"/>
                </a:lnTo>
                <a:lnTo>
                  <a:pt x="2249630" y="2264450"/>
                </a:lnTo>
                <a:lnTo>
                  <a:pt x="2232028" y="2264340"/>
                </a:lnTo>
                <a:lnTo>
                  <a:pt x="2216957" y="2254657"/>
                </a:lnTo>
                <a:lnTo>
                  <a:pt x="2206616" y="2264230"/>
                </a:lnTo>
                <a:lnTo>
                  <a:pt x="2209366" y="2267752"/>
                </a:lnTo>
                <a:lnTo>
                  <a:pt x="2199575" y="2279966"/>
                </a:lnTo>
                <a:lnTo>
                  <a:pt x="2196715" y="2278206"/>
                </a:lnTo>
                <a:lnTo>
                  <a:pt x="2194074" y="2294052"/>
                </a:lnTo>
                <a:lnTo>
                  <a:pt x="2148529" y="2254546"/>
                </a:lnTo>
                <a:lnTo>
                  <a:pt x="2151830" y="2248384"/>
                </a:lnTo>
                <a:lnTo>
                  <a:pt x="2128837" y="2229127"/>
                </a:lnTo>
                <a:lnTo>
                  <a:pt x="2118936" y="2246403"/>
                </a:lnTo>
                <a:lnTo>
                  <a:pt x="2071411" y="2218012"/>
                </a:lnTo>
                <a:lnTo>
                  <a:pt x="1978121" y="2374272"/>
                </a:lnTo>
                <a:lnTo>
                  <a:pt x="1901773" y="2328385"/>
                </a:lnTo>
                <a:lnTo>
                  <a:pt x="1990443" y="2178617"/>
                </a:lnTo>
                <a:lnTo>
                  <a:pt x="1883071" y="2113912"/>
                </a:lnTo>
                <a:lnTo>
                  <a:pt x="1814864" y="2228687"/>
                </a:lnTo>
                <a:lnTo>
                  <a:pt x="1590110" y="2093885"/>
                </a:lnTo>
                <a:lnTo>
                  <a:pt x="1620583" y="2041285"/>
                </a:lnTo>
                <a:lnTo>
                  <a:pt x="1658867" y="2034902"/>
                </a:lnTo>
                <a:lnTo>
                  <a:pt x="1797922" y="2117874"/>
                </a:lnTo>
                <a:lnTo>
                  <a:pt x="1832686" y="2059111"/>
                </a:lnTo>
                <a:lnTo>
                  <a:pt x="1705512" y="1982632"/>
                </a:lnTo>
                <a:lnTo>
                  <a:pt x="1731145" y="1940156"/>
                </a:lnTo>
                <a:lnTo>
                  <a:pt x="1681750" y="1887005"/>
                </a:lnTo>
                <a:lnTo>
                  <a:pt x="1646436" y="1910884"/>
                </a:lnTo>
                <a:lnTo>
                  <a:pt x="1577348" y="1917707"/>
                </a:lnTo>
                <a:lnTo>
                  <a:pt x="1523113" y="1900650"/>
                </a:lnTo>
                <a:lnTo>
                  <a:pt x="1520252" y="1889206"/>
                </a:lnTo>
                <a:lnTo>
                  <a:pt x="1530593" y="1869508"/>
                </a:lnTo>
                <a:lnTo>
                  <a:pt x="1515192" y="1864667"/>
                </a:lnTo>
                <a:lnTo>
                  <a:pt x="1486919" y="1892287"/>
                </a:lnTo>
                <a:lnTo>
                  <a:pt x="1363596" y="1861255"/>
                </a:lnTo>
                <a:lnTo>
                  <a:pt x="1341153" y="1876221"/>
                </a:lnTo>
                <a:lnTo>
                  <a:pt x="1285047" y="1848821"/>
                </a:lnTo>
                <a:lnTo>
                  <a:pt x="1211779" y="1786537"/>
                </a:lnTo>
                <a:lnTo>
                  <a:pt x="1171625" y="1786317"/>
                </a:lnTo>
                <a:lnTo>
                  <a:pt x="1176356" y="1807995"/>
                </a:lnTo>
                <a:lnTo>
                  <a:pt x="1206389" y="1814267"/>
                </a:lnTo>
                <a:lnTo>
                  <a:pt x="1267555" y="1866207"/>
                </a:lnTo>
                <a:lnTo>
                  <a:pt x="1261835" y="1881283"/>
                </a:lnTo>
                <a:lnTo>
                  <a:pt x="1287467" y="1882824"/>
                </a:lnTo>
                <a:lnTo>
                  <a:pt x="1168105" y="1883484"/>
                </a:lnTo>
                <a:lnTo>
                  <a:pt x="1167335" y="1955452"/>
                </a:lnTo>
                <a:lnTo>
                  <a:pt x="1172835" y="1968987"/>
                </a:lnTo>
                <a:lnTo>
                  <a:pt x="1229051" y="1981862"/>
                </a:lnTo>
                <a:lnTo>
                  <a:pt x="1237192" y="1967336"/>
                </a:lnTo>
                <a:lnTo>
                  <a:pt x="1255124" y="1973058"/>
                </a:lnTo>
                <a:lnTo>
                  <a:pt x="1245003" y="1989345"/>
                </a:lnTo>
                <a:lnTo>
                  <a:pt x="1259635" y="1976690"/>
                </a:lnTo>
                <a:lnTo>
                  <a:pt x="1268435" y="1974489"/>
                </a:lnTo>
                <a:lnTo>
                  <a:pt x="1307160" y="1993636"/>
                </a:lnTo>
                <a:lnTo>
                  <a:pt x="1322341" y="2019716"/>
                </a:lnTo>
                <a:lnTo>
                  <a:pt x="1328502" y="2053389"/>
                </a:lnTo>
                <a:lnTo>
                  <a:pt x="1358535" y="2088823"/>
                </a:lnTo>
                <a:lnTo>
                  <a:pt x="1362716" y="2092014"/>
                </a:lnTo>
                <a:lnTo>
                  <a:pt x="1371406" y="2088933"/>
                </a:lnTo>
                <a:lnTo>
                  <a:pt x="1370966" y="2093224"/>
                </a:lnTo>
                <a:lnTo>
                  <a:pt x="1377237" y="2094985"/>
                </a:lnTo>
                <a:lnTo>
                  <a:pt x="1377127" y="2106540"/>
                </a:lnTo>
                <a:lnTo>
                  <a:pt x="1384938" y="2102248"/>
                </a:lnTo>
                <a:lnTo>
                  <a:pt x="1388898" y="2114022"/>
                </a:lnTo>
                <a:lnTo>
                  <a:pt x="1431913" y="2120845"/>
                </a:lnTo>
                <a:lnTo>
                  <a:pt x="1477898" y="2167503"/>
                </a:lnTo>
                <a:lnTo>
                  <a:pt x="1478888" y="2175206"/>
                </a:lnTo>
                <a:lnTo>
                  <a:pt x="1461506" y="2193253"/>
                </a:lnTo>
                <a:lnTo>
                  <a:pt x="1446104" y="2202496"/>
                </a:lnTo>
                <a:lnTo>
                  <a:pt x="1419812" y="2208109"/>
                </a:lnTo>
                <a:lnTo>
                  <a:pt x="1398799" y="2217792"/>
                </a:lnTo>
                <a:lnTo>
                  <a:pt x="1385158" y="2204917"/>
                </a:lnTo>
                <a:lnTo>
                  <a:pt x="1364146" y="2203597"/>
                </a:lnTo>
                <a:lnTo>
                  <a:pt x="1325312" y="2190942"/>
                </a:lnTo>
                <a:lnTo>
                  <a:pt x="1296598" y="2217462"/>
                </a:lnTo>
                <a:lnTo>
                  <a:pt x="1303529" y="2219663"/>
                </a:lnTo>
                <a:lnTo>
                  <a:pt x="1326192" y="2198755"/>
                </a:lnTo>
                <a:lnTo>
                  <a:pt x="1333892" y="2199085"/>
                </a:lnTo>
                <a:lnTo>
                  <a:pt x="1381308" y="2209869"/>
                </a:lnTo>
                <a:lnTo>
                  <a:pt x="1399569" y="2227586"/>
                </a:lnTo>
                <a:lnTo>
                  <a:pt x="1401770" y="2236610"/>
                </a:lnTo>
                <a:lnTo>
                  <a:pt x="1379987" y="2282937"/>
                </a:lnTo>
                <a:lnTo>
                  <a:pt x="1359855" y="2298343"/>
                </a:lnTo>
                <a:lnTo>
                  <a:pt x="1284937" y="2330806"/>
                </a:lnTo>
                <a:lnTo>
                  <a:pt x="1232682" y="2286679"/>
                </a:lnTo>
                <a:lnTo>
                  <a:pt x="1156223" y="2245193"/>
                </a:lnTo>
                <a:lnTo>
                  <a:pt x="1155123" y="2228907"/>
                </a:lnTo>
                <a:lnTo>
                  <a:pt x="1149513" y="2217242"/>
                </a:lnTo>
                <a:lnTo>
                  <a:pt x="1133561" y="2242882"/>
                </a:lnTo>
                <a:lnTo>
                  <a:pt x="1104738" y="2227476"/>
                </a:lnTo>
                <a:lnTo>
                  <a:pt x="1090326" y="2257848"/>
                </a:lnTo>
                <a:lnTo>
                  <a:pt x="1189557" y="2316940"/>
                </a:lnTo>
                <a:lnTo>
                  <a:pt x="1192307" y="2330146"/>
                </a:lnTo>
                <a:lnTo>
                  <a:pt x="1104848" y="2379555"/>
                </a:lnTo>
                <a:lnTo>
                  <a:pt x="972724" y="2426543"/>
                </a:lnTo>
                <a:lnTo>
                  <a:pt x="931910" y="2282057"/>
                </a:lnTo>
                <a:lnTo>
                  <a:pt x="872063" y="2226926"/>
                </a:lnTo>
                <a:lnTo>
                  <a:pt x="818817" y="2285688"/>
                </a:lnTo>
                <a:lnTo>
                  <a:pt x="882404" y="2344341"/>
                </a:lnTo>
                <a:lnTo>
                  <a:pt x="931579" y="2517438"/>
                </a:lnTo>
                <a:lnTo>
                  <a:pt x="931689" y="2539116"/>
                </a:lnTo>
                <a:lnTo>
                  <a:pt x="924869" y="2553421"/>
                </a:lnTo>
                <a:lnTo>
                  <a:pt x="903636" y="2575870"/>
                </a:lnTo>
                <a:lnTo>
                  <a:pt x="894065" y="2566076"/>
                </a:lnTo>
                <a:lnTo>
                  <a:pt x="845880" y="2617686"/>
                </a:lnTo>
                <a:lnTo>
                  <a:pt x="850721" y="2628910"/>
                </a:lnTo>
                <a:lnTo>
                  <a:pt x="755891" y="2724867"/>
                </a:lnTo>
                <a:lnTo>
                  <a:pt x="744780" y="2730699"/>
                </a:lnTo>
                <a:lnTo>
                  <a:pt x="732348" y="2729049"/>
                </a:lnTo>
                <a:lnTo>
                  <a:pt x="723107" y="2720576"/>
                </a:lnTo>
                <a:lnTo>
                  <a:pt x="705175" y="2682941"/>
                </a:lnTo>
                <a:lnTo>
                  <a:pt x="703635" y="2667315"/>
                </a:lnTo>
                <a:lnTo>
                  <a:pt x="707046" y="2667865"/>
                </a:lnTo>
                <a:lnTo>
                  <a:pt x="709026" y="2681401"/>
                </a:lnTo>
                <a:lnTo>
                  <a:pt x="726738" y="2718485"/>
                </a:lnTo>
                <a:lnTo>
                  <a:pt x="731138" y="2720135"/>
                </a:lnTo>
                <a:lnTo>
                  <a:pt x="773603" y="2678539"/>
                </a:lnTo>
                <a:lnTo>
                  <a:pt x="775803" y="2663684"/>
                </a:lnTo>
                <a:lnTo>
                  <a:pt x="757321" y="2624619"/>
                </a:lnTo>
                <a:lnTo>
                  <a:pt x="749730" y="2619337"/>
                </a:lnTo>
                <a:lnTo>
                  <a:pt x="739389" y="2600079"/>
                </a:lnTo>
                <a:lnTo>
                  <a:pt x="694174" y="2596008"/>
                </a:lnTo>
                <a:lnTo>
                  <a:pt x="652920" y="2510395"/>
                </a:lnTo>
                <a:lnTo>
                  <a:pt x="630587" y="2484645"/>
                </a:lnTo>
                <a:lnTo>
                  <a:pt x="528386" y="2231218"/>
                </a:lnTo>
                <a:lnTo>
                  <a:pt x="528386" y="2177297"/>
                </a:lnTo>
                <a:lnTo>
                  <a:pt x="583722" y="2133940"/>
                </a:lnTo>
                <a:lnTo>
                  <a:pt x="606165" y="2165302"/>
                </a:lnTo>
                <a:lnTo>
                  <a:pt x="782184" y="2041945"/>
                </a:lnTo>
                <a:lnTo>
                  <a:pt x="856551" y="1997378"/>
                </a:lnTo>
                <a:lnTo>
                  <a:pt x="912547" y="1980211"/>
                </a:lnTo>
                <a:lnTo>
                  <a:pt x="957652" y="1981642"/>
                </a:lnTo>
                <a:lnTo>
                  <a:pt x="997256" y="1975809"/>
                </a:lnTo>
                <a:lnTo>
                  <a:pt x="1003417" y="1982742"/>
                </a:lnTo>
                <a:lnTo>
                  <a:pt x="945441" y="2046456"/>
                </a:lnTo>
                <a:lnTo>
                  <a:pt x="938620" y="2071106"/>
                </a:lnTo>
                <a:lnTo>
                  <a:pt x="896926" y="2111822"/>
                </a:lnTo>
                <a:lnTo>
                  <a:pt x="863922" y="2137461"/>
                </a:lnTo>
                <a:lnTo>
                  <a:pt x="906057" y="2179057"/>
                </a:lnTo>
                <a:lnTo>
                  <a:pt x="950391" y="2131519"/>
                </a:lnTo>
                <a:lnTo>
                  <a:pt x="964473" y="2143294"/>
                </a:lnTo>
                <a:lnTo>
                  <a:pt x="980425" y="2133280"/>
                </a:lnTo>
                <a:lnTo>
                  <a:pt x="990326" y="2132950"/>
                </a:lnTo>
                <a:lnTo>
                  <a:pt x="986585" y="2125357"/>
                </a:lnTo>
                <a:lnTo>
                  <a:pt x="992306" y="2125027"/>
                </a:lnTo>
                <a:lnTo>
                  <a:pt x="993406" y="2129648"/>
                </a:lnTo>
                <a:lnTo>
                  <a:pt x="1000007" y="2126897"/>
                </a:lnTo>
                <a:lnTo>
                  <a:pt x="988786" y="2108630"/>
                </a:lnTo>
                <a:lnTo>
                  <a:pt x="997036" y="2089263"/>
                </a:lnTo>
                <a:lnTo>
                  <a:pt x="990326" y="2083871"/>
                </a:lnTo>
                <a:lnTo>
                  <a:pt x="1015078" y="2060212"/>
                </a:lnTo>
                <a:lnTo>
                  <a:pt x="1081746" y="1979441"/>
                </a:lnTo>
                <a:lnTo>
                  <a:pt x="1095717" y="1977900"/>
                </a:lnTo>
                <a:lnTo>
                  <a:pt x="1097697" y="1968326"/>
                </a:lnTo>
                <a:lnTo>
                  <a:pt x="1107928" y="1962164"/>
                </a:lnTo>
                <a:lnTo>
                  <a:pt x="1130921" y="1959303"/>
                </a:lnTo>
                <a:lnTo>
                  <a:pt x="1167775" y="1971628"/>
                </a:lnTo>
                <a:lnTo>
                  <a:pt x="1161614" y="1954461"/>
                </a:lnTo>
                <a:lnTo>
                  <a:pt x="1163154" y="1802493"/>
                </a:lnTo>
                <a:lnTo>
                  <a:pt x="1156333" y="1786647"/>
                </a:lnTo>
                <a:lnTo>
                  <a:pt x="1145552" y="1793909"/>
                </a:lnTo>
                <a:lnTo>
                  <a:pt x="1129711" y="1795340"/>
                </a:lnTo>
                <a:lnTo>
                  <a:pt x="1130591" y="1819879"/>
                </a:lnTo>
                <a:lnTo>
                  <a:pt x="1123440" y="1825712"/>
                </a:lnTo>
                <a:lnTo>
                  <a:pt x="1118159" y="1847280"/>
                </a:lnTo>
                <a:lnTo>
                  <a:pt x="1122670" y="1847060"/>
                </a:lnTo>
                <a:lnTo>
                  <a:pt x="1123000" y="1856524"/>
                </a:lnTo>
                <a:lnTo>
                  <a:pt x="1063924" y="1858944"/>
                </a:lnTo>
                <a:lnTo>
                  <a:pt x="1062823" y="1835065"/>
                </a:lnTo>
                <a:lnTo>
                  <a:pt x="1029930" y="1823951"/>
                </a:lnTo>
                <a:lnTo>
                  <a:pt x="1007598" y="1796220"/>
                </a:lnTo>
                <a:lnTo>
                  <a:pt x="1007598" y="1796220"/>
                </a:lnTo>
              </a:path>
            </a:pathLst>
          </a:custGeom>
          <a:noFill xmlns:a="http://schemas.openxmlformats.org/drawingml/2006/main"/>
          <a:ln xmlns:a="http://schemas.openxmlformats.org/drawingml/2006/main" w="3045">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0D31A95A-4B99-4194-90CF-31624E1C34EA}"/>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844340" h="315161">
                <a:moveTo>
                  <a:pt x="18262" y="92766"/>
                </a:moveTo>
                <a:lnTo>
                  <a:pt x="20572" y="87153"/>
                </a:lnTo>
                <a:lnTo>
                  <a:pt x="13311" y="81982"/>
                </a:lnTo>
                <a:lnTo>
                  <a:pt x="11991" y="68997"/>
                </a:lnTo>
                <a:lnTo>
                  <a:pt x="0" y="62944"/>
                </a:lnTo>
                <a:lnTo>
                  <a:pt x="2970" y="50729"/>
                </a:lnTo>
                <a:lnTo>
                  <a:pt x="110" y="48969"/>
                </a:lnTo>
                <a:lnTo>
                  <a:pt x="30693" y="41486"/>
                </a:lnTo>
                <a:lnTo>
                  <a:pt x="44995" y="22339"/>
                </a:lnTo>
                <a:lnTo>
                  <a:pt x="66117" y="15956"/>
                </a:lnTo>
                <a:lnTo>
                  <a:pt x="80529" y="0"/>
                </a:lnTo>
                <a:lnTo>
                  <a:pt x="131134" y="17497"/>
                </a:lnTo>
                <a:lnTo>
                  <a:pt x="182069" y="41376"/>
                </a:lnTo>
                <a:lnTo>
                  <a:pt x="213093" y="46548"/>
                </a:lnTo>
                <a:lnTo>
                  <a:pt x="238725" y="60193"/>
                </a:lnTo>
                <a:lnTo>
                  <a:pt x="249507" y="71527"/>
                </a:lnTo>
                <a:lnTo>
                  <a:pt x="253797" y="85173"/>
                </a:lnTo>
                <a:lnTo>
                  <a:pt x="296042" y="103660"/>
                </a:lnTo>
                <a:lnTo>
                  <a:pt x="298792" y="97938"/>
                </a:lnTo>
                <a:lnTo>
                  <a:pt x="318594" y="99258"/>
                </a:lnTo>
                <a:lnTo>
                  <a:pt x="326295" y="114444"/>
                </a:lnTo>
                <a:lnTo>
                  <a:pt x="360949" y="111913"/>
                </a:lnTo>
                <a:lnTo>
                  <a:pt x="385151" y="114884"/>
                </a:lnTo>
                <a:lnTo>
                  <a:pt x="414084" y="104100"/>
                </a:lnTo>
                <a:lnTo>
                  <a:pt x="471510" y="99258"/>
                </a:lnTo>
                <a:lnTo>
                  <a:pt x="484492" y="92546"/>
                </a:lnTo>
                <a:lnTo>
                  <a:pt x="511115" y="98048"/>
                </a:lnTo>
                <a:lnTo>
                  <a:pt x="525526" y="108832"/>
                </a:lnTo>
                <a:lnTo>
                  <a:pt x="542028" y="106301"/>
                </a:lnTo>
                <a:lnTo>
                  <a:pt x="576682" y="115214"/>
                </a:lnTo>
                <a:lnTo>
                  <a:pt x="629487" y="112353"/>
                </a:lnTo>
                <a:lnTo>
                  <a:pt x="644449" y="107071"/>
                </a:lnTo>
                <a:lnTo>
                  <a:pt x="652590" y="98928"/>
                </a:lnTo>
                <a:lnTo>
                  <a:pt x="743129" y="96397"/>
                </a:lnTo>
                <a:lnTo>
                  <a:pt x="776573" y="111033"/>
                </a:lnTo>
                <a:lnTo>
                  <a:pt x="800886" y="137443"/>
                </a:lnTo>
                <a:lnTo>
                  <a:pt x="824428" y="192904"/>
                </a:lnTo>
                <a:lnTo>
                  <a:pt x="844340" y="266963"/>
                </a:lnTo>
                <a:lnTo>
                  <a:pt x="839610" y="274666"/>
                </a:lnTo>
                <a:lnTo>
                  <a:pt x="826628" y="278407"/>
                </a:lnTo>
                <a:lnTo>
                  <a:pt x="770632" y="264542"/>
                </a:lnTo>
                <a:lnTo>
                  <a:pt x="686033" y="264101"/>
                </a:lnTo>
                <a:lnTo>
                  <a:pt x="678772" y="279177"/>
                </a:lnTo>
                <a:lnTo>
                  <a:pt x="670742" y="273015"/>
                </a:lnTo>
                <a:lnTo>
                  <a:pt x="673272" y="265752"/>
                </a:lnTo>
                <a:lnTo>
                  <a:pt x="667111" y="263991"/>
                </a:lnTo>
                <a:lnTo>
                  <a:pt x="569971" y="263331"/>
                </a:lnTo>
                <a:lnTo>
                  <a:pt x="531247" y="282038"/>
                </a:lnTo>
                <a:lnTo>
                  <a:pt x="511445" y="271034"/>
                </a:lnTo>
                <a:lnTo>
                  <a:pt x="504844" y="279507"/>
                </a:lnTo>
                <a:lnTo>
                  <a:pt x="487682" y="286110"/>
                </a:lnTo>
                <a:lnTo>
                  <a:pt x="483942" y="280938"/>
                </a:lnTo>
                <a:lnTo>
                  <a:pt x="476351" y="283249"/>
                </a:lnTo>
                <a:lnTo>
                  <a:pt x="459409" y="296894"/>
                </a:lnTo>
                <a:lnTo>
                  <a:pt x="448078" y="299755"/>
                </a:lnTo>
                <a:lnTo>
                  <a:pt x="438177" y="296784"/>
                </a:lnTo>
                <a:lnTo>
                  <a:pt x="394832" y="312080"/>
                </a:lnTo>
                <a:lnTo>
                  <a:pt x="352588" y="315161"/>
                </a:lnTo>
                <a:lnTo>
                  <a:pt x="321454" y="278517"/>
                </a:lnTo>
                <a:lnTo>
                  <a:pt x="313974" y="255298"/>
                </a:lnTo>
                <a:lnTo>
                  <a:pt x="298022" y="245614"/>
                </a:lnTo>
                <a:lnTo>
                  <a:pt x="265128" y="248035"/>
                </a:lnTo>
                <a:lnTo>
                  <a:pt x="245106" y="210291"/>
                </a:lnTo>
                <a:lnTo>
                  <a:pt x="247196" y="199727"/>
                </a:lnTo>
                <a:lnTo>
                  <a:pt x="242356" y="201708"/>
                </a:lnTo>
                <a:lnTo>
                  <a:pt x="223214" y="188282"/>
                </a:lnTo>
                <a:lnTo>
                  <a:pt x="201101" y="186412"/>
                </a:lnTo>
                <a:lnTo>
                  <a:pt x="193181" y="178269"/>
                </a:lnTo>
                <a:lnTo>
                  <a:pt x="161937" y="169245"/>
                </a:lnTo>
                <a:lnTo>
                  <a:pt x="138175" y="152078"/>
                </a:lnTo>
                <a:lnTo>
                  <a:pt x="131134" y="149437"/>
                </a:lnTo>
                <a:lnTo>
                  <a:pt x="132674" y="153729"/>
                </a:lnTo>
                <a:lnTo>
                  <a:pt x="124753" y="152739"/>
                </a:lnTo>
                <a:lnTo>
                  <a:pt x="115952" y="142065"/>
                </a:lnTo>
                <a:lnTo>
                  <a:pt x="88339" y="136893"/>
                </a:lnTo>
                <a:lnTo>
                  <a:pt x="80089" y="119616"/>
                </a:lnTo>
                <a:lnTo>
                  <a:pt x="63367" y="116645"/>
                </a:lnTo>
                <a:lnTo>
                  <a:pt x="57096" y="122147"/>
                </a:lnTo>
                <a:lnTo>
                  <a:pt x="46975" y="120166"/>
                </a:lnTo>
                <a:lnTo>
                  <a:pt x="26183" y="98378"/>
                </a:lnTo>
                <a:lnTo>
                  <a:pt x="21892" y="100249"/>
                </a:lnTo>
                <a:lnTo>
                  <a:pt x="23873" y="92986"/>
                </a:lnTo>
                <a:lnTo>
                  <a:pt x="18262" y="92766"/>
                </a:lnTo>
              </a:path>
            </a:pathLst>
          </a:custGeom>
          <a:noFill xmlns:a="http://schemas.openxmlformats.org/drawingml/2006/main"/>
          <a:ln xmlns:a="http://schemas.openxmlformats.org/drawingml/2006/main" w="3045">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3BFC0B06-4C38-49E6-A2A7-61CEE8BD5BF5}"/>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78659" h="210731">
                <a:moveTo>
                  <a:pt x="60947" y="17937"/>
                </a:moveTo>
                <a:lnTo>
                  <a:pt x="70077" y="31142"/>
                </a:lnTo>
                <a:lnTo>
                  <a:pt x="76348" y="24539"/>
                </a:lnTo>
                <a:lnTo>
                  <a:pt x="88119" y="24980"/>
                </a:lnTo>
                <a:lnTo>
                  <a:pt x="94060" y="20688"/>
                </a:lnTo>
                <a:lnTo>
                  <a:pt x="87569" y="14966"/>
                </a:lnTo>
                <a:lnTo>
                  <a:pt x="86029" y="18047"/>
                </a:lnTo>
                <a:lnTo>
                  <a:pt x="89880" y="11004"/>
                </a:lnTo>
                <a:lnTo>
                  <a:pt x="160947" y="1981"/>
                </a:lnTo>
                <a:lnTo>
                  <a:pt x="167108" y="6382"/>
                </a:lnTo>
                <a:lnTo>
                  <a:pt x="167108" y="15956"/>
                </a:lnTo>
                <a:lnTo>
                  <a:pt x="156107" y="34003"/>
                </a:lnTo>
                <a:lnTo>
                  <a:pt x="128714" y="44347"/>
                </a:lnTo>
                <a:lnTo>
                  <a:pt x="130144" y="38405"/>
                </a:lnTo>
                <a:lnTo>
                  <a:pt x="120133" y="37194"/>
                </a:lnTo>
                <a:lnTo>
                  <a:pt x="112872" y="44457"/>
                </a:lnTo>
                <a:lnTo>
                  <a:pt x="110562" y="55351"/>
                </a:lnTo>
                <a:lnTo>
                  <a:pt x="120683" y="76369"/>
                </a:lnTo>
                <a:lnTo>
                  <a:pt x="132564" y="76479"/>
                </a:lnTo>
                <a:lnTo>
                  <a:pt x="134984" y="72298"/>
                </a:lnTo>
                <a:lnTo>
                  <a:pt x="131134" y="69657"/>
                </a:lnTo>
                <a:lnTo>
                  <a:pt x="139605" y="72628"/>
                </a:lnTo>
                <a:lnTo>
                  <a:pt x="144665" y="97718"/>
                </a:lnTo>
                <a:lnTo>
                  <a:pt x="166558" y="116425"/>
                </a:lnTo>
                <a:lnTo>
                  <a:pt x="170958" y="128199"/>
                </a:lnTo>
                <a:lnTo>
                  <a:pt x="178219" y="133261"/>
                </a:lnTo>
                <a:lnTo>
                  <a:pt x="178659" y="140414"/>
                </a:lnTo>
                <a:lnTo>
                  <a:pt x="173709" y="135792"/>
                </a:lnTo>
                <a:lnTo>
                  <a:pt x="166228" y="139093"/>
                </a:lnTo>
                <a:lnTo>
                  <a:pt x="161607" y="152409"/>
                </a:lnTo>
                <a:lnTo>
                  <a:pt x="167878" y="157471"/>
                </a:lnTo>
                <a:lnTo>
                  <a:pt x="152036" y="164183"/>
                </a:lnTo>
                <a:lnTo>
                  <a:pt x="155667" y="161102"/>
                </a:lnTo>
                <a:lnTo>
                  <a:pt x="143565" y="155160"/>
                </a:lnTo>
                <a:lnTo>
                  <a:pt x="135755" y="143385"/>
                </a:lnTo>
                <a:lnTo>
                  <a:pt x="116612" y="128529"/>
                </a:lnTo>
                <a:lnTo>
                  <a:pt x="102641" y="108502"/>
                </a:lnTo>
                <a:lnTo>
                  <a:pt x="89330" y="128309"/>
                </a:lnTo>
                <a:lnTo>
                  <a:pt x="92520" y="148117"/>
                </a:lnTo>
                <a:lnTo>
                  <a:pt x="92410" y="141514"/>
                </a:lnTo>
                <a:lnTo>
                  <a:pt x="83499" y="143055"/>
                </a:lnTo>
                <a:lnTo>
                  <a:pt x="87569" y="164843"/>
                </a:lnTo>
                <a:lnTo>
                  <a:pt x="91530" y="166164"/>
                </a:lnTo>
                <a:lnTo>
                  <a:pt x="92960" y="162202"/>
                </a:lnTo>
                <a:lnTo>
                  <a:pt x="94170" y="180689"/>
                </a:lnTo>
                <a:lnTo>
                  <a:pt x="89220" y="179589"/>
                </a:lnTo>
                <a:lnTo>
                  <a:pt x="88009" y="190923"/>
                </a:lnTo>
                <a:lnTo>
                  <a:pt x="92410" y="195765"/>
                </a:lnTo>
                <a:lnTo>
                  <a:pt x="98020" y="193674"/>
                </a:lnTo>
                <a:lnTo>
                  <a:pt x="99451" y="202258"/>
                </a:lnTo>
                <a:lnTo>
                  <a:pt x="92520" y="210731"/>
                </a:lnTo>
                <a:lnTo>
                  <a:pt x="78438" y="196205"/>
                </a:lnTo>
                <a:lnTo>
                  <a:pt x="67657" y="193454"/>
                </a:lnTo>
                <a:lnTo>
                  <a:pt x="55116" y="171886"/>
                </a:lnTo>
                <a:lnTo>
                  <a:pt x="0" y="113784"/>
                </a:lnTo>
                <a:lnTo>
                  <a:pt x="12871" y="102339"/>
                </a:lnTo>
                <a:lnTo>
                  <a:pt x="26073" y="99478"/>
                </a:lnTo>
                <a:lnTo>
                  <a:pt x="33444" y="102229"/>
                </a:lnTo>
                <a:lnTo>
                  <a:pt x="29813" y="103000"/>
                </a:lnTo>
                <a:lnTo>
                  <a:pt x="35314" y="107951"/>
                </a:lnTo>
                <a:lnTo>
                  <a:pt x="40264" y="108062"/>
                </a:lnTo>
                <a:lnTo>
                  <a:pt x="39384" y="104650"/>
                </a:lnTo>
                <a:lnTo>
                  <a:pt x="46755" y="112133"/>
                </a:lnTo>
                <a:lnTo>
                  <a:pt x="59736" y="114334"/>
                </a:lnTo>
                <a:lnTo>
                  <a:pt x="56876" y="121157"/>
                </a:lnTo>
                <a:lnTo>
                  <a:pt x="77558" y="132491"/>
                </a:lnTo>
                <a:lnTo>
                  <a:pt x="81409" y="126329"/>
                </a:lnTo>
                <a:lnTo>
                  <a:pt x="73158" y="119726"/>
                </a:lnTo>
                <a:lnTo>
                  <a:pt x="88339" y="127099"/>
                </a:lnTo>
                <a:lnTo>
                  <a:pt x="100221" y="107731"/>
                </a:lnTo>
                <a:lnTo>
                  <a:pt x="98020" y="97938"/>
                </a:lnTo>
                <a:lnTo>
                  <a:pt x="101761" y="91995"/>
                </a:lnTo>
                <a:lnTo>
                  <a:pt x="97360" y="85173"/>
                </a:lnTo>
                <a:lnTo>
                  <a:pt x="93730" y="87924"/>
                </a:lnTo>
                <a:lnTo>
                  <a:pt x="77668" y="74169"/>
                </a:lnTo>
                <a:lnTo>
                  <a:pt x="87019" y="65805"/>
                </a:lnTo>
                <a:lnTo>
                  <a:pt x="93400" y="71087"/>
                </a:lnTo>
                <a:lnTo>
                  <a:pt x="99561" y="68776"/>
                </a:lnTo>
                <a:lnTo>
                  <a:pt x="98681" y="50729"/>
                </a:lnTo>
                <a:lnTo>
                  <a:pt x="77778" y="51610"/>
                </a:lnTo>
                <a:lnTo>
                  <a:pt x="75028" y="36974"/>
                </a:lnTo>
                <a:lnTo>
                  <a:pt x="54456" y="64155"/>
                </a:lnTo>
                <a:lnTo>
                  <a:pt x="39824" y="66025"/>
                </a:lnTo>
                <a:lnTo>
                  <a:pt x="41694" y="57332"/>
                </a:lnTo>
                <a:lnTo>
                  <a:pt x="63807" y="48859"/>
                </a:lnTo>
                <a:lnTo>
                  <a:pt x="68757" y="32793"/>
                </a:lnTo>
                <a:lnTo>
                  <a:pt x="55556" y="18157"/>
                </a:lnTo>
                <a:lnTo>
                  <a:pt x="51375" y="23769"/>
                </a:lnTo>
                <a:lnTo>
                  <a:pt x="54016" y="25750"/>
                </a:lnTo>
                <a:lnTo>
                  <a:pt x="46645" y="24870"/>
                </a:lnTo>
                <a:lnTo>
                  <a:pt x="25743" y="4182"/>
                </a:lnTo>
                <a:lnTo>
                  <a:pt x="29703" y="0"/>
                </a:lnTo>
                <a:lnTo>
                  <a:pt x="58306" y="8803"/>
                </a:lnTo>
                <a:lnTo>
                  <a:pt x="60947" y="17937"/>
                </a:lnTo>
              </a:path>
            </a:pathLst>
          </a:custGeom>
          <a:noFill xmlns:a="http://schemas.openxmlformats.org/drawingml/2006/main"/>
          <a:ln xmlns:a="http://schemas.openxmlformats.org/drawingml/2006/main" w="3045">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18A1EACA-79FA-4438-8881-B92B62447D0F}"/>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117273" h="85723">
                <a:moveTo>
                  <a:pt x="117273" y="51060"/>
                </a:moveTo>
                <a:lnTo>
                  <a:pt x="114742" y="66025"/>
                </a:lnTo>
                <a:lnTo>
                  <a:pt x="102751" y="73398"/>
                </a:lnTo>
                <a:lnTo>
                  <a:pt x="60616" y="55131"/>
                </a:lnTo>
                <a:lnTo>
                  <a:pt x="47415" y="59643"/>
                </a:lnTo>
                <a:lnTo>
                  <a:pt x="14302" y="85723"/>
                </a:lnTo>
                <a:lnTo>
                  <a:pt x="5061" y="85393"/>
                </a:lnTo>
                <a:lnTo>
                  <a:pt x="0" y="77910"/>
                </a:lnTo>
                <a:lnTo>
                  <a:pt x="5171" y="63164"/>
                </a:lnTo>
                <a:lnTo>
                  <a:pt x="50055" y="32903"/>
                </a:lnTo>
                <a:lnTo>
                  <a:pt x="80969" y="0"/>
                </a:lnTo>
                <a:lnTo>
                  <a:pt x="91750" y="3631"/>
                </a:lnTo>
                <a:lnTo>
                  <a:pt x="104181" y="16286"/>
                </a:lnTo>
                <a:lnTo>
                  <a:pt x="117273" y="51060"/>
                </a:lnTo>
              </a:path>
            </a:pathLst>
          </a:custGeom>
          <a:noFill xmlns:a="http://schemas.openxmlformats.org/drawingml/2006/main"/>
          <a:ln xmlns:a="http://schemas.openxmlformats.org/drawingml/2006/main" w="3045">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BD919CE0-24BC-4341-A136-653206457060}"/>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58196" h="79891">
                <a:moveTo>
                  <a:pt x="58196" y="66686"/>
                </a:moveTo>
                <a:lnTo>
                  <a:pt x="55666" y="77690"/>
                </a:lnTo>
                <a:lnTo>
                  <a:pt x="49505" y="79891"/>
                </a:lnTo>
                <a:lnTo>
                  <a:pt x="20132" y="63274"/>
                </a:lnTo>
                <a:lnTo>
                  <a:pt x="0" y="20688"/>
                </a:lnTo>
                <a:lnTo>
                  <a:pt x="7041" y="0"/>
                </a:lnTo>
                <a:lnTo>
                  <a:pt x="26513" y="5942"/>
                </a:lnTo>
                <a:lnTo>
                  <a:pt x="43895" y="28171"/>
                </a:lnTo>
                <a:lnTo>
                  <a:pt x="58196" y="66686"/>
                </a:lnTo>
              </a:path>
            </a:pathLst>
          </a:custGeom>
          <a:noFill xmlns:a="http://schemas.openxmlformats.org/drawingml/2006/main"/>
          <a:ln xmlns:a="http://schemas.openxmlformats.org/drawingml/2006/main" w="3045">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FA305FEE-E2EB-4BC6-9963-33FF2B511739}"/>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52366" h="50950">
                <a:moveTo>
                  <a:pt x="28603" y="12655"/>
                </a:moveTo>
                <a:lnTo>
                  <a:pt x="37404" y="9574"/>
                </a:lnTo>
                <a:lnTo>
                  <a:pt x="31463" y="5062"/>
                </a:lnTo>
                <a:lnTo>
                  <a:pt x="36414" y="8033"/>
                </a:lnTo>
                <a:lnTo>
                  <a:pt x="49395" y="28501"/>
                </a:lnTo>
                <a:lnTo>
                  <a:pt x="52366" y="38955"/>
                </a:lnTo>
                <a:lnTo>
                  <a:pt x="43785" y="50950"/>
                </a:lnTo>
                <a:lnTo>
                  <a:pt x="37624" y="48529"/>
                </a:lnTo>
                <a:lnTo>
                  <a:pt x="43565" y="50509"/>
                </a:lnTo>
                <a:lnTo>
                  <a:pt x="50275" y="41706"/>
                </a:lnTo>
                <a:lnTo>
                  <a:pt x="48625" y="44127"/>
                </a:lnTo>
                <a:lnTo>
                  <a:pt x="26623" y="34333"/>
                </a:lnTo>
                <a:lnTo>
                  <a:pt x="26623" y="31252"/>
                </a:lnTo>
                <a:lnTo>
                  <a:pt x="28493" y="37524"/>
                </a:lnTo>
                <a:lnTo>
                  <a:pt x="17822" y="22449"/>
                </a:lnTo>
                <a:lnTo>
                  <a:pt x="23653" y="23879"/>
                </a:lnTo>
                <a:lnTo>
                  <a:pt x="26293" y="18927"/>
                </a:lnTo>
                <a:lnTo>
                  <a:pt x="17272" y="16286"/>
                </a:lnTo>
                <a:lnTo>
                  <a:pt x="13091" y="22118"/>
                </a:lnTo>
                <a:lnTo>
                  <a:pt x="0" y="6713"/>
                </a:lnTo>
                <a:lnTo>
                  <a:pt x="1320" y="990"/>
                </a:lnTo>
                <a:lnTo>
                  <a:pt x="11991" y="0"/>
                </a:lnTo>
                <a:lnTo>
                  <a:pt x="12541" y="3962"/>
                </a:lnTo>
                <a:lnTo>
                  <a:pt x="28603" y="12655"/>
                </a:lnTo>
              </a:path>
            </a:pathLst>
          </a:custGeom>
          <a:noFill xmlns:a="http://schemas.openxmlformats.org/drawingml/2006/main"/>
          <a:ln xmlns:a="http://schemas.openxmlformats.org/drawingml/2006/main" w="3045">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7D899E52-F79C-4661-923E-4D10596F6EA9}"/>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35314" h="35764">
                <a:moveTo>
                  <a:pt x="17052" y="0"/>
                </a:moveTo>
                <a:lnTo>
                  <a:pt x="31243" y="8693"/>
                </a:lnTo>
                <a:lnTo>
                  <a:pt x="35314" y="16947"/>
                </a:lnTo>
                <a:lnTo>
                  <a:pt x="33114" y="12765"/>
                </a:lnTo>
                <a:lnTo>
                  <a:pt x="28273" y="14416"/>
                </a:lnTo>
                <a:lnTo>
                  <a:pt x="18812" y="30812"/>
                </a:lnTo>
                <a:lnTo>
                  <a:pt x="22772" y="33343"/>
                </a:lnTo>
                <a:lnTo>
                  <a:pt x="9901" y="35764"/>
                </a:lnTo>
                <a:lnTo>
                  <a:pt x="0" y="23109"/>
                </a:lnTo>
                <a:lnTo>
                  <a:pt x="17052" y="0"/>
                </a:lnTo>
              </a:path>
            </a:pathLst>
          </a:custGeom>
          <a:noFill xmlns:a="http://schemas.openxmlformats.org/drawingml/2006/main"/>
          <a:ln xmlns:a="http://schemas.openxmlformats.org/drawingml/2006/main" w="3045">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A27E06F8-8A54-4CF7-ADEF-E253DAE10922}"/>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22112" h="25200">
                <a:moveTo>
                  <a:pt x="4731" y="0"/>
                </a:moveTo>
                <a:lnTo>
                  <a:pt x="16282" y="2641"/>
                </a:lnTo>
                <a:lnTo>
                  <a:pt x="22112" y="8693"/>
                </a:lnTo>
                <a:lnTo>
                  <a:pt x="9351" y="25200"/>
                </a:lnTo>
                <a:lnTo>
                  <a:pt x="990" y="16396"/>
                </a:lnTo>
                <a:lnTo>
                  <a:pt x="0" y="5502"/>
                </a:lnTo>
                <a:lnTo>
                  <a:pt x="770" y="9134"/>
                </a:lnTo>
                <a:lnTo>
                  <a:pt x="4731" y="5832"/>
                </a:lnTo>
                <a:lnTo>
                  <a:pt x="4731" y="0"/>
                </a:lnTo>
              </a:path>
            </a:pathLst>
          </a:custGeom>
          <a:noFill xmlns:a="http://schemas.openxmlformats.org/drawingml/2006/main"/>
          <a:ln xmlns:a="http://schemas.openxmlformats.org/drawingml/2006/main" w="3045">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26B80135-0EF1-437F-A0D7-8A327938A15C}"/>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65238" h="191143">
                <a:moveTo>
                  <a:pt x="162047" y="139314"/>
                </a:moveTo>
                <a:lnTo>
                  <a:pt x="165238" y="152629"/>
                </a:lnTo>
                <a:lnTo>
                  <a:pt x="160837" y="162532"/>
                </a:lnTo>
                <a:lnTo>
                  <a:pt x="130694" y="186302"/>
                </a:lnTo>
                <a:lnTo>
                  <a:pt x="108142" y="191143"/>
                </a:lnTo>
                <a:lnTo>
                  <a:pt x="88009" y="183991"/>
                </a:lnTo>
                <a:lnTo>
                  <a:pt x="66227" y="160001"/>
                </a:lnTo>
                <a:lnTo>
                  <a:pt x="44995" y="122037"/>
                </a:lnTo>
                <a:lnTo>
                  <a:pt x="25083" y="107071"/>
                </a:lnTo>
                <a:lnTo>
                  <a:pt x="23212" y="75049"/>
                </a:lnTo>
                <a:lnTo>
                  <a:pt x="2310" y="33233"/>
                </a:lnTo>
                <a:lnTo>
                  <a:pt x="0" y="14526"/>
                </a:lnTo>
                <a:lnTo>
                  <a:pt x="30143" y="0"/>
                </a:lnTo>
                <a:lnTo>
                  <a:pt x="42795" y="2311"/>
                </a:lnTo>
                <a:lnTo>
                  <a:pt x="96040" y="58873"/>
                </a:lnTo>
                <a:lnTo>
                  <a:pt x="162047" y="139314"/>
                </a:lnTo>
              </a:path>
            </a:pathLst>
          </a:custGeom>
          <a:noFill xmlns:a="http://schemas.openxmlformats.org/drawingml/2006/main"/>
          <a:ln xmlns:a="http://schemas.openxmlformats.org/drawingml/2006/main" w="3045">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FC49DD00-2863-4C22-A841-BAA8F25BB559}"/>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872833" h="1133326">
                <a:moveTo>
                  <a:pt x="494833" y="90785"/>
                </a:moveTo>
                <a:lnTo>
                  <a:pt x="503084" y="101569"/>
                </a:lnTo>
                <a:lnTo>
                  <a:pt x="513535" y="95957"/>
                </a:lnTo>
                <a:lnTo>
                  <a:pt x="540818" y="98708"/>
                </a:lnTo>
                <a:lnTo>
                  <a:pt x="600004" y="118956"/>
                </a:lnTo>
                <a:lnTo>
                  <a:pt x="622887" y="130290"/>
                </a:lnTo>
                <a:lnTo>
                  <a:pt x="623547" y="134252"/>
                </a:lnTo>
                <a:lnTo>
                  <a:pt x="626957" y="132051"/>
                </a:lnTo>
                <a:lnTo>
                  <a:pt x="668101" y="148227"/>
                </a:lnTo>
                <a:lnTo>
                  <a:pt x="699675" y="167814"/>
                </a:lnTo>
                <a:lnTo>
                  <a:pt x="756221" y="219534"/>
                </a:lnTo>
                <a:lnTo>
                  <a:pt x="785594" y="237361"/>
                </a:lnTo>
                <a:lnTo>
                  <a:pt x="835979" y="334749"/>
                </a:lnTo>
                <a:lnTo>
                  <a:pt x="835869" y="347624"/>
                </a:lnTo>
                <a:lnTo>
                  <a:pt x="819478" y="363910"/>
                </a:lnTo>
                <a:lnTo>
                  <a:pt x="820908" y="367321"/>
                </a:lnTo>
                <a:lnTo>
                  <a:pt x="852261" y="377445"/>
                </a:lnTo>
                <a:lnTo>
                  <a:pt x="870523" y="403085"/>
                </a:lnTo>
                <a:lnTo>
                  <a:pt x="872833" y="448312"/>
                </a:lnTo>
                <a:lnTo>
                  <a:pt x="864472" y="487928"/>
                </a:lnTo>
                <a:lnTo>
                  <a:pt x="844890" y="529964"/>
                </a:lnTo>
                <a:lnTo>
                  <a:pt x="795935" y="609854"/>
                </a:lnTo>
                <a:lnTo>
                  <a:pt x="774813" y="653761"/>
                </a:lnTo>
                <a:lnTo>
                  <a:pt x="737959" y="758522"/>
                </a:lnTo>
                <a:lnTo>
                  <a:pt x="720577" y="852608"/>
                </a:lnTo>
                <a:lnTo>
                  <a:pt x="721237" y="905648"/>
                </a:lnTo>
                <a:lnTo>
                  <a:pt x="730588" y="943503"/>
                </a:lnTo>
                <a:lnTo>
                  <a:pt x="770522" y="1018331"/>
                </a:lnTo>
                <a:lnTo>
                  <a:pt x="824868" y="1100863"/>
                </a:lnTo>
                <a:lnTo>
                  <a:pt x="823988" y="1119460"/>
                </a:lnTo>
                <a:lnTo>
                  <a:pt x="808806" y="1132885"/>
                </a:lnTo>
                <a:lnTo>
                  <a:pt x="795715" y="1133326"/>
                </a:lnTo>
                <a:lnTo>
                  <a:pt x="785594" y="1128154"/>
                </a:lnTo>
                <a:lnTo>
                  <a:pt x="257427" y="679511"/>
                </a:lnTo>
                <a:lnTo>
                  <a:pt x="137295" y="570349"/>
                </a:lnTo>
                <a:lnTo>
                  <a:pt x="95930" y="508505"/>
                </a:lnTo>
                <a:lnTo>
                  <a:pt x="79649" y="468340"/>
                </a:lnTo>
                <a:lnTo>
                  <a:pt x="70848" y="432796"/>
                </a:lnTo>
                <a:lnTo>
                  <a:pt x="81629" y="424213"/>
                </a:lnTo>
                <a:lnTo>
                  <a:pt x="174039" y="426854"/>
                </a:lnTo>
                <a:lnTo>
                  <a:pt x="196811" y="421462"/>
                </a:lnTo>
                <a:lnTo>
                  <a:pt x="213643" y="411778"/>
                </a:lnTo>
                <a:lnTo>
                  <a:pt x="225964" y="394502"/>
                </a:lnTo>
                <a:lnTo>
                  <a:pt x="224754" y="382617"/>
                </a:lnTo>
                <a:lnTo>
                  <a:pt x="213533" y="371833"/>
                </a:lnTo>
                <a:lnTo>
                  <a:pt x="211663" y="356977"/>
                </a:lnTo>
                <a:lnTo>
                  <a:pt x="231905" y="320883"/>
                </a:lnTo>
                <a:lnTo>
                  <a:pt x="215073" y="313070"/>
                </a:lnTo>
                <a:lnTo>
                  <a:pt x="196591" y="314831"/>
                </a:lnTo>
                <a:lnTo>
                  <a:pt x="170518" y="341681"/>
                </a:lnTo>
                <a:lnTo>
                  <a:pt x="146536" y="351365"/>
                </a:lnTo>
                <a:lnTo>
                  <a:pt x="57976" y="347293"/>
                </a:lnTo>
                <a:lnTo>
                  <a:pt x="43895" y="339150"/>
                </a:lnTo>
                <a:lnTo>
                  <a:pt x="34544" y="327376"/>
                </a:lnTo>
                <a:lnTo>
                  <a:pt x="1980" y="240773"/>
                </a:lnTo>
                <a:lnTo>
                  <a:pt x="0" y="199067"/>
                </a:lnTo>
                <a:lnTo>
                  <a:pt x="18372" y="160992"/>
                </a:lnTo>
                <a:lnTo>
                  <a:pt x="133884" y="56782"/>
                </a:lnTo>
                <a:lnTo>
                  <a:pt x="169308" y="37745"/>
                </a:lnTo>
                <a:lnTo>
                  <a:pt x="300662" y="1210"/>
                </a:lnTo>
                <a:lnTo>
                  <a:pt x="344117" y="0"/>
                </a:lnTo>
                <a:lnTo>
                  <a:pt x="381081" y="10674"/>
                </a:lnTo>
                <a:lnTo>
                  <a:pt x="414634" y="60743"/>
                </a:lnTo>
                <a:lnTo>
                  <a:pt x="489442" y="74829"/>
                </a:lnTo>
                <a:lnTo>
                  <a:pt x="497693" y="81431"/>
                </a:lnTo>
                <a:lnTo>
                  <a:pt x="494833" y="90785"/>
                </a:lnTo>
              </a:path>
            </a:pathLst>
          </a:custGeom>
          <a:noFill xmlns:a="http://schemas.openxmlformats.org/drawingml/2006/main"/>
          <a:ln xmlns:a="http://schemas.openxmlformats.org/drawingml/2006/main" w="3045">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B01F5DF9-42E8-4568-A740-452039B2A760}"/>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115072" h="106301">
                <a:moveTo>
                  <a:pt x="32563" y="6713"/>
                </a:moveTo>
                <a:lnTo>
                  <a:pt x="60506" y="43577"/>
                </a:lnTo>
                <a:lnTo>
                  <a:pt x="104621" y="57772"/>
                </a:lnTo>
                <a:lnTo>
                  <a:pt x="115072" y="96177"/>
                </a:lnTo>
                <a:lnTo>
                  <a:pt x="110562" y="105641"/>
                </a:lnTo>
                <a:lnTo>
                  <a:pt x="104621" y="106301"/>
                </a:lnTo>
                <a:lnTo>
                  <a:pt x="90320" y="94086"/>
                </a:lnTo>
                <a:lnTo>
                  <a:pt x="8361" y="14085"/>
                </a:lnTo>
                <a:lnTo>
                  <a:pt x="0" y="0"/>
                </a:lnTo>
                <a:lnTo>
                  <a:pt x="32563" y="6713"/>
                </a:lnTo>
              </a:path>
            </a:pathLst>
          </a:custGeom>
          <a:noFill xmlns:a="http://schemas.openxmlformats.org/drawingml/2006/main"/>
          <a:ln xmlns:a="http://schemas.openxmlformats.org/drawingml/2006/main" w="3045">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173B2FC2-104F-4F57-8CB6-AFBC49F50C0F}"/>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265128" h="318352">
                <a:moveTo>
                  <a:pt x="25853" y="45998"/>
                </a:moveTo>
                <a:lnTo>
                  <a:pt x="42575" y="47978"/>
                </a:lnTo>
                <a:lnTo>
                  <a:pt x="37074" y="59533"/>
                </a:lnTo>
                <a:lnTo>
                  <a:pt x="42465" y="78900"/>
                </a:lnTo>
                <a:lnTo>
                  <a:pt x="35094" y="81101"/>
                </a:lnTo>
                <a:lnTo>
                  <a:pt x="46975" y="77470"/>
                </a:lnTo>
                <a:lnTo>
                  <a:pt x="48955" y="80881"/>
                </a:lnTo>
                <a:lnTo>
                  <a:pt x="53576" y="74939"/>
                </a:lnTo>
                <a:lnTo>
                  <a:pt x="57866" y="80331"/>
                </a:lnTo>
                <a:lnTo>
                  <a:pt x="52256" y="95077"/>
                </a:lnTo>
                <a:lnTo>
                  <a:pt x="58966" y="99478"/>
                </a:lnTo>
                <a:lnTo>
                  <a:pt x="43895" y="108392"/>
                </a:lnTo>
                <a:lnTo>
                  <a:pt x="35204" y="102229"/>
                </a:lnTo>
                <a:lnTo>
                  <a:pt x="32673" y="104320"/>
                </a:lnTo>
                <a:lnTo>
                  <a:pt x="43235" y="109382"/>
                </a:lnTo>
                <a:lnTo>
                  <a:pt x="61387" y="102229"/>
                </a:lnTo>
                <a:lnTo>
                  <a:pt x="53466" y="109492"/>
                </a:lnTo>
                <a:lnTo>
                  <a:pt x="63697" y="108062"/>
                </a:lnTo>
                <a:lnTo>
                  <a:pt x="61277" y="122257"/>
                </a:lnTo>
                <a:lnTo>
                  <a:pt x="65237" y="111363"/>
                </a:lnTo>
                <a:lnTo>
                  <a:pt x="91420" y="99918"/>
                </a:lnTo>
                <a:lnTo>
                  <a:pt x="105831" y="98488"/>
                </a:lnTo>
                <a:lnTo>
                  <a:pt x="136085" y="106191"/>
                </a:lnTo>
                <a:lnTo>
                  <a:pt x="171838" y="87484"/>
                </a:lnTo>
                <a:lnTo>
                  <a:pt x="194061" y="80881"/>
                </a:lnTo>
                <a:lnTo>
                  <a:pt x="194061" y="76369"/>
                </a:lnTo>
                <a:lnTo>
                  <a:pt x="250497" y="75489"/>
                </a:lnTo>
                <a:lnTo>
                  <a:pt x="262708" y="125888"/>
                </a:lnTo>
                <a:lnTo>
                  <a:pt x="265128" y="169905"/>
                </a:lnTo>
                <a:lnTo>
                  <a:pt x="260728" y="187402"/>
                </a:lnTo>
                <a:lnTo>
                  <a:pt x="245986" y="205449"/>
                </a:lnTo>
                <a:lnTo>
                  <a:pt x="204072" y="228338"/>
                </a:lnTo>
                <a:lnTo>
                  <a:pt x="194391" y="274445"/>
                </a:lnTo>
                <a:lnTo>
                  <a:pt x="169528" y="298655"/>
                </a:lnTo>
                <a:lnTo>
                  <a:pt x="146866" y="313621"/>
                </a:lnTo>
                <a:lnTo>
                  <a:pt x="122003" y="318352"/>
                </a:lnTo>
                <a:lnTo>
                  <a:pt x="97470" y="310319"/>
                </a:lnTo>
                <a:lnTo>
                  <a:pt x="32453" y="244734"/>
                </a:lnTo>
                <a:lnTo>
                  <a:pt x="31573" y="230759"/>
                </a:lnTo>
                <a:lnTo>
                  <a:pt x="60286" y="195215"/>
                </a:lnTo>
                <a:lnTo>
                  <a:pt x="67217" y="172656"/>
                </a:lnTo>
                <a:lnTo>
                  <a:pt x="62047" y="147237"/>
                </a:lnTo>
                <a:lnTo>
                  <a:pt x="56766" y="155710"/>
                </a:lnTo>
                <a:lnTo>
                  <a:pt x="54346" y="147127"/>
                </a:lnTo>
                <a:lnTo>
                  <a:pt x="43125" y="143935"/>
                </a:lnTo>
                <a:lnTo>
                  <a:pt x="54456" y="148887"/>
                </a:lnTo>
                <a:lnTo>
                  <a:pt x="55006" y="158131"/>
                </a:lnTo>
                <a:lnTo>
                  <a:pt x="43895" y="168365"/>
                </a:lnTo>
                <a:lnTo>
                  <a:pt x="35864" y="157140"/>
                </a:lnTo>
                <a:lnTo>
                  <a:pt x="33554" y="166604"/>
                </a:lnTo>
                <a:lnTo>
                  <a:pt x="22002" y="178379"/>
                </a:lnTo>
                <a:lnTo>
                  <a:pt x="8361" y="155490"/>
                </a:lnTo>
                <a:lnTo>
                  <a:pt x="0" y="122477"/>
                </a:lnTo>
                <a:lnTo>
                  <a:pt x="4290" y="92215"/>
                </a:lnTo>
                <a:lnTo>
                  <a:pt x="12541" y="81541"/>
                </a:lnTo>
                <a:lnTo>
                  <a:pt x="17162" y="56562"/>
                </a:lnTo>
                <a:lnTo>
                  <a:pt x="12541" y="550"/>
                </a:lnTo>
                <a:lnTo>
                  <a:pt x="15732" y="0"/>
                </a:lnTo>
                <a:lnTo>
                  <a:pt x="25853" y="45998"/>
                </a:lnTo>
              </a:path>
            </a:pathLst>
          </a:custGeom>
          <a:noFill xmlns:a="http://schemas.openxmlformats.org/drawingml/2006/main"/>
          <a:ln xmlns:a="http://schemas.openxmlformats.org/drawingml/2006/main" w="3045">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C6E18E67-4A41-4F14-BE2E-35737761A4D7}"/>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291971" h="119176">
                <a:moveTo>
                  <a:pt x="172168" y="220"/>
                </a:moveTo>
                <a:lnTo>
                  <a:pt x="195711" y="7483"/>
                </a:lnTo>
                <a:lnTo>
                  <a:pt x="180969" y="3081"/>
                </a:lnTo>
                <a:lnTo>
                  <a:pt x="177669" y="13425"/>
                </a:lnTo>
                <a:lnTo>
                  <a:pt x="188230" y="29932"/>
                </a:lnTo>
                <a:lnTo>
                  <a:pt x="200221" y="36974"/>
                </a:lnTo>
                <a:lnTo>
                  <a:pt x="219253" y="34993"/>
                </a:lnTo>
                <a:lnTo>
                  <a:pt x="234985" y="24209"/>
                </a:lnTo>
                <a:lnTo>
                  <a:pt x="236635" y="21458"/>
                </a:lnTo>
                <a:lnTo>
                  <a:pt x="230915" y="18047"/>
                </a:lnTo>
                <a:lnTo>
                  <a:pt x="244006" y="24870"/>
                </a:lnTo>
                <a:lnTo>
                  <a:pt x="258748" y="59753"/>
                </a:lnTo>
                <a:lnTo>
                  <a:pt x="251817" y="43247"/>
                </a:lnTo>
                <a:lnTo>
                  <a:pt x="243016" y="40606"/>
                </a:lnTo>
                <a:lnTo>
                  <a:pt x="230475" y="45998"/>
                </a:lnTo>
                <a:lnTo>
                  <a:pt x="222994" y="59533"/>
                </a:lnTo>
                <a:lnTo>
                  <a:pt x="234435" y="71527"/>
                </a:lnTo>
                <a:lnTo>
                  <a:pt x="247966" y="72958"/>
                </a:lnTo>
                <a:lnTo>
                  <a:pt x="269859" y="89134"/>
                </a:lnTo>
                <a:lnTo>
                  <a:pt x="278220" y="87374"/>
                </a:lnTo>
                <a:lnTo>
                  <a:pt x="273599" y="81101"/>
                </a:lnTo>
                <a:lnTo>
                  <a:pt x="291971" y="107731"/>
                </a:lnTo>
                <a:lnTo>
                  <a:pt x="271179" y="110262"/>
                </a:lnTo>
                <a:lnTo>
                  <a:pt x="275029" y="104210"/>
                </a:lnTo>
                <a:lnTo>
                  <a:pt x="270959" y="97828"/>
                </a:lnTo>
                <a:lnTo>
                  <a:pt x="249837" y="92766"/>
                </a:lnTo>
                <a:lnTo>
                  <a:pt x="248297" y="112353"/>
                </a:lnTo>
                <a:lnTo>
                  <a:pt x="261278" y="110813"/>
                </a:lnTo>
                <a:lnTo>
                  <a:pt x="217713" y="119176"/>
                </a:lnTo>
                <a:lnTo>
                  <a:pt x="176899" y="110813"/>
                </a:lnTo>
                <a:lnTo>
                  <a:pt x="107371" y="118626"/>
                </a:lnTo>
                <a:lnTo>
                  <a:pt x="7371" y="101899"/>
                </a:lnTo>
                <a:lnTo>
                  <a:pt x="0" y="94746"/>
                </a:lnTo>
                <a:lnTo>
                  <a:pt x="3850" y="83962"/>
                </a:lnTo>
                <a:lnTo>
                  <a:pt x="39164" y="61844"/>
                </a:lnTo>
                <a:lnTo>
                  <a:pt x="74258" y="23329"/>
                </a:lnTo>
                <a:lnTo>
                  <a:pt x="154126" y="0"/>
                </a:lnTo>
                <a:lnTo>
                  <a:pt x="172168" y="220"/>
                </a:lnTo>
              </a:path>
            </a:pathLst>
          </a:custGeom>
          <a:noFill xmlns:a="http://schemas.openxmlformats.org/drawingml/2006/main"/>
          <a:ln xmlns:a="http://schemas.openxmlformats.org/drawingml/2006/main" w="3045">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91BBA6D0-E038-426B-A98A-2ADDAA2FF42B}"/>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342247" h="135352">
                <a:moveTo>
                  <a:pt x="119583" y="13645"/>
                </a:moveTo>
                <a:lnTo>
                  <a:pt x="162927" y="33233"/>
                </a:lnTo>
                <a:lnTo>
                  <a:pt x="168208" y="21348"/>
                </a:lnTo>
                <a:lnTo>
                  <a:pt x="184820" y="8473"/>
                </a:lnTo>
                <a:lnTo>
                  <a:pt x="195051" y="7043"/>
                </a:lnTo>
                <a:lnTo>
                  <a:pt x="199891" y="11664"/>
                </a:lnTo>
                <a:lnTo>
                  <a:pt x="216613" y="62614"/>
                </a:lnTo>
                <a:lnTo>
                  <a:pt x="222004" y="67126"/>
                </a:lnTo>
                <a:lnTo>
                  <a:pt x="263368" y="82862"/>
                </a:lnTo>
                <a:lnTo>
                  <a:pt x="277670" y="78680"/>
                </a:lnTo>
                <a:lnTo>
                  <a:pt x="303742" y="80001"/>
                </a:lnTo>
                <a:lnTo>
                  <a:pt x="331245" y="95957"/>
                </a:lnTo>
                <a:lnTo>
                  <a:pt x="342247" y="108612"/>
                </a:lnTo>
                <a:lnTo>
                  <a:pt x="321564" y="135352"/>
                </a:lnTo>
                <a:lnTo>
                  <a:pt x="265788" y="133041"/>
                </a:lnTo>
                <a:lnTo>
                  <a:pt x="213423" y="121597"/>
                </a:lnTo>
                <a:lnTo>
                  <a:pt x="137075" y="81982"/>
                </a:lnTo>
                <a:lnTo>
                  <a:pt x="61497" y="65475"/>
                </a:lnTo>
                <a:lnTo>
                  <a:pt x="33004" y="65695"/>
                </a:lnTo>
                <a:lnTo>
                  <a:pt x="5391" y="48749"/>
                </a:lnTo>
                <a:lnTo>
                  <a:pt x="0" y="35103"/>
                </a:lnTo>
                <a:lnTo>
                  <a:pt x="3740" y="26410"/>
                </a:lnTo>
                <a:lnTo>
                  <a:pt x="40374" y="6272"/>
                </a:lnTo>
                <a:lnTo>
                  <a:pt x="72828" y="0"/>
                </a:lnTo>
                <a:lnTo>
                  <a:pt x="106161" y="3631"/>
                </a:lnTo>
                <a:lnTo>
                  <a:pt x="119583" y="13645"/>
                </a:lnTo>
              </a:path>
            </a:pathLst>
          </a:custGeom>
          <a:noFill xmlns:a="http://schemas.openxmlformats.org/drawingml/2006/main"/>
          <a:ln xmlns:a="http://schemas.openxmlformats.org/drawingml/2006/main" w="3045">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CF451573-87D5-4947-A576-A0CE3E7D08AF}"/>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213973" h="179479">
                <a:moveTo>
                  <a:pt x="17602" y="0"/>
                </a:moveTo>
                <a:lnTo>
                  <a:pt x="59516" y="7483"/>
                </a:lnTo>
                <a:lnTo>
                  <a:pt x="107812" y="48199"/>
                </a:lnTo>
                <a:lnTo>
                  <a:pt x="119583" y="68116"/>
                </a:lnTo>
                <a:lnTo>
                  <a:pt x="128384" y="73068"/>
                </a:lnTo>
                <a:lnTo>
                  <a:pt x="132894" y="66576"/>
                </a:lnTo>
                <a:lnTo>
                  <a:pt x="137405" y="70647"/>
                </a:lnTo>
                <a:lnTo>
                  <a:pt x="134984" y="73398"/>
                </a:lnTo>
                <a:lnTo>
                  <a:pt x="143895" y="81541"/>
                </a:lnTo>
                <a:lnTo>
                  <a:pt x="146536" y="79230"/>
                </a:lnTo>
                <a:lnTo>
                  <a:pt x="153246" y="85723"/>
                </a:lnTo>
                <a:lnTo>
                  <a:pt x="150716" y="88254"/>
                </a:lnTo>
                <a:lnTo>
                  <a:pt x="158967" y="96397"/>
                </a:lnTo>
                <a:lnTo>
                  <a:pt x="162157" y="93426"/>
                </a:lnTo>
                <a:lnTo>
                  <a:pt x="186580" y="119506"/>
                </a:lnTo>
                <a:lnTo>
                  <a:pt x="192411" y="128309"/>
                </a:lnTo>
                <a:lnTo>
                  <a:pt x="189000" y="140854"/>
                </a:lnTo>
                <a:lnTo>
                  <a:pt x="198461" y="144926"/>
                </a:lnTo>
                <a:lnTo>
                  <a:pt x="213973" y="174197"/>
                </a:lnTo>
                <a:lnTo>
                  <a:pt x="213093" y="179479"/>
                </a:lnTo>
                <a:lnTo>
                  <a:pt x="183610" y="171666"/>
                </a:lnTo>
                <a:lnTo>
                  <a:pt x="150166" y="170015"/>
                </a:lnTo>
                <a:lnTo>
                  <a:pt x="142135" y="139314"/>
                </a:lnTo>
                <a:lnTo>
                  <a:pt x="122773" y="121377"/>
                </a:lnTo>
                <a:lnTo>
                  <a:pt x="82509" y="105971"/>
                </a:lnTo>
                <a:lnTo>
                  <a:pt x="36964" y="101459"/>
                </a:lnTo>
                <a:lnTo>
                  <a:pt x="11991" y="87043"/>
                </a:lnTo>
                <a:lnTo>
                  <a:pt x="0" y="16947"/>
                </a:lnTo>
                <a:lnTo>
                  <a:pt x="5611" y="13755"/>
                </a:lnTo>
                <a:lnTo>
                  <a:pt x="4951" y="5612"/>
                </a:lnTo>
                <a:lnTo>
                  <a:pt x="17602" y="0"/>
                </a:lnTo>
              </a:path>
            </a:pathLst>
          </a:custGeom>
          <a:noFill xmlns:a="http://schemas.openxmlformats.org/drawingml/2006/main"/>
          <a:ln xmlns:a="http://schemas.openxmlformats.org/drawingml/2006/main" w="3045">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50C1028B-51AB-4916-9534-718A7CEA3D30}"/>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59957" h="133811">
                <a:moveTo>
                  <a:pt x="106381" y="0"/>
                </a:moveTo>
                <a:lnTo>
                  <a:pt x="132564" y="2531"/>
                </a:lnTo>
                <a:lnTo>
                  <a:pt x="136305" y="9134"/>
                </a:lnTo>
                <a:lnTo>
                  <a:pt x="118593" y="14526"/>
                </a:lnTo>
                <a:lnTo>
                  <a:pt x="116722" y="20138"/>
                </a:lnTo>
                <a:lnTo>
                  <a:pt x="130034" y="11334"/>
                </a:lnTo>
                <a:lnTo>
                  <a:pt x="142795" y="12765"/>
                </a:lnTo>
                <a:lnTo>
                  <a:pt x="159297" y="40275"/>
                </a:lnTo>
                <a:lnTo>
                  <a:pt x="150936" y="47538"/>
                </a:lnTo>
                <a:lnTo>
                  <a:pt x="151816" y="51060"/>
                </a:lnTo>
                <a:lnTo>
                  <a:pt x="153686" y="47318"/>
                </a:lnTo>
                <a:lnTo>
                  <a:pt x="159957" y="47868"/>
                </a:lnTo>
                <a:lnTo>
                  <a:pt x="157867" y="61404"/>
                </a:lnTo>
                <a:lnTo>
                  <a:pt x="146206" y="58763"/>
                </a:lnTo>
                <a:lnTo>
                  <a:pt x="133334" y="68886"/>
                </a:lnTo>
                <a:lnTo>
                  <a:pt x="122553" y="43467"/>
                </a:lnTo>
                <a:lnTo>
                  <a:pt x="122333" y="50179"/>
                </a:lnTo>
                <a:lnTo>
                  <a:pt x="132124" y="63164"/>
                </a:lnTo>
                <a:lnTo>
                  <a:pt x="128714" y="70207"/>
                </a:lnTo>
                <a:lnTo>
                  <a:pt x="122333" y="57442"/>
                </a:lnTo>
                <a:lnTo>
                  <a:pt x="112872" y="54581"/>
                </a:lnTo>
                <a:lnTo>
                  <a:pt x="104291" y="58542"/>
                </a:lnTo>
                <a:lnTo>
                  <a:pt x="113642" y="55241"/>
                </a:lnTo>
                <a:lnTo>
                  <a:pt x="122113" y="58212"/>
                </a:lnTo>
                <a:lnTo>
                  <a:pt x="126624" y="67016"/>
                </a:lnTo>
                <a:lnTo>
                  <a:pt x="123213" y="97828"/>
                </a:lnTo>
                <a:lnTo>
                  <a:pt x="107702" y="96727"/>
                </a:lnTo>
                <a:lnTo>
                  <a:pt x="90760" y="106301"/>
                </a:lnTo>
                <a:lnTo>
                  <a:pt x="84489" y="99148"/>
                </a:lnTo>
                <a:lnTo>
                  <a:pt x="78988" y="99148"/>
                </a:lnTo>
                <a:lnTo>
                  <a:pt x="52806" y="115214"/>
                </a:lnTo>
                <a:lnTo>
                  <a:pt x="53576" y="118626"/>
                </a:lnTo>
                <a:lnTo>
                  <a:pt x="44005" y="121267"/>
                </a:lnTo>
                <a:lnTo>
                  <a:pt x="39164" y="115764"/>
                </a:lnTo>
                <a:lnTo>
                  <a:pt x="20902" y="133811"/>
                </a:lnTo>
                <a:lnTo>
                  <a:pt x="24643" y="125558"/>
                </a:lnTo>
                <a:lnTo>
                  <a:pt x="19362" y="102009"/>
                </a:lnTo>
                <a:lnTo>
                  <a:pt x="7701" y="67676"/>
                </a:lnTo>
                <a:lnTo>
                  <a:pt x="0" y="63274"/>
                </a:lnTo>
                <a:lnTo>
                  <a:pt x="880" y="57662"/>
                </a:lnTo>
                <a:lnTo>
                  <a:pt x="45105" y="51170"/>
                </a:lnTo>
                <a:lnTo>
                  <a:pt x="56656" y="60193"/>
                </a:lnTo>
                <a:lnTo>
                  <a:pt x="59626" y="57992"/>
                </a:lnTo>
                <a:lnTo>
                  <a:pt x="53796" y="44127"/>
                </a:lnTo>
                <a:lnTo>
                  <a:pt x="72388" y="12325"/>
                </a:lnTo>
                <a:lnTo>
                  <a:pt x="88009" y="3411"/>
                </a:lnTo>
                <a:lnTo>
                  <a:pt x="106381" y="0"/>
                </a:lnTo>
              </a:path>
            </a:pathLst>
          </a:custGeom>
          <a:noFill xmlns:a="http://schemas.openxmlformats.org/drawingml/2006/main"/>
          <a:ln xmlns:a="http://schemas.openxmlformats.org/drawingml/2006/main" w="3045">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EAD3CC53-1BB2-42F9-986F-934E3C8FCFBC}"/>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145766" h="109712">
                <a:moveTo>
                  <a:pt x="50935" y="0"/>
                </a:moveTo>
                <a:lnTo>
                  <a:pt x="69527" y="8143"/>
                </a:lnTo>
                <a:lnTo>
                  <a:pt x="73818" y="17717"/>
                </a:lnTo>
                <a:lnTo>
                  <a:pt x="93840" y="9023"/>
                </a:lnTo>
                <a:lnTo>
                  <a:pt x="92300" y="26520"/>
                </a:lnTo>
                <a:lnTo>
                  <a:pt x="95050" y="8803"/>
                </a:lnTo>
                <a:lnTo>
                  <a:pt x="103961" y="6603"/>
                </a:lnTo>
                <a:lnTo>
                  <a:pt x="124313" y="13425"/>
                </a:lnTo>
                <a:lnTo>
                  <a:pt x="129264" y="22999"/>
                </a:lnTo>
                <a:lnTo>
                  <a:pt x="132234" y="19477"/>
                </a:lnTo>
                <a:lnTo>
                  <a:pt x="145766" y="22229"/>
                </a:lnTo>
                <a:lnTo>
                  <a:pt x="145105" y="33673"/>
                </a:lnTo>
                <a:lnTo>
                  <a:pt x="134654" y="47868"/>
                </a:lnTo>
                <a:lnTo>
                  <a:pt x="120463" y="40606"/>
                </a:lnTo>
                <a:lnTo>
                  <a:pt x="113972" y="45998"/>
                </a:lnTo>
                <a:lnTo>
                  <a:pt x="122553" y="43907"/>
                </a:lnTo>
                <a:lnTo>
                  <a:pt x="127394" y="49849"/>
                </a:lnTo>
                <a:lnTo>
                  <a:pt x="125193" y="68336"/>
                </a:lnTo>
                <a:lnTo>
                  <a:pt x="120903" y="71748"/>
                </a:lnTo>
                <a:lnTo>
                  <a:pt x="125633" y="100689"/>
                </a:lnTo>
                <a:lnTo>
                  <a:pt x="108252" y="109712"/>
                </a:lnTo>
                <a:lnTo>
                  <a:pt x="93620" y="107401"/>
                </a:lnTo>
                <a:lnTo>
                  <a:pt x="77338" y="96727"/>
                </a:lnTo>
                <a:lnTo>
                  <a:pt x="72278" y="102449"/>
                </a:lnTo>
                <a:lnTo>
                  <a:pt x="63367" y="102229"/>
                </a:lnTo>
                <a:lnTo>
                  <a:pt x="42245" y="77250"/>
                </a:lnTo>
                <a:lnTo>
                  <a:pt x="31903" y="46328"/>
                </a:lnTo>
                <a:lnTo>
                  <a:pt x="23212" y="40386"/>
                </a:lnTo>
                <a:lnTo>
                  <a:pt x="16392" y="42476"/>
                </a:lnTo>
                <a:lnTo>
                  <a:pt x="990" y="37304"/>
                </a:lnTo>
                <a:lnTo>
                  <a:pt x="0" y="28941"/>
                </a:lnTo>
                <a:lnTo>
                  <a:pt x="14522" y="11885"/>
                </a:lnTo>
                <a:lnTo>
                  <a:pt x="21012" y="14856"/>
                </a:lnTo>
                <a:lnTo>
                  <a:pt x="34984" y="1100"/>
                </a:lnTo>
                <a:lnTo>
                  <a:pt x="38394" y="6603"/>
                </a:lnTo>
                <a:lnTo>
                  <a:pt x="39494" y="2311"/>
                </a:lnTo>
                <a:lnTo>
                  <a:pt x="50935" y="0"/>
                </a:lnTo>
              </a:path>
            </a:pathLst>
          </a:custGeom>
          <a:noFill xmlns:a="http://schemas.openxmlformats.org/drawingml/2006/main"/>
          <a:ln xmlns:a="http://schemas.openxmlformats.org/drawingml/2006/main" w="3045">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75F3C78B-B4EA-42EE-ACB4-8AA0E9E89530}"/>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105061" h="111803">
                <a:moveTo>
                  <a:pt x="13201" y="3081"/>
                </a:moveTo>
                <a:lnTo>
                  <a:pt x="38504" y="26850"/>
                </a:lnTo>
                <a:lnTo>
                  <a:pt x="52586" y="32132"/>
                </a:lnTo>
                <a:lnTo>
                  <a:pt x="72278" y="66686"/>
                </a:lnTo>
                <a:lnTo>
                  <a:pt x="104511" y="99368"/>
                </a:lnTo>
                <a:lnTo>
                  <a:pt x="105061" y="111803"/>
                </a:lnTo>
                <a:lnTo>
                  <a:pt x="72608" y="103440"/>
                </a:lnTo>
                <a:lnTo>
                  <a:pt x="18702" y="69437"/>
                </a:lnTo>
                <a:lnTo>
                  <a:pt x="770" y="32132"/>
                </a:lnTo>
                <a:lnTo>
                  <a:pt x="0" y="2971"/>
                </a:lnTo>
                <a:lnTo>
                  <a:pt x="6381" y="0"/>
                </a:lnTo>
                <a:lnTo>
                  <a:pt x="13201" y="3081"/>
                </a:lnTo>
              </a:path>
            </a:pathLst>
          </a:custGeom>
          <a:noFill xmlns:a="http://schemas.openxmlformats.org/drawingml/2006/main"/>
          <a:ln xmlns:a="http://schemas.openxmlformats.org/drawingml/2006/main" w="3045">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C191CE00-2C35-4DC8-A9A4-78CDF5A8518B}"/>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40374" h="58763">
                <a:moveTo>
                  <a:pt x="7151" y="0"/>
                </a:moveTo>
                <a:lnTo>
                  <a:pt x="18592" y="3741"/>
                </a:lnTo>
                <a:lnTo>
                  <a:pt x="3740" y="1210"/>
                </a:lnTo>
                <a:lnTo>
                  <a:pt x="8911" y="22559"/>
                </a:lnTo>
                <a:lnTo>
                  <a:pt x="38064" y="27841"/>
                </a:lnTo>
                <a:lnTo>
                  <a:pt x="28933" y="45558"/>
                </a:lnTo>
                <a:lnTo>
                  <a:pt x="40374" y="53260"/>
                </a:lnTo>
                <a:lnTo>
                  <a:pt x="21122" y="58763"/>
                </a:lnTo>
                <a:lnTo>
                  <a:pt x="2090" y="44677"/>
                </a:lnTo>
                <a:lnTo>
                  <a:pt x="11111" y="48088"/>
                </a:lnTo>
                <a:lnTo>
                  <a:pt x="14412" y="42256"/>
                </a:lnTo>
                <a:lnTo>
                  <a:pt x="6821" y="30482"/>
                </a:lnTo>
                <a:lnTo>
                  <a:pt x="2640" y="30262"/>
                </a:lnTo>
                <a:lnTo>
                  <a:pt x="0" y="36534"/>
                </a:lnTo>
                <a:lnTo>
                  <a:pt x="5391" y="19257"/>
                </a:lnTo>
                <a:lnTo>
                  <a:pt x="990" y="3191"/>
                </a:lnTo>
                <a:lnTo>
                  <a:pt x="7151" y="0"/>
                </a:lnTo>
              </a:path>
            </a:pathLst>
          </a:custGeom>
          <a:noFill xmlns:a="http://schemas.openxmlformats.org/drawingml/2006/main"/>
          <a:ln xmlns:a="http://schemas.openxmlformats.org/drawingml/2006/main" w="3045">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D18A98A2-0125-4A60-991A-204FE4686C5B}"/>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38724" h="10234">
                <a:moveTo>
                  <a:pt x="20792" y="0"/>
                </a:moveTo>
                <a:lnTo>
                  <a:pt x="38724" y="0"/>
                </a:lnTo>
                <a:lnTo>
                  <a:pt x="38724" y="10234"/>
                </a:lnTo>
                <a:lnTo>
                  <a:pt x="0" y="10234"/>
                </a:lnTo>
                <a:lnTo>
                  <a:pt x="0" y="0"/>
                </a:lnTo>
                <a:lnTo>
                  <a:pt x="20792" y="0"/>
                </a:lnTo>
              </a:path>
            </a:pathLst>
          </a:custGeom>
          <a:noFill xmlns:a="http://schemas.openxmlformats.org/drawingml/2006/main"/>
          <a:ln xmlns:a="http://schemas.openxmlformats.org/drawingml/2006/main" w="3045">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9890774E-369A-4D6A-ADDF-F64343FD66E5}"/>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51926" h="47538">
                <a:moveTo>
                  <a:pt x="33334" y="16616"/>
                </a:moveTo>
                <a:lnTo>
                  <a:pt x="51926" y="33893"/>
                </a:lnTo>
                <a:lnTo>
                  <a:pt x="44445" y="26630"/>
                </a:lnTo>
                <a:lnTo>
                  <a:pt x="39494" y="35544"/>
                </a:lnTo>
                <a:lnTo>
                  <a:pt x="40484" y="43247"/>
                </a:lnTo>
                <a:lnTo>
                  <a:pt x="51265" y="40496"/>
                </a:lnTo>
                <a:lnTo>
                  <a:pt x="22332" y="47538"/>
                </a:lnTo>
                <a:lnTo>
                  <a:pt x="33114" y="42036"/>
                </a:lnTo>
                <a:lnTo>
                  <a:pt x="25413" y="17827"/>
                </a:lnTo>
                <a:lnTo>
                  <a:pt x="0" y="0"/>
                </a:lnTo>
                <a:lnTo>
                  <a:pt x="33334" y="16616"/>
                </a:lnTo>
              </a:path>
            </a:pathLst>
          </a:custGeom>
          <a:noFill xmlns:a="http://schemas.openxmlformats.org/drawingml/2006/main"/>
          <a:ln xmlns:a="http://schemas.openxmlformats.org/drawingml/2006/main" w="3045">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B70BF8F9-DD7F-4311-BB31-3188B1C7B630}"/>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25633" h="26740">
                <a:moveTo>
                  <a:pt x="14082" y="25200"/>
                </a:moveTo>
                <a:lnTo>
                  <a:pt x="5611" y="26740"/>
                </a:lnTo>
                <a:lnTo>
                  <a:pt x="0" y="22889"/>
                </a:lnTo>
                <a:lnTo>
                  <a:pt x="7041" y="17717"/>
                </a:lnTo>
                <a:lnTo>
                  <a:pt x="8801" y="9684"/>
                </a:lnTo>
                <a:lnTo>
                  <a:pt x="25633" y="0"/>
                </a:lnTo>
                <a:lnTo>
                  <a:pt x="14082" y="25200"/>
                </a:lnTo>
              </a:path>
            </a:pathLst>
          </a:custGeom>
          <a:noFill xmlns:a="http://schemas.openxmlformats.org/drawingml/2006/main"/>
          <a:ln xmlns:a="http://schemas.openxmlformats.org/drawingml/2006/main" w="3045">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CEC9713A-9954-4B15-8082-56C84AB9BEB9}"/>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7822" h="26740">
                <a:moveTo>
                  <a:pt x="9241" y="26740"/>
                </a:moveTo>
                <a:lnTo>
                  <a:pt x="0" y="23769"/>
                </a:lnTo>
                <a:lnTo>
                  <a:pt x="10561" y="0"/>
                </a:lnTo>
                <a:lnTo>
                  <a:pt x="17822" y="14416"/>
                </a:lnTo>
                <a:lnTo>
                  <a:pt x="17492" y="20138"/>
                </a:lnTo>
                <a:lnTo>
                  <a:pt x="9241" y="26740"/>
                </a:lnTo>
              </a:path>
            </a:pathLst>
          </a:custGeom>
          <a:noFill xmlns:a="http://schemas.openxmlformats.org/drawingml/2006/main"/>
          <a:ln xmlns:a="http://schemas.openxmlformats.org/drawingml/2006/main" w="3045">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4BEAE325-05E9-45AE-9661-01B07D29425D}"/>
              </a:ext>
            </a:extLst>
          </p:cNvPr>
          <p:cNvSpPr>
            <a:spLocks xmlns:a="http://schemas.openxmlformats.org/drawingml/2006/main" noGrp="1"/>
          </p:cNvSpPr>
          <p:nvPr/>
        </p:nvSpPr>
        <p:spPr>
          <a:xfrm xmlns:a="http://schemas.openxmlformats.org/drawingml/2006/main">
            <a:off x="1449156"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2B51B0FE-79C9-4FFA-B09E-2CE2CB4EAB7C}"/>
              </a:ext>
            </a:extLst>
          </p:cNvPr>
          <p:cNvSpPr>
            <a:spLocks xmlns:a="http://schemas.openxmlformats.org/drawingml/2006/main" noGrp="1"/>
          </p:cNvSpPr>
          <p:nvPr/>
        </p:nvSpPr>
        <p:spPr>
          <a:xfrm xmlns:a="http://schemas.openxmlformats.org/drawingml/2006/main">
            <a:off x="1528159"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628B3292-E03D-401B-86E7-A5F0C632D0F6}"/>
              </a:ext>
            </a:extLst>
          </p:cNvPr>
          <p:cNvSpPr>
            <a:spLocks xmlns:a="http://schemas.openxmlformats.org/drawingml/2006/main" noGrp="1"/>
          </p:cNvSpPr>
          <p:nvPr/>
        </p:nvSpPr>
        <p:spPr>
          <a:xfrm xmlns:a="http://schemas.openxmlformats.org/drawingml/2006/main">
            <a:off x="1607161"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8F8182A5-4DD2-4FA4-B10A-FB931FE6409A}"/>
              </a:ext>
            </a:extLst>
          </p:cNvPr>
          <p:cNvSpPr>
            <a:spLocks xmlns:a="http://schemas.openxmlformats.org/drawingml/2006/main" noGrp="1"/>
          </p:cNvSpPr>
          <p:nvPr/>
        </p:nvSpPr>
        <p:spPr>
          <a:xfrm xmlns:a="http://schemas.openxmlformats.org/drawingml/2006/main">
            <a:off x="1686164"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1AA7BD79-DF0A-4B68-AD15-874B9538D3BC}"/>
              </a:ext>
            </a:extLst>
          </p:cNvPr>
          <p:cNvSpPr>
            <a:spLocks xmlns:a="http://schemas.openxmlformats.org/drawingml/2006/main" noGrp="1"/>
          </p:cNvSpPr>
          <p:nvPr/>
        </p:nvSpPr>
        <p:spPr>
          <a:xfrm xmlns:a="http://schemas.openxmlformats.org/drawingml/2006/main">
            <a:off x="1765166"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6FCBDB36-D9E0-46CA-A118-5F5AA2815100}"/>
              </a:ext>
            </a:extLst>
          </p:cNvPr>
          <p:cNvSpPr>
            <a:spLocks xmlns:a="http://schemas.openxmlformats.org/drawingml/2006/main" noGrp="1"/>
          </p:cNvSpPr>
          <p:nvPr/>
        </p:nvSpPr>
        <p:spPr>
          <a:xfrm xmlns:a="http://schemas.openxmlformats.org/drawingml/2006/main">
            <a:off x="1765166"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F91177D4-D21F-47A8-BC54-71E2A9C60C02}"/>
              </a:ext>
            </a:extLst>
          </p:cNvPr>
          <p:cNvSpPr>
            <a:spLocks xmlns:a="http://schemas.openxmlformats.org/drawingml/2006/main" noGrp="1"/>
          </p:cNvSpPr>
          <p:nvPr/>
        </p:nvSpPr>
        <p:spPr>
          <a:xfrm xmlns:a="http://schemas.openxmlformats.org/drawingml/2006/main">
            <a:off x="1844169"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914A6D77-8352-40E6-BD21-7FCDAD826135}"/>
              </a:ext>
            </a:extLst>
          </p:cNvPr>
          <p:cNvSpPr>
            <a:spLocks xmlns:a="http://schemas.openxmlformats.org/drawingml/2006/main" noGrp="1"/>
          </p:cNvSpPr>
          <p:nvPr/>
        </p:nvSpPr>
        <p:spPr>
          <a:xfrm xmlns:a="http://schemas.openxmlformats.org/drawingml/2006/main">
            <a:off x="1923171"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81325C89-1AAE-453D-B9D2-F7C9CE2166F9}"/>
              </a:ext>
            </a:extLst>
          </p:cNvPr>
          <p:cNvSpPr>
            <a:spLocks xmlns:a="http://schemas.openxmlformats.org/drawingml/2006/main" noGrp="1"/>
          </p:cNvSpPr>
          <p:nvPr/>
        </p:nvSpPr>
        <p:spPr>
          <a:xfrm xmlns:a="http://schemas.openxmlformats.org/drawingml/2006/main">
            <a:off x="1923171"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8ADF3DB3-307E-476D-B4BF-E630DC0D664D}"/>
              </a:ext>
            </a:extLst>
          </p:cNvPr>
          <p:cNvSpPr>
            <a:spLocks xmlns:a="http://schemas.openxmlformats.org/drawingml/2006/main" noGrp="1"/>
          </p:cNvSpPr>
          <p:nvPr/>
        </p:nvSpPr>
        <p:spPr>
          <a:xfrm xmlns:a="http://schemas.openxmlformats.org/drawingml/2006/main">
            <a:off x="2002174"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D36337C4-6B2B-40BF-87B4-5FCC69D379A9}"/>
              </a:ext>
            </a:extLst>
          </p:cNvPr>
          <p:cNvSpPr>
            <a:spLocks xmlns:a="http://schemas.openxmlformats.org/drawingml/2006/main" noGrp="1"/>
          </p:cNvSpPr>
          <p:nvPr/>
        </p:nvSpPr>
        <p:spPr>
          <a:xfrm xmlns:a="http://schemas.openxmlformats.org/drawingml/2006/main">
            <a:off x="2002174"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38A89AE3-2BFB-4CBD-A45B-5DFEC8D9C683}"/>
              </a:ext>
            </a:extLst>
          </p:cNvPr>
          <p:cNvSpPr>
            <a:spLocks xmlns:a="http://schemas.openxmlformats.org/drawingml/2006/main" noGrp="1"/>
          </p:cNvSpPr>
          <p:nvPr/>
        </p:nvSpPr>
        <p:spPr>
          <a:xfrm xmlns:a="http://schemas.openxmlformats.org/drawingml/2006/main">
            <a:off x="2002174"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D770F83A-4957-4BE2-88E1-CE6C95819F40}"/>
              </a:ext>
            </a:extLst>
          </p:cNvPr>
          <p:cNvSpPr>
            <a:spLocks xmlns:a="http://schemas.openxmlformats.org/drawingml/2006/main" noGrp="1"/>
          </p:cNvSpPr>
          <p:nvPr/>
        </p:nvSpPr>
        <p:spPr>
          <a:xfrm xmlns:a="http://schemas.openxmlformats.org/drawingml/2006/main">
            <a:off x="2081176"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CFAC0A78-BB68-4A8A-91A8-B0511F770386}"/>
              </a:ext>
            </a:extLst>
          </p:cNvPr>
          <p:cNvSpPr>
            <a:spLocks xmlns:a="http://schemas.openxmlformats.org/drawingml/2006/main" noGrp="1"/>
          </p:cNvSpPr>
          <p:nvPr/>
        </p:nvSpPr>
        <p:spPr>
          <a:xfrm xmlns:a="http://schemas.openxmlformats.org/drawingml/2006/main">
            <a:off x="2081176"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8548D041-80EC-4F0F-8847-A733FBB47DAA}"/>
              </a:ext>
            </a:extLst>
          </p:cNvPr>
          <p:cNvSpPr>
            <a:spLocks xmlns:a="http://schemas.openxmlformats.org/drawingml/2006/main" noGrp="1"/>
          </p:cNvSpPr>
          <p:nvPr/>
        </p:nvSpPr>
        <p:spPr>
          <a:xfrm xmlns:a="http://schemas.openxmlformats.org/drawingml/2006/main">
            <a:off x="2081176"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42F8AC11-E629-41E3-ACFB-FCCE10AE2B8C}"/>
              </a:ext>
            </a:extLst>
          </p:cNvPr>
          <p:cNvSpPr>
            <a:spLocks xmlns:a="http://schemas.openxmlformats.org/drawingml/2006/main" noGrp="1"/>
          </p:cNvSpPr>
          <p:nvPr/>
        </p:nvSpPr>
        <p:spPr>
          <a:xfrm xmlns:a="http://schemas.openxmlformats.org/drawingml/2006/main">
            <a:off x="2081176"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34F1073B-0DDF-49F3-B268-B6ED444ACF93}"/>
              </a:ext>
            </a:extLst>
          </p:cNvPr>
          <p:cNvSpPr>
            <a:spLocks xmlns:a="http://schemas.openxmlformats.org/drawingml/2006/main" noGrp="1"/>
          </p:cNvSpPr>
          <p:nvPr/>
        </p:nvSpPr>
        <p:spPr>
          <a:xfrm xmlns:a="http://schemas.openxmlformats.org/drawingml/2006/main">
            <a:off x="2081176"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A165AFE4-B94C-4F35-811A-E975FE21FF9A}"/>
              </a:ext>
            </a:extLst>
          </p:cNvPr>
          <p:cNvSpPr>
            <a:spLocks xmlns:a="http://schemas.openxmlformats.org/drawingml/2006/main" noGrp="1"/>
          </p:cNvSpPr>
          <p:nvPr/>
        </p:nvSpPr>
        <p:spPr>
          <a:xfrm xmlns:a="http://schemas.openxmlformats.org/drawingml/2006/main">
            <a:off x="2160179"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75CE7FB8-2616-4A31-81E0-261969D2A150}"/>
              </a:ext>
            </a:extLst>
          </p:cNvPr>
          <p:cNvSpPr>
            <a:spLocks xmlns:a="http://schemas.openxmlformats.org/drawingml/2006/main" noGrp="1"/>
          </p:cNvSpPr>
          <p:nvPr/>
        </p:nvSpPr>
        <p:spPr>
          <a:xfrm xmlns:a="http://schemas.openxmlformats.org/drawingml/2006/main">
            <a:off x="2160179"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D20E43F6-0116-40BA-98BC-A3AB9203B2A3}"/>
              </a:ext>
            </a:extLst>
          </p:cNvPr>
          <p:cNvSpPr>
            <a:spLocks xmlns:a="http://schemas.openxmlformats.org/drawingml/2006/main" noGrp="1"/>
          </p:cNvSpPr>
          <p:nvPr/>
        </p:nvSpPr>
        <p:spPr>
          <a:xfrm xmlns:a="http://schemas.openxmlformats.org/drawingml/2006/main">
            <a:off x="2160179"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72CA74E8-AABF-4022-B1A6-DEA0B7F63D02}"/>
              </a:ext>
            </a:extLst>
          </p:cNvPr>
          <p:cNvSpPr>
            <a:spLocks xmlns:a="http://schemas.openxmlformats.org/drawingml/2006/main" noGrp="1"/>
          </p:cNvSpPr>
          <p:nvPr/>
        </p:nvSpPr>
        <p:spPr>
          <a:xfrm xmlns:a="http://schemas.openxmlformats.org/drawingml/2006/main">
            <a:off x="2160179"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6C46DE2E-84EB-48A7-8E88-958681B75866}"/>
              </a:ext>
            </a:extLst>
          </p:cNvPr>
          <p:cNvSpPr>
            <a:spLocks xmlns:a="http://schemas.openxmlformats.org/drawingml/2006/main" noGrp="1"/>
          </p:cNvSpPr>
          <p:nvPr/>
        </p:nvSpPr>
        <p:spPr>
          <a:xfrm xmlns:a="http://schemas.openxmlformats.org/drawingml/2006/main">
            <a:off x="2160179"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7086EEFC-FF34-417D-BE58-9B39B306996E}"/>
              </a:ext>
            </a:extLst>
          </p:cNvPr>
          <p:cNvSpPr>
            <a:spLocks xmlns:a="http://schemas.openxmlformats.org/drawingml/2006/main" noGrp="1"/>
          </p:cNvSpPr>
          <p:nvPr/>
        </p:nvSpPr>
        <p:spPr>
          <a:xfrm xmlns:a="http://schemas.openxmlformats.org/drawingml/2006/main">
            <a:off x="2239181" y="3691113"/>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686E95CC-1255-4D3C-AE03-6BC00D5AFA80}"/>
              </a:ext>
            </a:extLst>
          </p:cNvPr>
          <p:cNvSpPr>
            <a:spLocks xmlns:a="http://schemas.openxmlformats.org/drawingml/2006/main" noGrp="1"/>
          </p:cNvSpPr>
          <p:nvPr/>
        </p:nvSpPr>
        <p:spPr>
          <a:xfrm xmlns:a="http://schemas.openxmlformats.org/drawingml/2006/main">
            <a:off x="2239181" y="3611578"/>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089B1C5A-0C53-480F-8DCC-52D868252B98}"/>
              </a:ext>
            </a:extLst>
          </p:cNvPr>
          <p:cNvSpPr>
            <a:spLocks xmlns:a="http://schemas.openxmlformats.org/drawingml/2006/main" noGrp="1"/>
          </p:cNvSpPr>
          <p:nvPr/>
        </p:nvSpPr>
        <p:spPr>
          <a:xfrm xmlns:a="http://schemas.openxmlformats.org/drawingml/2006/main">
            <a:off x="2239181" y="3532044"/>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B13195CE-810C-4CE4-B954-C812ED759320}"/>
              </a:ext>
            </a:extLst>
          </p:cNvPr>
          <p:cNvSpPr>
            <a:spLocks xmlns:a="http://schemas.openxmlformats.org/drawingml/2006/main" noGrp="1"/>
          </p:cNvSpPr>
          <p:nvPr/>
        </p:nvSpPr>
        <p:spPr>
          <a:xfrm xmlns:a="http://schemas.openxmlformats.org/drawingml/2006/main">
            <a:off x="2239181" y="3452509"/>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6AC20B7D-3557-4A70-91A8-F1F9F7D0F065}"/>
              </a:ext>
            </a:extLst>
          </p:cNvPr>
          <p:cNvSpPr>
            <a:spLocks xmlns:a="http://schemas.openxmlformats.org/drawingml/2006/main" noGrp="1"/>
          </p:cNvSpPr>
          <p:nvPr/>
        </p:nvSpPr>
        <p:spPr>
          <a:xfrm xmlns:a="http://schemas.openxmlformats.org/drawingml/2006/main">
            <a:off x="2239181" y="3372975"/>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D71A9E17-612C-480B-BEDB-5FDEEB313156}"/>
              </a:ext>
            </a:extLst>
          </p:cNvPr>
          <p:cNvSpPr>
            <a:spLocks xmlns:a="http://schemas.openxmlformats.org/drawingml/2006/main" noGrp="1"/>
          </p:cNvSpPr>
          <p:nvPr/>
        </p:nvSpPr>
        <p:spPr>
          <a:xfrm xmlns:a="http://schemas.openxmlformats.org/drawingml/2006/main">
            <a:off x="2239181" y="3213906"/>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95FDD527-91D3-4B93-9FA8-D2A52E2CFEA3}"/>
              </a:ext>
            </a:extLst>
          </p:cNvPr>
          <p:cNvSpPr>
            <a:spLocks xmlns:a="http://schemas.openxmlformats.org/drawingml/2006/main" noGrp="1"/>
          </p:cNvSpPr>
          <p:nvPr/>
        </p:nvSpPr>
        <p:spPr>
          <a:xfrm xmlns:a="http://schemas.openxmlformats.org/drawingml/2006/main">
            <a:off x="2318184"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F52D1C83-DE6B-4D0B-8BB8-BE3199A6AAE7}"/>
              </a:ext>
            </a:extLst>
          </p:cNvPr>
          <p:cNvSpPr>
            <a:spLocks xmlns:a="http://schemas.openxmlformats.org/drawingml/2006/main" noGrp="1"/>
          </p:cNvSpPr>
          <p:nvPr/>
        </p:nvSpPr>
        <p:spPr>
          <a:xfrm xmlns:a="http://schemas.openxmlformats.org/drawingml/2006/main">
            <a:off x="2318184"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0EA48B0D-3C5F-4856-B991-4FC4192AEC63}"/>
              </a:ext>
            </a:extLst>
          </p:cNvPr>
          <p:cNvSpPr>
            <a:spLocks xmlns:a="http://schemas.openxmlformats.org/drawingml/2006/main" noGrp="1"/>
          </p:cNvSpPr>
          <p:nvPr/>
        </p:nvSpPr>
        <p:spPr>
          <a:xfrm xmlns:a="http://schemas.openxmlformats.org/drawingml/2006/main">
            <a:off x="2318184"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FEF53623-609A-4775-B334-02B239AAE2EF}"/>
              </a:ext>
            </a:extLst>
          </p:cNvPr>
          <p:cNvSpPr>
            <a:spLocks xmlns:a="http://schemas.openxmlformats.org/drawingml/2006/main" noGrp="1"/>
          </p:cNvSpPr>
          <p:nvPr/>
        </p:nvSpPr>
        <p:spPr>
          <a:xfrm xmlns:a="http://schemas.openxmlformats.org/drawingml/2006/main">
            <a:off x="2318184"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7ACE5075-9264-4932-9631-555D70530625}"/>
              </a:ext>
            </a:extLst>
          </p:cNvPr>
          <p:cNvSpPr>
            <a:spLocks xmlns:a="http://schemas.openxmlformats.org/drawingml/2006/main" noGrp="1"/>
          </p:cNvSpPr>
          <p:nvPr/>
        </p:nvSpPr>
        <p:spPr>
          <a:xfrm xmlns:a="http://schemas.openxmlformats.org/drawingml/2006/main">
            <a:off x="2397186"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E767DED7-2629-4C1C-87CC-EBA8825D5EEF}"/>
              </a:ext>
            </a:extLst>
          </p:cNvPr>
          <p:cNvSpPr>
            <a:spLocks xmlns:a="http://schemas.openxmlformats.org/drawingml/2006/main" noGrp="1"/>
          </p:cNvSpPr>
          <p:nvPr/>
        </p:nvSpPr>
        <p:spPr>
          <a:xfrm xmlns:a="http://schemas.openxmlformats.org/drawingml/2006/main">
            <a:off x="2397186"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FD269039-40F6-4D7B-9442-F4635F923354}"/>
              </a:ext>
            </a:extLst>
          </p:cNvPr>
          <p:cNvSpPr>
            <a:spLocks xmlns:a="http://schemas.openxmlformats.org/drawingml/2006/main" noGrp="1"/>
          </p:cNvSpPr>
          <p:nvPr/>
        </p:nvSpPr>
        <p:spPr>
          <a:xfrm xmlns:a="http://schemas.openxmlformats.org/drawingml/2006/main">
            <a:off x="2397186"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AE7FC768-E4C4-45DE-A622-ECE6CE2BF397}"/>
              </a:ext>
            </a:extLst>
          </p:cNvPr>
          <p:cNvSpPr>
            <a:spLocks xmlns:a="http://schemas.openxmlformats.org/drawingml/2006/main" noGrp="1"/>
          </p:cNvSpPr>
          <p:nvPr/>
        </p:nvSpPr>
        <p:spPr>
          <a:xfrm xmlns:a="http://schemas.openxmlformats.org/drawingml/2006/main">
            <a:off x="2397186"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996E9C0D-AF0F-4AE0-B13C-48C6C7CAC421}"/>
              </a:ext>
            </a:extLst>
          </p:cNvPr>
          <p:cNvSpPr>
            <a:spLocks xmlns:a="http://schemas.openxmlformats.org/drawingml/2006/main" noGrp="1"/>
          </p:cNvSpPr>
          <p:nvPr/>
        </p:nvSpPr>
        <p:spPr>
          <a:xfrm xmlns:a="http://schemas.openxmlformats.org/drawingml/2006/main">
            <a:off x="2397186"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86D8DBFC-9877-4DC5-A884-B7BB1DA743AA}"/>
              </a:ext>
            </a:extLst>
          </p:cNvPr>
          <p:cNvSpPr>
            <a:spLocks xmlns:a="http://schemas.openxmlformats.org/drawingml/2006/main" noGrp="1"/>
          </p:cNvSpPr>
          <p:nvPr/>
        </p:nvSpPr>
        <p:spPr>
          <a:xfrm xmlns:a="http://schemas.openxmlformats.org/drawingml/2006/main">
            <a:off x="2397186"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5AB5B911-F42D-445A-A27B-3962C7566D0D}"/>
              </a:ext>
            </a:extLst>
          </p:cNvPr>
          <p:cNvSpPr>
            <a:spLocks xmlns:a="http://schemas.openxmlformats.org/drawingml/2006/main" noGrp="1"/>
          </p:cNvSpPr>
          <p:nvPr/>
        </p:nvSpPr>
        <p:spPr>
          <a:xfrm xmlns:a="http://schemas.openxmlformats.org/drawingml/2006/main">
            <a:off x="2476189"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4EE0CC6B-6ADF-4907-A7B0-18E17C0AED5B}"/>
              </a:ext>
            </a:extLst>
          </p:cNvPr>
          <p:cNvSpPr>
            <a:spLocks xmlns:a="http://schemas.openxmlformats.org/drawingml/2006/main" noGrp="1"/>
          </p:cNvSpPr>
          <p:nvPr/>
        </p:nvSpPr>
        <p:spPr>
          <a:xfrm xmlns:a="http://schemas.openxmlformats.org/drawingml/2006/main">
            <a:off x="2476189"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8F769C0C-3359-45A8-8F00-829A48594C31}"/>
              </a:ext>
            </a:extLst>
          </p:cNvPr>
          <p:cNvSpPr>
            <a:spLocks xmlns:a="http://schemas.openxmlformats.org/drawingml/2006/main" noGrp="1"/>
          </p:cNvSpPr>
          <p:nvPr/>
        </p:nvSpPr>
        <p:spPr>
          <a:xfrm xmlns:a="http://schemas.openxmlformats.org/drawingml/2006/main">
            <a:off x="2476189"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8190F168-9E83-4997-A2CB-CFA7024BEDC5}"/>
              </a:ext>
            </a:extLst>
          </p:cNvPr>
          <p:cNvSpPr>
            <a:spLocks xmlns:a="http://schemas.openxmlformats.org/drawingml/2006/main" noGrp="1"/>
          </p:cNvSpPr>
          <p:nvPr/>
        </p:nvSpPr>
        <p:spPr>
          <a:xfrm xmlns:a="http://schemas.openxmlformats.org/drawingml/2006/main">
            <a:off x="2476189"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FDE2BF9A-7103-4803-AA07-E12BCB7943DD}"/>
              </a:ext>
            </a:extLst>
          </p:cNvPr>
          <p:cNvSpPr>
            <a:spLocks xmlns:a="http://schemas.openxmlformats.org/drawingml/2006/main" noGrp="1"/>
          </p:cNvSpPr>
          <p:nvPr/>
        </p:nvSpPr>
        <p:spPr>
          <a:xfrm xmlns:a="http://schemas.openxmlformats.org/drawingml/2006/main">
            <a:off x="2476189"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BD4BA618-4F59-4949-9868-E5844D0EA3F9}"/>
              </a:ext>
            </a:extLst>
          </p:cNvPr>
          <p:cNvSpPr>
            <a:spLocks xmlns:a="http://schemas.openxmlformats.org/drawingml/2006/main" noGrp="1"/>
          </p:cNvSpPr>
          <p:nvPr/>
        </p:nvSpPr>
        <p:spPr>
          <a:xfrm xmlns:a="http://schemas.openxmlformats.org/drawingml/2006/main">
            <a:off x="2476189"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0622BE03-4BBC-4863-AEE8-26AFB8F9B73E}"/>
              </a:ext>
            </a:extLst>
          </p:cNvPr>
          <p:cNvSpPr>
            <a:spLocks xmlns:a="http://schemas.openxmlformats.org/drawingml/2006/main" noGrp="1"/>
          </p:cNvSpPr>
          <p:nvPr/>
        </p:nvSpPr>
        <p:spPr>
          <a:xfrm xmlns:a="http://schemas.openxmlformats.org/drawingml/2006/main">
            <a:off x="2476189"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B426760B-453F-453D-9F54-378350AB477D}"/>
              </a:ext>
            </a:extLst>
          </p:cNvPr>
          <p:cNvSpPr>
            <a:spLocks xmlns:a="http://schemas.openxmlformats.org/drawingml/2006/main" noGrp="1"/>
          </p:cNvSpPr>
          <p:nvPr/>
        </p:nvSpPr>
        <p:spPr>
          <a:xfrm xmlns:a="http://schemas.openxmlformats.org/drawingml/2006/main">
            <a:off x="2476189"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26C78632-964D-4EDE-805B-332F506E0C91}"/>
              </a:ext>
            </a:extLst>
          </p:cNvPr>
          <p:cNvSpPr>
            <a:spLocks xmlns:a="http://schemas.openxmlformats.org/drawingml/2006/main" noGrp="1"/>
          </p:cNvSpPr>
          <p:nvPr/>
        </p:nvSpPr>
        <p:spPr>
          <a:xfrm xmlns:a="http://schemas.openxmlformats.org/drawingml/2006/main">
            <a:off x="2476189"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C27F4F82-5D57-4D3B-A414-0AF04F625000}"/>
              </a:ext>
            </a:extLst>
          </p:cNvPr>
          <p:cNvSpPr>
            <a:spLocks xmlns:a="http://schemas.openxmlformats.org/drawingml/2006/main" noGrp="1"/>
          </p:cNvSpPr>
          <p:nvPr/>
        </p:nvSpPr>
        <p:spPr>
          <a:xfrm xmlns:a="http://schemas.openxmlformats.org/drawingml/2006/main">
            <a:off x="2476189"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EE646899-2DC0-488B-A1AF-C678D043EA55}"/>
              </a:ext>
            </a:extLst>
          </p:cNvPr>
          <p:cNvSpPr>
            <a:spLocks xmlns:a="http://schemas.openxmlformats.org/drawingml/2006/main" noGrp="1"/>
          </p:cNvSpPr>
          <p:nvPr/>
        </p:nvSpPr>
        <p:spPr>
          <a:xfrm xmlns:a="http://schemas.openxmlformats.org/drawingml/2006/main">
            <a:off x="2476189"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5FB3FC8F-D771-4616-ABE4-7F508D81AD84}"/>
              </a:ext>
            </a:extLst>
          </p:cNvPr>
          <p:cNvSpPr>
            <a:spLocks xmlns:a="http://schemas.openxmlformats.org/drawingml/2006/main" noGrp="1"/>
          </p:cNvSpPr>
          <p:nvPr/>
        </p:nvSpPr>
        <p:spPr>
          <a:xfrm xmlns:a="http://schemas.openxmlformats.org/drawingml/2006/main">
            <a:off x="2555191"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1C43BFC3-2AAD-48CA-A97D-ECD4ED82FEA1}"/>
              </a:ext>
            </a:extLst>
          </p:cNvPr>
          <p:cNvSpPr>
            <a:spLocks xmlns:a="http://schemas.openxmlformats.org/drawingml/2006/main" noGrp="1"/>
          </p:cNvSpPr>
          <p:nvPr/>
        </p:nvSpPr>
        <p:spPr>
          <a:xfrm xmlns:a="http://schemas.openxmlformats.org/drawingml/2006/main">
            <a:off x="2555191"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9EE679C0-EC68-4763-B846-1421AE3DA5DB}"/>
              </a:ext>
            </a:extLst>
          </p:cNvPr>
          <p:cNvSpPr>
            <a:spLocks xmlns:a="http://schemas.openxmlformats.org/drawingml/2006/main" noGrp="1"/>
          </p:cNvSpPr>
          <p:nvPr/>
        </p:nvSpPr>
        <p:spPr>
          <a:xfrm xmlns:a="http://schemas.openxmlformats.org/drawingml/2006/main">
            <a:off x="2555191"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B5B50FF4-7EE1-4292-A976-F9DE5DAF5FDF}"/>
              </a:ext>
            </a:extLst>
          </p:cNvPr>
          <p:cNvSpPr>
            <a:spLocks xmlns:a="http://schemas.openxmlformats.org/drawingml/2006/main" noGrp="1"/>
          </p:cNvSpPr>
          <p:nvPr/>
        </p:nvSpPr>
        <p:spPr>
          <a:xfrm xmlns:a="http://schemas.openxmlformats.org/drawingml/2006/main">
            <a:off x="2555191"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A9350001-74D8-4E1D-9A27-DB3ED3964DDE}"/>
              </a:ext>
            </a:extLst>
          </p:cNvPr>
          <p:cNvSpPr>
            <a:spLocks xmlns:a="http://schemas.openxmlformats.org/drawingml/2006/main" noGrp="1"/>
          </p:cNvSpPr>
          <p:nvPr/>
        </p:nvSpPr>
        <p:spPr>
          <a:xfrm xmlns:a="http://schemas.openxmlformats.org/drawingml/2006/main">
            <a:off x="2555191"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3D3B520D-83E6-4C52-9E13-9A93CE24BA4E}"/>
              </a:ext>
            </a:extLst>
          </p:cNvPr>
          <p:cNvSpPr>
            <a:spLocks xmlns:a="http://schemas.openxmlformats.org/drawingml/2006/main" noGrp="1"/>
          </p:cNvSpPr>
          <p:nvPr/>
        </p:nvSpPr>
        <p:spPr>
          <a:xfrm xmlns:a="http://schemas.openxmlformats.org/drawingml/2006/main">
            <a:off x="2555191"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3042E80A-6799-417C-BA6A-0DFEF3774CC8}"/>
              </a:ext>
            </a:extLst>
          </p:cNvPr>
          <p:cNvSpPr>
            <a:spLocks xmlns:a="http://schemas.openxmlformats.org/drawingml/2006/main" noGrp="1"/>
          </p:cNvSpPr>
          <p:nvPr/>
        </p:nvSpPr>
        <p:spPr>
          <a:xfrm xmlns:a="http://schemas.openxmlformats.org/drawingml/2006/main">
            <a:off x="2555191"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5D8D0AED-D88E-4B0A-AFC3-52E08BFF4FE3}"/>
              </a:ext>
            </a:extLst>
          </p:cNvPr>
          <p:cNvSpPr>
            <a:spLocks xmlns:a="http://schemas.openxmlformats.org/drawingml/2006/main" noGrp="1"/>
          </p:cNvSpPr>
          <p:nvPr/>
        </p:nvSpPr>
        <p:spPr>
          <a:xfrm xmlns:a="http://schemas.openxmlformats.org/drawingml/2006/main">
            <a:off x="2555191"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79EEFDB2-F939-4F53-95A0-09AF94C94976}"/>
              </a:ext>
            </a:extLst>
          </p:cNvPr>
          <p:cNvSpPr>
            <a:spLocks xmlns:a="http://schemas.openxmlformats.org/drawingml/2006/main" noGrp="1"/>
          </p:cNvSpPr>
          <p:nvPr/>
        </p:nvSpPr>
        <p:spPr>
          <a:xfrm xmlns:a="http://schemas.openxmlformats.org/drawingml/2006/main">
            <a:off x="2555191"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DE5704EE-9FCA-45AF-A795-26DF8CA5FF37}"/>
              </a:ext>
            </a:extLst>
          </p:cNvPr>
          <p:cNvSpPr>
            <a:spLocks xmlns:a="http://schemas.openxmlformats.org/drawingml/2006/main" noGrp="1"/>
          </p:cNvSpPr>
          <p:nvPr/>
        </p:nvSpPr>
        <p:spPr>
          <a:xfrm xmlns:a="http://schemas.openxmlformats.org/drawingml/2006/main">
            <a:off x="2555191"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841D3CB3-927F-4F28-AB55-AB6373D2D1CD}"/>
              </a:ext>
            </a:extLst>
          </p:cNvPr>
          <p:cNvSpPr>
            <a:spLocks xmlns:a="http://schemas.openxmlformats.org/drawingml/2006/main" noGrp="1"/>
          </p:cNvSpPr>
          <p:nvPr/>
        </p:nvSpPr>
        <p:spPr>
          <a:xfrm xmlns:a="http://schemas.openxmlformats.org/drawingml/2006/main">
            <a:off x="2555191"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C0A8C43C-15F6-425D-BF70-257AFE54D4CF}"/>
              </a:ext>
            </a:extLst>
          </p:cNvPr>
          <p:cNvSpPr>
            <a:spLocks xmlns:a="http://schemas.openxmlformats.org/drawingml/2006/main" noGrp="1"/>
          </p:cNvSpPr>
          <p:nvPr/>
        </p:nvSpPr>
        <p:spPr>
          <a:xfrm xmlns:a="http://schemas.openxmlformats.org/drawingml/2006/main">
            <a:off x="2555191"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D006E70D-5063-4BF9-A1E6-B5F763B78B8F}"/>
              </a:ext>
            </a:extLst>
          </p:cNvPr>
          <p:cNvSpPr>
            <a:spLocks xmlns:a="http://schemas.openxmlformats.org/drawingml/2006/main" noGrp="1"/>
          </p:cNvSpPr>
          <p:nvPr/>
        </p:nvSpPr>
        <p:spPr>
          <a:xfrm xmlns:a="http://schemas.openxmlformats.org/drawingml/2006/main">
            <a:off x="2634194"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A5584FE2-F7A9-43E6-BAB1-AD45DE129468}"/>
              </a:ext>
            </a:extLst>
          </p:cNvPr>
          <p:cNvSpPr>
            <a:spLocks xmlns:a="http://schemas.openxmlformats.org/drawingml/2006/main" noGrp="1"/>
          </p:cNvSpPr>
          <p:nvPr/>
        </p:nvSpPr>
        <p:spPr>
          <a:xfrm xmlns:a="http://schemas.openxmlformats.org/drawingml/2006/main">
            <a:off x="2634194"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0AF282CD-F734-40EA-94E2-640810FDB7C5}"/>
              </a:ext>
            </a:extLst>
          </p:cNvPr>
          <p:cNvSpPr>
            <a:spLocks xmlns:a="http://schemas.openxmlformats.org/drawingml/2006/main" noGrp="1"/>
          </p:cNvSpPr>
          <p:nvPr/>
        </p:nvSpPr>
        <p:spPr>
          <a:xfrm xmlns:a="http://schemas.openxmlformats.org/drawingml/2006/main">
            <a:off x="2634194"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17D3ACB0-FF5D-4A3E-BF6B-11515489BCF9}"/>
              </a:ext>
            </a:extLst>
          </p:cNvPr>
          <p:cNvSpPr>
            <a:spLocks xmlns:a="http://schemas.openxmlformats.org/drawingml/2006/main" noGrp="1"/>
          </p:cNvSpPr>
          <p:nvPr/>
        </p:nvSpPr>
        <p:spPr>
          <a:xfrm xmlns:a="http://schemas.openxmlformats.org/drawingml/2006/main">
            <a:off x="2634194"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189F96D0-D42D-4142-AAB0-1D2A9186AF0B}"/>
              </a:ext>
            </a:extLst>
          </p:cNvPr>
          <p:cNvSpPr>
            <a:spLocks xmlns:a="http://schemas.openxmlformats.org/drawingml/2006/main" noGrp="1"/>
          </p:cNvSpPr>
          <p:nvPr/>
        </p:nvSpPr>
        <p:spPr>
          <a:xfrm xmlns:a="http://schemas.openxmlformats.org/drawingml/2006/main">
            <a:off x="2634194"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D39CD443-D5D9-4AFE-BA4C-F153BEF07A43}"/>
              </a:ext>
            </a:extLst>
          </p:cNvPr>
          <p:cNvSpPr>
            <a:spLocks xmlns:a="http://schemas.openxmlformats.org/drawingml/2006/main" noGrp="1"/>
          </p:cNvSpPr>
          <p:nvPr/>
        </p:nvSpPr>
        <p:spPr>
          <a:xfrm xmlns:a="http://schemas.openxmlformats.org/drawingml/2006/main">
            <a:off x="2634194"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14A0277F-B277-42F0-8361-EF2E708D7928}"/>
              </a:ext>
            </a:extLst>
          </p:cNvPr>
          <p:cNvSpPr>
            <a:spLocks xmlns:a="http://schemas.openxmlformats.org/drawingml/2006/main" noGrp="1"/>
          </p:cNvSpPr>
          <p:nvPr/>
        </p:nvSpPr>
        <p:spPr>
          <a:xfrm xmlns:a="http://schemas.openxmlformats.org/drawingml/2006/main">
            <a:off x="2634194"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9ACC94B0-BDE2-445B-B330-3874D1F84735}"/>
              </a:ext>
            </a:extLst>
          </p:cNvPr>
          <p:cNvSpPr>
            <a:spLocks xmlns:a="http://schemas.openxmlformats.org/drawingml/2006/main" noGrp="1"/>
          </p:cNvSpPr>
          <p:nvPr/>
        </p:nvSpPr>
        <p:spPr>
          <a:xfrm xmlns:a="http://schemas.openxmlformats.org/drawingml/2006/main">
            <a:off x="2634194"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273ACF15-1A31-42A4-8517-263E40341A41}"/>
              </a:ext>
            </a:extLst>
          </p:cNvPr>
          <p:cNvSpPr>
            <a:spLocks xmlns:a="http://schemas.openxmlformats.org/drawingml/2006/main" noGrp="1"/>
          </p:cNvSpPr>
          <p:nvPr/>
        </p:nvSpPr>
        <p:spPr>
          <a:xfrm xmlns:a="http://schemas.openxmlformats.org/drawingml/2006/main">
            <a:off x="2634194"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FE25603D-3743-4317-9584-CC071BB95751}"/>
              </a:ext>
            </a:extLst>
          </p:cNvPr>
          <p:cNvSpPr>
            <a:spLocks xmlns:a="http://schemas.openxmlformats.org/drawingml/2006/main" noGrp="1"/>
          </p:cNvSpPr>
          <p:nvPr/>
        </p:nvSpPr>
        <p:spPr>
          <a:xfrm xmlns:a="http://schemas.openxmlformats.org/drawingml/2006/main">
            <a:off x="2634194"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B6C20252-2329-4880-9D30-859A25A8EB81}"/>
              </a:ext>
            </a:extLst>
          </p:cNvPr>
          <p:cNvSpPr>
            <a:spLocks xmlns:a="http://schemas.openxmlformats.org/drawingml/2006/main" noGrp="1"/>
          </p:cNvSpPr>
          <p:nvPr/>
        </p:nvSpPr>
        <p:spPr>
          <a:xfrm xmlns:a="http://schemas.openxmlformats.org/drawingml/2006/main">
            <a:off x="2634194"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3B1E35C3-8A82-4F8B-9CC9-F138F12DED1D}"/>
              </a:ext>
            </a:extLst>
          </p:cNvPr>
          <p:cNvSpPr>
            <a:spLocks xmlns:a="http://schemas.openxmlformats.org/drawingml/2006/main" noGrp="1"/>
          </p:cNvSpPr>
          <p:nvPr/>
        </p:nvSpPr>
        <p:spPr>
          <a:xfrm xmlns:a="http://schemas.openxmlformats.org/drawingml/2006/main">
            <a:off x="2634194" y="273669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41C77B64-0B75-40CE-A801-34DD5E0DE13F}"/>
              </a:ext>
            </a:extLst>
          </p:cNvPr>
          <p:cNvSpPr>
            <a:spLocks xmlns:a="http://schemas.openxmlformats.org/drawingml/2006/main" noGrp="1"/>
          </p:cNvSpPr>
          <p:nvPr/>
        </p:nvSpPr>
        <p:spPr>
          <a:xfrm xmlns:a="http://schemas.openxmlformats.org/drawingml/2006/main">
            <a:off x="2713196"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33C0F1A3-F62F-441F-A8C5-0F6ADC26EB9B}"/>
              </a:ext>
            </a:extLst>
          </p:cNvPr>
          <p:cNvSpPr>
            <a:spLocks xmlns:a="http://schemas.openxmlformats.org/drawingml/2006/main" noGrp="1"/>
          </p:cNvSpPr>
          <p:nvPr/>
        </p:nvSpPr>
        <p:spPr>
          <a:xfrm xmlns:a="http://schemas.openxmlformats.org/drawingml/2006/main">
            <a:off x="2713196"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CDEED132-DEF2-4EC0-B78E-65178FC7E777}"/>
              </a:ext>
            </a:extLst>
          </p:cNvPr>
          <p:cNvSpPr>
            <a:spLocks xmlns:a="http://schemas.openxmlformats.org/drawingml/2006/main" noGrp="1"/>
          </p:cNvSpPr>
          <p:nvPr/>
        </p:nvSpPr>
        <p:spPr>
          <a:xfrm xmlns:a="http://schemas.openxmlformats.org/drawingml/2006/main">
            <a:off x="2713196"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D5A21820-5DC7-4E81-A585-38BD445F0A1B}"/>
              </a:ext>
            </a:extLst>
          </p:cNvPr>
          <p:cNvSpPr>
            <a:spLocks xmlns:a="http://schemas.openxmlformats.org/drawingml/2006/main" noGrp="1"/>
          </p:cNvSpPr>
          <p:nvPr/>
        </p:nvSpPr>
        <p:spPr>
          <a:xfrm xmlns:a="http://schemas.openxmlformats.org/drawingml/2006/main">
            <a:off x="2713196"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E06C6AF2-42E5-40E9-9442-D1FC44B8492E}"/>
              </a:ext>
            </a:extLst>
          </p:cNvPr>
          <p:cNvSpPr>
            <a:spLocks xmlns:a="http://schemas.openxmlformats.org/drawingml/2006/main" noGrp="1"/>
          </p:cNvSpPr>
          <p:nvPr/>
        </p:nvSpPr>
        <p:spPr>
          <a:xfrm xmlns:a="http://schemas.openxmlformats.org/drawingml/2006/main">
            <a:off x="2713196"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E7630224-49DC-44A4-B0C0-58921245056F}"/>
              </a:ext>
            </a:extLst>
          </p:cNvPr>
          <p:cNvSpPr>
            <a:spLocks xmlns:a="http://schemas.openxmlformats.org/drawingml/2006/main" noGrp="1"/>
          </p:cNvSpPr>
          <p:nvPr/>
        </p:nvSpPr>
        <p:spPr>
          <a:xfrm xmlns:a="http://schemas.openxmlformats.org/drawingml/2006/main">
            <a:off x="2713196"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DBA98078-04AF-4E74-A2D2-E89781BF1BEC}"/>
              </a:ext>
            </a:extLst>
          </p:cNvPr>
          <p:cNvSpPr>
            <a:spLocks xmlns:a="http://schemas.openxmlformats.org/drawingml/2006/main" noGrp="1"/>
          </p:cNvSpPr>
          <p:nvPr/>
        </p:nvSpPr>
        <p:spPr>
          <a:xfrm xmlns:a="http://schemas.openxmlformats.org/drawingml/2006/main">
            <a:off x="2713196"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44D3AAE4-DB89-4E92-9981-4250078463FC}"/>
              </a:ext>
            </a:extLst>
          </p:cNvPr>
          <p:cNvSpPr>
            <a:spLocks xmlns:a="http://schemas.openxmlformats.org/drawingml/2006/main" noGrp="1"/>
          </p:cNvSpPr>
          <p:nvPr/>
        </p:nvSpPr>
        <p:spPr>
          <a:xfrm xmlns:a="http://schemas.openxmlformats.org/drawingml/2006/main">
            <a:off x="2713196"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3F1639EE-3702-4E8C-B319-C72C094FE7FE}"/>
              </a:ext>
            </a:extLst>
          </p:cNvPr>
          <p:cNvSpPr>
            <a:spLocks xmlns:a="http://schemas.openxmlformats.org/drawingml/2006/main" noGrp="1"/>
          </p:cNvSpPr>
          <p:nvPr/>
        </p:nvSpPr>
        <p:spPr>
          <a:xfrm xmlns:a="http://schemas.openxmlformats.org/drawingml/2006/main">
            <a:off x="2713196"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9C8ECB1A-DD65-49C5-9D31-A800EB8AB515}"/>
              </a:ext>
            </a:extLst>
          </p:cNvPr>
          <p:cNvSpPr>
            <a:spLocks xmlns:a="http://schemas.openxmlformats.org/drawingml/2006/main" noGrp="1"/>
          </p:cNvSpPr>
          <p:nvPr/>
        </p:nvSpPr>
        <p:spPr>
          <a:xfrm xmlns:a="http://schemas.openxmlformats.org/drawingml/2006/main">
            <a:off x="2713196"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D8FBD0E5-022B-41CA-BB5D-6DCD492FAE2B}"/>
              </a:ext>
            </a:extLst>
          </p:cNvPr>
          <p:cNvSpPr>
            <a:spLocks xmlns:a="http://schemas.openxmlformats.org/drawingml/2006/main" noGrp="1"/>
          </p:cNvSpPr>
          <p:nvPr/>
        </p:nvSpPr>
        <p:spPr>
          <a:xfrm xmlns:a="http://schemas.openxmlformats.org/drawingml/2006/main">
            <a:off x="2713196"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D1F9ADA8-BC64-4446-AAD5-FD40AC7C4DEE}"/>
              </a:ext>
            </a:extLst>
          </p:cNvPr>
          <p:cNvSpPr>
            <a:spLocks xmlns:a="http://schemas.openxmlformats.org/drawingml/2006/main" noGrp="1"/>
          </p:cNvSpPr>
          <p:nvPr/>
        </p:nvSpPr>
        <p:spPr>
          <a:xfrm xmlns:a="http://schemas.openxmlformats.org/drawingml/2006/main">
            <a:off x="2713196"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8DA3E16F-4CE7-4F74-A1F1-8FBDF637236F}"/>
              </a:ext>
            </a:extLst>
          </p:cNvPr>
          <p:cNvSpPr>
            <a:spLocks xmlns:a="http://schemas.openxmlformats.org/drawingml/2006/main" noGrp="1"/>
          </p:cNvSpPr>
          <p:nvPr/>
        </p:nvSpPr>
        <p:spPr>
          <a:xfrm xmlns:a="http://schemas.openxmlformats.org/drawingml/2006/main">
            <a:off x="2713196"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901F2C6A-4F0A-436A-B841-CB6E84676399}"/>
              </a:ext>
            </a:extLst>
          </p:cNvPr>
          <p:cNvSpPr>
            <a:spLocks xmlns:a="http://schemas.openxmlformats.org/drawingml/2006/main" noGrp="1"/>
          </p:cNvSpPr>
          <p:nvPr/>
        </p:nvSpPr>
        <p:spPr>
          <a:xfrm xmlns:a="http://schemas.openxmlformats.org/drawingml/2006/main">
            <a:off x="2713196" y="273669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06881117-907F-41EC-B5A4-13B31918D37F}"/>
              </a:ext>
            </a:extLst>
          </p:cNvPr>
          <p:cNvSpPr>
            <a:spLocks xmlns:a="http://schemas.openxmlformats.org/drawingml/2006/main" noGrp="1"/>
          </p:cNvSpPr>
          <p:nvPr/>
        </p:nvSpPr>
        <p:spPr>
          <a:xfrm xmlns:a="http://schemas.openxmlformats.org/drawingml/2006/main">
            <a:off x="2713196" y="265716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7F7359E3-DA90-4E4F-90B2-9BE79F674B36}"/>
              </a:ext>
            </a:extLst>
          </p:cNvPr>
          <p:cNvSpPr>
            <a:spLocks xmlns:a="http://schemas.openxmlformats.org/drawingml/2006/main" noGrp="1"/>
          </p:cNvSpPr>
          <p:nvPr/>
        </p:nvSpPr>
        <p:spPr>
          <a:xfrm xmlns:a="http://schemas.openxmlformats.org/drawingml/2006/main">
            <a:off x="2713196" y="257762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9231B8FA-0D01-4097-A36B-AE895FB32C8D}"/>
              </a:ext>
            </a:extLst>
          </p:cNvPr>
          <p:cNvSpPr>
            <a:spLocks xmlns:a="http://schemas.openxmlformats.org/drawingml/2006/main" noGrp="1"/>
          </p:cNvSpPr>
          <p:nvPr/>
        </p:nvSpPr>
        <p:spPr>
          <a:xfrm xmlns:a="http://schemas.openxmlformats.org/drawingml/2006/main">
            <a:off x="2792199"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7C2648C8-A4AA-48AA-B888-864330C79F24}"/>
              </a:ext>
            </a:extLst>
          </p:cNvPr>
          <p:cNvSpPr>
            <a:spLocks xmlns:a="http://schemas.openxmlformats.org/drawingml/2006/main" noGrp="1"/>
          </p:cNvSpPr>
          <p:nvPr/>
        </p:nvSpPr>
        <p:spPr>
          <a:xfrm xmlns:a="http://schemas.openxmlformats.org/drawingml/2006/main">
            <a:off x="2792199"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146242F0-13C6-4F41-9C7C-6D1DEF52C77F}"/>
              </a:ext>
            </a:extLst>
          </p:cNvPr>
          <p:cNvSpPr>
            <a:spLocks xmlns:a="http://schemas.openxmlformats.org/drawingml/2006/main" noGrp="1"/>
          </p:cNvSpPr>
          <p:nvPr/>
        </p:nvSpPr>
        <p:spPr>
          <a:xfrm xmlns:a="http://schemas.openxmlformats.org/drawingml/2006/main">
            <a:off x="2792199"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AC6C5C6E-6562-4B7E-956E-2249D773292D}"/>
              </a:ext>
            </a:extLst>
          </p:cNvPr>
          <p:cNvSpPr>
            <a:spLocks xmlns:a="http://schemas.openxmlformats.org/drawingml/2006/main" noGrp="1"/>
          </p:cNvSpPr>
          <p:nvPr/>
        </p:nvSpPr>
        <p:spPr>
          <a:xfrm xmlns:a="http://schemas.openxmlformats.org/drawingml/2006/main">
            <a:off x="2792199"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0987EC6F-C1FD-4522-9CEE-F5C0FEA75379}"/>
              </a:ext>
            </a:extLst>
          </p:cNvPr>
          <p:cNvSpPr>
            <a:spLocks xmlns:a="http://schemas.openxmlformats.org/drawingml/2006/main" noGrp="1"/>
          </p:cNvSpPr>
          <p:nvPr/>
        </p:nvSpPr>
        <p:spPr>
          <a:xfrm xmlns:a="http://schemas.openxmlformats.org/drawingml/2006/main">
            <a:off x="2792199"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A2AFEDA1-A2D6-43F5-9EF9-FC13F5C20BB4}"/>
              </a:ext>
            </a:extLst>
          </p:cNvPr>
          <p:cNvSpPr>
            <a:spLocks xmlns:a="http://schemas.openxmlformats.org/drawingml/2006/main" noGrp="1"/>
          </p:cNvSpPr>
          <p:nvPr/>
        </p:nvSpPr>
        <p:spPr>
          <a:xfrm xmlns:a="http://schemas.openxmlformats.org/drawingml/2006/main">
            <a:off x="2792199"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4716200E-F495-4454-9C93-7FA74E185BC4}"/>
              </a:ext>
            </a:extLst>
          </p:cNvPr>
          <p:cNvSpPr>
            <a:spLocks xmlns:a="http://schemas.openxmlformats.org/drawingml/2006/main" noGrp="1"/>
          </p:cNvSpPr>
          <p:nvPr/>
        </p:nvSpPr>
        <p:spPr>
          <a:xfrm xmlns:a="http://schemas.openxmlformats.org/drawingml/2006/main">
            <a:off x="2792199"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F7FEC41F-B68E-47BA-9DA1-3BF43976385E}"/>
              </a:ext>
            </a:extLst>
          </p:cNvPr>
          <p:cNvSpPr>
            <a:spLocks xmlns:a="http://schemas.openxmlformats.org/drawingml/2006/main" noGrp="1"/>
          </p:cNvSpPr>
          <p:nvPr/>
        </p:nvSpPr>
        <p:spPr>
          <a:xfrm xmlns:a="http://schemas.openxmlformats.org/drawingml/2006/main">
            <a:off x="2792199"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A6AA86CB-CC04-4171-B15B-5C4D808821D7}"/>
              </a:ext>
            </a:extLst>
          </p:cNvPr>
          <p:cNvSpPr>
            <a:spLocks xmlns:a="http://schemas.openxmlformats.org/drawingml/2006/main" noGrp="1"/>
          </p:cNvSpPr>
          <p:nvPr/>
        </p:nvSpPr>
        <p:spPr>
          <a:xfrm xmlns:a="http://schemas.openxmlformats.org/drawingml/2006/main">
            <a:off x="2792199"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89840C3B-9E2E-4C36-B9F6-D5A049B92A56}"/>
              </a:ext>
            </a:extLst>
          </p:cNvPr>
          <p:cNvSpPr>
            <a:spLocks xmlns:a="http://schemas.openxmlformats.org/drawingml/2006/main" noGrp="1"/>
          </p:cNvSpPr>
          <p:nvPr/>
        </p:nvSpPr>
        <p:spPr>
          <a:xfrm xmlns:a="http://schemas.openxmlformats.org/drawingml/2006/main">
            <a:off x="2792199"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B78EA44F-7ECB-4195-8A89-DBBE01C2D09A}"/>
              </a:ext>
            </a:extLst>
          </p:cNvPr>
          <p:cNvSpPr>
            <a:spLocks xmlns:a="http://schemas.openxmlformats.org/drawingml/2006/main" noGrp="1"/>
          </p:cNvSpPr>
          <p:nvPr/>
        </p:nvSpPr>
        <p:spPr>
          <a:xfrm xmlns:a="http://schemas.openxmlformats.org/drawingml/2006/main">
            <a:off x="2792199" y="273669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AB3184ED-FBB2-428A-BA1F-86D8EEBF0AF5}"/>
              </a:ext>
            </a:extLst>
          </p:cNvPr>
          <p:cNvSpPr>
            <a:spLocks xmlns:a="http://schemas.openxmlformats.org/drawingml/2006/main" noGrp="1"/>
          </p:cNvSpPr>
          <p:nvPr/>
        </p:nvSpPr>
        <p:spPr>
          <a:xfrm xmlns:a="http://schemas.openxmlformats.org/drawingml/2006/main">
            <a:off x="2792199" y="265716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65CFD985-664B-44D1-A607-DCF33D5AE0AB}"/>
              </a:ext>
            </a:extLst>
          </p:cNvPr>
          <p:cNvSpPr>
            <a:spLocks xmlns:a="http://schemas.openxmlformats.org/drawingml/2006/main" noGrp="1"/>
          </p:cNvSpPr>
          <p:nvPr/>
        </p:nvSpPr>
        <p:spPr>
          <a:xfrm xmlns:a="http://schemas.openxmlformats.org/drawingml/2006/main">
            <a:off x="2792199" y="257762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8D18873A-65AA-4F04-A385-FA4A58B43B03}"/>
              </a:ext>
            </a:extLst>
          </p:cNvPr>
          <p:cNvSpPr>
            <a:spLocks xmlns:a="http://schemas.openxmlformats.org/drawingml/2006/main" noGrp="1"/>
          </p:cNvSpPr>
          <p:nvPr/>
        </p:nvSpPr>
        <p:spPr>
          <a:xfrm xmlns:a="http://schemas.openxmlformats.org/drawingml/2006/main">
            <a:off x="2871201" y="400925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FCAC6EE6-09E9-4581-A675-5DEFB34B3FFD}"/>
              </a:ext>
            </a:extLst>
          </p:cNvPr>
          <p:cNvSpPr>
            <a:spLocks xmlns:a="http://schemas.openxmlformats.org/drawingml/2006/main" noGrp="1"/>
          </p:cNvSpPr>
          <p:nvPr/>
        </p:nvSpPr>
        <p:spPr>
          <a:xfrm xmlns:a="http://schemas.openxmlformats.org/drawingml/2006/main">
            <a:off x="2871201"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8CCFBBD5-06F5-464E-99C1-7C6FCA407639}"/>
              </a:ext>
            </a:extLst>
          </p:cNvPr>
          <p:cNvSpPr>
            <a:spLocks xmlns:a="http://schemas.openxmlformats.org/drawingml/2006/main" noGrp="1"/>
          </p:cNvSpPr>
          <p:nvPr/>
        </p:nvSpPr>
        <p:spPr>
          <a:xfrm xmlns:a="http://schemas.openxmlformats.org/drawingml/2006/main">
            <a:off x="2871201"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65279F73-938A-4F35-8592-0BE20A60A551}"/>
              </a:ext>
            </a:extLst>
          </p:cNvPr>
          <p:cNvSpPr>
            <a:spLocks xmlns:a="http://schemas.openxmlformats.org/drawingml/2006/main" noGrp="1"/>
          </p:cNvSpPr>
          <p:nvPr/>
        </p:nvSpPr>
        <p:spPr>
          <a:xfrm xmlns:a="http://schemas.openxmlformats.org/drawingml/2006/main">
            <a:off x="2871201"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B767B3E6-5CC2-4CDB-B2C2-5D33AF703461}"/>
              </a:ext>
            </a:extLst>
          </p:cNvPr>
          <p:cNvSpPr>
            <a:spLocks xmlns:a="http://schemas.openxmlformats.org/drawingml/2006/main" noGrp="1"/>
          </p:cNvSpPr>
          <p:nvPr/>
        </p:nvSpPr>
        <p:spPr>
          <a:xfrm xmlns:a="http://schemas.openxmlformats.org/drawingml/2006/main">
            <a:off x="2871201"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5CD03783-FF48-476A-AF13-C7C34F0878C5}"/>
              </a:ext>
            </a:extLst>
          </p:cNvPr>
          <p:cNvSpPr>
            <a:spLocks xmlns:a="http://schemas.openxmlformats.org/drawingml/2006/main" noGrp="1"/>
          </p:cNvSpPr>
          <p:nvPr/>
        </p:nvSpPr>
        <p:spPr>
          <a:xfrm xmlns:a="http://schemas.openxmlformats.org/drawingml/2006/main">
            <a:off x="2871201"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6EF80503-E54C-4560-89E4-4E55A16C1841}"/>
              </a:ext>
            </a:extLst>
          </p:cNvPr>
          <p:cNvSpPr>
            <a:spLocks xmlns:a="http://schemas.openxmlformats.org/drawingml/2006/main" noGrp="1"/>
          </p:cNvSpPr>
          <p:nvPr/>
        </p:nvSpPr>
        <p:spPr>
          <a:xfrm xmlns:a="http://schemas.openxmlformats.org/drawingml/2006/main">
            <a:off x="2871201"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97CEA827-7C7F-494E-B6FF-9D10D92E5633}"/>
              </a:ext>
            </a:extLst>
          </p:cNvPr>
          <p:cNvSpPr>
            <a:spLocks xmlns:a="http://schemas.openxmlformats.org/drawingml/2006/main" noGrp="1"/>
          </p:cNvSpPr>
          <p:nvPr/>
        </p:nvSpPr>
        <p:spPr>
          <a:xfrm xmlns:a="http://schemas.openxmlformats.org/drawingml/2006/main">
            <a:off x="2871201"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34B44079-4E36-4420-AD99-479E4BB7C119}"/>
              </a:ext>
            </a:extLst>
          </p:cNvPr>
          <p:cNvSpPr>
            <a:spLocks xmlns:a="http://schemas.openxmlformats.org/drawingml/2006/main" noGrp="1"/>
          </p:cNvSpPr>
          <p:nvPr/>
        </p:nvSpPr>
        <p:spPr>
          <a:xfrm xmlns:a="http://schemas.openxmlformats.org/drawingml/2006/main">
            <a:off x="2871201"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48BCAC4D-2EF6-4480-959B-A45F2C98137E}"/>
              </a:ext>
            </a:extLst>
          </p:cNvPr>
          <p:cNvSpPr>
            <a:spLocks xmlns:a="http://schemas.openxmlformats.org/drawingml/2006/main" noGrp="1"/>
          </p:cNvSpPr>
          <p:nvPr/>
        </p:nvSpPr>
        <p:spPr>
          <a:xfrm xmlns:a="http://schemas.openxmlformats.org/drawingml/2006/main">
            <a:off x="2871201" y="273669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A705D259-B843-4712-A4BE-9776B8B868DD}"/>
              </a:ext>
            </a:extLst>
          </p:cNvPr>
          <p:cNvSpPr>
            <a:spLocks xmlns:a="http://schemas.openxmlformats.org/drawingml/2006/main" noGrp="1"/>
          </p:cNvSpPr>
          <p:nvPr/>
        </p:nvSpPr>
        <p:spPr>
          <a:xfrm xmlns:a="http://schemas.openxmlformats.org/drawingml/2006/main">
            <a:off x="2871201" y="265716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BAFA47F6-CBF9-4F28-AA1B-870909EB5B9C}"/>
              </a:ext>
            </a:extLst>
          </p:cNvPr>
          <p:cNvSpPr>
            <a:spLocks xmlns:a="http://schemas.openxmlformats.org/drawingml/2006/main" noGrp="1"/>
          </p:cNvSpPr>
          <p:nvPr/>
        </p:nvSpPr>
        <p:spPr>
          <a:xfrm xmlns:a="http://schemas.openxmlformats.org/drawingml/2006/main">
            <a:off x="2871201" y="257762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E73DA516-1666-486B-9CF7-9D6CB9058A8D}"/>
              </a:ext>
            </a:extLst>
          </p:cNvPr>
          <p:cNvSpPr>
            <a:spLocks xmlns:a="http://schemas.openxmlformats.org/drawingml/2006/main" noGrp="1"/>
          </p:cNvSpPr>
          <p:nvPr/>
        </p:nvSpPr>
        <p:spPr>
          <a:xfrm xmlns:a="http://schemas.openxmlformats.org/drawingml/2006/main">
            <a:off x="2950204" y="408878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C9DE1537-A4AA-4709-8E67-FC0FE443AD93}"/>
              </a:ext>
            </a:extLst>
          </p:cNvPr>
          <p:cNvSpPr>
            <a:spLocks xmlns:a="http://schemas.openxmlformats.org/drawingml/2006/main" noGrp="1"/>
          </p:cNvSpPr>
          <p:nvPr/>
        </p:nvSpPr>
        <p:spPr>
          <a:xfrm xmlns:a="http://schemas.openxmlformats.org/drawingml/2006/main">
            <a:off x="2950204" y="400925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4639E113-E517-4A67-8418-737D11BD27DF}"/>
              </a:ext>
            </a:extLst>
          </p:cNvPr>
          <p:cNvSpPr>
            <a:spLocks xmlns:a="http://schemas.openxmlformats.org/drawingml/2006/main" noGrp="1"/>
          </p:cNvSpPr>
          <p:nvPr/>
        </p:nvSpPr>
        <p:spPr>
          <a:xfrm xmlns:a="http://schemas.openxmlformats.org/drawingml/2006/main">
            <a:off x="2950204"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212F0F6D-7E3C-43B3-992A-B28BFD6F9EF6}"/>
              </a:ext>
            </a:extLst>
          </p:cNvPr>
          <p:cNvSpPr>
            <a:spLocks xmlns:a="http://schemas.openxmlformats.org/drawingml/2006/main" noGrp="1"/>
          </p:cNvSpPr>
          <p:nvPr/>
        </p:nvSpPr>
        <p:spPr>
          <a:xfrm xmlns:a="http://schemas.openxmlformats.org/drawingml/2006/main">
            <a:off x="2950204"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39CD2D2D-9BAB-4AA9-8C3F-6D438E16C98B}"/>
              </a:ext>
            </a:extLst>
          </p:cNvPr>
          <p:cNvSpPr>
            <a:spLocks xmlns:a="http://schemas.openxmlformats.org/drawingml/2006/main" noGrp="1"/>
          </p:cNvSpPr>
          <p:nvPr/>
        </p:nvSpPr>
        <p:spPr>
          <a:xfrm xmlns:a="http://schemas.openxmlformats.org/drawingml/2006/main">
            <a:off x="2950204"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79B92A5B-F62F-40C7-B433-3B9AA7431BEF}"/>
              </a:ext>
            </a:extLst>
          </p:cNvPr>
          <p:cNvSpPr>
            <a:spLocks xmlns:a="http://schemas.openxmlformats.org/drawingml/2006/main" noGrp="1"/>
          </p:cNvSpPr>
          <p:nvPr/>
        </p:nvSpPr>
        <p:spPr>
          <a:xfrm xmlns:a="http://schemas.openxmlformats.org/drawingml/2006/main">
            <a:off x="2950204"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703165D2-FE6E-43FB-A700-69607F85A821}"/>
              </a:ext>
            </a:extLst>
          </p:cNvPr>
          <p:cNvSpPr>
            <a:spLocks xmlns:a="http://schemas.openxmlformats.org/drawingml/2006/main" noGrp="1"/>
          </p:cNvSpPr>
          <p:nvPr/>
        </p:nvSpPr>
        <p:spPr>
          <a:xfrm xmlns:a="http://schemas.openxmlformats.org/drawingml/2006/main">
            <a:off x="2950204"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67B5A611-7259-4556-9302-F1A1F83E025B}"/>
              </a:ext>
            </a:extLst>
          </p:cNvPr>
          <p:cNvSpPr>
            <a:spLocks xmlns:a="http://schemas.openxmlformats.org/drawingml/2006/main" noGrp="1"/>
          </p:cNvSpPr>
          <p:nvPr/>
        </p:nvSpPr>
        <p:spPr>
          <a:xfrm xmlns:a="http://schemas.openxmlformats.org/drawingml/2006/main">
            <a:off x="2950204"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406BF470-B43C-4D12-95FF-5AEABF88A642}"/>
              </a:ext>
            </a:extLst>
          </p:cNvPr>
          <p:cNvSpPr>
            <a:spLocks xmlns:a="http://schemas.openxmlformats.org/drawingml/2006/main" noGrp="1"/>
          </p:cNvSpPr>
          <p:nvPr/>
        </p:nvSpPr>
        <p:spPr>
          <a:xfrm xmlns:a="http://schemas.openxmlformats.org/drawingml/2006/main">
            <a:off x="2950204" y="281623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91D1ED27-219B-40B2-82F5-46C4B4F3C45A}"/>
              </a:ext>
            </a:extLst>
          </p:cNvPr>
          <p:cNvSpPr>
            <a:spLocks xmlns:a="http://schemas.openxmlformats.org/drawingml/2006/main" noGrp="1"/>
          </p:cNvSpPr>
          <p:nvPr/>
        </p:nvSpPr>
        <p:spPr>
          <a:xfrm xmlns:a="http://schemas.openxmlformats.org/drawingml/2006/main">
            <a:off x="2950204" y="273669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6974882D-2FE3-4C57-95B7-9640D6172290}"/>
              </a:ext>
            </a:extLst>
          </p:cNvPr>
          <p:cNvSpPr>
            <a:spLocks xmlns:a="http://schemas.openxmlformats.org/drawingml/2006/main" noGrp="1"/>
          </p:cNvSpPr>
          <p:nvPr/>
        </p:nvSpPr>
        <p:spPr>
          <a:xfrm xmlns:a="http://schemas.openxmlformats.org/drawingml/2006/main">
            <a:off x="2950204" y="265716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B1EAC097-E43C-43B4-A29C-A7F2DFA6330C}"/>
              </a:ext>
            </a:extLst>
          </p:cNvPr>
          <p:cNvSpPr>
            <a:spLocks xmlns:a="http://schemas.openxmlformats.org/drawingml/2006/main" noGrp="1"/>
          </p:cNvSpPr>
          <p:nvPr/>
        </p:nvSpPr>
        <p:spPr>
          <a:xfrm xmlns:a="http://schemas.openxmlformats.org/drawingml/2006/main">
            <a:off x="2950204" y="257762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59D80A19-B6D0-4AB1-9FAD-E986C525439A}"/>
              </a:ext>
            </a:extLst>
          </p:cNvPr>
          <p:cNvSpPr>
            <a:spLocks xmlns:a="http://schemas.openxmlformats.org/drawingml/2006/main" noGrp="1"/>
          </p:cNvSpPr>
          <p:nvPr/>
        </p:nvSpPr>
        <p:spPr>
          <a:xfrm xmlns:a="http://schemas.openxmlformats.org/drawingml/2006/main">
            <a:off x="2950204" y="249809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22BBD7DB-2289-4017-8450-B6A0AD0119C9}"/>
              </a:ext>
            </a:extLst>
          </p:cNvPr>
          <p:cNvSpPr>
            <a:spLocks xmlns:a="http://schemas.openxmlformats.org/drawingml/2006/main" noGrp="1"/>
          </p:cNvSpPr>
          <p:nvPr/>
        </p:nvSpPr>
        <p:spPr>
          <a:xfrm xmlns:a="http://schemas.openxmlformats.org/drawingml/2006/main">
            <a:off x="3029206" y="408878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96F24C9E-5BD5-4DCD-8B47-0D533871AC62}"/>
              </a:ext>
            </a:extLst>
          </p:cNvPr>
          <p:cNvSpPr>
            <a:spLocks xmlns:a="http://schemas.openxmlformats.org/drawingml/2006/main" noGrp="1"/>
          </p:cNvSpPr>
          <p:nvPr/>
        </p:nvSpPr>
        <p:spPr>
          <a:xfrm xmlns:a="http://schemas.openxmlformats.org/drawingml/2006/main">
            <a:off x="3029206" y="400925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587CE4AE-5EF5-465A-9DDD-E148C926AE5B}"/>
              </a:ext>
            </a:extLst>
          </p:cNvPr>
          <p:cNvSpPr>
            <a:spLocks xmlns:a="http://schemas.openxmlformats.org/drawingml/2006/main" noGrp="1"/>
          </p:cNvSpPr>
          <p:nvPr/>
        </p:nvSpPr>
        <p:spPr>
          <a:xfrm xmlns:a="http://schemas.openxmlformats.org/drawingml/2006/main">
            <a:off x="3029206"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F3F00252-C345-49E0-B89D-D10F35D06B71}"/>
              </a:ext>
            </a:extLst>
          </p:cNvPr>
          <p:cNvSpPr>
            <a:spLocks xmlns:a="http://schemas.openxmlformats.org/drawingml/2006/main" noGrp="1"/>
          </p:cNvSpPr>
          <p:nvPr/>
        </p:nvSpPr>
        <p:spPr>
          <a:xfrm xmlns:a="http://schemas.openxmlformats.org/drawingml/2006/main">
            <a:off x="3029206"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480F2089-DA2D-4EC6-AE69-493CCC28A17C}"/>
              </a:ext>
            </a:extLst>
          </p:cNvPr>
          <p:cNvSpPr>
            <a:spLocks xmlns:a="http://schemas.openxmlformats.org/drawingml/2006/main" noGrp="1"/>
          </p:cNvSpPr>
          <p:nvPr/>
        </p:nvSpPr>
        <p:spPr>
          <a:xfrm xmlns:a="http://schemas.openxmlformats.org/drawingml/2006/main">
            <a:off x="3029206"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27675857-6725-4698-B0CE-4B180C3809F8}"/>
              </a:ext>
            </a:extLst>
          </p:cNvPr>
          <p:cNvSpPr>
            <a:spLocks xmlns:a="http://schemas.openxmlformats.org/drawingml/2006/main" noGrp="1"/>
          </p:cNvSpPr>
          <p:nvPr/>
        </p:nvSpPr>
        <p:spPr>
          <a:xfrm xmlns:a="http://schemas.openxmlformats.org/drawingml/2006/main">
            <a:off x="3029206"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CD9B1E3E-C166-44A8-915D-6ED537D53F28}"/>
              </a:ext>
            </a:extLst>
          </p:cNvPr>
          <p:cNvSpPr>
            <a:spLocks xmlns:a="http://schemas.openxmlformats.org/drawingml/2006/main" noGrp="1"/>
          </p:cNvSpPr>
          <p:nvPr/>
        </p:nvSpPr>
        <p:spPr>
          <a:xfrm xmlns:a="http://schemas.openxmlformats.org/drawingml/2006/main">
            <a:off x="3029206"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8B671F44-9D98-40DF-A6D5-4C56429835C0}"/>
              </a:ext>
            </a:extLst>
          </p:cNvPr>
          <p:cNvSpPr>
            <a:spLocks xmlns:a="http://schemas.openxmlformats.org/drawingml/2006/main" noGrp="1"/>
          </p:cNvSpPr>
          <p:nvPr/>
        </p:nvSpPr>
        <p:spPr>
          <a:xfrm xmlns:a="http://schemas.openxmlformats.org/drawingml/2006/main">
            <a:off x="3029206"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ADDF551B-4EFE-486A-8327-B7EFA70C9C1A}"/>
              </a:ext>
            </a:extLst>
          </p:cNvPr>
          <p:cNvSpPr>
            <a:spLocks xmlns:a="http://schemas.openxmlformats.org/drawingml/2006/main" noGrp="1"/>
          </p:cNvSpPr>
          <p:nvPr/>
        </p:nvSpPr>
        <p:spPr>
          <a:xfrm xmlns:a="http://schemas.openxmlformats.org/drawingml/2006/main">
            <a:off x="3029206"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D9BE0934-85F4-410C-9710-841AAF3EE29C}"/>
              </a:ext>
            </a:extLst>
          </p:cNvPr>
          <p:cNvSpPr>
            <a:spLocks xmlns:a="http://schemas.openxmlformats.org/drawingml/2006/main" noGrp="1"/>
          </p:cNvSpPr>
          <p:nvPr/>
        </p:nvSpPr>
        <p:spPr>
          <a:xfrm xmlns:a="http://schemas.openxmlformats.org/drawingml/2006/main">
            <a:off x="3029206" y="281623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BC5E6EBF-8332-46E4-83F7-2F01EA138661}"/>
              </a:ext>
            </a:extLst>
          </p:cNvPr>
          <p:cNvSpPr>
            <a:spLocks xmlns:a="http://schemas.openxmlformats.org/drawingml/2006/main" noGrp="1"/>
          </p:cNvSpPr>
          <p:nvPr/>
        </p:nvSpPr>
        <p:spPr>
          <a:xfrm xmlns:a="http://schemas.openxmlformats.org/drawingml/2006/main">
            <a:off x="3029206" y="265716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D8056958-FE82-48A8-94DC-62F4A476FC0F}"/>
              </a:ext>
            </a:extLst>
          </p:cNvPr>
          <p:cNvSpPr>
            <a:spLocks xmlns:a="http://schemas.openxmlformats.org/drawingml/2006/main" noGrp="1"/>
          </p:cNvSpPr>
          <p:nvPr/>
        </p:nvSpPr>
        <p:spPr>
          <a:xfrm xmlns:a="http://schemas.openxmlformats.org/drawingml/2006/main">
            <a:off x="3029206" y="257762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D8B30021-9AE1-49B2-906E-3F6479C1B5B3}"/>
              </a:ext>
            </a:extLst>
          </p:cNvPr>
          <p:cNvSpPr>
            <a:spLocks xmlns:a="http://schemas.openxmlformats.org/drawingml/2006/main" noGrp="1"/>
          </p:cNvSpPr>
          <p:nvPr/>
        </p:nvSpPr>
        <p:spPr>
          <a:xfrm xmlns:a="http://schemas.openxmlformats.org/drawingml/2006/main">
            <a:off x="3029206" y="249809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91335953-D533-47A9-B4FE-C102603A4C22}"/>
              </a:ext>
            </a:extLst>
          </p:cNvPr>
          <p:cNvSpPr>
            <a:spLocks xmlns:a="http://schemas.openxmlformats.org/drawingml/2006/main" noGrp="1"/>
          </p:cNvSpPr>
          <p:nvPr/>
        </p:nvSpPr>
        <p:spPr>
          <a:xfrm xmlns:a="http://schemas.openxmlformats.org/drawingml/2006/main">
            <a:off x="3108209" y="424785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F34B9AB3-D335-46BD-B2CC-EBED33B09133}"/>
              </a:ext>
            </a:extLst>
          </p:cNvPr>
          <p:cNvSpPr>
            <a:spLocks xmlns:a="http://schemas.openxmlformats.org/drawingml/2006/main" noGrp="1"/>
          </p:cNvSpPr>
          <p:nvPr/>
        </p:nvSpPr>
        <p:spPr>
          <a:xfrm xmlns:a="http://schemas.openxmlformats.org/drawingml/2006/main">
            <a:off x="3108209" y="416832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639FA166-8D79-42B8-817D-96A5F94BA398}"/>
              </a:ext>
            </a:extLst>
          </p:cNvPr>
          <p:cNvSpPr>
            <a:spLocks xmlns:a="http://schemas.openxmlformats.org/drawingml/2006/main" noGrp="1"/>
          </p:cNvSpPr>
          <p:nvPr/>
        </p:nvSpPr>
        <p:spPr>
          <a:xfrm xmlns:a="http://schemas.openxmlformats.org/drawingml/2006/main">
            <a:off x="3108209" y="408878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0776D712-C580-42DC-BCD1-0F480C54383A}"/>
              </a:ext>
            </a:extLst>
          </p:cNvPr>
          <p:cNvSpPr>
            <a:spLocks xmlns:a="http://schemas.openxmlformats.org/drawingml/2006/main" noGrp="1"/>
          </p:cNvSpPr>
          <p:nvPr/>
        </p:nvSpPr>
        <p:spPr>
          <a:xfrm xmlns:a="http://schemas.openxmlformats.org/drawingml/2006/main">
            <a:off x="3108209" y="400925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22A204DE-029E-43E7-9808-B90646D50E7E}"/>
              </a:ext>
            </a:extLst>
          </p:cNvPr>
          <p:cNvSpPr>
            <a:spLocks xmlns:a="http://schemas.openxmlformats.org/drawingml/2006/main" noGrp="1"/>
          </p:cNvSpPr>
          <p:nvPr/>
        </p:nvSpPr>
        <p:spPr>
          <a:xfrm xmlns:a="http://schemas.openxmlformats.org/drawingml/2006/main">
            <a:off x="3108209"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1AF1182E-E87A-450B-A982-326F2F30B576}"/>
              </a:ext>
            </a:extLst>
          </p:cNvPr>
          <p:cNvSpPr>
            <a:spLocks xmlns:a="http://schemas.openxmlformats.org/drawingml/2006/main" noGrp="1"/>
          </p:cNvSpPr>
          <p:nvPr/>
        </p:nvSpPr>
        <p:spPr>
          <a:xfrm xmlns:a="http://schemas.openxmlformats.org/drawingml/2006/main">
            <a:off x="3108209"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C9CB5E0A-2BBD-4DCA-AB27-C33CBC1E4516}"/>
              </a:ext>
            </a:extLst>
          </p:cNvPr>
          <p:cNvSpPr>
            <a:spLocks xmlns:a="http://schemas.openxmlformats.org/drawingml/2006/main" noGrp="1"/>
          </p:cNvSpPr>
          <p:nvPr/>
        </p:nvSpPr>
        <p:spPr>
          <a:xfrm xmlns:a="http://schemas.openxmlformats.org/drawingml/2006/main">
            <a:off x="3108209"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AE716ED9-43FC-4B54-86E1-B8AA2DC67208}"/>
              </a:ext>
            </a:extLst>
          </p:cNvPr>
          <p:cNvSpPr>
            <a:spLocks xmlns:a="http://schemas.openxmlformats.org/drawingml/2006/main" noGrp="1"/>
          </p:cNvSpPr>
          <p:nvPr/>
        </p:nvSpPr>
        <p:spPr>
          <a:xfrm xmlns:a="http://schemas.openxmlformats.org/drawingml/2006/main">
            <a:off x="3108209"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0CF13111-CDBB-43EF-BE49-A25CC180CE85}"/>
              </a:ext>
            </a:extLst>
          </p:cNvPr>
          <p:cNvSpPr>
            <a:spLocks xmlns:a="http://schemas.openxmlformats.org/drawingml/2006/main" noGrp="1"/>
          </p:cNvSpPr>
          <p:nvPr/>
        </p:nvSpPr>
        <p:spPr>
          <a:xfrm xmlns:a="http://schemas.openxmlformats.org/drawingml/2006/main">
            <a:off x="3108209"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5DB80065-F603-4831-AE49-104EC0023E90}"/>
              </a:ext>
            </a:extLst>
          </p:cNvPr>
          <p:cNvSpPr>
            <a:spLocks xmlns:a="http://schemas.openxmlformats.org/drawingml/2006/main" noGrp="1"/>
          </p:cNvSpPr>
          <p:nvPr/>
        </p:nvSpPr>
        <p:spPr>
          <a:xfrm xmlns:a="http://schemas.openxmlformats.org/drawingml/2006/main">
            <a:off x="3108209"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BE1100EA-026C-4322-A525-F5CEB66129CF}"/>
              </a:ext>
            </a:extLst>
          </p:cNvPr>
          <p:cNvSpPr>
            <a:spLocks xmlns:a="http://schemas.openxmlformats.org/drawingml/2006/main" noGrp="1"/>
          </p:cNvSpPr>
          <p:nvPr/>
        </p:nvSpPr>
        <p:spPr>
          <a:xfrm xmlns:a="http://schemas.openxmlformats.org/drawingml/2006/main">
            <a:off x="3108209" y="257762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A1399FC6-BDCF-4497-8477-0A2FC2779ACD}"/>
              </a:ext>
            </a:extLst>
          </p:cNvPr>
          <p:cNvSpPr>
            <a:spLocks xmlns:a="http://schemas.openxmlformats.org/drawingml/2006/main" noGrp="1"/>
          </p:cNvSpPr>
          <p:nvPr/>
        </p:nvSpPr>
        <p:spPr>
          <a:xfrm xmlns:a="http://schemas.openxmlformats.org/drawingml/2006/main">
            <a:off x="3108209" y="249809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7E9E06CB-9357-40A7-927D-5B0724142457}"/>
              </a:ext>
            </a:extLst>
          </p:cNvPr>
          <p:cNvSpPr>
            <a:spLocks xmlns:a="http://schemas.openxmlformats.org/drawingml/2006/main" noGrp="1"/>
          </p:cNvSpPr>
          <p:nvPr/>
        </p:nvSpPr>
        <p:spPr>
          <a:xfrm xmlns:a="http://schemas.openxmlformats.org/drawingml/2006/main">
            <a:off x="3108209" y="241856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748624ED-BE64-4B2E-9820-ADF04056F8DB}"/>
              </a:ext>
            </a:extLst>
          </p:cNvPr>
          <p:cNvSpPr>
            <a:spLocks xmlns:a="http://schemas.openxmlformats.org/drawingml/2006/main" noGrp="1"/>
          </p:cNvSpPr>
          <p:nvPr/>
        </p:nvSpPr>
        <p:spPr>
          <a:xfrm xmlns:a="http://schemas.openxmlformats.org/drawingml/2006/main">
            <a:off x="3187211" y="424785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85B44384-32FF-471E-8768-D24065A6971A}"/>
              </a:ext>
            </a:extLst>
          </p:cNvPr>
          <p:cNvSpPr>
            <a:spLocks xmlns:a="http://schemas.openxmlformats.org/drawingml/2006/main" noGrp="1"/>
          </p:cNvSpPr>
          <p:nvPr/>
        </p:nvSpPr>
        <p:spPr>
          <a:xfrm xmlns:a="http://schemas.openxmlformats.org/drawingml/2006/main">
            <a:off x="3187211" y="416832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A2D5F69D-1EBA-4CEA-A360-AA216708160C}"/>
              </a:ext>
            </a:extLst>
          </p:cNvPr>
          <p:cNvSpPr>
            <a:spLocks xmlns:a="http://schemas.openxmlformats.org/drawingml/2006/main" noGrp="1"/>
          </p:cNvSpPr>
          <p:nvPr/>
        </p:nvSpPr>
        <p:spPr>
          <a:xfrm xmlns:a="http://schemas.openxmlformats.org/drawingml/2006/main">
            <a:off x="3187211" y="408878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AE3DCEFA-80B6-41E1-BCA1-6932E08D745D}"/>
              </a:ext>
            </a:extLst>
          </p:cNvPr>
          <p:cNvSpPr>
            <a:spLocks xmlns:a="http://schemas.openxmlformats.org/drawingml/2006/main" noGrp="1"/>
          </p:cNvSpPr>
          <p:nvPr/>
        </p:nvSpPr>
        <p:spPr>
          <a:xfrm xmlns:a="http://schemas.openxmlformats.org/drawingml/2006/main">
            <a:off x="3187211" y="400925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FFE21BF7-36A6-44FE-BC42-E142B7EBCF76}"/>
              </a:ext>
            </a:extLst>
          </p:cNvPr>
          <p:cNvSpPr>
            <a:spLocks xmlns:a="http://schemas.openxmlformats.org/drawingml/2006/main" noGrp="1"/>
          </p:cNvSpPr>
          <p:nvPr/>
        </p:nvSpPr>
        <p:spPr>
          <a:xfrm xmlns:a="http://schemas.openxmlformats.org/drawingml/2006/main">
            <a:off x="3187211"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E0F274C7-2400-4D79-81BF-89DB8DB015EC}"/>
              </a:ext>
            </a:extLst>
          </p:cNvPr>
          <p:cNvSpPr>
            <a:spLocks xmlns:a="http://schemas.openxmlformats.org/drawingml/2006/main" noGrp="1"/>
          </p:cNvSpPr>
          <p:nvPr/>
        </p:nvSpPr>
        <p:spPr>
          <a:xfrm xmlns:a="http://schemas.openxmlformats.org/drawingml/2006/main">
            <a:off x="3187211"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DA06BC9A-C0F9-4C99-97A5-EBF8A87EA071}"/>
              </a:ext>
            </a:extLst>
          </p:cNvPr>
          <p:cNvSpPr>
            <a:spLocks xmlns:a="http://schemas.openxmlformats.org/drawingml/2006/main" noGrp="1"/>
          </p:cNvSpPr>
          <p:nvPr/>
        </p:nvSpPr>
        <p:spPr>
          <a:xfrm xmlns:a="http://schemas.openxmlformats.org/drawingml/2006/main">
            <a:off x="3187211"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1FD7518A-81AE-4F6E-80F8-9BD2EE5D55CF}"/>
              </a:ext>
            </a:extLst>
          </p:cNvPr>
          <p:cNvSpPr>
            <a:spLocks xmlns:a="http://schemas.openxmlformats.org/drawingml/2006/main" noGrp="1"/>
          </p:cNvSpPr>
          <p:nvPr/>
        </p:nvSpPr>
        <p:spPr>
          <a:xfrm xmlns:a="http://schemas.openxmlformats.org/drawingml/2006/main">
            <a:off x="3187211"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E4B754B6-EB09-4CCA-884C-D60323AC9D5C}"/>
              </a:ext>
            </a:extLst>
          </p:cNvPr>
          <p:cNvSpPr>
            <a:spLocks xmlns:a="http://schemas.openxmlformats.org/drawingml/2006/main" noGrp="1"/>
          </p:cNvSpPr>
          <p:nvPr/>
        </p:nvSpPr>
        <p:spPr>
          <a:xfrm xmlns:a="http://schemas.openxmlformats.org/drawingml/2006/main">
            <a:off x="3187211"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15C18AFF-8C11-45B8-8F3B-B46B929972AD}"/>
              </a:ext>
            </a:extLst>
          </p:cNvPr>
          <p:cNvSpPr>
            <a:spLocks xmlns:a="http://schemas.openxmlformats.org/drawingml/2006/main" noGrp="1"/>
          </p:cNvSpPr>
          <p:nvPr/>
        </p:nvSpPr>
        <p:spPr>
          <a:xfrm xmlns:a="http://schemas.openxmlformats.org/drawingml/2006/main">
            <a:off x="3187211"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1CD8801C-831E-47D2-846D-EE7BFCF63E10}"/>
              </a:ext>
            </a:extLst>
          </p:cNvPr>
          <p:cNvSpPr>
            <a:spLocks xmlns:a="http://schemas.openxmlformats.org/drawingml/2006/main" noGrp="1"/>
          </p:cNvSpPr>
          <p:nvPr/>
        </p:nvSpPr>
        <p:spPr>
          <a:xfrm xmlns:a="http://schemas.openxmlformats.org/drawingml/2006/main">
            <a:off x="3187211"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5E746FA1-5BBB-433C-9BCE-0DCAEA601EC1}"/>
              </a:ext>
            </a:extLst>
          </p:cNvPr>
          <p:cNvSpPr>
            <a:spLocks xmlns:a="http://schemas.openxmlformats.org/drawingml/2006/main" noGrp="1"/>
          </p:cNvSpPr>
          <p:nvPr/>
        </p:nvSpPr>
        <p:spPr>
          <a:xfrm xmlns:a="http://schemas.openxmlformats.org/drawingml/2006/main">
            <a:off x="3187211" y="281623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090F6C83-6A24-4052-8957-AA47B44F6603}"/>
              </a:ext>
            </a:extLst>
          </p:cNvPr>
          <p:cNvSpPr>
            <a:spLocks xmlns:a="http://schemas.openxmlformats.org/drawingml/2006/main" noGrp="1"/>
          </p:cNvSpPr>
          <p:nvPr/>
        </p:nvSpPr>
        <p:spPr>
          <a:xfrm xmlns:a="http://schemas.openxmlformats.org/drawingml/2006/main">
            <a:off x="3187211" y="273669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B06E84E3-9868-4C8A-AEF7-36C83D5424E6}"/>
              </a:ext>
            </a:extLst>
          </p:cNvPr>
          <p:cNvSpPr>
            <a:spLocks xmlns:a="http://schemas.openxmlformats.org/drawingml/2006/main" noGrp="1"/>
          </p:cNvSpPr>
          <p:nvPr/>
        </p:nvSpPr>
        <p:spPr>
          <a:xfrm xmlns:a="http://schemas.openxmlformats.org/drawingml/2006/main">
            <a:off x="3187211" y="265716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F1329208-67E0-4404-8D74-246E9B87A462}"/>
              </a:ext>
            </a:extLst>
          </p:cNvPr>
          <p:cNvSpPr>
            <a:spLocks xmlns:a="http://schemas.openxmlformats.org/drawingml/2006/main" noGrp="1"/>
          </p:cNvSpPr>
          <p:nvPr/>
        </p:nvSpPr>
        <p:spPr>
          <a:xfrm xmlns:a="http://schemas.openxmlformats.org/drawingml/2006/main">
            <a:off x="3187211" y="257762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C456C042-529C-41BD-929F-2E9860377F02}"/>
              </a:ext>
            </a:extLst>
          </p:cNvPr>
          <p:cNvSpPr>
            <a:spLocks xmlns:a="http://schemas.openxmlformats.org/drawingml/2006/main" noGrp="1"/>
          </p:cNvSpPr>
          <p:nvPr/>
        </p:nvSpPr>
        <p:spPr>
          <a:xfrm xmlns:a="http://schemas.openxmlformats.org/drawingml/2006/main">
            <a:off x="3187211" y="249809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810469B5-03C6-4612-843F-165A19F880B0}"/>
              </a:ext>
            </a:extLst>
          </p:cNvPr>
          <p:cNvSpPr>
            <a:spLocks xmlns:a="http://schemas.openxmlformats.org/drawingml/2006/main" noGrp="1"/>
          </p:cNvSpPr>
          <p:nvPr/>
        </p:nvSpPr>
        <p:spPr>
          <a:xfrm xmlns:a="http://schemas.openxmlformats.org/drawingml/2006/main">
            <a:off x="3266214" y="408878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A63FD5FD-2F8D-4888-BD01-AB5831806182}"/>
              </a:ext>
            </a:extLst>
          </p:cNvPr>
          <p:cNvSpPr>
            <a:spLocks xmlns:a="http://schemas.openxmlformats.org/drawingml/2006/main" noGrp="1"/>
          </p:cNvSpPr>
          <p:nvPr/>
        </p:nvSpPr>
        <p:spPr>
          <a:xfrm xmlns:a="http://schemas.openxmlformats.org/drawingml/2006/main">
            <a:off x="3266214" y="400925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5A61014A-8788-4F23-9168-1236D722B847}"/>
              </a:ext>
            </a:extLst>
          </p:cNvPr>
          <p:cNvSpPr>
            <a:spLocks xmlns:a="http://schemas.openxmlformats.org/drawingml/2006/main" noGrp="1"/>
          </p:cNvSpPr>
          <p:nvPr/>
        </p:nvSpPr>
        <p:spPr>
          <a:xfrm xmlns:a="http://schemas.openxmlformats.org/drawingml/2006/main">
            <a:off x="3266214"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C1981075-9F48-4A9E-8B1F-A7BF4CE3FFE9}"/>
              </a:ext>
            </a:extLst>
          </p:cNvPr>
          <p:cNvSpPr>
            <a:spLocks xmlns:a="http://schemas.openxmlformats.org/drawingml/2006/main" noGrp="1"/>
          </p:cNvSpPr>
          <p:nvPr/>
        </p:nvSpPr>
        <p:spPr>
          <a:xfrm xmlns:a="http://schemas.openxmlformats.org/drawingml/2006/main">
            <a:off x="3266214"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974F2763-1ABB-4B50-861D-56A0DA047A24}"/>
              </a:ext>
            </a:extLst>
          </p:cNvPr>
          <p:cNvSpPr>
            <a:spLocks xmlns:a="http://schemas.openxmlformats.org/drawingml/2006/main" noGrp="1"/>
          </p:cNvSpPr>
          <p:nvPr/>
        </p:nvSpPr>
        <p:spPr>
          <a:xfrm xmlns:a="http://schemas.openxmlformats.org/drawingml/2006/main">
            <a:off x="3266214"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486F17F5-FD14-4E04-BA49-59D77C4C176E}"/>
              </a:ext>
            </a:extLst>
          </p:cNvPr>
          <p:cNvSpPr>
            <a:spLocks xmlns:a="http://schemas.openxmlformats.org/drawingml/2006/main" noGrp="1"/>
          </p:cNvSpPr>
          <p:nvPr/>
        </p:nvSpPr>
        <p:spPr>
          <a:xfrm xmlns:a="http://schemas.openxmlformats.org/drawingml/2006/main">
            <a:off x="3266214"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CFB5B5FC-59AD-4BC1-B4B5-173A6BE49C17}"/>
              </a:ext>
            </a:extLst>
          </p:cNvPr>
          <p:cNvSpPr>
            <a:spLocks xmlns:a="http://schemas.openxmlformats.org/drawingml/2006/main" noGrp="1"/>
          </p:cNvSpPr>
          <p:nvPr/>
        </p:nvSpPr>
        <p:spPr>
          <a:xfrm xmlns:a="http://schemas.openxmlformats.org/drawingml/2006/main">
            <a:off x="3266214"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FA39ACB9-E80C-4E87-88DC-C6AF276B716E}"/>
              </a:ext>
            </a:extLst>
          </p:cNvPr>
          <p:cNvSpPr>
            <a:spLocks xmlns:a="http://schemas.openxmlformats.org/drawingml/2006/main" noGrp="1"/>
          </p:cNvSpPr>
          <p:nvPr/>
        </p:nvSpPr>
        <p:spPr>
          <a:xfrm xmlns:a="http://schemas.openxmlformats.org/drawingml/2006/main">
            <a:off x="3266214"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004D40CA-4775-4FB0-A161-9C354FED13AB}"/>
              </a:ext>
            </a:extLst>
          </p:cNvPr>
          <p:cNvSpPr>
            <a:spLocks xmlns:a="http://schemas.openxmlformats.org/drawingml/2006/main" noGrp="1"/>
          </p:cNvSpPr>
          <p:nvPr/>
        </p:nvSpPr>
        <p:spPr>
          <a:xfrm xmlns:a="http://schemas.openxmlformats.org/drawingml/2006/main">
            <a:off x="3266214"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E8924D34-05B1-4A51-97BB-384B6DABAA10}"/>
              </a:ext>
            </a:extLst>
          </p:cNvPr>
          <p:cNvSpPr>
            <a:spLocks xmlns:a="http://schemas.openxmlformats.org/drawingml/2006/main" noGrp="1"/>
          </p:cNvSpPr>
          <p:nvPr/>
        </p:nvSpPr>
        <p:spPr>
          <a:xfrm xmlns:a="http://schemas.openxmlformats.org/drawingml/2006/main">
            <a:off x="3266214"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EAA3B845-673B-4EAB-B06E-0086092C7B0B}"/>
              </a:ext>
            </a:extLst>
          </p:cNvPr>
          <p:cNvSpPr>
            <a:spLocks xmlns:a="http://schemas.openxmlformats.org/drawingml/2006/main" noGrp="1"/>
          </p:cNvSpPr>
          <p:nvPr/>
        </p:nvSpPr>
        <p:spPr>
          <a:xfrm xmlns:a="http://schemas.openxmlformats.org/drawingml/2006/main">
            <a:off x="3266214"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953CF97E-B39F-4939-BF4D-3EF1A4ED4CB7}"/>
              </a:ext>
            </a:extLst>
          </p:cNvPr>
          <p:cNvSpPr>
            <a:spLocks xmlns:a="http://schemas.openxmlformats.org/drawingml/2006/main" noGrp="1"/>
          </p:cNvSpPr>
          <p:nvPr/>
        </p:nvSpPr>
        <p:spPr>
          <a:xfrm xmlns:a="http://schemas.openxmlformats.org/drawingml/2006/main">
            <a:off x="3266214"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ACE55A0A-44E1-4552-AD7E-10DF6572BAD5}"/>
              </a:ext>
            </a:extLst>
          </p:cNvPr>
          <p:cNvSpPr>
            <a:spLocks xmlns:a="http://schemas.openxmlformats.org/drawingml/2006/main" noGrp="1"/>
          </p:cNvSpPr>
          <p:nvPr/>
        </p:nvSpPr>
        <p:spPr>
          <a:xfrm xmlns:a="http://schemas.openxmlformats.org/drawingml/2006/main">
            <a:off x="3266214"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BE22732F-01DC-4963-8FE4-A6370E1F652E}"/>
              </a:ext>
            </a:extLst>
          </p:cNvPr>
          <p:cNvSpPr>
            <a:spLocks xmlns:a="http://schemas.openxmlformats.org/drawingml/2006/main" noGrp="1"/>
          </p:cNvSpPr>
          <p:nvPr/>
        </p:nvSpPr>
        <p:spPr>
          <a:xfrm xmlns:a="http://schemas.openxmlformats.org/drawingml/2006/main">
            <a:off x="3266214"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4ABB2C5B-A7DE-4DD3-855F-20BC002C7F6D}"/>
              </a:ext>
            </a:extLst>
          </p:cNvPr>
          <p:cNvSpPr>
            <a:spLocks xmlns:a="http://schemas.openxmlformats.org/drawingml/2006/main" noGrp="1"/>
          </p:cNvSpPr>
          <p:nvPr/>
        </p:nvSpPr>
        <p:spPr>
          <a:xfrm xmlns:a="http://schemas.openxmlformats.org/drawingml/2006/main">
            <a:off x="3266214"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9994"/>
          </a:solidFill>
          <a:ln xmlns:a="http://schemas.openxmlformats.org/drawingml/2006/main" w="2284">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F2000577-CD5F-4E2C-B7DF-5EBDAFDA5232}"/>
              </a:ext>
            </a:extLst>
          </p:cNvPr>
          <p:cNvSpPr>
            <a:spLocks xmlns:a="http://schemas.openxmlformats.org/drawingml/2006/main" noGrp="1"/>
          </p:cNvSpPr>
          <p:nvPr/>
        </p:nvSpPr>
        <p:spPr>
          <a:xfrm xmlns:a="http://schemas.openxmlformats.org/drawingml/2006/main">
            <a:off x="3266214" y="281623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9999B58E-5B4A-4D83-825F-F7B2803C3808}"/>
              </a:ext>
            </a:extLst>
          </p:cNvPr>
          <p:cNvSpPr>
            <a:spLocks xmlns:a="http://schemas.openxmlformats.org/drawingml/2006/main" noGrp="1"/>
          </p:cNvSpPr>
          <p:nvPr/>
        </p:nvSpPr>
        <p:spPr>
          <a:xfrm xmlns:a="http://schemas.openxmlformats.org/drawingml/2006/main">
            <a:off x="3266214" y="273669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89E402B4-F55E-4A4C-B4B2-364D7BA60996}"/>
              </a:ext>
            </a:extLst>
          </p:cNvPr>
          <p:cNvSpPr>
            <a:spLocks xmlns:a="http://schemas.openxmlformats.org/drawingml/2006/main" noGrp="1"/>
          </p:cNvSpPr>
          <p:nvPr/>
        </p:nvSpPr>
        <p:spPr>
          <a:xfrm xmlns:a="http://schemas.openxmlformats.org/drawingml/2006/main">
            <a:off x="3266214" y="265716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6A83F30D-67A4-4DAB-99D8-BBBEBF23A71E}"/>
              </a:ext>
            </a:extLst>
          </p:cNvPr>
          <p:cNvSpPr>
            <a:spLocks xmlns:a="http://schemas.openxmlformats.org/drawingml/2006/main" noGrp="1"/>
          </p:cNvSpPr>
          <p:nvPr/>
        </p:nvSpPr>
        <p:spPr>
          <a:xfrm xmlns:a="http://schemas.openxmlformats.org/drawingml/2006/main">
            <a:off x="3266214" y="257762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DEBEF8BB-E3A9-461F-9897-B7EC6C4DEFAC}"/>
              </a:ext>
            </a:extLst>
          </p:cNvPr>
          <p:cNvSpPr>
            <a:spLocks xmlns:a="http://schemas.openxmlformats.org/drawingml/2006/main" noGrp="1"/>
          </p:cNvSpPr>
          <p:nvPr/>
        </p:nvSpPr>
        <p:spPr>
          <a:xfrm xmlns:a="http://schemas.openxmlformats.org/drawingml/2006/main">
            <a:off x="3345216" y="4327389"/>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405F7870-C01C-4830-83ED-4FA8055FEF8E}"/>
              </a:ext>
            </a:extLst>
          </p:cNvPr>
          <p:cNvSpPr>
            <a:spLocks xmlns:a="http://schemas.openxmlformats.org/drawingml/2006/main" noGrp="1"/>
          </p:cNvSpPr>
          <p:nvPr/>
        </p:nvSpPr>
        <p:spPr>
          <a:xfrm xmlns:a="http://schemas.openxmlformats.org/drawingml/2006/main">
            <a:off x="3345216" y="4088786"/>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C0EFED62-B998-498D-A0D9-AAAE9C759A87}"/>
              </a:ext>
            </a:extLst>
          </p:cNvPr>
          <p:cNvSpPr>
            <a:spLocks xmlns:a="http://schemas.openxmlformats.org/drawingml/2006/main" noGrp="1"/>
          </p:cNvSpPr>
          <p:nvPr/>
        </p:nvSpPr>
        <p:spPr>
          <a:xfrm xmlns:a="http://schemas.openxmlformats.org/drawingml/2006/main">
            <a:off x="3345216" y="4009251"/>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0C6EF0D5-9949-4FBA-844F-9255D294EE9D}"/>
              </a:ext>
            </a:extLst>
          </p:cNvPr>
          <p:cNvSpPr>
            <a:spLocks xmlns:a="http://schemas.openxmlformats.org/drawingml/2006/main" noGrp="1"/>
          </p:cNvSpPr>
          <p:nvPr/>
        </p:nvSpPr>
        <p:spPr>
          <a:xfrm xmlns:a="http://schemas.openxmlformats.org/drawingml/2006/main">
            <a:off x="3345216" y="3929716"/>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8A47BB55-0267-4A3B-8AED-F39A43501836}"/>
              </a:ext>
            </a:extLst>
          </p:cNvPr>
          <p:cNvSpPr>
            <a:spLocks xmlns:a="http://schemas.openxmlformats.org/drawingml/2006/main" noGrp="1"/>
          </p:cNvSpPr>
          <p:nvPr/>
        </p:nvSpPr>
        <p:spPr>
          <a:xfrm xmlns:a="http://schemas.openxmlformats.org/drawingml/2006/main">
            <a:off x="3345216" y="3850182"/>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7A8AF29D-3A56-4B5D-9546-CDBC16B04629}"/>
              </a:ext>
            </a:extLst>
          </p:cNvPr>
          <p:cNvSpPr>
            <a:spLocks xmlns:a="http://schemas.openxmlformats.org/drawingml/2006/main" noGrp="1"/>
          </p:cNvSpPr>
          <p:nvPr/>
        </p:nvSpPr>
        <p:spPr>
          <a:xfrm xmlns:a="http://schemas.openxmlformats.org/drawingml/2006/main">
            <a:off x="3345216" y="3770647"/>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D17FFA35-DD84-4CCB-B4C0-078F0595C47F}"/>
              </a:ext>
            </a:extLst>
          </p:cNvPr>
          <p:cNvSpPr>
            <a:spLocks xmlns:a="http://schemas.openxmlformats.org/drawingml/2006/main" noGrp="1"/>
          </p:cNvSpPr>
          <p:nvPr/>
        </p:nvSpPr>
        <p:spPr>
          <a:xfrm xmlns:a="http://schemas.openxmlformats.org/drawingml/2006/main">
            <a:off x="3345216" y="3691113"/>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A37B7CE8-370F-40E3-8CD2-BF9BE6A090B5}"/>
              </a:ext>
            </a:extLst>
          </p:cNvPr>
          <p:cNvSpPr>
            <a:spLocks xmlns:a="http://schemas.openxmlformats.org/drawingml/2006/main" noGrp="1"/>
          </p:cNvSpPr>
          <p:nvPr/>
        </p:nvSpPr>
        <p:spPr>
          <a:xfrm xmlns:a="http://schemas.openxmlformats.org/drawingml/2006/main">
            <a:off x="3345216" y="3611578"/>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75A52FC0-1428-4868-9A1D-F8F9EF17E1E6}"/>
              </a:ext>
            </a:extLst>
          </p:cNvPr>
          <p:cNvSpPr>
            <a:spLocks xmlns:a="http://schemas.openxmlformats.org/drawingml/2006/main" noGrp="1"/>
          </p:cNvSpPr>
          <p:nvPr/>
        </p:nvSpPr>
        <p:spPr>
          <a:xfrm xmlns:a="http://schemas.openxmlformats.org/drawingml/2006/main">
            <a:off x="3345216" y="3532044"/>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5E48D317-2001-415B-BA33-BE7E0072FC81}"/>
              </a:ext>
            </a:extLst>
          </p:cNvPr>
          <p:cNvSpPr>
            <a:spLocks xmlns:a="http://schemas.openxmlformats.org/drawingml/2006/main" noGrp="1"/>
          </p:cNvSpPr>
          <p:nvPr/>
        </p:nvSpPr>
        <p:spPr>
          <a:xfrm xmlns:a="http://schemas.openxmlformats.org/drawingml/2006/main">
            <a:off x="3345216" y="3452509"/>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CFB8DDA1-F1D1-43E6-AF31-FAAACA0811EE}"/>
              </a:ext>
            </a:extLst>
          </p:cNvPr>
          <p:cNvSpPr>
            <a:spLocks xmlns:a="http://schemas.openxmlformats.org/drawingml/2006/main" noGrp="1"/>
          </p:cNvSpPr>
          <p:nvPr/>
        </p:nvSpPr>
        <p:spPr>
          <a:xfrm xmlns:a="http://schemas.openxmlformats.org/drawingml/2006/main">
            <a:off x="3345216" y="3372975"/>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0B6574A5-5D1C-46EB-8327-DBB7E5A8A99E}"/>
              </a:ext>
            </a:extLst>
          </p:cNvPr>
          <p:cNvSpPr>
            <a:spLocks xmlns:a="http://schemas.openxmlformats.org/drawingml/2006/main" noGrp="1"/>
          </p:cNvSpPr>
          <p:nvPr/>
        </p:nvSpPr>
        <p:spPr>
          <a:xfrm xmlns:a="http://schemas.openxmlformats.org/drawingml/2006/main">
            <a:off x="3345216" y="3293440"/>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11C08D9C-F08A-4C5B-BBEC-9E785656FBE0}"/>
              </a:ext>
            </a:extLst>
          </p:cNvPr>
          <p:cNvSpPr>
            <a:spLocks xmlns:a="http://schemas.openxmlformats.org/drawingml/2006/main" noGrp="1"/>
          </p:cNvSpPr>
          <p:nvPr/>
        </p:nvSpPr>
        <p:spPr>
          <a:xfrm xmlns:a="http://schemas.openxmlformats.org/drawingml/2006/main">
            <a:off x="3345216" y="3213906"/>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9607CA8C-EC1D-4B1E-9288-8E61BD3B2275}"/>
              </a:ext>
            </a:extLst>
          </p:cNvPr>
          <p:cNvSpPr>
            <a:spLocks xmlns:a="http://schemas.openxmlformats.org/drawingml/2006/main" noGrp="1"/>
          </p:cNvSpPr>
          <p:nvPr/>
        </p:nvSpPr>
        <p:spPr>
          <a:xfrm xmlns:a="http://schemas.openxmlformats.org/drawingml/2006/main">
            <a:off x="3345216" y="3134371"/>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FF1701CC-B72D-47D4-B02B-24B3BF1E2241}"/>
              </a:ext>
            </a:extLst>
          </p:cNvPr>
          <p:cNvSpPr>
            <a:spLocks xmlns:a="http://schemas.openxmlformats.org/drawingml/2006/main" noGrp="1"/>
          </p:cNvSpPr>
          <p:nvPr/>
        </p:nvSpPr>
        <p:spPr>
          <a:xfrm xmlns:a="http://schemas.openxmlformats.org/drawingml/2006/main">
            <a:off x="3345216" y="3054837"/>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6E23B904-19E7-4EB8-93DA-306C4A5569B5}"/>
              </a:ext>
            </a:extLst>
          </p:cNvPr>
          <p:cNvSpPr>
            <a:spLocks xmlns:a="http://schemas.openxmlformats.org/drawingml/2006/main" noGrp="1"/>
          </p:cNvSpPr>
          <p:nvPr/>
        </p:nvSpPr>
        <p:spPr>
          <a:xfrm xmlns:a="http://schemas.openxmlformats.org/drawingml/2006/main">
            <a:off x="3345216" y="2816233"/>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6CA19DED-524A-4682-A436-4710A28F4C9A}"/>
              </a:ext>
            </a:extLst>
          </p:cNvPr>
          <p:cNvSpPr>
            <a:spLocks xmlns:a="http://schemas.openxmlformats.org/drawingml/2006/main" noGrp="1"/>
          </p:cNvSpPr>
          <p:nvPr/>
        </p:nvSpPr>
        <p:spPr>
          <a:xfrm xmlns:a="http://schemas.openxmlformats.org/drawingml/2006/main">
            <a:off x="3345216" y="2736698"/>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4148FA30-8935-4A49-A0B3-C3EC092E0562}"/>
              </a:ext>
            </a:extLst>
          </p:cNvPr>
          <p:cNvSpPr>
            <a:spLocks xmlns:a="http://schemas.openxmlformats.org/drawingml/2006/main" noGrp="1"/>
          </p:cNvSpPr>
          <p:nvPr/>
        </p:nvSpPr>
        <p:spPr>
          <a:xfrm xmlns:a="http://schemas.openxmlformats.org/drawingml/2006/main">
            <a:off x="3345216" y="2657164"/>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F09581E6-3A23-4FD5-BAF4-FA414824DFD9}"/>
              </a:ext>
            </a:extLst>
          </p:cNvPr>
          <p:cNvSpPr>
            <a:spLocks xmlns:a="http://schemas.openxmlformats.org/drawingml/2006/main" noGrp="1"/>
          </p:cNvSpPr>
          <p:nvPr/>
        </p:nvSpPr>
        <p:spPr>
          <a:xfrm xmlns:a="http://schemas.openxmlformats.org/drawingml/2006/main">
            <a:off x="3345216" y="2577629"/>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B9B7E562-8B2A-4ED0-9B57-D9DB01DC7AFF}"/>
              </a:ext>
            </a:extLst>
          </p:cNvPr>
          <p:cNvSpPr>
            <a:spLocks xmlns:a="http://schemas.openxmlformats.org/drawingml/2006/main" noGrp="1"/>
          </p:cNvSpPr>
          <p:nvPr/>
        </p:nvSpPr>
        <p:spPr>
          <a:xfrm xmlns:a="http://schemas.openxmlformats.org/drawingml/2006/main">
            <a:off x="3424219" y="408878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91694594-8037-411C-8EEA-516890D364A1}"/>
              </a:ext>
            </a:extLst>
          </p:cNvPr>
          <p:cNvSpPr>
            <a:spLocks xmlns:a="http://schemas.openxmlformats.org/drawingml/2006/main" noGrp="1"/>
          </p:cNvSpPr>
          <p:nvPr/>
        </p:nvSpPr>
        <p:spPr>
          <a:xfrm xmlns:a="http://schemas.openxmlformats.org/drawingml/2006/main">
            <a:off x="3424219" y="400925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9CC4BA12-43F0-4427-8D93-76B4875865F8}"/>
              </a:ext>
            </a:extLst>
          </p:cNvPr>
          <p:cNvSpPr>
            <a:spLocks xmlns:a="http://schemas.openxmlformats.org/drawingml/2006/main" noGrp="1"/>
          </p:cNvSpPr>
          <p:nvPr/>
        </p:nvSpPr>
        <p:spPr>
          <a:xfrm xmlns:a="http://schemas.openxmlformats.org/drawingml/2006/main">
            <a:off x="3424219"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766FDBF8-A68E-4F43-A542-C8E5494894BB}"/>
              </a:ext>
            </a:extLst>
          </p:cNvPr>
          <p:cNvSpPr>
            <a:spLocks xmlns:a="http://schemas.openxmlformats.org/drawingml/2006/main" noGrp="1"/>
          </p:cNvSpPr>
          <p:nvPr/>
        </p:nvSpPr>
        <p:spPr>
          <a:xfrm xmlns:a="http://schemas.openxmlformats.org/drawingml/2006/main">
            <a:off x="3424219"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8D985A9B-FAE3-4074-96C6-E302F9A14EA5}"/>
              </a:ext>
            </a:extLst>
          </p:cNvPr>
          <p:cNvSpPr>
            <a:spLocks xmlns:a="http://schemas.openxmlformats.org/drawingml/2006/main" noGrp="1"/>
          </p:cNvSpPr>
          <p:nvPr/>
        </p:nvSpPr>
        <p:spPr>
          <a:xfrm xmlns:a="http://schemas.openxmlformats.org/drawingml/2006/main">
            <a:off x="3424219"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E6D6848F-B538-4BB6-BFBF-0E7A52464FE0}"/>
              </a:ext>
            </a:extLst>
          </p:cNvPr>
          <p:cNvSpPr>
            <a:spLocks xmlns:a="http://schemas.openxmlformats.org/drawingml/2006/main" noGrp="1"/>
          </p:cNvSpPr>
          <p:nvPr/>
        </p:nvSpPr>
        <p:spPr>
          <a:xfrm xmlns:a="http://schemas.openxmlformats.org/drawingml/2006/main">
            <a:off x="3424219"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181BCF47-8539-47C5-AE1C-9624ECD3FFA2}"/>
              </a:ext>
            </a:extLst>
          </p:cNvPr>
          <p:cNvSpPr>
            <a:spLocks xmlns:a="http://schemas.openxmlformats.org/drawingml/2006/main" noGrp="1"/>
          </p:cNvSpPr>
          <p:nvPr/>
        </p:nvSpPr>
        <p:spPr>
          <a:xfrm xmlns:a="http://schemas.openxmlformats.org/drawingml/2006/main">
            <a:off x="3424219"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5E70E121-1D29-480A-A4A1-C99E8CB9848A}"/>
              </a:ext>
            </a:extLst>
          </p:cNvPr>
          <p:cNvSpPr>
            <a:spLocks xmlns:a="http://schemas.openxmlformats.org/drawingml/2006/main" noGrp="1"/>
          </p:cNvSpPr>
          <p:nvPr/>
        </p:nvSpPr>
        <p:spPr>
          <a:xfrm xmlns:a="http://schemas.openxmlformats.org/drawingml/2006/main">
            <a:off x="3424219"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B6AC713A-4E42-4BA6-A3A2-3BF8932E29A5}"/>
              </a:ext>
            </a:extLst>
          </p:cNvPr>
          <p:cNvSpPr>
            <a:spLocks xmlns:a="http://schemas.openxmlformats.org/drawingml/2006/main" noGrp="1"/>
          </p:cNvSpPr>
          <p:nvPr/>
        </p:nvSpPr>
        <p:spPr>
          <a:xfrm xmlns:a="http://schemas.openxmlformats.org/drawingml/2006/main">
            <a:off x="3424219"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18F92139-1886-484F-B079-D650D085DD06}"/>
              </a:ext>
            </a:extLst>
          </p:cNvPr>
          <p:cNvSpPr>
            <a:spLocks xmlns:a="http://schemas.openxmlformats.org/drawingml/2006/main" noGrp="1"/>
          </p:cNvSpPr>
          <p:nvPr/>
        </p:nvSpPr>
        <p:spPr>
          <a:xfrm xmlns:a="http://schemas.openxmlformats.org/drawingml/2006/main">
            <a:off x="3424219"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93BEC28E-B10F-4DEF-8770-88E9F706EE52}"/>
              </a:ext>
            </a:extLst>
          </p:cNvPr>
          <p:cNvSpPr>
            <a:spLocks xmlns:a="http://schemas.openxmlformats.org/drawingml/2006/main" noGrp="1"/>
          </p:cNvSpPr>
          <p:nvPr/>
        </p:nvSpPr>
        <p:spPr>
          <a:xfrm xmlns:a="http://schemas.openxmlformats.org/drawingml/2006/main">
            <a:off x="3424219"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5332D999-D009-4D44-BFCB-B6BAA62FB148}"/>
              </a:ext>
            </a:extLst>
          </p:cNvPr>
          <p:cNvSpPr>
            <a:spLocks xmlns:a="http://schemas.openxmlformats.org/drawingml/2006/main" noGrp="1"/>
          </p:cNvSpPr>
          <p:nvPr/>
        </p:nvSpPr>
        <p:spPr>
          <a:xfrm xmlns:a="http://schemas.openxmlformats.org/drawingml/2006/main">
            <a:off x="3424219"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5F060688-A819-4CC7-8E14-B62392BAA0A4}"/>
              </a:ext>
            </a:extLst>
          </p:cNvPr>
          <p:cNvSpPr>
            <a:spLocks xmlns:a="http://schemas.openxmlformats.org/drawingml/2006/main" noGrp="1"/>
          </p:cNvSpPr>
          <p:nvPr/>
        </p:nvSpPr>
        <p:spPr>
          <a:xfrm xmlns:a="http://schemas.openxmlformats.org/drawingml/2006/main">
            <a:off x="3424219"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0DC0C5C1-A7A9-41CE-B4CF-D9CB44255B87}"/>
              </a:ext>
            </a:extLst>
          </p:cNvPr>
          <p:cNvSpPr>
            <a:spLocks xmlns:a="http://schemas.openxmlformats.org/drawingml/2006/main" noGrp="1"/>
          </p:cNvSpPr>
          <p:nvPr/>
        </p:nvSpPr>
        <p:spPr>
          <a:xfrm xmlns:a="http://schemas.openxmlformats.org/drawingml/2006/main">
            <a:off x="3424219"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4040F32F-7507-4ABB-9C53-E49DA56F9D62}"/>
              </a:ext>
            </a:extLst>
          </p:cNvPr>
          <p:cNvSpPr>
            <a:spLocks xmlns:a="http://schemas.openxmlformats.org/drawingml/2006/main" noGrp="1"/>
          </p:cNvSpPr>
          <p:nvPr/>
        </p:nvSpPr>
        <p:spPr>
          <a:xfrm xmlns:a="http://schemas.openxmlformats.org/drawingml/2006/main">
            <a:off x="3424219"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C615B09C-DDC3-4691-9135-BCAE38B4EC01}"/>
              </a:ext>
            </a:extLst>
          </p:cNvPr>
          <p:cNvSpPr>
            <a:spLocks xmlns:a="http://schemas.openxmlformats.org/drawingml/2006/main" noGrp="1"/>
          </p:cNvSpPr>
          <p:nvPr/>
        </p:nvSpPr>
        <p:spPr>
          <a:xfrm xmlns:a="http://schemas.openxmlformats.org/drawingml/2006/main">
            <a:off x="3424219" y="281623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C47D45EC-9DB6-4F09-A01E-515B6069179B}"/>
              </a:ext>
            </a:extLst>
          </p:cNvPr>
          <p:cNvSpPr>
            <a:spLocks xmlns:a="http://schemas.openxmlformats.org/drawingml/2006/main" noGrp="1"/>
          </p:cNvSpPr>
          <p:nvPr/>
        </p:nvSpPr>
        <p:spPr>
          <a:xfrm xmlns:a="http://schemas.openxmlformats.org/drawingml/2006/main">
            <a:off x="3424219" y="273669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7C3205A5-75DF-4370-A468-A658B449220C}"/>
              </a:ext>
            </a:extLst>
          </p:cNvPr>
          <p:cNvSpPr>
            <a:spLocks xmlns:a="http://schemas.openxmlformats.org/drawingml/2006/main" noGrp="1"/>
          </p:cNvSpPr>
          <p:nvPr/>
        </p:nvSpPr>
        <p:spPr>
          <a:xfrm xmlns:a="http://schemas.openxmlformats.org/drawingml/2006/main">
            <a:off x="3503221" y="416832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5654B5FC-0A9E-4055-A8DE-5AD0FD62BE04}"/>
              </a:ext>
            </a:extLst>
          </p:cNvPr>
          <p:cNvSpPr>
            <a:spLocks xmlns:a="http://schemas.openxmlformats.org/drawingml/2006/main" noGrp="1"/>
          </p:cNvSpPr>
          <p:nvPr/>
        </p:nvSpPr>
        <p:spPr>
          <a:xfrm xmlns:a="http://schemas.openxmlformats.org/drawingml/2006/main">
            <a:off x="3503221" y="408878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785D9DD0-248A-423C-AACB-DA16D6C751D9}"/>
              </a:ext>
            </a:extLst>
          </p:cNvPr>
          <p:cNvSpPr>
            <a:spLocks xmlns:a="http://schemas.openxmlformats.org/drawingml/2006/main" noGrp="1"/>
          </p:cNvSpPr>
          <p:nvPr/>
        </p:nvSpPr>
        <p:spPr>
          <a:xfrm xmlns:a="http://schemas.openxmlformats.org/drawingml/2006/main">
            <a:off x="3503221" y="400925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55EAE1F5-5C3A-4CDE-8010-BA80249C79DF}"/>
              </a:ext>
            </a:extLst>
          </p:cNvPr>
          <p:cNvSpPr>
            <a:spLocks xmlns:a="http://schemas.openxmlformats.org/drawingml/2006/main" noGrp="1"/>
          </p:cNvSpPr>
          <p:nvPr/>
        </p:nvSpPr>
        <p:spPr>
          <a:xfrm xmlns:a="http://schemas.openxmlformats.org/drawingml/2006/main">
            <a:off x="3503221" y="392971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963EB69D-8C9C-40D2-8E68-E383074CE05E}"/>
              </a:ext>
            </a:extLst>
          </p:cNvPr>
          <p:cNvSpPr>
            <a:spLocks xmlns:a="http://schemas.openxmlformats.org/drawingml/2006/main" noGrp="1"/>
          </p:cNvSpPr>
          <p:nvPr/>
        </p:nvSpPr>
        <p:spPr>
          <a:xfrm xmlns:a="http://schemas.openxmlformats.org/drawingml/2006/main">
            <a:off x="3503221"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046ED27C-46D0-4D12-AC1B-7F4D2820B1DA}"/>
              </a:ext>
            </a:extLst>
          </p:cNvPr>
          <p:cNvSpPr>
            <a:spLocks xmlns:a="http://schemas.openxmlformats.org/drawingml/2006/main" noGrp="1"/>
          </p:cNvSpPr>
          <p:nvPr/>
        </p:nvSpPr>
        <p:spPr>
          <a:xfrm xmlns:a="http://schemas.openxmlformats.org/drawingml/2006/main">
            <a:off x="3503221"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5EE5E9AF-25C6-47F1-99AE-E774CFA6F6C4}"/>
              </a:ext>
            </a:extLst>
          </p:cNvPr>
          <p:cNvSpPr>
            <a:spLocks xmlns:a="http://schemas.openxmlformats.org/drawingml/2006/main" noGrp="1"/>
          </p:cNvSpPr>
          <p:nvPr/>
        </p:nvSpPr>
        <p:spPr>
          <a:xfrm xmlns:a="http://schemas.openxmlformats.org/drawingml/2006/main">
            <a:off x="3503221"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76EA1B3C-FBE5-4966-BBE0-5AC4D4F44AB7}"/>
              </a:ext>
            </a:extLst>
          </p:cNvPr>
          <p:cNvSpPr>
            <a:spLocks xmlns:a="http://schemas.openxmlformats.org/drawingml/2006/main" noGrp="1"/>
          </p:cNvSpPr>
          <p:nvPr/>
        </p:nvSpPr>
        <p:spPr>
          <a:xfrm xmlns:a="http://schemas.openxmlformats.org/drawingml/2006/main">
            <a:off x="3503221"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81900701-9704-48B6-9825-6D436DFED873}"/>
              </a:ext>
            </a:extLst>
          </p:cNvPr>
          <p:cNvSpPr>
            <a:spLocks xmlns:a="http://schemas.openxmlformats.org/drawingml/2006/main" noGrp="1"/>
          </p:cNvSpPr>
          <p:nvPr/>
        </p:nvSpPr>
        <p:spPr>
          <a:xfrm xmlns:a="http://schemas.openxmlformats.org/drawingml/2006/main">
            <a:off x="3503221"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45B540EB-B6D1-4A8B-96AD-FA94DA837520}"/>
              </a:ext>
            </a:extLst>
          </p:cNvPr>
          <p:cNvSpPr>
            <a:spLocks xmlns:a="http://schemas.openxmlformats.org/drawingml/2006/main" noGrp="1"/>
          </p:cNvSpPr>
          <p:nvPr/>
        </p:nvSpPr>
        <p:spPr>
          <a:xfrm xmlns:a="http://schemas.openxmlformats.org/drawingml/2006/main">
            <a:off x="3503221"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A2F45407-226E-46D4-859C-C5D4BF8BD9AE}"/>
              </a:ext>
            </a:extLst>
          </p:cNvPr>
          <p:cNvSpPr>
            <a:spLocks xmlns:a="http://schemas.openxmlformats.org/drawingml/2006/main" noGrp="1"/>
          </p:cNvSpPr>
          <p:nvPr/>
        </p:nvSpPr>
        <p:spPr>
          <a:xfrm xmlns:a="http://schemas.openxmlformats.org/drawingml/2006/main">
            <a:off x="3503221"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49FEC8AE-2B3E-4DCA-9ECC-E9D256A13A89}"/>
              </a:ext>
            </a:extLst>
          </p:cNvPr>
          <p:cNvSpPr>
            <a:spLocks xmlns:a="http://schemas.openxmlformats.org/drawingml/2006/main" noGrp="1"/>
          </p:cNvSpPr>
          <p:nvPr/>
        </p:nvSpPr>
        <p:spPr>
          <a:xfrm xmlns:a="http://schemas.openxmlformats.org/drawingml/2006/main">
            <a:off x="3503221"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56579EBA-A94F-4AEE-B220-BC264285B960}"/>
              </a:ext>
            </a:extLst>
          </p:cNvPr>
          <p:cNvSpPr>
            <a:spLocks xmlns:a="http://schemas.openxmlformats.org/drawingml/2006/main" noGrp="1"/>
          </p:cNvSpPr>
          <p:nvPr/>
        </p:nvSpPr>
        <p:spPr>
          <a:xfrm xmlns:a="http://schemas.openxmlformats.org/drawingml/2006/main">
            <a:off x="3503221"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90A6F0A6-2FA8-4FAE-94FC-0508CDE70C38}"/>
              </a:ext>
            </a:extLst>
          </p:cNvPr>
          <p:cNvSpPr>
            <a:spLocks xmlns:a="http://schemas.openxmlformats.org/drawingml/2006/main" noGrp="1"/>
          </p:cNvSpPr>
          <p:nvPr/>
        </p:nvSpPr>
        <p:spPr>
          <a:xfrm xmlns:a="http://schemas.openxmlformats.org/drawingml/2006/main">
            <a:off x="3503221"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FCA0EBD9-93CC-4FCB-99C7-E454E84286F6}"/>
              </a:ext>
            </a:extLst>
          </p:cNvPr>
          <p:cNvSpPr>
            <a:spLocks xmlns:a="http://schemas.openxmlformats.org/drawingml/2006/main" noGrp="1"/>
          </p:cNvSpPr>
          <p:nvPr/>
        </p:nvSpPr>
        <p:spPr>
          <a:xfrm xmlns:a="http://schemas.openxmlformats.org/drawingml/2006/main">
            <a:off x="3503221"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24FAB768-FF18-44F9-AB47-C8FC8816A781}"/>
              </a:ext>
            </a:extLst>
          </p:cNvPr>
          <p:cNvSpPr>
            <a:spLocks xmlns:a="http://schemas.openxmlformats.org/drawingml/2006/main" noGrp="1"/>
          </p:cNvSpPr>
          <p:nvPr/>
        </p:nvSpPr>
        <p:spPr>
          <a:xfrm xmlns:a="http://schemas.openxmlformats.org/drawingml/2006/main">
            <a:off x="3503221"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746C720C-D86D-48F9-8CEE-5E7E575DB84C}"/>
              </a:ext>
            </a:extLst>
          </p:cNvPr>
          <p:cNvSpPr>
            <a:spLocks xmlns:a="http://schemas.openxmlformats.org/drawingml/2006/main" noGrp="1"/>
          </p:cNvSpPr>
          <p:nvPr/>
        </p:nvSpPr>
        <p:spPr>
          <a:xfrm xmlns:a="http://schemas.openxmlformats.org/drawingml/2006/main">
            <a:off x="3503221"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8CF9F9CE-054F-4963-9AD8-85EE8C9BF1D0}"/>
              </a:ext>
            </a:extLst>
          </p:cNvPr>
          <p:cNvSpPr>
            <a:spLocks xmlns:a="http://schemas.openxmlformats.org/drawingml/2006/main" noGrp="1"/>
          </p:cNvSpPr>
          <p:nvPr/>
        </p:nvSpPr>
        <p:spPr>
          <a:xfrm xmlns:a="http://schemas.openxmlformats.org/drawingml/2006/main">
            <a:off x="3503221" y="273669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D960882B-2928-4F43-BD34-3D86AD219406}"/>
              </a:ext>
            </a:extLst>
          </p:cNvPr>
          <p:cNvSpPr>
            <a:spLocks xmlns:a="http://schemas.openxmlformats.org/drawingml/2006/main" noGrp="1"/>
          </p:cNvSpPr>
          <p:nvPr/>
        </p:nvSpPr>
        <p:spPr>
          <a:xfrm xmlns:a="http://schemas.openxmlformats.org/drawingml/2006/main">
            <a:off x="3582224" y="400925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F01C5103-E13D-4022-9BCC-43355DD084B0}"/>
              </a:ext>
            </a:extLst>
          </p:cNvPr>
          <p:cNvSpPr>
            <a:spLocks xmlns:a="http://schemas.openxmlformats.org/drawingml/2006/main" noGrp="1"/>
          </p:cNvSpPr>
          <p:nvPr/>
        </p:nvSpPr>
        <p:spPr>
          <a:xfrm xmlns:a="http://schemas.openxmlformats.org/drawingml/2006/main">
            <a:off x="3582224"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1C72685E-FE80-4339-A47D-849EDF6C75D2}"/>
              </a:ext>
            </a:extLst>
          </p:cNvPr>
          <p:cNvSpPr>
            <a:spLocks xmlns:a="http://schemas.openxmlformats.org/drawingml/2006/main" noGrp="1"/>
          </p:cNvSpPr>
          <p:nvPr/>
        </p:nvSpPr>
        <p:spPr>
          <a:xfrm xmlns:a="http://schemas.openxmlformats.org/drawingml/2006/main">
            <a:off x="3582224"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D48B872B-64C7-4F12-8AC2-9167CFB5EB38}"/>
              </a:ext>
            </a:extLst>
          </p:cNvPr>
          <p:cNvSpPr>
            <a:spLocks xmlns:a="http://schemas.openxmlformats.org/drawingml/2006/main" noGrp="1"/>
          </p:cNvSpPr>
          <p:nvPr/>
        </p:nvSpPr>
        <p:spPr>
          <a:xfrm xmlns:a="http://schemas.openxmlformats.org/drawingml/2006/main">
            <a:off x="3582224"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D1908A26-5A5B-4D2D-8D87-D25C6A6DAF48}"/>
              </a:ext>
            </a:extLst>
          </p:cNvPr>
          <p:cNvSpPr>
            <a:spLocks xmlns:a="http://schemas.openxmlformats.org/drawingml/2006/main" noGrp="1"/>
          </p:cNvSpPr>
          <p:nvPr/>
        </p:nvSpPr>
        <p:spPr>
          <a:xfrm xmlns:a="http://schemas.openxmlformats.org/drawingml/2006/main">
            <a:off x="3582224"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6E7828E0-95D2-4085-97F3-08B47F46DE7B}"/>
              </a:ext>
            </a:extLst>
          </p:cNvPr>
          <p:cNvSpPr>
            <a:spLocks xmlns:a="http://schemas.openxmlformats.org/drawingml/2006/main" noGrp="1"/>
          </p:cNvSpPr>
          <p:nvPr/>
        </p:nvSpPr>
        <p:spPr>
          <a:xfrm xmlns:a="http://schemas.openxmlformats.org/drawingml/2006/main">
            <a:off x="3582224"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712CAE7E-3639-4B3B-9BBE-22EFEE36EB40}"/>
              </a:ext>
            </a:extLst>
          </p:cNvPr>
          <p:cNvSpPr>
            <a:spLocks xmlns:a="http://schemas.openxmlformats.org/drawingml/2006/main" noGrp="1"/>
          </p:cNvSpPr>
          <p:nvPr/>
        </p:nvSpPr>
        <p:spPr>
          <a:xfrm xmlns:a="http://schemas.openxmlformats.org/drawingml/2006/main">
            <a:off x="3582224"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0833002D-5C1B-49AA-B1AE-5A0B790E12BD}"/>
              </a:ext>
            </a:extLst>
          </p:cNvPr>
          <p:cNvSpPr>
            <a:spLocks xmlns:a="http://schemas.openxmlformats.org/drawingml/2006/main" noGrp="1"/>
          </p:cNvSpPr>
          <p:nvPr/>
        </p:nvSpPr>
        <p:spPr>
          <a:xfrm xmlns:a="http://schemas.openxmlformats.org/drawingml/2006/main">
            <a:off x="3582224"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227F1E72-13DC-4327-BB7F-DE969285B31E}"/>
              </a:ext>
            </a:extLst>
          </p:cNvPr>
          <p:cNvSpPr>
            <a:spLocks xmlns:a="http://schemas.openxmlformats.org/drawingml/2006/main" noGrp="1"/>
          </p:cNvSpPr>
          <p:nvPr/>
        </p:nvSpPr>
        <p:spPr>
          <a:xfrm xmlns:a="http://schemas.openxmlformats.org/drawingml/2006/main">
            <a:off x="3582224"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88D95C03-14E4-4912-A7DC-71F440CF8C54}"/>
              </a:ext>
            </a:extLst>
          </p:cNvPr>
          <p:cNvSpPr>
            <a:spLocks xmlns:a="http://schemas.openxmlformats.org/drawingml/2006/main" noGrp="1"/>
          </p:cNvSpPr>
          <p:nvPr/>
        </p:nvSpPr>
        <p:spPr>
          <a:xfrm xmlns:a="http://schemas.openxmlformats.org/drawingml/2006/main">
            <a:off x="3582224"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EBEFA636-014C-42F4-9014-7CA6DFED0457}"/>
              </a:ext>
            </a:extLst>
          </p:cNvPr>
          <p:cNvSpPr>
            <a:spLocks xmlns:a="http://schemas.openxmlformats.org/drawingml/2006/main" noGrp="1"/>
          </p:cNvSpPr>
          <p:nvPr/>
        </p:nvSpPr>
        <p:spPr>
          <a:xfrm xmlns:a="http://schemas.openxmlformats.org/drawingml/2006/main">
            <a:off x="3582224"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A10CB13A-0780-4963-8567-50E0282E2CD3}"/>
              </a:ext>
            </a:extLst>
          </p:cNvPr>
          <p:cNvSpPr>
            <a:spLocks xmlns:a="http://schemas.openxmlformats.org/drawingml/2006/main" noGrp="1"/>
          </p:cNvSpPr>
          <p:nvPr/>
        </p:nvSpPr>
        <p:spPr>
          <a:xfrm xmlns:a="http://schemas.openxmlformats.org/drawingml/2006/main">
            <a:off x="3582224"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99759D95-6766-4FBB-B85D-52EF0682812F}"/>
              </a:ext>
            </a:extLst>
          </p:cNvPr>
          <p:cNvSpPr>
            <a:spLocks xmlns:a="http://schemas.openxmlformats.org/drawingml/2006/main" noGrp="1"/>
          </p:cNvSpPr>
          <p:nvPr/>
        </p:nvSpPr>
        <p:spPr>
          <a:xfrm xmlns:a="http://schemas.openxmlformats.org/drawingml/2006/main">
            <a:off x="3582224"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33ED4096-FCFC-44BA-AC3A-11E41291B6C7}"/>
              </a:ext>
            </a:extLst>
          </p:cNvPr>
          <p:cNvSpPr>
            <a:spLocks xmlns:a="http://schemas.openxmlformats.org/drawingml/2006/main" noGrp="1"/>
          </p:cNvSpPr>
          <p:nvPr/>
        </p:nvSpPr>
        <p:spPr>
          <a:xfrm xmlns:a="http://schemas.openxmlformats.org/drawingml/2006/main">
            <a:off x="3582224"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4DB1F77C-88E5-4191-B927-CDC41D9EA54D}"/>
              </a:ext>
            </a:extLst>
          </p:cNvPr>
          <p:cNvSpPr>
            <a:spLocks xmlns:a="http://schemas.openxmlformats.org/drawingml/2006/main" noGrp="1"/>
          </p:cNvSpPr>
          <p:nvPr/>
        </p:nvSpPr>
        <p:spPr>
          <a:xfrm xmlns:a="http://schemas.openxmlformats.org/drawingml/2006/main">
            <a:off x="3661226"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D7C79037-2AC8-48EC-A9D1-3B6D23254995}"/>
              </a:ext>
            </a:extLst>
          </p:cNvPr>
          <p:cNvSpPr>
            <a:spLocks xmlns:a="http://schemas.openxmlformats.org/drawingml/2006/main" noGrp="1"/>
          </p:cNvSpPr>
          <p:nvPr/>
        </p:nvSpPr>
        <p:spPr>
          <a:xfrm xmlns:a="http://schemas.openxmlformats.org/drawingml/2006/main">
            <a:off x="3661226"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4C6D20A5-B840-4EB8-A7FA-57A7A004FA58}"/>
              </a:ext>
            </a:extLst>
          </p:cNvPr>
          <p:cNvSpPr>
            <a:spLocks xmlns:a="http://schemas.openxmlformats.org/drawingml/2006/main" noGrp="1"/>
          </p:cNvSpPr>
          <p:nvPr/>
        </p:nvSpPr>
        <p:spPr>
          <a:xfrm xmlns:a="http://schemas.openxmlformats.org/drawingml/2006/main">
            <a:off x="3661226"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4396D883-1494-4D5C-93EF-360887181BFB}"/>
              </a:ext>
            </a:extLst>
          </p:cNvPr>
          <p:cNvSpPr>
            <a:spLocks xmlns:a="http://schemas.openxmlformats.org/drawingml/2006/main" noGrp="1"/>
          </p:cNvSpPr>
          <p:nvPr/>
        </p:nvSpPr>
        <p:spPr>
          <a:xfrm xmlns:a="http://schemas.openxmlformats.org/drawingml/2006/main">
            <a:off x="3661226"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A8977A14-BE3C-46FF-B98C-7E619EE0BA82}"/>
              </a:ext>
            </a:extLst>
          </p:cNvPr>
          <p:cNvSpPr>
            <a:spLocks xmlns:a="http://schemas.openxmlformats.org/drawingml/2006/main" noGrp="1"/>
          </p:cNvSpPr>
          <p:nvPr/>
        </p:nvSpPr>
        <p:spPr>
          <a:xfrm xmlns:a="http://schemas.openxmlformats.org/drawingml/2006/main">
            <a:off x="3661226"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F5E4CA5F-46BE-429F-B328-05DD9DC2F41E}"/>
              </a:ext>
            </a:extLst>
          </p:cNvPr>
          <p:cNvSpPr>
            <a:spLocks xmlns:a="http://schemas.openxmlformats.org/drawingml/2006/main" noGrp="1"/>
          </p:cNvSpPr>
          <p:nvPr/>
        </p:nvSpPr>
        <p:spPr>
          <a:xfrm xmlns:a="http://schemas.openxmlformats.org/drawingml/2006/main">
            <a:off x="3661226"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A47B6D70-14A0-4EFC-9602-A76C300FEF3B}"/>
              </a:ext>
            </a:extLst>
          </p:cNvPr>
          <p:cNvSpPr>
            <a:spLocks xmlns:a="http://schemas.openxmlformats.org/drawingml/2006/main" noGrp="1"/>
          </p:cNvSpPr>
          <p:nvPr/>
        </p:nvSpPr>
        <p:spPr>
          <a:xfrm xmlns:a="http://schemas.openxmlformats.org/drawingml/2006/main">
            <a:off x="3661226"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088220E3-744B-4769-921A-A06606E33FC2}"/>
              </a:ext>
            </a:extLst>
          </p:cNvPr>
          <p:cNvSpPr>
            <a:spLocks xmlns:a="http://schemas.openxmlformats.org/drawingml/2006/main" noGrp="1"/>
          </p:cNvSpPr>
          <p:nvPr/>
        </p:nvSpPr>
        <p:spPr>
          <a:xfrm xmlns:a="http://schemas.openxmlformats.org/drawingml/2006/main">
            <a:off x="3661226"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80EF2D65-8BF9-48F5-8262-BD71E7A9E880}"/>
              </a:ext>
            </a:extLst>
          </p:cNvPr>
          <p:cNvSpPr>
            <a:spLocks xmlns:a="http://schemas.openxmlformats.org/drawingml/2006/main" noGrp="1"/>
          </p:cNvSpPr>
          <p:nvPr/>
        </p:nvSpPr>
        <p:spPr>
          <a:xfrm xmlns:a="http://schemas.openxmlformats.org/drawingml/2006/main">
            <a:off x="3661226"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9DE53A82-499A-4BE2-A236-4DF5DC809F34}"/>
              </a:ext>
            </a:extLst>
          </p:cNvPr>
          <p:cNvSpPr>
            <a:spLocks xmlns:a="http://schemas.openxmlformats.org/drawingml/2006/main" noGrp="1"/>
          </p:cNvSpPr>
          <p:nvPr/>
        </p:nvSpPr>
        <p:spPr>
          <a:xfrm xmlns:a="http://schemas.openxmlformats.org/drawingml/2006/main">
            <a:off x="3661226"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6C7225DC-D217-4273-AFD4-EEDCAAD9725E}"/>
              </a:ext>
            </a:extLst>
          </p:cNvPr>
          <p:cNvSpPr>
            <a:spLocks xmlns:a="http://schemas.openxmlformats.org/drawingml/2006/main" noGrp="1"/>
          </p:cNvSpPr>
          <p:nvPr/>
        </p:nvSpPr>
        <p:spPr>
          <a:xfrm xmlns:a="http://schemas.openxmlformats.org/drawingml/2006/main">
            <a:off x="3661226"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ED59B7C7-5F35-4DB2-B9B3-BA2349D6FF7F}"/>
              </a:ext>
            </a:extLst>
          </p:cNvPr>
          <p:cNvSpPr>
            <a:spLocks xmlns:a="http://schemas.openxmlformats.org/drawingml/2006/main" noGrp="1"/>
          </p:cNvSpPr>
          <p:nvPr/>
        </p:nvSpPr>
        <p:spPr>
          <a:xfrm xmlns:a="http://schemas.openxmlformats.org/drawingml/2006/main">
            <a:off x="3661226"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90A8A4EC-232F-4FC0-A7B5-DDD7199308D7}"/>
              </a:ext>
            </a:extLst>
          </p:cNvPr>
          <p:cNvSpPr>
            <a:spLocks xmlns:a="http://schemas.openxmlformats.org/drawingml/2006/main" noGrp="1"/>
          </p:cNvSpPr>
          <p:nvPr/>
        </p:nvSpPr>
        <p:spPr>
          <a:xfrm xmlns:a="http://schemas.openxmlformats.org/drawingml/2006/main">
            <a:off x="3740229"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2FAA4D4A-47E9-4A35-9746-2DCDCFBDBBFA}"/>
              </a:ext>
            </a:extLst>
          </p:cNvPr>
          <p:cNvSpPr>
            <a:spLocks xmlns:a="http://schemas.openxmlformats.org/drawingml/2006/main" noGrp="1"/>
          </p:cNvSpPr>
          <p:nvPr/>
        </p:nvSpPr>
        <p:spPr>
          <a:xfrm xmlns:a="http://schemas.openxmlformats.org/drawingml/2006/main">
            <a:off x="3740229"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D930F93D-98B6-46F5-BE13-94A451A61AFA}"/>
              </a:ext>
            </a:extLst>
          </p:cNvPr>
          <p:cNvSpPr>
            <a:spLocks xmlns:a="http://schemas.openxmlformats.org/drawingml/2006/main" noGrp="1"/>
          </p:cNvSpPr>
          <p:nvPr/>
        </p:nvSpPr>
        <p:spPr>
          <a:xfrm xmlns:a="http://schemas.openxmlformats.org/drawingml/2006/main">
            <a:off x="3740229"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C88E600B-3D8E-491F-AE13-D247B1F96CAB}"/>
              </a:ext>
            </a:extLst>
          </p:cNvPr>
          <p:cNvSpPr>
            <a:spLocks xmlns:a="http://schemas.openxmlformats.org/drawingml/2006/main" noGrp="1"/>
          </p:cNvSpPr>
          <p:nvPr/>
        </p:nvSpPr>
        <p:spPr>
          <a:xfrm xmlns:a="http://schemas.openxmlformats.org/drawingml/2006/main">
            <a:off x="3740229"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835BE755-C487-4462-A080-135CBB87B18E}"/>
              </a:ext>
            </a:extLst>
          </p:cNvPr>
          <p:cNvSpPr>
            <a:spLocks xmlns:a="http://schemas.openxmlformats.org/drawingml/2006/main" noGrp="1"/>
          </p:cNvSpPr>
          <p:nvPr/>
        </p:nvSpPr>
        <p:spPr>
          <a:xfrm xmlns:a="http://schemas.openxmlformats.org/drawingml/2006/main">
            <a:off x="3740229"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B18321A8-E41A-4E13-8580-F2D29F94F9DC}"/>
              </a:ext>
            </a:extLst>
          </p:cNvPr>
          <p:cNvSpPr>
            <a:spLocks xmlns:a="http://schemas.openxmlformats.org/drawingml/2006/main" noGrp="1"/>
          </p:cNvSpPr>
          <p:nvPr/>
        </p:nvSpPr>
        <p:spPr>
          <a:xfrm xmlns:a="http://schemas.openxmlformats.org/drawingml/2006/main">
            <a:off x="3740229"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B4F9D785-8CF3-4E8C-9CD5-3F0DEFB75723}"/>
              </a:ext>
            </a:extLst>
          </p:cNvPr>
          <p:cNvSpPr>
            <a:spLocks xmlns:a="http://schemas.openxmlformats.org/drawingml/2006/main" noGrp="1"/>
          </p:cNvSpPr>
          <p:nvPr/>
        </p:nvSpPr>
        <p:spPr>
          <a:xfrm xmlns:a="http://schemas.openxmlformats.org/drawingml/2006/main">
            <a:off x="3740229"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3C8CD1A7-E8F6-4A90-A033-E937FCA48649}"/>
              </a:ext>
            </a:extLst>
          </p:cNvPr>
          <p:cNvSpPr>
            <a:spLocks xmlns:a="http://schemas.openxmlformats.org/drawingml/2006/main" noGrp="1"/>
          </p:cNvSpPr>
          <p:nvPr/>
        </p:nvSpPr>
        <p:spPr>
          <a:xfrm xmlns:a="http://schemas.openxmlformats.org/drawingml/2006/main">
            <a:off x="3740229"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F023450B-2ECC-42CB-AE1E-8B9B15A326D4}"/>
              </a:ext>
            </a:extLst>
          </p:cNvPr>
          <p:cNvSpPr>
            <a:spLocks xmlns:a="http://schemas.openxmlformats.org/drawingml/2006/main" noGrp="1"/>
          </p:cNvSpPr>
          <p:nvPr/>
        </p:nvSpPr>
        <p:spPr>
          <a:xfrm xmlns:a="http://schemas.openxmlformats.org/drawingml/2006/main">
            <a:off x="3740229"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C365BEF8-32EA-483A-8AE6-C17C02C630AC}"/>
              </a:ext>
            </a:extLst>
          </p:cNvPr>
          <p:cNvSpPr>
            <a:spLocks xmlns:a="http://schemas.openxmlformats.org/drawingml/2006/main" noGrp="1"/>
          </p:cNvSpPr>
          <p:nvPr/>
        </p:nvSpPr>
        <p:spPr>
          <a:xfrm xmlns:a="http://schemas.openxmlformats.org/drawingml/2006/main">
            <a:off x="3740229"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FBC2FA14-8DD0-4FBC-82F5-F6C44B348AB2}"/>
              </a:ext>
            </a:extLst>
          </p:cNvPr>
          <p:cNvSpPr>
            <a:spLocks xmlns:a="http://schemas.openxmlformats.org/drawingml/2006/main" noGrp="1"/>
          </p:cNvSpPr>
          <p:nvPr/>
        </p:nvSpPr>
        <p:spPr>
          <a:xfrm xmlns:a="http://schemas.openxmlformats.org/drawingml/2006/main">
            <a:off x="3740229"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BA519BAF-8DDE-4DB1-8948-3CD67B397894}"/>
              </a:ext>
            </a:extLst>
          </p:cNvPr>
          <p:cNvSpPr>
            <a:spLocks xmlns:a="http://schemas.openxmlformats.org/drawingml/2006/main" noGrp="1"/>
          </p:cNvSpPr>
          <p:nvPr/>
        </p:nvSpPr>
        <p:spPr>
          <a:xfrm xmlns:a="http://schemas.openxmlformats.org/drawingml/2006/main">
            <a:off x="3740229"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59803B71-E54C-4579-81D9-9F0086499F8E}"/>
              </a:ext>
            </a:extLst>
          </p:cNvPr>
          <p:cNvSpPr>
            <a:spLocks xmlns:a="http://schemas.openxmlformats.org/drawingml/2006/main" noGrp="1"/>
          </p:cNvSpPr>
          <p:nvPr/>
        </p:nvSpPr>
        <p:spPr>
          <a:xfrm xmlns:a="http://schemas.openxmlformats.org/drawingml/2006/main">
            <a:off x="3819231"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4FE9CDD5-8F54-4C25-89DA-6EBC70EB3FAF}"/>
              </a:ext>
            </a:extLst>
          </p:cNvPr>
          <p:cNvSpPr>
            <a:spLocks xmlns:a="http://schemas.openxmlformats.org/drawingml/2006/main" noGrp="1"/>
          </p:cNvSpPr>
          <p:nvPr/>
        </p:nvSpPr>
        <p:spPr>
          <a:xfrm xmlns:a="http://schemas.openxmlformats.org/drawingml/2006/main">
            <a:off x="3819231"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A718B601-DC0E-4F49-91C5-21CC4F7EFBC0}"/>
              </a:ext>
            </a:extLst>
          </p:cNvPr>
          <p:cNvSpPr>
            <a:spLocks xmlns:a="http://schemas.openxmlformats.org/drawingml/2006/main" noGrp="1"/>
          </p:cNvSpPr>
          <p:nvPr/>
        </p:nvSpPr>
        <p:spPr>
          <a:xfrm xmlns:a="http://schemas.openxmlformats.org/drawingml/2006/main">
            <a:off x="3819231"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8C1CE9FF-6199-49B8-8528-AECB70A65984}"/>
              </a:ext>
            </a:extLst>
          </p:cNvPr>
          <p:cNvSpPr>
            <a:spLocks xmlns:a="http://schemas.openxmlformats.org/drawingml/2006/main" noGrp="1"/>
          </p:cNvSpPr>
          <p:nvPr/>
        </p:nvSpPr>
        <p:spPr>
          <a:xfrm xmlns:a="http://schemas.openxmlformats.org/drawingml/2006/main">
            <a:off x="3819231"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88657FDF-FBA4-487B-9FCE-73A4A3CD14D1}"/>
              </a:ext>
            </a:extLst>
          </p:cNvPr>
          <p:cNvSpPr>
            <a:spLocks xmlns:a="http://schemas.openxmlformats.org/drawingml/2006/main" noGrp="1"/>
          </p:cNvSpPr>
          <p:nvPr/>
        </p:nvSpPr>
        <p:spPr>
          <a:xfrm xmlns:a="http://schemas.openxmlformats.org/drawingml/2006/main">
            <a:off x="3819231"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7F7B549F-7CDA-4859-8718-319071E26DA1}"/>
              </a:ext>
            </a:extLst>
          </p:cNvPr>
          <p:cNvSpPr>
            <a:spLocks xmlns:a="http://schemas.openxmlformats.org/drawingml/2006/main" noGrp="1"/>
          </p:cNvSpPr>
          <p:nvPr/>
        </p:nvSpPr>
        <p:spPr>
          <a:xfrm xmlns:a="http://schemas.openxmlformats.org/drawingml/2006/main">
            <a:off x="3819231"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4842FDB5-AEE4-4E5F-AB6C-E92BE8B5223E}"/>
              </a:ext>
            </a:extLst>
          </p:cNvPr>
          <p:cNvSpPr>
            <a:spLocks xmlns:a="http://schemas.openxmlformats.org/drawingml/2006/main" noGrp="1"/>
          </p:cNvSpPr>
          <p:nvPr/>
        </p:nvSpPr>
        <p:spPr>
          <a:xfrm xmlns:a="http://schemas.openxmlformats.org/drawingml/2006/main">
            <a:off x="3819231"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37C5AF88-4A0F-4661-849E-3CC5CEE77188}"/>
              </a:ext>
            </a:extLst>
          </p:cNvPr>
          <p:cNvSpPr>
            <a:spLocks xmlns:a="http://schemas.openxmlformats.org/drawingml/2006/main" noGrp="1"/>
          </p:cNvSpPr>
          <p:nvPr/>
        </p:nvSpPr>
        <p:spPr>
          <a:xfrm xmlns:a="http://schemas.openxmlformats.org/drawingml/2006/main">
            <a:off x="3819231"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D69AE25E-27B4-4D3B-8BD9-FFCF5D328AC6}"/>
              </a:ext>
            </a:extLst>
          </p:cNvPr>
          <p:cNvSpPr>
            <a:spLocks xmlns:a="http://schemas.openxmlformats.org/drawingml/2006/main" noGrp="1"/>
          </p:cNvSpPr>
          <p:nvPr/>
        </p:nvSpPr>
        <p:spPr>
          <a:xfrm xmlns:a="http://schemas.openxmlformats.org/drawingml/2006/main">
            <a:off x="3819231"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4E08BB3C-441F-4BE7-AC7B-A034E90B8039}"/>
              </a:ext>
            </a:extLst>
          </p:cNvPr>
          <p:cNvSpPr>
            <a:spLocks xmlns:a="http://schemas.openxmlformats.org/drawingml/2006/main" noGrp="1"/>
          </p:cNvSpPr>
          <p:nvPr/>
        </p:nvSpPr>
        <p:spPr>
          <a:xfrm xmlns:a="http://schemas.openxmlformats.org/drawingml/2006/main">
            <a:off x="3819231"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2DCA3CF1-BE4A-465F-9F5F-0D8962BB4646}"/>
              </a:ext>
            </a:extLst>
          </p:cNvPr>
          <p:cNvSpPr>
            <a:spLocks xmlns:a="http://schemas.openxmlformats.org/drawingml/2006/main" noGrp="1"/>
          </p:cNvSpPr>
          <p:nvPr/>
        </p:nvSpPr>
        <p:spPr>
          <a:xfrm xmlns:a="http://schemas.openxmlformats.org/drawingml/2006/main">
            <a:off x="3819231"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2CE4643C-75C7-4EDF-A308-6098E1AA630D}"/>
              </a:ext>
            </a:extLst>
          </p:cNvPr>
          <p:cNvSpPr>
            <a:spLocks xmlns:a="http://schemas.openxmlformats.org/drawingml/2006/main" noGrp="1"/>
          </p:cNvSpPr>
          <p:nvPr/>
        </p:nvSpPr>
        <p:spPr>
          <a:xfrm xmlns:a="http://schemas.openxmlformats.org/drawingml/2006/main">
            <a:off x="3819231"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0CE9F810-C4DF-40E0-A266-21986D03D464}"/>
              </a:ext>
            </a:extLst>
          </p:cNvPr>
          <p:cNvSpPr>
            <a:spLocks xmlns:a="http://schemas.openxmlformats.org/drawingml/2006/main" noGrp="1"/>
          </p:cNvSpPr>
          <p:nvPr/>
        </p:nvSpPr>
        <p:spPr>
          <a:xfrm xmlns:a="http://schemas.openxmlformats.org/drawingml/2006/main">
            <a:off x="3819231"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5A064123-58B4-4401-8E0C-BBD98ACD9D21}"/>
              </a:ext>
            </a:extLst>
          </p:cNvPr>
          <p:cNvSpPr>
            <a:spLocks xmlns:a="http://schemas.openxmlformats.org/drawingml/2006/main" noGrp="1"/>
          </p:cNvSpPr>
          <p:nvPr/>
        </p:nvSpPr>
        <p:spPr>
          <a:xfrm xmlns:a="http://schemas.openxmlformats.org/drawingml/2006/main">
            <a:off x="3898234"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2B8EFCCC-E3B7-4A0D-BB57-B0FF65E0FE53}"/>
              </a:ext>
            </a:extLst>
          </p:cNvPr>
          <p:cNvSpPr>
            <a:spLocks xmlns:a="http://schemas.openxmlformats.org/drawingml/2006/main" noGrp="1"/>
          </p:cNvSpPr>
          <p:nvPr/>
        </p:nvSpPr>
        <p:spPr>
          <a:xfrm xmlns:a="http://schemas.openxmlformats.org/drawingml/2006/main">
            <a:off x="3898234"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E3E0826C-6D27-4F87-9CD1-7C812EFD9DB8}"/>
              </a:ext>
            </a:extLst>
          </p:cNvPr>
          <p:cNvSpPr>
            <a:spLocks xmlns:a="http://schemas.openxmlformats.org/drawingml/2006/main" noGrp="1"/>
          </p:cNvSpPr>
          <p:nvPr/>
        </p:nvSpPr>
        <p:spPr>
          <a:xfrm xmlns:a="http://schemas.openxmlformats.org/drawingml/2006/main">
            <a:off x="3898234"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640A93BF-9ADD-485A-A623-DFFEBDD40533}"/>
              </a:ext>
            </a:extLst>
          </p:cNvPr>
          <p:cNvSpPr>
            <a:spLocks xmlns:a="http://schemas.openxmlformats.org/drawingml/2006/main" noGrp="1"/>
          </p:cNvSpPr>
          <p:nvPr/>
        </p:nvSpPr>
        <p:spPr>
          <a:xfrm xmlns:a="http://schemas.openxmlformats.org/drawingml/2006/main">
            <a:off x="3898234"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B359B2AB-3554-4AFD-9061-3FBFE234343B}"/>
              </a:ext>
            </a:extLst>
          </p:cNvPr>
          <p:cNvSpPr>
            <a:spLocks xmlns:a="http://schemas.openxmlformats.org/drawingml/2006/main" noGrp="1"/>
          </p:cNvSpPr>
          <p:nvPr/>
        </p:nvSpPr>
        <p:spPr>
          <a:xfrm xmlns:a="http://schemas.openxmlformats.org/drawingml/2006/main">
            <a:off x="3898234"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5D3B0A87-4B34-47E7-8085-754B43EEC719}"/>
              </a:ext>
            </a:extLst>
          </p:cNvPr>
          <p:cNvSpPr>
            <a:spLocks xmlns:a="http://schemas.openxmlformats.org/drawingml/2006/main" noGrp="1"/>
          </p:cNvSpPr>
          <p:nvPr/>
        </p:nvSpPr>
        <p:spPr>
          <a:xfrm xmlns:a="http://schemas.openxmlformats.org/drawingml/2006/main">
            <a:off x="3898234"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F182A532-9494-488E-B7FF-9A276C54F5F1}"/>
              </a:ext>
            </a:extLst>
          </p:cNvPr>
          <p:cNvSpPr>
            <a:spLocks xmlns:a="http://schemas.openxmlformats.org/drawingml/2006/main" noGrp="1"/>
          </p:cNvSpPr>
          <p:nvPr/>
        </p:nvSpPr>
        <p:spPr>
          <a:xfrm xmlns:a="http://schemas.openxmlformats.org/drawingml/2006/main">
            <a:off x="3898234"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5F631A64-3407-41AF-9638-2AB750587533}"/>
              </a:ext>
            </a:extLst>
          </p:cNvPr>
          <p:cNvSpPr>
            <a:spLocks xmlns:a="http://schemas.openxmlformats.org/drawingml/2006/main" noGrp="1"/>
          </p:cNvSpPr>
          <p:nvPr/>
        </p:nvSpPr>
        <p:spPr>
          <a:xfrm xmlns:a="http://schemas.openxmlformats.org/drawingml/2006/main">
            <a:off x="3898234"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37A68658-829C-4BAA-B18C-A1AC305359D7}"/>
              </a:ext>
            </a:extLst>
          </p:cNvPr>
          <p:cNvSpPr>
            <a:spLocks xmlns:a="http://schemas.openxmlformats.org/drawingml/2006/main" noGrp="1"/>
          </p:cNvSpPr>
          <p:nvPr/>
        </p:nvSpPr>
        <p:spPr>
          <a:xfrm xmlns:a="http://schemas.openxmlformats.org/drawingml/2006/main">
            <a:off x="3898234"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D6FABA59-FDAE-4A92-8EB5-52FEEF83778D}"/>
              </a:ext>
            </a:extLst>
          </p:cNvPr>
          <p:cNvSpPr>
            <a:spLocks xmlns:a="http://schemas.openxmlformats.org/drawingml/2006/main" noGrp="1"/>
          </p:cNvSpPr>
          <p:nvPr/>
        </p:nvSpPr>
        <p:spPr>
          <a:xfrm xmlns:a="http://schemas.openxmlformats.org/drawingml/2006/main">
            <a:off x="3898234"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8993ADC3-6CD6-4A7F-A160-0CCC32D01D45}"/>
              </a:ext>
            </a:extLst>
          </p:cNvPr>
          <p:cNvSpPr>
            <a:spLocks xmlns:a="http://schemas.openxmlformats.org/drawingml/2006/main" noGrp="1"/>
          </p:cNvSpPr>
          <p:nvPr/>
        </p:nvSpPr>
        <p:spPr>
          <a:xfrm xmlns:a="http://schemas.openxmlformats.org/drawingml/2006/main">
            <a:off x="3898234"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B0441B61-96FF-432C-B815-AD0B1217FAE2}"/>
              </a:ext>
            </a:extLst>
          </p:cNvPr>
          <p:cNvSpPr>
            <a:spLocks xmlns:a="http://schemas.openxmlformats.org/drawingml/2006/main" noGrp="1"/>
          </p:cNvSpPr>
          <p:nvPr/>
        </p:nvSpPr>
        <p:spPr>
          <a:xfrm xmlns:a="http://schemas.openxmlformats.org/drawingml/2006/main">
            <a:off x="3898234"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D2694CF9-D136-42C0-90F5-7F3215E58E05}"/>
              </a:ext>
            </a:extLst>
          </p:cNvPr>
          <p:cNvSpPr>
            <a:spLocks xmlns:a="http://schemas.openxmlformats.org/drawingml/2006/main" noGrp="1"/>
          </p:cNvSpPr>
          <p:nvPr/>
        </p:nvSpPr>
        <p:spPr>
          <a:xfrm xmlns:a="http://schemas.openxmlformats.org/drawingml/2006/main">
            <a:off x="3898234" y="281623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FA2B440B-8890-423C-868B-F55BDC5C660D}"/>
              </a:ext>
            </a:extLst>
          </p:cNvPr>
          <p:cNvSpPr>
            <a:spLocks xmlns:a="http://schemas.openxmlformats.org/drawingml/2006/main" noGrp="1"/>
          </p:cNvSpPr>
          <p:nvPr/>
        </p:nvSpPr>
        <p:spPr>
          <a:xfrm xmlns:a="http://schemas.openxmlformats.org/drawingml/2006/main">
            <a:off x="3977236" y="385018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7F7A0F7F-B495-45A3-9B6E-F5A668B8C2F8}"/>
              </a:ext>
            </a:extLst>
          </p:cNvPr>
          <p:cNvSpPr>
            <a:spLocks xmlns:a="http://schemas.openxmlformats.org/drawingml/2006/main" noGrp="1"/>
          </p:cNvSpPr>
          <p:nvPr/>
        </p:nvSpPr>
        <p:spPr>
          <a:xfrm xmlns:a="http://schemas.openxmlformats.org/drawingml/2006/main">
            <a:off x="3977236"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123B1FFA-78CD-43EE-AE26-D972D2FFA696}"/>
              </a:ext>
            </a:extLst>
          </p:cNvPr>
          <p:cNvSpPr>
            <a:spLocks xmlns:a="http://schemas.openxmlformats.org/drawingml/2006/main" noGrp="1"/>
          </p:cNvSpPr>
          <p:nvPr/>
        </p:nvSpPr>
        <p:spPr>
          <a:xfrm xmlns:a="http://schemas.openxmlformats.org/drawingml/2006/main">
            <a:off x="3977236"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DB947368-DBD1-47DE-A71A-51CDD72FCE3B}"/>
              </a:ext>
            </a:extLst>
          </p:cNvPr>
          <p:cNvSpPr>
            <a:spLocks xmlns:a="http://schemas.openxmlformats.org/drawingml/2006/main" noGrp="1"/>
          </p:cNvSpPr>
          <p:nvPr/>
        </p:nvSpPr>
        <p:spPr>
          <a:xfrm xmlns:a="http://schemas.openxmlformats.org/drawingml/2006/main">
            <a:off x="3977236"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91898070-4CC2-4F59-B92D-21BAD86FB3A3}"/>
              </a:ext>
            </a:extLst>
          </p:cNvPr>
          <p:cNvSpPr>
            <a:spLocks xmlns:a="http://schemas.openxmlformats.org/drawingml/2006/main" noGrp="1"/>
          </p:cNvSpPr>
          <p:nvPr/>
        </p:nvSpPr>
        <p:spPr>
          <a:xfrm xmlns:a="http://schemas.openxmlformats.org/drawingml/2006/main">
            <a:off x="3977236"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BBA17057-4977-4E19-9623-32A2F2D3CFB4}"/>
              </a:ext>
            </a:extLst>
          </p:cNvPr>
          <p:cNvSpPr>
            <a:spLocks xmlns:a="http://schemas.openxmlformats.org/drawingml/2006/main" noGrp="1"/>
          </p:cNvSpPr>
          <p:nvPr/>
        </p:nvSpPr>
        <p:spPr>
          <a:xfrm xmlns:a="http://schemas.openxmlformats.org/drawingml/2006/main">
            <a:off x="3977236"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1DFE4B4A-A7DC-4F20-8768-B60B1B5DA579}"/>
              </a:ext>
            </a:extLst>
          </p:cNvPr>
          <p:cNvSpPr>
            <a:spLocks xmlns:a="http://schemas.openxmlformats.org/drawingml/2006/main" noGrp="1"/>
          </p:cNvSpPr>
          <p:nvPr/>
        </p:nvSpPr>
        <p:spPr>
          <a:xfrm xmlns:a="http://schemas.openxmlformats.org/drawingml/2006/main">
            <a:off x="3977236"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4D6872DF-9B88-4580-9B4C-DF29B683676B}"/>
              </a:ext>
            </a:extLst>
          </p:cNvPr>
          <p:cNvSpPr>
            <a:spLocks xmlns:a="http://schemas.openxmlformats.org/drawingml/2006/main" noGrp="1"/>
          </p:cNvSpPr>
          <p:nvPr/>
        </p:nvSpPr>
        <p:spPr>
          <a:xfrm xmlns:a="http://schemas.openxmlformats.org/drawingml/2006/main">
            <a:off x="3977236"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CD7AADAE-D36E-4542-8244-CFC07435E039}"/>
              </a:ext>
            </a:extLst>
          </p:cNvPr>
          <p:cNvSpPr>
            <a:spLocks xmlns:a="http://schemas.openxmlformats.org/drawingml/2006/main" noGrp="1"/>
          </p:cNvSpPr>
          <p:nvPr/>
        </p:nvSpPr>
        <p:spPr>
          <a:xfrm xmlns:a="http://schemas.openxmlformats.org/drawingml/2006/main">
            <a:off x="3977236" y="2975302"/>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17974D3E-FC83-4C50-9A40-D72D2A21DC9A}"/>
              </a:ext>
            </a:extLst>
          </p:cNvPr>
          <p:cNvSpPr>
            <a:spLocks xmlns:a="http://schemas.openxmlformats.org/drawingml/2006/main" noGrp="1"/>
          </p:cNvSpPr>
          <p:nvPr/>
        </p:nvSpPr>
        <p:spPr>
          <a:xfrm xmlns:a="http://schemas.openxmlformats.org/drawingml/2006/main">
            <a:off x="3977236" y="289576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B0C1E836-ABAE-4787-856F-2CA86D08ED16}"/>
              </a:ext>
            </a:extLst>
          </p:cNvPr>
          <p:cNvSpPr>
            <a:spLocks xmlns:a="http://schemas.openxmlformats.org/drawingml/2006/main" noGrp="1"/>
          </p:cNvSpPr>
          <p:nvPr/>
        </p:nvSpPr>
        <p:spPr>
          <a:xfrm xmlns:a="http://schemas.openxmlformats.org/drawingml/2006/main">
            <a:off x="4056239"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985A6B84-8B09-4912-A142-75DDFF454362}"/>
              </a:ext>
            </a:extLst>
          </p:cNvPr>
          <p:cNvSpPr>
            <a:spLocks xmlns:a="http://schemas.openxmlformats.org/drawingml/2006/main" noGrp="1"/>
          </p:cNvSpPr>
          <p:nvPr/>
        </p:nvSpPr>
        <p:spPr>
          <a:xfrm xmlns:a="http://schemas.openxmlformats.org/drawingml/2006/main">
            <a:off x="4056239"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66396C10-12DF-46A1-9471-749709D1E8A0}"/>
              </a:ext>
            </a:extLst>
          </p:cNvPr>
          <p:cNvSpPr>
            <a:spLocks xmlns:a="http://schemas.openxmlformats.org/drawingml/2006/main" noGrp="1"/>
          </p:cNvSpPr>
          <p:nvPr/>
        </p:nvSpPr>
        <p:spPr>
          <a:xfrm xmlns:a="http://schemas.openxmlformats.org/drawingml/2006/main">
            <a:off x="4056239"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C0115929-896B-4715-96F7-9FDB8FC9E49C}"/>
              </a:ext>
            </a:extLst>
          </p:cNvPr>
          <p:cNvSpPr>
            <a:spLocks xmlns:a="http://schemas.openxmlformats.org/drawingml/2006/main" noGrp="1"/>
          </p:cNvSpPr>
          <p:nvPr/>
        </p:nvSpPr>
        <p:spPr>
          <a:xfrm xmlns:a="http://schemas.openxmlformats.org/drawingml/2006/main">
            <a:off x="4056239"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27571A61-E751-42A3-AB6A-46D258F7B048}"/>
              </a:ext>
            </a:extLst>
          </p:cNvPr>
          <p:cNvSpPr>
            <a:spLocks xmlns:a="http://schemas.openxmlformats.org/drawingml/2006/main" noGrp="1"/>
          </p:cNvSpPr>
          <p:nvPr/>
        </p:nvSpPr>
        <p:spPr>
          <a:xfrm xmlns:a="http://schemas.openxmlformats.org/drawingml/2006/main">
            <a:off x="4056239"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7357A771-2D13-4B06-A659-91D7D585B514}"/>
              </a:ext>
            </a:extLst>
          </p:cNvPr>
          <p:cNvSpPr>
            <a:spLocks xmlns:a="http://schemas.openxmlformats.org/drawingml/2006/main" noGrp="1"/>
          </p:cNvSpPr>
          <p:nvPr/>
        </p:nvSpPr>
        <p:spPr>
          <a:xfrm xmlns:a="http://schemas.openxmlformats.org/drawingml/2006/main">
            <a:off x="4135241"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4B3DBC40-452D-4321-A018-DD02E046C5AC}"/>
              </a:ext>
            </a:extLst>
          </p:cNvPr>
          <p:cNvSpPr>
            <a:spLocks xmlns:a="http://schemas.openxmlformats.org/drawingml/2006/main" noGrp="1"/>
          </p:cNvSpPr>
          <p:nvPr/>
        </p:nvSpPr>
        <p:spPr>
          <a:xfrm xmlns:a="http://schemas.openxmlformats.org/drawingml/2006/main">
            <a:off x="4135241"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C642A9A1-CFC3-42DC-B72E-0A2D19C62047}"/>
              </a:ext>
            </a:extLst>
          </p:cNvPr>
          <p:cNvSpPr>
            <a:spLocks xmlns:a="http://schemas.openxmlformats.org/drawingml/2006/main" noGrp="1"/>
          </p:cNvSpPr>
          <p:nvPr/>
        </p:nvSpPr>
        <p:spPr>
          <a:xfrm xmlns:a="http://schemas.openxmlformats.org/drawingml/2006/main">
            <a:off x="4135241"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016538C9-5D48-48F0-843B-094D62DA917B}"/>
              </a:ext>
            </a:extLst>
          </p:cNvPr>
          <p:cNvSpPr>
            <a:spLocks xmlns:a="http://schemas.openxmlformats.org/drawingml/2006/main" noGrp="1"/>
          </p:cNvSpPr>
          <p:nvPr/>
        </p:nvSpPr>
        <p:spPr>
          <a:xfrm xmlns:a="http://schemas.openxmlformats.org/drawingml/2006/main">
            <a:off x="4135241"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83CD3C3A-4974-4B5B-BD97-1A2BEDF6DE56}"/>
              </a:ext>
            </a:extLst>
          </p:cNvPr>
          <p:cNvSpPr>
            <a:spLocks xmlns:a="http://schemas.openxmlformats.org/drawingml/2006/main" noGrp="1"/>
          </p:cNvSpPr>
          <p:nvPr/>
        </p:nvSpPr>
        <p:spPr>
          <a:xfrm xmlns:a="http://schemas.openxmlformats.org/drawingml/2006/main">
            <a:off x="4135241"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85EAA578-DA5A-47D9-B55E-18B64418BE3F}"/>
              </a:ext>
            </a:extLst>
          </p:cNvPr>
          <p:cNvSpPr>
            <a:spLocks xmlns:a="http://schemas.openxmlformats.org/drawingml/2006/main" noGrp="1"/>
          </p:cNvSpPr>
          <p:nvPr/>
        </p:nvSpPr>
        <p:spPr>
          <a:xfrm xmlns:a="http://schemas.openxmlformats.org/drawingml/2006/main">
            <a:off x="4135241"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A7127929-0BE4-4364-83D9-21B6E0887CC5}"/>
              </a:ext>
            </a:extLst>
          </p:cNvPr>
          <p:cNvSpPr>
            <a:spLocks xmlns:a="http://schemas.openxmlformats.org/drawingml/2006/main" noGrp="1"/>
          </p:cNvSpPr>
          <p:nvPr/>
        </p:nvSpPr>
        <p:spPr>
          <a:xfrm xmlns:a="http://schemas.openxmlformats.org/drawingml/2006/main">
            <a:off x="4135241"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C3501065-50AF-4051-9526-E599376F7006}"/>
              </a:ext>
            </a:extLst>
          </p:cNvPr>
          <p:cNvSpPr>
            <a:spLocks xmlns:a="http://schemas.openxmlformats.org/drawingml/2006/main" noGrp="1"/>
          </p:cNvSpPr>
          <p:nvPr/>
        </p:nvSpPr>
        <p:spPr>
          <a:xfrm xmlns:a="http://schemas.openxmlformats.org/drawingml/2006/main">
            <a:off x="4135241"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1F0352A6-50F6-43DD-A4ED-53E3E3485C67}"/>
              </a:ext>
            </a:extLst>
          </p:cNvPr>
          <p:cNvSpPr>
            <a:spLocks xmlns:a="http://schemas.openxmlformats.org/drawingml/2006/main" noGrp="1"/>
          </p:cNvSpPr>
          <p:nvPr/>
        </p:nvSpPr>
        <p:spPr>
          <a:xfrm xmlns:a="http://schemas.openxmlformats.org/drawingml/2006/main">
            <a:off x="4135241"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434C645D-26C7-4208-91A3-73C638CB3613}"/>
              </a:ext>
            </a:extLst>
          </p:cNvPr>
          <p:cNvSpPr>
            <a:spLocks xmlns:a="http://schemas.openxmlformats.org/drawingml/2006/main" noGrp="1"/>
          </p:cNvSpPr>
          <p:nvPr/>
        </p:nvSpPr>
        <p:spPr>
          <a:xfrm xmlns:a="http://schemas.openxmlformats.org/drawingml/2006/main">
            <a:off x="4214244"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EBFB9A87-D32E-4134-8CCF-A8FAD397F065}"/>
              </a:ext>
            </a:extLst>
          </p:cNvPr>
          <p:cNvSpPr>
            <a:spLocks xmlns:a="http://schemas.openxmlformats.org/drawingml/2006/main" noGrp="1"/>
          </p:cNvSpPr>
          <p:nvPr/>
        </p:nvSpPr>
        <p:spPr>
          <a:xfrm xmlns:a="http://schemas.openxmlformats.org/drawingml/2006/main">
            <a:off x="4214244"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C01367EE-3E67-4EC5-B57A-3A9137392A75}"/>
              </a:ext>
            </a:extLst>
          </p:cNvPr>
          <p:cNvSpPr>
            <a:spLocks xmlns:a="http://schemas.openxmlformats.org/drawingml/2006/main" noGrp="1"/>
          </p:cNvSpPr>
          <p:nvPr/>
        </p:nvSpPr>
        <p:spPr>
          <a:xfrm xmlns:a="http://schemas.openxmlformats.org/drawingml/2006/main">
            <a:off x="4214244"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3C640E04-6863-4DA3-AD00-3C5E54B2CC1C}"/>
              </a:ext>
            </a:extLst>
          </p:cNvPr>
          <p:cNvSpPr>
            <a:spLocks xmlns:a="http://schemas.openxmlformats.org/drawingml/2006/main" noGrp="1"/>
          </p:cNvSpPr>
          <p:nvPr/>
        </p:nvSpPr>
        <p:spPr>
          <a:xfrm xmlns:a="http://schemas.openxmlformats.org/drawingml/2006/main">
            <a:off x="4214244"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EAB4EFB4-A07E-4D0A-A444-A8C0AAD51D99}"/>
              </a:ext>
            </a:extLst>
          </p:cNvPr>
          <p:cNvSpPr>
            <a:spLocks xmlns:a="http://schemas.openxmlformats.org/drawingml/2006/main" noGrp="1"/>
          </p:cNvSpPr>
          <p:nvPr/>
        </p:nvSpPr>
        <p:spPr>
          <a:xfrm xmlns:a="http://schemas.openxmlformats.org/drawingml/2006/main">
            <a:off x="4214244"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4E39BBF8-20D8-49A8-ABB2-5D68CBC54272}"/>
              </a:ext>
            </a:extLst>
          </p:cNvPr>
          <p:cNvSpPr>
            <a:spLocks xmlns:a="http://schemas.openxmlformats.org/drawingml/2006/main" noGrp="1"/>
          </p:cNvSpPr>
          <p:nvPr/>
        </p:nvSpPr>
        <p:spPr>
          <a:xfrm xmlns:a="http://schemas.openxmlformats.org/drawingml/2006/main">
            <a:off x="4214244"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CA35F8AD-E234-41E6-B295-7E901549F209}"/>
              </a:ext>
            </a:extLst>
          </p:cNvPr>
          <p:cNvSpPr>
            <a:spLocks xmlns:a="http://schemas.openxmlformats.org/drawingml/2006/main" noGrp="1"/>
          </p:cNvSpPr>
          <p:nvPr/>
        </p:nvSpPr>
        <p:spPr>
          <a:xfrm xmlns:a="http://schemas.openxmlformats.org/drawingml/2006/main">
            <a:off x="4214244"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1D267806-EF63-4426-82A1-4BC89A04AA9F}"/>
              </a:ext>
            </a:extLst>
          </p:cNvPr>
          <p:cNvSpPr>
            <a:spLocks xmlns:a="http://schemas.openxmlformats.org/drawingml/2006/main" noGrp="1"/>
          </p:cNvSpPr>
          <p:nvPr/>
        </p:nvSpPr>
        <p:spPr>
          <a:xfrm xmlns:a="http://schemas.openxmlformats.org/drawingml/2006/main">
            <a:off x="4214244"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65286EB0-9255-4376-AECA-7A1667A1DD97}"/>
              </a:ext>
            </a:extLst>
          </p:cNvPr>
          <p:cNvSpPr>
            <a:spLocks xmlns:a="http://schemas.openxmlformats.org/drawingml/2006/main" noGrp="1"/>
          </p:cNvSpPr>
          <p:nvPr/>
        </p:nvSpPr>
        <p:spPr>
          <a:xfrm xmlns:a="http://schemas.openxmlformats.org/drawingml/2006/main">
            <a:off x="4214244"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5C5EDF0F-77CF-48A0-BA96-C24C1E7F7C1C}"/>
              </a:ext>
            </a:extLst>
          </p:cNvPr>
          <p:cNvSpPr>
            <a:spLocks xmlns:a="http://schemas.openxmlformats.org/drawingml/2006/main" noGrp="1"/>
          </p:cNvSpPr>
          <p:nvPr/>
        </p:nvSpPr>
        <p:spPr>
          <a:xfrm xmlns:a="http://schemas.openxmlformats.org/drawingml/2006/main">
            <a:off x="4293246" y="377064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97E0AA44-35D2-4910-A2EE-1C1399BC786E}"/>
              </a:ext>
            </a:extLst>
          </p:cNvPr>
          <p:cNvSpPr>
            <a:spLocks xmlns:a="http://schemas.openxmlformats.org/drawingml/2006/main" noGrp="1"/>
          </p:cNvSpPr>
          <p:nvPr/>
        </p:nvSpPr>
        <p:spPr>
          <a:xfrm xmlns:a="http://schemas.openxmlformats.org/drawingml/2006/main">
            <a:off x="4293246"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5FF2C34D-C2F4-43A0-916F-2CAFA6AB6AB7}"/>
              </a:ext>
            </a:extLst>
          </p:cNvPr>
          <p:cNvSpPr>
            <a:spLocks xmlns:a="http://schemas.openxmlformats.org/drawingml/2006/main" noGrp="1"/>
          </p:cNvSpPr>
          <p:nvPr/>
        </p:nvSpPr>
        <p:spPr>
          <a:xfrm xmlns:a="http://schemas.openxmlformats.org/drawingml/2006/main">
            <a:off x="4293246"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43D62617-2D8B-4068-A6C7-BEBC58D8BFD5}"/>
              </a:ext>
            </a:extLst>
          </p:cNvPr>
          <p:cNvSpPr>
            <a:spLocks xmlns:a="http://schemas.openxmlformats.org/drawingml/2006/main" noGrp="1"/>
          </p:cNvSpPr>
          <p:nvPr/>
        </p:nvSpPr>
        <p:spPr>
          <a:xfrm xmlns:a="http://schemas.openxmlformats.org/drawingml/2006/main">
            <a:off x="4293246"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582DBD0E-5A9D-4289-968E-575B4C7D1C7A}"/>
              </a:ext>
            </a:extLst>
          </p:cNvPr>
          <p:cNvSpPr>
            <a:spLocks xmlns:a="http://schemas.openxmlformats.org/drawingml/2006/main" noGrp="1"/>
          </p:cNvSpPr>
          <p:nvPr/>
        </p:nvSpPr>
        <p:spPr>
          <a:xfrm xmlns:a="http://schemas.openxmlformats.org/drawingml/2006/main">
            <a:off x="4293246"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B245F32E-746C-40C7-A737-C8B4013ED491}"/>
              </a:ext>
            </a:extLst>
          </p:cNvPr>
          <p:cNvSpPr>
            <a:spLocks xmlns:a="http://schemas.openxmlformats.org/drawingml/2006/main" noGrp="1"/>
          </p:cNvSpPr>
          <p:nvPr/>
        </p:nvSpPr>
        <p:spPr>
          <a:xfrm xmlns:a="http://schemas.openxmlformats.org/drawingml/2006/main">
            <a:off x="4293246"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F2702D64-3076-4DE0-B133-68A5C0058AC8}"/>
              </a:ext>
            </a:extLst>
          </p:cNvPr>
          <p:cNvSpPr>
            <a:spLocks xmlns:a="http://schemas.openxmlformats.org/drawingml/2006/main" noGrp="1"/>
          </p:cNvSpPr>
          <p:nvPr/>
        </p:nvSpPr>
        <p:spPr>
          <a:xfrm xmlns:a="http://schemas.openxmlformats.org/drawingml/2006/main">
            <a:off x="4293246"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5FC4251D-5014-4194-B028-0F8A43005811}"/>
              </a:ext>
            </a:extLst>
          </p:cNvPr>
          <p:cNvSpPr>
            <a:spLocks xmlns:a="http://schemas.openxmlformats.org/drawingml/2006/main" noGrp="1"/>
          </p:cNvSpPr>
          <p:nvPr/>
        </p:nvSpPr>
        <p:spPr>
          <a:xfrm xmlns:a="http://schemas.openxmlformats.org/drawingml/2006/main">
            <a:off x="4293246"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170F1187-6FE1-478D-827B-5D3AB46E4ED2}"/>
              </a:ext>
            </a:extLst>
          </p:cNvPr>
          <p:cNvSpPr>
            <a:spLocks xmlns:a="http://schemas.openxmlformats.org/drawingml/2006/main" noGrp="1"/>
          </p:cNvSpPr>
          <p:nvPr/>
        </p:nvSpPr>
        <p:spPr>
          <a:xfrm xmlns:a="http://schemas.openxmlformats.org/drawingml/2006/main">
            <a:off x="4372249" y="3691113"/>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AD26B73A-EA4C-4A86-BF0B-C3F9CF728BBE}"/>
              </a:ext>
            </a:extLst>
          </p:cNvPr>
          <p:cNvSpPr>
            <a:spLocks xmlns:a="http://schemas.openxmlformats.org/drawingml/2006/main" noGrp="1"/>
          </p:cNvSpPr>
          <p:nvPr/>
        </p:nvSpPr>
        <p:spPr>
          <a:xfrm xmlns:a="http://schemas.openxmlformats.org/drawingml/2006/main">
            <a:off x="4372249" y="3532044"/>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FA17498D-1A35-4E1B-91CA-A5818927F586}"/>
              </a:ext>
            </a:extLst>
          </p:cNvPr>
          <p:cNvSpPr>
            <a:spLocks xmlns:a="http://schemas.openxmlformats.org/drawingml/2006/main" noGrp="1"/>
          </p:cNvSpPr>
          <p:nvPr/>
        </p:nvSpPr>
        <p:spPr>
          <a:xfrm xmlns:a="http://schemas.openxmlformats.org/drawingml/2006/main">
            <a:off x="4372249" y="3452509"/>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20C66A76-8619-4FB9-A505-96C1F9C847C4}"/>
              </a:ext>
            </a:extLst>
          </p:cNvPr>
          <p:cNvSpPr>
            <a:spLocks xmlns:a="http://schemas.openxmlformats.org/drawingml/2006/main" noGrp="1"/>
          </p:cNvSpPr>
          <p:nvPr/>
        </p:nvSpPr>
        <p:spPr>
          <a:xfrm xmlns:a="http://schemas.openxmlformats.org/drawingml/2006/main">
            <a:off x="4372249" y="3372975"/>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7EEB851A-4BC9-4A36-A905-321A3992CB88}"/>
              </a:ext>
            </a:extLst>
          </p:cNvPr>
          <p:cNvSpPr>
            <a:spLocks xmlns:a="http://schemas.openxmlformats.org/drawingml/2006/main" noGrp="1"/>
          </p:cNvSpPr>
          <p:nvPr/>
        </p:nvSpPr>
        <p:spPr>
          <a:xfrm xmlns:a="http://schemas.openxmlformats.org/drawingml/2006/main">
            <a:off x="4372249" y="3293440"/>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FC7FD249-2D4D-44D2-B9E1-B8D3ADDCB6A0}"/>
              </a:ext>
            </a:extLst>
          </p:cNvPr>
          <p:cNvSpPr>
            <a:spLocks xmlns:a="http://schemas.openxmlformats.org/drawingml/2006/main" noGrp="1"/>
          </p:cNvSpPr>
          <p:nvPr/>
        </p:nvSpPr>
        <p:spPr>
          <a:xfrm xmlns:a="http://schemas.openxmlformats.org/drawingml/2006/main">
            <a:off x="4372249" y="3213906"/>
            <a:ext cx="79003"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ED754E86-8594-4152-8C38-ED936EB9F2B0}"/>
              </a:ext>
            </a:extLst>
          </p:cNvPr>
          <p:cNvSpPr>
            <a:spLocks xmlns:a="http://schemas.openxmlformats.org/drawingml/2006/main" noGrp="1"/>
          </p:cNvSpPr>
          <p:nvPr/>
        </p:nvSpPr>
        <p:spPr>
          <a:xfrm xmlns:a="http://schemas.openxmlformats.org/drawingml/2006/main">
            <a:off x="4451251"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7AB0DB4B-28C7-4043-BCDB-A1C6CE42E028}"/>
              </a:ext>
            </a:extLst>
          </p:cNvPr>
          <p:cNvSpPr>
            <a:spLocks xmlns:a="http://schemas.openxmlformats.org/drawingml/2006/main" noGrp="1"/>
          </p:cNvSpPr>
          <p:nvPr/>
        </p:nvSpPr>
        <p:spPr>
          <a:xfrm xmlns:a="http://schemas.openxmlformats.org/drawingml/2006/main">
            <a:off x="4451251"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9A1D8285-CA42-40CA-A8FE-B343B20C8036}"/>
              </a:ext>
            </a:extLst>
          </p:cNvPr>
          <p:cNvSpPr>
            <a:spLocks xmlns:a="http://schemas.openxmlformats.org/drawingml/2006/main" noGrp="1"/>
          </p:cNvSpPr>
          <p:nvPr/>
        </p:nvSpPr>
        <p:spPr>
          <a:xfrm xmlns:a="http://schemas.openxmlformats.org/drawingml/2006/main">
            <a:off x="4451251"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07DF6271-2895-44B6-AF91-B5677DB65FD8}"/>
              </a:ext>
            </a:extLst>
          </p:cNvPr>
          <p:cNvSpPr>
            <a:spLocks xmlns:a="http://schemas.openxmlformats.org/drawingml/2006/main" noGrp="1"/>
          </p:cNvSpPr>
          <p:nvPr/>
        </p:nvSpPr>
        <p:spPr>
          <a:xfrm xmlns:a="http://schemas.openxmlformats.org/drawingml/2006/main">
            <a:off x="4451251"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EAAFA70F-9842-48AE-A8E5-37FB307BDC8A}"/>
              </a:ext>
            </a:extLst>
          </p:cNvPr>
          <p:cNvSpPr>
            <a:spLocks xmlns:a="http://schemas.openxmlformats.org/drawingml/2006/main" noGrp="1"/>
          </p:cNvSpPr>
          <p:nvPr/>
        </p:nvSpPr>
        <p:spPr>
          <a:xfrm xmlns:a="http://schemas.openxmlformats.org/drawingml/2006/main">
            <a:off x="4451251"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14295B"/>
          </a:solidFill>
          <a:ln xmlns:a="http://schemas.openxmlformats.org/drawingml/2006/main" w="2284">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01088B4A-CEB4-4414-86CD-4777AC88FEBD}"/>
              </a:ext>
            </a:extLst>
          </p:cNvPr>
          <p:cNvSpPr>
            <a:spLocks xmlns:a="http://schemas.openxmlformats.org/drawingml/2006/main" noGrp="1"/>
          </p:cNvSpPr>
          <p:nvPr/>
        </p:nvSpPr>
        <p:spPr>
          <a:xfrm xmlns:a="http://schemas.openxmlformats.org/drawingml/2006/main">
            <a:off x="4451251"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7BC649A7-2109-41E9-B6BE-BF512868A092}"/>
              </a:ext>
            </a:extLst>
          </p:cNvPr>
          <p:cNvSpPr>
            <a:spLocks xmlns:a="http://schemas.openxmlformats.org/drawingml/2006/main" noGrp="1"/>
          </p:cNvSpPr>
          <p:nvPr/>
        </p:nvSpPr>
        <p:spPr>
          <a:xfrm xmlns:a="http://schemas.openxmlformats.org/drawingml/2006/main">
            <a:off x="4451251"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BF3DCDE2-0ACD-49E4-975D-F70D050B75A1}"/>
              </a:ext>
            </a:extLst>
          </p:cNvPr>
          <p:cNvSpPr>
            <a:spLocks xmlns:a="http://schemas.openxmlformats.org/drawingml/2006/main" noGrp="1"/>
          </p:cNvSpPr>
          <p:nvPr/>
        </p:nvSpPr>
        <p:spPr>
          <a:xfrm xmlns:a="http://schemas.openxmlformats.org/drawingml/2006/main">
            <a:off x="4530254" y="3611578"/>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1FB6AA21-734F-4ABB-875A-564541965935}"/>
              </a:ext>
            </a:extLst>
          </p:cNvPr>
          <p:cNvSpPr>
            <a:spLocks xmlns:a="http://schemas.openxmlformats.org/drawingml/2006/main" noGrp="1"/>
          </p:cNvSpPr>
          <p:nvPr/>
        </p:nvSpPr>
        <p:spPr>
          <a:xfrm xmlns:a="http://schemas.openxmlformats.org/drawingml/2006/main">
            <a:off x="4530254"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24AB52B8-9356-488D-AC69-B3706DD4AD2F}"/>
              </a:ext>
            </a:extLst>
          </p:cNvPr>
          <p:cNvSpPr>
            <a:spLocks xmlns:a="http://schemas.openxmlformats.org/drawingml/2006/main" noGrp="1"/>
          </p:cNvSpPr>
          <p:nvPr/>
        </p:nvSpPr>
        <p:spPr>
          <a:xfrm xmlns:a="http://schemas.openxmlformats.org/drawingml/2006/main">
            <a:off x="4530254"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79A6145B-DB6C-4995-99B2-1D6BFA8BCAE7}"/>
              </a:ext>
            </a:extLst>
          </p:cNvPr>
          <p:cNvSpPr>
            <a:spLocks xmlns:a="http://schemas.openxmlformats.org/drawingml/2006/main" noGrp="1"/>
          </p:cNvSpPr>
          <p:nvPr/>
        </p:nvSpPr>
        <p:spPr>
          <a:xfrm xmlns:a="http://schemas.openxmlformats.org/drawingml/2006/main">
            <a:off x="4530254" y="3213906"/>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475F9574-B2F2-4DDE-94F6-03C5DBB197A5}"/>
              </a:ext>
            </a:extLst>
          </p:cNvPr>
          <p:cNvSpPr>
            <a:spLocks xmlns:a="http://schemas.openxmlformats.org/drawingml/2006/main" noGrp="1"/>
          </p:cNvSpPr>
          <p:nvPr/>
        </p:nvSpPr>
        <p:spPr>
          <a:xfrm xmlns:a="http://schemas.openxmlformats.org/drawingml/2006/main">
            <a:off x="4530254"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484E338D-CA6D-435E-A5C0-A3A7F68F1999}"/>
              </a:ext>
            </a:extLst>
          </p:cNvPr>
          <p:cNvSpPr>
            <a:spLocks xmlns:a="http://schemas.openxmlformats.org/drawingml/2006/main" noGrp="1"/>
          </p:cNvSpPr>
          <p:nvPr/>
        </p:nvSpPr>
        <p:spPr>
          <a:xfrm xmlns:a="http://schemas.openxmlformats.org/drawingml/2006/main">
            <a:off x="4609256" y="3691113"/>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0D5F3"/>
          </a:solidFill>
          <a:ln xmlns:a="http://schemas.openxmlformats.org/drawingml/2006/main" w="2284">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E7D31525-C519-4FA6-A01F-750FD773F9C3}"/>
              </a:ext>
            </a:extLst>
          </p:cNvPr>
          <p:cNvSpPr>
            <a:spLocks xmlns:a="http://schemas.openxmlformats.org/drawingml/2006/main" noGrp="1"/>
          </p:cNvSpPr>
          <p:nvPr/>
        </p:nvSpPr>
        <p:spPr>
          <a:xfrm xmlns:a="http://schemas.openxmlformats.org/drawingml/2006/main">
            <a:off x="4609256" y="3532044"/>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1014F13E-5201-46D8-AE77-06D102F8E737}"/>
              </a:ext>
            </a:extLst>
          </p:cNvPr>
          <p:cNvSpPr>
            <a:spLocks xmlns:a="http://schemas.openxmlformats.org/drawingml/2006/main" noGrp="1"/>
          </p:cNvSpPr>
          <p:nvPr/>
        </p:nvSpPr>
        <p:spPr>
          <a:xfrm xmlns:a="http://schemas.openxmlformats.org/drawingml/2006/main">
            <a:off x="4609256" y="3452509"/>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30629EF9-5366-4820-87C5-E9A7E7D1557D}"/>
              </a:ext>
            </a:extLst>
          </p:cNvPr>
          <p:cNvSpPr>
            <a:spLocks xmlns:a="http://schemas.openxmlformats.org/drawingml/2006/main" noGrp="1"/>
          </p:cNvSpPr>
          <p:nvPr/>
        </p:nvSpPr>
        <p:spPr>
          <a:xfrm xmlns:a="http://schemas.openxmlformats.org/drawingml/2006/main">
            <a:off x="4609256"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9994"/>
          </a:solidFill>
          <a:ln xmlns:a="http://schemas.openxmlformats.org/drawingml/2006/main" w="2284">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4B7FF091-AA91-4A50-8BDD-1BD258C509C2}"/>
              </a:ext>
            </a:extLst>
          </p:cNvPr>
          <p:cNvSpPr>
            <a:spLocks xmlns:a="http://schemas.openxmlformats.org/drawingml/2006/main" noGrp="1"/>
          </p:cNvSpPr>
          <p:nvPr/>
        </p:nvSpPr>
        <p:spPr>
          <a:xfrm xmlns:a="http://schemas.openxmlformats.org/drawingml/2006/main">
            <a:off x="4609256"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424A8ECB-179D-4FA7-9D03-4527831BB475}"/>
              </a:ext>
            </a:extLst>
          </p:cNvPr>
          <p:cNvSpPr>
            <a:spLocks xmlns:a="http://schemas.openxmlformats.org/drawingml/2006/main" noGrp="1"/>
          </p:cNvSpPr>
          <p:nvPr/>
        </p:nvSpPr>
        <p:spPr>
          <a:xfrm xmlns:a="http://schemas.openxmlformats.org/drawingml/2006/main">
            <a:off x="4609256" y="3054837"/>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284CAE2B-764F-4C67-A6B2-6880A08ED883}"/>
              </a:ext>
            </a:extLst>
          </p:cNvPr>
          <p:cNvSpPr>
            <a:spLocks xmlns:a="http://schemas.openxmlformats.org/drawingml/2006/main" noGrp="1"/>
          </p:cNvSpPr>
          <p:nvPr/>
        </p:nvSpPr>
        <p:spPr>
          <a:xfrm xmlns:a="http://schemas.openxmlformats.org/drawingml/2006/main">
            <a:off x="4688259" y="3372975"/>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284">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2B37F04C-5AAC-44F0-9361-628CE2667A54}"/>
              </a:ext>
            </a:extLst>
          </p:cNvPr>
          <p:cNvSpPr>
            <a:spLocks xmlns:a="http://schemas.openxmlformats.org/drawingml/2006/main" noGrp="1"/>
          </p:cNvSpPr>
          <p:nvPr/>
        </p:nvSpPr>
        <p:spPr>
          <a:xfrm xmlns:a="http://schemas.openxmlformats.org/drawingml/2006/main">
            <a:off x="4688259" y="3293440"/>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2A5AA3"/>
          </a:solidFill>
          <a:ln xmlns:a="http://schemas.openxmlformats.org/drawingml/2006/main" w="2284">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25DB6F61-67B9-4B8D-A0C1-B5BB0A63EF09}"/>
              </a:ext>
            </a:extLst>
          </p:cNvPr>
          <p:cNvSpPr>
            <a:spLocks xmlns:a="http://schemas.openxmlformats.org/drawingml/2006/main" noGrp="1"/>
          </p:cNvSpPr>
          <p:nvPr/>
        </p:nvSpPr>
        <p:spPr>
          <a:xfrm xmlns:a="http://schemas.openxmlformats.org/drawingml/2006/main">
            <a:off x="4767261" y="3134371"/>
            <a:ext cx="79002" cy="79535"/>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7DA7E5"/>
          </a:solidFill>
          <a:ln xmlns:a="http://schemas.openxmlformats.org/drawingml/2006/main" w="2284">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BCCA7C64-C665-4F7D-ABF9-840ABD1955EC}"/>
              </a:ext>
            </a:extLst>
          </p:cNvPr>
          <p:cNvSpPr>
            <a:spLocks xmlns:a="http://schemas.openxmlformats.org/drawingml/2006/main" noGrp="1"/>
          </p:cNvSpPr>
          <p:nvPr/>
        </p:nvSpPr>
        <p:spPr>
          <a:xfrm xmlns:a="http://schemas.openxmlformats.org/drawingml/2006/main">
            <a:off x="3279072" y="2908892"/>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37" name="Editable chart path">
            <a:extLst xmlns:a="http://schemas.openxmlformats.org/drawingml/2006/main">
              <a:ext uri="{FF2B5EF4-FFF2-40B4-BE49-F238E27FC236}">
                <a16:creationId xmlns:a16="http://schemas.microsoft.com/office/drawing/2014/main" id="{FBEB4DD3-285A-4DDC-A104-36BFE55A9ACB}"/>
              </a:ext>
            </a:extLst>
          </p:cNvPr>
          <p:cNvSpPr>
            <a:spLocks xmlns:a="http://schemas.openxmlformats.org/drawingml/2006/main" noGrp="1"/>
          </p:cNvSpPr>
          <p:nvPr/>
        </p:nvSpPr>
        <p:spPr>
          <a:xfrm xmlns:a="http://schemas.openxmlformats.org/drawingml/2006/main">
            <a:off x="4622114" y="3386099"/>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38" name="Editable chart path">
            <a:extLst xmlns:a="http://schemas.openxmlformats.org/drawingml/2006/main">
              <a:ext uri="{FF2B5EF4-FFF2-40B4-BE49-F238E27FC236}">
                <a16:creationId xmlns:a16="http://schemas.microsoft.com/office/drawing/2014/main" id="{B96A81CD-5665-48FE-B8FA-8D87239973A4}"/>
              </a:ext>
            </a:extLst>
          </p:cNvPr>
          <p:cNvSpPr>
            <a:spLocks xmlns:a="http://schemas.openxmlformats.org/drawingml/2006/main" noGrp="1"/>
          </p:cNvSpPr>
          <p:nvPr/>
        </p:nvSpPr>
        <p:spPr>
          <a:xfrm xmlns:a="http://schemas.openxmlformats.org/drawingml/2006/main">
            <a:off x="3200069" y="4260979"/>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39" name="Editable chart path">
            <a:extLst xmlns:a="http://schemas.openxmlformats.org/drawingml/2006/main">
              <a:ext uri="{FF2B5EF4-FFF2-40B4-BE49-F238E27FC236}">
                <a16:creationId xmlns:a16="http://schemas.microsoft.com/office/drawing/2014/main" id="{CE500E35-3122-459F-B0E2-6C79B66175EB}"/>
              </a:ext>
            </a:extLst>
          </p:cNvPr>
          <p:cNvSpPr>
            <a:spLocks xmlns:a="http://schemas.openxmlformats.org/drawingml/2006/main" noGrp="1"/>
          </p:cNvSpPr>
          <p:nvPr/>
        </p:nvSpPr>
        <p:spPr>
          <a:xfrm xmlns:a="http://schemas.openxmlformats.org/drawingml/2006/main">
            <a:off x="3200069" y="3147495"/>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40" name="Editable chart path">
            <a:extLst xmlns:a="http://schemas.openxmlformats.org/drawingml/2006/main">
              <a:ext uri="{FF2B5EF4-FFF2-40B4-BE49-F238E27FC236}">
                <a16:creationId xmlns:a16="http://schemas.microsoft.com/office/drawing/2014/main" id="{E443D8BF-1737-4654-9F8B-0D4ED4BB6E76}"/>
              </a:ext>
            </a:extLst>
          </p:cNvPr>
          <p:cNvSpPr>
            <a:spLocks xmlns:a="http://schemas.openxmlformats.org/drawingml/2006/main" noGrp="1"/>
          </p:cNvSpPr>
          <p:nvPr/>
        </p:nvSpPr>
        <p:spPr>
          <a:xfrm xmlns:a="http://schemas.openxmlformats.org/drawingml/2006/main">
            <a:off x="3990094" y="3465633"/>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41" name="Editable chart path">
            <a:extLst xmlns:a="http://schemas.openxmlformats.org/drawingml/2006/main">
              <a:ext uri="{FF2B5EF4-FFF2-40B4-BE49-F238E27FC236}">
                <a16:creationId xmlns:a16="http://schemas.microsoft.com/office/drawing/2014/main" id="{B367BF06-A13A-4390-8EA1-6970E1109447}"/>
              </a:ext>
            </a:extLst>
          </p:cNvPr>
          <p:cNvSpPr>
            <a:spLocks xmlns:a="http://schemas.openxmlformats.org/drawingml/2006/main" noGrp="1"/>
          </p:cNvSpPr>
          <p:nvPr/>
        </p:nvSpPr>
        <p:spPr>
          <a:xfrm xmlns:a="http://schemas.openxmlformats.org/drawingml/2006/main">
            <a:off x="4701117" y="3386099"/>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42" name="Editable chart path">
            <a:extLst xmlns:a="http://schemas.openxmlformats.org/drawingml/2006/main">
              <a:ext uri="{FF2B5EF4-FFF2-40B4-BE49-F238E27FC236}">
                <a16:creationId xmlns:a16="http://schemas.microsoft.com/office/drawing/2014/main" id="{7D94156A-154B-4D03-A61E-A6F2EEBAAAA9}"/>
              </a:ext>
            </a:extLst>
          </p:cNvPr>
          <p:cNvSpPr>
            <a:spLocks xmlns:a="http://schemas.openxmlformats.org/drawingml/2006/main" noGrp="1"/>
          </p:cNvSpPr>
          <p:nvPr/>
        </p:nvSpPr>
        <p:spPr>
          <a:xfrm xmlns:a="http://schemas.openxmlformats.org/drawingml/2006/main">
            <a:off x="4464109" y="3704237"/>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43" name="Editable chart path">
            <a:extLst xmlns:a="http://schemas.openxmlformats.org/drawingml/2006/main">
              <a:ext uri="{FF2B5EF4-FFF2-40B4-BE49-F238E27FC236}">
                <a16:creationId xmlns:a16="http://schemas.microsoft.com/office/drawing/2014/main" id="{8D7227A3-4677-406C-B1A4-82B5F7FC957B}"/>
              </a:ext>
            </a:extLst>
          </p:cNvPr>
          <p:cNvSpPr>
            <a:spLocks xmlns:a="http://schemas.openxmlformats.org/drawingml/2006/main" noGrp="1"/>
          </p:cNvSpPr>
          <p:nvPr/>
        </p:nvSpPr>
        <p:spPr>
          <a:xfrm xmlns:a="http://schemas.openxmlformats.org/drawingml/2006/main">
            <a:off x="2252039" y="3227030"/>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44" name="Editable chart path">
            <a:extLst xmlns:a="http://schemas.openxmlformats.org/drawingml/2006/main">
              <a:ext uri="{FF2B5EF4-FFF2-40B4-BE49-F238E27FC236}">
                <a16:creationId xmlns:a16="http://schemas.microsoft.com/office/drawing/2014/main" id="{97F2CC1D-29D7-440B-A84D-EEAEF17888A2}"/>
              </a:ext>
            </a:extLst>
          </p:cNvPr>
          <p:cNvSpPr>
            <a:spLocks xmlns:a="http://schemas.openxmlformats.org/drawingml/2006/main" noGrp="1"/>
          </p:cNvSpPr>
          <p:nvPr/>
        </p:nvSpPr>
        <p:spPr>
          <a:xfrm xmlns:a="http://schemas.openxmlformats.org/drawingml/2006/main">
            <a:off x="3042064" y="3465633"/>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45" name="Editable chart path">
            <a:extLst xmlns:a="http://schemas.openxmlformats.org/drawingml/2006/main">
              <a:ext uri="{FF2B5EF4-FFF2-40B4-BE49-F238E27FC236}">
                <a16:creationId xmlns:a16="http://schemas.microsoft.com/office/drawing/2014/main" id="{FC1F4FE2-538A-40E6-B87D-7F31B22DC0C3}"/>
              </a:ext>
            </a:extLst>
          </p:cNvPr>
          <p:cNvSpPr>
            <a:spLocks xmlns:a="http://schemas.openxmlformats.org/drawingml/2006/main" noGrp="1"/>
          </p:cNvSpPr>
          <p:nvPr/>
        </p:nvSpPr>
        <p:spPr>
          <a:xfrm xmlns:a="http://schemas.openxmlformats.org/drawingml/2006/main">
            <a:off x="2884059" y="2908892"/>
            <a:ext cx="53286" cy="53286"/>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090">
            <a:solidFill>
              <a:srgbClr val="5A6683"/>
            </a:solidFill>
            <a:prstDash val="solid"/>
          </a:ln>
        </p:spPr>
      </p:sp>
      <p:sp>
        <p:nvSpPr>
          <p:cNvPr id="446" name="">
            <a:extLst xmlns:a="http://schemas.openxmlformats.org/drawingml/2006/main">
              <a:ext uri="{FF2B5EF4-FFF2-40B4-BE49-F238E27FC236}">
                <a16:creationId xmlns:a16="http://schemas.microsoft.com/office/drawing/2014/main" id="{52C40B52-9760-4116-94F0-734E436A21C0}"/>
              </a:ext>
            </a:extLst>
          </p:cNvPr>
          <p:cNvSpPr>
            <a:spLocks xmlns:a="http://schemas.openxmlformats.org/drawingml/2006/main" noGrp="1"/>
          </p:cNvSpPr>
          <p:nvPr/>
        </p:nvSpPr>
        <p:spPr>
          <a:xfrm xmlns:a="http://schemas.openxmlformats.org/drawingml/2006/main">
            <a:off x="3225709" y="286083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7" name="">
            <a:extLst xmlns:a="http://schemas.openxmlformats.org/drawingml/2006/main">
              <a:ext uri="{FF2B5EF4-FFF2-40B4-BE49-F238E27FC236}">
                <a16:creationId xmlns:a16="http://schemas.microsoft.com/office/drawing/2014/main" id="{634ED3BD-5E22-4A04-9816-F503182997F3}"/>
              </a:ext>
            </a:extLst>
          </p:cNvPr>
          <p:cNvSpPr>
            <a:spLocks xmlns:a="http://schemas.openxmlformats.org/drawingml/2006/main" noGrp="1"/>
          </p:cNvSpPr>
          <p:nvPr/>
        </p:nvSpPr>
        <p:spPr>
          <a:xfrm xmlns:a="http://schemas.openxmlformats.org/drawingml/2006/main">
            <a:off x="3225709" y="287036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48" name="">
            <a:extLst xmlns:a="http://schemas.openxmlformats.org/drawingml/2006/main">
              <a:ext uri="{FF2B5EF4-FFF2-40B4-BE49-F238E27FC236}">
                <a16:creationId xmlns:a16="http://schemas.microsoft.com/office/drawing/2014/main" id="{E4890663-034F-461C-BBD2-76FC97382AF8}"/>
              </a:ext>
            </a:extLst>
          </p:cNvPr>
          <p:cNvSpPr>
            <a:spLocks xmlns:a="http://schemas.openxmlformats.org/drawingml/2006/main" noGrp="1"/>
          </p:cNvSpPr>
          <p:nvPr/>
        </p:nvSpPr>
        <p:spPr>
          <a:xfrm xmlns:a="http://schemas.openxmlformats.org/drawingml/2006/main">
            <a:off x="4571380" y="3338045"/>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9" name="">
            <a:extLst xmlns:a="http://schemas.openxmlformats.org/drawingml/2006/main">
              <a:ext uri="{FF2B5EF4-FFF2-40B4-BE49-F238E27FC236}">
                <a16:creationId xmlns:a16="http://schemas.microsoft.com/office/drawing/2014/main" id="{7AFE7FDF-1067-47C7-BA19-9C8A80E0DAD8}"/>
              </a:ext>
            </a:extLst>
          </p:cNvPr>
          <p:cNvSpPr>
            <a:spLocks xmlns:a="http://schemas.openxmlformats.org/drawingml/2006/main" noGrp="1"/>
          </p:cNvSpPr>
          <p:nvPr/>
        </p:nvSpPr>
        <p:spPr>
          <a:xfrm xmlns:a="http://schemas.openxmlformats.org/drawingml/2006/main">
            <a:off x="4571380" y="3347570"/>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50" name="">
            <a:extLst xmlns:a="http://schemas.openxmlformats.org/drawingml/2006/main">
              <a:ext uri="{FF2B5EF4-FFF2-40B4-BE49-F238E27FC236}">
                <a16:creationId xmlns:a16="http://schemas.microsoft.com/office/drawing/2014/main" id="{C6AA52BC-861D-47C2-953F-BCA8712DF7B9}"/>
              </a:ext>
            </a:extLst>
          </p:cNvPr>
          <p:cNvSpPr>
            <a:spLocks xmlns:a="http://schemas.openxmlformats.org/drawingml/2006/main" noGrp="1"/>
          </p:cNvSpPr>
          <p:nvPr/>
        </p:nvSpPr>
        <p:spPr>
          <a:xfrm xmlns:a="http://schemas.openxmlformats.org/drawingml/2006/main">
            <a:off x="3149638" y="4212925"/>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1" name="">
            <a:extLst xmlns:a="http://schemas.openxmlformats.org/drawingml/2006/main">
              <a:ext uri="{FF2B5EF4-FFF2-40B4-BE49-F238E27FC236}">
                <a16:creationId xmlns:a16="http://schemas.microsoft.com/office/drawing/2014/main" id="{3EFD7B05-6F7A-4635-9257-FC6F113826BF}"/>
              </a:ext>
            </a:extLst>
          </p:cNvPr>
          <p:cNvSpPr>
            <a:spLocks xmlns:a="http://schemas.openxmlformats.org/drawingml/2006/main" noGrp="1"/>
          </p:cNvSpPr>
          <p:nvPr/>
        </p:nvSpPr>
        <p:spPr>
          <a:xfrm xmlns:a="http://schemas.openxmlformats.org/drawingml/2006/main">
            <a:off x="3149638" y="4222450"/>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2" name="">
            <a:extLst xmlns:a="http://schemas.openxmlformats.org/drawingml/2006/main">
              <a:ext uri="{FF2B5EF4-FFF2-40B4-BE49-F238E27FC236}">
                <a16:creationId xmlns:a16="http://schemas.microsoft.com/office/drawing/2014/main" id="{7C2B00E2-B3EB-4E5D-80DE-852962251DF5}"/>
              </a:ext>
            </a:extLst>
          </p:cNvPr>
          <p:cNvSpPr>
            <a:spLocks xmlns:a="http://schemas.openxmlformats.org/drawingml/2006/main" noGrp="1"/>
          </p:cNvSpPr>
          <p:nvPr/>
        </p:nvSpPr>
        <p:spPr>
          <a:xfrm xmlns:a="http://schemas.openxmlformats.org/drawingml/2006/main">
            <a:off x="3149734" y="309944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3" name="">
            <a:extLst xmlns:a="http://schemas.openxmlformats.org/drawingml/2006/main">
              <a:ext uri="{FF2B5EF4-FFF2-40B4-BE49-F238E27FC236}">
                <a16:creationId xmlns:a16="http://schemas.microsoft.com/office/drawing/2014/main" id="{0D3943EC-FC7F-455B-BFE8-8C09FBA73DB0}"/>
              </a:ext>
            </a:extLst>
          </p:cNvPr>
          <p:cNvSpPr>
            <a:spLocks xmlns:a="http://schemas.openxmlformats.org/drawingml/2006/main" noGrp="1"/>
          </p:cNvSpPr>
          <p:nvPr/>
        </p:nvSpPr>
        <p:spPr>
          <a:xfrm xmlns:a="http://schemas.openxmlformats.org/drawingml/2006/main">
            <a:off x="3149734" y="310896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4" name="">
            <a:extLst xmlns:a="http://schemas.openxmlformats.org/drawingml/2006/main">
              <a:ext uri="{FF2B5EF4-FFF2-40B4-BE49-F238E27FC236}">
                <a16:creationId xmlns:a16="http://schemas.microsoft.com/office/drawing/2014/main" id="{3362996B-4147-41FC-98F9-FE3E9F1756A5}"/>
              </a:ext>
            </a:extLst>
          </p:cNvPr>
          <p:cNvSpPr>
            <a:spLocks xmlns:a="http://schemas.openxmlformats.org/drawingml/2006/main" noGrp="1"/>
          </p:cNvSpPr>
          <p:nvPr/>
        </p:nvSpPr>
        <p:spPr>
          <a:xfrm xmlns:a="http://schemas.openxmlformats.org/drawingml/2006/main">
            <a:off x="3939646" y="341758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5" name="">
            <a:extLst xmlns:a="http://schemas.openxmlformats.org/drawingml/2006/main">
              <a:ext uri="{FF2B5EF4-FFF2-40B4-BE49-F238E27FC236}">
                <a16:creationId xmlns:a16="http://schemas.microsoft.com/office/drawing/2014/main" id="{81D090FC-E9E8-4C14-B219-AEDE8604C88C}"/>
              </a:ext>
            </a:extLst>
          </p:cNvPr>
          <p:cNvSpPr>
            <a:spLocks xmlns:a="http://schemas.openxmlformats.org/drawingml/2006/main" noGrp="1"/>
          </p:cNvSpPr>
          <p:nvPr/>
        </p:nvSpPr>
        <p:spPr>
          <a:xfrm xmlns:a="http://schemas.openxmlformats.org/drawingml/2006/main">
            <a:off x="3939646" y="342710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6" name="">
            <a:extLst xmlns:a="http://schemas.openxmlformats.org/drawingml/2006/main">
              <a:ext uri="{FF2B5EF4-FFF2-40B4-BE49-F238E27FC236}">
                <a16:creationId xmlns:a16="http://schemas.microsoft.com/office/drawing/2014/main" id="{16E9AF23-931E-42EE-9DCA-7138049478B3}"/>
              </a:ext>
            </a:extLst>
          </p:cNvPr>
          <p:cNvSpPr>
            <a:spLocks xmlns:a="http://schemas.openxmlformats.org/drawingml/2006/main" noGrp="1"/>
          </p:cNvSpPr>
          <p:nvPr/>
        </p:nvSpPr>
        <p:spPr>
          <a:xfrm xmlns:a="http://schemas.openxmlformats.org/drawingml/2006/main">
            <a:off x="4727058" y="3414245"/>
            <a:ext cx="95250" cy="953"/>
          </a:xfrm>
          <a:prstGeom xmlns:a="http://schemas.openxmlformats.org/drawingml/2006/main" prst="line">
            <a:avLst/>
          </a:prstGeom>
          <a:ln xmlns:a="http://schemas.openxmlformats.org/drawingml/2006/main" w="5715">
            <a:solidFill>
              <a:srgbClr val="14295B"/>
            </a:solidFill>
          </a:ln>
        </p:spPr>
      </p:sp>
      <p:sp>
        <p:nvSpPr>
          <p:cNvPr id="457" name="">
            <a:extLst xmlns:a="http://schemas.openxmlformats.org/drawingml/2006/main">
              <a:ext uri="{FF2B5EF4-FFF2-40B4-BE49-F238E27FC236}">
                <a16:creationId xmlns:a16="http://schemas.microsoft.com/office/drawing/2014/main" id="{DBFC3AC3-2A94-418A-8746-FC9C4ACD579F}"/>
              </a:ext>
            </a:extLst>
          </p:cNvPr>
          <p:cNvSpPr>
            <a:spLocks xmlns:a="http://schemas.openxmlformats.org/drawingml/2006/main" noGrp="1"/>
          </p:cNvSpPr>
          <p:nvPr/>
        </p:nvSpPr>
        <p:spPr>
          <a:xfrm xmlns:a="http://schemas.openxmlformats.org/drawingml/2006/main">
            <a:off x="4746108" y="3338045"/>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8" name="">
            <a:extLst xmlns:a="http://schemas.openxmlformats.org/drawingml/2006/main">
              <a:ext uri="{FF2B5EF4-FFF2-40B4-BE49-F238E27FC236}">
                <a16:creationId xmlns:a16="http://schemas.microsoft.com/office/drawing/2014/main" id="{594E4BC5-641B-4384-A6E5-C26DC0F992C9}"/>
              </a:ext>
            </a:extLst>
          </p:cNvPr>
          <p:cNvSpPr>
            <a:spLocks xmlns:a="http://schemas.openxmlformats.org/drawingml/2006/main" noGrp="1"/>
          </p:cNvSpPr>
          <p:nvPr/>
        </p:nvSpPr>
        <p:spPr>
          <a:xfrm xmlns:a="http://schemas.openxmlformats.org/drawingml/2006/main">
            <a:off x="4746108" y="3347570"/>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59" name="">
            <a:extLst xmlns:a="http://schemas.openxmlformats.org/drawingml/2006/main">
              <a:ext uri="{FF2B5EF4-FFF2-40B4-BE49-F238E27FC236}">
                <a16:creationId xmlns:a16="http://schemas.microsoft.com/office/drawing/2014/main" id="{0DC7389E-389B-47AE-88A0-0FAF4559BAFC}"/>
              </a:ext>
            </a:extLst>
          </p:cNvPr>
          <p:cNvSpPr>
            <a:spLocks xmlns:a="http://schemas.openxmlformats.org/drawingml/2006/main" noGrp="1"/>
          </p:cNvSpPr>
          <p:nvPr/>
        </p:nvSpPr>
        <p:spPr>
          <a:xfrm xmlns:a="http://schemas.openxmlformats.org/drawingml/2006/main">
            <a:off x="4413661" y="365618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0" name="">
            <a:extLst xmlns:a="http://schemas.openxmlformats.org/drawingml/2006/main">
              <a:ext uri="{FF2B5EF4-FFF2-40B4-BE49-F238E27FC236}">
                <a16:creationId xmlns:a16="http://schemas.microsoft.com/office/drawing/2014/main" id="{A86BE69C-0701-4ACA-8282-CE79B54C3631}"/>
              </a:ext>
            </a:extLst>
          </p:cNvPr>
          <p:cNvSpPr>
            <a:spLocks xmlns:a="http://schemas.openxmlformats.org/drawingml/2006/main" noGrp="1"/>
          </p:cNvSpPr>
          <p:nvPr/>
        </p:nvSpPr>
        <p:spPr>
          <a:xfrm xmlns:a="http://schemas.openxmlformats.org/drawingml/2006/main">
            <a:off x="4413661" y="366570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61" name="">
            <a:extLst xmlns:a="http://schemas.openxmlformats.org/drawingml/2006/main">
              <a:ext uri="{FF2B5EF4-FFF2-40B4-BE49-F238E27FC236}">
                <a16:creationId xmlns:a16="http://schemas.microsoft.com/office/drawing/2014/main" id="{E9F75670-BDC2-45B9-9E5E-F2E7CB383621}"/>
              </a:ext>
            </a:extLst>
          </p:cNvPr>
          <p:cNvSpPr>
            <a:spLocks xmlns:a="http://schemas.openxmlformats.org/drawingml/2006/main" noGrp="1"/>
          </p:cNvSpPr>
          <p:nvPr/>
        </p:nvSpPr>
        <p:spPr>
          <a:xfrm xmlns:a="http://schemas.openxmlformats.org/drawingml/2006/main">
            <a:off x="2201721" y="3178976"/>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2" name="">
            <a:extLst xmlns:a="http://schemas.openxmlformats.org/drawingml/2006/main">
              <a:ext uri="{FF2B5EF4-FFF2-40B4-BE49-F238E27FC236}">
                <a16:creationId xmlns:a16="http://schemas.microsoft.com/office/drawing/2014/main" id="{156D97EC-C7D2-4764-97D1-C2AC848C3D58}"/>
              </a:ext>
            </a:extLst>
          </p:cNvPr>
          <p:cNvSpPr>
            <a:spLocks xmlns:a="http://schemas.openxmlformats.org/drawingml/2006/main" noGrp="1"/>
          </p:cNvSpPr>
          <p:nvPr/>
        </p:nvSpPr>
        <p:spPr>
          <a:xfrm xmlns:a="http://schemas.openxmlformats.org/drawingml/2006/main">
            <a:off x="2201721" y="3188501"/>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3" name="">
            <a:extLst xmlns:a="http://schemas.openxmlformats.org/drawingml/2006/main">
              <a:ext uri="{FF2B5EF4-FFF2-40B4-BE49-F238E27FC236}">
                <a16:creationId xmlns:a16="http://schemas.microsoft.com/office/drawing/2014/main" id="{29557FEB-A629-42EA-87AF-BACFB44AD9E3}"/>
              </a:ext>
            </a:extLst>
          </p:cNvPr>
          <p:cNvSpPr>
            <a:spLocks xmlns:a="http://schemas.openxmlformats.org/drawingml/2006/main" noGrp="1"/>
          </p:cNvSpPr>
          <p:nvPr/>
        </p:nvSpPr>
        <p:spPr>
          <a:xfrm xmlns:a="http://schemas.openxmlformats.org/drawingml/2006/main">
            <a:off x="2991633" y="341758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4" name="">
            <a:extLst xmlns:a="http://schemas.openxmlformats.org/drawingml/2006/main">
              <a:ext uri="{FF2B5EF4-FFF2-40B4-BE49-F238E27FC236}">
                <a16:creationId xmlns:a16="http://schemas.microsoft.com/office/drawing/2014/main" id="{70FF55DB-631E-49F8-ADF8-BB482F4A3E11}"/>
              </a:ext>
            </a:extLst>
          </p:cNvPr>
          <p:cNvSpPr>
            <a:spLocks xmlns:a="http://schemas.openxmlformats.org/drawingml/2006/main" noGrp="1"/>
          </p:cNvSpPr>
          <p:nvPr/>
        </p:nvSpPr>
        <p:spPr>
          <a:xfrm xmlns:a="http://schemas.openxmlformats.org/drawingml/2006/main">
            <a:off x="2991633" y="342710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9</a:t>
            </a:r>
          </a:p>
        </p:txBody>
      </p:sp>
      <p:sp>
        <p:nvSpPr>
          <p:cNvPr id="465" name="">
            <a:extLst xmlns:a="http://schemas.openxmlformats.org/drawingml/2006/main">
              <a:ext uri="{FF2B5EF4-FFF2-40B4-BE49-F238E27FC236}">
                <a16:creationId xmlns:a16="http://schemas.microsoft.com/office/drawing/2014/main" id="{485AE4F4-61C3-478E-ABA6-5BACDC64E2C5}"/>
              </a:ext>
            </a:extLst>
          </p:cNvPr>
          <p:cNvSpPr>
            <a:spLocks xmlns:a="http://schemas.openxmlformats.org/drawingml/2006/main" noGrp="1"/>
          </p:cNvSpPr>
          <p:nvPr/>
        </p:nvSpPr>
        <p:spPr>
          <a:xfrm xmlns:a="http://schemas.openxmlformats.org/drawingml/2006/main">
            <a:off x="2833706" y="286083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6" name="">
            <a:extLst xmlns:a="http://schemas.openxmlformats.org/drawingml/2006/main">
              <a:ext uri="{FF2B5EF4-FFF2-40B4-BE49-F238E27FC236}">
                <a16:creationId xmlns:a16="http://schemas.microsoft.com/office/drawing/2014/main" id="{2666C15D-919D-44B7-8111-7748E651AD0E}"/>
              </a:ext>
            </a:extLst>
          </p:cNvPr>
          <p:cNvSpPr>
            <a:spLocks xmlns:a="http://schemas.openxmlformats.org/drawingml/2006/main" noGrp="1"/>
          </p:cNvSpPr>
          <p:nvPr/>
        </p:nvSpPr>
        <p:spPr>
          <a:xfrm xmlns:a="http://schemas.openxmlformats.org/drawingml/2006/main">
            <a:off x="2833706" y="287036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10</a:t>
            </a:r>
          </a:p>
        </p:txBody>
      </p:sp>
      <p:sp>
        <p:nvSpPr>
          <p:cNvPr id="467" name="">
            <a:extLst xmlns:a="http://schemas.openxmlformats.org/drawingml/2006/main">
              <a:ext uri="{FF2B5EF4-FFF2-40B4-BE49-F238E27FC236}">
                <a16:creationId xmlns:a16="http://schemas.microsoft.com/office/drawing/2014/main" id="{8DD8C8E0-12FC-4074-8735-79F222F778A7}"/>
              </a:ext>
            </a:extLst>
          </p:cNvPr>
          <p:cNvSpPr>
            <a:spLocks xmlns:a="http://schemas.openxmlformats.org/drawingml/2006/main" noGrp="1"/>
          </p:cNvSpPr>
          <p:nvPr/>
        </p:nvSpPr>
        <p:spPr>
          <a:xfrm xmlns:a="http://schemas.openxmlformats.org/drawingml/2006/main">
            <a:off x="6153150" y="23812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8" name="">
            <a:extLst xmlns:a="http://schemas.openxmlformats.org/drawingml/2006/main">
              <a:ext uri="{FF2B5EF4-FFF2-40B4-BE49-F238E27FC236}">
                <a16:creationId xmlns:a16="http://schemas.microsoft.com/office/drawing/2014/main" id="{A9B9E9D8-9DA8-4A28-9B93-9271C14920BC}"/>
              </a:ext>
            </a:extLst>
          </p:cNvPr>
          <p:cNvSpPr>
            <a:spLocks xmlns:a="http://schemas.openxmlformats.org/drawingml/2006/main" noGrp="1"/>
          </p:cNvSpPr>
          <p:nvPr/>
        </p:nvSpPr>
        <p:spPr>
          <a:xfrm xmlns:a="http://schemas.openxmlformats.org/drawingml/2006/main">
            <a:off x="6153150" y="23907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69" name="">
            <a:extLst xmlns:a="http://schemas.openxmlformats.org/drawingml/2006/main">
              <a:ext uri="{FF2B5EF4-FFF2-40B4-BE49-F238E27FC236}">
                <a16:creationId xmlns:a16="http://schemas.microsoft.com/office/drawing/2014/main" id="{D27B3962-2AD9-4046-85A3-8F1BF1256967}"/>
              </a:ext>
            </a:extLst>
          </p:cNvPr>
          <p:cNvSpPr>
            <a:spLocks xmlns:a="http://schemas.openxmlformats.org/drawingml/2006/main" noGrp="1"/>
          </p:cNvSpPr>
          <p:nvPr/>
        </p:nvSpPr>
        <p:spPr>
          <a:xfrm xmlns:a="http://schemas.openxmlformats.org/drawingml/2006/main">
            <a:off x="6457950" y="23812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Lower Seletar, Yishun</a:t>
            </a:r>
          </a:p>
        </p:txBody>
      </p:sp>
      <p:sp>
        <p:nvSpPr>
          <p:cNvPr id="470" name="">
            <a:extLst xmlns:a="http://schemas.openxmlformats.org/drawingml/2006/main">
              <a:ext uri="{FF2B5EF4-FFF2-40B4-BE49-F238E27FC236}">
                <a16:creationId xmlns:a16="http://schemas.microsoft.com/office/drawing/2014/main" id="{81E63718-D23B-440D-9B6C-01A750D954E8}"/>
              </a:ext>
            </a:extLst>
          </p:cNvPr>
          <p:cNvSpPr>
            <a:spLocks xmlns:a="http://schemas.openxmlformats.org/drawingml/2006/main" noGrp="1"/>
          </p:cNvSpPr>
          <p:nvPr/>
        </p:nvSpPr>
        <p:spPr>
          <a:xfrm xmlns:a="http://schemas.openxmlformats.org/drawingml/2006/main">
            <a:off x="6153150" y="26574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1" name="">
            <a:extLst xmlns:a="http://schemas.openxmlformats.org/drawingml/2006/main">
              <a:ext uri="{FF2B5EF4-FFF2-40B4-BE49-F238E27FC236}">
                <a16:creationId xmlns:a16="http://schemas.microsoft.com/office/drawing/2014/main" id="{4C92EAE8-35C2-4B8B-B41C-23A828E6C383}"/>
              </a:ext>
            </a:extLst>
          </p:cNvPr>
          <p:cNvSpPr>
            <a:spLocks xmlns:a="http://schemas.openxmlformats.org/drawingml/2006/main" noGrp="1"/>
          </p:cNvSpPr>
          <p:nvPr/>
        </p:nvSpPr>
        <p:spPr>
          <a:xfrm xmlns:a="http://schemas.openxmlformats.org/drawingml/2006/main">
            <a:off x="6153150" y="26670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72" name="">
            <a:extLst xmlns:a="http://schemas.openxmlformats.org/drawingml/2006/main">
              <a:ext uri="{FF2B5EF4-FFF2-40B4-BE49-F238E27FC236}">
                <a16:creationId xmlns:a16="http://schemas.microsoft.com/office/drawing/2014/main" id="{21F21D33-64B4-4616-B346-A4E6B0B2DC1A}"/>
              </a:ext>
            </a:extLst>
          </p:cNvPr>
          <p:cNvSpPr>
            <a:spLocks xmlns:a="http://schemas.openxmlformats.org/drawingml/2006/main" noGrp="1"/>
          </p:cNvSpPr>
          <p:nvPr/>
        </p:nvSpPr>
        <p:spPr>
          <a:xfrm xmlns:a="http://schemas.openxmlformats.org/drawingml/2006/main">
            <a:off x="6457950" y="26574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73" name="">
            <a:extLst xmlns:a="http://schemas.openxmlformats.org/drawingml/2006/main">
              <a:ext uri="{FF2B5EF4-FFF2-40B4-BE49-F238E27FC236}">
                <a16:creationId xmlns:a16="http://schemas.microsoft.com/office/drawing/2014/main" id="{55965BC5-6D46-4D57-9BDE-126252EACEC2}"/>
              </a:ext>
            </a:extLst>
          </p:cNvPr>
          <p:cNvSpPr>
            <a:spLocks xmlns:a="http://schemas.openxmlformats.org/drawingml/2006/main" noGrp="1"/>
          </p:cNvSpPr>
          <p:nvPr/>
        </p:nvSpPr>
        <p:spPr>
          <a:xfrm xmlns:a="http://schemas.openxmlformats.org/drawingml/2006/main">
            <a:off x="6153150" y="29337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4" name="">
            <a:extLst xmlns:a="http://schemas.openxmlformats.org/drawingml/2006/main">
              <a:ext uri="{FF2B5EF4-FFF2-40B4-BE49-F238E27FC236}">
                <a16:creationId xmlns:a16="http://schemas.microsoft.com/office/drawing/2014/main" id="{CDB9248E-6B82-4BC0-B885-B48F55481165}"/>
              </a:ext>
            </a:extLst>
          </p:cNvPr>
          <p:cNvSpPr>
            <a:spLocks xmlns:a="http://schemas.openxmlformats.org/drawingml/2006/main" noGrp="1"/>
          </p:cNvSpPr>
          <p:nvPr/>
        </p:nvSpPr>
        <p:spPr>
          <a:xfrm xmlns:a="http://schemas.openxmlformats.org/drawingml/2006/main">
            <a:off x="6153150" y="29432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75" name="">
            <a:extLst xmlns:a="http://schemas.openxmlformats.org/drawingml/2006/main">
              <a:ext uri="{FF2B5EF4-FFF2-40B4-BE49-F238E27FC236}">
                <a16:creationId xmlns:a16="http://schemas.microsoft.com/office/drawing/2014/main" id="{9EA9EB0C-E3E8-4C5F-B511-B98BC07D999B}"/>
              </a:ext>
            </a:extLst>
          </p:cNvPr>
          <p:cNvSpPr>
            <a:spLocks xmlns:a="http://schemas.openxmlformats.org/drawingml/2006/main" noGrp="1"/>
          </p:cNvSpPr>
          <p:nvPr/>
        </p:nvSpPr>
        <p:spPr>
          <a:xfrm xmlns:a="http://schemas.openxmlformats.org/drawingml/2006/main">
            <a:off x="6457950" y="29337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Sentosa (Universal Studios Singapore...)</a:t>
            </a:r>
          </a:p>
        </p:txBody>
      </p:sp>
      <p:sp>
        <p:nvSpPr>
          <p:cNvPr id="476" name="">
            <a:extLst xmlns:a="http://schemas.openxmlformats.org/drawingml/2006/main">
              <a:ext uri="{FF2B5EF4-FFF2-40B4-BE49-F238E27FC236}">
                <a16:creationId xmlns:a16="http://schemas.microsoft.com/office/drawing/2014/main" id="{A168280C-043A-489F-8FCE-FCCC2C7EEBF4}"/>
              </a:ext>
            </a:extLst>
          </p:cNvPr>
          <p:cNvSpPr>
            <a:spLocks xmlns:a="http://schemas.openxmlformats.org/drawingml/2006/main" noGrp="1"/>
          </p:cNvSpPr>
          <p:nvPr/>
        </p:nvSpPr>
        <p:spPr>
          <a:xfrm xmlns:a="http://schemas.openxmlformats.org/drawingml/2006/main">
            <a:off x="6153150" y="32099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7" name="">
            <a:extLst xmlns:a="http://schemas.openxmlformats.org/drawingml/2006/main">
              <a:ext uri="{FF2B5EF4-FFF2-40B4-BE49-F238E27FC236}">
                <a16:creationId xmlns:a16="http://schemas.microsoft.com/office/drawing/2014/main" id="{38AAFE5F-3874-4B3A-A282-F0BF314C070D}"/>
              </a:ext>
            </a:extLst>
          </p:cNvPr>
          <p:cNvSpPr>
            <a:spLocks xmlns:a="http://schemas.openxmlformats.org/drawingml/2006/main" noGrp="1"/>
          </p:cNvSpPr>
          <p:nvPr/>
        </p:nvSpPr>
        <p:spPr>
          <a:xfrm xmlns:a="http://schemas.openxmlformats.org/drawingml/2006/main">
            <a:off x="6153150" y="32194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78" name="">
            <a:extLst xmlns:a="http://schemas.openxmlformats.org/drawingml/2006/main">
              <a:ext uri="{FF2B5EF4-FFF2-40B4-BE49-F238E27FC236}">
                <a16:creationId xmlns:a16="http://schemas.microsoft.com/office/drawing/2014/main" id="{2734CA93-3494-4483-AE4B-E76FDE24B942}"/>
              </a:ext>
            </a:extLst>
          </p:cNvPr>
          <p:cNvSpPr>
            <a:spLocks xmlns:a="http://schemas.openxmlformats.org/drawingml/2006/main" noGrp="1"/>
          </p:cNvSpPr>
          <p:nvPr/>
        </p:nvSpPr>
        <p:spPr>
          <a:xfrm xmlns:a="http://schemas.openxmlformats.org/drawingml/2006/main">
            <a:off x="6457950" y="32099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Tagore, Ang Mo Kio</a:t>
            </a:r>
          </a:p>
        </p:txBody>
      </p:sp>
      <p:sp>
        <p:nvSpPr>
          <p:cNvPr id="479" name="">
            <a:extLst xmlns:a="http://schemas.openxmlformats.org/drawingml/2006/main">
              <a:ext uri="{FF2B5EF4-FFF2-40B4-BE49-F238E27FC236}">
                <a16:creationId xmlns:a16="http://schemas.microsoft.com/office/drawing/2014/main" id="{97174487-D228-4D6F-951A-F2E1B40D8753}"/>
              </a:ext>
            </a:extLst>
          </p:cNvPr>
          <p:cNvSpPr>
            <a:spLocks xmlns:a="http://schemas.openxmlformats.org/drawingml/2006/main" noGrp="1"/>
          </p:cNvSpPr>
          <p:nvPr/>
        </p:nvSpPr>
        <p:spPr>
          <a:xfrm xmlns:a="http://schemas.openxmlformats.org/drawingml/2006/main">
            <a:off x="6153150" y="34861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0" name="">
            <a:extLst xmlns:a="http://schemas.openxmlformats.org/drawingml/2006/main">
              <a:ext uri="{FF2B5EF4-FFF2-40B4-BE49-F238E27FC236}">
                <a16:creationId xmlns:a16="http://schemas.microsoft.com/office/drawing/2014/main" id="{9831E72C-4062-4EC1-8F42-9296FBE15B22}"/>
              </a:ext>
            </a:extLst>
          </p:cNvPr>
          <p:cNvSpPr>
            <a:spLocks xmlns:a="http://schemas.openxmlformats.org/drawingml/2006/main" noGrp="1"/>
          </p:cNvSpPr>
          <p:nvPr/>
        </p:nvSpPr>
        <p:spPr>
          <a:xfrm xmlns:a="http://schemas.openxmlformats.org/drawingml/2006/main">
            <a:off x="6153150" y="34956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81" name="">
            <a:extLst xmlns:a="http://schemas.openxmlformats.org/drawingml/2006/main">
              <a:ext uri="{FF2B5EF4-FFF2-40B4-BE49-F238E27FC236}">
                <a16:creationId xmlns:a16="http://schemas.microsoft.com/office/drawing/2014/main" id="{D7911DE9-7988-4A75-B7F7-DD79D98FF5CE}"/>
              </a:ext>
            </a:extLst>
          </p:cNvPr>
          <p:cNvSpPr>
            <a:spLocks xmlns:a="http://schemas.openxmlformats.org/drawingml/2006/main" noGrp="1"/>
          </p:cNvSpPr>
          <p:nvPr/>
        </p:nvSpPr>
        <p:spPr>
          <a:xfrm xmlns:a="http://schemas.openxmlformats.org/drawingml/2006/main">
            <a:off x="6457950" y="34861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Paya Lebar East, Paya Lebar</a:t>
            </a:r>
          </a:p>
        </p:txBody>
      </p:sp>
      <p:sp>
        <p:nvSpPr>
          <p:cNvPr id="482" name="">
            <a:extLst xmlns:a="http://schemas.openxmlformats.org/drawingml/2006/main">
              <a:ext uri="{FF2B5EF4-FFF2-40B4-BE49-F238E27FC236}">
                <a16:creationId xmlns:a16="http://schemas.microsoft.com/office/drawing/2014/main" id="{A5636C9C-F5C3-47C5-B8C5-8A55032414E1}"/>
              </a:ext>
            </a:extLst>
          </p:cNvPr>
          <p:cNvSpPr>
            <a:spLocks xmlns:a="http://schemas.openxmlformats.org/drawingml/2006/main" noGrp="1"/>
          </p:cNvSpPr>
          <p:nvPr/>
        </p:nvSpPr>
        <p:spPr>
          <a:xfrm xmlns:a="http://schemas.openxmlformats.org/drawingml/2006/main">
            <a:off x="6153150" y="37623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3" name="">
            <a:extLst xmlns:a="http://schemas.openxmlformats.org/drawingml/2006/main">
              <a:ext uri="{FF2B5EF4-FFF2-40B4-BE49-F238E27FC236}">
                <a16:creationId xmlns:a16="http://schemas.microsoft.com/office/drawing/2014/main" id="{7B95051C-6181-4B57-8797-AFA81F1F9B99}"/>
              </a:ext>
            </a:extLst>
          </p:cNvPr>
          <p:cNvSpPr>
            <a:spLocks xmlns:a="http://schemas.openxmlformats.org/drawingml/2006/main" noGrp="1"/>
          </p:cNvSpPr>
          <p:nvPr/>
        </p:nvSpPr>
        <p:spPr>
          <a:xfrm xmlns:a="http://schemas.openxmlformats.org/drawingml/2006/main">
            <a:off x="6153150" y="37719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84" name="">
            <a:extLst xmlns:a="http://schemas.openxmlformats.org/drawingml/2006/main">
              <a:ext uri="{FF2B5EF4-FFF2-40B4-BE49-F238E27FC236}">
                <a16:creationId xmlns:a16="http://schemas.microsoft.com/office/drawing/2014/main" id="{3FB6E0F0-7427-4A8B-9094-4B133A9F1960}"/>
              </a:ext>
            </a:extLst>
          </p:cNvPr>
          <p:cNvSpPr>
            <a:spLocks xmlns:a="http://schemas.openxmlformats.org/drawingml/2006/main" noGrp="1"/>
          </p:cNvSpPr>
          <p:nvPr/>
        </p:nvSpPr>
        <p:spPr>
          <a:xfrm xmlns:a="http://schemas.openxmlformats.org/drawingml/2006/main">
            <a:off x="6457950" y="37623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85" name="">
            <a:extLst xmlns:a="http://schemas.openxmlformats.org/drawingml/2006/main">
              <a:ext uri="{FF2B5EF4-FFF2-40B4-BE49-F238E27FC236}">
                <a16:creationId xmlns:a16="http://schemas.microsoft.com/office/drawing/2014/main" id="{BE9A3556-7C23-4EC7-9AF3-1DA7EC532282}"/>
              </a:ext>
            </a:extLst>
          </p:cNvPr>
          <p:cNvSpPr>
            <a:spLocks xmlns:a="http://schemas.openxmlformats.org/drawingml/2006/main" noGrp="1"/>
          </p:cNvSpPr>
          <p:nvPr/>
        </p:nvSpPr>
        <p:spPr>
          <a:xfrm xmlns:a="http://schemas.openxmlformats.org/drawingml/2006/main">
            <a:off x="6153150" y="40386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6" name="">
            <a:extLst xmlns:a="http://schemas.openxmlformats.org/drawingml/2006/main">
              <a:ext uri="{FF2B5EF4-FFF2-40B4-BE49-F238E27FC236}">
                <a16:creationId xmlns:a16="http://schemas.microsoft.com/office/drawing/2014/main" id="{27C13D84-1213-48FB-91CE-B547E7D603E9}"/>
              </a:ext>
            </a:extLst>
          </p:cNvPr>
          <p:cNvSpPr>
            <a:spLocks xmlns:a="http://schemas.openxmlformats.org/drawingml/2006/main" noGrp="1"/>
          </p:cNvSpPr>
          <p:nvPr/>
        </p:nvSpPr>
        <p:spPr>
          <a:xfrm xmlns:a="http://schemas.openxmlformats.org/drawingml/2006/main">
            <a:off x="6153150" y="40481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87" name="">
            <a:extLst xmlns:a="http://schemas.openxmlformats.org/drawingml/2006/main">
              <a:ext uri="{FF2B5EF4-FFF2-40B4-BE49-F238E27FC236}">
                <a16:creationId xmlns:a16="http://schemas.microsoft.com/office/drawing/2014/main" id="{5F0D4AFA-2D8B-43E6-A1E0-81CCC8771238}"/>
              </a:ext>
            </a:extLst>
          </p:cNvPr>
          <p:cNvSpPr>
            <a:spLocks xmlns:a="http://schemas.openxmlformats.org/drawingml/2006/main" noGrp="1"/>
          </p:cNvSpPr>
          <p:nvPr/>
        </p:nvSpPr>
        <p:spPr>
          <a:xfrm xmlns:a="http://schemas.openxmlformats.org/drawingml/2006/main">
            <a:off x="6457950" y="40386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Xilin, Tampines</a:t>
            </a:r>
          </a:p>
        </p:txBody>
      </p:sp>
      <p:sp>
        <p:nvSpPr>
          <p:cNvPr id="488" name="">
            <a:extLst xmlns:a="http://schemas.openxmlformats.org/drawingml/2006/main">
              <a:ext uri="{FF2B5EF4-FFF2-40B4-BE49-F238E27FC236}">
                <a16:creationId xmlns:a16="http://schemas.microsoft.com/office/drawing/2014/main" id="{4DB3D148-ECB0-4921-8F5C-B3A64E9B74C2}"/>
              </a:ext>
            </a:extLst>
          </p:cNvPr>
          <p:cNvSpPr>
            <a:spLocks xmlns:a="http://schemas.openxmlformats.org/drawingml/2006/main" noGrp="1"/>
          </p:cNvSpPr>
          <p:nvPr/>
        </p:nvSpPr>
        <p:spPr>
          <a:xfrm xmlns:a="http://schemas.openxmlformats.org/drawingml/2006/main">
            <a:off x="6153150" y="43148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9" name="">
            <a:extLst xmlns:a="http://schemas.openxmlformats.org/drawingml/2006/main">
              <a:ext uri="{FF2B5EF4-FFF2-40B4-BE49-F238E27FC236}">
                <a16:creationId xmlns:a16="http://schemas.microsoft.com/office/drawing/2014/main" id="{C691574C-0BAB-4EF8-B6A1-6065B941E5A8}"/>
              </a:ext>
            </a:extLst>
          </p:cNvPr>
          <p:cNvSpPr>
            <a:spLocks xmlns:a="http://schemas.openxmlformats.org/drawingml/2006/main" noGrp="1"/>
          </p:cNvSpPr>
          <p:nvPr/>
        </p:nvSpPr>
        <p:spPr>
          <a:xfrm xmlns:a="http://schemas.openxmlformats.org/drawingml/2006/main">
            <a:off x="6153150" y="43243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90" name="">
            <a:extLst xmlns:a="http://schemas.openxmlformats.org/drawingml/2006/main">
              <a:ext uri="{FF2B5EF4-FFF2-40B4-BE49-F238E27FC236}">
                <a16:creationId xmlns:a16="http://schemas.microsoft.com/office/drawing/2014/main" id="{0D37E0B4-5C2B-43EB-86B2-1093989922C2}"/>
              </a:ext>
            </a:extLst>
          </p:cNvPr>
          <p:cNvSpPr>
            <a:spLocks xmlns:a="http://schemas.openxmlformats.org/drawingml/2006/main" noGrp="1"/>
          </p:cNvSpPr>
          <p:nvPr/>
        </p:nvSpPr>
        <p:spPr>
          <a:xfrm xmlns:a="http://schemas.openxmlformats.org/drawingml/2006/main">
            <a:off x="6457950" y="43148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Murai, Western Water Catchment</a:t>
            </a:r>
          </a:p>
        </p:txBody>
      </p:sp>
      <p:sp>
        <p:nvSpPr>
          <p:cNvPr id="491" name="">
            <a:extLst xmlns:a="http://schemas.openxmlformats.org/drawingml/2006/main">
              <a:ext uri="{FF2B5EF4-FFF2-40B4-BE49-F238E27FC236}">
                <a16:creationId xmlns:a16="http://schemas.microsoft.com/office/drawing/2014/main" id="{B966206D-9EC4-4792-A762-73C6DE82723E}"/>
              </a:ext>
            </a:extLst>
          </p:cNvPr>
          <p:cNvSpPr>
            <a:spLocks xmlns:a="http://schemas.openxmlformats.org/drawingml/2006/main" noGrp="1"/>
          </p:cNvSpPr>
          <p:nvPr/>
        </p:nvSpPr>
        <p:spPr>
          <a:xfrm xmlns:a="http://schemas.openxmlformats.org/drawingml/2006/main">
            <a:off x="6153150" y="45910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2" name="">
            <a:extLst xmlns:a="http://schemas.openxmlformats.org/drawingml/2006/main">
              <a:ext uri="{FF2B5EF4-FFF2-40B4-BE49-F238E27FC236}">
                <a16:creationId xmlns:a16="http://schemas.microsoft.com/office/drawing/2014/main" id="{BC16DB12-3724-487C-9DF2-69B620EDD427}"/>
              </a:ext>
            </a:extLst>
          </p:cNvPr>
          <p:cNvSpPr>
            <a:spLocks xmlns:a="http://schemas.openxmlformats.org/drawingml/2006/main" noGrp="1"/>
          </p:cNvSpPr>
          <p:nvPr/>
        </p:nvSpPr>
        <p:spPr>
          <a:xfrm xmlns:a="http://schemas.openxmlformats.org/drawingml/2006/main">
            <a:off x="6153150" y="46005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9</a:t>
            </a:r>
          </a:p>
        </p:txBody>
      </p:sp>
      <p:sp>
        <p:nvSpPr>
          <p:cNvPr id="493" name="">
            <a:extLst xmlns:a="http://schemas.openxmlformats.org/drawingml/2006/main">
              <a:ext uri="{FF2B5EF4-FFF2-40B4-BE49-F238E27FC236}">
                <a16:creationId xmlns:a16="http://schemas.microsoft.com/office/drawing/2014/main" id="{986DEFE3-F253-48D9-B724-324657C1BFBA}"/>
              </a:ext>
            </a:extLst>
          </p:cNvPr>
          <p:cNvSpPr>
            <a:spLocks xmlns:a="http://schemas.openxmlformats.org/drawingml/2006/main" noGrp="1"/>
          </p:cNvSpPr>
          <p:nvPr/>
        </p:nvSpPr>
        <p:spPr>
          <a:xfrm xmlns:a="http://schemas.openxmlformats.org/drawingml/2006/main">
            <a:off x="6457950" y="45910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Central Water Catchment, Central Water...</a:t>
            </a:r>
          </a:p>
        </p:txBody>
      </p:sp>
      <p:sp>
        <p:nvSpPr>
          <p:cNvPr id="494" name="">
            <a:extLst xmlns:a="http://schemas.openxmlformats.org/drawingml/2006/main">
              <a:ext uri="{FF2B5EF4-FFF2-40B4-BE49-F238E27FC236}">
                <a16:creationId xmlns:a16="http://schemas.microsoft.com/office/drawing/2014/main" id="{95820101-F975-46DF-9ED3-24F35768A340}"/>
              </a:ext>
            </a:extLst>
          </p:cNvPr>
          <p:cNvSpPr>
            <a:spLocks xmlns:a="http://schemas.openxmlformats.org/drawingml/2006/main" noGrp="1"/>
          </p:cNvSpPr>
          <p:nvPr/>
        </p:nvSpPr>
        <p:spPr>
          <a:xfrm xmlns:a="http://schemas.openxmlformats.org/drawingml/2006/main">
            <a:off x="6153150" y="48672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5" name="">
            <a:extLst xmlns:a="http://schemas.openxmlformats.org/drawingml/2006/main">
              <a:ext uri="{FF2B5EF4-FFF2-40B4-BE49-F238E27FC236}">
                <a16:creationId xmlns:a16="http://schemas.microsoft.com/office/drawing/2014/main" id="{A79E8F10-4D2B-42B7-9DC5-68196A81E9A5}"/>
              </a:ext>
            </a:extLst>
          </p:cNvPr>
          <p:cNvSpPr>
            <a:spLocks xmlns:a="http://schemas.openxmlformats.org/drawingml/2006/main" noGrp="1"/>
          </p:cNvSpPr>
          <p:nvPr/>
        </p:nvSpPr>
        <p:spPr>
          <a:xfrm xmlns:a="http://schemas.openxmlformats.org/drawingml/2006/main">
            <a:off x="6153150" y="48768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10</a:t>
            </a:r>
          </a:p>
        </p:txBody>
      </p:sp>
      <p:sp>
        <p:nvSpPr>
          <p:cNvPr id="496" name="">
            <a:extLst xmlns:a="http://schemas.openxmlformats.org/drawingml/2006/main">
              <a:ext uri="{FF2B5EF4-FFF2-40B4-BE49-F238E27FC236}">
                <a16:creationId xmlns:a16="http://schemas.microsoft.com/office/drawing/2014/main" id="{28470231-A41A-49D9-A019-152FF54D10A7}"/>
              </a:ext>
            </a:extLst>
          </p:cNvPr>
          <p:cNvSpPr>
            <a:spLocks xmlns:a="http://schemas.openxmlformats.org/drawingml/2006/main" noGrp="1"/>
          </p:cNvSpPr>
          <p:nvPr/>
        </p:nvSpPr>
        <p:spPr>
          <a:xfrm xmlns:a="http://schemas.openxmlformats.org/drawingml/2006/main">
            <a:off x="6457950" y="48672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Central Water Catchment (River Safari...)</a:t>
            </a:r>
          </a:p>
        </p:txBody>
      </p:sp>
      <p:sp>
        <p:nvSpPr>
          <p:cNvPr id="497" name="Editable chart path">
            <a:extLst xmlns:a="http://schemas.openxmlformats.org/drawingml/2006/main">
              <a:ext uri="{FF2B5EF4-FFF2-40B4-BE49-F238E27FC236}">
                <a16:creationId xmlns:a16="http://schemas.microsoft.com/office/drawing/2014/main" id="{FE825A40-C572-4C2B-8A08-CC91AA0D9921}"/>
              </a:ext>
            </a:extLst>
          </p:cNvPr>
          <p:cNvSpPr>
            <a:spLocks xmlns:a="http://schemas.openxmlformats.org/drawingml/2006/main" noGrp="1"/>
          </p:cNvSpPr>
          <p:nvPr/>
        </p:nvSpPr>
        <p:spPr>
          <a:xfrm xmlns:a="http://schemas.openxmlformats.org/drawingml/2006/main">
            <a:off x="4885270" y="5143500"/>
            <a:ext cx="150886" cy="158431"/>
          </a:xfrm>
          <a:custGeom xmlns:a="http://schemas.openxmlformats.org/drawingml/2006/main">
            <a:pathLst>
              <a:path w="146498" h="153823">
                <a:moveTo>
                  <a:pt x="0" y="153823"/>
                </a:moveTo>
                <a:lnTo>
                  <a:pt x="146498" y="76911"/>
                </a:lnTo>
                <a:lnTo>
                  <a:pt x="0" y="0"/>
                </a:lnTo>
              </a:path>
            </a:pathLst>
          </a:custGeom>
          <a:solidFill xmlns:a="http://schemas.openxmlformats.org/drawingml/2006/main">
            <a:srgbClr val="C0453C"/>
          </a:solidFill>
          <a:ln xmlns:a="http://schemas.openxmlformats.org/drawingml/2006/main" w="0">
            <a:noFill/>
            <a:prstDash val="solid"/>
          </a:ln>
        </p:spPr>
      </p:sp>
      <p:sp>
        <p:nvSpPr>
          <p:cNvPr id="498" name="Editable chart path">
            <a:extLst xmlns:a="http://schemas.openxmlformats.org/drawingml/2006/main">
              <a:ext uri="{FF2B5EF4-FFF2-40B4-BE49-F238E27FC236}">
                <a16:creationId xmlns:a16="http://schemas.microsoft.com/office/drawing/2014/main" id="{77C4E7F0-F1F3-4E0C-AFE4-830075A05A69}"/>
              </a:ext>
            </a:extLst>
          </p:cNvPr>
          <p:cNvSpPr>
            <a:spLocks xmlns:a="http://schemas.openxmlformats.org/drawingml/2006/main" noGrp="1"/>
          </p:cNvSpPr>
          <p:nvPr/>
        </p:nvSpPr>
        <p:spPr>
          <a:xfrm xmlns:a="http://schemas.openxmlformats.org/drawingml/2006/main">
            <a:off x="1867545" y="5143500"/>
            <a:ext cx="431104" cy="158431"/>
          </a:xfrm>
          <a:custGeom xmlns:a="http://schemas.openxmlformats.org/drawingml/2006/main">
            <a:pathLst>
              <a:path w="418565" h="153823">
                <a:moveTo>
                  <a:pt x="0" y="153823"/>
                </a:moveTo>
                <a:lnTo>
                  <a:pt x="0" y="0"/>
                </a:lnTo>
                <a:lnTo>
                  <a:pt x="418565" y="0"/>
                </a:lnTo>
                <a:lnTo>
                  <a:pt x="418565" y="153823"/>
                </a:lnTo>
                <a:lnTo>
                  <a:pt x="0" y="153823"/>
                </a:lnTo>
              </a:path>
            </a:pathLst>
          </a:custGeom>
          <a:solidFill xmlns:a="http://schemas.openxmlformats.org/drawingml/2006/main">
            <a:srgbClr val="14295B"/>
          </a:solidFill>
          <a:ln xmlns:a="http://schemas.openxmlformats.org/drawingml/2006/main" w="0">
            <a:noFill/>
            <a:prstDash val="solid"/>
          </a:ln>
        </p:spPr>
      </p:sp>
      <p:sp>
        <p:nvSpPr>
          <p:cNvPr id="499" name="Editable chart path">
            <a:extLst xmlns:a="http://schemas.openxmlformats.org/drawingml/2006/main">
              <a:ext uri="{FF2B5EF4-FFF2-40B4-BE49-F238E27FC236}">
                <a16:creationId xmlns:a16="http://schemas.microsoft.com/office/drawing/2014/main" id="{7FBD9F90-2D12-48CA-8068-F70D6B126336}"/>
              </a:ext>
            </a:extLst>
          </p:cNvPr>
          <p:cNvSpPr>
            <a:spLocks xmlns:a="http://schemas.openxmlformats.org/drawingml/2006/main" noGrp="1"/>
          </p:cNvSpPr>
          <p:nvPr/>
        </p:nvSpPr>
        <p:spPr>
          <a:xfrm xmlns:a="http://schemas.openxmlformats.org/drawingml/2006/main">
            <a:off x="2298648" y="5143500"/>
            <a:ext cx="431104" cy="158431"/>
          </a:xfrm>
          <a:custGeom xmlns:a="http://schemas.openxmlformats.org/drawingml/2006/main">
            <a:pathLst>
              <a:path w="418565" h="153823">
                <a:moveTo>
                  <a:pt x="0" y="153823"/>
                </a:moveTo>
                <a:lnTo>
                  <a:pt x="0" y="0"/>
                </a:lnTo>
                <a:lnTo>
                  <a:pt x="418565" y="0"/>
                </a:lnTo>
                <a:lnTo>
                  <a:pt x="418565" y="153823"/>
                </a:lnTo>
                <a:lnTo>
                  <a:pt x="0" y="153823"/>
                </a:lnTo>
              </a:path>
            </a:pathLst>
          </a:custGeom>
          <a:solidFill xmlns:a="http://schemas.openxmlformats.org/drawingml/2006/main">
            <a:srgbClr val="2A5AA3"/>
          </a:solidFill>
          <a:ln xmlns:a="http://schemas.openxmlformats.org/drawingml/2006/main" w="0">
            <a:noFill/>
            <a:prstDash val="solid"/>
          </a:ln>
        </p:spPr>
      </p:sp>
      <p:sp>
        <p:nvSpPr>
          <p:cNvPr id="500" name="Editable chart path">
            <a:extLst xmlns:a="http://schemas.openxmlformats.org/drawingml/2006/main">
              <a:ext uri="{FF2B5EF4-FFF2-40B4-BE49-F238E27FC236}">
                <a16:creationId xmlns:a16="http://schemas.microsoft.com/office/drawing/2014/main" id="{908917F3-71FF-4EDA-816A-D9690E43CCB7}"/>
              </a:ext>
            </a:extLst>
          </p:cNvPr>
          <p:cNvSpPr>
            <a:spLocks xmlns:a="http://schemas.openxmlformats.org/drawingml/2006/main" noGrp="1"/>
          </p:cNvSpPr>
          <p:nvPr/>
        </p:nvSpPr>
        <p:spPr>
          <a:xfrm xmlns:a="http://schemas.openxmlformats.org/drawingml/2006/main">
            <a:off x="2729752" y="5143500"/>
            <a:ext cx="431104" cy="158431"/>
          </a:xfrm>
          <a:custGeom xmlns:a="http://schemas.openxmlformats.org/drawingml/2006/main">
            <a:pathLst>
              <a:path w="418565" h="153823">
                <a:moveTo>
                  <a:pt x="0" y="153823"/>
                </a:moveTo>
                <a:lnTo>
                  <a:pt x="0" y="0"/>
                </a:lnTo>
                <a:lnTo>
                  <a:pt x="418565" y="0"/>
                </a:lnTo>
                <a:lnTo>
                  <a:pt x="418565" y="153823"/>
                </a:lnTo>
                <a:lnTo>
                  <a:pt x="0" y="153823"/>
                </a:lnTo>
              </a:path>
            </a:pathLst>
          </a:custGeom>
          <a:solidFill xmlns:a="http://schemas.openxmlformats.org/drawingml/2006/main">
            <a:srgbClr val="7DA7E5"/>
          </a:solidFill>
          <a:ln xmlns:a="http://schemas.openxmlformats.org/drawingml/2006/main" w="0">
            <a:noFill/>
            <a:prstDash val="solid"/>
          </a:ln>
        </p:spPr>
      </p:sp>
      <p:sp>
        <p:nvSpPr>
          <p:cNvPr id="501" name="Editable chart path">
            <a:extLst xmlns:a="http://schemas.openxmlformats.org/drawingml/2006/main">
              <a:ext uri="{FF2B5EF4-FFF2-40B4-BE49-F238E27FC236}">
                <a16:creationId xmlns:a16="http://schemas.microsoft.com/office/drawing/2014/main" id="{0A983478-5875-4B59-8F91-8FFC179DAF36}"/>
              </a:ext>
            </a:extLst>
          </p:cNvPr>
          <p:cNvSpPr>
            <a:spLocks xmlns:a="http://schemas.openxmlformats.org/drawingml/2006/main" noGrp="1"/>
          </p:cNvSpPr>
          <p:nvPr/>
        </p:nvSpPr>
        <p:spPr>
          <a:xfrm xmlns:a="http://schemas.openxmlformats.org/drawingml/2006/main">
            <a:off x="3160856" y="5143500"/>
            <a:ext cx="431104" cy="158431"/>
          </a:xfrm>
          <a:custGeom xmlns:a="http://schemas.openxmlformats.org/drawingml/2006/main">
            <a:pathLst>
              <a:path w="418565" h="153823">
                <a:moveTo>
                  <a:pt x="0" y="153823"/>
                </a:moveTo>
                <a:lnTo>
                  <a:pt x="0" y="0"/>
                </a:lnTo>
                <a:lnTo>
                  <a:pt x="418565" y="0"/>
                </a:lnTo>
                <a:lnTo>
                  <a:pt x="418565" y="153823"/>
                </a:lnTo>
                <a:lnTo>
                  <a:pt x="0" y="153823"/>
                </a:lnTo>
              </a:path>
            </a:pathLst>
          </a:custGeom>
          <a:solidFill xmlns:a="http://schemas.openxmlformats.org/drawingml/2006/main">
            <a:srgbClr val="C0D5F3"/>
          </a:solidFill>
          <a:ln xmlns:a="http://schemas.openxmlformats.org/drawingml/2006/main" w="0">
            <a:noFill/>
            <a:prstDash val="solid"/>
          </a:ln>
        </p:spPr>
      </p:sp>
      <p:sp>
        <p:nvSpPr>
          <p:cNvPr id="502" name="Editable chart path">
            <a:extLst xmlns:a="http://schemas.openxmlformats.org/drawingml/2006/main">
              <a:ext uri="{FF2B5EF4-FFF2-40B4-BE49-F238E27FC236}">
                <a16:creationId xmlns:a16="http://schemas.microsoft.com/office/drawing/2014/main" id="{132FF58B-0EE0-42A8-BDEA-668BD90FC354}"/>
              </a:ext>
            </a:extLst>
          </p:cNvPr>
          <p:cNvSpPr>
            <a:spLocks xmlns:a="http://schemas.openxmlformats.org/drawingml/2006/main" noGrp="1"/>
          </p:cNvSpPr>
          <p:nvPr/>
        </p:nvSpPr>
        <p:spPr>
          <a:xfrm xmlns:a="http://schemas.openxmlformats.org/drawingml/2006/main">
            <a:off x="3591959" y="5143500"/>
            <a:ext cx="431104" cy="158431"/>
          </a:xfrm>
          <a:custGeom xmlns:a="http://schemas.openxmlformats.org/drawingml/2006/main">
            <a:pathLst>
              <a:path w="418565" h="153823">
                <a:moveTo>
                  <a:pt x="0" y="153823"/>
                </a:moveTo>
                <a:lnTo>
                  <a:pt x="0" y="0"/>
                </a:lnTo>
                <a:lnTo>
                  <a:pt x="418565" y="0"/>
                </a:lnTo>
                <a:lnTo>
                  <a:pt x="418565" y="153823"/>
                </a:lnTo>
                <a:lnTo>
                  <a:pt x="0" y="153823"/>
                </a:lnTo>
              </a:path>
            </a:pathLst>
          </a:custGeom>
          <a:solidFill xmlns:a="http://schemas.openxmlformats.org/drawingml/2006/main">
            <a:srgbClr val="F2D9D7"/>
          </a:solidFill>
          <a:ln xmlns:a="http://schemas.openxmlformats.org/drawingml/2006/main" w="0">
            <a:noFill/>
            <a:prstDash val="solid"/>
          </a:ln>
        </p:spPr>
      </p:sp>
      <p:sp>
        <p:nvSpPr>
          <p:cNvPr id="503" name="Editable chart path">
            <a:extLst xmlns:a="http://schemas.openxmlformats.org/drawingml/2006/main">
              <a:ext uri="{FF2B5EF4-FFF2-40B4-BE49-F238E27FC236}">
                <a16:creationId xmlns:a16="http://schemas.microsoft.com/office/drawing/2014/main" id="{9141F8C8-6697-4A95-9BDF-9DD0FC88B7C0}"/>
              </a:ext>
            </a:extLst>
          </p:cNvPr>
          <p:cNvSpPr>
            <a:spLocks xmlns:a="http://schemas.openxmlformats.org/drawingml/2006/main" noGrp="1"/>
          </p:cNvSpPr>
          <p:nvPr/>
        </p:nvSpPr>
        <p:spPr>
          <a:xfrm xmlns:a="http://schemas.openxmlformats.org/drawingml/2006/main">
            <a:off x="4023063" y="5143500"/>
            <a:ext cx="431104" cy="158431"/>
          </a:xfrm>
          <a:custGeom xmlns:a="http://schemas.openxmlformats.org/drawingml/2006/main">
            <a:pathLst>
              <a:path w="418565" h="153823">
                <a:moveTo>
                  <a:pt x="0" y="153823"/>
                </a:moveTo>
                <a:lnTo>
                  <a:pt x="0" y="0"/>
                </a:lnTo>
                <a:lnTo>
                  <a:pt x="418565" y="0"/>
                </a:lnTo>
                <a:lnTo>
                  <a:pt x="418565" y="153823"/>
                </a:lnTo>
                <a:lnTo>
                  <a:pt x="0" y="153823"/>
                </a:lnTo>
              </a:path>
            </a:pathLst>
          </a:custGeom>
          <a:solidFill xmlns:a="http://schemas.openxmlformats.org/drawingml/2006/main">
            <a:srgbClr val="DC9994"/>
          </a:solidFill>
          <a:ln xmlns:a="http://schemas.openxmlformats.org/drawingml/2006/main" w="0">
            <a:noFill/>
            <a:prstDash val="solid"/>
          </a:ln>
        </p:spPr>
      </p:sp>
      <p:sp>
        <p:nvSpPr>
          <p:cNvPr id="504" name="Editable chart path">
            <a:extLst xmlns:a="http://schemas.openxmlformats.org/drawingml/2006/main">
              <a:ext uri="{FF2B5EF4-FFF2-40B4-BE49-F238E27FC236}">
                <a16:creationId xmlns:a16="http://schemas.microsoft.com/office/drawing/2014/main" id="{C8E0DC6C-95E9-450D-AEBE-6ADD24B6B1F3}"/>
              </a:ext>
            </a:extLst>
          </p:cNvPr>
          <p:cNvSpPr>
            <a:spLocks xmlns:a="http://schemas.openxmlformats.org/drawingml/2006/main" noGrp="1"/>
          </p:cNvSpPr>
          <p:nvPr/>
        </p:nvSpPr>
        <p:spPr>
          <a:xfrm xmlns:a="http://schemas.openxmlformats.org/drawingml/2006/main">
            <a:off x="4454166" y="5143500"/>
            <a:ext cx="431104" cy="158431"/>
          </a:xfrm>
          <a:custGeom xmlns:a="http://schemas.openxmlformats.org/drawingml/2006/main">
            <a:pathLst>
              <a:path w="418565" h="153823">
                <a:moveTo>
                  <a:pt x="0" y="153823"/>
                </a:moveTo>
                <a:lnTo>
                  <a:pt x="0" y="0"/>
                </a:lnTo>
                <a:lnTo>
                  <a:pt x="418565" y="0"/>
                </a:lnTo>
                <a:lnTo>
                  <a:pt x="418565" y="153823"/>
                </a:lnTo>
                <a:lnTo>
                  <a:pt x="0" y="153823"/>
                </a:lnTo>
              </a:path>
            </a:pathLst>
          </a:custGeom>
          <a:solidFill xmlns:a="http://schemas.openxmlformats.org/drawingml/2006/main">
            <a:srgbClr val="C14940"/>
          </a:solidFill>
          <a:ln xmlns:a="http://schemas.openxmlformats.org/drawingml/2006/main" w="0">
            <a:noFill/>
            <a:prstDash val="solid"/>
          </a:ln>
        </p:spPr>
      </p:sp>
      <p:sp>
        <p:nvSpPr>
          <p:cNvPr id="505" name="Editable chart path">
            <a:extLst xmlns:a="http://schemas.openxmlformats.org/drawingml/2006/main">
              <a:ext uri="{FF2B5EF4-FFF2-40B4-BE49-F238E27FC236}">
                <a16:creationId xmlns:a16="http://schemas.microsoft.com/office/drawing/2014/main" id="{9023EC40-73E5-43F1-B047-E49E21FF24B6}"/>
              </a:ext>
            </a:extLst>
          </p:cNvPr>
          <p:cNvSpPr>
            <a:spLocks xmlns:a="http://schemas.openxmlformats.org/drawingml/2006/main" noGrp="1"/>
          </p:cNvSpPr>
          <p:nvPr/>
        </p:nvSpPr>
        <p:spPr>
          <a:xfrm xmlns:a="http://schemas.openxmlformats.org/drawingml/2006/main">
            <a:off x="1867545" y="5301931"/>
            <a:ext cx="95" cy="3433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48">
            <a:solidFill>
              <a:srgbClr val="5A6683"/>
            </a:solidFill>
            <a:prstDash val="solid"/>
          </a:ln>
        </p:spPr>
      </p:sp>
      <p:sp>
        <p:nvSpPr>
          <p:cNvPr id="506" name="">
            <a:extLst xmlns:a="http://schemas.openxmlformats.org/drawingml/2006/main">
              <a:ext uri="{FF2B5EF4-FFF2-40B4-BE49-F238E27FC236}">
                <a16:creationId xmlns:a16="http://schemas.microsoft.com/office/drawing/2014/main" id="{AC67D647-11AF-4BE6-A04C-5A705E1C0221}"/>
              </a:ext>
            </a:extLst>
          </p:cNvPr>
          <p:cNvSpPr>
            <a:spLocks xmlns:a="http://schemas.openxmlformats.org/drawingml/2006/main" noGrp="1"/>
          </p:cNvSpPr>
          <p:nvPr/>
        </p:nvSpPr>
        <p:spPr>
          <a:xfrm xmlns:a="http://schemas.openxmlformats.org/drawingml/2006/main" rot="0">
            <a:off x="1819500" y="530794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507" name="Editable chart path">
            <a:extLst xmlns:a="http://schemas.openxmlformats.org/drawingml/2006/main">
              <a:ext uri="{FF2B5EF4-FFF2-40B4-BE49-F238E27FC236}">
                <a16:creationId xmlns:a16="http://schemas.microsoft.com/office/drawing/2014/main" id="{34C8F606-1139-4B25-AFE9-44BA5CD635AF}"/>
              </a:ext>
            </a:extLst>
          </p:cNvPr>
          <p:cNvSpPr>
            <a:spLocks xmlns:a="http://schemas.openxmlformats.org/drawingml/2006/main" noGrp="1"/>
          </p:cNvSpPr>
          <p:nvPr/>
        </p:nvSpPr>
        <p:spPr>
          <a:xfrm xmlns:a="http://schemas.openxmlformats.org/drawingml/2006/main">
            <a:off x="2298648" y="5301931"/>
            <a:ext cx="95" cy="3433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48">
            <a:solidFill>
              <a:srgbClr val="5A6683"/>
            </a:solidFill>
            <a:prstDash val="solid"/>
          </a:ln>
        </p:spPr>
      </p:sp>
      <p:sp>
        <p:nvSpPr>
          <p:cNvPr id="508" name="">
            <a:extLst xmlns:a="http://schemas.openxmlformats.org/drawingml/2006/main">
              <a:ext uri="{FF2B5EF4-FFF2-40B4-BE49-F238E27FC236}">
                <a16:creationId xmlns:a16="http://schemas.microsoft.com/office/drawing/2014/main" id="{A3D61495-9DF9-4A57-8F49-FC717192B705}"/>
              </a:ext>
            </a:extLst>
          </p:cNvPr>
          <p:cNvSpPr>
            <a:spLocks xmlns:a="http://schemas.openxmlformats.org/drawingml/2006/main" noGrp="1"/>
          </p:cNvSpPr>
          <p:nvPr/>
        </p:nvSpPr>
        <p:spPr>
          <a:xfrm xmlns:a="http://schemas.openxmlformats.org/drawingml/2006/main" rot="0">
            <a:off x="2265102" y="5307940"/>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509" name="Editable chart path">
            <a:extLst xmlns:a="http://schemas.openxmlformats.org/drawingml/2006/main">
              <a:ext uri="{FF2B5EF4-FFF2-40B4-BE49-F238E27FC236}">
                <a16:creationId xmlns:a16="http://schemas.microsoft.com/office/drawing/2014/main" id="{147DDC58-3EA7-4468-BEF3-E20AA4796535}"/>
              </a:ext>
            </a:extLst>
          </p:cNvPr>
          <p:cNvSpPr>
            <a:spLocks xmlns:a="http://schemas.openxmlformats.org/drawingml/2006/main" noGrp="1"/>
          </p:cNvSpPr>
          <p:nvPr/>
        </p:nvSpPr>
        <p:spPr>
          <a:xfrm xmlns:a="http://schemas.openxmlformats.org/drawingml/2006/main">
            <a:off x="2729752" y="5301931"/>
            <a:ext cx="95" cy="3433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48">
            <a:solidFill>
              <a:srgbClr val="5A6683"/>
            </a:solidFill>
            <a:prstDash val="solid"/>
          </a:ln>
        </p:spPr>
      </p:sp>
      <p:sp>
        <p:nvSpPr>
          <p:cNvPr id="510" name="">
            <a:extLst xmlns:a="http://schemas.openxmlformats.org/drawingml/2006/main">
              <a:ext uri="{FF2B5EF4-FFF2-40B4-BE49-F238E27FC236}">
                <a16:creationId xmlns:a16="http://schemas.microsoft.com/office/drawing/2014/main" id="{18BB686B-E5C5-411C-9D35-FA9DA69C25A7}"/>
              </a:ext>
            </a:extLst>
          </p:cNvPr>
          <p:cNvSpPr>
            <a:spLocks xmlns:a="http://schemas.openxmlformats.org/drawingml/2006/main" noGrp="1"/>
          </p:cNvSpPr>
          <p:nvPr/>
        </p:nvSpPr>
        <p:spPr>
          <a:xfrm xmlns:a="http://schemas.openxmlformats.org/drawingml/2006/main" rot="0">
            <a:off x="2684491" y="5307940"/>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511" name="Editable chart path">
            <a:extLst xmlns:a="http://schemas.openxmlformats.org/drawingml/2006/main">
              <a:ext uri="{FF2B5EF4-FFF2-40B4-BE49-F238E27FC236}">
                <a16:creationId xmlns:a16="http://schemas.microsoft.com/office/drawing/2014/main" id="{44268E2D-07AD-403E-9BD8-CD96EA363F03}"/>
              </a:ext>
            </a:extLst>
          </p:cNvPr>
          <p:cNvSpPr>
            <a:spLocks xmlns:a="http://schemas.openxmlformats.org/drawingml/2006/main" noGrp="1"/>
          </p:cNvSpPr>
          <p:nvPr/>
        </p:nvSpPr>
        <p:spPr>
          <a:xfrm xmlns:a="http://schemas.openxmlformats.org/drawingml/2006/main">
            <a:off x="3160856" y="5301931"/>
            <a:ext cx="95" cy="3433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48">
            <a:solidFill>
              <a:srgbClr val="5A6683"/>
            </a:solidFill>
            <a:prstDash val="solid"/>
          </a:ln>
        </p:spPr>
      </p:sp>
      <p:sp>
        <p:nvSpPr>
          <p:cNvPr id="512" name="">
            <a:extLst xmlns:a="http://schemas.openxmlformats.org/drawingml/2006/main">
              <a:ext uri="{FF2B5EF4-FFF2-40B4-BE49-F238E27FC236}">
                <a16:creationId xmlns:a16="http://schemas.microsoft.com/office/drawing/2014/main" id="{4253AB9C-D65E-41D9-89C0-907C56F70A9E}"/>
              </a:ext>
            </a:extLst>
          </p:cNvPr>
          <p:cNvSpPr>
            <a:spLocks xmlns:a="http://schemas.openxmlformats.org/drawingml/2006/main" noGrp="1"/>
          </p:cNvSpPr>
          <p:nvPr/>
        </p:nvSpPr>
        <p:spPr>
          <a:xfrm xmlns:a="http://schemas.openxmlformats.org/drawingml/2006/main" rot="0">
            <a:off x="3115346" y="5307940"/>
            <a:ext cx="8696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a:t>
            </a:r>
          </a:p>
        </p:txBody>
      </p:sp>
      <p:sp>
        <p:nvSpPr>
          <p:cNvPr id="513" name="Editable chart path">
            <a:extLst xmlns:a="http://schemas.openxmlformats.org/drawingml/2006/main">
              <a:ext uri="{FF2B5EF4-FFF2-40B4-BE49-F238E27FC236}">
                <a16:creationId xmlns:a16="http://schemas.microsoft.com/office/drawing/2014/main" id="{79D602BC-D817-4349-A15A-149C191F40F0}"/>
              </a:ext>
            </a:extLst>
          </p:cNvPr>
          <p:cNvSpPr>
            <a:spLocks xmlns:a="http://schemas.openxmlformats.org/drawingml/2006/main" noGrp="1"/>
          </p:cNvSpPr>
          <p:nvPr/>
        </p:nvSpPr>
        <p:spPr>
          <a:xfrm xmlns:a="http://schemas.openxmlformats.org/drawingml/2006/main">
            <a:off x="3591959" y="5301931"/>
            <a:ext cx="95" cy="3433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48">
            <a:solidFill>
              <a:srgbClr val="5A6683"/>
            </a:solidFill>
            <a:prstDash val="solid"/>
          </a:ln>
        </p:spPr>
      </p:sp>
      <p:sp>
        <p:nvSpPr>
          <p:cNvPr id="514" name="">
            <a:extLst xmlns:a="http://schemas.openxmlformats.org/drawingml/2006/main">
              <a:ext uri="{FF2B5EF4-FFF2-40B4-BE49-F238E27FC236}">
                <a16:creationId xmlns:a16="http://schemas.microsoft.com/office/drawing/2014/main" id="{A6B5D332-449F-46C8-AF05-721CD8FB2692}"/>
              </a:ext>
            </a:extLst>
          </p:cNvPr>
          <p:cNvSpPr>
            <a:spLocks xmlns:a="http://schemas.openxmlformats.org/drawingml/2006/main" noGrp="1"/>
          </p:cNvSpPr>
          <p:nvPr/>
        </p:nvSpPr>
        <p:spPr>
          <a:xfrm xmlns:a="http://schemas.openxmlformats.org/drawingml/2006/main" rot="0">
            <a:off x="3543860" y="5307940"/>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515" name="Editable chart path">
            <a:extLst xmlns:a="http://schemas.openxmlformats.org/drawingml/2006/main">
              <a:ext uri="{FF2B5EF4-FFF2-40B4-BE49-F238E27FC236}">
                <a16:creationId xmlns:a16="http://schemas.microsoft.com/office/drawing/2014/main" id="{001C0F2D-A316-47A2-A47C-E0043C784187}"/>
              </a:ext>
            </a:extLst>
          </p:cNvPr>
          <p:cNvSpPr>
            <a:spLocks xmlns:a="http://schemas.openxmlformats.org/drawingml/2006/main" noGrp="1"/>
          </p:cNvSpPr>
          <p:nvPr/>
        </p:nvSpPr>
        <p:spPr>
          <a:xfrm xmlns:a="http://schemas.openxmlformats.org/drawingml/2006/main">
            <a:off x="4023063" y="5301931"/>
            <a:ext cx="95" cy="3433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48">
            <a:solidFill>
              <a:srgbClr val="5A6683"/>
            </a:solidFill>
            <a:prstDash val="solid"/>
          </a:ln>
        </p:spPr>
      </p:sp>
      <p:sp>
        <p:nvSpPr>
          <p:cNvPr id="516" name="">
            <a:extLst xmlns:a="http://schemas.openxmlformats.org/drawingml/2006/main">
              <a:ext uri="{FF2B5EF4-FFF2-40B4-BE49-F238E27FC236}">
                <a16:creationId xmlns:a16="http://schemas.microsoft.com/office/drawing/2014/main" id="{14814DE8-BF3A-4FBB-9B1C-80167A6CFAD1}"/>
              </a:ext>
            </a:extLst>
          </p:cNvPr>
          <p:cNvSpPr>
            <a:spLocks xmlns:a="http://schemas.openxmlformats.org/drawingml/2006/main" noGrp="1"/>
          </p:cNvSpPr>
          <p:nvPr/>
        </p:nvSpPr>
        <p:spPr>
          <a:xfrm xmlns:a="http://schemas.openxmlformats.org/drawingml/2006/main" rot="0">
            <a:off x="3974715" y="5307940"/>
            <a:ext cx="9344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517" name="Editable chart path">
            <a:extLst xmlns:a="http://schemas.openxmlformats.org/drawingml/2006/main">
              <a:ext uri="{FF2B5EF4-FFF2-40B4-BE49-F238E27FC236}">
                <a16:creationId xmlns:a16="http://schemas.microsoft.com/office/drawing/2014/main" id="{9A9125D8-DDC4-4484-B5BE-1539E0B6E830}"/>
              </a:ext>
            </a:extLst>
          </p:cNvPr>
          <p:cNvSpPr>
            <a:spLocks xmlns:a="http://schemas.openxmlformats.org/drawingml/2006/main" noGrp="1"/>
          </p:cNvSpPr>
          <p:nvPr/>
        </p:nvSpPr>
        <p:spPr>
          <a:xfrm xmlns:a="http://schemas.openxmlformats.org/drawingml/2006/main">
            <a:off x="4454166" y="5301931"/>
            <a:ext cx="95" cy="3433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48">
            <a:solidFill>
              <a:srgbClr val="5A6683"/>
            </a:solidFill>
            <a:prstDash val="solid"/>
          </a:ln>
        </p:spPr>
      </p:sp>
      <p:sp>
        <p:nvSpPr>
          <p:cNvPr id="518" name="">
            <a:extLst xmlns:a="http://schemas.openxmlformats.org/drawingml/2006/main">
              <a:ext uri="{FF2B5EF4-FFF2-40B4-BE49-F238E27FC236}">
                <a16:creationId xmlns:a16="http://schemas.microsoft.com/office/drawing/2014/main" id="{C4B7244F-FDDF-492F-91C7-B3690E1710F2}"/>
              </a:ext>
            </a:extLst>
          </p:cNvPr>
          <p:cNvSpPr>
            <a:spLocks xmlns:a="http://schemas.openxmlformats.org/drawingml/2006/main" noGrp="1"/>
          </p:cNvSpPr>
          <p:nvPr/>
        </p:nvSpPr>
        <p:spPr>
          <a:xfrm xmlns:a="http://schemas.openxmlformats.org/drawingml/2006/main" rot="0">
            <a:off x="4405966" y="5307940"/>
            <a:ext cx="9286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8</a:t>
            </a:r>
          </a:p>
        </p:txBody>
      </p:sp>
      <p:sp>
        <p:nvSpPr>
          <p:cNvPr id="519" name="Editable chart path">
            <a:extLst xmlns:a="http://schemas.openxmlformats.org/drawingml/2006/main">
              <a:ext uri="{FF2B5EF4-FFF2-40B4-BE49-F238E27FC236}">
                <a16:creationId xmlns:a16="http://schemas.microsoft.com/office/drawing/2014/main" id="{4711C2EE-F159-4285-A220-91A8DAF54A90}"/>
              </a:ext>
            </a:extLst>
          </p:cNvPr>
          <p:cNvSpPr>
            <a:spLocks xmlns:a="http://schemas.openxmlformats.org/drawingml/2006/main" noGrp="1"/>
          </p:cNvSpPr>
          <p:nvPr/>
        </p:nvSpPr>
        <p:spPr>
          <a:xfrm xmlns:a="http://schemas.openxmlformats.org/drawingml/2006/main">
            <a:off x="4885270" y="5301931"/>
            <a:ext cx="95" cy="3433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48">
            <a:solidFill>
              <a:srgbClr val="5A6683"/>
            </a:solidFill>
            <a:prstDash val="solid"/>
          </a:ln>
        </p:spPr>
      </p:sp>
      <p:sp>
        <p:nvSpPr>
          <p:cNvPr id="520" name="">
            <a:extLst xmlns:a="http://schemas.openxmlformats.org/drawingml/2006/main">
              <a:ext uri="{FF2B5EF4-FFF2-40B4-BE49-F238E27FC236}">
                <a16:creationId xmlns:a16="http://schemas.microsoft.com/office/drawing/2014/main" id="{99BCAC52-95AC-4B04-A6AB-4A88B0EAB270}"/>
              </a:ext>
            </a:extLst>
          </p:cNvPr>
          <p:cNvSpPr>
            <a:spLocks xmlns:a="http://schemas.openxmlformats.org/drawingml/2006/main" noGrp="1"/>
          </p:cNvSpPr>
          <p:nvPr/>
        </p:nvSpPr>
        <p:spPr>
          <a:xfrm xmlns:a="http://schemas.openxmlformats.org/drawingml/2006/main" rot="0">
            <a:off x="4817673" y="5307940"/>
            <a:ext cx="12973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a:t>
            </a:r>
          </a:p>
        </p:txBody>
      </p:sp>
      <p:sp>
        <p:nvSpPr>
          <p:cNvPr id="521" name="Editable chart path">
            <a:extLst xmlns:a="http://schemas.openxmlformats.org/drawingml/2006/main">
              <a:ext uri="{FF2B5EF4-FFF2-40B4-BE49-F238E27FC236}">
                <a16:creationId xmlns:a16="http://schemas.microsoft.com/office/drawing/2014/main" id="{F4E72B76-E03A-4CF0-ABA0-653594841304}"/>
              </a:ext>
            </a:extLst>
          </p:cNvPr>
          <p:cNvSpPr>
            <a:spLocks xmlns:a="http://schemas.openxmlformats.org/drawingml/2006/main" noGrp="1"/>
          </p:cNvSpPr>
          <p:nvPr/>
        </p:nvSpPr>
        <p:spPr>
          <a:xfrm xmlns:a="http://schemas.openxmlformats.org/drawingml/2006/main">
            <a:off x="1867545" y="5143500"/>
            <a:ext cx="3168611" cy="158431"/>
          </a:xfrm>
          <a:custGeom xmlns:a="http://schemas.openxmlformats.org/drawingml/2006/main">
            <a:pathLst>
              <a:path w="3076451" h="153823">
                <a:moveTo>
                  <a:pt x="0" y="153823"/>
                </a:moveTo>
                <a:lnTo>
                  <a:pt x="0" y="76911"/>
                </a:lnTo>
                <a:lnTo>
                  <a:pt x="0" y="0"/>
                </a:lnTo>
                <a:lnTo>
                  <a:pt x="2929953" y="0"/>
                </a:lnTo>
                <a:lnTo>
                  <a:pt x="3076451" y="76911"/>
                </a:lnTo>
                <a:lnTo>
                  <a:pt x="2929953" y="153823"/>
                </a:lnTo>
                <a:lnTo>
                  <a:pt x="0" y="153823"/>
                </a:lnTo>
                <a:close/>
              </a:path>
            </a:pathLst>
          </a:custGeom>
          <a:noFill xmlns:a="http://schemas.openxmlformats.org/drawingml/2006/main"/>
          <a:ln xmlns:a="http://schemas.openxmlformats.org/drawingml/2006/main" w="7848">
            <a:solidFill>
              <a:srgbClr val="5A6683"/>
            </a:solidFill>
            <a:prstDash val="solid"/>
          </a:ln>
        </p:spPr>
      </p:sp>
      <p:sp>
        <p:nvSpPr>
          <p:cNvPr id="522" name="">
            <a:extLst xmlns:a="http://schemas.openxmlformats.org/drawingml/2006/main">
              <a:ext uri="{FF2B5EF4-FFF2-40B4-BE49-F238E27FC236}">
                <a16:creationId xmlns:a16="http://schemas.microsoft.com/office/drawing/2014/main" id="{B6D885BA-1C2E-4B40-AE3B-AFDB39A35A98}"/>
              </a:ext>
            </a:extLst>
          </p:cNvPr>
          <p:cNvSpPr>
            <a:spLocks xmlns:a="http://schemas.openxmlformats.org/drawingml/2006/main" noGrp="1"/>
          </p:cNvSpPr>
          <p:nvPr/>
        </p:nvSpPr>
        <p:spPr>
          <a:xfrm xmlns:a="http://schemas.openxmlformats.org/drawingml/2006/main">
            <a:off x="952500" y="5572125"/>
            <a:ext cx="4953000" cy="3810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Median drive minutes to the nearest vacant taxi (dry, modelled road</a:t>
            </a:r>
          </a:p>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times)</a:t>
            </a:r>
          </a:p>
        </p:txBody>
      </p:sp>
    </p:spTree>
    <p:extLst>
      <p:ext uri="{BB962C8B-B14F-4D97-AF65-F5344CB8AC3E}">
        <p14:creationId xmlns:p14="http://schemas.microsoft.com/office/powerpoint/2010/main" val="597896415"/>
      </p:ext>
    </p:extLst>
  </p:cSld>
</p:sld>
</file>

<file path=ppt/slides/slide58.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ROAD ACCESS TO VACANT SUPPLY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Modelled minutes to a vacant taxi are not observed passenger waiting times.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58</a:t>
            </a:r>
            <a:endParaRPr sz="1200"/>
          </a:p>
        </p:txBody>
      </p:sp>
      <p:sp>
        <p:nvSpPr>
          <p:cNvPr id="14" name="">
            <a:extLst xmlns:a="http://schemas.openxmlformats.org/drawingml/2006/main">
              <a:ext uri="{FF2B5EF4-FFF2-40B4-BE49-F238E27FC236}">
                <a16:creationId xmlns:a16="http://schemas.microsoft.com/office/drawing/2014/main" id="{5ACBB704-1D5F-4C7C-8EE6-8CAEFDC7093C}"/>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732A273F-C699-4CF2-889C-252BA53F0981}"/>
              </a:ext>
            </a:extLst>
          </p:cNvPr>
          <p:cNvSpPr>
            <a:spLocks xmlns:a="http://schemas.openxmlformats.org/drawingml/2006/main" noGrp="1"/>
          </p:cNvSpPr>
          <p:nvPr/>
        </p:nvSpPr>
        <p:spPr>
          <a:xfrm xmlns:a="http://schemas.openxmlformats.org/drawingml/2006/main">
            <a:off x="1095375" y="2009775"/>
            <a:ext cx="10001250" cy="4762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Heavy rain: where the nearest vacant taxi is furthest away (labels: 10 most extra minutes, &gt;= 4 expected taxis, FDR q &lt;</a:t>
            </a:r>
          </a:p>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0.10)</a:t>
            </a:r>
          </a:p>
        </p:txBody>
      </p:sp>
      <p:sp>
        <p:nvSpPr>
          <p:cNvPr id="16" name="Editable chart path">
            <a:extLst xmlns:a="http://schemas.openxmlformats.org/drawingml/2006/main">
              <a:ext uri="{FF2B5EF4-FFF2-40B4-BE49-F238E27FC236}">
                <a16:creationId xmlns:a16="http://schemas.microsoft.com/office/drawing/2014/main" id="{A1EF2F6E-E0E2-4916-A245-FAE4B6171ED7}"/>
              </a:ext>
            </a:extLst>
          </p:cNvPr>
          <p:cNvSpPr>
            <a:spLocks xmlns:a="http://schemas.openxmlformats.org/drawingml/2006/main" noGrp="1"/>
          </p:cNvSpPr>
          <p:nvPr/>
        </p:nvSpPr>
        <p:spPr>
          <a:xfrm xmlns:a="http://schemas.openxmlformats.org/drawingml/2006/main">
            <a:off x="1457898" y="2571750"/>
            <a:ext cx="3575946" cy="2124729"/>
          </a:xfrm>
          <a:custGeom xmlns:a="http://schemas.openxmlformats.org/drawingml/2006/main">
            <a:pathLst>
              <a:path w="4817304" h="2862310">
                <a:moveTo>
                  <a:pt x="1007598" y="1796220"/>
                </a:moveTo>
                <a:lnTo>
                  <a:pt x="985155" y="1791709"/>
                </a:lnTo>
                <a:lnTo>
                  <a:pt x="991096" y="1805354"/>
                </a:lnTo>
                <a:lnTo>
                  <a:pt x="1003527" y="1808435"/>
                </a:lnTo>
                <a:lnTo>
                  <a:pt x="1030590" y="1842218"/>
                </a:lnTo>
                <a:lnTo>
                  <a:pt x="1030920" y="1884364"/>
                </a:lnTo>
                <a:lnTo>
                  <a:pt x="995386" y="1883374"/>
                </a:lnTo>
                <a:lnTo>
                  <a:pt x="995606" y="1878202"/>
                </a:lnTo>
                <a:lnTo>
                  <a:pt x="989116" y="1873800"/>
                </a:lnTo>
                <a:lnTo>
                  <a:pt x="985595" y="1844419"/>
                </a:lnTo>
                <a:lnTo>
                  <a:pt x="975474" y="1825161"/>
                </a:lnTo>
                <a:lnTo>
                  <a:pt x="978775" y="1814267"/>
                </a:lnTo>
                <a:lnTo>
                  <a:pt x="988676" y="1806234"/>
                </a:lnTo>
                <a:lnTo>
                  <a:pt x="983065" y="1792699"/>
                </a:lnTo>
                <a:lnTo>
                  <a:pt x="971734" y="1806454"/>
                </a:lnTo>
                <a:lnTo>
                  <a:pt x="966453" y="1823181"/>
                </a:lnTo>
                <a:lnTo>
                  <a:pt x="968653" y="1868848"/>
                </a:lnTo>
                <a:lnTo>
                  <a:pt x="938070" y="1880403"/>
                </a:lnTo>
                <a:lnTo>
                  <a:pt x="914858" y="1878862"/>
                </a:lnTo>
                <a:lnTo>
                  <a:pt x="860072" y="1889096"/>
                </a:lnTo>
                <a:lnTo>
                  <a:pt x="845000" y="1780704"/>
                </a:lnTo>
                <a:lnTo>
                  <a:pt x="838730" y="1777843"/>
                </a:lnTo>
                <a:lnTo>
                  <a:pt x="825748" y="1781365"/>
                </a:lnTo>
                <a:lnTo>
                  <a:pt x="838290" y="1901201"/>
                </a:lnTo>
                <a:lnTo>
                  <a:pt x="818707" y="1910224"/>
                </a:lnTo>
                <a:lnTo>
                  <a:pt x="814967" y="1905822"/>
                </a:lnTo>
                <a:lnTo>
                  <a:pt x="800225" y="1916497"/>
                </a:lnTo>
                <a:lnTo>
                  <a:pt x="740599" y="1850251"/>
                </a:lnTo>
                <a:lnTo>
                  <a:pt x="737299" y="1804253"/>
                </a:lnTo>
                <a:lnTo>
                  <a:pt x="694064" y="1809645"/>
                </a:lnTo>
                <a:lnTo>
                  <a:pt x="701875" y="1874460"/>
                </a:lnTo>
                <a:lnTo>
                  <a:pt x="755121" y="1929372"/>
                </a:lnTo>
                <a:lnTo>
                  <a:pt x="751270" y="1927721"/>
                </a:lnTo>
                <a:lnTo>
                  <a:pt x="754351" y="1932893"/>
                </a:lnTo>
                <a:lnTo>
                  <a:pt x="738509" y="1949729"/>
                </a:lnTo>
                <a:lnTo>
                  <a:pt x="669862" y="2003760"/>
                </a:lnTo>
                <a:lnTo>
                  <a:pt x="654570" y="1985273"/>
                </a:lnTo>
                <a:lnTo>
                  <a:pt x="657210" y="1981201"/>
                </a:lnTo>
                <a:lnTo>
                  <a:pt x="649509" y="1968547"/>
                </a:lnTo>
                <a:lnTo>
                  <a:pt x="582402" y="1935094"/>
                </a:lnTo>
                <a:lnTo>
                  <a:pt x="586583" y="1926070"/>
                </a:lnTo>
                <a:lnTo>
                  <a:pt x="572061" y="1914516"/>
                </a:lnTo>
                <a:lnTo>
                  <a:pt x="559960" y="1924640"/>
                </a:lnTo>
                <a:lnTo>
                  <a:pt x="551929" y="1915726"/>
                </a:lnTo>
                <a:lnTo>
                  <a:pt x="562380" y="1906703"/>
                </a:lnTo>
                <a:lnTo>
                  <a:pt x="528606" y="1867858"/>
                </a:lnTo>
                <a:lnTo>
                  <a:pt x="506934" y="1886235"/>
                </a:lnTo>
                <a:lnTo>
                  <a:pt x="485262" y="1860595"/>
                </a:lnTo>
                <a:lnTo>
                  <a:pt x="569751" y="1768490"/>
                </a:lnTo>
                <a:lnTo>
                  <a:pt x="566120" y="1756935"/>
                </a:lnTo>
                <a:lnTo>
                  <a:pt x="554239" y="1752644"/>
                </a:lnTo>
                <a:lnTo>
                  <a:pt x="497033" y="1814377"/>
                </a:lnTo>
                <a:lnTo>
                  <a:pt x="479981" y="1820210"/>
                </a:lnTo>
                <a:lnTo>
                  <a:pt x="451928" y="1793139"/>
                </a:lnTo>
                <a:lnTo>
                  <a:pt x="447088" y="1779384"/>
                </a:lnTo>
                <a:lnTo>
                  <a:pt x="507924" y="1716330"/>
                </a:lnTo>
                <a:lnTo>
                  <a:pt x="510234" y="1710607"/>
                </a:lnTo>
                <a:lnTo>
                  <a:pt x="504074" y="1703345"/>
                </a:lnTo>
                <a:lnTo>
                  <a:pt x="483392" y="1687058"/>
                </a:lnTo>
                <a:lnTo>
                  <a:pt x="447638" y="1726454"/>
                </a:lnTo>
                <a:lnTo>
                  <a:pt x="412764" y="1753854"/>
                </a:lnTo>
                <a:lnTo>
                  <a:pt x="386361" y="1736027"/>
                </a:lnTo>
                <a:lnTo>
                  <a:pt x="351378" y="1700924"/>
                </a:lnTo>
                <a:lnTo>
                  <a:pt x="317274" y="1749782"/>
                </a:lnTo>
                <a:lnTo>
                  <a:pt x="355448" y="1782025"/>
                </a:lnTo>
                <a:lnTo>
                  <a:pt x="432676" y="1872370"/>
                </a:lnTo>
                <a:lnTo>
                  <a:pt x="448738" y="1969647"/>
                </a:lnTo>
                <a:lnTo>
                  <a:pt x="483942" y="2034572"/>
                </a:lnTo>
                <a:lnTo>
                  <a:pt x="489222" y="2052399"/>
                </a:lnTo>
                <a:lnTo>
                  <a:pt x="484052" y="2081450"/>
                </a:lnTo>
                <a:lnTo>
                  <a:pt x="461829" y="2103899"/>
                </a:lnTo>
                <a:lnTo>
                  <a:pt x="441147" y="2109291"/>
                </a:lnTo>
                <a:lnTo>
                  <a:pt x="385261" y="2105439"/>
                </a:lnTo>
                <a:lnTo>
                  <a:pt x="382181" y="2109401"/>
                </a:lnTo>
                <a:lnTo>
                  <a:pt x="374480" y="2211410"/>
                </a:lnTo>
                <a:lnTo>
                  <a:pt x="414194" y="2211410"/>
                </a:lnTo>
                <a:lnTo>
                  <a:pt x="414304" y="2310008"/>
                </a:lnTo>
                <a:lnTo>
                  <a:pt x="128054" y="2310008"/>
                </a:lnTo>
                <a:lnTo>
                  <a:pt x="128054" y="2385607"/>
                </a:lnTo>
                <a:lnTo>
                  <a:pt x="425195" y="2385607"/>
                </a:lnTo>
                <a:lnTo>
                  <a:pt x="425195" y="2451852"/>
                </a:lnTo>
                <a:lnTo>
                  <a:pt x="353028" y="2484095"/>
                </a:lnTo>
                <a:lnTo>
                  <a:pt x="128054" y="2484095"/>
                </a:lnTo>
                <a:lnTo>
                  <a:pt x="128054" y="2559804"/>
                </a:lnTo>
                <a:lnTo>
                  <a:pt x="485592" y="2559804"/>
                </a:lnTo>
                <a:lnTo>
                  <a:pt x="485592" y="2658292"/>
                </a:lnTo>
                <a:lnTo>
                  <a:pt x="128164" y="2658292"/>
                </a:lnTo>
                <a:lnTo>
                  <a:pt x="128164" y="2741924"/>
                </a:lnTo>
                <a:lnTo>
                  <a:pt x="563480" y="2741814"/>
                </a:lnTo>
                <a:lnTo>
                  <a:pt x="581742" y="2790673"/>
                </a:lnTo>
                <a:lnTo>
                  <a:pt x="466010" y="2833479"/>
                </a:lnTo>
                <a:lnTo>
                  <a:pt x="428826" y="2855818"/>
                </a:lnTo>
                <a:lnTo>
                  <a:pt x="404623" y="2862310"/>
                </a:lnTo>
                <a:lnTo>
                  <a:pt x="39714" y="2770645"/>
                </a:lnTo>
                <a:lnTo>
                  <a:pt x="13641" y="2756449"/>
                </a:lnTo>
                <a:lnTo>
                  <a:pt x="1430" y="2734441"/>
                </a:lnTo>
                <a:lnTo>
                  <a:pt x="0" y="2498950"/>
                </a:lnTo>
                <a:lnTo>
                  <a:pt x="74038" y="2498950"/>
                </a:lnTo>
                <a:lnTo>
                  <a:pt x="74148" y="2469129"/>
                </a:lnTo>
                <a:lnTo>
                  <a:pt x="34654" y="2469129"/>
                </a:lnTo>
                <a:lnTo>
                  <a:pt x="34654" y="2396941"/>
                </a:lnTo>
                <a:lnTo>
                  <a:pt x="69197" y="2396941"/>
                </a:lnTo>
                <a:lnTo>
                  <a:pt x="69197" y="2367120"/>
                </a:lnTo>
                <a:lnTo>
                  <a:pt x="44555" y="2367120"/>
                </a:lnTo>
                <a:lnTo>
                  <a:pt x="44555" y="2316830"/>
                </a:lnTo>
                <a:lnTo>
                  <a:pt x="110" y="2316830"/>
                </a:lnTo>
                <a:lnTo>
                  <a:pt x="1320" y="2297133"/>
                </a:lnTo>
                <a:lnTo>
                  <a:pt x="62817" y="2132400"/>
                </a:lnTo>
                <a:lnTo>
                  <a:pt x="78328" y="2117214"/>
                </a:lnTo>
                <a:lnTo>
                  <a:pt x="110452" y="2105329"/>
                </a:lnTo>
                <a:lnTo>
                  <a:pt x="131464" y="2091684"/>
                </a:lnTo>
                <a:lnTo>
                  <a:pt x="147306" y="2073087"/>
                </a:lnTo>
                <a:lnTo>
                  <a:pt x="156877" y="2052399"/>
                </a:lnTo>
                <a:lnTo>
                  <a:pt x="160837" y="2028189"/>
                </a:lnTo>
                <a:lnTo>
                  <a:pt x="157647" y="2003210"/>
                </a:lnTo>
                <a:lnTo>
                  <a:pt x="137735" y="1952370"/>
                </a:lnTo>
                <a:lnTo>
                  <a:pt x="129924" y="1951490"/>
                </a:lnTo>
                <a:lnTo>
                  <a:pt x="131794" y="1939936"/>
                </a:lnTo>
                <a:lnTo>
                  <a:pt x="128274" y="1944227"/>
                </a:lnTo>
                <a:lnTo>
                  <a:pt x="133334" y="1915176"/>
                </a:lnTo>
                <a:lnTo>
                  <a:pt x="135204" y="1920238"/>
                </a:lnTo>
                <a:lnTo>
                  <a:pt x="136965" y="1910444"/>
                </a:lnTo>
                <a:lnTo>
                  <a:pt x="143015" y="1911435"/>
                </a:lnTo>
                <a:lnTo>
                  <a:pt x="283610" y="1535310"/>
                </a:lnTo>
                <a:lnTo>
                  <a:pt x="297252" y="1482930"/>
                </a:lnTo>
                <a:lnTo>
                  <a:pt x="319804" y="1430440"/>
                </a:lnTo>
                <a:lnTo>
                  <a:pt x="314854" y="1422847"/>
                </a:lnTo>
                <a:lnTo>
                  <a:pt x="320354" y="1417015"/>
                </a:lnTo>
                <a:lnTo>
                  <a:pt x="317164" y="1414043"/>
                </a:lnTo>
                <a:lnTo>
                  <a:pt x="329815" y="1400948"/>
                </a:lnTo>
                <a:lnTo>
                  <a:pt x="338946" y="1379270"/>
                </a:lnTo>
                <a:lnTo>
                  <a:pt x="337626" y="1374318"/>
                </a:lnTo>
                <a:lnTo>
                  <a:pt x="326955" y="1378940"/>
                </a:lnTo>
                <a:lnTo>
                  <a:pt x="318374" y="1369476"/>
                </a:lnTo>
                <a:lnTo>
                  <a:pt x="312653" y="1350549"/>
                </a:lnTo>
                <a:lnTo>
                  <a:pt x="316394" y="1332062"/>
                </a:lnTo>
                <a:lnTo>
                  <a:pt x="302202" y="1322928"/>
                </a:lnTo>
                <a:lnTo>
                  <a:pt x="303632" y="1320177"/>
                </a:lnTo>
                <a:lnTo>
                  <a:pt x="317714" y="1329531"/>
                </a:lnTo>
                <a:lnTo>
                  <a:pt x="329485" y="1316656"/>
                </a:lnTo>
                <a:lnTo>
                  <a:pt x="344997" y="1310494"/>
                </a:lnTo>
                <a:lnTo>
                  <a:pt x="352808" y="1313905"/>
                </a:lnTo>
                <a:lnTo>
                  <a:pt x="357648" y="1323919"/>
                </a:lnTo>
                <a:lnTo>
                  <a:pt x="364029" y="1294978"/>
                </a:lnTo>
                <a:lnTo>
                  <a:pt x="378990" y="1259654"/>
                </a:lnTo>
                <a:lnTo>
                  <a:pt x="381631" y="1239847"/>
                </a:lnTo>
                <a:lnTo>
                  <a:pt x="384711" y="1244578"/>
                </a:lnTo>
                <a:lnTo>
                  <a:pt x="405393" y="1228072"/>
                </a:lnTo>
                <a:lnTo>
                  <a:pt x="418705" y="1210795"/>
                </a:lnTo>
                <a:lnTo>
                  <a:pt x="452148" y="1135196"/>
                </a:lnTo>
                <a:lnTo>
                  <a:pt x="477231" y="1098332"/>
                </a:lnTo>
                <a:lnTo>
                  <a:pt x="480201" y="1079845"/>
                </a:lnTo>
                <a:lnTo>
                  <a:pt x="499013" y="1074013"/>
                </a:lnTo>
                <a:lnTo>
                  <a:pt x="497363" y="1061358"/>
                </a:lnTo>
                <a:lnTo>
                  <a:pt x="502754" y="1057066"/>
                </a:lnTo>
                <a:lnTo>
                  <a:pt x="517165" y="1075773"/>
                </a:lnTo>
                <a:lnTo>
                  <a:pt x="517275" y="1057727"/>
                </a:lnTo>
                <a:lnTo>
                  <a:pt x="526736" y="1055856"/>
                </a:lnTo>
                <a:lnTo>
                  <a:pt x="542358" y="1016131"/>
                </a:lnTo>
                <a:lnTo>
                  <a:pt x="566781" y="973984"/>
                </a:lnTo>
                <a:lnTo>
                  <a:pt x="563810" y="960339"/>
                </a:lnTo>
                <a:lnTo>
                  <a:pt x="575251" y="961990"/>
                </a:lnTo>
                <a:lnTo>
                  <a:pt x="569421" y="952306"/>
                </a:lnTo>
                <a:lnTo>
                  <a:pt x="587903" y="935470"/>
                </a:lnTo>
                <a:lnTo>
                  <a:pt x="595274" y="933489"/>
                </a:lnTo>
                <a:lnTo>
                  <a:pt x="596154" y="942952"/>
                </a:lnTo>
                <a:lnTo>
                  <a:pt x="599124" y="942512"/>
                </a:lnTo>
                <a:lnTo>
                  <a:pt x="602204" y="932939"/>
                </a:lnTo>
                <a:lnTo>
                  <a:pt x="595494" y="921934"/>
                </a:lnTo>
                <a:lnTo>
                  <a:pt x="601984" y="910380"/>
                </a:lnTo>
                <a:lnTo>
                  <a:pt x="614966" y="901356"/>
                </a:lnTo>
                <a:lnTo>
                  <a:pt x="615076" y="882869"/>
                </a:lnTo>
                <a:lnTo>
                  <a:pt x="627507" y="861081"/>
                </a:lnTo>
                <a:lnTo>
                  <a:pt x="623437" y="835331"/>
                </a:lnTo>
                <a:lnTo>
                  <a:pt x="628717" y="808371"/>
                </a:lnTo>
                <a:lnTo>
                  <a:pt x="619916" y="792745"/>
                </a:lnTo>
                <a:lnTo>
                  <a:pt x="626957" y="775908"/>
                </a:lnTo>
                <a:lnTo>
                  <a:pt x="631137" y="778879"/>
                </a:lnTo>
                <a:lnTo>
                  <a:pt x="633118" y="775248"/>
                </a:lnTo>
                <a:lnTo>
                  <a:pt x="627397" y="771176"/>
                </a:lnTo>
                <a:lnTo>
                  <a:pt x="630037" y="762703"/>
                </a:lnTo>
                <a:lnTo>
                  <a:pt x="640048" y="757201"/>
                </a:lnTo>
                <a:lnTo>
                  <a:pt x="630697" y="742896"/>
                </a:lnTo>
                <a:lnTo>
                  <a:pt x="624757" y="717916"/>
                </a:lnTo>
                <a:lnTo>
                  <a:pt x="644779" y="709333"/>
                </a:lnTo>
                <a:lnTo>
                  <a:pt x="653250" y="693487"/>
                </a:lnTo>
                <a:lnTo>
                  <a:pt x="653910" y="680612"/>
                </a:lnTo>
                <a:lnTo>
                  <a:pt x="672942" y="675880"/>
                </a:lnTo>
                <a:lnTo>
                  <a:pt x="685923" y="682592"/>
                </a:lnTo>
                <a:lnTo>
                  <a:pt x="688784" y="673569"/>
                </a:lnTo>
                <a:lnTo>
                  <a:pt x="702865" y="666306"/>
                </a:lnTo>
                <a:lnTo>
                  <a:pt x="705505" y="657503"/>
                </a:lnTo>
                <a:lnTo>
                  <a:pt x="713976" y="650020"/>
                </a:lnTo>
                <a:lnTo>
                  <a:pt x="710786" y="636925"/>
                </a:lnTo>
                <a:lnTo>
                  <a:pt x="713756" y="632633"/>
                </a:lnTo>
                <a:lnTo>
                  <a:pt x="720467" y="628011"/>
                </a:lnTo>
                <a:lnTo>
                  <a:pt x="730698" y="630322"/>
                </a:lnTo>
                <a:lnTo>
                  <a:pt x="737189" y="627021"/>
                </a:lnTo>
                <a:lnTo>
                  <a:pt x="727178" y="617887"/>
                </a:lnTo>
                <a:lnTo>
                  <a:pt x="724207" y="603472"/>
                </a:lnTo>
                <a:lnTo>
                  <a:pt x="731138" y="580583"/>
                </a:lnTo>
                <a:lnTo>
                  <a:pt x="740599" y="583224"/>
                </a:lnTo>
                <a:lnTo>
                  <a:pt x="741369" y="574861"/>
                </a:lnTo>
                <a:lnTo>
                  <a:pt x="732348" y="567048"/>
                </a:lnTo>
                <a:lnTo>
                  <a:pt x="750610" y="557144"/>
                </a:lnTo>
                <a:lnTo>
                  <a:pt x="760511" y="566938"/>
                </a:lnTo>
                <a:lnTo>
                  <a:pt x="755451" y="558795"/>
                </a:lnTo>
                <a:lnTo>
                  <a:pt x="761611" y="550872"/>
                </a:lnTo>
                <a:lnTo>
                  <a:pt x="752920" y="552963"/>
                </a:lnTo>
                <a:lnTo>
                  <a:pt x="745990" y="536566"/>
                </a:lnTo>
                <a:lnTo>
                  <a:pt x="754681" y="501683"/>
                </a:lnTo>
                <a:lnTo>
                  <a:pt x="772613" y="490128"/>
                </a:lnTo>
                <a:lnTo>
                  <a:pt x="783394" y="491669"/>
                </a:lnTo>
                <a:lnTo>
                  <a:pt x="777783" y="489248"/>
                </a:lnTo>
                <a:lnTo>
                  <a:pt x="779543" y="482756"/>
                </a:lnTo>
                <a:lnTo>
                  <a:pt x="796045" y="458326"/>
                </a:lnTo>
                <a:lnTo>
                  <a:pt x="806386" y="464819"/>
                </a:lnTo>
                <a:lnTo>
                  <a:pt x="832789" y="458106"/>
                </a:lnTo>
                <a:lnTo>
                  <a:pt x="853801" y="435767"/>
                </a:lnTo>
                <a:lnTo>
                  <a:pt x="865352" y="443030"/>
                </a:lnTo>
                <a:lnTo>
                  <a:pt x="878114" y="444131"/>
                </a:lnTo>
                <a:lnTo>
                  <a:pt x="881524" y="448973"/>
                </a:lnTo>
                <a:lnTo>
                  <a:pt x="882074" y="431806"/>
                </a:lnTo>
                <a:lnTo>
                  <a:pt x="889115" y="427074"/>
                </a:lnTo>
                <a:lnTo>
                  <a:pt x="902976" y="429825"/>
                </a:lnTo>
                <a:lnTo>
                  <a:pt x="911997" y="415190"/>
                </a:lnTo>
                <a:lnTo>
                  <a:pt x="963373" y="409577"/>
                </a:lnTo>
                <a:lnTo>
                  <a:pt x="974484" y="400664"/>
                </a:lnTo>
                <a:lnTo>
                  <a:pt x="994506" y="393511"/>
                </a:lnTo>
                <a:lnTo>
                  <a:pt x="994396" y="388889"/>
                </a:lnTo>
                <a:lnTo>
                  <a:pt x="1038511" y="343442"/>
                </a:lnTo>
                <a:lnTo>
                  <a:pt x="1065464" y="328036"/>
                </a:lnTo>
                <a:lnTo>
                  <a:pt x="1108808" y="285560"/>
                </a:lnTo>
                <a:lnTo>
                  <a:pt x="1110129" y="274115"/>
                </a:lnTo>
                <a:lnTo>
                  <a:pt x="1118269" y="279397"/>
                </a:lnTo>
                <a:lnTo>
                  <a:pt x="1146102" y="252987"/>
                </a:lnTo>
                <a:lnTo>
                  <a:pt x="1175696" y="236371"/>
                </a:lnTo>
                <a:lnTo>
                  <a:pt x="1222671" y="222616"/>
                </a:lnTo>
                <a:lnTo>
                  <a:pt x="1229711" y="225036"/>
                </a:lnTo>
                <a:lnTo>
                  <a:pt x="1232902" y="221185"/>
                </a:lnTo>
                <a:lnTo>
                  <a:pt x="1273606" y="214142"/>
                </a:lnTo>
                <a:lnTo>
                  <a:pt x="1338623" y="215573"/>
                </a:lnTo>
                <a:lnTo>
                  <a:pt x="1357215" y="220305"/>
                </a:lnTo>
                <a:lnTo>
                  <a:pt x="1382958" y="240773"/>
                </a:lnTo>
                <a:lnTo>
                  <a:pt x="1384718" y="248916"/>
                </a:lnTo>
                <a:lnTo>
                  <a:pt x="1379547" y="239782"/>
                </a:lnTo>
                <a:lnTo>
                  <a:pt x="1379657" y="246825"/>
                </a:lnTo>
                <a:lnTo>
                  <a:pt x="1374157" y="251887"/>
                </a:lnTo>
                <a:lnTo>
                  <a:pt x="1381528" y="250016"/>
                </a:lnTo>
                <a:lnTo>
                  <a:pt x="1396379" y="260470"/>
                </a:lnTo>
                <a:lnTo>
                  <a:pt x="1381197" y="271144"/>
                </a:lnTo>
                <a:lnTo>
                  <a:pt x="1389888" y="263881"/>
                </a:lnTo>
                <a:lnTo>
                  <a:pt x="1397809" y="263441"/>
                </a:lnTo>
                <a:lnTo>
                  <a:pt x="1390218" y="270154"/>
                </a:lnTo>
                <a:lnTo>
                  <a:pt x="1393299" y="268283"/>
                </a:lnTo>
                <a:lnTo>
                  <a:pt x="1396709" y="272575"/>
                </a:lnTo>
                <a:lnTo>
                  <a:pt x="1396819" y="265862"/>
                </a:lnTo>
                <a:lnTo>
                  <a:pt x="1405840" y="270154"/>
                </a:lnTo>
                <a:lnTo>
                  <a:pt x="1408920" y="281378"/>
                </a:lnTo>
                <a:lnTo>
                  <a:pt x="1417941" y="280388"/>
                </a:lnTo>
                <a:lnTo>
                  <a:pt x="1454355" y="308338"/>
                </a:lnTo>
                <a:lnTo>
                  <a:pt x="1455895" y="315601"/>
                </a:lnTo>
                <a:lnTo>
                  <a:pt x="1439504" y="333978"/>
                </a:lnTo>
                <a:lnTo>
                  <a:pt x="1442254" y="352575"/>
                </a:lnTo>
                <a:lnTo>
                  <a:pt x="1446324" y="352686"/>
                </a:lnTo>
                <a:lnTo>
                  <a:pt x="1447645" y="341021"/>
                </a:lnTo>
                <a:lnTo>
                  <a:pt x="1457656" y="326936"/>
                </a:lnTo>
                <a:lnTo>
                  <a:pt x="1463266" y="350705"/>
                </a:lnTo>
                <a:lnTo>
                  <a:pt x="1502320" y="350595"/>
                </a:lnTo>
                <a:lnTo>
                  <a:pt x="1507051" y="346523"/>
                </a:lnTo>
                <a:lnTo>
                  <a:pt x="1510131" y="352796"/>
                </a:lnTo>
                <a:lnTo>
                  <a:pt x="1509911" y="278517"/>
                </a:lnTo>
                <a:lnTo>
                  <a:pt x="1519482" y="269384"/>
                </a:lnTo>
                <a:lnTo>
                  <a:pt x="1674709" y="301186"/>
                </a:lnTo>
                <a:lnTo>
                  <a:pt x="1718053" y="290732"/>
                </a:lnTo>
                <a:lnTo>
                  <a:pt x="1744456" y="301956"/>
                </a:lnTo>
                <a:lnTo>
                  <a:pt x="1775150" y="292602"/>
                </a:lnTo>
                <a:lnTo>
                  <a:pt x="1772729" y="283579"/>
                </a:lnTo>
                <a:lnTo>
                  <a:pt x="1778560" y="268063"/>
                </a:lnTo>
                <a:lnTo>
                  <a:pt x="1796162" y="253317"/>
                </a:lnTo>
                <a:lnTo>
                  <a:pt x="1805293" y="236921"/>
                </a:lnTo>
                <a:lnTo>
                  <a:pt x="1797042" y="201157"/>
                </a:lnTo>
                <a:lnTo>
                  <a:pt x="1801002" y="198956"/>
                </a:lnTo>
                <a:lnTo>
                  <a:pt x="1816954" y="245174"/>
                </a:lnTo>
                <a:lnTo>
                  <a:pt x="1838626" y="229108"/>
                </a:lnTo>
                <a:lnTo>
                  <a:pt x="1877130" y="214693"/>
                </a:lnTo>
                <a:lnTo>
                  <a:pt x="1947208" y="168695"/>
                </a:lnTo>
                <a:lnTo>
                  <a:pt x="1955679" y="167154"/>
                </a:lnTo>
                <a:lnTo>
                  <a:pt x="1979991" y="141845"/>
                </a:lnTo>
                <a:lnTo>
                  <a:pt x="2021246" y="112353"/>
                </a:lnTo>
                <a:lnTo>
                  <a:pt x="2038188" y="105200"/>
                </a:lnTo>
                <a:lnTo>
                  <a:pt x="2123007" y="43247"/>
                </a:lnTo>
                <a:lnTo>
                  <a:pt x="2136208" y="43687"/>
                </a:lnTo>
                <a:lnTo>
                  <a:pt x="2154910" y="25200"/>
                </a:lnTo>
                <a:lnTo>
                  <a:pt x="2170972" y="19147"/>
                </a:lnTo>
                <a:lnTo>
                  <a:pt x="2232578" y="2201"/>
                </a:lnTo>
                <a:lnTo>
                  <a:pt x="2244240" y="10894"/>
                </a:lnTo>
                <a:lnTo>
                  <a:pt x="2268992" y="4512"/>
                </a:lnTo>
                <a:lnTo>
                  <a:pt x="2328069" y="0"/>
                </a:lnTo>
                <a:lnTo>
                  <a:pt x="2373283" y="16836"/>
                </a:lnTo>
                <a:lnTo>
                  <a:pt x="2381424" y="23439"/>
                </a:lnTo>
                <a:lnTo>
                  <a:pt x="2360522" y="38075"/>
                </a:lnTo>
                <a:lnTo>
                  <a:pt x="2342040" y="63935"/>
                </a:lnTo>
                <a:lnTo>
                  <a:pt x="2350951" y="69437"/>
                </a:lnTo>
                <a:lnTo>
                  <a:pt x="2363382" y="50840"/>
                </a:lnTo>
                <a:lnTo>
                  <a:pt x="2388905" y="39725"/>
                </a:lnTo>
                <a:lnTo>
                  <a:pt x="2385275" y="52930"/>
                </a:lnTo>
                <a:lnTo>
                  <a:pt x="2394846" y="54911"/>
                </a:lnTo>
                <a:lnTo>
                  <a:pt x="2376034" y="88584"/>
                </a:lnTo>
                <a:lnTo>
                  <a:pt x="2381644" y="91555"/>
                </a:lnTo>
                <a:lnTo>
                  <a:pt x="2404747" y="55461"/>
                </a:lnTo>
                <a:lnTo>
                  <a:pt x="2394296" y="74279"/>
                </a:lnTo>
                <a:lnTo>
                  <a:pt x="2398476" y="77140"/>
                </a:lnTo>
                <a:lnTo>
                  <a:pt x="2382634" y="105090"/>
                </a:lnTo>
                <a:lnTo>
                  <a:pt x="2386595" y="107291"/>
                </a:lnTo>
                <a:lnTo>
                  <a:pt x="2401996" y="79230"/>
                </a:lnTo>
                <a:lnTo>
                  <a:pt x="2407607" y="81982"/>
                </a:lnTo>
                <a:lnTo>
                  <a:pt x="2440501" y="23989"/>
                </a:lnTo>
                <a:lnTo>
                  <a:pt x="2514869" y="66686"/>
                </a:lnTo>
                <a:lnTo>
                  <a:pt x="2489016" y="112903"/>
                </a:lnTo>
                <a:lnTo>
                  <a:pt x="2499467" y="118956"/>
                </a:lnTo>
                <a:lnTo>
                  <a:pt x="2525540" y="72958"/>
                </a:lnTo>
                <a:lnTo>
                  <a:pt x="2537421" y="72628"/>
                </a:lnTo>
                <a:lnTo>
                  <a:pt x="2547982" y="65585"/>
                </a:lnTo>
                <a:lnTo>
                  <a:pt x="2687917" y="123688"/>
                </a:lnTo>
                <a:lnTo>
                  <a:pt x="2733352" y="146356"/>
                </a:lnTo>
                <a:lnTo>
                  <a:pt x="2777687" y="175077"/>
                </a:lnTo>
                <a:lnTo>
                  <a:pt x="2776146" y="186522"/>
                </a:lnTo>
                <a:lnTo>
                  <a:pt x="2743033" y="201157"/>
                </a:lnTo>
                <a:lnTo>
                  <a:pt x="2771966" y="271584"/>
                </a:lnTo>
                <a:lnTo>
                  <a:pt x="2783847" y="312190"/>
                </a:lnTo>
                <a:lnTo>
                  <a:pt x="2834673" y="377775"/>
                </a:lnTo>
                <a:lnTo>
                  <a:pt x="2828292" y="382947"/>
                </a:lnTo>
                <a:lnTo>
                  <a:pt x="2837313" y="403415"/>
                </a:lnTo>
                <a:lnTo>
                  <a:pt x="2851945" y="397913"/>
                </a:lnTo>
                <a:lnTo>
                  <a:pt x="2856565" y="407707"/>
                </a:lnTo>
                <a:lnTo>
                  <a:pt x="2846114" y="429275"/>
                </a:lnTo>
                <a:lnTo>
                  <a:pt x="2790118" y="475603"/>
                </a:lnTo>
                <a:lnTo>
                  <a:pt x="2777247" y="479564"/>
                </a:lnTo>
                <a:lnTo>
                  <a:pt x="2773176" y="486827"/>
                </a:lnTo>
                <a:lnTo>
                  <a:pt x="2839293" y="516649"/>
                </a:lnTo>
                <a:lnTo>
                  <a:pt x="2854475" y="508726"/>
                </a:lnTo>
                <a:lnTo>
                  <a:pt x="2873727" y="505974"/>
                </a:lnTo>
                <a:lnTo>
                  <a:pt x="2898810" y="483966"/>
                </a:lnTo>
                <a:lnTo>
                  <a:pt x="2899250" y="472081"/>
                </a:lnTo>
                <a:lnTo>
                  <a:pt x="2906620" y="462618"/>
                </a:lnTo>
                <a:lnTo>
                  <a:pt x="2947765" y="435767"/>
                </a:lnTo>
                <a:lnTo>
                  <a:pt x="2973948" y="427294"/>
                </a:lnTo>
                <a:lnTo>
                  <a:pt x="3001781" y="429275"/>
                </a:lnTo>
                <a:lnTo>
                  <a:pt x="3019822" y="437088"/>
                </a:lnTo>
                <a:lnTo>
                  <a:pt x="3106952" y="495190"/>
                </a:lnTo>
                <a:lnTo>
                  <a:pt x="3089680" y="519180"/>
                </a:lnTo>
                <a:lnTo>
                  <a:pt x="3097601" y="523801"/>
                </a:lnTo>
                <a:lnTo>
                  <a:pt x="3113112" y="498822"/>
                </a:lnTo>
                <a:lnTo>
                  <a:pt x="3203212" y="551862"/>
                </a:lnTo>
                <a:lnTo>
                  <a:pt x="3210693" y="561656"/>
                </a:lnTo>
                <a:lnTo>
                  <a:pt x="3213773" y="576402"/>
                </a:lnTo>
                <a:lnTo>
                  <a:pt x="3198922" y="610405"/>
                </a:lnTo>
                <a:lnTo>
                  <a:pt x="3217074" y="616677"/>
                </a:lnTo>
                <a:lnTo>
                  <a:pt x="3235005" y="586415"/>
                </a:lnTo>
                <a:lnTo>
                  <a:pt x="3280000" y="557034"/>
                </a:lnTo>
                <a:lnTo>
                  <a:pt x="3296722" y="554613"/>
                </a:lnTo>
                <a:lnTo>
                  <a:pt x="3314214" y="558465"/>
                </a:lnTo>
                <a:lnTo>
                  <a:pt x="3324885" y="547350"/>
                </a:lnTo>
                <a:lnTo>
                  <a:pt x="3355248" y="542068"/>
                </a:lnTo>
                <a:lnTo>
                  <a:pt x="3376041" y="546470"/>
                </a:lnTo>
                <a:lnTo>
                  <a:pt x="3390782" y="575081"/>
                </a:lnTo>
                <a:lnTo>
                  <a:pt x="3392872" y="599951"/>
                </a:lnTo>
                <a:lnTo>
                  <a:pt x="3402993" y="598520"/>
                </a:lnTo>
                <a:lnTo>
                  <a:pt x="3408714" y="588506"/>
                </a:lnTo>
                <a:lnTo>
                  <a:pt x="3416965" y="589166"/>
                </a:lnTo>
                <a:lnTo>
                  <a:pt x="3443148" y="613486"/>
                </a:lnTo>
                <a:lnTo>
                  <a:pt x="3442378" y="623169"/>
                </a:lnTo>
                <a:lnTo>
                  <a:pt x="3447878" y="628782"/>
                </a:lnTo>
                <a:lnTo>
                  <a:pt x="3472411" y="638906"/>
                </a:lnTo>
                <a:lnTo>
                  <a:pt x="3496173" y="655522"/>
                </a:lnTo>
                <a:lnTo>
                  <a:pt x="3577252" y="736183"/>
                </a:lnTo>
                <a:lnTo>
                  <a:pt x="3578792" y="752799"/>
                </a:lnTo>
                <a:lnTo>
                  <a:pt x="3565591" y="761163"/>
                </a:lnTo>
                <a:lnTo>
                  <a:pt x="3569001" y="764574"/>
                </a:lnTo>
                <a:lnTo>
                  <a:pt x="3569221" y="782071"/>
                </a:lnTo>
                <a:lnTo>
                  <a:pt x="3616526" y="765894"/>
                </a:lnTo>
                <a:lnTo>
                  <a:pt x="3660971" y="807160"/>
                </a:lnTo>
                <a:lnTo>
                  <a:pt x="3662181" y="816294"/>
                </a:lnTo>
                <a:lnTo>
                  <a:pt x="3637868" y="841273"/>
                </a:lnTo>
                <a:lnTo>
                  <a:pt x="3635338" y="851397"/>
                </a:lnTo>
                <a:lnTo>
                  <a:pt x="3638529" y="855799"/>
                </a:lnTo>
                <a:lnTo>
                  <a:pt x="3650960" y="853048"/>
                </a:lnTo>
                <a:lnTo>
                  <a:pt x="3680553" y="829279"/>
                </a:lnTo>
                <a:lnTo>
                  <a:pt x="3709706" y="854698"/>
                </a:lnTo>
                <a:lnTo>
                  <a:pt x="3713227" y="864052"/>
                </a:lnTo>
                <a:lnTo>
                  <a:pt x="3706846" y="901026"/>
                </a:lnTo>
                <a:lnTo>
                  <a:pt x="3709266" y="914341"/>
                </a:lnTo>
                <a:lnTo>
                  <a:pt x="3719057" y="925126"/>
                </a:lnTo>
                <a:lnTo>
                  <a:pt x="3779344" y="965951"/>
                </a:lnTo>
                <a:lnTo>
                  <a:pt x="3834129" y="979266"/>
                </a:lnTo>
                <a:lnTo>
                  <a:pt x="3876924" y="984108"/>
                </a:lnTo>
                <a:lnTo>
                  <a:pt x="3950082" y="975855"/>
                </a:lnTo>
                <a:lnTo>
                  <a:pt x="3966144" y="992141"/>
                </a:lnTo>
                <a:lnTo>
                  <a:pt x="3980335" y="986859"/>
                </a:lnTo>
                <a:lnTo>
                  <a:pt x="3983635" y="976845"/>
                </a:lnTo>
                <a:lnTo>
                  <a:pt x="3978795" y="963420"/>
                </a:lnTo>
                <a:lnTo>
                  <a:pt x="3999477" y="950545"/>
                </a:lnTo>
                <a:lnTo>
                  <a:pt x="4015429" y="931178"/>
                </a:lnTo>
                <a:lnTo>
                  <a:pt x="4038201" y="918413"/>
                </a:lnTo>
                <a:lnTo>
                  <a:pt x="4050413" y="883199"/>
                </a:lnTo>
                <a:lnTo>
                  <a:pt x="4059103" y="881439"/>
                </a:lnTo>
                <a:lnTo>
                  <a:pt x="4065814" y="869774"/>
                </a:lnTo>
                <a:lnTo>
                  <a:pt x="4080336" y="862071"/>
                </a:lnTo>
                <a:lnTo>
                  <a:pt x="4124120" y="858990"/>
                </a:lnTo>
                <a:lnTo>
                  <a:pt x="4133141" y="852388"/>
                </a:lnTo>
                <a:lnTo>
                  <a:pt x="4129291" y="850627"/>
                </a:lnTo>
                <a:lnTo>
                  <a:pt x="4147333" y="847216"/>
                </a:lnTo>
                <a:lnTo>
                  <a:pt x="4143702" y="849637"/>
                </a:lnTo>
                <a:lnTo>
                  <a:pt x="4152503" y="853268"/>
                </a:lnTo>
                <a:lnTo>
                  <a:pt x="4163395" y="854038"/>
                </a:lnTo>
                <a:lnTo>
                  <a:pt x="4164165" y="850187"/>
                </a:lnTo>
                <a:lnTo>
                  <a:pt x="4206079" y="854368"/>
                </a:lnTo>
                <a:lnTo>
                  <a:pt x="4261965" y="871425"/>
                </a:lnTo>
                <a:lnTo>
                  <a:pt x="4283527" y="873406"/>
                </a:lnTo>
                <a:lnTo>
                  <a:pt x="4328192" y="900586"/>
                </a:lnTo>
                <a:lnTo>
                  <a:pt x="4405530" y="1059267"/>
                </a:lnTo>
                <a:lnTo>
                  <a:pt x="4421482" y="1070601"/>
                </a:lnTo>
                <a:lnTo>
                  <a:pt x="4435234" y="1068841"/>
                </a:lnTo>
                <a:lnTo>
                  <a:pt x="4433473" y="1080395"/>
                </a:lnTo>
                <a:lnTo>
                  <a:pt x="4412791" y="1081276"/>
                </a:lnTo>
                <a:lnTo>
                  <a:pt x="4400140" y="1114068"/>
                </a:lnTo>
                <a:lnTo>
                  <a:pt x="4406851" y="1117700"/>
                </a:lnTo>
                <a:lnTo>
                  <a:pt x="4409601" y="1111207"/>
                </a:lnTo>
                <a:lnTo>
                  <a:pt x="4448985" y="1123752"/>
                </a:lnTo>
                <a:lnTo>
                  <a:pt x="4487489" y="1107796"/>
                </a:lnTo>
                <a:lnTo>
                  <a:pt x="4645796" y="1178223"/>
                </a:lnTo>
                <a:lnTo>
                  <a:pt x="4721814" y="1223780"/>
                </a:lnTo>
                <a:lnTo>
                  <a:pt x="4792662" y="1275830"/>
                </a:lnTo>
                <a:lnTo>
                  <a:pt x="4809054" y="1297949"/>
                </a:lnTo>
                <a:lnTo>
                  <a:pt x="4817304" y="1327220"/>
                </a:lnTo>
                <a:lnTo>
                  <a:pt x="4813014" y="1342736"/>
                </a:lnTo>
                <a:lnTo>
                  <a:pt x="4799593" y="1341966"/>
                </a:lnTo>
                <a:lnTo>
                  <a:pt x="4797832" y="1333713"/>
                </a:lnTo>
                <a:lnTo>
                  <a:pt x="4807403" y="1316766"/>
                </a:lnTo>
                <a:lnTo>
                  <a:pt x="4802563" y="1296738"/>
                </a:lnTo>
                <a:lnTo>
                  <a:pt x="4791012" y="1281442"/>
                </a:lnTo>
                <a:lnTo>
                  <a:pt x="4754268" y="1252721"/>
                </a:lnTo>
                <a:lnTo>
                  <a:pt x="4741286" y="1251401"/>
                </a:lnTo>
                <a:lnTo>
                  <a:pt x="4719834" y="1237095"/>
                </a:lnTo>
                <a:lnTo>
                  <a:pt x="4705642" y="1232804"/>
                </a:lnTo>
                <a:lnTo>
                  <a:pt x="4688371" y="1236655"/>
                </a:lnTo>
                <a:lnTo>
                  <a:pt x="4681880" y="1245569"/>
                </a:lnTo>
                <a:lnTo>
                  <a:pt x="4692881" y="1253272"/>
                </a:lnTo>
                <a:lnTo>
                  <a:pt x="4696071" y="1264386"/>
                </a:lnTo>
                <a:lnTo>
                  <a:pt x="4570548" y="1560510"/>
                </a:lnTo>
                <a:lnTo>
                  <a:pt x="4565378" y="1578777"/>
                </a:lnTo>
                <a:lnTo>
                  <a:pt x="4566148" y="1596824"/>
                </a:lnTo>
                <a:lnTo>
                  <a:pt x="4573078" y="1611569"/>
                </a:lnTo>
                <a:lnTo>
                  <a:pt x="4695851" y="1608488"/>
                </a:lnTo>
                <a:lnTo>
                  <a:pt x="4697942" y="1681226"/>
                </a:lnTo>
                <a:lnTo>
                  <a:pt x="4706853" y="1687388"/>
                </a:lnTo>
                <a:lnTo>
                  <a:pt x="4697392" y="1701144"/>
                </a:lnTo>
                <a:lnTo>
                  <a:pt x="4657457" y="1702244"/>
                </a:lnTo>
                <a:lnTo>
                  <a:pt x="4656247" y="1654926"/>
                </a:lnTo>
                <a:lnTo>
                  <a:pt x="4587050" y="1656797"/>
                </a:lnTo>
                <a:lnTo>
                  <a:pt x="4588370" y="1704005"/>
                </a:lnTo>
                <a:lnTo>
                  <a:pt x="4455916" y="1711708"/>
                </a:lnTo>
                <a:lnTo>
                  <a:pt x="4394199" y="1753194"/>
                </a:lnTo>
                <a:lnTo>
                  <a:pt x="4361636" y="1764638"/>
                </a:lnTo>
                <a:lnTo>
                  <a:pt x="4329292" y="1760347"/>
                </a:lnTo>
                <a:lnTo>
                  <a:pt x="4241723" y="1722712"/>
                </a:lnTo>
                <a:lnTo>
                  <a:pt x="4160754" y="1746921"/>
                </a:lnTo>
                <a:lnTo>
                  <a:pt x="4171645" y="1740319"/>
                </a:lnTo>
                <a:lnTo>
                  <a:pt x="4175056" y="1731736"/>
                </a:lnTo>
                <a:lnTo>
                  <a:pt x="4163835" y="1695862"/>
                </a:lnTo>
                <a:lnTo>
                  <a:pt x="4148763" y="1699713"/>
                </a:lnTo>
                <a:lnTo>
                  <a:pt x="4110039" y="1696632"/>
                </a:lnTo>
                <a:lnTo>
                  <a:pt x="4081436" y="1709397"/>
                </a:lnTo>
                <a:lnTo>
                  <a:pt x="4080776" y="1700484"/>
                </a:lnTo>
                <a:lnTo>
                  <a:pt x="4034791" y="1702354"/>
                </a:lnTo>
                <a:lnTo>
                  <a:pt x="4020049" y="1708297"/>
                </a:lnTo>
                <a:lnTo>
                  <a:pt x="4013119" y="1704335"/>
                </a:lnTo>
                <a:lnTo>
                  <a:pt x="3994747" y="1713138"/>
                </a:lnTo>
                <a:lnTo>
                  <a:pt x="3988366" y="1710717"/>
                </a:lnTo>
                <a:lnTo>
                  <a:pt x="3949202" y="1723923"/>
                </a:lnTo>
                <a:lnTo>
                  <a:pt x="3927859" y="1718530"/>
                </a:lnTo>
                <a:lnTo>
                  <a:pt x="3910588" y="1730085"/>
                </a:lnTo>
                <a:lnTo>
                  <a:pt x="3909047" y="1726564"/>
                </a:lnTo>
                <a:lnTo>
                  <a:pt x="3902447" y="1728544"/>
                </a:lnTo>
                <a:lnTo>
                  <a:pt x="3879894" y="1743840"/>
                </a:lnTo>
                <a:lnTo>
                  <a:pt x="3873514" y="1741529"/>
                </a:lnTo>
                <a:lnTo>
                  <a:pt x="3850961" y="1755945"/>
                </a:lnTo>
                <a:lnTo>
                  <a:pt x="3849861" y="1751873"/>
                </a:lnTo>
                <a:lnTo>
                  <a:pt x="3843150" y="1751323"/>
                </a:lnTo>
                <a:lnTo>
                  <a:pt x="3824888" y="1759576"/>
                </a:lnTo>
                <a:lnTo>
                  <a:pt x="3821698" y="1757045"/>
                </a:lnTo>
                <a:lnTo>
                  <a:pt x="3801016" y="1763538"/>
                </a:lnTo>
                <a:lnTo>
                  <a:pt x="3794195" y="1760236"/>
                </a:lnTo>
                <a:lnTo>
                  <a:pt x="3771973" y="1765078"/>
                </a:lnTo>
                <a:lnTo>
                  <a:pt x="3722578" y="1777953"/>
                </a:lnTo>
                <a:lnTo>
                  <a:pt x="3711466" y="1785546"/>
                </a:lnTo>
                <a:lnTo>
                  <a:pt x="3706186" y="1783345"/>
                </a:lnTo>
                <a:lnTo>
                  <a:pt x="3692434" y="1789508"/>
                </a:lnTo>
                <a:lnTo>
                  <a:pt x="3691114" y="1786206"/>
                </a:lnTo>
                <a:lnTo>
                  <a:pt x="3691664" y="1789948"/>
                </a:lnTo>
                <a:lnTo>
                  <a:pt x="3675602" y="1798861"/>
                </a:lnTo>
                <a:lnTo>
                  <a:pt x="3642269" y="1810856"/>
                </a:lnTo>
                <a:lnTo>
                  <a:pt x="3637648" y="1808435"/>
                </a:lnTo>
                <a:lnTo>
                  <a:pt x="3606845" y="1825492"/>
                </a:lnTo>
                <a:lnTo>
                  <a:pt x="3606625" y="1822190"/>
                </a:lnTo>
                <a:lnTo>
                  <a:pt x="3591774" y="1817569"/>
                </a:lnTo>
                <a:lnTo>
                  <a:pt x="3546559" y="1839027"/>
                </a:lnTo>
                <a:lnTo>
                  <a:pt x="3530937" y="1838917"/>
                </a:lnTo>
                <a:lnTo>
                  <a:pt x="3523786" y="1844309"/>
                </a:lnTo>
                <a:lnTo>
                  <a:pt x="3521696" y="1839907"/>
                </a:lnTo>
                <a:lnTo>
                  <a:pt x="3514875" y="1839687"/>
                </a:lnTo>
                <a:lnTo>
                  <a:pt x="3500244" y="1848270"/>
                </a:lnTo>
                <a:lnTo>
                  <a:pt x="3493643" y="1843979"/>
                </a:lnTo>
                <a:lnTo>
                  <a:pt x="3455139" y="1859165"/>
                </a:lnTo>
                <a:lnTo>
                  <a:pt x="3430056" y="1859385"/>
                </a:lnTo>
                <a:lnTo>
                  <a:pt x="3368450" y="1888326"/>
                </a:lnTo>
                <a:lnTo>
                  <a:pt x="3297492" y="1904282"/>
                </a:lnTo>
                <a:lnTo>
                  <a:pt x="3224334" y="1929372"/>
                </a:lnTo>
                <a:lnTo>
                  <a:pt x="3190231" y="1944447"/>
                </a:lnTo>
                <a:lnTo>
                  <a:pt x="3180990" y="1953801"/>
                </a:lnTo>
                <a:lnTo>
                  <a:pt x="3173069" y="1949179"/>
                </a:lnTo>
                <a:lnTo>
                  <a:pt x="3164268" y="1950280"/>
                </a:lnTo>
                <a:lnTo>
                  <a:pt x="3128624" y="1984943"/>
                </a:lnTo>
                <a:lnTo>
                  <a:pt x="3113222" y="1980321"/>
                </a:lnTo>
                <a:lnTo>
                  <a:pt x="3077029" y="2013884"/>
                </a:lnTo>
                <a:lnTo>
                  <a:pt x="3069218" y="2010143"/>
                </a:lnTo>
                <a:lnTo>
                  <a:pt x="3060087" y="2012894"/>
                </a:lnTo>
                <a:lnTo>
                  <a:pt x="3020593" y="2056580"/>
                </a:lnTo>
                <a:lnTo>
                  <a:pt x="2972957" y="2090583"/>
                </a:lnTo>
                <a:lnTo>
                  <a:pt x="2989129" y="2088052"/>
                </a:lnTo>
                <a:lnTo>
                  <a:pt x="2990009" y="2092894"/>
                </a:lnTo>
                <a:lnTo>
                  <a:pt x="2974938" y="2093114"/>
                </a:lnTo>
                <a:lnTo>
                  <a:pt x="2948865" y="2075178"/>
                </a:lnTo>
                <a:lnTo>
                  <a:pt x="2923452" y="2093885"/>
                </a:lnTo>
                <a:lnTo>
                  <a:pt x="2924772" y="2099277"/>
                </a:lnTo>
                <a:lnTo>
                  <a:pt x="2927853" y="2097296"/>
                </a:lnTo>
                <a:lnTo>
                  <a:pt x="2924882" y="2099497"/>
                </a:lnTo>
                <a:lnTo>
                  <a:pt x="2930823" y="2115783"/>
                </a:lnTo>
                <a:lnTo>
                  <a:pt x="2925102" y="2134820"/>
                </a:lnTo>
                <a:lnTo>
                  <a:pt x="2797269" y="2233638"/>
                </a:lnTo>
                <a:lnTo>
                  <a:pt x="2816631" y="2260599"/>
                </a:lnTo>
                <a:lnTo>
                  <a:pt x="2806950" y="2267642"/>
                </a:lnTo>
                <a:lnTo>
                  <a:pt x="2787698" y="2240681"/>
                </a:lnTo>
                <a:lnTo>
                  <a:pt x="2766685" y="2255097"/>
                </a:lnTo>
                <a:lnTo>
                  <a:pt x="2752054" y="2257298"/>
                </a:lnTo>
                <a:lnTo>
                  <a:pt x="2739072" y="2252126"/>
                </a:lnTo>
                <a:lnTo>
                  <a:pt x="2716300" y="2230117"/>
                </a:lnTo>
                <a:lnTo>
                  <a:pt x="2704859" y="2230117"/>
                </a:lnTo>
                <a:lnTo>
                  <a:pt x="2707389" y="2280076"/>
                </a:lnTo>
                <a:lnTo>
                  <a:pt x="2694958" y="2285909"/>
                </a:lnTo>
                <a:lnTo>
                  <a:pt x="2710359" y="2303295"/>
                </a:lnTo>
                <a:lnTo>
                  <a:pt x="2701448" y="2311328"/>
                </a:lnTo>
                <a:lnTo>
                  <a:pt x="2640282" y="2244092"/>
                </a:lnTo>
                <a:lnTo>
                  <a:pt x="2624660" y="2258398"/>
                </a:lnTo>
                <a:lnTo>
                  <a:pt x="2651613" y="2292621"/>
                </a:lnTo>
                <a:lnTo>
                  <a:pt x="2642922" y="2302415"/>
                </a:lnTo>
                <a:lnTo>
                  <a:pt x="2571525" y="2235509"/>
                </a:lnTo>
                <a:lnTo>
                  <a:pt x="2490446" y="2237820"/>
                </a:lnTo>
                <a:lnTo>
                  <a:pt x="2402877" y="2285468"/>
                </a:lnTo>
                <a:lnTo>
                  <a:pt x="2406067" y="2317271"/>
                </a:lnTo>
                <a:lnTo>
                  <a:pt x="2472184" y="2279416"/>
                </a:lnTo>
                <a:lnTo>
                  <a:pt x="2534561" y="2276995"/>
                </a:lnTo>
                <a:lnTo>
                  <a:pt x="2604858" y="2342910"/>
                </a:lnTo>
                <a:lnTo>
                  <a:pt x="2537531" y="2376473"/>
                </a:lnTo>
                <a:lnTo>
                  <a:pt x="2481425" y="2358757"/>
                </a:lnTo>
                <a:lnTo>
                  <a:pt x="2488466" y="2350613"/>
                </a:lnTo>
                <a:lnTo>
                  <a:pt x="2482305" y="2348743"/>
                </a:lnTo>
                <a:lnTo>
                  <a:pt x="2481315" y="2351824"/>
                </a:lnTo>
                <a:lnTo>
                  <a:pt x="2481095" y="2348303"/>
                </a:lnTo>
                <a:lnTo>
                  <a:pt x="2479995" y="2351384"/>
                </a:lnTo>
                <a:lnTo>
                  <a:pt x="2479225" y="2347532"/>
                </a:lnTo>
                <a:lnTo>
                  <a:pt x="2473064" y="2355125"/>
                </a:lnTo>
                <a:lnTo>
                  <a:pt x="2453262" y="2350944"/>
                </a:lnTo>
                <a:lnTo>
                  <a:pt x="2450402" y="2356005"/>
                </a:lnTo>
                <a:lnTo>
                  <a:pt x="2443691" y="2353254"/>
                </a:lnTo>
                <a:lnTo>
                  <a:pt x="2451612" y="2354465"/>
                </a:lnTo>
                <a:lnTo>
                  <a:pt x="2453042" y="2350723"/>
                </a:lnTo>
                <a:lnTo>
                  <a:pt x="2425539" y="2342030"/>
                </a:lnTo>
                <a:lnTo>
                  <a:pt x="2401776" y="2317601"/>
                </a:lnTo>
                <a:lnTo>
                  <a:pt x="2401666" y="2359527"/>
                </a:lnTo>
                <a:lnTo>
                  <a:pt x="2406177" y="2363818"/>
                </a:lnTo>
                <a:lnTo>
                  <a:pt x="2414978" y="2371411"/>
                </a:lnTo>
                <a:lnTo>
                  <a:pt x="2437200" y="2378454"/>
                </a:lnTo>
                <a:lnTo>
                  <a:pt x="2497927" y="2379114"/>
                </a:lnTo>
                <a:lnTo>
                  <a:pt x="2522129" y="2393530"/>
                </a:lnTo>
                <a:lnTo>
                  <a:pt x="2546222" y="2394300"/>
                </a:lnTo>
                <a:lnTo>
                  <a:pt x="2559423" y="2384506"/>
                </a:lnTo>
                <a:lnTo>
                  <a:pt x="2581756" y="2390669"/>
                </a:lnTo>
                <a:lnTo>
                  <a:pt x="2595067" y="2388908"/>
                </a:lnTo>
                <a:lnTo>
                  <a:pt x="2597707" y="2403324"/>
                </a:lnTo>
                <a:lnTo>
                  <a:pt x="2602548" y="2405194"/>
                </a:lnTo>
                <a:lnTo>
                  <a:pt x="2644572" y="2393750"/>
                </a:lnTo>
                <a:lnTo>
                  <a:pt x="2670205" y="2406185"/>
                </a:lnTo>
                <a:lnTo>
                  <a:pt x="2666245" y="2420710"/>
                </a:lnTo>
                <a:lnTo>
                  <a:pt x="2623780" y="2483985"/>
                </a:lnTo>
                <a:lnTo>
                  <a:pt x="2574605" y="2534714"/>
                </a:lnTo>
                <a:lnTo>
                  <a:pt x="2548092" y="2552981"/>
                </a:lnTo>
                <a:lnTo>
                  <a:pt x="2538081" y="2554962"/>
                </a:lnTo>
                <a:lnTo>
                  <a:pt x="2545672" y="2548359"/>
                </a:lnTo>
                <a:lnTo>
                  <a:pt x="2541491" y="2545828"/>
                </a:lnTo>
                <a:lnTo>
                  <a:pt x="2521359" y="2550670"/>
                </a:lnTo>
                <a:lnTo>
                  <a:pt x="2501777" y="2563545"/>
                </a:lnTo>
                <a:lnTo>
                  <a:pt x="2484835" y="2556392"/>
                </a:lnTo>
                <a:lnTo>
                  <a:pt x="2470754" y="2542747"/>
                </a:lnTo>
                <a:lnTo>
                  <a:pt x="2465363" y="2543628"/>
                </a:lnTo>
                <a:lnTo>
                  <a:pt x="2465253" y="2538456"/>
                </a:lnTo>
                <a:lnTo>
                  <a:pt x="2471524" y="2539776"/>
                </a:lnTo>
                <a:lnTo>
                  <a:pt x="2471084" y="2531963"/>
                </a:lnTo>
                <a:lnTo>
                  <a:pt x="2466793" y="2525911"/>
                </a:lnTo>
                <a:lnTo>
                  <a:pt x="2457882" y="2523710"/>
                </a:lnTo>
                <a:lnTo>
                  <a:pt x="2451172" y="2510615"/>
                </a:lnTo>
                <a:lnTo>
                  <a:pt x="2438520" y="2508854"/>
                </a:lnTo>
                <a:lnTo>
                  <a:pt x="2435550" y="2512376"/>
                </a:lnTo>
                <a:lnTo>
                  <a:pt x="2440171" y="2515457"/>
                </a:lnTo>
                <a:lnTo>
                  <a:pt x="2436210" y="2518428"/>
                </a:lnTo>
                <a:lnTo>
                  <a:pt x="2396056" y="2475181"/>
                </a:lnTo>
                <a:lnTo>
                  <a:pt x="2393856" y="2467588"/>
                </a:lnTo>
                <a:lnTo>
                  <a:pt x="2399466" y="2471110"/>
                </a:lnTo>
                <a:lnTo>
                  <a:pt x="2402437" y="2464507"/>
                </a:lnTo>
                <a:lnTo>
                  <a:pt x="2398806" y="2455594"/>
                </a:lnTo>
                <a:lnTo>
                  <a:pt x="2385165" y="2450422"/>
                </a:lnTo>
                <a:lnTo>
                  <a:pt x="2368773" y="2432375"/>
                </a:lnTo>
                <a:lnTo>
                  <a:pt x="2357882" y="2433805"/>
                </a:lnTo>
                <a:lnTo>
                  <a:pt x="2362832" y="2438317"/>
                </a:lnTo>
                <a:lnTo>
                  <a:pt x="2356122" y="2442609"/>
                </a:lnTo>
                <a:lnTo>
                  <a:pt x="2332139" y="2429294"/>
                </a:lnTo>
                <a:lnTo>
                  <a:pt x="2325318" y="2418950"/>
                </a:lnTo>
                <a:lnTo>
                  <a:pt x="2313987" y="2414548"/>
                </a:lnTo>
                <a:lnTo>
                  <a:pt x="2316737" y="2411687"/>
                </a:lnTo>
                <a:lnTo>
                  <a:pt x="2311787" y="2403874"/>
                </a:lnTo>
                <a:lnTo>
                  <a:pt x="2300896" y="2400903"/>
                </a:lnTo>
                <a:lnTo>
                  <a:pt x="2295725" y="2390449"/>
                </a:lnTo>
                <a:lnTo>
                  <a:pt x="2285494" y="2387257"/>
                </a:lnTo>
                <a:lnTo>
                  <a:pt x="2281204" y="2377794"/>
                </a:lnTo>
                <a:lnTo>
                  <a:pt x="2269322" y="2373062"/>
                </a:lnTo>
                <a:lnTo>
                  <a:pt x="2259091" y="2361838"/>
                </a:lnTo>
                <a:lnTo>
                  <a:pt x="2247320" y="2361287"/>
                </a:lnTo>
                <a:lnTo>
                  <a:pt x="2251720" y="2369761"/>
                </a:lnTo>
                <a:lnTo>
                  <a:pt x="2257771" y="2371631"/>
                </a:lnTo>
                <a:lnTo>
                  <a:pt x="2252821" y="2376583"/>
                </a:lnTo>
                <a:lnTo>
                  <a:pt x="2234119" y="2347972"/>
                </a:lnTo>
                <a:lnTo>
                  <a:pt x="2211346" y="2325854"/>
                </a:lnTo>
                <a:lnTo>
                  <a:pt x="2211566" y="2321232"/>
                </a:lnTo>
                <a:lnTo>
                  <a:pt x="2233899" y="2318811"/>
                </a:lnTo>
                <a:lnTo>
                  <a:pt x="2274933" y="2330035"/>
                </a:lnTo>
                <a:lnTo>
                  <a:pt x="2299686" y="2332236"/>
                </a:lnTo>
                <a:lnTo>
                  <a:pt x="2316187" y="2321782"/>
                </a:lnTo>
                <a:lnTo>
                  <a:pt x="2334339" y="2319141"/>
                </a:lnTo>
                <a:lnTo>
                  <a:pt x="2352711" y="2326624"/>
                </a:lnTo>
                <a:lnTo>
                  <a:pt x="2354691" y="2331576"/>
                </a:lnTo>
                <a:lnTo>
                  <a:pt x="2355131" y="2327394"/>
                </a:lnTo>
                <a:lnTo>
                  <a:pt x="2357002" y="2330586"/>
                </a:lnTo>
                <a:lnTo>
                  <a:pt x="2358872" y="2328055"/>
                </a:lnTo>
                <a:lnTo>
                  <a:pt x="2370643" y="2344121"/>
                </a:lnTo>
                <a:lnTo>
                  <a:pt x="2371743" y="2337078"/>
                </a:lnTo>
                <a:lnTo>
                  <a:pt x="2390775" y="2345551"/>
                </a:lnTo>
                <a:lnTo>
                  <a:pt x="2394296" y="2327284"/>
                </a:lnTo>
                <a:lnTo>
                  <a:pt x="2393306" y="2285578"/>
                </a:lnTo>
                <a:lnTo>
                  <a:pt x="2356562" y="2285358"/>
                </a:lnTo>
                <a:lnTo>
                  <a:pt x="2356012" y="2297903"/>
                </a:lnTo>
                <a:lnTo>
                  <a:pt x="2336209" y="2297793"/>
                </a:lnTo>
                <a:lnTo>
                  <a:pt x="2353481" y="2295482"/>
                </a:lnTo>
                <a:lnTo>
                  <a:pt x="2352821" y="2283708"/>
                </a:lnTo>
                <a:lnTo>
                  <a:pt x="2310907" y="2277105"/>
                </a:lnTo>
                <a:lnTo>
                  <a:pt x="2303096" y="2270833"/>
                </a:lnTo>
                <a:lnTo>
                  <a:pt x="2281754" y="2280516"/>
                </a:lnTo>
                <a:lnTo>
                  <a:pt x="2285054" y="2286569"/>
                </a:lnTo>
                <a:lnTo>
                  <a:pt x="2261952" y="2290970"/>
                </a:lnTo>
                <a:lnTo>
                  <a:pt x="2260741" y="2286899"/>
                </a:lnTo>
                <a:lnTo>
                  <a:pt x="2252050" y="2285248"/>
                </a:lnTo>
                <a:lnTo>
                  <a:pt x="2250620" y="2278866"/>
                </a:lnTo>
                <a:lnTo>
                  <a:pt x="2259421" y="2274684"/>
                </a:lnTo>
                <a:lnTo>
                  <a:pt x="2264812" y="2265881"/>
                </a:lnTo>
                <a:lnTo>
                  <a:pt x="2271193" y="2265881"/>
                </a:lnTo>
                <a:lnTo>
                  <a:pt x="2274713" y="2272593"/>
                </a:lnTo>
                <a:lnTo>
                  <a:pt x="2279883" y="2270723"/>
                </a:lnTo>
                <a:lnTo>
                  <a:pt x="2280764" y="2278976"/>
                </a:lnTo>
                <a:lnTo>
                  <a:pt x="2301886" y="2269732"/>
                </a:lnTo>
                <a:lnTo>
                  <a:pt x="2278783" y="2248934"/>
                </a:lnTo>
                <a:lnTo>
                  <a:pt x="2264482" y="2248494"/>
                </a:lnTo>
                <a:lnTo>
                  <a:pt x="2249630" y="2264450"/>
                </a:lnTo>
                <a:lnTo>
                  <a:pt x="2232028" y="2264340"/>
                </a:lnTo>
                <a:lnTo>
                  <a:pt x="2216957" y="2254657"/>
                </a:lnTo>
                <a:lnTo>
                  <a:pt x="2206616" y="2264230"/>
                </a:lnTo>
                <a:lnTo>
                  <a:pt x="2209366" y="2267752"/>
                </a:lnTo>
                <a:lnTo>
                  <a:pt x="2199575" y="2279966"/>
                </a:lnTo>
                <a:lnTo>
                  <a:pt x="2196715" y="2278206"/>
                </a:lnTo>
                <a:lnTo>
                  <a:pt x="2194074" y="2294052"/>
                </a:lnTo>
                <a:lnTo>
                  <a:pt x="2148529" y="2254546"/>
                </a:lnTo>
                <a:lnTo>
                  <a:pt x="2151830" y="2248384"/>
                </a:lnTo>
                <a:lnTo>
                  <a:pt x="2128837" y="2229127"/>
                </a:lnTo>
                <a:lnTo>
                  <a:pt x="2118936" y="2246403"/>
                </a:lnTo>
                <a:lnTo>
                  <a:pt x="2071411" y="2218012"/>
                </a:lnTo>
                <a:lnTo>
                  <a:pt x="1978121" y="2374272"/>
                </a:lnTo>
                <a:lnTo>
                  <a:pt x="1901773" y="2328385"/>
                </a:lnTo>
                <a:lnTo>
                  <a:pt x="1990443" y="2178617"/>
                </a:lnTo>
                <a:lnTo>
                  <a:pt x="1883071" y="2113912"/>
                </a:lnTo>
                <a:lnTo>
                  <a:pt x="1814864" y="2228687"/>
                </a:lnTo>
                <a:lnTo>
                  <a:pt x="1590110" y="2093885"/>
                </a:lnTo>
                <a:lnTo>
                  <a:pt x="1620583" y="2041285"/>
                </a:lnTo>
                <a:lnTo>
                  <a:pt x="1658867" y="2034902"/>
                </a:lnTo>
                <a:lnTo>
                  <a:pt x="1797922" y="2117874"/>
                </a:lnTo>
                <a:lnTo>
                  <a:pt x="1832686" y="2059111"/>
                </a:lnTo>
                <a:lnTo>
                  <a:pt x="1705512" y="1982632"/>
                </a:lnTo>
                <a:lnTo>
                  <a:pt x="1731145" y="1940156"/>
                </a:lnTo>
                <a:lnTo>
                  <a:pt x="1681750" y="1887005"/>
                </a:lnTo>
                <a:lnTo>
                  <a:pt x="1646436" y="1910884"/>
                </a:lnTo>
                <a:lnTo>
                  <a:pt x="1577348" y="1917707"/>
                </a:lnTo>
                <a:lnTo>
                  <a:pt x="1523113" y="1900650"/>
                </a:lnTo>
                <a:lnTo>
                  <a:pt x="1520252" y="1889206"/>
                </a:lnTo>
                <a:lnTo>
                  <a:pt x="1530593" y="1869508"/>
                </a:lnTo>
                <a:lnTo>
                  <a:pt x="1515192" y="1864667"/>
                </a:lnTo>
                <a:lnTo>
                  <a:pt x="1486919" y="1892287"/>
                </a:lnTo>
                <a:lnTo>
                  <a:pt x="1363596" y="1861255"/>
                </a:lnTo>
                <a:lnTo>
                  <a:pt x="1341153" y="1876221"/>
                </a:lnTo>
                <a:lnTo>
                  <a:pt x="1285047" y="1848821"/>
                </a:lnTo>
                <a:lnTo>
                  <a:pt x="1211779" y="1786537"/>
                </a:lnTo>
                <a:lnTo>
                  <a:pt x="1171625" y="1786317"/>
                </a:lnTo>
                <a:lnTo>
                  <a:pt x="1176356" y="1807995"/>
                </a:lnTo>
                <a:lnTo>
                  <a:pt x="1206389" y="1814267"/>
                </a:lnTo>
                <a:lnTo>
                  <a:pt x="1267555" y="1866207"/>
                </a:lnTo>
                <a:lnTo>
                  <a:pt x="1261835" y="1881283"/>
                </a:lnTo>
                <a:lnTo>
                  <a:pt x="1287467" y="1882824"/>
                </a:lnTo>
                <a:lnTo>
                  <a:pt x="1168105" y="1883484"/>
                </a:lnTo>
                <a:lnTo>
                  <a:pt x="1167335" y="1955452"/>
                </a:lnTo>
                <a:lnTo>
                  <a:pt x="1172835" y="1968987"/>
                </a:lnTo>
                <a:lnTo>
                  <a:pt x="1229051" y="1981862"/>
                </a:lnTo>
                <a:lnTo>
                  <a:pt x="1237192" y="1967336"/>
                </a:lnTo>
                <a:lnTo>
                  <a:pt x="1255124" y="1973058"/>
                </a:lnTo>
                <a:lnTo>
                  <a:pt x="1245003" y="1989345"/>
                </a:lnTo>
                <a:lnTo>
                  <a:pt x="1259635" y="1976690"/>
                </a:lnTo>
                <a:lnTo>
                  <a:pt x="1268435" y="1974489"/>
                </a:lnTo>
                <a:lnTo>
                  <a:pt x="1307160" y="1993636"/>
                </a:lnTo>
                <a:lnTo>
                  <a:pt x="1322341" y="2019716"/>
                </a:lnTo>
                <a:lnTo>
                  <a:pt x="1328502" y="2053389"/>
                </a:lnTo>
                <a:lnTo>
                  <a:pt x="1358535" y="2088823"/>
                </a:lnTo>
                <a:lnTo>
                  <a:pt x="1362716" y="2092014"/>
                </a:lnTo>
                <a:lnTo>
                  <a:pt x="1371406" y="2088933"/>
                </a:lnTo>
                <a:lnTo>
                  <a:pt x="1370966" y="2093224"/>
                </a:lnTo>
                <a:lnTo>
                  <a:pt x="1377237" y="2094985"/>
                </a:lnTo>
                <a:lnTo>
                  <a:pt x="1377127" y="2106540"/>
                </a:lnTo>
                <a:lnTo>
                  <a:pt x="1384938" y="2102248"/>
                </a:lnTo>
                <a:lnTo>
                  <a:pt x="1388898" y="2114022"/>
                </a:lnTo>
                <a:lnTo>
                  <a:pt x="1431913" y="2120845"/>
                </a:lnTo>
                <a:lnTo>
                  <a:pt x="1477898" y="2167503"/>
                </a:lnTo>
                <a:lnTo>
                  <a:pt x="1478888" y="2175206"/>
                </a:lnTo>
                <a:lnTo>
                  <a:pt x="1461506" y="2193253"/>
                </a:lnTo>
                <a:lnTo>
                  <a:pt x="1446104" y="2202496"/>
                </a:lnTo>
                <a:lnTo>
                  <a:pt x="1419812" y="2208109"/>
                </a:lnTo>
                <a:lnTo>
                  <a:pt x="1398799" y="2217792"/>
                </a:lnTo>
                <a:lnTo>
                  <a:pt x="1385158" y="2204917"/>
                </a:lnTo>
                <a:lnTo>
                  <a:pt x="1364146" y="2203597"/>
                </a:lnTo>
                <a:lnTo>
                  <a:pt x="1325312" y="2190942"/>
                </a:lnTo>
                <a:lnTo>
                  <a:pt x="1296598" y="2217462"/>
                </a:lnTo>
                <a:lnTo>
                  <a:pt x="1303529" y="2219663"/>
                </a:lnTo>
                <a:lnTo>
                  <a:pt x="1326192" y="2198755"/>
                </a:lnTo>
                <a:lnTo>
                  <a:pt x="1333892" y="2199085"/>
                </a:lnTo>
                <a:lnTo>
                  <a:pt x="1381308" y="2209869"/>
                </a:lnTo>
                <a:lnTo>
                  <a:pt x="1399569" y="2227586"/>
                </a:lnTo>
                <a:lnTo>
                  <a:pt x="1401770" y="2236610"/>
                </a:lnTo>
                <a:lnTo>
                  <a:pt x="1379987" y="2282937"/>
                </a:lnTo>
                <a:lnTo>
                  <a:pt x="1359855" y="2298343"/>
                </a:lnTo>
                <a:lnTo>
                  <a:pt x="1284937" y="2330806"/>
                </a:lnTo>
                <a:lnTo>
                  <a:pt x="1232682" y="2286679"/>
                </a:lnTo>
                <a:lnTo>
                  <a:pt x="1156223" y="2245193"/>
                </a:lnTo>
                <a:lnTo>
                  <a:pt x="1155123" y="2228907"/>
                </a:lnTo>
                <a:lnTo>
                  <a:pt x="1149513" y="2217242"/>
                </a:lnTo>
                <a:lnTo>
                  <a:pt x="1133561" y="2242882"/>
                </a:lnTo>
                <a:lnTo>
                  <a:pt x="1104738" y="2227476"/>
                </a:lnTo>
                <a:lnTo>
                  <a:pt x="1090326" y="2257848"/>
                </a:lnTo>
                <a:lnTo>
                  <a:pt x="1189557" y="2316940"/>
                </a:lnTo>
                <a:lnTo>
                  <a:pt x="1192307" y="2330146"/>
                </a:lnTo>
                <a:lnTo>
                  <a:pt x="1104848" y="2379555"/>
                </a:lnTo>
                <a:lnTo>
                  <a:pt x="972724" y="2426543"/>
                </a:lnTo>
                <a:lnTo>
                  <a:pt x="931910" y="2282057"/>
                </a:lnTo>
                <a:lnTo>
                  <a:pt x="872063" y="2226926"/>
                </a:lnTo>
                <a:lnTo>
                  <a:pt x="818817" y="2285688"/>
                </a:lnTo>
                <a:lnTo>
                  <a:pt x="882404" y="2344341"/>
                </a:lnTo>
                <a:lnTo>
                  <a:pt x="931579" y="2517438"/>
                </a:lnTo>
                <a:lnTo>
                  <a:pt x="931689" y="2539116"/>
                </a:lnTo>
                <a:lnTo>
                  <a:pt x="924869" y="2553421"/>
                </a:lnTo>
                <a:lnTo>
                  <a:pt x="903636" y="2575870"/>
                </a:lnTo>
                <a:lnTo>
                  <a:pt x="894065" y="2566076"/>
                </a:lnTo>
                <a:lnTo>
                  <a:pt x="845880" y="2617686"/>
                </a:lnTo>
                <a:lnTo>
                  <a:pt x="850721" y="2628910"/>
                </a:lnTo>
                <a:lnTo>
                  <a:pt x="755891" y="2724867"/>
                </a:lnTo>
                <a:lnTo>
                  <a:pt x="744780" y="2730699"/>
                </a:lnTo>
                <a:lnTo>
                  <a:pt x="732348" y="2729049"/>
                </a:lnTo>
                <a:lnTo>
                  <a:pt x="723107" y="2720576"/>
                </a:lnTo>
                <a:lnTo>
                  <a:pt x="705175" y="2682941"/>
                </a:lnTo>
                <a:lnTo>
                  <a:pt x="703635" y="2667315"/>
                </a:lnTo>
                <a:lnTo>
                  <a:pt x="707046" y="2667865"/>
                </a:lnTo>
                <a:lnTo>
                  <a:pt x="709026" y="2681401"/>
                </a:lnTo>
                <a:lnTo>
                  <a:pt x="726738" y="2718485"/>
                </a:lnTo>
                <a:lnTo>
                  <a:pt x="731138" y="2720135"/>
                </a:lnTo>
                <a:lnTo>
                  <a:pt x="773603" y="2678539"/>
                </a:lnTo>
                <a:lnTo>
                  <a:pt x="775803" y="2663684"/>
                </a:lnTo>
                <a:lnTo>
                  <a:pt x="757321" y="2624619"/>
                </a:lnTo>
                <a:lnTo>
                  <a:pt x="749730" y="2619337"/>
                </a:lnTo>
                <a:lnTo>
                  <a:pt x="739389" y="2600079"/>
                </a:lnTo>
                <a:lnTo>
                  <a:pt x="694174" y="2596008"/>
                </a:lnTo>
                <a:lnTo>
                  <a:pt x="652920" y="2510395"/>
                </a:lnTo>
                <a:lnTo>
                  <a:pt x="630587" y="2484645"/>
                </a:lnTo>
                <a:lnTo>
                  <a:pt x="528386" y="2231218"/>
                </a:lnTo>
                <a:lnTo>
                  <a:pt x="528386" y="2177297"/>
                </a:lnTo>
                <a:lnTo>
                  <a:pt x="583722" y="2133940"/>
                </a:lnTo>
                <a:lnTo>
                  <a:pt x="606165" y="2165302"/>
                </a:lnTo>
                <a:lnTo>
                  <a:pt x="782184" y="2041945"/>
                </a:lnTo>
                <a:lnTo>
                  <a:pt x="856551" y="1997378"/>
                </a:lnTo>
                <a:lnTo>
                  <a:pt x="912547" y="1980211"/>
                </a:lnTo>
                <a:lnTo>
                  <a:pt x="957652" y="1981642"/>
                </a:lnTo>
                <a:lnTo>
                  <a:pt x="997256" y="1975809"/>
                </a:lnTo>
                <a:lnTo>
                  <a:pt x="1003417" y="1982742"/>
                </a:lnTo>
                <a:lnTo>
                  <a:pt x="945441" y="2046456"/>
                </a:lnTo>
                <a:lnTo>
                  <a:pt x="938620" y="2071106"/>
                </a:lnTo>
                <a:lnTo>
                  <a:pt x="896926" y="2111822"/>
                </a:lnTo>
                <a:lnTo>
                  <a:pt x="863922" y="2137461"/>
                </a:lnTo>
                <a:lnTo>
                  <a:pt x="906057" y="2179057"/>
                </a:lnTo>
                <a:lnTo>
                  <a:pt x="950391" y="2131519"/>
                </a:lnTo>
                <a:lnTo>
                  <a:pt x="964473" y="2143294"/>
                </a:lnTo>
                <a:lnTo>
                  <a:pt x="980425" y="2133280"/>
                </a:lnTo>
                <a:lnTo>
                  <a:pt x="990326" y="2132950"/>
                </a:lnTo>
                <a:lnTo>
                  <a:pt x="986585" y="2125357"/>
                </a:lnTo>
                <a:lnTo>
                  <a:pt x="992306" y="2125027"/>
                </a:lnTo>
                <a:lnTo>
                  <a:pt x="993406" y="2129648"/>
                </a:lnTo>
                <a:lnTo>
                  <a:pt x="1000007" y="2126897"/>
                </a:lnTo>
                <a:lnTo>
                  <a:pt x="988786" y="2108630"/>
                </a:lnTo>
                <a:lnTo>
                  <a:pt x="997036" y="2089263"/>
                </a:lnTo>
                <a:lnTo>
                  <a:pt x="990326" y="2083871"/>
                </a:lnTo>
                <a:lnTo>
                  <a:pt x="1015078" y="2060212"/>
                </a:lnTo>
                <a:lnTo>
                  <a:pt x="1081746" y="1979441"/>
                </a:lnTo>
                <a:lnTo>
                  <a:pt x="1095717" y="1977900"/>
                </a:lnTo>
                <a:lnTo>
                  <a:pt x="1097697" y="1968326"/>
                </a:lnTo>
                <a:lnTo>
                  <a:pt x="1107928" y="1962164"/>
                </a:lnTo>
                <a:lnTo>
                  <a:pt x="1130921" y="1959303"/>
                </a:lnTo>
                <a:lnTo>
                  <a:pt x="1167775" y="1971628"/>
                </a:lnTo>
                <a:lnTo>
                  <a:pt x="1161614" y="1954461"/>
                </a:lnTo>
                <a:lnTo>
                  <a:pt x="1163154" y="1802493"/>
                </a:lnTo>
                <a:lnTo>
                  <a:pt x="1156333" y="1786647"/>
                </a:lnTo>
                <a:lnTo>
                  <a:pt x="1145552" y="1793909"/>
                </a:lnTo>
                <a:lnTo>
                  <a:pt x="1129711" y="1795340"/>
                </a:lnTo>
                <a:lnTo>
                  <a:pt x="1130591" y="1819879"/>
                </a:lnTo>
                <a:lnTo>
                  <a:pt x="1123440" y="1825712"/>
                </a:lnTo>
                <a:lnTo>
                  <a:pt x="1118159" y="1847280"/>
                </a:lnTo>
                <a:lnTo>
                  <a:pt x="1122670" y="1847060"/>
                </a:lnTo>
                <a:lnTo>
                  <a:pt x="1123000" y="1856524"/>
                </a:lnTo>
                <a:lnTo>
                  <a:pt x="1063924" y="1858944"/>
                </a:lnTo>
                <a:lnTo>
                  <a:pt x="1062823" y="1835065"/>
                </a:lnTo>
                <a:lnTo>
                  <a:pt x="1029930" y="1823951"/>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DFF14258-D25E-4CFD-AE7A-4387AAA7412A}"/>
              </a:ext>
            </a:extLst>
          </p:cNvPr>
          <p:cNvSpPr>
            <a:spLocks xmlns:a="http://schemas.openxmlformats.org/drawingml/2006/main" noGrp="1"/>
          </p:cNvSpPr>
          <p:nvPr/>
        </p:nvSpPr>
        <p:spPr>
          <a:xfrm xmlns:a="http://schemas.openxmlformats.org/drawingml/2006/main">
            <a:off x="4076752" y="2920303"/>
            <a:ext cx="626764" cy="233948"/>
          </a:xfrm>
          <a:custGeom xmlns:a="http://schemas.openxmlformats.org/drawingml/2006/main">
            <a:pathLst>
              <a:path w="844340" h="315161">
                <a:moveTo>
                  <a:pt x="18262" y="92766"/>
                </a:moveTo>
                <a:lnTo>
                  <a:pt x="20572" y="87153"/>
                </a:lnTo>
                <a:lnTo>
                  <a:pt x="13311" y="81982"/>
                </a:lnTo>
                <a:lnTo>
                  <a:pt x="11991" y="68997"/>
                </a:lnTo>
                <a:lnTo>
                  <a:pt x="0" y="62944"/>
                </a:lnTo>
                <a:lnTo>
                  <a:pt x="2970" y="50729"/>
                </a:lnTo>
                <a:lnTo>
                  <a:pt x="110" y="48969"/>
                </a:lnTo>
                <a:lnTo>
                  <a:pt x="30693" y="41486"/>
                </a:lnTo>
                <a:lnTo>
                  <a:pt x="44995" y="22339"/>
                </a:lnTo>
                <a:lnTo>
                  <a:pt x="66117" y="15956"/>
                </a:lnTo>
                <a:lnTo>
                  <a:pt x="80529" y="0"/>
                </a:lnTo>
                <a:lnTo>
                  <a:pt x="131134" y="17497"/>
                </a:lnTo>
                <a:lnTo>
                  <a:pt x="182069" y="41376"/>
                </a:lnTo>
                <a:lnTo>
                  <a:pt x="213093" y="46548"/>
                </a:lnTo>
                <a:lnTo>
                  <a:pt x="238725" y="60193"/>
                </a:lnTo>
                <a:lnTo>
                  <a:pt x="249507" y="71527"/>
                </a:lnTo>
                <a:lnTo>
                  <a:pt x="253797" y="85173"/>
                </a:lnTo>
                <a:lnTo>
                  <a:pt x="296042" y="103660"/>
                </a:lnTo>
                <a:lnTo>
                  <a:pt x="298792" y="97938"/>
                </a:lnTo>
                <a:lnTo>
                  <a:pt x="318594" y="99258"/>
                </a:lnTo>
                <a:lnTo>
                  <a:pt x="326295" y="114444"/>
                </a:lnTo>
                <a:lnTo>
                  <a:pt x="360949" y="111913"/>
                </a:lnTo>
                <a:lnTo>
                  <a:pt x="385151" y="114884"/>
                </a:lnTo>
                <a:lnTo>
                  <a:pt x="414084" y="104100"/>
                </a:lnTo>
                <a:lnTo>
                  <a:pt x="471510" y="99258"/>
                </a:lnTo>
                <a:lnTo>
                  <a:pt x="484492" y="92546"/>
                </a:lnTo>
                <a:lnTo>
                  <a:pt x="511115" y="98048"/>
                </a:lnTo>
                <a:lnTo>
                  <a:pt x="525526" y="108832"/>
                </a:lnTo>
                <a:lnTo>
                  <a:pt x="542028" y="106301"/>
                </a:lnTo>
                <a:lnTo>
                  <a:pt x="576682" y="115214"/>
                </a:lnTo>
                <a:lnTo>
                  <a:pt x="629487" y="112353"/>
                </a:lnTo>
                <a:lnTo>
                  <a:pt x="644449" y="107071"/>
                </a:lnTo>
                <a:lnTo>
                  <a:pt x="652590" y="98928"/>
                </a:lnTo>
                <a:lnTo>
                  <a:pt x="743129" y="96397"/>
                </a:lnTo>
                <a:lnTo>
                  <a:pt x="776573" y="111033"/>
                </a:lnTo>
                <a:lnTo>
                  <a:pt x="800886" y="137443"/>
                </a:lnTo>
                <a:lnTo>
                  <a:pt x="824428" y="192904"/>
                </a:lnTo>
                <a:lnTo>
                  <a:pt x="844340" y="266963"/>
                </a:lnTo>
                <a:lnTo>
                  <a:pt x="839610" y="274666"/>
                </a:lnTo>
                <a:lnTo>
                  <a:pt x="826628" y="278407"/>
                </a:lnTo>
                <a:lnTo>
                  <a:pt x="770632" y="264542"/>
                </a:lnTo>
                <a:lnTo>
                  <a:pt x="686033" y="264101"/>
                </a:lnTo>
                <a:lnTo>
                  <a:pt x="678772" y="279177"/>
                </a:lnTo>
                <a:lnTo>
                  <a:pt x="670742" y="273015"/>
                </a:lnTo>
                <a:lnTo>
                  <a:pt x="673272" y="265752"/>
                </a:lnTo>
                <a:lnTo>
                  <a:pt x="667111" y="263991"/>
                </a:lnTo>
                <a:lnTo>
                  <a:pt x="569971" y="263331"/>
                </a:lnTo>
                <a:lnTo>
                  <a:pt x="531247" y="282038"/>
                </a:lnTo>
                <a:lnTo>
                  <a:pt x="511445" y="271034"/>
                </a:lnTo>
                <a:lnTo>
                  <a:pt x="504844" y="279507"/>
                </a:lnTo>
                <a:lnTo>
                  <a:pt x="487682" y="286110"/>
                </a:lnTo>
                <a:lnTo>
                  <a:pt x="483942" y="280938"/>
                </a:lnTo>
                <a:lnTo>
                  <a:pt x="476351" y="283249"/>
                </a:lnTo>
                <a:lnTo>
                  <a:pt x="459409" y="296894"/>
                </a:lnTo>
                <a:lnTo>
                  <a:pt x="448078" y="299755"/>
                </a:lnTo>
                <a:lnTo>
                  <a:pt x="438177" y="296784"/>
                </a:lnTo>
                <a:lnTo>
                  <a:pt x="394832" y="312080"/>
                </a:lnTo>
                <a:lnTo>
                  <a:pt x="352588" y="315161"/>
                </a:lnTo>
                <a:lnTo>
                  <a:pt x="321454" y="278517"/>
                </a:lnTo>
                <a:lnTo>
                  <a:pt x="313974" y="255298"/>
                </a:lnTo>
                <a:lnTo>
                  <a:pt x="298022" y="245614"/>
                </a:lnTo>
                <a:lnTo>
                  <a:pt x="265128" y="248035"/>
                </a:lnTo>
                <a:lnTo>
                  <a:pt x="245106" y="210291"/>
                </a:lnTo>
                <a:lnTo>
                  <a:pt x="247196" y="199727"/>
                </a:lnTo>
                <a:lnTo>
                  <a:pt x="242356" y="201708"/>
                </a:lnTo>
                <a:lnTo>
                  <a:pt x="223214" y="188282"/>
                </a:lnTo>
                <a:lnTo>
                  <a:pt x="201101" y="186412"/>
                </a:lnTo>
                <a:lnTo>
                  <a:pt x="193181" y="178269"/>
                </a:lnTo>
                <a:lnTo>
                  <a:pt x="161937" y="169245"/>
                </a:lnTo>
                <a:lnTo>
                  <a:pt x="138175" y="152078"/>
                </a:lnTo>
                <a:lnTo>
                  <a:pt x="131134" y="149437"/>
                </a:lnTo>
                <a:lnTo>
                  <a:pt x="132674" y="153729"/>
                </a:lnTo>
                <a:lnTo>
                  <a:pt x="124753" y="152739"/>
                </a:lnTo>
                <a:lnTo>
                  <a:pt x="115952" y="142065"/>
                </a:lnTo>
                <a:lnTo>
                  <a:pt x="88339" y="136893"/>
                </a:lnTo>
                <a:lnTo>
                  <a:pt x="80089" y="119616"/>
                </a:lnTo>
                <a:lnTo>
                  <a:pt x="63367" y="116645"/>
                </a:lnTo>
                <a:lnTo>
                  <a:pt x="57096" y="122147"/>
                </a:lnTo>
                <a:lnTo>
                  <a:pt x="46975" y="120166"/>
                </a:lnTo>
                <a:lnTo>
                  <a:pt x="26183" y="98378"/>
                </a:lnTo>
                <a:lnTo>
                  <a:pt x="21892" y="100249"/>
                </a:lnTo>
                <a:lnTo>
                  <a:pt x="23873" y="92986"/>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4EDE0FE2-1144-42DC-A902-9E2840B6EA87}"/>
              </a:ext>
            </a:extLst>
          </p:cNvPr>
          <p:cNvSpPr>
            <a:spLocks xmlns:a="http://schemas.openxmlformats.org/drawingml/2006/main" noGrp="1"/>
          </p:cNvSpPr>
          <p:nvPr/>
        </p:nvSpPr>
        <p:spPr>
          <a:xfrm xmlns:a="http://schemas.openxmlformats.org/drawingml/2006/main">
            <a:off x="3397151" y="4517995"/>
            <a:ext cx="132621" cy="156428"/>
          </a:xfrm>
          <a:custGeom xmlns:a="http://schemas.openxmlformats.org/drawingml/2006/main">
            <a:pathLst>
              <a:path w="178659" h="210731">
                <a:moveTo>
                  <a:pt x="60947" y="17937"/>
                </a:moveTo>
                <a:lnTo>
                  <a:pt x="70077" y="31142"/>
                </a:lnTo>
                <a:lnTo>
                  <a:pt x="76348" y="24539"/>
                </a:lnTo>
                <a:lnTo>
                  <a:pt x="88119" y="24980"/>
                </a:lnTo>
                <a:lnTo>
                  <a:pt x="94060" y="20688"/>
                </a:lnTo>
                <a:lnTo>
                  <a:pt x="87569" y="14966"/>
                </a:lnTo>
                <a:lnTo>
                  <a:pt x="86029" y="18047"/>
                </a:lnTo>
                <a:lnTo>
                  <a:pt x="89880" y="11004"/>
                </a:lnTo>
                <a:lnTo>
                  <a:pt x="160947" y="1981"/>
                </a:lnTo>
                <a:lnTo>
                  <a:pt x="167108" y="6382"/>
                </a:lnTo>
                <a:lnTo>
                  <a:pt x="167108" y="15956"/>
                </a:lnTo>
                <a:lnTo>
                  <a:pt x="156107" y="34003"/>
                </a:lnTo>
                <a:lnTo>
                  <a:pt x="128714" y="44347"/>
                </a:lnTo>
                <a:lnTo>
                  <a:pt x="130144" y="38405"/>
                </a:lnTo>
                <a:lnTo>
                  <a:pt x="120133" y="37194"/>
                </a:lnTo>
                <a:lnTo>
                  <a:pt x="112872" y="44457"/>
                </a:lnTo>
                <a:lnTo>
                  <a:pt x="110562" y="55351"/>
                </a:lnTo>
                <a:lnTo>
                  <a:pt x="120683" y="76369"/>
                </a:lnTo>
                <a:lnTo>
                  <a:pt x="132564" y="76479"/>
                </a:lnTo>
                <a:lnTo>
                  <a:pt x="134984" y="72298"/>
                </a:lnTo>
                <a:lnTo>
                  <a:pt x="131134" y="69657"/>
                </a:lnTo>
                <a:lnTo>
                  <a:pt x="139605" y="72628"/>
                </a:lnTo>
                <a:lnTo>
                  <a:pt x="144665" y="97718"/>
                </a:lnTo>
                <a:lnTo>
                  <a:pt x="166558" y="116425"/>
                </a:lnTo>
                <a:lnTo>
                  <a:pt x="170958" y="128199"/>
                </a:lnTo>
                <a:lnTo>
                  <a:pt x="178219" y="133261"/>
                </a:lnTo>
                <a:lnTo>
                  <a:pt x="178659" y="140414"/>
                </a:lnTo>
                <a:lnTo>
                  <a:pt x="173709" y="135792"/>
                </a:lnTo>
                <a:lnTo>
                  <a:pt x="166228" y="139093"/>
                </a:lnTo>
                <a:lnTo>
                  <a:pt x="161607" y="152409"/>
                </a:lnTo>
                <a:lnTo>
                  <a:pt x="167878" y="157471"/>
                </a:lnTo>
                <a:lnTo>
                  <a:pt x="152036" y="164183"/>
                </a:lnTo>
                <a:lnTo>
                  <a:pt x="155667" y="161102"/>
                </a:lnTo>
                <a:lnTo>
                  <a:pt x="143565" y="155160"/>
                </a:lnTo>
                <a:lnTo>
                  <a:pt x="135755" y="143385"/>
                </a:lnTo>
                <a:lnTo>
                  <a:pt x="116612" y="128529"/>
                </a:lnTo>
                <a:lnTo>
                  <a:pt x="102641" y="108502"/>
                </a:lnTo>
                <a:lnTo>
                  <a:pt x="89330" y="128309"/>
                </a:lnTo>
                <a:lnTo>
                  <a:pt x="92520" y="148117"/>
                </a:lnTo>
                <a:lnTo>
                  <a:pt x="92410" y="141514"/>
                </a:lnTo>
                <a:lnTo>
                  <a:pt x="83499" y="143055"/>
                </a:lnTo>
                <a:lnTo>
                  <a:pt x="87569" y="164843"/>
                </a:lnTo>
                <a:lnTo>
                  <a:pt x="91530" y="166164"/>
                </a:lnTo>
                <a:lnTo>
                  <a:pt x="92960" y="162202"/>
                </a:lnTo>
                <a:lnTo>
                  <a:pt x="94170" y="180689"/>
                </a:lnTo>
                <a:lnTo>
                  <a:pt x="89220" y="179589"/>
                </a:lnTo>
                <a:lnTo>
                  <a:pt x="88009" y="190923"/>
                </a:lnTo>
                <a:lnTo>
                  <a:pt x="92410" y="195765"/>
                </a:lnTo>
                <a:lnTo>
                  <a:pt x="98020" y="193674"/>
                </a:lnTo>
                <a:lnTo>
                  <a:pt x="99451" y="202258"/>
                </a:lnTo>
                <a:lnTo>
                  <a:pt x="92520" y="210731"/>
                </a:lnTo>
                <a:lnTo>
                  <a:pt x="78438" y="196205"/>
                </a:lnTo>
                <a:lnTo>
                  <a:pt x="67657" y="193454"/>
                </a:lnTo>
                <a:lnTo>
                  <a:pt x="55116" y="171886"/>
                </a:lnTo>
                <a:lnTo>
                  <a:pt x="0" y="113784"/>
                </a:lnTo>
                <a:lnTo>
                  <a:pt x="12871" y="102339"/>
                </a:lnTo>
                <a:lnTo>
                  <a:pt x="26073" y="99478"/>
                </a:lnTo>
                <a:lnTo>
                  <a:pt x="33444" y="102229"/>
                </a:lnTo>
                <a:lnTo>
                  <a:pt x="29813" y="103000"/>
                </a:lnTo>
                <a:lnTo>
                  <a:pt x="35314" y="107951"/>
                </a:lnTo>
                <a:lnTo>
                  <a:pt x="40264" y="108062"/>
                </a:lnTo>
                <a:lnTo>
                  <a:pt x="39384" y="104650"/>
                </a:lnTo>
                <a:lnTo>
                  <a:pt x="46755" y="112133"/>
                </a:lnTo>
                <a:lnTo>
                  <a:pt x="59736" y="114334"/>
                </a:lnTo>
                <a:lnTo>
                  <a:pt x="56876" y="121157"/>
                </a:lnTo>
                <a:lnTo>
                  <a:pt x="77558" y="132491"/>
                </a:lnTo>
                <a:lnTo>
                  <a:pt x="81409" y="126329"/>
                </a:lnTo>
                <a:lnTo>
                  <a:pt x="73158" y="119726"/>
                </a:lnTo>
                <a:lnTo>
                  <a:pt x="88339" y="127099"/>
                </a:lnTo>
                <a:lnTo>
                  <a:pt x="100221" y="107731"/>
                </a:lnTo>
                <a:lnTo>
                  <a:pt x="98020" y="97938"/>
                </a:lnTo>
                <a:lnTo>
                  <a:pt x="101761" y="91995"/>
                </a:lnTo>
                <a:lnTo>
                  <a:pt x="97360" y="85173"/>
                </a:lnTo>
                <a:lnTo>
                  <a:pt x="93730" y="87924"/>
                </a:lnTo>
                <a:lnTo>
                  <a:pt x="77668" y="74169"/>
                </a:lnTo>
                <a:lnTo>
                  <a:pt x="87019" y="65805"/>
                </a:lnTo>
                <a:lnTo>
                  <a:pt x="93400" y="71087"/>
                </a:lnTo>
                <a:lnTo>
                  <a:pt x="99561" y="68776"/>
                </a:lnTo>
                <a:lnTo>
                  <a:pt x="98681" y="50729"/>
                </a:lnTo>
                <a:lnTo>
                  <a:pt x="77778" y="51610"/>
                </a:lnTo>
                <a:lnTo>
                  <a:pt x="75028" y="36974"/>
                </a:lnTo>
                <a:lnTo>
                  <a:pt x="54456" y="64155"/>
                </a:lnTo>
                <a:lnTo>
                  <a:pt x="39824" y="66025"/>
                </a:lnTo>
                <a:lnTo>
                  <a:pt x="41694" y="57332"/>
                </a:lnTo>
                <a:lnTo>
                  <a:pt x="63807" y="48859"/>
                </a:lnTo>
                <a:lnTo>
                  <a:pt x="68757" y="32793"/>
                </a:lnTo>
                <a:lnTo>
                  <a:pt x="55556" y="18157"/>
                </a:lnTo>
                <a:lnTo>
                  <a:pt x="51375" y="23769"/>
                </a:lnTo>
                <a:lnTo>
                  <a:pt x="54016" y="25750"/>
                </a:lnTo>
                <a:lnTo>
                  <a:pt x="46645" y="24870"/>
                </a:lnTo>
                <a:lnTo>
                  <a:pt x="25743" y="4182"/>
                </a:lnTo>
                <a:lnTo>
                  <a:pt x="29703" y="0"/>
                </a:lnTo>
                <a:lnTo>
                  <a:pt x="58306" y="8803"/>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BD601158-9B8B-4516-8D91-0B43266E2A61}"/>
              </a:ext>
            </a:extLst>
          </p:cNvPr>
          <p:cNvSpPr>
            <a:spLocks xmlns:a="http://schemas.openxmlformats.org/drawingml/2006/main" noGrp="1"/>
          </p:cNvSpPr>
          <p:nvPr/>
        </p:nvSpPr>
        <p:spPr>
          <a:xfrm xmlns:a="http://schemas.openxmlformats.org/drawingml/2006/main">
            <a:off x="3409891" y="4411640"/>
            <a:ext cx="87053" cy="63633"/>
          </a:xfrm>
          <a:custGeom xmlns:a="http://schemas.openxmlformats.org/drawingml/2006/main">
            <a:pathLst>
              <a:path w="117273" h="85723">
                <a:moveTo>
                  <a:pt x="117273" y="51060"/>
                </a:moveTo>
                <a:lnTo>
                  <a:pt x="114742" y="66025"/>
                </a:lnTo>
                <a:lnTo>
                  <a:pt x="102751" y="73398"/>
                </a:lnTo>
                <a:lnTo>
                  <a:pt x="60616" y="55131"/>
                </a:lnTo>
                <a:lnTo>
                  <a:pt x="47415" y="59643"/>
                </a:lnTo>
                <a:lnTo>
                  <a:pt x="14302" y="85723"/>
                </a:lnTo>
                <a:lnTo>
                  <a:pt x="5061" y="85393"/>
                </a:lnTo>
                <a:lnTo>
                  <a:pt x="0" y="77910"/>
                </a:lnTo>
                <a:lnTo>
                  <a:pt x="5171" y="63164"/>
                </a:lnTo>
                <a:lnTo>
                  <a:pt x="50055" y="32903"/>
                </a:lnTo>
                <a:lnTo>
                  <a:pt x="80969" y="0"/>
                </a:lnTo>
                <a:lnTo>
                  <a:pt x="91750" y="3631"/>
                </a:lnTo>
                <a:lnTo>
                  <a:pt x="104181" y="16286"/>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9FD50499-A50D-4E88-9B32-1B3E472A6EF3}"/>
              </a:ext>
            </a:extLst>
          </p:cNvPr>
          <p:cNvSpPr>
            <a:spLocks xmlns:a="http://schemas.openxmlformats.org/drawingml/2006/main" noGrp="1"/>
          </p:cNvSpPr>
          <p:nvPr/>
        </p:nvSpPr>
        <p:spPr>
          <a:xfrm xmlns:a="http://schemas.openxmlformats.org/drawingml/2006/main">
            <a:off x="3333046" y="4499371"/>
            <a:ext cx="43200" cy="59304"/>
          </a:xfrm>
          <a:custGeom xmlns:a="http://schemas.openxmlformats.org/drawingml/2006/main">
            <a:pathLst>
              <a:path w="58196" h="79891">
                <a:moveTo>
                  <a:pt x="58196" y="66686"/>
                </a:moveTo>
                <a:lnTo>
                  <a:pt x="55666" y="77690"/>
                </a:lnTo>
                <a:lnTo>
                  <a:pt x="49505" y="79891"/>
                </a:lnTo>
                <a:lnTo>
                  <a:pt x="20132" y="63274"/>
                </a:lnTo>
                <a:lnTo>
                  <a:pt x="0" y="20688"/>
                </a:lnTo>
                <a:lnTo>
                  <a:pt x="7041" y="0"/>
                </a:lnTo>
                <a:lnTo>
                  <a:pt x="26513" y="5942"/>
                </a:lnTo>
                <a:lnTo>
                  <a:pt x="43895" y="28171"/>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30B9F854-4D29-4BFE-A10E-AC21299FF89E}"/>
              </a:ext>
            </a:extLst>
          </p:cNvPr>
          <p:cNvSpPr>
            <a:spLocks xmlns:a="http://schemas.openxmlformats.org/drawingml/2006/main" noGrp="1"/>
          </p:cNvSpPr>
          <p:nvPr/>
        </p:nvSpPr>
        <p:spPr>
          <a:xfrm xmlns:a="http://schemas.openxmlformats.org/drawingml/2006/main">
            <a:off x="3518258" y="4575747"/>
            <a:ext cx="38872" cy="37821"/>
          </a:xfrm>
          <a:custGeom xmlns:a="http://schemas.openxmlformats.org/drawingml/2006/main">
            <a:pathLst>
              <a:path w="52366" h="50950">
                <a:moveTo>
                  <a:pt x="28603" y="12655"/>
                </a:moveTo>
                <a:lnTo>
                  <a:pt x="37404" y="9574"/>
                </a:lnTo>
                <a:lnTo>
                  <a:pt x="31463" y="5062"/>
                </a:lnTo>
                <a:lnTo>
                  <a:pt x="36414" y="8033"/>
                </a:lnTo>
                <a:lnTo>
                  <a:pt x="49395" y="28501"/>
                </a:lnTo>
                <a:lnTo>
                  <a:pt x="52366" y="38955"/>
                </a:lnTo>
                <a:lnTo>
                  <a:pt x="43785" y="50950"/>
                </a:lnTo>
                <a:lnTo>
                  <a:pt x="37624" y="48529"/>
                </a:lnTo>
                <a:lnTo>
                  <a:pt x="43565" y="50509"/>
                </a:lnTo>
                <a:lnTo>
                  <a:pt x="50275" y="41706"/>
                </a:lnTo>
                <a:lnTo>
                  <a:pt x="48625" y="44127"/>
                </a:lnTo>
                <a:lnTo>
                  <a:pt x="26623" y="34333"/>
                </a:lnTo>
                <a:lnTo>
                  <a:pt x="26623" y="31252"/>
                </a:lnTo>
                <a:lnTo>
                  <a:pt x="28493" y="37524"/>
                </a:lnTo>
                <a:lnTo>
                  <a:pt x="17822" y="22449"/>
                </a:lnTo>
                <a:lnTo>
                  <a:pt x="23653" y="23879"/>
                </a:lnTo>
                <a:lnTo>
                  <a:pt x="26293" y="18927"/>
                </a:lnTo>
                <a:lnTo>
                  <a:pt x="17272" y="16286"/>
                </a:lnTo>
                <a:lnTo>
                  <a:pt x="13091" y="22118"/>
                </a:lnTo>
                <a:lnTo>
                  <a:pt x="0" y="6713"/>
                </a:lnTo>
                <a:lnTo>
                  <a:pt x="1320" y="990"/>
                </a:lnTo>
                <a:lnTo>
                  <a:pt x="11991" y="0"/>
                </a:lnTo>
                <a:lnTo>
                  <a:pt x="12541" y="3962"/>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56F52185-BAA1-43E3-8F4E-9BEE1EB48AE4}"/>
              </a:ext>
            </a:extLst>
          </p:cNvPr>
          <p:cNvSpPr>
            <a:spLocks xmlns:a="http://schemas.openxmlformats.org/drawingml/2006/main" noGrp="1"/>
          </p:cNvSpPr>
          <p:nvPr/>
        </p:nvSpPr>
        <p:spPr>
          <a:xfrm xmlns:a="http://schemas.openxmlformats.org/drawingml/2006/main">
            <a:off x="3317612" y="4656289"/>
            <a:ext cx="26214" cy="26548"/>
          </a:xfrm>
          <a:custGeom xmlns:a="http://schemas.openxmlformats.org/drawingml/2006/main">
            <a:pathLst>
              <a:path w="35314" h="35764">
                <a:moveTo>
                  <a:pt x="17052" y="0"/>
                </a:moveTo>
                <a:lnTo>
                  <a:pt x="31243" y="8693"/>
                </a:lnTo>
                <a:lnTo>
                  <a:pt x="35314" y="16947"/>
                </a:lnTo>
                <a:lnTo>
                  <a:pt x="33114" y="12765"/>
                </a:lnTo>
                <a:lnTo>
                  <a:pt x="28273" y="14416"/>
                </a:lnTo>
                <a:lnTo>
                  <a:pt x="18812" y="30812"/>
                </a:lnTo>
                <a:lnTo>
                  <a:pt x="22772" y="33343"/>
                </a:lnTo>
                <a:lnTo>
                  <a:pt x="9901" y="35764"/>
                </a:lnTo>
                <a:lnTo>
                  <a:pt x="0" y="23109"/>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769DD7BE-15A7-4C3C-A916-BF4F23F7FCBF}"/>
              </a:ext>
            </a:extLst>
          </p:cNvPr>
          <p:cNvSpPr>
            <a:spLocks xmlns:a="http://schemas.openxmlformats.org/drawingml/2006/main" noGrp="1"/>
          </p:cNvSpPr>
          <p:nvPr/>
        </p:nvSpPr>
        <p:spPr>
          <a:xfrm xmlns:a="http://schemas.openxmlformats.org/drawingml/2006/main">
            <a:off x="3303320" y="4644282"/>
            <a:ext cx="16414" cy="18706"/>
          </a:xfrm>
          <a:custGeom xmlns:a="http://schemas.openxmlformats.org/drawingml/2006/main">
            <a:pathLst>
              <a:path w="22112" h="25200">
                <a:moveTo>
                  <a:pt x="4731" y="0"/>
                </a:moveTo>
                <a:lnTo>
                  <a:pt x="16282" y="2641"/>
                </a:lnTo>
                <a:lnTo>
                  <a:pt x="22112" y="8693"/>
                </a:lnTo>
                <a:lnTo>
                  <a:pt x="9351" y="25200"/>
                </a:lnTo>
                <a:lnTo>
                  <a:pt x="990" y="16396"/>
                </a:lnTo>
                <a:lnTo>
                  <a:pt x="0" y="5502"/>
                </a:lnTo>
                <a:lnTo>
                  <a:pt x="770" y="9134"/>
                </a:lnTo>
                <a:lnTo>
                  <a:pt x="4731" y="5832"/>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77552A9B-70A3-4355-8E1C-7AC67A653FC7}"/>
              </a:ext>
            </a:extLst>
          </p:cNvPr>
          <p:cNvSpPr>
            <a:spLocks xmlns:a="http://schemas.openxmlformats.org/drawingml/2006/main" noGrp="1"/>
          </p:cNvSpPr>
          <p:nvPr/>
        </p:nvSpPr>
        <p:spPr>
          <a:xfrm xmlns:a="http://schemas.openxmlformats.org/drawingml/2006/main">
            <a:off x="3515236" y="2719275"/>
            <a:ext cx="122658" cy="141888"/>
          </a:xfrm>
          <a:custGeom xmlns:a="http://schemas.openxmlformats.org/drawingml/2006/main">
            <a:pathLst>
              <a:path w="165238" h="191143">
                <a:moveTo>
                  <a:pt x="162047" y="139314"/>
                </a:moveTo>
                <a:lnTo>
                  <a:pt x="165238" y="152629"/>
                </a:lnTo>
                <a:lnTo>
                  <a:pt x="160837" y="162532"/>
                </a:lnTo>
                <a:lnTo>
                  <a:pt x="130694" y="186302"/>
                </a:lnTo>
                <a:lnTo>
                  <a:pt x="108142" y="191143"/>
                </a:lnTo>
                <a:lnTo>
                  <a:pt x="88009" y="183991"/>
                </a:lnTo>
                <a:lnTo>
                  <a:pt x="66227" y="160001"/>
                </a:lnTo>
                <a:lnTo>
                  <a:pt x="44995" y="122037"/>
                </a:lnTo>
                <a:lnTo>
                  <a:pt x="25083" y="107071"/>
                </a:lnTo>
                <a:lnTo>
                  <a:pt x="23212" y="75049"/>
                </a:lnTo>
                <a:lnTo>
                  <a:pt x="2310" y="33233"/>
                </a:lnTo>
                <a:lnTo>
                  <a:pt x="0" y="14526"/>
                </a:lnTo>
                <a:lnTo>
                  <a:pt x="30143" y="0"/>
                </a:lnTo>
                <a:lnTo>
                  <a:pt x="42795" y="2311"/>
                </a:lnTo>
                <a:lnTo>
                  <a:pt x="96040" y="58873"/>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510FE228-9F0A-42F6-8030-AC85FF8130ED}"/>
              </a:ext>
            </a:extLst>
          </p:cNvPr>
          <p:cNvSpPr>
            <a:spLocks xmlns:a="http://schemas.openxmlformats.org/drawingml/2006/main" noGrp="1"/>
          </p:cNvSpPr>
          <p:nvPr/>
        </p:nvSpPr>
        <p:spPr>
          <a:xfrm xmlns:a="http://schemas.openxmlformats.org/drawingml/2006/main">
            <a:off x="4752187" y="2818523"/>
            <a:ext cx="647915" cy="841282"/>
          </a:xfrm>
          <a:custGeom xmlns:a="http://schemas.openxmlformats.org/drawingml/2006/main">
            <a:pathLst>
              <a:path w="872833" h="1133326">
                <a:moveTo>
                  <a:pt x="494833" y="90785"/>
                </a:moveTo>
                <a:lnTo>
                  <a:pt x="503084" y="101569"/>
                </a:lnTo>
                <a:lnTo>
                  <a:pt x="513535" y="95957"/>
                </a:lnTo>
                <a:lnTo>
                  <a:pt x="540818" y="98708"/>
                </a:lnTo>
                <a:lnTo>
                  <a:pt x="600004" y="118956"/>
                </a:lnTo>
                <a:lnTo>
                  <a:pt x="622887" y="130290"/>
                </a:lnTo>
                <a:lnTo>
                  <a:pt x="623547" y="134252"/>
                </a:lnTo>
                <a:lnTo>
                  <a:pt x="626957" y="132051"/>
                </a:lnTo>
                <a:lnTo>
                  <a:pt x="668101" y="148227"/>
                </a:lnTo>
                <a:lnTo>
                  <a:pt x="699675" y="167814"/>
                </a:lnTo>
                <a:lnTo>
                  <a:pt x="756221" y="219534"/>
                </a:lnTo>
                <a:lnTo>
                  <a:pt x="785594" y="237361"/>
                </a:lnTo>
                <a:lnTo>
                  <a:pt x="835979" y="334749"/>
                </a:lnTo>
                <a:lnTo>
                  <a:pt x="835869" y="347624"/>
                </a:lnTo>
                <a:lnTo>
                  <a:pt x="819478" y="363910"/>
                </a:lnTo>
                <a:lnTo>
                  <a:pt x="820908" y="367321"/>
                </a:lnTo>
                <a:lnTo>
                  <a:pt x="852261" y="377445"/>
                </a:lnTo>
                <a:lnTo>
                  <a:pt x="870523" y="403085"/>
                </a:lnTo>
                <a:lnTo>
                  <a:pt x="872833" y="448312"/>
                </a:lnTo>
                <a:lnTo>
                  <a:pt x="864472" y="487928"/>
                </a:lnTo>
                <a:lnTo>
                  <a:pt x="844890" y="529964"/>
                </a:lnTo>
                <a:lnTo>
                  <a:pt x="795935" y="609854"/>
                </a:lnTo>
                <a:lnTo>
                  <a:pt x="774813" y="653761"/>
                </a:lnTo>
                <a:lnTo>
                  <a:pt x="737959" y="758522"/>
                </a:lnTo>
                <a:lnTo>
                  <a:pt x="720577" y="852608"/>
                </a:lnTo>
                <a:lnTo>
                  <a:pt x="721237" y="905648"/>
                </a:lnTo>
                <a:lnTo>
                  <a:pt x="730588" y="943503"/>
                </a:lnTo>
                <a:lnTo>
                  <a:pt x="770522" y="1018331"/>
                </a:lnTo>
                <a:lnTo>
                  <a:pt x="824868" y="1100863"/>
                </a:lnTo>
                <a:lnTo>
                  <a:pt x="823988" y="1119460"/>
                </a:lnTo>
                <a:lnTo>
                  <a:pt x="808806" y="1132885"/>
                </a:lnTo>
                <a:lnTo>
                  <a:pt x="795715" y="1133326"/>
                </a:lnTo>
                <a:lnTo>
                  <a:pt x="785594" y="1128154"/>
                </a:lnTo>
                <a:lnTo>
                  <a:pt x="257427" y="679511"/>
                </a:lnTo>
                <a:lnTo>
                  <a:pt x="137295" y="570349"/>
                </a:lnTo>
                <a:lnTo>
                  <a:pt x="95930" y="508505"/>
                </a:lnTo>
                <a:lnTo>
                  <a:pt x="79649" y="468340"/>
                </a:lnTo>
                <a:lnTo>
                  <a:pt x="70848" y="432796"/>
                </a:lnTo>
                <a:lnTo>
                  <a:pt x="81629" y="424213"/>
                </a:lnTo>
                <a:lnTo>
                  <a:pt x="174039" y="426854"/>
                </a:lnTo>
                <a:lnTo>
                  <a:pt x="196811" y="421462"/>
                </a:lnTo>
                <a:lnTo>
                  <a:pt x="213643" y="411778"/>
                </a:lnTo>
                <a:lnTo>
                  <a:pt x="225964" y="394502"/>
                </a:lnTo>
                <a:lnTo>
                  <a:pt x="224754" y="382617"/>
                </a:lnTo>
                <a:lnTo>
                  <a:pt x="213533" y="371833"/>
                </a:lnTo>
                <a:lnTo>
                  <a:pt x="211663" y="356977"/>
                </a:lnTo>
                <a:lnTo>
                  <a:pt x="231905" y="320883"/>
                </a:lnTo>
                <a:lnTo>
                  <a:pt x="215073" y="313070"/>
                </a:lnTo>
                <a:lnTo>
                  <a:pt x="196591" y="314831"/>
                </a:lnTo>
                <a:lnTo>
                  <a:pt x="170518" y="341681"/>
                </a:lnTo>
                <a:lnTo>
                  <a:pt x="146536" y="351365"/>
                </a:lnTo>
                <a:lnTo>
                  <a:pt x="57976" y="347293"/>
                </a:lnTo>
                <a:lnTo>
                  <a:pt x="43895" y="339150"/>
                </a:lnTo>
                <a:lnTo>
                  <a:pt x="34544" y="327376"/>
                </a:lnTo>
                <a:lnTo>
                  <a:pt x="1980" y="240773"/>
                </a:lnTo>
                <a:lnTo>
                  <a:pt x="0" y="199067"/>
                </a:lnTo>
                <a:lnTo>
                  <a:pt x="18372" y="160992"/>
                </a:lnTo>
                <a:lnTo>
                  <a:pt x="133884" y="56782"/>
                </a:lnTo>
                <a:lnTo>
                  <a:pt x="169308" y="37745"/>
                </a:lnTo>
                <a:lnTo>
                  <a:pt x="300662" y="1210"/>
                </a:lnTo>
                <a:lnTo>
                  <a:pt x="344117" y="0"/>
                </a:lnTo>
                <a:lnTo>
                  <a:pt x="381081" y="10674"/>
                </a:lnTo>
                <a:lnTo>
                  <a:pt x="414634" y="60743"/>
                </a:lnTo>
                <a:lnTo>
                  <a:pt x="489442" y="74829"/>
                </a:lnTo>
                <a:lnTo>
                  <a:pt x="497693" y="81431"/>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430B40BB-F8BC-4A40-8AD7-D18DE3FB6B5E}"/>
              </a:ext>
            </a:extLst>
          </p:cNvPr>
          <p:cNvSpPr>
            <a:spLocks xmlns:a="http://schemas.openxmlformats.org/drawingml/2006/main" noGrp="1"/>
          </p:cNvSpPr>
          <p:nvPr/>
        </p:nvSpPr>
        <p:spPr>
          <a:xfrm xmlns:a="http://schemas.openxmlformats.org/drawingml/2006/main">
            <a:off x="4221050" y="3082858"/>
            <a:ext cx="85420" cy="78908"/>
          </a:xfrm>
          <a:custGeom xmlns:a="http://schemas.openxmlformats.org/drawingml/2006/main">
            <a:pathLst>
              <a:path w="115072" h="106301">
                <a:moveTo>
                  <a:pt x="32563" y="6713"/>
                </a:moveTo>
                <a:lnTo>
                  <a:pt x="60506" y="43577"/>
                </a:lnTo>
                <a:lnTo>
                  <a:pt x="104621" y="57772"/>
                </a:lnTo>
                <a:lnTo>
                  <a:pt x="115072" y="96177"/>
                </a:lnTo>
                <a:lnTo>
                  <a:pt x="110562" y="105641"/>
                </a:lnTo>
                <a:lnTo>
                  <a:pt x="104621" y="106301"/>
                </a:lnTo>
                <a:lnTo>
                  <a:pt x="90320" y="94086"/>
                </a:lnTo>
                <a:lnTo>
                  <a:pt x="8361" y="14085"/>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22FC7AAD-B19A-4495-AE2B-C2F9814F84A1}"/>
              </a:ext>
            </a:extLst>
          </p:cNvPr>
          <p:cNvSpPr>
            <a:spLocks xmlns:a="http://schemas.openxmlformats.org/drawingml/2006/main" noGrp="1"/>
          </p:cNvSpPr>
          <p:nvPr/>
        </p:nvSpPr>
        <p:spPr>
          <a:xfrm xmlns:a="http://schemas.openxmlformats.org/drawingml/2006/main">
            <a:off x="2698769" y="4642811"/>
            <a:ext cx="196808" cy="236317"/>
          </a:xfrm>
          <a:custGeom xmlns:a="http://schemas.openxmlformats.org/drawingml/2006/main">
            <a:pathLst>
              <a:path w="265128" h="318352">
                <a:moveTo>
                  <a:pt x="25853" y="45998"/>
                </a:moveTo>
                <a:lnTo>
                  <a:pt x="42575" y="47978"/>
                </a:lnTo>
                <a:lnTo>
                  <a:pt x="37074" y="59533"/>
                </a:lnTo>
                <a:lnTo>
                  <a:pt x="42465" y="78900"/>
                </a:lnTo>
                <a:lnTo>
                  <a:pt x="35094" y="81101"/>
                </a:lnTo>
                <a:lnTo>
                  <a:pt x="46975" y="77470"/>
                </a:lnTo>
                <a:lnTo>
                  <a:pt x="48955" y="80881"/>
                </a:lnTo>
                <a:lnTo>
                  <a:pt x="53576" y="74939"/>
                </a:lnTo>
                <a:lnTo>
                  <a:pt x="57866" y="80331"/>
                </a:lnTo>
                <a:lnTo>
                  <a:pt x="52256" y="95077"/>
                </a:lnTo>
                <a:lnTo>
                  <a:pt x="58966" y="99478"/>
                </a:lnTo>
                <a:lnTo>
                  <a:pt x="43895" y="108392"/>
                </a:lnTo>
                <a:lnTo>
                  <a:pt x="35204" y="102229"/>
                </a:lnTo>
                <a:lnTo>
                  <a:pt x="32673" y="104320"/>
                </a:lnTo>
                <a:lnTo>
                  <a:pt x="43235" y="109382"/>
                </a:lnTo>
                <a:lnTo>
                  <a:pt x="61387" y="102229"/>
                </a:lnTo>
                <a:lnTo>
                  <a:pt x="53466" y="109492"/>
                </a:lnTo>
                <a:lnTo>
                  <a:pt x="63697" y="108062"/>
                </a:lnTo>
                <a:lnTo>
                  <a:pt x="61277" y="122257"/>
                </a:lnTo>
                <a:lnTo>
                  <a:pt x="65237" y="111363"/>
                </a:lnTo>
                <a:lnTo>
                  <a:pt x="91420" y="99918"/>
                </a:lnTo>
                <a:lnTo>
                  <a:pt x="105831" y="98488"/>
                </a:lnTo>
                <a:lnTo>
                  <a:pt x="136085" y="106191"/>
                </a:lnTo>
                <a:lnTo>
                  <a:pt x="171838" y="87484"/>
                </a:lnTo>
                <a:lnTo>
                  <a:pt x="194061" y="80881"/>
                </a:lnTo>
                <a:lnTo>
                  <a:pt x="194061" y="76369"/>
                </a:lnTo>
                <a:lnTo>
                  <a:pt x="250497" y="75489"/>
                </a:lnTo>
                <a:lnTo>
                  <a:pt x="262708" y="125888"/>
                </a:lnTo>
                <a:lnTo>
                  <a:pt x="265128" y="169905"/>
                </a:lnTo>
                <a:lnTo>
                  <a:pt x="260728" y="187402"/>
                </a:lnTo>
                <a:lnTo>
                  <a:pt x="245986" y="205449"/>
                </a:lnTo>
                <a:lnTo>
                  <a:pt x="204072" y="228338"/>
                </a:lnTo>
                <a:lnTo>
                  <a:pt x="194391" y="274445"/>
                </a:lnTo>
                <a:lnTo>
                  <a:pt x="169528" y="298655"/>
                </a:lnTo>
                <a:lnTo>
                  <a:pt x="146866" y="313621"/>
                </a:lnTo>
                <a:lnTo>
                  <a:pt x="122003" y="318352"/>
                </a:lnTo>
                <a:lnTo>
                  <a:pt x="97470" y="310319"/>
                </a:lnTo>
                <a:lnTo>
                  <a:pt x="32453" y="244734"/>
                </a:lnTo>
                <a:lnTo>
                  <a:pt x="31573" y="230759"/>
                </a:lnTo>
                <a:lnTo>
                  <a:pt x="60286" y="195215"/>
                </a:lnTo>
                <a:lnTo>
                  <a:pt x="67217" y="172656"/>
                </a:lnTo>
                <a:lnTo>
                  <a:pt x="62047" y="147237"/>
                </a:lnTo>
                <a:lnTo>
                  <a:pt x="56766" y="155710"/>
                </a:lnTo>
                <a:lnTo>
                  <a:pt x="54346" y="147127"/>
                </a:lnTo>
                <a:lnTo>
                  <a:pt x="43125" y="143935"/>
                </a:lnTo>
                <a:lnTo>
                  <a:pt x="54456" y="148887"/>
                </a:lnTo>
                <a:lnTo>
                  <a:pt x="55006" y="158131"/>
                </a:lnTo>
                <a:lnTo>
                  <a:pt x="43895" y="168365"/>
                </a:lnTo>
                <a:lnTo>
                  <a:pt x="35864" y="157140"/>
                </a:lnTo>
                <a:lnTo>
                  <a:pt x="33554" y="166604"/>
                </a:lnTo>
                <a:lnTo>
                  <a:pt x="22002" y="178379"/>
                </a:lnTo>
                <a:lnTo>
                  <a:pt x="8361" y="155490"/>
                </a:lnTo>
                <a:lnTo>
                  <a:pt x="0" y="122477"/>
                </a:lnTo>
                <a:lnTo>
                  <a:pt x="4290" y="92215"/>
                </a:lnTo>
                <a:lnTo>
                  <a:pt x="12541" y="81541"/>
                </a:lnTo>
                <a:lnTo>
                  <a:pt x="17162" y="56562"/>
                </a:lnTo>
                <a:lnTo>
                  <a:pt x="12541" y="550"/>
                </a:lnTo>
                <a:lnTo>
                  <a:pt x="15732"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3328422F-5152-4090-AC1B-385F30EA59F4}"/>
              </a:ext>
            </a:extLst>
          </p:cNvPr>
          <p:cNvSpPr>
            <a:spLocks xmlns:a="http://schemas.openxmlformats.org/drawingml/2006/main" noGrp="1"/>
          </p:cNvSpPr>
          <p:nvPr/>
        </p:nvSpPr>
        <p:spPr>
          <a:xfrm xmlns:a="http://schemas.openxmlformats.org/drawingml/2006/main">
            <a:off x="2286043" y="4674669"/>
            <a:ext cx="216734" cy="88466"/>
          </a:xfrm>
          <a:custGeom xmlns:a="http://schemas.openxmlformats.org/drawingml/2006/main">
            <a:pathLst>
              <a:path w="291971" h="119176">
                <a:moveTo>
                  <a:pt x="172168" y="220"/>
                </a:moveTo>
                <a:lnTo>
                  <a:pt x="195711" y="7483"/>
                </a:lnTo>
                <a:lnTo>
                  <a:pt x="180969" y="3081"/>
                </a:lnTo>
                <a:lnTo>
                  <a:pt x="177669" y="13425"/>
                </a:lnTo>
                <a:lnTo>
                  <a:pt x="188230" y="29932"/>
                </a:lnTo>
                <a:lnTo>
                  <a:pt x="200221" y="36974"/>
                </a:lnTo>
                <a:lnTo>
                  <a:pt x="219253" y="34993"/>
                </a:lnTo>
                <a:lnTo>
                  <a:pt x="234985" y="24209"/>
                </a:lnTo>
                <a:lnTo>
                  <a:pt x="236635" y="21458"/>
                </a:lnTo>
                <a:lnTo>
                  <a:pt x="230915" y="18047"/>
                </a:lnTo>
                <a:lnTo>
                  <a:pt x="244006" y="24870"/>
                </a:lnTo>
                <a:lnTo>
                  <a:pt x="258748" y="59753"/>
                </a:lnTo>
                <a:lnTo>
                  <a:pt x="251817" y="43247"/>
                </a:lnTo>
                <a:lnTo>
                  <a:pt x="243016" y="40606"/>
                </a:lnTo>
                <a:lnTo>
                  <a:pt x="230475" y="45998"/>
                </a:lnTo>
                <a:lnTo>
                  <a:pt x="222994" y="59533"/>
                </a:lnTo>
                <a:lnTo>
                  <a:pt x="234435" y="71527"/>
                </a:lnTo>
                <a:lnTo>
                  <a:pt x="247966" y="72958"/>
                </a:lnTo>
                <a:lnTo>
                  <a:pt x="269859" y="89134"/>
                </a:lnTo>
                <a:lnTo>
                  <a:pt x="278220" y="87374"/>
                </a:lnTo>
                <a:lnTo>
                  <a:pt x="273599" y="81101"/>
                </a:lnTo>
                <a:lnTo>
                  <a:pt x="291971" y="107731"/>
                </a:lnTo>
                <a:lnTo>
                  <a:pt x="271179" y="110262"/>
                </a:lnTo>
                <a:lnTo>
                  <a:pt x="275029" y="104210"/>
                </a:lnTo>
                <a:lnTo>
                  <a:pt x="270959" y="97828"/>
                </a:lnTo>
                <a:lnTo>
                  <a:pt x="249837" y="92766"/>
                </a:lnTo>
                <a:lnTo>
                  <a:pt x="248297" y="112353"/>
                </a:lnTo>
                <a:lnTo>
                  <a:pt x="261278" y="110813"/>
                </a:lnTo>
                <a:lnTo>
                  <a:pt x="217713" y="119176"/>
                </a:lnTo>
                <a:lnTo>
                  <a:pt x="176899" y="110813"/>
                </a:lnTo>
                <a:lnTo>
                  <a:pt x="107371" y="118626"/>
                </a:lnTo>
                <a:lnTo>
                  <a:pt x="7371" y="101899"/>
                </a:lnTo>
                <a:lnTo>
                  <a:pt x="0" y="94746"/>
                </a:lnTo>
                <a:lnTo>
                  <a:pt x="3850" y="83962"/>
                </a:lnTo>
                <a:lnTo>
                  <a:pt x="39164" y="61844"/>
                </a:lnTo>
                <a:lnTo>
                  <a:pt x="74258" y="23329"/>
                </a:lnTo>
                <a:lnTo>
                  <a:pt x="154126"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60CA16BE-AFD8-470C-A101-4B243476F216}"/>
              </a:ext>
            </a:extLst>
          </p:cNvPr>
          <p:cNvSpPr>
            <a:spLocks xmlns:a="http://schemas.openxmlformats.org/drawingml/2006/main" noGrp="1"/>
          </p:cNvSpPr>
          <p:nvPr/>
        </p:nvSpPr>
        <p:spPr>
          <a:xfrm xmlns:a="http://schemas.openxmlformats.org/drawingml/2006/main">
            <a:off x="2551938" y="4478868"/>
            <a:ext cx="254054" cy="100474"/>
          </a:xfrm>
          <a:custGeom xmlns:a="http://schemas.openxmlformats.org/drawingml/2006/main">
            <a:pathLst>
              <a:path w="342247" h="135352">
                <a:moveTo>
                  <a:pt x="119583" y="13645"/>
                </a:moveTo>
                <a:lnTo>
                  <a:pt x="162927" y="33233"/>
                </a:lnTo>
                <a:lnTo>
                  <a:pt x="168208" y="21348"/>
                </a:lnTo>
                <a:lnTo>
                  <a:pt x="184820" y="8473"/>
                </a:lnTo>
                <a:lnTo>
                  <a:pt x="195051" y="7043"/>
                </a:lnTo>
                <a:lnTo>
                  <a:pt x="199891" y="11664"/>
                </a:lnTo>
                <a:lnTo>
                  <a:pt x="216613" y="62614"/>
                </a:lnTo>
                <a:lnTo>
                  <a:pt x="222004" y="67126"/>
                </a:lnTo>
                <a:lnTo>
                  <a:pt x="263368" y="82862"/>
                </a:lnTo>
                <a:lnTo>
                  <a:pt x="277670" y="78680"/>
                </a:lnTo>
                <a:lnTo>
                  <a:pt x="303742" y="80001"/>
                </a:lnTo>
                <a:lnTo>
                  <a:pt x="331245" y="95957"/>
                </a:lnTo>
                <a:lnTo>
                  <a:pt x="342247" y="108612"/>
                </a:lnTo>
                <a:lnTo>
                  <a:pt x="321564" y="135352"/>
                </a:lnTo>
                <a:lnTo>
                  <a:pt x="265788" y="133041"/>
                </a:lnTo>
                <a:lnTo>
                  <a:pt x="213423" y="121597"/>
                </a:lnTo>
                <a:lnTo>
                  <a:pt x="137075" y="81982"/>
                </a:lnTo>
                <a:lnTo>
                  <a:pt x="61497" y="65475"/>
                </a:lnTo>
                <a:lnTo>
                  <a:pt x="33004" y="65695"/>
                </a:lnTo>
                <a:lnTo>
                  <a:pt x="5391" y="48749"/>
                </a:lnTo>
                <a:lnTo>
                  <a:pt x="0" y="35103"/>
                </a:lnTo>
                <a:lnTo>
                  <a:pt x="3740" y="26410"/>
                </a:lnTo>
                <a:lnTo>
                  <a:pt x="40374" y="6272"/>
                </a:lnTo>
                <a:lnTo>
                  <a:pt x="72828" y="0"/>
                </a:lnTo>
                <a:lnTo>
                  <a:pt x="106161" y="3631"/>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897677D1-8BA2-41AA-8C4B-19FDB62BBAE1}"/>
              </a:ext>
            </a:extLst>
          </p:cNvPr>
          <p:cNvSpPr>
            <a:spLocks xmlns:a="http://schemas.openxmlformats.org/drawingml/2006/main" noGrp="1"/>
          </p:cNvSpPr>
          <p:nvPr/>
        </p:nvSpPr>
        <p:spPr>
          <a:xfrm xmlns:a="http://schemas.openxmlformats.org/drawingml/2006/main">
            <a:off x="2714856" y="4453872"/>
            <a:ext cx="158835" cy="133230"/>
          </a:xfrm>
          <a:custGeom xmlns:a="http://schemas.openxmlformats.org/drawingml/2006/main">
            <a:pathLst>
              <a:path w="213973" h="179479">
                <a:moveTo>
                  <a:pt x="17602" y="0"/>
                </a:moveTo>
                <a:lnTo>
                  <a:pt x="59516" y="7483"/>
                </a:lnTo>
                <a:lnTo>
                  <a:pt x="107812" y="48199"/>
                </a:lnTo>
                <a:lnTo>
                  <a:pt x="119583" y="68116"/>
                </a:lnTo>
                <a:lnTo>
                  <a:pt x="128384" y="73068"/>
                </a:lnTo>
                <a:lnTo>
                  <a:pt x="132894" y="66576"/>
                </a:lnTo>
                <a:lnTo>
                  <a:pt x="137405" y="70647"/>
                </a:lnTo>
                <a:lnTo>
                  <a:pt x="134984" y="73398"/>
                </a:lnTo>
                <a:lnTo>
                  <a:pt x="143895" y="81541"/>
                </a:lnTo>
                <a:lnTo>
                  <a:pt x="146536" y="79230"/>
                </a:lnTo>
                <a:lnTo>
                  <a:pt x="153246" y="85723"/>
                </a:lnTo>
                <a:lnTo>
                  <a:pt x="150716" y="88254"/>
                </a:lnTo>
                <a:lnTo>
                  <a:pt x="158967" y="96397"/>
                </a:lnTo>
                <a:lnTo>
                  <a:pt x="162157" y="93426"/>
                </a:lnTo>
                <a:lnTo>
                  <a:pt x="186580" y="119506"/>
                </a:lnTo>
                <a:lnTo>
                  <a:pt x="192411" y="128309"/>
                </a:lnTo>
                <a:lnTo>
                  <a:pt x="189000" y="140854"/>
                </a:lnTo>
                <a:lnTo>
                  <a:pt x="198461" y="144926"/>
                </a:lnTo>
                <a:lnTo>
                  <a:pt x="213973" y="174197"/>
                </a:lnTo>
                <a:lnTo>
                  <a:pt x="213093" y="179479"/>
                </a:lnTo>
                <a:lnTo>
                  <a:pt x="183610" y="171666"/>
                </a:lnTo>
                <a:lnTo>
                  <a:pt x="150166" y="170015"/>
                </a:lnTo>
                <a:lnTo>
                  <a:pt x="142135" y="139314"/>
                </a:lnTo>
                <a:lnTo>
                  <a:pt x="122773" y="121377"/>
                </a:lnTo>
                <a:lnTo>
                  <a:pt x="82509" y="105971"/>
                </a:lnTo>
                <a:lnTo>
                  <a:pt x="36964" y="101459"/>
                </a:lnTo>
                <a:lnTo>
                  <a:pt x="11991" y="87043"/>
                </a:lnTo>
                <a:lnTo>
                  <a:pt x="0" y="16947"/>
                </a:lnTo>
                <a:lnTo>
                  <a:pt x="5611" y="13755"/>
                </a:lnTo>
                <a:lnTo>
                  <a:pt x="4951" y="5612"/>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D69E05AD-3B59-4EBD-BE51-7A4C72B97AAC}"/>
              </a:ext>
            </a:extLst>
          </p:cNvPr>
          <p:cNvSpPr>
            <a:spLocks xmlns:a="http://schemas.openxmlformats.org/drawingml/2006/main" noGrp="1"/>
          </p:cNvSpPr>
          <p:nvPr/>
        </p:nvSpPr>
        <p:spPr>
          <a:xfrm xmlns:a="http://schemas.openxmlformats.org/drawingml/2006/main">
            <a:off x="2368360" y="4846944"/>
            <a:ext cx="118738" cy="99330"/>
          </a:xfrm>
          <a:custGeom xmlns:a="http://schemas.openxmlformats.org/drawingml/2006/main">
            <a:pathLst>
              <a:path w="159957" h="133811">
                <a:moveTo>
                  <a:pt x="106381" y="0"/>
                </a:moveTo>
                <a:lnTo>
                  <a:pt x="132564" y="2531"/>
                </a:lnTo>
                <a:lnTo>
                  <a:pt x="136305" y="9134"/>
                </a:lnTo>
                <a:lnTo>
                  <a:pt x="118593" y="14526"/>
                </a:lnTo>
                <a:lnTo>
                  <a:pt x="116722" y="20138"/>
                </a:lnTo>
                <a:lnTo>
                  <a:pt x="130034" y="11334"/>
                </a:lnTo>
                <a:lnTo>
                  <a:pt x="142795" y="12765"/>
                </a:lnTo>
                <a:lnTo>
                  <a:pt x="159297" y="40275"/>
                </a:lnTo>
                <a:lnTo>
                  <a:pt x="150936" y="47538"/>
                </a:lnTo>
                <a:lnTo>
                  <a:pt x="151816" y="51060"/>
                </a:lnTo>
                <a:lnTo>
                  <a:pt x="153686" y="47318"/>
                </a:lnTo>
                <a:lnTo>
                  <a:pt x="159957" y="47868"/>
                </a:lnTo>
                <a:lnTo>
                  <a:pt x="157867" y="61404"/>
                </a:lnTo>
                <a:lnTo>
                  <a:pt x="146206" y="58763"/>
                </a:lnTo>
                <a:lnTo>
                  <a:pt x="133334" y="68886"/>
                </a:lnTo>
                <a:lnTo>
                  <a:pt x="122553" y="43467"/>
                </a:lnTo>
                <a:lnTo>
                  <a:pt x="122333" y="50179"/>
                </a:lnTo>
                <a:lnTo>
                  <a:pt x="132124" y="63164"/>
                </a:lnTo>
                <a:lnTo>
                  <a:pt x="128714" y="70207"/>
                </a:lnTo>
                <a:lnTo>
                  <a:pt x="122333" y="57442"/>
                </a:lnTo>
                <a:lnTo>
                  <a:pt x="112872" y="54581"/>
                </a:lnTo>
                <a:lnTo>
                  <a:pt x="104291" y="58542"/>
                </a:lnTo>
                <a:lnTo>
                  <a:pt x="113642" y="55241"/>
                </a:lnTo>
                <a:lnTo>
                  <a:pt x="122113" y="58212"/>
                </a:lnTo>
                <a:lnTo>
                  <a:pt x="126624" y="67016"/>
                </a:lnTo>
                <a:lnTo>
                  <a:pt x="123213" y="97828"/>
                </a:lnTo>
                <a:lnTo>
                  <a:pt x="107702" y="96727"/>
                </a:lnTo>
                <a:lnTo>
                  <a:pt x="90760" y="106301"/>
                </a:lnTo>
                <a:lnTo>
                  <a:pt x="84489" y="99148"/>
                </a:lnTo>
                <a:lnTo>
                  <a:pt x="78988" y="99148"/>
                </a:lnTo>
                <a:lnTo>
                  <a:pt x="52806" y="115214"/>
                </a:lnTo>
                <a:lnTo>
                  <a:pt x="53576" y="118626"/>
                </a:lnTo>
                <a:lnTo>
                  <a:pt x="44005" y="121267"/>
                </a:lnTo>
                <a:lnTo>
                  <a:pt x="39164" y="115764"/>
                </a:lnTo>
                <a:lnTo>
                  <a:pt x="20902" y="133811"/>
                </a:lnTo>
                <a:lnTo>
                  <a:pt x="24643" y="125558"/>
                </a:lnTo>
                <a:lnTo>
                  <a:pt x="19362" y="102009"/>
                </a:lnTo>
                <a:lnTo>
                  <a:pt x="7701" y="67676"/>
                </a:lnTo>
                <a:lnTo>
                  <a:pt x="0" y="63274"/>
                </a:lnTo>
                <a:lnTo>
                  <a:pt x="880" y="57662"/>
                </a:lnTo>
                <a:lnTo>
                  <a:pt x="45105" y="51170"/>
                </a:lnTo>
                <a:lnTo>
                  <a:pt x="56656" y="60193"/>
                </a:lnTo>
                <a:lnTo>
                  <a:pt x="59626" y="57992"/>
                </a:lnTo>
                <a:lnTo>
                  <a:pt x="53796" y="44127"/>
                </a:lnTo>
                <a:lnTo>
                  <a:pt x="72388" y="12325"/>
                </a:lnTo>
                <a:lnTo>
                  <a:pt x="88009" y="3411"/>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0611B920-C244-4030-AEFE-D92DA5DB061A}"/>
              </a:ext>
            </a:extLst>
          </p:cNvPr>
          <p:cNvSpPr>
            <a:spLocks xmlns:a="http://schemas.openxmlformats.org/drawingml/2006/main" noGrp="1"/>
          </p:cNvSpPr>
          <p:nvPr/>
        </p:nvSpPr>
        <p:spPr>
          <a:xfrm xmlns:a="http://schemas.openxmlformats.org/drawingml/2006/main">
            <a:off x="2458352" y="4976334"/>
            <a:ext cx="108204" cy="81441"/>
          </a:xfrm>
          <a:custGeom xmlns:a="http://schemas.openxmlformats.org/drawingml/2006/main">
            <a:pathLst>
              <a:path w="145766" h="109712">
                <a:moveTo>
                  <a:pt x="50935" y="0"/>
                </a:moveTo>
                <a:lnTo>
                  <a:pt x="69527" y="8143"/>
                </a:lnTo>
                <a:lnTo>
                  <a:pt x="73818" y="17717"/>
                </a:lnTo>
                <a:lnTo>
                  <a:pt x="93840" y="9023"/>
                </a:lnTo>
                <a:lnTo>
                  <a:pt x="92300" y="26520"/>
                </a:lnTo>
                <a:lnTo>
                  <a:pt x="95050" y="8803"/>
                </a:lnTo>
                <a:lnTo>
                  <a:pt x="103961" y="6603"/>
                </a:lnTo>
                <a:lnTo>
                  <a:pt x="124313" y="13425"/>
                </a:lnTo>
                <a:lnTo>
                  <a:pt x="129264" y="22999"/>
                </a:lnTo>
                <a:lnTo>
                  <a:pt x="132234" y="19477"/>
                </a:lnTo>
                <a:lnTo>
                  <a:pt x="145766" y="22229"/>
                </a:lnTo>
                <a:lnTo>
                  <a:pt x="145105" y="33673"/>
                </a:lnTo>
                <a:lnTo>
                  <a:pt x="134654" y="47868"/>
                </a:lnTo>
                <a:lnTo>
                  <a:pt x="120463" y="40606"/>
                </a:lnTo>
                <a:lnTo>
                  <a:pt x="113972" y="45998"/>
                </a:lnTo>
                <a:lnTo>
                  <a:pt x="122553" y="43907"/>
                </a:lnTo>
                <a:lnTo>
                  <a:pt x="127394" y="49849"/>
                </a:lnTo>
                <a:lnTo>
                  <a:pt x="125193" y="68336"/>
                </a:lnTo>
                <a:lnTo>
                  <a:pt x="120903" y="71748"/>
                </a:lnTo>
                <a:lnTo>
                  <a:pt x="125633" y="100689"/>
                </a:lnTo>
                <a:lnTo>
                  <a:pt x="108252" y="109712"/>
                </a:lnTo>
                <a:lnTo>
                  <a:pt x="93620" y="107401"/>
                </a:lnTo>
                <a:lnTo>
                  <a:pt x="77338" y="96727"/>
                </a:lnTo>
                <a:lnTo>
                  <a:pt x="72278" y="102449"/>
                </a:lnTo>
                <a:lnTo>
                  <a:pt x="63367" y="102229"/>
                </a:lnTo>
                <a:lnTo>
                  <a:pt x="42245" y="77250"/>
                </a:lnTo>
                <a:lnTo>
                  <a:pt x="31903" y="46328"/>
                </a:lnTo>
                <a:lnTo>
                  <a:pt x="23212" y="40386"/>
                </a:lnTo>
                <a:lnTo>
                  <a:pt x="16392" y="42476"/>
                </a:lnTo>
                <a:lnTo>
                  <a:pt x="990" y="37304"/>
                </a:lnTo>
                <a:lnTo>
                  <a:pt x="0" y="28941"/>
                </a:lnTo>
                <a:lnTo>
                  <a:pt x="14522" y="11885"/>
                </a:lnTo>
                <a:lnTo>
                  <a:pt x="21012" y="14856"/>
                </a:lnTo>
                <a:lnTo>
                  <a:pt x="34984" y="1100"/>
                </a:lnTo>
                <a:lnTo>
                  <a:pt x="38394" y="6603"/>
                </a:lnTo>
                <a:lnTo>
                  <a:pt x="39494" y="2311"/>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C3B2DE05-7A16-4B35-8C7C-6DEDDA1D721B}"/>
              </a:ext>
            </a:extLst>
          </p:cNvPr>
          <p:cNvSpPr>
            <a:spLocks xmlns:a="http://schemas.openxmlformats.org/drawingml/2006/main" noGrp="1"/>
          </p:cNvSpPr>
          <p:nvPr/>
        </p:nvSpPr>
        <p:spPr>
          <a:xfrm xmlns:a="http://schemas.openxmlformats.org/drawingml/2006/main">
            <a:off x="2977893" y="4695090"/>
            <a:ext cx="77988" cy="82993"/>
          </a:xfrm>
          <a:custGeom xmlns:a="http://schemas.openxmlformats.org/drawingml/2006/main">
            <a:pathLst>
              <a:path w="105061" h="111803">
                <a:moveTo>
                  <a:pt x="13201" y="3081"/>
                </a:moveTo>
                <a:lnTo>
                  <a:pt x="38504" y="26850"/>
                </a:lnTo>
                <a:lnTo>
                  <a:pt x="52586" y="32132"/>
                </a:lnTo>
                <a:lnTo>
                  <a:pt x="72278" y="66686"/>
                </a:lnTo>
                <a:lnTo>
                  <a:pt x="104511" y="99368"/>
                </a:lnTo>
                <a:lnTo>
                  <a:pt x="105061" y="111803"/>
                </a:lnTo>
                <a:lnTo>
                  <a:pt x="72608" y="103440"/>
                </a:lnTo>
                <a:lnTo>
                  <a:pt x="18702" y="69437"/>
                </a:lnTo>
                <a:lnTo>
                  <a:pt x="770" y="32132"/>
                </a:lnTo>
                <a:lnTo>
                  <a:pt x="0" y="2971"/>
                </a:lnTo>
                <a:lnTo>
                  <a:pt x="6381"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63F1E58E-E413-4D56-97E4-7515B14E1CC4}"/>
              </a:ext>
            </a:extLst>
          </p:cNvPr>
          <p:cNvSpPr>
            <a:spLocks xmlns:a="http://schemas.openxmlformats.org/drawingml/2006/main" noGrp="1"/>
          </p:cNvSpPr>
          <p:nvPr/>
        </p:nvSpPr>
        <p:spPr>
          <a:xfrm xmlns:a="http://schemas.openxmlformats.org/drawingml/2006/main">
            <a:off x="2609592" y="4552222"/>
            <a:ext cx="29970" cy="43620"/>
          </a:xfrm>
          <a:custGeom xmlns:a="http://schemas.openxmlformats.org/drawingml/2006/main">
            <a:pathLst>
              <a:path w="40374" h="58763">
                <a:moveTo>
                  <a:pt x="7151" y="0"/>
                </a:moveTo>
                <a:lnTo>
                  <a:pt x="18592" y="3741"/>
                </a:lnTo>
                <a:lnTo>
                  <a:pt x="3740" y="1210"/>
                </a:lnTo>
                <a:lnTo>
                  <a:pt x="8911" y="22559"/>
                </a:lnTo>
                <a:lnTo>
                  <a:pt x="38064" y="27841"/>
                </a:lnTo>
                <a:lnTo>
                  <a:pt x="28933" y="45558"/>
                </a:lnTo>
                <a:lnTo>
                  <a:pt x="40374" y="53260"/>
                </a:lnTo>
                <a:lnTo>
                  <a:pt x="21122" y="58763"/>
                </a:lnTo>
                <a:lnTo>
                  <a:pt x="2090" y="44677"/>
                </a:lnTo>
                <a:lnTo>
                  <a:pt x="11111" y="48088"/>
                </a:lnTo>
                <a:lnTo>
                  <a:pt x="14412" y="42256"/>
                </a:lnTo>
                <a:lnTo>
                  <a:pt x="6821" y="30482"/>
                </a:lnTo>
                <a:lnTo>
                  <a:pt x="2640" y="30262"/>
                </a:lnTo>
                <a:lnTo>
                  <a:pt x="0" y="36534"/>
                </a:lnTo>
                <a:lnTo>
                  <a:pt x="5391" y="19257"/>
                </a:lnTo>
                <a:lnTo>
                  <a:pt x="990" y="3191"/>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7A0462AC-AD04-40CC-AE06-1BBEEE4405E2}"/>
              </a:ext>
            </a:extLst>
          </p:cNvPr>
          <p:cNvSpPr>
            <a:spLocks xmlns:a="http://schemas.openxmlformats.org/drawingml/2006/main" noGrp="1"/>
          </p:cNvSpPr>
          <p:nvPr/>
        </p:nvSpPr>
        <p:spPr>
          <a:xfrm xmlns:a="http://schemas.openxmlformats.org/drawingml/2006/main">
            <a:off x="2679986" y="4806101"/>
            <a:ext cx="28745" cy="7597"/>
          </a:xfrm>
          <a:custGeom xmlns:a="http://schemas.openxmlformats.org/drawingml/2006/main">
            <a:pathLst>
              <a:path w="38724" h="10234">
                <a:moveTo>
                  <a:pt x="20792" y="0"/>
                </a:moveTo>
                <a:lnTo>
                  <a:pt x="38724" y="0"/>
                </a:lnTo>
                <a:lnTo>
                  <a:pt x="38724" y="10234"/>
                </a:lnTo>
                <a:lnTo>
                  <a:pt x="0" y="10234"/>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806F2696-F612-4866-A1C3-10F2647CE9C5}"/>
              </a:ext>
            </a:extLst>
          </p:cNvPr>
          <p:cNvSpPr>
            <a:spLocks xmlns:a="http://schemas.openxmlformats.org/drawingml/2006/main" noGrp="1"/>
          </p:cNvSpPr>
          <p:nvPr/>
        </p:nvSpPr>
        <p:spPr>
          <a:xfrm xmlns:a="http://schemas.openxmlformats.org/drawingml/2006/main">
            <a:off x="2630090" y="4557205"/>
            <a:ext cx="38545" cy="35288"/>
          </a:xfrm>
          <a:custGeom xmlns:a="http://schemas.openxmlformats.org/drawingml/2006/main">
            <a:pathLst>
              <a:path w="51926" h="47538">
                <a:moveTo>
                  <a:pt x="33334" y="16616"/>
                </a:moveTo>
                <a:lnTo>
                  <a:pt x="51926" y="33893"/>
                </a:lnTo>
                <a:lnTo>
                  <a:pt x="44445" y="26630"/>
                </a:lnTo>
                <a:lnTo>
                  <a:pt x="39494" y="35544"/>
                </a:lnTo>
                <a:lnTo>
                  <a:pt x="40484" y="43247"/>
                </a:lnTo>
                <a:lnTo>
                  <a:pt x="51265" y="40496"/>
                </a:lnTo>
                <a:lnTo>
                  <a:pt x="22332" y="47538"/>
                </a:lnTo>
                <a:lnTo>
                  <a:pt x="33114" y="42036"/>
                </a:lnTo>
                <a:lnTo>
                  <a:pt x="25413" y="17827"/>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5CD0AB5E-A0EF-40E6-BFB7-8CB02FDB13A5}"/>
              </a:ext>
            </a:extLst>
          </p:cNvPr>
          <p:cNvSpPr>
            <a:spLocks xmlns:a="http://schemas.openxmlformats.org/drawingml/2006/main" noGrp="1"/>
          </p:cNvSpPr>
          <p:nvPr/>
        </p:nvSpPr>
        <p:spPr>
          <a:xfrm xmlns:a="http://schemas.openxmlformats.org/drawingml/2006/main">
            <a:off x="2518130" y="4856256"/>
            <a:ext cx="19028" cy="19850"/>
          </a:xfrm>
          <a:custGeom xmlns:a="http://schemas.openxmlformats.org/drawingml/2006/main">
            <a:pathLst>
              <a:path w="25633" h="26740">
                <a:moveTo>
                  <a:pt x="14082" y="25200"/>
                </a:moveTo>
                <a:lnTo>
                  <a:pt x="5611" y="26740"/>
                </a:lnTo>
                <a:lnTo>
                  <a:pt x="0" y="22889"/>
                </a:lnTo>
                <a:lnTo>
                  <a:pt x="7041" y="17717"/>
                </a:lnTo>
                <a:lnTo>
                  <a:pt x="8801" y="9684"/>
                </a:lnTo>
                <a:lnTo>
                  <a:pt x="25633"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08FE62BD-3A49-45A4-BE4F-DBF42EE134CB}"/>
              </a:ext>
            </a:extLst>
          </p:cNvPr>
          <p:cNvSpPr>
            <a:spLocks xmlns:a="http://schemas.openxmlformats.org/drawingml/2006/main" noGrp="1"/>
          </p:cNvSpPr>
          <p:nvPr/>
        </p:nvSpPr>
        <p:spPr>
          <a:xfrm xmlns:a="http://schemas.openxmlformats.org/drawingml/2006/main">
            <a:off x="1903697" y="3156048"/>
            <a:ext cx="13229" cy="19850"/>
          </a:xfrm>
          <a:custGeom xmlns:a="http://schemas.openxmlformats.org/drawingml/2006/main">
            <a:pathLst>
              <a:path w="17822" h="26740">
                <a:moveTo>
                  <a:pt x="9241" y="26740"/>
                </a:moveTo>
                <a:lnTo>
                  <a:pt x="0" y="23769"/>
                </a:lnTo>
                <a:lnTo>
                  <a:pt x="10561" y="0"/>
                </a:lnTo>
                <a:lnTo>
                  <a:pt x="17822" y="14416"/>
                </a:lnTo>
                <a:lnTo>
                  <a:pt x="17492" y="20138"/>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79117173-D76D-4131-9166-A7259062F82B}"/>
              </a:ext>
            </a:extLst>
          </p:cNvPr>
          <p:cNvSpPr>
            <a:spLocks xmlns:a="http://schemas.openxmlformats.org/drawingml/2006/main" noGrp="1"/>
          </p:cNvSpPr>
          <p:nvPr/>
        </p:nvSpPr>
        <p:spPr>
          <a:xfrm xmlns:a="http://schemas.openxmlformats.org/drawingml/2006/main">
            <a:off x="1457898" y="2571750"/>
            <a:ext cx="3575946" cy="2124729"/>
          </a:xfrm>
          <a:custGeom xmlns:a="http://schemas.openxmlformats.org/drawingml/2006/main">
            <a:pathLst>
              <a:path w="4817304" h="2862310">
                <a:moveTo>
                  <a:pt x="1007598" y="1796220"/>
                </a:moveTo>
                <a:lnTo>
                  <a:pt x="985155" y="1791709"/>
                </a:lnTo>
                <a:lnTo>
                  <a:pt x="991096" y="1805354"/>
                </a:lnTo>
                <a:lnTo>
                  <a:pt x="1003527" y="1808435"/>
                </a:lnTo>
                <a:lnTo>
                  <a:pt x="1030590" y="1842218"/>
                </a:lnTo>
                <a:lnTo>
                  <a:pt x="1030920" y="1884364"/>
                </a:lnTo>
                <a:lnTo>
                  <a:pt x="995386" y="1883374"/>
                </a:lnTo>
                <a:lnTo>
                  <a:pt x="995606" y="1878202"/>
                </a:lnTo>
                <a:lnTo>
                  <a:pt x="989116" y="1873800"/>
                </a:lnTo>
                <a:lnTo>
                  <a:pt x="985595" y="1844419"/>
                </a:lnTo>
                <a:lnTo>
                  <a:pt x="975474" y="1825161"/>
                </a:lnTo>
                <a:lnTo>
                  <a:pt x="978775" y="1814267"/>
                </a:lnTo>
                <a:lnTo>
                  <a:pt x="988676" y="1806234"/>
                </a:lnTo>
                <a:lnTo>
                  <a:pt x="983065" y="1792699"/>
                </a:lnTo>
                <a:lnTo>
                  <a:pt x="971734" y="1806454"/>
                </a:lnTo>
                <a:lnTo>
                  <a:pt x="966453" y="1823181"/>
                </a:lnTo>
                <a:lnTo>
                  <a:pt x="968653" y="1868848"/>
                </a:lnTo>
                <a:lnTo>
                  <a:pt x="938070" y="1880403"/>
                </a:lnTo>
                <a:lnTo>
                  <a:pt x="914858" y="1878862"/>
                </a:lnTo>
                <a:lnTo>
                  <a:pt x="860072" y="1889096"/>
                </a:lnTo>
                <a:lnTo>
                  <a:pt x="845000" y="1780704"/>
                </a:lnTo>
                <a:lnTo>
                  <a:pt x="838730" y="1777843"/>
                </a:lnTo>
                <a:lnTo>
                  <a:pt x="825748" y="1781365"/>
                </a:lnTo>
                <a:lnTo>
                  <a:pt x="838290" y="1901201"/>
                </a:lnTo>
                <a:lnTo>
                  <a:pt x="818707" y="1910224"/>
                </a:lnTo>
                <a:lnTo>
                  <a:pt x="814967" y="1905822"/>
                </a:lnTo>
                <a:lnTo>
                  <a:pt x="800225" y="1916497"/>
                </a:lnTo>
                <a:lnTo>
                  <a:pt x="740599" y="1850251"/>
                </a:lnTo>
                <a:lnTo>
                  <a:pt x="737299" y="1804253"/>
                </a:lnTo>
                <a:lnTo>
                  <a:pt x="694064" y="1809645"/>
                </a:lnTo>
                <a:lnTo>
                  <a:pt x="701875" y="1874460"/>
                </a:lnTo>
                <a:lnTo>
                  <a:pt x="755121" y="1929372"/>
                </a:lnTo>
                <a:lnTo>
                  <a:pt x="751270" y="1927721"/>
                </a:lnTo>
                <a:lnTo>
                  <a:pt x="754351" y="1932893"/>
                </a:lnTo>
                <a:lnTo>
                  <a:pt x="738509" y="1949729"/>
                </a:lnTo>
                <a:lnTo>
                  <a:pt x="669862" y="2003760"/>
                </a:lnTo>
                <a:lnTo>
                  <a:pt x="654570" y="1985273"/>
                </a:lnTo>
                <a:lnTo>
                  <a:pt x="657210" y="1981201"/>
                </a:lnTo>
                <a:lnTo>
                  <a:pt x="649509" y="1968547"/>
                </a:lnTo>
                <a:lnTo>
                  <a:pt x="582402" y="1935094"/>
                </a:lnTo>
                <a:lnTo>
                  <a:pt x="586583" y="1926070"/>
                </a:lnTo>
                <a:lnTo>
                  <a:pt x="572061" y="1914516"/>
                </a:lnTo>
                <a:lnTo>
                  <a:pt x="559960" y="1924640"/>
                </a:lnTo>
                <a:lnTo>
                  <a:pt x="551929" y="1915726"/>
                </a:lnTo>
                <a:lnTo>
                  <a:pt x="562380" y="1906703"/>
                </a:lnTo>
                <a:lnTo>
                  <a:pt x="528606" y="1867858"/>
                </a:lnTo>
                <a:lnTo>
                  <a:pt x="506934" y="1886235"/>
                </a:lnTo>
                <a:lnTo>
                  <a:pt x="485262" y="1860595"/>
                </a:lnTo>
                <a:lnTo>
                  <a:pt x="569751" y="1768490"/>
                </a:lnTo>
                <a:lnTo>
                  <a:pt x="566120" y="1756935"/>
                </a:lnTo>
                <a:lnTo>
                  <a:pt x="554239" y="1752644"/>
                </a:lnTo>
                <a:lnTo>
                  <a:pt x="497033" y="1814377"/>
                </a:lnTo>
                <a:lnTo>
                  <a:pt x="479981" y="1820210"/>
                </a:lnTo>
                <a:lnTo>
                  <a:pt x="451928" y="1793139"/>
                </a:lnTo>
                <a:lnTo>
                  <a:pt x="447088" y="1779384"/>
                </a:lnTo>
                <a:lnTo>
                  <a:pt x="507924" y="1716330"/>
                </a:lnTo>
                <a:lnTo>
                  <a:pt x="510234" y="1710607"/>
                </a:lnTo>
                <a:lnTo>
                  <a:pt x="504074" y="1703345"/>
                </a:lnTo>
                <a:lnTo>
                  <a:pt x="483392" y="1687058"/>
                </a:lnTo>
                <a:lnTo>
                  <a:pt x="447638" y="1726454"/>
                </a:lnTo>
                <a:lnTo>
                  <a:pt x="412764" y="1753854"/>
                </a:lnTo>
                <a:lnTo>
                  <a:pt x="386361" y="1736027"/>
                </a:lnTo>
                <a:lnTo>
                  <a:pt x="351378" y="1700924"/>
                </a:lnTo>
                <a:lnTo>
                  <a:pt x="317274" y="1749782"/>
                </a:lnTo>
                <a:lnTo>
                  <a:pt x="355448" y="1782025"/>
                </a:lnTo>
                <a:lnTo>
                  <a:pt x="432676" y="1872370"/>
                </a:lnTo>
                <a:lnTo>
                  <a:pt x="448738" y="1969647"/>
                </a:lnTo>
                <a:lnTo>
                  <a:pt x="483942" y="2034572"/>
                </a:lnTo>
                <a:lnTo>
                  <a:pt x="489222" y="2052399"/>
                </a:lnTo>
                <a:lnTo>
                  <a:pt x="484052" y="2081450"/>
                </a:lnTo>
                <a:lnTo>
                  <a:pt x="461829" y="2103899"/>
                </a:lnTo>
                <a:lnTo>
                  <a:pt x="441147" y="2109291"/>
                </a:lnTo>
                <a:lnTo>
                  <a:pt x="385261" y="2105439"/>
                </a:lnTo>
                <a:lnTo>
                  <a:pt x="382181" y="2109401"/>
                </a:lnTo>
                <a:lnTo>
                  <a:pt x="374480" y="2211410"/>
                </a:lnTo>
                <a:lnTo>
                  <a:pt x="414194" y="2211410"/>
                </a:lnTo>
                <a:lnTo>
                  <a:pt x="414304" y="2310008"/>
                </a:lnTo>
                <a:lnTo>
                  <a:pt x="128054" y="2310008"/>
                </a:lnTo>
                <a:lnTo>
                  <a:pt x="128054" y="2385607"/>
                </a:lnTo>
                <a:lnTo>
                  <a:pt x="425195" y="2385607"/>
                </a:lnTo>
                <a:lnTo>
                  <a:pt x="425195" y="2451852"/>
                </a:lnTo>
                <a:lnTo>
                  <a:pt x="353028" y="2484095"/>
                </a:lnTo>
                <a:lnTo>
                  <a:pt x="128054" y="2484095"/>
                </a:lnTo>
                <a:lnTo>
                  <a:pt x="128054" y="2559804"/>
                </a:lnTo>
                <a:lnTo>
                  <a:pt x="485592" y="2559804"/>
                </a:lnTo>
                <a:lnTo>
                  <a:pt x="485592" y="2658292"/>
                </a:lnTo>
                <a:lnTo>
                  <a:pt x="128164" y="2658292"/>
                </a:lnTo>
                <a:lnTo>
                  <a:pt x="128164" y="2741924"/>
                </a:lnTo>
                <a:lnTo>
                  <a:pt x="563480" y="2741814"/>
                </a:lnTo>
                <a:lnTo>
                  <a:pt x="581742" y="2790673"/>
                </a:lnTo>
                <a:lnTo>
                  <a:pt x="466010" y="2833479"/>
                </a:lnTo>
                <a:lnTo>
                  <a:pt x="428826" y="2855818"/>
                </a:lnTo>
                <a:lnTo>
                  <a:pt x="404623" y="2862310"/>
                </a:lnTo>
                <a:lnTo>
                  <a:pt x="39714" y="2770645"/>
                </a:lnTo>
                <a:lnTo>
                  <a:pt x="13641" y="2756449"/>
                </a:lnTo>
                <a:lnTo>
                  <a:pt x="1430" y="2734441"/>
                </a:lnTo>
                <a:lnTo>
                  <a:pt x="0" y="2498950"/>
                </a:lnTo>
                <a:lnTo>
                  <a:pt x="74038" y="2498950"/>
                </a:lnTo>
                <a:lnTo>
                  <a:pt x="74148" y="2469129"/>
                </a:lnTo>
                <a:lnTo>
                  <a:pt x="34654" y="2469129"/>
                </a:lnTo>
                <a:lnTo>
                  <a:pt x="34654" y="2396941"/>
                </a:lnTo>
                <a:lnTo>
                  <a:pt x="69197" y="2396941"/>
                </a:lnTo>
                <a:lnTo>
                  <a:pt x="69197" y="2367120"/>
                </a:lnTo>
                <a:lnTo>
                  <a:pt x="44555" y="2367120"/>
                </a:lnTo>
                <a:lnTo>
                  <a:pt x="44555" y="2316830"/>
                </a:lnTo>
                <a:lnTo>
                  <a:pt x="110" y="2316830"/>
                </a:lnTo>
                <a:lnTo>
                  <a:pt x="1320" y="2297133"/>
                </a:lnTo>
                <a:lnTo>
                  <a:pt x="62817" y="2132400"/>
                </a:lnTo>
                <a:lnTo>
                  <a:pt x="78328" y="2117214"/>
                </a:lnTo>
                <a:lnTo>
                  <a:pt x="110452" y="2105329"/>
                </a:lnTo>
                <a:lnTo>
                  <a:pt x="131464" y="2091684"/>
                </a:lnTo>
                <a:lnTo>
                  <a:pt x="147306" y="2073087"/>
                </a:lnTo>
                <a:lnTo>
                  <a:pt x="156877" y="2052399"/>
                </a:lnTo>
                <a:lnTo>
                  <a:pt x="160837" y="2028189"/>
                </a:lnTo>
                <a:lnTo>
                  <a:pt x="157647" y="2003210"/>
                </a:lnTo>
                <a:lnTo>
                  <a:pt x="137735" y="1952370"/>
                </a:lnTo>
                <a:lnTo>
                  <a:pt x="129924" y="1951490"/>
                </a:lnTo>
                <a:lnTo>
                  <a:pt x="131794" y="1939936"/>
                </a:lnTo>
                <a:lnTo>
                  <a:pt x="128274" y="1944227"/>
                </a:lnTo>
                <a:lnTo>
                  <a:pt x="133334" y="1915176"/>
                </a:lnTo>
                <a:lnTo>
                  <a:pt x="135204" y="1920238"/>
                </a:lnTo>
                <a:lnTo>
                  <a:pt x="136965" y="1910444"/>
                </a:lnTo>
                <a:lnTo>
                  <a:pt x="143015" y="1911435"/>
                </a:lnTo>
                <a:lnTo>
                  <a:pt x="283610" y="1535310"/>
                </a:lnTo>
                <a:lnTo>
                  <a:pt x="297252" y="1482930"/>
                </a:lnTo>
                <a:lnTo>
                  <a:pt x="319804" y="1430440"/>
                </a:lnTo>
                <a:lnTo>
                  <a:pt x="314854" y="1422847"/>
                </a:lnTo>
                <a:lnTo>
                  <a:pt x="320354" y="1417015"/>
                </a:lnTo>
                <a:lnTo>
                  <a:pt x="317164" y="1414043"/>
                </a:lnTo>
                <a:lnTo>
                  <a:pt x="329815" y="1400948"/>
                </a:lnTo>
                <a:lnTo>
                  <a:pt x="338946" y="1379270"/>
                </a:lnTo>
                <a:lnTo>
                  <a:pt x="337626" y="1374318"/>
                </a:lnTo>
                <a:lnTo>
                  <a:pt x="326955" y="1378940"/>
                </a:lnTo>
                <a:lnTo>
                  <a:pt x="318374" y="1369476"/>
                </a:lnTo>
                <a:lnTo>
                  <a:pt x="312653" y="1350549"/>
                </a:lnTo>
                <a:lnTo>
                  <a:pt x="316394" y="1332062"/>
                </a:lnTo>
                <a:lnTo>
                  <a:pt x="302202" y="1322928"/>
                </a:lnTo>
                <a:lnTo>
                  <a:pt x="303632" y="1320177"/>
                </a:lnTo>
                <a:lnTo>
                  <a:pt x="317714" y="1329531"/>
                </a:lnTo>
                <a:lnTo>
                  <a:pt x="329485" y="1316656"/>
                </a:lnTo>
                <a:lnTo>
                  <a:pt x="344997" y="1310494"/>
                </a:lnTo>
                <a:lnTo>
                  <a:pt x="352808" y="1313905"/>
                </a:lnTo>
                <a:lnTo>
                  <a:pt x="357648" y="1323919"/>
                </a:lnTo>
                <a:lnTo>
                  <a:pt x="364029" y="1294978"/>
                </a:lnTo>
                <a:lnTo>
                  <a:pt x="378990" y="1259654"/>
                </a:lnTo>
                <a:lnTo>
                  <a:pt x="381631" y="1239847"/>
                </a:lnTo>
                <a:lnTo>
                  <a:pt x="384711" y="1244578"/>
                </a:lnTo>
                <a:lnTo>
                  <a:pt x="405393" y="1228072"/>
                </a:lnTo>
                <a:lnTo>
                  <a:pt x="418705" y="1210795"/>
                </a:lnTo>
                <a:lnTo>
                  <a:pt x="452148" y="1135196"/>
                </a:lnTo>
                <a:lnTo>
                  <a:pt x="477231" y="1098332"/>
                </a:lnTo>
                <a:lnTo>
                  <a:pt x="480201" y="1079845"/>
                </a:lnTo>
                <a:lnTo>
                  <a:pt x="499013" y="1074013"/>
                </a:lnTo>
                <a:lnTo>
                  <a:pt x="497363" y="1061358"/>
                </a:lnTo>
                <a:lnTo>
                  <a:pt x="502754" y="1057066"/>
                </a:lnTo>
                <a:lnTo>
                  <a:pt x="517165" y="1075773"/>
                </a:lnTo>
                <a:lnTo>
                  <a:pt x="517275" y="1057727"/>
                </a:lnTo>
                <a:lnTo>
                  <a:pt x="526736" y="1055856"/>
                </a:lnTo>
                <a:lnTo>
                  <a:pt x="542358" y="1016131"/>
                </a:lnTo>
                <a:lnTo>
                  <a:pt x="566781" y="973984"/>
                </a:lnTo>
                <a:lnTo>
                  <a:pt x="563810" y="960339"/>
                </a:lnTo>
                <a:lnTo>
                  <a:pt x="575251" y="961990"/>
                </a:lnTo>
                <a:lnTo>
                  <a:pt x="569421" y="952306"/>
                </a:lnTo>
                <a:lnTo>
                  <a:pt x="587903" y="935470"/>
                </a:lnTo>
                <a:lnTo>
                  <a:pt x="595274" y="933489"/>
                </a:lnTo>
                <a:lnTo>
                  <a:pt x="596154" y="942952"/>
                </a:lnTo>
                <a:lnTo>
                  <a:pt x="599124" y="942512"/>
                </a:lnTo>
                <a:lnTo>
                  <a:pt x="602204" y="932939"/>
                </a:lnTo>
                <a:lnTo>
                  <a:pt x="595494" y="921934"/>
                </a:lnTo>
                <a:lnTo>
                  <a:pt x="601984" y="910380"/>
                </a:lnTo>
                <a:lnTo>
                  <a:pt x="614966" y="901356"/>
                </a:lnTo>
                <a:lnTo>
                  <a:pt x="615076" y="882869"/>
                </a:lnTo>
                <a:lnTo>
                  <a:pt x="627507" y="861081"/>
                </a:lnTo>
                <a:lnTo>
                  <a:pt x="623437" y="835331"/>
                </a:lnTo>
                <a:lnTo>
                  <a:pt x="628717" y="808371"/>
                </a:lnTo>
                <a:lnTo>
                  <a:pt x="619916" y="792745"/>
                </a:lnTo>
                <a:lnTo>
                  <a:pt x="626957" y="775908"/>
                </a:lnTo>
                <a:lnTo>
                  <a:pt x="631137" y="778879"/>
                </a:lnTo>
                <a:lnTo>
                  <a:pt x="633118" y="775248"/>
                </a:lnTo>
                <a:lnTo>
                  <a:pt x="627397" y="771176"/>
                </a:lnTo>
                <a:lnTo>
                  <a:pt x="630037" y="762703"/>
                </a:lnTo>
                <a:lnTo>
                  <a:pt x="640048" y="757201"/>
                </a:lnTo>
                <a:lnTo>
                  <a:pt x="630697" y="742896"/>
                </a:lnTo>
                <a:lnTo>
                  <a:pt x="624757" y="717916"/>
                </a:lnTo>
                <a:lnTo>
                  <a:pt x="644779" y="709333"/>
                </a:lnTo>
                <a:lnTo>
                  <a:pt x="653250" y="693487"/>
                </a:lnTo>
                <a:lnTo>
                  <a:pt x="653910" y="680612"/>
                </a:lnTo>
                <a:lnTo>
                  <a:pt x="672942" y="675880"/>
                </a:lnTo>
                <a:lnTo>
                  <a:pt x="685923" y="682592"/>
                </a:lnTo>
                <a:lnTo>
                  <a:pt x="688784" y="673569"/>
                </a:lnTo>
                <a:lnTo>
                  <a:pt x="702865" y="666306"/>
                </a:lnTo>
                <a:lnTo>
                  <a:pt x="705505" y="657503"/>
                </a:lnTo>
                <a:lnTo>
                  <a:pt x="713976" y="650020"/>
                </a:lnTo>
                <a:lnTo>
                  <a:pt x="710786" y="636925"/>
                </a:lnTo>
                <a:lnTo>
                  <a:pt x="713756" y="632633"/>
                </a:lnTo>
                <a:lnTo>
                  <a:pt x="720467" y="628011"/>
                </a:lnTo>
                <a:lnTo>
                  <a:pt x="730698" y="630322"/>
                </a:lnTo>
                <a:lnTo>
                  <a:pt x="737189" y="627021"/>
                </a:lnTo>
                <a:lnTo>
                  <a:pt x="727178" y="617887"/>
                </a:lnTo>
                <a:lnTo>
                  <a:pt x="724207" y="603472"/>
                </a:lnTo>
                <a:lnTo>
                  <a:pt x="731138" y="580583"/>
                </a:lnTo>
                <a:lnTo>
                  <a:pt x="740599" y="583224"/>
                </a:lnTo>
                <a:lnTo>
                  <a:pt x="741369" y="574861"/>
                </a:lnTo>
                <a:lnTo>
                  <a:pt x="732348" y="567048"/>
                </a:lnTo>
                <a:lnTo>
                  <a:pt x="750610" y="557144"/>
                </a:lnTo>
                <a:lnTo>
                  <a:pt x="760511" y="566938"/>
                </a:lnTo>
                <a:lnTo>
                  <a:pt x="755451" y="558795"/>
                </a:lnTo>
                <a:lnTo>
                  <a:pt x="761611" y="550872"/>
                </a:lnTo>
                <a:lnTo>
                  <a:pt x="752920" y="552963"/>
                </a:lnTo>
                <a:lnTo>
                  <a:pt x="745990" y="536566"/>
                </a:lnTo>
                <a:lnTo>
                  <a:pt x="754681" y="501683"/>
                </a:lnTo>
                <a:lnTo>
                  <a:pt x="772613" y="490128"/>
                </a:lnTo>
                <a:lnTo>
                  <a:pt x="783394" y="491669"/>
                </a:lnTo>
                <a:lnTo>
                  <a:pt x="777783" y="489248"/>
                </a:lnTo>
                <a:lnTo>
                  <a:pt x="779543" y="482756"/>
                </a:lnTo>
                <a:lnTo>
                  <a:pt x="796045" y="458326"/>
                </a:lnTo>
                <a:lnTo>
                  <a:pt x="806386" y="464819"/>
                </a:lnTo>
                <a:lnTo>
                  <a:pt x="832789" y="458106"/>
                </a:lnTo>
                <a:lnTo>
                  <a:pt x="853801" y="435767"/>
                </a:lnTo>
                <a:lnTo>
                  <a:pt x="865352" y="443030"/>
                </a:lnTo>
                <a:lnTo>
                  <a:pt x="878114" y="444131"/>
                </a:lnTo>
                <a:lnTo>
                  <a:pt x="881524" y="448973"/>
                </a:lnTo>
                <a:lnTo>
                  <a:pt x="882074" y="431806"/>
                </a:lnTo>
                <a:lnTo>
                  <a:pt x="889115" y="427074"/>
                </a:lnTo>
                <a:lnTo>
                  <a:pt x="902976" y="429825"/>
                </a:lnTo>
                <a:lnTo>
                  <a:pt x="911997" y="415190"/>
                </a:lnTo>
                <a:lnTo>
                  <a:pt x="963373" y="409577"/>
                </a:lnTo>
                <a:lnTo>
                  <a:pt x="974484" y="400664"/>
                </a:lnTo>
                <a:lnTo>
                  <a:pt x="994506" y="393511"/>
                </a:lnTo>
                <a:lnTo>
                  <a:pt x="994396" y="388889"/>
                </a:lnTo>
                <a:lnTo>
                  <a:pt x="1038511" y="343442"/>
                </a:lnTo>
                <a:lnTo>
                  <a:pt x="1065464" y="328036"/>
                </a:lnTo>
                <a:lnTo>
                  <a:pt x="1108808" y="285560"/>
                </a:lnTo>
                <a:lnTo>
                  <a:pt x="1110129" y="274115"/>
                </a:lnTo>
                <a:lnTo>
                  <a:pt x="1118269" y="279397"/>
                </a:lnTo>
                <a:lnTo>
                  <a:pt x="1146102" y="252987"/>
                </a:lnTo>
                <a:lnTo>
                  <a:pt x="1175696" y="236371"/>
                </a:lnTo>
                <a:lnTo>
                  <a:pt x="1222671" y="222616"/>
                </a:lnTo>
                <a:lnTo>
                  <a:pt x="1229711" y="225036"/>
                </a:lnTo>
                <a:lnTo>
                  <a:pt x="1232902" y="221185"/>
                </a:lnTo>
                <a:lnTo>
                  <a:pt x="1273606" y="214142"/>
                </a:lnTo>
                <a:lnTo>
                  <a:pt x="1338623" y="215573"/>
                </a:lnTo>
                <a:lnTo>
                  <a:pt x="1357215" y="220305"/>
                </a:lnTo>
                <a:lnTo>
                  <a:pt x="1382958" y="240773"/>
                </a:lnTo>
                <a:lnTo>
                  <a:pt x="1384718" y="248916"/>
                </a:lnTo>
                <a:lnTo>
                  <a:pt x="1379547" y="239782"/>
                </a:lnTo>
                <a:lnTo>
                  <a:pt x="1379657" y="246825"/>
                </a:lnTo>
                <a:lnTo>
                  <a:pt x="1374157" y="251887"/>
                </a:lnTo>
                <a:lnTo>
                  <a:pt x="1381528" y="250016"/>
                </a:lnTo>
                <a:lnTo>
                  <a:pt x="1396379" y="260470"/>
                </a:lnTo>
                <a:lnTo>
                  <a:pt x="1381197" y="271144"/>
                </a:lnTo>
                <a:lnTo>
                  <a:pt x="1389888" y="263881"/>
                </a:lnTo>
                <a:lnTo>
                  <a:pt x="1397809" y="263441"/>
                </a:lnTo>
                <a:lnTo>
                  <a:pt x="1390218" y="270154"/>
                </a:lnTo>
                <a:lnTo>
                  <a:pt x="1393299" y="268283"/>
                </a:lnTo>
                <a:lnTo>
                  <a:pt x="1396709" y="272575"/>
                </a:lnTo>
                <a:lnTo>
                  <a:pt x="1396819" y="265862"/>
                </a:lnTo>
                <a:lnTo>
                  <a:pt x="1405840" y="270154"/>
                </a:lnTo>
                <a:lnTo>
                  <a:pt x="1408920" y="281378"/>
                </a:lnTo>
                <a:lnTo>
                  <a:pt x="1417941" y="280388"/>
                </a:lnTo>
                <a:lnTo>
                  <a:pt x="1454355" y="308338"/>
                </a:lnTo>
                <a:lnTo>
                  <a:pt x="1455895" y="315601"/>
                </a:lnTo>
                <a:lnTo>
                  <a:pt x="1439504" y="333978"/>
                </a:lnTo>
                <a:lnTo>
                  <a:pt x="1442254" y="352575"/>
                </a:lnTo>
                <a:lnTo>
                  <a:pt x="1446324" y="352686"/>
                </a:lnTo>
                <a:lnTo>
                  <a:pt x="1447645" y="341021"/>
                </a:lnTo>
                <a:lnTo>
                  <a:pt x="1457656" y="326936"/>
                </a:lnTo>
                <a:lnTo>
                  <a:pt x="1463266" y="350705"/>
                </a:lnTo>
                <a:lnTo>
                  <a:pt x="1502320" y="350595"/>
                </a:lnTo>
                <a:lnTo>
                  <a:pt x="1507051" y="346523"/>
                </a:lnTo>
                <a:lnTo>
                  <a:pt x="1510131" y="352796"/>
                </a:lnTo>
                <a:lnTo>
                  <a:pt x="1509911" y="278517"/>
                </a:lnTo>
                <a:lnTo>
                  <a:pt x="1519482" y="269384"/>
                </a:lnTo>
                <a:lnTo>
                  <a:pt x="1674709" y="301186"/>
                </a:lnTo>
                <a:lnTo>
                  <a:pt x="1718053" y="290732"/>
                </a:lnTo>
                <a:lnTo>
                  <a:pt x="1744456" y="301956"/>
                </a:lnTo>
                <a:lnTo>
                  <a:pt x="1775150" y="292602"/>
                </a:lnTo>
                <a:lnTo>
                  <a:pt x="1772729" y="283579"/>
                </a:lnTo>
                <a:lnTo>
                  <a:pt x="1778560" y="268063"/>
                </a:lnTo>
                <a:lnTo>
                  <a:pt x="1796162" y="253317"/>
                </a:lnTo>
                <a:lnTo>
                  <a:pt x="1805293" y="236921"/>
                </a:lnTo>
                <a:lnTo>
                  <a:pt x="1797042" y="201157"/>
                </a:lnTo>
                <a:lnTo>
                  <a:pt x="1801002" y="198956"/>
                </a:lnTo>
                <a:lnTo>
                  <a:pt x="1816954" y="245174"/>
                </a:lnTo>
                <a:lnTo>
                  <a:pt x="1838626" y="229108"/>
                </a:lnTo>
                <a:lnTo>
                  <a:pt x="1877130" y="214693"/>
                </a:lnTo>
                <a:lnTo>
                  <a:pt x="1947208" y="168695"/>
                </a:lnTo>
                <a:lnTo>
                  <a:pt x="1955679" y="167154"/>
                </a:lnTo>
                <a:lnTo>
                  <a:pt x="1979991" y="141845"/>
                </a:lnTo>
                <a:lnTo>
                  <a:pt x="2021246" y="112353"/>
                </a:lnTo>
                <a:lnTo>
                  <a:pt x="2038188" y="105200"/>
                </a:lnTo>
                <a:lnTo>
                  <a:pt x="2123007" y="43247"/>
                </a:lnTo>
                <a:lnTo>
                  <a:pt x="2136208" y="43687"/>
                </a:lnTo>
                <a:lnTo>
                  <a:pt x="2154910" y="25200"/>
                </a:lnTo>
                <a:lnTo>
                  <a:pt x="2170972" y="19147"/>
                </a:lnTo>
                <a:lnTo>
                  <a:pt x="2232578" y="2201"/>
                </a:lnTo>
                <a:lnTo>
                  <a:pt x="2244240" y="10894"/>
                </a:lnTo>
                <a:lnTo>
                  <a:pt x="2268992" y="4512"/>
                </a:lnTo>
                <a:lnTo>
                  <a:pt x="2328069" y="0"/>
                </a:lnTo>
                <a:lnTo>
                  <a:pt x="2373283" y="16836"/>
                </a:lnTo>
                <a:lnTo>
                  <a:pt x="2381424" y="23439"/>
                </a:lnTo>
                <a:lnTo>
                  <a:pt x="2360522" y="38075"/>
                </a:lnTo>
                <a:lnTo>
                  <a:pt x="2342040" y="63935"/>
                </a:lnTo>
                <a:lnTo>
                  <a:pt x="2350951" y="69437"/>
                </a:lnTo>
                <a:lnTo>
                  <a:pt x="2363382" y="50840"/>
                </a:lnTo>
                <a:lnTo>
                  <a:pt x="2388905" y="39725"/>
                </a:lnTo>
                <a:lnTo>
                  <a:pt x="2385275" y="52930"/>
                </a:lnTo>
                <a:lnTo>
                  <a:pt x="2394846" y="54911"/>
                </a:lnTo>
                <a:lnTo>
                  <a:pt x="2376034" y="88584"/>
                </a:lnTo>
                <a:lnTo>
                  <a:pt x="2381644" y="91555"/>
                </a:lnTo>
                <a:lnTo>
                  <a:pt x="2404747" y="55461"/>
                </a:lnTo>
                <a:lnTo>
                  <a:pt x="2394296" y="74279"/>
                </a:lnTo>
                <a:lnTo>
                  <a:pt x="2398476" y="77140"/>
                </a:lnTo>
                <a:lnTo>
                  <a:pt x="2382634" y="105090"/>
                </a:lnTo>
                <a:lnTo>
                  <a:pt x="2386595" y="107291"/>
                </a:lnTo>
                <a:lnTo>
                  <a:pt x="2401996" y="79230"/>
                </a:lnTo>
                <a:lnTo>
                  <a:pt x="2407607" y="81982"/>
                </a:lnTo>
                <a:lnTo>
                  <a:pt x="2440501" y="23989"/>
                </a:lnTo>
                <a:lnTo>
                  <a:pt x="2514869" y="66686"/>
                </a:lnTo>
                <a:lnTo>
                  <a:pt x="2489016" y="112903"/>
                </a:lnTo>
                <a:lnTo>
                  <a:pt x="2499467" y="118956"/>
                </a:lnTo>
                <a:lnTo>
                  <a:pt x="2525540" y="72958"/>
                </a:lnTo>
                <a:lnTo>
                  <a:pt x="2537421" y="72628"/>
                </a:lnTo>
                <a:lnTo>
                  <a:pt x="2547982" y="65585"/>
                </a:lnTo>
                <a:lnTo>
                  <a:pt x="2687917" y="123688"/>
                </a:lnTo>
                <a:lnTo>
                  <a:pt x="2733352" y="146356"/>
                </a:lnTo>
                <a:lnTo>
                  <a:pt x="2777687" y="175077"/>
                </a:lnTo>
                <a:lnTo>
                  <a:pt x="2776146" y="186522"/>
                </a:lnTo>
                <a:lnTo>
                  <a:pt x="2743033" y="201157"/>
                </a:lnTo>
                <a:lnTo>
                  <a:pt x="2771966" y="271584"/>
                </a:lnTo>
                <a:lnTo>
                  <a:pt x="2783847" y="312190"/>
                </a:lnTo>
                <a:lnTo>
                  <a:pt x="2834673" y="377775"/>
                </a:lnTo>
                <a:lnTo>
                  <a:pt x="2828292" y="382947"/>
                </a:lnTo>
                <a:lnTo>
                  <a:pt x="2837313" y="403415"/>
                </a:lnTo>
                <a:lnTo>
                  <a:pt x="2851945" y="397913"/>
                </a:lnTo>
                <a:lnTo>
                  <a:pt x="2856565" y="407707"/>
                </a:lnTo>
                <a:lnTo>
                  <a:pt x="2846114" y="429275"/>
                </a:lnTo>
                <a:lnTo>
                  <a:pt x="2790118" y="475603"/>
                </a:lnTo>
                <a:lnTo>
                  <a:pt x="2777247" y="479564"/>
                </a:lnTo>
                <a:lnTo>
                  <a:pt x="2773176" y="486827"/>
                </a:lnTo>
                <a:lnTo>
                  <a:pt x="2839293" y="516649"/>
                </a:lnTo>
                <a:lnTo>
                  <a:pt x="2854475" y="508726"/>
                </a:lnTo>
                <a:lnTo>
                  <a:pt x="2873727" y="505974"/>
                </a:lnTo>
                <a:lnTo>
                  <a:pt x="2898810" y="483966"/>
                </a:lnTo>
                <a:lnTo>
                  <a:pt x="2899250" y="472081"/>
                </a:lnTo>
                <a:lnTo>
                  <a:pt x="2906620" y="462618"/>
                </a:lnTo>
                <a:lnTo>
                  <a:pt x="2947765" y="435767"/>
                </a:lnTo>
                <a:lnTo>
                  <a:pt x="2973948" y="427294"/>
                </a:lnTo>
                <a:lnTo>
                  <a:pt x="3001781" y="429275"/>
                </a:lnTo>
                <a:lnTo>
                  <a:pt x="3019822" y="437088"/>
                </a:lnTo>
                <a:lnTo>
                  <a:pt x="3106952" y="495190"/>
                </a:lnTo>
                <a:lnTo>
                  <a:pt x="3089680" y="519180"/>
                </a:lnTo>
                <a:lnTo>
                  <a:pt x="3097601" y="523801"/>
                </a:lnTo>
                <a:lnTo>
                  <a:pt x="3113112" y="498822"/>
                </a:lnTo>
                <a:lnTo>
                  <a:pt x="3203212" y="551862"/>
                </a:lnTo>
                <a:lnTo>
                  <a:pt x="3210693" y="561656"/>
                </a:lnTo>
                <a:lnTo>
                  <a:pt x="3213773" y="576402"/>
                </a:lnTo>
                <a:lnTo>
                  <a:pt x="3198922" y="610405"/>
                </a:lnTo>
                <a:lnTo>
                  <a:pt x="3217074" y="616677"/>
                </a:lnTo>
                <a:lnTo>
                  <a:pt x="3235005" y="586415"/>
                </a:lnTo>
                <a:lnTo>
                  <a:pt x="3280000" y="557034"/>
                </a:lnTo>
                <a:lnTo>
                  <a:pt x="3296722" y="554613"/>
                </a:lnTo>
                <a:lnTo>
                  <a:pt x="3314214" y="558465"/>
                </a:lnTo>
                <a:lnTo>
                  <a:pt x="3324885" y="547350"/>
                </a:lnTo>
                <a:lnTo>
                  <a:pt x="3355248" y="542068"/>
                </a:lnTo>
                <a:lnTo>
                  <a:pt x="3376041" y="546470"/>
                </a:lnTo>
                <a:lnTo>
                  <a:pt x="3390782" y="575081"/>
                </a:lnTo>
                <a:lnTo>
                  <a:pt x="3392872" y="599951"/>
                </a:lnTo>
                <a:lnTo>
                  <a:pt x="3402993" y="598520"/>
                </a:lnTo>
                <a:lnTo>
                  <a:pt x="3408714" y="588506"/>
                </a:lnTo>
                <a:lnTo>
                  <a:pt x="3416965" y="589166"/>
                </a:lnTo>
                <a:lnTo>
                  <a:pt x="3443148" y="613486"/>
                </a:lnTo>
                <a:lnTo>
                  <a:pt x="3442378" y="623169"/>
                </a:lnTo>
                <a:lnTo>
                  <a:pt x="3447878" y="628782"/>
                </a:lnTo>
                <a:lnTo>
                  <a:pt x="3472411" y="638906"/>
                </a:lnTo>
                <a:lnTo>
                  <a:pt x="3496173" y="655522"/>
                </a:lnTo>
                <a:lnTo>
                  <a:pt x="3577252" y="736183"/>
                </a:lnTo>
                <a:lnTo>
                  <a:pt x="3578792" y="752799"/>
                </a:lnTo>
                <a:lnTo>
                  <a:pt x="3565591" y="761163"/>
                </a:lnTo>
                <a:lnTo>
                  <a:pt x="3569001" y="764574"/>
                </a:lnTo>
                <a:lnTo>
                  <a:pt x="3569221" y="782071"/>
                </a:lnTo>
                <a:lnTo>
                  <a:pt x="3616526" y="765894"/>
                </a:lnTo>
                <a:lnTo>
                  <a:pt x="3660971" y="807160"/>
                </a:lnTo>
                <a:lnTo>
                  <a:pt x="3662181" y="816294"/>
                </a:lnTo>
                <a:lnTo>
                  <a:pt x="3637868" y="841273"/>
                </a:lnTo>
                <a:lnTo>
                  <a:pt x="3635338" y="851397"/>
                </a:lnTo>
                <a:lnTo>
                  <a:pt x="3638529" y="855799"/>
                </a:lnTo>
                <a:lnTo>
                  <a:pt x="3650960" y="853048"/>
                </a:lnTo>
                <a:lnTo>
                  <a:pt x="3680553" y="829279"/>
                </a:lnTo>
                <a:lnTo>
                  <a:pt x="3709706" y="854698"/>
                </a:lnTo>
                <a:lnTo>
                  <a:pt x="3713227" y="864052"/>
                </a:lnTo>
                <a:lnTo>
                  <a:pt x="3706846" y="901026"/>
                </a:lnTo>
                <a:lnTo>
                  <a:pt x="3709266" y="914341"/>
                </a:lnTo>
                <a:lnTo>
                  <a:pt x="3719057" y="925126"/>
                </a:lnTo>
                <a:lnTo>
                  <a:pt x="3779344" y="965951"/>
                </a:lnTo>
                <a:lnTo>
                  <a:pt x="3834129" y="979266"/>
                </a:lnTo>
                <a:lnTo>
                  <a:pt x="3876924" y="984108"/>
                </a:lnTo>
                <a:lnTo>
                  <a:pt x="3950082" y="975855"/>
                </a:lnTo>
                <a:lnTo>
                  <a:pt x="3966144" y="992141"/>
                </a:lnTo>
                <a:lnTo>
                  <a:pt x="3980335" y="986859"/>
                </a:lnTo>
                <a:lnTo>
                  <a:pt x="3983635" y="976845"/>
                </a:lnTo>
                <a:lnTo>
                  <a:pt x="3978795" y="963420"/>
                </a:lnTo>
                <a:lnTo>
                  <a:pt x="3999477" y="950545"/>
                </a:lnTo>
                <a:lnTo>
                  <a:pt x="4015429" y="931178"/>
                </a:lnTo>
                <a:lnTo>
                  <a:pt x="4038201" y="918413"/>
                </a:lnTo>
                <a:lnTo>
                  <a:pt x="4050413" y="883199"/>
                </a:lnTo>
                <a:lnTo>
                  <a:pt x="4059103" y="881439"/>
                </a:lnTo>
                <a:lnTo>
                  <a:pt x="4065814" y="869774"/>
                </a:lnTo>
                <a:lnTo>
                  <a:pt x="4080336" y="862071"/>
                </a:lnTo>
                <a:lnTo>
                  <a:pt x="4124120" y="858990"/>
                </a:lnTo>
                <a:lnTo>
                  <a:pt x="4133141" y="852388"/>
                </a:lnTo>
                <a:lnTo>
                  <a:pt x="4129291" y="850627"/>
                </a:lnTo>
                <a:lnTo>
                  <a:pt x="4147333" y="847216"/>
                </a:lnTo>
                <a:lnTo>
                  <a:pt x="4143702" y="849637"/>
                </a:lnTo>
                <a:lnTo>
                  <a:pt x="4152503" y="853268"/>
                </a:lnTo>
                <a:lnTo>
                  <a:pt x="4163395" y="854038"/>
                </a:lnTo>
                <a:lnTo>
                  <a:pt x="4164165" y="850187"/>
                </a:lnTo>
                <a:lnTo>
                  <a:pt x="4206079" y="854368"/>
                </a:lnTo>
                <a:lnTo>
                  <a:pt x="4261965" y="871425"/>
                </a:lnTo>
                <a:lnTo>
                  <a:pt x="4283527" y="873406"/>
                </a:lnTo>
                <a:lnTo>
                  <a:pt x="4328192" y="900586"/>
                </a:lnTo>
                <a:lnTo>
                  <a:pt x="4405530" y="1059267"/>
                </a:lnTo>
                <a:lnTo>
                  <a:pt x="4421482" y="1070601"/>
                </a:lnTo>
                <a:lnTo>
                  <a:pt x="4435234" y="1068841"/>
                </a:lnTo>
                <a:lnTo>
                  <a:pt x="4433473" y="1080395"/>
                </a:lnTo>
                <a:lnTo>
                  <a:pt x="4412791" y="1081276"/>
                </a:lnTo>
                <a:lnTo>
                  <a:pt x="4400140" y="1114068"/>
                </a:lnTo>
                <a:lnTo>
                  <a:pt x="4406851" y="1117700"/>
                </a:lnTo>
                <a:lnTo>
                  <a:pt x="4409601" y="1111207"/>
                </a:lnTo>
                <a:lnTo>
                  <a:pt x="4448985" y="1123752"/>
                </a:lnTo>
                <a:lnTo>
                  <a:pt x="4487489" y="1107796"/>
                </a:lnTo>
                <a:lnTo>
                  <a:pt x="4645796" y="1178223"/>
                </a:lnTo>
                <a:lnTo>
                  <a:pt x="4721814" y="1223780"/>
                </a:lnTo>
                <a:lnTo>
                  <a:pt x="4792662" y="1275830"/>
                </a:lnTo>
                <a:lnTo>
                  <a:pt x="4809054" y="1297949"/>
                </a:lnTo>
                <a:lnTo>
                  <a:pt x="4817304" y="1327220"/>
                </a:lnTo>
                <a:lnTo>
                  <a:pt x="4813014" y="1342736"/>
                </a:lnTo>
                <a:lnTo>
                  <a:pt x="4799593" y="1341966"/>
                </a:lnTo>
                <a:lnTo>
                  <a:pt x="4797832" y="1333713"/>
                </a:lnTo>
                <a:lnTo>
                  <a:pt x="4807403" y="1316766"/>
                </a:lnTo>
                <a:lnTo>
                  <a:pt x="4802563" y="1296738"/>
                </a:lnTo>
                <a:lnTo>
                  <a:pt x="4791012" y="1281442"/>
                </a:lnTo>
                <a:lnTo>
                  <a:pt x="4754268" y="1252721"/>
                </a:lnTo>
                <a:lnTo>
                  <a:pt x="4741286" y="1251401"/>
                </a:lnTo>
                <a:lnTo>
                  <a:pt x="4719834" y="1237095"/>
                </a:lnTo>
                <a:lnTo>
                  <a:pt x="4705642" y="1232804"/>
                </a:lnTo>
                <a:lnTo>
                  <a:pt x="4688371" y="1236655"/>
                </a:lnTo>
                <a:lnTo>
                  <a:pt x="4681880" y="1245569"/>
                </a:lnTo>
                <a:lnTo>
                  <a:pt x="4692881" y="1253272"/>
                </a:lnTo>
                <a:lnTo>
                  <a:pt x="4696071" y="1264386"/>
                </a:lnTo>
                <a:lnTo>
                  <a:pt x="4570548" y="1560510"/>
                </a:lnTo>
                <a:lnTo>
                  <a:pt x="4565378" y="1578777"/>
                </a:lnTo>
                <a:lnTo>
                  <a:pt x="4566148" y="1596824"/>
                </a:lnTo>
                <a:lnTo>
                  <a:pt x="4573078" y="1611569"/>
                </a:lnTo>
                <a:lnTo>
                  <a:pt x="4695851" y="1608488"/>
                </a:lnTo>
                <a:lnTo>
                  <a:pt x="4697942" y="1681226"/>
                </a:lnTo>
                <a:lnTo>
                  <a:pt x="4706853" y="1687388"/>
                </a:lnTo>
                <a:lnTo>
                  <a:pt x="4697392" y="1701144"/>
                </a:lnTo>
                <a:lnTo>
                  <a:pt x="4657457" y="1702244"/>
                </a:lnTo>
                <a:lnTo>
                  <a:pt x="4656247" y="1654926"/>
                </a:lnTo>
                <a:lnTo>
                  <a:pt x="4587050" y="1656797"/>
                </a:lnTo>
                <a:lnTo>
                  <a:pt x="4588370" y="1704005"/>
                </a:lnTo>
                <a:lnTo>
                  <a:pt x="4455916" y="1711708"/>
                </a:lnTo>
                <a:lnTo>
                  <a:pt x="4394199" y="1753194"/>
                </a:lnTo>
                <a:lnTo>
                  <a:pt x="4361636" y="1764638"/>
                </a:lnTo>
                <a:lnTo>
                  <a:pt x="4329292" y="1760347"/>
                </a:lnTo>
                <a:lnTo>
                  <a:pt x="4241723" y="1722712"/>
                </a:lnTo>
                <a:lnTo>
                  <a:pt x="4160754" y="1746921"/>
                </a:lnTo>
                <a:lnTo>
                  <a:pt x="4171645" y="1740319"/>
                </a:lnTo>
                <a:lnTo>
                  <a:pt x="4175056" y="1731736"/>
                </a:lnTo>
                <a:lnTo>
                  <a:pt x="4163835" y="1695862"/>
                </a:lnTo>
                <a:lnTo>
                  <a:pt x="4148763" y="1699713"/>
                </a:lnTo>
                <a:lnTo>
                  <a:pt x="4110039" y="1696632"/>
                </a:lnTo>
                <a:lnTo>
                  <a:pt x="4081436" y="1709397"/>
                </a:lnTo>
                <a:lnTo>
                  <a:pt x="4080776" y="1700484"/>
                </a:lnTo>
                <a:lnTo>
                  <a:pt x="4034791" y="1702354"/>
                </a:lnTo>
                <a:lnTo>
                  <a:pt x="4020049" y="1708297"/>
                </a:lnTo>
                <a:lnTo>
                  <a:pt x="4013119" y="1704335"/>
                </a:lnTo>
                <a:lnTo>
                  <a:pt x="3994747" y="1713138"/>
                </a:lnTo>
                <a:lnTo>
                  <a:pt x="3988366" y="1710717"/>
                </a:lnTo>
                <a:lnTo>
                  <a:pt x="3949202" y="1723923"/>
                </a:lnTo>
                <a:lnTo>
                  <a:pt x="3927859" y="1718530"/>
                </a:lnTo>
                <a:lnTo>
                  <a:pt x="3910588" y="1730085"/>
                </a:lnTo>
                <a:lnTo>
                  <a:pt x="3909047" y="1726564"/>
                </a:lnTo>
                <a:lnTo>
                  <a:pt x="3902447" y="1728544"/>
                </a:lnTo>
                <a:lnTo>
                  <a:pt x="3879894" y="1743840"/>
                </a:lnTo>
                <a:lnTo>
                  <a:pt x="3873514" y="1741529"/>
                </a:lnTo>
                <a:lnTo>
                  <a:pt x="3850961" y="1755945"/>
                </a:lnTo>
                <a:lnTo>
                  <a:pt x="3849861" y="1751873"/>
                </a:lnTo>
                <a:lnTo>
                  <a:pt x="3843150" y="1751323"/>
                </a:lnTo>
                <a:lnTo>
                  <a:pt x="3824888" y="1759576"/>
                </a:lnTo>
                <a:lnTo>
                  <a:pt x="3821698" y="1757045"/>
                </a:lnTo>
                <a:lnTo>
                  <a:pt x="3801016" y="1763538"/>
                </a:lnTo>
                <a:lnTo>
                  <a:pt x="3794195" y="1760236"/>
                </a:lnTo>
                <a:lnTo>
                  <a:pt x="3771973" y="1765078"/>
                </a:lnTo>
                <a:lnTo>
                  <a:pt x="3722578" y="1777953"/>
                </a:lnTo>
                <a:lnTo>
                  <a:pt x="3711466" y="1785546"/>
                </a:lnTo>
                <a:lnTo>
                  <a:pt x="3706186" y="1783345"/>
                </a:lnTo>
                <a:lnTo>
                  <a:pt x="3692434" y="1789508"/>
                </a:lnTo>
                <a:lnTo>
                  <a:pt x="3691114" y="1786206"/>
                </a:lnTo>
                <a:lnTo>
                  <a:pt x="3691664" y="1789948"/>
                </a:lnTo>
                <a:lnTo>
                  <a:pt x="3675602" y="1798861"/>
                </a:lnTo>
                <a:lnTo>
                  <a:pt x="3642269" y="1810856"/>
                </a:lnTo>
                <a:lnTo>
                  <a:pt x="3637648" y="1808435"/>
                </a:lnTo>
                <a:lnTo>
                  <a:pt x="3606845" y="1825492"/>
                </a:lnTo>
                <a:lnTo>
                  <a:pt x="3606625" y="1822190"/>
                </a:lnTo>
                <a:lnTo>
                  <a:pt x="3591774" y="1817569"/>
                </a:lnTo>
                <a:lnTo>
                  <a:pt x="3546559" y="1839027"/>
                </a:lnTo>
                <a:lnTo>
                  <a:pt x="3530937" y="1838917"/>
                </a:lnTo>
                <a:lnTo>
                  <a:pt x="3523786" y="1844309"/>
                </a:lnTo>
                <a:lnTo>
                  <a:pt x="3521696" y="1839907"/>
                </a:lnTo>
                <a:lnTo>
                  <a:pt x="3514875" y="1839687"/>
                </a:lnTo>
                <a:lnTo>
                  <a:pt x="3500244" y="1848270"/>
                </a:lnTo>
                <a:lnTo>
                  <a:pt x="3493643" y="1843979"/>
                </a:lnTo>
                <a:lnTo>
                  <a:pt x="3455139" y="1859165"/>
                </a:lnTo>
                <a:lnTo>
                  <a:pt x="3430056" y="1859385"/>
                </a:lnTo>
                <a:lnTo>
                  <a:pt x="3368450" y="1888326"/>
                </a:lnTo>
                <a:lnTo>
                  <a:pt x="3297492" y="1904282"/>
                </a:lnTo>
                <a:lnTo>
                  <a:pt x="3224334" y="1929372"/>
                </a:lnTo>
                <a:lnTo>
                  <a:pt x="3190231" y="1944447"/>
                </a:lnTo>
                <a:lnTo>
                  <a:pt x="3180990" y="1953801"/>
                </a:lnTo>
                <a:lnTo>
                  <a:pt x="3173069" y="1949179"/>
                </a:lnTo>
                <a:lnTo>
                  <a:pt x="3164268" y="1950280"/>
                </a:lnTo>
                <a:lnTo>
                  <a:pt x="3128624" y="1984943"/>
                </a:lnTo>
                <a:lnTo>
                  <a:pt x="3113222" y="1980321"/>
                </a:lnTo>
                <a:lnTo>
                  <a:pt x="3077029" y="2013884"/>
                </a:lnTo>
                <a:lnTo>
                  <a:pt x="3069218" y="2010143"/>
                </a:lnTo>
                <a:lnTo>
                  <a:pt x="3060087" y="2012894"/>
                </a:lnTo>
                <a:lnTo>
                  <a:pt x="3020593" y="2056580"/>
                </a:lnTo>
                <a:lnTo>
                  <a:pt x="2972957" y="2090583"/>
                </a:lnTo>
                <a:lnTo>
                  <a:pt x="2989129" y="2088052"/>
                </a:lnTo>
                <a:lnTo>
                  <a:pt x="2990009" y="2092894"/>
                </a:lnTo>
                <a:lnTo>
                  <a:pt x="2974938" y="2093114"/>
                </a:lnTo>
                <a:lnTo>
                  <a:pt x="2948865" y="2075178"/>
                </a:lnTo>
                <a:lnTo>
                  <a:pt x="2923452" y="2093885"/>
                </a:lnTo>
                <a:lnTo>
                  <a:pt x="2924772" y="2099277"/>
                </a:lnTo>
                <a:lnTo>
                  <a:pt x="2927853" y="2097296"/>
                </a:lnTo>
                <a:lnTo>
                  <a:pt x="2924882" y="2099497"/>
                </a:lnTo>
                <a:lnTo>
                  <a:pt x="2930823" y="2115783"/>
                </a:lnTo>
                <a:lnTo>
                  <a:pt x="2925102" y="2134820"/>
                </a:lnTo>
                <a:lnTo>
                  <a:pt x="2797269" y="2233638"/>
                </a:lnTo>
                <a:lnTo>
                  <a:pt x="2816631" y="2260599"/>
                </a:lnTo>
                <a:lnTo>
                  <a:pt x="2806950" y="2267642"/>
                </a:lnTo>
                <a:lnTo>
                  <a:pt x="2787698" y="2240681"/>
                </a:lnTo>
                <a:lnTo>
                  <a:pt x="2766685" y="2255097"/>
                </a:lnTo>
                <a:lnTo>
                  <a:pt x="2752054" y="2257298"/>
                </a:lnTo>
                <a:lnTo>
                  <a:pt x="2739072" y="2252126"/>
                </a:lnTo>
                <a:lnTo>
                  <a:pt x="2716300" y="2230117"/>
                </a:lnTo>
                <a:lnTo>
                  <a:pt x="2704859" y="2230117"/>
                </a:lnTo>
                <a:lnTo>
                  <a:pt x="2707389" y="2280076"/>
                </a:lnTo>
                <a:lnTo>
                  <a:pt x="2694958" y="2285909"/>
                </a:lnTo>
                <a:lnTo>
                  <a:pt x="2710359" y="2303295"/>
                </a:lnTo>
                <a:lnTo>
                  <a:pt x="2701448" y="2311328"/>
                </a:lnTo>
                <a:lnTo>
                  <a:pt x="2640282" y="2244092"/>
                </a:lnTo>
                <a:lnTo>
                  <a:pt x="2624660" y="2258398"/>
                </a:lnTo>
                <a:lnTo>
                  <a:pt x="2651613" y="2292621"/>
                </a:lnTo>
                <a:lnTo>
                  <a:pt x="2642922" y="2302415"/>
                </a:lnTo>
                <a:lnTo>
                  <a:pt x="2571525" y="2235509"/>
                </a:lnTo>
                <a:lnTo>
                  <a:pt x="2490446" y="2237820"/>
                </a:lnTo>
                <a:lnTo>
                  <a:pt x="2402877" y="2285468"/>
                </a:lnTo>
                <a:lnTo>
                  <a:pt x="2406067" y="2317271"/>
                </a:lnTo>
                <a:lnTo>
                  <a:pt x="2472184" y="2279416"/>
                </a:lnTo>
                <a:lnTo>
                  <a:pt x="2534561" y="2276995"/>
                </a:lnTo>
                <a:lnTo>
                  <a:pt x="2604858" y="2342910"/>
                </a:lnTo>
                <a:lnTo>
                  <a:pt x="2537531" y="2376473"/>
                </a:lnTo>
                <a:lnTo>
                  <a:pt x="2481425" y="2358757"/>
                </a:lnTo>
                <a:lnTo>
                  <a:pt x="2488466" y="2350613"/>
                </a:lnTo>
                <a:lnTo>
                  <a:pt x="2482305" y="2348743"/>
                </a:lnTo>
                <a:lnTo>
                  <a:pt x="2481315" y="2351824"/>
                </a:lnTo>
                <a:lnTo>
                  <a:pt x="2481095" y="2348303"/>
                </a:lnTo>
                <a:lnTo>
                  <a:pt x="2479995" y="2351384"/>
                </a:lnTo>
                <a:lnTo>
                  <a:pt x="2479225" y="2347532"/>
                </a:lnTo>
                <a:lnTo>
                  <a:pt x="2473064" y="2355125"/>
                </a:lnTo>
                <a:lnTo>
                  <a:pt x="2453262" y="2350944"/>
                </a:lnTo>
                <a:lnTo>
                  <a:pt x="2450402" y="2356005"/>
                </a:lnTo>
                <a:lnTo>
                  <a:pt x="2443691" y="2353254"/>
                </a:lnTo>
                <a:lnTo>
                  <a:pt x="2451612" y="2354465"/>
                </a:lnTo>
                <a:lnTo>
                  <a:pt x="2453042" y="2350723"/>
                </a:lnTo>
                <a:lnTo>
                  <a:pt x="2425539" y="2342030"/>
                </a:lnTo>
                <a:lnTo>
                  <a:pt x="2401776" y="2317601"/>
                </a:lnTo>
                <a:lnTo>
                  <a:pt x="2401666" y="2359527"/>
                </a:lnTo>
                <a:lnTo>
                  <a:pt x="2414978" y="2371411"/>
                </a:lnTo>
                <a:lnTo>
                  <a:pt x="2437200" y="2378454"/>
                </a:lnTo>
                <a:lnTo>
                  <a:pt x="2497927" y="2379114"/>
                </a:lnTo>
                <a:lnTo>
                  <a:pt x="2522129" y="2393530"/>
                </a:lnTo>
                <a:lnTo>
                  <a:pt x="2546222" y="2394300"/>
                </a:lnTo>
                <a:lnTo>
                  <a:pt x="2559423" y="2384506"/>
                </a:lnTo>
                <a:lnTo>
                  <a:pt x="2581756" y="2390669"/>
                </a:lnTo>
                <a:lnTo>
                  <a:pt x="2595067" y="2388908"/>
                </a:lnTo>
                <a:lnTo>
                  <a:pt x="2597707" y="2403324"/>
                </a:lnTo>
                <a:lnTo>
                  <a:pt x="2602548" y="2405194"/>
                </a:lnTo>
                <a:lnTo>
                  <a:pt x="2644572" y="2393750"/>
                </a:lnTo>
                <a:lnTo>
                  <a:pt x="2670205" y="2406185"/>
                </a:lnTo>
                <a:lnTo>
                  <a:pt x="2666245" y="2420710"/>
                </a:lnTo>
                <a:lnTo>
                  <a:pt x="2623780" y="2483985"/>
                </a:lnTo>
                <a:lnTo>
                  <a:pt x="2574605" y="2534714"/>
                </a:lnTo>
                <a:lnTo>
                  <a:pt x="2548092" y="2552981"/>
                </a:lnTo>
                <a:lnTo>
                  <a:pt x="2538081" y="2554962"/>
                </a:lnTo>
                <a:lnTo>
                  <a:pt x="2545672" y="2548359"/>
                </a:lnTo>
                <a:lnTo>
                  <a:pt x="2541491" y="2545828"/>
                </a:lnTo>
                <a:lnTo>
                  <a:pt x="2521359" y="2550670"/>
                </a:lnTo>
                <a:lnTo>
                  <a:pt x="2501777" y="2563545"/>
                </a:lnTo>
                <a:lnTo>
                  <a:pt x="2484835" y="2556392"/>
                </a:lnTo>
                <a:lnTo>
                  <a:pt x="2470754" y="2542747"/>
                </a:lnTo>
                <a:lnTo>
                  <a:pt x="2465363" y="2543628"/>
                </a:lnTo>
                <a:lnTo>
                  <a:pt x="2465253" y="2538456"/>
                </a:lnTo>
                <a:lnTo>
                  <a:pt x="2471524" y="2539776"/>
                </a:lnTo>
                <a:lnTo>
                  <a:pt x="2471084" y="2531963"/>
                </a:lnTo>
                <a:lnTo>
                  <a:pt x="2466793" y="2525911"/>
                </a:lnTo>
                <a:lnTo>
                  <a:pt x="2457882" y="2523710"/>
                </a:lnTo>
                <a:lnTo>
                  <a:pt x="2451172" y="2510615"/>
                </a:lnTo>
                <a:lnTo>
                  <a:pt x="2438520" y="2508854"/>
                </a:lnTo>
                <a:lnTo>
                  <a:pt x="2435550" y="2512376"/>
                </a:lnTo>
                <a:lnTo>
                  <a:pt x="2440171" y="2515457"/>
                </a:lnTo>
                <a:lnTo>
                  <a:pt x="2436210" y="2518428"/>
                </a:lnTo>
                <a:lnTo>
                  <a:pt x="2396056" y="2475181"/>
                </a:lnTo>
                <a:lnTo>
                  <a:pt x="2393856" y="2467588"/>
                </a:lnTo>
                <a:lnTo>
                  <a:pt x="2399466" y="2471110"/>
                </a:lnTo>
                <a:lnTo>
                  <a:pt x="2402437" y="2464507"/>
                </a:lnTo>
                <a:lnTo>
                  <a:pt x="2398806" y="2455594"/>
                </a:lnTo>
                <a:lnTo>
                  <a:pt x="2385165" y="2450422"/>
                </a:lnTo>
                <a:lnTo>
                  <a:pt x="2368773" y="2432375"/>
                </a:lnTo>
                <a:lnTo>
                  <a:pt x="2357882" y="2433805"/>
                </a:lnTo>
                <a:lnTo>
                  <a:pt x="2362832" y="2438317"/>
                </a:lnTo>
                <a:lnTo>
                  <a:pt x="2356122" y="2442609"/>
                </a:lnTo>
                <a:lnTo>
                  <a:pt x="2332139" y="2429294"/>
                </a:lnTo>
                <a:lnTo>
                  <a:pt x="2325318" y="2418950"/>
                </a:lnTo>
                <a:lnTo>
                  <a:pt x="2313987" y="2414548"/>
                </a:lnTo>
                <a:lnTo>
                  <a:pt x="2316737" y="2411687"/>
                </a:lnTo>
                <a:lnTo>
                  <a:pt x="2311787" y="2403874"/>
                </a:lnTo>
                <a:lnTo>
                  <a:pt x="2300896" y="2400903"/>
                </a:lnTo>
                <a:lnTo>
                  <a:pt x="2295725" y="2390449"/>
                </a:lnTo>
                <a:lnTo>
                  <a:pt x="2285494" y="2387257"/>
                </a:lnTo>
                <a:lnTo>
                  <a:pt x="2281204" y="2377794"/>
                </a:lnTo>
                <a:lnTo>
                  <a:pt x="2269322" y="2373062"/>
                </a:lnTo>
                <a:lnTo>
                  <a:pt x="2259091" y="2361838"/>
                </a:lnTo>
                <a:lnTo>
                  <a:pt x="2247320" y="2361287"/>
                </a:lnTo>
                <a:lnTo>
                  <a:pt x="2251720" y="2369761"/>
                </a:lnTo>
                <a:lnTo>
                  <a:pt x="2257771" y="2371631"/>
                </a:lnTo>
                <a:lnTo>
                  <a:pt x="2252821" y="2376583"/>
                </a:lnTo>
                <a:lnTo>
                  <a:pt x="2234119" y="2347972"/>
                </a:lnTo>
                <a:lnTo>
                  <a:pt x="2211346" y="2325854"/>
                </a:lnTo>
                <a:lnTo>
                  <a:pt x="2211566" y="2321232"/>
                </a:lnTo>
                <a:lnTo>
                  <a:pt x="2233899" y="2318811"/>
                </a:lnTo>
                <a:lnTo>
                  <a:pt x="2274933" y="2330035"/>
                </a:lnTo>
                <a:lnTo>
                  <a:pt x="2299686" y="2332236"/>
                </a:lnTo>
                <a:lnTo>
                  <a:pt x="2316187" y="2321782"/>
                </a:lnTo>
                <a:lnTo>
                  <a:pt x="2334339" y="2319141"/>
                </a:lnTo>
                <a:lnTo>
                  <a:pt x="2352711" y="2326624"/>
                </a:lnTo>
                <a:lnTo>
                  <a:pt x="2354691" y="2331576"/>
                </a:lnTo>
                <a:lnTo>
                  <a:pt x="2355131" y="2327394"/>
                </a:lnTo>
                <a:lnTo>
                  <a:pt x="2357002" y="2330586"/>
                </a:lnTo>
                <a:lnTo>
                  <a:pt x="2358872" y="2328055"/>
                </a:lnTo>
                <a:lnTo>
                  <a:pt x="2370643" y="2344121"/>
                </a:lnTo>
                <a:lnTo>
                  <a:pt x="2371743" y="2337078"/>
                </a:lnTo>
                <a:lnTo>
                  <a:pt x="2390775" y="2345551"/>
                </a:lnTo>
                <a:lnTo>
                  <a:pt x="2394296" y="2327284"/>
                </a:lnTo>
                <a:lnTo>
                  <a:pt x="2393306" y="2285578"/>
                </a:lnTo>
                <a:lnTo>
                  <a:pt x="2356562" y="2285358"/>
                </a:lnTo>
                <a:lnTo>
                  <a:pt x="2356012" y="2297903"/>
                </a:lnTo>
                <a:lnTo>
                  <a:pt x="2336209" y="2297793"/>
                </a:lnTo>
                <a:lnTo>
                  <a:pt x="2353481" y="2295482"/>
                </a:lnTo>
                <a:lnTo>
                  <a:pt x="2352821" y="2283708"/>
                </a:lnTo>
                <a:lnTo>
                  <a:pt x="2310907" y="2277105"/>
                </a:lnTo>
                <a:lnTo>
                  <a:pt x="2303096" y="2270833"/>
                </a:lnTo>
                <a:lnTo>
                  <a:pt x="2281754" y="2280516"/>
                </a:lnTo>
                <a:lnTo>
                  <a:pt x="2285054" y="2286569"/>
                </a:lnTo>
                <a:lnTo>
                  <a:pt x="2261952" y="2290970"/>
                </a:lnTo>
                <a:lnTo>
                  <a:pt x="2260741" y="2286899"/>
                </a:lnTo>
                <a:lnTo>
                  <a:pt x="2252050" y="2285248"/>
                </a:lnTo>
                <a:lnTo>
                  <a:pt x="2250620" y="2278866"/>
                </a:lnTo>
                <a:lnTo>
                  <a:pt x="2259421" y="2274684"/>
                </a:lnTo>
                <a:lnTo>
                  <a:pt x="2264812" y="2265881"/>
                </a:lnTo>
                <a:lnTo>
                  <a:pt x="2271193" y="2265881"/>
                </a:lnTo>
                <a:lnTo>
                  <a:pt x="2274713" y="2272593"/>
                </a:lnTo>
                <a:lnTo>
                  <a:pt x="2279883" y="2270723"/>
                </a:lnTo>
                <a:lnTo>
                  <a:pt x="2280764" y="2278976"/>
                </a:lnTo>
                <a:lnTo>
                  <a:pt x="2301886" y="2269732"/>
                </a:lnTo>
                <a:lnTo>
                  <a:pt x="2278783" y="2248934"/>
                </a:lnTo>
                <a:lnTo>
                  <a:pt x="2264482" y="2248494"/>
                </a:lnTo>
                <a:lnTo>
                  <a:pt x="2249630" y="2264450"/>
                </a:lnTo>
                <a:lnTo>
                  <a:pt x="2232028" y="2264340"/>
                </a:lnTo>
                <a:lnTo>
                  <a:pt x="2216957" y="2254657"/>
                </a:lnTo>
                <a:lnTo>
                  <a:pt x="2206616" y="2264230"/>
                </a:lnTo>
                <a:lnTo>
                  <a:pt x="2209366" y="2267752"/>
                </a:lnTo>
                <a:lnTo>
                  <a:pt x="2199575" y="2279966"/>
                </a:lnTo>
                <a:lnTo>
                  <a:pt x="2196715" y="2278206"/>
                </a:lnTo>
                <a:lnTo>
                  <a:pt x="2194074" y="2294052"/>
                </a:lnTo>
                <a:lnTo>
                  <a:pt x="2148529" y="2254546"/>
                </a:lnTo>
                <a:lnTo>
                  <a:pt x="2151830" y="2248384"/>
                </a:lnTo>
                <a:lnTo>
                  <a:pt x="2128837" y="2229127"/>
                </a:lnTo>
                <a:lnTo>
                  <a:pt x="2118936" y="2246403"/>
                </a:lnTo>
                <a:lnTo>
                  <a:pt x="2071411" y="2218012"/>
                </a:lnTo>
                <a:lnTo>
                  <a:pt x="1978121" y="2374272"/>
                </a:lnTo>
                <a:lnTo>
                  <a:pt x="1901773" y="2328385"/>
                </a:lnTo>
                <a:lnTo>
                  <a:pt x="1990443" y="2178617"/>
                </a:lnTo>
                <a:lnTo>
                  <a:pt x="1883071" y="2113912"/>
                </a:lnTo>
                <a:lnTo>
                  <a:pt x="1814864" y="2228687"/>
                </a:lnTo>
                <a:lnTo>
                  <a:pt x="1590110" y="2093885"/>
                </a:lnTo>
                <a:lnTo>
                  <a:pt x="1620583" y="2041285"/>
                </a:lnTo>
                <a:lnTo>
                  <a:pt x="1658867" y="2034902"/>
                </a:lnTo>
                <a:lnTo>
                  <a:pt x="1797922" y="2117874"/>
                </a:lnTo>
                <a:lnTo>
                  <a:pt x="1832686" y="2059111"/>
                </a:lnTo>
                <a:lnTo>
                  <a:pt x="1705512" y="1982632"/>
                </a:lnTo>
                <a:lnTo>
                  <a:pt x="1731145" y="1940156"/>
                </a:lnTo>
                <a:lnTo>
                  <a:pt x="1681750" y="1887005"/>
                </a:lnTo>
                <a:lnTo>
                  <a:pt x="1646436" y="1910884"/>
                </a:lnTo>
                <a:lnTo>
                  <a:pt x="1577348" y="1917707"/>
                </a:lnTo>
                <a:lnTo>
                  <a:pt x="1523113" y="1900650"/>
                </a:lnTo>
                <a:lnTo>
                  <a:pt x="1520252" y="1889206"/>
                </a:lnTo>
                <a:lnTo>
                  <a:pt x="1530593" y="1869508"/>
                </a:lnTo>
                <a:lnTo>
                  <a:pt x="1515192" y="1864667"/>
                </a:lnTo>
                <a:lnTo>
                  <a:pt x="1486919" y="1892287"/>
                </a:lnTo>
                <a:lnTo>
                  <a:pt x="1363596" y="1861255"/>
                </a:lnTo>
                <a:lnTo>
                  <a:pt x="1341153" y="1876221"/>
                </a:lnTo>
                <a:lnTo>
                  <a:pt x="1285047" y="1848821"/>
                </a:lnTo>
                <a:lnTo>
                  <a:pt x="1211779" y="1786537"/>
                </a:lnTo>
                <a:lnTo>
                  <a:pt x="1171625" y="1786317"/>
                </a:lnTo>
                <a:lnTo>
                  <a:pt x="1176356" y="1807995"/>
                </a:lnTo>
                <a:lnTo>
                  <a:pt x="1206389" y="1814267"/>
                </a:lnTo>
                <a:lnTo>
                  <a:pt x="1267555" y="1866207"/>
                </a:lnTo>
                <a:lnTo>
                  <a:pt x="1261835" y="1881283"/>
                </a:lnTo>
                <a:lnTo>
                  <a:pt x="1287467" y="1882824"/>
                </a:lnTo>
                <a:lnTo>
                  <a:pt x="1168105" y="1883484"/>
                </a:lnTo>
                <a:lnTo>
                  <a:pt x="1167335" y="1955452"/>
                </a:lnTo>
                <a:lnTo>
                  <a:pt x="1172835" y="1968987"/>
                </a:lnTo>
                <a:lnTo>
                  <a:pt x="1229051" y="1981862"/>
                </a:lnTo>
                <a:lnTo>
                  <a:pt x="1237192" y="1967336"/>
                </a:lnTo>
                <a:lnTo>
                  <a:pt x="1255124" y="1973058"/>
                </a:lnTo>
                <a:lnTo>
                  <a:pt x="1245003" y="1989345"/>
                </a:lnTo>
                <a:lnTo>
                  <a:pt x="1259635" y="1976690"/>
                </a:lnTo>
                <a:lnTo>
                  <a:pt x="1268435" y="1974489"/>
                </a:lnTo>
                <a:lnTo>
                  <a:pt x="1307160" y="1993636"/>
                </a:lnTo>
                <a:lnTo>
                  <a:pt x="1322341" y="2019716"/>
                </a:lnTo>
                <a:lnTo>
                  <a:pt x="1328502" y="2053389"/>
                </a:lnTo>
                <a:lnTo>
                  <a:pt x="1358535" y="2088823"/>
                </a:lnTo>
                <a:lnTo>
                  <a:pt x="1362716" y="2092014"/>
                </a:lnTo>
                <a:lnTo>
                  <a:pt x="1371406" y="2088933"/>
                </a:lnTo>
                <a:lnTo>
                  <a:pt x="1370966" y="2093224"/>
                </a:lnTo>
                <a:lnTo>
                  <a:pt x="1377237" y="2094985"/>
                </a:lnTo>
                <a:lnTo>
                  <a:pt x="1377127" y="2106540"/>
                </a:lnTo>
                <a:lnTo>
                  <a:pt x="1384938" y="2102248"/>
                </a:lnTo>
                <a:lnTo>
                  <a:pt x="1388898" y="2114022"/>
                </a:lnTo>
                <a:lnTo>
                  <a:pt x="1431913" y="2120845"/>
                </a:lnTo>
                <a:lnTo>
                  <a:pt x="1477898" y="2167503"/>
                </a:lnTo>
                <a:lnTo>
                  <a:pt x="1478888" y="2175206"/>
                </a:lnTo>
                <a:lnTo>
                  <a:pt x="1461506" y="2193253"/>
                </a:lnTo>
                <a:lnTo>
                  <a:pt x="1446104" y="2202496"/>
                </a:lnTo>
                <a:lnTo>
                  <a:pt x="1419812" y="2208109"/>
                </a:lnTo>
                <a:lnTo>
                  <a:pt x="1398799" y="2217792"/>
                </a:lnTo>
                <a:lnTo>
                  <a:pt x="1385158" y="2204917"/>
                </a:lnTo>
                <a:lnTo>
                  <a:pt x="1364146" y="2203597"/>
                </a:lnTo>
                <a:lnTo>
                  <a:pt x="1325312" y="2190942"/>
                </a:lnTo>
                <a:lnTo>
                  <a:pt x="1296598" y="2217462"/>
                </a:lnTo>
                <a:lnTo>
                  <a:pt x="1303529" y="2219663"/>
                </a:lnTo>
                <a:lnTo>
                  <a:pt x="1326192" y="2198755"/>
                </a:lnTo>
                <a:lnTo>
                  <a:pt x="1333892" y="2199085"/>
                </a:lnTo>
                <a:lnTo>
                  <a:pt x="1381308" y="2209869"/>
                </a:lnTo>
                <a:lnTo>
                  <a:pt x="1399569" y="2227586"/>
                </a:lnTo>
                <a:lnTo>
                  <a:pt x="1401770" y="2236610"/>
                </a:lnTo>
                <a:lnTo>
                  <a:pt x="1379987" y="2282937"/>
                </a:lnTo>
                <a:lnTo>
                  <a:pt x="1359855" y="2298343"/>
                </a:lnTo>
                <a:lnTo>
                  <a:pt x="1284937" y="2330806"/>
                </a:lnTo>
                <a:lnTo>
                  <a:pt x="1232682" y="2286679"/>
                </a:lnTo>
                <a:lnTo>
                  <a:pt x="1156223" y="2245193"/>
                </a:lnTo>
                <a:lnTo>
                  <a:pt x="1155123" y="2228907"/>
                </a:lnTo>
                <a:lnTo>
                  <a:pt x="1149513" y="2217242"/>
                </a:lnTo>
                <a:lnTo>
                  <a:pt x="1133561" y="2242882"/>
                </a:lnTo>
                <a:lnTo>
                  <a:pt x="1104738" y="2227476"/>
                </a:lnTo>
                <a:lnTo>
                  <a:pt x="1090326" y="2257848"/>
                </a:lnTo>
                <a:lnTo>
                  <a:pt x="1189557" y="2316940"/>
                </a:lnTo>
                <a:lnTo>
                  <a:pt x="1192307" y="2330146"/>
                </a:lnTo>
                <a:lnTo>
                  <a:pt x="1104848" y="2379555"/>
                </a:lnTo>
                <a:lnTo>
                  <a:pt x="972724" y="2426543"/>
                </a:lnTo>
                <a:lnTo>
                  <a:pt x="931910" y="2282057"/>
                </a:lnTo>
                <a:lnTo>
                  <a:pt x="872063" y="2226926"/>
                </a:lnTo>
                <a:lnTo>
                  <a:pt x="818817" y="2285688"/>
                </a:lnTo>
                <a:lnTo>
                  <a:pt x="882404" y="2344341"/>
                </a:lnTo>
                <a:lnTo>
                  <a:pt x="931579" y="2517438"/>
                </a:lnTo>
                <a:lnTo>
                  <a:pt x="931689" y="2539116"/>
                </a:lnTo>
                <a:lnTo>
                  <a:pt x="924869" y="2553421"/>
                </a:lnTo>
                <a:lnTo>
                  <a:pt x="903636" y="2575870"/>
                </a:lnTo>
                <a:lnTo>
                  <a:pt x="894065" y="2566076"/>
                </a:lnTo>
                <a:lnTo>
                  <a:pt x="845880" y="2617686"/>
                </a:lnTo>
                <a:lnTo>
                  <a:pt x="850721" y="2628910"/>
                </a:lnTo>
                <a:lnTo>
                  <a:pt x="755891" y="2724867"/>
                </a:lnTo>
                <a:lnTo>
                  <a:pt x="744780" y="2730699"/>
                </a:lnTo>
                <a:lnTo>
                  <a:pt x="732348" y="2729049"/>
                </a:lnTo>
                <a:lnTo>
                  <a:pt x="723107" y="2720576"/>
                </a:lnTo>
                <a:lnTo>
                  <a:pt x="705175" y="2682941"/>
                </a:lnTo>
                <a:lnTo>
                  <a:pt x="703635" y="2667315"/>
                </a:lnTo>
                <a:lnTo>
                  <a:pt x="707046" y="2667865"/>
                </a:lnTo>
                <a:lnTo>
                  <a:pt x="709026" y="2681401"/>
                </a:lnTo>
                <a:lnTo>
                  <a:pt x="726738" y="2718485"/>
                </a:lnTo>
                <a:lnTo>
                  <a:pt x="731138" y="2720135"/>
                </a:lnTo>
                <a:lnTo>
                  <a:pt x="773603" y="2678539"/>
                </a:lnTo>
                <a:lnTo>
                  <a:pt x="775803" y="2663684"/>
                </a:lnTo>
                <a:lnTo>
                  <a:pt x="757321" y="2624619"/>
                </a:lnTo>
                <a:lnTo>
                  <a:pt x="749730" y="2619337"/>
                </a:lnTo>
                <a:lnTo>
                  <a:pt x="739389" y="2600079"/>
                </a:lnTo>
                <a:lnTo>
                  <a:pt x="694174" y="2596008"/>
                </a:lnTo>
                <a:lnTo>
                  <a:pt x="652920" y="2510395"/>
                </a:lnTo>
                <a:lnTo>
                  <a:pt x="630587" y="2484645"/>
                </a:lnTo>
                <a:lnTo>
                  <a:pt x="528386" y="2231218"/>
                </a:lnTo>
                <a:lnTo>
                  <a:pt x="528386" y="2177297"/>
                </a:lnTo>
                <a:lnTo>
                  <a:pt x="583722" y="2133940"/>
                </a:lnTo>
                <a:lnTo>
                  <a:pt x="606165" y="2165302"/>
                </a:lnTo>
                <a:lnTo>
                  <a:pt x="782184" y="2041945"/>
                </a:lnTo>
                <a:lnTo>
                  <a:pt x="856551" y="1997378"/>
                </a:lnTo>
                <a:lnTo>
                  <a:pt x="912547" y="1980211"/>
                </a:lnTo>
                <a:lnTo>
                  <a:pt x="957652" y="1981642"/>
                </a:lnTo>
                <a:lnTo>
                  <a:pt x="997256" y="1975809"/>
                </a:lnTo>
                <a:lnTo>
                  <a:pt x="1003417" y="1982742"/>
                </a:lnTo>
                <a:lnTo>
                  <a:pt x="945441" y="2046456"/>
                </a:lnTo>
                <a:lnTo>
                  <a:pt x="938620" y="2071106"/>
                </a:lnTo>
                <a:lnTo>
                  <a:pt x="896926" y="2111822"/>
                </a:lnTo>
                <a:lnTo>
                  <a:pt x="863922" y="2137461"/>
                </a:lnTo>
                <a:lnTo>
                  <a:pt x="906057" y="2179057"/>
                </a:lnTo>
                <a:lnTo>
                  <a:pt x="950391" y="2131519"/>
                </a:lnTo>
                <a:lnTo>
                  <a:pt x="964473" y="2143294"/>
                </a:lnTo>
                <a:lnTo>
                  <a:pt x="980425" y="2133280"/>
                </a:lnTo>
                <a:lnTo>
                  <a:pt x="990326" y="2132950"/>
                </a:lnTo>
                <a:lnTo>
                  <a:pt x="986585" y="2125357"/>
                </a:lnTo>
                <a:lnTo>
                  <a:pt x="992306" y="2125027"/>
                </a:lnTo>
                <a:lnTo>
                  <a:pt x="993406" y="2129648"/>
                </a:lnTo>
                <a:lnTo>
                  <a:pt x="1000007" y="2126897"/>
                </a:lnTo>
                <a:lnTo>
                  <a:pt x="988786" y="2108630"/>
                </a:lnTo>
                <a:lnTo>
                  <a:pt x="997036" y="2089263"/>
                </a:lnTo>
                <a:lnTo>
                  <a:pt x="990326" y="2083871"/>
                </a:lnTo>
                <a:lnTo>
                  <a:pt x="1015078" y="2060212"/>
                </a:lnTo>
                <a:lnTo>
                  <a:pt x="1081746" y="1979441"/>
                </a:lnTo>
                <a:lnTo>
                  <a:pt x="1095717" y="1977900"/>
                </a:lnTo>
                <a:lnTo>
                  <a:pt x="1097697" y="1968326"/>
                </a:lnTo>
                <a:lnTo>
                  <a:pt x="1107928" y="1962164"/>
                </a:lnTo>
                <a:lnTo>
                  <a:pt x="1130921" y="1959303"/>
                </a:lnTo>
                <a:lnTo>
                  <a:pt x="1167775" y="1971628"/>
                </a:lnTo>
                <a:lnTo>
                  <a:pt x="1161614" y="1954461"/>
                </a:lnTo>
                <a:lnTo>
                  <a:pt x="1163154" y="1802493"/>
                </a:lnTo>
                <a:lnTo>
                  <a:pt x="1156333" y="1786647"/>
                </a:lnTo>
                <a:lnTo>
                  <a:pt x="1145552" y="1793909"/>
                </a:lnTo>
                <a:lnTo>
                  <a:pt x="1129711" y="1795340"/>
                </a:lnTo>
                <a:lnTo>
                  <a:pt x="1130591" y="1819879"/>
                </a:lnTo>
                <a:lnTo>
                  <a:pt x="1123440" y="1825712"/>
                </a:lnTo>
                <a:lnTo>
                  <a:pt x="1118159" y="1847280"/>
                </a:lnTo>
                <a:lnTo>
                  <a:pt x="1122670" y="1847060"/>
                </a:lnTo>
                <a:lnTo>
                  <a:pt x="1123000" y="1856524"/>
                </a:lnTo>
                <a:lnTo>
                  <a:pt x="1063924" y="1858944"/>
                </a:lnTo>
                <a:lnTo>
                  <a:pt x="1062823" y="1835065"/>
                </a:lnTo>
                <a:lnTo>
                  <a:pt x="1029930" y="1823951"/>
                </a:lnTo>
                <a:lnTo>
                  <a:pt x="1007598" y="1796220"/>
                </a:lnTo>
                <a:lnTo>
                  <a:pt x="1007598" y="1796220"/>
                </a:lnTo>
              </a:path>
            </a:pathLst>
          </a:custGeom>
          <a:noFill xmlns:a="http://schemas.openxmlformats.org/drawingml/2006/main"/>
          <a:ln xmlns:a="http://schemas.openxmlformats.org/drawingml/2006/main" w="2828">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92595081-BFDA-4046-BA53-0076E63175D7}"/>
              </a:ext>
            </a:extLst>
          </p:cNvPr>
          <p:cNvSpPr>
            <a:spLocks xmlns:a="http://schemas.openxmlformats.org/drawingml/2006/main" noGrp="1"/>
          </p:cNvSpPr>
          <p:nvPr/>
        </p:nvSpPr>
        <p:spPr>
          <a:xfrm xmlns:a="http://schemas.openxmlformats.org/drawingml/2006/main">
            <a:off x="4076752" y="2920303"/>
            <a:ext cx="626764" cy="233948"/>
          </a:xfrm>
          <a:custGeom xmlns:a="http://schemas.openxmlformats.org/drawingml/2006/main">
            <a:pathLst>
              <a:path w="844340" h="315161">
                <a:moveTo>
                  <a:pt x="18262" y="92766"/>
                </a:moveTo>
                <a:lnTo>
                  <a:pt x="20572" y="87153"/>
                </a:lnTo>
                <a:lnTo>
                  <a:pt x="13311" y="81982"/>
                </a:lnTo>
                <a:lnTo>
                  <a:pt x="11991" y="68997"/>
                </a:lnTo>
                <a:lnTo>
                  <a:pt x="0" y="62944"/>
                </a:lnTo>
                <a:lnTo>
                  <a:pt x="2970" y="50729"/>
                </a:lnTo>
                <a:lnTo>
                  <a:pt x="110" y="48969"/>
                </a:lnTo>
                <a:lnTo>
                  <a:pt x="30693" y="41486"/>
                </a:lnTo>
                <a:lnTo>
                  <a:pt x="44995" y="22339"/>
                </a:lnTo>
                <a:lnTo>
                  <a:pt x="66117" y="15956"/>
                </a:lnTo>
                <a:lnTo>
                  <a:pt x="80529" y="0"/>
                </a:lnTo>
                <a:lnTo>
                  <a:pt x="131134" y="17497"/>
                </a:lnTo>
                <a:lnTo>
                  <a:pt x="182069" y="41376"/>
                </a:lnTo>
                <a:lnTo>
                  <a:pt x="213093" y="46548"/>
                </a:lnTo>
                <a:lnTo>
                  <a:pt x="238725" y="60193"/>
                </a:lnTo>
                <a:lnTo>
                  <a:pt x="249507" y="71527"/>
                </a:lnTo>
                <a:lnTo>
                  <a:pt x="253797" y="85173"/>
                </a:lnTo>
                <a:lnTo>
                  <a:pt x="296042" y="103660"/>
                </a:lnTo>
                <a:lnTo>
                  <a:pt x="298792" y="97938"/>
                </a:lnTo>
                <a:lnTo>
                  <a:pt x="318594" y="99258"/>
                </a:lnTo>
                <a:lnTo>
                  <a:pt x="326295" y="114444"/>
                </a:lnTo>
                <a:lnTo>
                  <a:pt x="360949" y="111913"/>
                </a:lnTo>
                <a:lnTo>
                  <a:pt x="385151" y="114884"/>
                </a:lnTo>
                <a:lnTo>
                  <a:pt x="414084" y="104100"/>
                </a:lnTo>
                <a:lnTo>
                  <a:pt x="471510" y="99258"/>
                </a:lnTo>
                <a:lnTo>
                  <a:pt x="484492" y="92546"/>
                </a:lnTo>
                <a:lnTo>
                  <a:pt x="511115" y="98048"/>
                </a:lnTo>
                <a:lnTo>
                  <a:pt x="525526" y="108832"/>
                </a:lnTo>
                <a:lnTo>
                  <a:pt x="542028" y="106301"/>
                </a:lnTo>
                <a:lnTo>
                  <a:pt x="576682" y="115214"/>
                </a:lnTo>
                <a:lnTo>
                  <a:pt x="629487" y="112353"/>
                </a:lnTo>
                <a:lnTo>
                  <a:pt x="644449" y="107071"/>
                </a:lnTo>
                <a:lnTo>
                  <a:pt x="652590" y="98928"/>
                </a:lnTo>
                <a:lnTo>
                  <a:pt x="743129" y="96397"/>
                </a:lnTo>
                <a:lnTo>
                  <a:pt x="776573" y="111033"/>
                </a:lnTo>
                <a:lnTo>
                  <a:pt x="800886" y="137443"/>
                </a:lnTo>
                <a:lnTo>
                  <a:pt x="824428" y="192904"/>
                </a:lnTo>
                <a:lnTo>
                  <a:pt x="844340" y="266963"/>
                </a:lnTo>
                <a:lnTo>
                  <a:pt x="839610" y="274666"/>
                </a:lnTo>
                <a:lnTo>
                  <a:pt x="826628" y="278407"/>
                </a:lnTo>
                <a:lnTo>
                  <a:pt x="770632" y="264542"/>
                </a:lnTo>
                <a:lnTo>
                  <a:pt x="686033" y="264101"/>
                </a:lnTo>
                <a:lnTo>
                  <a:pt x="678772" y="279177"/>
                </a:lnTo>
                <a:lnTo>
                  <a:pt x="670742" y="273015"/>
                </a:lnTo>
                <a:lnTo>
                  <a:pt x="673272" y="265752"/>
                </a:lnTo>
                <a:lnTo>
                  <a:pt x="667111" y="263991"/>
                </a:lnTo>
                <a:lnTo>
                  <a:pt x="569971" y="263331"/>
                </a:lnTo>
                <a:lnTo>
                  <a:pt x="531247" y="282038"/>
                </a:lnTo>
                <a:lnTo>
                  <a:pt x="511445" y="271034"/>
                </a:lnTo>
                <a:lnTo>
                  <a:pt x="504844" y="279507"/>
                </a:lnTo>
                <a:lnTo>
                  <a:pt x="487682" y="286110"/>
                </a:lnTo>
                <a:lnTo>
                  <a:pt x="483942" y="280938"/>
                </a:lnTo>
                <a:lnTo>
                  <a:pt x="476351" y="283249"/>
                </a:lnTo>
                <a:lnTo>
                  <a:pt x="459409" y="296894"/>
                </a:lnTo>
                <a:lnTo>
                  <a:pt x="448078" y="299755"/>
                </a:lnTo>
                <a:lnTo>
                  <a:pt x="438177" y="296784"/>
                </a:lnTo>
                <a:lnTo>
                  <a:pt x="394832" y="312080"/>
                </a:lnTo>
                <a:lnTo>
                  <a:pt x="352588" y="315161"/>
                </a:lnTo>
                <a:lnTo>
                  <a:pt x="321454" y="278517"/>
                </a:lnTo>
                <a:lnTo>
                  <a:pt x="313974" y="255298"/>
                </a:lnTo>
                <a:lnTo>
                  <a:pt x="298022" y="245614"/>
                </a:lnTo>
                <a:lnTo>
                  <a:pt x="265128" y="248035"/>
                </a:lnTo>
                <a:lnTo>
                  <a:pt x="245106" y="210291"/>
                </a:lnTo>
                <a:lnTo>
                  <a:pt x="247196" y="199727"/>
                </a:lnTo>
                <a:lnTo>
                  <a:pt x="242356" y="201708"/>
                </a:lnTo>
                <a:lnTo>
                  <a:pt x="223214" y="188282"/>
                </a:lnTo>
                <a:lnTo>
                  <a:pt x="201101" y="186412"/>
                </a:lnTo>
                <a:lnTo>
                  <a:pt x="193181" y="178269"/>
                </a:lnTo>
                <a:lnTo>
                  <a:pt x="161937" y="169245"/>
                </a:lnTo>
                <a:lnTo>
                  <a:pt x="138175" y="152078"/>
                </a:lnTo>
                <a:lnTo>
                  <a:pt x="131134" y="149437"/>
                </a:lnTo>
                <a:lnTo>
                  <a:pt x="132674" y="153729"/>
                </a:lnTo>
                <a:lnTo>
                  <a:pt x="124753" y="152739"/>
                </a:lnTo>
                <a:lnTo>
                  <a:pt x="115952" y="142065"/>
                </a:lnTo>
                <a:lnTo>
                  <a:pt x="88339" y="136893"/>
                </a:lnTo>
                <a:lnTo>
                  <a:pt x="80089" y="119616"/>
                </a:lnTo>
                <a:lnTo>
                  <a:pt x="63367" y="116645"/>
                </a:lnTo>
                <a:lnTo>
                  <a:pt x="57096" y="122147"/>
                </a:lnTo>
                <a:lnTo>
                  <a:pt x="46975" y="120166"/>
                </a:lnTo>
                <a:lnTo>
                  <a:pt x="26183" y="98378"/>
                </a:lnTo>
                <a:lnTo>
                  <a:pt x="21892" y="100249"/>
                </a:lnTo>
                <a:lnTo>
                  <a:pt x="23873" y="92986"/>
                </a:lnTo>
                <a:lnTo>
                  <a:pt x="18262" y="92766"/>
                </a:lnTo>
              </a:path>
            </a:pathLst>
          </a:custGeom>
          <a:noFill xmlns:a="http://schemas.openxmlformats.org/drawingml/2006/main"/>
          <a:ln xmlns:a="http://schemas.openxmlformats.org/drawingml/2006/main" w="2828">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08CD3DEA-CDC8-44D7-8F24-0ECBF22939E8}"/>
              </a:ext>
            </a:extLst>
          </p:cNvPr>
          <p:cNvSpPr>
            <a:spLocks xmlns:a="http://schemas.openxmlformats.org/drawingml/2006/main" noGrp="1"/>
          </p:cNvSpPr>
          <p:nvPr/>
        </p:nvSpPr>
        <p:spPr>
          <a:xfrm xmlns:a="http://schemas.openxmlformats.org/drawingml/2006/main">
            <a:off x="3397151" y="4517995"/>
            <a:ext cx="132621" cy="156428"/>
          </a:xfrm>
          <a:custGeom xmlns:a="http://schemas.openxmlformats.org/drawingml/2006/main">
            <a:pathLst>
              <a:path w="178659" h="210731">
                <a:moveTo>
                  <a:pt x="60947" y="17937"/>
                </a:moveTo>
                <a:lnTo>
                  <a:pt x="70077" y="31142"/>
                </a:lnTo>
                <a:lnTo>
                  <a:pt x="76348" y="24539"/>
                </a:lnTo>
                <a:lnTo>
                  <a:pt x="88119" y="24980"/>
                </a:lnTo>
                <a:lnTo>
                  <a:pt x="94060" y="20688"/>
                </a:lnTo>
                <a:lnTo>
                  <a:pt x="87569" y="14966"/>
                </a:lnTo>
                <a:lnTo>
                  <a:pt x="86029" y="18047"/>
                </a:lnTo>
                <a:lnTo>
                  <a:pt x="89880" y="11004"/>
                </a:lnTo>
                <a:lnTo>
                  <a:pt x="160947" y="1981"/>
                </a:lnTo>
                <a:lnTo>
                  <a:pt x="167108" y="6382"/>
                </a:lnTo>
                <a:lnTo>
                  <a:pt x="167108" y="15956"/>
                </a:lnTo>
                <a:lnTo>
                  <a:pt x="156107" y="34003"/>
                </a:lnTo>
                <a:lnTo>
                  <a:pt x="128714" y="44347"/>
                </a:lnTo>
                <a:lnTo>
                  <a:pt x="130144" y="38405"/>
                </a:lnTo>
                <a:lnTo>
                  <a:pt x="120133" y="37194"/>
                </a:lnTo>
                <a:lnTo>
                  <a:pt x="112872" y="44457"/>
                </a:lnTo>
                <a:lnTo>
                  <a:pt x="110562" y="55351"/>
                </a:lnTo>
                <a:lnTo>
                  <a:pt x="120683" y="76369"/>
                </a:lnTo>
                <a:lnTo>
                  <a:pt x="132564" y="76479"/>
                </a:lnTo>
                <a:lnTo>
                  <a:pt x="134984" y="72298"/>
                </a:lnTo>
                <a:lnTo>
                  <a:pt x="131134" y="69657"/>
                </a:lnTo>
                <a:lnTo>
                  <a:pt x="139605" y="72628"/>
                </a:lnTo>
                <a:lnTo>
                  <a:pt x="144665" y="97718"/>
                </a:lnTo>
                <a:lnTo>
                  <a:pt x="166558" y="116425"/>
                </a:lnTo>
                <a:lnTo>
                  <a:pt x="170958" y="128199"/>
                </a:lnTo>
                <a:lnTo>
                  <a:pt x="178219" y="133261"/>
                </a:lnTo>
                <a:lnTo>
                  <a:pt x="178659" y="140414"/>
                </a:lnTo>
                <a:lnTo>
                  <a:pt x="173709" y="135792"/>
                </a:lnTo>
                <a:lnTo>
                  <a:pt x="166228" y="139093"/>
                </a:lnTo>
                <a:lnTo>
                  <a:pt x="161607" y="152409"/>
                </a:lnTo>
                <a:lnTo>
                  <a:pt x="167878" y="157471"/>
                </a:lnTo>
                <a:lnTo>
                  <a:pt x="152036" y="164183"/>
                </a:lnTo>
                <a:lnTo>
                  <a:pt x="155667" y="161102"/>
                </a:lnTo>
                <a:lnTo>
                  <a:pt x="143565" y="155160"/>
                </a:lnTo>
                <a:lnTo>
                  <a:pt x="135755" y="143385"/>
                </a:lnTo>
                <a:lnTo>
                  <a:pt x="116612" y="128529"/>
                </a:lnTo>
                <a:lnTo>
                  <a:pt x="102641" y="108502"/>
                </a:lnTo>
                <a:lnTo>
                  <a:pt x="89330" y="128309"/>
                </a:lnTo>
                <a:lnTo>
                  <a:pt x="92520" y="148117"/>
                </a:lnTo>
                <a:lnTo>
                  <a:pt x="92410" y="141514"/>
                </a:lnTo>
                <a:lnTo>
                  <a:pt x="83499" y="143055"/>
                </a:lnTo>
                <a:lnTo>
                  <a:pt x="87569" y="164843"/>
                </a:lnTo>
                <a:lnTo>
                  <a:pt x="91530" y="166164"/>
                </a:lnTo>
                <a:lnTo>
                  <a:pt x="92960" y="162202"/>
                </a:lnTo>
                <a:lnTo>
                  <a:pt x="94170" y="180689"/>
                </a:lnTo>
                <a:lnTo>
                  <a:pt x="89220" y="179589"/>
                </a:lnTo>
                <a:lnTo>
                  <a:pt x="88009" y="190923"/>
                </a:lnTo>
                <a:lnTo>
                  <a:pt x="92410" y="195765"/>
                </a:lnTo>
                <a:lnTo>
                  <a:pt x="98020" y="193674"/>
                </a:lnTo>
                <a:lnTo>
                  <a:pt x="99451" y="202258"/>
                </a:lnTo>
                <a:lnTo>
                  <a:pt x="92520" y="210731"/>
                </a:lnTo>
                <a:lnTo>
                  <a:pt x="78438" y="196205"/>
                </a:lnTo>
                <a:lnTo>
                  <a:pt x="67657" y="193454"/>
                </a:lnTo>
                <a:lnTo>
                  <a:pt x="55116" y="171886"/>
                </a:lnTo>
                <a:lnTo>
                  <a:pt x="0" y="113784"/>
                </a:lnTo>
                <a:lnTo>
                  <a:pt x="12871" y="102339"/>
                </a:lnTo>
                <a:lnTo>
                  <a:pt x="26073" y="99478"/>
                </a:lnTo>
                <a:lnTo>
                  <a:pt x="33444" y="102229"/>
                </a:lnTo>
                <a:lnTo>
                  <a:pt x="29813" y="103000"/>
                </a:lnTo>
                <a:lnTo>
                  <a:pt x="35314" y="107951"/>
                </a:lnTo>
                <a:lnTo>
                  <a:pt x="40264" y="108062"/>
                </a:lnTo>
                <a:lnTo>
                  <a:pt x="39384" y="104650"/>
                </a:lnTo>
                <a:lnTo>
                  <a:pt x="46755" y="112133"/>
                </a:lnTo>
                <a:lnTo>
                  <a:pt x="59736" y="114334"/>
                </a:lnTo>
                <a:lnTo>
                  <a:pt x="56876" y="121157"/>
                </a:lnTo>
                <a:lnTo>
                  <a:pt x="77558" y="132491"/>
                </a:lnTo>
                <a:lnTo>
                  <a:pt x="81409" y="126329"/>
                </a:lnTo>
                <a:lnTo>
                  <a:pt x="73158" y="119726"/>
                </a:lnTo>
                <a:lnTo>
                  <a:pt x="88339" y="127099"/>
                </a:lnTo>
                <a:lnTo>
                  <a:pt x="100221" y="107731"/>
                </a:lnTo>
                <a:lnTo>
                  <a:pt x="98020" y="97938"/>
                </a:lnTo>
                <a:lnTo>
                  <a:pt x="101761" y="91995"/>
                </a:lnTo>
                <a:lnTo>
                  <a:pt x="97360" y="85173"/>
                </a:lnTo>
                <a:lnTo>
                  <a:pt x="93730" y="87924"/>
                </a:lnTo>
                <a:lnTo>
                  <a:pt x="77668" y="74169"/>
                </a:lnTo>
                <a:lnTo>
                  <a:pt x="87019" y="65805"/>
                </a:lnTo>
                <a:lnTo>
                  <a:pt x="93400" y="71087"/>
                </a:lnTo>
                <a:lnTo>
                  <a:pt x="99561" y="68776"/>
                </a:lnTo>
                <a:lnTo>
                  <a:pt x="98681" y="50729"/>
                </a:lnTo>
                <a:lnTo>
                  <a:pt x="77778" y="51610"/>
                </a:lnTo>
                <a:lnTo>
                  <a:pt x="75028" y="36974"/>
                </a:lnTo>
                <a:lnTo>
                  <a:pt x="54456" y="64155"/>
                </a:lnTo>
                <a:lnTo>
                  <a:pt x="39824" y="66025"/>
                </a:lnTo>
                <a:lnTo>
                  <a:pt x="41694" y="57332"/>
                </a:lnTo>
                <a:lnTo>
                  <a:pt x="63807" y="48859"/>
                </a:lnTo>
                <a:lnTo>
                  <a:pt x="68757" y="32793"/>
                </a:lnTo>
                <a:lnTo>
                  <a:pt x="55556" y="18157"/>
                </a:lnTo>
                <a:lnTo>
                  <a:pt x="51375" y="23769"/>
                </a:lnTo>
                <a:lnTo>
                  <a:pt x="54016" y="25750"/>
                </a:lnTo>
                <a:lnTo>
                  <a:pt x="46645" y="24870"/>
                </a:lnTo>
                <a:lnTo>
                  <a:pt x="25743" y="4182"/>
                </a:lnTo>
                <a:lnTo>
                  <a:pt x="29703" y="0"/>
                </a:lnTo>
                <a:lnTo>
                  <a:pt x="58306" y="8803"/>
                </a:lnTo>
                <a:lnTo>
                  <a:pt x="60947" y="17937"/>
                </a:lnTo>
              </a:path>
            </a:pathLst>
          </a:custGeom>
          <a:noFill xmlns:a="http://schemas.openxmlformats.org/drawingml/2006/main"/>
          <a:ln xmlns:a="http://schemas.openxmlformats.org/drawingml/2006/main" w="2828">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E6977715-01AE-43C2-BB45-AF6A70C3AF59}"/>
              </a:ext>
            </a:extLst>
          </p:cNvPr>
          <p:cNvSpPr>
            <a:spLocks xmlns:a="http://schemas.openxmlformats.org/drawingml/2006/main" noGrp="1"/>
          </p:cNvSpPr>
          <p:nvPr/>
        </p:nvSpPr>
        <p:spPr>
          <a:xfrm xmlns:a="http://schemas.openxmlformats.org/drawingml/2006/main">
            <a:off x="3409891" y="4411640"/>
            <a:ext cx="87053" cy="63633"/>
          </a:xfrm>
          <a:custGeom xmlns:a="http://schemas.openxmlformats.org/drawingml/2006/main">
            <a:pathLst>
              <a:path w="117273" h="85723">
                <a:moveTo>
                  <a:pt x="117273" y="51060"/>
                </a:moveTo>
                <a:lnTo>
                  <a:pt x="114742" y="66025"/>
                </a:lnTo>
                <a:lnTo>
                  <a:pt x="102751" y="73398"/>
                </a:lnTo>
                <a:lnTo>
                  <a:pt x="60616" y="55131"/>
                </a:lnTo>
                <a:lnTo>
                  <a:pt x="47415" y="59643"/>
                </a:lnTo>
                <a:lnTo>
                  <a:pt x="14302" y="85723"/>
                </a:lnTo>
                <a:lnTo>
                  <a:pt x="5061" y="85393"/>
                </a:lnTo>
                <a:lnTo>
                  <a:pt x="0" y="77910"/>
                </a:lnTo>
                <a:lnTo>
                  <a:pt x="5171" y="63164"/>
                </a:lnTo>
                <a:lnTo>
                  <a:pt x="50055" y="32903"/>
                </a:lnTo>
                <a:lnTo>
                  <a:pt x="80969" y="0"/>
                </a:lnTo>
                <a:lnTo>
                  <a:pt x="91750" y="3631"/>
                </a:lnTo>
                <a:lnTo>
                  <a:pt x="104181" y="16286"/>
                </a:lnTo>
                <a:lnTo>
                  <a:pt x="117273" y="51060"/>
                </a:lnTo>
              </a:path>
            </a:pathLst>
          </a:custGeom>
          <a:noFill xmlns:a="http://schemas.openxmlformats.org/drawingml/2006/main"/>
          <a:ln xmlns:a="http://schemas.openxmlformats.org/drawingml/2006/main" w="2828">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79F338FE-7225-4A5A-B272-C077FFFC5F55}"/>
              </a:ext>
            </a:extLst>
          </p:cNvPr>
          <p:cNvSpPr>
            <a:spLocks xmlns:a="http://schemas.openxmlformats.org/drawingml/2006/main" noGrp="1"/>
          </p:cNvSpPr>
          <p:nvPr/>
        </p:nvSpPr>
        <p:spPr>
          <a:xfrm xmlns:a="http://schemas.openxmlformats.org/drawingml/2006/main">
            <a:off x="3333046" y="4499371"/>
            <a:ext cx="43200" cy="59304"/>
          </a:xfrm>
          <a:custGeom xmlns:a="http://schemas.openxmlformats.org/drawingml/2006/main">
            <a:pathLst>
              <a:path w="58196" h="79891">
                <a:moveTo>
                  <a:pt x="58196" y="66686"/>
                </a:moveTo>
                <a:lnTo>
                  <a:pt x="55666" y="77690"/>
                </a:lnTo>
                <a:lnTo>
                  <a:pt x="49505" y="79891"/>
                </a:lnTo>
                <a:lnTo>
                  <a:pt x="20132" y="63274"/>
                </a:lnTo>
                <a:lnTo>
                  <a:pt x="0" y="20688"/>
                </a:lnTo>
                <a:lnTo>
                  <a:pt x="7041" y="0"/>
                </a:lnTo>
                <a:lnTo>
                  <a:pt x="26513" y="5942"/>
                </a:lnTo>
                <a:lnTo>
                  <a:pt x="43895" y="28171"/>
                </a:lnTo>
                <a:lnTo>
                  <a:pt x="58196" y="66686"/>
                </a:lnTo>
              </a:path>
            </a:pathLst>
          </a:custGeom>
          <a:noFill xmlns:a="http://schemas.openxmlformats.org/drawingml/2006/main"/>
          <a:ln xmlns:a="http://schemas.openxmlformats.org/drawingml/2006/main" w="2828">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5ACBA9E9-5830-47BC-87AA-E3B917514C40}"/>
              </a:ext>
            </a:extLst>
          </p:cNvPr>
          <p:cNvSpPr>
            <a:spLocks xmlns:a="http://schemas.openxmlformats.org/drawingml/2006/main" noGrp="1"/>
          </p:cNvSpPr>
          <p:nvPr/>
        </p:nvSpPr>
        <p:spPr>
          <a:xfrm xmlns:a="http://schemas.openxmlformats.org/drawingml/2006/main">
            <a:off x="3518258" y="4575747"/>
            <a:ext cx="38872" cy="37821"/>
          </a:xfrm>
          <a:custGeom xmlns:a="http://schemas.openxmlformats.org/drawingml/2006/main">
            <a:pathLst>
              <a:path w="52366" h="50950">
                <a:moveTo>
                  <a:pt x="28603" y="12655"/>
                </a:moveTo>
                <a:lnTo>
                  <a:pt x="37404" y="9574"/>
                </a:lnTo>
                <a:lnTo>
                  <a:pt x="31463" y="5062"/>
                </a:lnTo>
                <a:lnTo>
                  <a:pt x="36414" y="8033"/>
                </a:lnTo>
                <a:lnTo>
                  <a:pt x="49395" y="28501"/>
                </a:lnTo>
                <a:lnTo>
                  <a:pt x="52366" y="38955"/>
                </a:lnTo>
                <a:lnTo>
                  <a:pt x="43785" y="50950"/>
                </a:lnTo>
                <a:lnTo>
                  <a:pt x="37624" y="48529"/>
                </a:lnTo>
                <a:lnTo>
                  <a:pt x="43565" y="50509"/>
                </a:lnTo>
                <a:lnTo>
                  <a:pt x="50275" y="41706"/>
                </a:lnTo>
                <a:lnTo>
                  <a:pt x="48625" y="44127"/>
                </a:lnTo>
                <a:lnTo>
                  <a:pt x="26623" y="34333"/>
                </a:lnTo>
                <a:lnTo>
                  <a:pt x="26623" y="31252"/>
                </a:lnTo>
                <a:lnTo>
                  <a:pt x="28493" y="37524"/>
                </a:lnTo>
                <a:lnTo>
                  <a:pt x="17822" y="22449"/>
                </a:lnTo>
                <a:lnTo>
                  <a:pt x="23653" y="23879"/>
                </a:lnTo>
                <a:lnTo>
                  <a:pt x="26293" y="18927"/>
                </a:lnTo>
                <a:lnTo>
                  <a:pt x="17272" y="16286"/>
                </a:lnTo>
                <a:lnTo>
                  <a:pt x="13091" y="22118"/>
                </a:lnTo>
                <a:lnTo>
                  <a:pt x="0" y="6713"/>
                </a:lnTo>
                <a:lnTo>
                  <a:pt x="1320" y="990"/>
                </a:lnTo>
                <a:lnTo>
                  <a:pt x="11991" y="0"/>
                </a:lnTo>
                <a:lnTo>
                  <a:pt x="12541" y="3962"/>
                </a:lnTo>
                <a:lnTo>
                  <a:pt x="28603" y="12655"/>
                </a:lnTo>
              </a:path>
            </a:pathLst>
          </a:custGeom>
          <a:noFill xmlns:a="http://schemas.openxmlformats.org/drawingml/2006/main"/>
          <a:ln xmlns:a="http://schemas.openxmlformats.org/drawingml/2006/main" w="2828">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394DF8E8-EF5A-42CA-8D05-58F29D325720}"/>
              </a:ext>
            </a:extLst>
          </p:cNvPr>
          <p:cNvSpPr>
            <a:spLocks xmlns:a="http://schemas.openxmlformats.org/drawingml/2006/main" noGrp="1"/>
          </p:cNvSpPr>
          <p:nvPr/>
        </p:nvSpPr>
        <p:spPr>
          <a:xfrm xmlns:a="http://schemas.openxmlformats.org/drawingml/2006/main">
            <a:off x="3317612" y="4656289"/>
            <a:ext cx="26214" cy="26548"/>
          </a:xfrm>
          <a:custGeom xmlns:a="http://schemas.openxmlformats.org/drawingml/2006/main">
            <a:pathLst>
              <a:path w="35314" h="35764">
                <a:moveTo>
                  <a:pt x="17052" y="0"/>
                </a:moveTo>
                <a:lnTo>
                  <a:pt x="31243" y="8693"/>
                </a:lnTo>
                <a:lnTo>
                  <a:pt x="35314" y="16947"/>
                </a:lnTo>
                <a:lnTo>
                  <a:pt x="33114" y="12765"/>
                </a:lnTo>
                <a:lnTo>
                  <a:pt x="28273" y="14416"/>
                </a:lnTo>
                <a:lnTo>
                  <a:pt x="18812" y="30812"/>
                </a:lnTo>
                <a:lnTo>
                  <a:pt x="22772" y="33343"/>
                </a:lnTo>
                <a:lnTo>
                  <a:pt x="9901" y="35764"/>
                </a:lnTo>
                <a:lnTo>
                  <a:pt x="0" y="23109"/>
                </a:lnTo>
                <a:lnTo>
                  <a:pt x="17052" y="0"/>
                </a:lnTo>
              </a:path>
            </a:pathLst>
          </a:custGeom>
          <a:noFill xmlns:a="http://schemas.openxmlformats.org/drawingml/2006/main"/>
          <a:ln xmlns:a="http://schemas.openxmlformats.org/drawingml/2006/main" w="2828">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FE8504D6-7373-4F96-9D15-F9332C0F8439}"/>
              </a:ext>
            </a:extLst>
          </p:cNvPr>
          <p:cNvSpPr>
            <a:spLocks xmlns:a="http://schemas.openxmlformats.org/drawingml/2006/main" noGrp="1"/>
          </p:cNvSpPr>
          <p:nvPr/>
        </p:nvSpPr>
        <p:spPr>
          <a:xfrm xmlns:a="http://schemas.openxmlformats.org/drawingml/2006/main">
            <a:off x="3303320" y="4644282"/>
            <a:ext cx="16414" cy="18706"/>
          </a:xfrm>
          <a:custGeom xmlns:a="http://schemas.openxmlformats.org/drawingml/2006/main">
            <a:pathLst>
              <a:path w="22112" h="25200">
                <a:moveTo>
                  <a:pt x="4731" y="0"/>
                </a:moveTo>
                <a:lnTo>
                  <a:pt x="16282" y="2641"/>
                </a:lnTo>
                <a:lnTo>
                  <a:pt x="22112" y="8693"/>
                </a:lnTo>
                <a:lnTo>
                  <a:pt x="9351" y="25200"/>
                </a:lnTo>
                <a:lnTo>
                  <a:pt x="990" y="16396"/>
                </a:lnTo>
                <a:lnTo>
                  <a:pt x="0" y="5502"/>
                </a:lnTo>
                <a:lnTo>
                  <a:pt x="770" y="9134"/>
                </a:lnTo>
                <a:lnTo>
                  <a:pt x="4731" y="5832"/>
                </a:lnTo>
                <a:lnTo>
                  <a:pt x="4731" y="0"/>
                </a:lnTo>
              </a:path>
            </a:pathLst>
          </a:custGeom>
          <a:noFill xmlns:a="http://schemas.openxmlformats.org/drawingml/2006/main"/>
          <a:ln xmlns:a="http://schemas.openxmlformats.org/drawingml/2006/main" w="2828">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EAFC480A-E257-4746-8938-30A7C81DA6BE}"/>
              </a:ext>
            </a:extLst>
          </p:cNvPr>
          <p:cNvSpPr>
            <a:spLocks xmlns:a="http://schemas.openxmlformats.org/drawingml/2006/main" noGrp="1"/>
          </p:cNvSpPr>
          <p:nvPr/>
        </p:nvSpPr>
        <p:spPr>
          <a:xfrm xmlns:a="http://schemas.openxmlformats.org/drawingml/2006/main">
            <a:off x="3515236" y="2719275"/>
            <a:ext cx="122658" cy="141888"/>
          </a:xfrm>
          <a:custGeom xmlns:a="http://schemas.openxmlformats.org/drawingml/2006/main">
            <a:pathLst>
              <a:path w="165238" h="191143">
                <a:moveTo>
                  <a:pt x="162047" y="139314"/>
                </a:moveTo>
                <a:lnTo>
                  <a:pt x="165238" y="152629"/>
                </a:lnTo>
                <a:lnTo>
                  <a:pt x="160837" y="162532"/>
                </a:lnTo>
                <a:lnTo>
                  <a:pt x="130694" y="186302"/>
                </a:lnTo>
                <a:lnTo>
                  <a:pt x="108142" y="191143"/>
                </a:lnTo>
                <a:lnTo>
                  <a:pt x="88009" y="183991"/>
                </a:lnTo>
                <a:lnTo>
                  <a:pt x="66227" y="160001"/>
                </a:lnTo>
                <a:lnTo>
                  <a:pt x="44995" y="122037"/>
                </a:lnTo>
                <a:lnTo>
                  <a:pt x="25083" y="107071"/>
                </a:lnTo>
                <a:lnTo>
                  <a:pt x="23212" y="75049"/>
                </a:lnTo>
                <a:lnTo>
                  <a:pt x="2310" y="33233"/>
                </a:lnTo>
                <a:lnTo>
                  <a:pt x="0" y="14526"/>
                </a:lnTo>
                <a:lnTo>
                  <a:pt x="30143" y="0"/>
                </a:lnTo>
                <a:lnTo>
                  <a:pt x="42795" y="2311"/>
                </a:lnTo>
                <a:lnTo>
                  <a:pt x="96040" y="58873"/>
                </a:lnTo>
                <a:lnTo>
                  <a:pt x="162047" y="139314"/>
                </a:lnTo>
              </a:path>
            </a:pathLst>
          </a:custGeom>
          <a:noFill xmlns:a="http://schemas.openxmlformats.org/drawingml/2006/main"/>
          <a:ln xmlns:a="http://schemas.openxmlformats.org/drawingml/2006/main" w="2828">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F21FF79F-FC6E-4793-8BC4-9A9281CE299D}"/>
              </a:ext>
            </a:extLst>
          </p:cNvPr>
          <p:cNvSpPr>
            <a:spLocks xmlns:a="http://schemas.openxmlformats.org/drawingml/2006/main" noGrp="1"/>
          </p:cNvSpPr>
          <p:nvPr/>
        </p:nvSpPr>
        <p:spPr>
          <a:xfrm xmlns:a="http://schemas.openxmlformats.org/drawingml/2006/main">
            <a:off x="4752187" y="2818523"/>
            <a:ext cx="444677" cy="719814"/>
          </a:xfrm>
          <a:custGeom xmlns:a="http://schemas.openxmlformats.org/drawingml/2006/main">
            <a:pathLst>
              <a:path w="599043" h="969691">
                <a:moveTo>
                  <a:pt x="494833" y="90785"/>
                </a:moveTo>
                <a:lnTo>
                  <a:pt x="503084" y="101569"/>
                </a:lnTo>
                <a:lnTo>
                  <a:pt x="513535" y="95957"/>
                </a:lnTo>
                <a:lnTo>
                  <a:pt x="540818" y="98708"/>
                </a:lnTo>
                <a:lnTo>
                  <a:pt x="599043" y="118627"/>
                </a:lnTo>
                <a:moveTo>
                  <a:pt x="599043" y="969691"/>
                </a:moveTo>
                <a:lnTo>
                  <a:pt x="257427" y="679511"/>
                </a:lnTo>
                <a:lnTo>
                  <a:pt x="137295" y="570349"/>
                </a:lnTo>
                <a:lnTo>
                  <a:pt x="95930" y="508505"/>
                </a:lnTo>
                <a:lnTo>
                  <a:pt x="79649" y="468340"/>
                </a:lnTo>
                <a:lnTo>
                  <a:pt x="70848" y="432796"/>
                </a:lnTo>
                <a:lnTo>
                  <a:pt x="81629" y="424213"/>
                </a:lnTo>
                <a:lnTo>
                  <a:pt x="174039" y="426854"/>
                </a:lnTo>
                <a:lnTo>
                  <a:pt x="196811" y="421462"/>
                </a:lnTo>
                <a:lnTo>
                  <a:pt x="213643" y="411778"/>
                </a:lnTo>
                <a:lnTo>
                  <a:pt x="225964" y="394502"/>
                </a:lnTo>
                <a:lnTo>
                  <a:pt x="224754" y="382617"/>
                </a:lnTo>
                <a:lnTo>
                  <a:pt x="213533" y="371833"/>
                </a:lnTo>
                <a:lnTo>
                  <a:pt x="211663" y="356977"/>
                </a:lnTo>
                <a:lnTo>
                  <a:pt x="231905" y="320883"/>
                </a:lnTo>
                <a:lnTo>
                  <a:pt x="215073" y="313070"/>
                </a:lnTo>
                <a:lnTo>
                  <a:pt x="196591" y="314831"/>
                </a:lnTo>
                <a:lnTo>
                  <a:pt x="170518" y="341681"/>
                </a:lnTo>
                <a:lnTo>
                  <a:pt x="146536" y="351365"/>
                </a:lnTo>
                <a:lnTo>
                  <a:pt x="57976" y="347293"/>
                </a:lnTo>
                <a:lnTo>
                  <a:pt x="43895" y="339150"/>
                </a:lnTo>
                <a:lnTo>
                  <a:pt x="34544" y="327376"/>
                </a:lnTo>
                <a:lnTo>
                  <a:pt x="1980" y="240773"/>
                </a:lnTo>
                <a:lnTo>
                  <a:pt x="0" y="199067"/>
                </a:lnTo>
                <a:lnTo>
                  <a:pt x="18372" y="160992"/>
                </a:lnTo>
                <a:lnTo>
                  <a:pt x="133884" y="56782"/>
                </a:lnTo>
                <a:lnTo>
                  <a:pt x="169308" y="37745"/>
                </a:lnTo>
                <a:lnTo>
                  <a:pt x="300662" y="1210"/>
                </a:lnTo>
                <a:lnTo>
                  <a:pt x="344117" y="0"/>
                </a:lnTo>
                <a:lnTo>
                  <a:pt x="381081" y="10674"/>
                </a:lnTo>
                <a:lnTo>
                  <a:pt x="414634" y="60743"/>
                </a:lnTo>
                <a:lnTo>
                  <a:pt x="489442" y="74829"/>
                </a:lnTo>
                <a:lnTo>
                  <a:pt x="497693" y="81431"/>
                </a:lnTo>
                <a:lnTo>
                  <a:pt x="494833" y="90785"/>
                </a:lnTo>
              </a:path>
            </a:pathLst>
          </a:custGeom>
          <a:noFill xmlns:a="http://schemas.openxmlformats.org/drawingml/2006/main"/>
          <a:ln xmlns:a="http://schemas.openxmlformats.org/drawingml/2006/main" w="2828">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99565941-D191-4A6F-89E9-CC633A31318F}"/>
              </a:ext>
            </a:extLst>
          </p:cNvPr>
          <p:cNvSpPr>
            <a:spLocks xmlns:a="http://schemas.openxmlformats.org/drawingml/2006/main" noGrp="1"/>
          </p:cNvSpPr>
          <p:nvPr/>
        </p:nvSpPr>
        <p:spPr>
          <a:xfrm xmlns:a="http://schemas.openxmlformats.org/drawingml/2006/main">
            <a:off x="4221050" y="3082858"/>
            <a:ext cx="85420" cy="78908"/>
          </a:xfrm>
          <a:custGeom xmlns:a="http://schemas.openxmlformats.org/drawingml/2006/main">
            <a:pathLst>
              <a:path w="115072" h="106301">
                <a:moveTo>
                  <a:pt x="32563" y="6713"/>
                </a:moveTo>
                <a:lnTo>
                  <a:pt x="60506" y="43577"/>
                </a:lnTo>
                <a:lnTo>
                  <a:pt x="104621" y="57772"/>
                </a:lnTo>
                <a:lnTo>
                  <a:pt x="115072" y="96177"/>
                </a:lnTo>
                <a:lnTo>
                  <a:pt x="110562" y="105641"/>
                </a:lnTo>
                <a:lnTo>
                  <a:pt x="104621" y="106301"/>
                </a:lnTo>
                <a:lnTo>
                  <a:pt x="90320" y="94086"/>
                </a:lnTo>
                <a:lnTo>
                  <a:pt x="8361" y="14085"/>
                </a:lnTo>
                <a:lnTo>
                  <a:pt x="0" y="0"/>
                </a:lnTo>
                <a:lnTo>
                  <a:pt x="32563" y="6713"/>
                </a:lnTo>
              </a:path>
            </a:pathLst>
          </a:custGeom>
          <a:noFill xmlns:a="http://schemas.openxmlformats.org/drawingml/2006/main"/>
          <a:ln xmlns:a="http://schemas.openxmlformats.org/drawingml/2006/main" w="2828">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D6F43154-9716-4617-B179-A628027BC00D}"/>
              </a:ext>
            </a:extLst>
          </p:cNvPr>
          <p:cNvSpPr>
            <a:spLocks xmlns:a="http://schemas.openxmlformats.org/drawingml/2006/main" noGrp="1"/>
          </p:cNvSpPr>
          <p:nvPr/>
        </p:nvSpPr>
        <p:spPr>
          <a:xfrm xmlns:a="http://schemas.openxmlformats.org/drawingml/2006/main">
            <a:off x="2698769" y="4642811"/>
            <a:ext cx="196808" cy="236317"/>
          </a:xfrm>
          <a:custGeom xmlns:a="http://schemas.openxmlformats.org/drawingml/2006/main">
            <a:pathLst>
              <a:path w="265128" h="318352">
                <a:moveTo>
                  <a:pt x="25853" y="45998"/>
                </a:moveTo>
                <a:lnTo>
                  <a:pt x="42575" y="47978"/>
                </a:lnTo>
                <a:lnTo>
                  <a:pt x="37074" y="59533"/>
                </a:lnTo>
                <a:lnTo>
                  <a:pt x="42465" y="78900"/>
                </a:lnTo>
                <a:lnTo>
                  <a:pt x="35094" y="81101"/>
                </a:lnTo>
                <a:lnTo>
                  <a:pt x="46975" y="77470"/>
                </a:lnTo>
                <a:lnTo>
                  <a:pt x="48955" y="80881"/>
                </a:lnTo>
                <a:lnTo>
                  <a:pt x="53576" y="74939"/>
                </a:lnTo>
                <a:lnTo>
                  <a:pt x="57866" y="80331"/>
                </a:lnTo>
                <a:lnTo>
                  <a:pt x="52256" y="95077"/>
                </a:lnTo>
                <a:lnTo>
                  <a:pt x="58966" y="99478"/>
                </a:lnTo>
                <a:lnTo>
                  <a:pt x="43895" y="108392"/>
                </a:lnTo>
                <a:lnTo>
                  <a:pt x="35204" y="102229"/>
                </a:lnTo>
                <a:lnTo>
                  <a:pt x="32673" y="104320"/>
                </a:lnTo>
                <a:lnTo>
                  <a:pt x="43235" y="109382"/>
                </a:lnTo>
                <a:lnTo>
                  <a:pt x="61387" y="102229"/>
                </a:lnTo>
                <a:lnTo>
                  <a:pt x="53466" y="109492"/>
                </a:lnTo>
                <a:lnTo>
                  <a:pt x="63697" y="108062"/>
                </a:lnTo>
                <a:lnTo>
                  <a:pt x="61277" y="122257"/>
                </a:lnTo>
                <a:lnTo>
                  <a:pt x="65237" y="111363"/>
                </a:lnTo>
                <a:lnTo>
                  <a:pt x="91420" y="99918"/>
                </a:lnTo>
                <a:lnTo>
                  <a:pt x="105831" y="98488"/>
                </a:lnTo>
                <a:lnTo>
                  <a:pt x="136085" y="106191"/>
                </a:lnTo>
                <a:lnTo>
                  <a:pt x="171838" y="87484"/>
                </a:lnTo>
                <a:lnTo>
                  <a:pt x="194061" y="80881"/>
                </a:lnTo>
                <a:lnTo>
                  <a:pt x="194061" y="76369"/>
                </a:lnTo>
                <a:lnTo>
                  <a:pt x="250497" y="75489"/>
                </a:lnTo>
                <a:lnTo>
                  <a:pt x="262708" y="125888"/>
                </a:lnTo>
                <a:lnTo>
                  <a:pt x="265128" y="169905"/>
                </a:lnTo>
                <a:lnTo>
                  <a:pt x="260728" y="187402"/>
                </a:lnTo>
                <a:lnTo>
                  <a:pt x="245986" y="205449"/>
                </a:lnTo>
                <a:lnTo>
                  <a:pt x="204072" y="228338"/>
                </a:lnTo>
                <a:lnTo>
                  <a:pt x="194391" y="274445"/>
                </a:lnTo>
                <a:lnTo>
                  <a:pt x="169528" y="298655"/>
                </a:lnTo>
                <a:lnTo>
                  <a:pt x="146866" y="313621"/>
                </a:lnTo>
                <a:lnTo>
                  <a:pt x="122003" y="318352"/>
                </a:lnTo>
                <a:lnTo>
                  <a:pt x="97470" y="310319"/>
                </a:lnTo>
                <a:lnTo>
                  <a:pt x="32453" y="244734"/>
                </a:lnTo>
                <a:lnTo>
                  <a:pt x="31573" y="230759"/>
                </a:lnTo>
                <a:lnTo>
                  <a:pt x="60286" y="195215"/>
                </a:lnTo>
                <a:lnTo>
                  <a:pt x="67217" y="172656"/>
                </a:lnTo>
                <a:lnTo>
                  <a:pt x="62047" y="147237"/>
                </a:lnTo>
                <a:lnTo>
                  <a:pt x="56766" y="155710"/>
                </a:lnTo>
                <a:lnTo>
                  <a:pt x="54346" y="147127"/>
                </a:lnTo>
                <a:lnTo>
                  <a:pt x="43125" y="143935"/>
                </a:lnTo>
                <a:lnTo>
                  <a:pt x="54456" y="148887"/>
                </a:lnTo>
                <a:lnTo>
                  <a:pt x="55006" y="158131"/>
                </a:lnTo>
                <a:lnTo>
                  <a:pt x="43895" y="168365"/>
                </a:lnTo>
                <a:lnTo>
                  <a:pt x="35864" y="157140"/>
                </a:lnTo>
                <a:lnTo>
                  <a:pt x="33554" y="166604"/>
                </a:lnTo>
                <a:lnTo>
                  <a:pt x="22002" y="178379"/>
                </a:lnTo>
                <a:lnTo>
                  <a:pt x="8361" y="155490"/>
                </a:lnTo>
                <a:lnTo>
                  <a:pt x="0" y="122477"/>
                </a:lnTo>
                <a:lnTo>
                  <a:pt x="4290" y="92215"/>
                </a:lnTo>
                <a:lnTo>
                  <a:pt x="12541" y="81541"/>
                </a:lnTo>
                <a:lnTo>
                  <a:pt x="17162" y="56562"/>
                </a:lnTo>
                <a:lnTo>
                  <a:pt x="12541" y="550"/>
                </a:lnTo>
                <a:lnTo>
                  <a:pt x="15732" y="0"/>
                </a:lnTo>
                <a:lnTo>
                  <a:pt x="25853" y="45998"/>
                </a:lnTo>
              </a:path>
            </a:pathLst>
          </a:custGeom>
          <a:noFill xmlns:a="http://schemas.openxmlformats.org/drawingml/2006/main"/>
          <a:ln xmlns:a="http://schemas.openxmlformats.org/drawingml/2006/main" w="2828">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FD2F6925-EC3B-495F-90B4-FF7D195BD89C}"/>
              </a:ext>
            </a:extLst>
          </p:cNvPr>
          <p:cNvSpPr>
            <a:spLocks xmlns:a="http://schemas.openxmlformats.org/drawingml/2006/main" noGrp="1"/>
          </p:cNvSpPr>
          <p:nvPr/>
        </p:nvSpPr>
        <p:spPr>
          <a:xfrm xmlns:a="http://schemas.openxmlformats.org/drawingml/2006/main">
            <a:off x="2286043" y="4674669"/>
            <a:ext cx="216734" cy="88466"/>
          </a:xfrm>
          <a:custGeom xmlns:a="http://schemas.openxmlformats.org/drawingml/2006/main">
            <a:pathLst>
              <a:path w="291971" h="119176">
                <a:moveTo>
                  <a:pt x="172168" y="220"/>
                </a:moveTo>
                <a:lnTo>
                  <a:pt x="195711" y="7483"/>
                </a:lnTo>
                <a:lnTo>
                  <a:pt x="180969" y="3081"/>
                </a:lnTo>
                <a:lnTo>
                  <a:pt x="177669" y="13425"/>
                </a:lnTo>
                <a:lnTo>
                  <a:pt x="188230" y="29932"/>
                </a:lnTo>
                <a:lnTo>
                  <a:pt x="200221" y="36974"/>
                </a:lnTo>
                <a:lnTo>
                  <a:pt x="219253" y="34993"/>
                </a:lnTo>
                <a:lnTo>
                  <a:pt x="234985" y="24209"/>
                </a:lnTo>
                <a:lnTo>
                  <a:pt x="236635" y="21458"/>
                </a:lnTo>
                <a:lnTo>
                  <a:pt x="230915" y="18047"/>
                </a:lnTo>
                <a:lnTo>
                  <a:pt x="244006" y="24870"/>
                </a:lnTo>
                <a:lnTo>
                  <a:pt x="258748" y="59753"/>
                </a:lnTo>
                <a:lnTo>
                  <a:pt x="251817" y="43247"/>
                </a:lnTo>
                <a:lnTo>
                  <a:pt x="243016" y="40606"/>
                </a:lnTo>
                <a:lnTo>
                  <a:pt x="230475" y="45998"/>
                </a:lnTo>
                <a:lnTo>
                  <a:pt x="222994" y="59533"/>
                </a:lnTo>
                <a:lnTo>
                  <a:pt x="234435" y="71527"/>
                </a:lnTo>
                <a:lnTo>
                  <a:pt x="247966" y="72958"/>
                </a:lnTo>
                <a:lnTo>
                  <a:pt x="269859" y="89134"/>
                </a:lnTo>
                <a:lnTo>
                  <a:pt x="278220" y="87374"/>
                </a:lnTo>
                <a:lnTo>
                  <a:pt x="273599" y="81101"/>
                </a:lnTo>
                <a:lnTo>
                  <a:pt x="291971" y="107731"/>
                </a:lnTo>
                <a:lnTo>
                  <a:pt x="271179" y="110262"/>
                </a:lnTo>
                <a:lnTo>
                  <a:pt x="275029" y="104210"/>
                </a:lnTo>
                <a:lnTo>
                  <a:pt x="270959" y="97828"/>
                </a:lnTo>
                <a:lnTo>
                  <a:pt x="249837" y="92766"/>
                </a:lnTo>
                <a:lnTo>
                  <a:pt x="248297" y="112353"/>
                </a:lnTo>
                <a:lnTo>
                  <a:pt x="261278" y="110813"/>
                </a:lnTo>
                <a:lnTo>
                  <a:pt x="217713" y="119176"/>
                </a:lnTo>
                <a:lnTo>
                  <a:pt x="176899" y="110813"/>
                </a:lnTo>
                <a:lnTo>
                  <a:pt x="107371" y="118626"/>
                </a:lnTo>
                <a:lnTo>
                  <a:pt x="7371" y="101899"/>
                </a:lnTo>
                <a:lnTo>
                  <a:pt x="0" y="94746"/>
                </a:lnTo>
                <a:lnTo>
                  <a:pt x="3850" y="83962"/>
                </a:lnTo>
                <a:lnTo>
                  <a:pt x="39164" y="61844"/>
                </a:lnTo>
                <a:lnTo>
                  <a:pt x="74258" y="23329"/>
                </a:lnTo>
                <a:lnTo>
                  <a:pt x="154126" y="0"/>
                </a:lnTo>
                <a:lnTo>
                  <a:pt x="172168" y="220"/>
                </a:lnTo>
              </a:path>
            </a:pathLst>
          </a:custGeom>
          <a:noFill xmlns:a="http://schemas.openxmlformats.org/drawingml/2006/main"/>
          <a:ln xmlns:a="http://schemas.openxmlformats.org/drawingml/2006/main" w="2828">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91E13C2D-B528-4120-89FC-D0AAC6A75370}"/>
              </a:ext>
            </a:extLst>
          </p:cNvPr>
          <p:cNvSpPr>
            <a:spLocks xmlns:a="http://schemas.openxmlformats.org/drawingml/2006/main" noGrp="1"/>
          </p:cNvSpPr>
          <p:nvPr/>
        </p:nvSpPr>
        <p:spPr>
          <a:xfrm xmlns:a="http://schemas.openxmlformats.org/drawingml/2006/main">
            <a:off x="2551938" y="4478868"/>
            <a:ext cx="254054" cy="100474"/>
          </a:xfrm>
          <a:custGeom xmlns:a="http://schemas.openxmlformats.org/drawingml/2006/main">
            <a:pathLst>
              <a:path w="342247" h="135352">
                <a:moveTo>
                  <a:pt x="119583" y="13645"/>
                </a:moveTo>
                <a:lnTo>
                  <a:pt x="162927" y="33233"/>
                </a:lnTo>
                <a:lnTo>
                  <a:pt x="168208" y="21348"/>
                </a:lnTo>
                <a:lnTo>
                  <a:pt x="184820" y="8473"/>
                </a:lnTo>
                <a:lnTo>
                  <a:pt x="195051" y="7043"/>
                </a:lnTo>
                <a:lnTo>
                  <a:pt x="199891" y="11664"/>
                </a:lnTo>
                <a:lnTo>
                  <a:pt x="216613" y="62614"/>
                </a:lnTo>
                <a:lnTo>
                  <a:pt x="222004" y="67126"/>
                </a:lnTo>
                <a:lnTo>
                  <a:pt x="263368" y="82862"/>
                </a:lnTo>
                <a:lnTo>
                  <a:pt x="277670" y="78680"/>
                </a:lnTo>
                <a:lnTo>
                  <a:pt x="303742" y="80001"/>
                </a:lnTo>
                <a:lnTo>
                  <a:pt x="331245" y="95957"/>
                </a:lnTo>
                <a:lnTo>
                  <a:pt x="342247" y="108612"/>
                </a:lnTo>
                <a:lnTo>
                  <a:pt x="321564" y="135352"/>
                </a:lnTo>
                <a:lnTo>
                  <a:pt x="265788" y="133041"/>
                </a:lnTo>
                <a:lnTo>
                  <a:pt x="213423" y="121597"/>
                </a:lnTo>
                <a:lnTo>
                  <a:pt x="137075" y="81982"/>
                </a:lnTo>
                <a:lnTo>
                  <a:pt x="61497" y="65475"/>
                </a:lnTo>
                <a:lnTo>
                  <a:pt x="33004" y="65695"/>
                </a:lnTo>
                <a:lnTo>
                  <a:pt x="5391" y="48749"/>
                </a:lnTo>
                <a:lnTo>
                  <a:pt x="0" y="35103"/>
                </a:lnTo>
                <a:lnTo>
                  <a:pt x="3740" y="26410"/>
                </a:lnTo>
                <a:lnTo>
                  <a:pt x="40374" y="6272"/>
                </a:lnTo>
                <a:lnTo>
                  <a:pt x="72828" y="0"/>
                </a:lnTo>
                <a:lnTo>
                  <a:pt x="106161" y="3631"/>
                </a:lnTo>
                <a:lnTo>
                  <a:pt x="119583" y="13645"/>
                </a:lnTo>
              </a:path>
            </a:pathLst>
          </a:custGeom>
          <a:noFill xmlns:a="http://schemas.openxmlformats.org/drawingml/2006/main"/>
          <a:ln xmlns:a="http://schemas.openxmlformats.org/drawingml/2006/main" w="2828">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B659A089-378F-4254-831B-58B035825149}"/>
              </a:ext>
            </a:extLst>
          </p:cNvPr>
          <p:cNvSpPr>
            <a:spLocks xmlns:a="http://schemas.openxmlformats.org/drawingml/2006/main" noGrp="1"/>
          </p:cNvSpPr>
          <p:nvPr/>
        </p:nvSpPr>
        <p:spPr>
          <a:xfrm xmlns:a="http://schemas.openxmlformats.org/drawingml/2006/main">
            <a:off x="2714856" y="4453872"/>
            <a:ext cx="158835" cy="133230"/>
          </a:xfrm>
          <a:custGeom xmlns:a="http://schemas.openxmlformats.org/drawingml/2006/main">
            <a:pathLst>
              <a:path w="213973" h="179479">
                <a:moveTo>
                  <a:pt x="17602" y="0"/>
                </a:moveTo>
                <a:lnTo>
                  <a:pt x="59516" y="7483"/>
                </a:lnTo>
                <a:lnTo>
                  <a:pt x="107812" y="48199"/>
                </a:lnTo>
                <a:lnTo>
                  <a:pt x="119583" y="68116"/>
                </a:lnTo>
                <a:lnTo>
                  <a:pt x="128384" y="73068"/>
                </a:lnTo>
                <a:lnTo>
                  <a:pt x="132894" y="66576"/>
                </a:lnTo>
                <a:lnTo>
                  <a:pt x="137405" y="70647"/>
                </a:lnTo>
                <a:lnTo>
                  <a:pt x="134984" y="73398"/>
                </a:lnTo>
                <a:lnTo>
                  <a:pt x="143895" y="81541"/>
                </a:lnTo>
                <a:lnTo>
                  <a:pt x="146536" y="79230"/>
                </a:lnTo>
                <a:lnTo>
                  <a:pt x="153246" y="85723"/>
                </a:lnTo>
                <a:lnTo>
                  <a:pt x="150716" y="88254"/>
                </a:lnTo>
                <a:lnTo>
                  <a:pt x="158967" y="96397"/>
                </a:lnTo>
                <a:lnTo>
                  <a:pt x="162157" y="93426"/>
                </a:lnTo>
                <a:lnTo>
                  <a:pt x="186580" y="119506"/>
                </a:lnTo>
                <a:lnTo>
                  <a:pt x="192411" y="128309"/>
                </a:lnTo>
                <a:lnTo>
                  <a:pt x="189000" y="140854"/>
                </a:lnTo>
                <a:lnTo>
                  <a:pt x="198461" y="144926"/>
                </a:lnTo>
                <a:lnTo>
                  <a:pt x="213973" y="174197"/>
                </a:lnTo>
                <a:lnTo>
                  <a:pt x="213093" y="179479"/>
                </a:lnTo>
                <a:lnTo>
                  <a:pt x="183610" y="171666"/>
                </a:lnTo>
                <a:lnTo>
                  <a:pt x="150166" y="170015"/>
                </a:lnTo>
                <a:lnTo>
                  <a:pt x="142135" y="139314"/>
                </a:lnTo>
                <a:lnTo>
                  <a:pt x="122773" y="121377"/>
                </a:lnTo>
                <a:lnTo>
                  <a:pt x="82509" y="105971"/>
                </a:lnTo>
                <a:lnTo>
                  <a:pt x="36964" y="101459"/>
                </a:lnTo>
                <a:lnTo>
                  <a:pt x="11991" y="87043"/>
                </a:lnTo>
                <a:lnTo>
                  <a:pt x="0" y="16947"/>
                </a:lnTo>
                <a:lnTo>
                  <a:pt x="5611" y="13755"/>
                </a:lnTo>
                <a:lnTo>
                  <a:pt x="4951" y="5612"/>
                </a:lnTo>
                <a:lnTo>
                  <a:pt x="17602" y="0"/>
                </a:lnTo>
              </a:path>
            </a:pathLst>
          </a:custGeom>
          <a:noFill xmlns:a="http://schemas.openxmlformats.org/drawingml/2006/main"/>
          <a:ln xmlns:a="http://schemas.openxmlformats.org/drawingml/2006/main" w="2828">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ECDE1247-0A8A-4FAE-95B0-F717CE8C7799}"/>
              </a:ext>
            </a:extLst>
          </p:cNvPr>
          <p:cNvSpPr>
            <a:spLocks xmlns:a="http://schemas.openxmlformats.org/drawingml/2006/main" noGrp="1"/>
          </p:cNvSpPr>
          <p:nvPr/>
        </p:nvSpPr>
        <p:spPr>
          <a:xfrm xmlns:a="http://schemas.openxmlformats.org/drawingml/2006/main">
            <a:off x="2368360" y="4846944"/>
            <a:ext cx="118738" cy="99330"/>
          </a:xfrm>
          <a:custGeom xmlns:a="http://schemas.openxmlformats.org/drawingml/2006/main">
            <a:pathLst>
              <a:path w="159957" h="133811">
                <a:moveTo>
                  <a:pt x="106381" y="0"/>
                </a:moveTo>
                <a:lnTo>
                  <a:pt x="132564" y="2531"/>
                </a:lnTo>
                <a:lnTo>
                  <a:pt x="136305" y="9134"/>
                </a:lnTo>
                <a:lnTo>
                  <a:pt x="118593" y="14526"/>
                </a:lnTo>
                <a:lnTo>
                  <a:pt x="116722" y="20138"/>
                </a:lnTo>
                <a:lnTo>
                  <a:pt x="130034" y="11334"/>
                </a:lnTo>
                <a:lnTo>
                  <a:pt x="142795" y="12765"/>
                </a:lnTo>
                <a:lnTo>
                  <a:pt x="159297" y="40275"/>
                </a:lnTo>
                <a:lnTo>
                  <a:pt x="150936" y="47538"/>
                </a:lnTo>
                <a:lnTo>
                  <a:pt x="151816" y="51060"/>
                </a:lnTo>
                <a:lnTo>
                  <a:pt x="153686" y="47318"/>
                </a:lnTo>
                <a:lnTo>
                  <a:pt x="159957" y="47868"/>
                </a:lnTo>
                <a:lnTo>
                  <a:pt x="157867" y="61404"/>
                </a:lnTo>
                <a:lnTo>
                  <a:pt x="146206" y="58763"/>
                </a:lnTo>
                <a:lnTo>
                  <a:pt x="133334" y="68886"/>
                </a:lnTo>
                <a:lnTo>
                  <a:pt x="122553" y="43467"/>
                </a:lnTo>
                <a:lnTo>
                  <a:pt x="122333" y="50179"/>
                </a:lnTo>
                <a:lnTo>
                  <a:pt x="132124" y="63164"/>
                </a:lnTo>
                <a:lnTo>
                  <a:pt x="128714" y="70207"/>
                </a:lnTo>
                <a:lnTo>
                  <a:pt x="122333" y="57442"/>
                </a:lnTo>
                <a:lnTo>
                  <a:pt x="112872" y="54581"/>
                </a:lnTo>
                <a:lnTo>
                  <a:pt x="104291" y="58542"/>
                </a:lnTo>
                <a:lnTo>
                  <a:pt x="113642" y="55241"/>
                </a:lnTo>
                <a:lnTo>
                  <a:pt x="122113" y="58212"/>
                </a:lnTo>
                <a:lnTo>
                  <a:pt x="126624" y="67016"/>
                </a:lnTo>
                <a:lnTo>
                  <a:pt x="123213" y="97828"/>
                </a:lnTo>
                <a:lnTo>
                  <a:pt x="107702" y="96727"/>
                </a:lnTo>
                <a:lnTo>
                  <a:pt x="90760" y="106301"/>
                </a:lnTo>
                <a:lnTo>
                  <a:pt x="84489" y="99148"/>
                </a:lnTo>
                <a:lnTo>
                  <a:pt x="78988" y="99148"/>
                </a:lnTo>
                <a:lnTo>
                  <a:pt x="52806" y="115214"/>
                </a:lnTo>
                <a:lnTo>
                  <a:pt x="53576" y="118626"/>
                </a:lnTo>
                <a:lnTo>
                  <a:pt x="44005" y="121267"/>
                </a:lnTo>
                <a:lnTo>
                  <a:pt x="39164" y="115764"/>
                </a:lnTo>
                <a:lnTo>
                  <a:pt x="20902" y="133811"/>
                </a:lnTo>
                <a:lnTo>
                  <a:pt x="24643" y="125558"/>
                </a:lnTo>
                <a:lnTo>
                  <a:pt x="19362" y="102009"/>
                </a:lnTo>
                <a:lnTo>
                  <a:pt x="7701" y="67676"/>
                </a:lnTo>
                <a:lnTo>
                  <a:pt x="0" y="63274"/>
                </a:lnTo>
                <a:lnTo>
                  <a:pt x="880" y="57662"/>
                </a:lnTo>
                <a:lnTo>
                  <a:pt x="45105" y="51170"/>
                </a:lnTo>
                <a:lnTo>
                  <a:pt x="56656" y="60193"/>
                </a:lnTo>
                <a:lnTo>
                  <a:pt x="59626" y="57992"/>
                </a:lnTo>
                <a:lnTo>
                  <a:pt x="53796" y="44127"/>
                </a:lnTo>
                <a:lnTo>
                  <a:pt x="72388" y="12325"/>
                </a:lnTo>
                <a:lnTo>
                  <a:pt x="88009" y="3411"/>
                </a:lnTo>
                <a:lnTo>
                  <a:pt x="106381" y="0"/>
                </a:lnTo>
              </a:path>
            </a:pathLst>
          </a:custGeom>
          <a:noFill xmlns:a="http://schemas.openxmlformats.org/drawingml/2006/main"/>
          <a:ln xmlns:a="http://schemas.openxmlformats.org/drawingml/2006/main" w="2828">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7E651AF4-7300-420A-A885-7B5313D4A99A}"/>
              </a:ext>
            </a:extLst>
          </p:cNvPr>
          <p:cNvSpPr>
            <a:spLocks xmlns:a="http://schemas.openxmlformats.org/drawingml/2006/main" noGrp="1"/>
          </p:cNvSpPr>
          <p:nvPr/>
        </p:nvSpPr>
        <p:spPr>
          <a:xfrm xmlns:a="http://schemas.openxmlformats.org/drawingml/2006/main">
            <a:off x="2458352" y="4976334"/>
            <a:ext cx="108204" cy="81441"/>
          </a:xfrm>
          <a:custGeom xmlns:a="http://schemas.openxmlformats.org/drawingml/2006/main">
            <a:pathLst>
              <a:path w="145766" h="109712">
                <a:moveTo>
                  <a:pt x="50935" y="0"/>
                </a:moveTo>
                <a:lnTo>
                  <a:pt x="69527" y="8143"/>
                </a:lnTo>
                <a:lnTo>
                  <a:pt x="73818" y="17717"/>
                </a:lnTo>
                <a:lnTo>
                  <a:pt x="93840" y="9023"/>
                </a:lnTo>
                <a:lnTo>
                  <a:pt x="92300" y="26520"/>
                </a:lnTo>
                <a:lnTo>
                  <a:pt x="95050" y="8803"/>
                </a:lnTo>
                <a:lnTo>
                  <a:pt x="103961" y="6603"/>
                </a:lnTo>
                <a:lnTo>
                  <a:pt x="124313" y="13425"/>
                </a:lnTo>
                <a:lnTo>
                  <a:pt x="129264" y="22999"/>
                </a:lnTo>
                <a:lnTo>
                  <a:pt x="132234" y="19477"/>
                </a:lnTo>
                <a:lnTo>
                  <a:pt x="145766" y="22229"/>
                </a:lnTo>
                <a:lnTo>
                  <a:pt x="145105" y="33673"/>
                </a:lnTo>
                <a:lnTo>
                  <a:pt x="134654" y="47868"/>
                </a:lnTo>
                <a:lnTo>
                  <a:pt x="120463" y="40606"/>
                </a:lnTo>
                <a:lnTo>
                  <a:pt x="113972" y="45998"/>
                </a:lnTo>
                <a:lnTo>
                  <a:pt x="122553" y="43907"/>
                </a:lnTo>
                <a:lnTo>
                  <a:pt x="127394" y="49849"/>
                </a:lnTo>
                <a:lnTo>
                  <a:pt x="125193" y="68336"/>
                </a:lnTo>
                <a:lnTo>
                  <a:pt x="120903" y="71748"/>
                </a:lnTo>
                <a:lnTo>
                  <a:pt x="125633" y="100689"/>
                </a:lnTo>
                <a:lnTo>
                  <a:pt x="108252" y="109712"/>
                </a:lnTo>
                <a:lnTo>
                  <a:pt x="93620" y="107401"/>
                </a:lnTo>
                <a:lnTo>
                  <a:pt x="77338" y="96727"/>
                </a:lnTo>
                <a:lnTo>
                  <a:pt x="72278" y="102449"/>
                </a:lnTo>
                <a:lnTo>
                  <a:pt x="63367" y="102229"/>
                </a:lnTo>
                <a:lnTo>
                  <a:pt x="42245" y="77250"/>
                </a:lnTo>
                <a:lnTo>
                  <a:pt x="31903" y="46328"/>
                </a:lnTo>
                <a:lnTo>
                  <a:pt x="23212" y="40386"/>
                </a:lnTo>
                <a:lnTo>
                  <a:pt x="16392" y="42476"/>
                </a:lnTo>
                <a:lnTo>
                  <a:pt x="990" y="37304"/>
                </a:lnTo>
                <a:lnTo>
                  <a:pt x="0" y="28941"/>
                </a:lnTo>
                <a:lnTo>
                  <a:pt x="14522" y="11885"/>
                </a:lnTo>
                <a:lnTo>
                  <a:pt x="21012" y="14856"/>
                </a:lnTo>
                <a:lnTo>
                  <a:pt x="34984" y="1100"/>
                </a:lnTo>
                <a:lnTo>
                  <a:pt x="38394" y="6603"/>
                </a:lnTo>
                <a:lnTo>
                  <a:pt x="39494" y="2311"/>
                </a:lnTo>
                <a:lnTo>
                  <a:pt x="50935" y="0"/>
                </a:lnTo>
              </a:path>
            </a:pathLst>
          </a:custGeom>
          <a:noFill xmlns:a="http://schemas.openxmlformats.org/drawingml/2006/main"/>
          <a:ln xmlns:a="http://schemas.openxmlformats.org/drawingml/2006/main" w="2828">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B8C75EAD-E5D2-403C-956F-A42CD593E3D4}"/>
              </a:ext>
            </a:extLst>
          </p:cNvPr>
          <p:cNvSpPr>
            <a:spLocks xmlns:a="http://schemas.openxmlformats.org/drawingml/2006/main" noGrp="1"/>
          </p:cNvSpPr>
          <p:nvPr/>
        </p:nvSpPr>
        <p:spPr>
          <a:xfrm xmlns:a="http://schemas.openxmlformats.org/drawingml/2006/main">
            <a:off x="2977893" y="4695090"/>
            <a:ext cx="77988" cy="82993"/>
          </a:xfrm>
          <a:custGeom xmlns:a="http://schemas.openxmlformats.org/drawingml/2006/main">
            <a:pathLst>
              <a:path w="105061" h="111803">
                <a:moveTo>
                  <a:pt x="13201" y="3081"/>
                </a:moveTo>
                <a:lnTo>
                  <a:pt x="38504" y="26850"/>
                </a:lnTo>
                <a:lnTo>
                  <a:pt x="52586" y="32132"/>
                </a:lnTo>
                <a:lnTo>
                  <a:pt x="72278" y="66686"/>
                </a:lnTo>
                <a:lnTo>
                  <a:pt x="104511" y="99368"/>
                </a:lnTo>
                <a:lnTo>
                  <a:pt x="105061" y="111803"/>
                </a:lnTo>
                <a:lnTo>
                  <a:pt x="72608" y="103440"/>
                </a:lnTo>
                <a:lnTo>
                  <a:pt x="18702" y="69437"/>
                </a:lnTo>
                <a:lnTo>
                  <a:pt x="770" y="32132"/>
                </a:lnTo>
                <a:lnTo>
                  <a:pt x="0" y="2971"/>
                </a:lnTo>
                <a:lnTo>
                  <a:pt x="6381" y="0"/>
                </a:lnTo>
                <a:lnTo>
                  <a:pt x="13201" y="3081"/>
                </a:lnTo>
              </a:path>
            </a:pathLst>
          </a:custGeom>
          <a:noFill xmlns:a="http://schemas.openxmlformats.org/drawingml/2006/main"/>
          <a:ln xmlns:a="http://schemas.openxmlformats.org/drawingml/2006/main" w="2828">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153C765D-1431-498E-A890-AA85D01FC231}"/>
              </a:ext>
            </a:extLst>
          </p:cNvPr>
          <p:cNvSpPr>
            <a:spLocks xmlns:a="http://schemas.openxmlformats.org/drawingml/2006/main" noGrp="1"/>
          </p:cNvSpPr>
          <p:nvPr/>
        </p:nvSpPr>
        <p:spPr>
          <a:xfrm xmlns:a="http://schemas.openxmlformats.org/drawingml/2006/main">
            <a:off x="2609592" y="4552222"/>
            <a:ext cx="29970" cy="43620"/>
          </a:xfrm>
          <a:custGeom xmlns:a="http://schemas.openxmlformats.org/drawingml/2006/main">
            <a:pathLst>
              <a:path w="40374" h="58763">
                <a:moveTo>
                  <a:pt x="7151" y="0"/>
                </a:moveTo>
                <a:lnTo>
                  <a:pt x="18592" y="3741"/>
                </a:lnTo>
                <a:lnTo>
                  <a:pt x="3740" y="1210"/>
                </a:lnTo>
                <a:lnTo>
                  <a:pt x="8911" y="22559"/>
                </a:lnTo>
                <a:lnTo>
                  <a:pt x="38064" y="27841"/>
                </a:lnTo>
                <a:lnTo>
                  <a:pt x="28933" y="45558"/>
                </a:lnTo>
                <a:lnTo>
                  <a:pt x="40374" y="53260"/>
                </a:lnTo>
                <a:lnTo>
                  <a:pt x="21122" y="58763"/>
                </a:lnTo>
                <a:lnTo>
                  <a:pt x="2090" y="44677"/>
                </a:lnTo>
                <a:lnTo>
                  <a:pt x="11111" y="48088"/>
                </a:lnTo>
                <a:lnTo>
                  <a:pt x="14412" y="42256"/>
                </a:lnTo>
                <a:lnTo>
                  <a:pt x="6821" y="30482"/>
                </a:lnTo>
                <a:lnTo>
                  <a:pt x="2640" y="30262"/>
                </a:lnTo>
                <a:lnTo>
                  <a:pt x="0" y="36534"/>
                </a:lnTo>
                <a:lnTo>
                  <a:pt x="5391" y="19257"/>
                </a:lnTo>
                <a:lnTo>
                  <a:pt x="990" y="3191"/>
                </a:lnTo>
                <a:lnTo>
                  <a:pt x="7151" y="0"/>
                </a:lnTo>
              </a:path>
            </a:pathLst>
          </a:custGeom>
          <a:noFill xmlns:a="http://schemas.openxmlformats.org/drawingml/2006/main"/>
          <a:ln xmlns:a="http://schemas.openxmlformats.org/drawingml/2006/main" w="2828">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66E87551-F468-4EF2-B73B-338D1F6944DF}"/>
              </a:ext>
            </a:extLst>
          </p:cNvPr>
          <p:cNvSpPr>
            <a:spLocks xmlns:a="http://schemas.openxmlformats.org/drawingml/2006/main" noGrp="1"/>
          </p:cNvSpPr>
          <p:nvPr/>
        </p:nvSpPr>
        <p:spPr>
          <a:xfrm xmlns:a="http://schemas.openxmlformats.org/drawingml/2006/main">
            <a:off x="2679986" y="4806101"/>
            <a:ext cx="28745" cy="7597"/>
          </a:xfrm>
          <a:custGeom xmlns:a="http://schemas.openxmlformats.org/drawingml/2006/main">
            <a:pathLst>
              <a:path w="38724" h="10234">
                <a:moveTo>
                  <a:pt x="20792" y="0"/>
                </a:moveTo>
                <a:lnTo>
                  <a:pt x="38724" y="0"/>
                </a:lnTo>
                <a:lnTo>
                  <a:pt x="38724" y="10234"/>
                </a:lnTo>
                <a:lnTo>
                  <a:pt x="0" y="10234"/>
                </a:lnTo>
                <a:lnTo>
                  <a:pt x="0" y="0"/>
                </a:lnTo>
                <a:lnTo>
                  <a:pt x="20792" y="0"/>
                </a:lnTo>
              </a:path>
            </a:pathLst>
          </a:custGeom>
          <a:noFill xmlns:a="http://schemas.openxmlformats.org/drawingml/2006/main"/>
          <a:ln xmlns:a="http://schemas.openxmlformats.org/drawingml/2006/main" w="2828">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A99C9EB9-D0E6-40EC-BA9B-394907B4479D}"/>
              </a:ext>
            </a:extLst>
          </p:cNvPr>
          <p:cNvSpPr>
            <a:spLocks xmlns:a="http://schemas.openxmlformats.org/drawingml/2006/main" noGrp="1"/>
          </p:cNvSpPr>
          <p:nvPr/>
        </p:nvSpPr>
        <p:spPr>
          <a:xfrm xmlns:a="http://schemas.openxmlformats.org/drawingml/2006/main">
            <a:off x="2630090" y="4557205"/>
            <a:ext cx="38545" cy="35288"/>
          </a:xfrm>
          <a:custGeom xmlns:a="http://schemas.openxmlformats.org/drawingml/2006/main">
            <a:pathLst>
              <a:path w="51926" h="47538">
                <a:moveTo>
                  <a:pt x="33334" y="16616"/>
                </a:moveTo>
                <a:lnTo>
                  <a:pt x="51926" y="33893"/>
                </a:lnTo>
                <a:lnTo>
                  <a:pt x="44445" y="26630"/>
                </a:lnTo>
                <a:lnTo>
                  <a:pt x="39494" y="35544"/>
                </a:lnTo>
                <a:lnTo>
                  <a:pt x="40484" y="43247"/>
                </a:lnTo>
                <a:lnTo>
                  <a:pt x="51265" y="40496"/>
                </a:lnTo>
                <a:lnTo>
                  <a:pt x="22332" y="47538"/>
                </a:lnTo>
                <a:lnTo>
                  <a:pt x="33114" y="42036"/>
                </a:lnTo>
                <a:lnTo>
                  <a:pt x="25413" y="17827"/>
                </a:lnTo>
                <a:lnTo>
                  <a:pt x="0" y="0"/>
                </a:lnTo>
                <a:lnTo>
                  <a:pt x="33334" y="16616"/>
                </a:lnTo>
              </a:path>
            </a:pathLst>
          </a:custGeom>
          <a:noFill xmlns:a="http://schemas.openxmlformats.org/drawingml/2006/main"/>
          <a:ln xmlns:a="http://schemas.openxmlformats.org/drawingml/2006/main" w="2828">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E835DB74-85AF-4526-A47A-237FB8B6DE47}"/>
              </a:ext>
            </a:extLst>
          </p:cNvPr>
          <p:cNvSpPr>
            <a:spLocks xmlns:a="http://schemas.openxmlformats.org/drawingml/2006/main" noGrp="1"/>
          </p:cNvSpPr>
          <p:nvPr/>
        </p:nvSpPr>
        <p:spPr>
          <a:xfrm xmlns:a="http://schemas.openxmlformats.org/drawingml/2006/main">
            <a:off x="2518130" y="4856256"/>
            <a:ext cx="19028" cy="19850"/>
          </a:xfrm>
          <a:custGeom xmlns:a="http://schemas.openxmlformats.org/drawingml/2006/main">
            <a:pathLst>
              <a:path w="25633" h="26740">
                <a:moveTo>
                  <a:pt x="14082" y="25200"/>
                </a:moveTo>
                <a:lnTo>
                  <a:pt x="5611" y="26740"/>
                </a:lnTo>
                <a:lnTo>
                  <a:pt x="0" y="22889"/>
                </a:lnTo>
                <a:lnTo>
                  <a:pt x="7041" y="17717"/>
                </a:lnTo>
                <a:lnTo>
                  <a:pt x="8801" y="9684"/>
                </a:lnTo>
                <a:lnTo>
                  <a:pt x="25633" y="0"/>
                </a:lnTo>
                <a:lnTo>
                  <a:pt x="14082" y="25200"/>
                </a:lnTo>
              </a:path>
            </a:pathLst>
          </a:custGeom>
          <a:noFill xmlns:a="http://schemas.openxmlformats.org/drawingml/2006/main"/>
          <a:ln xmlns:a="http://schemas.openxmlformats.org/drawingml/2006/main" w="2828">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8A21305E-0D26-4950-869A-A84545551D8A}"/>
              </a:ext>
            </a:extLst>
          </p:cNvPr>
          <p:cNvSpPr>
            <a:spLocks xmlns:a="http://schemas.openxmlformats.org/drawingml/2006/main" noGrp="1"/>
          </p:cNvSpPr>
          <p:nvPr/>
        </p:nvSpPr>
        <p:spPr>
          <a:xfrm xmlns:a="http://schemas.openxmlformats.org/drawingml/2006/main">
            <a:off x="1903697" y="3156048"/>
            <a:ext cx="13229" cy="19850"/>
          </a:xfrm>
          <a:custGeom xmlns:a="http://schemas.openxmlformats.org/drawingml/2006/main">
            <a:pathLst>
              <a:path w="17822" h="26740">
                <a:moveTo>
                  <a:pt x="9241" y="26740"/>
                </a:moveTo>
                <a:lnTo>
                  <a:pt x="0" y="23769"/>
                </a:lnTo>
                <a:lnTo>
                  <a:pt x="10561" y="0"/>
                </a:lnTo>
                <a:lnTo>
                  <a:pt x="17822" y="14416"/>
                </a:lnTo>
                <a:lnTo>
                  <a:pt x="17492" y="20138"/>
                </a:lnTo>
                <a:lnTo>
                  <a:pt x="9241" y="26740"/>
                </a:lnTo>
              </a:path>
            </a:pathLst>
          </a:custGeom>
          <a:noFill xmlns:a="http://schemas.openxmlformats.org/drawingml/2006/main"/>
          <a:ln xmlns:a="http://schemas.openxmlformats.org/drawingml/2006/main" w="2828">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C51CD61E-B3D7-4B64-B1F0-485FB8BB0B04}"/>
              </a:ext>
            </a:extLst>
          </p:cNvPr>
          <p:cNvSpPr>
            <a:spLocks xmlns:a="http://schemas.openxmlformats.org/drawingml/2006/main" noGrp="1"/>
          </p:cNvSpPr>
          <p:nvPr/>
        </p:nvSpPr>
        <p:spPr>
          <a:xfrm xmlns:a="http://schemas.openxmlformats.org/drawingml/2006/main">
            <a:off x="4672011"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5837D"/>
          </a:solidFill>
          <a:ln xmlns:a="http://schemas.openxmlformats.org/drawingml/2006/main" w="2121">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B227970F-D171-452E-9CB8-6C6063E853B2}"/>
              </a:ext>
            </a:extLst>
          </p:cNvPr>
          <p:cNvSpPr>
            <a:spLocks xmlns:a="http://schemas.openxmlformats.org/drawingml/2006/main" noGrp="1"/>
          </p:cNvSpPr>
          <p:nvPr/>
        </p:nvSpPr>
        <p:spPr>
          <a:xfrm xmlns:a="http://schemas.openxmlformats.org/drawingml/2006/main">
            <a:off x="3864836"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5B1AD"/>
          </a:solidFill>
          <a:ln xmlns:a="http://schemas.openxmlformats.org/drawingml/2006/main" w="2121">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95FE8DE0-CE59-4527-B803-B01AFE6E7712}"/>
              </a:ext>
            </a:extLst>
          </p:cNvPr>
          <p:cNvSpPr>
            <a:spLocks xmlns:a="http://schemas.openxmlformats.org/drawingml/2006/main" noGrp="1"/>
          </p:cNvSpPr>
          <p:nvPr/>
        </p:nvSpPr>
        <p:spPr>
          <a:xfrm xmlns:a="http://schemas.openxmlformats.org/drawingml/2006/main">
            <a:off x="2984282"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FA09C"/>
          </a:solidFill>
          <a:ln xmlns:a="http://schemas.openxmlformats.org/drawingml/2006/main" w="2121">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33D943A4-87AF-4AC7-AD80-12C0DD0E7301}"/>
              </a:ext>
            </a:extLst>
          </p:cNvPr>
          <p:cNvSpPr>
            <a:spLocks xmlns:a="http://schemas.openxmlformats.org/drawingml/2006/main" noGrp="1"/>
          </p:cNvSpPr>
          <p:nvPr/>
        </p:nvSpPr>
        <p:spPr>
          <a:xfrm xmlns:a="http://schemas.openxmlformats.org/drawingml/2006/main">
            <a:off x="4525252"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2A9A5"/>
          </a:solidFill>
          <a:ln xmlns:a="http://schemas.openxmlformats.org/drawingml/2006/main" w="2121">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3C3DADE0-5167-4701-8816-76C4D0C647ED}"/>
              </a:ext>
            </a:extLst>
          </p:cNvPr>
          <p:cNvSpPr>
            <a:spLocks xmlns:a="http://schemas.openxmlformats.org/drawingml/2006/main" noGrp="1"/>
          </p:cNvSpPr>
          <p:nvPr/>
        </p:nvSpPr>
        <p:spPr>
          <a:xfrm xmlns:a="http://schemas.openxmlformats.org/drawingml/2006/main">
            <a:off x="3351180" y="437937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AC2BF"/>
          </a:solidFill>
          <a:ln xmlns:a="http://schemas.openxmlformats.org/drawingml/2006/main" w="2121">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F13086A9-D49D-4E8C-ACD5-02FD9A990515}"/>
              </a:ext>
            </a:extLst>
          </p:cNvPr>
          <p:cNvSpPr>
            <a:spLocks xmlns:a="http://schemas.openxmlformats.org/drawingml/2006/main" noGrp="1"/>
          </p:cNvSpPr>
          <p:nvPr/>
        </p:nvSpPr>
        <p:spPr>
          <a:xfrm xmlns:a="http://schemas.openxmlformats.org/drawingml/2006/main">
            <a:off x="2323866"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AC2BF"/>
          </a:solidFill>
          <a:ln xmlns:a="http://schemas.openxmlformats.org/drawingml/2006/main" w="2121">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F855F602-E2FD-419A-AA7E-021C694625A6}"/>
              </a:ext>
            </a:extLst>
          </p:cNvPr>
          <p:cNvSpPr>
            <a:spLocks xmlns:a="http://schemas.openxmlformats.org/drawingml/2006/main" noGrp="1"/>
          </p:cNvSpPr>
          <p:nvPr/>
        </p:nvSpPr>
        <p:spPr>
          <a:xfrm xmlns:a="http://schemas.openxmlformats.org/drawingml/2006/main">
            <a:off x="3204421"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9BEBB"/>
          </a:solidFill>
          <a:ln xmlns:a="http://schemas.openxmlformats.org/drawingml/2006/main" w="2121">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B54787E7-4016-45DD-BC44-06BD54CDD3A4}"/>
              </a:ext>
            </a:extLst>
          </p:cNvPr>
          <p:cNvSpPr>
            <a:spLocks xmlns:a="http://schemas.openxmlformats.org/drawingml/2006/main" noGrp="1"/>
          </p:cNvSpPr>
          <p:nvPr/>
        </p:nvSpPr>
        <p:spPr>
          <a:xfrm xmlns:a="http://schemas.openxmlformats.org/drawingml/2006/main">
            <a:off x="2837523"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E9C97"/>
          </a:solidFill>
          <a:ln xmlns:a="http://schemas.openxmlformats.org/drawingml/2006/main" w="2121">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8D5CA9E2-36CD-457A-AA7C-D08FD71D18A6}"/>
              </a:ext>
            </a:extLst>
          </p:cNvPr>
          <p:cNvSpPr>
            <a:spLocks xmlns:a="http://schemas.openxmlformats.org/drawingml/2006/main" noGrp="1"/>
          </p:cNvSpPr>
          <p:nvPr/>
        </p:nvSpPr>
        <p:spPr>
          <a:xfrm xmlns:a="http://schemas.openxmlformats.org/drawingml/2006/main">
            <a:off x="3497939"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3ADA9"/>
          </a:solidFill>
          <a:ln xmlns:a="http://schemas.openxmlformats.org/drawingml/2006/main" w="2121">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888FDA57-05DC-4FEE-9646-508898AFF73F}"/>
              </a:ext>
            </a:extLst>
          </p:cNvPr>
          <p:cNvSpPr>
            <a:spLocks xmlns:a="http://schemas.openxmlformats.org/drawingml/2006/main" noGrp="1"/>
          </p:cNvSpPr>
          <p:nvPr/>
        </p:nvSpPr>
        <p:spPr>
          <a:xfrm xmlns:a="http://schemas.openxmlformats.org/drawingml/2006/main">
            <a:off x="3131041" y="43055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ECDCB"/>
          </a:solidFill>
          <a:ln xmlns:a="http://schemas.openxmlformats.org/drawingml/2006/main" w="2121">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34D61BAC-8CB7-4078-952C-862C96C94A1E}"/>
              </a:ext>
            </a:extLst>
          </p:cNvPr>
          <p:cNvSpPr>
            <a:spLocks xmlns:a="http://schemas.openxmlformats.org/drawingml/2006/main" noGrp="1"/>
          </p:cNvSpPr>
          <p:nvPr/>
        </p:nvSpPr>
        <p:spPr>
          <a:xfrm xmlns:a="http://schemas.openxmlformats.org/drawingml/2006/main">
            <a:off x="2910902"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6B5B2"/>
          </a:solidFill>
          <a:ln xmlns:a="http://schemas.openxmlformats.org/drawingml/2006/main" w="2121">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1A13F055-BEC3-497D-824C-8DDF38C8475C}"/>
              </a:ext>
            </a:extLst>
          </p:cNvPr>
          <p:cNvSpPr>
            <a:spLocks xmlns:a="http://schemas.openxmlformats.org/drawingml/2006/main" noGrp="1"/>
          </p:cNvSpPr>
          <p:nvPr/>
        </p:nvSpPr>
        <p:spPr>
          <a:xfrm xmlns:a="http://schemas.openxmlformats.org/drawingml/2006/main">
            <a:off x="3057661" y="297577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AC0BD"/>
          </a:solidFill>
          <a:ln xmlns:a="http://schemas.openxmlformats.org/drawingml/2006/main" w="2121">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774B91AF-54A4-451B-8CF7-DC230FB437A7}"/>
              </a:ext>
            </a:extLst>
          </p:cNvPr>
          <p:cNvSpPr>
            <a:spLocks xmlns:a="http://schemas.openxmlformats.org/drawingml/2006/main" noGrp="1"/>
          </p:cNvSpPr>
          <p:nvPr/>
        </p:nvSpPr>
        <p:spPr>
          <a:xfrm xmlns:a="http://schemas.openxmlformats.org/drawingml/2006/main">
            <a:off x="3204421" y="43055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55FF3CFB-B96F-4FC1-ACAF-12650F3AC0DC}"/>
              </a:ext>
            </a:extLst>
          </p:cNvPr>
          <p:cNvSpPr>
            <a:spLocks xmlns:a="http://schemas.openxmlformats.org/drawingml/2006/main" noGrp="1"/>
          </p:cNvSpPr>
          <p:nvPr/>
        </p:nvSpPr>
        <p:spPr>
          <a:xfrm xmlns:a="http://schemas.openxmlformats.org/drawingml/2006/main">
            <a:off x="3571318"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8BCB9"/>
          </a:solidFill>
          <a:ln xmlns:a="http://schemas.openxmlformats.org/drawingml/2006/main" w="2121">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A6FDA9FB-79FA-4FDC-99C4-EA2F9EFE4670}"/>
              </a:ext>
            </a:extLst>
          </p:cNvPr>
          <p:cNvSpPr>
            <a:spLocks xmlns:a="http://schemas.openxmlformats.org/drawingml/2006/main" noGrp="1"/>
          </p:cNvSpPr>
          <p:nvPr/>
        </p:nvSpPr>
        <p:spPr>
          <a:xfrm xmlns:a="http://schemas.openxmlformats.org/drawingml/2006/main">
            <a:off x="2910902"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5B1AD"/>
          </a:solidFill>
          <a:ln xmlns:a="http://schemas.openxmlformats.org/drawingml/2006/main" w="2121">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A3119848-B669-4A0A-A125-923949F2D8AA}"/>
              </a:ext>
            </a:extLst>
          </p:cNvPr>
          <p:cNvSpPr>
            <a:spLocks xmlns:a="http://schemas.openxmlformats.org/drawingml/2006/main" noGrp="1"/>
          </p:cNvSpPr>
          <p:nvPr/>
        </p:nvSpPr>
        <p:spPr>
          <a:xfrm xmlns:a="http://schemas.openxmlformats.org/drawingml/2006/main">
            <a:off x="3571318"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CC8C6"/>
          </a:solidFill>
          <a:ln xmlns:a="http://schemas.openxmlformats.org/drawingml/2006/main" w="2121">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E654B6B9-B28B-4A58-8E72-06B37E1115E9}"/>
              </a:ext>
            </a:extLst>
          </p:cNvPr>
          <p:cNvSpPr>
            <a:spLocks xmlns:a="http://schemas.openxmlformats.org/drawingml/2006/main" noGrp="1"/>
          </p:cNvSpPr>
          <p:nvPr/>
        </p:nvSpPr>
        <p:spPr>
          <a:xfrm xmlns:a="http://schemas.openxmlformats.org/drawingml/2006/main">
            <a:off x="2984282" y="415775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BC4C1"/>
          </a:solidFill>
          <a:ln xmlns:a="http://schemas.openxmlformats.org/drawingml/2006/main" w="2121">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8B2ED641-C8FB-434F-8569-B50422CD64D2}"/>
              </a:ext>
            </a:extLst>
          </p:cNvPr>
          <p:cNvSpPr>
            <a:spLocks xmlns:a="http://schemas.openxmlformats.org/drawingml/2006/main" noGrp="1"/>
          </p:cNvSpPr>
          <p:nvPr/>
        </p:nvSpPr>
        <p:spPr>
          <a:xfrm xmlns:a="http://schemas.openxmlformats.org/drawingml/2006/main">
            <a:off x="3131041" y="26064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2ABA7"/>
          </a:solidFill>
          <a:ln xmlns:a="http://schemas.openxmlformats.org/drawingml/2006/main" w="2121">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43A2DC8F-AEFD-4421-9573-5198AD2B0D1A}"/>
              </a:ext>
            </a:extLst>
          </p:cNvPr>
          <p:cNvSpPr>
            <a:spLocks xmlns:a="http://schemas.openxmlformats.org/drawingml/2006/main" noGrp="1"/>
          </p:cNvSpPr>
          <p:nvPr/>
        </p:nvSpPr>
        <p:spPr>
          <a:xfrm xmlns:a="http://schemas.openxmlformats.org/drawingml/2006/main">
            <a:off x="3864836"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DCAC8"/>
          </a:solidFill>
          <a:ln xmlns:a="http://schemas.openxmlformats.org/drawingml/2006/main" w="2121">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88E0DEB6-A2FE-4D08-B0D3-6060336653E0}"/>
              </a:ext>
            </a:extLst>
          </p:cNvPr>
          <p:cNvSpPr>
            <a:spLocks xmlns:a="http://schemas.openxmlformats.org/drawingml/2006/main" noGrp="1"/>
          </p:cNvSpPr>
          <p:nvPr/>
        </p:nvSpPr>
        <p:spPr>
          <a:xfrm xmlns:a="http://schemas.openxmlformats.org/drawingml/2006/main">
            <a:off x="2837523"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8BAB7"/>
          </a:solidFill>
          <a:ln xmlns:a="http://schemas.openxmlformats.org/drawingml/2006/main" w="2121">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2377E389-30AE-4347-B1C4-3558259C5DFF}"/>
              </a:ext>
            </a:extLst>
          </p:cNvPr>
          <p:cNvSpPr>
            <a:spLocks xmlns:a="http://schemas.openxmlformats.org/drawingml/2006/main" noGrp="1"/>
          </p:cNvSpPr>
          <p:nvPr/>
        </p:nvSpPr>
        <p:spPr>
          <a:xfrm xmlns:a="http://schemas.openxmlformats.org/drawingml/2006/main">
            <a:off x="2837523"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A1F56743-EC5F-4B2B-8630-1665661D97FD}"/>
              </a:ext>
            </a:extLst>
          </p:cNvPr>
          <p:cNvSpPr>
            <a:spLocks xmlns:a="http://schemas.openxmlformats.org/drawingml/2006/main" noGrp="1"/>
          </p:cNvSpPr>
          <p:nvPr/>
        </p:nvSpPr>
        <p:spPr>
          <a:xfrm xmlns:a="http://schemas.openxmlformats.org/drawingml/2006/main">
            <a:off x="3057661"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5B3B0"/>
          </a:solidFill>
          <a:ln xmlns:a="http://schemas.openxmlformats.org/drawingml/2006/main" w="2121">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4B12AD5B-1C77-4A66-8F34-263266707850}"/>
              </a:ext>
            </a:extLst>
          </p:cNvPr>
          <p:cNvSpPr>
            <a:spLocks xmlns:a="http://schemas.openxmlformats.org/drawingml/2006/main" noGrp="1"/>
          </p:cNvSpPr>
          <p:nvPr/>
        </p:nvSpPr>
        <p:spPr>
          <a:xfrm xmlns:a="http://schemas.openxmlformats.org/drawingml/2006/main">
            <a:off x="4451873"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F969B9FB-AD06-4837-A064-72E807657767}"/>
              </a:ext>
            </a:extLst>
          </p:cNvPr>
          <p:cNvSpPr>
            <a:spLocks xmlns:a="http://schemas.openxmlformats.org/drawingml/2006/main" noGrp="1"/>
          </p:cNvSpPr>
          <p:nvPr/>
        </p:nvSpPr>
        <p:spPr>
          <a:xfrm xmlns:a="http://schemas.openxmlformats.org/drawingml/2006/main">
            <a:off x="2984282"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AC0BD"/>
          </a:solidFill>
          <a:ln xmlns:a="http://schemas.openxmlformats.org/drawingml/2006/main" w="2121">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0D535B56-95ED-422C-A045-D663E232F773}"/>
              </a:ext>
            </a:extLst>
          </p:cNvPr>
          <p:cNvSpPr>
            <a:spLocks xmlns:a="http://schemas.openxmlformats.org/drawingml/2006/main" noGrp="1"/>
          </p:cNvSpPr>
          <p:nvPr/>
        </p:nvSpPr>
        <p:spPr>
          <a:xfrm xmlns:a="http://schemas.openxmlformats.org/drawingml/2006/main">
            <a:off x="2177107"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CC6C3"/>
          </a:solidFill>
          <a:ln xmlns:a="http://schemas.openxmlformats.org/drawingml/2006/main" w="2121">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4E5319DD-1BF2-48C5-BA12-4CCEC8221D17}"/>
              </a:ext>
            </a:extLst>
          </p:cNvPr>
          <p:cNvSpPr>
            <a:spLocks xmlns:a="http://schemas.openxmlformats.org/drawingml/2006/main" noGrp="1"/>
          </p:cNvSpPr>
          <p:nvPr/>
        </p:nvSpPr>
        <p:spPr>
          <a:xfrm xmlns:a="http://schemas.openxmlformats.org/drawingml/2006/main">
            <a:off x="2984282" y="297577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407907B2-99B8-4F6E-A1C5-E2E28B8C8930}"/>
              </a:ext>
            </a:extLst>
          </p:cNvPr>
          <p:cNvSpPr>
            <a:spLocks xmlns:a="http://schemas.openxmlformats.org/drawingml/2006/main" noGrp="1"/>
          </p:cNvSpPr>
          <p:nvPr/>
        </p:nvSpPr>
        <p:spPr>
          <a:xfrm xmlns:a="http://schemas.openxmlformats.org/drawingml/2006/main">
            <a:off x="3864836"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3CF38B84-805E-49DB-8B7E-B236D08E141C}"/>
              </a:ext>
            </a:extLst>
          </p:cNvPr>
          <p:cNvSpPr>
            <a:spLocks xmlns:a="http://schemas.openxmlformats.org/drawingml/2006/main" noGrp="1"/>
          </p:cNvSpPr>
          <p:nvPr/>
        </p:nvSpPr>
        <p:spPr>
          <a:xfrm xmlns:a="http://schemas.openxmlformats.org/drawingml/2006/main">
            <a:off x="4451873"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19FA5D27-81E8-4EEB-90D9-F86FA0489526}"/>
              </a:ext>
            </a:extLst>
          </p:cNvPr>
          <p:cNvSpPr>
            <a:spLocks xmlns:a="http://schemas.openxmlformats.org/drawingml/2006/main" noGrp="1"/>
          </p:cNvSpPr>
          <p:nvPr/>
        </p:nvSpPr>
        <p:spPr>
          <a:xfrm xmlns:a="http://schemas.openxmlformats.org/drawingml/2006/main">
            <a:off x="3057661"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7B7B4"/>
          </a:solidFill>
          <a:ln xmlns:a="http://schemas.openxmlformats.org/drawingml/2006/main" w="2121">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93553DAD-E05A-408E-9F83-75B495989D9D}"/>
              </a:ext>
            </a:extLst>
          </p:cNvPr>
          <p:cNvSpPr>
            <a:spLocks xmlns:a="http://schemas.openxmlformats.org/drawingml/2006/main" noGrp="1"/>
          </p:cNvSpPr>
          <p:nvPr/>
        </p:nvSpPr>
        <p:spPr>
          <a:xfrm xmlns:a="http://schemas.openxmlformats.org/drawingml/2006/main">
            <a:off x="2470625"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37C7D75A-8DEE-437B-A0B6-2CF55DDA1A58}"/>
              </a:ext>
            </a:extLst>
          </p:cNvPr>
          <p:cNvSpPr>
            <a:spLocks xmlns:a="http://schemas.openxmlformats.org/drawingml/2006/main" noGrp="1"/>
          </p:cNvSpPr>
          <p:nvPr/>
        </p:nvSpPr>
        <p:spPr>
          <a:xfrm xmlns:a="http://schemas.openxmlformats.org/drawingml/2006/main">
            <a:off x="3131041"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CE32527C-DFD3-45D3-B1C3-4B6B92E8D7D4}"/>
              </a:ext>
            </a:extLst>
          </p:cNvPr>
          <p:cNvSpPr>
            <a:spLocks xmlns:a="http://schemas.openxmlformats.org/drawingml/2006/main" noGrp="1"/>
          </p:cNvSpPr>
          <p:nvPr/>
        </p:nvSpPr>
        <p:spPr>
          <a:xfrm xmlns:a="http://schemas.openxmlformats.org/drawingml/2006/main">
            <a:off x="3204421" y="297577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8BAB7"/>
          </a:solidFill>
          <a:ln xmlns:a="http://schemas.openxmlformats.org/drawingml/2006/main" w="2121">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DB71CCAF-F164-4D31-ADA9-B6FA27A06738}"/>
              </a:ext>
            </a:extLst>
          </p:cNvPr>
          <p:cNvSpPr>
            <a:spLocks xmlns:a="http://schemas.openxmlformats.org/drawingml/2006/main" noGrp="1"/>
          </p:cNvSpPr>
          <p:nvPr/>
        </p:nvSpPr>
        <p:spPr>
          <a:xfrm xmlns:a="http://schemas.openxmlformats.org/drawingml/2006/main">
            <a:off x="3497939"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ECDCB"/>
          </a:solidFill>
          <a:ln xmlns:a="http://schemas.openxmlformats.org/drawingml/2006/main" w="2121">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D52DA03E-3479-41A6-80CD-1C1696C41DE4}"/>
              </a:ext>
            </a:extLst>
          </p:cNvPr>
          <p:cNvSpPr>
            <a:spLocks xmlns:a="http://schemas.openxmlformats.org/drawingml/2006/main" noGrp="1"/>
          </p:cNvSpPr>
          <p:nvPr/>
        </p:nvSpPr>
        <p:spPr>
          <a:xfrm xmlns:a="http://schemas.openxmlformats.org/drawingml/2006/main">
            <a:off x="2323866"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CE4BCD38-BD30-4391-BC67-A30851047478}"/>
              </a:ext>
            </a:extLst>
          </p:cNvPr>
          <p:cNvSpPr>
            <a:spLocks xmlns:a="http://schemas.openxmlformats.org/drawingml/2006/main" noGrp="1"/>
          </p:cNvSpPr>
          <p:nvPr/>
        </p:nvSpPr>
        <p:spPr>
          <a:xfrm xmlns:a="http://schemas.openxmlformats.org/drawingml/2006/main">
            <a:off x="2544005"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5B1AD"/>
          </a:solidFill>
          <a:ln xmlns:a="http://schemas.openxmlformats.org/drawingml/2006/main" w="2121">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415A4673-AB7A-4A45-B17F-F277B8EAB612}"/>
              </a:ext>
            </a:extLst>
          </p:cNvPr>
          <p:cNvSpPr>
            <a:spLocks xmlns:a="http://schemas.openxmlformats.org/drawingml/2006/main" noGrp="1"/>
          </p:cNvSpPr>
          <p:nvPr/>
        </p:nvSpPr>
        <p:spPr>
          <a:xfrm xmlns:a="http://schemas.openxmlformats.org/drawingml/2006/main">
            <a:off x="4231734"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0A5A0"/>
          </a:solidFill>
          <a:ln xmlns:a="http://schemas.openxmlformats.org/drawingml/2006/main" w="2121">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CBE38542-0505-4DB2-836C-D7A644A5F239}"/>
              </a:ext>
            </a:extLst>
          </p:cNvPr>
          <p:cNvSpPr>
            <a:spLocks xmlns:a="http://schemas.openxmlformats.org/drawingml/2006/main" noGrp="1"/>
          </p:cNvSpPr>
          <p:nvPr/>
        </p:nvSpPr>
        <p:spPr>
          <a:xfrm xmlns:a="http://schemas.openxmlformats.org/drawingml/2006/main">
            <a:off x="2250486"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1C6366B3-DF5A-40BD-B362-2BE79D9729D5}"/>
              </a:ext>
            </a:extLst>
          </p:cNvPr>
          <p:cNvSpPr>
            <a:spLocks xmlns:a="http://schemas.openxmlformats.org/drawingml/2006/main" noGrp="1"/>
          </p:cNvSpPr>
          <p:nvPr/>
        </p:nvSpPr>
        <p:spPr>
          <a:xfrm xmlns:a="http://schemas.openxmlformats.org/drawingml/2006/main">
            <a:off x="3351180"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9893"/>
          </a:solidFill>
          <a:ln xmlns:a="http://schemas.openxmlformats.org/drawingml/2006/main" w="2121">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B3B30EC2-A2C7-4924-9F08-0F735BBBA781}"/>
              </a:ext>
            </a:extLst>
          </p:cNvPr>
          <p:cNvSpPr>
            <a:spLocks xmlns:a="http://schemas.openxmlformats.org/drawingml/2006/main" noGrp="1"/>
          </p:cNvSpPr>
          <p:nvPr/>
        </p:nvSpPr>
        <p:spPr>
          <a:xfrm xmlns:a="http://schemas.openxmlformats.org/drawingml/2006/main">
            <a:off x="2764143"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AC2BF"/>
          </a:solidFill>
          <a:ln xmlns:a="http://schemas.openxmlformats.org/drawingml/2006/main" w="2121">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6A41E541-EA69-4757-A535-A6BF2DD24D4D}"/>
              </a:ext>
            </a:extLst>
          </p:cNvPr>
          <p:cNvSpPr>
            <a:spLocks xmlns:a="http://schemas.openxmlformats.org/drawingml/2006/main" noGrp="1"/>
          </p:cNvSpPr>
          <p:nvPr/>
        </p:nvSpPr>
        <p:spPr>
          <a:xfrm xmlns:a="http://schemas.openxmlformats.org/drawingml/2006/main">
            <a:off x="2690764"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DCAC8"/>
          </a:solidFill>
          <a:ln xmlns:a="http://schemas.openxmlformats.org/drawingml/2006/main" w="2121">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695C32AB-8B46-4612-A192-3CDBF1769732}"/>
              </a:ext>
            </a:extLst>
          </p:cNvPr>
          <p:cNvSpPr>
            <a:spLocks xmlns:a="http://schemas.openxmlformats.org/drawingml/2006/main" noGrp="1"/>
          </p:cNvSpPr>
          <p:nvPr/>
        </p:nvSpPr>
        <p:spPr>
          <a:xfrm xmlns:a="http://schemas.openxmlformats.org/drawingml/2006/main">
            <a:off x="2910902"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ECDCB"/>
          </a:solidFill>
          <a:ln xmlns:a="http://schemas.openxmlformats.org/drawingml/2006/main" w="2121">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788D0C75-AF59-4667-A555-2BDBD2122A2D}"/>
              </a:ext>
            </a:extLst>
          </p:cNvPr>
          <p:cNvSpPr>
            <a:spLocks xmlns:a="http://schemas.openxmlformats.org/drawingml/2006/main" noGrp="1"/>
          </p:cNvSpPr>
          <p:nvPr/>
        </p:nvSpPr>
        <p:spPr>
          <a:xfrm xmlns:a="http://schemas.openxmlformats.org/drawingml/2006/main">
            <a:off x="3277800" y="275415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DCAC8"/>
          </a:solidFill>
          <a:ln xmlns:a="http://schemas.openxmlformats.org/drawingml/2006/main" w="2121">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B4DC0D28-5B89-46B6-BF94-D83F443743E4}"/>
              </a:ext>
            </a:extLst>
          </p:cNvPr>
          <p:cNvSpPr>
            <a:spLocks xmlns:a="http://schemas.openxmlformats.org/drawingml/2006/main" noGrp="1"/>
          </p:cNvSpPr>
          <p:nvPr/>
        </p:nvSpPr>
        <p:spPr>
          <a:xfrm xmlns:a="http://schemas.openxmlformats.org/drawingml/2006/main">
            <a:off x="3938216"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D01D77C8-F9E3-4F13-95E3-2917EA606A7B}"/>
              </a:ext>
            </a:extLst>
          </p:cNvPr>
          <p:cNvSpPr>
            <a:spLocks xmlns:a="http://schemas.openxmlformats.org/drawingml/2006/main" noGrp="1"/>
          </p:cNvSpPr>
          <p:nvPr/>
        </p:nvSpPr>
        <p:spPr>
          <a:xfrm xmlns:a="http://schemas.openxmlformats.org/drawingml/2006/main">
            <a:off x="2984282"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CC8C6"/>
          </a:solidFill>
          <a:ln xmlns:a="http://schemas.openxmlformats.org/drawingml/2006/main" w="2121">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2A0216F3-3CEB-42C1-8DB6-ABF4A0D1C82A}"/>
              </a:ext>
            </a:extLst>
          </p:cNvPr>
          <p:cNvSpPr>
            <a:spLocks xmlns:a="http://schemas.openxmlformats.org/drawingml/2006/main" noGrp="1"/>
          </p:cNvSpPr>
          <p:nvPr/>
        </p:nvSpPr>
        <p:spPr>
          <a:xfrm xmlns:a="http://schemas.openxmlformats.org/drawingml/2006/main">
            <a:off x="3204421"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0C84F6C9-7275-45BD-84D0-5860BA5B92C0}"/>
              </a:ext>
            </a:extLst>
          </p:cNvPr>
          <p:cNvSpPr>
            <a:spLocks xmlns:a="http://schemas.openxmlformats.org/drawingml/2006/main" noGrp="1"/>
          </p:cNvSpPr>
          <p:nvPr/>
        </p:nvSpPr>
        <p:spPr>
          <a:xfrm xmlns:a="http://schemas.openxmlformats.org/drawingml/2006/main">
            <a:off x="3057661"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1CF"/>
          </a:solidFill>
          <a:ln xmlns:a="http://schemas.openxmlformats.org/drawingml/2006/main" w="2121">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EDF87C8B-D85E-4E8B-B6AA-79AD3229DAF6}"/>
              </a:ext>
            </a:extLst>
          </p:cNvPr>
          <p:cNvSpPr>
            <a:spLocks xmlns:a="http://schemas.openxmlformats.org/drawingml/2006/main" noGrp="1"/>
          </p:cNvSpPr>
          <p:nvPr/>
        </p:nvSpPr>
        <p:spPr>
          <a:xfrm xmlns:a="http://schemas.openxmlformats.org/drawingml/2006/main">
            <a:off x="2544005"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CC6C3"/>
          </a:solidFill>
          <a:ln xmlns:a="http://schemas.openxmlformats.org/drawingml/2006/main" w="2121">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F0A1307D-6731-4A4D-82DD-715C804B8811}"/>
              </a:ext>
            </a:extLst>
          </p:cNvPr>
          <p:cNvSpPr>
            <a:spLocks xmlns:a="http://schemas.openxmlformats.org/drawingml/2006/main" noGrp="1"/>
          </p:cNvSpPr>
          <p:nvPr/>
        </p:nvSpPr>
        <p:spPr>
          <a:xfrm xmlns:a="http://schemas.openxmlformats.org/drawingml/2006/main">
            <a:off x="4305114"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DCAC8"/>
          </a:solidFill>
          <a:ln xmlns:a="http://schemas.openxmlformats.org/drawingml/2006/main" w="2121">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58FFEAC3-9A7A-48D1-8A05-51963BC4633B}"/>
              </a:ext>
            </a:extLst>
          </p:cNvPr>
          <p:cNvSpPr>
            <a:spLocks xmlns:a="http://schemas.openxmlformats.org/drawingml/2006/main" noGrp="1"/>
          </p:cNvSpPr>
          <p:nvPr/>
        </p:nvSpPr>
        <p:spPr>
          <a:xfrm xmlns:a="http://schemas.openxmlformats.org/drawingml/2006/main">
            <a:off x="3277800"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8E9268E8-1A2E-40D7-A579-DBEE36845651}"/>
              </a:ext>
            </a:extLst>
          </p:cNvPr>
          <p:cNvSpPr>
            <a:spLocks xmlns:a="http://schemas.openxmlformats.org/drawingml/2006/main" noGrp="1"/>
          </p:cNvSpPr>
          <p:nvPr/>
        </p:nvSpPr>
        <p:spPr>
          <a:xfrm xmlns:a="http://schemas.openxmlformats.org/drawingml/2006/main">
            <a:off x="3057661"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0B087B32-2F5F-4293-9CBB-8FD2944D94D7}"/>
              </a:ext>
            </a:extLst>
          </p:cNvPr>
          <p:cNvSpPr>
            <a:spLocks xmlns:a="http://schemas.openxmlformats.org/drawingml/2006/main" noGrp="1"/>
          </p:cNvSpPr>
          <p:nvPr/>
        </p:nvSpPr>
        <p:spPr>
          <a:xfrm xmlns:a="http://schemas.openxmlformats.org/drawingml/2006/main">
            <a:off x="3057661" y="28280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8BCB9"/>
          </a:solidFill>
          <a:ln xmlns:a="http://schemas.openxmlformats.org/drawingml/2006/main" w="2121">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6026C5A8-C928-455A-B48D-F4EE4138810F}"/>
              </a:ext>
            </a:extLst>
          </p:cNvPr>
          <p:cNvSpPr>
            <a:spLocks xmlns:a="http://schemas.openxmlformats.org/drawingml/2006/main" noGrp="1"/>
          </p:cNvSpPr>
          <p:nvPr/>
        </p:nvSpPr>
        <p:spPr>
          <a:xfrm xmlns:a="http://schemas.openxmlformats.org/drawingml/2006/main">
            <a:off x="3277800"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0DBC6C79-7731-4081-BF54-403F82753572}"/>
              </a:ext>
            </a:extLst>
          </p:cNvPr>
          <p:cNvSpPr>
            <a:spLocks xmlns:a="http://schemas.openxmlformats.org/drawingml/2006/main" noGrp="1"/>
          </p:cNvSpPr>
          <p:nvPr/>
        </p:nvSpPr>
        <p:spPr>
          <a:xfrm xmlns:a="http://schemas.openxmlformats.org/drawingml/2006/main">
            <a:off x="2690764"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ECDCB"/>
          </a:solidFill>
          <a:ln xmlns:a="http://schemas.openxmlformats.org/drawingml/2006/main" w="2121">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5E790BB5-CDAB-4F1C-BA9F-6312AB61B486}"/>
              </a:ext>
            </a:extLst>
          </p:cNvPr>
          <p:cNvSpPr>
            <a:spLocks xmlns:a="http://schemas.openxmlformats.org/drawingml/2006/main" noGrp="1"/>
          </p:cNvSpPr>
          <p:nvPr/>
        </p:nvSpPr>
        <p:spPr>
          <a:xfrm xmlns:a="http://schemas.openxmlformats.org/drawingml/2006/main">
            <a:off x="3204421"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CC8C6"/>
          </a:solidFill>
          <a:ln xmlns:a="http://schemas.openxmlformats.org/drawingml/2006/main" w="2121">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2B806A5D-C12A-4E1A-AC60-4002EBC3D578}"/>
              </a:ext>
            </a:extLst>
          </p:cNvPr>
          <p:cNvSpPr>
            <a:spLocks xmlns:a="http://schemas.openxmlformats.org/drawingml/2006/main" noGrp="1"/>
          </p:cNvSpPr>
          <p:nvPr/>
        </p:nvSpPr>
        <p:spPr>
          <a:xfrm xmlns:a="http://schemas.openxmlformats.org/drawingml/2006/main">
            <a:off x="2837523"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1CF"/>
          </a:solidFill>
          <a:ln xmlns:a="http://schemas.openxmlformats.org/drawingml/2006/main" w="2121">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6B6835CA-6961-4A05-A8E5-3D3759200518}"/>
              </a:ext>
            </a:extLst>
          </p:cNvPr>
          <p:cNvSpPr>
            <a:spLocks xmlns:a="http://schemas.openxmlformats.org/drawingml/2006/main" noGrp="1"/>
          </p:cNvSpPr>
          <p:nvPr/>
        </p:nvSpPr>
        <p:spPr>
          <a:xfrm xmlns:a="http://schemas.openxmlformats.org/drawingml/2006/main">
            <a:off x="3277800"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BC4C1"/>
          </a:solidFill>
          <a:ln xmlns:a="http://schemas.openxmlformats.org/drawingml/2006/main" w="2121">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786CBD31-C2B9-42E3-89B9-585D9A4407AA}"/>
              </a:ext>
            </a:extLst>
          </p:cNvPr>
          <p:cNvSpPr>
            <a:spLocks xmlns:a="http://schemas.openxmlformats.org/drawingml/2006/main" noGrp="1"/>
          </p:cNvSpPr>
          <p:nvPr/>
        </p:nvSpPr>
        <p:spPr>
          <a:xfrm xmlns:a="http://schemas.openxmlformats.org/drawingml/2006/main">
            <a:off x="3057661" y="268027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DB035C04-C248-4813-83AA-E5680AB41ECF}"/>
              </a:ext>
            </a:extLst>
          </p:cNvPr>
          <p:cNvSpPr>
            <a:spLocks xmlns:a="http://schemas.openxmlformats.org/drawingml/2006/main" noGrp="1"/>
          </p:cNvSpPr>
          <p:nvPr/>
        </p:nvSpPr>
        <p:spPr>
          <a:xfrm xmlns:a="http://schemas.openxmlformats.org/drawingml/2006/main">
            <a:off x="4011596"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9BEBB"/>
          </a:solidFill>
          <a:ln xmlns:a="http://schemas.openxmlformats.org/drawingml/2006/main" w="2121">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DDD351E6-4550-4B12-802F-4040290AD10A}"/>
              </a:ext>
            </a:extLst>
          </p:cNvPr>
          <p:cNvSpPr>
            <a:spLocks xmlns:a="http://schemas.openxmlformats.org/drawingml/2006/main" noGrp="1"/>
          </p:cNvSpPr>
          <p:nvPr/>
        </p:nvSpPr>
        <p:spPr>
          <a:xfrm xmlns:a="http://schemas.openxmlformats.org/drawingml/2006/main">
            <a:off x="3571318"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C125BA3E-C280-4712-B8C2-E71F88EA2737}"/>
              </a:ext>
            </a:extLst>
          </p:cNvPr>
          <p:cNvSpPr>
            <a:spLocks xmlns:a="http://schemas.openxmlformats.org/drawingml/2006/main" noGrp="1"/>
          </p:cNvSpPr>
          <p:nvPr/>
        </p:nvSpPr>
        <p:spPr>
          <a:xfrm xmlns:a="http://schemas.openxmlformats.org/drawingml/2006/main">
            <a:off x="2910902"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87DD9C62-2690-463F-A361-75190938AE1A}"/>
              </a:ext>
            </a:extLst>
          </p:cNvPr>
          <p:cNvSpPr>
            <a:spLocks xmlns:a="http://schemas.openxmlformats.org/drawingml/2006/main" noGrp="1"/>
          </p:cNvSpPr>
          <p:nvPr/>
        </p:nvSpPr>
        <p:spPr>
          <a:xfrm xmlns:a="http://schemas.openxmlformats.org/drawingml/2006/main">
            <a:off x="3277800"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1CF"/>
          </a:solidFill>
          <a:ln xmlns:a="http://schemas.openxmlformats.org/drawingml/2006/main" w="2121">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61AE2827-7C86-4BCE-BC36-BFD083DF8D78}"/>
              </a:ext>
            </a:extLst>
          </p:cNvPr>
          <p:cNvSpPr>
            <a:spLocks xmlns:a="http://schemas.openxmlformats.org/drawingml/2006/main" noGrp="1"/>
          </p:cNvSpPr>
          <p:nvPr/>
        </p:nvSpPr>
        <p:spPr>
          <a:xfrm xmlns:a="http://schemas.openxmlformats.org/drawingml/2006/main">
            <a:off x="2470625"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375CF8F9-39F9-4D5B-9AAC-F1CB66722C34}"/>
              </a:ext>
            </a:extLst>
          </p:cNvPr>
          <p:cNvSpPr>
            <a:spLocks xmlns:a="http://schemas.openxmlformats.org/drawingml/2006/main" noGrp="1"/>
          </p:cNvSpPr>
          <p:nvPr/>
        </p:nvSpPr>
        <p:spPr>
          <a:xfrm xmlns:a="http://schemas.openxmlformats.org/drawingml/2006/main">
            <a:off x="2837523"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396A4A0F-136C-40CF-BA9D-9B49B01D639F}"/>
              </a:ext>
            </a:extLst>
          </p:cNvPr>
          <p:cNvSpPr>
            <a:spLocks xmlns:a="http://schemas.openxmlformats.org/drawingml/2006/main" noGrp="1"/>
          </p:cNvSpPr>
          <p:nvPr/>
        </p:nvSpPr>
        <p:spPr>
          <a:xfrm xmlns:a="http://schemas.openxmlformats.org/drawingml/2006/main">
            <a:off x="3497939" y="42316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5E97817A-EC1A-44AD-9D96-792813BCDBEB}"/>
              </a:ext>
            </a:extLst>
          </p:cNvPr>
          <p:cNvSpPr>
            <a:spLocks xmlns:a="http://schemas.openxmlformats.org/drawingml/2006/main" noGrp="1"/>
          </p:cNvSpPr>
          <p:nvPr/>
        </p:nvSpPr>
        <p:spPr>
          <a:xfrm xmlns:a="http://schemas.openxmlformats.org/drawingml/2006/main">
            <a:off x="3791457"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3588721E-AC2D-4DE5-9B6F-96EB0EC63C5D}"/>
              </a:ext>
            </a:extLst>
          </p:cNvPr>
          <p:cNvSpPr>
            <a:spLocks xmlns:a="http://schemas.openxmlformats.org/drawingml/2006/main" noGrp="1"/>
          </p:cNvSpPr>
          <p:nvPr/>
        </p:nvSpPr>
        <p:spPr>
          <a:xfrm xmlns:a="http://schemas.openxmlformats.org/drawingml/2006/main">
            <a:off x="2617384"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15B9CE36-2B1B-4265-9493-AC9208653A71}"/>
              </a:ext>
            </a:extLst>
          </p:cNvPr>
          <p:cNvSpPr>
            <a:spLocks xmlns:a="http://schemas.openxmlformats.org/drawingml/2006/main" noGrp="1"/>
          </p:cNvSpPr>
          <p:nvPr/>
        </p:nvSpPr>
        <p:spPr>
          <a:xfrm xmlns:a="http://schemas.openxmlformats.org/drawingml/2006/main">
            <a:off x="2764143"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CBABD70C-B1FD-4C16-9ADA-6D9A23704699}"/>
              </a:ext>
            </a:extLst>
          </p:cNvPr>
          <p:cNvSpPr>
            <a:spLocks xmlns:a="http://schemas.openxmlformats.org/drawingml/2006/main" noGrp="1"/>
          </p:cNvSpPr>
          <p:nvPr/>
        </p:nvSpPr>
        <p:spPr>
          <a:xfrm xmlns:a="http://schemas.openxmlformats.org/drawingml/2006/main">
            <a:off x="4451873"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48B02DFC-28D1-4499-8335-273AC28CF14C}"/>
              </a:ext>
            </a:extLst>
          </p:cNvPr>
          <p:cNvSpPr>
            <a:spLocks xmlns:a="http://schemas.openxmlformats.org/drawingml/2006/main" noGrp="1"/>
          </p:cNvSpPr>
          <p:nvPr/>
        </p:nvSpPr>
        <p:spPr>
          <a:xfrm xmlns:a="http://schemas.openxmlformats.org/drawingml/2006/main">
            <a:off x="3204421"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ECDCB"/>
          </a:solidFill>
          <a:ln xmlns:a="http://schemas.openxmlformats.org/drawingml/2006/main" w="2121">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4FD74C9A-ABCA-4D42-B2B1-CE08A87A7908}"/>
              </a:ext>
            </a:extLst>
          </p:cNvPr>
          <p:cNvSpPr>
            <a:spLocks xmlns:a="http://schemas.openxmlformats.org/drawingml/2006/main" noGrp="1"/>
          </p:cNvSpPr>
          <p:nvPr/>
        </p:nvSpPr>
        <p:spPr>
          <a:xfrm xmlns:a="http://schemas.openxmlformats.org/drawingml/2006/main">
            <a:off x="3497939"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9BEBB"/>
          </a:solidFill>
          <a:ln xmlns:a="http://schemas.openxmlformats.org/drawingml/2006/main" w="2121">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22FD073F-0A93-4BDF-A542-DABEACC80D29}"/>
              </a:ext>
            </a:extLst>
          </p:cNvPr>
          <p:cNvSpPr>
            <a:spLocks xmlns:a="http://schemas.openxmlformats.org/drawingml/2006/main" noGrp="1"/>
          </p:cNvSpPr>
          <p:nvPr/>
        </p:nvSpPr>
        <p:spPr>
          <a:xfrm xmlns:a="http://schemas.openxmlformats.org/drawingml/2006/main">
            <a:off x="4158355"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B9F3D4CA-3D06-4D3B-B5C5-47B8F091FBDC}"/>
              </a:ext>
            </a:extLst>
          </p:cNvPr>
          <p:cNvSpPr>
            <a:spLocks xmlns:a="http://schemas.openxmlformats.org/drawingml/2006/main" noGrp="1"/>
          </p:cNvSpPr>
          <p:nvPr/>
        </p:nvSpPr>
        <p:spPr>
          <a:xfrm xmlns:a="http://schemas.openxmlformats.org/drawingml/2006/main">
            <a:off x="2177107"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19A0CFAC-46F8-4675-BC55-86D64D1C8009}"/>
              </a:ext>
            </a:extLst>
          </p:cNvPr>
          <p:cNvSpPr>
            <a:spLocks xmlns:a="http://schemas.openxmlformats.org/drawingml/2006/main" noGrp="1"/>
          </p:cNvSpPr>
          <p:nvPr/>
        </p:nvSpPr>
        <p:spPr>
          <a:xfrm xmlns:a="http://schemas.openxmlformats.org/drawingml/2006/main">
            <a:off x="3938216"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1E44B506-602D-4D7C-9405-7FF95D9B9AAD}"/>
              </a:ext>
            </a:extLst>
          </p:cNvPr>
          <p:cNvSpPr>
            <a:spLocks xmlns:a="http://schemas.openxmlformats.org/drawingml/2006/main" noGrp="1"/>
          </p:cNvSpPr>
          <p:nvPr/>
        </p:nvSpPr>
        <p:spPr>
          <a:xfrm xmlns:a="http://schemas.openxmlformats.org/drawingml/2006/main">
            <a:off x="2690764"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28B3CC17-A99A-4F13-AD1C-EA54F97AA117}"/>
              </a:ext>
            </a:extLst>
          </p:cNvPr>
          <p:cNvSpPr>
            <a:spLocks xmlns:a="http://schemas.openxmlformats.org/drawingml/2006/main" noGrp="1"/>
          </p:cNvSpPr>
          <p:nvPr/>
        </p:nvSpPr>
        <p:spPr>
          <a:xfrm xmlns:a="http://schemas.openxmlformats.org/drawingml/2006/main">
            <a:off x="2250486"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31567778-C17F-44F1-BCC4-27A4728726F5}"/>
              </a:ext>
            </a:extLst>
          </p:cNvPr>
          <p:cNvSpPr>
            <a:spLocks xmlns:a="http://schemas.openxmlformats.org/drawingml/2006/main" noGrp="1"/>
          </p:cNvSpPr>
          <p:nvPr/>
        </p:nvSpPr>
        <p:spPr>
          <a:xfrm xmlns:a="http://schemas.openxmlformats.org/drawingml/2006/main">
            <a:off x="3424559" y="297577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CC8C6"/>
          </a:solidFill>
          <a:ln xmlns:a="http://schemas.openxmlformats.org/drawingml/2006/main" w="2121">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7A689258-DE2E-4CA7-BA88-F7A3084BD1E0}"/>
              </a:ext>
            </a:extLst>
          </p:cNvPr>
          <p:cNvSpPr>
            <a:spLocks xmlns:a="http://schemas.openxmlformats.org/drawingml/2006/main" noGrp="1"/>
          </p:cNvSpPr>
          <p:nvPr/>
        </p:nvSpPr>
        <p:spPr>
          <a:xfrm xmlns:a="http://schemas.openxmlformats.org/drawingml/2006/main">
            <a:off x="2910902"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FDC12FBA-3AA5-4503-93E1-498F81312E6C}"/>
              </a:ext>
            </a:extLst>
          </p:cNvPr>
          <p:cNvSpPr>
            <a:spLocks xmlns:a="http://schemas.openxmlformats.org/drawingml/2006/main" noGrp="1"/>
          </p:cNvSpPr>
          <p:nvPr/>
        </p:nvSpPr>
        <p:spPr>
          <a:xfrm xmlns:a="http://schemas.openxmlformats.org/drawingml/2006/main">
            <a:off x="2617384"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36311B23-9507-4453-AA01-1972E9F16EC6}"/>
              </a:ext>
            </a:extLst>
          </p:cNvPr>
          <p:cNvSpPr>
            <a:spLocks xmlns:a="http://schemas.openxmlformats.org/drawingml/2006/main" noGrp="1"/>
          </p:cNvSpPr>
          <p:nvPr/>
        </p:nvSpPr>
        <p:spPr>
          <a:xfrm xmlns:a="http://schemas.openxmlformats.org/drawingml/2006/main">
            <a:off x="2764143"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CC6C3"/>
          </a:solidFill>
          <a:ln xmlns:a="http://schemas.openxmlformats.org/drawingml/2006/main" w="2121">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B237CA3E-C914-498C-B066-B6CE3A2570D8}"/>
              </a:ext>
            </a:extLst>
          </p:cNvPr>
          <p:cNvSpPr>
            <a:spLocks xmlns:a="http://schemas.openxmlformats.org/drawingml/2006/main" noGrp="1"/>
          </p:cNvSpPr>
          <p:nvPr/>
        </p:nvSpPr>
        <p:spPr>
          <a:xfrm xmlns:a="http://schemas.openxmlformats.org/drawingml/2006/main">
            <a:off x="3644698"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ECDCB"/>
          </a:solidFill>
          <a:ln xmlns:a="http://schemas.openxmlformats.org/drawingml/2006/main" w="2121">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4735870D-9924-48EE-9826-0D1ED42824D0}"/>
              </a:ext>
            </a:extLst>
          </p:cNvPr>
          <p:cNvSpPr>
            <a:spLocks xmlns:a="http://schemas.openxmlformats.org/drawingml/2006/main" noGrp="1"/>
          </p:cNvSpPr>
          <p:nvPr/>
        </p:nvSpPr>
        <p:spPr>
          <a:xfrm xmlns:a="http://schemas.openxmlformats.org/drawingml/2006/main">
            <a:off x="4231734"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E17623C4-2400-4674-A7D0-A176C326235D}"/>
              </a:ext>
            </a:extLst>
          </p:cNvPr>
          <p:cNvSpPr>
            <a:spLocks xmlns:a="http://schemas.openxmlformats.org/drawingml/2006/main" noGrp="1"/>
          </p:cNvSpPr>
          <p:nvPr/>
        </p:nvSpPr>
        <p:spPr>
          <a:xfrm xmlns:a="http://schemas.openxmlformats.org/drawingml/2006/main">
            <a:off x="2617384"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DCAC8"/>
          </a:solidFill>
          <a:ln xmlns:a="http://schemas.openxmlformats.org/drawingml/2006/main" w="2121">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D30FC068-4E90-4B48-95A1-41A85410AC9A}"/>
              </a:ext>
            </a:extLst>
          </p:cNvPr>
          <p:cNvSpPr>
            <a:spLocks xmlns:a="http://schemas.openxmlformats.org/drawingml/2006/main" noGrp="1"/>
          </p:cNvSpPr>
          <p:nvPr/>
        </p:nvSpPr>
        <p:spPr>
          <a:xfrm xmlns:a="http://schemas.openxmlformats.org/drawingml/2006/main">
            <a:off x="2103727"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57623FFB-D4FD-4094-85F6-E6E2FDD58821}"/>
              </a:ext>
            </a:extLst>
          </p:cNvPr>
          <p:cNvSpPr>
            <a:spLocks xmlns:a="http://schemas.openxmlformats.org/drawingml/2006/main" noGrp="1"/>
          </p:cNvSpPr>
          <p:nvPr/>
        </p:nvSpPr>
        <p:spPr>
          <a:xfrm xmlns:a="http://schemas.openxmlformats.org/drawingml/2006/main">
            <a:off x="2617384"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2E96A31F-D8B4-44A8-8A8F-A7BFAB188BF4}"/>
              </a:ext>
            </a:extLst>
          </p:cNvPr>
          <p:cNvSpPr>
            <a:spLocks xmlns:a="http://schemas.openxmlformats.org/drawingml/2006/main" noGrp="1"/>
          </p:cNvSpPr>
          <p:nvPr/>
        </p:nvSpPr>
        <p:spPr>
          <a:xfrm xmlns:a="http://schemas.openxmlformats.org/drawingml/2006/main">
            <a:off x="4158355"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11E11B2C-1932-40AF-95D3-D839909284D3}"/>
              </a:ext>
            </a:extLst>
          </p:cNvPr>
          <p:cNvSpPr>
            <a:spLocks xmlns:a="http://schemas.openxmlformats.org/drawingml/2006/main" noGrp="1"/>
          </p:cNvSpPr>
          <p:nvPr/>
        </p:nvSpPr>
        <p:spPr>
          <a:xfrm xmlns:a="http://schemas.openxmlformats.org/drawingml/2006/main">
            <a:off x="2764143"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258145F7-DBC3-4998-B024-4B1DA43EE629}"/>
              </a:ext>
            </a:extLst>
          </p:cNvPr>
          <p:cNvSpPr>
            <a:spLocks xmlns:a="http://schemas.openxmlformats.org/drawingml/2006/main" noGrp="1"/>
          </p:cNvSpPr>
          <p:nvPr/>
        </p:nvSpPr>
        <p:spPr>
          <a:xfrm xmlns:a="http://schemas.openxmlformats.org/drawingml/2006/main">
            <a:off x="2837523"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5BD6E55C-B7C6-4ED0-A2D7-B2655FCEF8BA}"/>
              </a:ext>
            </a:extLst>
          </p:cNvPr>
          <p:cNvSpPr>
            <a:spLocks xmlns:a="http://schemas.openxmlformats.org/drawingml/2006/main" noGrp="1"/>
          </p:cNvSpPr>
          <p:nvPr/>
        </p:nvSpPr>
        <p:spPr>
          <a:xfrm xmlns:a="http://schemas.openxmlformats.org/drawingml/2006/main">
            <a:off x="3718077"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BB186E9F-AC34-4810-873B-FE67371BFC2A}"/>
              </a:ext>
            </a:extLst>
          </p:cNvPr>
          <p:cNvSpPr>
            <a:spLocks xmlns:a="http://schemas.openxmlformats.org/drawingml/2006/main" noGrp="1"/>
          </p:cNvSpPr>
          <p:nvPr/>
        </p:nvSpPr>
        <p:spPr>
          <a:xfrm xmlns:a="http://schemas.openxmlformats.org/drawingml/2006/main">
            <a:off x="2837523"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8A9C26A8-40CF-431D-9FA5-D835A51D2215}"/>
              </a:ext>
            </a:extLst>
          </p:cNvPr>
          <p:cNvSpPr>
            <a:spLocks xmlns:a="http://schemas.openxmlformats.org/drawingml/2006/main" noGrp="1"/>
          </p:cNvSpPr>
          <p:nvPr/>
        </p:nvSpPr>
        <p:spPr>
          <a:xfrm xmlns:a="http://schemas.openxmlformats.org/drawingml/2006/main">
            <a:off x="3131041"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883D05E2-558F-4139-B3B0-86C39C0293B6}"/>
              </a:ext>
            </a:extLst>
          </p:cNvPr>
          <p:cNvSpPr>
            <a:spLocks xmlns:a="http://schemas.openxmlformats.org/drawingml/2006/main" noGrp="1"/>
          </p:cNvSpPr>
          <p:nvPr/>
        </p:nvSpPr>
        <p:spPr>
          <a:xfrm xmlns:a="http://schemas.openxmlformats.org/drawingml/2006/main">
            <a:off x="3057661" y="275415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AC2BF"/>
          </a:solidFill>
          <a:ln xmlns:a="http://schemas.openxmlformats.org/drawingml/2006/main" w="2121">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06545B27-892F-4898-8171-FBF8686CA5D8}"/>
              </a:ext>
            </a:extLst>
          </p:cNvPr>
          <p:cNvSpPr>
            <a:spLocks xmlns:a="http://schemas.openxmlformats.org/drawingml/2006/main" noGrp="1"/>
          </p:cNvSpPr>
          <p:nvPr/>
        </p:nvSpPr>
        <p:spPr>
          <a:xfrm xmlns:a="http://schemas.openxmlformats.org/drawingml/2006/main">
            <a:off x="3204421" y="275415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DCAC8"/>
          </a:solidFill>
          <a:ln xmlns:a="http://schemas.openxmlformats.org/drawingml/2006/main" w="2121">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0377393B-7BBA-4D93-B6E3-5BB5C8FAD38E}"/>
              </a:ext>
            </a:extLst>
          </p:cNvPr>
          <p:cNvSpPr>
            <a:spLocks xmlns:a="http://schemas.openxmlformats.org/drawingml/2006/main" noGrp="1"/>
          </p:cNvSpPr>
          <p:nvPr/>
        </p:nvSpPr>
        <p:spPr>
          <a:xfrm xmlns:a="http://schemas.openxmlformats.org/drawingml/2006/main">
            <a:off x="2617384"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ECDCB"/>
          </a:solidFill>
          <a:ln xmlns:a="http://schemas.openxmlformats.org/drawingml/2006/main" w="2121">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5896FE4D-9852-4990-858D-9127379296FB}"/>
              </a:ext>
            </a:extLst>
          </p:cNvPr>
          <p:cNvSpPr>
            <a:spLocks xmlns:a="http://schemas.openxmlformats.org/drawingml/2006/main" noGrp="1"/>
          </p:cNvSpPr>
          <p:nvPr/>
        </p:nvSpPr>
        <p:spPr>
          <a:xfrm xmlns:a="http://schemas.openxmlformats.org/drawingml/2006/main">
            <a:off x="3938216"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9229B409-117E-4E06-80AE-0CE8037C8E2B}"/>
              </a:ext>
            </a:extLst>
          </p:cNvPr>
          <p:cNvSpPr>
            <a:spLocks xmlns:a="http://schemas.openxmlformats.org/drawingml/2006/main" noGrp="1"/>
          </p:cNvSpPr>
          <p:nvPr/>
        </p:nvSpPr>
        <p:spPr>
          <a:xfrm xmlns:a="http://schemas.openxmlformats.org/drawingml/2006/main">
            <a:off x="2764143"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0D4BBD37-6F0B-4059-B5CE-C0F545F2FA9F}"/>
              </a:ext>
            </a:extLst>
          </p:cNvPr>
          <p:cNvSpPr>
            <a:spLocks xmlns:a="http://schemas.openxmlformats.org/drawingml/2006/main" noGrp="1"/>
          </p:cNvSpPr>
          <p:nvPr/>
        </p:nvSpPr>
        <p:spPr>
          <a:xfrm xmlns:a="http://schemas.openxmlformats.org/drawingml/2006/main">
            <a:off x="1810209"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69E2FC48-5B2C-4E25-8EE9-C7E0260A5570}"/>
              </a:ext>
            </a:extLst>
          </p:cNvPr>
          <p:cNvSpPr>
            <a:spLocks xmlns:a="http://schemas.openxmlformats.org/drawingml/2006/main" noGrp="1"/>
          </p:cNvSpPr>
          <p:nvPr/>
        </p:nvSpPr>
        <p:spPr>
          <a:xfrm xmlns:a="http://schemas.openxmlformats.org/drawingml/2006/main">
            <a:off x="4231734"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5DE8FB04-60BD-4400-BAA6-B591F8AF857D}"/>
              </a:ext>
            </a:extLst>
          </p:cNvPr>
          <p:cNvSpPr>
            <a:spLocks xmlns:a="http://schemas.openxmlformats.org/drawingml/2006/main" noGrp="1"/>
          </p:cNvSpPr>
          <p:nvPr/>
        </p:nvSpPr>
        <p:spPr>
          <a:xfrm xmlns:a="http://schemas.openxmlformats.org/drawingml/2006/main">
            <a:off x="3424559" y="415775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8DCED128-0DB6-4EC3-9046-F87FC1E7DF85}"/>
              </a:ext>
            </a:extLst>
          </p:cNvPr>
          <p:cNvSpPr>
            <a:spLocks xmlns:a="http://schemas.openxmlformats.org/drawingml/2006/main" noGrp="1"/>
          </p:cNvSpPr>
          <p:nvPr/>
        </p:nvSpPr>
        <p:spPr>
          <a:xfrm xmlns:a="http://schemas.openxmlformats.org/drawingml/2006/main">
            <a:off x="2764143"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8EDBAC07-38AF-4581-A55B-42DC6A3A9C2B}"/>
              </a:ext>
            </a:extLst>
          </p:cNvPr>
          <p:cNvSpPr>
            <a:spLocks xmlns:a="http://schemas.openxmlformats.org/drawingml/2006/main" noGrp="1"/>
          </p:cNvSpPr>
          <p:nvPr/>
        </p:nvSpPr>
        <p:spPr>
          <a:xfrm xmlns:a="http://schemas.openxmlformats.org/drawingml/2006/main">
            <a:off x="3497939"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8172B6EE-FF33-469D-AEE9-CA41FA60BDCF}"/>
              </a:ext>
            </a:extLst>
          </p:cNvPr>
          <p:cNvSpPr>
            <a:spLocks xmlns:a="http://schemas.openxmlformats.org/drawingml/2006/main" noGrp="1"/>
          </p:cNvSpPr>
          <p:nvPr/>
        </p:nvSpPr>
        <p:spPr>
          <a:xfrm xmlns:a="http://schemas.openxmlformats.org/drawingml/2006/main">
            <a:off x="2910902"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73971FE7-120B-4804-8EE4-BC5DCBCC0618}"/>
              </a:ext>
            </a:extLst>
          </p:cNvPr>
          <p:cNvSpPr>
            <a:spLocks xmlns:a="http://schemas.openxmlformats.org/drawingml/2006/main" noGrp="1"/>
          </p:cNvSpPr>
          <p:nvPr/>
        </p:nvSpPr>
        <p:spPr>
          <a:xfrm xmlns:a="http://schemas.openxmlformats.org/drawingml/2006/main">
            <a:off x="3497939"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217116B8-A8F9-4EBF-85B7-04242DBEAFC9}"/>
              </a:ext>
            </a:extLst>
          </p:cNvPr>
          <p:cNvSpPr>
            <a:spLocks xmlns:a="http://schemas.openxmlformats.org/drawingml/2006/main" noGrp="1"/>
          </p:cNvSpPr>
          <p:nvPr/>
        </p:nvSpPr>
        <p:spPr>
          <a:xfrm xmlns:a="http://schemas.openxmlformats.org/drawingml/2006/main">
            <a:off x="3864836"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CC8C6"/>
          </a:solidFill>
          <a:ln xmlns:a="http://schemas.openxmlformats.org/drawingml/2006/main" w="2121">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FFEEA3B8-28B8-414B-9631-82574237EE60}"/>
              </a:ext>
            </a:extLst>
          </p:cNvPr>
          <p:cNvSpPr>
            <a:spLocks xmlns:a="http://schemas.openxmlformats.org/drawingml/2006/main" noGrp="1"/>
          </p:cNvSpPr>
          <p:nvPr/>
        </p:nvSpPr>
        <p:spPr>
          <a:xfrm xmlns:a="http://schemas.openxmlformats.org/drawingml/2006/main">
            <a:off x="2984282"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488A555E-47CE-49F8-B1C3-82BC556A1565}"/>
              </a:ext>
            </a:extLst>
          </p:cNvPr>
          <p:cNvSpPr>
            <a:spLocks xmlns:a="http://schemas.openxmlformats.org/drawingml/2006/main" noGrp="1"/>
          </p:cNvSpPr>
          <p:nvPr/>
        </p:nvSpPr>
        <p:spPr>
          <a:xfrm xmlns:a="http://schemas.openxmlformats.org/drawingml/2006/main">
            <a:off x="3204421" y="42316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DF0C770A-B0C8-427C-A82F-539321D97533}"/>
              </a:ext>
            </a:extLst>
          </p:cNvPr>
          <p:cNvSpPr>
            <a:spLocks xmlns:a="http://schemas.openxmlformats.org/drawingml/2006/main" noGrp="1"/>
          </p:cNvSpPr>
          <p:nvPr/>
        </p:nvSpPr>
        <p:spPr>
          <a:xfrm xmlns:a="http://schemas.openxmlformats.org/drawingml/2006/main">
            <a:off x="1883589"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154AD16D-50FE-4A15-B190-619FD5555ECB}"/>
              </a:ext>
            </a:extLst>
          </p:cNvPr>
          <p:cNvSpPr>
            <a:spLocks xmlns:a="http://schemas.openxmlformats.org/drawingml/2006/main" noGrp="1"/>
          </p:cNvSpPr>
          <p:nvPr/>
        </p:nvSpPr>
        <p:spPr>
          <a:xfrm xmlns:a="http://schemas.openxmlformats.org/drawingml/2006/main">
            <a:off x="2764143" y="28280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222F3D81-A45B-49EC-90B1-B70FA84E945D}"/>
              </a:ext>
            </a:extLst>
          </p:cNvPr>
          <p:cNvSpPr>
            <a:spLocks xmlns:a="http://schemas.openxmlformats.org/drawingml/2006/main" noGrp="1"/>
          </p:cNvSpPr>
          <p:nvPr/>
        </p:nvSpPr>
        <p:spPr>
          <a:xfrm xmlns:a="http://schemas.openxmlformats.org/drawingml/2006/main">
            <a:off x="2617384"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614FFFC4-3472-4835-9C71-E964D53A35C1}"/>
              </a:ext>
            </a:extLst>
          </p:cNvPr>
          <p:cNvSpPr>
            <a:spLocks xmlns:a="http://schemas.openxmlformats.org/drawingml/2006/main" noGrp="1"/>
          </p:cNvSpPr>
          <p:nvPr/>
        </p:nvSpPr>
        <p:spPr>
          <a:xfrm xmlns:a="http://schemas.openxmlformats.org/drawingml/2006/main">
            <a:off x="2690764"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5F952829-4770-4B79-A01A-BFA564E4FDC6}"/>
              </a:ext>
            </a:extLst>
          </p:cNvPr>
          <p:cNvSpPr>
            <a:spLocks xmlns:a="http://schemas.openxmlformats.org/drawingml/2006/main" noGrp="1"/>
          </p:cNvSpPr>
          <p:nvPr/>
        </p:nvSpPr>
        <p:spPr>
          <a:xfrm xmlns:a="http://schemas.openxmlformats.org/drawingml/2006/main">
            <a:off x="2544005"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740EA367-4D4A-4C4F-889F-3748F741301D}"/>
              </a:ext>
            </a:extLst>
          </p:cNvPr>
          <p:cNvSpPr>
            <a:spLocks xmlns:a="http://schemas.openxmlformats.org/drawingml/2006/main" noGrp="1"/>
          </p:cNvSpPr>
          <p:nvPr/>
        </p:nvSpPr>
        <p:spPr>
          <a:xfrm xmlns:a="http://schemas.openxmlformats.org/drawingml/2006/main">
            <a:off x="2837523"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E6B00772-F142-43B6-9AEA-1B1AE4C8EF11}"/>
              </a:ext>
            </a:extLst>
          </p:cNvPr>
          <p:cNvSpPr>
            <a:spLocks xmlns:a="http://schemas.openxmlformats.org/drawingml/2006/main" noGrp="1"/>
          </p:cNvSpPr>
          <p:nvPr/>
        </p:nvSpPr>
        <p:spPr>
          <a:xfrm xmlns:a="http://schemas.openxmlformats.org/drawingml/2006/main">
            <a:off x="3718077"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C8B6ADDD-AB0D-4E82-BB17-348F3A8F4B3A}"/>
              </a:ext>
            </a:extLst>
          </p:cNvPr>
          <p:cNvSpPr>
            <a:spLocks xmlns:a="http://schemas.openxmlformats.org/drawingml/2006/main" noGrp="1"/>
          </p:cNvSpPr>
          <p:nvPr/>
        </p:nvSpPr>
        <p:spPr>
          <a:xfrm xmlns:a="http://schemas.openxmlformats.org/drawingml/2006/main">
            <a:off x="3204421" y="28280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03336685-AA14-4BE5-98D0-295389478933}"/>
              </a:ext>
            </a:extLst>
          </p:cNvPr>
          <p:cNvSpPr>
            <a:spLocks xmlns:a="http://schemas.openxmlformats.org/drawingml/2006/main" noGrp="1"/>
          </p:cNvSpPr>
          <p:nvPr/>
        </p:nvSpPr>
        <p:spPr>
          <a:xfrm xmlns:a="http://schemas.openxmlformats.org/drawingml/2006/main">
            <a:off x="4378493"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04205623-D9AC-40F0-9AC6-E2B0C60A805A}"/>
              </a:ext>
            </a:extLst>
          </p:cNvPr>
          <p:cNvSpPr>
            <a:spLocks xmlns:a="http://schemas.openxmlformats.org/drawingml/2006/main" noGrp="1"/>
          </p:cNvSpPr>
          <p:nvPr/>
        </p:nvSpPr>
        <p:spPr>
          <a:xfrm xmlns:a="http://schemas.openxmlformats.org/drawingml/2006/main">
            <a:off x="3938216"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DEE99C23-6865-431D-86C8-679BFE18B1EC}"/>
              </a:ext>
            </a:extLst>
          </p:cNvPr>
          <p:cNvSpPr>
            <a:spLocks xmlns:a="http://schemas.openxmlformats.org/drawingml/2006/main" noGrp="1"/>
          </p:cNvSpPr>
          <p:nvPr/>
        </p:nvSpPr>
        <p:spPr>
          <a:xfrm xmlns:a="http://schemas.openxmlformats.org/drawingml/2006/main">
            <a:off x="4305114"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58895315-74EE-455C-93B2-CA3491168F06}"/>
              </a:ext>
            </a:extLst>
          </p:cNvPr>
          <p:cNvSpPr>
            <a:spLocks xmlns:a="http://schemas.openxmlformats.org/drawingml/2006/main" noGrp="1"/>
          </p:cNvSpPr>
          <p:nvPr/>
        </p:nvSpPr>
        <p:spPr>
          <a:xfrm xmlns:a="http://schemas.openxmlformats.org/drawingml/2006/main">
            <a:off x="3791457"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1CF"/>
          </a:solidFill>
          <a:ln xmlns:a="http://schemas.openxmlformats.org/drawingml/2006/main" w="2121">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4EEB178A-4223-42D7-B770-80972B94D04F}"/>
              </a:ext>
            </a:extLst>
          </p:cNvPr>
          <p:cNvSpPr>
            <a:spLocks xmlns:a="http://schemas.openxmlformats.org/drawingml/2006/main" noGrp="1"/>
          </p:cNvSpPr>
          <p:nvPr/>
        </p:nvSpPr>
        <p:spPr>
          <a:xfrm xmlns:a="http://schemas.openxmlformats.org/drawingml/2006/main">
            <a:off x="3351180"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0FFA1A1B-9BC2-4A9F-BCE0-F8F9E250458D}"/>
              </a:ext>
            </a:extLst>
          </p:cNvPr>
          <p:cNvSpPr>
            <a:spLocks xmlns:a="http://schemas.openxmlformats.org/drawingml/2006/main" noGrp="1"/>
          </p:cNvSpPr>
          <p:nvPr/>
        </p:nvSpPr>
        <p:spPr>
          <a:xfrm xmlns:a="http://schemas.openxmlformats.org/drawingml/2006/main">
            <a:off x="4231734"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361043E1-2CE0-49F4-BDCF-BB96E07981D9}"/>
              </a:ext>
            </a:extLst>
          </p:cNvPr>
          <p:cNvSpPr>
            <a:spLocks xmlns:a="http://schemas.openxmlformats.org/drawingml/2006/main" noGrp="1"/>
          </p:cNvSpPr>
          <p:nvPr/>
        </p:nvSpPr>
        <p:spPr>
          <a:xfrm xmlns:a="http://schemas.openxmlformats.org/drawingml/2006/main">
            <a:off x="2690764"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9C5FD72F-825F-45B3-B97A-8CF8D0FACEBE}"/>
              </a:ext>
            </a:extLst>
          </p:cNvPr>
          <p:cNvSpPr>
            <a:spLocks xmlns:a="http://schemas.openxmlformats.org/drawingml/2006/main" noGrp="1"/>
          </p:cNvSpPr>
          <p:nvPr/>
        </p:nvSpPr>
        <p:spPr>
          <a:xfrm xmlns:a="http://schemas.openxmlformats.org/drawingml/2006/main">
            <a:off x="2837523" y="275415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FCD9760F-FF4C-47D6-B831-803F14544A9C}"/>
              </a:ext>
            </a:extLst>
          </p:cNvPr>
          <p:cNvSpPr>
            <a:spLocks xmlns:a="http://schemas.openxmlformats.org/drawingml/2006/main" noGrp="1"/>
          </p:cNvSpPr>
          <p:nvPr/>
        </p:nvSpPr>
        <p:spPr>
          <a:xfrm xmlns:a="http://schemas.openxmlformats.org/drawingml/2006/main">
            <a:off x="3644698"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23757E6E-ED17-49D4-BE47-769F336F1DAB}"/>
              </a:ext>
            </a:extLst>
          </p:cNvPr>
          <p:cNvSpPr>
            <a:spLocks xmlns:a="http://schemas.openxmlformats.org/drawingml/2006/main" noGrp="1"/>
          </p:cNvSpPr>
          <p:nvPr/>
        </p:nvSpPr>
        <p:spPr>
          <a:xfrm xmlns:a="http://schemas.openxmlformats.org/drawingml/2006/main">
            <a:off x="3497939"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D7E76F97-DB39-4F5C-BA7E-02C36DB80F84}"/>
              </a:ext>
            </a:extLst>
          </p:cNvPr>
          <p:cNvSpPr>
            <a:spLocks xmlns:a="http://schemas.openxmlformats.org/drawingml/2006/main" noGrp="1"/>
          </p:cNvSpPr>
          <p:nvPr/>
        </p:nvSpPr>
        <p:spPr>
          <a:xfrm xmlns:a="http://schemas.openxmlformats.org/drawingml/2006/main">
            <a:off x="3277800"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B21BCF5A-BB94-4647-8C54-9434980AB2ED}"/>
              </a:ext>
            </a:extLst>
          </p:cNvPr>
          <p:cNvSpPr>
            <a:spLocks xmlns:a="http://schemas.openxmlformats.org/drawingml/2006/main" noGrp="1"/>
          </p:cNvSpPr>
          <p:nvPr/>
        </p:nvSpPr>
        <p:spPr>
          <a:xfrm xmlns:a="http://schemas.openxmlformats.org/drawingml/2006/main">
            <a:off x="3277800"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ED306965-A45D-45E8-86FC-AAD357C7FE10}"/>
              </a:ext>
            </a:extLst>
          </p:cNvPr>
          <p:cNvSpPr>
            <a:spLocks xmlns:a="http://schemas.openxmlformats.org/drawingml/2006/main" noGrp="1"/>
          </p:cNvSpPr>
          <p:nvPr/>
        </p:nvSpPr>
        <p:spPr>
          <a:xfrm xmlns:a="http://schemas.openxmlformats.org/drawingml/2006/main">
            <a:off x="2690764"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D4119B50-B875-4B38-8D77-6ACDDB92F93E}"/>
              </a:ext>
            </a:extLst>
          </p:cNvPr>
          <p:cNvSpPr>
            <a:spLocks xmlns:a="http://schemas.openxmlformats.org/drawingml/2006/main" noGrp="1"/>
          </p:cNvSpPr>
          <p:nvPr/>
        </p:nvSpPr>
        <p:spPr>
          <a:xfrm xmlns:a="http://schemas.openxmlformats.org/drawingml/2006/main">
            <a:off x="3277800"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CC8C6"/>
          </a:solidFill>
          <a:ln xmlns:a="http://schemas.openxmlformats.org/drawingml/2006/main" w="2121">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779A74B5-158F-4DE1-BB58-5FD8F2D55682}"/>
              </a:ext>
            </a:extLst>
          </p:cNvPr>
          <p:cNvSpPr>
            <a:spLocks xmlns:a="http://schemas.openxmlformats.org/drawingml/2006/main" noGrp="1"/>
          </p:cNvSpPr>
          <p:nvPr/>
        </p:nvSpPr>
        <p:spPr>
          <a:xfrm xmlns:a="http://schemas.openxmlformats.org/drawingml/2006/main">
            <a:off x="2397246"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81F36C80-77B9-443C-9609-870601B55B9B}"/>
              </a:ext>
            </a:extLst>
          </p:cNvPr>
          <p:cNvSpPr>
            <a:spLocks xmlns:a="http://schemas.openxmlformats.org/drawingml/2006/main" noGrp="1"/>
          </p:cNvSpPr>
          <p:nvPr/>
        </p:nvSpPr>
        <p:spPr>
          <a:xfrm xmlns:a="http://schemas.openxmlformats.org/drawingml/2006/main">
            <a:off x="2323866"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8EFEE268-A234-4416-80C8-6E8C172EFD14}"/>
              </a:ext>
            </a:extLst>
          </p:cNvPr>
          <p:cNvSpPr>
            <a:spLocks xmlns:a="http://schemas.openxmlformats.org/drawingml/2006/main" noGrp="1"/>
          </p:cNvSpPr>
          <p:nvPr/>
        </p:nvSpPr>
        <p:spPr>
          <a:xfrm xmlns:a="http://schemas.openxmlformats.org/drawingml/2006/main">
            <a:off x="3424559"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1B16D911-6B73-42E6-A9D1-00CB61F73A4F}"/>
              </a:ext>
            </a:extLst>
          </p:cNvPr>
          <p:cNvSpPr>
            <a:spLocks xmlns:a="http://schemas.openxmlformats.org/drawingml/2006/main" noGrp="1"/>
          </p:cNvSpPr>
          <p:nvPr/>
        </p:nvSpPr>
        <p:spPr>
          <a:xfrm xmlns:a="http://schemas.openxmlformats.org/drawingml/2006/main">
            <a:off x="3644698"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4D1"/>
          </a:solidFill>
          <a:ln xmlns:a="http://schemas.openxmlformats.org/drawingml/2006/main" w="2121">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CEBC922F-021D-4EB3-B765-DBD66F7FE1D9}"/>
              </a:ext>
            </a:extLst>
          </p:cNvPr>
          <p:cNvSpPr>
            <a:spLocks xmlns:a="http://schemas.openxmlformats.org/drawingml/2006/main" noGrp="1"/>
          </p:cNvSpPr>
          <p:nvPr/>
        </p:nvSpPr>
        <p:spPr>
          <a:xfrm xmlns:a="http://schemas.openxmlformats.org/drawingml/2006/main">
            <a:off x="2617384"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EFDB35F9-18DF-4EED-B63F-D9E8C7A5CF32}"/>
              </a:ext>
            </a:extLst>
          </p:cNvPr>
          <p:cNvSpPr>
            <a:spLocks xmlns:a="http://schemas.openxmlformats.org/drawingml/2006/main" noGrp="1"/>
          </p:cNvSpPr>
          <p:nvPr/>
        </p:nvSpPr>
        <p:spPr>
          <a:xfrm xmlns:a="http://schemas.openxmlformats.org/drawingml/2006/main">
            <a:off x="3497939"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FD9B7179-CFCA-4F8B-866D-7181DE236DB3}"/>
              </a:ext>
            </a:extLst>
          </p:cNvPr>
          <p:cNvSpPr>
            <a:spLocks xmlns:a="http://schemas.openxmlformats.org/drawingml/2006/main" noGrp="1"/>
          </p:cNvSpPr>
          <p:nvPr/>
        </p:nvSpPr>
        <p:spPr>
          <a:xfrm xmlns:a="http://schemas.openxmlformats.org/drawingml/2006/main">
            <a:off x="2544005"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ECDCB"/>
          </a:solidFill>
          <a:ln xmlns:a="http://schemas.openxmlformats.org/drawingml/2006/main" w="2121">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6DA80681-3AB0-47F6-B229-72FD7DDD13A2}"/>
              </a:ext>
            </a:extLst>
          </p:cNvPr>
          <p:cNvSpPr>
            <a:spLocks xmlns:a="http://schemas.openxmlformats.org/drawingml/2006/main" noGrp="1"/>
          </p:cNvSpPr>
          <p:nvPr/>
        </p:nvSpPr>
        <p:spPr>
          <a:xfrm xmlns:a="http://schemas.openxmlformats.org/drawingml/2006/main">
            <a:off x="4305114"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6AF60A1E-7BEC-418F-95B8-738506A43878}"/>
              </a:ext>
            </a:extLst>
          </p:cNvPr>
          <p:cNvSpPr>
            <a:spLocks xmlns:a="http://schemas.openxmlformats.org/drawingml/2006/main" noGrp="1"/>
          </p:cNvSpPr>
          <p:nvPr/>
        </p:nvSpPr>
        <p:spPr>
          <a:xfrm xmlns:a="http://schemas.openxmlformats.org/drawingml/2006/main">
            <a:off x="2544005"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6F0B1610-6CAB-492A-A77A-15D9712039F4}"/>
              </a:ext>
            </a:extLst>
          </p:cNvPr>
          <p:cNvSpPr>
            <a:spLocks xmlns:a="http://schemas.openxmlformats.org/drawingml/2006/main" noGrp="1"/>
          </p:cNvSpPr>
          <p:nvPr/>
        </p:nvSpPr>
        <p:spPr>
          <a:xfrm xmlns:a="http://schemas.openxmlformats.org/drawingml/2006/main">
            <a:off x="3131041"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4B74DC9A-F732-4729-898C-B77443D1BC0D}"/>
              </a:ext>
            </a:extLst>
          </p:cNvPr>
          <p:cNvSpPr>
            <a:spLocks xmlns:a="http://schemas.openxmlformats.org/drawingml/2006/main" noGrp="1"/>
          </p:cNvSpPr>
          <p:nvPr/>
        </p:nvSpPr>
        <p:spPr>
          <a:xfrm xmlns:a="http://schemas.openxmlformats.org/drawingml/2006/main">
            <a:off x="2103727"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A7D94F53-712F-44EE-B214-C32831F4FC07}"/>
              </a:ext>
            </a:extLst>
          </p:cNvPr>
          <p:cNvSpPr>
            <a:spLocks xmlns:a="http://schemas.openxmlformats.org/drawingml/2006/main" noGrp="1"/>
          </p:cNvSpPr>
          <p:nvPr/>
        </p:nvSpPr>
        <p:spPr>
          <a:xfrm xmlns:a="http://schemas.openxmlformats.org/drawingml/2006/main">
            <a:off x="1736830"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3427E2E1-207A-48DE-9E18-6CD4BA81C095}"/>
              </a:ext>
            </a:extLst>
          </p:cNvPr>
          <p:cNvSpPr>
            <a:spLocks xmlns:a="http://schemas.openxmlformats.org/drawingml/2006/main" noGrp="1"/>
          </p:cNvSpPr>
          <p:nvPr/>
        </p:nvSpPr>
        <p:spPr>
          <a:xfrm xmlns:a="http://schemas.openxmlformats.org/drawingml/2006/main">
            <a:off x="3424559"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ECDCB"/>
          </a:solidFill>
          <a:ln xmlns:a="http://schemas.openxmlformats.org/drawingml/2006/main" w="2121">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021C7E8B-7AA4-46D7-85DD-A7666DC1DA8F}"/>
              </a:ext>
            </a:extLst>
          </p:cNvPr>
          <p:cNvSpPr>
            <a:spLocks xmlns:a="http://schemas.openxmlformats.org/drawingml/2006/main" noGrp="1"/>
          </p:cNvSpPr>
          <p:nvPr/>
        </p:nvSpPr>
        <p:spPr>
          <a:xfrm xmlns:a="http://schemas.openxmlformats.org/drawingml/2006/main">
            <a:off x="4084975"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FD439FB9-9FE2-48FF-90AC-F6769E207AC7}"/>
              </a:ext>
            </a:extLst>
          </p:cNvPr>
          <p:cNvSpPr>
            <a:spLocks xmlns:a="http://schemas.openxmlformats.org/drawingml/2006/main" noGrp="1"/>
          </p:cNvSpPr>
          <p:nvPr/>
        </p:nvSpPr>
        <p:spPr>
          <a:xfrm xmlns:a="http://schemas.openxmlformats.org/drawingml/2006/main">
            <a:off x="3864836" y="297577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24C3C765-7ABF-49D0-B987-8E2530A8A2D3}"/>
              </a:ext>
            </a:extLst>
          </p:cNvPr>
          <p:cNvSpPr>
            <a:spLocks xmlns:a="http://schemas.openxmlformats.org/drawingml/2006/main" noGrp="1"/>
          </p:cNvSpPr>
          <p:nvPr/>
        </p:nvSpPr>
        <p:spPr>
          <a:xfrm xmlns:a="http://schemas.openxmlformats.org/drawingml/2006/main">
            <a:off x="2250486"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5F9C9EFE-AF0B-4FAF-8087-3D1A04AEFB5C}"/>
              </a:ext>
            </a:extLst>
          </p:cNvPr>
          <p:cNvSpPr>
            <a:spLocks xmlns:a="http://schemas.openxmlformats.org/drawingml/2006/main" noGrp="1"/>
          </p:cNvSpPr>
          <p:nvPr/>
        </p:nvSpPr>
        <p:spPr>
          <a:xfrm xmlns:a="http://schemas.openxmlformats.org/drawingml/2006/main">
            <a:off x="2544005"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DCAC8"/>
          </a:solidFill>
          <a:ln xmlns:a="http://schemas.openxmlformats.org/drawingml/2006/main" w="2121">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A81A6DFD-CB86-4266-B503-7508B35D8D29}"/>
              </a:ext>
            </a:extLst>
          </p:cNvPr>
          <p:cNvSpPr>
            <a:spLocks xmlns:a="http://schemas.openxmlformats.org/drawingml/2006/main" noGrp="1"/>
          </p:cNvSpPr>
          <p:nvPr/>
        </p:nvSpPr>
        <p:spPr>
          <a:xfrm xmlns:a="http://schemas.openxmlformats.org/drawingml/2006/main">
            <a:off x="3718077"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50E26B07-97FA-4F08-9F19-1FF16A9F875E}"/>
              </a:ext>
            </a:extLst>
          </p:cNvPr>
          <p:cNvSpPr>
            <a:spLocks xmlns:a="http://schemas.openxmlformats.org/drawingml/2006/main" noGrp="1"/>
          </p:cNvSpPr>
          <p:nvPr/>
        </p:nvSpPr>
        <p:spPr>
          <a:xfrm xmlns:a="http://schemas.openxmlformats.org/drawingml/2006/main">
            <a:off x="2984282"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46ED107D-8016-4FE5-A535-C4BBCA3DF4CA}"/>
              </a:ext>
            </a:extLst>
          </p:cNvPr>
          <p:cNvSpPr>
            <a:spLocks xmlns:a="http://schemas.openxmlformats.org/drawingml/2006/main" noGrp="1"/>
          </p:cNvSpPr>
          <p:nvPr/>
        </p:nvSpPr>
        <p:spPr>
          <a:xfrm xmlns:a="http://schemas.openxmlformats.org/drawingml/2006/main">
            <a:off x="2764143"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59F2B222-B64A-48CE-A7C4-830E24C11BFB}"/>
              </a:ext>
            </a:extLst>
          </p:cNvPr>
          <p:cNvSpPr>
            <a:spLocks xmlns:a="http://schemas.openxmlformats.org/drawingml/2006/main" noGrp="1"/>
          </p:cNvSpPr>
          <p:nvPr/>
        </p:nvSpPr>
        <p:spPr>
          <a:xfrm xmlns:a="http://schemas.openxmlformats.org/drawingml/2006/main">
            <a:off x="4084975"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4263AC28-BF88-416D-AECD-D40D243AC320}"/>
              </a:ext>
            </a:extLst>
          </p:cNvPr>
          <p:cNvSpPr>
            <a:spLocks xmlns:a="http://schemas.openxmlformats.org/drawingml/2006/main" noGrp="1"/>
          </p:cNvSpPr>
          <p:nvPr/>
        </p:nvSpPr>
        <p:spPr>
          <a:xfrm xmlns:a="http://schemas.openxmlformats.org/drawingml/2006/main">
            <a:off x="3864836"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985E18C9-9AF3-4BBB-AC35-A57DC091139B}"/>
              </a:ext>
            </a:extLst>
          </p:cNvPr>
          <p:cNvSpPr>
            <a:spLocks xmlns:a="http://schemas.openxmlformats.org/drawingml/2006/main" noGrp="1"/>
          </p:cNvSpPr>
          <p:nvPr/>
        </p:nvSpPr>
        <p:spPr>
          <a:xfrm xmlns:a="http://schemas.openxmlformats.org/drawingml/2006/main">
            <a:off x="1956968"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98345F4D-C7F8-4EA0-9501-065A20C4B7E9}"/>
              </a:ext>
            </a:extLst>
          </p:cNvPr>
          <p:cNvSpPr>
            <a:spLocks xmlns:a="http://schemas.openxmlformats.org/drawingml/2006/main" noGrp="1"/>
          </p:cNvSpPr>
          <p:nvPr/>
        </p:nvSpPr>
        <p:spPr>
          <a:xfrm xmlns:a="http://schemas.openxmlformats.org/drawingml/2006/main">
            <a:off x="3424559"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ED2E7F00-7CB7-4954-8015-4AE2A07D7322}"/>
              </a:ext>
            </a:extLst>
          </p:cNvPr>
          <p:cNvSpPr>
            <a:spLocks xmlns:a="http://schemas.openxmlformats.org/drawingml/2006/main" noGrp="1"/>
          </p:cNvSpPr>
          <p:nvPr/>
        </p:nvSpPr>
        <p:spPr>
          <a:xfrm xmlns:a="http://schemas.openxmlformats.org/drawingml/2006/main">
            <a:off x="2177107"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FCFCD"/>
          </a:solidFill>
          <a:ln xmlns:a="http://schemas.openxmlformats.org/drawingml/2006/main" w="2121">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ADE8DAD6-9EB3-4604-8937-E4633DED974F}"/>
              </a:ext>
            </a:extLst>
          </p:cNvPr>
          <p:cNvSpPr>
            <a:spLocks xmlns:a="http://schemas.openxmlformats.org/drawingml/2006/main" noGrp="1"/>
          </p:cNvSpPr>
          <p:nvPr/>
        </p:nvSpPr>
        <p:spPr>
          <a:xfrm xmlns:a="http://schemas.openxmlformats.org/drawingml/2006/main">
            <a:off x="2470625"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5304EF13-419D-479F-A9A6-2E5200CEA01A}"/>
              </a:ext>
            </a:extLst>
          </p:cNvPr>
          <p:cNvSpPr>
            <a:spLocks xmlns:a="http://schemas.openxmlformats.org/drawingml/2006/main" noGrp="1"/>
          </p:cNvSpPr>
          <p:nvPr/>
        </p:nvSpPr>
        <p:spPr>
          <a:xfrm xmlns:a="http://schemas.openxmlformats.org/drawingml/2006/main">
            <a:off x="3718077"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3C7C3618-51E1-4E8F-B631-DA5FCA488B09}"/>
              </a:ext>
            </a:extLst>
          </p:cNvPr>
          <p:cNvSpPr>
            <a:spLocks xmlns:a="http://schemas.openxmlformats.org/drawingml/2006/main" noGrp="1"/>
          </p:cNvSpPr>
          <p:nvPr/>
        </p:nvSpPr>
        <p:spPr>
          <a:xfrm xmlns:a="http://schemas.openxmlformats.org/drawingml/2006/main">
            <a:off x="3864836"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F624F5EC-405C-4CCB-BE17-D0E069901EC7}"/>
              </a:ext>
            </a:extLst>
          </p:cNvPr>
          <p:cNvSpPr>
            <a:spLocks xmlns:a="http://schemas.openxmlformats.org/drawingml/2006/main" noGrp="1"/>
          </p:cNvSpPr>
          <p:nvPr/>
        </p:nvSpPr>
        <p:spPr>
          <a:xfrm xmlns:a="http://schemas.openxmlformats.org/drawingml/2006/main">
            <a:off x="3277800"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1CF"/>
          </a:solidFill>
          <a:ln xmlns:a="http://schemas.openxmlformats.org/drawingml/2006/main" w="2121">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3F82DBAD-E66C-4DA2-B576-EB6FF1101D39}"/>
              </a:ext>
            </a:extLst>
          </p:cNvPr>
          <p:cNvSpPr>
            <a:spLocks xmlns:a="http://schemas.openxmlformats.org/drawingml/2006/main" noGrp="1"/>
          </p:cNvSpPr>
          <p:nvPr/>
        </p:nvSpPr>
        <p:spPr>
          <a:xfrm xmlns:a="http://schemas.openxmlformats.org/drawingml/2006/main">
            <a:off x="3351180"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B69951E8-3FD6-4647-95D8-B34832DD185C}"/>
              </a:ext>
            </a:extLst>
          </p:cNvPr>
          <p:cNvSpPr>
            <a:spLocks xmlns:a="http://schemas.openxmlformats.org/drawingml/2006/main" noGrp="1"/>
          </p:cNvSpPr>
          <p:nvPr/>
        </p:nvSpPr>
        <p:spPr>
          <a:xfrm xmlns:a="http://schemas.openxmlformats.org/drawingml/2006/main">
            <a:off x="3424559"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5D3"/>
          </a:solidFill>
          <a:ln xmlns:a="http://schemas.openxmlformats.org/drawingml/2006/main" w="2121">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85194BA1-B031-46A4-A9B7-56683F71E2C7}"/>
              </a:ext>
            </a:extLst>
          </p:cNvPr>
          <p:cNvSpPr>
            <a:spLocks xmlns:a="http://schemas.openxmlformats.org/drawingml/2006/main" noGrp="1"/>
          </p:cNvSpPr>
          <p:nvPr/>
        </p:nvSpPr>
        <p:spPr>
          <a:xfrm xmlns:a="http://schemas.openxmlformats.org/drawingml/2006/main">
            <a:off x="4305114"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32FB7D35-5624-42BA-A4DA-45C41CC77BAE}"/>
              </a:ext>
            </a:extLst>
          </p:cNvPr>
          <p:cNvSpPr>
            <a:spLocks xmlns:a="http://schemas.openxmlformats.org/drawingml/2006/main" noGrp="1"/>
          </p:cNvSpPr>
          <p:nvPr/>
        </p:nvSpPr>
        <p:spPr>
          <a:xfrm xmlns:a="http://schemas.openxmlformats.org/drawingml/2006/main">
            <a:off x="3424559"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80D663D1-5401-4563-AAEC-FF6E2CAEC024}"/>
              </a:ext>
            </a:extLst>
          </p:cNvPr>
          <p:cNvSpPr>
            <a:spLocks xmlns:a="http://schemas.openxmlformats.org/drawingml/2006/main" noGrp="1"/>
          </p:cNvSpPr>
          <p:nvPr/>
        </p:nvSpPr>
        <p:spPr>
          <a:xfrm xmlns:a="http://schemas.openxmlformats.org/drawingml/2006/main">
            <a:off x="2910902"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609A64D5-A71C-4DD3-A922-5D034908409D}"/>
              </a:ext>
            </a:extLst>
          </p:cNvPr>
          <p:cNvSpPr>
            <a:spLocks xmlns:a="http://schemas.openxmlformats.org/drawingml/2006/main" noGrp="1"/>
          </p:cNvSpPr>
          <p:nvPr/>
        </p:nvSpPr>
        <p:spPr>
          <a:xfrm xmlns:a="http://schemas.openxmlformats.org/drawingml/2006/main">
            <a:off x="3571318"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922EE8C6-E313-433F-8333-1743D16FBE51}"/>
              </a:ext>
            </a:extLst>
          </p:cNvPr>
          <p:cNvSpPr>
            <a:spLocks xmlns:a="http://schemas.openxmlformats.org/drawingml/2006/main" noGrp="1"/>
          </p:cNvSpPr>
          <p:nvPr/>
        </p:nvSpPr>
        <p:spPr>
          <a:xfrm xmlns:a="http://schemas.openxmlformats.org/drawingml/2006/main">
            <a:off x="2910902"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CB2FEF0A-7A07-4998-8167-2CAF2D3BDCAF}"/>
              </a:ext>
            </a:extLst>
          </p:cNvPr>
          <p:cNvSpPr>
            <a:spLocks xmlns:a="http://schemas.openxmlformats.org/drawingml/2006/main" noGrp="1"/>
          </p:cNvSpPr>
          <p:nvPr/>
        </p:nvSpPr>
        <p:spPr>
          <a:xfrm xmlns:a="http://schemas.openxmlformats.org/drawingml/2006/main">
            <a:off x="3571318"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786B8EB1-C845-40DE-A80E-C3C9D8297FFA}"/>
              </a:ext>
            </a:extLst>
          </p:cNvPr>
          <p:cNvSpPr>
            <a:spLocks xmlns:a="http://schemas.openxmlformats.org/drawingml/2006/main" noGrp="1"/>
          </p:cNvSpPr>
          <p:nvPr/>
        </p:nvSpPr>
        <p:spPr>
          <a:xfrm xmlns:a="http://schemas.openxmlformats.org/drawingml/2006/main">
            <a:off x="2764143"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EF08F0DC-6E0C-4346-A80B-FD8726301EC1}"/>
              </a:ext>
            </a:extLst>
          </p:cNvPr>
          <p:cNvSpPr>
            <a:spLocks xmlns:a="http://schemas.openxmlformats.org/drawingml/2006/main" noGrp="1"/>
          </p:cNvSpPr>
          <p:nvPr/>
        </p:nvSpPr>
        <p:spPr>
          <a:xfrm xmlns:a="http://schemas.openxmlformats.org/drawingml/2006/main">
            <a:off x="3718077"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0D1CF"/>
          </a:solidFill>
          <a:ln xmlns:a="http://schemas.openxmlformats.org/drawingml/2006/main" w="2121">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8ED8137C-5CD4-443B-AD3E-96C0B0B4B443}"/>
              </a:ext>
            </a:extLst>
          </p:cNvPr>
          <p:cNvSpPr>
            <a:spLocks xmlns:a="http://schemas.openxmlformats.org/drawingml/2006/main" noGrp="1"/>
          </p:cNvSpPr>
          <p:nvPr/>
        </p:nvSpPr>
        <p:spPr>
          <a:xfrm xmlns:a="http://schemas.openxmlformats.org/drawingml/2006/main">
            <a:off x="3644698"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00E73ACE-5342-4810-8800-F6140020AFF9}"/>
              </a:ext>
            </a:extLst>
          </p:cNvPr>
          <p:cNvSpPr>
            <a:spLocks xmlns:a="http://schemas.openxmlformats.org/drawingml/2006/main" noGrp="1"/>
          </p:cNvSpPr>
          <p:nvPr/>
        </p:nvSpPr>
        <p:spPr>
          <a:xfrm xmlns:a="http://schemas.openxmlformats.org/drawingml/2006/main">
            <a:off x="3644698"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3BAD70F6-C660-41E7-9519-9B52E39571D4}"/>
              </a:ext>
            </a:extLst>
          </p:cNvPr>
          <p:cNvSpPr>
            <a:spLocks xmlns:a="http://schemas.openxmlformats.org/drawingml/2006/main" noGrp="1"/>
          </p:cNvSpPr>
          <p:nvPr/>
        </p:nvSpPr>
        <p:spPr>
          <a:xfrm xmlns:a="http://schemas.openxmlformats.org/drawingml/2006/main">
            <a:off x="3351180" y="415775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CFE566D9-2772-4546-B49B-155BA8B1D0E4}"/>
              </a:ext>
            </a:extLst>
          </p:cNvPr>
          <p:cNvSpPr>
            <a:spLocks xmlns:a="http://schemas.openxmlformats.org/drawingml/2006/main" noGrp="1"/>
          </p:cNvSpPr>
          <p:nvPr/>
        </p:nvSpPr>
        <p:spPr>
          <a:xfrm xmlns:a="http://schemas.openxmlformats.org/drawingml/2006/main">
            <a:off x="2764143"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3D1606A0-CD68-4C7B-8FE6-D71E6C173E87}"/>
              </a:ext>
            </a:extLst>
          </p:cNvPr>
          <p:cNvSpPr>
            <a:spLocks xmlns:a="http://schemas.openxmlformats.org/drawingml/2006/main" noGrp="1"/>
          </p:cNvSpPr>
          <p:nvPr/>
        </p:nvSpPr>
        <p:spPr>
          <a:xfrm xmlns:a="http://schemas.openxmlformats.org/drawingml/2006/main">
            <a:off x="2984282"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3699D40B-B2EA-4CEC-B88B-5A380E1F90D7}"/>
              </a:ext>
            </a:extLst>
          </p:cNvPr>
          <p:cNvSpPr>
            <a:spLocks xmlns:a="http://schemas.openxmlformats.org/drawingml/2006/main" noGrp="1"/>
          </p:cNvSpPr>
          <p:nvPr/>
        </p:nvSpPr>
        <p:spPr>
          <a:xfrm xmlns:a="http://schemas.openxmlformats.org/drawingml/2006/main">
            <a:off x="3571318"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EDE1FF4D-1556-46C2-AAC6-38A02886E65B}"/>
              </a:ext>
            </a:extLst>
          </p:cNvPr>
          <p:cNvSpPr>
            <a:spLocks xmlns:a="http://schemas.openxmlformats.org/drawingml/2006/main" noGrp="1"/>
          </p:cNvSpPr>
          <p:nvPr/>
        </p:nvSpPr>
        <p:spPr>
          <a:xfrm xmlns:a="http://schemas.openxmlformats.org/drawingml/2006/main">
            <a:off x="4158355"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07CA4A8B-3A60-4824-B9A1-8AFFA5D8B074}"/>
              </a:ext>
            </a:extLst>
          </p:cNvPr>
          <p:cNvSpPr>
            <a:spLocks xmlns:a="http://schemas.openxmlformats.org/drawingml/2006/main" noGrp="1"/>
          </p:cNvSpPr>
          <p:nvPr/>
        </p:nvSpPr>
        <p:spPr>
          <a:xfrm xmlns:a="http://schemas.openxmlformats.org/drawingml/2006/main">
            <a:off x="2764143" y="275415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C2E81078-8843-464E-93AB-1FD2EB2FAD32}"/>
              </a:ext>
            </a:extLst>
          </p:cNvPr>
          <p:cNvSpPr>
            <a:spLocks xmlns:a="http://schemas.openxmlformats.org/drawingml/2006/main" noGrp="1"/>
          </p:cNvSpPr>
          <p:nvPr/>
        </p:nvSpPr>
        <p:spPr>
          <a:xfrm xmlns:a="http://schemas.openxmlformats.org/drawingml/2006/main">
            <a:off x="4378493"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34DE3457-C229-421E-BA85-48FC7AAAC6E0}"/>
              </a:ext>
            </a:extLst>
          </p:cNvPr>
          <p:cNvSpPr>
            <a:spLocks xmlns:a="http://schemas.openxmlformats.org/drawingml/2006/main" noGrp="1"/>
          </p:cNvSpPr>
          <p:nvPr/>
        </p:nvSpPr>
        <p:spPr>
          <a:xfrm xmlns:a="http://schemas.openxmlformats.org/drawingml/2006/main">
            <a:off x="4305114"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0D40E3AB-0EE8-43F8-94D5-D94830039B5B}"/>
              </a:ext>
            </a:extLst>
          </p:cNvPr>
          <p:cNvSpPr>
            <a:spLocks xmlns:a="http://schemas.openxmlformats.org/drawingml/2006/main" noGrp="1"/>
          </p:cNvSpPr>
          <p:nvPr/>
        </p:nvSpPr>
        <p:spPr>
          <a:xfrm xmlns:a="http://schemas.openxmlformats.org/drawingml/2006/main">
            <a:off x="3718077"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BAE31C05-A09C-491F-BEE2-A4A9B71A35A3}"/>
              </a:ext>
            </a:extLst>
          </p:cNvPr>
          <p:cNvSpPr>
            <a:spLocks xmlns:a="http://schemas.openxmlformats.org/drawingml/2006/main" noGrp="1"/>
          </p:cNvSpPr>
          <p:nvPr/>
        </p:nvSpPr>
        <p:spPr>
          <a:xfrm xmlns:a="http://schemas.openxmlformats.org/drawingml/2006/main">
            <a:off x="4011596"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0E8012B6-C220-451C-825A-1FF2D25875BD}"/>
              </a:ext>
            </a:extLst>
          </p:cNvPr>
          <p:cNvSpPr>
            <a:spLocks xmlns:a="http://schemas.openxmlformats.org/drawingml/2006/main" noGrp="1"/>
          </p:cNvSpPr>
          <p:nvPr/>
        </p:nvSpPr>
        <p:spPr>
          <a:xfrm xmlns:a="http://schemas.openxmlformats.org/drawingml/2006/main">
            <a:off x="4378493"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D15E29CC-497B-4370-9BAF-DF510A9C6491}"/>
              </a:ext>
            </a:extLst>
          </p:cNvPr>
          <p:cNvSpPr>
            <a:spLocks xmlns:a="http://schemas.openxmlformats.org/drawingml/2006/main" noGrp="1"/>
          </p:cNvSpPr>
          <p:nvPr/>
        </p:nvSpPr>
        <p:spPr>
          <a:xfrm xmlns:a="http://schemas.openxmlformats.org/drawingml/2006/main">
            <a:off x="4158355"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7C014878-A810-4DB8-9515-05FDB3CBCFC3}"/>
              </a:ext>
            </a:extLst>
          </p:cNvPr>
          <p:cNvSpPr>
            <a:spLocks xmlns:a="http://schemas.openxmlformats.org/drawingml/2006/main" noGrp="1"/>
          </p:cNvSpPr>
          <p:nvPr/>
        </p:nvSpPr>
        <p:spPr>
          <a:xfrm xmlns:a="http://schemas.openxmlformats.org/drawingml/2006/main">
            <a:off x="4084975"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6D928B5F-8AF8-46B4-BF82-633A4354F6BA}"/>
              </a:ext>
            </a:extLst>
          </p:cNvPr>
          <p:cNvSpPr>
            <a:spLocks xmlns:a="http://schemas.openxmlformats.org/drawingml/2006/main" noGrp="1"/>
          </p:cNvSpPr>
          <p:nvPr/>
        </p:nvSpPr>
        <p:spPr>
          <a:xfrm xmlns:a="http://schemas.openxmlformats.org/drawingml/2006/main">
            <a:off x="3277800"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C8CB7B3D-26F1-48DA-A57B-7A2EE85CDBF2}"/>
              </a:ext>
            </a:extLst>
          </p:cNvPr>
          <p:cNvSpPr>
            <a:spLocks xmlns:a="http://schemas.openxmlformats.org/drawingml/2006/main" noGrp="1"/>
          </p:cNvSpPr>
          <p:nvPr/>
        </p:nvSpPr>
        <p:spPr>
          <a:xfrm xmlns:a="http://schemas.openxmlformats.org/drawingml/2006/main">
            <a:off x="3351180"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DD016D23-A788-466F-B247-0D19DEF62B01}"/>
              </a:ext>
            </a:extLst>
          </p:cNvPr>
          <p:cNvSpPr>
            <a:spLocks xmlns:a="http://schemas.openxmlformats.org/drawingml/2006/main" noGrp="1"/>
          </p:cNvSpPr>
          <p:nvPr/>
        </p:nvSpPr>
        <p:spPr>
          <a:xfrm xmlns:a="http://schemas.openxmlformats.org/drawingml/2006/main">
            <a:off x="3644698"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5C5205D3-6878-4287-A370-736984A57521}"/>
              </a:ext>
            </a:extLst>
          </p:cNvPr>
          <p:cNvSpPr>
            <a:spLocks xmlns:a="http://schemas.openxmlformats.org/drawingml/2006/main" noGrp="1"/>
          </p:cNvSpPr>
          <p:nvPr/>
        </p:nvSpPr>
        <p:spPr>
          <a:xfrm xmlns:a="http://schemas.openxmlformats.org/drawingml/2006/main">
            <a:off x="3571318"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2D9D7"/>
          </a:solidFill>
          <a:ln xmlns:a="http://schemas.openxmlformats.org/drawingml/2006/main" w="2121">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0CA29FC6-7FAA-445F-BD90-167C298A2230}"/>
              </a:ext>
            </a:extLst>
          </p:cNvPr>
          <p:cNvSpPr>
            <a:spLocks xmlns:a="http://schemas.openxmlformats.org/drawingml/2006/main" noGrp="1"/>
          </p:cNvSpPr>
          <p:nvPr/>
        </p:nvSpPr>
        <p:spPr>
          <a:xfrm xmlns:a="http://schemas.openxmlformats.org/drawingml/2006/main">
            <a:off x="2984282"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4531F30D-0782-4C68-888F-67A44E0C5DB2}"/>
              </a:ext>
            </a:extLst>
          </p:cNvPr>
          <p:cNvSpPr>
            <a:spLocks xmlns:a="http://schemas.openxmlformats.org/drawingml/2006/main" noGrp="1"/>
          </p:cNvSpPr>
          <p:nvPr/>
        </p:nvSpPr>
        <p:spPr>
          <a:xfrm xmlns:a="http://schemas.openxmlformats.org/drawingml/2006/main">
            <a:off x="4305114"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8A4363A4-64A1-444A-91D3-A31819C10BDC}"/>
              </a:ext>
            </a:extLst>
          </p:cNvPr>
          <p:cNvSpPr>
            <a:spLocks xmlns:a="http://schemas.openxmlformats.org/drawingml/2006/main" noGrp="1"/>
          </p:cNvSpPr>
          <p:nvPr/>
        </p:nvSpPr>
        <p:spPr>
          <a:xfrm xmlns:a="http://schemas.openxmlformats.org/drawingml/2006/main">
            <a:off x="3718077"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1BD3E590-B34D-423E-92F8-7BB15D5855FE}"/>
              </a:ext>
            </a:extLst>
          </p:cNvPr>
          <p:cNvSpPr>
            <a:spLocks xmlns:a="http://schemas.openxmlformats.org/drawingml/2006/main" noGrp="1"/>
          </p:cNvSpPr>
          <p:nvPr/>
        </p:nvSpPr>
        <p:spPr>
          <a:xfrm xmlns:a="http://schemas.openxmlformats.org/drawingml/2006/main">
            <a:off x="2470625"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9F94737D-D031-4600-99CF-D6ADABAD04C4}"/>
              </a:ext>
            </a:extLst>
          </p:cNvPr>
          <p:cNvSpPr>
            <a:spLocks xmlns:a="http://schemas.openxmlformats.org/drawingml/2006/main" noGrp="1"/>
          </p:cNvSpPr>
          <p:nvPr/>
        </p:nvSpPr>
        <p:spPr>
          <a:xfrm xmlns:a="http://schemas.openxmlformats.org/drawingml/2006/main">
            <a:off x="4011596"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0C9D7DFD-0381-4E12-AF0A-00ADD962A455}"/>
              </a:ext>
            </a:extLst>
          </p:cNvPr>
          <p:cNvSpPr>
            <a:spLocks xmlns:a="http://schemas.openxmlformats.org/drawingml/2006/main" noGrp="1"/>
          </p:cNvSpPr>
          <p:nvPr/>
        </p:nvSpPr>
        <p:spPr>
          <a:xfrm xmlns:a="http://schemas.openxmlformats.org/drawingml/2006/main">
            <a:off x="3131041"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5DD227FD-0875-448E-B854-605D2870A6FE}"/>
              </a:ext>
            </a:extLst>
          </p:cNvPr>
          <p:cNvSpPr>
            <a:spLocks xmlns:a="http://schemas.openxmlformats.org/drawingml/2006/main" noGrp="1"/>
          </p:cNvSpPr>
          <p:nvPr/>
        </p:nvSpPr>
        <p:spPr>
          <a:xfrm xmlns:a="http://schemas.openxmlformats.org/drawingml/2006/main">
            <a:off x="4378493"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7FAEA7D4-CAD2-4FE1-9781-092F33B698D7}"/>
              </a:ext>
            </a:extLst>
          </p:cNvPr>
          <p:cNvSpPr>
            <a:spLocks xmlns:a="http://schemas.openxmlformats.org/drawingml/2006/main" noGrp="1"/>
          </p:cNvSpPr>
          <p:nvPr/>
        </p:nvSpPr>
        <p:spPr>
          <a:xfrm xmlns:a="http://schemas.openxmlformats.org/drawingml/2006/main">
            <a:off x="3424559"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1D7D5"/>
          </a:solidFill>
          <a:ln xmlns:a="http://schemas.openxmlformats.org/drawingml/2006/main" w="2121">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4B2AAEA6-BA42-48B8-B63D-48394FC0058B}"/>
              </a:ext>
            </a:extLst>
          </p:cNvPr>
          <p:cNvSpPr>
            <a:spLocks xmlns:a="http://schemas.openxmlformats.org/drawingml/2006/main" noGrp="1"/>
          </p:cNvSpPr>
          <p:nvPr/>
        </p:nvSpPr>
        <p:spPr>
          <a:xfrm xmlns:a="http://schemas.openxmlformats.org/drawingml/2006/main">
            <a:off x="3791457"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583BFEEF-EDC5-4100-91C6-B918234DC0AB}"/>
              </a:ext>
            </a:extLst>
          </p:cNvPr>
          <p:cNvSpPr>
            <a:spLocks xmlns:a="http://schemas.openxmlformats.org/drawingml/2006/main" noGrp="1"/>
          </p:cNvSpPr>
          <p:nvPr/>
        </p:nvSpPr>
        <p:spPr>
          <a:xfrm xmlns:a="http://schemas.openxmlformats.org/drawingml/2006/main">
            <a:off x="3497939"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0BBC7778-3C31-4B90-9440-A9E21FECAA61}"/>
              </a:ext>
            </a:extLst>
          </p:cNvPr>
          <p:cNvSpPr>
            <a:spLocks xmlns:a="http://schemas.openxmlformats.org/drawingml/2006/main" noGrp="1"/>
          </p:cNvSpPr>
          <p:nvPr/>
        </p:nvSpPr>
        <p:spPr>
          <a:xfrm xmlns:a="http://schemas.openxmlformats.org/drawingml/2006/main">
            <a:off x="3351180"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61AC8A55-3AAE-47B8-B4FE-BF11BE031D46}"/>
              </a:ext>
            </a:extLst>
          </p:cNvPr>
          <p:cNvSpPr>
            <a:spLocks xmlns:a="http://schemas.openxmlformats.org/drawingml/2006/main" noGrp="1"/>
          </p:cNvSpPr>
          <p:nvPr/>
        </p:nvSpPr>
        <p:spPr>
          <a:xfrm xmlns:a="http://schemas.openxmlformats.org/drawingml/2006/main">
            <a:off x="3131041" y="275415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FB4C843F-2065-4179-B465-F39E0C4F3DC8}"/>
              </a:ext>
            </a:extLst>
          </p:cNvPr>
          <p:cNvSpPr>
            <a:spLocks xmlns:a="http://schemas.openxmlformats.org/drawingml/2006/main" noGrp="1"/>
          </p:cNvSpPr>
          <p:nvPr/>
        </p:nvSpPr>
        <p:spPr>
          <a:xfrm xmlns:a="http://schemas.openxmlformats.org/drawingml/2006/main">
            <a:off x="4231734"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4F65689A-2864-40B8-AB19-94CDFFB853A9}"/>
              </a:ext>
            </a:extLst>
          </p:cNvPr>
          <p:cNvSpPr>
            <a:spLocks xmlns:a="http://schemas.openxmlformats.org/drawingml/2006/main" noGrp="1"/>
          </p:cNvSpPr>
          <p:nvPr/>
        </p:nvSpPr>
        <p:spPr>
          <a:xfrm xmlns:a="http://schemas.openxmlformats.org/drawingml/2006/main">
            <a:off x="3131041" y="415775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CE8AAE6E-DF6B-4E61-9724-C96169BC730D}"/>
              </a:ext>
            </a:extLst>
          </p:cNvPr>
          <p:cNvSpPr>
            <a:spLocks xmlns:a="http://schemas.openxmlformats.org/drawingml/2006/main" noGrp="1"/>
          </p:cNvSpPr>
          <p:nvPr/>
        </p:nvSpPr>
        <p:spPr>
          <a:xfrm xmlns:a="http://schemas.openxmlformats.org/drawingml/2006/main">
            <a:off x="2177107"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8137A2B8-8691-4977-AF36-0F6532E5BE75}"/>
              </a:ext>
            </a:extLst>
          </p:cNvPr>
          <p:cNvSpPr>
            <a:spLocks xmlns:a="http://schemas.openxmlformats.org/drawingml/2006/main" noGrp="1"/>
          </p:cNvSpPr>
          <p:nvPr/>
        </p:nvSpPr>
        <p:spPr>
          <a:xfrm xmlns:a="http://schemas.openxmlformats.org/drawingml/2006/main">
            <a:off x="3277800" y="297577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30C269AC-6796-4581-839D-55F8FD89A5AE}"/>
              </a:ext>
            </a:extLst>
          </p:cNvPr>
          <p:cNvSpPr>
            <a:spLocks xmlns:a="http://schemas.openxmlformats.org/drawingml/2006/main" noGrp="1"/>
          </p:cNvSpPr>
          <p:nvPr/>
        </p:nvSpPr>
        <p:spPr>
          <a:xfrm xmlns:a="http://schemas.openxmlformats.org/drawingml/2006/main">
            <a:off x="3644698"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C4B33F68-A717-41EC-BEB0-6CB18652F7AE}"/>
              </a:ext>
            </a:extLst>
          </p:cNvPr>
          <p:cNvSpPr>
            <a:spLocks xmlns:a="http://schemas.openxmlformats.org/drawingml/2006/main" noGrp="1"/>
          </p:cNvSpPr>
          <p:nvPr/>
        </p:nvSpPr>
        <p:spPr>
          <a:xfrm xmlns:a="http://schemas.openxmlformats.org/drawingml/2006/main">
            <a:off x="3791457"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EB3D9F1A-89BB-4C4C-97B7-24924BFFA298}"/>
              </a:ext>
            </a:extLst>
          </p:cNvPr>
          <p:cNvSpPr>
            <a:spLocks xmlns:a="http://schemas.openxmlformats.org/drawingml/2006/main" noGrp="1"/>
          </p:cNvSpPr>
          <p:nvPr/>
        </p:nvSpPr>
        <p:spPr>
          <a:xfrm xmlns:a="http://schemas.openxmlformats.org/drawingml/2006/main">
            <a:off x="3277800" y="28280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52C89E08-F402-4EB1-8AE2-5323ABBB47CE}"/>
              </a:ext>
            </a:extLst>
          </p:cNvPr>
          <p:cNvSpPr>
            <a:spLocks xmlns:a="http://schemas.openxmlformats.org/drawingml/2006/main" noGrp="1"/>
          </p:cNvSpPr>
          <p:nvPr/>
        </p:nvSpPr>
        <p:spPr>
          <a:xfrm xmlns:a="http://schemas.openxmlformats.org/drawingml/2006/main">
            <a:off x="2910902" y="28280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F386FAE8-7648-4C8D-84E0-E500180405D5}"/>
              </a:ext>
            </a:extLst>
          </p:cNvPr>
          <p:cNvSpPr>
            <a:spLocks xmlns:a="http://schemas.openxmlformats.org/drawingml/2006/main" noGrp="1"/>
          </p:cNvSpPr>
          <p:nvPr/>
        </p:nvSpPr>
        <p:spPr>
          <a:xfrm xmlns:a="http://schemas.openxmlformats.org/drawingml/2006/main">
            <a:off x="2837523"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2D9ADE97-0280-4D90-8FCA-06A2F95EBDE9}"/>
              </a:ext>
            </a:extLst>
          </p:cNvPr>
          <p:cNvSpPr>
            <a:spLocks xmlns:a="http://schemas.openxmlformats.org/drawingml/2006/main" noGrp="1"/>
          </p:cNvSpPr>
          <p:nvPr/>
        </p:nvSpPr>
        <p:spPr>
          <a:xfrm xmlns:a="http://schemas.openxmlformats.org/drawingml/2006/main">
            <a:off x="3644698"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8562B4BF-3E8A-4942-86EB-9BE90B2A2577}"/>
              </a:ext>
            </a:extLst>
          </p:cNvPr>
          <p:cNvSpPr>
            <a:spLocks xmlns:a="http://schemas.openxmlformats.org/drawingml/2006/main" noGrp="1"/>
          </p:cNvSpPr>
          <p:nvPr/>
        </p:nvSpPr>
        <p:spPr>
          <a:xfrm xmlns:a="http://schemas.openxmlformats.org/drawingml/2006/main">
            <a:off x="4231734"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307F8B21-F932-4B05-9EC7-4C2B710F74A2}"/>
              </a:ext>
            </a:extLst>
          </p:cNvPr>
          <p:cNvSpPr>
            <a:spLocks xmlns:a="http://schemas.openxmlformats.org/drawingml/2006/main" noGrp="1"/>
          </p:cNvSpPr>
          <p:nvPr/>
        </p:nvSpPr>
        <p:spPr>
          <a:xfrm xmlns:a="http://schemas.openxmlformats.org/drawingml/2006/main">
            <a:off x="3571318"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E71CCAF0-3E22-4F59-A8EE-D4AADC627E3C}"/>
              </a:ext>
            </a:extLst>
          </p:cNvPr>
          <p:cNvSpPr>
            <a:spLocks xmlns:a="http://schemas.openxmlformats.org/drawingml/2006/main" noGrp="1"/>
          </p:cNvSpPr>
          <p:nvPr/>
        </p:nvSpPr>
        <p:spPr>
          <a:xfrm xmlns:a="http://schemas.openxmlformats.org/drawingml/2006/main">
            <a:off x="2837523"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BD053084-5F63-4ED5-AF81-408C1F995CA0}"/>
              </a:ext>
            </a:extLst>
          </p:cNvPr>
          <p:cNvSpPr>
            <a:spLocks xmlns:a="http://schemas.openxmlformats.org/drawingml/2006/main" noGrp="1"/>
          </p:cNvSpPr>
          <p:nvPr/>
        </p:nvSpPr>
        <p:spPr>
          <a:xfrm xmlns:a="http://schemas.openxmlformats.org/drawingml/2006/main">
            <a:off x="3791457"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E27B93C6-A8EF-47FD-A2C3-0810286F34EA}"/>
              </a:ext>
            </a:extLst>
          </p:cNvPr>
          <p:cNvSpPr>
            <a:spLocks xmlns:a="http://schemas.openxmlformats.org/drawingml/2006/main" noGrp="1"/>
          </p:cNvSpPr>
          <p:nvPr/>
        </p:nvSpPr>
        <p:spPr>
          <a:xfrm xmlns:a="http://schemas.openxmlformats.org/drawingml/2006/main">
            <a:off x="3864836"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3DBD9"/>
          </a:solidFill>
          <a:ln xmlns:a="http://schemas.openxmlformats.org/drawingml/2006/main" w="2121">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8901124E-8EC6-433C-B2F5-231645A16166}"/>
              </a:ext>
            </a:extLst>
          </p:cNvPr>
          <p:cNvSpPr>
            <a:spLocks xmlns:a="http://schemas.openxmlformats.org/drawingml/2006/main" noGrp="1"/>
          </p:cNvSpPr>
          <p:nvPr/>
        </p:nvSpPr>
        <p:spPr>
          <a:xfrm xmlns:a="http://schemas.openxmlformats.org/drawingml/2006/main">
            <a:off x="3571318"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0A35581C-488B-47A1-AEB9-AD9F37C463AD}"/>
              </a:ext>
            </a:extLst>
          </p:cNvPr>
          <p:cNvSpPr>
            <a:spLocks xmlns:a="http://schemas.openxmlformats.org/drawingml/2006/main" noGrp="1"/>
          </p:cNvSpPr>
          <p:nvPr/>
        </p:nvSpPr>
        <p:spPr>
          <a:xfrm xmlns:a="http://schemas.openxmlformats.org/drawingml/2006/main">
            <a:off x="3791457"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EED91BCE-AF1A-490C-8C19-30516AA28854}"/>
              </a:ext>
            </a:extLst>
          </p:cNvPr>
          <p:cNvSpPr>
            <a:spLocks xmlns:a="http://schemas.openxmlformats.org/drawingml/2006/main" noGrp="1"/>
          </p:cNvSpPr>
          <p:nvPr/>
        </p:nvSpPr>
        <p:spPr>
          <a:xfrm xmlns:a="http://schemas.openxmlformats.org/drawingml/2006/main">
            <a:off x="2690764"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13EAF76C-2441-4CB9-B37F-1A6B5B49E00A}"/>
              </a:ext>
            </a:extLst>
          </p:cNvPr>
          <p:cNvSpPr>
            <a:spLocks xmlns:a="http://schemas.openxmlformats.org/drawingml/2006/main" noGrp="1"/>
          </p:cNvSpPr>
          <p:nvPr/>
        </p:nvSpPr>
        <p:spPr>
          <a:xfrm xmlns:a="http://schemas.openxmlformats.org/drawingml/2006/main">
            <a:off x="2177107"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0FFA93AA-47D3-456F-AE6B-B1285B29532C}"/>
              </a:ext>
            </a:extLst>
          </p:cNvPr>
          <p:cNvSpPr>
            <a:spLocks xmlns:a="http://schemas.openxmlformats.org/drawingml/2006/main" noGrp="1"/>
          </p:cNvSpPr>
          <p:nvPr/>
        </p:nvSpPr>
        <p:spPr>
          <a:xfrm xmlns:a="http://schemas.openxmlformats.org/drawingml/2006/main">
            <a:off x="3424559"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6F884DCD-E577-4B79-B718-51CF36228F5D}"/>
              </a:ext>
            </a:extLst>
          </p:cNvPr>
          <p:cNvSpPr>
            <a:spLocks xmlns:a="http://schemas.openxmlformats.org/drawingml/2006/main" noGrp="1"/>
          </p:cNvSpPr>
          <p:nvPr/>
        </p:nvSpPr>
        <p:spPr>
          <a:xfrm xmlns:a="http://schemas.openxmlformats.org/drawingml/2006/main">
            <a:off x="2250486"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2797BCC1-5AFC-4368-870D-2F93BD3386B7}"/>
              </a:ext>
            </a:extLst>
          </p:cNvPr>
          <p:cNvSpPr>
            <a:spLocks xmlns:a="http://schemas.openxmlformats.org/drawingml/2006/main" noGrp="1"/>
          </p:cNvSpPr>
          <p:nvPr/>
        </p:nvSpPr>
        <p:spPr>
          <a:xfrm xmlns:a="http://schemas.openxmlformats.org/drawingml/2006/main">
            <a:off x="3571318"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08A55EA5-782B-4379-A0F4-E86F08194A17}"/>
              </a:ext>
            </a:extLst>
          </p:cNvPr>
          <p:cNvSpPr>
            <a:spLocks xmlns:a="http://schemas.openxmlformats.org/drawingml/2006/main" noGrp="1"/>
          </p:cNvSpPr>
          <p:nvPr/>
        </p:nvSpPr>
        <p:spPr>
          <a:xfrm xmlns:a="http://schemas.openxmlformats.org/drawingml/2006/main">
            <a:off x="4084975"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97403E7F-0B27-4F71-B861-10199C37DC40}"/>
              </a:ext>
            </a:extLst>
          </p:cNvPr>
          <p:cNvSpPr>
            <a:spLocks xmlns:a="http://schemas.openxmlformats.org/drawingml/2006/main" noGrp="1"/>
          </p:cNvSpPr>
          <p:nvPr/>
        </p:nvSpPr>
        <p:spPr>
          <a:xfrm xmlns:a="http://schemas.openxmlformats.org/drawingml/2006/main">
            <a:off x="3718077"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FAAEA7F9-1DDF-4A14-AEEF-E3617874AA47}"/>
              </a:ext>
            </a:extLst>
          </p:cNvPr>
          <p:cNvSpPr>
            <a:spLocks xmlns:a="http://schemas.openxmlformats.org/drawingml/2006/main" noGrp="1"/>
          </p:cNvSpPr>
          <p:nvPr/>
        </p:nvSpPr>
        <p:spPr>
          <a:xfrm xmlns:a="http://schemas.openxmlformats.org/drawingml/2006/main">
            <a:off x="4011596"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98755865-950B-491B-9A69-20140E6F8557}"/>
              </a:ext>
            </a:extLst>
          </p:cNvPr>
          <p:cNvSpPr>
            <a:spLocks xmlns:a="http://schemas.openxmlformats.org/drawingml/2006/main" noGrp="1"/>
          </p:cNvSpPr>
          <p:nvPr/>
        </p:nvSpPr>
        <p:spPr>
          <a:xfrm xmlns:a="http://schemas.openxmlformats.org/drawingml/2006/main">
            <a:off x="2103727"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1FF7ABCE-59D5-43D8-BDF1-476FB1E66DFD}"/>
              </a:ext>
            </a:extLst>
          </p:cNvPr>
          <p:cNvSpPr>
            <a:spLocks xmlns:a="http://schemas.openxmlformats.org/drawingml/2006/main" noGrp="1"/>
          </p:cNvSpPr>
          <p:nvPr/>
        </p:nvSpPr>
        <p:spPr>
          <a:xfrm xmlns:a="http://schemas.openxmlformats.org/drawingml/2006/main">
            <a:off x="3204421" y="415775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4DDDC"/>
          </a:solidFill>
          <a:ln xmlns:a="http://schemas.openxmlformats.org/drawingml/2006/main" w="2121">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11F6FE6A-1307-476D-BB16-05F25289D35A}"/>
              </a:ext>
            </a:extLst>
          </p:cNvPr>
          <p:cNvSpPr>
            <a:spLocks xmlns:a="http://schemas.openxmlformats.org/drawingml/2006/main" noGrp="1"/>
          </p:cNvSpPr>
          <p:nvPr/>
        </p:nvSpPr>
        <p:spPr>
          <a:xfrm xmlns:a="http://schemas.openxmlformats.org/drawingml/2006/main">
            <a:off x="3571318"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36E1F9BC-B9DF-4C72-8C9B-D6E52B8A1D63}"/>
              </a:ext>
            </a:extLst>
          </p:cNvPr>
          <p:cNvSpPr>
            <a:spLocks xmlns:a="http://schemas.openxmlformats.org/drawingml/2006/main" noGrp="1"/>
          </p:cNvSpPr>
          <p:nvPr/>
        </p:nvSpPr>
        <p:spPr>
          <a:xfrm xmlns:a="http://schemas.openxmlformats.org/drawingml/2006/main">
            <a:off x="4451873"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CA3FE083-2FC2-4A54-A68D-AAF38EDB38B1}"/>
              </a:ext>
            </a:extLst>
          </p:cNvPr>
          <p:cNvSpPr>
            <a:spLocks xmlns:a="http://schemas.openxmlformats.org/drawingml/2006/main" noGrp="1"/>
          </p:cNvSpPr>
          <p:nvPr/>
        </p:nvSpPr>
        <p:spPr>
          <a:xfrm xmlns:a="http://schemas.openxmlformats.org/drawingml/2006/main">
            <a:off x="4158355"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0811BF69-2834-49BC-A8E6-32042AB8A205}"/>
              </a:ext>
            </a:extLst>
          </p:cNvPr>
          <p:cNvSpPr>
            <a:spLocks xmlns:a="http://schemas.openxmlformats.org/drawingml/2006/main" noGrp="1"/>
          </p:cNvSpPr>
          <p:nvPr/>
        </p:nvSpPr>
        <p:spPr>
          <a:xfrm xmlns:a="http://schemas.openxmlformats.org/drawingml/2006/main">
            <a:off x="2764143"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DAFC8F9A-9010-4DBB-A5BA-E8DF4657B173}"/>
              </a:ext>
            </a:extLst>
          </p:cNvPr>
          <p:cNvSpPr>
            <a:spLocks xmlns:a="http://schemas.openxmlformats.org/drawingml/2006/main" noGrp="1"/>
          </p:cNvSpPr>
          <p:nvPr/>
        </p:nvSpPr>
        <p:spPr>
          <a:xfrm xmlns:a="http://schemas.openxmlformats.org/drawingml/2006/main">
            <a:off x="3644698"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8C4B1649-BE04-427D-B9E7-F5FF8A78A7FA}"/>
              </a:ext>
            </a:extLst>
          </p:cNvPr>
          <p:cNvSpPr>
            <a:spLocks xmlns:a="http://schemas.openxmlformats.org/drawingml/2006/main" noGrp="1"/>
          </p:cNvSpPr>
          <p:nvPr/>
        </p:nvSpPr>
        <p:spPr>
          <a:xfrm xmlns:a="http://schemas.openxmlformats.org/drawingml/2006/main">
            <a:off x="3791457"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503035D3-0EFE-42BC-8CEF-0F78782D7200}"/>
              </a:ext>
            </a:extLst>
          </p:cNvPr>
          <p:cNvSpPr>
            <a:spLocks xmlns:a="http://schemas.openxmlformats.org/drawingml/2006/main" noGrp="1"/>
          </p:cNvSpPr>
          <p:nvPr/>
        </p:nvSpPr>
        <p:spPr>
          <a:xfrm xmlns:a="http://schemas.openxmlformats.org/drawingml/2006/main">
            <a:off x="3644698"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B93F27C5-010C-4471-8A6F-AF905BF41690}"/>
              </a:ext>
            </a:extLst>
          </p:cNvPr>
          <p:cNvSpPr>
            <a:spLocks xmlns:a="http://schemas.openxmlformats.org/drawingml/2006/main" noGrp="1"/>
          </p:cNvSpPr>
          <p:nvPr/>
        </p:nvSpPr>
        <p:spPr>
          <a:xfrm xmlns:a="http://schemas.openxmlformats.org/drawingml/2006/main">
            <a:off x="3718077"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2CA3AEE9-8186-4383-B4A1-2D08366E3E8E}"/>
              </a:ext>
            </a:extLst>
          </p:cNvPr>
          <p:cNvSpPr>
            <a:spLocks xmlns:a="http://schemas.openxmlformats.org/drawingml/2006/main" noGrp="1"/>
          </p:cNvSpPr>
          <p:nvPr/>
        </p:nvSpPr>
        <p:spPr>
          <a:xfrm xmlns:a="http://schemas.openxmlformats.org/drawingml/2006/main">
            <a:off x="2910902"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D3E2A51B-C441-49D7-8B8F-2A5465C77C5A}"/>
              </a:ext>
            </a:extLst>
          </p:cNvPr>
          <p:cNvSpPr>
            <a:spLocks xmlns:a="http://schemas.openxmlformats.org/drawingml/2006/main" noGrp="1"/>
          </p:cNvSpPr>
          <p:nvPr/>
        </p:nvSpPr>
        <p:spPr>
          <a:xfrm xmlns:a="http://schemas.openxmlformats.org/drawingml/2006/main">
            <a:off x="2690764"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CD3E9EDC-A3ED-4501-90B0-DC5A2F949535}"/>
              </a:ext>
            </a:extLst>
          </p:cNvPr>
          <p:cNvSpPr>
            <a:spLocks xmlns:a="http://schemas.openxmlformats.org/drawingml/2006/main" noGrp="1"/>
          </p:cNvSpPr>
          <p:nvPr/>
        </p:nvSpPr>
        <p:spPr>
          <a:xfrm xmlns:a="http://schemas.openxmlformats.org/drawingml/2006/main">
            <a:off x="3351180"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E62AE079-586A-40D4-85D8-A76BAE2F2618}"/>
              </a:ext>
            </a:extLst>
          </p:cNvPr>
          <p:cNvSpPr>
            <a:spLocks xmlns:a="http://schemas.openxmlformats.org/drawingml/2006/main" noGrp="1"/>
          </p:cNvSpPr>
          <p:nvPr/>
        </p:nvSpPr>
        <p:spPr>
          <a:xfrm xmlns:a="http://schemas.openxmlformats.org/drawingml/2006/main">
            <a:off x="3718077"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0085418B-18B4-4B29-8E56-179F0AC6EC41}"/>
              </a:ext>
            </a:extLst>
          </p:cNvPr>
          <p:cNvSpPr>
            <a:spLocks xmlns:a="http://schemas.openxmlformats.org/drawingml/2006/main" noGrp="1"/>
          </p:cNvSpPr>
          <p:nvPr/>
        </p:nvSpPr>
        <p:spPr>
          <a:xfrm xmlns:a="http://schemas.openxmlformats.org/drawingml/2006/main">
            <a:off x="2470625"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E7351B1C-2ACF-49FE-AA84-A3A878B54212}"/>
              </a:ext>
            </a:extLst>
          </p:cNvPr>
          <p:cNvSpPr>
            <a:spLocks xmlns:a="http://schemas.openxmlformats.org/drawingml/2006/main" noGrp="1"/>
          </p:cNvSpPr>
          <p:nvPr/>
        </p:nvSpPr>
        <p:spPr>
          <a:xfrm xmlns:a="http://schemas.openxmlformats.org/drawingml/2006/main">
            <a:off x="2323866"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8F9BEDD3-0F6F-4A80-A9B0-B7BC79A17077}"/>
              </a:ext>
            </a:extLst>
          </p:cNvPr>
          <p:cNvSpPr>
            <a:spLocks xmlns:a="http://schemas.openxmlformats.org/drawingml/2006/main" noGrp="1"/>
          </p:cNvSpPr>
          <p:nvPr/>
        </p:nvSpPr>
        <p:spPr>
          <a:xfrm xmlns:a="http://schemas.openxmlformats.org/drawingml/2006/main">
            <a:off x="2617384"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2F512683-3FBD-4EF4-BE3A-51009B000458}"/>
              </a:ext>
            </a:extLst>
          </p:cNvPr>
          <p:cNvSpPr>
            <a:spLocks xmlns:a="http://schemas.openxmlformats.org/drawingml/2006/main" noGrp="1"/>
          </p:cNvSpPr>
          <p:nvPr/>
        </p:nvSpPr>
        <p:spPr>
          <a:xfrm xmlns:a="http://schemas.openxmlformats.org/drawingml/2006/main">
            <a:off x="3497939"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25A5B2E2-5A8E-4BEB-A6F6-BA9626FD83EF}"/>
              </a:ext>
            </a:extLst>
          </p:cNvPr>
          <p:cNvSpPr>
            <a:spLocks xmlns:a="http://schemas.openxmlformats.org/drawingml/2006/main" noGrp="1"/>
          </p:cNvSpPr>
          <p:nvPr/>
        </p:nvSpPr>
        <p:spPr>
          <a:xfrm xmlns:a="http://schemas.openxmlformats.org/drawingml/2006/main">
            <a:off x="3644698"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E775102B-3C08-461B-88AE-333152DD3239}"/>
              </a:ext>
            </a:extLst>
          </p:cNvPr>
          <p:cNvSpPr>
            <a:spLocks xmlns:a="http://schemas.openxmlformats.org/drawingml/2006/main" noGrp="1"/>
          </p:cNvSpPr>
          <p:nvPr/>
        </p:nvSpPr>
        <p:spPr>
          <a:xfrm xmlns:a="http://schemas.openxmlformats.org/drawingml/2006/main">
            <a:off x="4231734"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89672770-C6C0-42D6-9828-D031BFD3631C}"/>
              </a:ext>
            </a:extLst>
          </p:cNvPr>
          <p:cNvSpPr>
            <a:spLocks xmlns:a="http://schemas.openxmlformats.org/drawingml/2006/main" noGrp="1"/>
          </p:cNvSpPr>
          <p:nvPr/>
        </p:nvSpPr>
        <p:spPr>
          <a:xfrm xmlns:a="http://schemas.openxmlformats.org/drawingml/2006/main">
            <a:off x="3351180" y="275415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B18C6982-6541-49B3-BC7E-F046FF1320F5}"/>
              </a:ext>
            </a:extLst>
          </p:cNvPr>
          <p:cNvSpPr>
            <a:spLocks xmlns:a="http://schemas.openxmlformats.org/drawingml/2006/main" noGrp="1"/>
          </p:cNvSpPr>
          <p:nvPr/>
        </p:nvSpPr>
        <p:spPr>
          <a:xfrm xmlns:a="http://schemas.openxmlformats.org/drawingml/2006/main">
            <a:off x="4231734"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C695709F-145A-4398-8161-A34AB03D7ADF}"/>
              </a:ext>
            </a:extLst>
          </p:cNvPr>
          <p:cNvSpPr>
            <a:spLocks xmlns:a="http://schemas.openxmlformats.org/drawingml/2006/main" noGrp="1"/>
          </p:cNvSpPr>
          <p:nvPr/>
        </p:nvSpPr>
        <p:spPr>
          <a:xfrm xmlns:a="http://schemas.openxmlformats.org/drawingml/2006/main">
            <a:off x="3057661" y="415775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8F006D90-265B-4110-8C6D-61D215B4E61E}"/>
              </a:ext>
            </a:extLst>
          </p:cNvPr>
          <p:cNvSpPr>
            <a:spLocks xmlns:a="http://schemas.openxmlformats.org/drawingml/2006/main" noGrp="1"/>
          </p:cNvSpPr>
          <p:nvPr/>
        </p:nvSpPr>
        <p:spPr>
          <a:xfrm xmlns:a="http://schemas.openxmlformats.org/drawingml/2006/main">
            <a:off x="4158355"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F40AD6F0-D693-403E-9426-D4598C00B41A}"/>
              </a:ext>
            </a:extLst>
          </p:cNvPr>
          <p:cNvSpPr>
            <a:spLocks xmlns:a="http://schemas.openxmlformats.org/drawingml/2006/main" noGrp="1"/>
          </p:cNvSpPr>
          <p:nvPr/>
        </p:nvSpPr>
        <p:spPr>
          <a:xfrm xmlns:a="http://schemas.openxmlformats.org/drawingml/2006/main">
            <a:off x="2690764"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A56146AD-C526-4F73-A06E-204A81AA0119}"/>
              </a:ext>
            </a:extLst>
          </p:cNvPr>
          <p:cNvSpPr>
            <a:spLocks xmlns:a="http://schemas.openxmlformats.org/drawingml/2006/main" noGrp="1"/>
          </p:cNvSpPr>
          <p:nvPr/>
        </p:nvSpPr>
        <p:spPr>
          <a:xfrm xmlns:a="http://schemas.openxmlformats.org/drawingml/2006/main">
            <a:off x="3424559"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CB848D87-0485-4ACE-A942-EA170C24705B}"/>
              </a:ext>
            </a:extLst>
          </p:cNvPr>
          <p:cNvSpPr>
            <a:spLocks xmlns:a="http://schemas.openxmlformats.org/drawingml/2006/main" noGrp="1"/>
          </p:cNvSpPr>
          <p:nvPr/>
        </p:nvSpPr>
        <p:spPr>
          <a:xfrm xmlns:a="http://schemas.openxmlformats.org/drawingml/2006/main">
            <a:off x="3938216"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7E43AC4F-AA1D-4C7E-9584-1AB64EBB3729}"/>
              </a:ext>
            </a:extLst>
          </p:cNvPr>
          <p:cNvSpPr>
            <a:spLocks xmlns:a="http://schemas.openxmlformats.org/drawingml/2006/main" noGrp="1"/>
          </p:cNvSpPr>
          <p:nvPr/>
        </p:nvSpPr>
        <p:spPr>
          <a:xfrm xmlns:a="http://schemas.openxmlformats.org/drawingml/2006/main">
            <a:off x="3131041" y="42316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BE20CD3F-FDAA-40BB-B840-3429E7785407}"/>
              </a:ext>
            </a:extLst>
          </p:cNvPr>
          <p:cNvSpPr>
            <a:spLocks xmlns:a="http://schemas.openxmlformats.org/drawingml/2006/main" noGrp="1"/>
          </p:cNvSpPr>
          <p:nvPr/>
        </p:nvSpPr>
        <p:spPr>
          <a:xfrm xmlns:a="http://schemas.openxmlformats.org/drawingml/2006/main">
            <a:off x="3791457"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5BFE4C50-09B2-4F2A-8A12-FA97003A4261}"/>
              </a:ext>
            </a:extLst>
          </p:cNvPr>
          <p:cNvSpPr>
            <a:spLocks xmlns:a="http://schemas.openxmlformats.org/drawingml/2006/main" noGrp="1"/>
          </p:cNvSpPr>
          <p:nvPr/>
        </p:nvSpPr>
        <p:spPr>
          <a:xfrm xmlns:a="http://schemas.openxmlformats.org/drawingml/2006/main">
            <a:off x="2544005"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0D36755A-AAD2-4D45-9A24-DDF95CB21782}"/>
              </a:ext>
            </a:extLst>
          </p:cNvPr>
          <p:cNvSpPr>
            <a:spLocks xmlns:a="http://schemas.openxmlformats.org/drawingml/2006/main" noGrp="1"/>
          </p:cNvSpPr>
          <p:nvPr/>
        </p:nvSpPr>
        <p:spPr>
          <a:xfrm xmlns:a="http://schemas.openxmlformats.org/drawingml/2006/main">
            <a:off x="2544005"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6DF92AA3-32B4-4002-BDBB-7BD53D2A776A}"/>
              </a:ext>
            </a:extLst>
          </p:cNvPr>
          <p:cNvSpPr>
            <a:spLocks xmlns:a="http://schemas.openxmlformats.org/drawingml/2006/main" noGrp="1"/>
          </p:cNvSpPr>
          <p:nvPr/>
        </p:nvSpPr>
        <p:spPr>
          <a:xfrm xmlns:a="http://schemas.openxmlformats.org/drawingml/2006/main">
            <a:off x="3644698"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DCEFE418-CA60-4A7E-9D6B-FDFB73D76ECD}"/>
              </a:ext>
            </a:extLst>
          </p:cNvPr>
          <p:cNvSpPr>
            <a:spLocks xmlns:a="http://schemas.openxmlformats.org/drawingml/2006/main" noGrp="1"/>
          </p:cNvSpPr>
          <p:nvPr/>
        </p:nvSpPr>
        <p:spPr>
          <a:xfrm xmlns:a="http://schemas.openxmlformats.org/drawingml/2006/main">
            <a:off x="3497939"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0DF"/>
          </a:solidFill>
          <a:ln xmlns:a="http://schemas.openxmlformats.org/drawingml/2006/main" w="2121">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830812FA-EBB9-4759-B852-8853CC0A18D1}"/>
              </a:ext>
            </a:extLst>
          </p:cNvPr>
          <p:cNvSpPr>
            <a:spLocks xmlns:a="http://schemas.openxmlformats.org/drawingml/2006/main" noGrp="1"/>
          </p:cNvSpPr>
          <p:nvPr/>
        </p:nvSpPr>
        <p:spPr>
          <a:xfrm xmlns:a="http://schemas.openxmlformats.org/drawingml/2006/main">
            <a:off x="2250486"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251B027D-A4EB-4995-8CFC-E9F790031B94}"/>
              </a:ext>
            </a:extLst>
          </p:cNvPr>
          <p:cNvSpPr>
            <a:spLocks xmlns:a="http://schemas.openxmlformats.org/drawingml/2006/main" noGrp="1"/>
          </p:cNvSpPr>
          <p:nvPr/>
        </p:nvSpPr>
        <p:spPr>
          <a:xfrm xmlns:a="http://schemas.openxmlformats.org/drawingml/2006/main">
            <a:off x="3204421"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C7153A59-E7DA-4292-AAFE-17C4901D11A6}"/>
              </a:ext>
            </a:extLst>
          </p:cNvPr>
          <p:cNvSpPr>
            <a:spLocks xmlns:a="http://schemas.openxmlformats.org/drawingml/2006/main" noGrp="1"/>
          </p:cNvSpPr>
          <p:nvPr/>
        </p:nvSpPr>
        <p:spPr>
          <a:xfrm xmlns:a="http://schemas.openxmlformats.org/drawingml/2006/main">
            <a:off x="3864836"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676410E4-F076-4B52-AA1B-EA0BF5A111DA}"/>
              </a:ext>
            </a:extLst>
          </p:cNvPr>
          <p:cNvSpPr>
            <a:spLocks xmlns:a="http://schemas.openxmlformats.org/drawingml/2006/main" noGrp="1"/>
          </p:cNvSpPr>
          <p:nvPr/>
        </p:nvSpPr>
        <p:spPr>
          <a:xfrm xmlns:a="http://schemas.openxmlformats.org/drawingml/2006/main">
            <a:off x="1883589"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EC1C8661-2936-4A4D-842D-177A8219AE45}"/>
              </a:ext>
            </a:extLst>
          </p:cNvPr>
          <p:cNvSpPr>
            <a:spLocks xmlns:a="http://schemas.openxmlformats.org/drawingml/2006/main" noGrp="1"/>
          </p:cNvSpPr>
          <p:nvPr/>
        </p:nvSpPr>
        <p:spPr>
          <a:xfrm xmlns:a="http://schemas.openxmlformats.org/drawingml/2006/main">
            <a:off x="2984282" y="275415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F04A3225-6883-4C71-A10E-F9E5026C9989}"/>
              </a:ext>
            </a:extLst>
          </p:cNvPr>
          <p:cNvSpPr>
            <a:spLocks xmlns:a="http://schemas.openxmlformats.org/drawingml/2006/main" noGrp="1"/>
          </p:cNvSpPr>
          <p:nvPr/>
        </p:nvSpPr>
        <p:spPr>
          <a:xfrm xmlns:a="http://schemas.openxmlformats.org/drawingml/2006/main">
            <a:off x="3057661"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F0FC79C3-8D7C-4E9F-BF65-50825C896482}"/>
              </a:ext>
            </a:extLst>
          </p:cNvPr>
          <p:cNvSpPr>
            <a:spLocks xmlns:a="http://schemas.openxmlformats.org/drawingml/2006/main" noGrp="1"/>
          </p:cNvSpPr>
          <p:nvPr/>
        </p:nvSpPr>
        <p:spPr>
          <a:xfrm xmlns:a="http://schemas.openxmlformats.org/drawingml/2006/main">
            <a:off x="3497939" y="415775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DACEF01E-5D03-4A00-B779-26C6003FF474}"/>
              </a:ext>
            </a:extLst>
          </p:cNvPr>
          <p:cNvSpPr>
            <a:spLocks xmlns:a="http://schemas.openxmlformats.org/drawingml/2006/main" noGrp="1"/>
          </p:cNvSpPr>
          <p:nvPr/>
        </p:nvSpPr>
        <p:spPr>
          <a:xfrm xmlns:a="http://schemas.openxmlformats.org/drawingml/2006/main">
            <a:off x="3497939"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74457755-3B82-4172-AC19-E24C273CF8A4}"/>
              </a:ext>
            </a:extLst>
          </p:cNvPr>
          <p:cNvSpPr>
            <a:spLocks xmlns:a="http://schemas.openxmlformats.org/drawingml/2006/main" noGrp="1"/>
          </p:cNvSpPr>
          <p:nvPr/>
        </p:nvSpPr>
        <p:spPr>
          <a:xfrm xmlns:a="http://schemas.openxmlformats.org/drawingml/2006/main">
            <a:off x="3351180"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0C23646A-69B9-476E-96EC-0928F475BFB7}"/>
              </a:ext>
            </a:extLst>
          </p:cNvPr>
          <p:cNvSpPr>
            <a:spLocks xmlns:a="http://schemas.openxmlformats.org/drawingml/2006/main" noGrp="1"/>
          </p:cNvSpPr>
          <p:nvPr/>
        </p:nvSpPr>
        <p:spPr>
          <a:xfrm xmlns:a="http://schemas.openxmlformats.org/drawingml/2006/main">
            <a:off x="3351180"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991ADA51-4FF2-47BA-B746-3F6C177E23EE}"/>
              </a:ext>
            </a:extLst>
          </p:cNvPr>
          <p:cNvSpPr>
            <a:spLocks xmlns:a="http://schemas.openxmlformats.org/drawingml/2006/main" noGrp="1"/>
          </p:cNvSpPr>
          <p:nvPr/>
        </p:nvSpPr>
        <p:spPr>
          <a:xfrm xmlns:a="http://schemas.openxmlformats.org/drawingml/2006/main">
            <a:off x="3057661"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0777EC0C-52EF-4620-8DC2-FCDBD71D47C1}"/>
              </a:ext>
            </a:extLst>
          </p:cNvPr>
          <p:cNvSpPr>
            <a:spLocks xmlns:a="http://schemas.openxmlformats.org/drawingml/2006/main" noGrp="1"/>
          </p:cNvSpPr>
          <p:nvPr/>
        </p:nvSpPr>
        <p:spPr>
          <a:xfrm xmlns:a="http://schemas.openxmlformats.org/drawingml/2006/main">
            <a:off x="3351180"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87B20472-8D52-4C34-8301-0AD9F1253355}"/>
              </a:ext>
            </a:extLst>
          </p:cNvPr>
          <p:cNvSpPr>
            <a:spLocks xmlns:a="http://schemas.openxmlformats.org/drawingml/2006/main" noGrp="1"/>
          </p:cNvSpPr>
          <p:nvPr/>
        </p:nvSpPr>
        <p:spPr>
          <a:xfrm xmlns:a="http://schemas.openxmlformats.org/drawingml/2006/main">
            <a:off x="3424559"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7D4F47ED-760D-4F6E-AB7F-631270DBF78C}"/>
              </a:ext>
            </a:extLst>
          </p:cNvPr>
          <p:cNvSpPr>
            <a:spLocks xmlns:a="http://schemas.openxmlformats.org/drawingml/2006/main" noGrp="1"/>
          </p:cNvSpPr>
          <p:nvPr/>
        </p:nvSpPr>
        <p:spPr>
          <a:xfrm xmlns:a="http://schemas.openxmlformats.org/drawingml/2006/main">
            <a:off x="4084975"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C5302C37-D85D-4555-ABD9-0E84C5BC7945}"/>
              </a:ext>
            </a:extLst>
          </p:cNvPr>
          <p:cNvSpPr>
            <a:spLocks xmlns:a="http://schemas.openxmlformats.org/drawingml/2006/main" noGrp="1"/>
          </p:cNvSpPr>
          <p:nvPr/>
        </p:nvSpPr>
        <p:spPr>
          <a:xfrm xmlns:a="http://schemas.openxmlformats.org/drawingml/2006/main">
            <a:off x="3131041"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89BE3634-3EF4-49D9-BA81-9BA00B6D6A38}"/>
              </a:ext>
            </a:extLst>
          </p:cNvPr>
          <p:cNvSpPr>
            <a:spLocks xmlns:a="http://schemas.openxmlformats.org/drawingml/2006/main" noGrp="1"/>
          </p:cNvSpPr>
          <p:nvPr/>
        </p:nvSpPr>
        <p:spPr>
          <a:xfrm xmlns:a="http://schemas.openxmlformats.org/drawingml/2006/main">
            <a:off x="3351180" y="28280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C24E9D76-53BD-4EA1-B68B-9054E4F42051}"/>
              </a:ext>
            </a:extLst>
          </p:cNvPr>
          <p:cNvSpPr>
            <a:spLocks xmlns:a="http://schemas.openxmlformats.org/drawingml/2006/main" noGrp="1"/>
          </p:cNvSpPr>
          <p:nvPr/>
        </p:nvSpPr>
        <p:spPr>
          <a:xfrm xmlns:a="http://schemas.openxmlformats.org/drawingml/2006/main">
            <a:off x="3204421"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F19F3ECA-D820-466A-AAFD-20358E28D7AF}"/>
              </a:ext>
            </a:extLst>
          </p:cNvPr>
          <p:cNvSpPr>
            <a:spLocks xmlns:a="http://schemas.openxmlformats.org/drawingml/2006/main" noGrp="1"/>
          </p:cNvSpPr>
          <p:nvPr/>
        </p:nvSpPr>
        <p:spPr>
          <a:xfrm xmlns:a="http://schemas.openxmlformats.org/drawingml/2006/main">
            <a:off x="4158355"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B7E92D73-4B54-4564-9C12-CCBC09DAF9E2}"/>
              </a:ext>
            </a:extLst>
          </p:cNvPr>
          <p:cNvSpPr>
            <a:spLocks xmlns:a="http://schemas.openxmlformats.org/drawingml/2006/main" noGrp="1"/>
          </p:cNvSpPr>
          <p:nvPr/>
        </p:nvSpPr>
        <p:spPr>
          <a:xfrm xmlns:a="http://schemas.openxmlformats.org/drawingml/2006/main">
            <a:off x="2397246"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C1EBD471-2E5B-4390-A209-D12763D56947}"/>
              </a:ext>
            </a:extLst>
          </p:cNvPr>
          <p:cNvSpPr>
            <a:spLocks xmlns:a="http://schemas.openxmlformats.org/drawingml/2006/main" noGrp="1"/>
          </p:cNvSpPr>
          <p:nvPr/>
        </p:nvSpPr>
        <p:spPr>
          <a:xfrm xmlns:a="http://schemas.openxmlformats.org/drawingml/2006/main">
            <a:off x="4158355"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6E4E3"/>
          </a:solidFill>
          <a:ln xmlns:a="http://schemas.openxmlformats.org/drawingml/2006/main" w="2121">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16DD8686-8320-4422-9B4C-63D93E548AFD}"/>
              </a:ext>
            </a:extLst>
          </p:cNvPr>
          <p:cNvSpPr>
            <a:spLocks xmlns:a="http://schemas.openxmlformats.org/drawingml/2006/main" noGrp="1"/>
          </p:cNvSpPr>
          <p:nvPr/>
        </p:nvSpPr>
        <p:spPr>
          <a:xfrm xmlns:a="http://schemas.openxmlformats.org/drawingml/2006/main">
            <a:off x="3277800"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3D753171-FAC2-4135-88FF-938F4AD579C9}"/>
              </a:ext>
            </a:extLst>
          </p:cNvPr>
          <p:cNvSpPr>
            <a:spLocks xmlns:a="http://schemas.openxmlformats.org/drawingml/2006/main" noGrp="1"/>
          </p:cNvSpPr>
          <p:nvPr/>
        </p:nvSpPr>
        <p:spPr>
          <a:xfrm xmlns:a="http://schemas.openxmlformats.org/drawingml/2006/main">
            <a:off x="2544005"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705F1457-7D8F-43BA-B280-26D316822501}"/>
              </a:ext>
            </a:extLst>
          </p:cNvPr>
          <p:cNvSpPr>
            <a:spLocks xmlns:a="http://schemas.openxmlformats.org/drawingml/2006/main" noGrp="1"/>
          </p:cNvSpPr>
          <p:nvPr/>
        </p:nvSpPr>
        <p:spPr>
          <a:xfrm xmlns:a="http://schemas.openxmlformats.org/drawingml/2006/main">
            <a:off x="3497939"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5E2E1"/>
          </a:solidFill>
          <a:ln xmlns:a="http://schemas.openxmlformats.org/drawingml/2006/main" w="2121">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2C67DAF8-2088-41B0-8FA1-29CCDEF26FFE}"/>
              </a:ext>
            </a:extLst>
          </p:cNvPr>
          <p:cNvSpPr>
            <a:spLocks xmlns:a="http://schemas.openxmlformats.org/drawingml/2006/main" noGrp="1"/>
          </p:cNvSpPr>
          <p:nvPr/>
        </p:nvSpPr>
        <p:spPr>
          <a:xfrm xmlns:a="http://schemas.openxmlformats.org/drawingml/2006/main">
            <a:off x="3204421"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D33D684A-C62E-4B46-96C1-E9A23A6EB2C7}"/>
              </a:ext>
            </a:extLst>
          </p:cNvPr>
          <p:cNvSpPr>
            <a:spLocks xmlns:a="http://schemas.openxmlformats.org/drawingml/2006/main" noGrp="1"/>
          </p:cNvSpPr>
          <p:nvPr/>
        </p:nvSpPr>
        <p:spPr>
          <a:xfrm xmlns:a="http://schemas.openxmlformats.org/drawingml/2006/main">
            <a:off x="2323866"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E688135A-7AC6-427B-B4C8-A608B169533F}"/>
              </a:ext>
            </a:extLst>
          </p:cNvPr>
          <p:cNvSpPr>
            <a:spLocks xmlns:a="http://schemas.openxmlformats.org/drawingml/2006/main" noGrp="1"/>
          </p:cNvSpPr>
          <p:nvPr/>
        </p:nvSpPr>
        <p:spPr>
          <a:xfrm xmlns:a="http://schemas.openxmlformats.org/drawingml/2006/main">
            <a:off x="3057661"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3E67270E-9776-4490-A8F3-12AABD86077C}"/>
              </a:ext>
            </a:extLst>
          </p:cNvPr>
          <p:cNvSpPr>
            <a:spLocks xmlns:a="http://schemas.openxmlformats.org/drawingml/2006/main" noGrp="1"/>
          </p:cNvSpPr>
          <p:nvPr/>
        </p:nvSpPr>
        <p:spPr>
          <a:xfrm xmlns:a="http://schemas.openxmlformats.org/drawingml/2006/main">
            <a:off x="4084975"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34186021-6DD4-4981-ABE1-0422D667B73E}"/>
              </a:ext>
            </a:extLst>
          </p:cNvPr>
          <p:cNvSpPr>
            <a:spLocks xmlns:a="http://schemas.openxmlformats.org/drawingml/2006/main" noGrp="1"/>
          </p:cNvSpPr>
          <p:nvPr/>
        </p:nvSpPr>
        <p:spPr>
          <a:xfrm xmlns:a="http://schemas.openxmlformats.org/drawingml/2006/main">
            <a:off x="3938216"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75AAFA1D-9BAB-4FFE-8BC0-80C0B33590DF}"/>
              </a:ext>
            </a:extLst>
          </p:cNvPr>
          <p:cNvSpPr>
            <a:spLocks xmlns:a="http://schemas.openxmlformats.org/drawingml/2006/main" noGrp="1"/>
          </p:cNvSpPr>
          <p:nvPr/>
        </p:nvSpPr>
        <p:spPr>
          <a:xfrm xmlns:a="http://schemas.openxmlformats.org/drawingml/2006/main">
            <a:off x="3791457"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9EA354E5-AAF2-4916-9732-31CA8B1A9E26}"/>
              </a:ext>
            </a:extLst>
          </p:cNvPr>
          <p:cNvSpPr>
            <a:spLocks xmlns:a="http://schemas.openxmlformats.org/drawingml/2006/main" noGrp="1"/>
          </p:cNvSpPr>
          <p:nvPr/>
        </p:nvSpPr>
        <p:spPr>
          <a:xfrm xmlns:a="http://schemas.openxmlformats.org/drawingml/2006/main">
            <a:off x="2764143"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6E5"/>
          </a:solidFill>
          <a:ln xmlns:a="http://schemas.openxmlformats.org/drawingml/2006/main" w="2121">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255403BC-1886-4DFE-A4F7-C89EEF6649E9}"/>
              </a:ext>
            </a:extLst>
          </p:cNvPr>
          <p:cNvSpPr>
            <a:spLocks xmlns:a="http://schemas.openxmlformats.org/drawingml/2006/main" noGrp="1"/>
          </p:cNvSpPr>
          <p:nvPr/>
        </p:nvSpPr>
        <p:spPr>
          <a:xfrm xmlns:a="http://schemas.openxmlformats.org/drawingml/2006/main">
            <a:off x="3424559"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3D21884F-F02F-4B9C-A9F9-E18B709C5F00}"/>
              </a:ext>
            </a:extLst>
          </p:cNvPr>
          <p:cNvSpPr>
            <a:spLocks xmlns:a="http://schemas.openxmlformats.org/drawingml/2006/main" noGrp="1"/>
          </p:cNvSpPr>
          <p:nvPr/>
        </p:nvSpPr>
        <p:spPr>
          <a:xfrm xmlns:a="http://schemas.openxmlformats.org/drawingml/2006/main">
            <a:off x="4158355"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8782E01C-7EB0-4CEE-8CB8-4F9E55779C77}"/>
              </a:ext>
            </a:extLst>
          </p:cNvPr>
          <p:cNvSpPr>
            <a:spLocks xmlns:a="http://schemas.openxmlformats.org/drawingml/2006/main" noGrp="1"/>
          </p:cNvSpPr>
          <p:nvPr/>
        </p:nvSpPr>
        <p:spPr>
          <a:xfrm xmlns:a="http://schemas.openxmlformats.org/drawingml/2006/main">
            <a:off x="4084975"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A5E017CB-E323-40C3-B573-B1136DF9B6CF}"/>
              </a:ext>
            </a:extLst>
          </p:cNvPr>
          <p:cNvSpPr>
            <a:spLocks xmlns:a="http://schemas.openxmlformats.org/drawingml/2006/main" noGrp="1"/>
          </p:cNvSpPr>
          <p:nvPr/>
        </p:nvSpPr>
        <p:spPr>
          <a:xfrm xmlns:a="http://schemas.openxmlformats.org/drawingml/2006/main">
            <a:off x="3791457"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52106401-A14D-4CAB-8A33-F57D7D9109CF}"/>
              </a:ext>
            </a:extLst>
          </p:cNvPr>
          <p:cNvSpPr>
            <a:spLocks xmlns:a="http://schemas.openxmlformats.org/drawingml/2006/main" noGrp="1"/>
          </p:cNvSpPr>
          <p:nvPr/>
        </p:nvSpPr>
        <p:spPr>
          <a:xfrm xmlns:a="http://schemas.openxmlformats.org/drawingml/2006/main">
            <a:off x="3497939"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4563DCE9-BC6A-416A-9A16-399D4B6FA2B5}"/>
              </a:ext>
            </a:extLst>
          </p:cNvPr>
          <p:cNvSpPr>
            <a:spLocks xmlns:a="http://schemas.openxmlformats.org/drawingml/2006/main" noGrp="1"/>
          </p:cNvSpPr>
          <p:nvPr/>
        </p:nvSpPr>
        <p:spPr>
          <a:xfrm xmlns:a="http://schemas.openxmlformats.org/drawingml/2006/main">
            <a:off x="3718077"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1615A642-4066-44FD-B641-80AF48A443A0}"/>
              </a:ext>
            </a:extLst>
          </p:cNvPr>
          <p:cNvSpPr>
            <a:spLocks xmlns:a="http://schemas.openxmlformats.org/drawingml/2006/main" noGrp="1"/>
          </p:cNvSpPr>
          <p:nvPr/>
        </p:nvSpPr>
        <p:spPr>
          <a:xfrm xmlns:a="http://schemas.openxmlformats.org/drawingml/2006/main">
            <a:off x="3131041" y="268027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5C8BD39F-DE83-4D9F-843E-A6D660071FBB}"/>
              </a:ext>
            </a:extLst>
          </p:cNvPr>
          <p:cNvSpPr>
            <a:spLocks xmlns:a="http://schemas.openxmlformats.org/drawingml/2006/main" noGrp="1"/>
          </p:cNvSpPr>
          <p:nvPr/>
        </p:nvSpPr>
        <p:spPr>
          <a:xfrm xmlns:a="http://schemas.openxmlformats.org/drawingml/2006/main">
            <a:off x="3791457"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18588026-30FB-4C26-B334-045C23C7E9BC}"/>
              </a:ext>
            </a:extLst>
          </p:cNvPr>
          <p:cNvSpPr>
            <a:spLocks xmlns:a="http://schemas.openxmlformats.org/drawingml/2006/main" noGrp="1"/>
          </p:cNvSpPr>
          <p:nvPr/>
        </p:nvSpPr>
        <p:spPr>
          <a:xfrm xmlns:a="http://schemas.openxmlformats.org/drawingml/2006/main">
            <a:off x="2617384"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02BF1C39-312D-4D3D-A36B-6E107EBB2AB0}"/>
              </a:ext>
            </a:extLst>
          </p:cNvPr>
          <p:cNvSpPr>
            <a:spLocks xmlns:a="http://schemas.openxmlformats.org/drawingml/2006/main" noGrp="1"/>
          </p:cNvSpPr>
          <p:nvPr/>
        </p:nvSpPr>
        <p:spPr>
          <a:xfrm xmlns:a="http://schemas.openxmlformats.org/drawingml/2006/main">
            <a:off x="3057661"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872B7DBF-AF4F-464D-8E1B-8ECD5407F511}"/>
              </a:ext>
            </a:extLst>
          </p:cNvPr>
          <p:cNvSpPr>
            <a:spLocks xmlns:a="http://schemas.openxmlformats.org/drawingml/2006/main" noGrp="1"/>
          </p:cNvSpPr>
          <p:nvPr/>
        </p:nvSpPr>
        <p:spPr>
          <a:xfrm xmlns:a="http://schemas.openxmlformats.org/drawingml/2006/main">
            <a:off x="2617384"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CBC49207-AFA8-4743-B22B-3BA3EFBCE89A}"/>
              </a:ext>
            </a:extLst>
          </p:cNvPr>
          <p:cNvSpPr>
            <a:spLocks xmlns:a="http://schemas.openxmlformats.org/drawingml/2006/main" noGrp="1"/>
          </p:cNvSpPr>
          <p:nvPr/>
        </p:nvSpPr>
        <p:spPr>
          <a:xfrm xmlns:a="http://schemas.openxmlformats.org/drawingml/2006/main">
            <a:off x="3131041"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E0F5D8D0-D95C-4AB5-8330-BA04EF836A67}"/>
              </a:ext>
            </a:extLst>
          </p:cNvPr>
          <p:cNvSpPr>
            <a:spLocks xmlns:a="http://schemas.openxmlformats.org/drawingml/2006/main" noGrp="1"/>
          </p:cNvSpPr>
          <p:nvPr/>
        </p:nvSpPr>
        <p:spPr>
          <a:xfrm xmlns:a="http://schemas.openxmlformats.org/drawingml/2006/main">
            <a:off x="3497939"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D0FD264D-3E78-439F-9B44-7ECAFF9BA5ED}"/>
              </a:ext>
            </a:extLst>
          </p:cNvPr>
          <p:cNvSpPr>
            <a:spLocks xmlns:a="http://schemas.openxmlformats.org/drawingml/2006/main" noGrp="1"/>
          </p:cNvSpPr>
          <p:nvPr/>
        </p:nvSpPr>
        <p:spPr>
          <a:xfrm xmlns:a="http://schemas.openxmlformats.org/drawingml/2006/main">
            <a:off x="2470625"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E6514390-C659-417B-854C-A279DFF5929D}"/>
              </a:ext>
            </a:extLst>
          </p:cNvPr>
          <p:cNvSpPr>
            <a:spLocks xmlns:a="http://schemas.openxmlformats.org/drawingml/2006/main" noGrp="1"/>
          </p:cNvSpPr>
          <p:nvPr/>
        </p:nvSpPr>
        <p:spPr>
          <a:xfrm xmlns:a="http://schemas.openxmlformats.org/drawingml/2006/main">
            <a:off x="3864836"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BED52211-D635-4323-89B7-EE80470E3CF8}"/>
              </a:ext>
            </a:extLst>
          </p:cNvPr>
          <p:cNvSpPr>
            <a:spLocks xmlns:a="http://schemas.openxmlformats.org/drawingml/2006/main" noGrp="1"/>
          </p:cNvSpPr>
          <p:nvPr/>
        </p:nvSpPr>
        <p:spPr>
          <a:xfrm xmlns:a="http://schemas.openxmlformats.org/drawingml/2006/main">
            <a:off x="3277800"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960FE13F-F451-4210-8348-8ACC3F982B1A}"/>
              </a:ext>
            </a:extLst>
          </p:cNvPr>
          <p:cNvSpPr>
            <a:spLocks xmlns:a="http://schemas.openxmlformats.org/drawingml/2006/main" noGrp="1"/>
          </p:cNvSpPr>
          <p:nvPr/>
        </p:nvSpPr>
        <p:spPr>
          <a:xfrm xmlns:a="http://schemas.openxmlformats.org/drawingml/2006/main">
            <a:off x="3351180"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6D7B964B-63FB-4BE7-8F85-513775A1B4D0}"/>
              </a:ext>
            </a:extLst>
          </p:cNvPr>
          <p:cNvSpPr>
            <a:spLocks xmlns:a="http://schemas.openxmlformats.org/drawingml/2006/main" noGrp="1"/>
          </p:cNvSpPr>
          <p:nvPr/>
        </p:nvSpPr>
        <p:spPr>
          <a:xfrm xmlns:a="http://schemas.openxmlformats.org/drawingml/2006/main">
            <a:off x="3938216"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D0D8EE50-E1CD-40CC-81E1-00882CC6B875}"/>
              </a:ext>
            </a:extLst>
          </p:cNvPr>
          <p:cNvSpPr>
            <a:spLocks xmlns:a="http://schemas.openxmlformats.org/drawingml/2006/main" noGrp="1"/>
          </p:cNvSpPr>
          <p:nvPr/>
        </p:nvSpPr>
        <p:spPr>
          <a:xfrm xmlns:a="http://schemas.openxmlformats.org/drawingml/2006/main">
            <a:off x="3791457"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3006BA4B-1EDF-42F7-B39A-6B5E0C95DB25}"/>
              </a:ext>
            </a:extLst>
          </p:cNvPr>
          <p:cNvSpPr>
            <a:spLocks xmlns:a="http://schemas.openxmlformats.org/drawingml/2006/main" noGrp="1"/>
          </p:cNvSpPr>
          <p:nvPr/>
        </p:nvSpPr>
        <p:spPr>
          <a:xfrm xmlns:a="http://schemas.openxmlformats.org/drawingml/2006/main">
            <a:off x="2544005"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20234182-D088-4F6B-A015-ACE0F683BA8D}"/>
              </a:ext>
            </a:extLst>
          </p:cNvPr>
          <p:cNvSpPr>
            <a:spLocks xmlns:a="http://schemas.openxmlformats.org/drawingml/2006/main" noGrp="1"/>
          </p:cNvSpPr>
          <p:nvPr/>
        </p:nvSpPr>
        <p:spPr>
          <a:xfrm xmlns:a="http://schemas.openxmlformats.org/drawingml/2006/main">
            <a:off x="2837523" y="28280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F7E9E7"/>
          </a:solidFill>
          <a:ln xmlns:a="http://schemas.openxmlformats.org/drawingml/2006/main" w="2121">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B927FC61-4C14-4A6B-922F-600C2745DF0A}"/>
              </a:ext>
            </a:extLst>
          </p:cNvPr>
          <p:cNvSpPr>
            <a:spLocks xmlns:a="http://schemas.openxmlformats.org/drawingml/2006/main" noGrp="1"/>
          </p:cNvSpPr>
          <p:nvPr/>
        </p:nvSpPr>
        <p:spPr>
          <a:xfrm xmlns:a="http://schemas.openxmlformats.org/drawingml/2006/main">
            <a:off x="3938216"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722E42BC-78C1-4918-B5A0-4C413315480B}"/>
              </a:ext>
            </a:extLst>
          </p:cNvPr>
          <p:cNvSpPr>
            <a:spLocks xmlns:a="http://schemas.openxmlformats.org/drawingml/2006/main" noGrp="1"/>
          </p:cNvSpPr>
          <p:nvPr/>
        </p:nvSpPr>
        <p:spPr>
          <a:xfrm xmlns:a="http://schemas.openxmlformats.org/drawingml/2006/main">
            <a:off x="2617384"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A38AF987-A976-43E9-B651-8F31DEAEE48C}"/>
              </a:ext>
            </a:extLst>
          </p:cNvPr>
          <p:cNvSpPr>
            <a:spLocks xmlns:a="http://schemas.openxmlformats.org/drawingml/2006/main" noGrp="1"/>
          </p:cNvSpPr>
          <p:nvPr/>
        </p:nvSpPr>
        <p:spPr>
          <a:xfrm xmlns:a="http://schemas.openxmlformats.org/drawingml/2006/main">
            <a:off x="4525252"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4E1C8530-0B19-40C9-8E97-BA19124F74A7}"/>
              </a:ext>
            </a:extLst>
          </p:cNvPr>
          <p:cNvSpPr>
            <a:spLocks xmlns:a="http://schemas.openxmlformats.org/drawingml/2006/main" noGrp="1"/>
          </p:cNvSpPr>
          <p:nvPr/>
        </p:nvSpPr>
        <p:spPr>
          <a:xfrm xmlns:a="http://schemas.openxmlformats.org/drawingml/2006/main">
            <a:off x="2397246"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F28A100D-D4F9-4EAC-8DB0-8969F379424E}"/>
              </a:ext>
            </a:extLst>
          </p:cNvPr>
          <p:cNvSpPr>
            <a:spLocks xmlns:a="http://schemas.openxmlformats.org/drawingml/2006/main" noGrp="1"/>
          </p:cNvSpPr>
          <p:nvPr/>
        </p:nvSpPr>
        <p:spPr>
          <a:xfrm xmlns:a="http://schemas.openxmlformats.org/drawingml/2006/main">
            <a:off x="3424559"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878E3DCF-AD46-4B56-81C6-99623B7B2B24}"/>
              </a:ext>
            </a:extLst>
          </p:cNvPr>
          <p:cNvSpPr>
            <a:spLocks xmlns:a="http://schemas.openxmlformats.org/drawingml/2006/main" noGrp="1"/>
          </p:cNvSpPr>
          <p:nvPr/>
        </p:nvSpPr>
        <p:spPr>
          <a:xfrm xmlns:a="http://schemas.openxmlformats.org/drawingml/2006/main">
            <a:off x="4378493" y="364063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A92DB32A-FF07-494C-91AD-0DA3B6EAFB17}"/>
              </a:ext>
            </a:extLst>
          </p:cNvPr>
          <p:cNvSpPr>
            <a:spLocks xmlns:a="http://schemas.openxmlformats.org/drawingml/2006/main" noGrp="1"/>
          </p:cNvSpPr>
          <p:nvPr/>
        </p:nvSpPr>
        <p:spPr>
          <a:xfrm xmlns:a="http://schemas.openxmlformats.org/drawingml/2006/main">
            <a:off x="2764143"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F2EDC3CE-AFA3-4E11-9DA4-A7F49CB329F6}"/>
              </a:ext>
            </a:extLst>
          </p:cNvPr>
          <p:cNvSpPr>
            <a:spLocks xmlns:a="http://schemas.openxmlformats.org/drawingml/2006/main" noGrp="1"/>
          </p:cNvSpPr>
          <p:nvPr/>
        </p:nvSpPr>
        <p:spPr>
          <a:xfrm xmlns:a="http://schemas.openxmlformats.org/drawingml/2006/main">
            <a:off x="2984282" y="282802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B0E3C7B0-A7DE-4A8C-9F81-AA93AAAB7FDC}"/>
              </a:ext>
            </a:extLst>
          </p:cNvPr>
          <p:cNvSpPr>
            <a:spLocks xmlns:a="http://schemas.openxmlformats.org/drawingml/2006/main" noGrp="1"/>
          </p:cNvSpPr>
          <p:nvPr/>
        </p:nvSpPr>
        <p:spPr>
          <a:xfrm xmlns:a="http://schemas.openxmlformats.org/drawingml/2006/main">
            <a:off x="3571318"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51764277-B0CD-43BA-BCEA-EC85FA865F80}"/>
              </a:ext>
            </a:extLst>
          </p:cNvPr>
          <p:cNvSpPr>
            <a:spLocks xmlns:a="http://schemas.openxmlformats.org/drawingml/2006/main" noGrp="1"/>
          </p:cNvSpPr>
          <p:nvPr/>
        </p:nvSpPr>
        <p:spPr>
          <a:xfrm xmlns:a="http://schemas.openxmlformats.org/drawingml/2006/main">
            <a:off x="3277800"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84F06B60-91DC-45C9-B4DC-B95E22F7C3F4}"/>
              </a:ext>
            </a:extLst>
          </p:cNvPr>
          <p:cNvSpPr>
            <a:spLocks xmlns:a="http://schemas.openxmlformats.org/drawingml/2006/main" noGrp="1"/>
          </p:cNvSpPr>
          <p:nvPr/>
        </p:nvSpPr>
        <p:spPr>
          <a:xfrm xmlns:a="http://schemas.openxmlformats.org/drawingml/2006/main">
            <a:off x="2544005"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F3E2CD50-6FD4-44E5-BB28-02A7661662C2}"/>
              </a:ext>
            </a:extLst>
          </p:cNvPr>
          <p:cNvSpPr>
            <a:spLocks xmlns:a="http://schemas.openxmlformats.org/drawingml/2006/main" noGrp="1"/>
          </p:cNvSpPr>
          <p:nvPr/>
        </p:nvSpPr>
        <p:spPr>
          <a:xfrm xmlns:a="http://schemas.openxmlformats.org/drawingml/2006/main">
            <a:off x="4011596"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4972506E-4850-4610-8CCA-7C80D479402F}"/>
              </a:ext>
            </a:extLst>
          </p:cNvPr>
          <p:cNvSpPr>
            <a:spLocks xmlns:a="http://schemas.openxmlformats.org/drawingml/2006/main" noGrp="1"/>
          </p:cNvSpPr>
          <p:nvPr/>
        </p:nvSpPr>
        <p:spPr>
          <a:xfrm xmlns:a="http://schemas.openxmlformats.org/drawingml/2006/main">
            <a:off x="3864836"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445827AE-BFB9-46A8-BD44-FFC38B25EB41}"/>
              </a:ext>
            </a:extLst>
          </p:cNvPr>
          <p:cNvSpPr>
            <a:spLocks xmlns:a="http://schemas.openxmlformats.org/drawingml/2006/main" noGrp="1"/>
          </p:cNvSpPr>
          <p:nvPr/>
        </p:nvSpPr>
        <p:spPr>
          <a:xfrm xmlns:a="http://schemas.openxmlformats.org/drawingml/2006/main">
            <a:off x="3351180" y="297577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E1775E36-97FC-4C36-AA16-E405C4946B58}"/>
              </a:ext>
            </a:extLst>
          </p:cNvPr>
          <p:cNvSpPr>
            <a:spLocks xmlns:a="http://schemas.openxmlformats.org/drawingml/2006/main" noGrp="1"/>
          </p:cNvSpPr>
          <p:nvPr/>
        </p:nvSpPr>
        <p:spPr>
          <a:xfrm xmlns:a="http://schemas.openxmlformats.org/drawingml/2006/main">
            <a:off x="2323866"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D2314BC4-2123-4D49-942E-F4093E12D7A9}"/>
              </a:ext>
            </a:extLst>
          </p:cNvPr>
          <p:cNvSpPr>
            <a:spLocks xmlns:a="http://schemas.openxmlformats.org/drawingml/2006/main" noGrp="1"/>
          </p:cNvSpPr>
          <p:nvPr/>
        </p:nvSpPr>
        <p:spPr>
          <a:xfrm xmlns:a="http://schemas.openxmlformats.org/drawingml/2006/main">
            <a:off x="3571318"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543BC5A6-C40A-4156-A2C7-5746444D698D}"/>
              </a:ext>
            </a:extLst>
          </p:cNvPr>
          <p:cNvSpPr>
            <a:spLocks xmlns:a="http://schemas.openxmlformats.org/drawingml/2006/main" noGrp="1"/>
          </p:cNvSpPr>
          <p:nvPr/>
        </p:nvSpPr>
        <p:spPr>
          <a:xfrm xmlns:a="http://schemas.openxmlformats.org/drawingml/2006/main">
            <a:off x="3424559"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EACDD5AB-E7F1-4D51-8EF4-2690F144266F}"/>
              </a:ext>
            </a:extLst>
          </p:cNvPr>
          <p:cNvSpPr>
            <a:spLocks xmlns:a="http://schemas.openxmlformats.org/drawingml/2006/main" noGrp="1"/>
          </p:cNvSpPr>
          <p:nvPr/>
        </p:nvSpPr>
        <p:spPr>
          <a:xfrm xmlns:a="http://schemas.openxmlformats.org/drawingml/2006/main">
            <a:off x="3277800"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22BACBE5-DD22-458C-9F68-837F0FC9A715}"/>
              </a:ext>
            </a:extLst>
          </p:cNvPr>
          <p:cNvSpPr>
            <a:spLocks xmlns:a="http://schemas.openxmlformats.org/drawingml/2006/main" noGrp="1"/>
          </p:cNvSpPr>
          <p:nvPr/>
        </p:nvSpPr>
        <p:spPr>
          <a:xfrm xmlns:a="http://schemas.openxmlformats.org/drawingml/2006/main">
            <a:off x="2910902" y="275415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09BD575C-F2EA-4B23-99B1-06138A7320E0}"/>
              </a:ext>
            </a:extLst>
          </p:cNvPr>
          <p:cNvSpPr>
            <a:spLocks xmlns:a="http://schemas.openxmlformats.org/drawingml/2006/main" noGrp="1"/>
          </p:cNvSpPr>
          <p:nvPr/>
        </p:nvSpPr>
        <p:spPr>
          <a:xfrm xmlns:a="http://schemas.openxmlformats.org/drawingml/2006/main">
            <a:off x="4378493"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1FB48C78-4F4C-4583-8A17-CD2F15EF3D2D}"/>
              </a:ext>
            </a:extLst>
          </p:cNvPr>
          <p:cNvSpPr>
            <a:spLocks xmlns:a="http://schemas.openxmlformats.org/drawingml/2006/main" noGrp="1"/>
          </p:cNvSpPr>
          <p:nvPr/>
        </p:nvSpPr>
        <p:spPr>
          <a:xfrm xmlns:a="http://schemas.openxmlformats.org/drawingml/2006/main">
            <a:off x="4084975"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CB8255A7-3645-4453-9516-F4D570A34D4D}"/>
              </a:ext>
            </a:extLst>
          </p:cNvPr>
          <p:cNvSpPr>
            <a:spLocks xmlns:a="http://schemas.openxmlformats.org/drawingml/2006/main" noGrp="1"/>
          </p:cNvSpPr>
          <p:nvPr/>
        </p:nvSpPr>
        <p:spPr>
          <a:xfrm xmlns:a="http://schemas.openxmlformats.org/drawingml/2006/main">
            <a:off x="3497939"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9E6C305A-55C5-45D7-A359-29105193D2E7}"/>
              </a:ext>
            </a:extLst>
          </p:cNvPr>
          <p:cNvSpPr>
            <a:spLocks xmlns:a="http://schemas.openxmlformats.org/drawingml/2006/main" noGrp="1"/>
          </p:cNvSpPr>
          <p:nvPr/>
        </p:nvSpPr>
        <p:spPr>
          <a:xfrm xmlns:a="http://schemas.openxmlformats.org/drawingml/2006/main">
            <a:off x="3424559"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1C455AC4-575B-425A-9437-1DAC3872FCA4}"/>
              </a:ext>
            </a:extLst>
          </p:cNvPr>
          <p:cNvSpPr>
            <a:spLocks xmlns:a="http://schemas.openxmlformats.org/drawingml/2006/main" noGrp="1"/>
          </p:cNvSpPr>
          <p:nvPr/>
        </p:nvSpPr>
        <p:spPr>
          <a:xfrm xmlns:a="http://schemas.openxmlformats.org/drawingml/2006/main">
            <a:off x="2910902"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8139C15A-F476-4DF6-82C2-F793649A080A}"/>
              </a:ext>
            </a:extLst>
          </p:cNvPr>
          <p:cNvSpPr>
            <a:spLocks xmlns:a="http://schemas.openxmlformats.org/drawingml/2006/main" noGrp="1"/>
          </p:cNvSpPr>
          <p:nvPr/>
        </p:nvSpPr>
        <p:spPr>
          <a:xfrm xmlns:a="http://schemas.openxmlformats.org/drawingml/2006/main">
            <a:off x="2030348"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757D5487-15BA-4488-8CEB-6E75678E80D8}"/>
              </a:ext>
            </a:extLst>
          </p:cNvPr>
          <p:cNvSpPr>
            <a:spLocks xmlns:a="http://schemas.openxmlformats.org/drawingml/2006/main" noGrp="1"/>
          </p:cNvSpPr>
          <p:nvPr/>
        </p:nvSpPr>
        <p:spPr>
          <a:xfrm xmlns:a="http://schemas.openxmlformats.org/drawingml/2006/main">
            <a:off x="3424559"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D0D492E4-99B2-46FC-B9AD-E393A3CB53F2}"/>
              </a:ext>
            </a:extLst>
          </p:cNvPr>
          <p:cNvSpPr>
            <a:spLocks xmlns:a="http://schemas.openxmlformats.org/drawingml/2006/main" noGrp="1"/>
          </p:cNvSpPr>
          <p:nvPr/>
        </p:nvSpPr>
        <p:spPr>
          <a:xfrm xmlns:a="http://schemas.openxmlformats.org/drawingml/2006/main">
            <a:off x="3351180"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C51651D0-A149-4E3F-9246-006B2B42F39E}"/>
              </a:ext>
            </a:extLst>
          </p:cNvPr>
          <p:cNvSpPr>
            <a:spLocks xmlns:a="http://schemas.openxmlformats.org/drawingml/2006/main" noGrp="1"/>
          </p:cNvSpPr>
          <p:nvPr/>
        </p:nvSpPr>
        <p:spPr>
          <a:xfrm xmlns:a="http://schemas.openxmlformats.org/drawingml/2006/main">
            <a:off x="3277800"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FDA4DCBE-C430-4DBC-A1D3-D7AA6594CAAB}"/>
              </a:ext>
            </a:extLst>
          </p:cNvPr>
          <p:cNvSpPr>
            <a:spLocks xmlns:a="http://schemas.openxmlformats.org/drawingml/2006/main" noGrp="1"/>
          </p:cNvSpPr>
          <p:nvPr/>
        </p:nvSpPr>
        <p:spPr>
          <a:xfrm xmlns:a="http://schemas.openxmlformats.org/drawingml/2006/main">
            <a:off x="3351180"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3D06AB4A-51D9-44E1-851A-EE986A14AD67}"/>
              </a:ext>
            </a:extLst>
          </p:cNvPr>
          <p:cNvSpPr>
            <a:spLocks xmlns:a="http://schemas.openxmlformats.org/drawingml/2006/main" noGrp="1"/>
          </p:cNvSpPr>
          <p:nvPr/>
        </p:nvSpPr>
        <p:spPr>
          <a:xfrm xmlns:a="http://schemas.openxmlformats.org/drawingml/2006/main">
            <a:off x="2030348"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B3FE2CD7-ACEE-451C-843C-9FE6980BACC6}"/>
              </a:ext>
            </a:extLst>
          </p:cNvPr>
          <p:cNvSpPr>
            <a:spLocks xmlns:a="http://schemas.openxmlformats.org/drawingml/2006/main" noGrp="1"/>
          </p:cNvSpPr>
          <p:nvPr/>
        </p:nvSpPr>
        <p:spPr>
          <a:xfrm xmlns:a="http://schemas.openxmlformats.org/drawingml/2006/main">
            <a:off x="3204421" y="4010005"/>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C00302A7-8E0A-4D73-A0CD-721A6B0EA551}"/>
              </a:ext>
            </a:extLst>
          </p:cNvPr>
          <p:cNvSpPr>
            <a:spLocks xmlns:a="http://schemas.openxmlformats.org/drawingml/2006/main" noGrp="1"/>
          </p:cNvSpPr>
          <p:nvPr/>
        </p:nvSpPr>
        <p:spPr>
          <a:xfrm xmlns:a="http://schemas.openxmlformats.org/drawingml/2006/main">
            <a:off x="3351180"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42E0437A-40E5-435A-81D8-7F3224DF20F6}"/>
              </a:ext>
            </a:extLst>
          </p:cNvPr>
          <p:cNvSpPr>
            <a:spLocks xmlns:a="http://schemas.openxmlformats.org/drawingml/2006/main" noGrp="1"/>
          </p:cNvSpPr>
          <p:nvPr/>
        </p:nvSpPr>
        <p:spPr>
          <a:xfrm xmlns:a="http://schemas.openxmlformats.org/drawingml/2006/main">
            <a:off x="4084975"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75B5471E-CE87-4BDD-9908-C5CC7CA37725}"/>
              </a:ext>
            </a:extLst>
          </p:cNvPr>
          <p:cNvSpPr>
            <a:spLocks xmlns:a="http://schemas.openxmlformats.org/drawingml/2006/main" noGrp="1"/>
          </p:cNvSpPr>
          <p:nvPr/>
        </p:nvSpPr>
        <p:spPr>
          <a:xfrm xmlns:a="http://schemas.openxmlformats.org/drawingml/2006/main">
            <a:off x="3204421"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52758478-D255-492F-8CDA-EE9AA2FF5A6A}"/>
              </a:ext>
            </a:extLst>
          </p:cNvPr>
          <p:cNvSpPr>
            <a:spLocks xmlns:a="http://schemas.openxmlformats.org/drawingml/2006/main" noGrp="1"/>
          </p:cNvSpPr>
          <p:nvPr/>
        </p:nvSpPr>
        <p:spPr>
          <a:xfrm xmlns:a="http://schemas.openxmlformats.org/drawingml/2006/main">
            <a:off x="3864836"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623CA3DF-3E79-45DC-A51A-E117CB571A1F}"/>
              </a:ext>
            </a:extLst>
          </p:cNvPr>
          <p:cNvSpPr>
            <a:spLocks xmlns:a="http://schemas.openxmlformats.org/drawingml/2006/main" noGrp="1"/>
          </p:cNvSpPr>
          <p:nvPr/>
        </p:nvSpPr>
        <p:spPr>
          <a:xfrm xmlns:a="http://schemas.openxmlformats.org/drawingml/2006/main">
            <a:off x="3351180"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B6F3291F-09AF-45AA-BE59-D36679BA2849}"/>
              </a:ext>
            </a:extLst>
          </p:cNvPr>
          <p:cNvSpPr>
            <a:spLocks xmlns:a="http://schemas.openxmlformats.org/drawingml/2006/main" noGrp="1"/>
          </p:cNvSpPr>
          <p:nvPr/>
        </p:nvSpPr>
        <p:spPr>
          <a:xfrm xmlns:a="http://schemas.openxmlformats.org/drawingml/2006/main">
            <a:off x="3204421" y="268027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B5EBC293-54F1-41FC-8F5E-C54DB5ABE8AE}"/>
              </a:ext>
            </a:extLst>
          </p:cNvPr>
          <p:cNvSpPr>
            <a:spLocks xmlns:a="http://schemas.openxmlformats.org/drawingml/2006/main" noGrp="1"/>
          </p:cNvSpPr>
          <p:nvPr/>
        </p:nvSpPr>
        <p:spPr>
          <a:xfrm xmlns:a="http://schemas.openxmlformats.org/drawingml/2006/main">
            <a:off x="3938216"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200B91FC-0053-441A-AAFB-544F80DF2115}"/>
              </a:ext>
            </a:extLst>
          </p:cNvPr>
          <p:cNvSpPr>
            <a:spLocks xmlns:a="http://schemas.openxmlformats.org/drawingml/2006/main" noGrp="1"/>
          </p:cNvSpPr>
          <p:nvPr/>
        </p:nvSpPr>
        <p:spPr>
          <a:xfrm xmlns:a="http://schemas.openxmlformats.org/drawingml/2006/main">
            <a:off x="2690764"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3C433D87-B498-42E3-8D39-DA89DF42FDF7}"/>
              </a:ext>
            </a:extLst>
          </p:cNvPr>
          <p:cNvSpPr>
            <a:spLocks xmlns:a="http://schemas.openxmlformats.org/drawingml/2006/main" noGrp="1"/>
          </p:cNvSpPr>
          <p:nvPr/>
        </p:nvSpPr>
        <p:spPr>
          <a:xfrm xmlns:a="http://schemas.openxmlformats.org/drawingml/2006/main">
            <a:off x="2984282" y="290190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C60F35C0-1B6F-48FA-9452-27834AF96EB0}"/>
              </a:ext>
            </a:extLst>
          </p:cNvPr>
          <p:cNvSpPr>
            <a:spLocks xmlns:a="http://schemas.openxmlformats.org/drawingml/2006/main" noGrp="1"/>
          </p:cNvSpPr>
          <p:nvPr/>
        </p:nvSpPr>
        <p:spPr>
          <a:xfrm xmlns:a="http://schemas.openxmlformats.org/drawingml/2006/main">
            <a:off x="3277800" y="415775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E8040865-E11E-4346-B5B7-0CD580B9CBA9}"/>
              </a:ext>
            </a:extLst>
          </p:cNvPr>
          <p:cNvSpPr>
            <a:spLocks xmlns:a="http://schemas.openxmlformats.org/drawingml/2006/main" noGrp="1"/>
          </p:cNvSpPr>
          <p:nvPr/>
        </p:nvSpPr>
        <p:spPr>
          <a:xfrm xmlns:a="http://schemas.openxmlformats.org/drawingml/2006/main">
            <a:off x="3131041" y="408387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E6F4"/>
          </a:solidFill>
          <a:ln xmlns:a="http://schemas.openxmlformats.org/drawingml/2006/main" w="2121">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5737EEC1-AA6F-47B0-A652-C5F89BA76191}"/>
              </a:ext>
            </a:extLst>
          </p:cNvPr>
          <p:cNvSpPr>
            <a:spLocks xmlns:a="http://schemas.openxmlformats.org/drawingml/2006/main" noGrp="1"/>
          </p:cNvSpPr>
          <p:nvPr/>
        </p:nvSpPr>
        <p:spPr>
          <a:xfrm xmlns:a="http://schemas.openxmlformats.org/drawingml/2006/main">
            <a:off x="2690764"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B356BF1F-AE4D-463E-9D2D-FC4946AE0CE0}"/>
              </a:ext>
            </a:extLst>
          </p:cNvPr>
          <p:cNvSpPr>
            <a:spLocks xmlns:a="http://schemas.openxmlformats.org/drawingml/2006/main" noGrp="1"/>
          </p:cNvSpPr>
          <p:nvPr/>
        </p:nvSpPr>
        <p:spPr>
          <a:xfrm xmlns:a="http://schemas.openxmlformats.org/drawingml/2006/main">
            <a:off x="2837523"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99237B31-91C2-4B0A-8BC1-EB390E8B236E}"/>
              </a:ext>
            </a:extLst>
          </p:cNvPr>
          <p:cNvSpPr>
            <a:spLocks xmlns:a="http://schemas.openxmlformats.org/drawingml/2006/main" noGrp="1"/>
          </p:cNvSpPr>
          <p:nvPr/>
        </p:nvSpPr>
        <p:spPr>
          <a:xfrm xmlns:a="http://schemas.openxmlformats.org/drawingml/2006/main">
            <a:off x="4525252"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13296C0F-614A-4265-98FB-3432D2A73C29}"/>
              </a:ext>
            </a:extLst>
          </p:cNvPr>
          <p:cNvSpPr>
            <a:spLocks xmlns:a="http://schemas.openxmlformats.org/drawingml/2006/main" noGrp="1"/>
          </p:cNvSpPr>
          <p:nvPr/>
        </p:nvSpPr>
        <p:spPr>
          <a:xfrm xmlns:a="http://schemas.openxmlformats.org/drawingml/2006/main">
            <a:off x="4525252"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35DDA3B8-FC5D-4D6F-BA16-F853F31C5D06}"/>
              </a:ext>
            </a:extLst>
          </p:cNvPr>
          <p:cNvSpPr>
            <a:spLocks xmlns:a="http://schemas.openxmlformats.org/drawingml/2006/main" noGrp="1"/>
          </p:cNvSpPr>
          <p:nvPr/>
        </p:nvSpPr>
        <p:spPr>
          <a:xfrm xmlns:a="http://schemas.openxmlformats.org/drawingml/2006/main">
            <a:off x="3277800"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7611600C-4FC0-4A87-A6BE-6C33638DEE57}"/>
              </a:ext>
            </a:extLst>
          </p:cNvPr>
          <p:cNvSpPr>
            <a:spLocks xmlns:a="http://schemas.openxmlformats.org/drawingml/2006/main" noGrp="1"/>
          </p:cNvSpPr>
          <p:nvPr/>
        </p:nvSpPr>
        <p:spPr>
          <a:xfrm xmlns:a="http://schemas.openxmlformats.org/drawingml/2006/main">
            <a:off x="2764143" y="334514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E6F4"/>
          </a:solidFill>
          <a:ln xmlns:a="http://schemas.openxmlformats.org/drawingml/2006/main" w="2121">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811DC08B-30E4-4259-ACFB-C68CEB846AF0}"/>
              </a:ext>
            </a:extLst>
          </p:cNvPr>
          <p:cNvSpPr>
            <a:spLocks xmlns:a="http://schemas.openxmlformats.org/drawingml/2006/main" noGrp="1"/>
          </p:cNvSpPr>
          <p:nvPr/>
        </p:nvSpPr>
        <p:spPr>
          <a:xfrm xmlns:a="http://schemas.openxmlformats.org/drawingml/2006/main">
            <a:off x="2617384"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E6F4"/>
          </a:solidFill>
          <a:ln xmlns:a="http://schemas.openxmlformats.org/drawingml/2006/main" w="2121">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41CE4E91-59F2-40D9-A96F-77E5D97A52E4}"/>
              </a:ext>
            </a:extLst>
          </p:cNvPr>
          <p:cNvSpPr>
            <a:spLocks xmlns:a="http://schemas.openxmlformats.org/drawingml/2006/main" noGrp="1"/>
          </p:cNvSpPr>
          <p:nvPr/>
        </p:nvSpPr>
        <p:spPr>
          <a:xfrm xmlns:a="http://schemas.openxmlformats.org/drawingml/2006/main">
            <a:off x="3571318" y="327126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BCD15841-7EAA-4AE2-9D0E-E6C80038CAC8}"/>
              </a:ext>
            </a:extLst>
          </p:cNvPr>
          <p:cNvSpPr>
            <a:spLocks xmlns:a="http://schemas.openxmlformats.org/drawingml/2006/main" noGrp="1"/>
          </p:cNvSpPr>
          <p:nvPr/>
        </p:nvSpPr>
        <p:spPr>
          <a:xfrm xmlns:a="http://schemas.openxmlformats.org/drawingml/2006/main">
            <a:off x="3864836" y="3049647"/>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E6E84D24-4D22-40C0-AAE3-3D7BA5F4BFE1}"/>
              </a:ext>
            </a:extLst>
          </p:cNvPr>
          <p:cNvSpPr>
            <a:spLocks xmlns:a="http://schemas.openxmlformats.org/drawingml/2006/main" noGrp="1"/>
          </p:cNvSpPr>
          <p:nvPr/>
        </p:nvSpPr>
        <p:spPr>
          <a:xfrm xmlns:a="http://schemas.openxmlformats.org/drawingml/2006/main">
            <a:off x="3938216"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3936C2EA-58CA-4F70-8F4B-ADE2248F4C15}"/>
              </a:ext>
            </a:extLst>
          </p:cNvPr>
          <p:cNvSpPr>
            <a:spLocks xmlns:a="http://schemas.openxmlformats.org/drawingml/2006/main" noGrp="1"/>
          </p:cNvSpPr>
          <p:nvPr/>
        </p:nvSpPr>
        <p:spPr>
          <a:xfrm xmlns:a="http://schemas.openxmlformats.org/drawingml/2006/main">
            <a:off x="2397246"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E6F4"/>
          </a:solidFill>
          <a:ln xmlns:a="http://schemas.openxmlformats.org/drawingml/2006/main" w="2121">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4C25E3CD-9350-4E0C-927C-FF1F39196E28}"/>
              </a:ext>
            </a:extLst>
          </p:cNvPr>
          <p:cNvSpPr>
            <a:spLocks xmlns:a="http://schemas.openxmlformats.org/drawingml/2006/main" noGrp="1"/>
          </p:cNvSpPr>
          <p:nvPr/>
        </p:nvSpPr>
        <p:spPr>
          <a:xfrm xmlns:a="http://schemas.openxmlformats.org/drawingml/2006/main">
            <a:off x="2690764"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6E3F4"/>
          </a:solidFill>
          <a:ln xmlns:a="http://schemas.openxmlformats.org/drawingml/2006/main" w="2121">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21FC0CB8-EC70-4F7C-A9A1-55300564D8A9}"/>
              </a:ext>
            </a:extLst>
          </p:cNvPr>
          <p:cNvSpPr>
            <a:spLocks xmlns:a="http://schemas.openxmlformats.org/drawingml/2006/main" noGrp="1"/>
          </p:cNvSpPr>
          <p:nvPr/>
        </p:nvSpPr>
        <p:spPr>
          <a:xfrm xmlns:a="http://schemas.openxmlformats.org/drawingml/2006/main">
            <a:off x="2984282" y="268027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E6F4"/>
          </a:solidFill>
          <a:ln xmlns:a="http://schemas.openxmlformats.org/drawingml/2006/main" w="2121">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9B6AA074-5822-4718-83F6-400D878D9EE1}"/>
              </a:ext>
            </a:extLst>
          </p:cNvPr>
          <p:cNvSpPr>
            <a:spLocks xmlns:a="http://schemas.openxmlformats.org/drawingml/2006/main" noGrp="1"/>
          </p:cNvSpPr>
          <p:nvPr/>
        </p:nvSpPr>
        <p:spPr>
          <a:xfrm xmlns:a="http://schemas.openxmlformats.org/drawingml/2006/main">
            <a:off x="3791457"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9E4F4"/>
          </a:solidFill>
          <a:ln xmlns:a="http://schemas.openxmlformats.org/drawingml/2006/main" w="2121">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9DFDD24D-3E7B-4FEA-80D6-8E428454CF89}"/>
              </a:ext>
            </a:extLst>
          </p:cNvPr>
          <p:cNvSpPr>
            <a:spLocks xmlns:a="http://schemas.openxmlformats.org/drawingml/2006/main" noGrp="1"/>
          </p:cNvSpPr>
          <p:nvPr/>
        </p:nvSpPr>
        <p:spPr>
          <a:xfrm xmlns:a="http://schemas.openxmlformats.org/drawingml/2006/main">
            <a:off x="3718077" y="378838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9E4F4"/>
          </a:solidFill>
          <a:ln xmlns:a="http://schemas.openxmlformats.org/drawingml/2006/main" w="2121">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3DCC2FE4-31B1-4E4A-9D62-E271AB5AB106}"/>
              </a:ext>
            </a:extLst>
          </p:cNvPr>
          <p:cNvSpPr>
            <a:spLocks xmlns:a="http://schemas.openxmlformats.org/drawingml/2006/main" noGrp="1"/>
          </p:cNvSpPr>
          <p:nvPr/>
        </p:nvSpPr>
        <p:spPr>
          <a:xfrm xmlns:a="http://schemas.openxmlformats.org/drawingml/2006/main">
            <a:off x="3497939" y="3123521"/>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E4EAF4"/>
          </a:solidFill>
          <a:ln xmlns:a="http://schemas.openxmlformats.org/drawingml/2006/main" w="2121">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2A6C8E96-8B34-4F6C-A4D8-9C1EC6D72F2C}"/>
              </a:ext>
            </a:extLst>
          </p:cNvPr>
          <p:cNvSpPr>
            <a:spLocks xmlns:a="http://schemas.openxmlformats.org/drawingml/2006/main" noGrp="1"/>
          </p:cNvSpPr>
          <p:nvPr/>
        </p:nvSpPr>
        <p:spPr>
          <a:xfrm xmlns:a="http://schemas.openxmlformats.org/drawingml/2006/main">
            <a:off x="4525252" y="3566763"/>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CDDF4"/>
          </a:solidFill>
          <a:ln xmlns:a="http://schemas.openxmlformats.org/drawingml/2006/main" w="2121">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B13B677E-E811-4159-BC23-9DF2CE38DD4B}"/>
              </a:ext>
            </a:extLst>
          </p:cNvPr>
          <p:cNvSpPr>
            <a:spLocks xmlns:a="http://schemas.openxmlformats.org/drawingml/2006/main" noGrp="1"/>
          </p:cNvSpPr>
          <p:nvPr/>
        </p:nvSpPr>
        <p:spPr>
          <a:xfrm xmlns:a="http://schemas.openxmlformats.org/drawingml/2006/main">
            <a:off x="3424559" y="3197394"/>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EDEF4"/>
          </a:solidFill>
          <a:ln xmlns:a="http://schemas.openxmlformats.org/drawingml/2006/main" w="2121">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3C53310F-0981-46F4-8DCF-18A7017F644D}"/>
              </a:ext>
            </a:extLst>
          </p:cNvPr>
          <p:cNvSpPr>
            <a:spLocks xmlns:a="http://schemas.openxmlformats.org/drawingml/2006/main" noGrp="1"/>
          </p:cNvSpPr>
          <p:nvPr/>
        </p:nvSpPr>
        <p:spPr>
          <a:xfrm xmlns:a="http://schemas.openxmlformats.org/drawingml/2006/main">
            <a:off x="1663450" y="3862258"/>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E6F4"/>
          </a:solidFill>
          <a:ln xmlns:a="http://schemas.openxmlformats.org/drawingml/2006/main" w="2121">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BE5F8294-75D2-4972-813C-8A2B6F421879}"/>
              </a:ext>
            </a:extLst>
          </p:cNvPr>
          <p:cNvSpPr>
            <a:spLocks xmlns:a="http://schemas.openxmlformats.org/drawingml/2006/main" noGrp="1"/>
          </p:cNvSpPr>
          <p:nvPr/>
        </p:nvSpPr>
        <p:spPr>
          <a:xfrm xmlns:a="http://schemas.openxmlformats.org/drawingml/2006/main">
            <a:off x="1590070" y="3936132"/>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E6F4"/>
          </a:solidFill>
          <a:ln xmlns:a="http://schemas.openxmlformats.org/drawingml/2006/main" w="2121">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2DF961AC-1D04-48D7-9ECB-EAA3FEBEA109}"/>
              </a:ext>
            </a:extLst>
          </p:cNvPr>
          <p:cNvSpPr>
            <a:spLocks xmlns:a="http://schemas.openxmlformats.org/drawingml/2006/main" noGrp="1"/>
          </p:cNvSpPr>
          <p:nvPr/>
        </p:nvSpPr>
        <p:spPr>
          <a:xfrm xmlns:a="http://schemas.openxmlformats.org/drawingml/2006/main">
            <a:off x="4598632"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E6F4"/>
          </a:solidFill>
          <a:ln xmlns:a="http://schemas.openxmlformats.org/drawingml/2006/main" w="2121">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FF9207A8-C42B-46BC-B4AB-26B2278C9E49}"/>
              </a:ext>
            </a:extLst>
          </p:cNvPr>
          <p:cNvSpPr>
            <a:spLocks xmlns:a="http://schemas.openxmlformats.org/drawingml/2006/main" noGrp="1"/>
          </p:cNvSpPr>
          <p:nvPr/>
        </p:nvSpPr>
        <p:spPr>
          <a:xfrm xmlns:a="http://schemas.openxmlformats.org/drawingml/2006/main">
            <a:off x="4525252" y="3492889"/>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DCE6F4"/>
          </a:solidFill>
          <a:ln xmlns:a="http://schemas.openxmlformats.org/drawingml/2006/main" w="2121">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A47C78BD-4846-4321-A3D8-0603B89D6081}"/>
              </a:ext>
            </a:extLst>
          </p:cNvPr>
          <p:cNvSpPr>
            <a:spLocks xmlns:a="http://schemas.openxmlformats.org/drawingml/2006/main" noGrp="1"/>
          </p:cNvSpPr>
          <p:nvPr/>
        </p:nvSpPr>
        <p:spPr>
          <a:xfrm xmlns:a="http://schemas.openxmlformats.org/drawingml/2006/main">
            <a:off x="4451873"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CDDF4"/>
          </a:solidFill>
          <a:ln xmlns:a="http://schemas.openxmlformats.org/drawingml/2006/main" w="2121">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7A42F547-81E8-460F-9E41-8CA2DA1A6A4D}"/>
              </a:ext>
            </a:extLst>
          </p:cNvPr>
          <p:cNvSpPr>
            <a:spLocks xmlns:a="http://schemas.openxmlformats.org/drawingml/2006/main" noGrp="1"/>
          </p:cNvSpPr>
          <p:nvPr/>
        </p:nvSpPr>
        <p:spPr>
          <a:xfrm xmlns:a="http://schemas.openxmlformats.org/drawingml/2006/main">
            <a:off x="2764143"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DDDF4"/>
          </a:solidFill>
          <a:ln xmlns:a="http://schemas.openxmlformats.org/drawingml/2006/main" w="2121">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5C45F675-F2BF-4CC4-BEA2-21E2E8EC1A31}"/>
              </a:ext>
            </a:extLst>
          </p:cNvPr>
          <p:cNvSpPr>
            <a:spLocks xmlns:a="http://schemas.openxmlformats.org/drawingml/2006/main" noGrp="1"/>
          </p:cNvSpPr>
          <p:nvPr/>
        </p:nvSpPr>
        <p:spPr>
          <a:xfrm xmlns:a="http://schemas.openxmlformats.org/drawingml/2006/main">
            <a:off x="4598632" y="3419016"/>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CCDDF4"/>
          </a:solidFill>
          <a:ln xmlns:a="http://schemas.openxmlformats.org/drawingml/2006/main" w="2121">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2B68EC8F-548A-44EF-81AA-45AD28FACEDF}"/>
              </a:ext>
            </a:extLst>
          </p:cNvPr>
          <p:cNvSpPr>
            <a:spLocks xmlns:a="http://schemas.openxmlformats.org/drawingml/2006/main" noGrp="1"/>
          </p:cNvSpPr>
          <p:nvPr/>
        </p:nvSpPr>
        <p:spPr>
          <a:xfrm xmlns:a="http://schemas.openxmlformats.org/drawingml/2006/main">
            <a:off x="4378493" y="3714510"/>
            <a:ext cx="73380" cy="73874"/>
          </a:xfrm>
          <a:custGeom xmlns:a="http://schemas.openxmlformats.org/drawingml/2006/main">
            <a:pathLst>
              <a:path w="98853" h="99518">
                <a:moveTo>
                  <a:pt x="0" y="99518"/>
                </a:moveTo>
                <a:lnTo>
                  <a:pt x="98853" y="99518"/>
                </a:lnTo>
                <a:lnTo>
                  <a:pt x="98853" y="0"/>
                </a:lnTo>
                <a:lnTo>
                  <a:pt x="0" y="0"/>
                </a:lnTo>
                <a:close/>
              </a:path>
            </a:pathLst>
          </a:custGeom>
          <a:solidFill xmlns:a="http://schemas.openxmlformats.org/drawingml/2006/main">
            <a:srgbClr val="ADCAF3"/>
          </a:solidFill>
          <a:ln xmlns:a="http://schemas.openxmlformats.org/drawingml/2006/main" w="2121">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C67A6F50-7DE5-41BC-A441-A48992F3127B}"/>
              </a:ext>
            </a:extLst>
          </p:cNvPr>
          <p:cNvSpPr>
            <a:spLocks xmlns:a="http://schemas.openxmlformats.org/drawingml/2006/main" noGrp="1"/>
          </p:cNvSpPr>
          <p:nvPr/>
        </p:nvSpPr>
        <p:spPr>
          <a:xfrm xmlns:a="http://schemas.openxmlformats.org/drawingml/2006/main">
            <a:off x="3216363" y="4317690"/>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37" name="Editable chart path">
            <a:extLst xmlns:a="http://schemas.openxmlformats.org/drawingml/2006/main">
              <a:ext uri="{FF2B5EF4-FFF2-40B4-BE49-F238E27FC236}">
                <a16:creationId xmlns:a16="http://schemas.microsoft.com/office/drawing/2014/main" id="{E5D9102B-3660-4FC2-BE78-62ACC3C7410C}"/>
              </a:ext>
            </a:extLst>
          </p:cNvPr>
          <p:cNvSpPr>
            <a:spLocks xmlns:a="http://schemas.openxmlformats.org/drawingml/2006/main" noGrp="1"/>
          </p:cNvSpPr>
          <p:nvPr/>
        </p:nvSpPr>
        <p:spPr>
          <a:xfrm xmlns:a="http://schemas.openxmlformats.org/drawingml/2006/main">
            <a:off x="3876779" y="3283458"/>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38" name="Editable chart path">
            <a:extLst xmlns:a="http://schemas.openxmlformats.org/drawingml/2006/main">
              <a:ext uri="{FF2B5EF4-FFF2-40B4-BE49-F238E27FC236}">
                <a16:creationId xmlns:a16="http://schemas.microsoft.com/office/drawing/2014/main" id="{9FCC31A1-D48D-4E91-9124-D3CAD07D566D}"/>
              </a:ext>
            </a:extLst>
          </p:cNvPr>
          <p:cNvSpPr>
            <a:spLocks xmlns:a="http://schemas.openxmlformats.org/drawingml/2006/main" noGrp="1"/>
          </p:cNvSpPr>
          <p:nvPr/>
        </p:nvSpPr>
        <p:spPr>
          <a:xfrm xmlns:a="http://schemas.openxmlformats.org/drawingml/2006/main">
            <a:off x="4243677" y="3578953"/>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39" name="Editable chart path">
            <a:extLst xmlns:a="http://schemas.openxmlformats.org/drawingml/2006/main">
              <a:ext uri="{FF2B5EF4-FFF2-40B4-BE49-F238E27FC236}">
                <a16:creationId xmlns:a16="http://schemas.microsoft.com/office/drawing/2014/main" id="{8B6ACAC5-4C05-4CD1-A36D-D16E4F062A5C}"/>
              </a:ext>
            </a:extLst>
          </p:cNvPr>
          <p:cNvSpPr>
            <a:spLocks xmlns:a="http://schemas.openxmlformats.org/drawingml/2006/main" noGrp="1"/>
          </p:cNvSpPr>
          <p:nvPr/>
        </p:nvSpPr>
        <p:spPr>
          <a:xfrm xmlns:a="http://schemas.openxmlformats.org/drawingml/2006/main">
            <a:off x="3363123" y="3874448"/>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40" name="Editable chart path">
            <a:extLst xmlns:a="http://schemas.openxmlformats.org/drawingml/2006/main">
              <a:ext uri="{FF2B5EF4-FFF2-40B4-BE49-F238E27FC236}">
                <a16:creationId xmlns:a16="http://schemas.microsoft.com/office/drawing/2014/main" id="{C8FFF9D3-52EE-4862-9AF9-2546C6CE1849}"/>
              </a:ext>
            </a:extLst>
          </p:cNvPr>
          <p:cNvSpPr>
            <a:spLocks xmlns:a="http://schemas.openxmlformats.org/drawingml/2006/main" noGrp="1"/>
          </p:cNvSpPr>
          <p:nvPr/>
        </p:nvSpPr>
        <p:spPr>
          <a:xfrm xmlns:a="http://schemas.openxmlformats.org/drawingml/2006/main">
            <a:off x="3289743" y="2766342"/>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41" name="Editable chart path">
            <a:extLst xmlns:a="http://schemas.openxmlformats.org/drawingml/2006/main">
              <a:ext uri="{FF2B5EF4-FFF2-40B4-BE49-F238E27FC236}">
                <a16:creationId xmlns:a16="http://schemas.microsoft.com/office/drawing/2014/main" id="{2D1ED990-A972-434E-A411-0CF4179B7400}"/>
              </a:ext>
            </a:extLst>
          </p:cNvPr>
          <p:cNvSpPr>
            <a:spLocks xmlns:a="http://schemas.openxmlformats.org/drawingml/2006/main" noGrp="1"/>
          </p:cNvSpPr>
          <p:nvPr/>
        </p:nvSpPr>
        <p:spPr>
          <a:xfrm xmlns:a="http://schemas.openxmlformats.org/drawingml/2006/main">
            <a:off x="4317057" y="3431206"/>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42" name="Editable chart path">
            <a:extLst xmlns:a="http://schemas.openxmlformats.org/drawingml/2006/main">
              <a:ext uri="{FF2B5EF4-FFF2-40B4-BE49-F238E27FC236}">
                <a16:creationId xmlns:a16="http://schemas.microsoft.com/office/drawing/2014/main" id="{E2C3286C-854A-498F-B215-3204040E9F2B}"/>
              </a:ext>
            </a:extLst>
          </p:cNvPr>
          <p:cNvSpPr>
            <a:spLocks xmlns:a="http://schemas.openxmlformats.org/drawingml/2006/main" noGrp="1"/>
          </p:cNvSpPr>
          <p:nvPr/>
        </p:nvSpPr>
        <p:spPr>
          <a:xfrm xmlns:a="http://schemas.openxmlformats.org/drawingml/2006/main">
            <a:off x="2482568" y="3283458"/>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43" name="Editable chart path">
            <a:extLst xmlns:a="http://schemas.openxmlformats.org/drawingml/2006/main">
              <a:ext uri="{FF2B5EF4-FFF2-40B4-BE49-F238E27FC236}">
                <a16:creationId xmlns:a16="http://schemas.microsoft.com/office/drawing/2014/main" id="{A67B08AD-F5CD-4A3F-90C1-4FF6086AB00B}"/>
              </a:ext>
            </a:extLst>
          </p:cNvPr>
          <p:cNvSpPr>
            <a:spLocks xmlns:a="http://schemas.openxmlformats.org/drawingml/2006/main" noGrp="1"/>
          </p:cNvSpPr>
          <p:nvPr/>
        </p:nvSpPr>
        <p:spPr>
          <a:xfrm xmlns:a="http://schemas.openxmlformats.org/drawingml/2006/main">
            <a:off x="3803400" y="3431206"/>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44" name="Editable chart path">
            <a:extLst xmlns:a="http://schemas.openxmlformats.org/drawingml/2006/main">
              <a:ext uri="{FF2B5EF4-FFF2-40B4-BE49-F238E27FC236}">
                <a16:creationId xmlns:a16="http://schemas.microsoft.com/office/drawing/2014/main" id="{627EF8CB-B8C4-44E8-AF56-A3DEA2929FF3}"/>
              </a:ext>
            </a:extLst>
          </p:cNvPr>
          <p:cNvSpPr>
            <a:spLocks xmlns:a="http://schemas.openxmlformats.org/drawingml/2006/main" noGrp="1"/>
          </p:cNvSpPr>
          <p:nvPr/>
        </p:nvSpPr>
        <p:spPr>
          <a:xfrm xmlns:a="http://schemas.openxmlformats.org/drawingml/2006/main">
            <a:off x="3509882" y="3578953"/>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45" name="Editable chart path">
            <a:extLst xmlns:a="http://schemas.openxmlformats.org/drawingml/2006/main">
              <a:ext uri="{FF2B5EF4-FFF2-40B4-BE49-F238E27FC236}">
                <a16:creationId xmlns:a16="http://schemas.microsoft.com/office/drawing/2014/main" id="{7D81ED48-F348-468B-B085-6C5DDFE7148B}"/>
              </a:ext>
            </a:extLst>
          </p:cNvPr>
          <p:cNvSpPr>
            <a:spLocks xmlns:a="http://schemas.openxmlformats.org/drawingml/2006/main" noGrp="1"/>
          </p:cNvSpPr>
          <p:nvPr/>
        </p:nvSpPr>
        <p:spPr>
          <a:xfrm xmlns:a="http://schemas.openxmlformats.org/drawingml/2006/main">
            <a:off x="2776086" y="3209584"/>
            <a:ext cx="49494" cy="49494"/>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5656">
            <a:solidFill>
              <a:srgbClr val="5A6683"/>
            </a:solidFill>
            <a:prstDash val="solid"/>
          </a:ln>
        </p:spPr>
      </p:sp>
      <p:sp>
        <p:nvSpPr>
          <p:cNvPr id="446" name="">
            <a:extLst xmlns:a="http://schemas.openxmlformats.org/drawingml/2006/main">
              <a:ext uri="{FF2B5EF4-FFF2-40B4-BE49-F238E27FC236}">
                <a16:creationId xmlns:a16="http://schemas.microsoft.com/office/drawing/2014/main" id="{805F0218-1D71-498D-B62A-0C66B6EF06EB}"/>
              </a:ext>
            </a:extLst>
          </p:cNvPr>
          <p:cNvSpPr>
            <a:spLocks xmlns:a="http://schemas.openxmlformats.org/drawingml/2006/main" noGrp="1"/>
          </p:cNvSpPr>
          <p:nvPr/>
        </p:nvSpPr>
        <p:spPr>
          <a:xfrm xmlns:a="http://schemas.openxmlformats.org/drawingml/2006/main">
            <a:off x="3161375" y="4267633"/>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7" name="">
            <a:extLst xmlns:a="http://schemas.openxmlformats.org/drawingml/2006/main">
              <a:ext uri="{FF2B5EF4-FFF2-40B4-BE49-F238E27FC236}">
                <a16:creationId xmlns:a16="http://schemas.microsoft.com/office/drawing/2014/main" id="{9CDA6211-C817-423F-BEB6-5AE902A60447}"/>
              </a:ext>
            </a:extLst>
          </p:cNvPr>
          <p:cNvSpPr>
            <a:spLocks xmlns:a="http://schemas.openxmlformats.org/drawingml/2006/main" noGrp="1"/>
          </p:cNvSpPr>
          <p:nvPr/>
        </p:nvSpPr>
        <p:spPr>
          <a:xfrm xmlns:a="http://schemas.openxmlformats.org/drawingml/2006/main">
            <a:off x="3161375" y="4277158"/>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48" name="">
            <a:extLst xmlns:a="http://schemas.openxmlformats.org/drawingml/2006/main">
              <a:ext uri="{FF2B5EF4-FFF2-40B4-BE49-F238E27FC236}">
                <a16:creationId xmlns:a16="http://schemas.microsoft.com/office/drawing/2014/main" id="{CFA1B6AF-096C-483E-A3E8-949222A2BA76}"/>
              </a:ext>
            </a:extLst>
          </p:cNvPr>
          <p:cNvSpPr>
            <a:spLocks xmlns:a="http://schemas.openxmlformats.org/drawingml/2006/main" noGrp="1"/>
          </p:cNvSpPr>
          <p:nvPr/>
        </p:nvSpPr>
        <p:spPr>
          <a:xfrm xmlns:a="http://schemas.openxmlformats.org/drawingml/2006/main">
            <a:off x="3824232" y="3233401"/>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9" name="">
            <a:extLst xmlns:a="http://schemas.openxmlformats.org/drawingml/2006/main">
              <a:ext uri="{FF2B5EF4-FFF2-40B4-BE49-F238E27FC236}">
                <a16:creationId xmlns:a16="http://schemas.microsoft.com/office/drawing/2014/main" id="{0DA69D66-4C1B-4540-AA4C-087D97D65E27}"/>
              </a:ext>
            </a:extLst>
          </p:cNvPr>
          <p:cNvSpPr>
            <a:spLocks xmlns:a="http://schemas.openxmlformats.org/drawingml/2006/main" noGrp="1"/>
          </p:cNvSpPr>
          <p:nvPr/>
        </p:nvSpPr>
        <p:spPr>
          <a:xfrm xmlns:a="http://schemas.openxmlformats.org/drawingml/2006/main">
            <a:off x="3824232" y="3242926"/>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50" name="">
            <a:extLst xmlns:a="http://schemas.openxmlformats.org/drawingml/2006/main">
              <a:ext uri="{FF2B5EF4-FFF2-40B4-BE49-F238E27FC236}">
                <a16:creationId xmlns:a16="http://schemas.microsoft.com/office/drawing/2014/main" id="{23C05E2F-29CE-427A-BF51-EF53CEEE6968}"/>
              </a:ext>
            </a:extLst>
          </p:cNvPr>
          <p:cNvSpPr>
            <a:spLocks xmlns:a="http://schemas.openxmlformats.org/drawingml/2006/main" noGrp="1"/>
          </p:cNvSpPr>
          <p:nvPr/>
        </p:nvSpPr>
        <p:spPr>
          <a:xfrm xmlns:a="http://schemas.openxmlformats.org/drawingml/2006/main">
            <a:off x="4191412" y="3528896"/>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1" name="">
            <a:extLst xmlns:a="http://schemas.openxmlformats.org/drawingml/2006/main">
              <a:ext uri="{FF2B5EF4-FFF2-40B4-BE49-F238E27FC236}">
                <a16:creationId xmlns:a16="http://schemas.microsoft.com/office/drawing/2014/main" id="{8DEE4088-42A5-40F9-848B-5D8B3159EDD4}"/>
              </a:ext>
            </a:extLst>
          </p:cNvPr>
          <p:cNvSpPr>
            <a:spLocks xmlns:a="http://schemas.openxmlformats.org/drawingml/2006/main" noGrp="1"/>
          </p:cNvSpPr>
          <p:nvPr/>
        </p:nvSpPr>
        <p:spPr>
          <a:xfrm xmlns:a="http://schemas.openxmlformats.org/drawingml/2006/main">
            <a:off x="4191412" y="3538421"/>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2" name="">
            <a:extLst xmlns:a="http://schemas.openxmlformats.org/drawingml/2006/main">
              <a:ext uri="{FF2B5EF4-FFF2-40B4-BE49-F238E27FC236}">
                <a16:creationId xmlns:a16="http://schemas.microsoft.com/office/drawing/2014/main" id="{FA6D6743-6401-4450-B9B4-660021144823}"/>
              </a:ext>
            </a:extLst>
          </p:cNvPr>
          <p:cNvSpPr>
            <a:spLocks xmlns:a="http://schemas.openxmlformats.org/drawingml/2006/main" noGrp="1"/>
          </p:cNvSpPr>
          <p:nvPr/>
        </p:nvSpPr>
        <p:spPr>
          <a:xfrm xmlns:a="http://schemas.openxmlformats.org/drawingml/2006/main">
            <a:off x="3310946" y="3824391"/>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3" name="">
            <a:extLst xmlns:a="http://schemas.openxmlformats.org/drawingml/2006/main">
              <a:ext uri="{FF2B5EF4-FFF2-40B4-BE49-F238E27FC236}">
                <a16:creationId xmlns:a16="http://schemas.microsoft.com/office/drawing/2014/main" id="{3D519C87-8BB7-4DF9-8186-23152B84573B}"/>
              </a:ext>
            </a:extLst>
          </p:cNvPr>
          <p:cNvSpPr>
            <a:spLocks xmlns:a="http://schemas.openxmlformats.org/drawingml/2006/main" noGrp="1"/>
          </p:cNvSpPr>
          <p:nvPr/>
        </p:nvSpPr>
        <p:spPr>
          <a:xfrm xmlns:a="http://schemas.openxmlformats.org/drawingml/2006/main">
            <a:off x="3310946" y="3833916"/>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4" name="">
            <a:extLst xmlns:a="http://schemas.openxmlformats.org/drawingml/2006/main">
              <a:ext uri="{FF2B5EF4-FFF2-40B4-BE49-F238E27FC236}">
                <a16:creationId xmlns:a16="http://schemas.microsoft.com/office/drawing/2014/main" id="{1B59C318-E2C2-4D2A-9BF2-979754A8F328}"/>
              </a:ext>
            </a:extLst>
          </p:cNvPr>
          <p:cNvSpPr>
            <a:spLocks xmlns:a="http://schemas.openxmlformats.org/drawingml/2006/main" noGrp="1"/>
          </p:cNvSpPr>
          <p:nvPr/>
        </p:nvSpPr>
        <p:spPr>
          <a:xfrm xmlns:a="http://schemas.openxmlformats.org/drawingml/2006/main">
            <a:off x="3237461" y="2716285"/>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5" name="">
            <a:extLst xmlns:a="http://schemas.openxmlformats.org/drawingml/2006/main">
              <a:ext uri="{FF2B5EF4-FFF2-40B4-BE49-F238E27FC236}">
                <a16:creationId xmlns:a16="http://schemas.microsoft.com/office/drawing/2014/main" id="{FE142710-111F-4024-A25A-BBE3DF050F12}"/>
              </a:ext>
            </a:extLst>
          </p:cNvPr>
          <p:cNvSpPr>
            <a:spLocks xmlns:a="http://schemas.openxmlformats.org/drawingml/2006/main" noGrp="1"/>
          </p:cNvSpPr>
          <p:nvPr/>
        </p:nvSpPr>
        <p:spPr>
          <a:xfrm xmlns:a="http://schemas.openxmlformats.org/drawingml/2006/main">
            <a:off x="3237461" y="2725810"/>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6" name="">
            <a:extLst xmlns:a="http://schemas.openxmlformats.org/drawingml/2006/main">
              <a:ext uri="{FF2B5EF4-FFF2-40B4-BE49-F238E27FC236}">
                <a16:creationId xmlns:a16="http://schemas.microsoft.com/office/drawing/2014/main" id="{091B4E3B-E72E-4A8E-9CEA-FE40968EA881}"/>
              </a:ext>
            </a:extLst>
          </p:cNvPr>
          <p:cNvSpPr>
            <a:spLocks xmlns:a="http://schemas.openxmlformats.org/drawingml/2006/main" noGrp="1"/>
          </p:cNvSpPr>
          <p:nvPr/>
        </p:nvSpPr>
        <p:spPr>
          <a:xfrm xmlns:a="http://schemas.openxmlformats.org/drawingml/2006/main">
            <a:off x="4264952" y="338114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7" name="">
            <a:extLst xmlns:a="http://schemas.openxmlformats.org/drawingml/2006/main">
              <a:ext uri="{FF2B5EF4-FFF2-40B4-BE49-F238E27FC236}">
                <a16:creationId xmlns:a16="http://schemas.microsoft.com/office/drawing/2014/main" id="{7F0520D3-1EC1-4434-A70D-C8F2214B4D1A}"/>
              </a:ext>
            </a:extLst>
          </p:cNvPr>
          <p:cNvSpPr>
            <a:spLocks xmlns:a="http://schemas.openxmlformats.org/drawingml/2006/main" noGrp="1"/>
          </p:cNvSpPr>
          <p:nvPr/>
        </p:nvSpPr>
        <p:spPr>
          <a:xfrm xmlns:a="http://schemas.openxmlformats.org/drawingml/2006/main">
            <a:off x="4264952" y="339067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58" name="">
            <a:extLst xmlns:a="http://schemas.openxmlformats.org/drawingml/2006/main">
              <a:ext uri="{FF2B5EF4-FFF2-40B4-BE49-F238E27FC236}">
                <a16:creationId xmlns:a16="http://schemas.microsoft.com/office/drawing/2014/main" id="{911DE563-902D-47FF-B84F-D652F2C6D9EC}"/>
              </a:ext>
            </a:extLst>
          </p:cNvPr>
          <p:cNvSpPr>
            <a:spLocks xmlns:a="http://schemas.openxmlformats.org/drawingml/2006/main" noGrp="1"/>
          </p:cNvSpPr>
          <p:nvPr/>
        </p:nvSpPr>
        <p:spPr>
          <a:xfrm xmlns:a="http://schemas.openxmlformats.org/drawingml/2006/main">
            <a:off x="2430286" y="3233401"/>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9" name="">
            <a:extLst xmlns:a="http://schemas.openxmlformats.org/drawingml/2006/main">
              <a:ext uri="{FF2B5EF4-FFF2-40B4-BE49-F238E27FC236}">
                <a16:creationId xmlns:a16="http://schemas.microsoft.com/office/drawing/2014/main" id="{01100E92-4B1F-4CE8-A125-7CEC33600B71}"/>
              </a:ext>
            </a:extLst>
          </p:cNvPr>
          <p:cNvSpPr>
            <a:spLocks xmlns:a="http://schemas.openxmlformats.org/drawingml/2006/main" noGrp="1"/>
          </p:cNvSpPr>
          <p:nvPr/>
        </p:nvSpPr>
        <p:spPr>
          <a:xfrm xmlns:a="http://schemas.openxmlformats.org/drawingml/2006/main">
            <a:off x="2430286" y="3242926"/>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60" name="">
            <a:extLst xmlns:a="http://schemas.openxmlformats.org/drawingml/2006/main">
              <a:ext uri="{FF2B5EF4-FFF2-40B4-BE49-F238E27FC236}">
                <a16:creationId xmlns:a16="http://schemas.microsoft.com/office/drawing/2014/main" id="{129DE4A0-A2B4-4051-92C8-4E1D5D301CFB}"/>
              </a:ext>
            </a:extLst>
          </p:cNvPr>
          <p:cNvSpPr>
            <a:spLocks xmlns:a="http://schemas.openxmlformats.org/drawingml/2006/main" noGrp="1"/>
          </p:cNvSpPr>
          <p:nvPr/>
        </p:nvSpPr>
        <p:spPr>
          <a:xfrm xmlns:a="http://schemas.openxmlformats.org/drawingml/2006/main">
            <a:off x="3751240" y="338114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1" name="">
            <a:extLst xmlns:a="http://schemas.openxmlformats.org/drawingml/2006/main">
              <a:ext uri="{FF2B5EF4-FFF2-40B4-BE49-F238E27FC236}">
                <a16:creationId xmlns:a16="http://schemas.microsoft.com/office/drawing/2014/main" id="{5837A503-66E0-4F5A-B759-EB83252849D5}"/>
              </a:ext>
            </a:extLst>
          </p:cNvPr>
          <p:cNvSpPr>
            <a:spLocks xmlns:a="http://schemas.openxmlformats.org/drawingml/2006/main" noGrp="1"/>
          </p:cNvSpPr>
          <p:nvPr/>
        </p:nvSpPr>
        <p:spPr>
          <a:xfrm xmlns:a="http://schemas.openxmlformats.org/drawingml/2006/main">
            <a:off x="3751240" y="339067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2" name="">
            <a:extLst xmlns:a="http://schemas.openxmlformats.org/drawingml/2006/main">
              <a:ext uri="{FF2B5EF4-FFF2-40B4-BE49-F238E27FC236}">
                <a16:creationId xmlns:a16="http://schemas.microsoft.com/office/drawing/2014/main" id="{AFA1D2A1-107C-4E32-BB64-8E3A34AE5257}"/>
              </a:ext>
            </a:extLst>
          </p:cNvPr>
          <p:cNvSpPr>
            <a:spLocks xmlns:a="http://schemas.openxmlformats.org/drawingml/2006/main" noGrp="1"/>
          </p:cNvSpPr>
          <p:nvPr/>
        </p:nvSpPr>
        <p:spPr>
          <a:xfrm xmlns:a="http://schemas.openxmlformats.org/drawingml/2006/main">
            <a:off x="3457616" y="3528896"/>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3" name="">
            <a:extLst xmlns:a="http://schemas.openxmlformats.org/drawingml/2006/main">
              <a:ext uri="{FF2B5EF4-FFF2-40B4-BE49-F238E27FC236}">
                <a16:creationId xmlns:a16="http://schemas.microsoft.com/office/drawing/2014/main" id="{B7FE2D20-2C42-475A-85CA-69FA41B8B59F}"/>
              </a:ext>
            </a:extLst>
          </p:cNvPr>
          <p:cNvSpPr>
            <a:spLocks xmlns:a="http://schemas.openxmlformats.org/drawingml/2006/main" noGrp="1"/>
          </p:cNvSpPr>
          <p:nvPr/>
        </p:nvSpPr>
        <p:spPr>
          <a:xfrm xmlns:a="http://schemas.openxmlformats.org/drawingml/2006/main">
            <a:off x="3457616" y="3538421"/>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9</a:t>
            </a:r>
          </a:p>
        </p:txBody>
      </p:sp>
      <p:sp>
        <p:nvSpPr>
          <p:cNvPr id="464" name="">
            <a:extLst xmlns:a="http://schemas.openxmlformats.org/drawingml/2006/main">
              <a:ext uri="{FF2B5EF4-FFF2-40B4-BE49-F238E27FC236}">
                <a16:creationId xmlns:a16="http://schemas.microsoft.com/office/drawing/2014/main" id="{DAFB0AF4-890C-4AF7-B70D-BCAD3BFC65A6}"/>
              </a:ext>
            </a:extLst>
          </p:cNvPr>
          <p:cNvSpPr>
            <a:spLocks xmlns:a="http://schemas.openxmlformats.org/drawingml/2006/main" noGrp="1"/>
          </p:cNvSpPr>
          <p:nvPr/>
        </p:nvSpPr>
        <p:spPr>
          <a:xfrm xmlns:a="http://schemas.openxmlformats.org/drawingml/2006/main">
            <a:off x="2723893" y="315952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5" name="">
            <a:extLst xmlns:a="http://schemas.openxmlformats.org/drawingml/2006/main">
              <a:ext uri="{FF2B5EF4-FFF2-40B4-BE49-F238E27FC236}">
                <a16:creationId xmlns:a16="http://schemas.microsoft.com/office/drawing/2014/main" id="{311204CE-3403-47D6-9C35-900CE628A83C}"/>
              </a:ext>
            </a:extLst>
          </p:cNvPr>
          <p:cNvSpPr>
            <a:spLocks xmlns:a="http://schemas.openxmlformats.org/drawingml/2006/main" noGrp="1"/>
          </p:cNvSpPr>
          <p:nvPr/>
        </p:nvSpPr>
        <p:spPr>
          <a:xfrm xmlns:a="http://schemas.openxmlformats.org/drawingml/2006/main">
            <a:off x="2723893" y="316905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10</a:t>
            </a:r>
          </a:p>
        </p:txBody>
      </p:sp>
      <p:sp>
        <p:nvSpPr>
          <p:cNvPr id="466" name="">
            <a:extLst xmlns:a="http://schemas.openxmlformats.org/drawingml/2006/main">
              <a:ext uri="{FF2B5EF4-FFF2-40B4-BE49-F238E27FC236}">
                <a16:creationId xmlns:a16="http://schemas.microsoft.com/office/drawing/2014/main" id="{5E8B4C60-899D-4195-9FFE-1716E006EF9A}"/>
              </a:ext>
            </a:extLst>
          </p:cNvPr>
          <p:cNvSpPr>
            <a:spLocks xmlns:a="http://schemas.openxmlformats.org/drawingml/2006/main" noGrp="1"/>
          </p:cNvSpPr>
          <p:nvPr/>
        </p:nvSpPr>
        <p:spPr>
          <a:xfrm xmlns:a="http://schemas.openxmlformats.org/drawingml/2006/main">
            <a:off x="6153150" y="25717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67" name="">
            <a:extLst xmlns:a="http://schemas.openxmlformats.org/drawingml/2006/main">
              <a:ext uri="{FF2B5EF4-FFF2-40B4-BE49-F238E27FC236}">
                <a16:creationId xmlns:a16="http://schemas.microsoft.com/office/drawing/2014/main" id="{BF327AEB-A669-4BA7-8D76-DF1661227B4F}"/>
              </a:ext>
            </a:extLst>
          </p:cNvPr>
          <p:cNvSpPr>
            <a:spLocks xmlns:a="http://schemas.openxmlformats.org/drawingml/2006/main" noGrp="1"/>
          </p:cNvSpPr>
          <p:nvPr/>
        </p:nvSpPr>
        <p:spPr>
          <a:xfrm xmlns:a="http://schemas.openxmlformats.org/drawingml/2006/main">
            <a:off x="6153150" y="25812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68" name="">
            <a:extLst xmlns:a="http://schemas.openxmlformats.org/drawingml/2006/main">
              <a:ext uri="{FF2B5EF4-FFF2-40B4-BE49-F238E27FC236}">
                <a16:creationId xmlns:a16="http://schemas.microsoft.com/office/drawing/2014/main" id="{73977574-7E52-4665-B53D-E706F17098A1}"/>
              </a:ext>
            </a:extLst>
          </p:cNvPr>
          <p:cNvSpPr>
            <a:spLocks xmlns:a="http://schemas.openxmlformats.org/drawingml/2006/main" noGrp="1"/>
          </p:cNvSpPr>
          <p:nvPr/>
        </p:nvSpPr>
        <p:spPr>
          <a:xfrm xmlns:a="http://schemas.openxmlformats.org/drawingml/2006/main">
            <a:off x="6457950" y="25717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Sentosa (Universal Studios Singapore...)</a:t>
            </a:r>
          </a:p>
        </p:txBody>
      </p:sp>
      <p:sp>
        <p:nvSpPr>
          <p:cNvPr id="469" name="">
            <a:extLst xmlns:a="http://schemas.openxmlformats.org/drawingml/2006/main">
              <a:ext uri="{FF2B5EF4-FFF2-40B4-BE49-F238E27FC236}">
                <a16:creationId xmlns:a16="http://schemas.microsoft.com/office/drawing/2014/main" id="{2C71605E-19AE-4C92-8A2F-75C2C572BFD3}"/>
              </a:ext>
            </a:extLst>
          </p:cNvPr>
          <p:cNvSpPr>
            <a:spLocks xmlns:a="http://schemas.openxmlformats.org/drawingml/2006/main" noGrp="1"/>
          </p:cNvSpPr>
          <p:nvPr/>
        </p:nvSpPr>
        <p:spPr>
          <a:xfrm xmlns:a="http://schemas.openxmlformats.org/drawingml/2006/main">
            <a:off x="6153150" y="28479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0" name="">
            <a:extLst xmlns:a="http://schemas.openxmlformats.org/drawingml/2006/main">
              <a:ext uri="{FF2B5EF4-FFF2-40B4-BE49-F238E27FC236}">
                <a16:creationId xmlns:a16="http://schemas.microsoft.com/office/drawing/2014/main" id="{CE0758A9-43EE-4741-8002-4272837F4032}"/>
              </a:ext>
            </a:extLst>
          </p:cNvPr>
          <p:cNvSpPr>
            <a:spLocks xmlns:a="http://schemas.openxmlformats.org/drawingml/2006/main" noGrp="1"/>
          </p:cNvSpPr>
          <p:nvPr/>
        </p:nvSpPr>
        <p:spPr>
          <a:xfrm xmlns:a="http://schemas.openxmlformats.org/drawingml/2006/main">
            <a:off x="6153150" y="28575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71" name="">
            <a:extLst xmlns:a="http://schemas.openxmlformats.org/drawingml/2006/main">
              <a:ext uri="{FF2B5EF4-FFF2-40B4-BE49-F238E27FC236}">
                <a16:creationId xmlns:a16="http://schemas.microsoft.com/office/drawing/2014/main" id="{32FD0A14-703B-45F9-98F1-154819C88C29}"/>
              </a:ext>
            </a:extLst>
          </p:cNvPr>
          <p:cNvSpPr>
            <a:spLocks xmlns:a="http://schemas.openxmlformats.org/drawingml/2006/main" noGrp="1"/>
          </p:cNvSpPr>
          <p:nvPr/>
        </p:nvSpPr>
        <p:spPr>
          <a:xfrm xmlns:a="http://schemas.openxmlformats.org/drawingml/2006/main">
            <a:off x="6457950" y="28479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Lorong Halus North (Rivervale Plaza)</a:t>
            </a:r>
          </a:p>
        </p:txBody>
      </p:sp>
      <p:sp>
        <p:nvSpPr>
          <p:cNvPr id="472" name="">
            <a:extLst xmlns:a="http://schemas.openxmlformats.org/drawingml/2006/main">
              <a:ext uri="{FF2B5EF4-FFF2-40B4-BE49-F238E27FC236}">
                <a16:creationId xmlns:a16="http://schemas.microsoft.com/office/drawing/2014/main" id="{C9EE71FB-E1B4-4C61-B06D-16F65D836020}"/>
              </a:ext>
            </a:extLst>
          </p:cNvPr>
          <p:cNvSpPr>
            <a:spLocks xmlns:a="http://schemas.openxmlformats.org/drawingml/2006/main" noGrp="1"/>
          </p:cNvSpPr>
          <p:nvPr/>
        </p:nvSpPr>
        <p:spPr>
          <a:xfrm xmlns:a="http://schemas.openxmlformats.org/drawingml/2006/main">
            <a:off x="6153150" y="31242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3" name="">
            <a:extLst xmlns:a="http://schemas.openxmlformats.org/drawingml/2006/main">
              <a:ext uri="{FF2B5EF4-FFF2-40B4-BE49-F238E27FC236}">
                <a16:creationId xmlns:a16="http://schemas.microsoft.com/office/drawing/2014/main" id="{9D91E371-B39C-478A-B3FA-4849F9C1EFF9}"/>
              </a:ext>
            </a:extLst>
          </p:cNvPr>
          <p:cNvSpPr>
            <a:spLocks xmlns:a="http://schemas.openxmlformats.org/drawingml/2006/main" noGrp="1"/>
          </p:cNvSpPr>
          <p:nvPr/>
        </p:nvSpPr>
        <p:spPr>
          <a:xfrm xmlns:a="http://schemas.openxmlformats.org/drawingml/2006/main">
            <a:off x="6153150" y="31337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74" name="">
            <a:extLst xmlns:a="http://schemas.openxmlformats.org/drawingml/2006/main">
              <a:ext uri="{FF2B5EF4-FFF2-40B4-BE49-F238E27FC236}">
                <a16:creationId xmlns:a16="http://schemas.microsoft.com/office/drawing/2014/main" id="{BDA3AE60-7681-4268-B116-4E7177E5B216}"/>
              </a:ext>
            </a:extLst>
          </p:cNvPr>
          <p:cNvSpPr>
            <a:spLocks xmlns:a="http://schemas.openxmlformats.org/drawingml/2006/main" noGrp="1"/>
          </p:cNvSpPr>
          <p:nvPr/>
        </p:nvSpPr>
        <p:spPr>
          <a:xfrm xmlns:a="http://schemas.openxmlformats.org/drawingml/2006/main">
            <a:off x="6457950" y="31242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Tampines East (East Point)</a:t>
            </a:r>
          </a:p>
        </p:txBody>
      </p:sp>
      <p:sp>
        <p:nvSpPr>
          <p:cNvPr id="475" name="">
            <a:extLst xmlns:a="http://schemas.openxmlformats.org/drawingml/2006/main">
              <a:ext uri="{FF2B5EF4-FFF2-40B4-BE49-F238E27FC236}">
                <a16:creationId xmlns:a16="http://schemas.microsoft.com/office/drawing/2014/main" id="{BE738E7D-FCCC-4146-A26D-88F4D50B5E22}"/>
              </a:ext>
            </a:extLst>
          </p:cNvPr>
          <p:cNvSpPr>
            <a:spLocks xmlns:a="http://schemas.openxmlformats.org/drawingml/2006/main" noGrp="1"/>
          </p:cNvSpPr>
          <p:nvPr/>
        </p:nvSpPr>
        <p:spPr>
          <a:xfrm xmlns:a="http://schemas.openxmlformats.org/drawingml/2006/main">
            <a:off x="6153150" y="34004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6" name="">
            <a:extLst xmlns:a="http://schemas.openxmlformats.org/drawingml/2006/main">
              <a:ext uri="{FF2B5EF4-FFF2-40B4-BE49-F238E27FC236}">
                <a16:creationId xmlns:a16="http://schemas.microsoft.com/office/drawing/2014/main" id="{20BB7DA2-3DE9-4ED8-9AB6-0D56A005E173}"/>
              </a:ext>
            </a:extLst>
          </p:cNvPr>
          <p:cNvSpPr>
            <a:spLocks xmlns:a="http://schemas.openxmlformats.org/drawingml/2006/main" noGrp="1"/>
          </p:cNvSpPr>
          <p:nvPr/>
        </p:nvSpPr>
        <p:spPr>
          <a:xfrm xmlns:a="http://schemas.openxmlformats.org/drawingml/2006/main">
            <a:off x="6153150" y="34099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77" name="">
            <a:extLst xmlns:a="http://schemas.openxmlformats.org/drawingml/2006/main">
              <a:ext uri="{FF2B5EF4-FFF2-40B4-BE49-F238E27FC236}">
                <a16:creationId xmlns:a16="http://schemas.microsoft.com/office/drawing/2014/main" id="{A05EE2B5-94AA-49D6-BE22-AE90053029DA}"/>
              </a:ext>
            </a:extLst>
          </p:cNvPr>
          <p:cNvSpPr>
            <a:spLocks xmlns:a="http://schemas.openxmlformats.org/drawingml/2006/main" noGrp="1"/>
          </p:cNvSpPr>
          <p:nvPr/>
        </p:nvSpPr>
        <p:spPr>
          <a:xfrm xmlns:a="http://schemas.openxmlformats.org/drawingml/2006/main">
            <a:off x="6457950" y="34004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Monk's Hill (Cuppage Plaza)</a:t>
            </a:r>
          </a:p>
        </p:txBody>
      </p:sp>
      <p:sp>
        <p:nvSpPr>
          <p:cNvPr id="478" name="">
            <a:extLst xmlns:a="http://schemas.openxmlformats.org/drawingml/2006/main">
              <a:ext uri="{FF2B5EF4-FFF2-40B4-BE49-F238E27FC236}">
                <a16:creationId xmlns:a16="http://schemas.microsoft.com/office/drawing/2014/main" id="{C18044D8-85C9-4145-9DA6-5A9BF4B8393A}"/>
              </a:ext>
            </a:extLst>
          </p:cNvPr>
          <p:cNvSpPr>
            <a:spLocks xmlns:a="http://schemas.openxmlformats.org/drawingml/2006/main" noGrp="1"/>
          </p:cNvSpPr>
          <p:nvPr/>
        </p:nvSpPr>
        <p:spPr>
          <a:xfrm xmlns:a="http://schemas.openxmlformats.org/drawingml/2006/main">
            <a:off x="6153150" y="36766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9" name="">
            <a:extLst xmlns:a="http://schemas.openxmlformats.org/drawingml/2006/main">
              <a:ext uri="{FF2B5EF4-FFF2-40B4-BE49-F238E27FC236}">
                <a16:creationId xmlns:a16="http://schemas.microsoft.com/office/drawing/2014/main" id="{A2739AB1-506F-4B66-9A64-6394DA69825C}"/>
              </a:ext>
            </a:extLst>
          </p:cNvPr>
          <p:cNvSpPr>
            <a:spLocks xmlns:a="http://schemas.openxmlformats.org/drawingml/2006/main" noGrp="1"/>
          </p:cNvSpPr>
          <p:nvPr/>
        </p:nvSpPr>
        <p:spPr>
          <a:xfrm xmlns:a="http://schemas.openxmlformats.org/drawingml/2006/main">
            <a:off x="6153150" y="36861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80" name="">
            <a:extLst xmlns:a="http://schemas.openxmlformats.org/drawingml/2006/main">
              <a:ext uri="{FF2B5EF4-FFF2-40B4-BE49-F238E27FC236}">
                <a16:creationId xmlns:a16="http://schemas.microsoft.com/office/drawing/2014/main" id="{F4536DC5-95D9-4367-85EF-14FF94104E32}"/>
              </a:ext>
            </a:extLst>
          </p:cNvPr>
          <p:cNvSpPr>
            <a:spLocks xmlns:a="http://schemas.openxmlformats.org/drawingml/2006/main" noGrp="1"/>
          </p:cNvSpPr>
          <p:nvPr/>
        </p:nvSpPr>
        <p:spPr>
          <a:xfrm xmlns:a="http://schemas.openxmlformats.org/drawingml/2006/main">
            <a:off x="6457950" y="36766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Sembawang East (Canberra Plaza)</a:t>
            </a:r>
          </a:p>
        </p:txBody>
      </p:sp>
      <p:sp>
        <p:nvSpPr>
          <p:cNvPr id="481" name="">
            <a:extLst xmlns:a="http://schemas.openxmlformats.org/drawingml/2006/main">
              <a:ext uri="{FF2B5EF4-FFF2-40B4-BE49-F238E27FC236}">
                <a16:creationId xmlns:a16="http://schemas.microsoft.com/office/drawing/2014/main" id="{3514B806-6FA1-499B-B32F-20AE82488E1F}"/>
              </a:ext>
            </a:extLst>
          </p:cNvPr>
          <p:cNvSpPr>
            <a:spLocks xmlns:a="http://schemas.openxmlformats.org/drawingml/2006/main" noGrp="1"/>
          </p:cNvSpPr>
          <p:nvPr/>
        </p:nvSpPr>
        <p:spPr>
          <a:xfrm xmlns:a="http://schemas.openxmlformats.org/drawingml/2006/main">
            <a:off x="6153150" y="39528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2" name="">
            <a:extLst xmlns:a="http://schemas.openxmlformats.org/drawingml/2006/main">
              <a:ext uri="{FF2B5EF4-FFF2-40B4-BE49-F238E27FC236}">
                <a16:creationId xmlns:a16="http://schemas.microsoft.com/office/drawing/2014/main" id="{0626EEA7-3457-455D-A1B7-8166579482AA}"/>
              </a:ext>
            </a:extLst>
          </p:cNvPr>
          <p:cNvSpPr>
            <a:spLocks xmlns:a="http://schemas.openxmlformats.org/drawingml/2006/main" noGrp="1"/>
          </p:cNvSpPr>
          <p:nvPr/>
        </p:nvSpPr>
        <p:spPr>
          <a:xfrm xmlns:a="http://schemas.openxmlformats.org/drawingml/2006/main">
            <a:off x="6153150" y="39624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83" name="">
            <a:extLst xmlns:a="http://schemas.openxmlformats.org/drawingml/2006/main">
              <a:ext uri="{FF2B5EF4-FFF2-40B4-BE49-F238E27FC236}">
                <a16:creationId xmlns:a16="http://schemas.microsoft.com/office/drawing/2014/main" id="{A22C2DEC-FE85-4E3F-9AFB-7D64A56B2F1C}"/>
              </a:ext>
            </a:extLst>
          </p:cNvPr>
          <p:cNvSpPr>
            <a:spLocks xmlns:a="http://schemas.openxmlformats.org/drawingml/2006/main" noGrp="1"/>
          </p:cNvSpPr>
          <p:nvPr/>
        </p:nvSpPr>
        <p:spPr>
          <a:xfrm xmlns:a="http://schemas.openxmlformats.org/drawingml/2006/main">
            <a:off x="6457950" y="39528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Tampines East (Temasek Junior College)</a:t>
            </a:r>
          </a:p>
        </p:txBody>
      </p:sp>
      <p:sp>
        <p:nvSpPr>
          <p:cNvPr id="484" name="">
            <a:extLst xmlns:a="http://schemas.openxmlformats.org/drawingml/2006/main">
              <a:ext uri="{FF2B5EF4-FFF2-40B4-BE49-F238E27FC236}">
                <a16:creationId xmlns:a16="http://schemas.microsoft.com/office/drawing/2014/main" id="{0F2B1F01-BA10-4335-B0C3-4FC9F2C1C883}"/>
              </a:ext>
            </a:extLst>
          </p:cNvPr>
          <p:cNvSpPr>
            <a:spLocks xmlns:a="http://schemas.openxmlformats.org/drawingml/2006/main" noGrp="1"/>
          </p:cNvSpPr>
          <p:nvPr/>
        </p:nvSpPr>
        <p:spPr>
          <a:xfrm xmlns:a="http://schemas.openxmlformats.org/drawingml/2006/main">
            <a:off x="6153150" y="42291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5" name="">
            <a:extLst xmlns:a="http://schemas.openxmlformats.org/drawingml/2006/main">
              <a:ext uri="{FF2B5EF4-FFF2-40B4-BE49-F238E27FC236}">
                <a16:creationId xmlns:a16="http://schemas.microsoft.com/office/drawing/2014/main" id="{43423F10-659B-4148-A982-D75DD71CB13B}"/>
              </a:ext>
            </a:extLst>
          </p:cNvPr>
          <p:cNvSpPr>
            <a:spLocks xmlns:a="http://schemas.openxmlformats.org/drawingml/2006/main" noGrp="1"/>
          </p:cNvSpPr>
          <p:nvPr/>
        </p:nvSpPr>
        <p:spPr>
          <a:xfrm xmlns:a="http://schemas.openxmlformats.org/drawingml/2006/main">
            <a:off x="6153150" y="42386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86" name="">
            <a:extLst xmlns:a="http://schemas.openxmlformats.org/drawingml/2006/main">
              <a:ext uri="{FF2B5EF4-FFF2-40B4-BE49-F238E27FC236}">
                <a16:creationId xmlns:a16="http://schemas.microsoft.com/office/drawing/2014/main" id="{D80C8AC1-E1FC-492E-9DEE-4986D1187449}"/>
              </a:ext>
            </a:extLst>
          </p:cNvPr>
          <p:cNvSpPr>
            <a:spLocks xmlns:a="http://schemas.openxmlformats.org/drawingml/2006/main" noGrp="1"/>
          </p:cNvSpPr>
          <p:nvPr/>
        </p:nvSpPr>
        <p:spPr>
          <a:xfrm xmlns:a="http://schemas.openxmlformats.org/drawingml/2006/main">
            <a:off x="6457950" y="42291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Murai (Sunshine Place)</a:t>
            </a:r>
          </a:p>
        </p:txBody>
      </p:sp>
      <p:sp>
        <p:nvSpPr>
          <p:cNvPr id="487" name="">
            <a:extLst xmlns:a="http://schemas.openxmlformats.org/drawingml/2006/main">
              <a:ext uri="{FF2B5EF4-FFF2-40B4-BE49-F238E27FC236}">
                <a16:creationId xmlns:a16="http://schemas.microsoft.com/office/drawing/2014/main" id="{998A34D5-F198-4B8B-8FB7-DBCD9ADB42B9}"/>
              </a:ext>
            </a:extLst>
          </p:cNvPr>
          <p:cNvSpPr>
            <a:spLocks xmlns:a="http://schemas.openxmlformats.org/drawingml/2006/main" noGrp="1"/>
          </p:cNvSpPr>
          <p:nvPr/>
        </p:nvSpPr>
        <p:spPr>
          <a:xfrm xmlns:a="http://schemas.openxmlformats.org/drawingml/2006/main">
            <a:off x="6153150" y="45053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8" name="">
            <a:extLst xmlns:a="http://schemas.openxmlformats.org/drawingml/2006/main">
              <a:ext uri="{FF2B5EF4-FFF2-40B4-BE49-F238E27FC236}">
                <a16:creationId xmlns:a16="http://schemas.microsoft.com/office/drawing/2014/main" id="{5737E5F4-6C17-4920-8FC4-BF857C587B49}"/>
              </a:ext>
            </a:extLst>
          </p:cNvPr>
          <p:cNvSpPr>
            <a:spLocks xmlns:a="http://schemas.openxmlformats.org/drawingml/2006/main" noGrp="1"/>
          </p:cNvSpPr>
          <p:nvPr/>
        </p:nvSpPr>
        <p:spPr>
          <a:xfrm xmlns:a="http://schemas.openxmlformats.org/drawingml/2006/main">
            <a:off x="6153150" y="45148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89" name="">
            <a:extLst xmlns:a="http://schemas.openxmlformats.org/drawingml/2006/main">
              <a:ext uri="{FF2B5EF4-FFF2-40B4-BE49-F238E27FC236}">
                <a16:creationId xmlns:a16="http://schemas.microsoft.com/office/drawing/2014/main" id="{815CABD7-B951-4F2E-A1F8-B355EA6E725B}"/>
              </a:ext>
            </a:extLst>
          </p:cNvPr>
          <p:cNvSpPr>
            <a:spLocks xmlns:a="http://schemas.openxmlformats.org/drawingml/2006/main" noGrp="1"/>
          </p:cNvSpPr>
          <p:nvPr/>
        </p:nvSpPr>
        <p:spPr>
          <a:xfrm xmlns:a="http://schemas.openxmlformats.org/drawingml/2006/main">
            <a:off x="6457950" y="45053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Lorong Halus (Holy Innocents' Primary...)</a:t>
            </a:r>
          </a:p>
        </p:txBody>
      </p:sp>
      <p:sp>
        <p:nvSpPr>
          <p:cNvPr id="490" name="">
            <a:extLst xmlns:a="http://schemas.openxmlformats.org/drawingml/2006/main">
              <a:ext uri="{FF2B5EF4-FFF2-40B4-BE49-F238E27FC236}">
                <a16:creationId xmlns:a16="http://schemas.microsoft.com/office/drawing/2014/main" id="{E4F249D3-0200-4B45-A6DB-004180658E13}"/>
              </a:ext>
            </a:extLst>
          </p:cNvPr>
          <p:cNvSpPr>
            <a:spLocks xmlns:a="http://schemas.openxmlformats.org/drawingml/2006/main" noGrp="1"/>
          </p:cNvSpPr>
          <p:nvPr/>
        </p:nvSpPr>
        <p:spPr>
          <a:xfrm xmlns:a="http://schemas.openxmlformats.org/drawingml/2006/main">
            <a:off x="6153150" y="47815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1" name="">
            <a:extLst xmlns:a="http://schemas.openxmlformats.org/drawingml/2006/main">
              <a:ext uri="{FF2B5EF4-FFF2-40B4-BE49-F238E27FC236}">
                <a16:creationId xmlns:a16="http://schemas.microsoft.com/office/drawing/2014/main" id="{D5F41484-D41E-40E6-B143-26C0FD7C20E3}"/>
              </a:ext>
            </a:extLst>
          </p:cNvPr>
          <p:cNvSpPr>
            <a:spLocks xmlns:a="http://schemas.openxmlformats.org/drawingml/2006/main" noGrp="1"/>
          </p:cNvSpPr>
          <p:nvPr/>
        </p:nvSpPr>
        <p:spPr>
          <a:xfrm xmlns:a="http://schemas.openxmlformats.org/drawingml/2006/main">
            <a:off x="6153150" y="47910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9</a:t>
            </a:r>
          </a:p>
        </p:txBody>
      </p:sp>
      <p:sp>
        <p:nvSpPr>
          <p:cNvPr id="492" name="">
            <a:extLst xmlns:a="http://schemas.openxmlformats.org/drawingml/2006/main">
              <a:ext uri="{FF2B5EF4-FFF2-40B4-BE49-F238E27FC236}">
                <a16:creationId xmlns:a16="http://schemas.microsoft.com/office/drawing/2014/main" id="{671F9A5E-C3C0-4ED8-806A-3787C501B951}"/>
              </a:ext>
            </a:extLst>
          </p:cNvPr>
          <p:cNvSpPr>
            <a:spLocks xmlns:a="http://schemas.openxmlformats.org/drawingml/2006/main" noGrp="1"/>
          </p:cNvSpPr>
          <p:nvPr/>
        </p:nvSpPr>
        <p:spPr>
          <a:xfrm xmlns:a="http://schemas.openxmlformats.org/drawingml/2006/main">
            <a:off x="6457950" y="47815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Bishan East (BCA Academy of the Built...)</a:t>
            </a:r>
          </a:p>
        </p:txBody>
      </p:sp>
      <p:sp>
        <p:nvSpPr>
          <p:cNvPr id="493" name="">
            <a:extLst xmlns:a="http://schemas.openxmlformats.org/drawingml/2006/main">
              <a:ext uri="{FF2B5EF4-FFF2-40B4-BE49-F238E27FC236}">
                <a16:creationId xmlns:a16="http://schemas.microsoft.com/office/drawing/2014/main" id="{24C4C301-907C-42E8-A30B-8435940D4D8F}"/>
              </a:ext>
            </a:extLst>
          </p:cNvPr>
          <p:cNvSpPr>
            <a:spLocks xmlns:a="http://schemas.openxmlformats.org/drawingml/2006/main" noGrp="1"/>
          </p:cNvSpPr>
          <p:nvPr/>
        </p:nvSpPr>
        <p:spPr>
          <a:xfrm xmlns:a="http://schemas.openxmlformats.org/drawingml/2006/main">
            <a:off x="6153150" y="50577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4" name="">
            <a:extLst xmlns:a="http://schemas.openxmlformats.org/drawingml/2006/main">
              <a:ext uri="{FF2B5EF4-FFF2-40B4-BE49-F238E27FC236}">
                <a16:creationId xmlns:a16="http://schemas.microsoft.com/office/drawing/2014/main" id="{0C25F09C-FC06-4E20-ACCA-3DDA95B3EDED}"/>
              </a:ext>
            </a:extLst>
          </p:cNvPr>
          <p:cNvSpPr>
            <a:spLocks xmlns:a="http://schemas.openxmlformats.org/drawingml/2006/main" noGrp="1"/>
          </p:cNvSpPr>
          <p:nvPr/>
        </p:nvSpPr>
        <p:spPr>
          <a:xfrm xmlns:a="http://schemas.openxmlformats.org/drawingml/2006/main">
            <a:off x="6153150" y="50673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10</a:t>
            </a:r>
          </a:p>
        </p:txBody>
      </p:sp>
      <p:sp>
        <p:nvSpPr>
          <p:cNvPr id="495" name="">
            <a:extLst xmlns:a="http://schemas.openxmlformats.org/drawingml/2006/main">
              <a:ext uri="{FF2B5EF4-FFF2-40B4-BE49-F238E27FC236}">
                <a16:creationId xmlns:a16="http://schemas.microsoft.com/office/drawing/2014/main" id="{1C9E3283-291E-4157-8441-AC60FD55B3BE}"/>
              </a:ext>
            </a:extLst>
          </p:cNvPr>
          <p:cNvSpPr>
            <a:spLocks xmlns:a="http://schemas.openxmlformats.org/drawingml/2006/main" noGrp="1"/>
          </p:cNvSpPr>
          <p:nvPr/>
        </p:nvSpPr>
        <p:spPr>
          <a:xfrm xmlns:a="http://schemas.openxmlformats.org/drawingml/2006/main">
            <a:off x="6457950" y="50577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Saujana (Greenridge Shopping Centre)</a:t>
            </a:r>
          </a:p>
        </p:txBody>
      </p:sp>
      <p:pic>
        <p:nvPicPr>
          <p:cNvPr id="496" name="">
            <a:extLst xmlns:a="http://schemas.openxmlformats.org/drawingml/2006/main">
              <a:ext uri="{FF2B5EF4-FFF2-40B4-BE49-F238E27FC236}">
                <a16:creationId xmlns:a16="http://schemas.microsoft.com/office/drawing/2014/main" id="{62889888-5C3B-42E2-86EB-BBC7C8E14DD9}"/>
              </a:ext>
            </a:extLst>
          </p:cNvPr>
          <p:cNvPicPr>
            <a:picLocks xmlns:a="http://schemas.openxmlformats.org/drawingml/2006/main" noChangeAspect="1"/>
          </p:cNvPicPr>
          <p:nvPr/>
        </p:nvPicPr>
        <p:blipFill>
          <a:blip xmlns:r="http://schemas.openxmlformats.org/officeDocument/2006/relationships" xmlns:a="http://schemas.openxmlformats.org/drawingml/2006/main" r:embed="R90e4f7ae2d064b96"/>
          <a:stretch xmlns:a="http://schemas.openxmlformats.org/drawingml/2006/main"/>
        </p:blipFill>
        <p:spPr>
          <a:xfrm xmlns:a="http://schemas.openxmlformats.org/drawingml/2006/main" flipH="0" flipV="1">
            <a:off x="1875309" y="5143500"/>
            <a:ext cx="3141241" cy="158696"/>
          </a:xfrm>
          <a:prstGeom xmlns:a="http://schemas.openxmlformats.org/drawingml/2006/main" prst="rect">
            <a:avLst/>
          </a:prstGeom>
        </p:spPr>
      </p:pic>
      <p:sp>
        <p:nvSpPr>
          <p:cNvPr id="497" name="Editable chart path">
            <a:extLst xmlns:a="http://schemas.openxmlformats.org/drawingml/2006/main">
              <a:ext uri="{FF2B5EF4-FFF2-40B4-BE49-F238E27FC236}">
                <a16:creationId xmlns:a16="http://schemas.microsoft.com/office/drawing/2014/main" id="{42E5A029-2835-49E8-A8D6-9FE7C9B4BBA2}"/>
              </a:ext>
            </a:extLst>
          </p:cNvPr>
          <p:cNvSpPr>
            <a:spLocks xmlns:a="http://schemas.openxmlformats.org/drawingml/2006/main" noGrp="1"/>
          </p:cNvSpPr>
          <p:nvPr/>
        </p:nvSpPr>
        <p:spPr>
          <a:xfrm xmlns:a="http://schemas.openxmlformats.org/drawingml/2006/main">
            <a:off x="1877608" y="5303275"/>
            <a:ext cx="95" cy="3403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79">
            <a:solidFill>
              <a:srgbClr val="5A6683"/>
            </a:solidFill>
            <a:prstDash val="solid"/>
          </a:ln>
        </p:spPr>
      </p:sp>
      <p:sp>
        <p:nvSpPr>
          <p:cNvPr id="498" name="">
            <a:extLst xmlns:a="http://schemas.openxmlformats.org/drawingml/2006/main">
              <a:ext uri="{FF2B5EF4-FFF2-40B4-BE49-F238E27FC236}">
                <a16:creationId xmlns:a16="http://schemas.microsoft.com/office/drawing/2014/main" id="{93BD68F1-E86C-4360-8F7E-A98D289944E0}"/>
              </a:ext>
            </a:extLst>
          </p:cNvPr>
          <p:cNvSpPr>
            <a:spLocks xmlns:a="http://schemas.openxmlformats.org/drawingml/2006/main" noGrp="1"/>
          </p:cNvSpPr>
          <p:nvPr/>
        </p:nvSpPr>
        <p:spPr>
          <a:xfrm xmlns:a="http://schemas.openxmlformats.org/drawingml/2006/main" rot="0">
            <a:off x="1750951" y="5307940"/>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499" name="Editable chart path">
            <a:extLst xmlns:a="http://schemas.openxmlformats.org/drawingml/2006/main">
              <a:ext uri="{FF2B5EF4-FFF2-40B4-BE49-F238E27FC236}">
                <a16:creationId xmlns:a16="http://schemas.microsoft.com/office/drawing/2014/main" id="{53A8F2B2-397D-43C6-BF30-65ACF532715C}"/>
              </a:ext>
            </a:extLst>
          </p:cNvPr>
          <p:cNvSpPr>
            <a:spLocks xmlns:a="http://schemas.openxmlformats.org/drawingml/2006/main" noGrp="1"/>
          </p:cNvSpPr>
          <p:nvPr/>
        </p:nvSpPr>
        <p:spPr>
          <a:xfrm xmlns:a="http://schemas.openxmlformats.org/drawingml/2006/main">
            <a:off x="2662790" y="5303275"/>
            <a:ext cx="95" cy="3403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79">
            <a:solidFill>
              <a:srgbClr val="5A6683"/>
            </a:solidFill>
            <a:prstDash val="solid"/>
          </a:ln>
        </p:spPr>
      </p:sp>
      <p:sp>
        <p:nvSpPr>
          <p:cNvPr id="500" name="">
            <a:extLst xmlns:a="http://schemas.openxmlformats.org/drawingml/2006/main">
              <a:ext uri="{FF2B5EF4-FFF2-40B4-BE49-F238E27FC236}">
                <a16:creationId xmlns:a16="http://schemas.microsoft.com/office/drawing/2014/main" id="{71B0319D-67E5-4D34-93C8-BBDE359C2A18}"/>
              </a:ext>
            </a:extLst>
          </p:cNvPr>
          <p:cNvSpPr>
            <a:spLocks xmlns:a="http://schemas.openxmlformats.org/drawingml/2006/main" noGrp="1"/>
          </p:cNvSpPr>
          <p:nvPr/>
        </p:nvSpPr>
        <p:spPr>
          <a:xfrm xmlns:a="http://schemas.openxmlformats.org/drawingml/2006/main" rot="0">
            <a:off x="2553944" y="5307940"/>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501" name="Editable chart path">
            <a:extLst xmlns:a="http://schemas.openxmlformats.org/drawingml/2006/main">
              <a:ext uri="{FF2B5EF4-FFF2-40B4-BE49-F238E27FC236}">
                <a16:creationId xmlns:a16="http://schemas.microsoft.com/office/drawing/2014/main" id="{B12170C5-E184-40A8-9FAF-BEC76A4D8FA2}"/>
              </a:ext>
            </a:extLst>
          </p:cNvPr>
          <p:cNvSpPr>
            <a:spLocks xmlns:a="http://schemas.openxmlformats.org/drawingml/2006/main" noGrp="1"/>
          </p:cNvSpPr>
          <p:nvPr/>
        </p:nvSpPr>
        <p:spPr>
          <a:xfrm xmlns:a="http://schemas.openxmlformats.org/drawingml/2006/main">
            <a:off x="3447971" y="5303275"/>
            <a:ext cx="95" cy="3403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79">
            <a:solidFill>
              <a:srgbClr val="5A6683"/>
            </a:solidFill>
            <a:prstDash val="solid"/>
          </a:ln>
        </p:spPr>
      </p:sp>
      <p:sp>
        <p:nvSpPr>
          <p:cNvPr id="502" name="">
            <a:extLst xmlns:a="http://schemas.openxmlformats.org/drawingml/2006/main">
              <a:ext uri="{FF2B5EF4-FFF2-40B4-BE49-F238E27FC236}">
                <a16:creationId xmlns:a16="http://schemas.microsoft.com/office/drawing/2014/main" id="{0B82CFC1-4BE5-46B7-ABB2-AC67429000D7}"/>
              </a:ext>
            </a:extLst>
          </p:cNvPr>
          <p:cNvSpPr>
            <a:spLocks xmlns:a="http://schemas.openxmlformats.org/drawingml/2006/main" noGrp="1"/>
          </p:cNvSpPr>
          <p:nvPr/>
        </p:nvSpPr>
        <p:spPr>
          <a:xfrm xmlns:a="http://schemas.openxmlformats.org/drawingml/2006/main" rot="0">
            <a:off x="3399942" y="530794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503" name="Editable chart path">
            <a:extLst xmlns:a="http://schemas.openxmlformats.org/drawingml/2006/main">
              <a:ext uri="{FF2B5EF4-FFF2-40B4-BE49-F238E27FC236}">
                <a16:creationId xmlns:a16="http://schemas.microsoft.com/office/drawing/2014/main" id="{270BBA32-F427-4AFD-B8B9-32CCE4518368}"/>
              </a:ext>
            </a:extLst>
          </p:cNvPr>
          <p:cNvSpPr>
            <a:spLocks xmlns:a="http://schemas.openxmlformats.org/drawingml/2006/main" noGrp="1"/>
          </p:cNvSpPr>
          <p:nvPr/>
        </p:nvSpPr>
        <p:spPr>
          <a:xfrm xmlns:a="http://schemas.openxmlformats.org/drawingml/2006/main">
            <a:off x="3709698" y="5303275"/>
            <a:ext cx="95" cy="3403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79">
            <a:solidFill>
              <a:srgbClr val="5A6683"/>
            </a:solidFill>
            <a:prstDash val="solid"/>
          </a:ln>
        </p:spPr>
      </p:sp>
      <p:sp>
        <p:nvSpPr>
          <p:cNvPr id="504" name="">
            <a:extLst xmlns:a="http://schemas.openxmlformats.org/drawingml/2006/main">
              <a:ext uri="{FF2B5EF4-FFF2-40B4-BE49-F238E27FC236}">
                <a16:creationId xmlns:a16="http://schemas.microsoft.com/office/drawing/2014/main" id="{2807D254-0AA8-4615-9623-9D5B73062642}"/>
              </a:ext>
            </a:extLst>
          </p:cNvPr>
          <p:cNvSpPr>
            <a:spLocks xmlns:a="http://schemas.openxmlformats.org/drawingml/2006/main" noGrp="1"/>
          </p:cNvSpPr>
          <p:nvPr/>
        </p:nvSpPr>
        <p:spPr>
          <a:xfrm xmlns:a="http://schemas.openxmlformats.org/drawingml/2006/main" rot="0">
            <a:off x="3639333" y="5307940"/>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505" name="Editable chart path">
            <a:extLst xmlns:a="http://schemas.openxmlformats.org/drawingml/2006/main">
              <a:ext uri="{FF2B5EF4-FFF2-40B4-BE49-F238E27FC236}">
                <a16:creationId xmlns:a16="http://schemas.microsoft.com/office/drawing/2014/main" id="{E0D06E26-552B-44F4-AB54-4451F28793F2}"/>
              </a:ext>
            </a:extLst>
          </p:cNvPr>
          <p:cNvSpPr>
            <a:spLocks xmlns:a="http://schemas.openxmlformats.org/drawingml/2006/main" noGrp="1"/>
          </p:cNvSpPr>
          <p:nvPr/>
        </p:nvSpPr>
        <p:spPr>
          <a:xfrm xmlns:a="http://schemas.openxmlformats.org/drawingml/2006/main">
            <a:off x="3971425" y="5303275"/>
            <a:ext cx="95" cy="3403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79">
            <a:solidFill>
              <a:srgbClr val="5A6683"/>
            </a:solidFill>
            <a:prstDash val="solid"/>
          </a:ln>
        </p:spPr>
      </p:sp>
      <p:sp>
        <p:nvSpPr>
          <p:cNvPr id="506" name="">
            <a:extLst xmlns:a="http://schemas.openxmlformats.org/drawingml/2006/main">
              <a:ext uri="{FF2B5EF4-FFF2-40B4-BE49-F238E27FC236}">
                <a16:creationId xmlns:a16="http://schemas.microsoft.com/office/drawing/2014/main" id="{07F64254-BBF1-43A2-85A7-7BA3A7CDCA2F}"/>
              </a:ext>
            </a:extLst>
          </p:cNvPr>
          <p:cNvSpPr>
            <a:spLocks xmlns:a="http://schemas.openxmlformats.org/drawingml/2006/main" noGrp="1"/>
          </p:cNvSpPr>
          <p:nvPr/>
        </p:nvSpPr>
        <p:spPr>
          <a:xfrm xmlns:a="http://schemas.openxmlformats.org/drawingml/2006/main" rot="0">
            <a:off x="3883249" y="5307940"/>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507" name="Editable chart path">
            <a:extLst xmlns:a="http://schemas.openxmlformats.org/drawingml/2006/main">
              <a:ext uri="{FF2B5EF4-FFF2-40B4-BE49-F238E27FC236}">
                <a16:creationId xmlns:a16="http://schemas.microsoft.com/office/drawing/2014/main" id="{BC7931EF-B82C-42DC-B87C-C37998424C38}"/>
              </a:ext>
            </a:extLst>
          </p:cNvPr>
          <p:cNvSpPr>
            <a:spLocks xmlns:a="http://schemas.openxmlformats.org/drawingml/2006/main" noGrp="1"/>
          </p:cNvSpPr>
          <p:nvPr/>
        </p:nvSpPr>
        <p:spPr>
          <a:xfrm xmlns:a="http://schemas.openxmlformats.org/drawingml/2006/main">
            <a:off x="4233152" y="5303275"/>
            <a:ext cx="95" cy="3403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79">
            <a:solidFill>
              <a:srgbClr val="5A6683"/>
            </a:solidFill>
            <a:prstDash val="solid"/>
          </a:ln>
        </p:spPr>
      </p:sp>
      <p:sp>
        <p:nvSpPr>
          <p:cNvPr id="508" name="">
            <a:extLst xmlns:a="http://schemas.openxmlformats.org/drawingml/2006/main">
              <a:ext uri="{FF2B5EF4-FFF2-40B4-BE49-F238E27FC236}">
                <a16:creationId xmlns:a16="http://schemas.microsoft.com/office/drawing/2014/main" id="{AE652B2C-AB73-4321-A54A-6CFE4BA6DD21}"/>
              </a:ext>
            </a:extLst>
          </p:cNvPr>
          <p:cNvSpPr>
            <a:spLocks xmlns:a="http://schemas.openxmlformats.org/drawingml/2006/main" noGrp="1"/>
          </p:cNvSpPr>
          <p:nvPr/>
        </p:nvSpPr>
        <p:spPr>
          <a:xfrm xmlns:a="http://schemas.openxmlformats.org/drawingml/2006/main" rot="0">
            <a:off x="4143976" y="5307940"/>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509" name="Editable chart path">
            <a:extLst xmlns:a="http://schemas.openxmlformats.org/drawingml/2006/main">
              <a:ext uri="{FF2B5EF4-FFF2-40B4-BE49-F238E27FC236}">
                <a16:creationId xmlns:a16="http://schemas.microsoft.com/office/drawing/2014/main" id="{E5841DA2-2F3F-4C0C-A2F4-46C564B3693E}"/>
              </a:ext>
            </a:extLst>
          </p:cNvPr>
          <p:cNvSpPr>
            <a:spLocks xmlns:a="http://schemas.openxmlformats.org/drawingml/2006/main" noGrp="1"/>
          </p:cNvSpPr>
          <p:nvPr/>
        </p:nvSpPr>
        <p:spPr>
          <a:xfrm xmlns:a="http://schemas.openxmlformats.org/drawingml/2006/main">
            <a:off x="4494879" y="5303275"/>
            <a:ext cx="95" cy="3403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79">
            <a:solidFill>
              <a:srgbClr val="5A6683"/>
            </a:solidFill>
            <a:prstDash val="solid"/>
          </a:ln>
        </p:spPr>
      </p:sp>
      <p:sp>
        <p:nvSpPr>
          <p:cNvPr id="510" name="">
            <a:extLst xmlns:a="http://schemas.openxmlformats.org/drawingml/2006/main">
              <a:ext uri="{FF2B5EF4-FFF2-40B4-BE49-F238E27FC236}">
                <a16:creationId xmlns:a16="http://schemas.microsoft.com/office/drawing/2014/main" id="{5302100B-AE92-4CB3-86A5-96DB5DED4204}"/>
              </a:ext>
            </a:extLst>
          </p:cNvPr>
          <p:cNvSpPr>
            <a:spLocks xmlns:a="http://schemas.openxmlformats.org/drawingml/2006/main" noGrp="1"/>
          </p:cNvSpPr>
          <p:nvPr/>
        </p:nvSpPr>
        <p:spPr>
          <a:xfrm xmlns:a="http://schemas.openxmlformats.org/drawingml/2006/main" rot="0">
            <a:off x="4402940" y="5307940"/>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511" name="Editable chart path">
            <a:extLst xmlns:a="http://schemas.openxmlformats.org/drawingml/2006/main">
              <a:ext uri="{FF2B5EF4-FFF2-40B4-BE49-F238E27FC236}">
                <a16:creationId xmlns:a16="http://schemas.microsoft.com/office/drawing/2014/main" id="{55286095-F8C0-4A9F-95C0-43092DE8D35E}"/>
              </a:ext>
            </a:extLst>
          </p:cNvPr>
          <p:cNvSpPr>
            <a:spLocks xmlns:a="http://schemas.openxmlformats.org/drawingml/2006/main" noGrp="1"/>
          </p:cNvSpPr>
          <p:nvPr/>
        </p:nvSpPr>
        <p:spPr>
          <a:xfrm xmlns:a="http://schemas.openxmlformats.org/drawingml/2006/main">
            <a:off x="4756606" y="5303275"/>
            <a:ext cx="95" cy="3403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79">
            <a:solidFill>
              <a:srgbClr val="5A6683"/>
            </a:solidFill>
            <a:prstDash val="solid"/>
          </a:ln>
        </p:spPr>
      </p:sp>
      <p:sp>
        <p:nvSpPr>
          <p:cNvPr id="512" name="">
            <a:extLst xmlns:a="http://schemas.openxmlformats.org/drawingml/2006/main">
              <a:ext uri="{FF2B5EF4-FFF2-40B4-BE49-F238E27FC236}">
                <a16:creationId xmlns:a16="http://schemas.microsoft.com/office/drawing/2014/main" id="{1254454A-FE58-433C-8B71-199861B1580F}"/>
              </a:ext>
            </a:extLst>
          </p:cNvPr>
          <p:cNvSpPr>
            <a:spLocks xmlns:a="http://schemas.openxmlformats.org/drawingml/2006/main" noGrp="1"/>
          </p:cNvSpPr>
          <p:nvPr/>
        </p:nvSpPr>
        <p:spPr>
          <a:xfrm xmlns:a="http://schemas.openxmlformats.org/drawingml/2006/main" rot="0">
            <a:off x="4664715" y="5307940"/>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513" name="Editable chart path">
            <a:extLst xmlns:a="http://schemas.openxmlformats.org/drawingml/2006/main">
              <a:ext uri="{FF2B5EF4-FFF2-40B4-BE49-F238E27FC236}">
                <a16:creationId xmlns:a16="http://schemas.microsoft.com/office/drawing/2014/main" id="{32E9F9D1-824B-41AB-8817-DB62C303DDBF}"/>
              </a:ext>
            </a:extLst>
          </p:cNvPr>
          <p:cNvSpPr>
            <a:spLocks xmlns:a="http://schemas.openxmlformats.org/drawingml/2006/main" noGrp="1"/>
          </p:cNvSpPr>
          <p:nvPr/>
        </p:nvSpPr>
        <p:spPr>
          <a:xfrm xmlns:a="http://schemas.openxmlformats.org/drawingml/2006/main">
            <a:off x="5018334" y="5303275"/>
            <a:ext cx="95" cy="3403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79">
            <a:solidFill>
              <a:srgbClr val="5A6683"/>
            </a:solidFill>
            <a:prstDash val="solid"/>
          </a:ln>
        </p:spPr>
      </p:sp>
      <p:sp>
        <p:nvSpPr>
          <p:cNvPr id="514" name="">
            <a:extLst xmlns:a="http://schemas.openxmlformats.org/drawingml/2006/main">
              <a:ext uri="{FF2B5EF4-FFF2-40B4-BE49-F238E27FC236}">
                <a16:creationId xmlns:a16="http://schemas.microsoft.com/office/drawing/2014/main" id="{DAAE45A2-3F00-47E8-8D73-FB9D22BD8ECE}"/>
              </a:ext>
            </a:extLst>
          </p:cNvPr>
          <p:cNvSpPr>
            <a:spLocks xmlns:a="http://schemas.openxmlformats.org/drawingml/2006/main" noGrp="1"/>
          </p:cNvSpPr>
          <p:nvPr/>
        </p:nvSpPr>
        <p:spPr>
          <a:xfrm xmlns:a="http://schemas.openxmlformats.org/drawingml/2006/main" rot="0">
            <a:off x="4925966" y="5307940"/>
            <a:ext cx="1810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a:t>
            </a:r>
          </a:p>
        </p:txBody>
      </p:sp>
      <p:sp>
        <p:nvSpPr>
          <p:cNvPr id="515" name="">
            <a:extLst xmlns:a="http://schemas.openxmlformats.org/drawingml/2006/main">
              <a:ext uri="{FF2B5EF4-FFF2-40B4-BE49-F238E27FC236}">
                <a16:creationId xmlns:a16="http://schemas.microsoft.com/office/drawing/2014/main" id="{804A68FD-7F99-41CB-85F4-A65E3D2B0C50}"/>
              </a:ext>
            </a:extLst>
          </p:cNvPr>
          <p:cNvSpPr>
            <a:spLocks xmlns:a="http://schemas.openxmlformats.org/drawingml/2006/main" noGrp="1"/>
          </p:cNvSpPr>
          <p:nvPr/>
        </p:nvSpPr>
        <p:spPr>
          <a:xfrm xmlns:a="http://schemas.openxmlformats.org/drawingml/2006/main">
            <a:off x="952500" y="5572125"/>
            <a:ext cx="4953000" cy="3810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 longer drive to the nearest vacant taxi in heavy rain (vs no-rain</a:t>
            </a:r>
          </a:p>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model)</a:t>
            </a:r>
          </a:p>
        </p:txBody>
      </p:sp>
    </p:spTree>
    <p:extLst>
      <p:ext uri="{BB962C8B-B14F-4D97-AF65-F5344CB8AC3E}">
        <p14:creationId xmlns:p14="http://schemas.microsoft.com/office/powerpoint/2010/main" val="597896415"/>
      </p:ext>
    </p:extLst>
  </p:cSld>
</p:sld>
</file>

<file path=ppt/slides/slide59.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NEW MRT OPENINGS AND VACANT SUPPLY</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Pre-trends fail. The result cannot support a causal MRT-opening interpretation.</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59</a:t>
            </a:r>
            <a:endParaRPr sz="1200"/>
          </a:p>
        </p:txBody>
      </p:sp>
      <p:sp>
        <p:nvSpPr>
          <p:cNvPr id="14" name="">
            <a:extLst xmlns:a="http://schemas.openxmlformats.org/drawingml/2006/main">
              <a:ext uri="{FF2B5EF4-FFF2-40B4-BE49-F238E27FC236}">
                <a16:creationId xmlns:a16="http://schemas.microsoft.com/office/drawing/2014/main" id="{48F257ED-F26D-4254-AEDF-7F068887220F}"/>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B1C1BF32-C800-4C46-A620-F07B13B9BAE4}"/>
              </a:ext>
            </a:extLst>
          </p:cNvPr>
          <p:cNvSpPr>
            <a:spLocks xmlns:a="http://schemas.openxmlformats.org/drawingml/2006/main" noGrp="1"/>
          </p:cNvSpPr>
          <p:nvPr/>
        </p:nvSpPr>
        <p:spPr>
          <a:xfrm xmlns:a="http://schemas.openxmlformats.org/drawingml/2006/main">
            <a:off x="1095375" y="2009775"/>
            <a:ext cx="10001250" cy="4762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New MRT stations: no clear change in nearby dry-weather taxi supply / (DiD CI -6.8 to +12.1%; pre-trends differ, p = 0.000,</a:t>
            </a:r>
          </a:p>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so read with caution)</a:t>
            </a:r>
          </a:p>
        </p:txBody>
      </p:sp>
      <p:sp>
        <p:nvSpPr>
          <p:cNvPr id="16" name="">
            <a:extLst xmlns:a="http://schemas.openxmlformats.org/drawingml/2006/main">
              <a:ext uri="{FF2B5EF4-FFF2-40B4-BE49-F238E27FC236}">
                <a16:creationId xmlns:a16="http://schemas.microsoft.com/office/drawing/2014/main" id="{366400C8-60DB-4CFB-BD04-AFFC376AFC52}"/>
              </a:ext>
            </a:extLst>
          </p:cNvPr>
          <p:cNvSpPr>
            <a:spLocks xmlns:a="http://schemas.openxmlformats.org/drawingml/2006/main" noGrp="1"/>
          </p:cNvSpPr>
          <p:nvPr/>
        </p:nvSpPr>
        <p:spPr>
          <a:xfrm xmlns:a="http://schemas.openxmlformats.org/drawingml/2006/main">
            <a:off x="1095375" y="25431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dry-weather vacant taxis, near new station vs matched cells</a:t>
            </a:r>
          </a:p>
        </p:txBody>
      </p:sp>
      <p:sp>
        <p:nvSpPr>
          <p:cNvPr id="17" name="Editable chart path">
            <a:extLst xmlns:a="http://schemas.openxmlformats.org/drawingml/2006/main">
              <a:ext uri="{FF2B5EF4-FFF2-40B4-BE49-F238E27FC236}">
                <a16:creationId xmlns:a16="http://schemas.microsoft.com/office/drawing/2014/main" id="{AB4BA580-936F-4560-A7F2-A6CA9A44F09A}"/>
              </a:ext>
            </a:extLst>
          </p:cNvPr>
          <p:cNvSpPr>
            <a:spLocks xmlns:a="http://schemas.openxmlformats.org/drawingml/2006/main" noGrp="1"/>
          </p:cNvSpPr>
          <p:nvPr/>
        </p:nvSpPr>
        <p:spPr>
          <a:xfrm xmlns:a="http://schemas.openxmlformats.org/drawingml/2006/main">
            <a:off x="3326022" y="2950085"/>
            <a:ext cx="5842310" cy="2232697"/>
          </a:xfrm>
          <a:custGeom xmlns:a="http://schemas.openxmlformats.org/drawingml/2006/main">
            <a:pathLst>
              <a:path w="4409235" h="1685033">
                <a:moveTo>
                  <a:pt x="0" y="241135"/>
                </a:moveTo>
                <a:lnTo>
                  <a:pt x="0" y="1685033"/>
                </a:lnTo>
                <a:lnTo>
                  <a:pt x="183718" y="1404346"/>
                </a:lnTo>
                <a:lnTo>
                  <a:pt x="367436" y="1665055"/>
                </a:lnTo>
                <a:lnTo>
                  <a:pt x="551154" y="1655567"/>
                </a:lnTo>
                <a:lnTo>
                  <a:pt x="734873" y="1513066"/>
                </a:lnTo>
                <a:lnTo>
                  <a:pt x="918591" y="1454300"/>
                </a:lnTo>
                <a:lnTo>
                  <a:pt x="1102309" y="1455969"/>
                </a:lnTo>
                <a:lnTo>
                  <a:pt x="1286027" y="1264201"/>
                </a:lnTo>
                <a:lnTo>
                  <a:pt x="1469745" y="1266969"/>
                </a:lnTo>
                <a:lnTo>
                  <a:pt x="1653463" y="1467242"/>
                </a:lnTo>
                <a:lnTo>
                  <a:pt x="1837181" y="1560776"/>
                </a:lnTo>
                <a:lnTo>
                  <a:pt x="2020899" y="1270164"/>
                </a:lnTo>
                <a:lnTo>
                  <a:pt x="2204618" y="1341524"/>
                </a:lnTo>
                <a:lnTo>
                  <a:pt x="2388336" y="1413006"/>
                </a:lnTo>
                <a:lnTo>
                  <a:pt x="2572054" y="1638289"/>
                </a:lnTo>
                <a:lnTo>
                  <a:pt x="2755772" y="1494837"/>
                </a:lnTo>
                <a:lnTo>
                  <a:pt x="2939490" y="1499410"/>
                </a:lnTo>
                <a:lnTo>
                  <a:pt x="3123208" y="1540410"/>
                </a:lnTo>
                <a:lnTo>
                  <a:pt x="3306926" y="1430943"/>
                </a:lnTo>
                <a:lnTo>
                  <a:pt x="3490644" y="1453360"/>
                </a:lnTo>
                <a:lnTo>
                  <a:pt x="3674363" y="1461691"/>
                </a:lnTo>
                <a:lnTo>
                  <a:pt x="3858081" y="1177076"/>
                </a:lnTo>
                <a:lnTo>
                  <a:pt x="4041799" y="1253517"/>
                </a:lnTo>
                <a:lnTo>
                  <a:pt x="4225517" y="1274070"/>
                </a:lnTo>
                <a:lnTo>
                  <a:pt x="4409235" y="1273348"/>
                </a:lnTo>
                <a:lnTo>
                  <a:pt x="4409235" y="105209"/>
                </a:lnTo>
                <a:lnTo>
                  <a:pt x="4409235" y="105209"/>
                </a:lnTo>
                <a:lnTo>
                  <a:pt x="4225517" y="65248"/>
                </a:lnTo>
                <a:lnTo>
                  <a:pt x="4041799" y="35071"/>
                </a:lnTo>
                <a:lnTo>
                  <a:pt x="3858081" y="0"/>
                </a:lnTo>
                <a:lnTo>
                  <a:pt x="3674363" y="371279"/>
                </a:lnTo>
                <a:lnTo>
                  <a:pt x="3490644" y="409916"/>
                </a:lnTo>
                <a:lnTo>
                  <a:pt x="3306926" y="316630"/>
                </a:lnTo>
                <a:lnTo>
                  <a:pt x="3123208" y="384912"/>
                </a:lnTo>
                <a:lnTo>
                  <a:pt x="2939490" y="383528"/>
                </a:lnTo>
                <a:lnTo>
                  <a:pt x="2755772" y="472479"/>
                </a:lnTo>
                <a:lnTo>
                  <a:pt x="2572054" y="884044"/>
                </a:lnTo>
                <a:lnTo>
                  <a:pt x="2388336" y="497639"/>
                </a:lnTo>
                <a:lnTo>
                  <a:pt x="2204618" y="666339"/>
                </a:lnTo>
                <a:lnTo>
                  <a:pt x="2020899" y="1270164"/>
                </a:lnTo>
                <a:lnTo>
                  <a:pt x="1837181" y="1181964"/>
                </a:lnTo>
                <a:lnTo>
                  <a:pt x="1653463" y="894616"/>
                </a:lnTo>
                <a:lnTo>
                  <a:pt x="1469745" y="346672"/>
                </a:lnTo>
                <a:lnTo>
                  <a:pt x="1286027" y="249256"/>
                </a:lnTo>
                <a:lnTo>
                  <a:pt x="1102309" y="452366"/>
                </a:lnTo>
                <a:lnTo>
                  <a:pt x="918591" y="221244"/>
                </a:lnTo>
                <a:lnTo>
                  <a:pt x="734873" y="105673"/>
                </a:lnTo>
                <a:lnTo>
                  <a:pt x="551154" y="462446"/>
                </a:lnTo>
                <a:lnTo>
                  <a:pt x="367436" y="463116"/>
                </a:lnTo>
                <a:lnTo>
                  <a:pt x="183718" y="104876"/>
                </a:lnTo>
                <a:lnTo>
                  <a:pt x="0" y="241135"/>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031F0B5C-39CD-487F-B9D9-EF233F804542}"/>
              </a:ext>
            </a:extLst>
          </p:cNvPr>
          <p:cNvSpPr>
            <a:spLocks xmlns:a="http://schemas.openxmlformats.org/drawingml/2006/main" noGrp="1"/>
          </p:cNvSpPr>
          <p:nvPr/>
        </p:nvSpPr>
        <p:spPr>
          <a:xfrm xmlns:a="http://schemas.openxmlformats.org/drawingml/2006/main">
            <a:off x="3812881" y="5294417"/>
            <a:ext cx="95" cy="441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19" name="">
            <a:extLst xmlns:a="http://schemas.openxmlformats.org/drawingml/2006/main">
              <a:ext uri="{FF2B5EF4-FFF2-40B4-BE49-F238E27FC236}">
                <a16:creationId xmlns:a16="http://schemas.microsoft.com/office/drawing/2014/main" id="{151720E9-8B4B-4676-8412-C55EFD8B8E38}"/>
              </a:ext>
            </a:extLst>
          </p:cNvPr>
          <p:cNvSpPr>
            <a:spLocks xmlns:a="http://schemas.openxmlformats.org/drawingml/2006/main" noGrp="1"/>
          </p:cNvSpPr>
          <p:nvPr/>
        </p:nvSpPr>
        <p:spPr>
          <a:xfrm xmlns:a="http://schemas.openxmlformats.org/drawingml/2006/main" rot="0">
            <a:off x="3703490" y="5344179"/>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0" name="Editable chart path">
            <a:extLst xmlns:a="http://schemas.openxmlformats.org/drawingml/2006/main">
              <a:ext uri="{FF2B5EF4-FFF2-40B4-BE49-F238E27FC236}">
                <a16:creationId xmlns:a16="http://schemas.microsoft.com/office/drawing/2014/main" id="{0A60587D-6BAF-4067-A951-3499DC7A56C0}"/>
              </a:ext>
            </a:extLst>
          </p:cNvPr>
          <p:cNvSpPr>
            <a:spLocks xmlns:a="http://schemas.openxmlformats.org/drawingml/2006/main" noGrp="1"/>
          </p:cNvSpPr>
          <p:nvPr/>
        </p:nvSpPr>
        <p:spPr>
          <a:xfrm xmlns:a="http://schemas.openxmlformats.org/drawingml/2006/main">
            <a:off x="5030029" y="5294417"/>
            <a:ext cx="95" cy="441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21" name="">
            <a:extLst xmlns:a="http://schemas.openxmlformats.org/drawingml/2006/main">
              <a:ext uri="{FF2B5EF4-FFF2-40B4-BE49-F238E27FC236}">
                <a16:creationId xmlns:a16="http://schemas.microsoft.com/office/drawing/2014/main" id="{CB553604-F0FF-47A7-8FDB-58B52E65BC33}"/>
              </a:ext>
            </a:extLst>
          </p:cNvPr>
          <p:cNvSpPr>
            <a:spLocks xmlns:a="http://schemas.openxmlformats.org/drawingml/2006/main" noGrp="1"/>
          </p:cNvSpPr>
          <p:nvPr/>
        </p:nvSpPr>
        <p:spPr>
          <a:xfrm xmlns:a="http://schemas.openxmlformats.org/drawingml/2006/main" rot="0">
            <a:off x="4942690" y="5344179"/>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22" name="Editable chart path">
            <a:extLst xmlns:a="http://schemas.openxmlformats.org/drawingml/2006/main">
              <a:ext uri="{FF2B5EF4-FFF2-40B4-BE49-F238E27FC236}">
                <a16:creationId xmlns:a16="http://schemas.microsoft.com/office/drawing/2014/main" id="{9713EF0D-D25F-403A-AFC3-720CF6D48BDB}"/>
              </a:ext>
            </a:extLst>
          </p:cNvPr>
          <p:cNvSpPr>
            <a:spLocks xmlns:a="http://schemas.openxmlformats.org/drawingml/2006/main" noGrp="1"/>
          </p:cNvSpPr>
          <p:nvPr/>
        </p:nvSpPr>
        <p:spPr>
          <a:xfrm xmlns:a="http://schemas.openxmlformats.org/drawingml/2006/main">
            <a:off x="6247177" y="5294417"/>
            <a:ext cx="95" cy="441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23" name="">
            <a:extLst xmlns:a="http://schemas.openxmlformats.org/drawingml/2006/main">
              <a:ext uri="{FF2B5EF4-FFF2-40B4-BE49-F238E27FC236}">
                <a16:creationId xmlns:a16="http://schemas.microsoft.com/office/drawing/2014/main" id="{9DB47295-405A-4FC7-98A7-7D252A94A62A}"/>
              </a:ext>
            </a:extLst>
          </p:cNvPr>
          <p:cNvSpPr>
            <a:spLocks xmlns:a="http://schemas.openxmlformats.org/drawingml/2006/main" noGrp="1"/>
          </p:cNvSpPr>
          <p:nvPr/>
        </p:nvSpPr>
        <p:spPr>
          <a:xfrm xmlns:a="http://schemas.openxmlformats.org/drawingml/2006/main" rot="0">
            <a:off x="6198603" y="5344179"/>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4" name="Editable chart path">
            <a:extLst xmlns:a="http://schemas.openxmlformats.org/drawingml/2006/main">
              <a:ext uri="{FF2B5EF4-FFF2-40B4-BE49-F238E27FC236}">
                <a16:creationId xmlns:a16="http://schemas.microsoft.com/office/drawing/2014/main" id="{92FB33F7-6DC2-47D0-BBD3-8BADEE50027D}"/>
              </a:ext>
            </a:extLst>
          </p:cNvPr>
          <p:cNvSpPr>
            <a:spLocks xmlns:a="http://schemas.openxmlformats.org/drawingml/2006/main" noGrp="1"/>
          </p:cNvSpPr>
          <p:nvPr/>
        </p:nvSpPr>
        <p:spPr>
          <a:xfrm xmlns:a="http://schemas.openxmlformats.org/drawingml/2006/main">
            <a:off x="7464325" y="5294417"/>
            <a:ext cx="95" cy="441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25" name="">
            <a:extLst xmlns:a="http://schemas.openxmlformats.org/drawingml/2006/main">
              <a:ext uri="{FF2B5EF4-FFF2-40B4-BE49-F238E27FC236}">
                <a16:creationId xmlns:a16="http://schemas.microsoft.com/office/drawing/2014/main" id="{4591AE32-14F4-4CAC-879B-40A7E7645C7E}"/>
              </a:ext>
            </a:extLst>
          </p:cNvPr>
          <p:cNvSpPr>
            <a:spLocks xmlns:a="http://schemas.openxmlformats.org/drawingml/2006/main" noGrp="1"/>
          </p:cNvSpPr>
          <p:nvPr/>
        </p:nvSpPr>
        <p:spPr>
          <a:xfrm xmlns:a="http://schemas.openxmlformats.org/drawingml/2006/main" rot="0">
            <a:off x="7415467" y="5344179"/>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26" name="Editable chart path">
            <a:extLst xmlns:a="http://schemas.openxmlformats.org/drawingml/2006/main">
              <a:ext uri="{FF2B5EF4-FFF2-40B4-BE49-F238E27FC236}">
                <a16:creationId xmlns:a16="http://schemas.microsoft.com/office/drawing/2014/main" id="{FE0BEACB-33C8-4B7F-9D1A-103E940E8886}"/>
              </a:ext>
            </a:extLst>
          </p:cNvPr>
          <p:cNvSpPr>
            <a:spLocks xmlns:a="http://schemas.openxmlformats.org/drawingml/2006/main" noGrp="1"/>
          </p:cNvSpPr>
          <p:nvPr/>
        </p:nvSpPr>
        <p:spPr>
          <a:xfrm xmlns:a="http://schemas.openxmlformats.org/drawingml/2006/main">
            <a:off x="8681473" y="5294417"/>
            <a:ext cx="95" cy="441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27" name="">
            <a:extLst xmlns:a="http://schemas.openxmlformats.org/drawingml/2006/main">
              <a:ext uri="{FF2B5EF4-FFF2-40B4-BE49-F238E27FC236}">
                <a16:creationId xmlns:a16="http://schemas.microsoft.com/office/drawing/2014/main" id="{AA71B879-FDA8-435D-8F5F-2909A017575A}"/>
              </a:ext>
            </a:extLst>
          </p:cNvPr>
          <p:cNvSpPr>
            <a:spLocks xmlns:a="http://schemas.openxmlformats.org/drawingml/2006/main" noGrp="1"/>
          </p:cNvSpPr>
          <p:nvPr/>
        </p:nvSpPr>
        <p:spPr>
          <a:xfrm xmlns:a="http://schemas.openxmlformats.org/drawingml/2006/main" rot="0">
            <a:off x="8610563" y="5344179"/>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8" name="">
            <a:extLst xmlns:a="http://schemas.openxmlformats.org/drawingml/2006/main">
              <a:ext uri="{FF2B5EF4-FFF2-40B4-BE49-F238E27FC236}">
                <a16:creationId xmlns:a16="http://schemas.microsoft.com/office/drawing/2014/main" id="{BBD19FF6-7432-4C6A-A63E-EAD6B522839C}"/>
              </a:ext>
            </a:extLst>
          </p:cNvPr>
          <p:cNvSpPr>
            <a:spLocks xmlns:a="http://schemas.openxmlformats.org/drawingml/2006/main" noGrp="1"/>
          </p:cNvSpPr>
          <p:nvPr/>
        </p:nvSpPr>
        <p:spPr>
          <a:xfrm xmlns:a="http://schemas.openxmlformats.org/drawingml/2006/main" rot="0">
            <a:off x="4473428" y="5526991"/>
            <a:ext cx="35421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Months from station opening (reference: month -1)</a:t>
            </a:r>
          </a:p>
        </p:txBody>
      </p:sp>
      <p:sp>
        <p:nvSpPr>
          <p:cNvPr id="29" name="Editable chart path">
            <a:extLst xmlns:a="http://schemas.openxmlformats.org/drawingml/2006/main">
              <a:ext uri="{FF2B5EF4-FFF2-40B4-BE49-F238E27FC236}">
                <a16:creationId xmlns:a16="http://schemas.microsoft.com/office/drawing/2014/main" id="{F9E93234-3BCB-453A-90E5-4B6E2C9CA4E5}"/>
              </a:ext>
            </a:extLst>
          </p:cNvPr>
          <p:cNvSpPr>
            <a:spLocks xmlns:a="http://schemas.openxmlformats.org/drawingml/2006/main" noGrp="1"/>
          </p:cNvSpPr>
          <p:nvPr/>
        </p:nvSpPr>
        <p:spPr>
          <a:xfrm xmlns:a="http://schemas.openxmlformats.org/drawingml/2006/main">
            <a:off x="3033907" y="5242825"/>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7572">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C7C30B71-02B6-4E78-87EF-9F008F16A7A5}"/>
              </a:ext>
            </a:extLst>
          </p:cNvPr>
          <p:cNvSpPr>
            <a:spLocks xmlns:a="http://schemas.openxmlformats.org/drawingml/2006/main" noGrp="1"/>
          </p:cNvSpPr>
          <p:nvPr/>
        </p:nvSpPr>
        <p:spPr>
          <a:xfrm xmlns:a="http://schemas.openxmlformats.org/drawingml/2006/main">
            <a:off x="2989734" y="5242825"/>
            <a:ext cx="441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31" name="">
            <a:extLst xmlns:a="http://schemas.openxmlformats.org/drawingml/2006/main">
              <a:ext uri="{FF2B5EF4-FFF2-40B4-BE49-F238E27FC236}">
                <a16:creationId xmlns:a16="http://schemas.microsoft.com/office/drawing/2014/main" id="{87113850-383F-4476-B688-DD3CD43D6974}"/>
              </a:ext>
            </a:extLst>
          </p:cNvPr>
          <p:cNvSpPr>
            <a:spLocks xmlns:a="http://schemas.openxmlformats.org/drawingml/2006/main" noGrp="1"/>
          </p:cNvSpPr>
          <p:nvPr/>
        </p:nvSpPr>
        <p:spPr>
          <a:xfrm xmlns:a="http://schemas.openxmlformats.org/drawingml/2006/main" rot="0">
            <a:off x="2726778" y="5150174"/>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32" name="Editable chart path">
            <a:extLst xmlns:a="http://schemas.openxmlformats.org/drawingml/2006/main">
              <a:ext uri="{FF2B5EF4-FFF2-40B4-BE49-F238E27FC236}">
                <a16:creationId xmlns:a16="http://schemas.microsoft.com/office/drawing/2014/main" id="{534E5FC7-E6E2-4E1D-8D21-8E54EC00DFF2}"/>
              </a:ext>
            </a:extLst>
          </p:cNvPr>
          <p:cNvSpPr>
            <a:spLocks xmlns:a="http://schemas.openxmlformats.org/drawingml/2006/main" noGrp="1"/>
          </p:cNvSpPr>
          <p:nvPr/>
        </p:nvSpPr>
        <p:spPr>
          <a:xfrm xmlns:a="http://schemas.openxmlformats.org/drawingml/2006/main">
            <a:off x="3033907" y="4937949"/>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7572">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DDF148FA-A0A4-4036-9835-09362EDF5DEF}"/>
              </a:ext>
            </a:extLst>
          </p:cNvPr>
          <p:cNvSpPr>
            <a:spLocks xmlns:a="http://schemas.openxmlformats.org/drawingml/2006/main" noGrp="1"/>
          </p:cNvSpPr>
          <p:nvPr/>
        </p:nvSpPr>
        <p:spPr>
          <a:xfrm xmlns:a="http://schemas.openxmlformats.org/drawingml/2006/main">
            <a:off x="2989734" y="4937949"/>
            <a:ext cx="441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34" name="">
            <a:extLst xmlns:a="http://schemas.openxmlformats.org/drawingml/2006/main">
              <a:ext uri="{FF2B5EF4-FFF2-40B4-BE49-F238E27FC236}">
                <a16:creationId xmlns:a16="http://schemas.microsoft.com/office/drawing/2014/main" id="{DBD866B5-057F-476E-8DB9-BBEC1B3F82C1}"/>
              </a:ext>
            </a:extLst>
          </p:cNvPr>
          <p:cNvSpPr>
            <a:spLocks xmlns:a="http://schemas.openxmlformats.org/drawingml/2006/main" noGrp="1"/>
          </p:cNvSpPr>
          <p:nvPr/>
        </p:nvSpPr>
        <p:spPr>
          <a:xfrm xmlns:a="http://schemas.openxmlformats.org/drawingml/2006/main" rot="0">
            <a:off x="2770882" y="4845298"/>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35" name="Editable chart path">
            <a:extLst xmlns:a="http://schemas.openxmlformats.org/drawingml/2006/main">
              <a:ext uri="{FF2B5EF4-FFF2-40B4-BE49-F238E27FC236}">
                <a16:creationId xmlns:a16="http://schemas.microsoft.com/office/drawing/2014/main" id="{868E9839-9BE8-4271-B36E-D8320F0AD335}"/>
              </a:ext>
            </a:extLst>
          </p:cNvPr>
          <p:cNvSpPr>
            <a:spLocks xmlns:a="http://schemas.openxmlformats.org/drawingml/2006/main" noGrp="1"/>
          </p:cNvSpPr>
          <p:nvPr/>
        </p:nvSpPr>
        <p:spPr>
          <a:xfrm xmlns:a="http://schemas.openxmlformats.org/drawingml/2006/main">
            <a:off x="3033907" y="4633073"/>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7572">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827CD7C5-E0D2-46E9-8BBD-CF0D3BABC068}"/>
              </a:ext>
            </a:extLst>
          </p:cNvPr>
          <p:cNvSpPr>
            <a:spLocks xmlns:a="http://schemas.openxmlformats.org/drawingml/2006/main" noGrp="1"/>
          </p:cNvSpPr>
          <p:nvPr/>
        </p:nvSpPr>
        <p:spPr>
          <a:xfrm xmlns:a="http://schemas.openxmlformats.org/drawingml/2006/main">
            <a:off x="2989734" y="4633073"/>
            <a:ext cx="441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37" name="">
            <a:extLst xmlns:a="http://schemas.openxmlformats.org/drawingml/2006/main">
              <a:ext uri="{FF2B5EF4-FFF2-40B4-BE49-F238E27FC236}">
                <a16:creationId xmlns:a16="http://schemas.microsoft.com/office/drawing/2014/main" id="{8786E874-7FE2-4311-B93B-67AABE035D28}"/>
              </a:ext>
            </a:extLst>
          </p:cNvPr>
          <p:cNvSpPr>
            <a:spLocks xmlns:a="http://schemas.openxmlformats.org/drawingml/2006/main" noGrp="1"/>
          </p:cNvSpPr>
          <p:nvPr/>
        </p:nvSpPr>
        <p:spPr>
          <a:xfrm xmlns:a="http://schemas.openxmlformats.org/drawingml/2006/main" rot="0">
            <a:off x="2848412" y="4540422"/>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38" name="Editable chart path">
            <a:extLst xmlns:a="http://schemas.openxmlformats.org/drawingml/2006/main">
              <a:ext uri="{FF2B5EF4-FFF2-40B4-BE49-F238E27FC236}">
                <a16:creationId xmlns:a16="http://schemas.microsoft.com/office/drawing/2014/main" id="{7940DC35-9EDB-4AFC-8618-32AF3FB9CBFC}"/>
              </a:ext>
            </a:extLst>
          </p:cNvPr>
          <p:cNvSpPr>
            <a:spLocks xmlns:a="http://schemas.openxmlformats.org/drawingml/2006/main" noGrp="1"/>
          </p:cNvSpPr>
          <p:nvPr/>
        </p:nvSpPr>
        <p:spPr>
          <a:xfrm xmlns:a="http://schemas.openxmlformats.org/drawingml/2006/main">
            <a:off x="3033907" y="4328197"/>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7572">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AD1FF2F2-A70B-4A38-BA96-43FDDA15C736}"/>
              </a:ext>
            </a:extLst>
          </p:cNvPr>
          <p:cNvSpPr>
            <a:spLocks xmlns:a="http://schemas.openxmlformats.org/drawingml/2006/main" noGrp="1"/>
          </p:cNvSpPr>
          <p:nvPr/>
        </p:nvSpPr>
        <p:spPr>
          <a:xfrm xmlns:a="http://schemas.openxmlformats.org/drawingml/2006/main">
            <a:off x="2989734" y="4328197"/>
            <a:ext cx="441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40" name="">
            <a:extLst xmlns:a="http://schemas.openxmlformats.org/drawingml/2006/main">
              <a:ext uri="{FF2B5EF4-FFF2-40B4-BE49-F238E27FC236}">
                <a16:creationId xmlns:a16="http://schemas.microsoft.com/office/drawing/2014/main" id="{03B6F4FC-6B37-4982-AFDF-55C2F0CB1949}"/>
              </a:ext>
            </a:extLst>
          </p:cNvPr>
          <p:cNvSpPr>
            <a:spLocks xmlns:a="http://schemas.openxmlformats.org/drawingml/2006/main" noGrp="1"/>
          </p:cNvSpPr>
          <p:nvPr/>
        </p:nvSpPr>
        <p:spPr>
          <a:xfrm xmlns:a="http://schemas.openxmlformats.org/drawingml/2006/main" rot="0">
            <a:off x="2847844" y="4235546"/>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41" name="Editable chart path">
            <a:extLst xmlns:a="http://schemas.openxmlformats.org/drawingml/2006/main">
              <a:ext uri="{FF2B5EF4-FFF2-40B4-BE49-F238E27FC236}">
                <a16:creationId xmlns:a16="http://schemas.microsoft.com/office/drawing/2014/main" id="{A93BC221-3009-41EF-A638-C4C3C4990B91}"/>
              </a:ext>
            </a:extLst>
          </p:cNvPr>
          <p:cNvSpPr>
            <a:spLocks xmlns:a="http://schemas.openxmlformats.org/drawingml/2006/main" noGrp="1"/>
          </p:cNvSpPr>
          <p:nvPr/>
        </p:nvSpPr>
        <p:spPr>
          <a:xfrm xmlns:a="http://schemas.openxmlformats.org/drawingml/2006/main">
            <a:off x="3033907" y="4023321"/>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7572">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DE687CB0-7F22-4587-AC6E-C4249F8517F4}"/>
              </a:ext>
            </a:extLst>
          </p:cNvPr>
          <p:cNvSpPr>
            <a:spLocks xmlns:a="http://schemas.openxmlformats.org/drawingml/2006/main" noGrp="1"/>
          </p:cNvSpPr>
          <p:nvPr/>
        </p:nvSpPr>
        <p:spPr>
          <a:xfrm xmlns:a="http://schemas.openxmlformats.org/drawingml/2006/main">
            <a:off x="2989734" y="4023321"/>
            <a:ext cx="441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43" name="">
            <a:extLst xmlns:a="http://schemas.openxmlformats.org/drawingml/2006/main">
              <a:ext uri="{FF2B5EF4-FFF2-40B4-BE49-F238E27FC236}">
                <a16:creationId xmlns:a16="http://schemas.microsoft.com/office/drawing/2014/main" id="{154264A8-C928-4B3B-914C-FF44E6C298BF}"/>
              </a:ext>
            </a:extLst>
          </p:cNvPr>
          <p:cNvSpPr>
            <a:spLocks xmlns:a="http://schemas.openxmlformats.org/drawingml/2006/main" noGrp="1"/>
          </p:cNvSpPr>
          <p:nvPr/>
        </p:nvSpPr>
        <p:spPr>
          <a:xfrm xmlns:a="http://schemas.openxmlformats.org/drawingml/2006/main" rot="0">
            <a:off x="2803740" y="3930670"/>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44" name="Editable chart path">
            <a:extLst xmlns:a="http://schemas.openxmlformats.org/drawingml/2006/main">
              <a:ext uri="{FF2B5EF4-FFF2-40B4-BE49-F238E27FC236}">
                <a16:creationId xmlns:a16="http://schemas.microsoft.com/office/drawing/2014/main" id="{E08A8F50-FDAB-4D47-8C51-8B5D6FBA0510}"/>
              </a:ext>
            </a:extLst>
          </p:cNvPr>
          <p:cNvSpPr>
            <a:spLocks xmlns:a="http://schemas.openxmlformats.org/drawingml/2006/main" noGrp="1"/>
          </p:cNvSpPr>
          <p:nvPr/>
        </p:nvSpPr>
        <p:spPr>
          <a:xfrm xmlns:a="http://schemas.openxmlformats.org/drawingml/2006/main">
            <a:off x="3033907" y="3718445"/>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7572">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AC645E8A-4B6E-4D84-99D7-037E1BD709FB}"/>
              </a:ext>
            </a:extLst>
          </p:cNvPr>
          <p:cNvSpPr>
            <a:spLocks xmlns:a="http://schemas.openxmlformats.org/drawingml/2006/main" noGrp="1"/>
          </p:cNvSpPr>
          <p:nvPr/>
        </p:nvSpPr>
        <p:spPr>
          <a:xfrm xmlns:a="http://schemas.openxmlformats.org/drawingml/2006/main">
            <a:off x="2989734" y="3718445"/>
            <a:ext cx="441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46" name="">
            <a:extLst xmlns:a="http://schemas.openxmlformats.org/drawingml/2006/main">
              <a:ext uri="{FF2B5EF4-FFF2-40B4-BE49-F238E27FC236}">
                <a16:creationId xmlns:a16="http://schemas.microsoft.com/office/drawing/2014/main" id="{E6385EA4-8E67-4790-BE1C-6F0479EB5678}"/>
              </a:ext>
            </a:extLst>
          </p:cNvPr>
          <p:cNvSpPr>
            <a:spLocks xmlns:a="http://schemas.openxmlformats.org/drawingml/2006/main" noGrp="1"/>
          </p:cNvSpPr>
          <p:nvPr/>
        </p:nvSpPr>
        <p:spPr>
          <a:xfrm xmlns:a="http://schemas.openxmlformats.org/drawingml/2006/main" rot="0">
            <a:off x="2803172" y="3625794"/>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47" name="Editable chart path">
            <a:extLst xmlns:a="http://schemas.openxmlformats.org/drawingml/2006/main">
              <a:ext uri="{FF2B5EF4-FFF2-40B4-BE49-F238E27FC236}">
                <a16:creationId xmlns:a16="http://schemas.microsoft.com/office/drawing/2014/main" id="{6C23F016-5B57-4573-A5BF-0501CEB5ECDA}"/>
              </a:ext>
            </a:extLst>
          </p:cNvPr>
          <p:cNvSpPr>
            <a:spLocks xmlns:a="http://schemas.openxmlformats.org/drawingml/2006/main" noGrp="1"/>
          </p:cNvSpPr>
          <p:nvPr/>
        </p:nvSpPr>
        <p:spPr>
          <a:xfrm xmlns:a="http://schemas.openxmlformats.org/drawingml/2006/main">
            <a:off x="3033907" y="3413569"/>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7572">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E7C5C8C3-03E3-48BC-B005-D7C6B0BF4914}"/>
              </a:ext>
            </a:extLst>
          </p:cNvPr>
          <p:cNvSpPr>
            <a:spLocks xmlns:a="http://schemas.openxmlformats.org/drawingml/2006/main" noGrp="1"/>
          </p:cNvSpPr>
          <p:nvPr/>
        </p:nvSpPr>
        <p:spPr>
          <a:xfrm xmlns:a="http://schemas.openxmlformats.org/drawingml/2006/main">
            <a:off x="2989734" y="3413569"/>
            <a:ext cx="441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49" name="">
            <a:extLst xmlns:a="http://schemas.openxmlformats.org/drawingml/2006/main">
              <a:ext uri="{FF2B5EF4-FFF2-40B4-BE49-F238E27FC236}">
                <a16:creationId xmlns:a16="http://schemas.microsoft.com/office/drawing/2014/main" id="{EDAE0790-AFDF-436E-A3C5-ACE9AE15F5FB}"/>
              </a:ext>
            </a:extLst>
          </p:cNvPr>
          <p:cNvSpPr>
            <a:spLocks xmlns:a="http://schemas.openxmlformats.org/drawingml/2006/main" noGrp="1"/>
          </p:cNvSpPr>
          <p:nvPr/>
        </p:nvSpPr>
        <p:spPr>
          <a:xfrm xmlns:a="http://schemas.openxmlformats.org/drawingml/2006/main" rot="0">
            <a:off x="2768117" y="3320918"/>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50" name="Editable chart path">
            <a:extLst xmlns:a="http://schemas.openxmlformats.org/drawingml/2006/main">
              <a:ext uri="{FF2B5EF4-FFF2-40B4-BE49-F238E27FC236}">
                <a16:creationId xmlns:a16="http://schemas.microsoft.com/office/drawing/2014/main" id="{D8F89E4A-D1B1-4034-A45F-75D5A7FB1E54}"/>
              </a:ext>
            </a:extLst>
          </p:cNvPr>
          <p:cNvSpPr>
            <a:spLocks xmlns:a="http://schemas.openxmlformats.org/drawingml/2006/main" noGrp="1"/>
          </p:cNvSpPr>
          <p:nvPr/>
        </p:nvSpPr>
        <p:spPr>
          <a:xfrm xmlns:a="http://schemas.openxmlformats.org/drawingml/2006/main">
            <a:off x="3033907" y="3108693"/>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7572">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16C1C356-B25E-452B-BF86-8399D54AA177}"/>
              </a:ext>
            </a:extLst>
          </p:cNvPr>
          <p:cNvSpPr>
            <a:spLocks xmlns:a="http://schemas.openxmlformats.org/drawingml/2006/main" noGrp="1"/>
          </p:cNvSpPr>
          <p:nvPr/>
        </p:nvSpPr>
        <p:spPr>
          <a:xfrm xmlns:a="http://schemas.openxmlformats.org/drawingml/2006/main">
            <a:off x="2989734" y="3108693"/>
            <a:ext cx="441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097">
            <a:solidFill>
              <a:srgbClr val="5A6683"/>
            </a:solidFill>
            <a:prstDash val="solid"/>
          </a:ln>
        </p:spPr>
      </p:sp>
      <p:sp>
        <p:nvSpPr>
          <p:cNvPr id="52" name="">
            <a:extLst xmlns:a="http://schemas.openxmlformats.org/drawingml/2006/main">
              <a:ext uri="{FF2B5EF4-FFF2-40B4-BE49-F238E27FC236}">
                <a16:creationId xmlns:a16="http://schemas.microsoft.com/office/drawing/2014/main" id="{74242B87-77ED-4D13-A0FE-BF710E152EA7}"/>
              </a:ext>
            </a:extLst>
          </p:cNvPr>
          <p:cNvSpPr>
            <a:spLocks xmlns:a="http://schemas.openxmlformats.org/drawingml/2006/main" noGrp="1"/>
          </p:cNvSpPr>
          <p:nvPr/>
        </p:nvSpPr>
        <p:spPr>
          <a:xfrm xmlns:a="http://schemas.openxmlformats.org/drawingml/2006/main" rot="0">
            <a:off x="2767549" y="3016042"/>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53" name="Editable chart path">
            <a:extLst xmlns:a="http://schemas.openxmlformats.org/drawingml/2006/main">
              <a:ext uri="{FF2B5EF4-FFF2-40B4-BE49-F238E27FC236}">
                <a16:creationId xmlns:a16="http://schemas.microsoft.com/office/drawing/2014/main" id="{88A737CE-C992-46BC-810C-BB56A9BAD306}"/>
              </a:ext>
            </a:extLst>
          </p:cNvPr>
          <p:cNvSpPr>
            <a:spLocks xmlns:a="http://schemas.openxmlformats.org/drawingml/2006/main" noGrp="1"/>
          </p:cNvSpPr>
          <p:nvPr/>
        </p:nvSpPr>
        <p:spPr>
          <a:xfrm xmlns:a="http://schemas.openxmlformats.org/drawingml/2006/main">
            <a:off x="3326022" y="3773476"/>
            <a:ext cx="5842310" cy="998980"/>
          </a:xfrm>
          <a:custGeom xmlns:a="http://schemas.openxmlformats.org/drawingml/2006/main">
            <a:pathLst>
              <a:path w="4409235" h="753938">
                <a:moveTo>
                  <a:pt x="0" y="395043"/>
                </a:moveTo>
                <a:lnTo>
                  <a:pt x="183718" y="174606"/>
                </a:lnTo>
                <a:lnTo>
                  <a:pt x="367436" y="480373"/>
                </a:lnTo>
                <a:lnTo>
                  <a:pt x="551154" y="474701"/>
                </a:lnTo>
                <a:lnTo>
                  <a:pt x="734873" y="237094"/>
                </a:lnTo>
                <a:lnTo>
                  <a:pt x="918591" y="254248"/>
                </a:lnTo>
                <a:lnTo>
                  <a:pt x="1102309" y="358416"/>
                </a:lnTo>
                <a:lnTo>
                  <a:pt x="1286027" y="160544"/>
                </a:lnTo>
                <a:lnTo>
                  <a:pt x="1469745" y="206346"/>
                </a:lnTo>
                <a:lnTo>
                  <a:pt x="1653463" y="568255"/>
                </a:lnTo>
                <a:lnTo>
                  <a:pt x="1837181" y="753938"/>
                </a:lnTo>
                <a:lnTo>
                  <a:pt x="2020899" y="648744"/>
                </a:lnTo>
                <a:lnTo>
                  <a:pt x="2204618" y="394232"/>
                </a:lnTo>
                <a:lnTo>
                  <a:pt x="2388336" y="355251"/>
                </a:lnTo>
                <a:lnTo>
                  <a:pt x="2572054" y="655195"/>
                </a:lnTo>
                <a:lnTo>
                  <a:pt x="2755772" y="389039"/>
                </a:lnTo>
                <a:lnTo>
                  <a:pt x="2939490" y="351720"/>
                </a:lnTo>
                <a:lnTo>
                  <a:pt x="3123208" y="375356"/>
                </a:lnTo>
                <a:lnTo>
                  <a:pt x="3306926" y="283517"/>
                </a:lnTo>
                <a:lnTo>
                  <a:pt x="3490644" y="337843"/>
                </a:lnTo>
                <a:lnTo>
                  <a:pt x="3674363" y="325148"/>
                </a:lnTo>
                <a:lnTo>
                  <a:pt x="3858081" y="0"/>
                </a:lnTo>
                <a:lnTo>
                  <a:pt x="4041799" y="58494"/>
                </a:lnTo>
                <a:lnTo>
                  <a:pt x="4225517" y="83469"/>
                </a:lnTo>
                <a:lnTo>
                  <a:pt x="4409235" y="100875"/>
                </a:lnTo>
              </a:path>
            </a:pathLst>
          </a:custGeom>
          <a:noFill xmlns:a="http://schemas.openxmlformats.org/drawingml/2006/main"/>
          <a:ln xmlns:a="http://schemas.openxmlformats.org/drawingml/2006/main" w="18931">
            <a:solidFill>
              <a:srgbClr val="224889"/>
            </a:solidFill>
            <a:prstDash val="solid"/>
          </a:ln>
        </p:spPr>
      </p:sp>
      <p:sp>
        <p:nvSpPr>
          <p:cNvPr id="54" name="Editable chart path">
            <a:extLst xmlns:a="http://schemas.openxmlformats.org/drawingml/2006/main">
              <a:ext uri="{FF2B5EF4-FFF2-40B4-BE49-F238E27FC236}">
                <a16:creationId xmlns:a16="http://schemas.microsoft.com/office/drawing/2014/main" id="{BE5BF8E2-55C9-49AA-B1F9-4B5F80695BDD}"/>
              </a:ext>
            </a:extLst>
          </p:cNvPr>
          <p:cNvSpPr>
            <a:spLocks xmlns:a="http://schemas.openxmlformats.org/drawingml/2006/main" noGrp="1"/>
          </p:cNvSpPr>
          <p:nvPr/>
        </p:nvSpPr>
        <p:spPr>
          <a:xfrm xmlns:a="http://schemas.openxmlformats.org/drawingml/2006/main">
            <a:off x="3300781" y="4271673"/>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55" name="Editable chart path">
            <a:extLst xmlns:a="http://schemas.openxmlformats.org/drawingml/2006/main">
              <a:ext uri="{FF2B5EF4-FFF2-40B4-BE49-F238E27FC236}">
                <a16:creationId xmlns:a16="http://schemas.microsoft.com/office/drawing/2014/main" id="{C2CFD5AE-F8AD-4CFD-8B2E-2453D5FAD6C9}"/>
              </a:ext>
            </a:extLst>
          </p:cNvPr>
          <p:cNvSpPr>
            <a:spLocks xmlns:a="http://schemas.openxmlformats.org/drawingml/2006/main" noGrp="1"/>
          </p:cNvSpPr>
          <p:nvPr/>
        </p:nvSpPr>
        <p:spPr>
          <a:xfrm xmlns:a="http://schemas.openxmlformats.org/drawingml/2006/main">
            <a:off x="3544210" y="3979591"/>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56" name="Editable chart path">
            <a:extLst xmlns:a="http://schemas.openxmlformats.org/drawingml/2006/main">
              <a:ext uri="{FF2B5EF4-FFF2-40B4-BE49-F238E27FC236}">
                <a16:creationId xmlns:a16="http://schemas.microsoft.com/office/drawing/2014/main" id="{B2DC2A55-4547-4BAA-BC60-CE26EC5B99C1}"/>
              </a:ext>
            </a:extLst>
          </p:cNvPr>
          <p:cNvSpPr>
            <a:spLocks xmlns:a="http://schemas.openxmlformats.org/drawingml/2006/main" noGrp="1"/>
          </p:cNvSpPr>
          <p:nvPr/>
        </p:nvSpPr>
        <p:spPr>
          <a:xfrm xmlns:a="http://schemas.openxmlformats.org/drawingml/2006/main">
            <a:off x="3787640" y="4384736"/>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57" name="Editable chart path">
            <a:extLst xmlns:a="http://schemas.openxmlformats.org/drawingml/2006/main">
              <a:ext uri="{FF2B5EF4-FFF2-40B4-BE49-F238E27FC236}">
                <a16:creationId xmlns:a16="http://schemas.microsoft.com/office/drawing/2014/main" id="{907A9580-8349-4220-B46E-897A9DCC25FD}"/>
              </a:ext>
            </a:extLst>
          </p:cNvPr>
          <p:cNvSpPr>
            <a:spLocks xmlns:a="http://schemas.openxmlformats.org/drawingml/2006/main" noGrp="1"/>
          </p:cNvSpPr>
          <p:nvPr/>
        </p:nvSpPr>
        <p:spPr>
          <a:xfrm xmlns:a="http://schemas.openxmlformats.org/drawingml/2006/main">
            <a:off x="4031069" y="4377221"/>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58" name="Editable chart path">
            <a:extLst xmlns:a="http://schemas.openxmlformats.org/drawingml/2006/main">
              <a:ext uri="{FF2B5EF4-FFF2-40B4-BE49-F238E27FC236}">
                <a16:creationId xmlns:a16="http://schemas.microsoft.com/office/drawing/2014/main" id="{7C572F22-FFA9-49CD-A84E-D734DFBF671E}"/>
              </a:ext>
            </a:extLst>
          </p:cNvPr>
          <p:cNvSpPr>
            <a:spLocks xmlns:a="http://schemas.openxmlformats.org/drawingml/2006/main" noGrp="1"/>
          </p:cNvSpPr>
          <p:nvPr/>
        </p:nvSpPr>
        <p:spPr>
          <a:xfrm xmlns:a="http://schemas.openxmlformats.org/drawingml/2006/main">
            <a:off x="4274499" y="4062389"/>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59" name="Editable chart path">
            <a:extLst xmlns:a="http://schemas.openxmlformats.org/drawingml/2006/main">
              <a:ext uri="{FF2B5EF4-FFF2-40B4-BE49-F238E27FC236}">
                <a16:creationId xmlns:a16="http://schemas.microsoft.com/office/drawing/2014/main" id="{2346BC88-0F12-4043-AD61-36EEF5A75A09}"/>
              </a:ext>
            </a:extLst>
          </p:cNvPr>
          <p:cNvSpPr>
            <a:spLocks xmlns:a="http://schemas.openxmlformats.org/drawingml/2006/main" noGrp="1"/>
          </p:cNvSpPr>
          <p:nvPr/>
        </p:nvSpPr>
        <p:spPr>
          <a:xfrm xmlns:a="http://schemas.openxmlformats.org/drawingml/2006/main">
            <a:off x="4517929" y="4085117"/>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0" name="Editable chart path">
            <a:extLst xmlns:a="http://schemas.openxmlformats.org/drawingml/2006/main">
              <a:ext uri="{FF2B5EF4-FFF2-40B4-BE49-F238E27FC236}">
                <a16:creationId xmlns:a16="http://schemas.microsoft.com/office/drawing/2014/main" id="{0341548E-4883-4589-8B6A-B684CC364E25}"/>
              </a:ext>
            </a:extLst>
          </p:cNvPr>
          <p:cNvSpPr>
            <a:spLocks xmlns:a="http://schemas.openxmlformats.org/drawingml/2006/main" noGrp="1"/>
          </p:cNvSpPr>
          <p:nvPr/>
        </p:nvSpPr>
        <p:spPr>
          <a:xfrm xmlns:a="http://schemas.openxmlformats.org/drawingml/2006/main">
            <a:off x="4761358" y="4223142"/>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1" name="Editable chart path">
            <a:extLst xmlns:a="http://schemas.openxmlformats.org/drawingml/2006/main">
              <a:ext uri="{FF2B5EF4-FFF2-40B4-BE49-F238E27FC236}">
                <a16:creationId xmlns:a16="http://schemas.microsoft.com/office/drawing/2014/main" id="{C4A777D8-90ED-4FEC-845E-A7C90F8BEF77}"/>
              </a:ext>
            </a:extLst>
          </p:cNvPr>
          <p:cNvSpPr>
            <a:spLocks xmlns:a="http://schemas.openxmlformats.org/drawingml/2006/main" noGrp="1"/>
          </p:cNvSpPr>
          <p:nvPr/>
        </p:nvSpPr>
        <p:spPr>
          <a:xfrm xmlns:a="http://schemas.openxmlformats.org/drawingml/2006/main">
            <a:off x="5004788" y="3960958"/>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2" name="Editable chart path">
            <a:extLst xmlns:a="http://schemas.openxmlformats.org/drawingml/2006/main">
              <a:ext uri="{FF2B5EF4-FFF2-40B4-BE49-F238E27FC236}">
                <a16:creationId xmlns:a16="http://schemas.microsoft.com/office/drawing/2014/main" id="{6F91BD14-0C70-4EA8-97D9-214EC719081A}"/>
              </a:ext>
            </a:extLst>
          </p:cNvPr>
          <p:cNvSpPr>
            <a:spLocks xmlns:a="http://schemas.openxmlformats.org/drawingml/2006/main" noGrp="1"/>
          </p:cNvSpPr>
          <p:nvPr/>
        </p:nvSpPr>
        <p:spPr>
          <a:xfrm xmlns:a="http://schemas.openxmlformats.org/drawingml/2006/main">
            <a:off x="5248217" y="4021646"/>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3" name="Editable chart path">
            <a:extLst xmlns:a="http://schemas.openxmlformats.org/drawingml/2006/main">
              <a:ext uri="{FF2B5EF4-FFF2-40B4-BE49-F238E27FC236}">
                <a16:creationId xmlns:a16="http://schemas.microsoft.com/office/drawing/2014/main" id="{55816922-A784-4326-9A83-04DF02123180}"/>
              </a:ext>
            </a:extLst>
          </p:cNvPr>
          <p:cNvSpPr>
            <a:spLocks xmlns:a="http://schemas.openxmlformats.org/drawingml/2006/main" noGrp="1"/>
          </p:cNvSpPr>
          <p:nvPr/>
        </p:nvSpPr>
        <p:spPr>
          <a:xfrm xmlns:a="http://schemas.openxmlformats.org/drawingml/2006/main">
            <a:off x="5491647" y="4501182"/>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4" name="Editable chart path">
            <a:extLst xmlns:a="http://schemas.openxmlformats.org/drawingml/2006/main">
              <a:ext uri="{FF2B5EF4-FFF2-40B4-BE49-F238E27FC236}">
                <a16:creationId xmlns:a16="http://schemas.microsoft.com/office/drawing/2014/main" id="{A2639004-B21B-487A-9B41-394D5A8FCA00}"/>
              </a:ext>
            </a:extLst>
          </p:cNvPr>
          <p:cNvSpPr>
            <a:spLocks xmlns:a="http://schemas.openxmlformats.org/drawingml/2006/main" noGrp="1"/>
          </p:cNvSpPr>
          <p:nvPr/>
        </p:nvSpPr>
        <p:spPr>
          <a:xfrm xmlns:a="http://schemas.openxmlformats.org/drawingml/2006/main">
            <a:off x="5735077" y="4747215"/>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5" name="Editable chart path">
            <a:extLst xmlns:a="http://schemas.openxmlformats.org/drawingml/2006/main">
              <a:ext uri="{FF2B5EF4-FFF2-40B4-BE49-F238E27FC236}">
                <a16:creationId xmlns:a16="http://schemas.microsoft.com/office/drawing/2014/main" id="{B35511D2-1B95-4113-B5D1-C616C111EDD6}"/>
              </a:ext>
            </a:extLst>
          </p:cNvPr>
          <p:cNvSpPr>
            <a:spLocks xmlns:a="http://schemas.openxmlformats.org/drawingml/2006/main" noGrp="1"/>
          </p:cNvSpPr>
          <p:nvPr/>
        </p:nvSpPr>
        <p:spPr>
          <a:xfrm xmlns:a="http://schemas.openxmlformats.org/drawingml/2006/main">
            <a:off x="5978506" y="4607831"/>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6" name="Editable chart path">
            <a:extLst xmlns:a="http://schemas.openxmlformats.org/drawingml/2006/main">
              <a:ext uri="{FF2B5EF4-FFF2-40B4-BE49-F238E27FC236}">
                <a16:creationId xmlns:a16="http://schemas.microsoft.com/office/drawing/2014/main" id="{56314A2C-D945-4BA0-BE31-5F387B3E2523}"/>
              </a:ext>
            </a:extLst>
          </p:cNvPr>
          <p:cNvSpPr>
            <a:spLocks xmlns:a="http://schemas.openxmlformats.org/drawingml/2006/main" noGrp="1"/>
          </p:cNvSpPr>
          <p:nvPr/>
        </p:nvSpPr>
        <p:spPr>
          <a:xfrm xmlns:a="http://schemas.openxmlformats.org/drawingml/2006/main">
            <a:off x="6221936" y="4270598"/>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7" name="Editable chart path">
            <a:extLst xmlns:a="http://schemas.openxmlformats.org/drawingml/2006/main">
              <a:ext uri="{FF2B5EF4-FFF2-40B4-BE49-F238E27FC236}">
                <a16:creationId xmlns:a16="http://schemas.microsoft.com/office/drawing/2014/main" id="{6DC6768F-D1E2-4D48-A809-EFEE0472DD08}"/>
              </a:ext>
            </a:extLst>
          </p:cNvPr>
          <p:cNvSpPr>
            <a:spLocks xmlns:a="http://schemas.openxmlformats.org/drawingml/2006/main" noGrp="1"/>
          </p:cNvSpPr>
          <p:nvPr/>
        </p:nvSpPr>
        <p:spPr>
          <a:xfrm xmlns:a="http://schemas.openxmlformats.org/drawingml/2006/main">
            <a:off x="6465365" y="4218948"/>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8" name="Editable chart path">
            <a:extLst xmlns:a="http://schemas.openxmlformats.org/drawingml/2006/main">
              <a:ext uri="{FF2B5EF4-FFF2-40B4-BE49-F238E27FC236}">
                <a16:creationId xmlns:a16="http://schemas.microsoft.com/office/drawing/2014/main" id="{0240C786-DCF0-4A9E-9FD1-03DD17EBDD07}"/>
              </a:ext>
            </a:extLst>
          </p:cNvPr>
          <p:cNvSpPr>
            <a:spLocks xmlns:a="http://schemas.openxmlformats.org/drawingml/2006/main" noGrp="1"/>
          </p:cNvSpPr>
          <p:nvPr/>
        </p:nvSpPr>
        <p:spPr>
          <a:xfrm xmlns:a="http://schemas.openxmlformats.org/drawingml/2006/main">
            <a:off x="6708795" y="4616379"/>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69" name="Editable chart path">
            <a:extLst xmlns:a="http://schemas.openxmlformats.org/drawingml/2006/main">
              <a:ext uri="{FF2B5EF4-FFF2-40B4-BE49-F238E27FC236}">
                <a16:creationId xmlns:a16="http://schemas.microsoft.com/office/drawing/2014/main" id="{9380A094-1B05-4C27-AEF8-FB8F475960F9}"/>
              </a:ext>
            </a:extLst>
          </p:cNvPr>
          <p:cNvSpPr>
            <a:spLocks xmlns:a="http://schemas.openxmlformats.org/drawingml/2006/main" noGrp="1"/>
          </p:cNvSpPr>
          <p:nvPr/>
        </p:nvSpPr>
        <p:spPr>
          <a:xfrm xmlns:a="http://schemas.openxmlformats.org/drawingml/2006/main">
            <a:off x="6952224" y="4263718"/>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0" name="Editable chart path">
            <a:extLst xmlns:a="http://schemas.openxmlformats.org/drawingml/2006/main">
              <a:ext uri="{FF2B5EF4-FFF2-40B4-BE49-F238E27FC236}">
                <a16:creationId xmlns:a16="http://schemas.microsoft.com/office/drawing/2014/main" id="{7E8EA15E-CD61-4EE8-85C8-6961CEB28F1A}"/>
              </a:ext>
            </a:extLst>
          </p:cNvPr>
          <p:cNvSpPr>
            <a:spLocks xmlns:a="http://schemas.openxmlformats.org/drawingml/2006/main" noGrp="1"/>
          </p:cNvSpPr>
          <p:nvPr/>
        </p:nvSpPr>
        <p:spPr>
          <a:xfrm xmlns:a="http://schemas.openxmlformats.org/drawingml/2006/main">
            <a:off x="7195654" y="4214269"/>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1" name="Editable chart path">
            <a:extLst xmlns:a="http://schemas.openxmlformats.org/drawingml/2006/main">
              <a:ext uri="{FF2B5EF4-FFF2-40B4-BE49-F238E27FC236}">
                <a16:creationId xmlns:a16="http://schemas.microsoft.com/office/drawing/2014/main" id="{7E8CFA18-0949-4F80-8F1E-3A685A40DB2C}"/>
              </a:ext>
            </a:extLst>
          </p:cNvPr>
          <p:cNvSpPr>
            <a:spLocks xmlns:a="http://schemas.openxmlformats.org/drawingml/2006/main" noGrp="1"/>
          </p:cNvSpPr>
          <p:nvPr/>
        </p:nvSpPr>
        <p:spPr>
          <a:xfrm xmlns:a="http://schemas.openxmlformats.org/drawingml/2006/main">
            <a:off x="7439084" y="4245587"/>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2" name="Editable chart path">
            <a:extLst xmlns:a="http://schemas.openxmlformats.org/drawingml/2006/main">
              <a:ext uri="{FF2B5EF4-FFF2-40B4-BE49-F238E27FC236}">
                <a16:creationId xmlns:a16="http://schemas.microsoft.com/office/drawing/2014/main" id="{8CAE5915-4810-419A-A6F5-E61E2F28DB12}"/>
              </a:ext>
            </a:extLst>
          </p:cNvPr>
          <p:cNvSpPr>
            <a:spLocks xmlns:a="http://schemas.openxmlformats.org/drawingml/2006/main" noGrp="1"/>
          </p:cNvSpPr>
          <p:nvPr/>
        </p:nvSpPr>
        <p:spPr>
          <a:xfrm xmlns:a="http://schemas.openxmlformats.org/drawingml/2006/main">
            <a:off x="7682513" y="4123900"/>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3" name="Editable chart path">
            <a:extLst xmlns:a="http://schemas.openxmlformats.org/drawingml/2006/main">
              <a:ext uri="{FF2B5EF4-FFF2-40B4-BE49-F238E27FC236}">
                <a16:creationId xmlns:a16="http://schemas.microsoft.com/office/drawing/2014/main" id="{22D23D6C-A91D-41A8-A35E-8A19258C34CD}"/>
              </a:ext>
            </a:extLst>
          </p:cNvPr>
          <p:cNvSpPr>
            <a:spLocks xmlns:a="http://schemas.openxmlformats.org/drawingml/2006/main" noGrp="1"/>
          </p:cNvSpPr>
          <p:nvPr/>
        </p:nvSpPr>
        <p:spPr>
          <a:xfrm xmlns:a="http://schemas.openxmlformats.org/drawingml/2006/main">
            <a:off x="7925943" y="4195883"/>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4" name="Editable chart path">
            <a:extLst xmlns:a="http://schemas.openxmlformats.org/drawingml/2006/main">
              <a:ext uri="{FF2B5EF4-FFF2-40B4-BE49-F238E27FC236}">
                <a16:creationId xmlns:a16="http://schemas.microsoft.com/office/drawing/2014/main" id="{0304325B-CA3B-4C0D-A4B2-F184AC83770B}"/>
              </a:ext>
            </a:extLst>
          </p:cNvPr>
          <p:cNvSpPr>
            <a:spLocks xmlns:a="http://schemas.openxmlformats.org/drawingml/2006/main" noGrp="1"/>
          </p:cNvSpPr>
          <p:nvPr/>
        </p:nvSpPr>
        <p:spPr>
          <a:xfrm xmlns:a="http://schemas.openxmlformats.org/drawingml/2006/main">
            <a:off x="8169372" y="4179062"/>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5" name="Editable chart path">
            <a:extLst xmlns:a="http://schemas.openxmlformats.org/drawingml/2006/main">
              <a:ext uri="{FF2B5EF4-FFF2-40B4-BE49-F238E27FC236}">
                <a16:creationId xmlns:a16="http://schemas.microsoft.com/office/drawing/2014/main" id="{5C5AE300-15B9-4EAD-AD91-926FD623740A}"/>
              </a:ext>
            </a:extLst>
          </p:cNvPr>
          <p:cNvSpPr>
            <a:spLocks xmlns:a="http://schemas.openxmlformats.org/drawingml/2006/main" noGrp="1"/>
          </p:cNvSpPr>
          <p:nvPr/>
        </p:nvSpPr>
        <p:spPr>
          <a:xfrm xmlns:a="http://schemas.openxmlformats.org/drawingml/2006/main">
            <a:off x="8412802" y="3748235"/>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6" name="Editable chart path">
            <a:extLst xmlns:a="http://schemas.openxmlformats.org/drawingml/2006/main">
              <a:ext uri="{FF2B5EF4-FFF2-40B4-BE49-F238E27FC236}">
                <a16:creationId xmlns:a16="http://schemas.microsoft.com/office/drawing/2014/main" id="{115A6B55-A83B-4F55-A652-263F2608FE0A}"/>
              </a:ext>
            </a:extLst>
          </p:cNvPr>
          <p:cNvSpPr>
            <a:spLocks xmlns:a="http://schemas.openxmlformats.org/drawingml/2006/main" noGrp="1"/>
          </p:cNvSpPr>
          <p:nvPr/>
        </p:nvSpPr>
        <p:spPr>
          <a:xfrm xmlns:a="http://schemas.openxmlformats.org/drawingml/2006/main">
            <a:off x="8656232" y="3825740"/>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7" name="Editable chart path">
            <a:extLst xmlns:a="http://schemas.openxmlformats.org/drawingml/2006/main">
              <a:ext uri="{FF2B5EF4-FFF2-40B4-BE49-F238E27FC236}">
                <a16:creationId xmlns:a16="http://schemas.microsoft.com/office/drawing/2014/main" id="{326CEB08-BD83-40B2-92C9-8357B4862A4C}"/>
              </a:ext>
            </a:extLst>
          </p:cNvPr>
          <p:cNvSpPr>
            <a:spLocks xmlns:a="http://schemas.openxmlformats.org/drawingml/2006/main" noGrp="1"/>
          </p:cNvSpPr>
          <p:nvPr/>
        </p:nvSpPr>
        <p:spPr>
          <a:xfrm xmlns:a="http://schemas.openxmlformats.org/drawingml/2006/main">
            <a:off x="8899661" y="3858833"/>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8" name="Editable chart path">
            <a:extLst xmlns:a="http://schemas.openxmlformats.org/drawingml/2006/main">
              <a:ext uri="{FF2B5EF4-FFF2-40B4-BE49-F238E27FC236}">
                <a16:creationId xmlns:a16="http://schemas.microsoft.com/office/drawing/2014/main" id="{FA85667E-6425-481A-8353-B9E8DE5597A2}"/>
              </a:ext>
            </a:extLst>
          </p:cNvPr>
          <p:cNvSpPr>
            <a:spLocks xmlns:a="http://schemas.openxmlformats.org/drawingml/2006/main" noGrp="1"/>
          </p:cNvSpPr>
          <p:nvPr/>
        </p:nvSpPr>
        <p:spPr>
          <a:xfrm xmlns:a="http://schemas.openxmlformats.org/drawingml/2006/main">
            <a:off x="9143091" y="3881896"/>
            <a:ext cx="50483" cy="5048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24889"/>
          </a:solidFill>
          <a:ln xmlns:a="http://schemas.openxmlformats.org/drawingml/2006/main" w="12621">
            <a:solidFill>
              <a:srgbClr val="224889"/>
            </a:solidFill>
            <a:prstDash val="solid"/>
          </a:ln>
        </p:spPr>
      </p:sp>
      <p:sp>
        <p:nvSpPr>
          <p:cNvPr id="79" name="Editable chart path">
            <a:extLst xmlns:a="http://schemas.openxmlformats.org/drawingml/2006/main">
              <a:ext uri="{FF2B5EF4-FFF2-40B4-BE49-F238E27FC236}">
                <a16:creationId xmlns:a16="http://schemas.microsoft.com/office/drawing/2014/main" id="{C185DD20-3E0B-4855-BF51-A18496C285A3}"/>
              </a:ext>
            </a:extLst>
          </p:cNvPr>
          <p:cNvSpPr>
            <a:spLocks xmlns:a="http://schemas.openxmlformats.org/drawingml/2006/main" noGrp="1"/>
          </p:cNvSpPr>
          <p:nvPr/>
        </p:nvSpPr>
        <p:spPr>
          <a:xfrm xmlns:a="http://schemas.openxmlformats.org/drawingml/2006/main">
            <a:off x="3033907" y="4633073"/>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10097">
            <a:solidFill>
              <a:srgbClr val="5A6683"/>
            </a:solidFill>
            <a:prstDash val="solid"/>
          </a:ln>
        </p:spPr>
      </p:sp>
      <p:sp>
        <p:nvSpPr>
          <p:cNvPr id="80" name="Editable chart path">
            <a:extLst xmlns:a="http://schemas.openxmlformats.org/drawingml/2006/main">
              <a:ext uri="{FF2B5EF4-FFF2-40B4-BE49-F238E27FC236}">
                <a16:creationId xmlns:a16="http://schemas.microsoft.com/office/drawing/2014/main" id="{D8FD6F31-6F1D-4D0A-8A22-787FE3D07E6B}"/>
              </a:ext>
            </a:extLst>
          </p:cNvPr>
          <p:cNvSpPr>
            <a:spLocks xmlns:a="http://schemas.openxmlformats.org/drawingml/2006/main" noGrp="1"/>
          </p:cNvSpPr>
          <p:nvPr/>
        </p:nvSpPr>
        <p:spPr>
          <a:xfrm xmlns:a="http://schemas.openxmlformats.org/drawingml/2006/main">
            <a:off x="6125462" y="2838450"/>
            <a:ext cx="95" cy="2455967"/>
          </a:xfrm>
          <a:custGeom xmlns:a="http://schemas.openxmlformats.org/drawingml/2006/main">
            <a:pathLst>
              <a:path w="95" h="1853536">
                <a:moveTo>
                  <a:pt x="0" y="1853536"/>
                </a:moveTo>
                <a:lnTo>
                  <a:pt x="0" y="0"/>
                </a:lnTo>
              </a:path>
            </a:pathLst>
          </a:custGeom>
          <a:noFill xmlns:a="http://schemas.openxmlformats.org/drawingml/2006/main"/>
          <a:ln xmlns:a="http://schemas.openxmlformats.org/drawingml/2006/main" w="12621">
            <a:solidFill>
              <a:srgbClr val="C0453C"/>
            </a:solidFill>
            <a:prstDash val="dash"/>
          </a:ln>
        </p:spPr>
      </p:sp>
      <p:sp>
        <p:nvSpPr>
          <p:cNvPr id="81" name="Editable chart path">
            <a:extLst xmlns:a="http://schemas.openxmlformats.org/drawingml/2006/main">
              <a:ext uri="{FF2B5EF4-FFF2-40B4-BE49-F238E27FC236}">
                <a16:creationId xmlns:a16="http://schemas.microsoft.com/office/drawing/2014/main" id="{580C2B42-6FCE-49EF-87E0-9FF19475D17D}"/>
              </a:ext>
            </a:extLst>
          </p:cNvPr>
          <p:cNvSpPr>
            <a:spLocks xmlns:a="http://schemas.openxmlformats.org/drawingml/2006/main" noGrp="1"/>
          </p:cNvSpPr>
          <p:nvPr/>
        </p:nvSpPr>
        <p:spPr>
          <a:xfrm xmlns:a="http://schemas.openxmlformats.org/drawingml/2006/main">
            <a:off x="3033907" y="2838450"/>
            <a:ext cx="95" cy="2455967"/>
          </a:xfrm>
          <a:custGeom xmlns:a="http://schemas.openxmlformats.org/drawingml/2006/main">
            <a:pathLst>
              <a:path w="95" h="1853536">
                <a:moveTo>
                  <a:pt x="0" y="1853536"/>
                </a:moveTo>
                <a:lnTo>
                  <a:pt x="0" y="0"/>
                </a:lnTo>
              </a:path>
            </a:pathLst>
          </a:custGeom>
          <a:noFill xmlns:a="http://schemas.openxmlformats.org/drawingml/2006/main"/>
          <a:ln xmlns:a="http://schemas.openxmlformats.org/drawingml/2006/main" w="10097">
            <a:solidFill>
              <a:srgbClr val="5A6683"/>
            </a:solidFill>
            <a:prstDash val="solid"/>
          </a:ln>
        </p:spPr>
      </p:sp>
      <p:sp>
        <p:nvSpPr>
          <p:cNvPr id="82" name="Editable chart path">
            <a:extLst xmlns:a="http://schemas.openxmlformats.org/drawingml/2006/main">
              <a:ext uri="{FF2B5EF4-FFF2-40B4-BE49-F238E27FC236}">
                <a16:creationId xmlns:a16="http://schemas.microsoft.com/office/drawing/2014/main" id="{173EC248-7410-44E3-99CA-71DE500C5C6A}"/>
              </a:ext>
            </a:extLst>
          </p:cNvPr>
          <p:cNvSpPr>
            <a:spLocks xmlns:a="http://schemas.openxmlformats.org/drawingml/2006/main" noGrp="1"/>
          </p:cNvSpPr>
          <p:nvPr/>
        </p:nvSpPr>
        <p:spPr>
          <a:xfrm xmlns:a="http://schemas.openxmlformats.org/drawingml/2006/main">
            <a:off x="3033907" y="5294417"/>
            <a:ext cx="6426541" cy="95"/>
          </a:xfrm>
          <a:custGeom xmlns:a="http://schemas.openxmlformats.org/drawingml/2006/main">
            <a:pathLst>
              <a:path w="4850159" h="95">
                <a:moveTo>
                  <a:pt x="0" y="0"/>
                </a:moveTo>
                <a:lnTo>
                  <a:pt x="4850159" y="0"/>
                </a:lnTo>
              </a:path>
            </a:pathLst>
          </a:custGeom>
          <a:noFill xmlns:a="http://schemas.openxmlformats.org/drawingml/2006/main"/>
          <a:ln xmlns:a="http://schemas.openxmlformats.org/drawingml/2006/main" w="10097">
            <a:solidFill>
              <a:srgbClr val="5A6683"/>
            </a:solidFill>
            <a:prstDash val="solid"/>
          </a:ln>
        </p:spPr>
      </p:sp>
    </p:spTree>
    <p:extLst>
      <p:ext uri="{BB962C8B-B14F-4D97-AF65-F5344CB8AC3E}">
        <p14:creationId xmlns:p14="http://schemas.microsoft.com/office/powerpoint/2010/main" val="597896415"/>
      </p:ext>
    </p:extLst>
  </p:cSld>
</p:sld>
</file>

<file path=ppt/slides/slide60.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NAMED HEAVY-RAIN LOSSES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Names meet the expected-count and q-value filters. Percentage map scales are capped at ±40%.</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60</a:t>
            </a:r>
            <a:endParaRPr sz="1200"/>
          </a:p>
        </p:txBody>
      </p:sp>
      <p:sp>
        <p:nvSpPr>
          <p:cNvPr id="14" name="">
            <a:extLst xmlns:a="http://schemas.openxmlformats.org/drawingml/2006/main">
              <a:ext uri="{FF2B5EF4-FFF2-40B4-BE49-F238E27FC236}">
                <a16:creationId xmlns:a16="http://schemas.microsoft.com/office/drawing/2014/main" id="{A0B498CA-D9BF-4044-8691-BFDE4339F995}"/>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43E82777-22B0-442F-9AD4-45FEE699AED7}"/>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Heavy rain vs no-rain model: % vacant taxis</a:t>
            </a:r>
          </a:p>
        </p:txBody>
      </p:sp>
      <p:sp>
        <p:nvSpPr>
          <p:cNvPr id="16" name="Editable chart path">
            <a:extLst xmlns:a="http://schemas.openxmlformats.org/drawingml/2006/main">
              <a:ext uri="{FF2B5EF4-FFF2-40B4-BE49-F238E27FC236}">
                <a16:creationId xmlns:a16="http://schemas.microsoft.com/office/drawing/2014/main" id="{77A31E5F-6D19-41A4-A8B4-AA47F5FE3C04}"/>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4487492" h="2666345">
                <a:moveTo>
                  <a:pt x="938613" y="1673244"/>
                </a:moveTo>
                <a:lnTo>
                  <a:pt x="917707" y="1669041"/>
                </a:lnTo>
                <a:lnTo>
                  <a:pt x="923241" y="1681752"/>
                </a:lnTo>
                <a:lnTo>
                  <a:pt x="934822" y="1684622"/>
                </a:lnTo>
                <a:lnTo>
                  <a:pt x="960032" y="1716092"/>
                </a:lnTo>
                <a:lnTo>
                  <a:pt x="960339" y="1755353"/>
                </a:lnTo>
                <a:lnTo>
                  <a:pt x="927238" y="1754430"/>
                </a:lnTo>
                <a:lnTo>
                  <a:pt x="927443" y="1749613"/>
                </a:lnTo>
                <a:lnTo>
                  <a:pt x="921397" y="1745512"/>
                </a:lnTo>
                <a:lnTo>
                  <a:pt x="918117" y="1718142"/>
                </a:lnTo>
                <a:lnTo>
                  <a:pt x="908689" y="1700203"/>
                </a:lnTo>
                <a:lnTo>
                  <a:pt x="911764" y="1690055"/>
                </a:lnTo>
                <a:lnTo>
                  <a:pt x="920987" y="1682572"/>
                </a:lnTo>
                <a:lnTo>
                  <a:pt x="915760" y="1669964"/>
                </a:lnTo>
                <a:lnTo>
                  <a:pt x="905205" y="1682777"/>
                </a:lnTo>
                <a:lnTo>
                  <a:pt x="900286" y="1698358"/>
                </a:lnTo>
                <a:lnTo>
                  <a:pt x="902335" y="1740899"/>
                </a:lnTo>
                <a:lnTo>
                  <a:pt x="873846" y="1751663"/>
                </a:lnTo>
                <a:lnTo>
                  <a:pt x="852223" y="1750228"/>
                </a:lnTo>
                <a:lnTo>
                  <a:pt x="801188" y="1759761"/>
                </a:lnTo>
                <a:lnTo>
                  <a:pt x="787148" y="1658790"/>
                </a:lnTo>
                <a:lnTo>
                  <a:pt x="781307" y="1656125"/>
                </a:lnTo>
                <a:lnTo>
                  <a:pt x="769214" y="1659405"/>
                </a:lnTo>
                <a:lnTo>
                  <a:pt x="780897" y="1771037"/>
                </a:lnTo>
                <a:lnTo>
                  <a:pt x="762655" y="1779442"/>
                </a:lnTo>
                <a:lnTo>
                  <a:pt x="759171" y="1775342"/>
                </a:lnTo>
                <a:lnTo>
                  <a:pt x="745439" y="1785285"/>
                </a:lnTo>
                <a:lnTo>
                  <a:pt x="689895" y="1723575"/>
                </a:lnTo>
                <a:lnTo>
                  <a:pt x="686820" y="1680727"/>
                </a:lnTo>
                <a:lnTo>
                  <a:pt x="646546" y="1685750"/>
                </a:lnTo>
                <a:lnTo>
                  <a:pt x="653822" y="1746127"/>
                </a:lnTo>
                <a:lnTo>
                  <a:pt x="703422" y="1797279"/>
                </a:lnTo>
                <a:lnTo>
                  <a:pt x="699835" y="1795741"/>
                </a:lnTo>
                <a:lnTo>
                  <a:pt x="702705" y="1800559"/>
                </a:lnTo>
                <a:lnTo>
                  <a:pt x="687948" y="1816243"/>
                </a:lnTo>
                <a:lnTo>
                  <a:pt x="624000" y="1866575"/>
                </a:lnTo>
                <a:lnTo>
                  <a:pt x="609755" y="1849353"/>
                </a:lnTo>
                <a:lnTo>
                  <a:pt x="612215" y="1845560"/>
                </a:lnTo>
                <a:lnTo>
                  <a:pt x="605041" y="1833772"/>
                </a:lnTo>
                <a:lnTo>
                  <a:pt x="542529" y="1802609"/>
                </a:lnTo>
                <a:lnTo>
                  <a:pt x="546423" y="1794204"/>
                </a:lnTo>
                <a:lnTo>
                  <a:pt x="532895" y="1783440"/>
                </a:lnTo>
                <a:lnTo>
                  <a:pt x="521623" y="1792871"/>
                </a:lnTo>
                <a:lnTo>
                  <a:pt x="514142" y="1784568"/>
                </a:lnTo>
                <a:lnTo>
                  <a:pt x="523877" y="1776162"/>
                </a:lnTo>
                <a:lnTo>
                  <a:pt x="492416" y="1739977"/>
                </a:lnTo>
                <a:lnTo>
                  <a:pt x="472227" y="1757096"/>
                </a:lnTo>
                <a:lnTo>
                  <a:pt x="452039" y="1733211"/>
                </a:lnTo>
                <a:lnTo>
                  <a:pt x="530743" y="1647412"/>
                </a:lnTo>
                <a:lnTo>
                  <a:pt x="527362" y="1636648"/>
                </a:lnTo>
                <a:lnTo>
                  <a:pt x="516294" y="1632651"/>
                </a:lnTo>
                <a:lnTo>
                  <a:pt x="463004" y="1690158"/>
                </a:lnTo>
                <a:lnTo>
                  <a:pt x="447120" y="1695591"/>
                </a:lnTo>
                <a:lnTo>
                  <a:pt x="420987" y="1670374"/>
                </a:lnTo>
                <a:lnTo>
                  <a:pt x="416478" y="1657560"/>
                </a:lnTo>
                <a:lnTo>
                  <a:pt x="473150" y="1598823"/>
                </a:lnTo>
                <a:lnTo>
                  <a:pt x="475302" y="1593492"/>
                </a:lnTo>
                <a:lnTo>
                  <a:pt x="469563" y="1586727"/>
                </a:lnTo>
                <a:lnTo>
                  <a:pt x="450297" y="1571556"/>
                </a:lnTo>
                <a:lnTo>
                  <a:pt x="416991" y="1608254"/>
                </a:lnTo>
                <a:lnTo>
                  <a:pt x="384505" y="1633778"/>
                </a:lnTo>
                <a:lnTo>
                  <a:pt x="359909" y="1617172"/>
                </a:lnTo>
                <a:lnTo>
                  <a:pt x="327321" y="1584472"/>
                </a:lnTo>
                <a:lnTo>
                  <a:pt x="295552" y="1629985"/>
                </a:lnTo>
                <a:lnTo>
                  <a:pt x="331113" y="1660020"/>
                </a:lnTo>
                <a:lnTo>
                  <a:pt x="403053" y="1744180"/>
                </a:lnTo>
                <a:lnTo>
                  <a:pt x="418016" y="1834797"/>
                </a:lnTo>
                <a:lnTo>
                  <a:pt x="450809" y="1895277"/>
                </a:lnTo>
                <a:lnTo>
                  <a:pt x="455728" y="1911883"/>
                </a:lnTo>
                <a:lnTo>
                  <a:pt x="450912" y="1938945"/>
                </a:lnTo>
                <a:lnTo>
                  <a:pt x="430211" y="1959857"/>
                </a:lnTo>
                <a:lnTo>
                  <a:pt x="410944" y="1964880"/>
                </a:lnTo>
                <a:lnTo>
                  <a:pt x="358885" y="1961292"/>
                </a:lnTo>
                <a:lnTo>
                  <a:pt x="356015" y="1964983"/>
                </a:lnTo>
                <a:lnTo>
                  <a:pt x="348842" y="2060008"/>
                </a:lnTo>
                <a:lnTo>
                  <a:pt x="385837" y="2060008"/>
                </a:lnTo>
                <a:lnTo>
                  <a:pt x="385939" y="2151855"/>
                </a:lnTo>
                <a:lnTo>
                  <a:pt x="119287" y="2151855"/>
                </a:lnTo>
                <a:lnTo>
                  <a:pt x="119287" y="2222279"/>
                </a:lnTo>
                <a:lnTo>
                  <a:pt x="396085" y="2222279"/>
                </a:lnTo>
                <a:lnTo>
                  <a:pt x="396085" y="2283989"/>
                </a:lnTo>
                <a:lnTo>
                  <a:pt x="328858" y="2314024"/>
                </a:lnTo>
                <a:lnTo>
                  <a:pt x="119287" y="2314024"/>
                </a:lnTo>
                <a:lnTo>
                  <a:pt x="119287" y="2384549"/>
                </a:lnTo>
                <a:lnTo>
                  <a:pt x="452346" y="2384549"/>
                </a:lnTo>
                <a:lnTo>
                  <a:pt x="452346" y="2476294"/>
                </a:lnTo>
                <a:lnTo>
                  <a:pt x="119389" y="2476294"/>
                </a:lnTo>
                <a:lnTo>
                  <a:pt x="119389" y="2554201"/>
                </a:lnTo>
                <a:lnTo>
                  <a:pt x="524902" y="2554098"/>
                </a:lnTo>
                <a:lnTo>
                  <a:pt x="541914" y="2599612"/>
                </a:lnTo>
                <a:lnTo>
                  <a:pt x="434105" y="2639488"/>
                </a:lnTo>
                <a:lnTo>
                  <a:pt x="399467" y="2660297"/>
                </a:lnTo>
                <a:lnTo>
                  <a:pt x="376921" y="2666345"/>
                </a:lnTo>
                <a:lnTo>
                  <a:pt x="36995" y="2580955"/>
                </a:lnTo>
                <a:lnTo>
                  <a:pt x="12708" y="2567732"/>
                </a:lnTo>
                <a:lnTo>
                  <a:pt x="1332" y="2547230"/>
                </a:lnTo>
                <a:lnTo>
                  <a:pt x="0" y="2327862"/>
                </a:lnTo>
                <a:lnTo>
                  <a:pt x="68969" y="2327862"/>
                </a:lnTo>
                <a:lnTo>
                  <a:pt x="69071" y="2300082"/>
                </a:lnTo>
                <a:lnTo>
                  <a:pt x="32281" y="2300082"/>
                </a:lnTo>
                <a:lnTo>
                  <a:pt x="32281" y="2232837"/>
                </a:lnTo>
                <a:lnTo>
                  <a:pt x="64460" y="2232837"/>
                </a:lnTo>
                <a:lnTo>
                  <a:pt x="64460" y="2205057"/>
                </a:lnTo>
                <a:lnTo>
                  <a:pt x="41504" y="2205057"/>
                </a:lnTo>
                <a:lnTo>
                  <a:pt x="41504" y="2158211"/>
                </a:lnTo>
                <a:lnTo>
                  <a:pt x="102" y="2158211"/>
                </a:lnTo>
                <a:lnTo>
                  <a:pt x="1230" y="2139862"/>
                </a:lnTo>
                <a:lnTo>
                  <a:pt x="58516" y="1986407"/>
                </a:lnTo>
                <a:lnTo>
                  <a:pt x="72966" y="1972261"/>
                </a:lnTo>
                <a:lnTo>
                  <a:pt x="102890" y="1961190"/>
                </a:lnTo>
                <a:lnTo>
                  <a:pt x="122463" y="1948479"/>
                </a:lnTo>
                <a:lnTo>
                  <a:pt x="137221" y="1931155"/>
                </a:lnTo>
                <a:lnTo>
                  <a:pt x="146136" y="1911883"/>
                </a:lnTo>
                <a:lnTo>
                  <a:pt x="149826" y="1889331"/>
                </a:lnTo>
                <a:lnTo>
                  <a:pt x="146854" y="1866062"/>
                </a:lnTo>
                <a:lnTo>
                  <a:pt x="128305" y="1818703"/>
                </a:lnTo>
                <a:lnTo>
                  <a:pt x="121029" y="1817883"/>
                </a:lnTo>
                <a:lnTo>
                  <a:pt x="122771" y="1807120"/>
                </a:lnTo>
                <a:lnTo>
                  <a:pt x="119492" y="1811118"/>
                </a:lnTo>
                <a:lnTo>
                  <a:pt x="124206" y="1784055"/>
                </a:lnTo>
                <a:lnTo>
                  <a:pt x="125948" y="1788771"/>
                </a:lnTo>
                <a:lnTo>
                  <a:pt x="127587" y="1779647"/>
                </a:lnTo>
                <a:lnTo>
                  <a:pt x="133224" y="1780570"/>
                </a:lnTo>
                <a:lnTo>
                  <a:pt x="264193" y="1430197"/>
                </a:lnTo>
                <a:lnTo>
                  <a:pt x="276901" y="1381403"/>
                </a:lnTo>
                <a:lnTo>
                  <a:pt x="297909" y="1332506"/>
                </a:lnTo>
                <a:lnTo>
                  <a:pt x="293297" y="1325433"/>
                </a:lnTo>
                <a:lnTo>
                  <a:pt x="298421" y="1320000"/>
                </a:lnTo>
                <a:lnTo>
                  <a:pt x="295450" y="1317232"/>
                </a:lnTo>
                <a:lnTo>
                  <a:pt x="307235" y="1305034"/>
                </a:lnTo>
                <a:lnTo>
                  <a:pt x="315741" y="1284840"/>
                </a:lnTo>
                <a:lnTo>
                  <a:pt x="314511" y="1280227"/>
                </a:lnTo>
                <a:lnTo>
                  <a:pt x="304570" y="1284532"/>
                </a:lnTo>
                <a:lnTo>
                  <a:pt x="296577" y="1275716"/>
                </a:lnTo>
                <a:lnTo>
                  <a:pt x="291248" y="1258085"/>
                </a:lnTo>
                <a:lnTo>
                  <a:pt x="294732" y="1240864"/>
                </a:lnTo>
                <a:lnTo>
                  <a:pt x="281512" y="1232355"/>
                </a:lnTo>
                <a:lnTo>
                  <a:pt x="282845" y="1229793"/>
                </a:lnTo>
                <a:lnTo>
                  <a:pt x="295962" y="1238506"/>
                </a:lnTo>
                <a:lnTo>
                  <a:pt x="306927" y="1226512"/>
                </a:lnTo>
                <a:lnTo>
                  <a:pt x="321377" y="1220772"/>
                </a:lnTo>
                <a:lnTo>
                  <a:pt x="328653" y="1223950"/>
                </a:lnTo>
                <a:lnTo>
                  <a:pt x="333162" y="1233278"/>
                </a:lnTo>
                <a:lnTo>
                  <a:pt x="339106" y="1206318"/>
                </a:lnTo>
                <a:lnTo>
                  <a:pt x="353043" y="1173413"/>
                </a:lnTo>
                <a:lnTo>
                  <a:pt x="355503" y="1154962"/>
                </a:lnTo>
                <a:lnTo>
                  <a:pt x="358372" y="1159369"/>
                </a:lnTo>
                <a:lnTo>
                  <a:pt x="377638" y="1143993"/>
                </a:lnTo>
                <a:lnTo>
                  <a:pt x="390038" y="1127899"/>
                </a:lnTo>
                <a:lnTo>
                  <a:pt x="421192" y="1057476"/>
                </a:lnTo>
                <a:lnTo>
                  <a:pt x="444558" y="1023136"/>
                </a:lnTo>
                <a:lnTo>
                  <a:pt x="447325" y="1005914"/>
                </a:lnTo>
                <a:lnTo>
                  <a:pt x="464849" y="1000482"/>
                </a:lnTo>
                <a:lnTo>
                  <a:pt x="463312" y="988693"/>
                </a:lnTo>
                <a:lnTo>
                  <a:pt x="468333" y="984695"/>
                </a:lnTo>
                <a:lnTo>
                  <a:pt x="481758" y="1002122"/>
                </a:lnTo>
                <a:lnTo>
                  <a:pt x="481860" y="985310"/>
                </a:lnTo>
                <a:lnTo>
                  <a:pt x="490674" y="983568"/>
                </a:lnTo>
                <a:lnTo>
                  <a:pt x="505226" y="946562"/>
                </a:lnTo>
                <a:lnTo>
                  <a:pt x="527976" y="907301"/>
                </a:lnTo>
                <a:lnTo>
                  <a:pt x="525209" y="894590"/>
                </a:lnTo>
                <a:lnTo>
                  <a:pt x="535867" y="896128"/>
                </a:lnTo>
                <a:lnTo>
                  <a:pt x="530436" y="887107"/>
                </a:lnTo>
                <a:lnTo>
                  <a:pt x="547653" y="871423"/>
                </a:lnTo>
                <a:lnTo>
                  <a:pt x="554519" y="869578"/>
                </a:lnTo>
                <a:lnTo>
                  <a:pt x="555339" y="878394"/>
                </a:lnTo>
                <a:lnTo>
                  <a:pt x="558106" y="877984"/>
                </a:lnTo>
                <a:lnTo>
                  <a:pt x="560975" y="869066"/>
                </a:lnTo>
                <a:lnTo>
                  <a:pt x="554724" y="858815"/>
                </a:lnTo>
                <a:lnTo>
                  <a:pt x="560770" y="848052"/>
                </a:lnTo>
                <a:lnTo>
                  <a:pt x="572863" y="839646"/>
                </a:lnTo>
                <a:lnTo>
                  <a:pt x="572965" y="822424"/>
                </a:lnTo>
                <a:lnTo>
                  <a:pt x="584545" y="802128"/>
                </a:lnTo>
                <a:lnTo>
                  <a:pt x="580754" y="778141"/>
                </a:lnTo>
                <a:lnTo>
                  <a:pt x="585673" y="753026"/>
                </a:lnTo>
                <a:lnTo>
                  <a:pt x="577474" y="738470"/>
                </a:lnTo>
                <a:lnTo>
                  <a:pt x="584033" y="722786"/>
                </a:lnTo>
                <a:lnTo>
                  <a:pt x="587927" y="725554"/>
                </a:lnTo>
                <a:lnTo>
                  <a:pt x="589772" y="722171"/>
                </a:lnTo>
                <a:lnTo>
                  <a:pt x="584443" y="718379"/>
                </a:lnTo>
                <a:lnTo>
                  <a:pt x="586902" y="710485"/>
                </a:lnTo>
                <a:lnTo>
                  <a:pt x="596228" y="705360"/>
                </a:lnTo>
                <a:lnTo>
                  <a:pt x="587517" y="692034"/>
                </a:lnTo>
                <a:lnTo>
                  <a:pt x="581983" y="668764"/>
                </a:lnTo>
                <a:lnTo>
                  <a:pt x="600635" y="660769"/>
                </a:lnTo>
                <a:lnTo>
                  <a:pt x="608526" y="646008"/>
                </a:lnTo>
                <a:lnTo>
                  <a:pt x="609141" y="634014"/>
                </a:lnTo>
                <a:lnTo>
                  <a:pt x="626870" y="629606"/>
                </a:lnTo>
                <a:lnTo>
                  <a:pt x="638962" y="635859"/>
                </a:lnTo>
                <a:lnTo>
                  <a:pt x="641627" y="627454"/>
                </a:lnTo>
                <a:lnTo>
                  <a:pt x="654744" y="620688"/>
                </a:lnTo>
                <a:lnTo>
                  <a:pt x="657204" y="612487"/>
                </a:lnTo>
                <a:lnTo>
                  <a:pt x="665095" y="605517"/>
                </a:lnTo>
                <a:lnTo>
                  <a:pt x="662123" y="593318"/>
                </a:lnTo>
                <a:lnTo>
                  <a:pt x="664890" y="589321"/>
                </a:lnTo>
                <a:lnTo>
                  <a:pt x="671141" y="585015"/>
                </a:lnTo>
                <a:lnTo>
                  <a:pt x="680671" y="587168"/>
                </a:lnTo>
                <a:lnTo>
                  <a:pt x="686718" y="584093"/>
                </a:lnTo>
                <a:lnTo>
                  <a:pt x="677392" y="575584"/>
                </a:lnTo>
                <a:lnTo>
                  <a:pt x="674625" y="562156"/>
                </a:lnTo>
                <a:lnTo>
                  <a:pt x="681081" y="540834"/>
                </a:lnTo>
                <a:lnTo>
                  <a:pt x="689895" y="543294"/>
                </a:lnTo>
                <a:lnTo>
                  <a:pt x="690612" y="535504"/>
                </a:lnTo>
                <a:lnTo>
                  <a:pt x="682209" y="528226"/>
                </a:lnTo>
                <a:lnTo>
                  <a:pt x="699220" y="519000"/>
                </a:lnTo>
                <a:lnTo>
                  <a:pt x="708444" y="528123"/>
                </a:lnTo>
                <a:lnTo>
                  <a:pt x="703729" y="520537"/>
                </a:lnTo>
                <a:lnTo>
                  <a:pt x="709468" y="513157"/>
                </a:lnTo>
                <a:lnTo>
                  <a:pt x="701372" y="515104"/>
                </a:lnTo>
                <a:lnTo>
                  <a:pt x="694916" y="499831"/>
                </a:lnTo>
                <a:lnTo>
                  <a:pt x="703012" y="467336"/>
                </a:lnTo>
                <a:lnTo>
                  <a:pt x="719716" y="456572"/>
                </a:lnTo>
                <a:lnTo>
                  <a:pt x="729759" y="458007"/>
                </a:lnTo>
                <a:lnTo>
                  <a:pt x="724533" y="455752"/>
                </a:lnTo>
                <a:lnTo>
                  <a:pt x="726173" y="449704"/>
                </a:lnTo>
                <a:lnTo>
                  <a:pt x="741545" y="426947"/>
                </a:lnTo>
                <a:lnTo>
                  <a:pt x="751178" y="432995"/>
                </a:lnTo>
                <a:lnTo>
                  <a:pt x="775773" y="426742"/>
                </a:lnTo>
                <a:lnTo>
                  <a:pt x="795346" y="405933"/>
                </a:lnTo>
                <a:lnTo>
                  <a:pt x="806107" y="412699"/>
                </a:lnTo>
                <a:lnTo>
                  <a:pt x="817995" y="413724"/>
                </a:lnTo>
                <a:lnTo>
                  <a:pt x="821171" y="418234"/>
                </a:lnTo>
                <a:lnTo>
                  <a:pt x="821684" y="402243"/>
                </a:lnTo>
                <a:lnTo>
                  <a:pt x="828243" y="397835"/>
                </a:lnTo>
                <a:lnTo>
                  <a:pt x="841155" y="400398"/>
                </a:lnTo>
                <a:lnTo>
                  <a:pt x="849558" y="386764"/>
                </a:lnTo>
                <a:lnTo>
                  <a:pt x="897416" y="381536"/>
                </a:lnTo>
                <a:lnTo>
                  <a:pt x="907767" y="373233"/>
                </a:lnTo>
                <a:lnTo>
                  <a:pt x="926418" y="366570"/>
                </a:lnTo>
                <a:lnTo>
                  <a:pt x="926316" y="362265"/>
                </a:lnTo>
                <a:lnTo>
                  <a:pt x="967410" y="319929"/>
                </a:lnTo>
                <a:lnTo>
                  <a:pt x="992518" y="305577"/>
                </a:lnTo>
                <a:lnTo>
                  <a:pt x="1032895" y="266009"/>
                </a:lnTo>
                <a:lnTo>
                  <a:pt x="1034125" y="255348"/>
                </a:lnTo>
                <a:lnTo>
                  <a:pt x="1041708" y="260269"/>
                </a:lnTo>
                <a:lnTo>
                  <a:pt x="1067636" y="235667"/>
                </a:lnTo>
                <a:lnTo>
                  <a:pt x="1095203" y="220188"/>
                </a:lnTo>
                <a:lnTo>
                  <a:pt x="1138962" y="207374"/>
                </a:lnTo>
                <a:lnTo>
                  <a:pt x="1145520" y="209630"/>
                </a:lnTo>
                <a:lnTo>
                  <a:pt x="1148492" y="206042"/>
                </a:lnTo>
                <a:lnTo>
                  <a:pt x="1186410" y="199481"/>
                </a:lnTo>
                <a:lnTo>
                  <a:pt x="1246975" y="200814"/>
                </a:lnTo>
                <a:lnTo>
                  <a:pt x="1264294" y="205222"/>
                </a:lnTo>
                <a:lnTo>
                  <a:pt x="1288275" y="224288"/>
                </a:lnTo>
                <a:lnTo>
                  <a:pt x="1289914" y="231874"/>
                </a:lnTo>
                <a:lnTo>
                  <a:pt x="1285098" y="223366"/>
                </a:lnTo>
                <a:lnTo>
                  <a:pt x="1285200" y="229926"/>
                </a:lnTo>
                <a:lnTo>
                  <a:pt x="1280076" y="234642"/>
                </a:lnTo>
                <a:lnTo>
                  <a:pt x="1286943" y="232899"/>
                </a:lnTo>
                <a:lnTo>
                  <a:pt x="1300777" y="242637"/>
                </a:lnTo>
                <a:lnTo>
                  <a:pt x="1286635" y="252581"/>
                </a:lnTo>
                <a:lnTo>
                  <a:pt x="1294731" y="245815"/>
                </a:lnTo>
                <a:lnTo>
                  <a:pt x="1302110" y="245405"/>
                </a:lnTo>
                <a:lnTo>
                  <a:pt x="1295038" y="251658"/>
                </a:lnTo>
                <a:lnTo>
                  <a:pt x="1297908" y="249915"/>
                </a:lnTo>
                <a:lnTo>
                  <a:pt x="1301085" y="253913"/>
                </a:lnTo>
                <a:lnTo>
                  <a:pt x="1301187" y="247660"/>
                </a:lnTo>
                <a:lnTo>
                  <a:pt x="1309591" y="251658"/>
                </a:lnTo>
                <a:lnTo>
                  <a:pt x="1312460" y="262114"/>
                </a:lnTo>
                <a:lnTo>
                  <a:pt x="1320863" y="261191"/>
                </a:lnTo>
                <a:lnTo>
                  <a:pt x="1354784" y="287228"/>
                </a:lnTo>
                <a:lnTo>
                  <a:pt x="1356219" y="293994"/>
                </a:lnTo>
                <a:lnTo>
                  <a:pt x="1340949" y="311113"/>
                </a:lnTo>
                <a:lnTo>
                  <a:pt x="1343511" y="328437"/>
                </a:lnTo>
                <a:lnTo>
                  <a:pt x="1347303" y="328539"/>
                </a:lnTo>
                <a:lnTo>
                  <a:pt x="1348533" y="317673"/>
                </a:lnTo>
                <a:lnTo>
                  <a:pt x="1357859" y="304552"/>
                </a:lnTo>
                <a:lnTo>
                  <a:pt x="1363085" y="326694"/>
                </a:lnTo>
                <a:lnTo>
                  <a:pt x="1399465" y="326592"/>
                </a:lnTo>
                <a:lnTo>
                  <a:pt x="1403872" y="322799"/>
                </a:lnTo>
                <a:lnTo>
                  <a:pt x="1406742" y="328642"/>
                </a:lnTo>
                <a:lnTo>
                  <a:pt x="1406537" y="259449"/>
                </a:lnTo>
                <a:lnTo>
                  <a:pt x="1415452" y="250940"/>
                </a:lnTo>
                <a:lnTo>
                  <a:pt x="1560051" y="280565"/>
                </a:lnTo>
                <a:lnTo>
                  <a:pt x="1600429" y="270827"/>
                </a:lnTo>
                <a:lnTo>
                  <a:pt x="1625024" y="281283"/>
                </a:lnTo>
                <a:lnTo>
                  <a:pt x="1653616" y="272570"/>
                </a:lnTo>
                <a:lnTo>
                  <a:pt x="1651361" y="264164"/>
                </a:lnTo>
                <a:lnTo>
                  <a:pt x="1656793" y="249710"/>
                </a:lnTo>
                <a:lnTo>
                  <a:pt x="1673189" y="235974"/>
                </a:lnTo>
                <a:lnTo>
                  <a:pt x="1681695" y="220700"/>
                </a:lnTo>
                <a:lnTo>
                  <a:pt x="1674009" y="187385"/>
                </a:lnTo>
                <a:lnTo>
                  <a:pt x="1677698" y="185335"/>
                </a:lnTo>
                <a:lnTo>
                  <a:pt x="1692558" y="228389"/>
                </a:lnTo>
                <a:lnTo>
                  <a:pt x="1712747" y="213422"/>
                </a:lnTo>
                <a:lnTo>
                  <a:pt x="1748614" y="199994"/>
                </a:lnTo>
                <a:lnTo>
                  <a:pt x="1813894" y="157145"/>
                </a:lnTo>
                <a:lnTo>
                  <a:pt x="1821785" y="155710"/>
                </a:lnTo>
                <a:lnTo>
                  <a:pt x="1844433" y="132133"/>
                </a:lnTo>
                <a:lnTo>
                  <a:pt x="1882863" y="104661"/>
                </a:lnTo>
                <a:lnTo>
                  <a:pt x="1898645" y="97998"/>
                </a:lnTo>
                <a:lnTo>
                  <a:pt x="1977657" y="40286"/>
                </a:lnTo>
                <a:lnTo>
                  <a:pt x="1989955" y="40696"/>
                </a:lnTo>
                <a:lnTo>
                  <a:pt x="2007376" y="23474"/>
                </a:lnTo>
                <a:lnTo>
                  <a:pt x="2022338" y="17836"/>
                </a:lnTo>
                <a:lnTo>
                  <a:pt x="2079727" y="2050"/>
                </a:lnTo>
                <a:lnTo>
                  <a:pt x="2090590" y="10148"/>
                </a:lnTo>
                <a:lnTo>
                  <a:pt x="2113648" y="4203"/>
                </a:lnTo>
                <a:lnTo>
                  <a:pt x="2168680" y="0"/>
                </a:lnTo>
                <a:lnTo>
                  <a:pt x="2210799" y="15684"/>
                </a:lnTo>
                <a:lnTo>
                  <a:pt x="2218382" y="21834"/>
                </a:lnTo>
                <a:lnTo>
                  <a:pt x="2198911" y="35468"/>
                </a:lnTo>
                <a:lnTo>
                  <a:pt x="2181695" y="59557"/>
                </a:lnTo>
                <a:lnTo>
                  <a:pt x="2189995" y="64683"/>
                </a:lnTo>
                <a:lnTo>
                  <a:pt x="2201576" y="47359"/>
                </a:lnTo>
                <a:lnTo>
                  <a:pt x="2225351" y="37006"/>
                </a:lnTo>
                <a:lnTo>
                  <a:pt x="2221969" y="49307"/>
                </a:lnTo>
                <a:lnTo>
                  <a:pt x="2230885" y="51152"/>
                </a:lnTo>
                <a:lnTo>
                  <a:pt x="2213361" y="82519"/>
                </a:lnTo>
                <a:lnTo>
                  <a:pt x="2218587" y="85287"/>
                </a:lnTo>
                <a:lnTo>
                  <a:pt x="2240108" y="51664"/>
                </a:lnTo>
                <a:lnTo>
                  <a:pt x="2230372" y="69193"/>
                </a:lnTo>
                <a:lnTo>
                  <a:pt x="2234267" y="71858"/>
                </a:lnTo>
                <a:lnTo>
                  <a:pt x="2219510" y="97895"/>
                </a:lnTo>
                <a:lnTo>
                  <a:pt x="2223199" y="99946"/>
                </a:lnTo>
                <a:lnTo>
                  <a:pt x="2237546" y="73806"/>
                </a:lnTo>
                <a:lnTo>
                  <a:pt x="2242773" y="76369"/>
                </a:lnTo>
                <a:lnTo>
                  <a:pt x="2273414" y="22347"/>
                </a:lnTo>
                <a:lnTo>
                  <a:pt x="2342690" y="62120"/>
                </a:lnTo>
                <a:lnTo>
                  <a:pt x="2318608" y="105174"/>
                </a:lnTo>
                <a:lnTo>
                  <a:pt x="2328343" y="110812"/>
                </a:lnTo>
                <a:lnTo>
                  <a:pt x="2352631" y="67963"/>
                </a:lnTo>
                <a:lnTo>
                  <a:pt x="2363699" y="67656"/>
                </a:lnTo>
                <a:lnTo>
                  <a:pt x="2373537" y="61095"/>
                </a:lnTo>
                <a:lnTo>
                  <a:pt x="2503891" y="115219"/>
                </a:lnTo>
                <a:lnTo>
                  <a:pt x="2546216" y="136336"/>
                </a:lnTo>
                <a:lnTo>
                  <a:pt x="2587515" y="163091"/>
                </a:lnTo>
                <a:lnTo>
                  <a:pt x="2586080" y="173752"/>
                </a:lnTo>
                <a:lnTo>
                  <a:pt x="2555234" y="187385"/>
                </a:lnTo>
                <a:lnTo>
                  <a:pt x="2582186" y="252991"/>
                </a:lnTo>
                <a:lnTo>
                  <a:pt x="2593254" y="290816"/>
                </a:lnTo>
                <a:lnTo>
                  <a:pt x="2640600" y="351911"/>
                </a:lnTo>
                <a:lnTo>
                  <a:pt x="2634656" y="356729"/>
                </a:lnTo>
                <a:lnTo>
                  <a:pt x="2643059" y="375796"/>
                </a:lnTo>
                <a:lnTo>
                  <a:pt x="2656689" y="370670"/>
                </a:lnTo>
                <a:lnTo>
                  <a:pt x="2660993" y="379793"/>
                </a:lnTo>
                <a:lnTo>
                  <a:pt x="2651257" y="399885"/>
                </a:lnTo>
                <a:lnTo>
                  <a:pt x="2599095" y="443041"/>
                </a:lnTo>
                <a:lnTo>
                  <a:pt x="2587105" y="446731"/>
                </a:lnTo>
                <a:lnTo>
                  <a:pt x="2583313" y="453497"/>
                </a:lnTo>
                <a:lnTo>
                  <a:pt x="2644904" y="481277"/>
                </a:lnTo>
                <a:lnTo>
                  <a:pt x="2659046" y="473896"/>
                </a:lnTo>
                <a:lnTo>
                  <a:pt x="2676980" y="471333"/>
                </a:lnTo>
                <a:lnTo>
                  <a:pt x="2700345" y="450832"/>
                </a:lnTo>
                <a:lnTo>
                  <a:pt x="2700755" y="439761"/>
                </a:lnTo>
                <a:lnTo>
                  <a:pt x="2707621" y="430945"/>
                </a:lnTo>
                <a:lnTo>
                  <a:pt x="2745949" y="405933"/>
                </a:lnTo>
                <a:lnTo>
                  <a:pt x="2770339" y="398040"/>
                </a:lnTo>
                <a:lnTo>
                  <a:pt x="2796266" y="399885"/>
                </a:lnTo>
                <a:lnTo>
                  <a:pt x="2813073" y="407163"/>
                </a:lnTo>
                <a:lnTo>
                  <a:pt x="2894237" y="461288"/>
                </a:lnTo>
                <a:lnTo>
                  <a:pt x="2878148" y="483634"/>
                </a:lnTo>
                <a:lnTo>
                  <a:pt x="2885526" y="487940"/>
                </a:lnTo>
                <a:lnTo>
                  <a:pt x="2899976" y="464670"/>
                </a:lnTo>
                <a:lnTo>
                  <a:pt x="2983907" y="514079"/>
                </a:lnTo>
                <a:lnTo>
                  <a:pt x="2990876" y="523203"/>
                </a:lnTo>
                <a:lnTo>
                  <a:pt x="2993745" y="536939"/>
                </a:lnTo>
                <a:lnTo>
                  <a:pt x="2979910" y="568614"/>
                </a:lnTo>
                <a:lnTo>
                  <a:pt x="2996820" y="574457"/>
                </a:lnTo>
                <a:lnTo>
                  <a:pt x="3013524" y="546267"/>
                </a:lnTo>
                <a:lnTo>
                  <a:pt x="3055438" y="518897"/>
                </a:lnTo>
                <a:lnTo>
                  <a:pt x="3071015" y="516642"/>
                </a:lnTo>
                <a:lnTo>
                  <a:pt x="3087309" y="520230"/>
                </a:lnTo>
                <a:lnTo>
                  <a:pt x="3097250" y="509877"/>
                </a:lnTo>
                <a:lnTo>
                  <a:pt x="3125534" y="504956"/>
                </a:lnTo>
                <a:lnTo>
                  <a:pt x="3144903" y="509056"/>
                </a:lnTo>
                <a:lnTo>
                  <a:pt x="3158635" y="535709"/>
                </a:lnTo>
                <a:lnTo>
                  <a:pt x="3160583" y="558876"/>
                </a:lnTo>
                <a:lnTo>
                  <a:pt x="3170011" y="557543"/>
                </a:lnTo>
                <a:lnTo>
                  <a:pt x="3175340" y="548215"/>
                </a:lnTo>
                <a:lnTo>
                  <a:pt x="3183026" y="548830"/>
                </a:lnTo>
                <a:lnTo>
                  <a:pt x="3207416" y="571484"/>
                </a:lnTo>
                <a:lnTo>
                  <a:pt x="3206698" y="580505"/>
                </a:lnTo>
                <a:lnTo>
                  <a:pt x="3211822" y="585733"/>
                </a:lnTo>
                <a:lnTo>
                  <a:pt x="3234675" y="595163"/>
                </a:lnTo>
                <a:lnTo>
                  <a:pt x="3256811" y="610642"/>
                </a:lnTo>
                <a:lnTo>
                  <a:pt x="3332339" y="685781"/>
                </a:lnTo>
                <a:lnTo>
                  <a:pt x="3333774" y="701260"/>
                </a:lnTo>
                <a:lnTo>
                  <a:pt x="3321476" y="709050"/>
                </a:lnTo>
                <a:lnTo>
                  <a:pt x="3324653" y="712228"/>
                </a:lnTo>
                <a:lnTo>
                  <a:pt x="3324858" y="728527"/>
                </a:lnTo>
                <a:lnTo>
                  <a:pt x="3368924" y="713458"/>
                </a:lnTo>
                <a:lnTo>
                  <a:pt x="3410326" y="751899"/>
                </a:lnTo>
                <a:lnTo>
                  <a:pt x="3411453" y="760407"/>
                </a:lnTo>
                <a:lnTo>
                  <a:pt x="3388805" y="783676"/>
                </a:lnTo>
                <a:lnTo>
                  <a:pt x="3386448" y="793107"/>
                </a:lnTo>
                <a:lnTo>
                  <a:pt x="3389420" y="797207"/>
                </a:lnTo>
                <a:lnTo>
                  <a:pt x="3401000" y="794645"/>
                </a:lnTo>
                <a:lnTo>
                  <a:pt x="3428567" y="772503"/>
                </a:lnTo>
                <a:lnTo>
                  <a:pt x="3455725" y="796182"/>
                </a:lnTo>
                <a:lnTo>
                  <a:pt x="3459004" y="804896"/>
                </a:lnTo>
                <a:lnTo>
                  <a:pt x="3453060" y="839338"/>
                </a:lnTo>
                <a:lnTo>
                  <a:pt x="3455315" y="851742"/>
                </a:lnTo>
                <a:lnTo>
                  <a:pt x="3464435" y="861788"/>
                </a:lnTo>
                <a:lnTo>
                  <a:pt x="3520594" y="899818"/>
                </a:lnTo>
                <a:lnTo>
                  <a:pt x="3571629" y="912222"/>
                </a:lnTo>
                <a:lnTo>
                  <a:pt x="3611494" y="916732"/>
                </a:lnTo>
                <a:lnTo>
                  <a:pt x="3679643" y="909044"/>
                </a:lnTo>
                <a:lnTo>
                  <a:pt x="3694605" y="924215"/>
                </a:lnTo>
                <a:lnTo>
                  <a:pt x="3707825" y="919295"/>
                </a:lnTo>
                <a:lnTo>
                  <a:pt x="3710900" y="909967"/>
                </a:lnTo>
                <a:lnTo>
                  <a:pt x="3706390" y="897461"/>
                </a:lnTo>
                <a:lnTo>
                  <a:pt x="3725657" y="885467"/>
                </a:lnTo>
                <a:lnTo>
                  <a:pt x="3740516" y="867426"/>
                </a:lnTo>
                <a:lnTo>
                  <a:pt x="3761730" y="855535"/>
                </a:lnTo>
                <a:lnTo>
                  <a:pt x="3773105" y="822732"/>
                </a:lnTo>
                <a:lnTo>
                  <a:pt x="3781201" y="821092"/>
                </a:lnTo>
                <a:lnTo>
                  <a:pt x="3787452" y="810226"/>
                </a:lnTo>
                <a:lnTo>
                  <a:pt x="3800979" y="803050"/>
                </a:lnTo>
                <a:lnTo>
                  <a:pt x="3841766" y="800180"/>
                </a:lnTo>
                <a:lnTo>
                  <a:pt x="3850170" y="794030"/>
                </a:lnTo>
                <a:lnTo>
                  <a:pt x="3846583" y="792390"/>
                </a:lnTo>
                <a:lnTo>
                  <a:pt x="3863390" y="789212"/>
                </a:lnTo>
                <a:lnTo>
                  <a:pt x="3860008" y="791467"/>
                </a:lnTo>
                <a:lnTo>
                  <a:pt x="3868206" y="794850"/>
                </a:lnTo>
                <a:lnTo>
                  <a:pt x="3878352" y="795567"/>
                </a:lnTo>
                <a:lnTo>
                  <a:pt x="3879069" y="791980"/>
                </a:lnTo>
                <a:lnTo>
                  <a:pt x="3918114" y="795875"/>
                </a:lnTo>
                <a:lnTo>
                  <a:pt x="3970174" y="811764"/>
                </a:lnTo>
                <a:lnTo>
                  <a:pt x="3990260" y="813609"/>
                </a:lnTo>
                <a:lnTo>
                  <a:pt x="4031867" y="838928"/>
                </a:lnTo>
                <a:lnTo>
                  <a:pt x="4103910" y="986745"/>
                </a:lnTo>
                <a:lnTo>
                  <a:pt x="4118770" y="997304"/>
                </a:lnTo>
                <a:lnTo>
                  <a:pt x="4131580" y="995664"/>
                </a:lnTo>
                <a:lnTo>
                  <a:pt x="4129940" y="1006427"/>
                </a:lnTo>
                <a:lnTo>
                  <a:pt x="4110674" y="1007247"/>
                </a:lnTo>
                <a:lnTo>
                  <a:pt x="4098888" y="1037795"/>
                </a:lnTo>
                <a:lnTo>
                  <a:pt x="4105140" y="1041177"/>
                </a:lnTo>
                <a:lnTo>
                  <a:pt x="4107702" y="1035129"/>
                </a:lnTo>
                <a:lnTo>
                  <a:pt x="4144390" y="1046815"/>
                </a:lnTo>
                <a:lnTo>
                  <a:pt x="4180257" y="1031952"/>
                </a:lnTo>
                <a:lnTo>
                  <a:pt x="4327726" y="1097557"/>
                </a:lnTo>
                <a:lnTo>
                  <a:pt x="4398540" y="1139995"/>
                </a:lnTo>
                <a:lnTo>
                  <a:pt x="4464537" y="1188482"/>
                </a:lnTo>
                <a:lnTo>
                  <a:pt x="4479806" y="1209086"/>
                </a:lnTo>
                <a:lnTo>
                  <a:pt x="4487492" y="1236353"/>
                </a:lnTo>
                <a:lnTo>
                  <a:pt x="4483496" y="1250807"/>
                </a:lnTo>
                <a:lnTo>
                  <a:pt x="4470993" y="1250089"/>
                </a:lnTo>
                <a:lnTo>
                  <a:pt x="4469353" y="1242401"/>
                </a:lnTo>
                <a:lnTo>
                  <a:pt x="4478269" y="1226615"/>
                </a:lnTo>
                <a:lnTo>
                  <a:pt x="4473760" y="1207958"/>
                </a:lnTo>
                <a:lnTo>
                  <a:pt x="4463000" y="1193710"/>
                </a:lnTo>
                <a:lnTo>
                  <a:pt x="4428771" y="1166955"/>
                </a:lnTo>
                <a:lnTo>
                  <a:pt x="4416679" y="1165725"/>
                </a:lnTo>
                <a:lnTo>
                  <a:pt x="4396695" y="1152399"/>
                </a:lnTo>
                <a:lnTo>
                  <a:pt x="4383475" y="1148401"/>
                </a:lnTo>
                <a:lnTo>
                  <a:pt x="4367386" y="1151989"/>
                </a:lnTo>
                <a:lnTo>
                  <a:pt x="4361339" y="1160292"/>
                </a:lnTo>
                <a:lnTo>
                  <a:pt x="4371587" y="1167468"/>
                </a:lnTo>
                <a:lnTo>
                  <a:pt x="4374559" y="1177821"/>
                </a:lnTo>
                <a:lnTo>
                  <a:pt x="4257630" y="1453671"/>
                </a:lnTo>
                <a:lnTo>
                  <a:pt x="4252813" y="1470687"/>
                </a:lnTo>
                <a:lnTo>
                  <a:pt x="4253531" y="1487499"/>
                </a:lnTo>
                <a:lnTo>
                  <a:pt x="4259987" y="1501235"/>
                </a:lnTo>
                <a:lnTo>
                  <a:pt x="4374354" y="1498365"/>
                </a:lnTo>
                <a:lnTo>
                  <a:pt x="4376302" y="1566123"/>
                </a:lnTo>
                <a:lnTo>
                  <a:pt x="4384602" y="1571863"/>
                </a:lnTo>
                <a:lnTo>
                  <a:pt x="4375789" y="1584677"/>
                </a:lnTo>
                <a:lnTo>
                  <a:pt x="4338589" y="1585702"/>
                </a:lnTo>
                <a:lnTo>
                  <a:pt x="4337462" y="1541623"/>
                </a:lnTo>
                <a:lnTo>
                  <a:pt x="4273002" y="1543366"/>
                </a:lnTo>
                <a:lnTo>
                  <a:pt x="4274232" y="1587342"/>
                </a:lnTo>
                <a:lnTo>
                  <a:pt x="4150846" y="1594517"/>
                </a:lnTo>
                <a:lnTo>
                  <a:pt x="4093355" y="1633163"/>
                </a:lnTo>
                <a:lnTo>
                  <a:pt x="4063020" y="1643824"/>
                </a:lnTo>
                <a:lnTo>
                  <a:pt x="4032891" y="1639826"/>
                </a:lnTo>
                <a:lnTo>
                  <a:pt x="3951317" y="1604768"/>
                </a:lnTo>
                <a:lnTo>
                  <a:pt x="3875892" y="1627320"/>
                </a:lnTo>
                <a:lnTo>
                  <a:pt x="3886038" y="1621170"/>
                </a:lnTo>
                <a:lnTo>
                  <a:pt x="3889215" y="1613174"/>
                </a:lnTo>
                <a:lnTo>
                  <a:pt x="3878762" y="1579756"/>
                </a:lnTo>
                <a:lnTo>
                  <a:pt x="3864722" y="1583344"/>
                </a:lnTo>
                <a:lnTo>
                  <a:pt x="3828649" y="1580474"/>
                </a:lnTo>
                <a:lnTo>
                  <a:pt x="3802004" y="1592365"/>
                </a:lnTo>
                <a:lnTo>
                  <a:pt x="3801389" y="1584062"/>
                </a:lnTo>
                <a:lnTo>
                  <a:pt x="3758553" y="1585804"/>
                </a:lnTo>
                <a:lnTo>
                  <a:pt x="3744820" y="1591340"/>
                </a:lnTo>
                <a:lnTo>
                  <a:pt x="3738364" y="1587649"/>
                </a:lnTo>
                <a:lnTo>
                  <a:pt x="3721250" y="1595850"/>
                </a:lnTo>
                <a:lnTo>
                  <a:pt x="3715306" y="1593595"/>
                </a:lnTo>
                <a:lnTo>
                  <a:pt x="3678823" y="1605896"/>
                </a:lnTo>
                <a:lnTo>
                  <a:pt x="3658942" y="1600873"/>
                </a:lnTo>
                <a:lnTo>
                  <a:pt x="3642853" y="1611636"/>
                </a:lnTo>
                <a:lnTo>
                  <a:pt x="3641418" y="1608356"/>
                </a:lnTo>
                <a:lnTo>
                  <a:pt x="3635269" y="1610201"/>
                </a:lnTo>
                <a:lnTo>
                  <a:pt x="3614261" y="1624450"/>
                </a:lnTo>
                <a:lnTo>
                  <a:pt x="3608317" y="1622297"/>
                </a:lnTo>
                <a:lnTo>
                  <a:pt x="3587309" y="1635726"/>
                </a:lnTo>
                <a:lnTo>
                  <a:pt x="3586284" y="1631933"/>
                </a:lnTo>
                <a:lnTo>
                  <a:pt x="3580033" y="1631420"/>
                </a:lnTo>
                <a:lnTo>
                  <a:pt x="3563021" y="1639109"/>
                </a:lnTo>
                <a:lnTo>
                  <a:pt x="3560049" y="1636751"/>
                </a:lnTo>
                <a:lnTo>
                  <a:pt x="3540783" y="1642799"/>
                </a:lnTo>
                <a:lnTo>
                  <a:pt x="3534429" y="1639724"/>
                </a:lnTo>
                <a:lnTo>
                  <a:pt x="3513728" y="1644234"/>
                </a:lnTo>
                <a:lnTo>
                  <a:pt x="3467715" y="1656227"/>
                </a:lnTo>
                <a:lnTo>
                  <a:pt x="3457364" y="1663300"/>
                </a:lnTo>
                <a:lnTo>
                  <a:pt x="3452445" y="1661250"/>
                </a:lnTo>
                <a:lnTo>
                  <a:pt x="3439635" y="1666991"/>
                </a:lnTo>
                <a:lnTo>
                  <a:pt x="3438406" y="1663916"/>
                </a:lnTo>
                <a:lnTo>
                  <a:pt x="3438918" y="1667401"/>
                </a:lnTo>
                <a:lnTo>
                  <a:pt x="3423956" y="1675704"/>
                </a:lnTo>
                <a:lnTo>
                  <a:pt x="3392904" y="1686877"/>
                </a:lnTo>
                <a:lnTo>
                  <a:pt x="3388600" y="1684622"/>
                </a:lnTo>
                <a:lnTo>
                  <a:pt x="3359906" y="1700511"/>
                </a:lnTo>
                <a:lnTo>
                  <a:pt x="3359701" y="1697436"/>
                </a:lnTo>
                <a:lnTo>
                  <a:pt x="3345866" y="1693130"/>
                </a:lnTo>
                <a:lnTo>
                  <a:pt x="3303747" y="1713120"/>
                </a:lnTo>
                <a:lnTo>
                  <a:pt x="3289195" y="1713017"/>
                </a:lnTo>
                <a:lnTo>
                  <a:pt x="3282534" y="1718040"/>
                </a:lnTo>
                <a:lnTo>
                  <a:pt x="3280586" y="1713940"/>
                </a:lnTo>
                <a:lnTo>
                  <a:pt x="3274233" y="1713735"/>
                </a:lnTo>
                <a:lnTo>
                  <a:pt x="3260603" y="1721730"/>
                </a:lnTo>
                <a:lnTo>
                  <a:pt x="3254454" y="1717732"/>
                </a:lnTo>
                <a:lnTo>
                  <a:pt x="3218586" y="1731879"/>
                </a:lnTo>
                <a:lnTo>
                  <a:pt x="3195221" y="1732084"/>
                </a:lnTo>
                <a:lnTo>
                  <a:pt x="3137832" y="1759043"/>
                </a:lnTo>
                <a:lnTo>
                  <a:pt x="3071732" y="1773907"/>
                </a:lnTo>
                <a:lnTo>
                  <a:pt x="3003583" y="1797279"/>
                </a:lnTo>
                <a:lnTo>
                  <a:pt x="2971815" y="1811323"/>
                </a:lnTo>
                <a:lnTo>
                  <a:pt x="2963206" y="1820036"/>
                </a:lnTo>
                <a:lnTo>
                  <a:pt x="2955828" y="1815730"/>
                </a:lnTo>
                <a:lnTo>
                  <a:pt x="2947629" y="1816755"/>
                </a:lnTo>
                <a:lnTo>
                  <a:pt x="2914426" y="1849046"/>
                </a:lnTo>
                <a:lnTo>
                  <a:pt x="2900079" y="1844740"/>
                </a:lnTo>
                <a:lnTo>
                  <a:pt x="2866363" y="1876005"/>
                </a:lnTo>
                <a:lnTo>
                  <a:pt x="2859087" y="1872520"/>
                </a:lnTo>
                <a:lnTo>
                  <a:pt x="2850581" y="1875083"/>
                </a:lnTo>
                <a:lnTo>
                  <a:pt x="2813791" y="1915779"/>
                </a:lnTo>
                <a:lnTo>
                  <a:pt x="2769417" y="1947454"/>
                </a:lnTo>
                <a:lnTo>
                  <a:pt x="2784481" y="1945096"/>
                </a:lnTo>
                <a:lnTo>
                  <a:pt x="2785301" y="1949606"/>
                </a:lnTo>
                <a:lnTo>
                  <a:pt x="2771261" y="1949811"/>
                </a:lnTo>
                <a:lnTo>
                  <a:pt x="2746974" y="1933102"/>
                </a:lnTo>
                <a:lnTo>
                  <a:pt x="2723301" y="1950529"/>
                </a:lnTo>
                <a:lnTo>
                  <a:pt x="2724531" y="1955552"/>
                </a:lnTo>
                <a:lnTo>
                  <a:pt x="2727400" y="1953707"/>
                </a:lnTo>
                <a:lnTo>
                  <a:pt x="2724633" y="1955757"/>
                </a:lnTo>
                <a:lnTo>
                  <a:pt x="2730167" y="1970928"/>
                </a:lnTo>
                <a:lnTo>
                  <a:pt x="2724838" y="1988662"/>
                </a:lnTo>
                <a:lnTo>
                  <a:pt x="2605756" y="2080715"/>
                </a:lnTo>
                <a:lnTo>
                  <a:pt x="2623793" y="2105829"/>
                </a:lnTo>
                <a:lnTo>
                  <a:pt x="2614775" y="2112390"/>
                </a:lnTo>
                <a:lnTo>
                  <a:pt x="2596841" y="2087275"/>
                </a:lnTo>
                <a:lnTo>
                  <a:pt x="2577267" y="2100704"/>
                </a:lnTo>
                <a:lnTo>
                  <a:pt x="2563637" y="2102754"/>
                </a:lnTo>
                <a:lnTo>
                  <a:pt x="2551544" y="2097936"/>
                </a:lnTo>
                <a:lnTo>
                  <a:pt x="2530331" y="2077434"/>
                </a:lnTo>
                <a:lnTo>
                  <a:pt x="2519673" y="2077434"/>
                </a:lnTo>
                <a:lnTo>
                  <a:pt x="2522030" y="2123973"/>
                </a:lnTo>
                <a:lnTo>
                  <a:pt x="2510450" y="2129406"/>
                </a:lnTo>
                <a:lnTo>
                  <a:pt x="2524797" y="2145602"/>
                </a:lnTo>
                <a:lnTo>
                  <a:pt x="2516496" y="2153085"/>
                </a:lnTo>
                <a:lnTo>
                  <a:pt x="2459518" y="2090453"/>
                </a:lnTo>
                <a:lnTo>
                  <a:pt x="2444965" y="2103779"/>
                </a:lnTo>
                <a:lnTo>
                  <a:pt x="2470073" y="2135659"/>
                </a:lnTo>
                <a:lnTo>
                  <a:pt x="2461977" y="2144782"/>
                </a:lnTo>
                <a:lnTo>
                  <a:pt x="2395468" y="2082457"/>
                </a:lnTo>
                <a:lnTo>
                  <a:pt x="2319940" y="2084610"/>
                </a:lnTo>
                <a:lnTo>
                  <a:pt x="2238366" y="2128996"/>
                </a:lnTo>
                <a:lnTo>
                  <a:pt x="2241338" y="2158621"/>
                </a:lnTo>
                <a:lnTo>
                  <a:pt x="2302928" y="2123358"/>
                </a:lnTo>
                <a:lnTo>
                  <a:pt x="2361034" y="2121103"/>
                </a:lnTo>
                <a:lnTo>
                  <a:pt x="2426519" y="2182505"/>
                </a:lnTo>
                <a:lnTo>
                  <a:pt x="2363801" y="2213770"/>
                </a:lnTo>
                <a:lnTo>
                  <a:pt x="2311537" y="2197266"/>
                </a:lnTo>
                <a:lnTo>
                  <a:pt x="2318095" y="2189681"/>
                </a:lnTo>
                <a:lnTo>
                  <a:pt x="2312356" y="2187938"/>
                </a:lnTo>
                <a:lnTo>
                  <a:pt x="2311434" y="2190808"/>
                </a:lnTo>
                <a:lnTo>
                  <a:pt x="2311229" y="2187528"/>
                </a:lnTo>
                <a:lnTo>
                  <a:pt x="2310204" y="2190398"/>
                </a:lnTo>
                <a:lnTo>
                  <a:pt x="2309487" y="2186811"/>
                </a:lnTo>
                <a:lnTo>
                  <a:pt x="2303748" y="2193884"/>
                </a:lnTo>
                <a:lnTo>
                  <a:pt x="2285302" y="2189988"/>
                </a:lnTo>
                <a:lnTo>
                  <a:pt x="2282637" y="2194704"/>
                </a:lnTo>
                <a:lnTo>
                  <a:pt x="2276386" y="2192141"/>
                </a:lnTo>
                <a:lnTo>
                  <a:pt x="2283765" y="2193269"/>
                </a:lnTo>
                <a:lnTo>
                  <a:pt x="2285097" y="2189783"/>
                </a:lnTo>
                <a:lnTo>
                  <a:pt x="2259477" y="2181685"/>
                </a:lnTo>
                <a:lnTo>
                  <a:pt x="2237341" y="2158928"/>
                </a:lnTo>
                <a:lnTo>
                  <a:pt x="2237239" y="2197984"/>
                </a:lnTo>
                <a:lnTo>
                  <a:pt x="2241440" y="2201982"/>
                </a:lnTo>
                <a:lnTo>
                  <a:pt x="2249639" y="2209055"/>
                </a:lnTo>
                <a:lnTo>
                  <a:pt x="2270340" y="2215615"/>
                </a:lnTo>
                <a:lnTo>
                  <a:pt x="2326909" y="2216231"/>
                </a:lnTo>
                <a:lnTo>
                  <a:pt x="2349454" y="2229659"/>
                </a:lnTo>
                <a:lnTo>
                  <a:pt x="2371897" y="2230377"/>
                </a:lnTo>
                <a:lnTo>
                  <a:pt x="2384195" y="2221253"/>
                </a:lnTo>
                <a:lnTo>
                  <a:pt x="2404998" y="2226994"/>
                </a:lnTo>
                <a:lnTo>
                  <a:pt x="2417398" y="2225354"/>
                </a:lnTo>
                <a:lnTo>
                  <a:pt x="2419858" y="2238782"/>
                </a:lnTo>
                <a:lnTo>
                  <a:pt x="2424367" y="2240525"/>
                </a:lnTo>
                <a:lnTo>
                  <a:pt x="2463514" y="2229864"/>
                </a:lnTo>
                <a:lnTo>
                  <a:pt x="2487392" y="2241448"/>
                </a:lnTo>
                <a:lnTo>
                  <a:pt x="2483703" y="2254979"/>
                </a:lnTo>
                <a:lnTo>
                  <a:pt x="2444146" y="2313921"/>
                </a:lnTo>
                <a:lnTo>
                  <a:pt x="2398337" y="2361177"/>
                </a:lnTo>
                <a:lnTo>
                  <a:pt x="2373639" y="2378194"/>
                </a:lnTo>
                <a:lnTo>
                  <a:pt x="2364314" y="2380039"/>
                </a:lnTo>
                <a:lnTo>
                  <a:pt x="2371385" y="2373888"/>
                </a:lnTo>
                <a:lnTo>
                  <a:pt x="2367491" y="2371531"/>
                </a:lnTo>
                <a:lnTo>
                  <a:pt x="2348737" y="2376041"/>
                </a:lnTo>
                <a:lnTo>
                  <a:pt x="2330495" y="2388035"/>
                </a:lnTo>
                <a:lnTo>
                  <a:pt x="2314713" y="2381371"/>
                </a:lnTo>
                <a:lnTo>
                  <a:pt x="2301596" y="2368660"/>
                </a:lnTo>
                <a:lnTo>
                  <a:pt x="2296574" y="2369481"/>
                </a:lnTo>
                <a:lnTo>
                  <a:pt x="2296472" y="2364663"/>
                </a:lnTo>
                <a:lnTo>
                  <a:pt x="2302313" y="2365893"/>
                </a:lnTo>
                <a:lnTo>
                  <a:pt x="2301903" y="2358615"/>
                </a:lnTo>
                <a:lnTo>
                  <a:pt x="2297907" y="2352977"/>
                </a:lnTo>
                <a:lnTo>
                  <a:pt x="2289606" y="2350927"/>
                </a:lnTo>
                <a:lnTo>
                  <a:pt x="2283355" y="2338728"/>
                </a:lnTo>
                <a:lnTo>
                  <a:pt x="2271569" y="2337088"/>
                </a:lnTo>
                <a:lnTo>
                  <a:pt x="2268802" y="2340368"/>
                </a:lnTo>
                <a:lnTo>
                  <a:pt x="2273107" y="2343238"/>
                </a:lnTo>
                <a:lnTo>
                  <a:pt x="2269417" y="2346006"/>
                </a:lnTo>
                <a:lnTo>
                  <a:pt x="2232012" y="2305720"/>
                </a:lnTo>
                <a:lnTo>
                  <a:pt x="2229963" y="2298647"/>
                </a:lnTo>
                <a:lnTo>
                  <a:pt x="2235189" y="2301928"/>
                </a:lnTo>
                <a:lnTo>
                  <a:pt x="2237956" y="2295777"/>
                </a:lnTo>
                <a:lnTo>
                  <a:pt x="2234574" y="2287474"/>
                </a:lnTo>
                <a:lnTo>
                  <a:pt x="2221867" y="2282656"/>
                </a:lnTo>
                <a:lnTo>
                  <a:pt x="2206597" y="2265845"/>
                </a:lnTo>
                <a:lnTo>
                  <a:pt x="2196452" y="2267177"/>
                </a:lnTo>
                <a:lnTo>
                  <a:pt x="2201063" y="2271380"/>
                </a:lnTo>
                <a:lnTo>
                  <a:pt x="2194812" y="2275378"/>
                </a:lnTo>
                <a:lnTo>
                  <a:pt x="2172471" y="2262974"/>
                </a:lnTo>
                <a:lnTo>
                  <a:pt x="2166118" y="2253339"/>
                </a:lnTo>
                <a:lnTo>
                  <a:pt x="2155562" y="2249238"/>
                </a:lnTo>
                <a:lnTo>
                  <a:pt x="2158124" y="2246573"/>
                </a:lnTo>
                <a:lnTo>
                  <a:pt x="2153513" y="2239295"/>
                </a:lnTo>
                <a:lnTo>
                  <a:pt x="2143367" y="2236527"/>
                </a:lnTo>
                <a:lnTo>
                  <a:pt x="2138550" y="2226789"/>
                </a:lnTo>
                <a:lnTo>
                  <a:pt x="2129020" y="2223816"/>
                </a:lnTo>
                <a:lnTo>
                  <a:pt x="2125023" y="2215000"/>
                </a:lnTo>
                <a:lnTo>
                  <a:pt x="2113955" y="2210593"/>
                </a:lnTo>
                <a:lnTo>
                  <a:pt x="2104425" y="2200137"/>
                </a:lnTo>
                <a:lnTo>
                  <a:pt x="2093459" y="2199624"/>
                </a:lnTo>
                <a:lnTo>
                  <a:pt x="2097559" y="2207517"/>
                </a:lnTo>
                <a:lnTo>
                  <a:pt x="2103195" y="2209260"/>
                </a:lnTo>
                <a:lnTo>
                  <a:pt x="2098583" y="2213873"/>
                </a:lnTo>
                <a:lnTo>
                  <a:pt x="2081162" y="2187221"/>
                </a:lnTo>
                <a:lnTo>
                  <a:pt x="2059948" y="2166616"/>
                </a:lnTo>
                <a:lnTo>
                  <a:pt x="2060153" y="2162311"/>
                </a:lnTo>
                <a:lnTo>
                  <a:pt x="2080957" y="2160056"/>
                </a:lnTo>
                <a:lnTo>
                  <a:pt x="2119182" y="2170512"/>
                </a:lnTo>
                <a:lnTo>
                  <a:pt x="2142240" y="2172562"/>
                </a:lnTo>
                <a:lnTo>
                  <a:pt x="2157612" y="2162824"/>
                </a:lnTo>
                <a:lnTo>
                  <a:pt x="2174521" y="2160363"/>
                </a:lnTo>
                <a:lnTo>
                  <a:pt x="2191635" y="2167334"/>
                </a:lnTo>
                <a:lnTo>
                  <a:pt x="2193480" y="2171947"/>
                </a:lnTo>
                <a:lnTo>
                  <a:pt x="2193890" y="2168052"/>
                </a:lnTo>
                <a:lnTo>
                  <a:pt x="2195632" y="2171024"/>
                </a:lnTo>
                <a:lnTo>
                  <a:pt x="2197374" y="2168667"/>
                </a:lnTo>
                <a:lnTo>
                  <a:pt x="2208339" y="2183633"/>
                </a:lnTo>
                <a:lnTo>
                  <a:pt x="2209364" y="2177072"/>
                </a:lnTo>
                <a:lnTo>
                  <a:pt x="2227093" y="2184965"/>
                </a:lnTo>
                <a:lnTo>
                  <a:pt x="2230372" y="2167949"/>
                </a:lnTo>
                <a:lnTo>
                  <a:pt x="2229450" y="2129098"/>
                </a:lnTo>
                <a:lnTo>
                  <a:pt x="2195222" y="2128893"/>
                </a:lnTo>
                <a:lnTo>
                  <a:pt x="2194709" y="2140579"/>
                </a:lnTo>
                <a:lnTo>
                  <a:pt x="2176263" y="2140477"/>
                </a:lnTo>
                <a:lnTo>
                  <a:pt x="2192352" y="2138324"/>
                </a:lnTo>
                <a:lnTo>
                  <a:pt x="2191738" y="2127356"/>
                </a:lnTo>
                <a:lnTo>
                  <a:pt x="2152693" y="2121205"/>
                </a:lnTo>
                <a:lnTo>
                  <a:pt x="2145417" y="2115362"/>
                </a:lnTo>
                <a:lnTo>
                  <a:pt x="2125536" y="2124383"/>
                </a:lnTo>
                <a:lnTo>
                  <a:pt x="2128610" y="2130021"/>
                </a:lnTo>
                <a:lnTo>
                  <a:pt x="2107089" y="2134121"/>
                </a:lnTo>
                <a:lnTo>
                  <a:pt x="2105962" y="2130329"/>
                </a:lnTo>
                <a:lnTo>
                  <a:pt x="2097866" y="2128791"/>
                </a:lnTo>
                <a:lnTo>
                  <a:pt x="2096534" y="2122845"/>
                </a:lnTo>
                <a:lnTo>
                  <a:pt x="2104732" y="2118950"/>
                </a:lnTo>
                <a:lnTo>
                  <a:pt x="2109754" y="2110749"/>
                </a:lnTo>
                <a:lnTo>
                  <a:pt x="2115697" y="2110749"/>
                </a:lnTo>
                <a:lnTo>
                  <a:pt x="2118977" y="2117002"/>
                </a:lnTo>
                <a:lnTo>
                  <a:pt x="2123793" y="2115260"/>
                </a:lnTo>
                <a:lnTo>
                  <a:pt x="2124613" y="2122948"/>
                </a:lnTo>
                <a:lnTo>
                  <a:pt x="2144289" y="2114337"/>
                </a:lnTo>
                <a:lnTo>
                  <a:pt x="2122769" y="2094963"/>
                </a:lnTo>
                <a:lnTo>
                  <a:pt x="2109446" y="2094553"/>
                </a:lnTo>
                <a:lnTo>
                  <a:pt x="2095611" y="2109417"/>
                </a:lnTo>
                <a:lnTo>
                  <a:pt x="2079215" y="2109314"/>
                </a:lnTo>
                <a:lnTo>
                  <a:pt x="2065175" y="2100294"/>
                </a:lnTo>
                <a:lnTo>
                  <a:pt x="2055542" y="2109212"/>
                </a:lnTo>
                <a:lnTo>
                  <a:pt x="2058104" y="2112492"/>
                </a:lnTo>
                <a:lnTo>
                  <a:pt x="2048983" y="2123871"/>
                </a:lnTo>
                <a:lnTo>
                  <a:pt x="2046319" y="2122230"/>
                </a:lnTo>
                <a:lnTo>
                  <a:pt x="2043859" y="2136992"/>
                </a:lnTo>
                <a:lnTo>
                  <a:pt x="2001432" y="2100191"/>
                </a:lnTo>
                <a:lnTo>
                  <a:pt x="2004507" y="2094451"/>
                </a:lnTo>
                <a:lnTo>
                  <a:pt x="1983088" y="2076512"/>
                </a:lnTo>
                <a:lnTo>
                  <a:pt x="1973865" y="2092605"/>
                </a:lnTo>
                <a:lnTo>
                  <a:pt x="1929594" y="2066158"/>
                </a:lnTo>
                <a:lnTo>
                  <a:pt x="1842691" y="2211720"/>
                </a:lnTo>
                <a:lnTo>
                  <a:pt x="1771570" y="2168974"/>
                </a:lnTo>
                <a:lnTo>
                  <a:pt x="1854169" y="2029460"/>
                </a:lnTo>
                <a:lnTo>
                  <a:pt x="1754148" y="1969185"/>
                </a:lnTo>
                <a:lnTo>
                  <a:pt x="1690611" y="2076102"/>
                </a:lnTo>
                <a:lnTo>
                  <a:pt x="1481244" y="1950529"/>
                </a:lnTo>
                <a:lnTo>
                  <a:pt x="1509631" y="1901530"/>
                </a:lnTo>
                <a:lnTo>
                  <a:pt x="1545294" y="1895584"/>
                </a:lnTo>
                <a:lnTo>
                  <a:pt x="1674829" y="1972876"/>
                </a:lnTo>
                <a:lnTo>
                  <a:pt x="1707213" y="1918136"/>
                </a:lnTo>
                <a:lnTo>
                  <a:pt x="1588746" y="1846893"/>
                </a:lnTo>
                <a:lnTo>
                  <a:pt x="1612624" y="1807325"/>
                </a:lnTo>
                <a:lnTo>
                  <a:pt x="1566610" y="1757813"/>
                </a:lnTo>
                <a:lnTo>
                  <a:pt x="1533714" y="1780058"/>
                </a:lnTo>
                <a:lnTo>
                  <a:pt x="1469357" y="1786413"/>
                </a:lnTo>
                <a:lnTo>
                  <a:pt x="1418834" y="1770524"/>
                </a:lnTo>
                <a:lnTo>
                  <a:pt x="1416170" y="1759863"/>
                </a:lnTo>
                <a:lnTo>
                  <a:pt x="1425803" y="1741514"/>
                </a:lnTo>
                <a:lnTo>
                  <a:pt x="1411456" y="1737004"/>
                </a:lnTo>
                <a:lnTo>
                  <a:pt x="1385118" y="1762734"/>
                </a:lnTo>
                <a:lnTo>
                  <a:pt x="1270238" y="1733826"/>
                </a:lnTo>
                <a:lnTo>
                  <a:pt x="1249332" y="1747767"/>
                </a:lnTo>
                <a:lnTo>
                  <a:pt x="1197068" y="1722243"/>
                </a:lnTo>
                <a:lnTo>
                  <a:pt x="1128816" y="1664223"/>
                </a:lnTo>
                <a:lnTo>
                  <a:pt x="1091411" y="1664018"/>
                </a:lnTo>
                <a:lnTo>
                  <a:pt x="1095818" y="1684212"/>
                </a:lnTo>
                <a:lnTo>
                  <a:pt x="1123795" y="1690055"/>
                </a:lnTo>
                <a:lnTo>
                  <a:pt x="1180773" y="1738439"/>
                </a:lnTo>
                <a:lnTo>
                  <a:pt x="1175444" y="1752483"/>
                </a:lnTo>
                <a:lnTo>
                  <a:pt x="1199322" y="1753918"/>
                </a:lnTo>
                <a:lnTo>
                  <a:pt x="1088132" y="1754533"/>
                </a:lnTo>
                <a:lnTo>
                  <a:pt x="1087414" y="1821573"/>
                </a:lnTo>
                <a:lnTo>
                  <a:pt x="1092538" y="1834182"/>
                </a:lnTo>
                <a:lnTo>
                  <a:pt x="1144905" y="1846175"/>
                </a:lnTo>
                <a:lnTo>
                  <a:pt x="1152489" y="1832644"/>
                </a:lnTo>
                <a:lnTo>
                  <a:pt x="1169193" y="1837975"/>
                </a:lnTo>
                <a:lnTo>
                  <a:pt x="1159765" y="1853146"/>
                </a:lnTo>
                <a:lnTo>
                  <a:pt x="1173395" y="1841358"/>
                </a:lnTo>
                <a:lnTo>
                  <a:pt x="1181593" y="1839307"/>
                </a:lnTo>
                <a:lnTo>
                  <a:pt x="1217666" y="1857144"/>
                </a:lnTo>
                <a:lnTo>
                  <a:pt x="1231808" y="1881438"/>
                </a:lnTo>
                <a:lnTo>
                  <a:pt x="1237547" y="1912806"/>
                </a:lnTo>
                <a:lnTo>
                  <a:pt x="1265524" y="1945814"/>
                </a:lnTo>
                <a:lnTo>
                  <a:pt x="1269418" y="1948786"/>
                </a:lnTo>
                <a:lnTo>
                  <a:pt x="1277514" y="1945916"/>
                </a:lnTo>
                <a:lnTo>
                  <a:pt x="1277104" y="1949914"/>
                </a:lnTo>
                <a:lnTo>
                  <a:pt x="1282946" y="1951554"/>
                </a:lnTo>
                <a:lnTo>
                  <a:pt x="1282843" y="1962317"/>
                </a:lnTo>
                <a:lnTo>
                  <a:pt x="1290119" y="1958320"/>
                </a:lnTo>
                <a:lnTo>
                  <a:pt x="1293809" y="1969288"/>
                </a:lnTo>
                <a:lnTo>
                  <a:pt x="1333878" y="1975643"/>
                </a:lnTo>
                <a:lnTo>
                  <a:pt x="1376715" y="2019107"/>
                </a:lnTo>
                <a:lnTo>
                  <a:pt x="1377637" y="2026283"/>
                </a:lnTo>
                <a:lnTo>
                  <a:pt x="1361445" y="2043094"/>
                </a:lnTo>
                <a:lnTo>
                  <a:pt x="1347098" y="2051705"/>
                </a:lnTo>
                <a:lnTo>
                  <a:pt x="1322606" y="2056933"/>
                </a:lnTo>
                <a:lnTo>
                  <a:pt x="1303032" y="2065953"/>
                </a:lnTo>
                <a:lnTo>
                  <a:pt x="1290324" y="2053960"/>
                </a:lnTo>
                <a:lnTo>
                  <a:pt x="1270751" y="2052730"/>
                </a:lnTo>
                <a:lnTo>
                  <a:pt x="1234575" y="2040941"/>
                </a:lnTo>
                <a:lnTo>
                  <a:pt x="1207828" y="2065646"/>
                </a:lnTo>
                <a:lnTo>
                  <a:pt x="1214284" y="2067696"/>
                </a:lnTo>
                <a:lnTo>
                  <a:pt x="1235395" y="2048219"/>
                </a:lnTo>
                <a:lnTo>
                  <a:pt x="1242569" y="2048527"/>
                </a:lnTo>
                <a:lnTo>
                  <a:pt x="1286738" y="2058573"/>
                </a:lnTo>
                <a:lnTo>
                  <a:pt x="1303749" y="2075077"/>
                </a:lnTo>
                <a:lnTo>
                  <a:pt x="1305799" y="2083482"/>
                </a:lnTo>
                <a:lnTo>
                  <a:pt x="1285508" y="2126638"/>
                </a:lnTo>
                <a:lnTo>
                  <a:pt x="1266754" y="2140989"/>
                </a:lnTo>
                <a:lnTo>
                  <a:pt x="1196965" y="2171229"/>
                </a:lnTo>
                <a:lnTo>
                  <a:pt x="1148287" y="2130124"/>
                </a:lnTo>
                <a:lnTo>
                  <a:pt x="1077064" y="2091478"/>
                </a:lnTo>
                <a:lnTo>
                  <a:pt x="1076039" y="2076307"/>
                </a:lnTo>
                <a:lnTo>
                  <a:pt x="1070812" y="2065441"/>
                </a:lnTo>
                <a:lnTo>
                  <a:pt x="1055953" y="2089325"/>
                </a:lnTo>
                <a:lnTo>
                  <a:pt x="1029103" y="2074974"/>
                </a:lnTo>
                <a:lnTo>
                  <a:pt x="1015678" y="2103266"/>
                </a:lnTo>
                <a:lnTo>
                  <a:pt x="1108115" y="2158313"/>
                </a:lnTo>
                <a:lnTo>
                  <a:pt x="1110677" y="2170614"/>
                </a:lnTo>
                <a:lnTo>
                  <a:pt x="1029206" y="2216641"/>
                </a:lnTo>
                <a:lnTo>
                  <a:pt x="906127" y="2260412"/>
                </a:lnTo>
                <a:lnTo>
                  <a:pt x="868107" y="2125818"/>
                </a:lnTo>
                <a:lnTo>
                  <a:pt x="812358" y="2074461"/>
                </a:lnTo>
                <a:lnTo>
                  <a:pt x="762758" y="2129201"/>
                </a:lnTo>
                <a:lnTo>
                  <a:pt x="821991" y="2183838"/>
                </a:lnTo>
                <a:lnTo>
                  <a:pt x="867800" y="2345084"/>
                </a:lnTo>
                <a:lnTo>
                  <a:pt x="867902" y="2365278"/>
                </a:lnTo>
                <a:lnTo>
                  <a:pt x="861548" y="2378604"/>
                </a:lnTo>
                <a:lnTo>
                  <a:pt x="841770" y="2399515"/>
                </a:lnTo>
                <a:lnTo>
                  <a:pt x="832854" y="2390392"/>
                </a:lnTo>
                <a:lnTo>
                  <a:pt x="787968" y="2438469"/>
                </a:lnTo>
                <a:lnTo>
                  <a:pt x="792477" y="2448924"/>
                </a:lnTo>
                <a:lnTo>
                  <a:pt x="704139" y="2538312"/>
                </a:lnTo>
                <a:lnTo>
                  <a:pt x="693789" y="2543745"/>
                </a:lnTo>
                <a:lnTo>
                  <a:pt x="682209" y="2542207"/>
                </a:lnTo>
                <a:lnTo>
                  <a:pt x="673600" y="2534314"/>
                </a:lnTo>
                <a:lnTo>
                  <a:pt x="656896" y="2499256"/>
                </a:lnTo>
                <a:lnTo>
                  <a:pt x="655461" y="2484700"/>
                </a:lnTo>
                <a:lnTo>
                  <a:pt x="658638" y="2485212"/>
                </a:lnTo>
                <a:lnTo>
                  <a:pt x="660483" y="2497821"/>
                </a:lnTo>
                <a:lnTo>
                  <a:pt x="676982" y="2532366"/>
                </a:lnTo>
                <a:lnTo>
                  <a:pt x="681081" y="2533904"/>
                </a:lnTo>
                <a:lnTo>
                  <a:pt x="720639" y="2495156"/>
                </a:lnTo>
                <a:lnTo>
                  <a:pt x="722688" y="2481317"/>
                </a:lnTo>
                <a:lnTo>
                  <a:pt x="705472" y="2444927"/>
                </a:lnTo>
                <a:lnTo>
                  <a:pt x="698400" y="2440006"/>
                </a:lnTo>
                <a:lnTo>
                  <a:pt x="688767" y="2422067"/>
                </a:lnTo>
                <a:lnTo>
                  <a:pt x="646648" y="2418274"/>
                </a:lnTo>
                <a:lnTo>
                  <a:pt x="608218" y="2338523"/>
                </a:lnTo>
                <a:lnTo>
                  <a:pt x="587415" y="2314536"/>
                </a:lnTo>
                <a:lnTo>
                  <a:pt x="492211" y="2078459"/>
                </a:lnTo>
                <a:lnTo>
                  <a:pt x="492211" y="2028230"/>
                </a:lnTo>
                <a:lnTo>
                  <a:pt x="543758" y="1987842"/>
                </a:lnTo>
                <a:lnTo>
                  <a:pt x="564664" y="2017057"/>
                </a:lnTo>
                <a:lnTo>
                  <a:pt x="728632" y="1902145"/>
                </a:lnTo>
                <a:lnTo>
                  <a:pt x="797908" y="1860629"/>
                </a:lnTo>
                <a:lnTo>
                  <a:pt x="850071" y="1844638"/>
                </a:lnTo>
                <a:lnTo>
                  <a:pt x="892088" y="1845970"/>
                </a:lnTo>
                <a:lnTo>
                  <a:pt x="928980" y="1840537"/>
                </a:lnTo>
                <a:lnTo>
                  <a:pt x="934719" y="1846995"/>
                </a:lnTo>
                <a:lnTo>
                  <a:pt x="880712" y="1906348"/>
                </a:lnTo>
                <a:lnTo>
                  <a:pt x="874358" y="1929310"/>
                </a:lnTo>
                <a:lnTo>
                  <a:pt x="835519" y="1967238"/>
                </a:lnTo>
                <a:lnTo>
                  <a:pt x="804775" y="1991122"/>
                </a:lnTo>
                <a:lnTo>
                  <a:pt x="844024" y="2029870"/>
                </a:lnTo>
                <a:lnTo>
                  <a:pt x="885324" y="1985587"/>
                </a:lnTo>
                <a:lnTo>
                  <a:pt x="898441" y="1996555"/>
                </a:lnTo>
                <a:lnTo>
                  <a:pt x="913301" y="1987227"/>
                </a:lnTo>
                <a:lnTo>
                  <a:pt x="922524" y="1986919"/>
                </a:lnTo>
                <a:lnTo>
                  <a:pt x="919040" y="1979846"/>
                </a:lnTo>
                <a:lnTo>
                  <a:pt x="924369" y="1979539"/>
                </a:lnTo>
                <a:lnTo>
                  <a:pt x="925393" y="1983844"/>
                </a:lnTo>
                <a:lnTo>
                  <a:pt x="931542" y="1981281"/>
                </a:lnTo>
                <a:lnTo>
                  <a:pt x="921089" y="1964265"/>
                </a:lnTo>
                <a:lnTo>
                  <a:pt x="928775" y="1946224"/>
                </a:lnTo>
                <a:lnTo>
                  <a:pt x="922524" y="1941201"/>
                </a:lnTo>
                <a:lnTo>
                  <a:pt x="945582" y="1919161"/>
                </a:lnTo>
                <a:lnTo>
                  <a:pt x="1007685" y="1843920"/>
                </a:lnTo>
                <a:lnTo>
                  <a:pt x="1020700" y="1842485"/>
                </a:lnTo>
                <a:lnTo>
                  <a:pt x="1022544" y="1833567"/>
                </a:lnTo>
                <a:lnTo>
                  <a:pt x="1032075" y="1827826"/>
                </a:lnTo>
                <a:lnTo>
                  <a:pt x="1053493" y="1825161"/>
                </a:lnTo>
                <a:lnTo>
                  <a:pt x="1087824" y="1836642"/>
                </a:lnTo>
                <a:lnTo>
                  <a:pt x="1082085" y="1820651"/>
                </a:lnTo>
                <a:lnTo>
                  <a:pt x="1083520" y="1679087"/>
                </a:lnTo>
                <a:lnTo>
                  <a:pt x="1077166" y="1664326"/>
                </a:lnTo>
                <a:lnTo>
                  <a:pt x="1067123" y="1671091"/>
                </a:lnTo>
                <a:lnTo>
                  <a:pt x="1052366" y="1672424"/>
                </a:lnTo>
                <a:lnTo>
                  <a:pt x="1053186" y="1695283"/>
                </a:lnTo>
                <a:lnTo>
                  <a:pt x="1046525" y="1700716"/>
                </a:lnTo>
                <a:lnTo>
                  <a:pt x="1041606" y="1720808"/>
                </a:lnTo>
                <a:lnTo>
                  <a:pt x="1045807" y="1720603"/>
                </a:lnTo>
                <a:lnTo>
                  <a:pt x="1046115" y="1729418"/>
                </a:lnTo>
                <a:lnTo>
                  <a:pt x="991083" y="1731674"/>
                </a:lnTo>
                <a:lnTo>
                  <a:pt x="990058" y="1709429"/>
                </a:lnTo>
                <a:lnTo>
                  <a:pt x="959417" y="1699076"/>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E8D8C557-9B35-4E2C-A8B6-736B2C567437}"/>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786533" h="293584">
                <a:moveTo>
                  <a:pt x="17012" y="86415"/>
                </a:moveTo>
                <a:lnTo>
                  <a:pt x="19164" y="81187"/>
                </a:lnTo>
                <a:lnTo>
                  <a:pt x="12400" y="76369"/>
                </a:lnTo>
                <a:lnTo>
                  <a:pt x="11170" y="64273"/>
                </a:lnTo>
                <a:lnTo>
                  <a:pt x="0" y="58635"/>
                </a:lnTo>
                <a:lnTo>
                  <a:pt x="2767" y="47256"/>
                </a:lnTo>
                <a:lnTo>
                  <a:pt x="102" y="45616"/>
                </a:lnTo>
                <a:lnTo>
                  <a:pt x="28592" y="38646"/>
                </a:lnTo>
                <a:lnTo>
                  <a:pt x="41914" y="20809"/>
                </a:lnTo>
                <a:lnTo>
                  <a:pt x="61590" y="14864"/>
                </a:lnTo>
                <a:lnTo>
                  <a:pt x="75015" y="0"/>
                </a:lnTo>
                <a:lnTo>
                  <a:pt x="122156" y="16299"/>
                </a:lnTo>
                <a:lnTo>
                  <a:pt x="169604" y="38543"/>
                </a:lnTo>
                <a:lnTo>
                  <a:pt x="198504" y="43361"/>
                </a:lnTo>
                <a:lnTo>
                  <a:pt x="222381" y="56072"/>
                </a:lnTo>
                <a:lnTo>
                  <a:pt x="232424" y="66630"/>
                </a:lnTo>
                <a:lnTo>
                  <a:pt x="236421" y="79341"/>
                </a:lnTo>
                <a:lnTo>
                  <a:pt x="275773" y="96563"/>
                </a:lnTo>
                <a:lnTo>
                  <a:pt x="278335" y="91232"/>
                </a:lnTo>
                <a:lnTo>
                  <a:pt x="296782" y="92463"/>
                </a:lnTo>
                <a:lnTo>
                  <a:pt x="303955" y="106609"/>
                </a:lnTo>
                <a:lnTo>
                  <a:pt x="336237" y="104251"/>
                </a:lnTo>
                <a:lnTo>
                  <a:pt x="358782" y="107019"/>
                </a:lnTo>
                <a:lnTo>
                  <a:pt x="385734" y="96973"/>
                </a:lnTo>
                <a:lnTo>
                  <a:pt x="439229" y="92463"/>
                </a:lnTo>
                <a:lnTo>
                  <a:pt x="451321" y="86210"/>
                </a:lnTo>
                <a:lnTo>
                  <a:pt x="476122" y="91335"/>
                </a:lnTo>
                <a:lnTo>
                  <a:pt x="489546" y="101381"/>
                </a:lnTo>
                <a:lnTo>
                  <a:pt x="504918" y="99023"/>
                </a:lnTo>
                <a:lnTo>
                  <a:pt x="537200" y="107326"/>
                </a:lnTo>
                <a:lnTo>
                  <a:pt x="586390" y="104661"/>
                </a:lnTo>
                <a:lnTo>
                  <a:pt x="600327" y="99741"/>
                </a:lnTo>
                <a:lnTo>
                  <a:pt x="607911" y="92155"/>
                </a:lnTo>
                <a:lnTo>
                  <a:pt x="692252" y="89797"/>
                </a:lnTo>
                <a:lnTo>
                  <a:pt x="723406" y="103431"/>
                </a:lnTo>
                <a:lnTo>
                  <a:pt x="746054" y="128033"/>
                </a:lnTo>
                <a:lnTo>
                  <a:pt x="767984" y="179697"/>
                </a:lnTo>
                <a:lnTo>
                  <a:pt x="786533" y="248685"/>
                </a:lnTo>
                <a:lnTo>
                  <a:pt x="782127" y="255861"/>
                </a:lnTo>
                <a:lnTo>
                  <a:pt x="770034" y="259346"/>
                </a:lnTo>
                <a:lnTo>
                  <a:pt x="717872" y="246430"/>
                </a:lnTo>
                <a:lnTo>
                  <a:pt x="639065" y="246020"/>
                </a:lnTo>
                <a:lnTo>
                  <a:pt x="632301" y="260064"/>
                </a:lnTo>
                <a:lnTo>
                  <a:pt x="624820" y="254323"/>
                </a:lnTo>
                <a:lnTo>
                  <a:pt x="627177" y="247558"/>
                </a:lnTo>
                <a:lnTo>
                  <a:pt x="621438" y="245918"/>
                </a:lnTo>
                <a:lnTo>
                  <a:pt x="530948" y="245302"/>
                </a:lnTo>
                <a:lnTo>
                  <a:pt x="494875" y="262729"/>
                </a:lnTo>
                <a:lnTo>
                  <a:pt x="476429" y="252478"/>
                </a:lnTo>
                <a:lnTo>
                  <a:pt x="470280" y="260371"/>
                </a:lnTo>
                <a:lnTo>
                  <a:pt x="454293" y="266522"/>
                </a:lnTo>
                <a:lnTo>
                  <a:pt x="450809" y="261704"/>
                </a:lnTo>
                <a:lnTo>
                  <a:pt x="443738" y="263856"/>
                </a:lnTo>
                <a:lnTo>
                  <a:pt x="427956" y="276568"/>
                </a:lnTo>
                <a:lnTo>
                  <a:pt x="417401" y="279233"/>
                </a:lnTo>
                <a:lnTo>
                  <a:pt x="408177" y="276465"/>
                </a:lnTo>
                <a:lnTo>
                  <a:pt x="367800" y="290714"/>
                </a:lnTo>
                <a:lnTo>
                  <a:pt x="328448" y="293584"/>
                </a:lnTo>
                <a:lnTo>
                  <a:pt x="299446" y="259449"/>
                </a:lnTo>
                <a:lnTo>
                  <a:pt x="292478" y="237819"/>
                </a:lnTo>
                <a:lnTo>
                  <a:pt x="277618" y="228799"/>
                </a:lnTo>
                <a:lnTo>
                  <a:pt x="246977" y="231054"/>
                </a:lnTo>
                <a:lnTo>
                  <a:pt x="228325" y="195893"/>
                </a:lnTo>
                <a:lnTo>
                  <a:pt x="230272" y="186053"/>
                </a:lnTo>
                <a:lnTo>
                  <a:pt x="225763" y="187898"/>
                </a:lnTo>
                <a:lnTo>
                  <a:pt x="207932" y="175392"/>
                </a:lnTo>
                <a:lnTo>
                  <a:pt x="187333" y="173649"/>
                </a:lnTo>
                <a:lnTo>
                  <a:pt x="179955" y="166064"/>
                </a:lnTo>
                <a:lnTo>
                  <a:pt x="150850" y="157658"/>
                </a:lnTo>
                <a:lnTo>
                  <a:pt x="128715" y="141667"/>
                </a:lnTo>
                <a:lnTo>
                  <a:pt x="122156" y="139206"/>
                </a:lnTo>
                <a:lnTo>
                  <a:pt x="123591" y="143204"/>
                </a:lnTo>
                <a:lnTo>
                  <a:pt x="116212" y="142282"/>
                </a:lnTo>
                <a:lnTo>
                  <a:pt x="108014" y="132338"/>
                </a:lnTo>
                <a:lnTo>
                  <a:pt x="82291" y="127520"/>
                </a:lnTo>
                <a:lnTo>
                  <a:pt x="74605" y="111427"/>
                </a:lnTo>
                <a:lnTo>
                  <a:pt x="59028" y="108659"/>
                </a:lnTo>
                <a:lnTo>
                  <a:pt x="53187" y="113784"/>
                </a:lnTo>
                <a:lnTo>
                  <a:pt x="43759" y="111939"/>
                </a:lnTo>
                <a:lnTo>
                  <a:pt x="24390" y="91642"/>
                </a:lnTo>
                <a:lnTo>
                  <a:pt x="20394" y="93385"/>
                </a:lnTo>
                <a:lnTo>
                  <a:pt x="22238" y="86620"/>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C698DB59-BAFA-4E32-B9AD-379534B3B4A7}"/>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66427" h="196303">
                <a:moveTo>
                  <a:pt x="56774" y="16709"/>
                </a:moveTo>
                <a:lnTo>
                  <a:pt x="65280" y="29010"/>
                </a:lnTo>
                <a:lnTo>
                  <a:pt x="71121" y="22859"/>
                </a:lnTo>
                <a:lnTo>
                  <a:pt x="82086" y="23269"/>
                </a:lnTo>
                <a:lnTo>
                  <a:pt x="87620" y="19272"/>
                </a:lnTo>
                <a:lnTo>
                  <a:pt x="81574" y="13941"/>
                </a:lnTo>
                <a:lnTo>
                  <a:pt x="80139" y="16811"/>
                </a:lnTo>
                <a:lnTo>
                  <a:pt x="83726" y="10251"/>
                </a:lnTo>
                <a:lnTo>
                  <a:pt x="149928" y="1845"/>
                </a:lnTo>
                <a:lnTo>
                  <a:pt x="155667" y="5945"/>
                </a:lnTo>
                <a:lnTo>
                  <a:pt x="155667" y="14864"/>
                </a:lnTo>
                <a:lnTo>
                  <a:pt x="145419" y="31675"/>
                </a:lnTo>
                <a:lnTo>
                  <a:pt x="119901" y="41311"/>
                </a:lnTo>
                <a:lnTo>
                  <a:pt x="121234" y="35775"/>
                </a:lnTo>
                <a:lnTo>
                  <a:pt x="111908" y="34648"/>
                </a:lnTo>
                <a:lnTo>
                  <a:pt x="105144" y="41413"/>
                </a:lnTo>
                <a:lnTo>
                  <a:pt x="102992" y="51562"/>
                </a:lnTo>
                <a:lnTo>
                  <a:pt x="112420" y="71141"/>
                </a:lnTo>
                <a:lnTo>
                  <a:pt x="123488" y="71243"/>
                </a:lnTo>
                <a:lnTo>
                  <a:pt x="125743" y="67348"/>
                </a:lnTo>
                <a:lnTo>
                  <a:pt x="122156" y="64888"/>
                </a:lnTo>
                <a:lnTo>
                  <a:pt x="130047" y="67656"/>
                </a:lnTo>
                <a:lnTo>
                  <a:pt x="134761" y="91027"/>
                </a:lnTo>
                <a:lnTo>
                  <a:pt x="155155" y="108454"/>
                </a:lnTo>
                <a:lnTo>
                  <a:pt x="159254" y="119422"/>
                </a:lnTo>
                <a:lnTo>
                  <a:pt x="166017" y="124138"/>
                </a:lnTo>
                <a:lnTo>
                  <a:pt x="166427" y="130801"/>
                </a:lnTo>
                <a:lnTo>
                  <a:pt x="161816" y="126495"/>
                </a:lnTo>
                <a:lnTo>
                  <a:pt x="154847" y="129571"/>
                </a:lnTo>
                <a:lnTo>
                  <a:pt x="150543" y="141974"/>
                </a:lnTo>
                <a:lnTo>
                  <a:pt x="156384" y="146689"/>
                </a:lnTo>
                <a:lnTo>
                  <a:pt x="141627" y="152942"/>
                </a:lnTo>
                <a:lnTo>
                  <a:pt x="145009" y="150072"/>
                </a:lnTo>
                <a:lnTo>
                  <a:pt x="133736" y="144537"/>
                </a:lnTo>
                <a:lnTo>
                  <a:pt x="126460" y="133568"/>
                </a:lnTo>
                <a:lnTo>
                  <a:pt x="108629" y="119730"/>
                </a:lnTo>
                <a:lnTo>
                  <a:pt x="95614" y="101073"/>
                </a:lnTo>
                <a:lnTo>
                  <a:pt x="83214" y="119525"/>
                </a:lnTo>
                <a:lnTo>
                  <a:pt x="86186" y="137976"/>
                </a:lnTo>
                <a:lnTo>
                  <a:pt x="86083" y="131826"/>
                </a:lnTo>
                <a:lnTo>
                  <a:pt x="77782" y="133261"/>
                </a:lnTo>
                <a:lnTo>
                  <a:pt x="81574" y="153558"/>
                </a:lnTo>
                <a:lnTo>
                  <a:pt x="85263" y="154788"/>
                </a:lnTo>
                <a:lnTo>
                  <a:pt x="86596" y="151097"/>
                </a:lnTo>
                <a:lnTo>
                  <a:pt x="87723" y="168319"/>
                </a:lnTo>
                <a:lnTo>
                  <a:pt x="83111" y="167294"/>
                </a:lnTo>
                <a:lnTo>
                  <a:pt x="81984" y="177852"/>
                </a:lnTo>
                <a:lnTo>
                  <a:pt x="86083" y="182362"/>
                </a:lnTo>
                <a:lnTo>
                  <a:pt x="91310" y="180415"/>
                </a:lnTo>
                <a:lnTo>
                  <a:pt x="92642" y="188410"/>
                </a:lnTo>
                <a:lnTo>
                  <a:pt x="86186" y="196303"/>
                </a:lnTo>
                <a:lnTo>
                  <a:pt x="73068" y="182772"/>
                </a:lnTo>
                <a:lnTo>
                  <a:pt x="63025" y="180210"/>
                </a:lnTo>
                <a:lnTo>
                  <a:pt x="51342" y="160118"/>
                </a:lnTo>
                <a:lnTo>
                  <a:pt x="0" y="105994"/>
                </a:lnTo>
                <a:lnTo>
                  <a:pt x="11990" y="95333"/>
                </a:lnTo>
                <a:lnTo>
                  <a:pt x="24288" y="92668"/>
                </a:lnTo>
                <a:lnTo>
                  <a:pt x="31154" y="95230"/>
                </a:lnTo>
                <a:lnTo>
                  <a:pt x="27772" y="95948"/>
                </a:lnTo>
                <a:lnTo>
                  <a:pt x="32896" y="100561"/>
                </a:lnTo>
                <a:lnTo>
                  <a:pt x="37508" y="100663"/>
                </a:lnTo>
                <a:lnTo>
                  <a:pt x="36688" y="97485"/>
                </a:lnTo>
                <a:lnTo>
                  <a:pt x="43554" y="104456"/>
                </a:lnTo>
                <a:lnTo>
                  <a:pt x="55647" y="106506"/>
                </a:lnTo>
                <a:lnTo>
                  <a:pt x="52982" y="112862"/>
                </a:lnTo>
                <a:lnTo>
                  <a:pt x="72248" y="123420"/>
                </a:lnTo>
                <a:lnTo>
                  <a:pt x="75835" y="117680"/>
                </a:lnTo>
                <a:lnTo>
                  <a:pt x="68149" y="111529"/>
                </a:lnTo>
                <a:lnTo>
                  <a:pt x="82291" y="118397"/>
                </a:lnTo>
                <a:lnTo>
                  <a:pt x="93359" y="100356"/>
                </a:lnTo>
                <a:lnTo>
                  <a:pt x="91310" y="91232"/>
                </a:lnTo>
                <a:lnTo>
                  <a:pt x="94794" y="85697"/>
                </a:lnTo>
                <a:lnTo>
                  <a:pt x="90695" y="79341"/>
                </a:lnTo>
                <a:lnTo>
                  <a:pt x="87313" y="81904"/>
                </a:lnTo>
                <a:lnTo>
                  <a:pt x="72351" y="69091"/>
                </a:lnTo>
                <a:lnTo>
                  <a:pt x="81062" y="61300"/>
                </a:lnTo>
                <a:lnTo>
                  <a:pt x="87005" y="66220"/>
                </a:lnTo>
                <a:lnTo>
                  <a:pt x="92744" y="64068"/>
                </a:lnTo>
                <a:lnTo>
                  <a:pt x="91924" y="47256"/>
                </a:lnTo>
                <a:lnTo>
                  <a:pt x="72453" y="48076"/>
                </a:lnTo>
                <a:lnTo>
                  <a:pt x="69891" y="34443"/>
                </a:lnTo>
                <a:lnTo>
                  <a:pt x="50728" y="59762"/>
                </a:lnTo>
                <a:lnTo>
                  <a:pt x="37098" y="61505"/>
                </a:lnTo>
                <a:lnTo>
                  <a:pt x="38840" y="53407"/>
                </a:lnTo>
                <a:lnTo>
                  <a:pt x="59438" y="45514"/>
                </a:lnTo>
                <a:lnTo>
                  <a:pt x="64050" y="30547"/>
                </a:lnTo>
                <a:lnTo>
                  <a:pt x="51752" y="16914"/>
                </a:lnTo>
                <a:lnTo>
                  <a:pt x="47858" y="22142"/>
                </a:lnTo>
                <a:lnTo>
                  <a:pt x="50318" y="23987"/>
                </a:lnTo>
                <a:lnTo>
                  <a:pt x="43451" y="23167"/>
                </a:lnTo>
                <a:lnTo>
                  <a:pt x="23980" y="3895"/>
                </a:lnTo>
                <a:lnTo>
                  <a:pt x="27670" y="0"/>
                </a:lnTo>
                <a:lnTo>
                  <a:pt x="54314" y="8201"/>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253E5CC4-C009-44FC-BEE3-59E8A822BE18}"/>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109244" h="79854">
                <a:moveTo>
                  <a:pt x="109244" y="47564"/>
                </a:moveTo>
                <a:lnTo>
                  <a:pt x="106887" y="61505"/>
                </a:lnTo>
                <a:lnTo>
                  <a:pt x="95716" y="68373"/>
                </a:lnTo>
                <a:lnTo>
                  <a:pt x="56466" y="51357"/>
                </a:lnTo>
                <a:lnTo>
                  <a:pt x="44169" y="55560"/>
                </a:lnTo>
                <a:lnTo>
                  <a:pt x="13322" y="79854"/>
                </a:lnTo>
                <a:lnTo>
                  <a:pt x="4714" y="79546"/>
                </a:lnTo>
                <a:lnTo>
                  <a:pt x="0" y="72576"/>
                </a:lnTo>
                <a:lnTo>
                  <a:pt x="4817" y="58840"/>
                </a:lnTo>
                <a:lnTo>
                  <a:pt x="46628" y="30650"/>
                </a:lnTo>
                <a:lnTo>
                  <a:pt x="75425" y="0"/>
                </a:lnTo>
                <a:lnTo>
                  <a:pt x="85468" y="3383"/>
                </a:lnTo>
                <a:lnTo>
                  <a:pt x="97048" y="15171"/>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EAFF3290-D536-499E-8752-6A2AC62827D4}"/>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54212" h="74421">
                <a:moveTo>
                  <a:pt x="54212" y="62120"/>
                </a:moveTo>
                <a:lnTo>
                  <a:pt x="51855" y="72371"/>
                </a:lnTo>
                <a:lnTo>
                  <a:pt x="46116" y="74421"/>
                </a:lnTo>
                <a:lnTo>
                  <a:pt x="18754" y="58942"/>
                </a:lnTo>
                <a:lnTo>
                  <a:pt x="0" y="19272"/>
                </a:lnTo>
                <a:lnTo>
                  <a:pt x="6559" y="0"/>
                </a:lnTo>
                <a:lnTo>
                  <a:pt x="24698" y="5535"/>
                </a:lnTo>
                <a:lnTo>
                  <a:pt x="40889" y="26242"/>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4CAA2E65-36D3-47E6-8B5B-CC90CA558E06}"/>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48780" h="47461">
                <a:moveTo>
                  <a:pt x="26645" y="11788"/>
                </a:moveTo>
                <a:lnTo>
                  <a:pt x="34843" y="8918"/>
                </a:lnTo>
                <a:lnTo>
                  <a:pt x="29309" y="4715"/>
                </a:lnTo>
                <a:lnTo>
                  <a:pt x="33921" y="7483"/>
                </a:lnTo>
                <a:lnTo>
                  <a:pt x="46013" y="26550"/>
                </a:lnTo>
                <a:lnTo>
                  <a:pt x="48780" y="36288"/>
                </a:lnTo>
                <a:lnTo>
                  <a:pt x="40787" y="47461"/>
                </a:lnTo>
                <a:lnTo>
                  <a:pt x="35048" y="45206"/>
                </a:lnTo>
                <a:lnTo>
                  <a:pt x="40582" y="47051"/>
                </a:lnTo>
                <a:lnTo>
                  <a:pt x="46833" y="38851"/>
                </a:lnTo>
                <a:lnTo>
                  <a:pt x="45296" y="41106"/>
                </a:lnTo>
                <a:lnTo>
                  <a:pt x="24800" y="31983"/>
                </a:lnTo>
                <a:lnTo>
                  <a:pt x="24800" y="29112"/>
                </a:lnTo>
                <a:lnTo>
                  <a:pt x="26542" y="34955"/>
                </a:lnTo>
                <a:lnTo>
                  <a:pt x="16602" y="20912"/>
                </a:lnTo>
                <a:lnTo>
                  <a:pt x="22033" y="22244"/>
                </a:lnTo>
                <a:lnTo>
                  <a:pt x="24493" y="17631"/>
                </a:lnTo>
                <a:lnTo>
                  <a:pt x="16089" y="15171"/>
                </a:lnTo>
                <a:lnTo>
                  <a:pt x="12195" y="20604"/>
                </a:lnTo>
                <a:lnTo>
                  <a:pt x="0" y="6253"/>
                </a:lnTo>
                <a:lnTo>
                  <a:pt x="1230" y="923"/>
                </a:lnTo>
                <a:lnTo>
                  <a:pt x="11170" y="0"/>
                </a:lnTo>
                <a:lnTo>
                  <a:pt x="11683" y="3690"/>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D3731552-1793-4F46-9CC9-5A5E75D95152}"/>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32896" h="33315">
                <a:moveTo>
                  <a:pt x="15884" y="0"/>
                </a:moveTo>
                <a:lnTo>
                  <a:pt x="29104" y="8098"/>
                </a:lnTo>
                <a:lnTo>
                  <a:pt x="32896" y="15786"/>
                </a:lnTo>
                <a:lnTo>
                  <a:pt x="30846" y="11891"/>
                </a:lnTo>
                <a:lnTo>
                  <a:pt x="26337" y="13429"/>
                </a:lnTo>
                <a:lnTo>
                  <a:pt x="17524" y="28702"/>
                </a:lnTo>
                <a:lnTo>
                  <a:pt x="21213" y="31060"/>
                </a:lnTo>
                <a:lnTo>
                  <a:pt x="9223" y="33315"/>
                </a:lnTo>
                <a:lnTo>
                  <a:pt x="0" y="21527"/>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490E362C-2D4B-4409-AA0D-00724EE3FC05}"/>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20598" h="23474">
                <a:moveTo>
                  <a:pt x="4407" y="0"/>
                </a:moveTo>
                <a:lnTo>
                  <a:pt x="15167" y="2460"/>
                </a:lnTo>
                <a:lnTo>
                  <a:pt x="20598" y="8098"/>
                </a:lnTo>
                <a:lnTo>
                  <a:pt x="8711" y="23474"/>
                </a:lnTo>
                <a:lnTo>
                  <a:pt x="922" y="15274"/>
                </a:lnTo>
                <a:lnTo>
                  <a:pt x="0" y="5125"/>
                </a:lnTo>
                <a:lnTo>
                  <a:pt x="717" y="8508"/>
                </a:lnTo>
                <a:lnTo>
                  <a:pt x="4407" y="5433"/>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FF44E917-7F60-4EEE-BEA9-78A167A5CA1D}"/>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53925" h="178057">
                <a:moveTo>
                  <a:pt x="150953" y="129776"/>
                </a:moveTo>
                <a:lnTo>
                  <a:pt x="153925" y="142179"/>
                </a:lnTo>
                <a:lnTo>
                  <a:pt x="149826" y="151405"/>
                </a:lnTo>
                <a:lnTo>
                  <a:pt x="121746" y="173547"/>
                </a:lnTo>
                <a:lnTo>
                  <a:pt x="100738" y="178057"/>
                </a:lnTo>
                <a:lnTo>
                  <a:pt x="81984" y="171394"/>
                </a:lnTo>
                <a:lnTo>
                  <a:pt x="61693" y="149047"/>
                </a:lnTo>
                <a:lnTo>
                  <a:pt x="41914" y="113682"/>
                </a:lnTo>
                <a:lnTo>
                  <a:pt x="23365" y="99741"/>
                </a:lnTo>
                <a:lnTo>
                  <a:pt x="21623" y="69911"/>
                </a:lnTo>
                <a:lnTo>
                  <a:pt x="2152" y="30958"/>
                </a:lnTo>
                <a:lnTo>
                  <a:pt x="0" y="13531"/>
                </a:lnTo>
                <a:lnTo>
                  <a:pt x="28079" y="0"/>
                </a:lnTo>
                <a:lnTo>
                  <a:pt x="39865" y="2153"/>
                </a:lnTo>
                <a:lnTo>
                  <a:pt x="89465" y="54842"/>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6BA52D40-CB47-4155-A48A-D29A2DD7AB0E}"/>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813076" h="1055733">
                <a:moveTo>
                  <a:pt x="460955" y="84569"/>
                </a:moveTo>
                <a:lnTo>
                  <a:pt x="468641" y="94615"/>
                </a:lnTo>
                <a:lnTo>
                  <a:pt x="478376" y="89387"/>
                </a:lnTo>
                <a:lnTo>
                  <a:pt x="503791" y="91950"/>
                </a:lnTo>
                <a:lnTo>
                  <a:pt x="558925" y="110812"/>
                </a:lnTo>
                <a:lnTo>
                  <a:pt x="580241" y="121370"/>
                </a:lnTo>
                <a:lnTo>
                  <a:pt x="580856" y="125060"/>
                </a:lnTo>
                <a:lnTo>
                  <a:pt x="584033" y="123010"/>
                </a:lnTo>
                <a:lnTo>
                  <a:pt x="622360" y="138079"/>
                </a:lnTo>
                <a:lnTo>
                  <a:pt x="651772" y="156325"/>
                </a:lnTo>
                <a:lnTo>
                  <a:pt x="704447" y="204504"/>
                </a:lnTo>
                <a:lnTo>
                  <a:pt x="731809" y="221111"/>
                </a:lnTo>
                <a:lnTo>
                  <a:pt x="778745" y="311830"/>
                </a:lnTo>
                <a:lnTo>
                  <a:pt x="778642" y="323824"/>
                </a:lnTo>
                <a:lnTo>
                  <a:pt x="763373" y="338995"/>
                </a:lnTo>
                <a:lnTo>
                  <a:pt x="764705" y="342173"/>
                </a:lnTo>
                <a:lnTo>
                  <a:pt x="793912" y="351604"/>
                </a:lnTo>
                <a:lnTo>
                  <a:pt x="810923" y="375488"/>
                </a:lnTo>
                <a:lnTo>
                  <a:pt x="813076" y="417619"/>
                </a:lnTo>
                <a:lnTo>
                  <a:pt x="805287" y="454522"/>
                </a:lnTo>
                <a:lnTo>
                  <a:pt x="787046" y="493680"/>
                </a:lnTo>
                <a:lnTo>
                  <a:pt x="741442" y="568101"/>
                </a:lnTo>
                <a:lnTo>
                  <a:pt x="721766" y="609002"/>
                </a:lnTo>
                <a:lnTo>
                  <a:pt x="687435" y="706590"/>
                </a:lnTo>
                <a:lnTo>
                  <a:pt x="671243" y="794235"/>
                </a:lnTo>
                <a:lnTo>
                  <a:pt x="671858" y="843644"/>
                </a:lnTo>
                <a:lnTo>
                  <a:pt x="680569" y="878907"/>
                </a:lnTo>
                <a:lnTo>
                  <a:pt x="717769" y="948612"/>
                </a:lnTo>
                <a:lnTo>
                  <a:pt x="768394" y="1025494"/>
                </a:lnTo>
                <a:lnTo>
                  <a:pt x="767574" y="1042817"/>
                </a:lnTo>
                <a:lnTo>
                  <a:pt x="753432" y="1055323"/>
                </a:lnTo>
                <a:lnTo>
                  <a:pt x="741237" y="1055733"/>
                </a:lnTo>
                <a:lnTo>
                  <a:pt x="731809" y="1050916"/>
                </a:lnTo>
                <a:lnTo>
                  <a:pt x="239803" y="632989"/>
                </a:lnTo>
                <a:lnTo>
                  <a:pt x="127895" y="531301"/>
                </a:lnTo>
                <a:lnTo>
                  <a:pt x="89362" y="473691"/>
                </a:lnTo>
                <a:lnTo>
                  <a:pt x="74195" y="436276"/>
                </a:lnTo>
                <a:lnTo>
                  <a:pt x="65997" y="403165"/>
                </a:lnTo>
                <a:lnTo>
                  <a:pt x="76040" y="395170"/>
                </a:lnTo>
                <a:lnTo>
                  <a:pt x="162123" y="397630"/>
                </a:lnTo>
                <a:lnTo>
                  <a:pt x="183337" y="392607"/>
                </a:lnTo>
                <a:lnTo>
                  <a:pt x="199016" y="383586"/>
                </a:lnTo>
                <a:lnTo>
                  <a:pt x="210494" y="367492"/>
                </a:lnTo>
                <a:lnTo>
                  <a:pt x="209366" y="356422"/>
                </a:lnTo>
                <a:lnTo>
                  <a:pt x="198913" y="346376"/>
                </a:lnTo>
                <a:lnTo>
                  <a:pt x="197171" y="332537"/>
                </a:lnTo>
                <a:lnTo>
                  <a:pt x="216028" y="298914"/>
                </a:lnTo>
                <a:lnTo>
                  <a:pt x="200348" y="291636"/>
                </a:lnTo>
                <a:lnTo>
                  <a:pt x="183132" y="293276"/>
                </a:lnTo>
                <a:lnTo>
                  <a:pt x="158844" y="318288"/>
                </a:lnTo>
                <a:lnTo>
                  <a:pt x="136503" y="327309"/>
                </a:lnTo>
                <a:lnTo>
                  <a:pt x="54007" y="323516"/>
                </a:lnTo>
                <a:lnTo>
                  <a:pt x="40889" y="315931"/>
                </a:lnTo>
                <a:lnTo>
                  <a:pt x="32179" y="304962"/>
                </a:lnTo>
                <a:lnTo>
                  <a:pt x="1845" y="224288"/>
                </a:lnTo>
                <a:lnTo>
                  <a:pt x="0" y="185438"/>
                </a:lnTo>
                <a:lnTo>
                  <a:pt x="17114" y="149970"/>
                </a:lnTo>
                <a:lnTo>
                  <a:pt x="124718" y="52894"/>
                </a:lnTo>
                <a:lnTo>
                  <a:pt x="157717" y="35160"/>
                </a:lnTo>
                <a:lnTo>
                  <a:pt x="280078" y="1128"/>
                </a:lnTo>
                <a:lnTo>
                  <a:pt x="320557" y="0"/>
                </a:lnTo>
                <a:lnTo>
                  <a:pt x="354990" y="9943"/>
                </a:lnTo>
                <a:lnTo>
                  <a:pt x="386247" y="56585"/>
                </a:lnTo>
                <a:lnTo>
                  <a:pt x="455933" y="69706"/>
                </a:lnTo>
                <a:lnTo>
                  <a:pt x="463619" y="75856"/>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795323D0-9A0F-4BF2-BB0F-1FFCCE18DA44}"/>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107194" h="99023">
                <a:moveTo>
                  <a:pt x="30334" y="6253"/>
                </a:moveTo>
                <a:lnTo>
                  <a:pt x="56364" y="40593"/>
                </a:lnTo>
                <a:lnTo>
                  <a:pt x="97458" y="53817"/>
                </a:lnTo>
                <a:lnTo>
                  <a:pt x="107194" y="89592"/>
                </a:lnTo>
                <a:lnTo>
                  <a:pt x="102992" y="98408"/>
                </a:lnTo>
                <a:lnTo>
                  <a:pt x="97458" y="99023"/>
                </a:lnTo>
                <a:lnTo>
                  <a:pt x="84136" y="87645"/>
                </a:lnTo>
                <a:lnTo>
                  <a:pt x="7788" y="13121"/>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1BB9D8EA-BF5B-4268-B7FA-27AD562F3DC1}"/>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246977" h="296557">
                <a:moveTo>
                  <a:pt x="24083" y="42848"/>
                </a:moveTo>
                <a:lnTo>
                  <a:pt x="39660" y="44694"/>
                </a:lnTo>
                <a:lnTo>
                  <a:pt x="34536" y="55457"/>
                </a:lnTo>
                <a:lnTo>
                  <a:pt x="39557" y="73498"/>
                </a:lnTo>
                <a:lnTo>
                  <a:pt x="32691" y="75549"/>
                </a:lnTo>
                <a:lnTo>
                  <a:pt x="43759" y="72166"/>
                </a:lnTo>
                <a:lnTo>
                  <a:pt x="45604" y="75344"/>
                </a:lnTo>
                <a:lnTo>
                  <a:pt x="49908" y="69808"/>
                </a:lnTo>
                <a:lnTo>
                  <a:pt x="53904" y="74831"/>
                </a:lnTo>
                <a:lnTo>
                  <a:pt x="48678" y="88567"/>
                </a:lnTo>
                <a:lnTo>
                  <a:pt x="54929" y="92668"/>
                </a:lnTo>
                <a:lnTo>
                  <a:pt x="40889" y="100971"/>
                </a:lnTo>
                <a:lnTo>
                  <a:pt x="32794" y="95230"/>
                </a:lnTo>
                <a:lnTo>
                  <a:pt x="30437" y="97178"/>
                </a:lnTo>
                <a:lnTo>
                  <a:pt x="40275" y="101893"/>
                </a:lnTo>
                <a:lnTo>
                  <a:pt x="57184" y="95230"/>
                </a:lnTo>
                <a:lnTo>
                  <a:pt x="49805" y="101996"/>
                </a:lnTo>
                <a:lnTo>
                  <a:pt x="59336" y="100663"/>
                </a:lnTo>
                <a:lnTo>
                  <a:pt x="57081" y="113887"/>
                </a:lnTo>
                <a:lnTo>
                  <a:pt x="60771" y="103738"/>
                </a:lnTo>
                <a:lnTo>
                  <a:pt x="85161" y="93078"/>
                </a:lnTo>
                <a:lnTo>
                  <a:pt x="98586" y="91745"/>
                </a:lnTo>
                <a:lnTo>
                  <a:pt x="126768" y="98921"/>
                </a:lnTo>
                <a:lnTo>
                  <a:pt x="160074" y="81494"/>
                </a:lnTo>
                <a:lnTo>
                  <a:pt x="180775" y="75344"/>
                </a:lnTo>
                <a:lnTo>
                  <a:pt x="180775" y="71141"/>
                </a:lnTo>
                <a:lnTo>
                  <a:pt x="233347" y="70321"/>
                </a:lnTo>
                <a:lnTo>
                  <a:pt x="244722" y="117270"/>
                </a:lnTo>
                <a:lnTo>
                  <a:pt x="246977" y="158273"/>
                </a:lnTo>
                <a:lnTo>
                  <a:pt x="242877" y="174572"/>
                </a:lnTo>
                <a:lnTo>
                  <a:pt x="229145" y="191383"/>
                </a:lnTo>
                <a:lnTo>
                  <a:pt x="190100" y="212705"/>
                </a:lnTo>
                <a:lnTo>
                  <a:pt x="181082" y="255656"/>
                </a:lnTo>
                <a:lnTo>
                  <a:pt x="157922" y="278208"/>
                </a:lnTo>
                <a:lnTo>
                  <a:pt x="136811" y="292149"/>
                </a:lnTo>
                <a:lnTo>
                  <a:pt x="113650" y="296557"/>
                </a:lnTo>
                <a:lnTo>
                  <a:pt x="90797" y="289074"/>
                </a:lnTo>
                <a:lnTo>
                  <a:pt x="30232" y="227979"/>
                </a:lnTo>
                <a:lnTo>
                  <a:pt x="29412" y="214960"/>
                </a:lnTo>
                <a:lnTo>
                  <a:pt x="56159" y="181850"/>
                </a:lnTo>
                <a:lnTo>
                  <a:pt x="62615" y="160836"/>
                </a:lnTo>
                <a:lnTo>
                  <a:pt x="57799" y="137156"/>
                </a:lnTo>
                <a:lnTo>
                  <a:pt x="52880" y="145049"/>
                </a:lnTo>
                <a:lnTo>
                  <a:pt x="50625" y="137054"/>
                </a:lnTo>
                <a:lnTo>
                  <a:pt x="40172" y="134081"/>
                </a:lnTo>
                <a:lnTo>
                  <a:pt x="50728" y="138694"/>
                </a:lnTo>
                <a:lnTo>
                  <a:pt x="51240" y="147304"/>
                </a:lnTo>
                <a:lnTo>
                  <a:pt x="40889" y="156838"/>
                </a:lnTo>
                <a:lnTo>
                  <a:pt x="33408" y="146382"/>
                </a:lnTo>
                <a:lnTo>
                  <a:pt x="31256" y="155198"/>
                </a:lnTo>
                <a:lnTo>
                  <a:pt x="20496" y="166166"/>
                </a:lnTo>
                <a:lnTo>
                  <a:pt x="7788" y="144844"/>
                </a:lnTo>
                <a:lnTo>
                  <a:pt x="0" y="114092"/>
                </a:lnTo>
                <a:lnTo>
                  <a:pt x="3997" y="85902"/>
                </a:lnTo>
                <a:lnTo>
                  <a:pt x="11683" y="75959"/>
                </a:lnTo>
                <a:lnTo>
                  <a:pt x="15987" y="52689"/>
                </a:lnTo>
                <a:lnTo>
                  <a:pt x="11683" y="513"/>
                </a:lnTo>
                <a:lnTo>
                  <a:pt x="14655"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3ED02C51-B8F5-4ECD-8EB6-ADFB961402A0}"/>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271982" h="111017">
                <a:moveTo>
                  <a:pt x="160381" y="205"/>
                </a:moveTo>
                <a:lnTo>
                  <a:pt x="182312" y="6971"/>
                </a:lnTo>
                <a:lnTo>
                  <a:pt x="168579" y="2870"/>
                </a:lnTo>
                <a:lnTo>
                  <a:pt x="165505" y="12506"/>
                </a:lnTo>
                <a:lnTo>
                  <a:pt x="175343" y="27882"/>
                </a:lnTo>
                <a:lnTo>
                  <a:pt x="186513" y="34443"/>
                </a:lnTo>
                <a:lnTo>
                  <a:pt x="204242" y="32598"/>
                </a:lnTo>
                <a:lnTo>
                  <a:pt x="218897" y="22552"/>
                </a:lnTo>
                <a:lnTo>
                  <a:pt x="220434" y="19989"/>
                </a:lnTo>
                <a:lnTo>
                  <a:pt x="215105" y="16811"/>
                </a:lnTo>
                <a:lnTo>
                  <a:pt x="227300" y="23167"/>
                </a:lnTo>
                <a:lnTo>
                  <a:pt x="241033" y="55662"/>
                </a:lnTo>
                <a:lnTo>
                  <a:pt x="234576" y="40286"/>
                </a:lnTo>
                <a:lnTo>
                  <a:pt x="226378" y="37826"/>
                </a:lnTo>
                <a:lnTo>
                  <a:pt x="214695" y="42848"/>
                </a:lnTo>
                <a:lnTo>
                  <a:pt x="207727" y="55457"/>
                </a:lnTo>
                <a:lnTo>
                  <a:pt x="218385" y="66630"/>
                </a:lnTo>
                <a:lnTo>
                  <a:pt x="230990" y="67963"/>
                </a:lnTo>
                <a:lnTo>
                  <a:pt x="251383" y="83032"/>
                </a:lnTo>
                <a:lnTo>
                  <a:pt x="259172" y="81392"/>
                </a:lnTo>
                <a:lnTo>
                  <a:pt x="254868" y="75549"/>
                </a:lnTo>
                <a:lnTo>
                  <a:pt x="271982" y="100356"/>
                </a:lnTo>
                <a:lnTo>
                  <a:pt x="252613" y="102713"/>
                </a:lnTo>
                <a:lnTo>
                  <a:pt x="256200" y="97075"/>
                </a:lnTo>
                <a:lnTo>
                  <a:pt x="252408" y="91130"/>
                </a:lnTo>
                <a:lnTo>
                  <a:pt x="232732" y="86415"/>
                </a:lnTo>
                <a:lnTo>
                  <a:pt x="231297" y="104661"/>
                </a:lnTo>
                <a:lnTo>
                  <a:pt x="243390" y="103226"/>
                </a:lnTo>
                <a:lnTo>
                  <a:pt x="202808" y="111017"/>
                </a:lnTo>
                <a:lnTo>
                  <a:pt x="164788" y="103226"/>
                </a:lnTo>
                <a:lnTo>
                  <a:pt x="100020" y="110504"/>
                </a:lnTo>
                <a:lnTo>
                  <a:pt x="6866" y="94923"/>
                </a:lnTo>
                <a:lnTo>
                  <a:pt x="0" y="88260"/>
                </a:lnTo>
                <a:lnTo>
                  <a:pt x="3587" y="78214"/>
                </a:lnTo>
                <a:lnTo>
                  <a:pt x="36483" y="57610"/>
                </a:lnTo>
                <a:lnTo>
                  <a:pt x="69174" y="21732"/>
                </a:lnTo>
                <a:lnTo>
                  <a:pt x="143574"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B660A74A-F0F5-4645-BECB-D27D14138F1B}"/>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318815" h="126085">
                <a:moveTo>
                  <a:pt x="111396" y="12711"/>
                </a:moveTo>
                <a:lnTo>
                  <a:pt x="151773" y="30958"/>
                </a:lnTo>
                <a:lnTo>
                  <a:pt x="156692" y="19887"/>
                </a:lnTo>
                <a:lnTo>
                  <a:pt x="172166" y="7893"/>
                </a:lnTo>
                <a:lnTo>
                  <a:pt x="181697" y="6561"/>
                </a:lnTo>
                <a:lnTo>
                  <a:pt x="186206" y="10866"/>
                </a:lnTo>
                <a:lnTo>
                  <a:pt x="201783" y="58327"/>
                </a:lnTo>
                <a:lnTo>
                  <a:pt x="206804" y="62530"/>
                </a:lnTo>
                <a:lnTo>
                  <a:pt x="245337" y="77189"/>
                </a:lnTo>
                <a:lnTo>
                  <a:pt x="258659" y="73293"/>
                </a:lnTo>
                <a:lnTo>
                  <a:pt x="282947" y="74524"/>
                </a:lnTo>
                <a:lnTo>
                  <a:pt x="308567" y="89387"/>
                </a:lnTo>
                <a:lnTo>
                  <a:pt x="318815" y="101176"/>
                </a:lnTo>
                <a:lnTo>
                  <a:pt x="299549" y="126085"/>
                </a:lnTo>
                <a:lnTo>
                  <a:pt x="247591" y="123933"/>
                </a:lnTo>
                <a:lnTo>
                  <a:pt x="198811" y="113272"/>
                </a:lnTo>
                <a:lnTo>
                  <a:pt x="127690" y="76369"/>
                </a:lnTo>
                <a:lnTo>
                  <a:pt x="57286" y="60992"/>
                </a:lnTo>
                <a:lnTo>
                  <a:pt x="30744" y="61197"/>
                </a:lnTo>
                <a:lnTo>
                  <a:pt x="5022" y="45411"/>
                </a:lnTo>
                <a:lnTo>
                  <a:pt x="0" y="32700"/>
                </a:lnTo>
                <a:lnTo>
                  <a:pt x="3484" y="24602"/>
                </a:lnTo>
                <a:lnTo>
                  <a:pt x="37610" y="5843"/>
                </a:lnTo>
                <a:lnTo>
                  <a:pt x="67842" y="0"/>
                </a:lnTo>
                <a:lnTo>
                  <a:pt x="98893" y="3383"/>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9FBA6561-7400-4465-A2F5-AC5820D814F2}"/>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99323" h="167191">
                <a:moveTo>
                  <a:pt x="16397" y="0"/>
                </a:moveTo>
                <a:lnTo>
                  <a:pt x="55442" y="6971"/>
                </a:lnTo>
                <a:lnTo>
                  <a:pt x="100430" y="44899"/>
                </a:lnTo>
                <a:lnTo>
                  <a:pt x="111396" y="63453"/>
                </a:lnTo>
                <a:lnTo>
                  <a:pt x="119594" y="68066"/>
                </a:lnTo>
                <a:lnTo>
                  <a:pt x="123796" y="62018"/>
                </a:lnTo>
                <a:lnTo>
                  <a:pt x="127997" y="65810"/>
                </a:lnTo>
                <a:lnTo>
                  <a:pt x="125743" y="68373"/>
                </a:lnTo>
                <a:lnTo>
                  <a:pt x="134044" y="75959"/>
                </a:lnTo>
                <a:lnTo>
                  <a:pt x="136503" y="73806"/>
                </a:lnTo>
                <a:lnTo>
                  <a:pt x="142754" y="79854"/>
                </a:lnTo>
                <a:lnTo>
                  <a:pt x="140397" y="82212"/>
                </a:lnTo>
                <a:lnTo>
                  <a:pt x="148083" y="89797"/>
                </a:lnTo>
                <a:lnTo>
                  <a:pt x="151055" y="87030"/>
                </a:lnTo>
                <a:lnTo>
                  <a:pt x="173806" y="111324"/>
                </a:lnTo>
                <a:lnTo>
                  <a:pt x="179237" y="119525"/>
                </a:lnTo>
                <a:lnTo>
                  <a:pt x="176060" y="131211"/>
                </a:lnTo>
                <a:lnTo>
                  <a:pt x="184874" y="135004"/>
                </a:lnTo>
                <a:lnTo>
                  <a:pt x="199323" y="162271"/>
                </a:lnTo>
                <a:lnTo>
                  <a:pt x="198504" y="167191"/>
                </a:lnTo>
                <a:lnTo>
                  <a:pt x="171039" y="159913"/>
                </a:lnTo>
                <a:lnTo>
                  <a:pt x="139885" y="158375"/>
                </a:lnTo>
                <a:lnTo>
                  <a:pt x="132404" y="129776"/>
                </a:lnTo>
                <a:lnTo>
                  <a:pt x="114368" y="113067"/>
                </a:lnTo>
                <a:lnTo>
                  <a:pt x="76860" y="98716"/>
                </a:lnTo>
                <a:lnTo>
                  <a:pt x="34433" y="94513"/>
                </a:lnTo>
                <a:lnTo>
                  <a:pt x="11170" y="81084"/>
                </a:lnTo>
                <a:lnTo>
                  <a:pt x="0" y="15786"/>
                </a:lnTo>
                <a:lnTo>
                  <a:pt x="5226" y="12814"/>
                </a:lnTo>
                <a:lnTo>
                  <a:pt x="4612" y="5228"/>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F365E10C-7C8F-4592-9D72-052BB6F05BC9}"/>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49006" h="124650">
                <a:moveTo>
                  <a:pt x="99098" y="0"/>
                </a:moveTo>
                <a:lnTo>
                  <a:pt x="123488" y="2358"/>
                </a:lnTo>
                <a:lnTo>
                  <a:pt x="126973" y="8508"/>
                </a:lnTo>
                <a:lnTo>
                  <a:pt x="110473" y="13531"/>
                </a:lnTo>
                <a:lnTo>
                  <a:pt x="108731" y="18759"/>
                </a:lnTo>
                <a:lnTo>
                  <a:pt x="121131" y="10558"/>
                </a:lnTo>
                <a:lnTo>
                  <a:pt x="133019" y="11891"/>
                </a:lnTo>
                <a:lnTo>
                  <a:pt x="148391" y="37518"/>
                </a:lnTo>
                <a:lnTo>
                  <a:pt x="140602" y="44284"/>
                </a:lnTo>
                <a:lnTo>
                  <a:pt x="141422" y="47564"/>
                </a:lnTo>
                <a:lnTo>
                  <a:pt x="143164" y="44079"/>
                </a:lnTo>
                <a:lnTo>
                  <a:pt x="149006" y="44591"/>
                </a:lnTo>
                <a:lnTo>
                  <a:pt x="147059" y="57200"/>
                </a:lnTo>
                <a:lnTo>
                  <a:pt x="136196" y="54739"/>
                </a:lnTo>
                <a:lnTo>
                  <a:pt x="124206" y="64170"/>
                </a:lnTo>
                <a:lnTo>
                  <a:pt x="114163" y="40491"/>
                </a:lnTo>
                <a:lnTo>
                  <a:pt x="113958" y="46744"/>
                </a:lnTo>
                <a:lnTo>
                  <a:pt x="123078" y="58840"/>
                </a:lnTo>
                <a:lnTo>
                  <a:pt x="119901" y="65400"/>
                </a:lnTo>
                <a:lnTo>
                  <a:pt x="113958" y="53509"/>
                </a:lnTo>
                <a:lnTo>
                  <a:pt x="105144" y="50844"/>
                </a:lnTo>
                <a:lnTo>
                  <a:pt x="97151" y="54534"/>
                </a:lnTo>
                <a:lnTo>
                  <a:pt x="105862" y="51459"/>
                </a:lnTo>
                <a:lnTo>
                  <a:pt x="113753" y="54227"/>
                </a:lnTo>
                <a:lnTo>
                  <a:pt x="117954" y="62428"/>
                </a:lnTo>
                <a:lnTo>
                  <a:pt x="114777" y="91130"/>
                </a:lnTo>
                <a:lnTo>
                  <a:pt x="100328" y="90105"/>
                </a:lnTo>
                <a:lnTo>
                  <a:pt x="84546" y="99023"/>
                </a:lnTo>
                <a:lnTo>
                  <a:pt x="78705" y="92360"/>
                </a:lnTo>
                <a:lnTo>
                  <a:pt x="73581" y="92360"/>
                </a:lnTo>
                <a:lnTo>
                  <a:pt x="49190" y="107326"/>
                </a:lnTo>
                <a:lnTo>
                  <a:pt x="49908" y="110504"/>
                </a:lnTo>
                <a:lnTo>
                  <a:pt x="40992" y="112964"/>
                </a:lnTo>
                <a:lnTo>
                  <a:pt x="36483" y="107839"/>
                </a:lnTo>
                <a:lnTo>
                  <a:pt x="19471" y="124650"/>
                </a:lnTo>
                <a:lnTo>
                  <a:pt x="22955" y="116962"/>
                </a:lnTo>
                <a:lnTo>
                  <a:pt x="18036" y="95025"/>
                </a:lnTo>
                <a:lnTo>
                  <a:pt x="7174" y="63043"/>
                </a:lnTo>
                <a:lnTo>
                  <a:pt x="0" y="58942"/>
                </a:lnTo>
                <a:lnTo>
                  <a:pt x="820" y="53714"/>
                </a:lnTo>
                <a:lnTo>
                  <a:pt x="42017" y="47666"/>
                </a:lnTo>
                <a:lnTo>
                  <a:pt x="52777" y="56072"/>
                </a:lnTo>
                <a:lnTo>
                  <a:pt x="55544" y="54022"/>
                </a:lnTo>
                <a:lnTo>
                  <a:pt x="50113" y="41106"/>
                </a:lnTo>
                <a:lnTo>
                  <a:pt x="67432" y="11481"/>
                </a:lnTo>
                <a:lnTo>
                  <a:pt x="81984" y="3178"/>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ECACEC00-2D2B-44C8-A258-EEB4FF030CB1}"/>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135786" h="102201">
                <a:moveTo>
                  <a:pt x="47448" y="0"/>
                </a:moveTo>
                <a:lnTo>
                  <a:pt x="64767" y="7586"/>
                </a:lnTo>
                <a:lnTo>
                  <a:pt x="68764" y="16504"/>
                </a:lnTo>
                <a:lnTo>
                  <a:pt x="87415" y="8406"/>
                </a:lnTo>
                <a:lnTo>
                  <a:pt x="85981" y="24705"/>
                </a:lnTo>
                <a:lnTo>
                  <a:pt x="88543" y="8201"/>
                </a:lnTo>
                <a:lnTo>
                  <a:pt x="96844" y="6151"/>
                </a:lnTo>
                <a:lnTo>
                  <a:pt x="115802" y="12506"/>
                </a:lnTo>
                <a:lnTo>
                  <a:pt x="120414" y="21424"/>
                </a:lnTo>
                <a:lnTo>
                  <a:pt x="123181" y="18144"/>
                </a:lnTo>
                <a:lnTo>
                  <a:pt x="135786" y="20707"/>
                </a:lnTo>
                <a:lnTo>
                  <a:pt x="135171" y="31368"/>
                </a:lnTo>
                <a:lnTo>
                  <a:pt x="125435" y="44591"/>
                </a:lnTo>
                <a:lnTo>
                  <a:pt x="112215" y="37826"/>
                </a:lnTo>
                <a:lnTo>
                  <a:pt x="106169" y="42848"/>
                </a:lnTo>
                <a:lnTo>
                  <a:pt x="114163" y="40901"/>
                </a:lnTo>
                <a:lnTo>
                  <a:pt x="118672" y="46436"/>
                </a:lnTo>
                <a:lnTo>
                  <a:pt x="116622" y="63658"/>
                </a:lnTo>
                <a:lnTo>
                  <a:pt x="112625" y="66835"/>
                </a:lnTo>
                <a:lnTo>
                  <a:pt x="117032" y="93795"/>
                </a:lnTo>
                <a:lnTo>
                  <a:pt x="100840" y="102201"/>
                </a:lnTo>
                <a:lnTo>
                  <a:pt x="87210" y="100048"/>
                </a:lnTo>
                <a:lnTo>
                  <a:pt x="72043" y="90105"/>
                </a:lnTo>
                <a:lnTo>
                  <a:pt x="67329" y="95435"/>
                </a:lnTo>
                <a:lnTo>
                  <a:pt x="59028" y="95230"/>
                </a:lnTo>
                <a:lnTo>
                  <a:pt x="39352" y="71961"/>
                </a:lnTo>
                <a:lnTo>
                  <a:pt x="29719" y="43156"/>
                </a:lnTo>
                <a:lnTo>
                  <a:pt x="21623" y="37621"/>
                </a:lnTo>
                <a:lnTo>
                  <a:pt x="15270" y="39568"/>
                </a:lnTo>
                <a:lnTo>
                  <a:pt x="922" y="34750"/>
                </a:lnTo>
                <a:lnTo>
                  <a:pt x="0" y="26960"/>
                </a:lnTo>
                <a:lnTo>
                  <a:pt x="13527" y="11071"/>
                </a:lnTo>
                <a:lnTo>
                  <a:pt x="19574" y="13839"/>
                </a:lnTo>
                <a:lnTo>
                  <a:pt x="32589" y="1025"/>
                </a:lnTo>
                <a:lnTo>
                  <a:pt x="35765" y="6151"/>
                </a:lnTo>
                <a:lnTo>
                  <a:pt x="36790" y="2153"/>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AABDAFA1-0E74-4E31-B4DD-36E79B343695}"/>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97868" h="104148">
                <a:moveTo>
                  <a:pt x="12298" y="2870"/>
                </a:moveTo>
                <a:lnTo>
                  <a:pt x="35868" y="25012"/>
                </a:lnTo>
                <a:lnTo>
                  <a:pt x="48985" y="29932"/>
                </a:lnTo>
                <a:lnTo>
                  <a:pt x="67329" y="62120"/>
                </a:lnTo>
                <a:lnTo>
                  <a:pt x="97356" y="92565"/>
                </a:lnTo>
                <a:lnTo>
                  <a:pt x="97868" y="104148"/>
                </a:lnTo>
                <a:lnTo>
                  <a:pt x="67637" y="96358"/>
                </a:lnTo>
                <a:lnTo>
                  <a:pt x="17422" y="64683"/>
                </a:lnTo>
                <a:lnTo>
                  <a:pt x="717" y="29932"/>
                </a:lnTo>
                <a:lnTo>
                  <a:pt x="0" y="2768"/>
                </a:lnTo>
                <a:lnTo>
                  <a:pt x="5944"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76BCCF04-52F9-42CB-BBF9-44CB200FB61B}"/>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37610" h="54739">
                <a:moveTo>
                  <a:pt x="6661" y="0"/>
                </a:moveTo>
                <a:lnTo>
                  <a:pt x="17319" y="3485"/>
                </a:lnTo>
                <a:lnTo>
                  <a:pt x="3484" y="1128"/>
                </a:lnTo>
                <a:lnTo>
                  <a:pt x="8301" y="21014"/>
                </a:lnTo>
                <a:lnTo>
                  <a:pt x="35458" y="25935"/>
                </a:lnTo>
                <a:lnTo>
                  <a:pt x="26952" y="42438"/>
                </a:lnTo>
                <a:lnTo>
                  <a:pt x="37610" y="49614"/>
                </a:lnTo>
                <a:lnTo>
                  <a:pt x="19676" y="54739"/>
                </a:lnTo>
                <a:lnTo>
                  <a:pt x="1947" y="41618"/>
                </a:lnTo>
                <a:lnTo>
                  <a:pt x="10350" y="44796"/>
                </a:lnTo>
                <a:lnTo>
                  <a:pt x="13425" y="39363"/>
                </a:lnTo>
                <a:lnTo>
                  <a:pt x="6354" y="28395"/>
                </a:lnTo>
                <a:lnTo>
                  <a:pt x="2460" y="28190"/>
                </a:lnTo>
                <a:lnTo>
                  <a:pt x="0" y="34033"/>
                </a:lnTo>
                <a:lnTo>
                  <a:pt x="5022" y="17939"/>
                </a:lnTo>
                <a:lnTo>
                  <a:pt x="922" y="2973"/>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5457F263-F08E-47BC-8458-0188FAFEE767}"/>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36073" h="9533">
                <a:moveTo>
                  <a:pt x="19369" y="0"/>
                </a:moveTo>
                <a:lnTo>
                  <a:pt x="36073" y="0"/>
                </a:lnTo>
                <a:lnTo>
                  <a:pt x="36073" y="9533"/>
                </a:lnTo>
                <a:lnTo>
                  <a:pt x="0" y="9533"/>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B016596F-7FA1-4CF8-8302-1CB6C947DFBA}"/>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48371" h="44284">
                <a:moveTo>
                  <a:pt x="31051" y="15479"/>
                </a:moveTo>
                <a:lnTo>
                  <a:pt x="48371" y="31573"/>
                </a:lnTo>
                <a:lnTo>
                  <a:pt x="41402" y="24807"/>
                </a:lnTo>
                <a:lnTo>
                  <a:pt x="36790" y="33110"/>
                </a:lnTo>
                <a:lnTo>
                  <a:pt x="37713" y="40286"/>
                </a:lnTo>
                <a:lnTo>
                  <a:pt x="47756" y="37723"/>
                </a:lnTo>
                <a:lnTo>
                  <a:pt x="20803" y="44284"/>
                </a:lnTo>
                <a:lnTo>
                  <a:pt x="30846" y="39158"/>
                </a:lnTo>
                <a:lnTo>
                  <a:pt x="23673" y="16606"/>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00998152-8B5E-4461-BAB3-D9D7B4035DEC}"/>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23878" h="24910">
                <a:moveTo>
                  <a:pt x="13117" y="23474"/>
                </a:moveTo>
                <a:lnTo>
                  <a:pt x="5226" y="24910"/>
                </a:lnTo>
                <a:lnTo>
                  <a:pt x="0" y="21322"/>
                </a:lnTo>
                <a:lnTo>
                  <a:pt x="6559" y="16504"/>
                </a:lnTo>
                <a:lnTo>
                  <a:pt x="8198" y="9021"/>
                </a:lnTo>
                <a:lnTo>
                  <a:pt x="23878"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12ADCB49-835F-4B77-B7A6-941E631AECF3}"/>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6602" h="24910">
                <a:moveTo>
                  <a:pt x="8608" y="24910"/>
                </a:moveTo>
                <a:lnTo>
                  <a:pt x="0" y="22142"/>
                </a:lnTo>
                <a:lnTo>
                  <a:pt x="9838" y="0"/>
                </a:lnTo>
                <a:lnTo>
                  <a:pt x="16602" y="13429"/>
                </a:lnTo>
                <a:lnTo>
                  <a:pt x="16294" y="18759"/>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5492A30A-AB84-4E96-AE70-36FEACFFF0F1}"/>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4487492" h="2666345">
                <a:moveTo>
                  <a:pt x="938613" y="1673244"/>
                </a:moveTo>
                <a:lnTo>
                  <a:pt x="917707" y="1669041"/>
                </a:lnTo>
                <a:lnTo>
                  <a:pt x="923241" y="1681752"/>
                </a:lnTo>
                <a:lnTo>
                  <a:pt x="934822" y="1684622"/>
                </a:lnTo>
                <a:lnTo>
                  <a:pt x="960032" y="1716092"/>
                </a:lnTo>
                <a:lnTo>
                  <a:pt x="960339" y="1755353"/>
                </a:lnTo>
                <a:lnTo>
                  <a:pt x="927238" y="1754430"/>
                </a:lnTo>
                <a:lnTo>
                  <a:pt x="927443" y="1749613"/>
                </a:lnTo>
                <a:lnTo>
                  <a:pt x="921397" y="1745512"/>
                </a:lnTo>
                <a:lnTo>
                  <a:pt x="918117" y="1718142"/>
                </a:lnTo>
                <a:lnTo>
                  <a:pt x="908689" y="1700203"/>
                </a:lnTo>
                <a:lnTo>
                  <a:pt x="911764" y="1690055"/>
                </a:lnTo>
                <a:lnTo>
                  <a:pt x="920987" y="1682572"/>
                </a:lnTo>
                <a:lnTo>
                  <a:pt x="915760" y="1669964"/>
                </a:lnTo>
                <a:lnTo>
                  <a:pt x="905205" y="1682777"/>
                </a:lnTo>
                <a:lnTo>
                  <a:pt x="900286" y="1698358"/>
                </a:lnTo>
                <a:lnTo>
                  <a:pt x="902335" y="1740899"/>
                </a:lnTo>
                <a:lnTo>
                  <a:pt x="873846" y="1751663"/>
                </a:lnTo>
                <a:lnTo>
                  <a:pt x="852223" y="1750228"/>
                </a:lnTo>
                <a:lnTo>
                  <a:pt x="801188" y="1759761"/>
                </a:lnTo>
                <a:lnTo>
                  <a:pt x="787148" y="1658790"/>
                </a:lnTo>
                <a:lnTo>
                  <a:pt x="781307" y="1656125"/>
                </a:lnTo>
                <a:lnTo>
                  <a:pt x="769214" y="1659405"/>
                </a:lnTo>
                <a:lnTo>
                  <a:pt x="780897" y="1771037"/>
                </a:lnTo>
                <a:lnTo>
                  <a:pt x="762655" y="1779442"/>
                </a:lnTo>
                <a:lnTo>
                  <a:pt x="759171" y="1775342"/>
                </a:lnTo>
                <a:lnTo>
                  <a:pt x="745439" y="1785285"/>
                </a:lnTo>
                <a:lnTo>
                  <a:pt x="689895" y="1723575"/>
                </a:lnTo>
                <a:lnTo>
                  <a:pt x="686820" y="1680727"/>
                </a:lnTo>
                <a:lnTo>
                  <a:pt x="646546" y="1685750"/>
                </a:lnTo>
                <a:lnTo>
                  <a:pt x="653822" y="1746127"/>
                </a:lnTo>
                <a:lnTo>
                  <a:pt x="703422" y="1797279"/>
                </a:lnTo>
                <a:lnTo>
                  <a:pt x="699835" y="1795741"/>
                </a:lnTo>
                <a:lnTo>
                  <a:pt x="702705" y="1800559"/>
                </a:lnTo>
                <a:lnTo>
                  <a:pt x="687948" y="1816243"/>
                </a:lnTo>
                <a:lnTo>
                  <a:pt x="624000" y="1866575"/>
                </a:lnTo>
                <a:lnTo>
                  <a:pt x="609755" y="1849353"/>
                </a:lnTo>
                <a:lnTo>
                  <a:pt x="612215" y="1845560"/>
                </a:lnTo>
                <a:lnTo>
                  <a:pt x="605041" y="1833772"/>
                </a:lnTo>
                <a:lnTo>
                  <a:pt x="542529" y="1802609"/>
                </a:lnTo>
                <a:lnTo>
                  <a:pt x="546423" y="1794204"/>
                </a:lnTo>
                <a:lnTo>
                  <a:pt x="532895" y="1783440"/>
                </a:lnTo>
                <a:lnTo>
                  <a:pt x="521623" y="1792871"/>
                </a:lnTo>
                <a:lnTo>
                  <a:pt x="514142" y="1784568"/>
                </a:lnTo>
                <a:lnTo>
                  <a:pt x="523877" y="1776162"/>
                </a:lnTo>
                <a:lnTo>
                  <a:pt x="492416" y="1739977"/>
                </a:lnTo>
                <a:lnTo>
                  <a:pt x="472227" y="1757096"/>
                </a:lnTo>
                <a:lnTo>
                  <a:pt x="452039" y="1733211"/>
                </a:lnTo>
                <a:lnTo>
                  <a:pt x="530743" y="1647412"/>
                </a:lnTo>
                <a:lnTo>
                  <a:pt x="527362" y="1636648"/>
                </a:lnTo>
                <a:lnTo>
                  <a:pt x="516294" y="1632651"/>
                </a:lnTo>
                <a:lnTo>
                  <a:pt x="463004" y="1690158"/>
                </a:lnTo>
                <a:lnTo>
                  <a:pt x="447120" y="1695591"/>
                </a:lnTo>
                <a:lnTo>
                  <a:pt x="420987" y="1670374"/>
                </a:lnTo>
                <a:lnTo>
                  <a:pt x="416478" y="1657560"/>
                </a:lnTo>
                <a:lnTo>
                  <a:pt x="473150" y="1598823"/>
                </a:lnTo>
                <a:lnTo>
                  <a:pt x="475302" y="1593492"/>
                </a:lnTo>
                <a:lnTo>
                  <a:pt x="469563" y="1586727"/>
                </a:lnTo>
                <a:lnTo>
                  <a:pt x="450297" y="1571556"/>
                </a:lnTo>
                <a:lnTo>
                  <a:pt x="416991" y="1608254"/>
                </a:lnTo>
                <a:lnTo>
                  <a:pt x="384505" y="1633778"/>
                </a:lnTo>
                <a:lnTo>
                  <a:pt x="359909" y="1617172"/>
                </a:lnTo>
                <a:lnTo>
                  <a:pt x="327321" y="1584472"/>
                </a:lnTo>
                <a:lnTo>
                  <a:pt x="295552" y="1629985"/>
                </a:lnTo>
                <a:lnTo>
                  <a:pt x="331113" y="1660020"/>
                </a:lnTo>
                <a:lnTo>
                  <a:pt x="403053" y="1744180"/>
                </a:lnTo>
                <a:lnTo>
                  <a:pt x="418016" y="1834797"/>
                </a:lnTo>
                <a:lnTo>
                  <a:pt x="450809" y="1895277"/>
                </a:lnTo>
                <a:lnTo>
                  <a:pt x="455728" y="1911883"/>
                </a:lnTo>
                <a:lnTo>
                  <a:pt x="450912" y="1938945"/>
                </a:lnTo>
                <a:lnTo>
                  <a:pt x="430211" y="1959857"/>
                </a:lnTo>
                <a:lnTo>
                  <a:pt x="410944" y="1964880"/>
                </a:lnTo>
                <a:lnTo>
                  <a:pt x="358885" y="1961292"/>
                </a:lnTo>
                <a:lnTo>
                  <a:pt x="356015" y="1964983"/>
                </a:lnTo>
                <a:lnTo>
                  <a:pt x="348842" y="2060008"/>
                </a:lnTo>
                <a:lnTo>
                  <a:pt x="385837" y="2060008"/>
                </a:lnTo>
                <a:lnTo>
                  <a:pt x="385939" y="2151855"/>
                </a:lnTo>
                <a:lnTo>
                  <a:pt x="119287" y="2151855"/>
                </a:lnTo>
                <a:lnTo>
                  <a:pt x="119287" y="2222279"/>
                </a:lnTo>
                <a:lnTo>
                  <a:pt x="396085" y="2222279"/>
                </a:lnTo>
                <a:lnTo>
                  <a:pt x="396085" y="2283989"/>
                </a:lnTo>
                <a:lnTo>
                  <a:pt x="328858" y="2314024"/>
                </a:lnTo>
                <a:lnTo>
                  <a:pt x="119287" y="2314024"/>
                </a:lnTo>
                <a:lnTo>
                  <a:pt x="119287" y="2384549"/>
                </a:lnTo>
                <a:lnTo>
                  <a:pt x="452346" y="2384549"/>
                </a:lnTo>
                <a:lnTo>
                  <a:pt x="452346" y="2476294"/>
                </a:lnTo>
                <a:lnTo>
                  <a:pt x="119389" y="2476294"/>
                </a:lnTo>
                <a:lnTo>
                  <a:pt x="119389" y="2554201"/>
                </a:lnTo>
                <a:lnTo>
                  <a:pt x="524902" y="2554098"/>
                </a:lnTo>
                <a:lnTo>
                  <a:pt x="541914" y="2599612"/>
                </a:lnTo>
                <a:lnTo>
                  <a:pt x="434105" y="2639488"/>
                </a:lnTo>
                <a:lnTo>
                  <a:pt x="399467" y="2660297"/>
                </a:lnTo>
                <a:lnTo>
                  <a:pt x="376921" y="2666345"/>
                </a:lnTo>
                <a:lnTo>
                  <a:pt x="36995" y="2580955"/>
                </a:lnTo>
                <a:lnTo>
                  <a:pt x="12708" y="2567732"/>
                </a:lnTo>
                <a:lnTo>
                  <a:pt x="1332" y="2547230"/>
                </a:lnTo>
                <a:lnTo>
                  <a:pt x="0" y="2327862"/>
                </a:lnTo>
                <a:lnTo>
                  <a:pt x="68969" y="2327862"/>
                </a:lnTo>
                <a:lnTo>
                  <a:pt x="69071" y="2300082"/>
                </a:lnTo>
                <a:lnTo>
                  <a:pt x="32281" y="2300082"/>
                </a:lnTo>
                <a:lnTo>
                  <a:pt x="32281" y="2232837"/>
                </a:lnTo>
                <a:lnTo>
                  <a:pt x="64460" y="2232837"/>
                </a:lnTo>
                <a:lnTo>
                  <a:pt x="64460" y="2205057"/>
                </a:lnTo>
                <a:lnTo>
                  <a:pt x="41504" y="2205057"/>
                </a:lnTo>
                <a:lnTo>
                  <a:pt x="41504" y="2158211"/>
                </a:lnTo>
                <a:lnTo>
                  <a:pt x="102" y="2158211"/>
                </a:lnTo>
                <a:lnTo>
                  <a:pt x="1230" y="2139862"/>
                </a:lnTo>
                <a:lnTo>
                  <a:pt x="58516" y="1986407"/>
                </a:lnTo>
                <a:lnTo>
                  <a:pt x="72966" y="1972261"/>
                </a:lnTo>
                <a:lnTo>
                  <a:pt x="102890" y="1961190"/>
                </a:lnTo>
                <a:lnTo>
                  <a:pt x="122463" y="1948479"/>
                </a:lnTo>
                <a:lnTo>
                  <a:pt x="137221" y="1931155"/>
                </a:lnTo>
                <a:lnTo>
                  <a:pt x="146136" y="1911883"/>
                </a:lnTo>
                <a:lnTo>
                  <a:pt x="149826" y="1889331"/>
                </a:lnTo>
                <a:lnTo>
                  <a:pt x="146854" y="1866062"/>
                </a:lnTo>
                <a:lnTo>
                  <a:pt x="128305" y="1818703"/>
                </a:lnTo>
                <a:lnTo>
                  <a:pt x="121029" y="1817883"/>
                </a:lnTo>
                <a:lnTo>
                  <a:pt x="122771" y="1807120"/>
                </a:lnTo>
                <a:lnTo>
                  <a:pt x="119492" y="1811118"/>
                </a:lnTo>
                <a:lnTo>
                  <a:pt x="124206" y="1784055"/>
                </a:lnTo>
                <a:lnTo>
                  <a:pt x="125948" y="1788771"/>
                </a:lnTo>
                <a:lnTo>
                  <a:pt x="127587" y="1779647"/>
                </a:lnTo>
                <a:lnTo>
                  <a:pt x="133224" y="1780570"/>
                </a:lnTo>
                <a:lnTo>
                  <a:pt x="264193" y="1430197"/>
                </a:lnTo>
                <a:lnTo>
                  <a:pt x="276901" y="1381403"/>
                </a:lnTo>
                <a:lnTo>
                  <a:pt x="297909" y="1332506"/>
                </a:lnTo>
                <a:lnTo>
                  <a:pt x="293297" y="1325433"/>
                </a:lnTo>
                <a:lnTo>
                  <a:pt x="298421" y="1320000"/>
                </a:lnTo>
                <a:lnTo>
                  <a:pt x="295450" y="1317232"/>
                </a:lnTo>
                <a:lnTo>
                  <a:pt x="307235" y="1305034"/>
                </a:lnTo>
                <a:lnTo>
                  <a:pt x="315741" y="1284840"/>
                </a:lnTo>
                <a:lnTo>
                  <a:pt x="314511" y="1280227"/>
                </a:lnTo>
                <a:lnTo>
                  <a:pt x="304570" y="1284532"/>
                </a:lnTo>
                <a:lnTo>
                  <a:pt x="296577" y="1275716"/>
                </a:lnTo>
                <a:lnTo>
                  <a:pt x="291248" y="1258085"/>
                </a:lnTo>
                <a:lnTo>
                  <a:pt x="294732" y="1240864"/>
                </a:lnTo>
                <a:lnTo>
                  <a:pt x="281512" y="1232355"/>
                </a:lnTo>
                <a:lnTo>
                  <a:pt x="282845" y="1229793"/>
                </a:lnTo>
                <a:lnTo>
                  <a:pt x="295962" y="1238506"/>
                </a:lnTo>
                <a:lnTo>
                  <a:pt x="306927" y="1226512"/>
                </a:lnTo>
                <a:lnTo>
                  <a:pt x="321377" y="1220772"/>
                </a:lnTo>
                <a:lnTo>
                  <a:pt x="328653" y="1223950"/>
                </a:lnTo>
                <a:lnTo>
                  <a:pt x="333162" y="1233278"/>
                </a:lnTo>
                <a:lnTo>
                  <a:pt x="339106" y="1206318"/>
                </a:lnTo>
                <a:lnTo>
                  <a:pt x="353043" y="1173413"/>
                </a:lnTo>
                <a:lnTo>
                  <a:pt x="355503" y="1154962"/>
                </a:lnTo>
                <a:lnTo>
                  <a:pt x="358372" y="1159369"/>
                </a:lnTo>
                <a:lnTo>
                  <a:pt x="377638" y="1143993"/>
                </a:lnTo>
                <a:lnTo>
                  <a:pt x="390038" y="1127899"/>
                </a:lnTo>
                <a:lnTo>
                  <a:pt x="421192" y="1057476"/>
                </a:lnTo>
                <a:lnTo>
                  <a:pt x="444558" y="1023136"/>
                </a:lnTo>
                <a:lnTo>
                  <a:pt x="447325" y="1005914"/>
                </a:lnTo>
                <a:lnTo>
                  <a:pt x="464849" y="1000482"/>
                </a:lnTo>
                <a:lnTo>
                  <a:pt x="463312" y="988693"/>
                </a:lnTo>
                <a:lnTo>
                  <a:pt x="468333" y="984695"/>
                </a:lnTo>
                <a:lnTo>
                  <a:pt x="481758" y="1002122"/>
                </a:lnTo>
                <a:lnTo>
                  <a:pt x="481860" y="985310"/>
                </a:lnTo>
                <a:lnTo>
                  <a:pt x="490674" y="983568"/>
                </a:lnTo>
                <a:lnTo>
                  <a:pt x="505226" y="946562"/>
                </a:lnTo>
                <a:lnTo>
                  <a:pt x="527976" y="907301"/>
                </a:lnTo>
                <a:lnTo>
                  <a:pt x="525209" y="894590"/>
                </a:lnTo>
                <a:lnTo>
                  <a:pt x="535867" y="896128"/>
                </a:lnTo>
                <a:lnTo>
                  <a:pt x="530436" y="887107"/>
                </a:lnTo>
                <a:lnTo>
                  <a:pt x="547653" y="871423"/>
                </a:lnTo>
                <a:lnTo>
                  <a:pt x="554519" y="869578"/>
                </a:lnTo>
                <a:lnTo>
                  <a:pt x="555339" y="878394"/>
                </a:lnTo>
                <a:lnTo>
                  <a:pt x="558106" y="877984"/>
                </a:lnTo>
                <a:lnTo>
                  <a:pt x="560975" y="869066"/>
                </a:lnTo>
                <a:lnTo>
                  <a:pt x="554724" y="858815"/>
                </a:lnTo>
                <a:lnTo>
                  <a:pt x="560770" y="848052"/>
                </a:lnTo>
                <a:lnTo>
                  <a:pt x="572863" y="839646"/>
                </a:lnTo>
                <a:lnTo>
                  <a:pt x="572965" y="822424"/>
                </a:lnTo>
                <a:lnTo>
                  <a:pt x="584545" y="802128"/>
                </a:lnTo>
                <a:lnTo>
                  <a:pt x="580754" y="778141"/>
                </a:lnTo>
                <a:lnTo>
                  <a:pt x="585673" y="753026"/>
                </a:lnTo>
                <a:lnTo>
                  <a:pt x="577474" y="738470"/>
                </a:lnTo>
                <a:lnTo>
                  <a:pt x="584033" y="722786"/>
                </a:lnTo>
                <a:lnTo>
                  <a:pt x="587927" y="725554"/>
                </a:lnTo>
                <a:lnTo>
                  <a:pt x="589772" y="722171"/>
                </a:lnTo>
                <a:lnTo>
                  <a:pt x="584443" y="718379"/>
                </a:lnTo>
                <a:lnTo>
                  <a:pt x="586902" y="710485"/>
                </a:lnTo>
                <a:lnTo>
                  <a:pt x="596228" y="705360"/>
                </a:lnTo>
                <a:lnTo>
                  <a:pt x="587517" y="692034"/>
                </a:lnTo>
                <a:lnTo>
                  <a:pt x="581983" y="668764"/>
                </a:lnTo>
                <a:lnTo>
                  <a:pt x="600635" y="660769"/>
                </a:lnTo>
                <a:lnTo>
                  <a:pt x="608526" y="646008"/>
                </a:lnTo>
                <a:lnTo>
                  <a:pt x="609141" y="634014"/>
                </a:lnTo>
                <a:lnTo>
                  <a:pt x="626870" y="629606"/>
                </a:lnTo>
                <a:lnTo>
                  <a:pt x="638962" y="635859"/>
                </a:lnTo>
                <a:lnTo>
                  <a:pt x="641627" y="627454"/>
                </a:lnTo>
                <a:lnTo>
                  <a:pt x="654744" y="620688"/>
                </a:lnTo>
                <a:lnTo>
                  <a:pt x="657204" y="612487"/>
                </a:lnTo>
                <a:lnTo>
                  <a:pt x="665095" y="605517"/>
                </a:lnTo>
                <a:lnTo>
                  <a:pt x="662123" y="593318"/>
                </a:lnTo>
                <a:lnTo>
                  <a:pt x="664890" y="589321"/>
                </a:lnTo>
                <a:lnTo>
                  <a:pt x="671141" y="585015"/>
                </a:lnTo>
                <a:lnTo>
                  <a:pt x="680671" y="587168"/>
                </a:lnTo>
                <a:lnTo>
                  <a:pt x="686718" y="584093"/>
                </a:lnTo>
                <a:lnTo>
                  <a:pt x="677392" y="575584"/>
                </a:lnTo>
                <a:lnTo>
                  <a:pt x="674625" y="562156"/>
                </a:lnTo>
                <a:lnTo>
                  <a:pt x="681081" y="540834"/>
                </a:lnTo>
                <a:lnTo>
                  <a:pt x="689895" y="543294"/>
                </a:lnTo>
                <a:lnTo>
                  <a:pt x="690612" y="535504"/>
                </a:lnTo>
                <a:lnTo>
                  <a:pt x="682209" y="528226"/>
                </a:lnTo>
                <a:lnTo>
                  <a:pt x="699220" y="519000"/>
                </a:lnTo>
                <a:lnTo>
                  <a:pt x="708444" y="528123"/>
                </a:lnTo>
                <a:lnTo>
                  <a:pt x="703729" y="520537"/>
                </a:lnTo>
                <a:lnTo>
                  <a:pt x="709468" y="513157"/>
                </a:lnTo>
                <a:lnTo>
                  <a:pt x="701372" y="515104"/>
                </a:lnTo>
                <a:lnTo>
                  <a:pt x="694916" y="499831"/>
                </a:lnTo>
                <a:lnTo>
                  <a:pt x="703012" y="467336"/>
                </a:lnTo>
                <a:lnTo>
                  <a:pt x="719716" y="456572"/>
                </a:lnTo>
                <a:lnTo>
                  <a:pt x="729759" y="458007"/>
                </a:lnTo>
                <a:lnTo>
                  <a:pt x="724533" y="455752"/>
                </a:lnTo>
                <a:lnTo>
                  <a:pt x="726173" y="449704"/>
                </a:lnTo>
                <a:lnTo>
                  <a:pt x="741545" y="426947"/>
                </a:lnTo>
                <a:lnTo>
                  <a:pt x="751178" y="432995"/>
                </a:lnTo>
                <a:lnTo>
                  <a:pt x="775773" y="426742"/>
                </a:lnTo>
                <a:lnTo>
                  <a:pt x="795346" y="405933"/>
                </a:lnTo>
                <a:lnTo>
                  <a:pt x="806107" y="412699"/>
                </a:lnTo>
                <a:lnTo>
                  <a:pt x="817995" y="413724"/>
                </a:lnTo>
                <a:lnTo>
                  <a:pt x="821171" y="418234"/>
                </a:lnTo>
                <a:lnTo>
                  <a:pt x="821684" y="402243"/>
                </a:lnTo>
                <a:lnTo>
                  <a:pt x="828243" y="397835"/>
                </a:lnTo>
                <a:lnTo>
                  <a:pt x="841155" y="400398"/>
                </a:lnTo>
                <a:lnTo>
                  <a:pt x="849558" y="386764"/>
                </a:lnTo>
                <a:lnTo>
                  <a:pt x="897416" y="381536"/>
                </a:lnTo>
                <a:lnTo>
                  <a:pt x="907767" y="373233"/>
                </a:lnTo>
                <a:lnTo>
                  <a:pt x="926418" y="366570"/>
                </a:lnTo>
                <a:lnTo>
                  <a:pt x="926316" y="362265"/>
                </a:lnTo>
                <a:lnTo>
                  <a:pt x="967410" y="319929"/>
                </a:lnTo>
                <a:lnTo>
                  <a:pt x="992518" y="305577"/>
                </a:lnTo>
                <a:lnTo>
                  <a:pt x="1032895" y="266009"/>
                </a:lnTo>
                <a:lnTo>
                  <a:pt x="1034125" y="255348"/>
                </a:lnTo>
                <a:lnTo>
                  <a:pt x="1041708" y="260269"/>
                </a:lnTo>
                <a:lnTo>
                  <a:pt x="1067636" y="235667"/>
                </a:lnTo>
                <a:lnTo>
                  <a:pt x="1095203" y="220188"/>
                </a:lnTo>
                <a:lnTo>
                  <a:pt x="1138962" y="207374"/>
                </a:lnTo>
                <a:lnTo>
                  <a:pt x="1145520" y="209630"/>
                </a:lnTo>
                <a:lnTo>
                  <a:pt x="1148492" y="206042"/>
                </a:lnTo>
                <a:lnTo>
                  <a:pt x="1186410" y="199481"/>
                </a:lnTo>
                <a:lnTo>
                  <a:pt x="1246975" y="200814"/>
                </a:lnTo>
                <a:lnTo>
                  <a:pt x="1264294" y="205222"/>
                </a:lnTo>
                <a:lnTo>
                  <a:pt x="1288275" y="224288"/>
                </a:lnTo>
                <a:lnTo>
                  <a:pt x="1289914" y="231874"/>
                </a:lnTo>
                <a:lnTo>
                  <a:pt x="1285098" y="223366"/>
                </a:lnTo>
                <a:lnTo>
                  <a:pt x="1285200" y="229926"/>
                </a:lnTo>
                <a:lnTo>
                  <a:pt x="1280076" y="234642"/>
                </a:lnTo>
                <a:lnTo>
                  <a:pt x="1286943" y="232899"/>
                </a:lnTo>
                <a:lnTo>
                  <a:pt x="1300777" y="242637"/>
                </a:lnTo>
                <a:lnTo>
                  <a:pt x="1286635" y="252581"/>
                </a:lnTo>
                <a:lnTo>
                  <a:pt x="1294731" y="245815"/>
                </a:lnTo>
                <a:lnTo>
                  <a:pt x="1302110" y="245405"/>
                </a:lnTo>
                <a:lnTo>
                  <a:pt x="1295038" y="251658"/>
                </a:lnTo>
                <a:lnTo>
                  <a:pt x="1297908" y="249915"/>
                </a:lnTo>
                <a:lnTo>
                  <a:pt x="1301085" y="253913"/>
                </a:lnTo>
                <a:lnTo>
                  <a:pt x="1301187" y="247660"/>
                </a:lnTo>
                <a:lnTo>
                  <a:pt x="1309591" y="251658"/>
                </a:lnTo>
                <a:lnTo>
                  <a:pt x="1312460" y="262114"/>
                </a:lnTo>
                <a:lnTo>
                  <a:pt x="1320863" y="261191"/>
                </a:lnTo>
                <a:lnTo>
                  <a:pt x="1354784" y="287228"/>
                </a:lnTo>
                <a:lnTo>
                  <a:pt x="1356219" y="293994"/>
                </a:lnTo>
                <a:lnTo>
                  <a:pt x="1340949" y="311113"/>
                </a:lnTo>
                <a:lnTo>
                  <a:pt x="1343511" y="328437"/>
                </a:lnTo>
                <a:lnTo>
                  <a:pt x="1347303" y="328539"/>
                </a:lnTo>
                <a:lnTo>
                  <a:pt x="1348533" y="317673"/>
                </a:lnTo>
                <a:lnTo>
                  <a:pt x="1357859" y="304552"/>
                </a:lnTo>
                <a:lnTo>
                  <a:pt x="1363085" y="326694"/>
                </a:lnTo>
                <a:lnTo>
                  <a:pt x="1399465" y="326592"/>
                </a:lnTo>
                <a:lnTo>
                  <a:pt x="1403872" y="322799"/>
                </a:lnTo>
                <a:lnTo>
                  <a:pt x="1406742" y="328642"/>
                </a:lnTo>
                <a:lnTo>
                  <a:pt x="1406537" y="259449"/>
                </a:lnTo>
                <a:lnTo>
                  <a:pt x="1415452" y="250940"/>
                </a:lnTo>
                <a:lnTo>
                  <a:pt x="1560051" y="280565"/>
                </a:lnTo>
                <a:lnTo>
                  <a:pt x="1600429" y="270827"/>
                </a:lnTo>
                <a:lnTo>
                  <a:pt x="1625024" y="281283"/>
                </a:lnTo>
                <a:lnTo>
                  <a:pt x="1653616" y="272570"/>
                </a:lnTo>
                <a:lnTo>
                  <a:pt x="1651361" y="264164"/>
                </a:lnTo>
                <a:lnTo>
                  <a:pt x="1656793" y="249710"/>
                </a:lnTo>
                <a:lnTo>
                  <a:pt x="1673189" y="235974"/>
                </a:lnTo>
                <a:lnTo>
                  <a:pt x="1681695" y="220700"/>
                </a:lnTo>
                <a:lnTo>
                  <a:pt x="1674009" y="187385"/>
                </a:lnTo>
                <a:lnTo>
                  <a:pt x="1677698" y="185335"/>
                </a:lnTo>
                <a:lnTo>
                  <a:pt x="1692558" y="228389"/>
                </a:lnTo>
                <a:lnTo>
                  <a:pt x="1712747" y="213422"/>
                </a:lnTo>
                <a:lnTo>
                  <a:pt x="1748614" y="199994"/>
                </a:lnTo>
                <a:lnTo>
                  <a:pt x="1813894" y="157145"/>
                </a:lnTo>
                <a:lnTo>
                  <a:pt x="1821785" y="155710"/>
                </a:lnTo>
                <a:lnTo>
                  <a:pt x="1844433" y="132133"/>
                </a:lnTo>
                <a:lnTo>
                  <a:pt x="1882863" y="104661"/>
                </a:lnTo>
                <a:lnTo>
                  <a:pt x="1898645" y="97998"/>
                </a:lnTo>
                <a:lnTo>
                  <a:pt x="1977657" y="40286"/>
                </a:lnTo>
                <a:lnTo>
                  <a:pt x="1989955" y="40696"/>
                </a:lnTo>
                <a:lnTo>
                  <a:pt x="2007376" y="23474"/>
                </a:lnTo>
                <a:lnTo>
                  <a:pt x="2022338" y="17836"/>
                </a:lnTo>
                <a:lnTo>
                  <a:pt x="2079727" y="2050"/>
                </a:lnTo>
                <a:lnTo>
                  <a:pt x="2090590" y="10148"/>
                </a:lnTo>
                <a:lnTo>
                  <a:pt x="2113648" y="4203"/>
                </a:lnTo>
                <a:lnTo>
                  <a:pt x="2168680" y="0"/>
                </a:lnTo>
                <a:lnTo>
                  <a:pt x="2210799" y="15684"/>
                </a:lnTo>
                <a:lnTo>
                  <a:pt x="2218382" y="21834"/>
                </a:lnTo>
                <a:lnTo>
                  <a:pt x="2198911" y="35468"/>
                </a:lnTo>
                <a:lnTo>
                  <a:pt x="2181695" y="59557"/>
                </a:lnTo>
                <a:lnTo>
                  <a:pt x="2189995" y="64683"/>
                </a:lnTo>
                <a:lnTo>
                  <a:pt x="2201576" y="47359"/>
                </a:lnTo>
                <a:lnTo>
                  <a:pt x="2225351" y="37006"/>
                </a:lnTo>
                <a:lnTo>
                  <a:pt x="2221969" y="49307"/>
                </a:lnTo>
                <a:lnTo>
                  <a:pt x="2230885" y="51152"/>
                </a:lnTo>
                <a:lnTo>
                  <a:pt x="2213361" y="82519"/>
                </a:lnTo>
                <a:lnTo>
                  <a:pt x="2218587" y="85287"/>
                </a:lnTo>
                <a:lnTo>
                  <a:pt x="2240108" y="51664"/>
                </a:lnTo>
                <a:lnTo>
                  <a:pt x="2230372" y="69193"/>
                </a:lnTo>
                <a:lnTo>
                  <a:pt x="2234267" y="71858"/>
                </a:lnTo>
                <a:lnTo>
                  <a:pt x="2219510" y="97895"/>
                </a:lnTo>
                <a:lnTo>
                  <a:pt x="2223199" y="99946"/>
                </a:lnTo>
                <a:lnTo>
                  <a:pt x="2237546" y="73806"/>
                </a:lnTo>
                <a:lnTo>
                  <a:pt x="2242773" y="76369"/>
                </a:lnTo>
                <a:lnTo>
                  <a:pt x="2273414" y="22347"/>
                </a:lnTo>
                <a:lnTo>
                  <a:pt x="2342690" y="62120"/>
                </a:lnTo>
                <a:lnTo>
                  <a:pt x="2318608" y="105174"/>
                </a:lnTo>
                <a:lnTo>
                  <a:pt x="2328343" y="110812"/>
                </a:lnTo>
                <a:lnTo>
                  <a:pt x="2352631" y="67963"/>
                </a:lnTo>
                <a:lnTo>
                  <a:pt x="2363699" y="67656"/>
                </a:lnTo>
                <a:lnTo>
                  <a:pt x="2373537" y="61095"/>
                </a:lnTo>
                <a:lnTo>
                  <a:pt x="2503891" y="115219"/>
                </a:lnTo>
                <a:lnTo>
                  <a:pt x="2546216" y="136336"/>
                </a:lnTo>
                <a:lnTo>
                  <a:pt x="2587515" y="163091"/>
                </a:lnTo>
                <a:lnTo>
                  <a:pt x="2586080" y="173752"/>
                </a:lnTo>
                <a:lnTo>
                  <a:pt x="2555234" y="187385"/>
                </a:lnTo>
                <a:lnTo>
                  <a:pt x="2582186" y="252991"/>
                </a:lnTo>
                <a:lnTo>
                  <a:pt x="2593254" y="290816"/>
                </a:lnTo>
                <a:lnTo>
                  <a:pt x="2640600" y="351911"/>
                </a:lnTo>
                <a:lnTo>
                  <a:pt x="2634656" y="356729"/>
                </a:lnTo>
                <a:lnTo>
                  <a:pt x="2643059" y="375796"/>
                </a:lnTo>
                <a:lnTo>
                  <a:pt x="2656689" y="370670"/>
                </a:lnTo>
                <a:lnTo>
                  <a:pt x="2660993" y="379793"/>
                </a:lnTo>
                <a:lnTo>
                  <a:pt x="2651257" y="399885"/>
                </a:lnTo>
                <a:lnTo>
                  <a:pt x="2599095" y="443041"/>
                </a:lnTo>
                <a:lnTo>
                  <a:pt x="2587105" y="446731"/>
                </a:lnTo>
                <a:lnTo>
                  <a:pt x="2583313" y="453497"/>
                </a:lnTo>
                <a:lnTo>
                  <a:pt x="2644904" y="481277"/>
                </a:lnTo>
                <a:lnTo>
                  <a:pt x="2659046" y="473896"/>
                </a:lnTo>
                <a:lnTo>
                  <a:pt x="2676980" y="471333"/>
                </a:lnTo>
                <a:lnTo>
                  <a:pt x="2700345" y="450832"/>
                </a:lnTo>
                <a:lnTo>
                  <a:pt x="2700755" y="439761"/>
                </a:lnTo>
                <a:lnTo>
                  <a:pt x="2707621" y="430945"/>
                </a:lnTo>
                <a:lnTo>
                  <a:pt x="2745949" y="405933"/>
                </a:lnTo>
                <a:lnTo>
                  <a:pt x="2770339" y="398040"/>
                </a:lnTo>
                <a:lnTo>
                  <a:pt x="2796266" y="399885"/>
                </a:lnTo>
                <a:lnTo>
                  <a:pt x="2813073" y="407163"/>
                </a:lnTo>
                <a:lnTo>
                  <a:pt x="2894237" y="461288"/>
                </a:lnTo>
                <a:lnTo>
                  <a:pt x="2878148" y="483634"/>
                </a:lnTo>
                <a:lnTo>
                  <a:pt x="2885526" y="487940"/>
                </a:lnTo>
                <a:lnTo>
                  <a:pt x="2899976" y="464670"/>
                </a:lnTo>
                <a:lnTo>
                  <a:pt x="2983907" y="514079"/>
                </a:lnTo>
                <a:lnTo>
                  <a:pt x="2990876" y="523203"/>
                </a:lnTo>
                <a:lnTo>
                  <a:pt x="2993745" y="536939"/>
                </a:lnTo>
                <a:lnTo>
                  <a:pt x="2979910" y="568614"/>
                </a:lnTo>
                <a:lnTo>
                  <a:pt x="2996820" y="574457"/>
                </a:lnTo>
                <a:lnTo>
                  <a:pt x="3013524" y="546267"/>
                </a:lnTo>
                <a:lnTo>
                  <a:pt x="3055438" y="518897"/>
                </a:lnTo>
                <a:lnTo>
                  <a:pt x="3071015" y="516642"/>
                </a:lnTo>
                <a:lnTo>
                  <a:pt x="3087309" y="520230"/>
                </a:lnTo>
                <a:lnTo>
                  <a:pt x="3097250" y="509877"/>
                </a:lnTo>
                <a:lnTo>
                  <a:pt x="3125534" y="504956"/>
                </a:lnTo>
                <a:lnTo>
                  <a:pt x="3144903" y="509056"/>
                </a:lnTo>
                <a:lnTo>
                  <a:pt x="3158635" y="535709"/>
                </a:lnTo>
                <a:lnTo>
                  <a:pt x="3160583" y="558876"/>
                </a:lnTo>
                <a:lnTo>
                  <a:pt x="3170011" y="557543"/>
                </a:lnTo>
                <a:lnTo>
                  <a:pt x="3175340" y="548215"/>
                </a:lnTo>
                <a:lnTo>
                  <a:pt x="3183026" y="548830"/>
                </a:lnTo>
                <a:lnTo>
                  <a:pt x="3207416" y="571484"/>
                </a:lnTo>
                <a:lnTo>
                  <a:pt x="3206698" y="580505"/>
                </a:lnTo>
                <a:lnTo>
                  <a:pt x="3211822" y="585733"/>
                </a:lnTo>
                <a:lnTo>
                  <a:pt x="3234675" y="595163"/>
                </a:lnTo>
                <a:lnTo>
                  <a:pt x="3256811" y="610642"/>
                </a:lnTo>
                <a:lnTo>
                  <a:pt x="3332339" y="685781"/>
                </a:lnTo>
                <a:lnTo>
                  <a:pt x="3333774" y="701260"/>
                </a:lnTo>
                <a:lnTo>
                  <a:pt x="3321476" y="709050"/>
                </a:lnTo>
                <a:lnTo>
                  <a:pt x="3324653" y="712228"/>
                </a:lnTo>
                <a:lnTo>
                  <a:pt x="3324858" y="728527"/>
                </a:lnTo>
                <a:lnTo>
                  <a:pt x="3368924" y="713458"/>
                </a:lnTo>
                <a:lnTo>
                  <a:pt x="3410326" y="751899"/>
                </a:lnTo>
                <a:lnTo>
                  <a:pt x="3411453" y="760407"/>
                </a:lnTo>
                <a:lnTo>
                  <a:pt x="3388805" y="783676"/>
                </a:lnTo>
                <a:lnTo>
                  <a:pt x="3386448" y="793107"/>
                </a:lnTo>
                <a:lnTo>
                  <a:pt x="3389420" y="797207"/>
                </a:lnTo>
                <a:lnTo>
                  <a:pt x="3401000" y="794645"/>
                </a:lnTo>
                <a:lnTo>
                  <a:pt x="3428567" y="772503"/>
                </a:lnTo>
                <a:lnTo>
                  <a:pt x="3455725" y="796182"/>
                </a:lnTo>
                <a:lnTo>
                  <a:pt x="3459004" y="804896"/>
                </a:lnTo>
                <a:lnTo>
                  <a:pt x="3453060" y="839338"/>
                </a:lnTo>
                <a:lnTo>
                  <a:pt x="3455315" y="851742"/>
                </a:lnTo>
                <a:lnTo>
                  <a:pt x="3464435" y="861788"/>
                </a:lnTo>
                <a:lnTo>
                  <a:pt x="3520594" y="899818"/>
                </a:lnTo>
                <a:lnTo>
                  <a:pt x="3571629" y="912222"/>
                </a:lnTo>
                <a:lnTo>
                  <a:pt x="3611494" y="916732"/>
                </a:lnTo>
                <a:lnTo>
                  <a:pt x="3679643" y="909044"/>
                </a:lnTo>
                <a:lnTo>
                  <a:pt x="3694605" y="924215"/>
                </a:lnTo>
                <a:lnTo>
                  <a:pt x="3707825" y="919295"/>
                </a:lnTo>
                <a:lnTo>
                  <a:pt x="3710900" y="909967"/>
                </a:lnTo>
                <a:lnTo>
                  <a:pt x="3706390" y="897461"/>
                </a:lnTo>
                <a:lnTo>
                  <a:pt x="3725657" y="885467"/>
                </a:lnTo>
                <a:lnTo>
                  <a:pt x="3740516" y="867426"/>
                </a:lnTo>
                <a:lnTo>
                  <a:pt x="3761730" y="855535"/>
                </a:lnTo>
                <a:lnTo>
                  <a:pt x="3773105" y="822732"/>
                </a:lnTo>
                <a:lnTo>
                  <a:pt x="3781201" y="821092"/>
                </a:lnTo>
                <a:lnTo>
                  <a:pt x="3787452" y="810226"/>
                </a:lnTo>
                <a:lnTo>
                  <a:pt x="3800979" y="803050"/>
                </a:lnTo>
                <a:lnTo>
                  <a:pt x="3841766" y="800180"/>
                </a:lnTo>
                <a:lnTo>
                  <a:pt x="3850170" y="794030"/>
                </a:lnTo>
                <a:lnTo>
                  <a:pt x="3846583" y="792390"/>
                </a:lnTo>
                <a:lnTo>
                  <a:pt x="3863390" y="789212"/>
                </a:lnTo>
                <a:lnTo>
                  <a:pt x="3860008" y="791467"/>
                </a:lnTo>
                <a:lnTo>
                  <a:pt x="3868206" y="794850"/>
                </a:lnTo>
                <a:lnTo>
                  <a:pt x="3878352" y="795567"/>
                </a:lnTo>
                <a:lnTo>
                  <a:pt x="3879069" y="791980"/>
                </a:lnTo>
                <a:lnTo>
                  <a:pt x="3918114" y="795875"/>
                </a:lnTo>
                <a:lnTo>
                  <a:pt x="3970174" y="811764"/>
                </a:lnTo>
                <a:lnTo>
                  <a:pt x="3990260" y="813609"/>
                </a:lnTo>
                <a:lnTo>
                  <a:pt x="4031867" y="838928"/>
                </a:lnTo>
                <a:lnTo>
                  <a:pt x="4103910" y="986745"/>
                </a:lnTo>
                <a:lnTo>
                  <a:pt x="4118770" y="997304"/>
                </a:lnTo>
                <a:lnTo>
                  <a:pt x="4131580" y="995664"/>
                </a:lnTo>
                <a:lnTo>
                  <a:pt x="4129940" y="1006427"/>
                </a:lnTo>
                <a:lnTo>
                  <a:pt x="4110674" y="1007247"/>
                </a:lnTo>
                <a:lnTo>
                  <a:pt x="4098888" y="1037795"/>
                </a:lnTo>
                <a:lnTo>
                  <a:pt x="4105140" y="1041177"/>
                </a:lnTo>
                <a:lnTo>
                  <a:pt x="4107702" y="1035129"/>
                </a:lnTo>
                <a:lnTo>
                  <a:pt x="4144390" y="1046815"/>
                </a:lnTo>
                <a:lnTo>
                  <a:pt x="4180257" y="1031952"/>
                </a:lnTo>
                <a:lnTo>
                  <a:pt x="4327726" y="1097557"/>
                </a:lnTo>
                <a:lnTo>
                  <a:pt x="4398540" y="1139995"/>
                </a:lnTo>
                <a:lnTo>
                  <a:pt x="4464537" y="1188482"/>
                </a:lnTo>
                <a:lnTo>
                  <a:pt x="4479806" y="1209086"/>
                </a:lnTo>
                <a:lnTo>
                  <a:pt x="4487492" y="1236353"/>
                </a:lnTo>
                <a:lnTo>
                  <a:pt x="4483496" y="1250807"/>
                </a:lnTo>
                <a:lnTo>
                  <a:pt x="4470993" y="1250089"/>
                </a:lnTo>
                <a:lnTo>
                  <a:pt x="4469353" y="1242401"/>
                </a:lnTo>
                <a:lnTo>
                  <a:pt x="4478269" y="1226615"/>
                </a:lnTo>
                <a:lnTo>
                  <a:pt x="4473760" y="1207958"/>
                </a:lnTo>
                <a:lnTo>
                  <a:pt x="4463000" y="1193710"/>
                </a:lnTo>
                <a:lnTo>
                  <a:pt x="4428771" y="1166955"/>
                </a:lnTo>
                <a:lnTo>
                  <a:pt x="4416679" y="1165725"/>
                </a:lnTo>
                <a:lnTo>
                  <a:pt x="4396695" y="1152399"/>
                </a:lnTo>
                <a:lnTo>
                  <a:pt x="4383475" y="1148401"/>
                </a:lnTo>
                <a:lnTo>
                  <a:pt x="4367386" y="1151989"/>
                </a:lnTo>
                <a:lnTo>
                  <a:pt x="4361339" y="1160292"/>
                </a:lnTo>
                <a:lnTo>
                  <a:pt x="4371587" y="1167468"/>
                </a:lnTo>
                <a:lnTo>
                  <a:pt x="4374559" y="1177821"/>
                </a:lnTo>
                <a:lnTo>
                  <a:pt x="4257630" y="1453671"/>
                </a:lnTo>
                <a:lnTo>
                  <a:pt x="4252813" y="1470687"/>
                </a:lnTo>
                <a:lnTo>
                  <a:pt x="4253531" y="1487499"/>
                </a:lnTo>
                <a:lnTo>
                  <a:pt x="4259987" y="1501235"/>
                </a:lnTo>
                <a:lnTo>
                  <a:pt x="4374354" y="1498365"/>
                </a:lnTo>
                <a:lnTo>
                  <a:pt x="4376302" y="1566123"/>
                </a:lnTo>
                <a:lnTo>
                  <a:pt x="4384602" y="1571863"/>
                </a:lnTo>
                <a:lnTo>
                  <a:pt x="4375789" y="1584677"/>
                </a:lnTo>
                <a:lnTo>
                  <a:pt x="4338589" y="1585702"/>
                </a:lnTo>
                <a:lnTo>
                  <a:pt x="4337462" y="1541623"/>
                </a:lnTo>
                <a:lnTo>
                  <a:pt x="4273002" y="1543366"/>
                </a:lnTo>
                <a:lnTo>
                  <a:pt x="4274232" y="1587342"/>
                </a:lnTo>
                <a:lnTo>
                  <a:pt x="4150846" y="1594517"/>
                </a:lnTo>
                <a:lnTo>
                  <a:pt x="4093355" y="1633163"/>
                </a:lnTo>
                <a:lnTo>
                  <a:pt x="4063020" y="1643824"/>
                </a:lnTo>
                <a:lnTo>
                  <a:pt x="4032891" y="1639826"/>
                </a:lnTo>
                <a:lnTo>
                  <a:pt x="3951317" y="1604768"/>
                </a:lnTo>
                <a:lnTo>
                  <a:pt x="3875892" y="1627320"/>
                </a:lnTo>
                <a:lnTo>
                  <a:pt x="3886038" y="1621170"/>
                </a:lnTo>
                <a:lnTo>
                  <a:pt x="3889215" y="1613174"/>
                </a:lnTo>
                <a:lnTo>
                  <a:pt x="3878762" y="1579756"/>
                </a:lnTo>
                <a:lnTo>
                  <a:pt x="3864722" y="1583344"/>
                </a:lnTo>
                <a:lnTo>
                  <a:pt x="3828649" y="1580474"/>
                </a:lnTo>
                <a:lnTo>
                  <a:pt x="3802004" y="1592365"/>
                </a:lnTo>
                <a:lnTo>
                  <a:pt x="3801389" y="1584062"/>
                </a:lnTo>
                <a:lnTo>
                  <a:pt x="3758553" y="1585804"/>
                </a:lnTo>
                <a:lnTo>
                  <a:pt x="3744820" y="1591340"/>
                </a:lnTo>
                <a:lnTo>
                  <a:pt x="3738364" y="1587649"/>
                </a:lnTo>
                <a:lnTo>
                  <a:pt x="3721250" y="1595850"/>
                </a:lnTo>
                <a:lnTo>
                  <a:pt x="3715306" y="1593595"/>
                </a:lnTo>
                <a:lnTo>
                  <a:pt x="3678823" y="1605896"/>
                </a:lnTo>
                <a:lnTo>
                  <a:pt x="3658942" y="1600873"/>
                </a:lnTo>
                <a:lnTo>
                  <a:pt x="3642853" y="1611636"/>
                </a:lnTo>
                <a:lnTo>
                  <a:pt x="3641418" y="1608356"/>
                </a:lnTo>
                <a:lnTo>
                  <a:pt x="3635269" y="1610201"/>
                </a:lnTo>
                <a:lnTo>
                  <a:pt x="3614261" y="1624450"/>
                </a:lnTo>
                <a:lnTo>
                  <a:pt x="3608317" y="1622297"/>
                </a:lnTo>
                <a:lnTo>
                  <a:pt x="3587309" y="1635726"/>
                </a:lnTo>
                <a:lnTo>
                  <a:pt x="3586284" y="1631933"/>
                </a:lnTo>
                <a:lnTo>
                  <a:pt x="3580033" y="1631420"/>
                </a:lnTo>
                <a:lnTo>
                  <a:pt x="3563021" y="1639109"/>
                </a:lnTo>
                <a:lnTo>
                  <a:pt x="3560049" y="1636751"/>
                </a:lnTo>
                <a:lnTo>
                  <a:pt x="3540783" y="1642799"/>
                </a:lnTo>
                <a:lnTo>
                  <a:pt x="3534429" y="1639724"/>
                </a:lnTo>
                <a:lnTo>
                  <a:pt x="3513728" y="1644234"/>
                </a:lnTo>
                <a:lnTo>
                  <a:pt x="3467715" y="1656227"/>
                </a:lnTo>
                <a:lnTo>
                  <a:pt x="3457364" y="1663300"/>
                </a:lnTo>
                <a:lnTo>
                  <a:pt x="3452445" y="1661250"/>
                </a:lnTo>
                <a:lnTo>
                  <a:pt x="3439635" y="1666991"/>
                </a:lnTo>
                <a:lnTo>
                  <a:pt x="3438406" y="1663916"/>
                </a:lnTo>
                <a:lnTo>
                  <a:pt x="3438918" y="1667401"/>
                </a:lnTo>
                <a:lnTo>
                  <a:pt x="3423956" y="1675704"/>
                </a:lnTo>
                <a:lnTo>
                  <a:pt x="3392904" y="1686877"/>
                </a:lnTo>
                <a:lnTo>
                  <a:pt x="3388600" y="1684622"/>
                </a:lnTo>
                <a:lnTo>
                  <a:pt x="3359906" y="1700511"/>
                </a:lnTo>
                <a:lnTo>
                  <a:pt x="3359701" y="1697436"/>
                </a:lnTo>
                <a:lnTo>
                  <a:pt x="3345866" y="1693130"/>
                </a:lnTo>
                <a:lnTo>
                  <a:pt x="3303747" y="1713120"/>
                </a:lnTo>
                <a:lnTo>
                  <a:pt x="3289195" y="1713017"/>
                </a:lnTo>
                <a:lnTo>
                  <a:pt x="3282534" y="1718040"/>
                </a:lnTo>
                <a:lnTo>
                  <a:pt x="3280586" y="1713940"/>
                </a:lnTo>
                <a:lnTo>
                  <a:pt x="3274233" y="1713735"/>
                </a:lnTo>
                <a:lnTo>
                  <a:pt x="3260603" y="1721730"/>
                </a:lnTo>
                <a:lnTo>
                  <a:pt x="3254454" y="1717732"/>
                </a:lnTo>
                <a:lnTo>
                  <a:pt x="3218586" y="1731879"/>
                </a:lnTo>
                <a:lnTo>
                  <a:pt x="3195221" y="1732084"/>
                </a:lnTo>
                <a:lnTo>
                  <a:pt x="3137832" y="1759043"/>
                </a:lnTo>
                <a:lnTo>
                  <a:pt x="3071732" y="1773907"/>
                </a:lnTo>
                <a:lnTo>
                  <a:pt x="3003583" y="1797279"/>
                </a:lnTo>
                <a:lnTo>
                  <a:pt x="2971815" y="1811323"/>
                </a:lnTo>
                <a:lnTo>
                  <a:pt x="2963206" y="1820036"/>
                </a:lnTo>
                <a:lnTo>
                  <a:pt x="2955828" y="1815730"/>
                </a:lnTo>
                <a:lnTo>
                  <a:pt x="2947629" y="1816755"/>
                </a:lnTo>
                <a:lnTo>
                  <a:pt x="2914426" y="1849046"/>
                </a:lnTo>
                <a:lnTo>
                  <a:pt x="2900079" y="1844740"/>
                </a:lnTo>
                <a:lnTo>
                  <a:pt x="2866363" y="1876005"/>
                </a:lnTo>
                <a:lnTo>
                  <a:pt x="2859087" y="1872520"/>
                </a:lnTo>
                <a:lnTo>
                  <a:pt x="2850581" y="1875083"/>
                </a:lnTo>
                <a:lnTo>
                  <a:pt x="2813791" y="1915779"/>
                </a:lnTo>
                <a:lnTo>
                  <a:pt x="2769417" y="1947454"/>
                </a:lnTo>
                <a:lnTo>
                  <a:pt x="2784481" y="1945096"/>
                </a:lnTo>
                <a:lnTo>
                  <a:pt x="2785301" y="1949606"/>
                </a:lnTo>
                <a:lnTo>
                  <a:pt x="2771261" y="1949811"/>
                </a:lnTo>
                <a:lnTo>
                  <a:pt x="2746974" y="1933102"/>
                </a:lnTo>
                <a:lnTo>
                  <a:pt x="2723301" y="1950529"/>
                </a:lnTo>
                <a:lnTo>
                  <a:pt x="2724531" y="1955552"/>
                </a:lnTo>
                <a:lnTo>
                  <a:pt x="2727400" y="1953707"/>
                </a:lnTo>
                <a:lnTo>
                  <a:pt x="2724633" y="1955757"/>
                </a:lnTo>
                <a:lnTo>
                  <a:pt x="2730167" y="1970928"/>
                </a:lnTo>
                <a:lnTo>
                  <a:pt x="2724838" y="1988662"/>
                </a:lnTo>
                <a:lnTo>
                  <a:pt x="2605756" y="2080715"/>
                </a:lnTo>
                <a:lnTo>
                  <a:pt x="2623793" y="2105829"/>
                </a:lnTo>
                <a:lnTo>
                  <a:pt x="2614775" y="2112390"/>
                </a:lnTo>
                <a:lnTo>
                  <a:pt x="2596841" y="2087275"/>
                </a:lnTo>
                <a:lnTo>
                  <a:pt x="2577267" y="2100704"/>
                </a:lnTo>
                <a:lnTo>
                  <a:pt x="2563637" y="2102754"/>
                </a:lnTo>
                <a:lnTo>
                  <a:pt x="2551544" y="2097936"/>
                </a:lnTo>
                <a:lnTo>
                  <a:pt x="2530331" y="2077434"/>
                </a:lnTo>
                <a:lnTo>
                  <a:pt x="2519673" y="2077434"/>
                </a:lnTo>
                <a:lnTo>
                  <a:pt x="2522030" y="2123973"/>
                </a:lnTo>
                <a:lnTo>
                  <a:pt x="2510450" y="2129406"/>
                </a:lnTo>
                <a:lnTo>
                  <a:pt x="2524797" y="2145602"/>
                </a:lnTo>
                <a:lnTo>
                  <a:pt x="2516496" y="2153085"/>
                </a:lnTo>
                <a:lnTo>
                  <a:pt x="2459518" y="2090453"/>
                </a:lnTo>
                <a:lnTo>
                  <a:pt x="2444965" y="2103779"/>
                </a:lnTo>
                <a:lnTo>
                  <a:pt x="2470073" y="2135659"/>
                </a:lnTo>
                <a:lnTo>
                  <a:pt x="2461977" y="2144782"/>
                </a:lnTo>
                <a:lnTo>
                  <a:pt x="2395468" y="2082457"/>
                </a:lnTo>
                <a:lnTo>
                  <a:pt x="2319940" y="2084610"/>
                </a:lnTo>
                <a:lnTo>
                  <a:pt x="2238366" y="2128996"/>
                </a:lnTo>
                <a:lnTo>
                  <a:pt x="2241338" y="2158621"/>
                </a:lnTo>
                <a:lnTo>
                  <a:pt x="2302928" y="2123358"/>
                </a:lnTo>
                <a:lnTo>
                  <a:pt x="2361034" y="2121103"/>
                </a:lnTo>
                <a:lnTo>
                  <a:pt x="2426519" y="2182505"/>
                </a:lnTo>
                <a:lnTo>
                  <a:pt x="2363801" y="2213770"/>
                </a:lnTo>
                <a:lnTo>
                  <a:pt x="2311537" y="2197266"/>
                </a:lnTo>
                <a:lnTo>
                  <a:pt x="2318095" y="2189681"/>
                </a:lnTo>
                <a:lnTo>
                  <a:pt x="2312356" y="2187938"/>
                </a:lnTo>
                <a:lnTo>
                  <a:pt x="2311434" y="2190808"/>
                </a:lnTo>
                <a:lnTo>
                  <a:pt x="2311229" y="2187528"/>
                </a:lnTo>
                <a:lnTo>
                  <a:pt x="2310204" y="2190398"/>
                </a:lnTo>
                <a:lnTo>
                  <a:pt x="2309487" y="2186811"/>
                </a:lnTo>
                <a:lnTo>
                  <a:pt x="2303748" y="2193884"/>
                </a:lnTo>
                <a:lnTo>
                  <a:pt x="2285302" y="2189988"/>
                </a:lnTo>
                <a:lnTo>
                  <a:pt x="2282637" y="2194704"/>
                </a:lnTo>
                <a:lnTo>
                  <a:pt x="2276386" y="2192141"/>
                </a:lnTo>
                <a:lnTo>
                  <a:pt x="2283765" y="2193269"/>
                </a:lnTo>
                <a:lnTo>
                  <a:pt x="2285097" y="2189783"/>
                </a:lnTo>
                <a:lnTo>
                  <a:pt x="2259477" y="2181685"/>
                </a:lnTo>
                <a:lnTo>
                  <a:pt x="2237341" y="2158928"/>
                </a:lnTo>
                <a:lnTo>
                  <a:pt x="2237239" y="2197984"/>
                </a:lnTo>
                <a:lnTo>
                  <a:pt x="2249639" y="2209055"/>
                </a:lnTo>
                <a:lnTo>
                  <a:pt x="2270340" y="2215615"/>
                </a:lnTo>
                <a:lnTo>
                  <a:pt x="2326909" y="2216231"/>
                </a:lnTo>
                <a:lnTo>
                  <a:pt x="2349454" y="2229659"/>
                </a:lnTo>
                <a:lnTo>
                  <a:pt x="2371897" y="2230377"/>
                </a:lnTo>
                <a:lnTo>
                  <a:pt x="2384195" y="2221253"/>
                </a:lnTo>
                <a:lnTo>
                  <a:pt x="2404998" y="2226994"/>
                </a:lnTo>
                <a:lnTo>
                  <a:pt x="2417398" y="2225354"/>
                </a:lnTo>
                <a:lnTo>
                  <a:pt x="2419858" y="2238782"/>
                </a:lnTo>
                <a:lnTo>
                  <a:pt x="2424367" y="2240525"/>
                </a:lnTo>
                <a:lnTo>
                  <a:pt x="2463514" y="2229864"/>
                </a:lnTo>
                <a:lnTo>
                  <a:pt x="2487392" y="2241448"/>
                </a:lnTo>
                <a:lnTo>
                  <a:pt x="2483703" y="2254979"/>
                </a:lnTo>
                <a:lnTo>
                  <a:pt x="2444146" y="2313921"/>
                </a:lnTo>
                <a:lnTo>
                  <a:pt x="2398337" y="2361177"/>
                </a:lnTo>
                <a:lnTo>
                  <a:pt x="2373639" y="2378194"/>
                </a:lnTo>
                <a:lnTo>
                  <a:pt x="2364314" y="2380039"/>
                </a:lnTo>
                <a:lnTo>
                  <a:pt x="2371385" y="2373888"/>
                </a:lnTo>
                <a:lnTo>
                  <a:pt x="2367491" y="2371531"/>
                </a:lnTo>
                <a:lnTo>
                  <a:pt x="2348737" y="2376041"/>
                </a:lnTo>
                <a:lnTo>
                  <a:pt x="2330495" y="2388035"/>
                </a:lnTo>
                <a:lnTo>
                  <a:pt x="2314713" y="2381371"/>
                </a:lnTo>
                <a:lnTo>
                  <a:pt x="2301596" y="2368660"/>
                </a:lnTo>
                <a:lnTo>
                  <a:pt x="2296574" y="2369481"/>
                </a:lnTo>
                <a:lnTo>
                  <a:pt x="2296472" y="2364663"/>
                </a:lnTo>
                <a:lnTo>
                  <a:pt x="2302313" y="2365893"/>
                </a:lnTo>
                <a:lnTo>
                  <a:pt x="2301903" y="2358615"/>
                </a:lnTo>
                <a:lnTo>
                  <a:pt x="2297907" y="2352977"/>
                </a:lnTo>
                <a:lnTo>
                  <a:pt x="2289606" y="2350927"/>
                </a:lnTo>
                <a:lnTo>
                  <a:pt x="2283355" y="2338728"/>
                </a:lnTo>
                <a:lnTo>
                  <a:pt x="2271569" y="2337088"/>
                </a:lnTo>
                <a:lnTo>
                  <a:pt x="2268802" y="2340368"/>
                </a:lnTo>
                <a:lnTo>
                  <a:pt x="2273107" y="2343238"/>
                </a:lnTo>
                <a:lnTo>
                  <a:pt x="2269417" y="2346006"/>
                </a:lnTo>
                <a:lnTo>
                  <a:pt x="2232012" y="2305720"/>
                </a:lnTo>
                <a:lnTo>
                  <a:pt x="2229963" y="2298647"/>
                </a:lnTo>
                <a:lnTo>
                  <a:pt x="2235189" y="2301928"/>
                </a:lnTo>
                <a:lnTo>
                  <a:pt x="2237956" y="2295777"/>
                </a:lnTo>
                <a:lnTo>
                  <a:pt x="2234574" y="2287474"/>
                </a:lnTo>
                <a:lnTo>
                  <a:pt x="2221867" y="2282656"/>
                </a:lnTo>
                <a:lnTo>
                  <a:pt x="2206597" y="2265845"/>
                </a:lnTo>
                <a:lnTo>
                  <a:pt x="2196452" y="2267177"/>
                </a:lnTo>
                <a:lnTo>
                  <a:pt x="2201063" y="2271380"/>
                </a:lnTo>
                <a:lnTo>
                  <a:pt x="2194812" y="2275378"/>
                </a:lnTo>
                <a:lnTo>
                  <a:pt x="2172471" y="2262974"/>
                </a:lnTo>
                <a:lnTo>
                  <a:pt x="2166118" y="2253339"/>
                </a:lnTo>
                <a:lnTo>
                  <a:pt x="2155562" y="2249238"/>
                </a:lnTo>
                <a:lnTo>
                  <a:pt x="2158124" y="2246573"/>
                </a:lnTo>
                <a:lnTo>
                  <a:pt x="2153513" y="2239295"/>
                </a:lnTo>
                <a:lnTo>
                  <a:pt x="2143367" y="2236527"/>
                </a:lnTo>
                <a:lnTo>
                  <a:pt x="2138550" y="2226789"/>
                </a:lnTo>
                <a:lnTo>
                  <a:pt x="2129020" y="2223816"/>
                </a:lnTo>
                <a:lnTo>
                  <a:pt x="2125023" y="2215000"/>
                </a:lnTo>
                <a:lnTo>
                  <a:pt x="2113955" y="2210593"/>
                </a:lnTo>
                <a:lnTo>
                  <a:pt x="2104425" y="2200137"/>
                </a:lnTo>
                <a:lnTo>
                  <a:pt x="2093459" y="2199624"/>
                </a:lnTo>
                <a:lnTo>
                  <a:pt x="2097559" y="2207517"/>
                </a:lnTo>
                <a:lnTo>
                  <a:pt x="2103195" y="2209260"/>
                </a:lnTo>
                <a:lnTo>
                  <a:pt x="2098583" y="2213873"/>
                </a:lnTo>
                <a:lnTo>
                  <a:pt x="2081162" y="2187221"/>
                </a:lnTo>
                <a:lnTo>
                  <a:pt x="2059948" y="2166616"/>
                </a:lnTo>
                <a:lnTo>
                  <a:pt x="2060153" y="2162311"/>
                </a:lnTo>
                <a:lnTo>
                  <a:pt x="2080957" y="2160056"/>
                </a:lnTo>
                <a:lnTo>
                  <a:pt x="2119182" y="2170512"/>
                </a:lnTo>
                <a:lnTo>
                  <a:pt x="2142240" y="2172562"/>
                </a:lnTo>
                <a:lnTo>
                  <a:pt x="2157612" y="2162824"/>
                </a:lnTo>
                <a:lnTo>
                  <a:pt x="2174521" y="2160363"/>
                </a:lnTo>
                <a:lnTo>
                  <a:pt x="2191635" y="2167334"/>
                </a:lnTo>
                <a:lnTo>
                  <a:pt x="2193480" y="2171947"/>
                </a:lnTo>
                <a:lnTo>
                  <a:pt x="2193890" y="2168052"/>
                </a:lnTo>
                <a:lnTo>
                  <a:pt x="2195632" y="2171024"/>
                </a:lnTo>
                <a:lnTo>
                  <a:pt x="2197374" y="2168667"/>
                </a:lnTo>
                <a:lnTo>
                  <a:pt x="2208339" y="2183633"/>
                </a:lnTo>
                <a:lnTo>
                  <a:pt x="2209364" y="2177072"/>
                </a:lnTo>
                <a:lnTo>
                  <a:pt x="2227093" y="2184965"/>
                </a:lnTo>
                <a:lnTo>
                  <a:pt x="2230372" y="2167949"/>
                </a:lnTo>
                <a:lnTo>
                  <a:pt x="2229450" y="2129098"/>
                </a:lnTo>
                <a:lnTo>
                  <a:pt x="2195222" y="2128893"/>
                </a:lnTo>
                <a:lnTo>
                  <a:pt x="2194709" y="2140579"/>
                </a:lnTo>
                <a:lnTo>
                  <a:pt x="2176263" y="2140477"/>
                </a:lnTo>
                <a:lnTo>
                  <a:pt x="2192352" y="2138324"/>
                </a:lnTo>
                <a:lnTo>
                  <a:pt x="2191738" y="2127356"/>
                </a:lnTo>
                <a:lnTo>
                  <a:pt x="2152693" y="2121205"/>
                </a:lnTo>
                <a:lnTo>
                  <a:pt x="2145417" y="2115362"/>
                </a:lnTo>
                <a:lnTo>
                  <a:pt x="2125536" y="2124383"/>
                </a:lnTo>
                <a:lnTo>
                  <a:pt x="2128610" y="2130021"/>
                </a:lnTo>
                <a:lnTo>
                  <a:pt x="2107089" y="2134121"/>
                </a:lnTo>
                <a:lnTo>
                  <a:pt x="2105962" y="2130329"/>
                </a:lnTo>
                <a:lnTo>
                  <a:pt x="2097866" y="2128791"/>
                </a:lnTo>
                <a:lnTo>
                  <a:pt x="2096534" y="2122845"/>
                </a:lnTo>
                <a:lnTo>
                  <a:pt x="2104732" y="2118950"/>
                </a:lnTo>
                <a:lnTo>
                  <a:pt x="2109754" y="2110749"/>
                </a:lnTo>
                <a:lnTo>
                  <a:pt x="2115697" y="2110749"/>
                </a:lnTo>
                <a:lnTo>
                  <a:pt x="2118977" y="2117002"/>
                </a:lnTo>
                <a:lnTo>
                  <a:pt x="2123793" y="2115260"/>
                </a:lnTo>
                <a:lnTo>
                  <a:pt x="2124613" y="2122948"/>
                </a:lnTo>
                <a:lnTo>
                  <a:pt x="2144289" y="2114337"/>
                </a:lnTo>
                <a:lnTo>
                  <a:pt x="2122769" y="2094963"/>
                </a:lnTo>
                <a:lnTo>
                  <a:pt x="2109446" y="2094553"/>
                </a:lnTo>
                <a:lnTo>
                  <a:pt x="2095611" y="2109417"/>
                </a:lnTo>
                <a:lnTo>
                  <a:pt x="2079215" y="2109314"/>
                </a:lnTo>
                <a:lnTo>
                  <a:pt x="2065175" y="2100294"/>
                </a:lnTo>
                <a:lnTo>
                  <a:pt x="2055542" y="2109212"/>
                </a:lnTo>
                <a:lnTo>
                  <a:pt x="2058104" y="2112492"/>
                </a:lnTo>
                <a:lnTo>
                  <a:pt x="2048983" y="2123871"/>
                </a:lnTo>
                <a:lnTo>
                  <a:pt x="2046319" y="2122230"/>
                </a:lnTo>
                <a:lnTo>
                  <a:pt x="2043859" y="2136992"/>
                </a:lnTo>
                <a:lnTo>
                  <a:pt x="2001432" y="2100191"/>
                </a:lnTo>
                <a:lnTo>
                  <a:pt x="2004507" y="2094451"/>
                </a:lnTo>
                <a:lnTo>
                  <a:pt x="1983088" y="2076512"/>
                </a:lnTo>
                <a:lnTo>
                  <a:pt x="1973865" y="2092605"/>
                </a:lnTo>
                <a:lnTo>
                  <a:pt x="1929594" y="2066158"/>
                </a:lnTo>
                <a:lnTo>
                  <a:pt x="1842691" y="2211720"/>
                </a:lnTo>
                <a:lnTo>
                  <a:pt x="1771570" y="2168974"/>
                </a:lnTo>
                <a:lnTo>
                  <a:pt x="1854169" y="2029460"/>
                </a:lnTo>
                <a:lnTo>
                  <a:pt x="1754148" y="1969185"/>
                </a:lnTo>
                <a:lnTo>
                  <a:pt x="1690611" y="2076102"/>
                </a:lnTo>
                <a:lnTo>
                  <a:pt x="1481244" y="1950529"/>
                </a:lnTo>
                <a:lnTo>
                  <a:pt x="1509631" y="1901530"/>
                </a:lnTo>
                <a:lnTo>
                  <a:pt x="1545294" y="1895584"/>
                </a:lnTo>
                <a:lnTo>
                  <a:pt x="1674829" y="1972876"/>
                </a:lnTo>
                <a:lnTo>
                  <a:pt x="1707213" y="1918136"/>
                </a:lnTo>
                <a:lnTo>
                  <a:pt x="1588746" y="1846893"/>
                </a:lnTo>
                <a:lnTo>
                  <a:pt x="1612624" y="1807325"/>
                </a:lnTo>
                <a:lnTo>
                  <a:pt x="1566610" y="1757813"/>
                </a:lnTo>
                <a:lnTo>
                  <a:pt x="1533714" y="1780058"/>
                </a:lnTo>
                <a:lnTo>
                  <a:pt x="1469357" y="1786413"/>
                </a:lnTo>
                <a:lnTo>
                  <a:pt x="1418834" y="1770524"/>
                </a:lnTo>
                <a:lnTo>
                  <a:pt x="1416170" y="1759863"/>
                </a:lnTo>
                <a:lnTo>
                  <a:pt x="1425803" y="1741514"/>
                </a:lnTo>
                <a:lnTo>
                  <a:pt x="1411456" y="1737004"/>
                </a:lnTo>
                <a:lnTo>
                  <a:pt x="1385118" y="1762734"/>
                </a:lnTo>
                <a:lnTo>
                  <a:pt x="1270238" y="1733826"/>
                </a:lnTo>
                <a:lnTo>
                  <a:pt x="1249332" y="1747767"/>
                </a:lnTo>
                <a:lnTo>
                  <a:pt x="1197068" y="1722243"/>
                </a:lnTo>
                <a:lnTo>
                  <a:pt x="1128816" y="1664223"/>
                </a:lnTo>
                <a:lnTo>
                  <a:pt x="1091411" y="1664018"/>
                </a:lnTo>
                <a:lnTo>
                  <a:pt x="1095818" y="1684212"/>
                </a:lnTo>
                <a:lnTo>
                  <a:pt x="1123795" y="1690055"/>
                </a:lnTo>
                <a:lnTo>
                  <a:pt x="1180773" y="1738439"/>
                </a:lnTo>
                <a:lnTo>
                  <a:pt x="1175444" y="1752483"/>
                </a:lnTo>
                <a:lnTo>
                  <a:pt x="1199322" y="1753918"/>
                </a:lnTo>
                <a:lnTo>
                  <a:pt x="1088132" y="1754533"/>
                </a:lnTo>
                <a:lnTo>
                  <a:pt x="1087414" y="1821573"/>
                </a:lnTo>
                <a:lnTo>
                  <a:pt x="1092538" y="1834182"/>
                </a:lnTo>
                <a:lnTo>
                  <a:pt x="1144905" y="1846175"/>
                </a:lnTo>
                <a:lnTo>
                  <a:pt x="1152489" y="1832644"/>
                </a:lnTo>
                <a:lnTo>
                  <a:pt x="1169193" y="1837975"/>
                </a:lnTo>
                <a:lnTo>
                  <a:pt x="1159765" y="1853146"/>
                </a:lnTo>
                <a:lnTo>
                  <a:pt x="1173395" y="1841358"/>
                </a:lnTo>
                <a:lnTo>
                  <a:pt x="1181593" y="1839307"/>
                </a:lnTo>
                <a:lnTo>
                  <a:pt x="1217666" y="1857144"/>
                </a:lnTo>
                <a:lnTo>
                  <a:pt x="1231808" y="1881438"/>
                </a:lnTo>
                <a:lnTo>
                  <a:pt x="1237547" y="1912806"/>
                </a:lnTo>
                <a:lnTo>
                  <a:pt x="1269418" y="1948786"/>
                </a:lnTo>
                <a:lnTo>
                  <a:pt x="1277514" y="1945916"/>
                </a:lnTo>
                <a:lnTo>
                  <a:pt x="1277104" y="1949914"/>
                </a:lnTo>
                <a:lnTo>
                  <a:pt x="1282946" y="1951554"/>
                </a:lnTo>
                <a:lnTo>
                  <a:pt x="1282843" y="1962317"/>
                </a:lnTo>
                <a:lnTo>
                  <a:pt x="1290119" y="1958320"/>
                </a:lnTo>
                <a:lnTo>
                  <a:pt x="1293809" y="1969288"/>
                </a:lnTo>
                <a:lnTo>
                  <a:pt x="1333878" y="1975643"/>
                </a:lnTo>
                <a:lnTo>
                  <a:pt x="1376715" y="2019107"/>
                </a:lnTo>
                <a:lnTo>
                  <a:pt x="1377637" y="2026283"/>
                </a:lnTo>
                <a:lnTo>
                  <a:pt x="1361445" y="2043094"/>
                </a:lnTo>
                <a:lnTo>
                  <a:pt x="1347098" y="2051705"/>
                </a:lnTo>
                <a:lnTo>
                  <a:pt x="1322606" y="2056933"/>
                </a:lnTo>
                <a:lnTo>
                  <a:pt x="1303032" y="2065953"/>
                </a:lnTo>
                <a:lnTo>
                  <a:pt x="1290324" y="2053960"/>
                </a:lnTo>
                <a:lnTo>
                  <a:pt x="1270751" y="2052730"/>
                </a:lnTo>
                <a:lnTo>
                  <a:pt x="1234575" y="2040941"/>
                </a:lnTo>
                <a:lnTo>
                  <a:pt x="1207828" y="2065646"/>
                </a:lnTo>
                <a:lnTo>
                  <a:pt x="1214284" y="2067696"/>
                </a:lnTo>
                <a:lnTo>
                  <a:pt x="1235395" y="2048219"/>
                </a:lnTo>
                <a:lnTo>
                  <a:pt x="1242569" y="2048527"/>
                </a:lnTo>
                <a:lnTo>
                  <a:pt x="1286738" y="2058573"/>
                </a:lnTo>
                <a:lnTo>
                  <a:pt x="1303749" y="2075077"/>
                </a:lnTo>
                <a:lnTo>
                  <a:pt x="1305799" y="2083482"/>
                </a:lnTo>
                <a:lnTo>
                  <a:pt x="1285508" y="2126638"/>
                </a:lnTo>
                <a:lnTo>
                  <a:pt x="1266754" y="2140989"/>
                </a:lnTo>
                <a:lnTo>
                  <a:pt x="1196965" y="2171229"/>
                </a:lnTo>
                <a:lnTo>
                  <a:pt x="1148287" y="2130124"/>
                </a:lnTo>
                <a:lnTo>
                  <a:pt x="1077064" y="2091478"/>
                </a:lnTo>
                <a:lnTo>
                  <a:pt x="1076039" y="2076307"/>
                </a:lnTo>
                <a:lnTo>
                  <a:pt x="1070812" y="2065441"/>
                </a:lnTo>
                <a:lnTo>
                  <a:pt x="1055953" y="2089325"/>
                </a:lnTo>
                <a:lnTo>
                  <a:pt x="1029103" y="2074974"/>
                </a:lnTo>
                <a:lnTo>
                  <a:pt x="1015678" y="2103266"/>
                </a:lnTo>
                <a:lnTo>
                  <a:pt x="1108115" y="2158313"/>
                </a:lnTo>
                <a:lnTo>
                  <a:pt x="1110677" y="2170614"/>
                </a:lnTo>
                <a:lnTo>
                  <a:pt x="1029206" y="2216641"/>
                </a:lnTo>
                <a:lnTo>
                  <a:pt x="906127" y="2260412"/>
                </a:lnTo>
                <a:lnTo>
                  <a:pt x="868107" y="2125818"/>
                </a:lnTo>
                <a:lnTo>
                  <a:pt x="812358" y="2074461"/>
                </a:lnTo>
                <a:lnTo>
                  <a:pt x="762758" y="2129201"/>
                </a:lnTo>
                <a:lnTo>
                  <a:pt x="821991" y="2183838"/>
                </a:lnTo>
                <a:lnTo>
                  <a:pt x="867800" y="2345084"/>
                </a:lnTo>
                <a:lnTo>
                  <a:pt x="867902" y="2365278"/>
                </a:lnTo>
                <a:lnTo>
                  <a:pt x="861548" y="2378604"/>
                </a:lnTo>
                <a:lnTo>
                  <a:pt x="841770" y="2399515"/>
                </a:lnTo>
                <a:lnTo>
                  <a:pt x="832854" y="2390392"/>
                </a:lnTo>
                <a:lnTo>
                  <a:pt x="787968" y="2438469"/>
                </a:lnTo>
                <a:lnTo>
                  <a:pt x="792477" y="2448924"/>
                </a:lnTo>
                <a:lnTo>
                  <a:pt x="704139" y="2538312"/>
                </a:lnTo>
                <a:lnTo>
                  <a:pt x="693789" y="2543745"/>
                </a:lnTo>
                <a:lnTo>
                  <a:pt x="682209" y="2542207"/>
                </a:lnTo>
                <a:lnTo>
                  <a:pt x="673600" y="2534314"/>
                </a:lnTo>
                <a:lnTo>
                  <a:pt x="656896" y="2499256"/>
                </a:lnTo>
                <a:lnTo>
                  <a:pt x="655461" y="2484700"/>
                </a:lnTo>
                <a:lnTo>
                  <a:pt x="658638" y="2485212"/>
                </a:lnTo>
                <a:lnTo>
                  <a:pt x="660483" y="2497821"/>
                </a:lnTo>
                <a:lnTo>
                  <a:pt x="676982" y="2532366"/>
                </a:lnTo>
                <a:lnTo>
                  <a:pt x="681081" y="2533904"/>
                </a:lnTo>
                <a:lnTo>
                  <a:pt x="720639" y="2495156"/>
                </a:lnTo>
                <a:lnTo>
                  <a:pt x="722688" y="2481317"/>
                </a:lnTo>
                <a:lnTo>
                  <a:pt x="705472" y="2444927"/>
                </a:lnTo>
                <a:lnTo>
                  <a:pt x="698400" y="2440006"/>
                </a:lnTo>
                <a:lnTo>
                  <a:pt x="688767" y="2422067"/>
                </a:lnTo>
                <a:lnTo>
                  <a:pt x="646648" y="2418274"/>
                </a:lnTo>
                <a:lnTo>
                  <a:pt x="608218" y="2338523"/>
                </a:lnTo>
                <a:lnTo>
                  <a:pt x="587415" y="2314536"/>
                </a:lnTo>
                <a:lnTo>
                  <a:pt x="492211" y="2078459"/>
                </a:lnTo>
                <a:lnTo>
                  <a:pt x="492211" y="2028230"/>
                </a:lnTo>
                <a:lnTo>
                  <a:pt x="543758" y="1987842"/>
                </a:lnTo>
                <a:lnTo>
                  <a:pt x="564664" y="2017057"/>
                </a:lnTo>
                <a:lnTo>
                  <a:pt x="728632" y="1902145"/>
                </a:lnTo>
                <a:lnTo>
                  <a:pt x="797908" y="1860629"/>
                </a:lnTo>
                <a:lnTo>
                  <a:pt x="850071" y="1844638"/>
                </a:lnTo>
                <a:lnTo>
                  <a:pt x="892088" y="1845970"/>
                </a:lnTo>
                <a:lnTo>
                  <a:pt x="928980" y="1840537"/>
                </a:lnTo>
                <a:lnTo>
                  <a:pt x="934719" y="1846995"/>
                </a:lnTo>
                <a:lnTo>
                  <a:pt x="880712" y="1906348"/>
                </a:lnTo>
                <a:lnTo>
                  <a:pt x="874358" y="1929310"/>
                </a:lnTo>
                <a:lnTo>
                  <a:pt x="835519" y="1967238"/>
                </a:lnTo>
                <a:lnTo>
                  <a:pt x="804775" y="1991122"/>
                </a:lnTo>
                <a:lnTo>
                  <a:pt x="844024" y="2029870"/>
                </a:lnTo>
                <a:lnTo>
                  <a:pt x="885324" y="1985587"/>
                </a:lnTo>
                <a:lnTo>
                  <a:pt x="898441" y="1996555"/>
                </a:lnTo>
                <a:lnTo>
                  <a:pt x="913301" y="1987227"/>
                </a:lnTo>
                <a:lnTo>
                  <a:pt x="922524" y="1986919"/>
                </a:lnTo>
                <a:lnTo>
                  <a:pt x="919040" y="1979846"/>
                </a:lnTo>
                <a:lnTo>
                  <a:pt x="924369" y="1979539"/>
                </a:lnTo>
                <a:lnTo>
                  <a:pt x="925393" y="1983844"/>
                </a:lnTo>
                <a:lnTo>
                  <a:pt x="931542" y="1981281"/>
                </a:lnTo>
                <a:lnTo>
                  <a:pt x="921089" y="1964265"/>
                </a:lnTo>
                <a:lnTo>
                  <a:pt x="928775" y="1946224"/>
                </a:lnTo>
                <a:lnTo>
                  <a:pt x="922524" y="1941201"/>
                </a:lnTo>
                <a:lnTo>
                  <a:pt x="945582" y="1919161"/>
                </a:lnTo>
                <a:lnTo>
                  <a:pt x="1007685" y="1843920"/>
                </a:lnTo>
                <a:lnTo>
                  <a:pt x="1020700" y="1842485"/>
                </a:lnTo>
                <a:lnTo>
                  <a:pt x="1022544" y="1833567"/>
                </a:lnTo>
                <a:lnTo>
                  <a:pt x="1032075" y="1827826"/>
                </a:lnTo>
                <a:lnTo>
                  <a:pt x="1053493" y="1825161"/>
                </a:lnTo>
                <a:lnTo>
                  <a:pt x="1087824" y="1836642"/>
                </a:lnTo>
                <a:lnTo>
                  <a:pt x="1082085" y="1820651"/>
                </a:lnTo>
                <a:lnTo>
                  <a:pt x="1083520" y="1679087"/>
                </a:lnTo>
                <a:lnTo>
                  <a:pt x="1077166" y="1664326"/>
                </a:lnTo>
                <a:lnTo>
                  <a:pt x="1067123" y="1671091"/>
                </a:lnTo>
                <a:lnTo>
                  <a:pt x="1052366" y="1672424"/>
                </a:lnTo>
                <a:lnTo>
                  <a:pt x="1053186" y="1695283"/>
                </a:lnTo>
                <a:lnTo>
                  <a:pt x="1046525" y="1700716"/>
                </a:lnTo>
                <a:lnTo>
                  <a:pt x="1041606" y="1720808"/>
                </a:lnTo>
                <a:lnTo>
                  <a:pt x="1045807" y="1720603"/>
                </a:lnTo>
                <a:lnTo>
                  <a:pt x="1046115" y="1729418"/>
                </a:lnTo>
                <a:lnTo>
                  <a:pt x="991083" y="1731674"/>
                </a:lnTo>
                <a:lnTo>
                  <a:pt x="990058" y="1709429"/>
                </a:lnTo>
                <a:lnTo>
                  <a:pt x="959417" y="1699076"/>
                </a:lnTo>
                <a:lnTo>
                  <a:pt x="938613" y="1673244"/>
                </a:lnTo>
                <a:lnTo>
                  <a:pt x="938613" y="1673244"/>
                </a:lnTo>
              </a:path>
            </a:pathLst>
          </a:custGeom>
          <a:noFill xmlns:a="http://schemas.openxmlformats.org/drawingml/2006/main"/>
          <a:ln xmlns:a="http://schemas.openxmlformats.org/drawingml/2006/main" w="3269">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35B619C9-2233-4CC1-9912-4A9951AF4939}"/>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786533" h="293584">
                <a:moveTo>
                  <a:pt x="17012" y="86415"/>
                </a:moveTo>
                <a:lnTo>
                  <a:pt x="19164" y="81187"/>
                </a:lnTo>
                <a:lnTo>
                  <a:pt x="12400" y="76369"/>
                </a:lnTo>
                <a:lnTo>
                  <a:pt x="11170" y="64273"/>
                </a:lnTo>
                <a:lnTo>
                  <a:pt x="0" y="58635"/>
                </a:lnTo>
                <a:lnTo>
                  <a:pt x="2767" y="47256"/>
                </a:lnTo>
                <a:lnTo>
                  <a:pt x="102" y="45616"/>
                </a:lnTo>
                <a:lnTo>
                  <a:pt x="28592" y="38646"/>
                </a:lnTo>
                <a:lnTo>
                  <a:pt x="41914" y="20809"/>
                </a:lnTo>
                <a:lnTo>
                  <a:pt x="61590" y="14864"/>
                </a:lnTo>
                <a:lnTo>
                  <a:pt x="75015" y="0"/>
                </a:lnTo>
                <a:lnTo>
                  <a:pt x="122156" y="16299"/>
                </a:lnTo>
                <a:lnTo>
                  <a:pt x="169604" y="38543"/>
                </a:lnTo>
                <a:lnTo>
                  <a:pt x="198504" y="43361"/>
                </a:lnTo>
                <a:lnTo>
                  <a:pt x="222381" y="56072"/>
                </a:lnTo>
                <a:lnTo>
                  <a:pt x="232424" y="66630"/>
                </a:lnTo>
                <a:lnTo>
                  <a:pt x="236421" y="79341"/>
                </a:lnTo>
                <a:lnTo>
                  <a:pt x="275773" y="96563"/>
                </a:lnTo>
                <a:lnTo>
                  <a:pt x="278335" y="91232"/>
                </a:lnTo>
                <a:lnTo>
                  <a:pt x="296782" y="92463"/>
                </a:lnTo>
                <a:lnTo>
                  <a:pt x="303955" y="106609"/>
                </a:lnTo>
                <a:lnTo>
                  <a:pt x="336237" y="104251"/>
                </a:lnTo>
                <a:lnTo>
                  <a:pt x="358782" y="107019"/>
                </a:lnTo>
                <a:lnTo>
                  <a:pt x="385734" y="96973"/>
                </a:lnTo>
                <a:lnTo>
                  <a:pt x="439229" y="92463"/>
                </a:lnTo>
                <a:lnTo>
                  <a:pt x="451321" y="86210"/>
                </a:lnTo>
                <a:lnTo>
                  <a:pt x="476122" y="91335"/>
                </a:lnTo>
                <a:lnTo>
                  <a:pt x="489546" y="101381"/>
                </a:lnTo>
                <a:lnTo>
                  <a:pt x="504918" y="99023"/>
                </a:lnTo>
                <a:lnTo>
                  <a:pt x="537200" y="107326"/>
                </a:lnTo>
                <a:lnTo>
                  <a:pt x="586390" y="104661"/>
                </a:lnTo>
                <a:lnTo>
                  <a:pt x="600327" y="99741"/>
                </a:lnTo>
                <a:lnTo>
                  <a:pt x="607911" y="92155"/>
                </a:lnTo>
                <a:lnTo>
                  <a:pt x="692252" y="89797"/>
                </a:lnTo>
                <a:lnTo>
                  <a:pt x="723406" y="103431"/>
                </a:lnTo>
                <a:lnTo>
                  <a:pt x="746054" y="128033"/>
                </a:lnTo>
                <a:lnTo>
                  <a:pt x="767984" y="179697"/>
                </a:lnTo>
                <a:lnTo>
                  <a:pt x="786533" y="248685"/>
                </a:lnTo>
                <a:lnTo>
                  <a:pt x="782127" y="255861"/>
                </a:lnTo>
                <a:lnTo>
                  <a:pt x="770034" y="259346"/>
                </a:lnTo>
                <a:lnTo>
                  <a:pt x="717872" y="246430"/>
                </a:lnTo>
                <a:lnTo>
                  <a:pt x="639065" y="246020"/>
                </a:lnTo>
                <a:lnTo>
                  <a:pt x="632301" y="260064"/>
                </a:lnTo>
                <a:lnTo>
                  <a:pt x="624820" y="254323"/>
                </a:lnTo>
                <a:lnTo>
                  <a:pt x="627177" y="247558"/>
                </a:lnTo>
                <a:lnTo>
                  <a:pt x="621438" y="245918"/>
                </a:lnTo>
                <a:lnTo>
                  <a:pt x="530948" y="245302"/>
                </a:lnTo>
                <a:lnTo>
                  <a:pt x="494875" y="262729"/>
                </a:lnTo>
                <a:lnTo>
                  <a:pt x="476429" y="252478"/>
                </a:lnTo>
                <a:lnTo>
                  <a:pt x="470280" y="260371"/>
                </a:lnTo>
                <a:lnTo>
                  <a:pt x="454293" y="266522"/>
                </a:lnTo>
                <a:lnTo>
                  <a:pt x="450809" y="261704"/>
                </a:lnTo>
                <a:lnTo>
                  <a:pt x="443738" y="263856"/>
                </a:lnTo>
                <a:lnTo>
                  <a:pt x="427956" y="276568"/>
                </a:lnTo>
                <a:lnTo>
                  <a:pt x="417401" y="279233"/>
                </a:lnTo>
                <a:lnTo>
                  <a:pt x="408177" y="276465"/>
                </a:lnTo>
                <a:lnTo>
                  <a:pt x="367800" y="290714"/>
                </a:lnTo>
                <a:lnTo>
                  <a:pt x="328448" y="293584"/>
                </a:lnTo>
                <a:lnTo>
                  <a:pt x="299446" y="259449"/>
                </a:lnTo>
                <a:lnTo>
                  <a:pt x="292478" y="237819"/>
                </a:lnTo>
                <a:lnTo>
                  <a:pt x="277618" y="228799"/>
                </a:lnTo>
                <a:lnTo>
                  <a:pt x="246977" y="231054"/>
                </a:lnTo>
                <a:lnTo>
                  <a:pt x="228325" y="195893"/>
                </a:lnTo>
                <a:lnTo>
                  <a:pt x="230272" y="186053"/>
                </a:lnTo>
                <a:lnTo>
                  <a:pt x="225763" y="187898"/>
                </a:lnTo>
                <a:lnTo>
                  <a:pt x="207932" y="175392"/>
                </a:lnTo>
                <a:lnTo>
                  <a:pt x="187333" y="173649"/>
                </a:lnTo>
                <a:lnTo>
                  <a:pt x="179955" y="166064"/>
                </a:lnTo>
                <a:lnTo>
                  <a:pt x="150850" y="157658"/>
                </a:lnTo>
                <a:lnTo>
                  <a:pt x="128715" y="141667"/>
                </a:lnTo>
                <a:lnTo>
                  <a:pt x="122156" y="139206"/>
                </a:lnTo>
                <a:lnTo>
                  <a:pt x="123591" y="143204"/>
                </a:lnTo>
                <a:lnTo>
                  <a:pt x="116212" y="142282"/>
                </a:lnTo>
                <a:lnTo>
                  <a:pt x="108014" y="132338"/>
                </a:lnTo>
                <a:lnTo>
                  <a:pt x="82291" y="127520"/>
                </a:lnTo>
                <a:lnTo>
                  <a:pt x="74605" y="111427"/>
                </a:lnTo>
                <a:lnTo>
                  <a:pt x="59028" y="108659"/>
                </a:lnTo>
                <a:lnTo>
                  <a:pt x="53187" y="113784"/>
                </a:lnTo>
                <a:lnTo>
                  <a:pt x="43759" y="111939"/>
                </a:lnTo>
                <a:lnTo>
                  <a:pt x="24390" y="91642"/>
                </a:lnTo>
                <a:lnTo>
                  <a:pt x="20394" y="93385"/>
                </a:lnTo>
                <a:lnTo>
                  <a:pt x="22238" y="86620"/>
                </a:lnTo>
                <a:lnTo>
                  <a:pt x="17012" y="86415"/>
                </a:lnTo>
              </a:path>
            </a:pathLst>
          </a:custGeom>
          <a:noFill xmlns:a="http://schemas.openxmlformats.org/drawingml/2006/main"/>
          <a:ln xmlns:a="http://schemas.openxmlformats.org/drawingml/2006/main" w="3269">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D484053F-DE31-4FA9-8B28-E70D99741A9A}"/>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66427" h="196303">
                <a:moveTo>
                  <a:pt x="56774" y="16709"/>
                </a:moveTo>
                <a:lnTo>
                  <a:pt x="65280" y="29010"/>
                </a:lnTo>
                <a:lnTo>
                  <a:pt x="71121" y="22859"/>
                </a:lnTo>
                <a:lnTo>
                  <a:pt x="82086" y="23269"/>
                </a:lnTo>
                <a:lnTo>
                  <a:pt x="87620" y="19272"/>
                </a:lnTo>
                <a:lnTo>
                  <a:pt x="81574" y="13941"/>
                </a:lnTo>
                <a:lnTo>
                  <a:pt x="80139" y="16811"/>
                </a:lnTo>
                <a:lnTo>
                  <a:pt x="83726" y="10251"/>
                </a:lnTo>
                <a:lnTo>
                  <a:pt x="149928" y="1845"/>
                </a:lnTo>
                <a:lnTo>
                  <a:pt x="155667" y="5945"/>
                </a:lnTo>
                <a:lnTo>
                  <a:pt x="155667" y="14864"/>
                </a:lnTo>
                <a:lnTo>
                  <a:pt x="145419" y="31675"/>
                </a:lnTo>
                <a:lnTo>
                  <a:pt x="119901" y="41311"/>
                </a:lnTo>
                <a:lnTo>
                  <a:pt x="121234" y="35775"/>
                </a:lnTo>
                <a:lnTo>
                  <a:pt x="111908" y="34648"/>
                </a:lnTo>
                <a:lnTo>
                  <a:pt x="105144" y="41413"/>
                </a:lnTo>
                <a:lnTo>
                  <a:pt x="102992" y="51562"/>
                </a:lnTo>
                <a:lnTo>
                  <a:pt x="112420" y="71141"/>
                </a:lnTo>
                <a:lnTo>
                  <a:pt x="123488" y="71243"/>
                </a:lnTo>
                <a:lnTo>
                  <a:pt x="125743" y="67348"/>
                </a:lnTo>
                <a:lnTo>
                  <a:pt x="122156" y="64888"/>
                </a:lnTo>
                <a:lnTo>
                  <a:pt x="130047" y="67656"/>
                </a:lnTo>
                <a:lnTo>
                  <a:pt x="134761" y="91027"/>
                </a:lnTo>
                <a:lnTo>
                  <a:pt x="155155" y="108454"/>
                </a:lnTo>
                <a:lnTo>
                  <a:pt x="159254" y="119422"/>
                </a:lnTo>
                <a:lnTo>
                  <a:pt x="166017" y="124138"/>
                </a:lnTo>
                <a:lnTo>
                  <a:pt x="166427" y="130801"/>
                </a:lnTo>
                <a:lnTo>
                  <a:pt x="161816" y="126495"/>
                </a:lnTo>
                <a:lnTo>
                  <a:pt x="154847" y="129571"/>
                </a:lnTo>
                <a:lnTo>
                  <a:pt x="150543" y="141974"/>
                </a:lnTo>
                <a:lnTo>
                  <a:pt x="156384" y="146689"/>
                </a:lnTo>
                <a:lnTo>
                  <a:pt x="141627" y="152942"/>
                </a:lnTo>
                <a:lnTo>
                  <a:pt x="145009" y="150072"/>
                </a:lnTo>
                <a:lnTo>
                  <a:pt x="133736" y="144537"/>
                </a:lnTo>
                <a:lnTo>
                  <a:pt x="126460" y="133568"/>
                </a:lnTo>
                <a:lnTo>
                  <a:pt x="108629" y="119730"/>
                </a:lnTo>
                <a:lnTo>
                  <a:pt x="95614" y="101073"/>
                </a:lnTo>
                <a:lnTo>
                  <a:pt x="83214" y="119525"/>
                </a:lnTo>
                <a:lnTo>
                  <a:pt x="86186" y="137976"/>
                </a:lnTo>
                <a:lnTo>
                  <a:pt x="86083" y="131826"/>
                </a:lnTo>
                <a:lnTo>
                  <a:pt x="77782" y="133261"/>
                </a:lnTo>
                <a:lnTo>
                  <a:pt x="81574" y="153558"/>
                </a:lnTo>
                <a:lnTo>
                  <a:pt x="85263" y="154788"/>
                </a:lnTo>
                <a:lnTo>
                  <a:pt x="86596" y="151097"/>
                </a:lnTo>
                <a:lnTo>
                  <a:pt x="87723" y="168319"/>
                </a:lnTo>
                <a:lnTo>
                  <a:pt x="83111" y="167294"/>
                </a:lnTo>
                <a:lnTo>
                  <a:pt x="81984" y="177852"/>
                </a:lnTo>
                <a:lnTo>
                  <a:pt x="86083" y="182362"/>
                </a:lnTo>
                <a:lnTo>
                  <a:pt x="91310" y="180415"/>
                </a:lnTo>
                <a:lnTo>
                  <a:pt x="92642" y="188410"/>
                </a:lnTo>
                <a:lnTo>
                  <a:pt x="86186" y="196303"/>
                </a:lnTo>
                <a:lnTo>
                  <a:pt x="73068" y="182772"/>
                </a:lnTo>
                <a:lnTo>
                  <a:pt x="63025" y="180210"/>
                </a:lnTo>
                <a:lnTo>
                  <a:pt x="51342" y="160118"/>
                </a:lnTo>
                <a:lnTo>
                  <a:pt x="0" y="105994"/>
                </a:lnTo>
                <a:lnTo>
                  <a:pt x="11990" y="95333"/>
                </a:lnTo>
                <a:lnTo>
                  <a:pt x="24288" y="92668"/>
                </a:lnTo>
                <a:lnTo>
                  <a:pt x="31154" y="95230"/>
                </a:lnTo>
                <a:lnTo>
                  <a:pt x="27772" y="95948"/>
                </a:lnTo>
                <a:lnTo>
                  <a:pt x="32896" y="100561"/>
                </a:lnTo>
                <a:lnTo>
                  <a:pt x="37508" y="100663"/>
                </a:lnTo>
                <a:lnTo>
                  <a:pt x="36688" y="97485"/>
                </a:lnTo>
                <a:lnTo>
                  <a:pt x="43554" y="104456"/>
                </a:lnTo>
                <a:lnTo>
                  <a:pt x="55647" y="106506"/>
                </a:lnTo>
                <a:lnTo>
                  <a:pt x="52982" y="112862"/>
                </a:lnTo>
                <a:lnTo>
                  <a:pt x="72248" y="123420"/>
                </a:lnTo>
                <a:lnTo>
                  <a:pt x="75835" y="117680"/>
                </a:lnTo>
                <a:lnTo>
                  <a:pt x="68149" y="111529"/>
                </a:lnTo>
                <a:lnTo>
                  <a:pt x="82291" y="118397"/>
                </a:lnTo>
                <a:lnTo>
                  <a:pt x="93359" y="100356"/>
                </a:lnTo>
                <a:lnTo>
                  <a:pt x="91310" y="91232"/>
                </a:lnTo>
                <a:lnTo>
                  <a:pt x="94794" y="85697"/>
                </a:lnTo>
                <a:lnTo>
                  <a:pt x="90695" y="79341"/>
                </a:lnTo>
                <a:lnTo>
                  <a:pt x="87313" y="81904"/>
                </a:lnTo>
                <a:lnTo>
                  <a:pt x="72351" y="69091"/>
                </a:lnTo>
                <a:lnTo>
                  <a:pt x="81062" y="61300"/>
                </a:lnTo>
                <a:lnTo>
                  <a:pt x="87005" y="66220"/>
                </a:lnTo>
                <a:lnTo>
                  <a:pt x="92744" y="64068"/>
                </a:lnTo>
                <a:lnTo>
                  <a:pt x="91924" y="47256"/>
                </a:lnTo>
                <a:lnTo>
                  <a:pt x="72453" y="48076"/>
                </a:lnTo>
                <a:lnTo>
                  <a:pt x="69891" y="34443"/>
                </a:lnTo>
                <a:lnTo>
                  <a:pt x="50728" y="59762"/>
                </a:lnTo>
                <a:lnTo>
                  <a:pt x="37098" y="61505"/>
                </a:lnTo>
                <a:lnTo>
                  <a:pt x="38840" y="53407"/>
                </a:lnTo>
                <a:lnTo>
                  <a:pt x="59438" y="45514"/>
                </a:lnTo>
                <a:lnTo>
                  <a:pt x="64050" y="30547"/>
                </a:lnTo>
                <a:lnTo>
                  <a:pt x="51752" y="16914"/>
                </a:lnTo>
                <a:lnTo>
                  <a:pt x="47858" y="22142"/>
                </a:lnTo>
                <a:lnTo>
                  <a:pt x="50318" y="23987"/>
                </a:lnTo>
                <a:lnTo>
                  <a:pt x="43451" y="23167"/>
                </a:lnTo>
                <a:lnTo>
                  <a:pt x="23980" y="3895"/>
                </a:lnTo>
                <a:lnTo>
                  <a:pt x="27670" y="0"/>
                </a:lnTo>
                <a:lnTo>
                  <a:pt x="54314" y="8201"/>
                </a:lnTo>
                <a:lnTo>
                  <a:pt x="56774" y="16709"/>
                </a:lnTo>
              </a:path>
            </a:pathLst>
          </a:custGeom>
          <a:noFill xmlns:a="http://schemas.openxmlformats.org/drawingml/2006/main"/>
          <a:ln xmlns:a="http://schemas.openxmlformats.org/drawingml/2006/main" w="3269">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38E36990-FB84-4AD9-88A5-8701D83FB548}"/>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109244" h="79854">
                <a:moveTo>
                  <a:pt x="109244" y="47564"/>
                </a:moveTo>
                <a:lnTo>
                  <a:pt x="106887" y="61505"/>
                </a:lnTo>
                <a:lnTo>
                  <a:pt x="95716" y="68373"/>
                </a:lnTo>
                <a:lnTo>
                  <a:pt x="56466" y="51357"/>
                </a:lnTo>
                <a:lnTo>
                  <a:pt x="44169" y="55560"/>
                </a:lnTo>
                <a:lnTo>
                  <a:pt x="13322" y="79854"/>
                </a:lnTo>
                <a:lnTo>
                  <a:pt x="4714" y="79546"/>
                </a:lnTo>
                <a:lnTo>
                  <a:pt x="0" y="72576"/>
                </a:lnTo>
                <a:lnTo>
                  <a:pt x="4817" y="58840"/>
                </a:lnTo>
                <a:lnTo>
                  <a:pt x="46628" y="30650"/>
                </a:lnTo>
                <a:lnTo>
                  <a:pt x="75425" y="0"/>
                </a:lnTo>
                <a:lnTo>
                  <a:pt x="85468" y="3383"/>
                </a:lnTo>
                <a:lnTo>
                  <a:pt x="97048" y="15171"/>
                </a:lnTo>
                <a:lnTo>
                  <a:pt x="109244" y="47564"/>
                </a:lnTo>
              </a:path>
            </a:pathLst>
          </a:custGeom>
          <a:noFill xmlns:a="http://schemas.openxmlformats.org/drawingml/2006/main"/>
          <a:ln xmlns:a="http://schemas.openxmlformats.org/drawingml/2006/main" w="3269">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9B9D4527-D6EE-4A32-87A1-E2A99371ADCB}"/>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54212" h="74421">
                <a:moveTo>
                  <a:pt x="54212" y="62120"/>
                </a:moveTo>
                <a:lnTo>
                  <a:pt x="51855" y="72371"/>
                </a:lnTo>
                <a:lnTo>
                  <a:pt x="46116" y="74421"/>
                </a:lnTo>
                <a:lnTo>
                  <a:pt x="18754" y="58942"/>
                </a:lnTo>
                <a:lnTo>
                  <a:pt x="0" y="19272"/>
                </a:lnTo>
                <a:lnTo>
                  <a:pt x="6559" y="0"/>
                </a:lnTo>
                <a:lnTo>
                  <a:pt x="24698" y="5535"/>
                </a:lnTo>
                <a:lnTo>
                  <a:pt x="40889" y="26242"/>
                </a:lnTo>
                <a:lnTo>
                  <a:pt x="54212" y="62120"/>
                </a:lnTo>
              </a:path>
            </a:pathLst>
          </a:custGeom>
          <a:noFill xmlns:a="http://schemas.openxmlformats.org/drawingml/2006/main"/>
          <a:ln xmlns:a="http://schemas.openxmlformats.org/drawingml/2006/main" w="3269">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583F075F-9C67-416A-9E0E-D7EC1BA803E0}"/>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48780" h="47461">
                <a:moveTo>
                  <a:pt x="26645" y="11788"/>
                </a:moveTo>
                <a:lnTo>
                  <a:pt x="34843" y="8918"/>
                </a:lnTo>
                <a:lnTo>
                  <a:pt x="29309" y="4715"/>
                </a:lnTo>
                <a:lnTo>
                  <a:pt x="33921" y="7483"/>
                </a:lnTo>
                <a:lnTo>
                  <a:pt x="46013" y="26550"/>
                </a:lnTo>
                <a:lnTo>
                  <a:pt x="48780" y="36288"/>
                </a:lnTo>
                <a:lnTo>
                  <a:pt x="40787" y="47461"/>
                </a:lnTo>
                <a:lnTo>
                  <a:pt x="35048" y="45206"/>
                </a:lnTo>
                <a:lnTo>
                  <a:pt x="40582" y="47051"/>
                </a:lnTo>
                <a:lnTo>
                  <a:pt x="46833" y="38851"/>
                </a:lnTo>
                <a:lnTo>
                  <a:pt x="45296" y="41106"/>
                </a:lnTo>
                <a:lnTo>
                  <a:pt x="24800" y="31983"/>
                </a:lnTo>
                <a:lnTo>
                  <a:pt x="24800" y="29112"/>
                </a:lnTo>
                <a:lnTo>
                  <a:pt x="26542" y="34955"/>
                </a:lnTo>
                <a:lnTo>
                  <a:pt x="16602" y="20912"/>
                </a:lnTo>
                <a:lnTo>
                  <a:pt x="22033" y="22244"/>
                </a:lnTo>
                <a:lnTo>
                  <a:pt x="24493" y="17631"/>
                </a:lnTo>
                <a:lnTo>
                  <a:pt x="16089" y="15171"/>
                </a:lnTo>
                <a:lnTo>
                  <a:pt x="12195" y="20604"/>
                </a:lnTo>
                <a:lnTo>
                  <a:pt x="0" y="6253"/>
                </a:lnTo>
                <a:lnTo>
                  <a:pt x="1230" y="923"/>
                </a:lnTo>
                <a:lnTo>
                  <a:pt x="11170" y="0"/>
                </a:lnTo>
                <a:lnTo>
                  <a:pt x="11683" y="3690"/>
                </a:lnTo>
                <a:lnTo>
                  <a:pt x="26645" y="11788"/>
                </a:lnTo>
              </a:path>
            </a:pathLst>
          </a:custGeom>
          <a:noFill xmlns:a="http://schemas.openxmlformats.org/drawingml/2006/main"/>
          <a:ln xmlns:a="http://schemas.openxmlformats.org/drawingml/2006/main" w="3269">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9D79DBE5-0641-4A82-A53F-B383F49578D2}"/>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32896" h="33315">
                <a:moveTo>
                  <a:pt x="15884" y="0"/>
                </a:moveTo>
                <a:lnTo>
                  <a:pt x="29104" y="8098"/>
                </a:lnTo>
                <a:lnTo>
                  <a:pt x="32896" y="15786"/>
                </a:lnTo>
                <a:lnTo>
                  <a:pt x="30846" y="11891"/>
                </a:lnTo>
                <a:lnTo>
                  <a:pt x="26337" y="13429"/>
                </a:lnTo>
                <a:lnTo>
                  <a:pt x="17524" y="28702"/>
                </a:lnTo>
                <a:lnTo>
                  <a:pt x="21213" y="31060"/>
                </a:lnTo>
                <a:lnTo>
                  <a:pt x="9223" y="33315"/>
                </a:lnTo>
                <a:lnTo>
                  <a:pt x="0" y="21527"/>
                </a:lnTo>
                <a:lnTo>
                  <a:pt x="15884" y="0"/>
                </a:lnTo>
              </a:path>
            </a:pathLst>
          </a:custGeom>
          <a:noFill xmlns:a="http://schemas.openxmlformats.org/drawingml/2006/main"/>
          <a:ln xmlns:a="http://schemas.openxmlformats.org/drawingml/2006/main" w="3269">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0010016A-6B23-4DB6-A433-11166F89CD5C}"/>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20598" h="23474">
                <a:moveTo>
                  <a:pt x="4407" y="0"/>
                </a:moveTo>
                <a:lnTo>
                  <a:pt x="15167" y="2460"/>
                </a:lnTo>
                <a:lnTo>
                  <a:pt x="20598" y="8098"/>
                </a:lnTo>
                <a:lnTo>
                  <a:pt x="8711" y="23474"/>
                </a:lnTo>
                <a:lnTo>
                  <a:pt x="922" y="15274"/>
                </a:lnTo>
                <a:lnTo>
                  <a:pt x="0" y="5125"/>
                </a:lnTo>
                <a:lnTo>
                  <a:pt x="717" y="8508"/>
                </a:lnTo>
                <a:lnTo>
                  <a:pt x="4407" y="5433"/>
                </a:lnTo>
                <a:lnTo>
                  <a:pt x="4407" y="0"/>
                </a:lnTo>
              </a:path>
            </a:pathLst>
          </a:custGeom>
          <a:noFill xmlns:a="http://schemas.openxmlformats.org/drawingml/2006/main"/>
          <a:ln xmlns:a="http://schemas.openxmlformats.org/drawingml/2006/main" w="3269">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581CD463-9A16-4551-908B-72C618D0DF69}"/>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53925" h="178057">
                <a:moveTo>
                  <a:pt x="150953" y="129776"/>
                </a:moveTo>
                <a:lnTo>
                  <a:pt x="153925" y="142179"/>
                </a:lnTo>
                <a:lnTo>
                  <a:pt x="149826" y="151405"/>
                </a:lnTo>
                <a:lnTo>
                  <a:pt x="121746" y="173547"/>
                </a:lnTo>
                <a:lnTo>
                  <a:pt x="100738" y="178057"/>
                </a:lnTo>
                <a:lnTo>
                  <a:pt x="81984" y="171394"/>
                </a:lnTo>
                <a:lnTo>
                  <a:pt x="61693" y="149047"/>
                </a:lnTo>
                <a:lnTo>
                  <a:pt x="41914" y="113682"/>
                </a:lnTo>
                <a:lnTo>
                  <a:pt x="23365" y="99741"/>
                </a:lnTo>
                <a:lnTo>
                  <a:pt x="21623" y="69911"/>
                </a:lnTo>
                <a:lnTo>
                  <a:pt x="2152" y="30958"/>
                </a:lnTo>
                <a:lnTo>
                  <a:pt x="0" y="13531"/>
                </a:lnTo>
                <a:lnTo>
                  <a:pt x="28079" y="0"/>
                </a:lnTo>
                <a:lnTo>
                  <a:pt x="39865" y="2153"/>
                </a:lnTo>
                <a:lnTo>
                  <a:pt x="89465" y="54842"/>
                </a:lnTo>
                <a:lnTo>
                  <a:pt x="150953" y="129776"/>
                </a:lnTo>
              </a:path>
            </a:pathLst>
          </a:custGeom>
          <a:noFill xmlns:a="http://schemas.openxmlformats.org/drawingml/2006/main"/>
          <a:ln xmlns:a="http://schemas.openxmlformats.org/drawingml/2006/main" w="3269">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33A282C9-381D-4B4C-BB41-85243B90CCE2}"/>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813076" h="1055733">
                <a:moveTo>
                  <a:pt x="460955" y="84569"/>
                </a:moveTo>
                <a:lnTo>
                  <a:pt x="468641" y="94615"/>
                </a:lnTo>
                <a:lnTo>
                  <a:pt x="478376" y="89387"/>
                </a:lnTo>
                <a:lnTo>
                  <a:pt x="503791" y="91950"/>
                </a:lnTo>
                <a:lnTo>
                  <a:pt x="558925" y="110812"/>
                </a:lnTo>
                <a:lnTo>
                  <a:pt x="580241" y="121370"/>
                </a:lnTo>
                <a:lnTo>
                  <a:pt x="580856" y="125060"/>
                </a:lnTo>
                <a:lnTo>
                  <a:pt x="584033" y="123010"/>
                </a:lnTo>
                <a:lnTo>
                  <a:pt x="622360" y="138079"/>
                </a:lnTo>
                <a:lnTo>
                  <a:pt x="651772" y="156325"/>
                </a:lnTo>
                <a:lnTo>
                  <a:pt x="704447" y="204504"/>
                </a:lnTo>
                <a:lnTo>
                  <a:pt x="731809" y="221111"/>
                </a:lnTo>
                <a:lnTo>
                  <a:pt x="778745" y="311830"/>
                </a:lnTo>
                <a:lnTo>
                  <a:pt x="778642" y="323824"/>
                </a:lnTo>
                <a:lnTo>
                  <a:pt x="763373" y="338995"/>
                </a:lnTo>
                <a:lnTo>
                  <a:pt x="764705" y="342173"/>
                </a:lnTo>
                <a:lnTo>
                  <a:pt x="793912" y="351604"/>
                </a:lnTo>
                <a:lnTo>
                  <a:pt x="810923" y="375488"/>
                </a:lnTo>
                <a:lnTo>
                  <a:pt x="813076" y="417619"/>
                </a:lnTo>
                <a:lnTo>
                  <a:pt x="805287" y="454522"/>
                </a:lnTo>
                <a:lnTo>
                  <a:pt x="787046" y="493680"/>
                </a:lnTo>
                <a:lnTo>
                  <a:pt x="741442" y="568101"/>
                </a:lnTo>
                <a:lnTo>
                  <a:pt x="721766" y="609002"/>
                </a:lnTo>
                <a:lnTo>
                  <a:pt x="687435" y="706590"/>
                </a:lnTo>
                <a:lnTo>
                  <a:pt x="671243" y="794235"/>
                </a:lnTo>
                <a:lnTo>
                  <a:pt x="671858" y="843644"/>
                </a:lnTo>
                <a:lnTo>
                  <a:pt x="680569" y="878907"/>
                </a:lnTo>
                <a:lnTo>
                  <a:pt x="717769" y="948612"/>
                </a:lnTo>
                <a:lnTo>
                  <a:pt x="768394" y="1025494"/>
                </a:lnTo>
                <a:lnTo>
                  <a:pt x="767574" y="1042817"/>
                </a:lnTo>
                <a:lnTo>
                  <a:pt x="753432" y="1055323"/>
                </a:lnTo>
                <a:lnTo>
                  <a:pt x="741237" y="1055733"/>
                </a:lnTo>
                <a:lnTo>
                  <a:pt x="731809" y="1050916"/>
                </a:lnTo>
                <a:lnTo>
                  <a:pt x="239803" y="632989"/>
                </a:lnTo>
                <a:lnTo>
                  <a:pt x="127895" y="531301"/>
                </a:lnTo>
                <a:lnTo>
                  <a:pt x="89362" y="473691"/>
                </a:lnTo>
                <a:lnTo>
                  <a:pt x="74195" y="436276"/>
                </a:lnTo>
                <a:lnTo>
                  <a:pt x="65997" y="403165"/>
                </a:lnTo>
                <a:lnTo>
                  <a:pt x="76040" y="395170"/>
                </a:lnTo>
                <a:lnTo>
                  <a:pt x="162123" y="397630"/>
                </a:lnTo>
                <a:lnTo>
                  <a:pt x="183337" y="392607"/>
                </a:lnTo>
                <a:lnTo>
                  <a:pt x="199016" y="383586"/>
                </a:lnTo>
                <a:lnTo>
                  <a:pt x="210494" y="367492"/>
                </a:lnTo>
                <a:lnTo>
                  <a:pt x="209366" y="356422"/>
                </a:lnTo>
                <a:lnTo>
                  <a:pt x="198913" y="346376"/>
                </a:lnTo>
                <a:lnTo>
                  <a:pt x="197171" y="332537"/>
                </a:lnTo>
                <a:lnTo>
                  <a:pt x="216028" y="298914"/>
                </a:lnTo>
                <a:lnTo>
                  <a:pt x="200348" y="291636"/>
                </a:lnTo>
                <a:lnTo>
                  <a:pt x="183132" y="293276"/>
                </a:lnTo>
                <a:lnTo>
                  <a:pt x="158844" y="318288"/>
                </a:lnTo>
                <a:lnTo>
                  <a:pt x="136503" y="327309"/>
                </a:lnTo>
                <a:lnTo>
                  <a:pt x="54007" y="323516"/>
                </a:lnTo>
                <a:lnTo>
                  <a:pt x="40889" y="315931"/>
                </a:lnTo>
                <a:lnTo>
                  <a:pt x="32179" y="304962"/>
                </a:lnTo>
                <a:lnTo>
                  <a:pt x="1845" y="224288"/>
                </a:lnTo>
                <a:lnTo>
                  <a:pt x="0" y="185438"/>
                </a:lnTo>
                <a:lnTo>
                  <a:pt x="17114" y="149970"/>
                </a:lnTo>
                <a:lnTo>
                  <a:pt x="124718" y="52894"/>
                </a:lnTo>
                <a:lnTo>
                  <a:pt x="157717" y="35160"/>
                </a:lnTo>
                <a:lnTo>
                  <a:pt x="280078" y="1128"/>
                </a:lnTo>
                <a:lnTo>
                  <a:pt x="320557" y="0"/>
                </a:lnTo>
                <a:lnTo>
                  <a:pt x="354990" y="9943"/>
                </a:lnTo>
                <a:lnTo>
                  <a:pt x="386247" y="56585"/>
                </a:lnTo>
                <a:lnTo>
                  <a:pt x="455933" y="69706"/>
                </a:lnTo>
                <a:lnTo>
                  <a:pt x="463619" y="75856"/>
                </a:lnTo>
                <a:lnTo>
                  <a:pt x="460955" y="84569"/>
                </a:lnTo>
              </a:path>
            </a:pathLst>
          </a:custGeom>
          <a:noFill xmlns:a="http://schemas.openxmlformats.org/drawingml/2006/main"/>
          <a:ln xmlns:a="http://schemas.openxmlformats.org/drawingml/2006/main" w="3269">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684A95EA-B5A1-4001-BF16-8B94CDFC28CB}"/>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107194" h="99023">
                <a:moveTo>
                  <a:pt x="30334" y="6253"/>
                </a:moveTo>
                <a:lnTo>
                  <a:pt x="56364" y="40593"/>
                </a:lnTo>
                <a:lnTo>
                  <a:pt x="97458" y="53817"/>
                </a:lnTo>
                <a:lnTo>
                  <a:pt x="107194" y="89592"/>
                </a:lnTo>
                <a:lnTo>
                  <a:pt x="102992" y="98408"/>
                </a:lnTo>
                <a:lnTo>
                  <a:pt x="97458" y="99023"/>
                </a:lnTo>
                <a:lnTo>
                  <a:pt x="84136" y="87645"/>
                </a:lnTo>
                <a:lnTo>
                  <a:pt x="7788" y="13121"/>
                </a:lnTo>
                <a:lnTo>
                  <a:pt x="0" y="0"/>
                </a:lnTo>
                <a:lnTo>
                  <a:pt x="30334" y="6253"/>
                </a:lnTo>
              </a:path>
            </a:pathLst>
          </a:custGeom>
          <a:noFill xmlns:a="http://schemas.openxmlformats.org/drawingml/2006/main"/>
          <a:ln xmlns:a="http://schemas.openxmlformats.org/drawingml/2006/main" w="3269">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071453D8-F35B-457C-BFAF-F7FC2E2E0EFE}"/>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246977" h="296557">
                <a:moveTo>
                  <a:pt x="24083" y="42848"/>
                </a:moveTo>
                <a:lnTo>
                  <a:pt x="39660" y="44694"/>
                </a:lnTo>
                <a:lnTo>
                  <a:pt x="34536" y="55457"/>
                </a:lnTo>
                <a:lnTo>
                  <a:pt x="39557" y="73498"/>
                </a:lnTo>
                <a:lnTo>
                  <a:pt x="32691" y="75549"/>
                </a:lnTo>
                <a:lnTo>
                  <a:pt x="43759" y="72166"/>
                </a:lnTo>
                <a:lnTo>
                  <a:pt x="45604" y="75344"/>
                </a:lnTo>
                <a:lnTo>
                  <a:pt x="49908" y="69808"/>
                </a:lnTo>
                <a:lnTo>
                  <a:pt x="53904" y="74831"/>
                </a:lnTo>
                <a:lnTo>
                  <a:pt x="48678" y="88567"/>
                </a:lnTo>
                <a:lnTo>
                  <a:pt x="54929" y="92668"/>
                </a:lnTo>
                <a:lnTo>
                  <a:pt x="40889" y="100971"/>
                </a:lnTo>
                <a:lnTo>
                  <a:pt x="32794" y="95230"/>
                </a:lnTo>
                <a:lnTo>
                  <a:pt x="30437" y="97178"/>
                </a:lnTo>
                <a:lnTo>
                  <a:pt x="40275" y="101893"/>
                </a:lnTo>
                <a:lnTo>
                  <a:pt x="57184" y="95230"/>
                </a:lnTo>
                <a:lnTo>
                  <a:pt x="49805" y="101996"/>
                </a:lnTo>
                <a:lnTo>
                  <a:pt x="59336" y="100663"/>
                </a:lnTo>
                <a:lnTo>
                  <a:pt x="57081" y="113887"/>
                </a:lnTo>
                <a:lnTo>
                  <a:pt x="60771" y="103738"/>
                </a:lnTo>
                <a:lnTo>
                  <a:pt x="85161" y="93078"/>
                </a:lnTo>
                <a:lnTo>
                  <a:pt x="98586" y="91745"/>
                </a:lnTo>
                <a:lnTo>
                  <a:pt x="126768" y="98921"/>
                </a:lnTo>
                <a:lnTo>
                  <a:pt x="160074" y="81494"/>
                </a:lnTo>
                <a:lnTo>
                  <a:pt x="180775" y="75344"/>
                </a:lnTo>
                <a:lnTo>
                  <a:pt x="180775" y="71141"/>
                </a:lnTo>
                <a:lnTo>
                  <a:pt x="233347" y="70321"/>
                </a:lnTo>
                <a:lnTo>
                  <a:pt x="244722" y="117270"/>
                </a:lnTo>
                <a:lnTo>
                  <a:pt x="246977" y="158273"/>
                </a:lnTo>
                <a:lnTo>
                  <a:pt x="242877" y="174572"/>
                </a:lnTo>
                <a:lnTo>
                  <a:pt x="229145" y="191383"/>
                </a:lnTo>
                <a:lnTo>
                  <a:pt x="190100" y="212705"/>
                </a:lnTo>
                <a:lnTo>
                  <a:pt x="181082" y="255656"/>
                </a:lnTo>
                <a:lnTo>
                  <a:pt x="157922" y="278208"/>
                </a:lnTo>
                <a:lnTo>
                  <a:pt x="136811" y="292149"/>
                </a:lnTo>
                <a:lnTo>
                  <a:pt x="113650" y="296557"/>
                </a:lnTo>
                <a:lnTo>
                  <a:pt x="90797" y="289074"/>
                </a:lnTo>
                <a:lnTo>
                  <a:pt x="30232" y="227979"/>
                </a:lnTo>
                <a:lnTo>
                  <a:pt x="29412" y="214960"/>
                </a:lnTo>
                <a:lnTo>
                  <a:pt x="56159" y="181850"/>
                </a:lnTo>
                <a:lnTo>
                  <a:pt x="62615" y="160836"/>
                </a:lnTo>
                <a:lnTo>
                  <a:pt x="57799" y="137156"/>
                </a:lnTo>
                <a:lnTo>
                  <a:pt x="52880" y="145049"/>
                </a:lnTo>
                <a:lnTo>
                  <a:pt x="50625" y="137054"/>
                </a:lnTo>
                <a:lnTo>
                  <a:pt x="40172" y="134081"/>
                </a:lnTo>
                <a:lnTo>
                  <a:pt x="50728" y="138694"/>
                </a:lnTo>
                <a:lnTo>
                  <a:pt x="51240" y="147304"/>
                </a:lnTo>
                <a:lnTo>
                  <a:pt x="40889" y="156838"/>
                </a:lnTo>
                <a:lnTo>
                  <a:pt x="33408" y="146382"/>
                </a:lnTo>
                <a:lnTo>
                  <a:pt x="31256" y="155198"/>
                </a:lnTo>
                <a:lnTo>
                  <a:pt x="20496" y="166166"/>
                </a:lnTo>
                <a:lnTo>
                  <a:pt x="7788" y="144844"/>
                </a:lnTo>
                <a:lnTo>
                  <a:pt x="0" y="114092"/>
                </a:lnTo>
                <a:lnTo>
                  <a:pt x="3997" y="85902"/>
                </a:lnTo>
                <a:lnTo>
                  <a:pt x="11683" y="75959"/>
                </a:lnTo>
                <a:lnTo>
                  <a:pt x="15987" y="52689"/>
                </a:lnTo>
                <a:lnTo>
                  <a:pt x="11683" y="513"/>
                </a:lnTo>
                <a:lnTo>
                  <a:pt x="14655" y="0"/>
                </a:lnTo>
                <a:lnTo>
                  <a:pt x="24083" y="42848"/>
                </a:lnTo>
              </a:path>
            </a:pathLst>
          </a:custGeom>
          <a:noFill xmlns:a="http://schemas.openxmlformats.org/drawingml/2006/main"/>
          <a:ln xmlns:a="http://schemas.openxmlformats.org/drawingml/2006/main" w="3269">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01702586-6397-4C76-AD6F-23328B684422}"/>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271982" h="111017">
                <a:moveTo>
                  <a:pt x="160381" y="205"/>
                </a:moveTo>
                <a:lnTo>
                  <a:pt x="182312" y="6971"/>
                </a:lnTo>
                <a:lnTo>
                  <a:pt x="168579" y="2870"/>
                </a:lnTo>
                <a:lnTo>
                  <a:pt x="165505" y="12506"/>
                </a:lnTo>
                <a:lnTo>
                  <a:pt x="175343" y="27882"/>
                </a:lnTo>
                <a:lnTo>
                  <a:pt x="186513" y="34443"/>
                </a:lnTo>
                <a:lnTo>
                  <a:pt x="204242" y="32598"/>
                </a:lnTo>
                <a:lnTo>
                  <a:pt x="218897" y="22552"/>
                </a:lnTo>
                <a:lnTo>
                  <a:pt x="220434" y="19989"/>
                </a:lnTo>
                <a:lnTo>
                  <a:pt x="215105" y="16811"/>
                </a:lnTo>
                <a:lnTo>
                  <a:pt x="227300" y="23167"/>
                </a:lnTo>
                <a:lnTo>
                  <a:pt x="241033" y="55662"/>
                </a:lnTo>
                <a:lnTo>
                  <a:pt x="234576" y="40286"/>
                </a:lnTo>
                <a:lnTo>
                  <a:pt x="226378" y="37826"/>
                </a:lnTo>
                <a:lnTo>
                  <a:pt x="214695" y="42848"/>
                </a:lnTo>
                <a:lnTo>
                  <a:pt x="207727" y="55457"/>
                </a:lnTo>
                <a:lnTo>
                  <a:pt x="218385" y="66630"/>
                </a:lnTo>
                <a:lnTo>
                  <a:pt x="230990" y="67963"/>
                </a:lnTo>
                <a:lnTo>
                  <a:pt x="251383" y="83032"/>
                </a:lnTo>
                <a:lnTo>
                  <a:pt x="259172" y="81392"/>
                </a:lnTo>
                <a:lnTo>
                  <a:pt x="254868" y="75549"/>
                </a:lnTo>
                <a:lnTo>
                  <a:pt x="271982" y="100356"/>
                </a:lnTo>
                <a:lnTo>
                  <a:pt x="252613" y="102713"/>
                </a:lnTo>
                <a:lnTo>
                  <a:pt x="256200" y="97075"/>
                </a:lnTo>
                <a:lnTo>
                  <a:pt x="252408" y="91130"/>
                </a:lnTo>
                <a:lnTo>
                  <a:pt x="232732" y="86415"/>
                </a:lnTo>
                <a:lnTo>
                  <a:pt x="231297" y="104661"/>
                </a:lnTo>
                <a:lnTo>
                  <a:pt x="243390" y="103226"/>
                </a:lnTo>
                <a:lnTo>
                  <a:pt x="202808" y="111017"/>
                </a:lnTo>
                <a:lnTo>
                  <a:pt x="164788" y="103226"/>
                </a:lnTo>
                <a:lnTo>
                  <a:pt x="100020" y="110504"/>
                </a:lnTo>
                <a:lnTo>
                  <a:pt x="6866" y="94923"/>
                </a:lnTo>
                <a:lnTo>
                  <a:pt x="0" y="88260"/>
                </a:lnTo>
                <a:lnTo>
                  <a:pt x="3587" y="78214"/>
                </a:lnTo>
                <a:lnTo>
                  <a:pt x="36483" y="57610"/>
                </a:lnTo>
                <a:lnTo>
                  <a:pt x="69174" y="21732"/>
                </a:lnTo>
                <a:lnTo>
                  <a:pt x="143574" y="0"/>
                </a:lnTo>
                <a:lnTo>
                  <a:pt x="160381" y="205"/>
                </a:lnTo>
              </a:path>
            </a:pathLst>
          </a:custGeom>
          <a:noFill xmlns:a="http://schemas.openxmlformats.org/drawingml/2006/main"/>
          <a:ln xmlns:a="http://schemas.openxmlformats.org/drawingml/2006/main" w="3269">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FCCCEF31-CEF6-4272-8099-8C9F1A0B10F7}"/>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318815" h="126085">
                <a:moveTo>
                  <a:pt x="111396" y="12711"/>
                </a:moveTo>
                <a:lnTo>
                  <a:pt x="151773" y="30958"/>
                </a:lnTo>
                <a:lnTo>
                  <a:pt x="156692" y="19887"/>
                </a:lnTo>
                <a:lnTo>
                  <a:pt x="172166" y="7893"/>
                </a:lnTo>
                <a:lnTo>
                  <a:pt x="181697" y="6561"/>
                </a:lnTo>
                <a:lnTo>
                  <a:pt x="186206" y="10866"/>
                </a:lnTo>
                <a:lnTo>
                  <a:pt x="201783" y="58327"/>
                </a:lnTo>
                <a:lnTo>
                  <a:pt x="206804" y="62530"/>
                </a:lnTo>
                <a:lnTo>
                  <a:pt x="245337" y="77189"/>
                </a:lnTo>
                <a:lnTo>
                  <a:pt x="258659" y="73293"/>
                </a:lnTo>
                <a:lnTo>
                  <a:pt x="282947" y="74524"/>
                </a:lnTo>
                <a:lnTo>
                  <a:pt x="308567" y="89387"/>
                </a:lnTo>
                <a:lnTo>
                  <a:pt x="318815" y="101176"/>
                </a:lnTo>
                <a:lnTo>
                  <a:pt x="299549" y="126085"/>
                </a:lnTo>
                <a:lnTo>
                  <a:pt x="247591" y="123933"/>
                </a:lnTo>
                <a:lnTo>
                  <a:pt x="198811" y="113272"/>
                </a:lnTo>
                <a:lnTo>
                  <a:pt x="127690" y="76369"/>
                </a:lnTo>
                <a:lnTo>
                  <a:pt x="57286" y="60992"/>
                </a:lnTo>
                <a:lnTo>
                  <a:pt x="30744" y="61197"/>
                </a:lnTo>
                <a:lnTo>
                  <a:pt x="5022" y="45411"/>
                </a:lnTo>
                <a:lnTo>
                  <a:pt x="0" y="32700"/>
                </a:lnTo>
                <a:lnTo>
                  <a:pt x="3484" y="24602"/>
                </a:lnTo>
                <a:lnTo>
                  <a:pt x="37610" y="5843"/>
                </a:lnTo>
                <a:lnTo>
                  <a:pt x="67842" y="0"/>
                </a:lnTo>
                <a:lnTo>
                  <a:pt x="98893" y="3383"/>
                </a:lnTo>
                <a:lnTo>
                  <a:pt x="111396" y="12711"/>
                </a:lnTo>
              </a:path>
            </a:pathLst>
          </a:custGeom>
          <a:noFill xmlns:a="http://schemas.openxmlformats.org/drawingml/2006/main"/>
          <a:ln xmlns:a="http://schemas.openxmlformats.org/drawingml/2006/main" w="3269">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FAA08B36-00F2-478F-9866-48893C56413C}"/>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99323" h="167191">
                <a:moveTo>
                  <a:pt x="16397" y="0"/>
                </a:moveTo>
                <a:lnTo>
                  <a:pt x="55442" y="6971"/>
                </a:lnTo>
                <a:lnTo>
                  <a:pt x="100430" y="44899"/>
                </a:lnTo>
                <a:lnTo>
                  <a:pt x="111396" y="63453"/>
                </a:lnTo>
                <a:lnTo>
                  <a:pt x="119594" y="68066"/>
                </a:lnTo>
                <a:lnTo>
                  <a:pt x="123796" y="62018"/>
                </a:lnTo>
                <a:lnTo>
                  <a:pt x="127997" y="65810"/>
                </a:lnTo>
                <a:lnTo>
                  <a:pt x="125743" y="68373"/>
                </a:lnTo>
                <a:lnTo>
                  <a:pt x="134044" y="75959"/>
                </a:lnTo>
                <a:lnTo>
                  <a:pt x="136503" y="73806"/>
                </a:lnTo>
                <a:lnTo>
                  <a:pt x="142754" y="79854"/>
                </a:lnTo>
                <a:lnTo>
                  <a:pt x="140397" y="82212"/>
                </a:lnTo>
                <a:lnTo>
                  <a:pt x="148083" y="89797"/>
                </a:lnTo>
                <a:lnTo>
                  <a:pt x="151055" y="87030"/>
                </a:lnTo>
                <a:lnTo>
                  <a:pt x="173806" y="111324"/>
                </a:lnTo>
                <a:lnTo>
                  <a:pt x="179237" y="119525"/>
                </a:lnTo>
                <a:lnTo>
                  <a:pt x="176060" y="131211"/>
                </a:lnTo>
                <a:lnTo>
                  <a:pt x="184874" y="135004"/>
                </a:lnTo>
                <a:lnTo>
                  <a:pt x="199323" y="162271"/>
                </a:lnTo>
                <a:lnTo>
                  <a:pt x="198504" y="167191"/>
                </a:lnTo>
                <a:lnTo>
                  <a:pt x="171039" y="159913"/>
                </a:lnTo>
                <a:lnTo>
                  <a:pt x="139885" y="158375"/>
                </a:lnTo>
                <a:lnTo>
                  <a:pt x="132404" y="129776"/>
                </a:lnTo>
                <a:lnTo>
                  <a:pt x="114368" y="113067"/>
                </a:lnTo>
                <a:lnTo>
                  <a:pt x="76860" y="98716"/>
                </a:lnTo>
                <a:lnTo>
                  <a:pt x="34433" y="94513"/>
                </a:lnTo>
                <a:lnTo>
                  <a:pt x="11170" y="81084"/>
                </a:lnTo>
                <a:lnTo>
                  <a:pt x="0" y="15786"/>
                </a:lnTo>
                <a:lnTo>
                  <a:pt x="5226" y="12814"/>
                </a:lnTo>
                <a:lnTo>
                  <a:pt x="4612" y="5228"/>
                </a:lnTo>
                <a:lnTo>
                  <a:pt x="16397" y="0"/>
                </a:lnTo>
              </a:path>
            </a:pathLst>
          </a:custGeom>
          <a:noFill xmlns:a="http://schemas.openxmlformats.org/drawingml/2006/main"/>
          <a:ln xmlns:a="http://schemas.openxmlformats.org/drawingml/2006/main" w="3269">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13EAFF66-B3B1-47A3-B32C-19CAF63CCE50}"/>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49006" h="124650">
                <a:moveTo>
                  <a:pt x="99098" y="0"/>
                </a:moveTo>
                <a:lnTo>
                  <a:pt x="123488" y="2358"/>
                </a:lnTo>
                <a:lnTo>
                  <a:pt x="126973" y="8508"/>
                </a:lnTo>
                <a:lnTo>
                  <a:pt x="110473" y="13531"/>
                </a:lnTo>
                <a:lnTo>
                  <a:pt x="108731" y="18759"/>
                </a:lnTo>
                <a:lnTo>
                  <a:pt x="121131" y="10558"/>
                </a:lnTo>
                <a:lnTo>
                  <a:pt x="133019" y="11891"/>
                </a:lnTo>
                <a:lnTo>
                  <a:pt x="148391" y="37518"/>
                </a:lnTo>
                <a:lnTo>
                  <a:pt x="140602" y="44284"/>
                </a:lnTo>
                <a:lnTo>
                  <a:pt x="141422" y="47564"/>
                </a:lnTo>
                <a:lnTo>
                  <a:pt x="143164" y="44079"/>
                </a:lnTo>
                <a:lnTo>
                  <a:pt x="149006" y="44591"/>
                </a:lnTo>
                <a:lnTo>
                  <a:pt x="147059" y="57200"/>
                </a:lnTo>
                <a:lnTo>
                  <a:pt x="136196" y="54739"/>
                </a:lnTo>
                <a:lnTo>
                  <a:pt x="124206" y="64170"/>
                </a:lnTo>
                <a:lnTo>
                  <a:pt x="114163" y="40491"/>
                </a:lnTo>
                <a:lnTo>
                  <a:pt x="113958" y="46744"/>
                </a:lnTo>
                <a:lnTo>
                  <a:pt x="123078" y="58840"/>
                </a:lnTo>
                <a:lnTo>
                  <a:pt x="119901" y="65400"/>
                </a:lnTo>
                <a:lnTo>
                  <a:pt x="113958" y="53509"/>
                </a:lnTo>
                <a:lnTo>
                  <a:pt x="105144" y="50844"/>
                </a:lnTo>
                <a:lnTo>
                  <a:pt x="97151" y="54534"/>
                </a:lnTo>
                <a:lnTo>
                  <a:pt x="105862" y="51459"/>
                </a:lnTo>
                <a:lnTo>
                  <a:pt x="113753" y="54227"/>
                </a:lnTo>
                <a:lnTo>
                  <a:pt x="117954" y="62428"/>
                </a:lnTo>
                <a:lnTo>
                  <a:pt x="114777" y="91130"/>
                </a:lnTo>
                <a:lnTo>
                  <a:pt x="100328" y="90105"/>
                </a:lnTo>
                <a:lnTo>
                  <a:pt x="84546" y="99023"/>
                </a:lnTo>
                <a:lnTo>
                  <a:pt x="78705" y="92360"/>
                </a:lnTo>
                <a:lnTo>
                  <a:pt x="73581" y="92360"/>
                </a:lnTo>
                <a:lnTo>
                  <a:pt x="49190" y="107326"/>
                </a:lnTo>
                <a:lnTo>
                  <a:pt x="49908" y="110504"/>
                </a:lnTo>
                <a:lnTo>
                  <a:pt x="40992" y="112964"/>
                </a:lnTo>
                <a:lnTo>
                  <a:pt x="36483" y="107839"/>
                </a:lnTo>
                <a:lnTo>
                  <a:pt x="19471" y="124650"/>
                </a:lnTo>
                <a:lnTo>
                  <a:pt x="22955" y="116962"/>
                </a:lnTo>
                <a:lnTo>
                  <a:pt x="18036" y="95025"/>
                </a:lnTo>
                <a:lnTo>
                  <a:pt x="7174" y="63043"/>
                </a:lnTo>
                <a:lnTo>
                  <a:pt x="0" y="58942"/>
                </a:lnTo>
                <a:lnTo>
                  <a:pt x="820" y="53714"/>
                </a:lnTo>
                <a:lnTo>
                  <a:pt x="42017" y="47666"/>
                </a:lnTo>
                <a:lnTo>
                  <a:pt x="52777" y="56072"/>
                </a:lnTo>
                <a:lnTo>
                  <a:pt x="55544" y="54022"/>
                </a:lnTo>
                <a:lnTo>
                  <a:pt x="50113" y="41106"/>
                </a:lnTo>
                <a:lnTo>
                  <a:pt x="67432" y="11481"/>
                </a:lnTo>
                <a:lnTo>
                  <a:pt x="81984" y="3178"/>
                </a:lnTo>
                <a:lnTo>
                  <a:pt x="99098" y="0"/>
                </a:lnTo>
              </a:path>
            </a:pathLst>
          </a:custGeom>
          <a:noFill xmlns:a="http://schemas.openxmlformats.org/drawingml/2006/main"/>
          <a:ln xmlns:a="http://schemas.openxmlformats.org/drawingml/2006/main" w="3269">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9D7240C4-7192-4FD6-9737-2C21E5639A0E}"/>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135786" h="102201">
                <a:moveTo>
                  <a:pt x="47448" y="0"/>
                </a:moveTo>
                <a:lnTo>
                  <a:pt x="64767" y="7586"/>
                </a:lnTo>
                <a:lnTo>
                  <a:pt x="68764" y="16504"/>
                </a:lnTo>
                <a:lnTo>
                  <a:pt x="87415" y="8406"/>
                </a:lnTo>
                <a:lnTo>
                  <a:pt x="85981" y="24705"/>
                </a:lnTo>
                <a:lnTo>
                  <a:pt x="88543" y="8201"/>
                </a:lnTo>
                <a:lnTo>
                  <a:pt x="96844" y="6151"/>
                </a:lnTo>
                <a:lnTo>
                  <a:pt x="115802" y="12506"/>
                </a:lnTo>
                <a:lnTo>
                  <a:pt x="120414" y="21424"/>
                </a:lnTo>
                <a:lnTo>
                  <a:pt x="123181" y="18144"/>
                </a:lnTo>
                <a:lnTo>
                  <a:pt x="135786" y="20707"/>
                </a:lnTo>
                <a:lnTo>
                  <a:pt x="135171" y="31368"/>
                </a:lnTo>
                <a:lnTo>
                  <a:pt x="125435" y="44591"/>
                </a:lnTo>
                <a:lnTo>
                  <a:pt x="112215" y="37826"/>
                </a:lnTo>
                <a:lnTo>
                  <a:pt x="106169" y="42848"/>
                </a:lnTo>
                <a:lnTo>
                  <a:pt x="114163" y="40901"/>
                </a:lnTo>
                <a:lnTo>
                  <a:pt x="118672" y="46436"/>
                </a:lnTo>
                <a:lnTo>
                  <a:pt x="116622" y="63658"/>
                </a:lnTo>
                <a:lnTo>
                  <a:pt x="112625" y="66835"/>
                </a:lnTo>
                <a:lnTo>
                  <a:pt x="117032" y="93795"/>
                </a:lnTo>
                <a:lnTo>
                  <a:pt x="100840" y="102201"/>
                </a:lnTo>
                <a:lnTo>
                  <a:pt x="87210" y="100048"/>
                </a:lnTo>
                <a:lnTo>
                  <a:pt x="72043" y="90105"/>
                </a:lnTo>
                <a:lnTo>
                  <a:pt x="67329" y="95435"/>
                </a:lnTo>
                <a:lnTo>
                  <a:pt x="59028" y="95230"/>
                </a:lnTo>
                <a:lnTo>
                  <a:pt x="39352" y="71961"/>
                </a:lnTo>
                <a:lnTo>
                  <a:pt x="29719" y="43156"/>
                </a:lnTo>
                <a:lnTo>
                  <a:pt x="21623" y="37621"/>
                </a:lnTo>
                <a:lnTo>
                  <a:pt x="15270" y="39568"/>
                </a:lnTo>
                <a:lnTo>
                  <a:pt x="922" y="34750"/>
                </a:lnTo>
                <a:lnTo>
                  <a:pt x="0" y="26960"/>
                </a:lnTo>
                <a:lnTo>
                  <a:pt x="13527" y="11071"/>
                </a:lnTo>
                <a:lnTo>
                  <a:pt x="19574" y="13839"/>
                </a:lnTo>
                <a:lnTo>
                  <a:pt x="32589" y="1025"/>
                </a:lnTo>
                <a:lnTo>
                  <a:pt x="35765" y="6151"/>
                </a:lnTo>
                <a:lnTo>
                  <a:pt x="36790" y="2153"/>
                </a:lnTo>
                <a:lnTo>
                  <a:pt x="47448" y="0"/>
                </a:lnTo>
              </a:path>
            </a:pathLst>
          </a:custGeom>
          <a:noFill xmlns:a="http://schemas.openxmlformats.org/drawingml/2006/main"/>
          <a:ln xmlns:a="http://schemas.openxmlformats.org/drawingml/2006/main" w="3269">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ABB3BB56-B538-4266-B5E8-F006BD384547}"/>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97868" h="104148">
                <a:moveTo>
                  <a:pt x="12298" y="2870"/>
                </a:moveTo>
                <a:lnTo>
                  <a:pt x="35868" y="25012"/>
                </a:lnTo>
                <a:lnTo>
                  <a:pt x="48985" y="29932"/>
                </a:lnTo>
                <a:lnTo>
                  <a:pt x="67329" y="62120"/>
                </a:lnTo>
                <a:lnTo>
                  <a:pt x="97356" y="92565"/>
                </a:lnTo>
                <a:lnTo>
                  <a:pt x="97868" y="104148"/>
                </a:lnTo>
                <a:lnTo>
                  <a:pt x="67637" y="96358"/>
                </a:lnTo>
                <a:lnTo>
                  <a:pt x="17422" y="64683"/>
                </a:lnTo>
                <a:lnTo>
                  <a:pt x="717" y="29932"/>
                </a:lnTo>
                <a:lnTo>
                  <a:pt x="0" y="2768"/>
                </a:lnTo>
                <a:lnTo>
                  <a:pt x="5944" y="0"/>
                </a:lnTo>
                <a:lnTo>
                  <a:pt x="12298" y="2870"/>
                </a:lnTo>
              </a:path>
            </a:pathLst>
          </a:custGeom>
          <a:noFill xmlns:a="http://schemas.openxmlformats.org/drawingml/2006/main"/>
          <a:ln xmlns:a="http://schemas.openxmlformats.org/drawingml/2006/main" w="3269">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BA124359-FEB2-4AD7-9FAA-3F008A14A728}"/>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37610" h="54739">
                <a:moveTo>
                  <a:pt x="6661" y="0"/>
                </a:moveTo>
                <a:lnTo>
                  <a:pt x="17319" y="3485"/>
                </a:lnTo>
                <a:lnTo>
                  <a:pt x="3484" y="1128"/>
                </a:lnTo>
                <a:lnTo>
                  <a:pt x="8301" y="21014"/>
                </a:lnTo>
                <a:lnTo>
                  <a:pt x="35458" y="25935"/>
                </a:lnTo>
                <a:lnTo>
                  <a:pt x="26952" y="42438"/>
                </a:lnTo>
                <a:lnTo>
                  <a:pt x="37610" y="49614"/>
                </a:lnTo>
                <a:lnTo>
                  <a:pt x="19676" y="54739"/>
                </a:lnTo>
                <a:lnTo>
                  <a:pt x="1947" y="41618"/>
                </a:lnTo>
                <a:lnTo>
                  <a:pt x="10350" y="44796"/>
                </a:lnTo>
                <a:lnTo>
                  <a:pt x="13425" y="39363"/>
                </a:lnTo>
                <a:lnTo>
                  <a:pt x="6354" y="28395"/>
                </a:lnTo>
                <a:lnTo>
                  <a:pt x="2460" y="28190"/>
                </a:lnTo>
                <a:lnTo>
                  <a:pt x="0" y="34033"/>
                </a:lnTo>
                <a:lnTo>
                  <a:pt x="5022" y="17939"/>
                </a:lnTo>
                <a:lnTo>
                  <a:pt x="922" y="2973"/>
                </a:lnTo>
                <a:lnTo>
                  <a:pt x="6661" y="0"/>
                </a:lnTo>
              </a:path>
            </a:pathLst>
          </a:custGeom>
          <a:noFill xmlns:a="http://schemas.openxmlformats.org/drawingml/2006/main"/>
          <a:ln xmlns:a="http://schemas.openxmlformats.org/drawingml/2006/main" w="3269">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22200B6A-A53B-4A98-B9CD-E2086CE8F4D8}"/>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36073" h="9533">
                <a:moveTo>
                  <a:pt x="19369" y="0"/>
                </a:moveTo>
                <a:lnTo>
                  <a:pt x="36073" y="0"/>
                </a:lnTo>
                <a:lnTo>
                  <a:pt x="36073" y="9533"/>
                </a:lnTo>
                <a:lnTo>
                  <a:pt x="0" y="9533"/>
                </a:lnTo>
                <a:lnTo>
                  <a:pt x="0" y="0"/>
                </a:lnTo>
                <a:lnTo>
                  <a:pt x="19369" y="0"/>
                </a:lnTo>
              </a:path>
            </a:pathLst>
          </a:custGeom>
          <a:noFill xmlns:a="http://schemas.openxmlformats.org/drawingml/2006/main"/>
          <a:ln xmlns:a="http://schemas.openxmlformats.org/drawingml/2006/main" w="3269">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797DBB70-A8BE-4E12-AEF3-E54852D052D8}"/>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48371" h="44284">
                <a:moveTo>
                  <a:pt x="31051" y="15479"/>
                </a:moveTo>
                <a:lnTo>
                  <a:pt x="48371" y="31573"/>
                </a:lnTo>
                <a:lnTo>
                  <a:pt x="41402" y="24807"/>
                </a:lnTo>
                <a:lnTo>
                  <a:pt x="36790" y="33110"/>
                </a:lnTo>
                <a:lnTo>
                  <a:pt x="37713" y="40286"/>
                </a:lnTo>
                <a:lnTo>
                  <a:pt x="47756" y="37723"/>
                </a:lnTo>
                <a:lnTo>
                  <a:pt x="20803" y="44284"/>
                </a:lnTo>
                <a:lnTo>
                  <a:pt x="30846" y="39158"/>
                </a:lnTo>
                <a:lnTo>
                  <a:pt x="23673" y="16606"/>
                </a:lnTo>
                <a:lnTo>
                  <a:pt x="0" y="0"/>
                </a:lnTo>
                <a:lnTo>
                  <a:pt x="31051" y="15479"/>
                </a:lnTo>
              </a:path>
            </a:pathLst>
          </a:custGeom>
          <a:noFill xmlns:a="http://schemas.openxmlformats.org/drawingml/2006/main"/>
          <a:ln xmlns:a="http://schemas.openxmlformats.org/drawingml/2006/main" w="3269">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5B0392DB-AE96-448C-840D-D67865B3B785}"/>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23878" h="24910">
                <a:moveTo>
                  <a:pt x="13117" y="23474"/>
                </a:moveTo>
                <a:lnTo>
                  <a:pt x="5226" y="24910"/>
                </a:lnTo>
                <a:lnTo>
                  <a:pt x="0" y="21322"/>
                </a:lnTo>
                <a:lnTo>
                  <a:pt x="6559" y="16504"/>
                </a:lnTo>
                <a:lnTo>
                  <a:pt x="8198" y="9021"/>
                </a:lnTo>
                <a:lnTo>
                  <a:pt x="23878" y="0"/>
                </a:lnTo>
                <a:lnTo>
                  <a:pt x="13117" y="23474"/>
                </a:lnTo>
              </a:path>
            </a:pathLst>
          </a:custGeom>
          <a:noFill xmlns:a="http://schemas.openxmlformats.org/drawingml/2006/main"/>
          <a:ln xmlns:a="http://schemas.openxmlformats.org/drawingml/2006/main" w="3269">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41FBFBC2-FB06-4538-9650-6ECB18542B50}"/>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6602" h="24910">
                <a:moveTo>
                  <a:pt x="8608" y="24910"/>
                </a:moveTo>
                <a:lnTo>
                  <a:pt x="0" y="22142"/>
                </a:lnTo>
                <a:lnTo>
                  <a:pt x="9838" y="0"/>
                </a:lnTo>
                <a:lnTo>
                  <a:pt x="16602" y="13429"/>
                </a:lnTo>
                <a:lnTo>
                  <a:pt x="16294" y="18759"/>
                </a:lnTo>
                <a:lnTo>
                  <a:pt x="8608" y="24910"/>
                </a:lnTo>
              </a:path>
            </a:pathLst>
          </a:custGeom>
          <a:noFill xmlns:a="http://schemas.openxmlformats.org/drawingml/2006/main"/>
          <a:ln xmlns:a="http://schemas.openxmlformats.org/drawingml/2006/main" w="3269">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D70118E5-CAF9-4CA9-A963-845D90F2B590}"/>
              </a:ext>
            </a:extLst>
          </p:cNvPr>
          <p:cNvSpPr>
            <a:spLocks xmlns:a="http://schemas.openxmlformats.org/drawingml/2006/main" noGrp="1"/>
          </p:cNvSpPr>
          <p:nvPr/>
        </p:nvSpPr>
        <p:spPr>
          <a:xfrm xmlns:a="http://schemas.openxmlformats.org/drawingml/2006/main">
            <a:off x="239718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421D0786-0A70-461D-B80C-47499E684BA3}"/>
              </a:ext>
            </a:extLst>
          </p:cNvPr>
          <p:cNvSpPr>
            <a:spLocks xmlns:a="http://schemas.openxmlformats.org/drawingml/2006/main" noGrp="1"/>
          </p:cNvSpPr>
          <p:nvPr/>
        </p:nvSpPr>
        <p:spPr>
          <a:xfrm xmlns:a="http://schemas.openxmlformats.org/drawingml/2006/main">
            <a:off x="247618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935A9B24-A5E2-4A2F-B218-A2B8B9B03D54}"/>
              </a:ext>
            </a:extLst>
          </p:cNvPr>
          <p:cNvSpPr>
            <a:spLocks xmlns:a="http://schemas.openxmlformats.org/drawingml/2006/main" noGrp="1"/>
          </p:cNvSpPr>
          <p:nvPr/>
        </p:nvSpPr>
        <p:spPr>
          <a:xfrm xmlns:a="http://schemas.openxmlformats.org/drawingml/2006/main">
            <a:off x="247618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76D70FEE-FFCF-46F6-86A1-7B9985847A26}"/>
              </a:ext>
            </a:extLst>
          </p:cNvPr>
          <p:cNvSpPr>
            <a:spLocks xmlns:a="http://schemas.openxmlformats.org/drawingml/2006/main" noGrp="1"/>
          </p:cNvSpPr>
          <p:nvPr/>
        </p:nvSpPr>
        <p:spPr>
          <a:xfrm xmlns:a="http://schemas.openxmlformats.org/drawingml/2006/main">
            <a:off x="255519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D700E6DC-BFD2-49C1-88DA-62563B23B9E0}"/>
              </a:ext>
            </a:extLst>
          </p:cNvPr>
          <p:cNvSpPr>
            <a:spLocks xmlns:a="http://schemas.openxmlformats.org/drawingml/2006/main" noGrp="1"/>
          </p:cNvSpPr>
          <p:nvPr/>
        </p:nvSpPr>
        <p:spPr>
          <a:xfrm xmlns:a="http://schemas.openxmlformats.org/drawingml/2006/main">
            <a:off x="255519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919FF866-DEC8-41E2-BE73-3EBEDF240B73}"/>
              </a:ext>
            </a:extLst>
          </p:cNvPr>
          <p:cNvSpPr>
            <a:spLocks xmlns:a="http://schemas.openxmlformats.org/drawingml/2006/main" noGrp="1"/>
          </p:cNvSpPr>
          <p:nvPr/>
        </p:nvSpPr>
        <p:spPr>
          <a:xfrm xmlns:a="http://schemas.openxmlformats.org/drawingml/2006/main">
            <a:off x="263419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8C137B8C-69DD-4B12-9E7F-99D4DF0FF272}"/>
              </a:ext>
            </a:extLst>
          </p:cNvPr>
          <p:cNvSpPr>
            <a:spLocks xmlns:a="http://schemas.openxmlformats.org/drawingml/2006/main" noGrp="1"/>
          </p:cNvSpPr>
          <p:nvPr/>
        </p:nvSpPr>
        <p:spPr>
          <a:xfrm xmlns:a="http://schemas.openxmlformats.org/drawingml/2006/main">
            <a:off x="263419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4DEDD"/>
          </a:solidFill>
          <a:ln xmlns:a="http://schemas.openxmlformats.org/drawingml/2006/main" w="2452">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3F0E7493-1309-4641-8254-7B4152DE696A}"/>
              </a:ext>
            </a:extLst>
          </p:cNvPr>
          <p:cNvSpPr>
            <a:spLocks xmlns:a="http://schemas.openxmlformats.org/drawingml/2006/main" noGrp="1"/>
          </p:cNvSpPr>
          <p:nvPr/>
        </p:nvSpPr>
        <p:spPr>
          <a:xfrm xmlns:a="http://schemas.openxmlformats.org/drawingml/2006/main">
            <a:off x="263419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0A4A0"/>
          </a:solidFill>
          <a:ln xmlns:a="http://schemas.openxmlformats.org/drawingml/2006/main" w="2452">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DD56F60A-C7EC-4803-9B3D-CF88D69566DE}"/>
              </a:ext>
            </a:extLst>
          </p:cNvPr>
          <p:cNvSpPr>
            <a:spLocks xmlns:a="http://schemas.openxmlformats.org/drawingml/2006/main" noGrp="1"/>
          </p:cNvSpPr>
          <p:nvPr/>
        </p:nvSpPr>
        <p:spPr>
          <a:xfrm xmlns:a="http://schemas.openxmlformats.org/drawingml/2006/main">
            <a:off x="263419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38ABC931-C13C-42A9-8DE5-313D7D99E658}"/>
              </a:ext>
            </a:extLst>
          </p:cNvPr>
          <p:cNvSpPr>
            <a:spLocks xmlns:a="http://schemas.openxmlformats.org/drawingml/2006/main" noGrp="1"/>
          </p:cNvSpPr>
          <p:nvPr/>
        </p:nvSpPr>
        <p:spPr>
          <a:xfrm xmlns:a="http://schemas.openxmlformats.org/drawingml/2006/main">
            <a:off x="271319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DA40EF92-EB65-4741-8D97-8321EA8261C6}"/>
              </a:ext>
            </a:extLst>
          </p:cNvPr>
          <p:cNvSpPr>
            <a:spLocks xmlns:a="http://schemas.openxmlformats.org/drawingml/2006/main" noGrp="1"/>
          </p:cNvSpPr>
          <p:nvPr/>
        </p:nvSpPr>
        <p:spPr>
          <a:xfrm xmlns:a="http://schemas.openxmlformats.org/drawingml/2006/main">
            <a:off x="271319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BC8"/>
          </a:solidFill>
          <a:ln xmlns:a="http://schemas.openxmlformats.org/drawingml/2006/main" w="2452">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9D348EA4-3467-4F0D-A4D6-0404B3950B86}"/>
              </a:ext>
            </a:extLst>
          </p:cNvPr>
          <p:cNvSpPr>
            <a:spLocks xmlns:a="http://schemas.openxmlformats.org/drawingml/2006/main" noGrp="1"/>
          </p:cNvSpPr>
          <p:nvPr/>
        </p:nvSpPr>
        <p:spPr>
          <a:xfrm xmlns:a="http://schemas.openxmlformats.org/drawingml/2006/main">
            <a:off x="271319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FA09B"/>
          </a:solidFill>
          <a:ln xmlns:a="http://schemas.openxmlformats.org/drawingml/2006/main" w="2452">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E758CC1C-477B-4396-A49C-075D3681C534}"/>
              </a:ext>
            </a:extLst>
          </p:cNvPr>
          <p:cNvSpPr>
            <a:spLocks xmlns:a="http://schemas.openxmlformats.org/drawingml/2006/main" noGrp="1"/>
          </p:cNvSpPr>
          <p:nvPr/>
        </p:nvSpPr>
        <p:spPr>
          <a:xfrm xmlns:a="http://schemas.openxmlformats.org/drawingml/2006/main">
            <a:off x="271319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85D473C7-8DFC-4BF4-A64E-30311BF928DB}"/>
              </a:ext>
            </a:extLst>
          </p:cNvPr>
          <p:cNvSpPr>
            <a:spLocks xmlns:a="http://schemas.openxmlformats.org/drawingml/2006/main" noGrp="1"/>
          </p:cNvSpPr>
          <p:nvPr/>
        </p:nvSpPr>
        <p:spPr>
          <a:xfrm xmlns:a="http://schemas.openxmlformats.org/drawingml/2006/main">
            <a:off x="279219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CBC5E735-1E61-4576-81A2-42C5D72B4B1D}"/>
              </a:ext>
            </a:extLst>
          </p:cNvPr>
          <p:cNvSpPr>
            <a:spLocks xmlns:a="http://schemas.openxmlformats.org/drawingml/2006/main" noGrp="1"/>
          </p:cNvSpPr>
          <p:nvPr/>
        </p:nvSpPr>
        <p:spPr>
          <a:xfrm xmlns:a="http://schemas.openxmlformats.org/drawingml/2006/main">
            <a:off x="2713196"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58F6F58D-A956-4735-AC79-093D6E7358FA}"/>
              </a:ext>
            </a:extLst>
          </p:cNvPr>
          <p:cNvSpPr>
            <a:spLocks xmlns:a="http://schemas.openxmlformats.org/drawingml/2006/main" noGrp="1"/>
          </p:cNvSpPr>
          <p:nvPr/>
        </p:nvSpPr>
        <p:spPr>
          <a:xfrm xmlns:a="http://schemas.openxmlformats.org/drawingml/2006/main">
            <a:off x="271319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2255D899-4439-4CEB-A39D-764BC65DE058}"/>
              </a:ext>
            </a:extLst>
          </p:cNvPr>
          <p:cNvSpPr>
            <a:spLocks xmlns:a="http://schemas.openxmlformats.org/drawingml/2006/main" noGrp="1"/>
          </p:cNvSpPr>
          <p:nvPr/>
        </p:nvSpPr>
        <p:spPr>
          <a:xfrm xmlns:a="http://schemas.openxmlformats.org/drawingml/2006/main">
            <a:off x="271319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83035C76-E9F0-4FB6-9BF5-66645357AE1B}"/>
              </a:ext>
            </a:extLst>
          </p:cNvPr>
          <p:cNvSpPr>
            <a:spLocks xmlns:a="http://schemas.openxmlformats.org/drawingml/2006/main" noGrp="1"/>
          </p:cNvSpPr>
          <p:nvPr/>
        </p:nvSpPr>
        <p:spPr>
          <a:xfrm xmlns:a="http://schemas.openxmlformats.org/drawingml/2006/main">
            <a:off x="271319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4ECF1B5B-E4DE-43B2-8336-C243EB277D87}"/>
              </a:ext>
            </a:extLst>
          </p:cNvPr>
          <p:cNvSpPr>
            <a:spLocks xmlns:a="http://schemas.openxmlformats.org/drawingml/2006/main" noGrp="1"/>
          </p:cNvSpPr>
          <p:nvPr/>
        </p:nvSpPr>
        <p:spPr>
          <a:xfrm xmlns:a="http://schemas.openxmlformats.org/drawingml/2006/main">
            <a:off x="279219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1795A052-B32F-4E98-A644-0C37F5549886}"/>
              </a:ext>
            </a:extLst>
          </p:cNvPr>
          <p:cNvSpPr>
            <a:spLocks xmlns:a="http://schemas.openxmlformats.org/drawingml/2006/main" noGrp="1"/>
          </p:cNvSpPr>
          <p:nvPr/>
        </p:nvSpPr>
        <p:spPr>
          <a:xfrm xmlns:a="http://schemas.openxmlformats.org/drawingml/2006/main">
            <a:off x="279219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01445431-129A-4B13-BB05-6DDF8AC5EED5}"/>
              </a:ext>
            </a:extLst>
          </p:cNvPr>
          <p:cNvSpPr>
            <a:spLocks xmlns:a="http://schemas.openxmlformats.org/drawingml/2006/main" noGrp="1"/>
          </p:cNvSpPr>
          <p:nvPr/>
        </p:nvSpPr>
        <p:spPr>
          <a:xfrm xmlns:a="http://schemas.openxmlformats.org/drawingml/2006/main">
            <a:off x="287120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4DD70BE1-C54C-4A0D-8202-04CE8834A026}"/>
              </a:ext>
            </a:extLst>
          </p:cNvPr>
          <p:cNvSpPr>
            <a:spLocks xmlns:a="http://schemas.openxmlformats.org/drawingml/2006/main" noGrp="1"/>
          </p:cNvSpPr>
          <p:nvPr/>
        </p:nvSpPr>
        <p:spPr>
          <a:xfrm xmlns:a="http://schemas.openxmlformats.org/drawingml/2006/main">
            <a:off x="287120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9675408C-6BFE-4411-AAB7-427352F30CE3}"/>
              </a:ext>
            </a:extLst>
          </p:cNvPr>
          <p:cNvSpPr>
            <a:spLocks xmlns:a="http://schemas.openxmlformats.org/drawingml/2006/main" noGrp="1"/>
          </p:cNvSpPr>
          <p:nvPr/>
        </p:nvSpPr>
        <p:spPr>
          <a:xfrm xmlns:a="http://schemas.openxmlformats.org/drawingml/2006/main">
            <a:off x="287120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4B9C0BC3-2AA0-4351-8BD7-4CA33F49E8AF}"/>
              </a:ext>
            </a:extLst>
          </p:cNvPr>
          <p:cNvSpPr>
            <a:spLocks xmlns:a="http://schemas.openxmlformats.org/drawingml/2006/main" noGrp="1"/>
          </p:cNvSpPr>
          <p:nvPr/>
        </p:nvSpPr>
        <p:spPr>
          <a:xfrm xmlns:a="http://schemas.openxmlformats.org/drawingml/2006/main">
            <a:off x="287120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620071C8-6026-4C60-9FAF-2B3A49326B6E}"/>
              </a:ext>
            </a:extLst>
          </p:cNvPr>
          <p:cNvSpPr>
            <a:spLocks xmlns:a="http://schemas.openxmlformats.org/drawingml/2006/main" noGrp="1"/>
          </p:cNvSpPr>
          <p:nvPr/>
        </p:nvSpPr>
        <p:spPr>
          <a:xfrm xmlns:a="http://schemas.openxmlformats.org/drawingml/2006/main">
            <a:off x="287120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DC0920C9-F3E0-4377-8EEF-13FDEBF78AB1}"/>
              </a:ext>
            </a:extLst>
          </p:cNvPr>
          <p:cNvSpPr>
            <a:spLocks xmlns:a="http://schemas.openxmlformats.org/drawingml/2006/main" noGrp="1"/>
          </p:cNvSpPr>
          <p:nvPr/>
        </p:nvSpPr>
        <p:spPr>
          <a:xfrm xmlns:a="http://schemas.openxmlformats.org/drawingml/2006/main">
            <a:off x="2950204"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B1F3A040-46C7-4C01-A5D3-83C09F6A766F}"/>
              </a:ext>
            </a:extLst>
          </p:cNvPr>
          <p:cNvSpPr>
            <a:spLocks xmlns:a="http://schemas.openxmlformats.org/drawingml/2006/main" noGrp="1"/>
          </p:cNvSpPr>
          <p:nvPr/>
        </p:nvSpPr>
        <p:spPr>
          <a:xfrm xmlns:a="http://schemas.openxmlformats.org/drawingml/2006/main">
            <a:off x="295020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FD3428A6-9DF1-4A0F-A3FC-64F90EBE3B9E}"/>
              </a:ext>
            </a:extLst>
          </p:cNvPr>
          <p:cNvSpPr>
            <a:spLocks xmlns:a="http://schemas.openxmlformats.org/drawingml/2006/main" noGrp="1"/>
          </p:cNvSpPr>
          <p:nvPr/>
        </p:nvSpPr>
        <p:spPr>
          <a:xfrm xmlns:a="http://schemas.openxmlformats.org/drawingml/2006/main">
            <a:off x="295020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1BE"/>
          </a:solidFill>
          <a:ln xmlns:a="http://schemas.openxmlformats.org/drawingml/2006/main" w="2452">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2DA83946-63CF-4236-BBBE-5C2C5ADC01B4}"/>
              </a:ext>
            </a:extLst>
          </p:cNvPr>
          <p:cNvSpPr>
            <a:spLocks xmlns:a="http://schemas.openxmlformats.org/drawingml/2006/main" noGrp="1"/>
          </p:cNvSpPr>
          <p:nvPr/>
        </p:nvSpPr>
        <p:spPr>
          <a:xfrm xmlns:a="http://schemas.openxmlformats.org/drawingml/2006/main">
            <a:off x="295020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3AF6E493-5A38-456D-9956-BA38BEF4AE57}"/>
              </a:ext>
            </a:extLst>
          </p:cNvPr>
          <p:cNvSpPr>
            <a:spLocks xmlns:a="http://schemas.openxmlformats.org/drawingml/2006/main" noGrp="1"/>
          </p:cNvSpPr>
          <p:nvPr/>
        </p:nvSpPr>
        <p:spPr>
          <a:xfrm xmlns:a="http://schemas.openxmlformats.org/drawingml/2006/main">
            <a:off x="295020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886EBDC5-08CA-461E-805A-995F19636933}"/>
              </a:ext>
            </a:extLst>
          </p:cNvPr>
          <p:cNvSpPr>
            <a:spLocks xmlns:a="http://schemas.openxmlformats.org/drawingml/2006/main" noGrp="1"/>
          </p:cNvSpPr>
          <p:nvPr/>
        </p:nvSpPr>
        <p:spPr>
          <a:xfrm xmlns:a="http://schemas.openxmlformats.org/drawingml/2006/main">
            <a:off x="295020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A893E51F-38E9-4AB9-AE5D-BD6367282546}"/>
              </a:ext>
            </a:extLst>
          </p:cNvPr>
          <p:cNvSpPr>
            <a:spLocks xmlns:a="http://schemas.openxmlformats.org/drawingml/2006/main" noGrp="1"/>
          </p:cNvSpPr>
          <p:nvPr/>
        </p:nvSpPr>
        <p:spPr>
          <a:xfrm xmlns:a="http://schemas.openxmlformats.org/drawingml/2006/main">
            <a:off x="302920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0F76DFFB-2FC5-40C9-963A-BB9E48A07BD4}"/>
              </a:ext>
            </a:extLst>
          </p:cNvPr>
          <p:cNvSpPr>
            <a:spLocks xmlns:a="http://schemas.openxmlformats.org/drawingml/2006/main" noGrp="1"/>
          </p:cNvSpPr>
          <p:nvPr/>
        </p:nvSpPr>
        <p:spPr>
          <a:xfrm xmlns:a="http://schemas.openxmlformats.org/drawingml/2006/main">
            <a:off x="302920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A54F39E4-F16A-42EB-BDB2-711906836316}"/>
              </a:ext>
            </a:extLst>
          </p:cNvPr>
          <p:cNvSpPr>
            <a:spLocks xmlns:a="http://schemas.openxmlformats.org/drawingml/2006/main" noGrp="1"/>
          </p:cNvSpPr>
          <p:nvPr/>
        </p:nvSpPr>
        <p:spPr>
          <a:xfrm xmlns:a="http://schemas.openxmlformats.org/drawingml/2006/main">
            <a:off x="302920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2DFB3084-28F0-4069-99B9-EE462EDA6418}"/>
              </a:ext>
            </a:extLst>
          </p:cNvPr>
          <p:cNvSpPr>
            <a:spLocks xmlns:a="http://schemas.openxmlformats.org/drawingml/2006/main" noGrp="1"/>
          </p:cNvSpPr>
          <p:nvPr/>
        </p:nvSpPr>
        <p:spPr>
          <a:xfrm xmlns:a="http://schemas.openxmlformats.org/drawingml/2006/main">
            <a:off x="302920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EAA2FDED-7D6B-4A5F-A8A7-AECCD5025E5C}"/>
              </a:ext>
            </a:extLst>
          </p:cNvPr>
          <p:cNvSpPr>
            <a:spLocks xmlns:a="http://schemas.openxmlformats.org/drawingml/2006/main" noGrp="1"/>
          </p:cNvSpPr>
          <p:nvPr/>
        </p:nvSpPr>
        <p:spPr>
          <a:xfrm xmlns:a="http://schemas.openxmlformats.org/drawingml/2006/main">
            <a:off x="302920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F5E3083E-F571-4CCE-AE2E-1D9778FEA6F0}"/>
              </a:ext>
            </a:extLst>
          </p:cNvPr>
          <p:cNvSpPr>
            <a:spLocks xmlns:a="http://schemas.openxmlformats.org/drawingml/2006/main" noGrp="1"/>
          </p:cNvSpPr>
          <p:nvPr/>
        </p:nvSpPr>
        <p:spPr>
          <a:xfrm xmlns:a="http://schemas.openxmlformats.org/drawingml/2006/main">
            <a:off x="302920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4ED8EDC2-10FE-478C-93FD-D4679D084065}"/>
              </a:ext>
            </a:extLst>
          </p:cNvPr>
          <p:cNvSpPr>
            <a:spLocks xmlns:a="http://schemas.openxmlformats.org/drawingml/2006/main" noGrp="1"/>
          </p:cNvSpPr>
          <p:nvPr/>
        </p:nvSpPr>
        <p:spPr>
          <a:xfrm xmlns:a="http://schemas.openxmlformats.org/drawingml/2006/main">
            <a:off x="3108209"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FABE5F86-5815-40CC-8BA4-34AD45F3D1FD}"/>
              </a:ext>
            </a:extLst>
          </p:cNvPr>
          <p:cNvSpPr>
            <a:spLocks xmlns:a="http://schemas.openxmlformats.org/drawingml/2006/main" noGrp="1"/>
          </p:cNvSpPr>
          <p:nvPr/>
        </p:nvSpPr>
        <p:spPr>
          <a:xfrm xmlns:a="http://schemas.openxmlformats.org/drawingml/2006/main">
            <a:off x="310820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851766B9-926B-4B54-B168-DD964ED5C949}"/>
              </a:ext>
            </a:extLst>
          </p:cNvPr>
          <p:cNvSpPr>
            <a:spLocks xmlns:a="http://schemas.openxmlformats.org/drawingml/2006/main" noGrp="1"/>
          </p:cNvSpPr>
          <p:nvPr/>
        </p:nvSpPr>
        <p:spPr>
          <a:xfrm xmlns:a="http://schemas.openxmlformats.org/drawingml/2006/main">
            <a:off x="310820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AC90ACA0-59EE-46BC-B732-A82D9874B7B9}"/>
              </a:ext>
            </a:extLst>
          </p:cNvPr>
          <p:cNvSpPr>
            <a:spLocks xmlns:a="http://schemas.openxmlformats.org/drawingml/2006/main" noGrp="1"/>
          </p:cNvSpPr>
          <p:nvPr/>
        </p:nvSpPr>
        <p:spPr>
          <a:xfrm xmlns:a="http://schemas.openxmlformats.org/drawingml/2006/main">
            <a:off x="3187211" y="408878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4DFDE"/>
          </a:solidFill>
          <a:ln xmlns:a="http://schemas.openxmlformats.org/drawingml/2006/main" w="2452">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C171F5B0-650F-4DFC-9588-0109EC494AE1}"/>
              </a:ext>
            </a:extLst>
          </p:cNvPr>
          <p:cNvSpPr>
            <a:spLocks xmlns:a="http://schemas.openxmlformats.org/drawingml/2006/main" noGrp="1"/>
          </p:cNvSpPr>
          <p:nvPr/>
        </p:nvSpPr>
        <p:spPr>
          <a:xfrm xmlns:a="http://schemas.openxmlformats.org/drawingml/2006/main">
            <a:off x="3187211"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8EAE9"/>
          </a:solidFill>
          <a:ln xmlns:a="http://schemas.openxmlformats.org/drawingml/2006/main" w="2452">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2FDD4F15-B5DB-41B9-AB6E-EBD12B0F2F8A}"/>
              </a:ext>
            </a:extLst>
          </p:cNvPr>
          <p:cNvSpPr>
            <a:spLocks xmlns:a="http://schemas.openxmlformats.org/drawingml/2006/main" noGrp="1"/>
          </p:cNvSpPr>
          <p:nvPr/>
        </p:nvSpPr>
        <p:spPr>
          <a:xfrm xmlns:a="http://schemas.openxmlformats.org/drawingml/2006/main">
            <a:off x="3187211"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6E5E3"/>
          </a:solidFill>
          <a:ln xmlns:a="http://schemas.openxmlformats.org/drawingml/2006/main" w="2452">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08243D06-5B39-4140-ABC3-97985C7BC59D}"/>
              </a:ext>
            </a:extLst>
          </p:cNvPr>
          <p:cNvSpPr>
            <a:spLocks xmlns:a="http://schemas.openxmlformats.org/drawingml/2006/main" noGrp="1"/>
          </p:cNvSpPr>
          <p:nvPr/>
        </p:nvSpPr>
        <p:spPr>
          <a:xfrm xmlns:a="http://schemas.openxmlformats.org/drawingml/2006/main">
            <a:off x="3187211"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002C4923-B195-48E9-A0D8-BA946B8EDE64}"/>
              </a:ext>
            </a:extLst>
          </p:cNvPr>
          <p:cNvSpPr>
            <a:spLocks xmlns:a="http://schemas.openxmlformats.org/drawingml/2006/main" noGrp="1"/>
          </p:cNvSpPr>
          <p:nvPr/>
        </p:nvSpPr>
        <p:spPr>
          <a:xfrm xmlns:a="http://schemas.openxmlformats.org/drawingml/2006/main">
            <a:off x="3266214" y="408878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375D10C4-B77F-4CDD-AE31-420CF464F7D2}"/>
              </a:ext>
            </a:extLst>
          </p:cNvPr>
          <p:cNvSpPr>
            <a:spLocks xmlns:a="http://schemas.openxmlformats.org/drawingml/2006/main" noGrp="1"/>
          </p:cNvSpPr>
          <p:nvPr/>
        </p:nvSpPr>
        <p:spPr>
          <a:xfrm xmlns:a="http://schemas.openxmlformats.org/drawingml/2006/main">
            <a:off x="3266214"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1CF"/>
          </a:solidFill>
          <a:ln xmlns:a="http://schemas.openxmlformats.org/drawingml/2006/main" w="2452">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8D67E56E-2D35-44AF-B55D-B5846891A612}"/>
              </a:ext>
            </a:extLst>
          </p:cNvPr>
          <p:cNvSpPr>
            <a:spLocks xmlns:a="http://schemas.openxmlformats.org/drawingml/2006/main" noGrp="1"/>
          </p:cNvSpPr>
          <p:nvPr/>
        </p:nvSpPr>
        <p:spPr>
          <a:xfrm xmlns:a="http://schemas.openxmlformats.org/drawingml/2006/main">
            <a:off x="3266214"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9C6"/>
          </a:solidFill>
          <a:ln xmlns:a="http://schemas.openxmlformats.org/drawingml/2006/main" w="2452">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03B083EB-8A49-4442-B568-9D197A9B0872}"/>
              </a:ext>
            </a:extLst>
          </p:cNvPr>
          <p:cNvSpPr>
            <a:spLocks xmlns:a="http://schemas.openxmlformats.org/drawingml/2006/main" noGrp="1"/>
          </p:cNvSpPr>
          <p:nvPr/>
        </p:nvSpPr>
        <p:spPr>
          <a:xfrm xmlns:a="http://schemas.openxmlformats.org/drawingml/2006/main">
            <a:off x="326621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5B2AE"/>
          </a:solidFill>
          <a:ln xmlns:a="http://schemas.openxmlformats.org/drawingml/2006/main" w="2452">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68BB186C-CF9B-46DC-9A81-B19A523A6116}"/>
              </a:ext>
            </a:extLst>
          </p:cNvPr>
          <p:cNvSpPr>
            <a:spLocks xmlns:a="http://schemas.openxmlformats.org/drawingml/2006/main" noGrp="1"/>
          </p:cNvSpPr>
          <p:nvPr/>
        </p:nvSpPr>
        <p:spPr>
          <a:xfrm xmlns:a="http://schemas.openxmlformats.org/drawingml/2006/main">
            <a:off x="3345216" y="408878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78A84"/>
          </a:solidFill>
          <a:ln xmlns:a="http://schemas.openxmlformats.org/drawingml/2006/main" w="2452">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CA6683C7-FA5A-43FE-9C29-55919648DFDA}"/>
              </a:ext>
            </a:extLst>
          </p:cNvPr>
          <p:cNvSpPr>
            <a:spLocks xmlns:a="http://schemas.openxmlformats.org/drawingml/2006/main" noGrp="1"/>
          </p:cNvSpPr>
          <p:nvPr/>
        </p:nvSpPr>
        <p:spPr>
          <a:xfrm xmlns:a="http://schemas.openxmlformats.org/drawingml/2006/main">
            <a:off x="3345216"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D9A95"/>
          </a:solidFill>
          <a:ln xmlns:a="http://schemas.openxmlformats.org/drawingml/2006/main" w="2452">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3AE27915-3E55-4713-8458-4CC9C64FB170}"/>
              </a:ext>
            </a:extLst>
          </p:cNvPr>
          <p:cNvSpPr>
            <a:spLocks xmlns:a="http://schemas.openxmlformats.org/drawingml/2006/main" noGrp="1"/>
          </p:cNvSpPr>
          <p:nvPr/>
        </p:nvSpPr>
        <p:spPr>
          <a:xfrm xmlns:a="http://schemas.openxmlformats.org/drawingml/2006/main">
            <a:off x="3345216"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2A8A4"/>
          </a:solidFill>
          <a:ln xmlns:a="http://schemas.openxmlformats.org/drawingml/2006/main" w="2452">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9A146C98-7C08-425C-9C65-4F35112DA35F}"/>
              </a:ext>
            </a:extLst>
          </p:cNvPr>
          <p:cNvSpPr>
            <a:spLocks xmlns:a="http://schemas.openxmlformats.org/drawingml/2006/main" noGrp="1"/>
          </p:cNvSpPr>
          <p:nvPr/>
        </p:nvSpPr>
        <p:spPr>
          <a:xfrm xmlns:a="http://schemas.openxmlformats.org/drawingml/2006/main">
            <a:off x="334521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C85D55"/>
          </a:solidFill>
          <a:ln xmlns:a="http://schemas.openxmlformats.org/drawingml/2006/main" w="2452">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4F5D70D9-5639-4AE2-A04D-8127DACC4455}"/>
              </a:ext>
            </a:extLst>
          </p:cNvPr>
          <p:cNvSpPr>
            <a:spLocks xmlns:a="http://schemas.openxmlformats.org/drawingml/2006/main" noGrp="1"/>
          </p:cNvSpPr>
          <p:nvPr/>
        </p:nvSpPr>
        <p:spPr>
          <a:xfrm xmlns:a="http://schemas.openxmlformats.org/drawingml/2006/main">
            <a:off x="3424219"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CE7069"/>
          </a:solidFill>
          <a:ln xmlns:a="http://schemas.openxmlformats.org/drawingml/2006/main" w="2452">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3C2862AF-2B4D-4B08-A887-628C686DE8D0}"/>
              </a:ext>
            </a:extLst>
          </p:cNvPr>
          <p:cNvSpPr>
            <a:spLocks xmlns:a="http://schemas.openxmlformats.org/drawingml/2006/main" noGrp="1"/>
          </p:cNvSpPr>
          <p:nvPr/>
        </p:nvSpPr>
        <p:spPr>
          <a:xfrm xmlns:a="http://schemas.openxmlformats.org/drawingml/2006/main">
            <a:off x="3424219"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68680"/>
          </a:solidFill>
          <a:ln xmlns:a="http://schemas.openxmlformats.org/drawingml/2006/main" w="2452">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CBDAE76F-D4E3-4330-88BB-867D0D1C51F9}"/>
              </a:ext>
            </a:extLst>
          </p:cNvPr>
          <p:cNvSpPr>
            <a:spLocks xmlns:a="http://schemas.openxmlformats.org/drawingml/2006/main" noGrp="1"/>
          </p:cNvSpPr>
          <p:nvPr/>
        </p:nvSpPr>
        <p:spPr>
          <a:xfrm xmlns:a="http://schemas.openxmlformats.org/drawingml/2006/main">
            <a:off x="342421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9908B"/>
          </a:solidFill>
          <a:ln xmlns:a="http://schemas.openxmlformats.org/drawingml/2006/main" w="2452">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F1D21F25-AC59-4807-B657-339D745ADC7C}"/>
              </a:ext>
            </a:extLst>
          </p:cNvPr>
          <p:cNvSpPr>
            <a:spLocks xmlns:a="http://schemas.openxmlformats.org/drawingml/2006/main" noGrp="1"/>
          </p:cNvSpPr>
          <p:nvPr/>
        </p:nvSpPr>
        <p:spPr>
          <a:xfrm xmlns:a="http://schemas.openxmlformats.org/drawingml/2006/main">
            <a:off x="342421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B9590"/>
          </a:solidFill>
          <a:ln xmlns:a="http://schemas.openxmlformats.org/drawingml/2006/main" w="2452">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2CDA5E9B-D118-4DA9-9A5F-6001DD9ABD2F}"/>
              </a:ext>
            </a:extLst>
          </p:cNvPr>
          <p:cNvSpPr>
            <a:spLocks xmlns:a="http://schemas.openxmlformats.org/drawingml/2006/main" noGrp="1"/>
          </p:cNvSpPr>
          <p:nvPr/>
        </p:nvSpPr>
        <p:spPr>
          <a:xfrm xmlns:a="http://schemas.openxmlformats.org/drawingml/2006/main">
            <a:off x="366122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E9F9A"/>
          </a:solidFill>
          <a:ln xmlns:a="http://schemas.openxmlformats.org/drawingml/2006/main" w="2452">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C603D2BD-B3ED-4BD1-8AE7-D54E1331A311}"/>
              </a:ext>
            </a:extLst>
          </p:cNvPr>
          <p:cNvSpPr>
            <a:spLocks xmlns:a="http://schemas.openxmlformats.org/drawingml/2006/main" noGrp="1"/>
          </p:cNvSpPr>
          <p:nvPr/>
        </p:nvSpPr>
        <p:spPr>
          <a:xfrm xmlns:a="http://schemas.openxmlformats.org/drawingml/2006/main">
            <a:off x="366122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0188C2EA-7FBE-4939-AF84-50048931CE21}"/>
              </a:ext>
            </a:extLst>
          </p:cNvPr>
          <p:cNvSpPr>
            <a:spLocks xmlns:a="http://schemas.openxmlformats.org/drawingml/2006/main" noGrp="1"/>
          </p:cNvSpPr>
          <p:nvPr/>
        </p:nvSpPr>
        <p:spPr>
          <a:xfrm xmlns:a="http://schemas.openxmlformats.org/drawingml/2006/main">
            <a:off x="374022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5B1AD"/>
          </a:solidFill>
          <a:ln xmlns:a="http://schemas.openxmlformats.org/drawingml/2006/main" w="2452">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60F0D28A-A08A-4E51-B4A5-C6CD935F09D9}"/>
              </a:ext>
            </a:extLst>
          </p:cNvPr>
          <p:cNvSpPr>
            <a:spLocks xmlns:a="http://schemas.openxmlformats.org/drawingml/2006/main" noGrp="1"/>
          </p:cNvSpPr>
          <p:nvPr/>
        </p:nvSpPr>
        <p:spPr>
          <a:xfrm xmlns:a="http://schemas.openxmlformats.org/drawingml/2006/main">
            <a:off x="374022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7B3"/>
          </a:solidFill>
          <a:ln xmlns:a="http://schemas.openxmlformats.org/drawingml/2006/main" w="2452">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D06E339A-A6F9-4760-99C6-2FD2E89369EC}"/>
              </a:ext>
            </a:extLst>
          </p:cNvPr>
          <p:cNvSpPr>
            <a:spLocks xmlns:a="http://schemas.openxmlformats.org/drawingml/2006/main" noGrp="1"/>
          </p:cNvSpPr>
          <p:nvPr/>
        </p:nvSpPr>
        <p:spPr>
          <a:xfrm xmlns:a="http://schemas.openxmlformats.org/drawingml/2006/main">
            <a:off x="381923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E8DEC8A9-1E97-4C68-AC35-E35DC5756030}"/>
              </a:ext>
            </a:extLst>
          </p:cNvPr>
          <p:cNvSpPr>
            <a:spLocks xmlns:a="http://schemas.openxmlformats.org/drawingml/2006/main" noGrp="1"/>
          </p:cNvSpPr>
          <p:nvPr/>
        </p:nvSpPr>
        <p:spPr>
          <a:xfrm xmlns:a="http://schemas.openxmlformats.org/drawingml/2006/main">
            <a:off x="389823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B948E"/>
          </a:solidFill>
          <a:ln xmlns:a="http://schemas.openxmlformats.org/drawingml/2006/main" w="2452">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33674913-F5B9-4B3D-A127-F195DED6CE19}"/>
              </a:ext>
            </a:extLst>
          </p:cNvPr>
          <p:cNvSpPr>
            <a:spLocks xmlns:a="http://schemas.openxmlformats.org/drawingml/2006/main" noGrp="1"/>
          </p:cNvSpPr>
          <p:nvPr/>
        </p:nvSpPr>
        <p:spPr>
          <a:xfrm xmlns:a="http://schemas.openxmlformats.org/drawingml/2006/main">
            <a:off x="389823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CAE14353-C010-43D4-91A1-64A04D66C514}"/>
              </a:ext>
            </a:extLst>
          </p:cNvPr>
          <p:cNvSpPr>
            <a:spLocks xmlns:a="http://schemas.openxmlformats.org/drawingml/2006/main" noGrp="1"/>
          </p:cNvSpPr>
          <p:nvPr/>
        </p:nvSpPr>
        <p:spPr>
          <a:xfrm xmlns:a="http://schemas.openxmlformats.org/drawingml/2006/main">
            <a:off x="397723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2CF"/>
          </a:solidFill>
          <a:ln xmlns:a="http://schemas.openxmlformats.org/drawingml/2006/main" w="2452">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9CFE3568-E148-4B34-9A02-DAD9AC01E5B0}"/>
              </a:ext>
            </a:extLst>
          </p:cNvPr>
          <p:cNvSpPr>
            <a:spLocks xmlns:a="http://schemas.openxmlformats.org/drawingml/2006/main" noGrp="1"/>
          </p:cNvSpPr>
          <p:nvPr/>
        </p:nvSpPr>
        <p:spPr>
          <a:xfrm xmlns:a="http://schemas.openxmlformats.org/drawingml/2006/main">
            <a:off x="405623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7DF61CA7-FFE0-4999-BCD2-090DB1F7D7F7}"/>
              </a:ext>
            </a:extLst>
          </p:cNvPr>
          <p:cNvSpPr>
            <a:spLocks xmlns:a="http://schemas.openxmlformats.org/drawingml/2006/main" noGrp="1"/>
          </p:cNvSpPr>
          <p:nvPr/>
        </p:nvSpPr>
        <p:spPr>
          <a:xfrm xmlns:a="http://schemas.openxmlformats.org/drawingml/2006/main">
            <a:off x="405623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CC9"/>
          </a:solidFill>
          <a:ln xmlns:a="http://schemas.openxmlformats.org/drawingml/2006/main" w="2452">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5C6D1D0C-85D1-4EE7-99B5-90A74F4EDCAC}"/>
              </a:ext>
            </a:extLst>
          </p:cNvPr>
          <p:cNvSpPr>
            <a:spLocks xmlns:a="http://schemas.openxmlformats.org/drawingml/2006/main" noGrp="1"/>
          </p:cNvSpPr>
          <p:nvPr/>
        </p:nvSpPr>
        <p:spPr>
          <a:xfrm xmlns:a="http://schemas.openxmlformats.org/drawingml/2006/main">
            <a:off x="405623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8BBB7"/>
          </a:solidFill>
          <a:ln xmlns:a="http://schemas.openxmlformats.org/drawingml/2006/main" w="2452">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7F92AEE7-F3FD-4E7C-BB52-E9DD7FAC2699}"/>
              </a:ext>
            </a:extLst>
          </p:cNvPr>
          <p:cNvSpPr>
            <a:spLocks xmlns:a="http://schemas.openxmlformats.org/drawingml/2006/main" noGrp="1"/>
          </p:cNvSpPr>
          <p:nvPr/>
        </p:nvSpPr>
        <p:spPr>
          <a:xfrm xmlns:a="http://schemas.openxmlformats.org/drawingml/2006/main">
            <a:off x="413524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C8849045-E211-4DA4-9BA1-EF03F7AAFF2C}"/>
              </a:ext>
            </a:extLst>
          </p:cNvPr>
          <p:cNvSpPr>
            <a:spLocks xmlns:a="http://schemas.openxmlformats.org/drawingml/2006/main" noGrp="1"/>
          </p:cNvSpPr>
          <p:nvPr/>
        </p:nvSpPr>
        <p:spPr>
          <a:xfrm xmlns:a="http://schemas.openxmlformats.org/drawingml/2006/main">
            <a:off x="413524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AF634044-2F82-44C3-9B65-3FBA2FBE4445}"/>
              </a:ext>
            </a:extLst>
          </p:cNvPr>
          <p:cNvSpPr>
            <a:spLocks xmlns:a="http://schemas.openxmlformats.org/drawingml/2006/main" noGrp="1"/>
          </p:cNvSpPr>
          <p:nvPr/>
        </p:nvSpPr>
        <p:spPr>
          <a:xfrm xmlns:a="http://schemas.openxmlformats.org/drawingml/2006/main">
            <a:off x="413524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9C7"/>
          </a:solidFill>
          <a:ln xmlns:a="http://schemas.openxmlformats.org/drawingml/2006/main" w="2452">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7CA1DAF9-ECAA-441A-9E41-E0276E901F1F}"/>
              </a:ext>
            </a:extLst>
          </p:cNvPr>
          <p:cNvSpPr>
            <a:spLocks xmlns:a="http://schemas.openxmlformats.org/drawingml/2006/main" noGrp="1"/>
          </p:cNvSpPr>
          <p:nvPr/>
        </p:nvSpPr>
        <p:spPr>
          <a:xfrm xmlns:a="http://schemas.openxmlformats.org/drawingml/2006/main">
            <a:off x="4214244"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E6DB5B5B-C0F3-4B49-9496-9E165C7E118D}"/>
              </a:ext>
            </a:extLst>
          </p:cNvPr>
          <p:cNvSpPr>
            <a:spLocks xmlns:a="http://schemas.openxmlformats.org/drawingml/2006/main" noGrp="1"/>
          </p:cNvSpPr>
          <p:nvPr/>
        </p:nvSpPr>
        <p:spPr>
          <a:xfrm xmlns:a="http://schemas.openxmlformats.org/drawingml/2006/main">
            <a:off x="4214244"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815F6B62-9513-43AF-B2EE-6595809415A3}"/>
              </a:ext>
            </a:extLst>
          </p:cNvPr>
          <p:cNvSpPr>
            <a:spLocks xmlns:a="http://schemas.openxmlformats.org/drawingml/2006/main" noGrp="1"/>
          </p:cNvSpPr>
          <p:nvPr/>
        </p:nvSpPr>
        <p:spPr>
          <a:xfrm xmlns:a="http://schemas.openxmlformats.org/drawingml/2006/main">
            <a:off x="4214244"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0BD"/>
          </a:solidFill>
          <a:ln xmlns:a="http://schemas.openxmlformats.org/drawingml/2006/main" w="2452">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CE2C4493-C71C-4F77-933F-AA3F031F07DB}"/>
              </a:ext>
            </a:extLst>
          </p:cNvPr>
          <p:cNvSpPr>
            <a:spLocks xmlns:a="http://schemas.openxmlformats.org/drawingml/2006/main" noGrp="1"/>
          </p:cNvSpPr>
          <p:nvPr/>
        </p:nvSpPr>
        <p:spPr>
          <a:xfrm xmlns:a="http://schemas.openxmlformats.org/drawingml/2006/main">
            <a:off x="318721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45C1AE2A-AE71-48DB-AB9C-0ED4B7255091}"/>
              </a:ext>
            </a:extLst>
          </p:cNvPr>
          <p:cNvSpPr>
            <a:spLocks xmlns:a="http://schemas.openxmlformats.org/drawingml/2006/main" noGrp="1"/>
          </p:cNvSpPr>
          <p:nvPr/>
        </p:nvSpPr>
        <p:spPr>
          <a:xfrm xmlns:a="http://schemas.openxmlformats.org/drawingml/2006/main">
            <a:off x="318721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7337B318-032E-4C6A-A835-9F64EB401067}"/>
              </a:ext>
            </a:extLst>
          </p:cNvPr>
          <p:cNvSpPr>
            <a:spLocks xmlns:a="http://schemas.openxmlformats.org/drawingml/2006/main" noGrp="1"/>
          </p:cNvSpPr>
          <p:nvPr/>
        </p:nvSpPr>
        <p:spPr>
          <a:xfrm xmlns:a="http://schemas.openxmlformats.org/drawingml/2006/main">
            <a:off x="326621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D27A976F-5260-4093-A582-33E8E998CC2F}"/>
              </a:ext>
            </a:extLst>
          </p:cNvPr>
          <p:cNvSpPr>
            <a:spLocks xmlns:a="http://schemas.openxmlformats.org/drawingml/2006/main" noGrp="1"/>
          </p:cNvSpPr>
          <p:nvPr/>
        </p:nvSpPr>
        <p:spPr>
          <a:xfrm xmlns:a="http://schemas.openxmlformats.org/drawingml/2006/main">
            <a:off x="366122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AD8"/>
          </a:solidFill>
          <a:ln xmlns:a="http://schemas.openxmlformats.org/drawingml/2006/main" w="2452">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AB7FA1DD-BA55-4F24-BD57-36D50DBC3F38}"/>
              </a:ext>
            </a:extLst>
          </p:cNvPr>
          <p:cNvSpPr>
            <a:spLocks xmlns:a="http://schemas.openxmlformats.org/drawingml/2006/main" noGrp="1"/>
          </p:cNvSpPr>
          <p:nvPr/>
        </p:nvSpPr>
        <p:spPr>
          <a:xfrm xmlns:a="http://schemas.openxmlformats.org/drawingml/2006/main">
            <a:off x="3661226"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E067AEF5-2DFE-4DBB-931D-667B020549A3}"/>
              </a:ext>
            </a:extLst>
          </p:cNvPr>
          <p:cNvSpPr>
            <a:spLocks xmlns:a="http://schemas.openxmlformats.org/drawingml/2006/main" noGrp="1"/>
          </p:cNvSpPr>
          <p:nvPr/>
        </p:nvSpPr>
        <p:spPr>
          <a:xfrm xmlns:a="http://schemas.openxmlformats.org/drawingml/2006/main">
            <a:off x="3740229"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1D7D5"/>
          </a:solidFill>
          <a:ln xmlns:a="http://schemas.openxmlformats.org/drawingml/2006/main" w="2452">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16096CBB-688B-431A-A9BD-738B749D9FFB}"/>
              </a:ext>
            </a:extLst>
          </p:cNvPr>
          <p:cNvSpPr>
            <a:spLocks xmlns:a="http://schemas.openxmlformats.org/drawingml/2006/main" noGrp="1"/>
          </p:cNvSpPr>
          <p:nvPr/>
        </p:nvSpPr>
        <p:spPr>
          <a:xfrm xmlns:a="http://schemas.openxmlformats.org/drawingml/2006/main">
            <a:off x="3740229"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AB6"/>
          </a:solidFill>
          <a:ln xmlns:a="http://schemas.openxmlformats.org/drawingml/2006/main" w="2452">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57A57CAC-4801-4320-B797-3AC2A1315942}"/>
              </a:ext>
            </a:extLst>
          </p:cNvPr>
          <p:cNvSpPr>
            <a:spLocks xmlns:a="http://schemas.openxmlformats.org/drawingml/2006/main" noGrp="1"/>
          </p:cNvSpPr>
          <p:nvPr/>
        </p:nvSpPr>
        <p:spPr>
          <a:xfrm xmlns:a="http://schemas.openxmlformats.org/drawingml/2006/main">
            <a:off x="381923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F8C031E0-C2D5-4F88-A2C9-29D12FDF0FD4}"/>
              </a:ext>
            </a:extLst>
          </p:cNvPr>
          <p:cNvSpPr>
            <a:spLocks xmlns:a="http://schemas.openxmlformats.org/drawingml/2006/main" noGrp="1"/>
          </p:cNvSpPr>
          <p:nvPr/>
        </p:nvSpPr>
        <p:spPr>
          <a:xfrm xmlns:a="http://schemas.openxmlformats.org/drawingml/2006/main">
            <a:off x="3819231"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CC6C3"/>
          </a:solidFill>
          <a:ln xmlns:a="http://schemas.openxmlformats.org/drawingml/2006/main" w="2452">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3EFCDB75-F948-43CC-9959-23946FA89E8B}"/>
              </a:ext>
            </a:extLst>
          </p:cNvPr>
          <p:cNvSpPr>
            <a:spLocks xmlns:a="http://schemas.openxmlformats.org/drawingml/2006/main" noGrp="1"/>
          </p:cNvSpPr>
          <p:nvPr/>
        </p:nvSpPr>
        <p:spPr>
          <a:xfrm xmlns:a="http://schemas.openxmlformats.org/drawingml/2006/main">
            <a:off x="389823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D2DECF2B-2385-4971-BF5F-E9BD3C86CCA6}"/>
              </a:ext>
            </a:extLst>
          </p:cNvPr>
          <p:cNvSpPr>
            <a:spLocks xmlns:a="http://schemas.openxmlformats.org/drawingml/2006/main" noGrp="1"/>
          </p:cNvSpPr>
          <p:nvPr/>
        </p:nvSpPr>
        <p:spPr>
          <a:xfrm xmlns:a="http://schemas.openxmlformats.org/drawingml/2006/main">
            <a:off x="3898234"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853414EA-F9F0-4C91-97C7-F2EA78009F54}"/>
              </a:ext>
            </a:extLst>
          </p:cNvPr>
          <p:cNvSpPr>
            <a:spLocks xmlns:a="http://schemas.openxmlformats.org/drawingml/2006/main" noGrp="1"/>
          </p:cNvSpPr>
          <p:nvPr/>
        </p:nvSpPr>
        <p:spPr>
          <a:xfrm xmlns:a="http://schemas.openxmlformats.org/drawingml/2006/main">
            <a:off x="397723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6600AF4E-285C-478A-B7F3-B4A8860B2DFE}"/>
              </a:ext>
            </a:extLst>
          </p:cNvPr>
          <p:cNvSpPr>
            <a:spLocks xmlns:a="http://schemas.openxmlformats.org/drawingml/2006/main" noGrp="1"/>
          </p:cNvSpPr>
          <p:nvPr/>
        </p:nvSpPr>
        <p:spPr>
          <a:xfrm xmlns:a="http://schemas.openxmlformats.org/drawingml/2006/main">
            <a:off x="4293246"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501B5B57-9586-4334-A491-35A5FF4BA159}"/>
              </a:ext>
            </a:extLst>
          </p:cNvPr>
          <p:cNvSpPr>
            <a:spLocks xmlns:a="http://schemas.openxmlformats.org/drawingml/2006/main" noGrp="1"/>
          </p:cNvSpPr>
          <p:nvPr/>
        </p:nvSpPr>
        <p:spPr>
          <a:xfrm xmlns:a="http://schemas.openxmlformats.org/drawingml/2006/main">
            <a:off x="4293246"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8E5942B6-9FAB-41F7-B089-7786391DD89F}"/>
              </a:ext>
            </a:extLst>
          </p:cNvPr>
          <p:cNvSpPr>
            <a:spLocks xmlns:a="http://schemas.openxmlformats.org/drawingml/2006/main" noGrp="1"/>
          </p:cNvSpPr>
          <p:nvPr/>
        </p:nvSpPr>
        <p:spPr>
          <a:xfrm xmlns:a="http://schemas.openxmlformats.org/drawingml/2006/main">
            <a:off x="4293246"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95CD8E18-D057-4544-9BA8-CD5098C0B294}"/>
              </a:ext>
            </a:extLst>
          </p:cNvPr>
          <p:cNvSpPr>
            <a:spLocks xmlns:a="http://schemas.openxmlformats.org/drawingml/2006/main" noGrp="1"/>
          </p:cNvSpPr>
          <p:nvPr/>
        </p:nvSpPr>
        <p:spPr>
          <a:xfrm xmlns:a="http://schemas.openxmlformats.org/drawingml/2006/main">
            <a:off x="4372249"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6F16805A-66D0-4953-A816-DD5C272AA1B4}"/>
              </a:ext>
            </a:extLst>
          </p:cNvPr>
          <p:cNvSpPr>
            <a:spLocks xmlns:a="http://schemas.openxmlformats.org/drawingml/2006/main" noGrp="1"/>
          </p:cNvSpPr>
          <p:nvPr/>
        </p:nvSpPr>
        <p:spPr>
          <a:xfrm xmlns:a="http://schemas.openxmlformats.org/drawingml/2006/main">
            <a:off x="4372249"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AEEB479C-53AE-43A7-BB38-793C048A8CB1}"/>
              </a:ext>
            </a:extLst>
          </p:cNvPr>
          <p:cNvSpPr>
            <a:spLocks xmlns:a="http://schemas.openxmlformats.org/drawingml/2006/main" noGrp="1"/>
          </p:cNvSpPr>
          <p:nvPr/>
        </p:nvSpPr>
        <p:spPr>
          <a:xfrm xmlns:a="http://schemas.openxmlformats.org/drawingml/2006/main">
            <a:off x="4451251"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4A82559E-129A-4B7C-8CB3-B25BCE5943D2}"/>
              </a:ext>
            </a:extLst>
          </p:cNvPr>
          <p:cNvSpPr>
            <a:spLocks xmlns:a="http://schemas.openxmlformats.org/drawingml/2006/main" noGrp="1"/>
          </p:cNvSpPr>
          <p:nvPr/>
        </p:nvSpPr>
        <p:spPr>
          <a:xfrm xmlns:a="http://schemas.openxmlformats.org/drawingml/2006/main">
            <a:off x="4451251"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FE69C909-749A-455B-A55F-015585B174CF}"/>
              </a:ext>
            </a:extLst>
          </p:cNvPr>
          <p:cNvSpPr>
            <a:spLocks xmlns:a="http://schemas.openxmlformats.org/drawingml/2006/main" noGrp="1"/>
          </p:cNvSpPr>
          <p:nvPr/>
        </p:nvSpPr>
        <p:spPr>
          <a:xfrm xmlns:a="http://schemas.openxmlformats.org/drawingml/2006/main">
            <a:off x="4451251"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3418AC27-0B07-4001-9F4E-7658F7B8522C}"/>
              </a:ext>
            </a:extLst>
          </p:cNvPr>
          <p:cNvSpPr>
            <a:spLocks xmlns:a="http://schemas.openxmlformats.org/drawingml/2006/main" noGrp="1"/>
          </p:cNvSpPr>
          <p:nvPr/>
        </p:nvSpPr>
        <p:spPr>
          <a:xfrm xmlns:a="http://schemas.openxmlformats.org/drawingml/2006/main">
            <a:off x="4530254"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2F5B21E4-DA81-4F1C-A0FC-EB860223F080}"/>
              </a:ext>
            </a:extLst>
          </p:cNvPr>
          <p:cNvSpPr>
            <a:spLocks xmlns:a="http://schemas.openxmlformats.org/drawingml/2006/main" noGrp="1"/>
          </p:cNvSpPr>
          <p:nvPr/>
        </p:nvSpPr>
        <p:spPr>
          <a:xfrm xmlns:a="http://schemas.openxmlformats.org/drawingml/2006/main">
            <a:off x="318721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77E446AE-20C2-47DB-97B9-E474FCEFB1B3}"/>
              </a:ext>
            </a:extLst>
          </p:cNvPr>
          <p:cNvSpPr>
            <a:spLocks xmlns:a="http://schemas.openxmlformats.org/drawingml/2006/main" noGrp="1"/>
          </p:cNvSpPr>
          <p:nvPr/>
        </p:nvSpPr>
        <p:spPr>
          <a:xfrm xmlns:a="http://schemas.openxmlformats.org/drawingml/2006/main">
            <a:off x="3187211" y="281623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A0741502-45EB-40BF-95A1-A4F797E2C8B4}"/>
              </a:ext>
            </a:extLst>
          </p:cNvPr>
          <p:cNvSpPr>
            <a:spLocks xmlns:a="http://schemas.openxmlformats.org/drawingml/2006/main" noGrp="1"/>
          </p:cNvSpPr>
          <p:nvPr/>
        </p:nvSpPr>
        <p:spPr>
          <a:xfrm xmlns:a="http://schemas.openxmlformats.org/drawingml/2006/main">
            <a:off x="3187211"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1B1E5376-2068-4B3A-8ED1-815183790F5B}"/>
              </a:ext>
            </a:extLst>
          </p:cNvPr>
          <p:cNvSpPr>
            <a:spLocks xmlns:a="http://schemas.openxmlformats.org/drawingml/2006/main" noGrp="1"/>
          </p:cNvSpPr>
          <p:nvPr/>
        </p:nvSpPr>
        <p:spPr>
          <a:xfrm xmlns:a="http://schemas.openxmlformats.org/drawingml/2006/main">
            <a:off x="3266214"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59D4E08F-2BD7-4CEB-825B-87B96E028172}"/>
              </a:ext>
            </a:extLst>
          </p:cNvPr>
          <p:cNvSpPr>
            <a:spLocks xmlns:a="http://schemas.openxmlformats.org/drawingml/2006/main" noGrp="1"/>
          </p:cNvSpPr>
          <p:nvPr/>
        </p:nvSpPr>
        <p:spPr>
          <a:xfrm xmlns:a="http://schemas.openxmlformats.org/drawingml/2006/main">
            <a:off x="3266214" y="289576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693EC168-7036-4506-B3CC-FECCEBD8FE48}"/>
              </a:ext>
            </a:extLst>
          </p:cNvPr>
          <p:cNvSpPr>
            <a:spLocks xmlns:a="http://schemas.openxmlformats.org/drawingml/2006/main" noGrp="1"/>
          </p:cNvSpPr>
          <p:nvPr/>
        </p:nvSpPr>
        <p:spPr>
          <a:xfrm xmlns:a="http://schemas.openxmlformats.org/drawingml/2006/main">
            <a:off x="3266214" y="281623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1A7A2"/>
          </a:solidFill>
          <a:ln xmlns:a="http://schemas.openxmlformats.org/drawingml/2006/main" w="2452">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583B8BAA-B3DC-4317-AC6A-2050DA1ABCBB}"/>
              </a:ext>
            </a:extLst>
          </p:cNvPr>
          <p:cNvSpPr>
            <a:spLocks xmlns:a="http://schemas.openxmlformats.org/drawingml/2006/main" noGrp="1"/>
          </p:cNvSpPr>
          <p:nvPr/>
        </p:nvSpPr>
        <p:spPr>
          <a:xfrm xmlns:a="http://schemas.openxmlformats.org/drawingml/2006/main">
            <a:off x="3266214"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8B5"/>
          </a:solidFill>
          <a:ln xmlns:a="http://schemas.openxmlformats.org/drawingml/2006/main" w="2452">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0F694DBB-8137-41B3-A4C8-F367485A7FC0}"/>
              </a:ext>
            </a:extLst>
          </p:cNvPr>
          <p:cNvSpPr>
            <a:spLocks xmlns:a="http://schemas.openxmlformats.org/drawingml/2006/main" noGrp="1"/>
          </p:cNvSpPr>
          <p:nvPr/>
        </p:nvSpPr>
        <p:spPr>
          <a:xfrm xmlns:a="http://schemas.openxmlformats.org/drawingml/2006/main">
            <a:off x="3266214" y="265716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3ACA8"/>
          </a:solidFill>
          <a:ln xmlns:a="http://schemas.openxmlformats.org/drawingml/2006/main" w="2452">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52DA7097-BE82-4F9E-8255-D2E6CBB9597F}"/>
              </a:ext>
            </a:extLst>
          </p:cNvPr>
          <p:cNvSpPr>
            <a:spLocks xmlns:a="http://schemas.openxmlformats.org/drawingml/2006/main" noGrp="1"/>
          </p:cNvSpPr>
          <p:nvPr/>
        </p:nvSpPr>
        <p:spPr>
          <a:xfrm xmlns:a="http://schemas.openxmlformats.org/drawingml/2006/main">
            <a:off x="3266214" y="257762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C96159"/>
          </a:solidFill>
          <a:ln xmlns:a="http://schemas.openxmlformats.org/drawingml/2006/main" w="2452">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A121C900-4968-431C-8548-B689F5825FBE}"/>
              </a:ext>
            </a:extLst>
          </p:cNvPr>
          <p:cNvSpPr>
            <a:spLocks xmlns:a="http://schemas.openxmlformats.org/drawingml/2006/main" noGrp="1"/>
          </p:cNvSpPr>
          <p:nvPr/>
        </p:nvSpPr>
        <p:spPr>
          <a:xfrm xmlns:a="http://schemas.openxmlformats.org/drawingml/2006/main">
            <a:off x="3345216" y="281623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5B1AD"/>
          </a:solidFill>
          <a:ln xmlns:a="http://schemas.openxmlformats.org/drawingml/2006/main" w="2452">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C1F0BD51-B091-4059-906A-89B0597B8465}"/>
              </a:ext>
            </a:extLst>
          </p:cNvPr>
          <p:cNvSpPr>
            <a:spLocks xmlns:a="http://schemas.openxmlformats.org/drawingml/2006/main" noGrp="1"/>
          </p:cNvSpPr>
          <p:nvPr/>
        </p:nvSpPr>
        <p:spPr>
          <a:xfrm xmlns:a="http://schemas.openxmlformats.org/drawingml/2006/main">
            <a:off x="3345216"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0A4A0"/>
          </a:solidFill>
          <a:ln xmlns:a="http://schemas.openxmlformats.org/drawingml/2006/main" w="2452">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53EA75E6-161A-40C8-90AC-3BF8804C3E5E}"/>
              </a:ext>
            </a:extLst>
          </p:cNvPr>
          <p:cNvSpPr>
            <a:spLocks xmlns:a="http://schemas.openxmlformats.org/drawingml/2006/main" noGrp="1"/>
          </p:cNvSpPr>
          <p:nvPr/>
        </p:nvSpPr>
        <p:spPr>
          <a:xfrm xmlns:a="http://schemas.openxmlformats.org/drawingml/2006/main">
            <a:off x="3345216"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2D0"/>
          </a:solidFill>
          <a:ln xmlns:a="http://schemas.openxmlformats.org/drawingml/2006/main" w="2452">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EAF8F1E8-6C39-4005-AD09-63515C6A0232}"/>
              </a:ext>
            </a:extLst>
          </p:cNvPr>
          <p:cNvSpPr>
            <a:spLocks xmlns:a="http://schemas.openxmlformats.org/drawingml/2006/main" noGrp="1"/>
          </p:cNvSpPr>
          <p:nvPr/>
        </p:nvSpPr>
        <p:spPr>
          <a:xfrm xmlns:a="http://schemas.openxmlformats.org/drawingml/2006/main">
            <a:off x="3345216"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BE38CE77-FEB8-42D9-804E-F38662357A28}"/>
              </a:ext>
            </a:extLst>
          </p:cNvPr>
          <p:cNvSpPr>
            <a:spLocks xmlns:a="http://schemas.openxmlformats.org/drawingml/2006/main" noGrp="1"/>
          </p:cNvSpPr>
          <p:nvPr/>
        </p:nvSpPr>
        <p:spPr>
          <a:xfrm xmlns:a="http://schemas.openxmlformats.org/drawingml/2006/main">
            <a:off x="3424219" y="281623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45981ABC-6CA7-410D-A3D7-3827DC0AF754}"/>
              </a:ext>
            </a:extLst>
          </p:cNvPr>
          <p:cNvSpPr>
            <a:spLocks xmlns:a="http://schemas.openxmlformats.org/drawingml/2006/main" noGrp="1"/>
          </p:cNvSpPr>
          <p:nvPr/>
        </p:nvSpPr>
        <p:spPr>
          <a:xfrm xmlns:a="http://schemas.openxmlformats.org/drawingml/2006/main">
            <a:off x="3424219"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4AFAB"/>
          </a:solidFill>
          <a:ln xmlns:a="http://schemas.openxmlformats.org/drawingml/2006/main" w="2452">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87B0D776-530F-4D33-8E27-3DD9A3D65223}"/>
              </a:ext>
            </a:extLst>
          </p:cNvPr>
          <p:cNvSpPr>
            <a:spLocks xmlns:a="http://schemas.openxmlformats.org/drawingml/2006/main" noGrp="1"/>
          </p:cNvSpPr>
          <p:nvPr/>
        </p:nvSpPr>
        <p:spPr>
          <a:xfrm xmlns:a="http://schemas.openxmlformats.org/drawingml/2006/main">
            <a:off x="3503221"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D31C75BF-BD28-42D1-A8E8-1E83A8FDEF73}"/>
              </a:ext>
            </a:extLst>
          </p:cNvPr>
          <p:cNvSpPr>
            <a:spLocks xmlns:a="http://schemas.openxmlformats.org/drawingml/2006/main" noGrp="1"/>
          </p:cNvSpPr>
          <p:nvPr/>
        </p:nvSpPr>
        <p:spPr>
          <a:xfrm xmlns:a="http://schemas.openxmlformats.org/drawingml/2006/main">
            <a:off x="350322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5B5668AA-7AE1-44B3-B752-0E5D41853A5E}"/>
              </a:ext>
            </a:extLst>
          </p:cNvPr>
          <p:cNvSpPr>
            <a:spLocks xmlns:a="http://schemas.openxmlformats.org/drawingml/2006/main" noGrp="1"/>
          </p:cNvSpPr>
          <p:nvPr/>
        </p:nvSpPr>
        <p:spPr>
          <a:xfrm xmlns:a="http://schemas.openxmlformats.org/drawingml/2006/main">
            <a:off x="3503221"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151EB796-2C73-4577-BEB7-0DD51E0222F7}"/>
              </a:ext>
            </a:extLst>
          </p:cNvPr>
          <p:cNvSpPr>
            <a:spLocks xmlns:a="http://schemas.openxmlformats.org/drawingml/2006/main" noGrp="1"/>
          </p:cNvSpPr>
          <p:nvPr/>
        </p:nvSpPr>
        <p:spPr>
          <a:xfrm xmlns:a="http://schemas.openxmlformats.org/drawingml/2006/main">
            <a:off x="3582224"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1A7A2"/>
          </a:solidFill>
          <a:ln xmlns:a="http://schemas.openxmlformats.org/drawingml/2006/main" w="2452">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6551D70C-3359-4111-895E-A7DCEFEFCB44}"/>
              </a:ext>
            </a:extLst>
          </p:cNvPr>
          <p:cNvSpPr>
            <a:spLocks xmlns:a="http://schemas.openxmlformats.org/drawingml/2006/main" noGrp="1"/>
          </p:cNvSpPr>
          <p:nvPr/>
        </p:nvSpPr>
        <p:spPr>
          <a:xfrm xmlns:a="http://schemas.openxmlformats.org/drawingml/2006/main">
            <a:off x="3582224"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8154E5E3-44F9-4470-8A6C-2BD5EE5E9EDA}"/>
              </a:ext>
            </a:extLst>
          </p:cNvPr>
          <p:cNvSpPr>
            <a:spLocks xmlns:a="http://schemas.openxmlformats.org/drawingml/2006/main" noGrp="1"/>
          </p:cNvSpPr>
          <p:nvPr/>
        </p:nvSpPr>
        <p:spPr>
          <a:xfrm xmlns:a="http://schemas.openxmlformats.org/drawingml/2006/main">
            <a:off x="3582224"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1D6D5"/>
          </a:solidFill>
          <a:ln xmlns:a="http://schemas.openxmlformats.org/drawingml/2006/main" w="2452">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ACFF7716-EF54-4D06-B53F-D37181DC386A}"/>
              </a:ext>
            </a:extLst>
          </p:cNvPr>
          <p:cNvSpPr>
            <a:spLocks xmlns:a="http://schemas.openxmlformats.org/drawingml/2006/main" noGrp="1"/>
          </p:cNvSpPr>
          <p:nvPr/>
        </p:nvSpPr>
        <p:spPr>
          <a:xfrm xmlns:a="http://schemas.openxmlformats.org/drawingml/2006/main">
            <a:off x="3582224"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57E197EC-5F47-4E17-A9F6-FC95FD4858B7}"/>
              </a:ext>
            </a:extLst>
          </p:cNvPr>
          <p:cNvSpPr>
            <a:spLocks xmlns:a="http://schemas.openxmlformats.org/drawingml/2006/main" noGrp="1"/>
          </p:cNvSpPr>
          <p:nvPr/>
        </p:nvSpPr>
        <p:spPr>
          <a:xfrm xmlns:a="http://schemas.openxmlformats.org/drawingml/2006/main">
            <a:off x="3582224" y="289576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62CC4D16-D395-4D75-B0FE-1E1B8BA68AB9}"/>
              </a:ext>
            </a:extLst>
          </p:cNvPr>
          <p:cNvSpPr>
            <a:spLocks xmlns:a="http://schemas.openxmlformats.org/drawingml/2006/main" noGrp="1"/>
          </p:cNvSpPr>
          <p:nvPr/>
        </p:nvSpPr>
        <p:spPr>
          <a:xfrm xmlns:a="http://schemas.openxmlformats.org/drawingml/2006/main">
            <a:off x="3661226"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8D6"/>
          </a:solidFill>
          <a:ln xmlns:a="http://schemas.openxmlformats.org/drawingml/2006/main" w="2452">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168D5087-F1DC-4FBF-8A33-D71C7902FB16}"/>
              </a:ext>
            </a:extLst>
          </p:cNvPr>
          <p:cNvSpPr>
            <a:spLocks xmlns:a="http://schemas.openxmlformats.org/drawingml/2006/main" noGrp="1"/>
          </p:cNvSpPr>
          <p:nvPr/>
        </p:nvSpPr>
        <p:spPr>
          <a:xfrm xmlns:a="http://schemas.openxmlformats.org/drawingml/2006/main">
            <a:off x="366122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6E3E2"/>
          </a:solidFill>
          <a:ln xmlns:a="http://schemas.openxmlformats.org/drawingml/2006/main" w="2452">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02557074-C90A-4945-B3B4-352AC6E84B83}"/>
              </a:ext>
            </a:extLst>
          </p:cNvPr>
          <p:cNvSpPr>
            <a:spLocks xmlns:a="http://schemas.openxmlformats.org/drawingml/2006/main" noGrp="1"/>
          </p:cNvSpPr>
          <p:nvPr/>
        </p:nvSpPr>
        <p:spPr>
          <a:xfrm xmlns:a="http://schemas.openxmlformats.org/drawingml/2006/main">
            <a:off x="3661226"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ECB"/>
          </a:solidFill>
          <a:ln xmlns:a="http://schemas.openxmlformats.org/drawingml/2006/main" w="2452">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901D9248-F370-4717-834E-C232AC166A4E}"/>
              </a:ext>
            </a:extLst>
          </p:cNvPr>
          <p:cNvSpPr>
            <a:spLocks xmlns:a="http://schemas.openxmlformats.org/drawingml/2006/main" noGrp="1"/>
          </p:cNvSpPr>
          <p:nvPr/>
        </p:nvSpPr>
        <p:spPr>
          <a:xfrm xmlns:a="http://schemas.openxmlformats.org/drawingml/2006/main">
            <a:off x="3661226"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B7A5C916-700A-4999-B7C5-9792EC0864DB}"/>
              </a:ext>
            </a:extLst>
          </p:cNvPr>
          <p:cNvSpPr>
            <a:spLocks xmlns:a="http://schemas.openxmlformats.org/drawingml/2006/main" noGrp="1"/>
          </p:cNvSpPr>
          <p:nvPr/>
        </p:nvSpPr>
        <p:spPr>
          <a:xfrm xmlns:a="http://schemas.openxmlformats.org/drawingml/2006/main">
            <a:off x="3740229"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AB6"/>
          </a:solidFill>
          <a:ln xmlns:a="http://schemas.openxmlformats.org/drawingml/2006/main" w="2452">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4442F14C-52A4-4CA1-B591-CC3CFBD0ABB5}"/>
              </a:ext>
            </a:extLst>
          </p:cNvPr>
          <p:cNvSpPr>
            <a:spLocks xmlns:a="http://schemas.openxmlformats.org/drawingml/2006/main" noGrp="1"/>
          </p:cNvSpPr>
          <p:nvPr/>
        </p:nvSpPr>
        <p:spPr>
          <a:xfrm xmlns:a="http://schemas.openxmlformats.org/drawingml/2006/main">
            <a:off x="374022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4AFAB"/>
          </a:solidFill>
          <a:ln xmlns:a="http://schemas.openxmlformats.org/drawingml/2006/main" w="2452">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CD810F80-6757-4926-8409-F209D2BCE231}"/>
              </a:ext>
            </a:extLst>
          </p:cNvPr>
          <p:cNvSpPr>
            <a:spLocks xmlns:a="http://schemas.openxmlformats.org/drawingml/2006/main" noGrp="1"/>
          </p:cNvSpPr>
          <p:nvPr/>
        </p:nvSpPr>
        <p:spPr>
          <a:xfrm xmlns:a="http://schemas.openxmlformats.org/drawingml/2006/main">
            <a:off x="3740229"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B947E261-33BB-4AE0-9E2F-C824697C70BE}"/>
              </a:ext>
            </a:extLst>
          </p:cNvPr>
          <p:cNvSpPr>
            <a:spLocks xmlns:a="http://schemas.openxmlformats.org/drawingml/2006/main" noGrp="1"/>
          </p:cNvSpPr>
          <p:nvPr/>
        </p:nvSpPr>
        <p:spPr>
          <a:xfrm xmlns:a="http://schemas.openxmlformats.org/drawingml/2006/main">
            <a:off x="3740229"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1A8A3"/>
          </a:solidFill>
          <a:ln xmlns:a="http://schemas.openxmlformats.org/drawingml/2006/main" w="2452">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C1A731D5-A572-47D5-A467-682B1381F11E}"/>
              </a:ext>
            </a:extLst>
          </p:cNvPr>
          <p:cNvSpPr>
            <a:spLocks xmlns:a="http://schemas.openxmlformats.org/drawingml/2006/main" noGrp="1"/>
          </p:cNvSpPr>
          <p:nvPr/>
        </p:nvSpPr>
        <p:spPr>
          <a:xfrm xmlns:a="http://schemas.openxmlformats.org/drawingml/2006/main">
            <a:off x="381923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9BDBA"/>
          </a:solidFill>
          <a:ln xmlns:a="http://schemas.openxmlformats.org/drawingml/2006/main" w="2452">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A612C013-28C4-4A51-BC00-8169604079CA}"/>
              </a:ext>
            </a:extLst>
          </p:cNvPr>
          <p:cNvSpPr>
            <a:spLocks xmlns:a="http://schemas.openxmlformats.org/drawingml/2006/main" noGrp="1"/>
          </p:cNvSpPr>
          <p:nvPr/>
        </p:nvSpPr>
        <p:spPr>
          <a:xfrm xmlns:a="http://schemas.openxmlformats.org/drawingml/2006/main">
            <a:off x="381923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BC4C1"/>
          </a:solidFill>
          <a:ln xmlns:a="http://schemas.openxmlformats.org/drawingml/2006/main" w="2452">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CD96570B-558C-40DE-9A6A-9752B0E1DF0B}"/>
              </a:ext>
            </a:extLst>
          </p:cNvPr>
          <p:cNvSpPr>
            <a:spLocks xmlns:a="http://schemas.openxmlformats.org/drawingml/2006/main" noGrp="1"/>
          </p:cNvSpPr>
          <p:nvPr/>
        </p:nvSpPr>
        <p:spPr>
          <a:xfrm xmlns:a="http://schemas.openxmlformats.org/drawingml/2006/main">
            <a:off x="3819231"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4AEAB"/>
          </a:solidFill>
          <a:ln xmlns:a="http://schemas.openxmlformats.org/drawingml/2006/main" w="2452">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79EA238F-DBB3-4388-A082-6FDBB6BA22B7}"/>
              </a:ext>
            </a:extLst>
          </p:cNvPr>
          <p:cNvSpPr>
            <a:spLocks xmlns:a="http://schemas.openxmlformats.org/drawingml/2006/main" noGrp="1"/>
          </p:cNvSpPr>
          <p:nvPr/>
        </p:nvSpPr>
        <p:spPr>
          <a:xfrm xmlns:a="http://schemas.openxmlformats.org/drawingml/2006/main">
            <a:off x="3819231"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0A29E"/>
          </a:solidFill>
          <a:ln xmlns:a="http://schemas.openxmlformats.org/drawingml/2006/main" w="2452">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B16B08DA-9E45-45C0-B883-6B7B0220129B}"/>
              </a:ext>
            </a:extLst>
          </p:cNvPr>
          <p:cNvSpPr>
            <a:spLocks xmlns:a="http://schemas.openxmlformats.org/drawingml/2006/main" noGrp="1"/>
          </p:cNvSpPr>
          <p:nvPr/>
        </p:nvSpPr>
        <p:spPr>
          <a:xfrm xmlns:a="http://schemas.openxmlformats.org/drawingml/2006/main">
            <a:off x="381923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97E6500A-78BD-4B53-B164-8CA30AB1611F}"/>
              </a:ext>
            </a:extLst>
          </p:cNvPr>
          <p:cNvSpPr>
            <a:spLocks xmlns:a="http://schemas.openxmlformats.org/drawingml/2006/main" noGrp="1"/>
          </p:cNvSpPr>
          <p:nvPr/>
        </p:nvSpPr>
        <p:spPr>
          <a:xfrm xmlns:a="http://schemas.openxmlformats.org/drawingml/2006/main">
            <a:off x="3898234"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13B4BA01-D52A-4A78-AC6F-3EBC99FDF901}"/>
              </a:ext>
            </a:extLst>
          </p:cNvPr>
          <p:cNvSpPr>
            <a:spLocks xmlns:a="http://schemas.openxmlformats.org/drawingml/2006/main" noGrp="1"/>
          </p:cNvSpPr>
          <p:nvPr/>
        </p:nvSpPr>
        <p:spPr>
          <a:xfrm xmlns:a="http://schemas.openxmlformats.org/drawingml/2006/main">
            <a:off x="3898234"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B938E"/>
          </a:solidFill>
          <a:ln xmlns:a="http://schemas.openxmlformats.org/drawingml/2006/main" w="2452">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67CAA5CC-52E6-467F-BDDF-3CD31CA86CA8}"/>
              </a:ext>
            </a:extLst>
          </p:cNvPr>
          <p:cNvSpPr>
            <a:spLocks xmlns:a="http://schemas.openxmlformats.org/drawingml/2006/main" noGrp="1"/>
          </p:cNvSpPr>
          <p:nvPr/>
        </p:nvSpPr>
        <p:spPr>
          <a:xfrm xmlns:a="http://schemas.openxmlformats.org/drawingml/2006/main">
            <a:off x="3898234"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4B0AD"/>
          </a:solidFill>
          <a:ln xmlns:a="http://schemas.openxmlformats.org/drawingml/2006/main" w="2452">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E6D57B85-3CE3-4CB1-A6F1-E13F5BFF4620}"/>
              </a:ext>
            </a:extLst>
          </p:cNvPr>
          <p:cNvSpPr>
            <a:spLocks xmlns:a="http://schemas.openxmlformats.org/drawingml/2006/main" noGrp="1"/>
          </p:cNvSpPr>
          <p:nvPr/>
        </p:nvSpPr>
        <p:spPr>
          <a:xfrm xmlns:a="http://schemas.openxmlformats.org/drawingml/2006/main">
            <a:off x="3898234"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9BFBC"/>
          </a:solidFill>
          <a:ln xmlns:a="http://schemas.openxmlformats.org/drawingml/2006/main" w="2452">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C9704367-5757-4868-AFB6-560D87241B64}"/>
              </a:ext>
            </a:extLst>
          </p:cNvPr>
          <p:cNvSpPr>
            <a:spLocks xmlns:a="http://schemas.openxmlformats.org/drawingml/2006/main" noGrp="1"/>
          </p:cNvSpPr>
          <p:nvPr/>
        </p:nvSpPr>
        <p:spPr>
          <a:xfrm xmlns:a="http://schemas.openxmlformats.org/drawingml/2006/main">
            <a:off x="3898234" y="289576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B7F47755-70AD-403E-92E8-51095F7DD802}"/>
              </a:ext>
            </a:extLst>
          </p:cNvPr>
          <p:cNvSpPr>
            <a:spLocks xmlns:a="http://schemas.openxmlformats.org/drawingml/2006/main" noGrp="1"/>
          </p:cNvSpPr>
          <p:nvPr/>
        </p:nvSpPr>
        <p:spPr>
          <a:xfrm xmlns:a="http://schemas.openxmlformats.org/drawingml/2006/main">
            <a:off x="3898234" y="281623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E532917B-B093-4299-AAA9-130984C679BC}"/>
              </a:ext>
            </a:extLst>
          </p:cNvPr>
          <p:cNvSpPr>
            <a:spLocks xmlns:a="http://schemas.openxmlformats.org/drawingml/2006/main" noGrp="1"/>
          </p:cNvSpPr>
          <p:nvPr/>
        </p:nvSpPr>
        <p:spPr>
          <a:xfrm xmlns:a="http://schemas.openxmlformats.org/drawingml/2006/main">
            <a:off x="397723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52B5B710-1746-4A02-B378-381B2D1462E8}"/>
              </a:ext>
            </a:extLst>
          </p:cNvPr>
          <p:cNvSpPr>
            <a:spLocks xmlns:a="http://schemas.openxmlformats.org/drawingml/2006/main" noGrp="1"/>
          </p:cNvSpPr>
          <p:nvPr/>
        </p:nvSpPr>
        <p:spPr>
          <a:xfrm xmlns:a="http://schemas.openxmlformats.org/drawingml/2006/main">
            <a:off x="3977236"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57691502-93C3-4237-A1C5-BDE8BC7437D9}"/>
              </a:ext>
            </a:extLst>
          </p:cNvPr>
          <p:cNvSpPr>
            <a:spLocks xmlns:a="http://schemas.openxmlformats.org/drawingml/2006/main" noGrp="1"/>
          </p:cNvSpPr>
          <p:nvPr/>
        </p:nvSpPr>
        <p:spPr>
          <a:xfrm xmlns:a="http://schemas.openxmlformats.org/drawingml/2006/main">
            <a:off x="3977236"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BC8"/>
          </a:solidFill>
          <a:ln xmlns:a="http://schemas.openxmlformats.org/drawingml/2006/main" w="2452">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6778C5B5-23C8-42DB-862C-5E92A8422EDD}"/>
              </a:ext>
            </a:extLst>
          </p:cNvPr>
          <p:cNvSpPr>
            <a:spLocks xmlns:a="http://schemas.openxmlformats.org/drawingml/2006/main" noGrp="1"/>
          </p:cNvSpPr>
          <p:nvPr/>
        </p:nvSpPr>
        <p:spPr>
          <a:xfrm xmlns:a="http://schemas.openxmlformats.org/drawingml/2006/main">
            <a:off x="3977236"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81096BE3-71DD-438F-A8F9-49879EF70037}"/>
              </a:ext>
            </a:extLst>
          </p:cNvPr>
          <p:cNvSpPr>
            <a:spLocks xmlns:a="http://schemas.openxmlformats.org/drawingml/2006/main" noGrp="1"/>
          </p:cNvSpPr>
          <p:nvPr/>
        </p:nvSpPr>
        <p:spPr>
          <a:xfrm xmlns:a="http://schemas.openxmlformats.org/drawingml/2006/main">
            <a:off x="405623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EA58F15B-76FD-4939-AED9-3E572D126201}"/>
              </a:ext>
            </a:extLst>
          </p:cNvPr>
          <p:cNvSpPr>
            <a:spLocks xmlns:a="http://schemas.openxmlformats.org/drawingml/2006/main" noGrp="1"/>
          </p:cNvSpPr>
          <p:nvPr/>
        </p:nvSpPr>
        <p:spPr>
          <a:xfrm xmlns:a="http://schemas.openxmlformats.org/drawingml/2006/main">
            <a:off x="413524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0BD"/>
          </a:solidFill>
          <a:ln xmlns:a="http://schemas.openxmlformats.org/drawingml/2006/main" w="2452">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52369995-591C-4C8C-B2D5-8000A7EDC394}"/>
              </a:ext>
            </a:extLst>
          </p:cNvPr>
          <p:cNvSpPr>
            <a:spLocks xmlns:a="http://schemas.openxmlformats.org/drawingml/2006/main" noGrp="1"/>
          </p:cNvSpPr>
          <p:nvPr/>
        </p:nvSpPr>
        <p:spPr>
          <a:xfrm xmlns:a="http://schemas.openxmlformats.org/drawingml/2006/main">
            <a:off x="413524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3F1D8AB6-A489-4C36-9977-740F6099CAE0}"/>
              </a:ext>
            </a:extLst>
          </p:cNvPr>
          <p:cNvSpPr>
            <a:spLocks xmlns:a="http://schemas.openxmlformats.org/drawingml/2006/main" noGrp="1"/>
          </p:cNvSpPr>
          <p:nvPr/>
        </p:nvSpPr>
        <p:spPr>
          <a:xfrm xmlns:a="http://schemas.openxmlformats.org/drawingml/2006/main">
            <a:off x="413524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CC6C4"/>
          </a:solidFill>
          <a:ln xmlns:a="http://schemas.openxmlformats.org/drawingml/2006/main" w="2452">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297E3A90-8A26-4568-908B-5741190DBBB2}"/>
              </a:ext>
            </a:extLst>
          </p:cNvPr>
          <p:cNvSpPr>
            <a:spLocks xmlns:a="http://schemas.openxmlformats.org/drawingml/2006/main" noGrp="1"/>
          </p:cNvSpPr>
          <p:nvPr/>
        </p:nvSpPr>
        <p:spPr>
          <a:xfrm xmlns:a="http://schemas.openxmlformats.org/drawingml/2006/main">
            <a:off x="4135241"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EA5ACC4B-A763-42E5-B140-C8F0E688CD91}"/>
              </a:ext>
            </a:extLst>
          </p:cNvPr>
          <p:cNvSpPr>
            <a:spLocks xmlns:a="http://schemas.openxmlformats.org/drawingml/2006/main" noGrp="1"/>
          </p:cNvSpPr>
          <p:nvPr/>
        </p:nvSpPr>
        <p:spPr>
          <a:xfrm xmlns:a="http://schemas.openxmlformats.org/drawingml/2006/main">
            <a:off x="413524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120F08A9-B5A4-44D8-BCBC-31E8D87B567D}"/>
              </a:ext>
            </a:extLst>
          </p:cNvPr>
          <p:cNvSpPr>
            <a:spLocks xmlns:a="http://schemas.openxmlformats.org/drawingml/2006/main" noGrp="1"/>
          </p:cNvSpPr>
          <p:nvPr/>
        </p:nvSpPr>
        <p:spPr>
          <a:xfrm xmlns:a="http://schemas.openxmlformats.org/drawingml/2006/main">
            <a:off x="413524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08547000-D4CE-4C2F-A752-EA8C8D3054FF}"/>
              </a:ext>
            </a:extLst>
          </p:cNvPr>
          <p:cNvSpPr>
            <a:spLocks xmlns:a="http://schemas.openxmlformats.org/drawingml/2006/main" noGrp="1"/>
          </p:cNvSpPr>
          <p:nvPr/>
        </p:nvSpPr>
        <p:spPr>
          <a:xfrm xmlns:a="http://schemas.openxmlformats.org/drawingml/2006/main">
            <a:off x="4214244"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FA19D"/>
          </a:solidFill>
          <a:ln xmlns:a="http://schemas.openxmlformats.org/drawingml/2006/main" w="2452">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93173F7F-F9BF-4DBC-A098-FD1D8300DEB3}"/>
              </a:ext>
            </a:extLst>
          </p:cNvPr>
          <p:cNvSpPr>
            <a:spLocks xmlns:a="http://schemas.openxmlformats.org/drawingml/2006/main" noGrp="1"/>
          </p:cNvSpPr>
          <p:nvPr/>
        </p:nvSpPr>
        <p:spPr>
          <a:xfrm xmlns:a="http://schemas.openxmlformats.org/drawingml/2006/main">
            <a:off x="4214244"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9B6"/>
          </a:solidFill>
          <a:ln xmlns:a="http://schemas.openxmlformats.org/drawingml/2006/main" w="2452">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4303C623-B234-414F-A227-1FA7688B9431}"/>
              </a:ext>
            </a:extLst>
          </p:cNvPr>
          <p:cNvSpPr>
            <a:spLocks xmlns:a="http://schemas.openxmlformats.org/drawingml/2006/main" noGrp="1"/>
          </p:cNvSpPr>
          <p:nvPr/>
        </p:nvSpPr>
        <p:spPr>
          <a:xfrm xmlns:a="http://schemas.openxmlformats.org/drawingml/2006/main">
            <a:off x="4214244"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BD9"/>
          </a:solidFill>
          <a:ln xmlns:a="http://schemas.openxmlformats.org/drawingml/2006/main" w="2452">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786E12FF-844C-4CF1-B4A9-A011F06E154F}"/>
              </a:ext>
            </a:extLst>
          </p:cNvPr>
          <p:cNvSpPr>
            <a:spLocks xmlns:a="http://schemas.openxmlformats.org/drawingml/2006/main" noGrp="1"/>
          </p:cNvSpPr>
          <p:nvPr/>
        </p:nvSpPr>
        <p:spPr>
          <a:xfrm xmlns:a="http://schemas.openxmlformats.org/drawingml/2006/main">
            <a:off x="4214244"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1868AC82-9D71-4544-B925-86F051A46581}"/>
              </a:ext>
            </a:extLst>
          </p:cNvPr>
          <p:cNvSpPr>
            <a:spLocks xmlns:a="http://schemas.openxmlformats.org/drawingml/2006/main" noGrp="1"/>
          </p:cNvSpPr>
          <p:nvPr/>
        </p:nvSpPr>
        <p:spPr>
          <a:xfrm xmlns:a="http://schemas.openxmlformats.org/drawingml/2006/main">
            <a:off x="4214244"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9B50A37E-3CB0-4A29-955B-22C4AE688A6F}"/>
              </a:ext>
            </a:extLst>
          </p:cNvPr>
          <p:cNvSpPr>
            <a:spLocks xmlns:a="http://schemas.openxmlformats.org/drawingml/2006/main" noGrp="1"/>
          </p:cNvSpPr>
          <p:nvPr/>
        </p:nvSpPr>
        <p:spPr>
          <a:xfrm xmlns:a="http://schemas.openxmlformats.org/drawingml/2006/main">
            <a:off x="4214244"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BC9"/>
          </a:solidFill>
          <a:ln xmlns:a="http://schemas.openxmlformats.org/drawingml/2006/main" w="2452">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3E875178-7559-498C-9E9A-91295EE5C9AF}"/>
              </a:ext>
            </a:extLst>
          </p:cNvPr>
          <p:cNvSpPr>
            <a:spLocks xmlns:a="http://schemas.openxmlformats.org/drawingml/2006/main" noGrp="1"/>
          </p:cNvSpPr>
          <p:nvPr/>
        </p:nvSpPr>
        <p:spPr>
          <a:xfrm xmlns:a="http://schemas.openxmlformats.org/drawingml/2006/main">
            <a:off x="4293246"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2B27C795-9BFA-48FB-940E-F8A551A6AEBC}"/>
              </a:ext>
            </a:extLst>
          </p:cNvPr>
          <p:cNvSpPr>
            <a:spLocks xmlns:a="http://schemas.openxmlformats.org/drawingml/2006/main" noGrp="1"/>
          </p:cNvSpPr>
          <p:nvPr/>
        </p:nvSpPr>
        <p:spPr>
          <a:xfrm xmlns:a="http://schemas.openxmlformats.org/drawingml/2006/main">
            <a:off x="4293246"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3ACA8"/>
          </a:solidFill>
          <a:ln xmlns:a="http://schemas.openxmlformats.org/drawingml/2006/main" w="2452">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1B61ED0B-EC16-4E26-A2A6-7E17D75C0B6C}"/>
              </a:ext>
            </a:extLst>
          </p:cNvPr>
          <p:cNvSpPr>
            <a:spLocks xmlns:a="http://schemas.openxmlformats.org/drawingml/2006/main" noGrp="1"/>
          </p:cNvSpPr>
          <p:nvPr/>
        </p:nvSpPr>
        <p:spPr>
          <a:xfrm xmlns:a="http://schemas.openxmlformats.org/drawingml/2006/main">
            <a:off x="4293246"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BC9"/>
          </a:solidFill>
          <a:ln xmlns:a="http://schemas.openxmlformats.org/drawingml/2006/main" w="2452">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8E64CF0F-12A6-4FE3-81F0-05E73F12040B}"/>
              </a:ext>
            </a:extLst>
          </p:cNvPr>
          <p:cNvSpPr>
            <a:spLocks xmlns:a="http://schemas.openxmlformats.org/drawingml/2006/main" noGrp="1"/>
          </p:cNvSpPr>
          <p:nvPr/>
        </p:nvSpPr>
        <p:spPr>
          <a:xfrm xmlns:a="http://schemas.openxmlformats.org/drawingml/2006/main">
            <a:off x="4293246"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ECC"/>
          </a:solidFill>
          <a:ln xmlns:a="http://schemas.openxmlformats.org/drawingml/2006/main" w="2452">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97013D05-32E0-4B9E-87B8-678E105621B5}"/>
              </a:ext>
            </a:extLst>
          </p:cNvPr>
          <p:cNvSpPr>
            <a:spLocks xmlns:a="http://schemas.openxmlformats.org/drawingml/2006/main" noGrp="1"/>
          </p:cNvSpPr>
          <p:nvPr/>
        </p:nvSpPr>
        <p:spPr>
          <a:xfrm xmlns:a="http://schemas.openxmlformats.org/drawingml/2006/main">
            <a:off x="4293246"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CC6C3"/>
          </a:solidFill>
          <a:ln xmlns:a="http://schemas.openxmlformats.org/drawingml/2006/main" w="2452">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FD7BBBE5-F30D-49DC-B1CB-7E8E6064DB6E}"/>
              </a:ext>
            </a:extLst>
          </p:cNvPr>
          <p:cNvSpPr>
            <a:spLocks xmlns:a="http://schemas.openxmlformats.org/drawingml/2006/main" noGrp="1"/>
          </p:cNvSpPr>
          <p:nvPr/>
        </p:nvSpPr>
        <p:spPr>
          <a:xfrm xmlns:a="http://schemas.openxmlformats.org/drawingml/2006/main">
            <a:off x="4372249"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8BAB6"/>
          </a:solidFill>
          <a:ln xmlns:a="http://schemas.openxmlformats.org/drawingml/2006/main" w="2452">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BB56FCFF-C54B-45D4-9BC0-55B7E13BF1AB}"/>
              </a:ext>
            </a:extLst>
          </p:cNvPr>
          <p:cNvSpPr>
            <a:spLocks xmlns:a="http://schemas.openxmlformats.org/drawingml/2006/main" noGrp="1"/>
          </p:cNvSpPr>
          <p:nvPr/>
        </p:nvSpPr>
        <p:spPr>
          <a:xfrm xmlns:a="http://schemas.openxmlformats.org/drawingml/2006/main">
            <a:off x="4372249"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3ABA7"/>
          </a:solidFill>
          <a:ln xmlns:a="http://schemas.openxmlformats.org/drawingml/2006/main" w="2452">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615AB3BF-189D-4683-B98D-613B9E237CD1}"/>
              </a:ext>
            </a:extLst>
          </p:cNvPr>
          <p:cNvSpPr>
            <a:spLocks xmlns:a="http://schemas.openxmlformats.org/drawingml/2006/main" noGrp="1"/>
          </p:cNvSpPr>
          <p:nvPr/>
        </p:nvSpPr>
        <p:spPr>
          <a:xfrm xmlns:a="http://schemas.openxmlformats.org/drawingml/2006/main">
            <a:off x="4372249"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2AAA5"/>
          </a:solidFill>
          <a:ln xmlns:a="http://schemas.openxmlformats.org/drawingml/2006/main" w="2452">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D6593A5B-6662-4A76-94A5-E968A17BFD96}"/>
              </a:ext>
            </a:extLst>
          </p:cNvPr>
          <p:cNvSpPr>
            <a:spLocks xmlns:a="http://schemas.openxmlformats.org/drawingml/2006/main" noGrp="1"/>
          </p:cNvSpPr>
          <p:nvPr/>
        </p:nvSpPr>
        <p:spPr>
          <a:xfrm xmlns:a="http://schemas.openxmlformats.org/drawingml/2006/main">
            <a:off x="4372249"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3ADA9"/>
          </a:solidFill>
          <a:ln xmlns:a="http://schemas.openxmlformats.org/drawingml/2006/main" w="2452">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016C3741-30F5-46AF-B60E-107543589754}"/>
              </a:ext>
            </a:extLst>
          </p:cNvPr>
          <p:cNvSpPr>
            <a:spLocks xmlns:a="http://schemas.openxmlformats.org/drawingml/2006/main" noGrp="1"/>
          </p:cNvSpPr>
          <p:nvPr/>
        </p:nvSpPr>
        <p:spPr>
          <a:xfrm xmlns:a="http://schemas.openxmlformats.org/drawingml/2006/main">
            <a:off x="4451251"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8612668F-8F17-4E76-A7C0-84DFB4DFD001}"/>
              </a:ext>
            </a:extLst>
          </p:cNvPr>
          <p:cNvSpPr>
            <a:spLocks xmlns:a="http://schemas.openxmlformats.org/drawingml/2006/main" noGrp="1"/>
          </p:cNvSpPr>
          <p:nvPr/>
        </p:nvSpPr>
        <p:spPr>
          <a:xfrm xmlns:a="http://schemas.openxmlformats.org/drawingml/2006/main">
            <a:off x="4451251"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D8728E73-4306-4B68-B19A-1B7A3B5282A8}"/>
              </a:ext>
            </a:extLst>
          </p:cNvPr>
          <p:cNvSpPr>
            <a:spLocks xmlns:a="http://schemas.openxmlformats.org/drawingml/2006/main" noGrp="1"/>
          </p:cNvSpPr>
          <p:nvPr/>
        </p:nvSpPr>
        <p:spPr>
          <a:xfrm xmlns:a="http://schemas.openxmlformats.org/drawingml/2006/main">
            <a:off x="4451251"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88B85"/>
          </a:solidFill>
          <a:ln xmlns:a="http://schemas.openxmlformats.org/drawingml/2006/main" w="2452">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3FFA6C17-1A63-4243-8DDD-60858D030E2C}"/>
              </a:ext>
            </a:extLst>
          </p:cNvPr>
          <p:cNvSpPr>
            <a:spLocks xmlns:a="http://schemas.openxmlformats.org/drawingml/2006/main" noGrp="1"/>
          </p:cNvSpPr>
          <p:nvPr/>
        </p:nvSpPr>
        <p:spPr>
          <a:xfrm xmlns:a="http://schemas.openxmlformats.org/drawingml/2006/main">
            <a:off x="4451251"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B53EDB42-334D-4CFF-B469-661E7D92EC2B}"/>
              </a:ext>
            </a:extLst>
          </p:cNvPr>
          <p:cNvSpPr>
            <a:spLocks xmlns:a="http://schemas.openxmlformats.org/drawingml/2006/main" noGrp="1"/>
          </p:cNvSpPr>
          <p:nvPr/>
        </p:nvSpPr>
        <p:spPr>
          <a:xfrm xmlns:a="http://schemas.openxmlformats.org/drawingml/2006/main">
            <a:off x="4530254"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B8C6FC5A-9970-42BF-A984-466CE211D79D}"/>
              </a:ext>
            </a:extLst>
          </p:cNvPr>
          <p:cNvSpPr>
            <a:spLocks xmlns:a="http://schemas.openxmlformats.org/drawingml/2006/main" noGrp="1"/>
          </p:cNvSpPr>
          <p:nvPr/>
        </p:nvSpPr>
        <p:spPr>
          <a:xfrm xmlns:a="http://schemas.openxmlformats.org/drawingml/2006/main">
            <a:off x="4530254"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41DB59EC-114B-4393-9E2E-E5ED9ECDABD5}"/>
              </a:ext>
            </a:extLst>
          </p:cNvPr>
          <p:cNvSpPr>
            <a:spLocks xmlns:a="http://schemas.openxmlformats.org/drawingml/2006/main" noGrp="1"/>
          </p:cNvSpPr>
          <p:nvPr/>
        </p:nvSpPr>
        <p:spPr>
          <a:xfrm xmlns:a="http://schemas.openxmlformats.org/drawingml/2006/main">
            <a:off x="4530254"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BB413DB8-9FC2-4EC4-9221-1B25D7EAFD5C}"/>
              </a:ext>
            </a:extLst>
          </p:cNvPr>
          <p:cNvSpPr>
            <a:spLocks xmlns:a="http://schemas.openxmlformats.org/drawingml/2006/main" noGrp="1"/>
          </p:cNvSpPr>
          <p:nvPr/>
        </p:nvSpPr>
        <p:spPr>
          <a:xfrm xmlns:a="http://schemas.openxmlformats.org/drawingml/2006/main">
            <a:off x="4530254"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558EBF8E-EBD9-4E95-A730-485A881EF63C}"/>
              </a:ext>
            </a:extLst>
          </p:cNvPr>
          <p:cNvSpPr>
            <a:spLocks xmlns:a="http://schemas.openxmlformats.org/drawingml/2006/main" noGrp="1"/>
          </p:cNvSpPr>
          <p:nvPr/>
        </p:nvSpPr>
        <p:spPr>
          <a:xfrm xmlns:a="http://schemas.openxmlformats.org/drawingml/2006/main">
            <a:off x="4609256"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88110A1D-E5DF-4183-9C42-E31E8707D5B3}"/>
              </a:ext>
            </a:extLst>
          </p:cNvPr>
          <p:cNvSpPr>
            <a:spLocks xmlns:a="http://schemas.openxmlformats.org/drawingml/2006/main" noGrp="1"/>
          </p:cNvSpPr>
          <p:nvPr/>
        </p:nvSpPr>
        <p:spPr>
          <a:xfrm xmlns:a="http://schemas.openxmlformats.org/drawingml/2006/main">
            <a:off x="4609256"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1D5D3"/>
          </a:solidFill>
          <a:ln xmlns:a="http://schemas.openxmlformats.org/drawingml/2006/main" w="2452">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0AF2909D-94D1-4AB2-94EB-74F88187F077}"/>
              </a:ext>
            </a:extLst>
          </p:cNvPr>
          <p:cNvSpPr>
            <a:spLocks xmlns:a="http://schemas.openxmlformats.org/drawingml/2006/main" noGrp="1"/>
          </p:cNvSpPr>
          <p:nvPr/>
        </p:nvSpPr>
        <p:spPr>
          <a:xfrm xmlns:a="http://schemas.openxmlformats.org/drawingml/2006/main">
            <a:off x="4609256"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7D6"/>
          </a:solidFill>
          <a:ln xmlns:a="http://schemas.openxmlformats.org/drawingml/2006/main" w="2452">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2F8CEC0F-D807-4773-9DF7-ACD6E206E547}"/>
              </a:ext>
            </a:extLst>
          </p:cNvPr>
          <p:cNvSpPr>
            <a:spLocks xmlns:a="http://schemas.openxmlformats.org/drawingml/2006/main" noGrp="1"/>
          </p:cNvSpPr>
          <p:nvPr/>
        </p:nvSpPr>
        <p:spPr>
          <a:xfrm xmlns:a="http://schemas.openxmlformats.org/drawingml/2006/main">
            <a:off x="4609256"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6B5B1"/>
          </a:solidFill>
          <a:ln xmlns:a="http://schemas.openxmlformats.org/drawingml/2006/main" w="2452">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9AE04FE8-5D05-4739-89BD-9708695B3EE1}"/>
              </a:ext>
            </a:extLst>
          </p:cNvPr>
          <p:cNvSpPr>
            <a:spLocks xmlns:a="http://schemas.openxmlformats.org/drawingml/2006/main" noGrp="1"/>
          </p:cNvSpPr>
          <p:nvPr/>
        </p:nvSpPr>
        <p:spPr>
          <a:xfrm xmlns:a="http://schemas.openxmlformats.org/drawingml/2006/main">
            <a:off x="4609256"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77404C05-9678-4A7D-A357-2F930887993D}"/>
              </a:ext>
            </a:extLst>
          </p:cNvPr>
          <p:cNvSpPr>
            <a:spLocks xmlns:a="http://schemas.openxmlformats.org/drawingml/2006/main" noGrp="1"/>
          </p:cNvSpPr>
          <p:nvPr/>
        </p:nvSpPr>
        <p:spPr>
          <a:xfrm xmlns:a="http://schemas.openxmlformats.org/drawingml/2006/main">
            <a:off x="4688259"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3F3717AD-3BC1-4ACF-ADA7-D71E37616EA5}"/>
              </a:ext>
            </a:extLst>
          </p:cNvPr>
          <p:cNvSpPr>
            <a:spLocks xmlns:a="http://schemas.openxmlformats.org/drawingml/2006/main" noGrp="1"/>
          </p:cNvSpPr>
          <p:nvPr/>
        </p:nvSpPr>
        <p:spPr>
          <a:xfrm xmlns:a="http://schemas.openxmlformats.org/drawingml/2006/main">
            <a:off x="4688259"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4AE1C7D2-BDC9-4A03-8585-E4A819EA3589}"/>
              </a:ext>
            </a:extLst>
          </p:cNvPr>
          <p:cNvSpPr>
            <a:spLocks xmlns:a="http://schemas.openxmlformats.org/drawingml/2006/main" noGrp="1"/>
          </p:cNvSpPr>
          <p:nvPr/>
        </p:nvSpPr>
        <p:spPr>
          <a:xfrm xmlns:a="http://schemas.openxmlformats.org/drawingml/2006/main">
            <a:off x="4767261"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3989F0A6-9CB3-469E-AD0A-03022E883E95}"/>
              </a:ext>
            </a:extLst>
          </p:cNvPr>
          <p:cNvSpPr>
            <a:spLocks xmlns:a="http://schemas.openxmlformats.org/drawingml/2006/main" noGrp="1"/>
          </p:cNvSpPr>
          <p:nvPr/>
        </p:nvSpPr>
        <p:spPr>
          <a:xfrm xmlns:a="http://schemas.openxmlformats.org/drawingml/2006/main">
            <a:off x="326621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0A5A0"/>
          </a:solidFill>
          <a:ln xmlns:a="http://schemas.openxmlformats.org/drawingml/2006/main" w="2452">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DF7F85C9-5349-4CB9-90CC-CE7F8DB9566E}"/>
              </a:ext>
            </a:extLst>
          </p:cNvPr>
          <p:cNvSpPr>
            <a:spLocks xmlns:a="http://schemas.openxmlformats.org/drawingml/2006/main" noGrp="1"/>
          </p:cNvSpPr>
          <p:nvPr/>
        </p:nvSpPr>
        <p:spPr>
          <a:xfrm xmlns:a="http://schemas.openxmlformats.org/drawingml/2006/main">
            <a:off x="326621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DBB5B838-D553-4EDB-9FB0-979C07D18903}"/>
              </a:ext>
            </a:extLst>
          </p:cNvPr>
          <p:cNvSpPr>
            <a:spLocks xmlns:a="http://schemas.openxmlformats.org/drawingml/2006/main" noGrp="1"/>
          </p:cNvSpPr>
          <p:nvPr/>
        </p:nvSpPr>
        <p:spPr>
          <a:xfrm xmlns:a="http://schemas.openxmlformats.org/drawingml/2006/main">
            <a:off x="334521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27B74"/>
          </a:solidFill>
          <a:ln xmlns:a="http://schemas.openxmlformats.org/drawingml/2006/main" w="2452">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173DDC24-77C7-4784-B27C-704513466B5D}"/>
              </a:ext>
            </a:extLst>
          </p:cNvPr>
          <p:cNvSpPr>
            <a:spLocks xmlns:a="http://schemas.openxmlformats.org/drawingml/2006/main" noGrp="1"/>
          </p:cNvSpPr>
          <p:nvPr/>
        </p:nvSpPr>
        <p:spPr>
          <a:xfrm xmlns:a="http://schemas.openxmlformats.org/drawingml/2006/main">
            <a:off x="334521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1BE"/>
          </a:solidFill>
          <a:ln xmlns:a="http://schemas.openxmlformats.org/drawingml/2006/main" w="2452">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076A9764-8B9C-4A77-958E-09CF81633DAD}"/>
              </a:ext>
            </a:extLst>
          </p:cNvPr>
          <p:cNvSpPr>
            <a:spLocks xmlns:a="http://schemas.openxmlformats.org/drawingml/2006/main" noGrp="1"/>
          </p:cNvSpPr>
          <p:nvPr/>
        </p:nvSpPr>
        <p:spPr>
          <a:xfrm xmlns:a="http://schemas.openxmlformats.org/drawingml/2006/main">
            <a:off x="334521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98F89"/>
          </a:solidFill>
          <a:ln xmlns:a="http://schemas.openxmlformats.org/drawingml/2006/main" w="2452">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F5442906-ADA0-428A-A7DE-7873C3517E98}"/>
              </a:ext>
            </a:extLst>
          </p:cNvPr>
          <p:cNvSpPr>
            <a:spLocks xmlns:a="http://schemas.openxmlformats.org/drawingml/2006/main" noGrp="1"/>
          </p:cNvSpPr>
          <p:nvPr/>
        </p:nvSpPr>
        <p:spPr>
          <a:xfrm xmlns:a="http://schemas.openxmlformats.org/drawingml/2006/main">
            <a:off x="342421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AC8"/>
          </a:solidFill>
          <a:ln xmlns:a="http://schemas.openxmlformats.org/drawingml/2006/main" w="2452">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CF43DCB9-3AC2-4AC8-90BB-7452D7589F4A}"/>
              </a:ext>
            </a:extLst>
          </p:cNvPr>
          <p:cNvSpPr>
            <a:spLocks xmlns:a="http://schemas.openxmlformats.org/drawingml/2006/main" noGrp="1"/>
          </p:cNvSpPr>
          <p:nvPr/>
        </p:nvSpPr>
        <p:spPr>
          <a:xfrm xmlns:a="http://schemas.openxmlformats.org/drawingml/2006/main">
            <a:off x="342421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2AAA6"/>
          </a:solidFill>
          <a:ln xmlns:a="http://schemas.openxmlformats.org/drawingml/2006/main" w="2452">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3A5EEA25-3474-4654-A304-2D08DCF5F3A7}"/>
              </a:ext>
            </a:extLst>
          </p:cNvPr>
          <p:cNvSpPr>
            <a:spLocks xmlns:a="http://schemas.openxmlformats.org/drawingml/2006/main" noGrp="1"/>
          </p:cNvSpPr>
          <p:nvPr/>
        </p:nvSpPr>
        <p:spPr>
          <a:xfrm xmlns:a="http://schemas.openxmlformats.org/drawingml/2006/main">
            <a:off x="3503221"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D9A95"/>
          </a:solidFill>
          <a:ln xmlns:a="http://schemas.openxmlformats.org/drawingml/2006/main" w="2452">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1A27F120-9F67-4B5B-BC76-1B063FFD42FA}"/>
              </a:ext>
            </a:extLst>
          </p:cNvPr>
          <p:cNvSpPr>
            <a:spLocks xmlns:a="http://schemas.openxmlformats.org/drawingml/2006/main" noGrp="1"/>
          </p:cNvSpPr>
          <p:nvPr/>
        </p:nvSpPr>
        <p:spPr>
          <a:xfrm xmlns:a="http://schemas.openxmlformats.org/drawingml/2006/main">
            <a:off x="3503221"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C9994"/>
          </a:solidFill>
          <a:ln xmlns:a="http://schemas.openxmlformats.org/drawingml/2006/main" w="2452">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DA396893-1A4B-41FD-B5A7-946067225BCF}"/>
              </a:ext>
            </a:extLst>
          </p:cNvPr>
          <p:cNvSpPr>
            <a:spLocks xmlns:a="http://schemas.openxmlformats.org/drawingml/2006/main" noGrp="1"/>
          </p:cNvSpPr>
          <p:nvPr/>
        </p:nvSpPr>
        <p:spPr>
          <a:xfrm xmlns:a="http://schemas.openxmlformats.org/drawingml/2006/main">
            <a:off x="350322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C9994"/>
          </a:solidFill>
          <a:ln xmlns:a="http://schemas.openxmlformats.org/drawingml/2006/main" w="2452">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41A0A1BE-E81B-452F-8F20-0FB3B71365CC}"/>
              </a:ext>
            </a:extLst>
          </p:cNvPr>
          <p:cNvSpPr>
            <a:spLocks xmlns:a="http://schemas.openxmlformats.org/drawingml/2006/main" noGrp="1"/>
          </p:cNvSpPr>
          <p:nvPr/>
        </p:nvSpPr>
        <p:spPr>
          <a:xfrm xmlns:a="http://schemas.openxmlformats.org/drawingml/2006/main">
            <a:off x="350322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CC6C4"/>
          </a:solidFill>
          <a:ln xmlns:a="http://schemas.openxmlformats.org/drawingml/2006/main" w="2452">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9559F5FE-2B15-45D9-80EB-85A660015AAA}"/>
              </a:ext>
            </a:extLst>
          </p:cNvPr>
          <p:cNvSpPr>
            <a:spLocks xmlns:a="http://schemas.openxmlformats.org/drawingml/2006/main" noGrp="1"/>
          </p:cNvSpPr>
          <p:nvPr/>
        </p:nvSpPr>
        <p:spPr>
          <a:xfrm xmlns:a="http://schemas.openxmlformats.org/drawingml/2006/main">
            <a:off x="350322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FCFCD"/>
          </a:solidFill>
          <a:ln xmlns:a="http://schemas.openxmlformats.org/drawingml/2006/main" w="2452">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B8692730-7549-4DFB-A4F2-C317052BEA29}"/>
              </a:ext>
            </a:extLst>
          </p:cNvPr>
          <p:cNvSpPr>
            <a:spLocks xmlns:a="http://schemas.openxmlformats.org/drawingml/2006/main" noGrp="1"/>
          </p:cNvSpPr>
          <p:nvPr/>
        </p:nvSpPr>
        <p:spPr>
          <a:xfrm xmlns:a="http://schemas.openxmlformats.org/drawingml/2006/main">
            <a:off x="358222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AD0C9874-F585-4439-9732-9122C5690FDA}"/>
              </a:ext>
            </a:extLst>
          </p:cNvPr>
          <p:cNvSpPr>
            <a:spLocks xmlns:a="http://schemas.openxmlformats.org/drawingml/2006/main" noGrp="1"/>
          </p:cNvSpPr>
          <p:nvPr/>
        </p:nvSpPr>
        <p:spPr>
          <a:xfrm xmlns:a="http://schemas.openxmlformats.org/drawingml/2006/main">
            <a:off x="358222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6B4B1"/>
          </a:solidFill>
          <a:ln xmlns:a="http://schemas.openxmlformats.org/drawingml/2006/main" w="2452">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85FF3DDA-8F88-45E0-BFBA-6C6EEDB4F426}"/>
              </a:ext>
            </a:extLst>
          </p:cNvPr>
          <p:cNvSpPr>
            <a:spLocks xmlns:a="http://schemas.openxmlformats.org/drawingml/2006/main" noGrp="1"/>
          </p:cNvSpPr>
          <p:nvPr/>
        </p:nvSpPr>
        <p:spPr>
          <a:xfrm xmlns:a="http://schemas.openxmlformats.org/drawingml/2006/main">
            <a:off x="358222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8A593CA2-6831-47DD-AFBC-4FE3CBFF7BF4}"/>
              </a:ext>
            </a:extLst>
          </p:cNvPr>
          <p:cNvSpPr>
            <a:spLocks xmlns:a="http://schemas.openxmlformats.org/drawingml/2006/main" noGrp="1"/>
          </p:cNvSpPr>
          <p:nvPr/>
        </p:nvSpPr>
        <p:spPr>
          <a:xfrm xmlns:a="http://schemas.openxmlformats.org/drawingml/2006/main">
            <a:off x="358222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0BD"/>
          </a:solidFill>
          <a:ln xmlns:a="http://schemas.openxmlformats.org/drawingml/2006/main" w="2452">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1CF5519A-8570-45D8-8782-B6641FBFDB75}"/>
              </a:ext>
            </a:extLst>
          </p:cNvPr>
          <p:cNvSpPr>
            <a:spLocks xmlns:a="http://schemas.openxmlformats.org/drawingml/2006/main" noGrp="1"/>
          </p:cNvSpPr>
          <p:nvPr/>
        </p:nvSpPr>
        <p:spPr>
          <a:xfrm xmlns:a="http://schemas.openxmlformats.org/drawingml/2006/main">
            <a:off x="358222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9C152F55-2A93-4BF1-A9FB-82B09497B1F0}"/>
              </a:ext>
            </a:extLst>
          </p:cNvPr>
          <p:cNvSpPr>
            <a:spLocks xmlns:a="http://schemas.openxmlformats.org/drawingml/2006/main" noGrp="1"/>
          </p:cNvSpPr>
          <p:nvPr/>
        </p:nvSpPr>
        <p:spPr>
          <a:xfrm xmlns:a="http://schemas.openxmlformats.org/drawingml/2006/main">
            <a:off x="366122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6CD58AC7-52AB-430F-BD4D-DA7D20E2F660}"/>
              </a:ext>
            </a:extLst>
          </p:cNvPr>
          <p:cNvSpPr>
            <a:spLocks xmlns:a="http://schemas.openxmlformats.org/drawingml/2006/main" noGrp="1"/>
          </p:cNvSpPr>
          <p:nvPr/>
        </p:nvSpPr>
        <p:spPr>
          <a:xfrm xmlns:a="http://schemas.openxmlformats.org/drawingml/2006/main">
            <a:off x="366122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FA09B"/>
          </a:solidFill>
          <a:ln xmlns:a="http://schemas.openxmlformats.org/drawingml/2006/main" w="2452">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5BC75C50-CC9C-46D6-8CF7-2C425A2FB0F4}"/>
              </a:ext>
            </a:extLst>
          </p:cNvPr>
          <p:cNvSpPr>
            <a:spLocks xmlns:a="http://schemas.openxmlformats.org/drawingml/2006/main" noGrp="1"/>
          </p:cNvSpPr>
          <p:nvPr/>
        </p:nvSpPr>
        <p:spPr>
          <a:xfrm xmlns:a="http://schemas.openxmlformats.org/drawingml/2006/main">
            <a:off x="374022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041CE6D4-3822-4C71-8BFF-CFA8D06C9756}"/>
              </a:ext>
            </a:extLst>
          </p:cNvPr>
          <p:cNvSpPr>
            <a:spLocks xmlns:a="http://schemas.openxmlformats.org/drawingml/2006/main" noGrp="1"/>
          </p:cNvSpPr>
          <p:nvPr/>
        </p:nvSpPr>
        <p:spPr>
          <a:xfrm xmlns:a="http://schemas.openxmlformats.org/drawingml/2006/main">
            <a:off x="2950204" y="408878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7A974E2C-8104-4FB6-B631-932F60133C79}"/>
              </a:ext>
            </a:extLst>
          </p:cNvPr>
          <p:cNvSpPr>
            <a:spLocks xmlns:a="http://schemas.openxmlformats.org/drawingml/2006/main" noGrp="1"/>
          </p:cNvSpPr>
          <p:nvPr/>
        </p:nvSpPr>
        <p:spPr>
          <a:xfrm xmlns:a="http://schemas.openxmlformats.org/drawingml/2006/main">
            <a:off x="2950204"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2EB0838E-3429-4908-AF55-47D0DE70955C}"/>
              </a:ext>
            </a:extLst>
          </p:cNvPr>
          <p:cNvSpPr>
            <a:spLocks xmlns:a="http://schemas.openxmlformats.org/drawingml/2006/main" noGrp="1"/>
          </p:cNvSpPr>
          <p:nvPr/>
        </p:nvSpPr>
        <p:spPr>
          <a:xfrm xmlns:a="http://schemas.openxmlformats.org/drawingml/2006/main">
            <a:off x="3029206" y="408878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FD0CD"/>
          </a:solidFill>
          <a:ln xmlns:a="http://schemas.openxmlformats.org/drawingml/2006/main" w="2452">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004A8C8D-E876-403B-831C-AE05328D60B9}"/>
              </a:ext>
            </a:extLst>
          </p:cNvPr>
          <p:cNvSpPr>
            <a:spLocks xmlns:a="http://schemas.openxmlformats.org/drawingml/2006/main" noGrp="1"/>
          </p:cNvSpPr>
          <p:nvPr/>
        </p:nvSpPr>
        <p:spPr>
          <a:xfrm xmlns:a="http://schemas.openxmlformats.org/drawingml/2006/main">
            <a:off x="3029206"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50ABCBB1-6666-49A3-AAF6-7457734C51AB}"/>
              </a:ext>
            </a:extLst>
          </p:cNvPr>
          <p:cNvSpPr>
            <a:spLocks xmlns:a="http://schemas.openxmlformats.org/drawingml/2006/main" noGrp="1"/>
          </p:cNvSpPr>
          <p:nvPr/>
        </p:nvSpPr>
        <p:spPr>
          <a:xfrm xmlns:a="http://schemas.openxmlformats.org/drawingml/2006/main">
            <a:off x="3029206"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4D2"/>
          </a:solidFill>
          <a:ln xmlns:a="http://schemas.openxmlformats.org/drawingml/2006/main" w="2452">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A22EEEE2-B662-4F8B-A082-89D52916A56D}"/>
              </a:ext>
            </a:extLst>
          </p:cNvPr>
          <p:cNvSpPr>
            <a:spLocks xmlns:a="http://schemas.openxmlformats.org/drawingml/2006/main" noGrp="1"/>
          </p:cNvSpPr>
          <p:nvPr/>
        </p:nvSpPr>
        <p:spPr>
          <a:xfrm xmlns:a="http://schemas.openxmlformats.org/drawingml/2006/main">
            <a:off x="3108209" y="424785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630F0C31-FC0F-4F79-9333-7BBB769280EE}"/>
              </a:ext>
            </a:extLst>
          </p:cNvPr>
          <p:cNvSpPr>
            <a:spLocks xmlns:a="http://schemas.openxmlformats.org/drawingml/2006/main" noGrp="1"/>
          </p:cNvSpPr>
          <p:nvPr/>
        </p:nvSpPr>
        <p:spPr>
          <a:xfrm xmlns:a="http://schemas.openxmlformats.org/drawingml/2006/main">
            <a:off x="3108209" y="416832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796B96B6-0231-4741-8998-0615353C1045}"/>
              </a:ext>
            </a:extLst>
          </p:cNvPr>
          <p:cNvSpPr>
            <a:spLocks xmlns:a="http://schemas.openxmlformats.org/drawingml/2006/main" noGrp="1"/>
          </p:cNvSpPr>
          <p:nvPr/>
        </p:nvSpPr>
        <p:spPr>
          <a:xfrm xmlns:a="http://schemas.openxmlformats.org/drawingml/2006/main">
            <a:off x="3108209" y="408878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7715D34A-0B94-4AB9-B39D-278CFEAC7C09}"/>
              </a:ext>
            </a:extLst>
          </p:cNvPr>
          <p:cNvSpPr>
            <a:spLocks xmlns:a="http://schemas.openxmlformats.org/drawingml/2006/main" noGrp="1"/>
          </p:cNvSpPr>
          <p:nvPr/>
        </p:nvSpPr>
        <p:spPr>
          <a:xfrm xmlns:a="http://schemas.openxmlformats.org/drawingml/2006/main">
            <a:off x="3108209"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5E0DF"/>
          </a:solidFill>
          <a:ln xmlns:a="http://schemas.openxmlformats.org/drawingml/2006/main" w="2452">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CCA6E4E5-766B-4D73-BC69-9BABA654B3EC}"/>
              </a:ext>
            </a:extLst>
          </p:cNvPr>
          <p:cNvSpPr>
            <a:spLocks xmlns:a="http://schemas.openxmlformats.org/drawingml/2006/main" noGrp="1"/>
          </p:cNvSpPr>
          <p:nvPr/>
        </p:nvSpPr>
        <p:spPr>
          <a:xfrm xmlns:a="http://schemas.openxmlformats.org/drawingml/2006/main">
            <a:off x="310820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2708A094-A60E-4AA4-ACF8-F79A17345F3F}"/>
              </a:ext>
            </a:extLst>
          </p:cNvPr>
          <p:cNvSpPr>
            <a:spLocks xmlns:a="http://schemas.openxmlformats.org/drawingml/2006/main" noGrp="1"/>
          </p:cNvSpPr>
          <p:nvPr/>
        </p:nvSpPr>
        <p:spPr>
          <a:xfrm xmlns:a="http://schemas.openxmlformats.org/drawingml/2006/main">
            <a:off x="310820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ECCABCF0-D27E-4D21-B9A3-60B43142C800}"/>
              </a:ext>
            </a:extLst>
          </p:cNvPr>
          <p:cNvSpPr>
            <a:spLocks xmlns:a="http://schemas.openxmlformats.org/drawingml/2006/main" noGrp="1"/>
          </p:cNvSpPr>
          <p:nvPr/>
        </p:nvSpPr>
        <p:spPr>
          <a:xfrm xmlns:a="http://schemas.openxmlformats.org/drawingml/2006/main">
            <a:off x="3187211" y="424785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78983"/>
          </a:solidFill>
          <a:ln xmlns:a="http://schemas.openxmlformats.org/drawingml/2006/main" w="2452">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465452FD-F1A3-435C-844F-6DFF8762350A}"/>
              </a:ext>
            </a:extLst>
          </p:cNvPr>
          <p:cNvSpPr>
            <a:spLocks xmlns:a="http://schemas.openxmlformats.org/drawingml/2006/main" noGrp="1"/>
          </p:cNvSpPr>
          <p:nvPr/>
        </p:nvSpPr>
        <p:spPr>
          <a:xfrm xmlns:a="http://schemas.openxmlformats.org/drawingml/2006/main">
            <a:off x="3187211" y="416832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6B6B2"/>
          </a:solidFill>
          <a:ln xmlns:a="http://schemas.openxmlformats.org/drawingml/2006/main" w="2452">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941BF69E-0C18-42B4-AF90-B695EEBB5966}"/>
              </a:ext>
            </a:extLst>
          </p:cNvPr>
          <p:cNvSpPr>
            <a:spLocks xmlns:a="http://schemas.openxmlformats.org/drawingml/2006/main" noGrp="1"/>
          </p:cNvSpPr>
          <p:nvPr/>
        </p:nvSpPr>
        <p:spPr>
          <a:xfrm xmlns:a="http://schemas.openxmlformats.org/drawingml/2006/main">
            <a:off x="318721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78EC398A-13FC-404C-840D-21084903D3BF}"/>
              </a:ext>
            </a:extLst>
          </p:cNvPr>
          <p:cNvSpPr>
            <a:spLocks xmlns:a="http://schemas.openxmlformats.org/drawingml/2006/main" noGrp="1"/>
          </p:cNvSpPr>
          <p:nvPr/>
        </p:nvSpPr>
        <p:spPr>
          <a:xfrm xmlns:a="http://schemas.openxmlformats.org/drawingml/2006/main">
            <a:off x="3345216" y="432738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2545D38A-189A-4032-82D4-621335F619D0}"/>
              </a:ext>
            </a:extLst>
          </p:cNvPr>
          <p:cNvSpPr>
            <a:spLocks xmlns:a="http://schemas.openxmlformats.org/drawingml/2006/main" noGrp="1"/>
          </p:cNvSpPr>
          <p:nvPr/>
        </p:nvSpPr>
        <p:spPr>
          <a:xfrm xmlns:a="http://schemas.openxmlformats.org/drawingml/2006/main">
            <a:off x="3424219" y="408878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566D196A-D329-4C21-A9FB-BE4CE30AD868}"/>
              </a:ext>
            </a:extLst>
          </p:cNvPr>
          <p:cNvSpPr>
            <a:spLocks xmlns:a="http://schemas.openxmlformats.org/drawingml/2006/main" noGrp="1"/>
          </p:cNvSpPr>
          <p:nvPr/>
        </p:nvSpPr>
        <p:spPr>
          <a:xfrm xmlns:a="http://schemas.openxmlformats.org/drawingml/2006/main">
            <a:off x="3503221" y="416832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EDE3B27A-9846-41E5-91F4-3F1E854DE825}"/>
              </a:ext>
            </a:extLst>
          </p:cNvPr>
          <p:cNvSpPr>
            <a:spLocks xmlns:a="http://schemas.openxmlformats.org/drawingml/2006/main" noGrp="1"/>
          </p:cNvSpPr>
          <p:nvPr/>
        </p:nvSpPr>
        <p:spPr>
          <a:xfrm xmlns:a="http://schemas.openxmlformats.org/drawingml/2006/main">
            <a:off x="3503221" y="408878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C8946B8D-4523-4E02-9B59-5E67CF474FC8}"/>
              </a:ext>
            </a:extLst>
          </p:cNvPr>
          <p:cNvSpPr>
            <a:spLocks xmlns:a="http://schemas.openxmlformats.org/drawingml/2006/main" noGrp="1"/>
          </p:cNvSpPr>
          <p:nvPr/>
        </p:nvSpPr>
        <p:spPr>
          <a:xfrm xmlns:a="http://schemas.openxmlformats.org/drawingml/2006/main">
            <a:off x="3503221"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C6564D"/>
          </a:solidFill>
          <a:ln xmlns:a="http://schemas.openxmlformats.org/drawingml/2006/main" w="2452">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8A3F7C7C-EB3C-40C4-A373-99C563B16BC0}"/>
              </a:ext>
            </a:extLst>
          </p:cNvPr>
          <p:cNvSpPr>
            <a:spLocks xmlns:a="http://schemas.openxmlformats.org/drawingml/2006/main" noGrp="1"/>
          </p:cNvSpPr>
          <p:nvPr/>
        </p:nvSpPr>
        <p:spPr>
          <a:xfrm xmlns:a="http://schemas.openxmlformats.org/drawingml/2006/main">
            <a:off x="3582224"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D3579FAF-93E4-4C8A-BAE6-F97E69ED6F10}"/>
              </a:ext>
            </a:extLst>
          </p:cNvPr>
          <p:cNvSpPr>
            <a:spLocks xmlns:a="http://schemas.openxmlformats.org/drawingml/2006/main" noGrp="1"/>
          </p:cNvSpPr>
          <p:nvPr/>
        </p:nvSpPr>
        <p:spPr>
          <a:xfrm xmlns:a="http://schemas.openxmlformats.org/drawingml/2006/main">
            <a:off x="374022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1D5D3"/>
          </a:solidFill>
          <a:ln xmlns:a="http://schemas.openxmlformats.org/drawingml/2006/main" w="2452">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857C8C31-7D25-4D2A-A691-BE589E72DA08}"/>
              </a:ext>
            </a:extLst>
          </p:cNvPr>
          <p:cNvSpPr>
            <a:spLocks xmlns:a="http://schemas.openxmlformats.org/drawingml/2006/main" noGrp="1"/>
          </p:cNvSpPr>
          <p:nvPr/>
        </p:nvSpPr>
        <p:spPr>
          <a:xfrm xmlns:a="http://schemas.openxmlformats.org/drawingml/2006/main">
            <a:off x="3819231"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984FF8CB-C7FF-49E6-A818-467D035CABBF}"/>
              </a:ext>
            </a:extLst>
          </p:cNvPr>
          <p:cNvSpPr>
            <a:spLocks xmlns:a="http://schemas.openxmlformats.org/drawingml/2006/main" noGrp="1"/>
          </p:cNvSpPr>
          <p:nvPr/>
        </p:nvSpPr>
        <p:spPr>
          <a:xfrm xmlns:a="http://schemas.openxmlformats.org/drawingml/2006/main">
            <a:off x="381923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9429EE3C-5E95-4447-8AC4-16A2888F95B8}"/>
              </a:ext>
            </a:extLst>
          </p:cNvPr>
          <p:cNvSpPr>
            <a:spLocks xmlns:a="http://schemas.openxmlformats.org/drawingml/2006/main" noGrp="1"/>
          </p:cNvSpPr>
          <p:nvPr/>
        </p:nvSpPr>
        <p:spPr>
          <a:xfrm xmlns:a="http://schemas.openxmlformats.org/drawingml/2006/main">
            <a:off x="381923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4B0AC"/>
          </a:solidFill>
          <a:ln xmlns:a="http://schemas.openxmlformats.org/drawingml/2006/main" w="2452">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522CFB2C-7FA0-479D-9F08-7B97EF723103}"/>
              </a:ext>
            </a:extLst>
          </p:cNvPr>
          <p:cNvSpPr>
            <a:spLocks xmlns:a="http://schemas.openxmlformats.org/drawingml/2006/main" noGrp="1"/>
          </p:cNvSpPr>
          <p:nvPr/>
        </p:nvSpPr>
        <p:spPr>
          <a:xfrm xmlns:a="http://schemas.openxmlformats.org/drawingml/2006/main">
            <a:off x="2792199"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B86AF5EB-AFA1-4D23-9E09-7F7DEFC0BD23}"/>
              </a:ext>
            </a:extLst>
          </p:cNvPr>
          <p:cNvSpPr>
            <a:spLocks xmlns:a="http://schemas.openxmlformats.org/drawingml/2006/main" noGrp="1"/>
          </p:cNvSpPr>
          <p:nvPr/>
        </p:nvSpPr>
        <p:spPr>
          <a:xfrm xmlns:a="http://schemas.openxmlformats.org/drawingml/2006/main">
            <a:off x="2792199"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51D7EB21-A130-4968-842D-8A2B5520BF6B}"/>
              </a:ext>
            </a:extLst>
          </p:cNvPr>
          <p:cNvSpPr>
            <a:spLocks xmlns:a="http://schemas.openxmlformats.org/drawingml/2006/main" noGrp="1"/>
          </p:cNvSpPr>
          <p:nvPr/>
        </p:nvSpPr>
        <p:spPr>
          <a:xfrm xmlns:a="http://schemas.openxmlformats.org/drawingml/2006/main">
            <a:off x="318721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A0C80200-45D3-472F-B87C-8D51EE028B67}"/>
              </a:ext>
            </a:extLst>
          </p:cNvPr>
          <p:cNvSpPr>
            <a:spLocks xmlns:a="http://schemas.openxmlformats.org/drawingml/2006/main" noGrp="1"/>
          </p:cNvSpPr>
          <p:nvPr/>
        </p:nvSpPr>
        <p:spPr>
          <a:xfrm xmlns:a="http://schemas.openxmlformats.org/drawingml/2006/main">
            <a:off x="326621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AC9B2F72-E2EC-4F5A-9F21-043D059F7F8B}"/>
              </a:ext>
            </a:extLst>
          </p:cNvPr>
          <p:cNvSpPr>
            <a:spLocks xmlns:a="http://schemas.openxmlformats.org/drawingml/2006/main" noGrp="1"/>
          </p:cNvSpPr>
          <p:nvPr/>
        </p:nvSpPr>
        <p:spPr>
          <a:xfrm xmlns:a="http://schemas.openxmlformats.org/drawingml/2006/main">
            <a:off x="3266214"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F0EEC265-A1AF-4533-8A81-14371AC3BA47}"/>
              </a:ext>
            </a:extLst>
          </p:cNvPr>
          <p:cNvSpPr>
            <a:spLocks xmlns:a="http://schemas.openxmlformats.org/drawingml/2006/main" noGrp="1"/>
          </p:cNvSpPr>
          <p:nvPr/>
        </p:nvSpPr>
        <p:spPr>
          <a:xfrm xmlns:a="http://schemas.openxmlformats.org/drawingml/2006/main">
            <a:off x="3266214"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05888C95-9AF5-4F5A-9223-4E720A25A9DE}"/>
              </a:ext>
            </a:extLst>
          </p:cNvPr>
          <p:cNvSpPr>
            <a:spLocks xmlns:a="http://schemas.openxmlformats.org/drawingml/2006/main" noGrp="1"/>
          </p:cNvSpPr>
          <p:nvPr/>
        </p:nvSpPr>
        <p:spPr>
          <a:xfrm xmlns:a="http://schemas.openxmlformats.org/drawingml/2006/main">
            <a:off x="3266214"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F993E244-9D30-41D8-AD36-6CEB5BDF6195}"/>
              </a:ext>
            </a:extLst>
          </p:cNvPr>
          <p:cNvSpPr>
            <a:spLocks xmlns:a="http://schemas.openxmlformats.org/drawingml/2006/main" noGrp="1"/>
          </p:cNvSpPr>
          <p:nvPr/>
        </p:nvSpPr>
        <p:spPr>
          <a:xfrm xmlns:a="http://schemas.openxmlformats.org/drawingml/2006/main">
            <a:off x="3266214"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388AEBDD-E9D7-4C3D-A05F-DFA67E6C2394}"/>
              </a:ext>
            </a:extLst>
          </p:cNvPr>
          <p:cNvSpPr>
            <a:spLocks xmlns:a="http://schemas.openxmlformats.org/drawingml/2006/main" noGrp="1"/>
          </p:cNvSpPr>
          <p:nvPr/>
        </p:nvSpPr>
        <p:spPr>
          <a:xfrm xmlns:a="http://schemas.openxmlformats.org/drawingml/2006/main">
            <a:off x="208117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E31CA44D-9CE9-446E-8596-F8DF3F9CFCA7}"/>
              </a:ext>
            </a:extLst>
          </p:cNvPr>
          <p:cNvSpPr>
            <a:spLocks xmlns:a="http://schemas.openxmlformats.org/drawingml/2006/main" noGrp="1"/>
          </p:cNvSpPr>
          <p:nvPr/>
        </p:nvSpPr>
        <p:spPr>
          <a:xfrm xmlns:a="http://schemas.openxmlformats.org/drawingml/2006/main">
            <a:off x="216017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9CA47441-08B2-4F06-BF6F-1ED4C6E58B8A}"/>
              </a:ext>
            </a:extLst>
          </p:cNvPr>
          <p:cNvSpPr>
            <a:spLocks xmlns:a="http://schemas.openxmlformats.org/drawingml/2006/main" noGrp="1"/>
          </p:cNvSpPr>
          <p:nvPr/>
        </p:nvSpPr>
        <p:spPr>
          <a:xfrm xmlns:a="http://schemas.openxmlformats.org/drawingml/2006/main">
            <a:off x="216017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0DE41F8E-9414-4463-968C-02095635166E}"/>
              </a:ext>
            </a:extLst>
          </p:cNvPr>
          <p:cNvSpPr>
            <a:spLocks xmlns:a="http://schemas.openxmlformats.org/drawingml/2006/main" noGrp="1"/>
          </p:cNvSpPr>
          <p:nvPr/>
        </p:nvSpPr>
        <p:spPr>
          <a:xfrm xmlns:a="http://schemas.openxmlformats.org/drawingml/2006/main">
            <a:off x="223918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761BF5B4-9163-43B4-B8AE-B3B7AA90F5CA}"/>
              </a:ext>
            </a:extLst>
          </p:cNvPr>
          <p:cNvSpPr>
            <a:spLocks xmlns:a="http://schemas.openxmlformats.org/drawingml/2006/main" noGrp="1"/>
          </p:cNvSpPr>
          <p:nvPr/>
        </p:nvSpPr>
        <p:spPr>
          <a:xfrm xmlns:a="http://schemas.openxmlformats.org/drawingml/2006/main">
            <a:off x="223918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86E347A3-5E25-41E7-9918-ED5E19D63E2F}"/>
              </a:ext>
            </a:extLst>
          </p:cNvPr>
          <p:cNvSpPr>
            <a:spLocks xmlns:a="http://schemas.openxmlformats.org/drawingml/2006/main" noGrp="1"/>
          </p:cNvSpPr>
          <p:nvPr/>
        </p:nvSpPr>
        <p:spPr>
          <a:xfrm xmlns:a="http://schemas.openxmlformats.org/drawingml/2006/main">
            <a:off x="231818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9B2B3639-6FA5-450E-9D84-6AC327A82F95}"/>
              </a:ext>
            </a:extLst>
          </p:cNvPr>
          <p:cNvSpPr>
            <a:spLocks xmlns:a="http://schemas.openxmlformats.org/drawingml/2006/main" noGrp="1"/>
          </p:cNvSpPr>
          <p:nvPr/>
        </p:nvSpPr>
        <p:spPr>
          <a:xfrm xmlns:a="http://schemas.openxmlformats.org/drawingml/2006/main">
            <a:off x="239718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303EB3AB-3BDD-409E-94F7-038F284C808C}"/>
              </a:ext>
            </a:extLst>
          </p:cNvPr>
          <p:cNvSpPr>
            <a:spLocks xmlns:a="http://schemas.openxmlformats.org/drawingml/2006/main" noGrp="1"/>
          </p:cNvSpPr>
          <p:nvPr/>
        </p:nvSpPr>
        <p:spPr>
          <a:xfrm xmlns:a="http://schemas.openxmlformats.org/drawingml/2006/main">
            <a:off x="247618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A5924412-E8A6-488D-B7C8-3C2E75EE4645}"/>
              </a:ext>
            </a:extLst>
          </p:cNvPr>
          <p:cNvSpPr>
            <a:spLocks xmlns:a="http://schemas.openxmlformats.org/drawingml/2006/main" noGrp="1"/>
          </p:cNvSpPr>
          <p:nvPr/>
        </p:nvSpPr>
        <p:spPr>
          <a:xfrm xmlns:a="http://schemas.openxmlformats.org/drawingml/2006/main">
            <a:off x="247618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C9791"/>
          </a:solidFill>
          <a:ln xmlns:a="http://schemas.openxmlformats.org/drawingml/2006/main" w="2452">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6582C7D0-4856-4279-82A3-39BD18DEBC5F}"/>
              </a:ext>
            </a:extLst>
          </p:cNvPr>
          <p:cNvSpPr>
            <a:spLocks xmlns:a="http://schemas.openxmlformats.org/drawingml/2006/main" noGrp="1"/>
          </p:cNvSpPr>
          <p:nvPr/>
        </p:nvSpPr>
        <p:spPr>
          <a:xfrm xmlns:a="http://schemas.openxmlformats.org/drawingml/2006/main">
            <a:off x="247618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ECB"/>
          </a:solidFill>
          <a:ln xmlns:a="http://schemas.openxmlformats.org/drawingml/2006/main" w="2452">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893D0104-FCD4-48E0-8AAD-50C813B023F6}"/>
              </a:ext>
            </a:extLst>
          </p:cNvPr>
          <p:cNvSpPr>
            <a:spLocks xmlns:a="http://schemas.openxmlformats.org/drawingml/2006/main" noGrp="1"/>
          </p:cNvSpPr>
          <p:nvPr/>
        </p:nvSpPr>
        <p:spPr>
          <a:xfrm xmlns:a="http://schemas.openxmlformats.org/drawingml/2006/main">
            <a:off x="255519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77D59FC8-ECB7-4247-ADF8-69F95384B960}"/>
              </a:ext>
            </a:extLst>
          </p:cNvPr>
          <p:cNvSpPr>
            <a:spLocks xmlns:a="http://schemas.openxmlformats.org/drawingml/2006/main" noGrp="1"/>
          </p:cNvSpPr>
          <p:nvPr/>
        </p:nvSpPr>
        <p:spPr>
          <a:xfrm xmlns:a="http://schemas.openxmlformats.org/drawingml/2006/main">
            <a:off x="255519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9552571B-91E4-4C27-8498-2F4A2608CA21}"/>
              </a:ext>
            </a:extLst>
          </p:cNvPr>
          <p:cNvSpPr>
            <a:spLocks xmlns:a="http://schemas.openxmlformats.org/drawingml/2006/main" noGrp="1"/>
          </p:cNvSpPr>
          <p:nvPr/>
        </p:nvSpPr>
        <p:spPr>
          <a:xfrm xmlns:a="http://schemas.openxmlformats.org/drawingml/2006/main">
            <a:off x="255519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0A39E"/>
          </a:solidFill>
          <a:ln xmlns:a="http://schemas.openxmlformats.org/drawingml/2006/main" w="2452">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E7535A90-6360-4792-8A4E-6B51069766FB}"/>
              </a:ext>
            </a:extLst>
          </p:cNvPr>
          <p:cNvSpPr>
            <a:spLocks xmlns:a="http://schemas.openxmlformats.org/drawingml/2006/main" noGrp="1"/>
          </p:cNvSpPr>
          <p:nvPr/>
        </p:nvSpPr>
        <p:spPr>
          <a:xfrm xmlns:a="http://schemas.openxmlformats.org/drawingml/2006/main">
            <a:off x="263419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90784099-3991-4CE9-81B1-A9F356D4F5BD}"/>
              </a:ext>
            </a:extLst>
          </p:cNvPr>
          <p:cNvSpPr>
            <a:spLocks xmlns:a="http://schemas.openxmlformats.org/drawingml/2006/main" noGrp="1"/>
          </p:cNvSpPr>
          <p:nvPr/>
        </p:nvSpPr>
        <p:spPr>
          <a:xfrm xmlns:a="http://schemas.openxmlformats.org/drawingml/2006/main">
            <a:off x="263419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FA29D"/>
          </a:solidFill>
          <a:ln xmlns:a="http://schemas.openxmlformats.org/drawingml/2006/main" w="2452">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09D3DA81-C7FE-4806-9E87-A95F6DFA299A}"/>
              </a:ext>
            </a:extLst>
          </p:cNvPr>
          <p:cNvSpPr>
            <a:spLocks xmlns:a="http://schemas.openxmlformats.org/drawingml/2006/main" noGrp="1"/>
          </p:cNvSpPr>
          <p:nvPr/>
        </p:nvSpPr>
        <p:spPr>
          <a:xfrm xmlns:a="http://schemas.openxmlformats.org/drawingml/2006/main">
            <a:off x="2713196"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DFEE8C0C-F669-4A83-A3A9-841A0CDCBE3B}"/>
              </a:ext>
            </a:extLst>
          </p:cNvPr>
          <p:cNvSpPr>
            <a:spLocks xmlns:a="http://schemas.openxmlformats.org/drawingml/2006/main" noGrp="1"/>
          </p:cNvSpPr>
          <p:nvPr/>
        </p:nvSpPr>
        <p:spPr>
          <a:xfrm xmlns:a="http://schemas.openxmlformats.org/drawingml/2006/main">
            <a:off x="2713196"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CB665E"/>
          </a:solidFill>
          <a:ln xmlns:a="http://schemas.openxmlformats.org/drawingml/2006/main" w="2452">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CA8A30CA-2EE0-4DB2-9189-33A3E50A5B0F}"/>
              </a:ext>
            </a:extLst>
          </p:cNvPr>
          <p:cNvSpPr>
            <a:spLocks xmlns:a="http://schemas.openxmlformats.org/drawingml/2006/main" noGrp="1"/>
          </p:cNvSpPr>
          <p:nvPr/>
        </p:nvSpPr>
        <p:spPr>
          <a:xfrm xmlns:a="http://schemas.openxmlformats.org/drawingml/2006/main">
            <a:off x="2792199"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CC6C3"/>
          </a:solidFill>
          <a:ln xmlns:a="http://schemas.openxmlformats.org/drawingml/2006/main" w="2452">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8BE90CCE-056B-4BBE-9843-38C8C841F680}"/>
              </a:ext>
            </a:extLst>
          </p:cNvPr>
          <p:cNvSpPr>
            <a:spLocks xmlns:a="http://schemas.openxmlformats.org/drawingml/2006/main" noGrp="1"/>
          </p:cNvSpPr>
          <p:nvPr/>
        </p:nvSpPr>
        <p:spPr>
          <a:xfrm xmlns:a="http://schemas.openxmlformats.org/drawingml/2006/main">
            <a:off x="2792199" y="265716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1BE"/>
          </a:solidFill>
          <a:ln xmlns:a="http://schemas.openxmlformats.org/drawingml/2006/main" w="2452">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D91DDD0F-CDC3-455C-87BF-620E3C02C601}"/>
              </a:ext>
            </a:extLst>
          </p:cNvPr>
          <p:cNvSpPr>
            <a:spLocks xmlns:a="http://schemas.openxmlformats.org/drawingml/2006/main" noGrp="1"/>
          </p:cNvSpPr>
          <p:nvPr/>
        </p:nvSpPr>
        <p:spPr>
          <a:xfrm xmlns:a="http://schemas.openxmlformats.org/drawingml/2006/main">
            <a:off x="2792199" y="257762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5B1AD"/>
          </a:solidFill>
          <a:ln xmlns:a="http://schemas.openxmlformats.org/drawingml/2006/main" w="2452">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0968B3A2-AC5F-4857-84B7-2DBB8A5AEB67}"/>
              </a:ext>
            </a:extLst>
          </p:cNvPr>
          <p:cNvSpPr>
            <a:spLocks xmlns:a="http://schemas.openxmlformats.org/drawingml/2006/main" noGrp="1"/>
          </p:cNvSpPr>
          <p:nvPr/>
        </p:nvSpPr>
        <p:spPr>
          <a:xfrm xmlns:a="http://schemas.openxmlformats.org/drawingml/2006/main">
            <a:off x="2871201"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1D424FE9-3507-43E4-BB0F-DCD8F610A998}"/>
              </a:ext>
            </a:extLst>
          </p:cNvPr>
          <p:cNvSpPr>
            <a:spLocks xmlns:a="http://schemas.openxmlformats.org/drawingml/2006/main" noGrp="1"/>
          </p:cNvSpPr>
          <p:nvPr/>
        </p:nvSpPr>
        <p:spPr>
          <a:xfrm xmlns:a="http://schemas.openxmlformats.org/drawingml/2006/main">
            <a:off x="2871201"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0A4A0"/>
          </a:solidFill>
          <a:ln xmlns:a="http://schemas.openxmlformats.org/drawingml/2006/main" w="2452">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7084C1F5-C586-4F99-99E8-DC095994B66E}"/>
              </a:ext>
            </a:extLst>
          </p:cNvPr>
          <p:cNvSpPr>
            <a:spLocks xmlns:a="http://schemas.openxmlformats.org/drawingml/2006/main" noGrp="1"/>
          </p:cNvSpPr>
          <p:nvPr/>
        </p:nvSpPr>
        <p:spPr>
          <a:xfrm xmlns:a="http://schemas.openxmlformats.org/drawingml/2006/main">
            <a:off x="2871201"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9BDB9"/>
          </a:solidFill>
          <a:ln xmlns:a="http://schemas.openxmlformats.org/drawingml/2006/main" w="2452">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74036C2D-7E75-463C-9C2B-86DC4B2BB095}"/>
              </a:ext>
            </a:extLst>
          </p:cNvPr>
          <p:cNvSpPr>
            <a:spLocks xmlns:a="http://schemas.openxmlformats.org/drawingml/2006/main" noGrp="1"/>
          </p:cNvSpPr>
          <p:nvPr/>
        </p:nvSpPr>
        <p:spPr>
          <a:xfrm xmlns:a="http://schemas.openxmlformats.org/drawingml/2006/main">
            <a:off x="2950204"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78A84"/>
          </a:solidFill>
          <a:ln xmlns:a="http://schemas.openxmlformats.org/drawingml/2006/main" w="2452">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09636D11-95D9-49C5-8D0D-492A64FBF931}"/>
              </a:ext>
            </a:extLst>
          </p:cNvPr>
          <p:cNvSpPr>
            <a:spLocks xmlns:a="http://schemas.openxmlformats.org/drawingml/2006/main" noGrp="1"/>
          </p:cNvSpPr>
          <p:nvPr/>
        </p:nvSpPr>
        <p:spPr>
          <a:xfrm xmlns:a="http://schemas.openxmlformats.org/drawingml/2006/main">
            <a:off x="2950204" y="265716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1A7A2"/>
          </a:solidFill>
          <a:ln xmlns:a="http://schemas.openxmlformats.org/drawingml/2006/main" w="2452">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60D48F7D-B74C-489C-A117-14E74591837B}"/>
              </a:ext>
            </a:extLst>
          </p:cNvPr>
          <p:cNvSpPr>
            <a:spLocks xmlns:a="http://schemas.openxmlformats.org/drawingml/2006/main" noGrp="1"/>
          </p:cNvSpPr>
          <p:nvPr/>
        </p:nvSpPr>
        <p:spPr>
          <a:xfrm xmlns:a="http://schemas.openxmlformats.org/drawingml/2006/main">
            <a:off x="2950204" y="257762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4AFAB"/>
          </a:solidFill>
          <a:ln xmlns:a="http://schemas.openxmlformats.org/drawingml/2006/main" w="2452">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EAAFD3BE-211B-48CC-8CEE-B78C7128D455}"/>
              </a:ext>
            </a:extLst>
          </p:cNvPr>
          <p:cNvSpPr>
            <a:spLocks xmlns:a="http://schemas.openxmlformats.org/drawingml/2006/main" noGrp="1"/>
          </p:cNvSpPr>
          <p:nvPr/>
        </p:nvSpPr>
        <p:spPr>
          <a:xfrm xmlns:a="http://schemas.openxmlformats.org/drawingml/2006/main">
            <a:off x="2950204" y="249809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90AAD2"/>
          </a:solidFill>
          <a:ln xmlns:a="http://schemas.openxmlformats.org/drawingml/2006/main" w="2452">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F24A3C6F-58DC-4697-8981-58544889B40C}"/>
              </a:ext>
            </a:extLst>
          </p:cNvPr>
          <p:cNvSpPr>
            <a:spLocks xmlns:a="http://schemas.openxmlformats.org/drawingml/2006/main" noGrp="1"/>
          </p:cNvSpPr>
          <p:nvPr/>
        </p:nvSpPr>
        <p:spPr>
          <a:xfrm xmlns:a="http://schemas.openxmlformats.org/drawingml/2006/main">
            <a:off x="3029206"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9096366B-E0F0-4CDD-961C-E4A7CECCBA32}"/>
              </a:ext>
            </a:extLst>
          </p:cNvPr>
          <p:cNvSpPr>
            <a:spLocks xmlns:a="http://schemas.openxmlformats.org/drawingml/2006/main" noGrp="1"/>
          </p:cNvSpPr>
          <p:nvPr/>
        </p:nvSpPr>
        <p:spPr>
          <a:xfrm xmlns:a="http://schemas.openxmlformats.org/drawingml/2006/main">
            <a:off x="3029206"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5B2AF"/>
          </a:solidFill>
          <a:ln xmlns:a="http://schemas.openxmlformats.org/drawingml/2006/main" w="2452">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C4513A41-AC49-424A-AC30-B655FB918208}"/>
              </a:ext>
            </a:extLst>
          </p:cNvPr>
          <p:cNvSpPr>
            <a:spLocks xmlns:a="http://schemas.openxmlformats.org/drawingml/2006/main" noGrp="1"/>
          </p:cNvSpPr>
          <p:nvPr/>
        </p:nvSpPr>
        <p:spPr>
          <a:xfrm xmlns:a="http://schemas.openxmlformats.org/drawingml/2006/main">
            <a:off x="3029206" y="249809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4E94E2EF-7C33-4BB6-B694-AEED062402BA}"/>
              </a:ext>
            </a:extLst>
          </p:cNvPr>
          <p:cNvSpPr>
            <a:spLocks xmlns:a="http://schemas.openxmlformats.org/drawingml/2006/main" noGrp="1"/>
          </p:cNvSpPr>
          <p:nvPr/>
        </p:nvSpPr>
        <p:spPr>
          <a:xfrm xmlns:a="http://schemas.openxmlformats.org/drawingml/2006/main">
            <a:off x="3108209" y="257762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ACBDB07B-DEB2-487F-A087-51FB2A65634C}"/>
              </a:ext>
            </a:extLst>
          </p:cNvPr>
          <p:cNvSpPr>
            <a:spLocks xmlns:a="http://schemas.openxmlformats.org/drawingml/2006/main" noGrp="1"/>
          </p:cNvSpPr>
          <p:nvPr/>
        </p:nvSpPr>
        <p:spPr>
          <a:xfrm xmlns:a="http://schemas.openxmlformats.org/drawingml/2006/main">
            <a:off x="3108209" y="249809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CC9"/>
          </a:solidFill>
          <a:ln xmlns:a="http://schemas.openxmlformats.org/drawingml/2006/main" w="2452">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EA00EE54-0387-48C1-9E4A-DFADC113B732}"/>
              </a:ext>
            </a:extLst>
          </p:cNvPr>
          <p:cNvSpPr>
            <a:spLocks xmlns:a="http://schemas.openxmlformats.org/drawingml/2006/main" noGrp="1"/>
          </p:cNvSpPr>
          <p:nvPr/>
        </p:nvSpPr>
        <p:spPr>
          <a:xfrm xmlns:a="http://schemas.openxmlformats.org/drawingml/2006/main">
            <a:off x="3108209" y="241856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02810A56-BE05-4F1B-A828-0613D98F570F}"/>
              </a:ext>
            </a:extLst>
          </p:cNvPr>
          <p:cNvSpPr>
            <a:spLocks xmlns:a="http://schemas.openxmlformats.org/drawingml/2006/main" noGrp="1"/>
          </p:cNvSpPr>
          <p:nvPr/>
        </p:nvSpPr>
        <p:spPr>
          <a:xfrm xmlns:a="http://schemas.openxmlformats.org/drawingml/2006/main">
            <a:off x="3187211"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2B878F25-59A1-4588-89DE-ABBA9D17410A}"/>
              </a:ext>
            </a:extLst>
          </p:cNvPr>
          <p:cNvSpPr>
            <a:spLocks xmlns:a="http://schemas.openxmlformats.org/drawingml/2006/main" noGrp="1"/>
          </p:cNvSpPr>
          <p:nvPr/>
        </p:nvSpPr>
        <p:spPr>
          <a:xfrm xmlns:a="http://schemas.openxmlformats.org/drawingml/2006/main">
            <a:off x="3187211"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740DBB36-C278-4D99-B056-BEABF519F297}"/>
              </a:ext>
            </a:extLst>
          </p:cNvPr>
          <p:cNvSpPr>
            <a:spLocks xmlns:a="http://schemas.openxmlformats.org/drawingml/2006/main" noGrp="1"/>
          </p:cNvSpPr>
          <p:nvPr/>
        </p:nvSpPr>
        <p:spPr>
          <a:xfrm xmlns:a="http://schemas.openxmlformats.org/drawingml/2006/main">
            <a:off x="3187211" y="249809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6B6B2"/>
          </a:solidFill>
          <a:ln xmlns:a="http://schemas.openxmlformats.org/drawingml/2006/main" w="2452">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A5C92E32-32EF-4417-B37F-802AD6FC094B}"/>
              </a:ext>
            </a:extLst>
          </p:cNvPr>
          <p:cNvSpPr>
            <a:spLocks xmlns:a="http://schemas.openxmlformats.org/drawingml/2006/main" noGrp="1"/>
          </p:cNvSpPr>
          <p:nvPr/>
        </p:nvSpPr>
        <p:spPr>
          <a:xfrm xmlns:a="http://schemas.openxmlformats.org/drawingml/2006/main">
            <a:off x="255519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C0830B61-6DC7-4BD0-9E97-DDC6943A71B0}"/>
              </a:ext>
            </a:extLst>
          </p:cNvPr>
          <p:cNvSpPr>
            <a:spLocks xmlns:a="http://schemas.openxmlformats.org/drawingml/2006/main" noGrp="1"/>
          </p:cNvSpPr>
          <p:nvPr/>
        </p:nvSpPr>
        <p:spPr>
          <a:xfrm xmlns:a="http://schemas.openxmlformats.org/drawingml/2006/main">
            <a:off x="2634194"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22F8513D-52DD-448B-B71D-2D7F28BCC807}"/>
              </a:ext>
            </a:extLst>
          </p:cNvPr>
          <p:cNvSpPr>
            <a:spLocks xmlns:a="http://schemas.openxmlformats.org/drawingml/2006/main" noGrp="1"/>
          </p:cNvSpPr>
          <p:nvPr/>
        </p:nvSpPr>
        <p:spPr>
          <a:xfrm xmlns:a="http://schemas.openxmlformats.org/drawingml/2006/main">
            <a:off x="2713196"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156DF5D4-B2CA-4273-BC34-8E476EF7A31E}"/>
              </a:ext>
            </a:extLst>
          </p:cNvPr>
          <p:cNvSpPr>
            <a:spLocks xmlns:a="http://schemas.openxmlformats.org/drawingml/2006/main" noGrp="1"/>
          </p:cNvSpPr>
          <p:nvPr/>
        </p:nvSpPr>
        <p:spPr>
          <a:xfrm xmlns:a="http://schemas.openxmlformats.org/drawingml/2006/main">
            <a:off x="223918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6568ABB9-887E-49A0-B40A-3CC2B007121C}"/>
              </a:ext>
            </a:extLst>
          </p:cNvPr>
          <p:cNvSpPr>
            <a:spLocks xmlns:a="http://schemas.openxmlformats.org/drawingml/2006/main" noGrp="1"/>
          </p:cNvSpPr>
          <p:nvPr/>
        </p:nvSpPr>
        <p:spPr>
          <a:xfrm xmlns:a="http://schemas.openxmlformats.org/drawingml/2006/main">
            <a:off x="239718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9BDBA"/>
          </a:solidFill>
          <a:ln xmlns:a="http://schemas.openxmlformats.org/drawingml/2006/main" w="2452">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16FADB65-5A5E-48B6-9634-88EC71C270F9}"/>
              </a:ext>
            </a:extLst>
          </p:cNvPr>
          <p:cNvSpPr>
            <a:spLocks xmlns:a="http://schemas.openxmlformats.org/drawingml/2006/main" noGrp="1"/>
          </p:cNvSpPr>
          <p:nvPr/>
        </p:nvSpPr>
        <p:spPr>
          <a:xfrm xmlns:a="http://schemas.openxmlformats.org/drawingml/2006/main">
            <a:off x="2476189"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AD8"/>
          </a:solidFill>
          <a:ln xmlns:a="http://schemas.openxmlformats.org/drawingml/2006/main" w="2452">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68C19FE2-2D25-4077-8E57-8636521678D2}"/>
              </a:ext>
            </a:extLst>
          </p:cNvPr>
          <p:cNvSpPr>
            <a:spLocks xmlns:a="http://schemas.openxmlformats.org/drawingml/2006/main" noGrp="1"/>
          </p:cNvSpPr>
          <p:nvPr/>
        </p:nvSpPr>
        <p:spPr>
          <a:xfrm xmlns:a="http://schemas.openxmlformats.org/drawingml/2006/main">
            <a:off x="2476189"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63E6B70A-4C98-4C52-93D9-1A0EC06422EC}"/>
              </a:ext>
            </a:extLst>
          </p:cNvPr>
          <p:cNvSpPr>
            <a:spLocks xmlns:a="http://schemas.openxmlformats.org/drawingml/2006/main" noGrp="1"/>
          </p:cNvSpPr>
          <p:nvPr/>
        </p:nvSpPr>
        <p:spPr>
          <a:xfrm xmlns:a="http://schemas.openxmlformats.org/drawingml/2006/main">
            <a:off x="2476189"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61148B88-63EF-46A2-B641-D7C24ACC7F4D}"/>
              </a:ext>
            </a:extLst>
          </p:cNvPr>
          <p:cNvSpPr>
            <a:spLocks xmlns:a="http://schemas.openxmlformats.org/drawingml/2006/main" noGrp="1"/>
          </p:cNvSpPr>
          <p:nvPr/>
        </p:nvSpPr>
        <p:spPr>
          <a:xfrm xmlns:a="http://schemas.openxmlformats.org/drawingml/2006/main">
            <a:off x="247618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0BD"/>
          </a:solidFill>
          <a:ln xmlns:a="http://schemas.openxmlformats.org/drawingml/2006/main" w="2452">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1FB33E85-9752-462C-8CC0-D16A7A4BA9AC}"/>
              </a:ext>
            </a:extLst>
          </p:cNvPr>
          <p:cNvSpPr>
            <a:spLocks xmlns:a="http://schemas.openxmlformats.org/drawingml/2006/main" noGrp="1"/>
          </p:cNvSpPr>
          <p:nvPr/>
        </p:nvSpPr>
        <p:spPr>
          <a:xfrm xmlns:a="http://schemas.openxmlformats.org/drawingml/2006/main">
            <a:off x="2476189"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4B0AC"/>
          </a:solidFill>
          <a:ln xmlns:a="http://schemas.openxmlformats.org/drawingml/2006/main" w="2452">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5C44B27A-D0B9-4664-A4B6-DB5CD60BC114}"/>
              </a:ext>
            </a:extLst>
          </p:cNvPr>
          <p:cNvSpPr>
            <a:spLocks xmlns:a="http://schemas.openxmlformats.org/drawingml/2006/main" noGrp="1"/>
          </p:cNvSpPr>
          <p:nvPr/>
        </p:nvSpPr>
        <p:spPr>
          <a:xfrm xmlns:a="http://schemas.openxmlformats.org/drawingml/2006/main">
            <a:off x="2476189"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C9893"/>
          </a:solidFill>
          <a:ln xmlns:a="http://schemas.openxmlformats.org/drawingml/2006/main" w="2452">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14DB8F33-FF29-4220-8F8E-ED17374DC020}"/>
              </a:ext>
            </a:extLst>
          </p:cNvPr>
          <p:cNvSpPr>
            <a:spLocks xmlns:a="http://schemas.openxmlformats.org/drawingml/2006/main" noGrp="1"/>
          </p:cNvSpPr>
          <p:nvPr/>
        </p:nvSpPr>
        <p:spPr>
          <a:xfrm xmlns:a="http://schemas.openxmlformats.org/drawingml/2006/main">
            <a:off x="255519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4E0DE"/>
          </a:solidFill>
          <a:ln xmlns:a="http://schemas.openxmlformats.org/drawingml/2006/main" w="2452">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F8B61A6C-D1EF-429F-AE7B-6B8A9279F86B}"/>
              </a:ext>
            </a:extLst>
          </p:cNvPr>
          <p:cNvSpPr>
            <a:spLocks xmlns:a="http://schemas.openxmlformats.org/drawingml/2006/main" noGrp="1"/>
          </p:cNvSpPr>
          <p:nvPr/>
        </p:nvSpPr>
        <p:spPr>
          <a:xfrm xmlns:a="http://schemas.openxmlformats.org/drawingml/2006/main">
            <a:off x="2555191"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2D0"/>
          </a:solidFill>
          <a:ln xmlns:a="http://schemas.openxmlformats.org/drawingml/2006/main" w="2452">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FADCD4C4-EB02-442A-BD5B-8F4634386122}"/>
              </a:ext>
            </a:extLst>
          </p:cNvPr>
          <p:cNvSpPr>
            <a:spLocks xmlns:a="http://schemas.openxmlformats.org/drawingml/2006/main" noGrp="1"/>
          </p:cNvSpPr>
          <p:nvPr/>
        </p:nvSpPr>
        <p:spPr>
          <a:xfrm xmlns:a="http://schemas.openxmlformats.org/drawingml/2006/main">
            <a:off x="255519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A6FAB907-81A6-40D1-8DA2-3F25FDF2E77D}"/>
              </a:ext>
            </a:extLst>
          </p:cNvPr>
          <p:cNvSpPr>
            <a:spLocks xmlns:a="http://schemas.openxmlformats.org/drawingml/2006/main" noGrp="1"/>
          </p:cNvSpPr>
          <p:nvPr/>
        </p:nvSpPr>
        <p:spPr>
          <a:xfrm xmlns:a="http://schemas.openxmlformats.org/drawingml/2006/main">
            <a:off x="255519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1BE"/>
          </a:solidFill>
          <a:ln xmlns:a="http://schemas.openxmlformats.org/drawingml/2006/main" w="2452">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FD2FA6C7-B66D-4E6E-9295-EE371CFB697A}"/>
              </a:ext>
            </a:extLst>
          </p:cNvPr>
          <p:cNvSpPr>
            <a:spLocks xmlns:a="http://schemas.openxmlformats.org/drawingml/2006/main" noGrp="1"/>
          </p:cNvSpPr>
          <p:nvPr/>
        </p:nvSpPr>
        <p:spPr>
          <a:xfrm xmlns:a="http://schemas.openxmlformats.org/drawingml/2006/main">
            <a:off x="2555191"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93DA5D69-C11D-4A10-83E7-ACAE0F1728B1}"/>
              </a:ext>
            </a:extLst>
          </p:cNvPr>
          <p:cNvSpPr>
            <a:spLocks xmlns:a="http://schemas.openxmlformats.org/drawingml/2006/main" noGrp="1"/>
          </p:cNvSpPr>
          <p:nvPr/>
        </p:nvSpPr>
        <p:spPr>
          <a:xfrm xmlns:a="http://schemas.openxmlformats.org/drawingml/2006/main">
            <a:off x="2555191"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98D88"/>
          </a:solidFill>
          <a:ln xmlns:a="http://schemas.openxmlformats.org/drawingml/2006/main" w="2452">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CBAD0AAA-8AB3-438C-B8D8-4398DEFFA282}"/>
              </a:ext>
            </a:extLst>
          </p:cNvPr>
          <p:cNvSpPr>
            <a:spLocks xmlns:a="http://schemas.openxmlformats.org/drawingml/2006/main" noGrp="1"/>
          </p:cNvSpPr>
          <p:nvPr/>
        </p:nvSpPr>
        <p:spPr>
          <a:xfrm xmlns:a="http://schemas.openxmlformats.org/drawingml/2006/main">
            <a:off x="263419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6D90B307-7B1E-430E-B632-10341A05316E}"/>
              </a:ext>
            </a:extLst>
          </p:cNvPr>
          <p:cNvSpPr>
            <a:spLocks xmlns:a="http://schemas.openxmlformats.org/drawingml/2006/main" noGrp="1"/>
          </p:cNvSpPr>
          <p:nvPr/>
        </p:nvSpPr>
        <p:spPr>
          <a:xfrm xmlns:a="http://schemas.openxmlformats.org/drawingml/2006/main">
            <a:off x="2634194"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36897C32-674D-4010-867C-FA9C3CA9A771}"/>
              </a:ext>
            </a:extLst>
          </p:cNvPr>
          <p:cNvSpPr>
            <a:spLocks xmlns:a="http://schemas.openxmlformats.org/drawingml/2006/main" noGrp="1"/>
          </p:cNvSpPr>
          <p:nvPr/>
        </p:nvSpPr>
        <p:spPr>
          <a:xfrm xmlns:a="http://schemas.openxmlformats.org/drawingml/2006/main">
            <a:off x="2634194"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E6404203-7F27-4F4B-99EB-7F25F9CAFA97}"/>
              </a:ext>
            </a:extLst>
          </p:cNvPr>
          <p:cNvSpPr>
            <a:spLocks xmlns:a="http://schemas.openxmlformats.org/drawingml/2006/main" noGrp="1"/>
          </p:cNvSpPr>
          <p:nvPr/>
        </p:nvSpPr>
        <p:spPr>
          <a:xfrm xmlns:a="http://schemas.openxmlformats.org/drawingml/2006/main">
            <a:off x="2634194"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CC7C5"/>
          </a:solidFill>
          <a:ln xmlns:a="http://schemas.openxmlformats.org/drawingml/2006/main" w="2452">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0B44CDD7-00B4-4F99-AF94-A4D2085F8F7D}"/>
              </a:ext>
            </a:extLst>
          </p:cNvPr>
          <p:cNvSpPr>
            <a:spLocks xmlns:a="http://schemas.openxmlformats.org/drawingml/2006/main" noGrp="1"/>
          </p:cNvSpPr>
          <p:nvPr/>
        </p:nvSpPr>
        <p:spPr>
          <a:xfrm xmlns:a="http://schemas.openxmlformats.org/drawingml/2006/main">
            <a:off x="2634194"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E194B01D-329E-4DB0-B19D-C8EF5AD431CB}"/>
              </a:ext>
            </a:extLst>
          </p:cNvPr>
          <p:cNvSpPr>
            <a:spLocks xmlns:a="http://schemas.openxmlformats.org/drawingml/2006/main" noGrp="1"/>
          </p:cNvSpPr>
          <p:nvPr/>
        </p:nvSpPr>
        <p:spPr>
          <a:xfrm xmlns:a="http://schemas.openxmlformats.org/drawingml/2006/main">
            <a:off x="2713196"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A4BE3087-781F-4EF7-9EC6-DB20404B66C8}"/>
              </a:ext>
            </a:extLst>
          </p:cNvPr>
          <p:cNvSpPr>
            <a:spLocks xmlns:a="http://schemas.openxmlformats.org/drawingml/2006/main" noGrp="1"/>
          </p:cNvSpPr>
          <p:nvPr/>
        </p:nvSpPr>
        <p:spPr>
          <a:xfrm xmlns:a="http://schemas.openxmlformats.org/drawingml/2006/main">
            <a:off x="2713196"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E5B717BE-D946-45B3-B93C-4D05914D1BD8}"/>
              </a:ext>
            </a:extLst>
          </p:cNvPr>
          <p:cNvSpPr>
            <a:spLocks xmlns:a="http://schemas.openxmlformats.org/drawingml/2006/main" noGrp="1"/>
          </p:cNvSpPr>
          <p:nvPr/>
        </p:nvSpPr>
        <p:spPr>
          <a:xfrm xmlns:a="http://schemas.openxmlformats.org/drawingml/2006/main">
            <a:off x="271319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2BF"/>
          </a:solidFill>
          <a:ln xmlns:a="http://schemas.openxmlformats.org/drawingml/2006/main" w="2452">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56FB4EB0-A2B3-4421-8E34-3EF139D69E19}"/>
              </a:ext>
            </a:extLst>
          </p:cNvPr>
          <p:cNvSpPr>
            <a:spLocks xmlns:a="http://schemas.openxmlformats.org/drawingml/2006/main" noGrp="1"/>
          </p:cNvSpPr>
          <p:nvPr/>
        </p:nvSpPr>
        <p:spPr>
          <a:xfrm xmlns:a="http://schemas.openxmlformats.org/drawingml/2006/main">
            <a:off x="152815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7E1078C7-96A3-4EE5-BD73-C8DB11ACCCDB}"/>
              </a:ext>
            </a:extLst>
          </p:cNvPr>
          <p:cNvSpPr>
            <a:spLocks xmlns:a="http://schemas.openxmlformats.org/drawingml/2006/main" noGrp="1"/>
          </p:cNvSpPr>
          <p:nvPr/>
        </p:nvSpPr>
        <p:spPr>
          <a:xfrm xmlns:a="http://schemas.openxmlformats.org/drawingml/2006/main">
            <a:off x="160716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8A061ECB-EEDD-4972-BED4-F3D245D62E5C}"/>
              </a:ext>
            </a:extLst>
          </p:cNvPr>
          <p:cNvSpPr>
            <a:spLocks xmlns:a="http://schemas.openxmlformats.org/drawingml/2006/main" noGrp="1"/>
          </p:cNvSpPr>
          <p:nvPr/>
        </p:nvSpPr>
        <p:spPr>
          <a:xfrm xmlns:a="http://schemas.openxmlformats.org/drawingml/2006/main">
            <a:off x="3345216"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7D5"/>
          </a:solidFill>
          <a:ln xmlns:a="http://schemas.openxmlformats.org/drawingml/2006/main" w="2452">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0724FE6A-5A54-44CC-BA1C-A6CEA92DF3BA}"/>
              </a:ext>
            </a:extLst>
          </p:cNvPr>
          <p:cNvSpPr>
            <a:spLocks xmlns:a="http://schemas.openxmlformats.org/drawingml/2006/main" noGrp="1"/>
          </p:cNvSpPr>
          <p:nvPr/>
        </p:nvSpPr>
        <p:spPr>
          <a:xfrm xmlns:a="http://schemas.openxmlformats.org/drawingml/2006/main">
            <a:off x="3345216"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915228A4-0DA8-4CAB-B2D4-F74518CE66AC}"/>
              </a:ext>
            </a:extLst>
          </p:cNvPr>
          <p:cNvSpPr>
            <a:spLocks xmlns:a="http://schemas.openxmlformats.org/drawingml/2006/main" noGrp="1"/>
          </p:cNvSpPr>
          <p:nvPr/>
        </p:nvSpPr>
        <p:spPr>
          <a:xfrm xmlns:a="http://schemas.openxmlformats.org/drawingml/2006/main">
            <a:off x="334521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AEDACB90-DA43-4960-A80D-E526FCCADA3B}"/>
              </a:ext>
            </a:extLst>
          </p:cNvPr>
          <p:cNvSpPr>
            <a:spLocks xmlns:a="http://schemas.openxmlformats.org/drawingml/2006/main" noGrp="1"/>
          </p:cNvSpPr>
          <p:nvPr/>
        </p:nvSpPr>
        <p:spPr>
          <a:xfrm xmlns:a="http://schemas.openxmlformats.org/drawingml/2006/main">
            <a:off x="3345216"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5D02983B-EBF9-43D4-8A97-8C5094776752}"/>
              </a:ext>
            </a:extLst>
          </p:cNvPr>
          <p:cNvSpPr>
            <a:spLocks xmlns:a="http://schemas.openxmlformats.org/drawingml/2006/main" noGrp="1"/>
          </p:cNvSpPr>
          <p:nvPr/>
        </p:nvSpPr>
        <p:spPr>
          <a:xfrm xmlns:a="http://schemas.openxmlformats.org/drawingml/2006/main">
            <a:off x="3424219"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2014AB28-332E-4CCE-902E-3885CCBE745C}"/>
              </a:ext>
            </a:extLst>
          </p:cNvPr>
          <p:cNvSpPr>
            <a:spLocks xmlns:a="http://schemas.openxmlformats.org/drawingml/2006/main" noGrp="1"/>
          </p:cNvSpPr>
          <p:nvPr/>
        </p:nvSpPr>
        <p:spPr>
          <a:xfrm xmlns:a="http://schemas.openxmlformats.org/drawingml/2006/main">
            <a:off x="3424219"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2D0"/>
          </a:solidFill>
          <a:ln xmlns:a="http://schemas.openxmlformats.org/drawingml/2006/main" w="2452">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7483809B-555E-4234-BD54-C1426A198691}"/>
              </a:ext>
            </a:extLst>
          </p:cNvPr>
          <p:cNvSpPr>
            <a:spLocks xmlns:a="http://schemas.openxmlformats.org/drawingml/2006/main" noGrp="1"/>
          </p:cNvSpPr>
          <p:nvPr/>
        </p:nvSpPr>
        <p:spPr>
          <a:xfrm xmlns:a="http://schemas.openxmlformats.org/drawingml/2006/main">
            <a:off x="3424219"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CDA"/>
          </a:solidFill>
          <a:ln xmlns:a="http://schemas.openxmlformats.org/drawingml/2006/main" w="2452">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475AB5F4-1BB8-4128-9E0E-3719E0C4E851}"/>
              </a:ext>
            </a:extLst>
          </p:cNvPr>
          <p:cNvSpPr>
            <a:spLocks xmlns:a="http://schemas.openxmlformats.org/drawingml/2006/main" noGrp="1"/>
          </p:cNvSpPr>
          <p:nvPr/>
        </p:nvSpPr>
        <p:spPr>
          <a:xfrm xmlns:a="http://schemas.openxmlformats.org/drawingml/2006/main">
            <a:off x="342421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6DFEE"/>
          </a:solidFill>
          <a:ln xmlns:a="http://schemas.openxmlformats.org/drawingml/2006/main" w="2452">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433D1002-0872-42DC-B8C8-278326874E9B}"/>
              </a:ext>
            </a:extLst>
          </p:cNvPr>
          <p:cNvSpPr>
            <a:spLocks xmlns:a="http://schemas.openxmlformats.org/drawingml/2006/main" noGrp="1"/>
          </p:cNvSpPr>
          <p:nvPr/>
        </p:nvSpPr>
        <p:spPr>
          <a:xfrm xmlns:a="http://schemas.openxmlformats.org/drawingml/2006/main">
            <a:off x="3424219"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621F323E-23C7-4FD7-8B8D-7DB70CDE1110}"/>
              </a:ext>
            </a:extLst>
          </p:cNvPr>
          <p:cNvSpPr>
            <a:spLocks xmlns:a="http://schemas.openxmlformats.org/drawingml/2006/main" noGrp="1"/>
          </p:cNvSpPr>
          <p:nvPr/>
        </p:nvSpPr>
        <p:spPr>
          <a:xfrm xmlns:a="http://schemas.openxmlformats.org/drawingml/2006/main">
            <a:off x="3424219"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268ECEA2-E52D-414E-87E5-171B49008F3E}"/>
              </a:ext>
            </a:extLst>
          </p:cNvPr>
          <p:cNvSpPr>
            <a:spLocks xmlns:a="http://schemas.openxmlformats.org/drawingml/2006/main" noGrp="1"/>
          </p:cNvSpPr>
          <p:nvPr/>
        </p:nvSpPr>
        <p:spPr>
          <a:xfrm xmlns:a="http://schemas.openxmlformats.org/drawingml/2006/main">
            <a:off x="350322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8BCB8"/>
          </a:solidFill>
          <a:ln xmlns:a="http://schemas.openxmlformats.org/drawingml/2006/main" w="2452">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60498C5A-CF16-4780-AF7F-4E01437B8A73}"/>
              </a:ext>
            </a:extLst>
          </p:cNvPr>
          <p:cNvSpPr>
            <a:spLocks xmlns:a="http://schemas.openxmlformats.org/drawingml/2006/main" noGrp="1"/>
          </p:cNvSpPr>
          <p:nvPr/>
        </p:nvSpPr>
        <p:spPr>
          <a:xfrm xmlns:a="http://schemas.openxmlformats.org/drawingml/2006/main">
            <a:off x="350322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9599C522-C62F-4DBA-A990-7745BB1AE5B7}"/>
              </a:ext>
            </a:extLst>
          </p:cNvPr>
          <p:cNvSpPr>
            <a:spLocks xmlns:a="http://schemas.openxmlformats.org/drawingml/2006/main" noGrp="1"/>
          </p:cNvSpPr>
          <p:nvPr/>
        </p:nvSpPr>
        <p:spPr>
          <a:xfrm xmlns:a="http://schemas.openxmlformats.org/drawingml/2006/main">
            <a:off x="3503221"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2BF"/>
          </a:solidFill>
          <a:ln xmlns:a="http://schemas.openxmlformats.org/drawingml/2006/main" w="2452">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EF1C3368-B5F2-4223-BEF0-82CB338D9F0E}"/>
              </a:ext>
            </a:extLst>
          </p:cNvPr>
          <p:cNvSpPr>
            <a:spLocks xmlns:a="http://schemas.openxmlformats.org/drawingml/2006/main" noGrp="1"/>
          </p:cNvSpPr>
          <p:nvPr/>
        </p:nvSpPr>
        <p:spPr>
          <a:xfrm xmlns:a="http://schemas.openxmlformats.org/drawingml/2006/main">
            <a:off x="350322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3ADA9"/>
          </a:solidFill>
          <a:ln xmlns:a="http://schemas.openxmlformats.org/drawingml/2006/main" w="2452">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272CAE00-55F4-4EF2-ADBA-2DD2132879B3}"/>
              </a:ext>
            </a:extLst>
          </p:cNvPr>
          <p:cNvSpPr>
            <a:spLocks xmlns:a="http://schemas.openxmlformats.org/drawingml/2006/main" noGrp="1"/>
          </p:cNvSpPr>
          <p:nvPr/>
        </p:nvSpPr>
        <p:spPr>
          <a:xfrm xmlns:a="http://schemas.openxmlformats.org/drawingml/2006/main">
            <a:off x="350322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7BBFE157-AB8C-4CC1-B6CE-F77C92058253}"/>
              </a:ext>
            </a:extLst>
          </p:cNvPr>
          <p:cNvSpPr>
            <a:spLocks xmlns:a="http://schemas.openxmlformats.org/drawingml/2006/main" noGrp="1"/>
          </p:cNvSpPr>
          <p:nvPr/>
        </p:nvSpPr>
        <p:spPr>
          <a:xfrm xmlns:a="http://schemas.openxmlformats.org/drawingml/2006/main">
            <a:off x="3503221"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D962AC25-3A6F-44C4-9A3D-9B1BDA33D881}"/>
              </a:ext>
            </a:extLst>
          </p:cNvPr>
          <p:cNvSpPr>
            <a:spLocks xmlns:a="http://schemas.openxmlformats.org/drawingml/2006/main" noGrp="1"/>
          </p:cNvSpPr>
          <p:nvPr/>
        </p:nvSpPr>
        <p:spPr>
          <a:xfrm xmlns:a="http://schemas.openxmlformats.org/drawingml/2006/main">
            <a:off x="358222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EB5983F6-020C-41D9-A2EC-7376747231B1}"/>
              </a:ext>
            </a:extLst>
          </p:cNvPr>
          <p:cNvSpPr>
            <a:spLocks xmlns:a="http://schemas.openxmlformats.org/drawingml/2006/main" noGrp="1"/>
          </p:cNvSpPr>
          <p:nvPr/>
        </p:nvSpPr>
        <p:spPr>
          <a:xfrm xmlns:a="http://schemas.openxmlformats.org/drawingml/2006/main">
            <a:off x="358222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8BAB7"/>
          </a:solidFill>
          <a:ln xmlns:a="http://schemas.openxmlformats.org/drawingml/2006/main" w="2452">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181AECB1-8C7B-4D77-B4E0-0AD7C7D661FB}"/>
              </a:ext>
            </a:extLst>
          </p:cNvPr>
          <p:cNvSpPr>
            <a:spLocks xmlns:a="http://schemas.openxmlformats.org/drawingml/2006/main" noGrp="1"/>
          </p:cNvSpPr>
          <p:nvPr/>
        </p:nvSpPr>
        <p:spPr>
          <a:xfrm xmlns:a="http://schemas.openxmlformats.org/drawingml/2006/main">
            <a:off x="3582224"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596A4DF3-B598-469B-89A1-F55275864EC6}"/>
              </a:ext>
            </a:extLst>
          </p:cNvPr>
          <p:cNvSpPr>
            <a:spLocks xmlns:a="http://schemas.openxmlformats.org/drawingml/2006/main" noGrp="1"/>
          </p:cNvSpPr>
          <p:nvPr/>
        </p:nvSpPr>
        <p:spPr>
          <a:xfrm xmlns:a="http://schemas.openxmlformats.org/drawingml/2006/main">
            <a:off x="366122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D8ADA872-0964-47CE-9F46-20D67AE7C07C}"/>
              </a:ext>
            </a:extLst>
          </p:cNvPr>
          <p:cNvSpPr>
            <a:spLocks xmlns:a="http://schemas.openxmlformats.org/drawingml/2006/main" noGrp="1"/>
          </p:cNvSpPr>
          <p:nvPr/>
        </p:nvSpPr>
        <p:spPr>
          <a:xfrm xmlns:a="http://schemas.openxmlformats.org/drawingml/2006/main">
            <a:off x="366122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1E04E797-7C9B-4031-87E4-10AC45168DD9}"/>
              </a:ext>
            </a:extLst>
          </p:cNvPr>
          <p:cNvSpPr>
            <a:spLocks xmlns:a="http://schemas.openxmlformats.org/drawingml/2006/main" noGrp="1"/>
          </p:cNvSpPr>
          <p:nvPr/>
        </p:nvSpPr>
        <p:spPr>
          <a:xfrm xmlns:a="http://schemas.openxmlformats.org/drawingml/2006/main">
            <a:off x="374022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CF55792F-FBEE-4D6C-A9F6-2B4B1CBADCDB}"/>
              </a:ext>
            </a:extLst>
          </p:cNvPr>
          <p:cNvSpPr>
            <a:spLocks xmlns:a="http://schemas.openxmlformats.org/drawingml/2006/main" noGrp="1"/>
          </p:cNvSpPr>
          <p:nvPr/>
        </p:nvSpPr>
        <p:spPr>
          <a:xfrm xmlns:a="http://schemas.openxmlformats.org/drawingml/2006/main">
            <a:off x="374022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A197D7A0-BC00-49FE-8106-E4895BE946AC}"/>
              </a:ext>
            </a:extLst>
          </p:cNvPr>
          <p:cNvSpPr>
            <a:spLocks xmlns:a="http://schemas.openxmlformats.org/drawingml/2006/main" noGrp="1"/>
          </p:cNvSpPr>
          <p:nvPr/>
        </p:nvSpPr>
        <p:spPr>
          <a:xfrm xmlns:a="http://schemas.openxmlformats.org/drawingml/2006/main">
            <a:off x="381923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FA19C"/>
          </a:solidFill>
          <a:ln xmlns:a="http://schemas.openxmlformats.org/drawingml/2006/main" w="2452">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823477A2-E39D-4F14-95F2-CB14826F6631}"/>
              </a:ext>
            </a:extLst>
          </p:cNvPr>
          <p:cNvSpPr>
            <a:spLocks xmlns:a="http://schemas.openxmlformats.org/drawingml/2006/main" noGrp="1"/>
          </p:cNvSpPr>
          <p:nvPr/>
        </p:nvSpPr>
        <p:spPr>
          <a:xfrm xmlns:a="http://schemas.openxmlformats.org/drawingml/2006/main">
            <a:off x="381923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DFCD98BC-5208-4C6D-8312-94812FA609FE}"/>
              </a:ext>
            </a:extLst>
          </p:cNvPr>
          <p:cNvSpPr>
            <a:spLocks xmlns:a="http://schemas.openxmlformats.org/drawingml/2006/main" noGrp="1"/>
          </p:cNvSpPr>
          <p:nvPr/>
        </p:nvSpPr>
        <p:spPr>
          <a:xfrm xmlns:a="http://schemas.openxmlformats.org/drawingml/2006/main">
            <a:off x="4609256"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99AE3268-58A6-4A5E-95EB-A7E18B64A939}"/>
              </a:ext>
            </a:extLst>
          </p:cNvPr>
          <p:cNvSpPr>
            <a:spLocks xmlns:a="http://schemas.openxmlformats.org/drawingml/2006/main" noGrp="1"/>
          </p:cNvSpPr>
          <p:nvPr/>
        </p:nvSpPr>
        <p:spPr>
          <a:xfrm xmlns:a="http://schemas.openxmlformats.org/drawingml/2006/main">
            <a:off x="168616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5390AF30-6DBC-4F13-A714-20D9CB8C6830}"/>
              </a:ext>
            </a:extLst>
          </p:cNvPr>
          <p:cNvSpPr>
            <a:spLocks xmlns:a="http://schemas.openxmlformats.org/drawingml/2006/main" noGrp="1"/>
          </p:cNvSpPr>
          <p:nvPr/>
        </p:nvSpPr>
        <p:spPr>
          <a:xfrm xmlns:a="http://schemas.openxmlformats.org/drawingml/2006/main">
            <a:off x="176516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559D48F3-1348-4E04-BC2A-CB2CB83C4728}"/>
              </a:ext>
            </a:extLst>
          </p:cNvPr>
          <p:cNvSpPr>
            <a:spLocks xmlns:a="http://schemas.openxmlformats.org/drawingml/2006/main" noGrp="1"/>
          </p:cNvSpPr>
          <p:nvPr/>
        </p:nvSpPr>
        <p:spPr>
          <a:xfrm xmlns:a="http://schemas.openxmlformats.org/drawingml/2006/main">
            <a:off x="176516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64CAABDC-B247-44DC-AF89-1AF843A1A86E}"/>
              </a:ext>
            </a:extLst>
          </p:cNvPr>
          <p:cNvSpPr>
            <a:spLocks xmlns:a="http://schemas.openxmlformats.org/drawingml/2006/main" noGrp="1"/>
          </p:cNvSpPr>
          <p:nvPr/>
        </p:nvSpPr>
        <p:spPr>
          <a:xfrm xmlns:a="http://schemas.openxmlformats.org/drawingml/2006/main">
            <a:off x="184416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3D0E5FDC-FF22-49D9-AEC0-147E280EAE1B}"/>
              </a:ext>
            </a:extLst>
          </p:cNvPr>
          <p:cNvSpPr>
            <a:spLocks xmlns:a="http://schemas.openxmlformats.org/drawingml/2006/main" noGrp="1"/>
          </p:cNvSpPr>
          <p:nvPr/>
        </p:nvSpPr>
        <p:spPr>
          <a:xfrm xmlns:a="http://schemas.openxmlformats.org/drawingml/2006/main">
            <a:off x="192317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7CABCC4A-A2C5-4C47-9C02-939668296A8B}"/>
              </a:ext>
            </a:extLst>
          </p:cNvPr>
          <p:cNvSpPr>
            <a:spLocks xmlns:a="http://schemas.openxmlformats.org/drawingml/2006/main" noGrp="1"/>
          </p:cNvSpPr>
          <p:nvPr/>
        </p:nvSpPr>
        <p:spPr>
          <a:xfrm xmlns:a="http://schemas.openxmlformats.org/drawingml/2006/main">
            <a:off x="2792199"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15846754-FC2D-4625-BF8D-C21C5025420E}"/>
              </a:ext>
            </a:extLst>
          </p:cNvPr>
          <p:cNvSpPr>
            <a:spLocks xmlns:a="http://schemas.openxmlformats.org/drawingml/2006/main" noGrp="1"/>
          </p:cNvSpPr>
          <p:nvPr/>
        </p:nvSpPr>
        <p:spPr>
          <a:xfrm xmlns:a="http://schemas.openxmlformats.org/drawingml/2006/main">
            <a:off x="279219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4B642568-DDC7-4529-AE86-921189091ADF}"/>
              </a:ext>
            </a:extLst>
          </p:cNvPr>
          <p:cNvSpPr>
            <a:spLocks xmlns:a="http://schemas.openxmlformats.org/drawingml/2006/main" noGrp="1"/>
          </p:cNvSpPr>
          <p:nvPr/>
        </p:nvSpPr>
        <p:spPr>
          <a:xfrm xmlns:a="http://schemas.openxmlformats.org/drawingml/2006/main">
            <a:off x="279219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B9BD025E-479F-4B1B-A7C5-BE4ADBCACC37}"/>
              </a:ext>
            </a:extLst>
          </p:cNvPr>
          <p:cNvSpPr>
            <a:spLocks xmlns:a="http://schemas.openxmlformats.org/drawingml/2006/main" noGrp="1"/>
          </p:cNvSpPr>
          <p:nvPr/>
        </p:nvSpPr>
        <p:spPr>
          <a:xfrm xmlns:a="http://schemas.openxmlformats.org/drawingml/2006/main">
            <a:off x="2871201"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FB17DA21-F2FC-4B9C-A66C-79C8324DF6A5}"/>
              </a:ext>
            </a:extLst>
          </p:cNvPr>
          <p:cNvSpPr>
            <a:spLocks xmlns:a="http://schemas.openxmlformats.org/drawingml/2006/main" noGrp="1"/>
          </p:cNvSpPr>
          <p:nvPr/>
        </p:nvSpPr>
        <p:spPr>
          <a:xfrm xmlns:a="http://schemas.openxmlformats.org/drawingml/2006/main">
            <a:off x="2871201"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26C3EF80-6B25-4E1E-8F17-984B100B83D1}"/>
              </a:ext>
            </a:extLst>
          </p:cNvPr>
          <p:cNvSpPr>
            <a:spLocks xmlns:a="http://schemas.openxmlformats.org/drawingml/2006/main" noGrp="1"/>
          </p:cNvSpPr>
          <p:nvPr/>
        </p:nvSpPr>
        <p:spPr>
          <a:xfrm xmlns:a="http://schemas.openxmlformats.org/drawingml/2006/main">
            <a:off x="2871201"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F1C990A7-3D87-41EA-B12E-8D35472D207D}"/>
              </a:ext>
            </a:extLst>
          </p:cNvPr>
          <p:cNvSpPr>
            <a:spLocks xmlns:a="http://schemas.openxmlformats.org/drawingml/2006/main" noGrp="1"/>
          </p:cNvSpPr>
          <p:nvPr/>
        </p:nvSpPr>
        <p:spPr>
          <a:xfrm xmlns:a="http://schemas.openxmlformats.org/drawingml/2006/main">
            <a:off x="192317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E40EE2C2-4ED2-40C6-8063-712AD0BEC6B4}"/>
              </a:ext>
            </a:extLst>
          </p:cNvPr>
          <p:cNvSpPr>
            <a:spLocks xmlns:a="http://schemas.openxmlformats.org/drawingml/2006/main" noGrp="1"/>
          </p:cNvSpPr>
          <p:nvPr/>
        </p:nvSpPr>
        <p:spPr>
          <a:xfrm xmlns:a="http://schemas.openxmlformats.org/drawingml/2006/main">
            <a:off x="200217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6F2EB8D9-9A8B-4E15-9D8D-6117D18AD64A}"/>
              </a:ext>
            </a:extLst>
          </p:cNvPr>
          <p:cNvSpPr>
            <a:spLocks xmlns:a="http://schemas.openxmlformats.org/drawingml/2006/main" noGrp="1"/>
          </p:cNvSpPr>
          <p:nvPr/>
        </p:nvSpPr>
        <p:spPr>
          <a:xfrm xmlns:a="http://schemas.openxmlformats.org/drawingml/2006/main">
            <a:off x="200217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47BA88C8-6129-42F7-B9CC-C1D6D8B9CC1D}"/>
              </a:ext>
            </a:extLst>
          </p:cNvPr>
          <p:cNvSpPr>
            <a:spLocks xmlns:a="http://schemas.openxmlformats.org/drawingml/2006/main" noGrp="1"/>
          </p:cNvSpPr>
          <p:nvPr/>
        </p:nvSpPr>
        <p:spPr>
          <a:xfrm xmlns:a="http://schemas.openxmlformats.org/drawingml/2006/main">
            <a:off x="200217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CC6C3"/>
          </a:solidFill>
          <a:ln xmlns:a="http://schemas.openxmlformats.org/drawingml/2006/main" w="2452">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6EB7960C-9AC5-4A50-9B76-664119AF1FFF}"/>
              </a:ext>
            </a:extLst>
          </p:cNvPr>
          <p:cNvSpPr>
            <a:spLocks xmlns:a="http://schemas.openxmlformats.org/drawingml/2006/main" noGrp="1"/>
          </p:cNvSpPr>
          <p:nvPr/>
        </p:nvSpPr>
        <p:spPr>
          <a:xfrm xmlns:a="http://schemas.openxmlformats.org/drawingml/2006/main">
            <a:off x="208117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68733818-23D5-4BA1-99CD-E957A005E700}"/>
              </a:ext>
            </a:extLst>
          </p:cNvPr>
          <p:cNvSpPr>
            <a:spLocks xmlns:a="http://schemas.openxmlformats.org/drawingml/2006/main" noGrp="1"/>
          </p:cNvSpPr>
          <p:nvPr/>
        </p:nvSpPr>
        <p:spPr>
          <a:xfrm xmlns:a="http://schemas.openxmlformats.org/drawingml/2006/main">
            <a:off x="208117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5D7302F3-30A6-480D-9ABA-6F4C47F44088}"/>
              </a:ext>
            </a:extLst>
          </p:cNvPr>
          <p:cNvSpPr>
            <a:spLocks xmlns:a="http://schemas.openxmlformats.org/drawingml/2006/main" noGrp="1"/>
          </p:cNvSpPr>
          <p:nvPr/>
        </p:nvSpPr>
        <p:spPr>
          <a:xfrm xmlns:a="http://schemas.openxmlformats.org/drawingml/2006/main">
            <a:off x="208117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8B4"/>
          </a:solidFill>
          <a:ln xmlns:a="http://schemas.openxmlformats.org/drawingml/2006/main" w="2452">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0FD1F028-DCB3-41AE-BD95-1EB219724F8B}"/>
              </a:ext>
            </a:extLst>
          </p:cNvPr>
          <p:cNvSpPr>
            <a:spLocks xmlns:a="http://schemas.openxmlformats.org/drawingml/2006/main" noGrp="1"/>
          </p:cNvSpPr>
          <p:nvPr/>
        </p:nvSpPr>
        <p:spPr>
          <a:xfrm xmlns:a="http://schemas.openxmlformats.org/drawingml/2006/main">
            <a:off x="208117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B49E1538-B084-4496-887C-AA2DA465927B}"/>
              </a:ext>
            </a:extLst>
          </p:cNvPr>
          <p:cNvSpPr>
            <a:spLocks xmlns:a="http://schemas.openxmlformats.org/drawingml/2006/main" noGrp="1"/>
          </p:cNvSpPr>
          <p:nvPr/>
        </p:nvSpPr>
        <p:spPr>
          <a:xfrm xmlns:a="http://schemas.openxmlformats.org/drawingml/2006/main">
            <a:off x="216017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8136147F-B7DC-446E-84B7-5445981B7DE2}"/>
              </a:ext>
            </a:extLst>
          </p:cNvPr>
          <p:cNvSpPr>
            <a:spLocks xmlns:a="http://schemas.openxmlformats.org/drawingml/2006/main" noGrp="1"/>
          </p:cNvSpPr>
          <p:nvPr/>
        </p:nvSpPr>
        <p:spPr>
          <a:xfrm xmlns:a="http://schemas.openxmlformats.org/drawingml/2006/main">
            <a:off x="216017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2D0"/>
          </a:solidFill>
          <a:ln xmlns:a="http://schemas.openxmlformats.org/drawingml/2006/main" w="2452">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B63EB6F3-DFBF-4EB7-A823-6B13A0894D5D}"/>
              </a:ext>
            </a:extLst>
          </p:cNvPr>
          <p:cNvSpPr>
            <a:spLocks xmlns:a="http://schemas.openxmlformats.org/drawingml/2006/main" noGrp="1"/>
          </p:cNvSpPr>
          <p:nvPr/>
        </p:nvSpPr>
        <p:spPr>
          <a:xfrm xmlns:a="http://schemas.openxmlformats.org/drawingml/2006/main">
            <a:off x="2160179"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0DED380C-5BEB-4F27-894A-F80FEC30391B}"/>
              </a:ext>
            </a:extLst>
          </p:cNvPr>
          <p:cNvSpPr>
            <a:spLocks xmlns:a="http://schemas.openxmlformats.org/drawingml/2006/main" noGrp="1"/>
          </p:cNvSpPr>
          <p:nvPr/>
        </p:nvSpPr>
        <p:spPr>
          <a:xfrm xmlns:a="http://schemas.openxmlformats.org/drawingml/2006/main">
            <a:off x="223918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CB9A4604-6E6D-449D-BC3F-FC58F4F81C79}"/>
              </a:ext>
            </a:extLst>
          </p:cNvPr>
          <p:cNvSpPr>
            <a:spLocks xmlns:a="http://schemas.openxmlformats.org/drawingml/2006/main" noGrp="1"/>
          </p:cNvSpPr>
          <p:nvPr/>
        </p:nvSpPr>
        <p:spPr>
          <a:xfrm xmlns:a="http://schemas.openxmlformats.org/drawingml/2006/main">
            <a:off x="223918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0A29E"/>
          </a:solidFill>
          <a:ln xmlns:a="http://schemas.openxmlformats.org/drawingml/2006/main" w="2452">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E35C3004-A141-4E34-8A3B-91BB945B0958}"/>
              </a:ext>
            </a:extLst>
          </p:cNvPr>
          <p:cNvSpPr>
            <a:spLocks xmlns:a="http://schemas.openxmlformats.org/drawingml/2006/main" noGrp="1"/>
          </p:cNvSpPr>
          <p:nvPr/>
        </p:nvSpPr>
        <p:spPr>
          <a:xfrm xmlns:a="http://schemas.openxmlformats.org/drawingml/2006/main">
            <a:off x="223918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9C6"/>
          </a:solidFill>
          <a:ln xmlns:a="http://schemas.openxmlformats.org/drawingml/2006/main" w="2452">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1165C176-DC47-4B5C-834D-F11B9F8FCBE3}"/>
              </a:ext>
            </a:extLst>
          </p:cNvPr>
          <p:cNvSpPr>
            <a:spLocks xmlns:a="http://schemas.openxmlformats.org/drawingml/2006/main" noGrp="1"/>
          </p:cNvSpPr>
          <p:nvPr/>
        </p:nvSpPr>
        <p:spPr>
          <a:xfrm xmlns:a="http://schemas.openxmlformats.org/drawingml/2006/main">
            <a:off x="231818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5407E71C-FD23-4A82-9570-17C338751626}"/>
              </a:ext>
            </a:extLst>
          </p:cNvPr>
          <p:cNvSpPr>
            <a:spLocks xmlns:a="http://schemas.openxmlformats.org/drawingml/2006/main" noGrp="1"/>
          </p:cNvSpPr>
          <p:nvPr/>
        </p:nvSpPr>
        <p:spPr>
          <a:xfrm xmlns:a="http://schemas.openxmlformats.org/drawingml/2006/main">
            <a:off x="231818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A1C3B5C7-E3EA-4BBF-9EC4-C2348C6B7BE3}"/>
              </a:ext>
            </a:extLst>
          </p:cNvPr>
          <p:cNvSpPr>
            <a:spLocks xmlns:a="http://schemas.openxmlformats.org/drawingml/2006/main" noGrp="1"/>
          </p:cNvSpPr>
          <p:nvPr/>
        </p:nvSpPr>
        <p:spPr>
          <a:xfrm xmlns:a="http://schemas.openxmlformats.org/drawingml/2006/main">
            <a:off x="231818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8C6"/>
          </a:solidFill>
          <a:ln xmlns:a="http://schemas.openxmlformats.org/drawingml/2006/main" w="2452">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D3C73E3A-E509-46D1-B095-68C61A4830FD}"/>
              </a:ext>
            </a:extLst>
          </p:cNvPr>
          <p:cNvSpPr>
            <a:spLocks xmlns:a="http://schemas.openxmlformats.org/drawingml/2006/main" noGrp="1"/>
          </p:cNvSpPr>
          <p:nvPr/>
        </p:nvSpPr>
        <p:spPr>
          <a:xfrm xmlns:a="http://schemas.openxmlformats.org/drawingml/2006/main">
            <a:off x="239718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D1840A99-97F1-4736-B246-65A2787E4781}"/>
              </a:ext>
            </a:extLst>
          </p:cNvPr>
          <p:cNvSpPr>
            <a:spLocks xmlns:a="http://schemas.openxmlformats.org/drawingml/2006/main" noGrp="1"/>
          </p:cNvSpPr>
          <p:nvPr/>
        </p:nvSpPr>
        <p:spPr>
          <a:xfrm xmlns:a="http://schemas.openxmlformats.org/drawingml/2006/main">
            <a:off x="239718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2AAA6"/>
          </a:solidFill>
          <a:ln xmlns:a="http://schemas.openxmlformats.org/drawingml/2006/main" w="2452">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0D290FB0-C943-460A-8C26-09CA78E34AC8}"/>
              </a:ext>
            </a:extLst>
          </p:cNvPr>
          <p:cNvSpPr>
            <a:spLocks xmlns:a="http://schemas.openxmlformats.org/drawingml/2006/main" noGrp="1"/>
          </p:cNvSpPr>
          <p:nvPr/>
        </p:nvSpPr>
        <p:spPr>
          <a:xfrm xmlns:a="http://schemas.openxmlformats.org/drawingml/2006/main">
            <a:off x="239718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75A6C239-4B84-4D7B-BFAA-732B83D44A26}"/>
              </a:ext>
            </a:extLst>
          </p:cNvPr>
          <p:cNvSpPr>
            <a:spLocks xmlns:a="http://schemas.openxmlformats.org/drawingml/2006/main" noGrp="1"/>
          </p:cNvSpPr>
          <p:nvPr/>
        </p:nvSpPr>
        <p:spPr>
          <a:xfrm xmlns:a="http://schemas.openxmlformats.org/drawingml/2006/main">
            <a:off x="326621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DD6A6A01-DD0C-4C62-81B9-BFE1BFD137E1}"/>
              </a:ext>
            </a:extLst>
          </p:cNvPr>
          <p:cNvSpPr>
            <a:spLocks xmlns:a="http://schemas.openxmlformats.org/drawingml/2006/main" noGrp="1"/>
          </p:cNvSpPr>
          <p:nvPr/>
        </p:nvSpPr>
        <p:spPr>
          <a:xfrm xmlns:a="http://schemas.openxmlformats.org/drawingml/2006/main">
            <a:off x="334521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E7269B85-7A9A-4562-97E5-53B6D57075B9}"/>
              </a:ext>
            </a:extLst>
          </p:cNvPr>
          <p:cNvSpPr>
            <a:spLocks xmlns:a="http://schemas.openxmlformats.org/drawingml/2006/main" noGrp="1"/>
          </p:cNvSpPr>
          <p:nvPr/>
        </p:nvSpPr>
        <p:spPr>
          <a:xfrm xmlns:a="http://schemas.openxmlformats.org/drawingml/2006/main">
            <a:off x="334521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A903181D-6E5A-4FBA-9703-36172DC12DA0}"/>
              </a:ext>
            </a:extLst>
          </p:cNvPr>
          <p:cNvSpPr>
            <a:spLocks xmlns:a="http://schemas.openxmlformats.org/drawingml/2006/main" noGrp="1"/>
          </p:cNvSpPr>
          <p:nvPr/>
        </p:nvSpPr>
        <p:spPr>
          <a:xfrm xmlns:a="http://schemas.openxmlformats.org/drawingml/2006/main">
            <a:off x="334521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62E622F7-41F4-4471-ADAF-EE0AE41FCA74}"/>
              </a:ext>
            </a:extLst>
          </p:cNvPr>
          <p:cNvSpPr>
            <a:spLocks xmlns:a="http://schemas.openxmlformats.org/drawingml/2006/main" noGrp="1"/>
          </p:cNvSpPr>
          <p:nvPr/>
        </p:nvSpPr>
        <p:spPr>
          <a:xfrm xmlns:a="http://schemas.openxmlformats.org/drawingml/2006/main">
            <a:off x="342421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7B4"/>
          </a:solidFill>
          <a:ln xmlns:a="http://schemas.openxmlformats.org/drawingml/2006/main" w="2452">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7C3E11CD-5D11-47C4-B2FD-9172E1A1B03A}"/>
              </a:ext>
            </a:extLst>
          </p:cNvPr>
          <p:cNvSpPr>
            <a:spLocks xmlns:a="http://schemas.openxmlformats.org/drawingml/2006/main" noGrp="1"/>
          </p:cNvSpPr>
          <p:nvPr/>
        </p:nvSpPr>
        <p:spPr>
          <a:xfrm xmlns:a="http://schemas.openxmlformats.org/drawingml/2006/main">
            <a:off x="342421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7E7E6"/>
          </a:solidFill>
          <a:ln xmlns:a="http://schemas.openxmlformats.org/drawingml/2006/main" w="2452">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01CABE04-9D1F-4DFA-89FF-2E3B616B9F61}"/>
              </a:ext>
            </a:extLst>
          </p:cNvPr>
          <p:cNvSpPr>
            <a:spLocks xmlns:a="http://schemas.openxmlformats.org/drawingml/2006/main" noGrp="1"/>
          </p:cNvSpPr>
          <p:nvPr/>
        </p:nvSpPr>
        <p:spPr>
          <a:xfrm xmlns:a="http://schemas.openxmlformats.org/drawingml/2006/main">
            <a:off x="350322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4AFAB"/>
          </a:solidFill>
          <a:ln xmlns:a="http://schemas.openxmlformats.org/drawingml/2006/main" w="2452">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AB87820F-773A-4E90-B75C-EC2DCE9141F4}"/>
              </a:ext>
            </a:extLst>
          </p:cNvPr>
          <p:cNvSpPr>
            <a:spLocks xmlns:a="http://schemas.openxmlformats.org/drawingml/2006/main" noGrp="1"/>
          </p:cNvSpPr>
          <p:nvPr/>
        </p:nvSpPr>
        <p:spPr>
          <a:xfrm xmlns:a="http://schemas.openxmlformats.org/drawingml/2006/main">
            <a:off x="2713196"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9BFBC"/>
          </a:solidFill>
          <a:ln xmlns:a="http://schemas.openxmlformats.org/drawingml/2006/main" w="2452">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8EE7F1AC-15AD-4CFE-97C6-93CD5ABECAA2}"/>
              </a:ext>
            </a:extLst>
          </p:cNvPr>
          <p:cNvSpPr>
            <a:spLocks xmlns:a="http://schemas.openxmlformats.org/drawingml/2006/main" noGrp="1"/>
          </p:cNvSpPr>
          <p:nvPr/>
        </p:nvSpPr>
        <p:spPr>
          <a:xfrm xmlns:a="http://schemas.openxmlformats.org/drawingml/2006/main">
            <a:off x="2713196"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7BDBA436-E465-4122-8B8B-3A6843341E12}"/>
              </a:ext>
            </a:extLst>
          </p:cNvPr>
          <p:cNvSpPr>
            <a:spLocks xmlns:a="http://schemas.openxmlformats.org/drawingml/2006/main" noGrp="1"/>
          </p:cNvSpPr>
          <p:nvPr/>
        </p:nvSpPr>
        <p:spPr>
          <a:xfrm xmlns:a="http://schemas.openxmlformats.org/drawingml/2006/main">
            <a:off x="279219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B314B0A8-9CC1-4DA5-AD28-A28F11C07A5F}"/>
              </a:ext>
            </a:extLst>
          </p:cNvPr>
          <p:cNvSpPr>
            <a:spLocks xmlns:a="http://schemas.openxmlformats.org/drawingml/2006/main" noGrp="1"/>
          </p:cNvSpPr>
          <p:nvPr/>
        </p:nvSpPr>
        <p:spPr>
          <a:xfrm xmlns:a="http://schemas.openxmlformats.org/drawingml/2006/main">
            <a:off x="2792199" y="289576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3F32994C-9A18-470B-A330-C8698228908C}"/>
              </a:ext>
            </a:extLst>
          </p:cNvPr>
          <p:cNvSpPr>
            <a:spLocks xmlns:a="http://schemas.openxmlformats.org/drawingml/2006/main" noGrp="1"/>
          </p:cNvSpPr>
          <p:nvPr/>
        </p:nvSpPr>
        <p:spPr>
          <a:xfrm xmlns:a="http://schemas.openxmlformats.org/drawingml/2006/main">
            <a:off x="287120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EAEC2206-71CA-422D-992D-8912D574B407}"/>
              </a:ext>
            </a:extLst>
          </p:cNvPr>
          <p:cNvSpPr>
            <a:spLocks xmlns:a="http://schemas.openxmlformats.org/drawingml/2006/main" noGrp="1"/>
          </p:cNvSpPr>
          <p:nvPr/>
        </p:nvSpPr>
        <p:spPr>
          <a:xfrm xmlns:a="http://schemas.openxmlformats.org/drawingml/2006/main">
            <a:off x="2950204" y="281623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2EAFCCFE-2B16-4D5F-A697-9767F0B5CE1E}"/>
              </a:ext>
            </a:extLst>
          </p:cNvPr>
          <p:cNvSpPr>
            <a:spLocks xmlns:a="http://schemas.openxmlformats.org/drawingml/2006/main" noGrp="1"/>
          </p:cNvSpPr>
          <p:nvPr/>
        </p:nvSpPr>
        <p:spPr>
          <a:xfrm xmlns:a="http://schemas.openxmlformats.org/drawingml/2006/main">
            <a:off x="3029206" y="281623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DD8ECEFA-38FF-4D58-A45B-795F0698B350}"/>
              </a:ext>
            </a:extLst>
          </p:cNvPr>
          <p:cNvSpPr>
            <a:spLocks xmlns:a="http://schemas.openxmlformats.org/drawingml/2006/main" noGrp="1"/>
          </p:cNvSpPr>
          <p:nvPr/>
        </p:nvSpPr>
        <p:spPr>
          <a:xfrm xmlns:a="http://schemas.openxmlformats.org/drawingml/2006/main">
            <a:off x="3108209"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DFD3E531-A6F5-495C-A7E4-6E7F2D0815DA}"/>
              </a:ext>
            </a:extLst>
          </p:cNvPr>
          <p:cNvSpPr>
            <a:spLocks xmlns:a="http://schemas.openxmlformats.org/drawingml/2006/main" noGrp="1"/>
          </p:cNvSpPr>
          <p:nvPr/>
        </p:nvSpPr>
        <p:spPr>
          <a:xfrm xmlns:a="http://schemas.openxmlformats.org/drawingml/2006/main">
            <a:off x="389823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64E0D17B-E1CB-4BCA-BCCE-AE647BEA1C2A}"/>
              </a:ext>
            </a:extLst>
          </p:cNvPr>
          <p:cNvSpPr>
            <a:spLocks xmlns:a="http://schemas.openxmlformats.org/drawingml/2006/main" noGrp="1"/>
          </p:cNvSpPr>
          <p:nvPr/>
        </p:nvSpPr>
        <p:spPr>
          <a:xfrm xmlns:a="http://schemas.openxmlformats.org/drawingml/2006/main">
            <a:off x="389823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56FF9DCA-C2B7-4F0D-82DE-189EB06B3E31}"/>
              </a:ext>
            </a:extLst>
          </p:cNvPr>
          <p:cNvSpPr>
            <a:spLocks xmlns:a="http://schemas.openxmlformats.org/drawingml/2006/main" noGrp="1"/>
          </p:cNvSpPr>
          <p:nvPr/>
        </p:nvSpPr>
        <p:spPr>
          <a:xfrm xmlns:a="http://schemas.openxmlformats.org/drawingml/2006/main">
            <a:off x="389823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FD0CE"/>
          </a:solidFill>
          <a:ln xmlns:a="http://schemas.openxmlformats.org/drawingml/2006/main" w="2452">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C90B5424-8D9C-4230-9DFC-BDB41C18AA88}"/>
              </a:ext>
            </a:extLst>
          </p:cNvPr>
          <p:cNvSpPr>
            <a:spLocks xmlns:a="http://schemas.openxmlformats.org/drawingml/2006/main" noGrp="1"/>
          </p:cNvSpPr>
          <p:nvPr/>
        </p:nvSpPr>
        <p:spPr>
          <a:xfrm xmlns:a="http://schemas.openxmlformats.org/drawingml/2006/main">
            <a:off x="397723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BBFB7948-6B77-480F-8B77-89CE8B32D986}"/>
              </a:ext>
            </a:extLst>
          </p:cNvPr>
          <p:cNvSpPr>
            <a:spLocks xmlns:a="http://schemas.openxmlformats.org/drawingml/2006/main" noGrp="1"/>
          </p:cNvSpPr>
          <p:nvPr/>
        </p:nvSpPr>
        <p:spPr>
          <a:xfrm xmlns:a="http://schemas.openxmlformats.org/drawingml/2006/main">
            <a:off x="397723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B8DF3770-79AC-4928-A9D4-58127C7ECBC2}"/>
              </a:ext>
            </a:extLst>
          </p:cNvPr>
          <p:cNvSpPr>
            <a:spLocks xmlns:a="http://schemas.openxmlformats.org/drawingml/2006/main" noGrp="1"/>
          </p:cNvSpPr>
          <p:nvPr/>
        </p:nvSpPr>
        <p:spPr>
          <a:xfrm xmlns:a="http://schemas.openxmlformats.org/drawingml/2006/main">
            <a:off x="397723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47FE12C8-6A03-4F66-992A-F666A1E9DDF5}"/>
              </a:ext>
            </a:extLst>
          </p:cNvPr>
          <p:cNvSpPr>
            <a:spLocks xmlns:a="http://schemas.openxmlformats.org/drawingml/2006/main" noGrp="1"/>
          </p:cNvSpPr>
          <p:nvPr/>
        </p:nvSpPr>
        <p:spPr>
          <a:xfrm xmlns:a="http://schemas.openxmlformats.org/drawingml/2006/main">
            <a:off x="397723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E43CB655-2206-4297-BAA7-9ADF1F415E2C}"/>
              </a:ext>
            </a:extLst>
          </p:cNvPr>
          <p:cNvSpPr>
            <a:spLocks xmlns:a="http://schemas.openxmlformats.org/drawingml/2006/main" noGrp="1"/>
          </p:cNvSpPr>
          <p:nvPr/>
        </p:nvSpPr>
        <p:spPr>
          <a:xfrm xmlns:a="http://schemas.openxmlformats.org/drawingml/2006/main">
            <a:off x="405623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AB7F84A5-7827-4F59-9166-28AD2FA9F28D}"/>
              </a:ext>
            </a:extLst>
          </p:cNvPr>
          <p:cNvSpPr>
            <a:spLocks xmlns:a="http://schemas.openxmlformats.org/drawingml/2006/main" noGrp="1"/>
          </p:cNvSpPr>
          <p:nvPr/>
        </p:nvSpPr>
        <p:spPr>
          <a:xfrm xmlns:a="http://schemas.openxmlformats.org/drawingml/2006/main">
            <a:off x="144915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4AB1F68A-5F8C-4DDB-9E94-0A811C516D9F}"/>
              </a:ext>
            </a:extLst>
          </p:cNvPr>
          <p:cNvSpPr>
            <a:spLocks xmlns:a="http://schemas.openxmlformats.org/drawingml/2006/main" noGrp="1"/>
          </p:cNvSpPr>
          <p:nvPr/>
        </p:nvSpPr>
        <p:spPr>
          <a:xfrm xmlns:a="http://schemas.openxmlformats.org/drawingml/2006/main">
            <a:off x="4620156" y="3384141"/>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37" name="Editable chart path">
            <a:extLst xmlns:a="http://schemas.openxmlformats.org/drawingml/2006/main">
              <a:ext uri="{FF2B5EF4-FFF2-40B4-BE49-F238E27FC236}">
                <a16:creationId xmlns:a16="http://schemas.microsoft.com/office/drawing/2014/main" id="{7EF4F900-1730-4823-9C3C-A07F55A19E66}"/>
              </a:ext>
            </a:extLst>
          </p:cNvPr>
          <p:cNvSpPr>
            <a:spLocks xmlns:a="http://schemas.openxmlformats.org/drawingml/2006/main" noGrp="1"/>
          </p:cNvSpPr>
          <p:nvPr/>
        </p:nvSpPr>
        <p:spPr>
          <a:xfrm xmlns:a="http://schemas.openxmlformats.org/drawingml/2006/main">
            <a:off x="4620156" y="3304606"/>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38" name="Editable chart path">
            <a:extLst xmlns:a="http://schemas.openxmlformats.org/drawingml/2006/main">
              <a:ext uri="{FF2B5EF4-FFF2-40B4-BE49-F238E27FC236}">
                <a16:creationId xmlns:a16="http://schemas.microsoft.com/office/drawing/2014/main" id="{661CF6D0-CFDE-4829-B2A2-E30BA56F889F}"/>
              </a:ext>
            </a:extLst>
          </p:cNvPr>
          <p:cNvSpPr>
            <a:spLocks xmlns:a="http://schemas.openxmlformats.org/drawingml/2006/main" noGrp="1"/>
          </p:cNvSpPr>
          <p:nvPr/>
        </p:nvSpPr>
        <p:spPr>
          <a:xfrm xmlns:a="http://schemas.openxmlformats.org/drawingml/2006/main">
            <a:off x="3435119" y="4020417"/>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39" name="Editable chart path">
            <a:extLst xmlns:a="http://schemas.openxmlformats.org/drawingml/2006/main">
              <a:ext uri="{FF2B5EF4-FFF2-40B4-BE49-F238E27FC236}">
                <a16:creationId xmlns:a16="http://schemas.microsoft.com/office/drawing/2014/main" id="{63D8A1C1-2093-4D30-BDB9-DD60B10A3D10}"/>
              </a:ext>
            </a:extLst>
          </p:cNvPr>
          <p:cNvSpPr>
            <a:spLocks xmlns:a="http://schemas.openxmlformats.org/drawingml/2006/main" noGrp="1"/>
          </p:cNvSpPr>
          <p:nvPr/>
        </p:nvSpPr>
        <p:spPr>
          <a:xfrm xmlns:a="http://schemas.openxmlformats.org/drawingml/2006/main">
            <a:off x="3514121" y="4020417"/>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0" name="Editable chart path">
            <a:extLst xmlns:a="http://schemas.openxmlformats.org/drawingml/2006/main">
              <a:ext uri="{FF2B5EF4-FFF2-40B4-BE49-F238E27FC236}">
                <a16:creationId xmlns:a16="http://schemas.microsoft.com/office/drawing/2014/main" id="{5C0C06B7-DC7E-4721-8526-330226E3521D}"/>
              </a:ext>
            </a:extLst>
          </p:cNvPr>
          <p:cNvSpPr>
            <a:spLocks xmlns:a="http://schemas.openxmlformats.org/drawingml/2006/main" noGrp="1"/>
          </p:cNvSpPr>
          <p:nvPr/>
        </p:nvSpPr>
        <p:spPr>
          <a:xfrm xmlns:a="http://schemas.openxmlformats.org/drawingml/2006/main">
            <a:off x="3356116" y="3861348"/>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1" name="Editable chart path">
            <a:extLst xmlns:a="http://schemas.openxmlformats.org/drawingml/2006/main">
              <a:ext uri="{FF2B5EF4-FFF2-40B4-BE49-F238E27FC236}">
                <a16:creationId xmlns:a16="http://schemas.microsoft.com/office/drawing/2014/main" id="{BEE21E47-0108-4168-9A44-090105FF3998}"/>
              </a:ext>
            </a:extLst>
          </p:cNvPr>
          <p:cNvSpPr>
            <a:spLocks xmlns:a="http://schemas.openxmlformats.org/drawingml/2006/main" noGrp="1"/>
          </p:cNvSpPr>
          <p:nvPr/>
        </p:nvSpPr>
        <p:spPr>
          <a:xfrm xmlns:a="http://schemas.openxmlformats.org/drawingml/2006/main">
            <a:off x="3514121" y="3781813"/>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2" name="Editable chart path">
            <a:extLst xmlns:a="http://schemas.openxmlformats.org/drawingml/2006/main">
              <a:ext uri="{FF2B5EF4-FFF2-40B4-BE49-F238E27FC236}">
                <a16:creationId xmlns:a16="http://schemas.microsoft.com/office/drawing/2014/main" id="{F0B3DE02-0F69-4D32-9EB5-537B9E244C8A}"/>
              </a:ext>
            </a:extLst>
          </p:cNvPr>
          <p:cNvSpPr>
            <a:spLocks xmlns:a="http://schemas.openxmlformats.org/drawingml/2006/main" noGrp="1"/>
          </p:cNvSpPr>
          <p:nvPr/>
        </p:nvSpPr>
        <p:spPr>
          <a:xfrm xmlns:a="http://schemas.openxmlformats.org/drawingml/2006/main">
            <a:off x="3435119" y="3861348"/>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3" name="Editable chart path">
            <a:extLst xmlns:a="http://schemas.openxmlformats.org/drawingml/2006/main">
              <a:ext uri="{FF2B5EF4-FFF2-40B4-BE49-F238E27FC236}">
                <a16:creationId xmlns:a16="http://schemas.microsoft.com/office/drawing/2014/main" id="{FF45F255-4C36-415F-8DC1-93CFFB20E8C3}"/>
              </a:ext>
            </a:extLst>
          </p:cNvPr>
          <p:cNvSpPr>
            <a:spLocks xmlns:a="http://schemas.openxmlformats.org/drawingml/2006/main" noGrp="1"/>
          </p:cNvSpPr>
          <p:nvPr/>
        </p:nvSpPr>
        <p:spPr>
          <a:xfrm xmlns:a="http://schemas.openxmlformats.org/drawingml/2006/main">
            <a:off x="3514121" y="3861348"/>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4" name="Editable chart path">
            <a:extLst xmlns:a="http://schemas.openxmlformats.org/drawingml/2006/main">
              <a:ext uri="{FF2B5EF4-FFF2-40B4-BE49-F238E27FC236}">
                <a16:creationId xmlns:a16="http://schemas.microsoft.com/office/drawing/2014/main" id="{79882A5F-8FDD-4F9D-954A-D097B0CB2F00}"/>
              </a:ext>
            </a:extLst>
          </p:cNvPr>
          <p:cNvSpPr>
            <a:spLocks xmlns:a="http://schemas.openxmlformats.org/drawingml/2006/main" noGrp="1"/>
          </p:cNvSpPr>
          <p:nvPr/>
        </p:nvSpPr>
        <p:spPr>
          <a:xfrm xmlns:a="http://schemas.openxmlformats.org/drawingml/2006/main">
            <a:off x="3435119" y="3940882"/>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5" name="Editable chart path">
            <a:extLst xmlns:a="http://schemas.openxmlformats.org/drawingml/2006/main">
              <a:ext uri="{FF2B5EF4-FFF2-40B4-BE49-F238E27FC236}">
                <a16:creationId xmlns:a16="http://schemas.microsoft.com/office/drawing/2014/main" id="{C7F96686-41CC-4704-BA62-AC52377DBDB5}"/>
              </a:ext>
            </a:extLst>
          </p:cNvPr>
          <p:cNvSpPr>
            <a:spLocks xmlns:a="http://schemas.openxmlformats.org/drawingml/2006/main" noGrp="1"/>
          </p:cNvSpPr>
          <p:nvPr/>
        </p:nvSpPr>
        <p:spPr>
          <a:xfrm xmlns:a="http://schemas.openxmlformats.org/drawingml/2006/main">
            <a:off x="3356116" y="4020417"/>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6" name="">
            <a:extLst xmlns:a="http://schemas.openxmlformats.org/drawingml/2006/main">
              <a:ext uri="{FF2B5EF4-FFF2-40B4-BE49-F238E27FC236}">
                <a16:creationId xmlns:a16="http://schemas.microsoft.com/office/drawing/2014/main" id="{79A04F9D-BC99-4DAF-A3BD-85811B001C16}"/>
              </a:ext>
            </a:extLst>
          </p:cNvPr>
          <p:cNvSpPr>
            <a:spLocks xmlns:a="http://schemas.openxmlformats.org/drawingml/2006/main" noGrp="1"/>
          </p:cNvSpPr>
          <p:nvPr/>
        </p:nvSpPr>
        <p:spPr>
          <a:xfrm xmlns:a="http://schemas.openxmlformats.org/drawingml/2006/main">
            <a:off x="4568472" y="3338156"/>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7" name="">
            <a:extLst xmlns:a="http://schemas.openxmlformats.org/drawingml/2006/main">
              <a:ext uri="{FF2B5EF4-FFF2-40B4-BE49-F238E27FC236}">
                <a16:creationId xmlns:a16="http://schemas.microsoft.com/office/drawing/2014/main" id="{2C043563-305F-4A98-B16D-0F52E09F2FC1}"/>
              </a:ext>
            </a:extLst>
          </p:cNvPr>
          <p:cNvSpPr>
            <a:spLocks xmlns:a="http://schemas.openxmlformats.org/drawingml/2006/main" noGrp="1"/>
          </p:cNvSpPr>
          <p:nvPr/>
        </p:nvSpPr>
        <p:spPr>
          <a:xfrm xmlns:a="http://schemas.openxmlformats.org/drawingml/2006/main">
            <a:off x="4568472" y="3347681"/>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48" name="">
            <a:extLst xmlns:a="http://schemas.openxmlformats.org/drawingml/2006/main">
              <a:ext uri="{FF2B5EF4-FFF2-40B4-BE49-F238E27FC236}">
                <a16:creationId xmlns:a16="http://schemas.microsoft.com/office/drawing/2014/main" id="{6343B847-8584-44F1-AF4C-4ABFEC0E5F2C}"/>
              </a:ext>
            </a:extLst>
          </p:cNvPr>
          <p:cNvSpPr>
            <a:spLocks xmlns:a="http://schemas.openxmlformats.org/drawingml/2006/main" noGrp="1"/>
          </p:cNvSpPr>
          <p:nvPr/>
        </p:nvSpPr>
        <p:spPr>
          <a:xfrm xmlns:a="http://schemas.openxmlformats.org/drawingml/2006/main">
            <a:off x="4647494" y="3239937"/>
            <a:ext cx="8334" cy="94885"/>
          </a:xfrm>
          <a:prstGeom xmlns:a="http://schemas.openxmlformats.org/drawingml/2006/main" prst="line">
            <a:avLst/>
          </a:prstGeom>
          <a:ln xmlns:a="http://schemas.openxmlformats.org/drawingml/2006/main" w="5715">
            <a:solidFill>
              <a:srgbClr val="14295B"/>
            </a:solidFill>
          </a:ln>
        </p:spPr>
      </p:sp>
      <p:sp>
        <p:nvSpPr>
          <p:cNvPr id="449" name="">
            <a:extLst xmlns:a="http://schemas.openxmlformats.org/drawingml/2006/main">
              <a:ext uri="{FF2B5EF4-FFF2-40B4-BE49-F238E27FC236}">
                <a16:creationId xmlns:a16="http://schemas.microsoft.com/office/drawing/2014/main" id="{B78731CC-F277-4AAB-ABE1-83885017BFA2}"/>
              </a:ext>
            </a:extLst>
          </p:cNvPr>
          <p:cNvSpPr>
            <a:spLocks xmlns:a="http://schemas.openxmlformats.org/drawingml/2006/main" noGrp="1"/>
          </p:cNvSpPr>
          <p:nvPr/>
        </p:nvSpPr>
        <p:spPr>
          <a:xfrm xmlns:a="http://schemas.openxmlformats.org/drawingml/2006/main">
            <a:off x="4579628" y="3163737"/>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0" name="">
            <a:extLst xmlns:a="http://schemas.openxmlformats.org/drawingml/2006/main">
              <a:ext uri="{FF2B5EF4-FFF2-40B4-BE49-F238E27FC236}">
                <a16:creationId xmlns:a16="http://schemas.microsoft.com/office/drawing/2014/main" id="{E1614E9E-6337-4DCB-BCF5-3D53CFB1A0E5}"/>
              </a:ext>
            </a:extLst>
          </p:cNvPr>
          <p:cNvSpPr>
            <a:spLocks xmlns:a="http://schemas.openxmlformats.org/drawingml/2006/main" noGrp="1"/>
          </p:cNvSpPr>
          <p:nvPr/>
        </p:nvSpPr>
        <p:spPr>
          <a:xfrm xmlns:a="http://schemas.openxmlformats.org/drawingml/2006/main">
            <a:off x="4579628" y="3173262"/>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51" name="">
            <a:extLst xmlns:a="http://schemas.openxmlformats.org/drawingml/2006/main">
              <a:ext uri="{FF2B5EF4-FFF2-40B4-BE49-F238E27FC236}">
                <a16:creationId xmlns:a16="http://schemas.microsoft.com/office/drawing/2014/main" id="{03D047B6-B181-4E59-AA91-549646CD725B}"/>
              </a:ext>
            </a:extLst>
          </p:cNvPr>
          <p:cNvSpPr>
            <a:spLocks xmlns:a="http://schemas.openxmlformats.org/drawingml/2006/main" noGrp="1"/>
          </p:cNvSpPr>
          <p:nvPr/>
        </p:nvSpPr>
        <p:spPr>
          <a:xfrm xmlns:a="http://schemas.openxmlformats.org/drawingml/2006/main">
            <a:off x="3386582" y="397443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2" name="">
            <a:extLst xmlns:a="http://schemas.openxmlformats.org/drawingml/2006/main">
              <a:ext uri="{FF2B5EF4-FFF2-40B4-BE49-F238E27FC236}">
                <a16:creationId xmlns:a16="http://schemas.microsoft.com/office/drawing/2014/main" id="{BA624BD5-D30D-4DC1-8463-2BBEF3312A5A}"/>
              </a:ext>
            </a:extLst>
          </p:cNvPr>
          <p:cNvSpPr>
            <a:spLocks xmlns:a="http://schemas.openxmlformats.org/drawingml/2006/main" noGrp="1"/>
          </p:cNvSpPr>
          <p:nvPr/>
        </p:nvSpPr>
        <p:spPr>
          <a:xfrm xmlns:a="http://schemas.openxmlformats.org/drawingml/2006/main">
            <a:off x="3386582" y="398395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3" name="">
            <a:extLst xmlns:a="http://schemas.openxmlformats.org/drawingml/2006/main">
              <a:ext uri="{FF2B5EF4-FFF2-40B4-BE49-F238E27FC236}">
                <a16:creationId xmlns:a16="http://schemas.microsoft.com/office/drawing/2014/main" id="{14D4002B-E83F-4185-8F79-BF708BCBE6E8}"/>
              </a:ext>
            </a:extLst>
          </p:cNvPr>
          <p:cNvSpPr>
            <a:spLocks xmlns:a="http://schemas.openxmlformats.org/drawingml/2006/main" noGrp="1"/>
          </p:cNvSpPr>
          <p:nvPr/>
        </p:nvSpPr>
        <p:spPr>
          <a:xfrm xmlns:a="http://schemas.openxmlformats.org/drawingml/2006/main">
            <a:off x="3541886" y="4050632"/>
            <a:ext cx="95250" cy="953"/>
          </a:xfrm>
          <a:prstGeom xmlns:a="http://schemas.openxmlformats.org/drawingml/2006/main" prst="line">
            <a:avLst/>
          </a:prstGeom>
          <a:ln xmlns:a="http://schemas.openxmlformats.org/drawingml/2006/main" w="5715">
            <a:solidFill>
              <a:srgbClr val="14295B"/>
            </a:solidFill>
          </a:ln>
        </p:spPr>
      </p:sp>
      <p:sp>
        <p:nvSpPr>
          <p:cNvPr id="454" name="">
            <a:extLst xmlns:a="http://schemas.openxmlformats.org/drawingml/2006/main">
              <a:ext uri="{FF2B5EF4-FFF2-40B4-BE49-F238E27FC236}">
                <a16:creationId xmlns:a16="http://schemas.microsoft.com/office/drawing/2014/main" id="{533A5FB1-879B-468D-9EC3-554248DCD43D}"/>
              </a:ext>
            </a:extLst>
          </p:cNvPr>
          <p:cNvSpPr>
            <a:spLocks xmlns:a="http://schemas.openxmlformats.org/drawingml/2006/main" noGrp="1"/>
          </p:cNvSpPr>
          <p:nvPr/>
        </p:nvSpPr>
        <p:spPr>
          <a:xfrm xmlns:a="http://schemas.openxmlformats.org/drawingml/2006/main">
            <a:off x="3560936" y="397443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5" name="">
            <a:extLst xmlns:a="http://schemas.openxmlformats.org/drawingml/2006/main">
              <a:ext uri="{FF2B5EF4-FFF2-40B4-BE49-F238E27FC236}">
                <a16:creationId xmlns:a16="http://schemas.microsoft.com/office/drawing/2014/main" id="{0FD275F1-060F-4F6A-A673-AC8CB6451CF5}"/>
              </a:ext>
            </a:extLst>
          </p:cNvPr>
          <p:cNvSpPr>
            <a:spLocks xmlns:a="http://schemas.openxmlformats.org/drawingml/2006/main" noGrp="1"/>
          </p:cNvSpPr>
          <p:nvPr/>
        </p:nvSpPr>
        <p:spPr>
          <a:xfrm xmlns:a="http://schemas.openxmlformats.org/drawingml/2006/main">
            <a:off x="3560936" y="398395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6" name="">
            <a:extLst xmlns:a="http://schemas.openxmlformats.org/drawingml/2006/main">
              <a:ext uri="{FF2B5EF4-FFF2-40B4-BE49-F238E27FC236}">
                <a16:creationId xmlns:a16="http://schemas.microsoft.com/office/drawing/2014/main" id="{E196CBBA-C325-4B60-BCEE-C175AEBA092C}"/>
              </a:ext>
            </a:extLst>
          </p:cNvPr>
          <p:cNvSpPr>
            <a:spLocks xmlns:a="http://schemas.openxmlformats.org/drawingml/2006/main" noGrp="1"/>
          </p:cNvSpPr>
          <p:nvPr/>
        </p:nvSpPr>
        <p:spPr>
          <a:xfrm xmlns:a="http://schemas.openxmlformats.org/drawingml/2006/main">
            <a:off x="3307560" y="3815363"/>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7" name="">
            <a:extLst xmlns:a="http://schemas.openxmlformats.org/drawingml/2006/main">
              <a:ext uri="{FF2B5EF4-FFF2-40B4-BE49-F238E27FC236}">
                <a16:creationId xmlns:a16="http://schemas.microsoft.com/office/drawing/2014/main" id="{66814E4C-4FAD-47B1-92CF-38DC2AE6C55A}"/>
              </a:ext>
            </a:extLst>
          </p:cNvPr>
          <p:cNvSpPr>
            <a:spLocks xmlns:a="http://schemas.openxmlformats.org/drawingml/2006/main" noGrp="1"/>
          </p:cNvSpPr>
          <p:nvPr/>
        </p:nvSpPr>
        <p:spPr>
          <a:xfrm xmlns:a="http://schemas.openxmlformats.org/drawingml/2006/main">
            <a:off x="3307560" y="3824888"/>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8" name="">
            <a:extLst xmlns:a="http://schemas.openxmlformats.org/drawingml/2006/main">
              <a:ext uri="{FF2B5EF4-FFF2-40B4-BE49-F238E27FC236}">
                <a16:creationId xmlns:a16="http://schemas.microsoft.com/office/drawing/2014/main" id="{D1D41C3A-DE76-4BBD-A8CE-A3FAB0D2CAB5}"/>
              </a:ext>
            </a:extLst>
          </p:cNvPr>
          <p:cNvSpPr>
            <a:spLocks xmlns:a="http://schemas.openxmlformats.org/drawingml/2006/main" noGrp="1"/>
          </p:cNvSpPr>
          <p:nvPr/>
        </p:nvSpPr>
        <p:spPr>
          <a:xfrm xmlns:a="http://schemas.openxmlformats.org/drawingml/2006/main">
            <a:off x="3465769" y="373582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9" name="">
            <a:extLst xmlns:a="http://schemas.openxmlformats.org/drawingml/2006/main">
              <a:ext uri="{FF2B5EF4-FFF2-40B4-BE49-F238E27FC236}">
                <a16:creationId xmlns:a16="http://schemas.microsoft.com/office/drawing/2014/main" id="{9BCF011A-E301-4C14-A9B8-82A72CEAAA98}"/>
              </a:ext>
            </a:extLst>
          </p:cNvPr>
          <p:cNvSpPr>
            <a:spLocks xmlns:a="http://schemas.openxmlformats.org/drawingml/2006/main" noGrp="1"/>
          </p:cNvSpPr>
          <p:nvPr/>
        </p:nvSpPr>
        <p:spPr>
          <a:xfrm xmlns:a="http://schemas.openxmlformats.org/drawingml/2006/main">
            <a:off x="3465769" y="374535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60" name="">
            <a:extLst xmlns:a="http://schemas.openxmlformats.org/drawingml/2006/main">
              <a:ext uri="{FF2B5EF4-FFF2-40B4-BE49-F238E27FC236}">
                <a16:creationId xmlns:a16="http://schemas.microsoft.com/office/drawing/2014/main" id="{FCAB4799-766B-45AF-8A94-734B53300EDA}"/>
              </a:ext>
            </a:extLst>
          </p:cNvPr>
          <p:cNvSpPr>
            <a:spLocks xmlns:a="http://schemas.openxmlformats.org/drawingml/2006/main" noGrp="1"/>
          </p:cNvSpPr>
          <p:nvPr/>
        </p:nvSpPr>
        <p:spPr>
          <a:xfrm xmlns:a="http://schemas.openxmlformats.org/drawingml/2006/main">
            <a:off x="3310328" y="3708622"/>
            <a:ext cx="152434" cy="182941"/>
          </a:xfrm>
          <a:prstGeom xmlns:a="http://schemas.openxmlformats.org/drawingml/2006/main" prst="line">
            <a:avLst/>
          </a:prstGeom>
          <a:ln xmlns:a="http://schemas.openxmlformats.org/drawingml/2006/main" w="5715">
            <a:solidFill>
              <a:srgbClr val="14295B"/>
            </a:solidFill>
          </a:ln>
        </p:spPr>
      </p:sp>
      <p:sp>
        <p:nvSpPr>
          <p:cNvPr id="461" name="">
            <a:extLst xmlns:a="http://schemas.openxmlformats.org/drawingml/2006/main">
              <a:ext uri="{FF2B5EF4-FFF2-40B4-BE49-F238E27FC236}">
                <a16:creationId xmlns:a16="http://schemas.microsoft.com/office/drawing/2014/main" id="{1C3B9815-A129-4275-ACF1-15AFF511A17D}"/>
              </a:ext>
            </a:extLst>
          </p:cNvPr>
          <p:cNvSpPr>
            <a:spLocks xmlns:a="http://schemas.openxmlformats.org/drawingml/2006/main" noGrp="1"/>
          </p:cNvSpPr>
          <p:nvPr/>
        </p:nvSpPr>
        <p:spPr>
          <a:xfrm xmlns:a="http://schemas.openxmlformats.org/drawingml/2006/main">
            <a:off x="3234128" y="363242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2" name="">
            <a:extLst xmlns:a="http://schemas.openxmlformats.org/drawingml/2006/main">
              <a:ext uri="{FF2B5EF4-FFF2-40B4-BE49-F238E27FC236}">
                <a16:creationId xmlns:a16="http://schemas.microsoft.com/office/drawing/2014/main" id="{FC3BECFC-D241-4130-955F-E83AF684089B}"/>
              </a:ext>
            </a:extLst>
          </p:cNvPr>
          <p:cNvSpPr>
            <a:spLocks xmlns:a="http://schemas.openxmlformats.org/drawingml/2006/main" noGrp="1"/>
          </p:cNvSpPr>
          <p:nvPr/>
        </p:nvSpPr>
        <p:spPr>
          <a:xfrm xmlns:a="http://schemas.openxmlformats.org/drawingml/2006/main">
            <a:off x="3234128" y="364194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63" name="">
            <a:extLst xmlns:a="http://schemas.openxmlformats.org/drawingml/2006/main">
              <a:ext uri="{FF2B5EF4-FFF2-40B4-BE49-F238E27FC236}">
                <a16:creationId xmlns:a16="http://schemas.microsoft.com/office/drawing/2014/main" id="{4C333A08-814A-40A0-9474-B262B5A7244D}"/>
              </a:ext>
            </a:extLst>
          </p:cNvPr>
          <p:cNvSpPr>
            <a:spLocks xmlns:a="http://schemas.openxmlformats.org/drawingml/2006/main" noGrp="1"/>
          </p:cNvSpPr>
          <p:nvPr/>
        </p:nvSpPr>
        <p:spPr>
          <a:xfrm xmlns:a="http://schemas.openxmlformats.org/drawingml/2006/main">
            <a:off x="3541905" y="3850748"/>
            <a:ext cx="186076" cy="40815"/>
          </a:xfrm>
          <a:prstGeom xmlns:a="http://schemas.openxmlformats.org/drawingml/2006/main" prst="line">
            <a:avLst/>
          </a:prstGeom>
          <a:ln xmlns:a="http://schemas.openxmlformats.org/drawingml/2006/main" w="5715">
            <a:solidFill>
              <a:srgbClr val="14295B"/>
            </a:solidFill>
          </a:ln>
        </p:spPr>
      </p:sp>
      <p:sp>
        <p:nvSpPr>
          <p:cNvPr id="464" name="">
            <a:extLst xmlns:a="http://schemas.openxmlformats.org/drawingml/2006/main">
              <a:ext uri="{FF2B5EF4-FFF2-40B4-BE49-F238E27FC236}">
                <a16:creationId xmlns:a16="http://schemas.microsoft.com/office/drawing/2014/main" id="{68CA0887-431C-45B0-86C0-46DBF61E0A75}"/>
              </a:ext>
            </a:extLst>
          </p:cNvPr>
          <p:cNvSpPr>
            <a:spLocks xmlns:a="http://schemas.openxmlformats.org/drawingml/2006/main" noGrp="1"/>
          </p:cNvSpPr>
          <p:nvPr/>
        </p:nvSpPr>
        <p:spPr>
          <a:xfrm xmlns:a="http://schemas.openxmlformats.org/drawingml/2006/main">
            <a:off x="3651782" y="377454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5" name="">
            <a:extLst xmlns:a="http://schemas.openxmlformats.org/drawingml/2006/main">
              <a:ext uri="{FF2B5EF4-FFF2-40B4-BE49-F238E27FC236}">
                <a16:creationId xmlns:a16="http://schemas.microsoft.com/office/drawing/2014/main" id="{5F7EDCF0-512F-48CB-B993-FC96545EB7E2}"/>
              </a:ext>
            </a:extLst>
          </p:cNvPr>
          <p:cNvSpPr>
            <a:spLocks xmlns:a="http://schemas.openxmlformats.org/drawingml/2006/main" noGrp="1"/>
          </p:cNvSpPr>
          <p:nvPr/>
        </p:nvSpPr>
        <p:spPr>
          <a:xfrm xmlns:a="http://schemas.openxmlformats.org/drawingml/2006/main">
            <a:off x="3651782" y="378407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6" name="">
            <a:extLst xmlns:a="http://schemas.openxmlformats.org/drawingml/2006/main">
              <a:ext uri="{FF2B5EF4-FFF2-40B4-BE49-F238E27FC236}">
                <a16:creationId xmlns:a16="http://schemas.microsoft.com/office/drawing/2014/main" id="{DC1D8255-C702-4BF5-9D45-F12253853685}"/>
              </a:ext>
            </a:extLst>
          </p:cNvPr>
          <p:cNvSpPr>
            <a:spLocks xmlns:a="http://schemas.openxmlformats.org/drawingml/2006/main" noGrp="1"/>
          </p:cNvSpPr>
          <p:nvPr/>
        </p:nvSpPr>
        <p:spPr>
          <a:xfrm xmlns:a="http://schemas.openxmlformats.org/drawingml/2006/main">
            <a:off x="3267205" y="3971098"/>
            <a:ext cx="195577" cy="135843"/>
          </a:xfrm>
          <a:prstGeom xmlns:a="http://schemas.openxmlformats.org/drawingml/2006/main" prst="line">
            <a:avLst/>
          </a:prstGeom>
          <a:ln xmlns:a="http://schemas.openxmlformats.org/drawingml/2006/main" w="5715">
            <a:solidFill>
              <a:srgbClr val="14295B"/>
            </a:solidFill>
          </a:ln>
        </p:spPr>
      </p:sp>
      <p:sp>
        <p:nvSpPr>
          <p:cNvPr id="467" name="">
            <a:extLst xmlns:a="http://schemas.openxmlformats.org/drawingml/2006/main">
              <a:ext uri="{FF2B5EF4-FFF2-40B4-BE49-F238E27FC236}">
                <a16:creationId xmlns:a16="http://schemas.microsoft.com/office/drawing/2014/main" id="{EFBA6B83-29F1-498C-97FE-2ED8DCEC7AFE}"/>
              </a:ext>
            </a:extLst>
          </p:cNvPr>
          <p:cNvSpPr>
            <a:spLocks xmlns:a="http://schemas.openxmlformats.org/drawingml/2006/main" noGrp="1"/>
          </p:cNvSpPr>
          <p:nvPr/>
        </p:nvSpPr>
        <p:spPr>
          <a:xfrm xmlns:a="http://schemas.openxmlformats.org/drawingml/2006/main">
            <a:off x="3191005" y="403074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8" name="">
            <a:extLst xmlns:a="http://schemas.openxmlformats.org/drawingml/2006/main">
              <a:ext uri="{FF2B5EF4-FFF2-40B4-BE49-F238E27FC236}">
                <a16:creationId xmlns:a16="http://schemas.microsoft.com/office/drawing/2014/main" id="{7F4A1252-9C66-40CC-994E-557B81A79269}"/>
              </a:ext>
            </a:extLst>
          </p:cNvPr>
          <p:cNvSpPr>
            <a:spLocks xmlns:a="http://schemas.openxmlformats.org/drawingml/2006/main" noGrp="1"/>
          </p:cNvSpPr>
          <p:nvPr/>
        </p:nvSpPr>
        <p:spPr>
          <a:xfrm xmlns:a="http://schemas.openxmlformats.org/drawingml/2006/main">
            <a:off x="3191005" y="404026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9</a:t>
            </a:r>
          </a:p>
        </p:txBody>
      </p:sp>
      <p:sp>
        <p:nvSpPr>
          <p:cNvPr id="469" name="">
            <a:extLst xmlns:a="http://schemas.openxmlformats.org/drawingml/2006/main">
              <a:ext uri="{FF2B5EF4-FFF2-40B4-BE49-F238E27FC236}">
                <a16:creationId xmlns:a16="http://schemas.microsoft.com/office/drawing/2014/main" id="{85D05E95-C6DD-4E6B-BF0E-79062B05026D}"/>
              </a:ext>
            </a:extLst>
          </p:cNvPr>
          <p:cNvSpPr>
            <a:spLocks xmlns:a="http://schemas.openxmlformats.org/drawingml/2006/main" noGrp="1"/>
          </p:cNvSpPr>
          <p:nvPr/>
        </p:nvSpPr>
        <p:spPr>
          <a:xfrm xmlns:a="http://schemas.openxmlformats.org/drawingml/2006/main">
            <a:off x="3372697" y="4050632"/>
            <a:ext cx="11166" cy="237863"/>
          </a:xfrm>
          <a:prstGeom xmlns:a="http://schemas.openxmlformats.org/drawingml/2006/main" prst="line">
            <a:avLst/>
          </a:prstGeom>
          <a:ln xmlns:a="http://schemas.openxmlformats.org/drawingml/2006/main" w="5715">
            <a:solidFill>
              <a:srgbClr val="14295B"/>
            </a:solidFill>
          </a:ln>
        </p:spPr>
      </p:sp>
      <p:sp>
        <p:nvSpPr>
          <p:cNvPr id="470" name="">
            <a:extLst xmlns:a="http://schemas.openxmlformats.org/drawingml/2006/main">
              <a:ext uri="{FF2B5EF4-FFF2-40B4-BE49-F238E27FC236}">
                <a16:creationId xmlns:a16="http://schemas.microsoft.com/office/drawing/2014/main" id="{E0A9AB05-3A60-44D1-967B-5CEED3577837}"/>
              </a:ext>
            </a:extLst>
          </p:cNvPr>
          <p:cNvSpPr>
            <a:spLocks xmlns:a="http://schemas.openxmlformats.org/drawingml/2006/main" noGrp="1"/>
          </p:cNvSpPr>
          <p:nvPr/>
        </p:nvSpPr>
        <p:spPr>
          <a:xfrm xmlns:a="http://schemas.openxmlformats.org/drawingml/2006/main">
            <a:off x="3296497" y="4212295"/>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71" name="">
            <a:extLst xmlns:a="http://schemas.openxmlformats.org/drawingml/2006/main">
              <a:ext uri="{FF2B5EF4-FFF2-40B4-BE49-F238E27FC236}">
                <a16:creationId xmlns:a16="http://schemas.microsoft.com/office/drawing/2014/main" id="{4A591BB9-A3DB-4D3B-ACA3-D56C78AC41DC}"/>
              </a:ext>
            </a:extLst>
          </p:cNvPr>
          <p:cNvSpPr>
            <a:spLocks xmlns:a="http://schemas.openxmlformats.org/drawingml/2006/main" noGrp="1"/>
          </p:cNvSpPr>
          <p:nvPr/>
        </p:nvSpPr>
        <p:spPr>
          <a:xfrm xmlns:a="http://schemas.openxmlformats.org/drawingml/2006/main">
            <a:off x="3296497" y="4221820"/>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10</a:t>
            </a:r>
          </a:p>
        </p:txBody>
      </p:sp>
      <p:sp>
        <p:nvSpPr>
          <p:cNvPr id="472" name="">
            <a:extLst xmlns:a="http://schemas.openxmlformats.org/drawingml/2006/main">
              <a:ext uri="{FF2B5EF4-FFF2-40B4-BE49-F238E27FC236}">
                <a16:creationId xmlns:a16="http://schemas.microsoft.com/office/drawing/2014/main" id="{18C022F8-3A9B-4F97-BF1F-93688C7F0842}"/>
              </a:ext>
            </a:extLst>
          </p:cNvPr>
          <p:cNvSpPr>
            <a:spLocks xmlns:a="http://schemas.openxmlformats.org/drawingml/2006/main" noGrp="1"/>
          </p:cNvSpPr>
          <p:nvPr/>
        </p:nvSpPr>
        <p:spPr>
          <a:xfrm xmlns:a="http://schemas.openxmlformats.org/drawingml/2006/main">
            <a:off x="6153150" y="23812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3" name="">
            <a:extLst xmlns:a="http://schemas.openxmlformats.org/drawingml/2006/main">
              <a:ext uri="{FF2B5EF4-FFF2-40B4-BE49-F238E27FC236}">
                <a16:creationId xmlns:a16="http://schemas.microsoft.com/office/drawing/2014/main" id="{4E684CBC-2688-4773-A1C7-0BFD5C89A6FA}"/>
              </a:ext>
            </a:extLst>
          </p:cNvPr>
          <p:cNvSpPr>
            <a:spLocks xmlns:a="http://schemas.openxmlformats.org/drawingml/2006/main" noGrp="1"/>
          </p:cNvSpPr>
          <p:nvPr/>
        </p:nvSpPr>
        <p:spPr>
          <a:xfrm xmlns:a="http://schemas.openxmlformats.org/drawingml/2006/main">
            <a:off x="6153150" y="23907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74" name="">
            <a:extLst xmlns:a="http://schemas.openxmlformats.org/drawingml/2006/main">
              <a:ext uri="{FF2B5EF4-FFF2-40B4-BE49-F238E27FC236}">
                <a16:creationId xmlns:a16="http://schemas.microsoft.com/office/drawing/2014/main" id="{C1F422A3-7428-496C-AEA9-B280EC2E92B1}"/>
              </a:ext>
            </a:extLst>
          </p:cNvPr>
          <p:cNvSpPr>
            <a:spLocks xmlns:a="http://schemas.openxmlformats.org/drawingml/2006/main" noGrp="1"/>
          </p:cNvSpPr>
          <p:nvPr/>
        </p:nvSpPr>
        <p:spPr>
          <a:xfrm xmlns:a="http://schemas.openxmlformats.org/drawingml/2006/main">
            <a:off x="6457950" y="23812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75" name="">
            <a:extLst xmlns:a="http://schemas.openxmlformats.org/drawingml/2006/main">
              <a:ext uri="{FF2B5EF4-FFF2-40B4-BE49-F238E27FC236}">
                <a16:creationId xmlns:a16="http://schemas.microsoft.com/office/drawing/2014/main" id="{FFBA4006-77E8-4B59-8435-CA9BFE070528}"/>
              </a:ext>
            </a:extLst>
          </p:cNvPr>
          <p:cNvSpPr>
            <a:spLocks xmlns:a="http://schemas.openxmlformats.org/drawingml/2006/main" noGrp="1"/>
          </p:cNvSpPr>
          <p:nvPr/>
        </p:nvSpPr>
        <p:spPr>
          <a:xfrm xmlns:a="http://schemas.openxmlformats.org/drawingml/2006/main">
            <a:off x="6153150" y="26574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6" name="">
            <a:extLst xmlns:a="http://schemas.openxmlformats.org/drawingml/2006/main">
              <a:ext uri="{FF2B5EF4-FFF2-40B4-BE49-F238E27FC236}">
                <a16:creationId xmlns:a16="http://schemas.microsoft.com/office/drawing/2014/main" id="{624A0B49-75F9-4E88-A2B0-4769427897BD}"/>
              </a:ext>
            </a:extLst>
          </p:cNvPr>
          <p:cNvSpPr>
            <a:spLocks xmlns:a="http://schemas.openxmlformats.org/drawingml/2006/main" noGrp="1"/>
          </p:cNvSpPr>
          <p:nvPr/>
        </p:nvSpPr>
        <p:spPr>
          <a:xfrm xmlns:a="http://schemas.openxmlformats.org/drawingml/2006/main">
            <a:off x="6153150" y="26670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77" name="">
            <a:extLst xmlns:a="http://schemas.openxmlformats.org/drawingml/2006/main">
              <a:ext uri="{FF2B5EF4-FFF2-40B4-BE49-F238E27FC236}">
                <a16:creationId xmlns:a16="http://schemas.microsoft.com/office/drawing/2014/main" id="{F9C86D34-8159-464B-AA8F-19B156AD37E0}"/>
              </a:ext>
            </a:extLst>
          </p:cNvPr>
          <p:cNvSpPr>
            <a:spLocks xmlns:a="http://schemas.openxmlformats.org/drawingml/2006/main" noGrp="1"/>
          </p:cNvSpPr>
          <p:nvPr/>
        </p:nvSpPr>
        <p:spPr>
          <a:xfrm xmlns:a="http://schemas.openxmlformats.org/drawingml/2006/main">
            <a:off x="6457950" y="26574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Airport (Changi Airport...)</a:t>
            </a:r>
          </a:p>
        </p:txBody>
      </p:sp>
      <p:sp>
        <p:nvSpPr>
          <p:cNvPr id="478" name="">
            <a:extLst xmlns:a="http://schemas.openxmlformats.org/drawingml/2006/main">
              <a:ext uri="{FF2B5EF4-FFF2-40B4-BE49-F238E27FC236}">
                <a16:creationId xmlns:a16="http://schemas.microsoft.com/office/drawing/2014/main" id="{A923438B-B622-437B-8089-55EAF890E40E}"/>
              </a:ext>
            </a:extLst>
          </p:cNvPr>
          <p:cNvSpPr>
            <a:spLocks xmlns:a="http://schemas.openxmlformats.org/drawingml/2006/main" noGrp="1"/>
          </p:cNvSpPr>
          <p:nvPr/>
        </p:nvSpPr>
        <p:spPr>
          <a:xfrm xmlns:a="http://schemas.openxmlformats.org/drawingml/2006/main">
            <a:off x="6153150" y="29337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9" name="">
            <a:extLst xmlns:a="http://schemas.openxmlformats.org/drawingml/2006/main">
              <a:ext uri="{FF2B5EF4-FFF2-40B4-BE49-F238E27FC236}">
                <a16:creationId xmlns:a16="http://schemas.microsoft.com/office/drawing/2014/main" id="{359A7248-4A38-4C72-BF80-6A37CF3BCD72}"/>
              </a:ext>
            </a:extLst>
          </p:cNvPr>
          <p:cNvSpPr>
            <a:spLocks xmlns:a="http://schemas.openxmlformats.org/drawingml/2006/main" noGrp="1"/>
          </p:cNvSpPr>
          <p:nvPr/>
        </p:nvSpPr>
        <p:spPr>
          <a:xfrm xmlns:a="http://schemas.openxmlformats.org/drawingml/2006/main">
            <a:off x="6153150" y="29432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80" name="">
            <a:extLst xmlns:a="http://schemas.openxmlformats.org/drawingml/2006/main">
              <a:ext uri="{FF2B5EF4-FFF2-40B4-BE49-F238E27FC236}">
                <a16:creationId xmlns:a16="http://schemas.microsoft.com/office/drawing/2014/main" id="{41068B18-68AC-4E78-BAA8-7CEB20DEEEDC}"/>
              </a:ext>
            </a:extLst>
          </p:cNvPr>
          <p:cNvSpPr>
            <a:spLocks xmlns:a="http://schemas.openxmlformats.org/drawingml/2006/main" noGrp="1"/>
          </p:cNvSpPr>
          <p:nvPr/>
        </p:nvSpPr>
        <p:spPr>
          <a:xfrm xmlns:a="http://schemas.openxmlformats.org/drawingml/2006/main">
            <a:off x="6457950" y="29337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Raffles Place (Lau Pa Sat Singapore)</a:t>
            </a:r>
          </a:p>
        </p:txBody>
      </p:sp>
      <p:sp>
        <p:nvSpPr>
          <p:cNvPr id="481" name="">
            <a:extLst xmlns:a="http://schemas.openxmlformats.org/drawingml/2006/main">
              <a:ext uri="{FF2B5EF4-FFF2-40B4-BE49-F238E27FC236}">
                <a16:creationId xmlns:a16="http://schemas.microsoft.com/office/drawing/2014/main" id="{588C78E6-CD67-4EF6-828A-FFBE61F74939}"/>
              </a:ext>
            </a:extLst>
          </p:cNvPr>
          <p:cNvSpPr>
            <a:spLocks xmlns:a="http://schemas.openxmlformats.org/drawingml/2006/main" noGrp="1"/>
          </p:cNvSpPr>
          <p:nvPr/>
        </p:nvSpPr>
        <p:spPr>
          <a:xfrm xmlns:a="http://schemas.openxmlformats.org/drawingml/2006/main">
            <a:off x="6153150" y="32099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2" name="">
            <a:extLst xmlns:a="http://schemas.openxmlformats.org/drawingml/2006/main">
              <a:ext uri="{FF2B5EF4-FFF2-40B4-BE49-F238E27FC236}">
                <a16:creationId xmlns:a16="http://schemas.microsoft.com/office/drawing/2014/main" id="{127F0470-92F4-4A48-AF6C-F436562148E9}"/>
              </a:ext>
            </a:extLst>
          </p:cNvPr>
          <p:cNvSpPr>
            <a:spLocks xmlns:a="http://schemas.openxmlformats.org/drawingml/2006/main" noGrp="1"/>
          </p:cNvSpPr>
          <p:nvPr/>
        </p:nvSpPr>
        <p:spPr>
          <a:xfrm xmlns:a="http://schemas.openxmlformats.org/drawingml/2006/main">
            <a:off x="6153150" y="32194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83" name="">
            <a:extLst xmlns:a="http://schemas.openxmlformats.org/drawingml/2006/main">
              <a:ext uri="{FF2B5EF4-FFF2-40B4-BE49-F238E27FC236}">
                <a16:creationId xmlns:a16="http://schemas.microsoft.com/office/drawing/2014/main" id="{A7E6B91C-5D15-4688-9C45-F70366337BB9}"/>
              </a:ext>
            </a:extLst>
          </p:cNvPr>
          <p:cNvSpPr>
            <a:spLocks xmlns:a="http://schemas.openxmlformats.org/drawingml/2006/main" noGrp="1"/>
          </p:cNvSpPr>
          <p:nvPr/>
        </p:nvSpPr>
        <p:spPr>
          <a:xfrm xmlns:a="http://schemas.openxmlformats.org/drawingml/2006/main">
            <a:off x="6457950" y="32099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Bayfront Subzone (Marina Bay Sands...)</a:t>
            </a:r>
          </a:p>
        </p:txBody>
      </p:sp>
      <p:sp>
        <p:nvSpPr>
          <p:cNvPr id="484" name="">
            <a:extLst xmlns:a="http://schemas.openxmlformats.org/drawingml/2006/main">
              <a:ext uri="{FF2B5EF4-FFF2-40B4-BE49-F238E27FC236}">
                <a16:creationId xmlns:a16="http://schemas.microsoft.com/office/drawing/2014/main" id="{2F143CBC-744D-49C0-BB9A-87F2FECBAFC9}"/>
              </a:ext>
            </a:extLst>
          </p:cNvPr>
          <p:cNvSpPr>
            <a:spLocks xmlns:a="http://schemas.openxmlformats.org/drawingml/2006/main" noGrp="1"/>
          </p:cNvSpPr>
          <p:nvPr/>
        </p:nvSpPr>
        <p:spPr>
          <a:xfrm xmlns:a="http://schemas.openxmlformats.org/drawingml/2006/main">
            <a:off x="6153150" y="34861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5" name="">
            <a:extLst xmlns:a="http://schemas.openxmlformats.org/drawingml/2006/main">
              <a:ext uri="{FF2B5EF4-FFF2-40B4-BE49-F238E27FC236}">
                <a16:creationId xmlns:a16="http://schemas.microsoft.com/office/drawing/2014/main" id="{39AC206B-C362-4286-A076-DB5F10294E93}"/>
              </a:ext>
            </a:extLst>
          </p:cNvPr>
          <p:cNvSpPr>
            <a:spLocks xmlns:a="http://schemas.openxmlformats.org/drawingml/2006/main" noGrp="1"/>
          </p:cNvSpPr>
          <p:nvPr/>
        </p:nvSpPr>
        <p:spPr>
          <a:xfrm xmlns:a="http://schemas.openxmlformats.org/drawingml/2006/main">
            <a:off x="6153150" y="34956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86" name="">
            <a:extLst xmlns:a="http://schemas.openxmlformats.org/drawingml/2006/main">
              <a:ext uri="{FF2B5EF4-FFF2-40B4-BE49-F238E27FC236}">
                <a16:creationId xmlns:a16="http://schemas.microsoft.com/office/drawing/2014/main" id="{8A175294-0A45-48E5-A1E4-D6DEC1DFA78A}"/>
              </a:ext>
            </a:extLst>
          </p:cNvPr>
          <p:cNvSpPr>
            <a:spLocks xmlns:a="http://schemas.openxmlformats.org/drawingml/2006/main" noGrp="1"/>
          </p:cNvSpPr>
          <p:nvPr/>
        </p:nvSpPr>
        <p:spPr>
          <a:xfrm xmlns:a="http://schemas.openxmlformats.org/drawingml/2006/main">
            <a:off x="6457950" y="34861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Dhoby Ghaut (Fort Canning Park)</a:t>
            </a:r>
          </a:p>
        </p:txBody>
      </p:sp>
      <p:sp>
        <p:nvSpPr>
          <p:cNvPr id="487" name="">
            <a:extLst xmlns:a="http://schemas.openxmlformats.org/drawingml/2006/main">
              <a:ext uri="{FF2B5EF4-FFF2-40B4-BE49-F238E27FC236}">
                <a16:creationId xmlns:a16="http://schemas.microsoft.com/office/drawing/2014/main" id="{3BA5377C-1943-4314-91E6-4BEA5A484A38}"/>
              </a:ext>
            </a:extLst>
          </p:cNvPr>
          <p:cNvSpPr>
            <a:spLocks xmlns:a="http://schemas.openxmlformats.org/drawingml/2006/main" noGrp="1"/>
          </p:cNvSpPr>
          <p:nvPr/>
        </p:nvSpPr>
        <p:spPr>
          <a:xfrm xmlns:a="http://schemas.openxmlformats.org/drawingml/2006/main">
            <a:off x="6153150" y="37623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8" name="">
            <a:extLst xmlns:a="http://schemas.openxmlformats.org/drawingml/2006/main">
              <a:ext uri="{FF2B5EF4-FFF2-40B4-BE49-F238E27FC236}">
                <a16:creationId xmlns:a16="http://schemas.microsoft.com/office/drawing/2014/main" id="{D47AB671-B976-419F-8B6C-AE6A136718F6}"/>
              </a:ext>
            </a:extLst>
          </p:cNvPr>
          <p:cNvSpPr>
            <a:spLocks xmlns:a="http://schemas.openxmlformats.org/drawingml/2006/main" noGrp="1"/>
          </p:cNvSpPr>
          <p:nvPr/>
        </p:nvSpPr>
        <p:spPr>
          <a:xfrm xmlns:a="http://schemas.openxmlformats.org/drawingml/2006/main">
            <a:off x="6153150" y="37719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89" name="">
            <a:extLst xmlns:a="http://schemas.openxmlformats.org/drawingml/2006/main">
              <a:ext uri="{FF2B5EF4-FFF2-40B4-BE49-F238E27FC236}">
                <a16:creationId xmlns:a16="http://schemas.microsoft.com/office/drawing/2014/main" id="{BFD1EF50-2A35-4B0E-A222-E9DEDF9B64D1}"/>
              </a:ext>
            </a:extLst>
          </p:cNvPr>
          <p:cNvSpPr>
            <a:spLocks xmlns:a="http://schemas.openxmlformats.org/drawingml/2006/main" noGrp="1"/>
          </p:cNvSpPr>
          <p:nvPr/>
        </p:nvSpPr>
        <p:spPr>
          <a:xfrm xmlns:a="http://schemas.openxmlformats.org/drawingml/2006/main">
            <a:off x="6457950" y="37623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Lavender (Malay Heritage Centre...)</a:t>
            </a:r>
          </a:p>
        </p:txBody>
      </p:sp>
      <p:sp>
        <p:nvSpPr>
          <p:cNvPr id="490" name="">
            <a:extLst xmlns:a="http://schemas.openxmlformats.org/drawingml/2006/main">
              <a:ext uri="{FF2B5EF4-FFF2-40B4-BE49-F238E27FC236}">
                <a16:creationId xmlns:a16="http://schemas.microsoft.com/office/drawing/2014/main" id="{CB93D8C3-28E1-4BD4-BCCE-3EECA0DC2ED2}"/>
              </a:ext>
            </a:extLst>
          </p:cNvPr>
          <p:cNvSpPr>
            <a:spLocks xmlns:a="http://schemas.openxmlformats.org/drawingml/2006/main" noGrp="1"/>
          </p:cNvSpPr>
          <p:nvPr/>
        </p:nvSpPr>
        <p:spPr>
          <a:xfrm xmlns:a="http://schemas.openxmlformats.org/drawingml/2006/main">
            <a:off x="6153150" y="40386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1" name="">
            <a:extLst xmlns:a="http://schemas.openxmlformats.org/drawingml/2006/main">
              <a:ext uri="{FF2B5EF4-FFF2-40B4-BE49-F238E27FC236}">
                <a16:creationId xmlns:a16="http://schemas.microsoft.com/office/drawing/2014/main" id="{5361CE1B-CAF8-4FD0-AB74-86A54008B29D}"/>
              </a:ext>
            </a:extLst>
          </p:cNvPr>
          <p:cNvSpPr>
            <a:spLocks xmlns:a="http://schemas.openxmlformats.org/drawingml/2006/main" noGrp="1"/>
          </p:cNvSpPr>
          <p:nvPr/>
        </p:nvSpPr>
        <p:spPr>
          <a:xfrm xmlns:a="http://schemas.openxmlformats.org/drawingml/2006/main">
            <a:off x="6153150" y="40481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92" name="">
            <a:extLst xmlns:a="http://schemas.openxmlformats.org/drawingml/2006/main">
              <a:ext uri="{FF2B5EF4-FFF2-40B4-BE49-F238E27FC236}">
                <a16:creationId xmlns:a16="http://schemas.microsoft.com/office/drawing/2014/main" id="{CC081D13-F88A-406D-B449-10E375A497BB}"/>
              </a:ext>
            </a:extLst>
          </p:cNvPr>
          <p:cNvSpPr>
            <a:spLocks xmlns:a="http://schemas.openxmlformats.org/drawingml/2006/main" noGrp="1"/>
          </p:cNvSpPr>
          <p:nvPr/>
        </p:nvSpPr>
        <p:spPr>
          <a:xfrm xmlns:a="http://schemas.openxmlformats.org/drawingml/2006/main">
            <a:off x="6457950" y="40386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Victoria (Maghain Aboth Synagogue)</a:t>
            </a:r>
          </a:p>
        </p:txBody>
      </p:sp>
      <p:sp>
        <p:nvSpPr>
          <p:cNvPr id="493" name="">
            <a:extLst xmlns:a="http://schemas.openxmlformats.org/drawingml/2006/main">
              <a:ext uri="{FF2B5EF4-FFF2-40B4-BE49-F238E27FC236}">
                <a16:creationId xmlns:a16="http://schemas.microsoft.com/office/drawing/2014/main" id="{B709D999-1EB2-4146-AEF5-2C13570CEEBB}"/>
              </a:ext>
            </a:extLst>
          </p:cNvPr>
          <p:cNvSpPr>
            <a:spLocks xmlns:a="http://schemas.openxmlformats.org/drawingml/2006/main" noGrp="1"/>
          </p:cNvSpPr>
          <p:nvPr/>
        </p:nvSpPr>
        <p:spPr>
          <a:xfrm xmlns:a="http://schemas.openxmlformats.org/drawingml/2006/main">
            <a:off x="6153150" y="43148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4" name="">
            <a:extLst xmlns:a="http://schemas.openxmlformats.org/drawingml/2006/main">
              <a:ext uri="{FF2B5EF4-FFF2-40B4-BE49-F238E27FC236}">
                <a16:creationId xmlns:a16="http://schemas.microsoft.com/office/drawing/2014/main" id="{3BA7BDBB-49CF-46A1-AA66-2EEB6A983E1D}"/>
              </a:ext>
            </a:extLst>
          </p:cNvPr>
          <p:cNvSpPr>
            <a:spLocks xmlns:a="http://schemas.openxmlformats.org/drawingml/2006/main" noGrp="1"/>
          </p:cNvSpPr>
          <p:nvPr/>
        </p:nvSpPr>
        <p:spPr>
          <a:xfrm xmlns:a="http://schemas.openxmlformats.org/drawingml/2006/main">
            <a:off x="6153150" y="43243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95" name="">
            <a:extLst xmlns:a="http://schemas.openxmlformats.org/drawingml/2006/main">
              <a:ext uri="{FF2B5EF4-FFF2-40B4-BE49-F238E27FC236}">
                <a16:creationId xmlns:a16="http://schemas.microsoft.com/office/drawing/2014/main" id="{001FFB20-C736-47F7-90A4-7FF4D2151256}"/>
              </a:ext>
            </a:extLst>
          </p:cNvPr>
          <p:cNvSpPr>
            <a:spLocks xmlns:a="http://schemas.openxmlformats.org/drawingml/2006/main" noGrp="1"/>
          </p:cNvSpPr>
          <p:nvPr/>
        </p:nvSpPr>
        <p:spPr>
          <a:xfrm xmlns:a="http://schemas.openxmlformats.org/drawingml/2006/main">
            <a:off x="6457950" y="43148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Nicoll (Kampong Glam &amp; Malay Culture...)</a:t>
            </a:r>
          </a:p>
        </p:txBody>
      </p:sp>
      <p:sp>
        <p:nvSpPr>
          <p:cNvPr id="496" name="">
            <a:extLst xmlns:a="http://schemas.openxmlformats.org/drawingml/2006/main">
              <a:ext uri="{FF2B5EF4-FFF2-40B4-BE49-F238E27FC236}">
                <a16:creationId xmlns:a16="http://schemas.microsoft.com/office/drawing/2014/main" id="{2BA3DF1A-FE2E-4C0A-9681-F4BA9A95780F}"/>
              </a:ext>
            </a:extLst>
          </p:cNvPr>
          <p:cNvSpPr>
            <a:spLocks xmlns:a="http://schemas.openxmlformats.org/drawingml/2006/main" noGrp="1"/>
          </p:cNvSpPr>
          <p:nvPr/>
        </p:nvSpPr>
        <p:spPr>
          <a:xfrm xmlns:a="http://schemas.openxmlformats.org/drawingml/2006/main">
            <a:off x="6153150" y="45910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7" name="">
            <a:extLst xmlns:a="http://schemas.openxmlformats.org/drawingml/2006/main">
              <a:ext uri="{FF2B5EF4-FFF2-40B4-BE49-F238E27FC236}">
                <a16:creationId xmlns:a16="http://schemas.microsoft.com/office/drawing/2014/main" id="{A5CF69D2-A802-4145-9754-18331B8862A1}"/>
              </a:ext>
            </a:extLst>
          </p:cNvPr>
          <p:cNvSpPr>
            <a:spLocks xmlns:a="http://schemas.openxmlformats.org/drawingml/2006/main" noGrp="1"/>
          </p:cNvSpPr>
          <p:nvPr/>
        </p:nvSpPr>
        <p:spPr>
          <a:xfrm xmlns:a="http://schemas.openxmlformats.org/drawingml/2006/main">
            <a:off x="6153150" y="46005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9</a:t>
            </a:r>
          </a:p>
        </p:txBody>
      </p:sp>
      <p:sp>
        <p:nvSpPr>
          <p:cNvPr id="498" name="">
            <a:extLst xmlns:a="http://schemas.openxmlformats.org/drawingml/2006/main">
              <a:ext uri="{FF2B5EF4-FFF2-40B4-BE49-F238E27FC236}">
                <a16:creationId xmlns:a16="http://schemas.microsoft.com/office/drawing/2014/main" id="{256E16C3-8A59-4846-9A97-8364D2911589}"/>
              </a:ext>
            </a:extLst>
          </p:cNvPr>
          <p:cNvSpPr>
            <a:spLocks xmlns:a="http://schemas.openxmlformats.org/drawingml/2006/main" noGrp="1"/>
          </p:cNvSpPr>
          <p:nvPr/>
        </p:nvSpPr>
        <p:spPr>
          <a:xfrm xmlns:a="http://schemas.openxmlformats.org/drawingml/2006/main">
            <a:off x="6457950" y="45910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City Hall (Old Supreme Court Singapore)</a:t>
            </a:r>
          </a:p>
        </p:txBody>
      </p:sp>
      <p:sp>
        <p:nvSpPr>
          <p:cNvPr id="499" name="">
            <a:extLst xmlns:a="http://schemas.openxmlformats.org/drawingml/2006/main">
              <a:ext uri="{FF2B5EF4-FFF2-40B4-BE49-F238E27FC236}">
                <a16:creationId xmlns:a16="http://schemas.microsoft.com/office/drawing/2014/main" id="{9D9F299B-129C-41E7-8DB3-38DD12B7C285}"/>
              </a:ext>
            </a:extLst>
          </p:cNvPr>
          <p:cNvSpPr>
            <a:spLocks xmlns:a="http://schemas.openxmlformats.org/drawingml/2006/main" noGrp="1"/>
          </p:cNvSpPr>
          <p:nvPr/>
        </p:nvSpPr>
        <p:spPr>
          <a:xfrm xmlns:a="http://schemas.openxmlformats.org/drawingml/2006/main">
            <a:off x="6153150" y="48672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500" name="">
            <a:extLst xmlns:a="http://schemas.openxmlformats.org/drawingml/2006/main">
              <a:ext uri="{FF2B5EF4-FFF2-40B4-BE49-F238E27FC236}">
                <a16:creationId xmlns:a16="http://schemas.microsoft.com/office/drawing/2014/main" id="{11D29C0C-FBC2-4734-A8F6-8F23A572E444}"/>
              </a:ext>
            </a:extLst>
          </p:cNvPr>
          <p:cNvSpPr>
            <a:spLocks xmlns:a="http://schemas.openxmlformats.org/drawingml/2006/main" noGrp="1"/>
          </p:cNvSpPr>
          <p:nvPr/>
        </p:nvSpPr>
        <p:spPr>
          <a:xfrm xmlns:a="http://schemas.openxmlformats.org/drawingml/2006/main">
            <a:off x="6153150" y="48768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10</a:t>
            </a:r>
          </a:p>
        </p:txBody>
      </p:sp>
      <p:sp>
        <p:nvSpPr>
          <p:cNvPr id="501" name="">
            <a:extLst xmlns:a="http://schemas.openxmlformats.org/drawingml/2006/main">
              <a:ext uri="{FF2B5EF4-FFF2-40B4-BE49-F238E27FC236}">
                <a16:creationId xmlns:a16="http://schemas.microsoft.com/office/drawing/2014/main" id="{1C17A63B-48CD-4098-9EB5-68B9D7D3AE09}"/>
              </a:ext>
            </a:extLst>
          </p:cNvPr>
          <p:cNvSpPr>
            <a:spLocks xmlns:a="http://schemas.openxmlformats.org/drawingml/2006/main" noGrp="1"/>
          </p:cNvSpPr>
          <p:nvPr/>
        </p:nvSpPr>
        <p:spPr>
          <a:xfrm xmlns:a="http://schemas.openxmlformats.org/drawingml/2006/main">
            <a:off x="6457950" y="48672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Chinatown (Kreta Ayer Square)</a:t>
            </a:r>
          </a:p>
        </p:txBody>
      </p:sp>
      <p:sp>
        <p:nvSpPr>
          <p:cNvPr id="502" name="">
            <a:extLst xmlns:a="http://schemas.openxmlformats.org/drawingml/2006/main">
              <a:ext uri="{FF2B5EF4-FFF2-40B4-BE49-F238E27FC236}">
                <a16:creationId xmlns:a16="http://schemas.microsoft.com/office/drawing/2014/main" id="{9F1624E2-214C-4163-AC24-0DD9425AD569}"/>
              </a:ext>
            </a:extLst>
          </p:cNvPr>
          <p:cNvSpPr>
            <a:spLocks xmlns:a="http://schemas.openxmlformats.org/drawingml/2006/main" noGrp="1"/>
          </p:cNvSpPr>
          <p:nvPr/>
        </p:nvSpPr>
        <p:spPr>
          <a:xfrm xmlns:a="http://schemas.openxmlformats.org/drawingml/2006/main">
            <a:off x="1190625" y="5219700"/>
            <a:ext cx="56436" cy="95250"/>
          </a:xfrm>
          <a:prstGeom xmlns:a="http://schemas.openxmlformats.org/drawingml/2006/main" prst="rect">
            <a:avLst/>
          </a:prstGeom>
          <a:solidFill xmlns:a="http://schemas.openxmlformats.org/drawingml/2006/main">
            <a:srgbClr val="C1473E"/>
          </a:solidFill>
          <a:ln xmlns:a="http://schemas.openxmlformats.org/drawingml/2006/main" w="0">
            <a:noFill/>
          </a:ln>
        </p:spPr>
      </p:sp>
      <p:sp>
        <p:nvSpPr>
          <p:cNvPr id="503" name="">
            <a:extLst xmlns:a="http://schemas.openxmlformats.org/drawingml/2006/main">
              <a:ext uri="{FF2B5EF4-FFF2-40B4-BE49-F238E27FC236}">
                <a16:creationId xmlns:a16="http://schemas.microsoft.com/office/drawing/2014/main" id="{35785936-1BE3-416D-8504-036DCC330A50}"/>
              </a:ext>
            </a:extLst>
          </p:cNvPr>
          <p:cNvSpPr>
            <a:spLocks xmlns:a="http://schemas.openxmlformats.org/drawingml/2006/main" noGrp="1"/>
          </p:cNvSpPr>
          <p:nvPr/>
        </p:nvSpPr>
        <p:spPr>
          <a:xfrm xmlns:a="http://schemas.openxmlformats.org/drawingml/2006/main">
            <a:off x="1246584" y="5219700"/>
            <a:ext cx="56436" cy="95250"/>
          </a:xfrm>
          <a:prstGeom xmlns:a="http://schemas.openxmlformats.org/drawingml/2006/main" prst="rect">
            <a:avLst/>
          </a:prstGeom>
          <a:solidFill xmlns:a="http://schemas.openxmlformats.org/drawingml/2006/main">
            <a:srgbClr val="C24C43"/>
          </a:solidFill>
          <a:ln xmlns:a="http://schemas.openxmlformats.org/drawingml/2006/main" w="0">
            <a:noFill/>
          </a:ln>
        </p:spPr>
      </p:sp>
      <p:sp>
        <p:nvSpPr>
          <p:cNvPr id="504" name="">
            <a:extLst xmlns:a="http://schemas.openxmlformats.org/drawingml/2006/main">
              <a:ext uri="{FF2B5EF4-FFF2-40B4-BE49-F238E27FC236}">
                <a16:creationId xmlns:a16="http://schemas.microsoft.com/office/drawing/2014/main" id="{71F22744-B2A7-4ED1-8164-32104F7E57F1}"/>
              </a:ext>
            </a:extLst>
          </p:cNvPr>
          <p:cNvSpPr>
            <a:spLocks xmlns:a="http://schemas.openxmlformats.org/drawingml/2006/main" noGrp="1"/>
          </p:cNvSpPr>
          <p:nvPr/>
        </p:nvSpPr>
        <p:spPr>
          <a:xfrm xmlns:a="http://schemas.openxmlformats.org/drawingml/2006/main">
            <a:off x="1302544" y="5219700"/>
            <a:ext cx="56436" cy="95250"/>
          </a:xfrm>
          <a:prstGeom xmlns:a="http://schemas.openxmlformats.org/drawingml/2006/main" prst="rect">
            <a:avLst/>
          </a:prstGeom>
          <a:solidFill xmlns:a="http://schemas.openxmlformats.org/drawingml/2006/main">
            <a:srgbClr val="C45148"/>
          </a:solidFill>
          <a:ln xmlns:a="http://schemas.openxmlformats.org/drawingml/2006/main" w="0">
            <a:noFill/>
          </a:ln>
        </p:spPr>
      </p:sp>
      <p:sp>
        <p:nvSpPr>
          <p:cNvPr id="505" name="">
            <a:extLst xmlns:a="http://schemas.openxmlformats.org/drawingml/2006/main">
              <a:ext uri="{FF2B5EF4-FFF2-40B4-BE49-F238E27FC236}">
                <a16:creationId xmlns:a16="http://schemas.microsoft.com/office/drawing/2014/main" id="{1AED374B-8990-4411-8A64-88D9F312ABFB}"/>
              </a:ext>
            </a:extLst>
          </p:cNvPr>
          <p:cNvSpPr>
            <a:spLocks xmlns:a="http://schemas.openxmlformats.org/drawingml/2006/main" noGrp="1"/>
          </p:cNvSpPr>
          <p:nvPr/>
        </p:nvSpPr>
        <p:spPr>
          <a:xfrm xmlns:a="http://schemas.openxmlformats.org/drawingml/2006/main">
            <a:off x="1358503" y="5219700"/>
            <a:ext cx="56436" cy="95250"/>
          </a:xfrm>
          <a:prstGeom xmlns:a="http://schemas.openxmlformats.org/drawingml/2006/main" prst="rect">
            <a:avLst/>
          </a:prstGeom>
          <a:solidFill xmlns:a="http://schemas.openxmlformats.org/drawingml/2006/main">
            <a:srgbClr val="C6554D"/>
          </a:solidFill>
          <a:ln xmlns:a="http://schemas.openxmlformats.org/drawingml/2006/main" w="0">
            <a:noFill/>
          </a:ln>
        </p:spPr>
      </p:sp>
      <p:sp>
        <p:nvSpPr>
          <p:cNvPr id="506" name="">
            <a:extLst xmlns:a="http://schemas.openxmlformats.org/drawingml/2006/main">
              <a:ext uri="{FF2B5EF4-FFF2-40B4-BE49-F238E27FC236}">
                <a16:creationId xmlns:a16="http://schemas.microsoft.com/office/drawing/2014/main" id="{9C65F7C3-0CFB-401C-9742-AC9B3E9CD0C9}"/>
              </a:ext>
            </a:extLst>
          </p:cNvPr>
          <p:cNvSpPr>
            <a:spLocks xmlns:a="http://schemas.openxmlformats.org/drawingml/2006/main" noGrp="1"/>
          </p:cNvSpPr>
          <p:nvPr/>
        </p:nvSpPr>
        <p:spPr>
          <a:xfrm xmlns:a="http://schemas.openxmlformats.org/drawingml/2006/main">
            <a:off x="1414463" y="5219700"/>
            <a:ext cx="56436" cy="95250"/>
          </a:xfrm>
          <a:prstGeom xmlns:a="http://schemas.openxmlformats.org/drawingml/2006/main" prst="rect">
            <a:avLst/>
          </a:prstGeom>
          <a:solidFill xmlns:a="http://schemas.openxmlformats.org/drawingml/2006/main">
            <a:srgbClr val="C75A52"/>
          </a:solidFill>
          <a:ln xmlns:a="http://schemas.openxmlformats.org/drawingml/2006/main" w="0">
            <a:noFill/>
          </a:ln>
        </p:spPr>
      </p:sp>
      <p:sp>
        <p:nvSpPr>
          <p:cNvPr id="507" name="">
            <a:extLst xmlns:a="http://schemas.openxmlformats.org/drawingml/2006/main">
              <a:ext uri="{FF2B5EF4-FFF2-40B4-BE49-F238E27FC236}">
                <a16:creationId xmlns:a16="http://schemas.microsoft.com/office/drawing/2014/main" id="{448C593D-2F16-45C6-AA61-211E2B6A43DB}"/>
              </a:ext>
            </a:extLst>
          </p:cNvPr>
          <p:cNvSpPr>
            <a:spLocks xmlns:a="http://schemas.openxmlformats.org/drawingml/2006/main" noGrp="1"/>
          </p:cNvSpPr>
          <p:nvPr/>
        </p:nvSpPr>
        <p:spPr>
          <a:xfrm xmlns:a="http://schemas.openxmlformats.org/drawingml/2006/main">
            <a:off x="1470422" y="5219700"/>
            <a:ext cx="56436" cy="95250"/>
          </a:xfrm>
          <a:prstGeom xmlns:a="http://schemas.openxmlformats.org/drawingml/2006/main" prst="rect">
            <a:avLst/>
          </a:prstGeom>
          <a:solidFill xmlns:a="http://schemas.openxmlformats.org/drawingml/2006/main">
            <a:srgbClr val="C95F57"/>
          </a:solidFill>
          <a:ln xmlns:a="http://schemas.openxmlformats.org/drawingml/2006/main" w="0">
            <a:noFill/>
          </a:ln>
        </p:spPr>
      </p:sp>
      <p:sp>
        <p:nvSpPr>
          <p:cNvPr id="508" name="">
            <a:extLst xmlns:a="http://schemas.openxmlformats.org/drawingml/2006/main">
              <a:ext uri="{FF2B5EF4-FFF2-40B4-BE49-F238E27FC236}">
                <a16:creationId xmlns:a16="http://schemas.microsoft.com/office/drawing/2014/main" id="{F4253EB1-E17E-4B01-9EA9-292C45DA7507}"/>
              </a:ext>
            </a:extLst>
          </p:cNvPr>
          <p:cNvSpPr>
            <a:spLocks xmlns:a="http://schemas.openxmlformats.org/drawingml/2006/main" noGrp="1"/>
          </p:cNvSpPr>
          <p:nvPr/>
        </p:nvSpPr>
        <p:spPr>
          <a:xfrm xmlns:a="http://schemas.openxmlformats.org/drawingml/2006/main">
            <a:off x="1526381" y="5219700"/>
            <a:ext cx="56436" cy="95250"/>
          </a:xfrm>
          <a:prstGeom xmlns:a="http://schemas.openxmlformats.org/drawingml/2006/main" prst="rect">
            <a:avLst/>
          </a:prstGeom>
          <a:solidFill xmlns:a="http://schemas.openxmlformats.org/drawingml/2006/main">
            <a:srgbClr val="CA635C"/>
          </a:solidFill>
          <a:ln xmlns:a="http://schemas.openxmlformats.org/drawingml/2006/main" w="0">
            <a:noFill/>
          </a:ln>
        </p:spPr>
      </p:sp>
      <p:sp>
        <p:nvSpPr>
          <p:cNvPr id="509" name="">
            <a:extLst xmlns:a="http://schemas.openxmlformats.org/drawingml/2006/main">
              <a:ext uri="{FF2B5EF4-FFF2-40B4-BE49-F238E27FC236}">
                <a16:creationId xmlns:a16="http://schemas.microsoft.com/office/drawing/2014/main" id="{5CAF370D-58AF-4EA9-A0C6-0C003F06A731}"/>
              </a:ext>
            </a:extLst>
          </p:cNvPr>
          <p:cNvSpPr>
            <a:spLocks xmlns:a="http://schemas.openxmlformats.org/drawingml/2006/main" noGrp="1"/>
          </p:cNvSpPr>
          <p:nvPr/>
        </p:nvSpPr>
        <p:spPr>
          <a:xfrm xmlns:a="http://schemas.openxmlformats.org/drawingml/2006/main">
            <a:off x="1582341" y="5219700"/>
            <a:ext cx="56436" cy="95250"/>
          </a:xfrm>
          <a:prstGeom xmlns:a="http://schemas.openxmlformats.org/drawingml/2006/main" prst="rect">
            <a:avLst/>
          </a:prstGeom>
          <a:solidFill xmlns:a="http://schemas.openxmlformats.org/drawingml/2006/main">
            <a:srgbClr val="CC6861"/>
          </a:solidFill>
          <a:ln xmlns:a="http://schemas.openxmlformats.org/drawingml/2006/main" w="0">
            <a:noFill/>
          </a:ln>
        </p:spPr>
      </p:sp>
      <p:sp>
        <p:nvSpPr>
          <p:cNvPr id="510" name="">
            <a:extLst xmlns:a="http://schemas.openxmlformats.org/drawingml/2006/main">
              <a:ext uri="{FF2B5EF4-FFF2-40B4-BE49-F238E27FC236}">
                <a16:creationId xmlns:a16="http://schemas.microsoft.com/office/drawing/2014/main" id="{A728BA17-E2B8-4FE8-B532-BD44855BA14B}"/>
              </a:ext>
            </a:extLst>
          </p:cNvPr>
          <p:cNvSpPr>
            <a:spLocks xmlns:a="http://schemas.openxmlformats.org/drawingml/2006/main" noGrp="1"/>
          </p:cNvSpPr>
          <p:nvPr/>
        </p:nvSpPr>
        <p:spPr>
          <a:xfrm xmlns:a="http://schemas.openxmlformats.org/drawingml/2006/main">
            <a:off x="1638300" y="5219700"/>
            <a:ext cx="56436" cy="95250"/>
          </a:xfrm>
          <a:prstGeom xmlns:a="http://schemas.openxmlformats.org/drawingml/2006/main" prst="rect">
            <a:avLst/>
          </a:prstGeom>
          <a:solidFill xmlns:a="http://schemas.openxmlformats.org/drawingml/2006/main">
            <a:srgbClr val="CD6D65"/>
          </a:solidFill>
          <a:ln xmlns:a="http://schemas.openxmlformats.org/drawingml/2006/main" w="0">
            <a:noFill/>
          </a:ln>
        </p:spPr>
      </p:sp>
      <p:sp>
        <p:nvSpPr>
          <p:cNvPr id="511" name="">
            <a:extLst xmlns:a="http://schemas.openxmlformats.org/drawingml/2006/main">
              <a:ext uri="{FF2B5EF4-FFF2-40B4-BE49-F238E27FC236}">
                <a16:creationId xmlns:a16="http://schemas.microsoft.com/office/drawing/2014/main" id="{1496A7F1-B988-4643-832C-F092CA57321F}"/>
              </a:ext>
            </a:extLst>
          </p:cNvPr>
          <p:cNvSpPr>
            <a:spLocks xmlns:a="http://schemas.openxmlformats.org/drawingml/2006/main" noGrp="1"/>
          </p:cNvSpPr>
          <p:nvPr/>
        </p:nvSpPr>
        <p:spPr>
          <a:xfrm xmlns:a="http://schemas.openxmlformats.org/drawingml/2006/main">
            <a:off x="1694259" y="5219700"/>
            <a:ext cx="56436" cy="95250"/>
          </a:xfrm>
          <a:prstGeom xmlns:a="http://schemas.openxmlformats.org/drawingml/2006/main" prst="rect">
            <a:avLst/>
          </a:prstGeom>
          <a:solidFill xmlns:a="http://schemas.openxmlformats.org/drawingml/2006/main">
            <a:srgbClr val="CF716A"/>
          </a:solidFill>
          <a:ln xmlns:a="http://schemas.openxmlformats.org/drawingml/2006/main" w="0">
            <a:noFill/>
          </a:ln>
        </p:spPr>
      </p:sp>
      <p:sp>
        <p:nvSpPr>
          <p:cNvPr id="512" name="">
            <a:extLst xmlns:a="http://schemas.openxmlformats.org/drawingml/2006/main">
              <a:ext uri="{FF2B5EF4-FFF2-40B4-BE49-F238E27FC236}">
                <a16:creationId xmlns:a16="http://schemas.microsoft.com/office/drawing/2014/main" id="{E73E1A70-B09D-4667-93FC-F4D7A3E90528}"/>
              </a:ext>
            </a:extLst>
          </p:cNvPr>
          <p:cNvSpPr>
            <a:spLocks xmlns:a="http://schemas.openxmlformats.org/drawingml/2006/main" noGrp="1"/>
          </p:cNvSpPr>
          <p:nvPr/>
        </p:nvSpPr>
        <p:spPr>
          <a:xfrm xmlns:a="http://schemas.openxmlformats.org/drawingml/2006/main">
            <a:off x="1750219" y="5219700"/>
            <a:ext cx="56436" cy="95250"/>
          </a:xfrm>
          <a:prstGeom xmlns:a="http://schemas.openxmlformats.org/drawingml/2006/main" prst="rect">
            <a:avLst/>
          </a:prstGeom>
          <a:solidFill xmlns:a="http://schemas.openxmlformats.org/drawingml/2006/main">
            <a:srgbClr val="D1766F"/>
          </a:solidFill>
          <a:ln xmlns:a="http://schemas.openxmlformats.org/drawingml/2006/main" w="0">
            <a:noFill/>
          </a:ln>
        </p:spPr>
      </p:sp>
      <p:sp>
        <p:nvSpPr>
          <p:cNvPr id="513" name="">
            <a:extLst xmlns:a="http://schemas.openxmlformats.org/drawingml/2006/main">
              <a:ext uri="{FF2B5EF4-FFF2-40B4-BE49-F238E27FC236}">
                <a16:creationId xmlns:a16="http://schemas.microsoft.com/office/drawing/2014/main" id="{9708D216-368D-4BB9-82DC-1BB6663C12C5}"/>
              </a:ext>
            </a:extLst>
          </p:cNvPr>
          <p:cNvSpPr>
            <a:spLocks xmlns:a="http://schemas.openxmlformats.org/drawingml/2006/main" noGrp="1"/>
          </p:cNvSpPr>
          <p:nvPr/>
        </p:nvSpPr>
        <p:spPr>
          <a:xfrm xmlns:a="http://schemas.openxmlformats.org/drawingml/2006/main">
            <a:off x="1806178" y="5219700"/>
            <a:ext cx="56436" cy="95250"/>
          </a:xfrm>
          <a:prstGeom xmlns:a="http://schemas.openxmlformats.org/drawingml/2006/main" prst="rect">
            <a:avLst/>
          </a:prstGeom>
          <a:solidFill xmlns:a="http://schemas.openxmlformats.org/drawingml/2006/main">
            <a:srgbClr val="D27A74"/>
          </a:solidFill>
          <a:ln xmlns:a="http://schemas.openxmlformats.org/drawingml/2006/main" w="0">
            <a:noFill/>
          </a:ln>
        </p:spPr>
      </p:sp>
      <p:sp>
        <p:nvSpPr>
          <p:cNvPr id="514" name="">
            <a:extLst xmlns:a="http://schemas.openxmlformats.org/drawingml/2006/main">
              <a:ext uri="{FF2B5EF4-FFF2-40B4-BE49-F238E27FC236}">
                <a16:creationId xmlns:a16="http://schemas.microsoft.com/office/drawing/2014/main" id="{5AC5D9AB-884F-4451-8F2C-8F6AC70B871C}"/>
              </a:ext>
            </a:extLst>
          </p:cNvPr>
          <p:cNvSpPr>
            <a:spLocks xmlns:a="http://schemas.openxmlformats.org/drawingml/2006/main" noGrp="1"/>
          </p:cNvSpPr>
          <p:nvPr/>
        </p:nvSpPr>
        <p:spPr>
          <a:xfrm xmlns:a="http://schemas.openxmlformats.org/drawingml/2006/main">
            <a:off x="1862138" y="5219700"/>
            <a:ext cx="56436" cy="95250"/>
          </a:xfrm>
          <a:prstGeom xmlns:a="http://schemas.openxmlformats.org/drawingml/2006/main" prst="rect">
            <a:avLst/>
          </a:prstGeom>
          <a:solidFill xmlns:a="http://schemas.openxmlformats.org/drawingml/2006/main">
            <a:srgbClr val="D47F79"/>
          </a:solidFill>
          <a:ln xmlns:a="http://schemas.openxmlformats.org/drawingml/2006/main" w="0">
            <a:noFill/>
          </a:ln>
        </p:spPr>
      </p:sp>
      <p:sp>
        <p:nvSpPr>
          <p:cNvPr id="515" name="">
            <a:extLst xmlns:a="http://schemas.openxmlformats.org/drawingml/2006/main">
              <a:ext uri="{FF2B5EF4-FFF2-40B4-BE49-F238E27FC236}">
                <a16:creationId xmlns:a16="http://schemas.microsoft.com/office/drawing/2014/main" id="{668CD788-0B01-411C-A511-B2ECF877E72A}"/>
              </a:ext>
            </a:extLst>
          </p:cNvPr>
          <p:cNvSpPr>
            <a:spLocks xmlns:a="http://schemas.openxmlformats.org/drawingml/2006/main" noGrp="1"/>
          </p:cNvSpPr>
          <p:nvPr/>
        </p:nvSpPr>
        <p:spPr>
          <a:xfrm xmlns:a="http://schemas.openxmlformats.org/drawingml/2006/main">
            <a:off x="1918097" y="5219700"/>
            <a:ext cx="56436" cy="95250"/>
          </a:xfrm>
          <a:prstGeom xmlns:a="http://schemas.openxmlformats.org/drawingml/2006/main" prst="rect">
            <a:avLst/>
          </a:prstGeom>
          <a:solidFill xmlns:a="http://schemas.openxmlformats.org/drawingml/2006/main">
            <a:srgbClr val="D5847E"/>
          </a:solidFill>
          <a:ln xmlns:a="http://schemas.openxmlformats.org/drawingml/2006/main" w="0">
            <a:noFill/>
          </a:ln>
        </p:spPr>
      </p:sp>
      <p:sp>
        <p:nvSpPr>
          <p:cNvPr id="516" name="">
            <a:extLst xmlns:a="http://schemas.openxmlformats.org/drawingml/2006/main">
              <a:ext uri="{FF2B5EF4-FFF2-40B4-BE49-F238E27FC236}">
                <a16:creationId xmlns:a16="http://schemas.microsoft.com/office/drawing/2014/main" id="{5808F74C-E516-4FE6-9EDF-9E08690389D6}"/>
              </a:ext>
            </a:extLst>
          </p:cNvPr>
          <p:cNvSpPr>
            <a:spLocks xmlns:a="http://schemas.openxmlformats.org/drawingml/2006/main" noGrp="1"/>
          </p:cNvSpPr>
          <p:nvPr/>
        </p:nvSpPr>
        <p:spPr>
          <a:xfrm xmlns:a="http://schemas.openxmlformats.org/drawingml/2006/main">
            <a:off x="1974056" y="5219700"/>
            <a:ext cx="56436" cy="95250"/>
          </a:xfrm>
          <a:prstGeom xmlns:a="http://schemas.openxmlformats.org/drawingml/2006/main" prst="rect">
            <a:avLst/>
          </a:prstGeom>
          <a:solidFill xmlns:a="http://schemas.openxmlformats.org/drawingml/2006/main">
            <a:srgbClr val="D78883"/>
          </a:solidFill>
          <a:ln xmlns:a="http://schemas.openxmlformats.org/drawingml/2006/main" w="0">
            <a:noFill/>
          </a:ln>
        </p:spPr>
      </p:sp>
      <p:sp>
        <p:nvSpPr>
          <p:cNvPr id="517" name="">
            <a:extLst xmlns:a="http://schemas.openxmlformats.org/drawingml/2006/main">
              <a:ext uri="{FF2B5EF4-FFF2-40B4-BE49-F238E27FC236}">
                <a16:creationId xmlns:a16="http://schemas.microsoft.com/office/drawing/2014/main" id="{93066573-2DD0-403E-8909-28072F84D5CA}"/>
              </a:ext>
            </a:extLst>
          </p:cNvPr>
          <p:cNvSpPr>
            <a:spLocks xmlns:a="http://schemas.openxmlformats.org/drawingml/2006/main" noGrp="1"/>
          </p:cNvSpPr>
          <p:nvPr/>
        </p:nvSpPr>
        <p:spPr>
          <a:xfrm xmlns:a="http://schemas.openxmlformats.org/drawingml/2006/main">
            <a:off x="2030016" y="5219700"/>
            <a:ext cx="56436" cy="95250"/>
          </a:xfrm>
          <a:prstGeom xmlns:a="http://schemas.openxmlformats.org/drawingml/2006/main" prst="rect">
            <a:avLst/>
          </a:prstGeom>
          <a:solidFill xmlns:a="http://schemas.openxmlformats.org/drawingml/2006/main">
            <a:srgbClr val="D88D88"/>
          </a:solidFill>
          <a:ln xmlns:a="http://schemas.openxmlformats.org/drawingml/2006/main" w="0">
            <a:noFill/>
          </a:ln>
        </p:spPr>
      </p:sp>
      <p:sp>
        <p:nvSpPr>
          <p:cNvPr id="518" name="">
            <a:extLst xmlns:a="http://schemas.openxmlformats.org/drawingml/2006/main">
              <a:ext uri="{FF2B5EF4-FFF2-40B4-BE49-F238E27FC236}">
                <a16:creationId xmlns:a16="http://schemas.microsoft.com/office/drawing/2014/main" id="{53D42535-F230-4791-8630-0D3FE1948840}"/>
              </a:ext>
            </a:extLst>
          </p:cNvPr>
          <p:cNvSpPr>
            <a:spLocks xmlns:a="http://schemas.openxmlformats.org/drawingml/2006/main" noGrp="1"/>
          </p:cNvSpPr>
          <p:nvPr/>
        </p:nvSpPr>
        <p:spPr>
          <a:xfrm xmlns:a="http://schemas.openxmlformats.org/drawingml/2006/main">
            <a:off x="2085975" y="5219700"/>
            <a:ext cx="56436" cy="95250"/>
          </a:xfrm>
          <a:prstGeom xmlns:a="http://schemas.openxmlformats.org/drawingml/2006/main" prst="rect">
            <a:avLst/>
          </a:prstGeom>
          <a:solidFill xmlns:a="http://schemas.openxmlformats.org/drawingml/2006/main">
            <a:srgbClr val="DA928C"/>
          </a:solidFill>
          <a:ln xmlns:a="http://schemas.openxmlformats.org/drawingml/2006/main" w="0">
            <a:noFill/>
          </a:ln>
        </p:spPr>
      </p:sp>
      <p:sp>
        <p:nvSpPr>
          <p:cNvPr id="519" name="">
            <a:extLst xmlns:a="http://schemas.openxmlformats.org/drawingml/2006/main">
              <a:ext uri="{FF2B5EF4-FFF2-40B4-BE49-F238E27FC236}">
                <a16:creationId xmlns:a16="http://schemas.microsoft.com/office/drawing/2014/main" id="{8037AF04-C257-4225-A15B-28FA07D22B8A}"/>
              </a:ext>
            </a:extLst>
          </p:cNvPr>
          <p:cNvSpPr>
            <a:spLocks xmlns:a="http://schemas.openxmlformats.org/drawingml/2006/main" noGrp="1"/>
          </p:cNvSpPr>
          <p:nvPr/>
        </p:nvSpPr>
        <p:spPr>
          <a:xfrm xmlns:a="http://schemas.openxmlformats.org/drawingml/2006/main">
            <a:off x="2141934" y="5219700"/>
            <a:ext cx="56436" cy="95250"/>
          </a:xfrm>
          <a:prstGeom xmlns:a="http://schemas.openxmlformats.org/drawingml/2006/main" prst="rect">
            <a:avLst/>
          </a:prstGeom>
          <a:solidFill xmlns:a="http://schemas.openxmlformats.org/drawingml/2006/main">
            <a:srgbClr val="DC9691"/>
          </a:solidFill>
          <a:ln xmlns:a="http://schemas.openxmlformats.org/drawingml/2006/main" w="0">
            <a:noFill/>
          </a:ln>
        </p:spPr>
      </p:sp>
      <p:sp>
        <p:nvSpPr>
          <p:cNvPr id="520" name="">
            <a:extLst xmlns:a="http://schemas.openxmlformats.org/drawingml/2006/main">
              <a:ext uri="{FF2B5EF4-FFF2-40B4-BE49-F238E27FC236}">
                <a16:creationId xmlns:a16="http://schemas.microsoft.com/office/drawing/2014/main" id="{8EA12CF6-1393-4281-9B08-35FA1DC9CF22}"/>
              </a:ext>
            </a:extLst>
          </p:cNvPr>
          <p:cNvSpPr>
            <a:spLocks xmlns:a="http://schemas.openxmlformats.org/drawingml/2006/main" noGrp="1"/>
          </p:cNvSpPr>
          <p:nvPr/>
        </p:nvSpPr>
        <p:spPr>
          <a:xfrm xmlns:a="http://schemas.openxmlformats.org/drawingml/2006/main">
            <a:off x="2197894" y="5219700"/>
            <a:ext cx="56436" cy="95250"/>
          </a:xfrm>
          <a:prstGeom xmlns:a="http://schemas.openxmlformats.org/drawingml/2006/main" prst="rect">
            <a:avLst/>
          </a:prstGeom>
          <a:solidFill xmlns:a="http://schemas.openxmlformats.org/drawingml/2006/main">
            <a:srgbClr val="DD9B96"/>
          </a:solidFill>
          <a:ln xmlns:a="http://schemas.openxmlformats.org/drawingml/2006/main" w="0">
            <a:noFill/>
          </a:ln>
        </p:spPr>
      </p:sp>
      <p:sp>
        <p:nvSpPr>
          <p:cNvPr id="521" name="">
            <a:extLst xmlns:a="http://schemas.openxmlformats.org/drawingml/2006/main">
              <a:ext uri="{FF2B5EF4-FFF2-40B4-BE49-F238E27FC236}">
                <a16:creationId xmlns:a16="http://schemas.microsoft.com/office/drawing/2014/main" id="{E5DEB38D-E524-4FFB-A63F-4869B6D3DF23}"/>
              </a:ext>
            </a:extLst>
          </p:cNvPr>
          <p:cNvSpPr>
            <a:spLocks xmlns:a="http://schemas.openxmlformats.org/drawingml/2006/main" noGrp="1"/>
          </p:cNvSpPr>
          <p:nvPr/>
        </p:nvSpPr>
        <p:spPr>
          <a:xfrm xmlns:a="http://schemas.openxmlformats.org/drawingml/2006/main">
            <a:off x="2253853" y="5219700"/>
            <a:ext cx="56436" cy="95250"/>
          </a:xfrm>
          <a:prstGeom xmlns:a="http://schemas.openxmlformats.org/drawingml/2006/main" prst="rect">
            <a:avLst/>
          </a:prstGeom>
          <a:solidFill xmlns:a="http://schemas.openxmlformats.org/drawingml/2006/main">
            <a:srgbClr val="DFA09B"/>
          </a:solidFill>
          <a:ln xmlns:a="http://schemas.openxmlformats.org/drawingml/2006/main" w="0">
            <a:noFill/>
          </a:ln>
        </p:spPr>
      </p:sp>
      <p:sp>
        <p:nvSpPr>
          <p:cNvPr id="522" name="">
            <a:extLst xmlns:a="http://schemas.openxmlformats.org/drawingml/2006/main">
              <a:ext uri="{FF2B5EF4-FFF2-40B4-BE49-F238E27FC236}">
                <a16:creationId xmlns:a16="http://schemas.microsoft.com/office/drawing/2014/main" id="{F1FF9FA7-D5C9-498F-9DB0-B3FC9D156BBC}"/>
              </a:ext>
            </a:extLst>
          </p:cNvPr>
          <p:cNvSpPr>
            <a:spLocks xmlns:a="http://schemas.openxmlformats.org/drawingml/2006/main" noGrp="1"/>
          </p:cNvSpPr>
          <p:nvPr/>
        </p:nvSpPr>
        <p:spPr>
          <a:xfrm xmlns:a="http://schemas.openxmlformats.org/drawingml/2006/main">
            <a:off x="2309813" y="5219700"/>
            <a:ext cx="56436" cy="95250"/>
          </a:xfrm>
          <a:prstGeom xmlns:a="http://schemas.openxmlformats.org/drawingml/2006/main" prst="rect">
            <a:avLst/>
          </a:prstGeom>
          <a:solidFill xmlns:a="http://schemas.openxmlformats.org/drawingml/2006/main">
            <a:srgbClr val="E0A4A0"/>
          </a:solidFill>
          <a:ln xmlns:a="http://schemas.openxmlformats.org/drawingml/2006/main" w="0">
            <a:noFill/>
          </a:ln>
        </p:spPr>
      </p:sp>
      <p:sp>
        <p:nvSpPr>
          <p:cNvPr id="523" name="">
            <a:extLst xmlns:a="http://schemas.openxmlformats.org/drawingml/2006/main">
              <a:ext uri="{FF2B5EF4-FFF2-40B4-BE49-F238E27FC236}">
                <a16:creationId xmlns:a16="http://schemas.microsoft.com/office/drawing/2014/main" id="{B1CE8785-DB4C-40FD-9A95-3CAE3A2ADB8A}"/>
              </a:ext>
            </a:extLst>
          </p:cNvPr>
          <p:cNvSpPr>
            <a:spLocks xmlns:a="http://schemas.openxmlformats.org/drawingml/2006/main" noGrp="1"/>
          </p:cNvSpPr>
          <p:nvPr/>
        </p:nvSpPr>
        <p:spPr>
          <a:xfrm xmlns:a="http://schemas.openxmlformats.org/drawingml/2006/main">
            <a:off x="2365772" y="5219700"/>
            <a:ext cx="56436" cy="95250"/>
          </a:xfrm>
          <a:prstGeom xmlns:a="http://schemas.openxmlformats.org/drawingml/2006/main" prst="rect">
            <a:avLst/>
          </a:prstGeom>
          <a:solidFill xmlns:a="http://schemas.openxmlformats.org/drawingml/2006/main">
            <a:srgbClr val="E2A9A5"/>
          </a:solidFill>
          <a:ln xmlns:a="http://schemas.openxmlformats.org/drawingml/2006/main" w="0">
            <a:noFill/>
          </a:ln>
        </p:spPr>
      </p:sp>
      <p:sp>
        <p:nvSpPr>
          <p:cNvPr id="524" name="">
            <a:extLst xmlns:a="http://schemas.openxmlformats.org/drawingml/2006/main">
              <a:ext uri="{FF2B5EF4-FFF2-40B4-BE49-F238E27FC236}">
                <a16:creationId xmlns:a16="http://schemas.microsoft.com/office/drawing/2014/main" id="{7770DF68-7680-44AC-9F63-6E65D5F0721E}"/>
              </a:ext>
            </a:extLst>
          </p:cNvPr>
          <p:cNvSpPr>
            <a:spLocks xmlns:a="http://schemas.openxmlformats.org/drawingml/2006/main" noGrp="1"/>
          </p:cNvSpPr>
          <p:nvPr/>
        </p:nvSpPr>
        <p:spPr>
          <a:xfrm xmlns:a="http://schemas.openxmlformats.org/drawingml/2006/main">
            <a:off x="2421731" y="5219700"/>
            <a:ext cx="56436" cy="95250"/>
          </a:xfrm>
          <a:prstGeom xmlns:a="http://schemas.openxmlformats.org/drawingml/2006/main" prst="rect">
            <a:avLst/>
          </a:prstGeom>
          <a:solidFill xmlns:a="http://schemas.openxmlformats.org/drawingml/2006/main">
            <a:srgbClr val="E3AEAA"/>
          </a:solidFill>
          <a:ln xmlns:a="http://schemas.openxmlformats.org/drawingml/2006/main" w="0">
            <a:noFill/>
          </a:ln>
        </p:spPr>
      </p:sp>
      <p:sp>
        <p:nvSpPr>
          <p:cNvPr id="525" name="">
            <a:extLst xmlns:a="http://schemas.openxmlformats.org/drawingml/2006/main">
              <a:ext uri="{FF2B5EF4-FFF2-40B4-BE49-F238E27FC236}">
                <a16:creationId xmlns:a16="http://schemas.microsoft.com/office/drawing/2014/main" id="{DDB4080E-4C0E-41A3-856B-EC9E3C524C03}"/>
              </a:ext>
            </a:extLst>
          </p:cNvPr>
          <p:cNvSpPr>
            <a:spLocks xmlns:a="http://schemas.openxmlformats.org/drawingml/2006/main" noGrp="1"/>
          </p:cNvSpPr>
          <p:nvPr/>
        </p:nvSpPr>
        <p:spPr>
          <a:xfrm xmlns:a="http://schemas.openxmlformats.org/drawingml/2006/main">
            <a:off x="2477691" y="5219700"/>
            <a:ext cx="56436" cy="95250"/>
          </a:xfrm>
          <a:prstGeom xmlns:a="http://schemas.openxmlformats.org/drawingml/2006/main" prst="rect">
            <a:avLst/>
          </a:prstGeom>
          <a:solidFill xmlns:a="http://schemas.openxmlformats.org/drawingml/2006/main">
            <a:srgbClr val="E5B2AF"/>
          </a:solidFill>
          <a:ln xmlns:a="http://schemas.openxmlformats.org/drawingml/2006/main" w="0">
            <a:noFill/>
          </a:ln>
        </p:spPr>
      </p:sp>
      <p:sp>
        <p:nvSpPr>
          <p:cNvPr id="526" name="">
            <a:extLst xmlns:a="http://schemas.openxmlformats.org/drawingml/2006/main">
              <a:ext uri="{FF2B5EF4-FFF2-40B4-BE49-F238E27FC236}">
                <a16:creationId xmlns:a16="http://schemas.microsoft.com/office/drawing/2014/main" id="{BFC6534A-DB7A-49C6-AC7F-73F2316E6807}"/>
              </a:ext>
            </a:extLst>
          </p:cNvPr>
          <p:cNvSpPr>
            <a:spLocks xmlns:a="http://schemas.openxmlformats.org/drawingml/2006/main" noGrp="1"/>
          </p:cNvSpPr>
          <p:nvPr/>
        </p:nvSpPr>
        <p:spPr>
          <a:xfrm xmlns:a="http://schemas.openxmlformats.org/drawingml/2006/main">
            <a:off x="2533650" y="5219700"/>
            <a:ext cx="56436" cy="95250"/>
          </a:xfrm>
          <a:prstGeom xmlns:a="http://schemas.openxmlformats.org/drawingml/2006/main" prst="rect">
            <a:avLst/>
          </a:prstGeom>
          <a:solidFill xmlns:a="http://schemas.openxmlformats.org/drawingml/2006/main">
            <a:srgbClr val="E7B7B3"/>
          </a:solidFill>
          <a:ln xmlns:a="http://schemas.openxmlformats.org/drawingml/2006/main" w="0">
            <a:noFill/>
          </a:ln>
        </p:spPr>
      </p:sp>
      <p:sp>
        <p:nvSpPr>
          <p:cNvPr id="527" name="">
            <a:extLst xmlns:a="http://schemas.openxmlformats.org/drawingml/2006/main">
              <a:ext uri="{FF2B5EF4-FFF2-40B4-BE49-F238E27FC236}">
                <a16:creationId xmlns:a16="http://schemas.microsoft.com/office/drawing/2014/main" id="{438E8F45-D4FE-4F13-BE0A-8BB6753EC05C}"/>
              </a:ext>
            </a:extLst>
          </p:cNvPr>
          <p:cNvSpPr>
            <a:spLocks xmlns:a="http://schemas.openxmlformats.org/drawingml/2006/main" noGrp="1"/>
          </p:cNvSpPr>
          <p:nvPr/>
        </p:nvSpPr>
        <p:spPr>
          <a:xfrm xmlns:a="http://schemas.openxmlformats.org/drawingml/2006/main">
            <a:off x="2589609" y="5219700"/>
            <a:ext cx="56436" cy="95250"/>
          </a:xfrm>
          <a:prstGeom xmlns:a="http://schemas.openxmlformats.org/drawingml/2006/main" prst="rect">
            <a:avLst/>
          </a:prstGeom>
          <a:solidFill xmlns:a="http://schemas.openxmlformats.org/drawingml/2006/main">
            <a:srgbClr val="E8BCB8"/>
          </a:solidFill>
          <a:ln xmlns:a="http://schemas.openxmlformats.org/drawingml/2006/main" w="0">
            <a:noFill/>
          </a:ln>
        </p:spPr>
      </p:sp>
      <p:sp>
        <p:nvSpPr>
          <p:cNvPr id="528" name="">
            <a:extLst xmlns:a="http://schemas.openxmlformats.org/drawingml/2006/main">
              <a:ext uri="{FF2B5EF4-FFF2-40B4-BE49-F238E27FC236}">
                <a16:creationId xmlns:a16="http://schemas.microsoft.com/office/drawing/2014/main" id="{5AFAB4C8-7A6D-46AF-849C-0A11E7BABCE8}"/>
              </a:ext>
            </a:extLst>
          </p:cNvPr>
          <p:cNvSpPr>
            <a:spLocks xmlns:a="http://schemas.openxmlformats.org/drawingml/2006/main" noGrp="1"/>
          </p:cNvSpPr>
          <p:nvPr/>
        </p:nvSpPr>
        <p:spPr>
          <a:xfrm xmlns:a="http://schemas.openxmlformats.org/drawingml/2006/main">
            <a:off x="2645569" y="5219700"/>
            <a:ext cx="56436" cy="95250"/>
          </a:xfrm>
          <a:prstGeom xmlns:a="http://schemas.openxmlformats.org/drawingml/2006/main" prst="rect">
            <a:avLst/>
          </a:prstGeom>
          <a:solidFill xmlns:a="http://schemas.openxmlformats.org/drawingml/2006/main">
            <a:srgbClr val="EAC0BD"/>
          </a:solidFill>
          <a:ln xmlns:a="http://schemas.openxmlformats.org/drawingml/2006/main" w="0">
            <a:noFill/>
          </a:ln>
        </p:spPr>
      </p:sp>
      <p:sp>
        <p:nvSpPr>
          <p:cNvPr id="529" name="">
            <a:extLst xmlns:a="http://schemas.openxmlformats.org/drawingml/2006/main">
              <a:ext uri="{FF2B5EF4-FFF2-40B4-BE49-F238E27FC236}">
                <a16:creationId xmlns:a16="http://schemas.microsoft.com/office/drawing/2014/main" id="{73662481-318C-423D-B302-9D9FA94C3A9F}"/>
              </a:ext>
            </a:extLst>
          </p:cNvPr>
          <p:cNvSpPr>
            <a:spLocks xmlns:a="http://schemas.openxmlformats.org/drawingml/2006/main" noGrp="1"/>
          </p:cNvSpPr>
          <p:nvPr/>
        </p:nvSpPr>
        <p:spPr>
          <a:xfrm xmlns:a="http://schemas.openxmlformats.org/drawingml/2006/main">
            <a:off x="2701528" y="5219700"/>
            <a:ext cx="56436" cy="95250"/>
          </a:xfrm>
          <a:prstGeom xmlns:a="http://schemas.openxmlformats.org/drawingml/2006/main" prst="rect">
            <a:avLst/>
          </a:prstGeom>
          <a:solidFill xmlns:a="http://schemas.openxmlformats.org/drawingml/2006/main">
            <a:srgbClr val="EBC5C2"/>
          </a:solidFill>
          <a:ln xmlns:a="http://schemas.openxmlformats.org/drawingml/2006/main" w="0">
            <a:noFill/>
          </a:ln>
        </p:spPr>
      </p:sp>
      <p:sp>
        <p:nvSpPr>
          <p:cNvPr id="530" name="">
            <a:extLst xmlns:a="http://schemas.openxmlformats.org/drawingml/2006/main">
              <a:ext uri="{FF2B5EF4-FFF2-40B4-BE49-F238E27FC236}">
                <a16:creationId xmlns:a16="http://schemas.microsoft.com/office/drawing/2014/main" id="{9E4444DA-F1B2-4390-ACCC-56FDA0E48529}"/>
              </a:ext>
            </a:extLst>
          </p:cNvPr>
          <p:cNvSpPr>
            <a:spLocks xmlns:a="http://schemas.openxmlformats.org/drawingml/2006/main" noGrp="1"/>
          </p:cNvSpPr>
          <p:nvPr/>
        </p:nvSpPr>
        <p:spPr>
          <a:xfrm xmlns:a="http://schemas.openxmlformats.org/drawingml/2006/main">
            <a:off x="2757488" y="5219700"/>
            <a:ext cx="56436" cy="95250"/>
          </a:xfrm>
          <a:prstGeom xmlns:a="http://schemas.openxmlformats.org/drawingml/2006/main" prst="rect">
            <a:avLst/>
          </a:prstGeom>
          <a:solidFill xmlns:a="http://schemas.openxmlformats.org/drawingml/2006/main">
            <a:srgbClr val="EDCAC7"/>
          </a:solidFill>
          <a:ln xmlns:a="http://schemas.openxmlformats.org/drawingml/2006/main" w="0">
            <a:noFill/>
          </a:ln>
        </p:spPr>
      </p:sp>
      <p:sp>
        <p:nvSpPr>
          <p:cNvPr id="531" name="">
            <a:extLst xmlns:a="http://schemas.openxmlformats.org/drawingml/2006/main">
              <a:ext uri="{FF2B5EF4-FFF2-40B4-BE49-F238E27FC236}">
                <a16:creationId xmlns:a16="http://schemas.microsoft.com/office/drawing/2014/main" id="{47B67C17-60E9-434D-BE22-6FB1E802C620}"/>
              </a:ext>
            </a:extLst>
          </p:cNvPr>
          <p:cNvSpPr>
            <a:spLocks xmlns:a="http://schemas.openxmlformats.org/drawingml/2006/main" noGrp="1"/>
          </p:cNvSpPr>
          <p:nvPr/>
        </p:nvSpPr>
        <p:spPr>
          <a:xfrm xmlns:a="http://schemas.openxmlformats.org/drawingml/2006/main">
            <a:off x="2813447" y="5219700"/>
            <a:ext cx="56436" cy="95250"/>
          </a:xfrm>
          <a:prstGeom xmlns:a="http://schemas.openxmlformats.org/drawingml/2006/main" prst="rect">
            <a:avLst/>
          </a:prstGeom>
          <a:solidFill xmlns:a="http://schemas.openxmlformats.org/drawingml/2006/main">
            <a:srgbClr val="EECECC"/>
          </a:solidFill>
          <a:ln xmlns:a="http://schemas.openxmlformats.org/drawingml/2006/main" w="0">
            <a:noFill/>
          </a:ln>
        </p:spPr>
      </p:sp>
      <p:sp>
        <p:nvSpPr>
          <p:cNvPr id="532" name="">
            <a:extLst xmlns:a="http://schemas.openxmlformats.org/drawingml/2006/main">
              <a:ext uri="{FF2B5EF4-FFF2-40B4-BE49-F238E27FC236}">
                <a16:creationId xmlns:a16="http://schemas.microsoft.com/office/drawing/2014/main" id="{43325D4A-3A15-4E79-8F7D-7091E286E587}"/>
              </a:ext>
            </a:extLst>
          </p:cNvPr>
          <p:cNvSpPr>
            <a:spLocks xmlns:a="http://schemas.openxmlformats.org/drawingml/2006/main" noGrp="1"/>
          </p:cNvSpPr>
          <p:nvPr/>
        </p:nvSpPr>
        <p:spPr>
          <a:xfrm xmlns:a="http://schemas.openxmlformats.org/drawingml/2006/main">
            <a:off x="2869406" y="5219700"/>
            <a:ext cx="56436" cy="95250"/>
          </a:xfrm>
          <a:prstGeom xmlns:a="http://schemas.openxmlformats.org/drawingml/2006/main" prst="rect">
            <a:avLst/>
          </a:prstGeom>
          <a:solidFill xmlns:a="http://schemas.openxmlformats.org/drawingml/2006/main">
            <a:srgbClr val="F0D3D1"/>
          </a:solidFill>
          <a:ln xmlns:a="http://schemas.openxmlformats.org/drawingml/2006/main" w="0">
            <a:noFill/>
          </a:ln>
        </p:spPr>
      </p:sp>
      <p:sp>
        <p:nvSpPr>
          <p:cNvPr id="533" name="">
            <a:extLst xmlns:a="http://schemas.openxmlformats.org/drawingml/2006/main">
              <a:ext uri="{FF2B5EF4-FFF2-40B4-BE49-F238E27FC236}">
                <a16:creationId xmlns:a16="http://schemas.microsoft.com/office/drawing/2014/main" id="{1B770D3E-D246-4D3D-AB30-21EE8E88959C}"/>
              </a:ext>
            </a:extLst>
          </p:cNvPr>
          <p:cNvSpPr>
            <a:spLocks xmlns:a="http://schemas.openxmlformats.org/drawingml/2006/main" noGrp="1"/>
          </p:cNvSpPr>
          <p:nvPr/>
        </p:nvSpPr>
        <p:spPr>
          <a:xfrm xmlns:a="http://schemas.openxmlformats.org/drawingml/2006/main">
            <a:off x="2925366" y="5219700"/>
            <a:ext cx="56436" cy="95250"/>
          </a:xfrm>
          <a:prstGeom xmlns:a="http://schemas.openxmlformats.org/drawingml/2006/main" prst="rect">
            <a:avLst/>
          </a:prstGeom>
          <a:solidFill xmlns:a="http://schemas.openxmlformats.org/drawingml/2006/main">
            <a:srgbClr val="F2D7D6"/>
          </a:solidFill>
          <a:ln xmlns:a="http://schemas.openxmlformats.org/drawingml/2006/main" w="0">
            <a:noFill/>
          </a:ln>
        </p:spPr>
      </p:sp>
      <p:sp>
        <p:nvSpPr>
          <p:cNvPr id="534" name="">
            <a:extLst xmlns:a="http://schemas.openxmlformats.org/drawingml/2006/main">
              <a:ext uri="{FF2B5EF4-FFF2-40B4-BE49-F238E27FC236}">
                <a16:creationId xmlns:a16="http://schemas.microsoft.com/office/drawing/2014/main" id="{E4E4F0AF-2F10-4986-BFF4-6D322A0871D4}"/>
              </a:ext>
            </a:extLst>
          </p:cNvPr>
          <p:cNvSpPr>
            <a:spLocks xmlns:a="http://schemas.openxmlformats.org/drawingml/2006/main" noGrp="1"/>
          </p:cNvSpPr>
          <p:nvPr/>
        </p:nvSpPr>
        <p:spPr>
          <a:xfrm xmlns:a="http://schemas.openxmlformats.org/drawingml/2006/main">
            <a:off x="2981325" y="5219700"/>
            <a:ext cx="56436" cy="95250"/>
          </a:xfrm>
          <a:prstGeom xmlns:a="http://schemas.openxmlformats.org/drawingml/2006/main" prst="rect">
            <a:avLst/>
          </a:prstGeom>
          <a:solidFill xmlns:a="http://schemas.openxmlformats.org/drawingml/2006/main">
            <a:srgbClr val="F3DCDA"/>
          </a:solidFill>
          <a:ln xmlns:a="http://schemas.openxmlformats.org/drawingml/2006/main" w="0">
            <a:noFill/>
          </a:ln>
        </p:spPr>
      </p:sp>
      <p:sp>
        <p:nvSpPr>
          <p:cNvPr id="535" name="">
            <a:extLst xmlns:a="http://schemas.openxmlformats.org/drawingml/2006/main">
              <a:ext uri="{FF2B5EF4-FFF2-40B4-BE49-F238E27FC236}">
                <a16:creationId xmlns:a16="http://schemas.microsoft.com/office/drawing/2014/main" id="{B7AA50B2-82F1-43BB-914F-5138E70D8D27}"/>
              </a:ext>
            </a:extLst>
          </p:cNvPr>
          <p:cNvSpPr>
            <a:spLocks xmlns:a="http://schemas.openxmlformats.org/drawingml/2006/main" noGrp="1"/>
          </p:cNvSpPr>
          <p:nvPr/>
        </p:nvSpPr>
        <p:spPr>
          <a:xfrm xmlns:a="http://schemas.openxmlformats.org/drawingml/2006/main">
            <a:off x="3037284" y="5219700"/>
            <a:ext cx="56436" cy="95250"/>
          </a:xfrm>
          <a:prstGeom xmlns:a="http://schemas.openxmlformats.org/drawingml/2006/main" prst="rect">
            <a:avLst/>
          </a:prstGeom>
          <a:solidFill xmlns:a="http://schemas.openxmlformats.org/drawingml/2006/main">
            <a:srgbClr val="F5E1DF"/>
          </a:solidFill>
          <a:ln xmlns:a="http://schemas.openxmlformats.org/drawingml/2006/main" w="0">
            <a:noFill/>
          </a:ln>
        </p:spPr>
      </p:sp>
      <p:sp>
        <p:nvSpPr>
          <p:cNvPr id="536" name="">
            <a:extLst xmlns:a="http://schemas.openxmlformats.org/drawingml/2006/main">
              <a:ext uri="{FF2B5EF4-FFF2-40B4-BE49-F238E27FC236}">
                <a16:creationId xmlns:a16="http://schemas.microsoft.com/office/drawing/2014/main" id="{A707A256-A2E9-4562-8441-5B2ED8B4A32C}"/>
              </a:ext>
            </a:extLst>
          </p:cNvPr>
          <p:cNvSpPr>
            <a:spLocks xmlns:a="http://schemas.openxmlformats.org/drawingml/2006/main" noGrp="1"/>
          </p:cNvSpPr>
          <p:nvPr/>
        </p:nvSpPr>
        <p:spPr>
          <a:xfrm xmlns:a="http://schemas.openxmlformats.org/drawingml/2006/main">
            <a:off x="3093244" y="5219700"/>
            <a:ext cx="56436" cy="95250"/>
          </a:xfrm>
          <a:prstGeom xmlns:a="http://schemas.openxmlformats.org/drawingml/2006/main" prst="rect">
            <a:avLst/>
          </a:prstGeom>
          <a:solidFill xmlns:a="http://schemas.openxmlformats.org/drawingml/2006/main">
            <a:srgbClr val="F6E5E4"/>
          </a:solidFill>
          <a:ln xmlns:a="http://schemas.openxmlformats.org/drawingml/2006/main" w="0">
            <a:noFill/>
          </a:ln>
        </p:spPr>
      </p:sp>
      <p:sp>
        <p:nvSpPr>
          <p:cNvPr id="537" name="">
            <a:extLst xmlns:a="http://schemas.openxmlformats.org/drawingml/2006/main">
              <a:ext uri="{FF2B5EF4-FFF2-40B4-BE49-F238E27FC236}">
                <a16:creationId xmlns:a16="http://schemas.microsoft.com/office/drawing/2014/main" id="{E50F6E1E-AA04-4F98-A4CE-930BC814721A}"/>
              </a:ext>
            </a:extLst>
          </p:cNvPr>
          <p:cNvSpPr>
            <a:spLocks xmlns:a="http://schemas.openxmlformats.org/drawingml/2006/main" noGrp="1"/>
          </p:cNvSpPr>
          <p:nvPr/>
        </p:nvSpPr>
        <p:spPr>
          <a:xfrm xmlns:a="http://schemas.openxmlformats.org/drawingml/2006/main">
            <a:off x="3149203" y="5219700"/>
            <a:ext cx="56436" cy="95250"/>
          </a:xfrm>
          <a:prstGeom xmlns:a="http://schemas.openxmlformats.org/drawingml/2006/main" prst="rect">
            <a:avLst/>
          </a:prstGeom>
          <a:solidFill xmlns:a="http://schemas.openxmlformats.org/drawingml/2006/main">
            <a:srgbClr val="F8EAE9"/>
          </a:solidFill>
          <a:ln xmlns:a="http://schemas.openxmlformats.org/drawingml/2006/main" w="0">
            <a:noFill/>
          </a:ln>
        </p:spPr>
      </p:sp>
      <p:sp>
        <p:nvSpPr>
          <p:cNvPr id="538" name="">
            <a:extLst xmlns:a="http://schemas.openxmlformats.org/drawingml/2006/main">
              <a:ext uri="{FF2B5EF4-FFF2-40B4-BE49-F238E27FC236}">
                <a16:creationId xmlns:a16="http://schemas.microsoft.com/office/drawing/2014/main" id="{B1303865-45BA-4AA7-A8DA-09A8E2F93AC2}"/>
              </a:ext>
            </a:extLst>
          </p:cNvPr>
          <p:cNvSpPr>
            <a:spLocks xmlns:a="http://schemas.openxmlformats.org/drawingml/2006/main" noGrp="1"/>
          </p:cNvSpPr>
          <p:nvPr/>
        </p:nvSpPr>
        <p:spPr>
          <a:xfrm xmlns:a="http://schemas.openxmlformats.org/drawingml/2006/main">
            <a:off x="3205163" y="5219700"/>
            <a:ext cx="56436" cy="95250"/>
          </a:xfrm>
          <a:prstGeom xmlns:a="http://schemas.openxmlformats.org/drawingml/2006/main" prst="rect">
            <a:avLst/>
          </a:prstGeom>
          <a:solidFill xmlns:a="http://schemas.openxmlformats.org/drawingml/2006/main">
            <a:srgbClr val="F9EFEE"/>
          </a:solidFill>
          <a:ln xmlns:a="http://schemas.openxmlformats.org/drawingml/2006/main" w="0">
            <a:noFill/>
          </a:ln>
        </p:spPr>
      </p:sp>
      <p:sp>
        <p:nvSpPr>
          <p:cNvPr id="539" name="">
            <a:extLst xmlns:a="http://schemas.openxmlformats.org/drawingml/2006/main">
              <a:ext uri="{FF2B5EF4-FFF2-40B4-BE49-F238E27FC236}">
                <a16:creationId xmlns:a16="http://schemas.microsoft.com/office/drawing/2014/main" id="{798F50D8-01D1-432B-B67E-CFF7E4E11297}"/>
              </a:ext>
            </a:extLst>
          </p:cNvPr>
          <p:cNvSpPr>
            <a:spLocks xmlns:a="http://schemas.openxmlformats.org/drawingml/2006/main" noGrp="1"/>
          </p:cNvSpPr>
          <p:nvPr/>
        </p:nvSpPr>
        <p:spPr>
          <a:xfrm xmlns:a="http://schemas.openxmlformats.org/drawingml/2006/main">
            <a:off x="3261122" y="5219700"/>
            <a:ext cx="56436" cy="95250"/>
          </a:xfrm>
          <a:prstGeom xmlns:a="http://schemas.openxmlformats.org/drawingml/2006/main" prst="rect">
            <a:avLst/>
          </a:prstGeom>
          <a:solidFill xmlns:a="http://schemas.openxmlformats.org/drawingml/2006/main">
            <a:srgbClr val="FBF3F3"/>
          </a:solidFill>
          <a:ln xmlns:a="http://schemas.openxmlformats.org/drawingml/2006/main" w="0">
            <a:noFill/>
          </a:ln>
        </p:spPr>
      </p:sp>
      <p:sp>
        <p:nvSpPr>
          <p:cNvPr id="540" name="">
            <a:extLst xmlns:a="http://schemas.openxmlformats.org/drawingml/2006/main">
              <a:ext uri="{FF2B5EF4-FFF2-40B4-BE49-F238E27FC236}">
                <a16:creationId xmlns:a16="http://schemas.microsoft.com/office/drawing/2014/main" id="{2CEA1BBB-6C9B-41CB-934F-C14A4FC4F401}"/>
              </a:ext>
            </a:extLst>
          </p:cNvPr>
          <p:cNvSpPr>
            <a:spLocks xmlns:a="http://schemas.openxmlformats.org/drawingml/2006/main" noGrp="1"/>
          </p:cNvSpPr>
          <p:nvPr/>
        </p:nvSpPr>
        <p:spPr>
          <a:xfrm xmlns:a="http://schemas.openxmlformats.org/drawingml/2006/main">
            <a:off x="3317081" y="5219700"/>
            <a:ext cx="56436" cy="95250"/>
          </a:xfrm>
          <a:prstGeom xmlns:a="http://schemas.openxmlformats.org/drawingml/2006/main" prst="rect">
            <a:avLst/>
          </a:prstGeom>
          <a:solidFill xmlns:a="http://schemas.openxmlformats.org/drawingml/2006/main">
            <a:srgbClr val="FDF8F8"/>
          </a:solidFill>
          <a:ln xmlns:a="http://schemas.openxmlformats.org/drawingml/2006/main" w="0">
            <a:noFill/>
          </a:ln>
        </p:spPr>
      </p:sp>
      <p:sp>
        <p:nvSpPr>
          <p:cNvPr id="541" name="">
            <a:extLst xmlns:a="http://schemas.openxmlformats.org/drawingml/2006/main">
              <a:ext uri="{FF2B5EF4-FFF2-40B4-BE49-F238E27FC236}">
                <a16:creationId xmlns:a16="http://schemas.microsoft.com/office/drawing/2014/main" id="{8A918FEE-921A-4B8D-93DD-94A0E8C43045}"/>
              </a:ext>
            </a:extLst>
          </p:cNvPr>
          <p:cNvSpPr>
            <a:spLocks xmlns:a="http://schemas.openxmlformats.org/drawingml/2006/main" noGrp="1"/>
          </p:cNvSpPr>
          <p:nvPr/>
        </p:nvSpPr>
        <p:spPr>
          <a:xfrm xmlns:a="http://schemas.openxmlformats.org/drawingml/2006/main">
            <a:off x="3373041" y="5219700"/>
            <a:ext cx="56436" cy="95250"/>
          </a:xfrm>
          <a:prstGeom xmlns:a="http://schemas.openxmlformats.org/drawingml/2006/main" prst="rect">
            <a:avLst/>
          </a:prstGeom>
          <a:solidFill xmlns:a="http://schemas.openxmlformats.org/drawingml/2006/main">
            <a:srgbClr val="FEFDFD"/>
          </a:solidFill>
          <a:ln xmlns:a="http://schemas.openxmlformats.org/drawingml/2006/main" w="0">
            <a:noFill/>
          </a:ln>
        </p:spPr>
      </p:sp>
      <p:sp>
        <p:nvSpPr>
          <p:cNvPr id="542" name="">
            <a:extLst xmlns:a="http://schemas.openxmlformats.org/drawingml/2006/main">
              <a:ext uri="{FF2B5EF4-FFF2-40B4-BE49-F238E27FC236}">
                <a16:creationId xmlns:a16="http://schemas.microsoft.com/office/drawing/2014/main" id="{FF67AF84-CFB4-4B3D-AAF9-A24044E85293}"/>
              </a:ext>
            </a:extLst>
          </p:cNvPr>
          <p:cNvSpPr>
            <a:spLocks xmlns:a="http://schemas.openxmlformats.org/drawingml/2006/main" noGrp="1"/>
          </p:cNvSpPr>
          <p:nvPr/>
        </p:nvSpPr>
        <p:spPr>
          <a:xfrm xmlns:a="http://schemas.openxmlformats.org/drawingml/2006/main">
            <a:off x="3429000" y="5219700"/>
            <a:ext cx="56436" cy="95250"/>
          </a:xfrm>
          <a:prstGeom xmlns:a="http://schemas.openxmlformats.org/drawingml/2006/main" prst="rect">
            <a:avLst/>
          </a:prstGeom>
          <a:solidFill xmlns:a="http://schemas.openxmlformats.org/drawingml/2006/main">
            <a:srgbClr val="FCFDFE"/>
          </a:solidFill>
          <a:ln xmlns:a="http://schemas.openxmlformats.org/drawingml/2006/main" w="0">
            <a:noFill/>
          </a:ln>
        </p:spPr>
      </p:sp>
      <p:sp>
        <p:nvSpPr>
          <p:cNvPr id="543" name="">
            <a:extLst xmlns:a="http://schemas.openxmlformats.org/drawingml/2006/main">
              <a:ext uri="{FF2B5EF4-FFF2-40B4-BE49-F238E27FC236}">
                <a16:creationId xmlns:a16="http://schemas.microsoft.com/office/drawing/2014/main" id="{DFF33573-EE53-420E-B1CF-A1529D3C2570}"/>
              </a:ext>
            </a:extLst>
          </p:cNvPr>
          <p:cNvSpPr>
            <a:spLocks xmlns:a="http://schemas.openxmlformats.org/drawingml/2006/main" noGrp="1"/>
          </p:cNvSpPr>
          <p:nvPr/>
        </p:nvSpPr>
        <p:spPr>
          <a:xfrm xmlns:a="http://schemas.openxmlformats.org/drawingml/2006/main">
            <a:off x="3484959" y="5219700"/>
            <a:ext cx="56436" cy="95250"/>
          </a:xfrm>
          <a:prstGeom xmlns:a="http://schemas.openxmlformats.org/drawingml/2006/main" prst="rect">
            <a:avLst/>
          </a:prstGeom>
          <a:solidFill xmlns:a="http://schemas.openxmlformats.org/drawingml/2006/main">
            <a:srgbClr val="F7F9FC"/>
          </a:solidFill>
          <a:ln xmlns:a="http://schemas.openxmlformats.org/drawingml/2006/main" w="0">
            <a:noFill/>
          </a:ln>
        </p:spPr>
      </p:sp>
      <p:sp>
        <p:nvSpPr>
          <p:cNvPr id="544" name="">
            <a:extLst xmlns:a="http://schemas.openxmlformats.org/drawingml/2006/main">
              <a:ext uri="{FF2B5EF4-FFF2-40B4-BE49-F238E27FC236}">
                <a16:creationId xmlns:a16="http://schemas.microsoft.com/office/drawing/2014/main" id="{EFFFB4B8-7F03-476D-92D7-E17417C8B2A8}"/>
              </a:ext>
            </a:extLst>
          </p:cNvPr>
          <p:cNvSpPr>
            <a:spLocks xmlns:a="http://schemas.openxmlformats.org/drawingml/2006/main" noGrp="1"/>
          </p:cNvSpPr>
          <p:nvPr/>
        </p:nvSpPr>
        <p:spPr>
          <a:xfrm xmlns:a="http://schemas.openxmlformats.org/drawingml/2006/main">
            <a:off x="3540919" y="5219700"/>
            <a:ext cx="56436" cy="95250"/>
          </a:xfrm>
          <a:prstGeom xmlns:a="http://schemas.openxmlformats.org/drawingml/2006/main" prst="rect">
            <a:avLst/>
          </a:prstGeom>
          <a:solidFill xmlns:a="http://schemas.openxmlformats.org/drawingml/2006/main">
            <a:srgbClr val="F2F5FA"/>
          </a:solidFill>
          <a:ln xmlns:a="http://schemas.openxmlformats.org/drawingml/2006/main" w="0">
            <a:noFill/>
          </a:ln>
        </p:spPr>
      </p:sp>
      <p:sp>
        <p:nvSpPr>
          <p:cNvPr id="545" name="">
            <a:extLst xmlns:a="http://schemas.openxmlformats.org/drawingml/2006/main">
              <a:ext uri="{FF2B5EF4-FFF2-40B4-BE49-F238E27FC236}">
                <a16:creationId xmlns:a16="http://schemas.microsoft.com/office/drawing/2014/main" id="{2408BB3C-9907-4130-8607-49C6E685EE19}"/>
              </a:ext>
            </a:extLst>
          </p:cNvPr>
          <p:cNvSpPr>
            <a:spLocks xmlns:a="http://schemas.openxmlformats.org/drawingml/2006/main" noGrp="1"/>
          </p:cNvSpPr>
          <p:nvPr/>
        </p:nvSpPr>
        <p:spPr>
          <a:xfrm xmlns:a="http://schemas.openxmlformats.org/drawingml/2006/main">
            <a:off x="3596878" y="5219700"/>
            <a:ext cx="56436" cy="95250"/>
          </a:xfrm>
          <a:prstGeom xmlns:a="http://schemas.openxmlformats.org/drawingml/2006/main" prst="rect">
            <a:avLst/>
          </a:prstGeom>
          <a:solidFill xmlns:a="http://schemas.openxmlformats.org/drawingml/2006/main">
            <a:srgbClr val="EDF1F8"/>
          </a:solidFill>
          <a:ln xmlns:a="http://schemas.openxmlformats.org/drawingml/2006/main" w="0">
            <a:noFill/>
          </a:ln>
        </p:spPr>
      </p:sp>
      <p:sp>
        <p:nvSpPr>
          <p:cNvPr id="546" name="">
            <a:extLst xmlns:a="http://schemas.openxmlformats.org/drawingml/2006/main">
              <a:ext uri="{FF2B5EF4-FFF2-40B4-BE49-F238E27FC236}">
                <a16:creationId xmlns:a16="http://schemas.microsoft.com/office/drawing/2014/main" id="{C25FD59E-E3F6-42AD-B7D5-86983498432F}"/>
              </a:ext>
            </a:extLst>
          </p:cNvPr>
          <p:cNvSpPr>
            <a:spLocks xmlns:a="http://schemas.openxmlformats.org/drawingml/2006/main" noGrp="1"/>
          </p:cNvSpPr>
          <p:nvPr/>
        </p:nvSpPr>
        <p:spPr>
          <a:xfrm xmlns:a="http://schemas.openxmlformats.org/drawingml/2006/main">
            <a:off x="3652838" y="5219700"/>
            <a:ext cx="56436" cy="95250"/>
          </a:xfrm>
          <a:prstGeom xmlns:a="http://schemas.openxmlformats.org/drawingml/2006/main" prst="rect">
            <a:avLst/>
          </a:prstGeom>
          <a:solidFill xmlns:a="http://schemas.openxmlformats.org/drawingml/2006/main">
            <a:srgbClr val="E7EDF5"/>
          </a:solidFill>
          <a:ln xmlns:a="http://schemas.openxmlformats.org/drawingml/2006/main" w="0">
            <a:noFill/>
          </a:ln>
        </p:spPr>
      </p:sp>
      <p:sp>
        <p:nvSpPr>
          <p:cNvPr id="547" name="">
            <a:extLst xmlns:a="http://schemas.openxmlformats.org/drawingml/2006/main">
              <a:ext uri="{FF2B5EF4-FFF2-40B4-BE49-F238E27FC236}">
                <a16:creationId xmlns:a16="http://schemas.microsoft.com/office/drawing/2014/main" id="{971D9E70-342B-4431-9FE4-EA643D3C5FE3}"/>
              </a:ext>
            </a:extLst>
          </p:cNvPr>
          <p:cNvSpPr>
            <a:spLocks xmlns:a="http://schemas.openxmlformats.org/drawingml/2006/main" noGrp="1"/>
          </p:cNvSpPr>
          <p:nvPr/>
        </p:nvSpPr>
        <p:spPr>
          <a:xfrm xmlns:a="http://schemas.openxmlformats.org/drawingml/2006/main">
            <a:off x="3708797" y="5219700"/>
            <a:ext cx="56436" cy="95250"/>
          </a:xfrm>
          <a:prstGeom xmlns:a="http://schemas.openxmlformats.org/drawingml/2006/main" prst="rect">
            <a:avLst/>
          </a:prstGeom>
          <a:solidFill xmlns:a="http://schemas.openxmlformats.org/drawingml/2006/main">
            <a:srgbClr val="E2E9F3"/>
          </a:solidFill>
          <a:ln xmlns:a="http://schemas.openxmlformats.org/drawingml/2006/main" w="0">
            <a:noFill/>
          </a:ln>
        </p:spPr>
      </p:sp>
      <p:sp>
        <p:nvSpPr>
          <p:cNvPr id="548" name="">
            <a:extLst xmlns:a="http://schemas.openxmlformats.org/drawingml/2006/main">
              <a:ext uri="{FF2B5EF4-FFF2-40B4-BE49-F238E27FC236}">
                <a16:creationId xmlns:a16="http://schemas.microsoft.com/office/drawing/2014/main" id="{DEFF902B-ED6B-4550-802B-2ABEB1959631}"/>
              </a:ext>
            </a:extLst>
          </p:cNvPr>
          <p:cNvSpPr>
            <a:spLocks xmlns:a="http://schemas.openxmlformats.org/drawingml/2006/main" noGrp="1"/>
          </p:cNvSpPr>
          <p:nvPr/>
        </p:nvSpPr>
        <p:spPr>
          <a:xfrm xmlns:a="http://schemas.openxmlformats.org/drawingml/2006/main">
            <a:off x="3764756" y="5219700"/>
            <a:ext cx="56436" cy="95250"/>
          </a:xfrm>
          <a:prstGeom xmlns:a="http://schemas.openxmlformats.org/drawingml/2006/main" prst="rect">
            <a:avLst/>
          </a:prstGeom>
          <a:solidFill xmlns:a="http://schemas.openxmlformats.org/drawingml/2006/main">
            <a:srgbClr val="DDE5F1"/>
          </a:solidFill>
          <a:ln xmlns:a="http://schemas.openxmlformats.org/drawingml/2006/main" w="0">
            <a:noFill/>
          </a:ln>
        </p:spPr>
      </p:sp>
      <p:sp>
        <p:nvSpPr>
          <p:cNvPr id="549" name="">
            <a:extLst xmlns:a="http://schemas.openxmlformats.org/drawingml/2006/main">
              <a:ext uri="{FF2B5EF4-FFF2-40B4-BE49-F238E27FC236}">
                <a16:creationId xmlns:a16="http://schemas.microsoft.com/office/drawing/2014/main" id="{7A391ABB-F3E7-403E-BB95-58630811D166}"/>
              </a:ext>
            </a:extLst>
          </p:cNvPr>
          <p:cNvSpPr>
            <a:spLocks xmlns:a="http://schemas.openxmlformats.org/drawingml/2006/main" noGrp="1"/>
          </p:cNvSpPr>
          <p:nvPr/>
        </p:nvSpPr>
        <p:spPr>
          <a:xfrm xmlns:a="http://schemas.openxmlformats.org/drawingml/2006/main">
            <a:off x="3820716" y="5219700"/>
            <a:ext cx="56436" cy="95250"/>
          </a:xfrm>
          <a:prstGeom xmlns:a="http://schemas.openxmlformats.org/drawingml/2006/main" prst="rect">
            <a:avLst/>
          </a:prstGeom>
          <a:solidFill xmlns:a="http://schemas.openxmlformats.org/drawingml/2006/main">
            <a:srgbClr val="D7E1EF"/>
          </a:solidFill>
          <a:ln xmlns:a="http://schemas.openxmlformats.org/drawingml/2006/main" w="0">
            <a:noFill/>
          </a:ln>
        </p:spPr>
      </p:sp>
      <p:sp>
        <p:nvSpPr>
          <p:cNvPr id="550" name="">
            <a:extLst xmlns:a="http://schemas.openxmlformats.org/drawingml/2006/main">
              <a:ext uri="{FF2B5EF4-FFF2-40B4-BE49-F238E27FC236}">
                <a16:creationId xmlns:a16="http://schemas.microsoft.com/office/drawing/2014/main" id="{0E7EFEBF-C31F-4EE4-A1E7-CA45F828D849}"/>
              </a:ext>
            </a:extLst>
          </p:cNvPr>
          <p:cNvSpPr>
            <a:spLocks xmlns:a="http://schemas.openxmlformats.org/drawingml/2006/main" noGrp="1"/>
          </p:cNvSpPr>
          <p:nvPr/>
        </p:nvSpPr>
        <p:spPr>
          <a:xfrm xmlns:a="http://schemas.openxmlformats.org/drawingml/2006/main">
            <a:off x="3876675" y="5219700"/>
            <a:ext cx="56436" cy="95250"/>
          </a:xfrm>
          <a:prstGeom xmlns:a="http://schemas.openxmlformats.org/drawingml/2006/main" prst="rect">
            <a:avLst/>
          </a:prstGeom>
          <a:solidFill xmlns:a="http://schemas.openxmlformats.org/drawingml/2006/main">
            <a:srgbClr val="D2DDED"/>
          </a:solidFill>
          <a:ln xmlns:a="http://schemas.openxmlformats.org/drawingml/2006/main" w="0">
            <a:noFill/>
          </a:ln>
        </p:spPr>
      </p:sp>
      <p:sp>
        <p:nvSpPr>
          <p:cNvPr id="551" name="">
            <a:extLst xmlns:a="http://schemas.openxmlformats.org/drawingml/2006/main">
              <a:ext uri="{FF2B5EF4-FFF2-40B4-BE49-F238E27FC236}">
                <a16:creationId xmlns:a16="http://schemas.microsoft.com/office/drawing/2014/main" id="{50EE58AD-3ACF-404C-A946-152995083630}"/>
              </a:ext>
            </a:extLst>
          </p:cNvPr>
          <p:cNvSpPr>
            <a:spLocks xmlns:a="http://schemas.openxmlformats.org/drawingml/2006/main" noGrp="1"/>
          </p:cNvSpPr>
          <p:nvPr/>
        </p:nvSpPr>
        <p:spPr>
          <a:xfrm xmlns:a="http://schemas.openxmlformats.org/drawingml/2006/main">
            <a:off x="3932634" y="5219700"/>
            <a:ext cx="56436" cy="95250"/>
          </a:xfrm>
          <a:prstGeom xmlns:a="http://schemas.openxmlformats.org/drawingml/2006/main" prst="rect">
            <a:avLst/>
          </a:prstGeom>
          <a:solidFill xmlns:a="http://schemas.openxmlformats.org/drawingml/2006/main">
            <a:srgbClr val="CDD9EB"/>
          </a:solidFill>
          <a:ln xmlns:a="http://schemas.openxmlformats.org/drawingml/2006/main" w="0">
            <a:noFill/>
          </a:ln>
        </p:spPr>
      </p:sp>
      <p:sp>
        <p:nvSpPr>
          <p:cNvPr id="552" name="">
            <a:extLst xmlns:a="http://schemas.openxmlformats.org/drawingml/2006/main">
              <a:ext uri="{FF2B5EF4-FFF2-40B4-BE49-F238E27FC236}">
                <a16:creationId xmlns:a16="http://schemas.microsoft.com/office/drawing/2014/main" id="{794C8056-766D-4D11-B8EB-C5651587F47D}"/>
              </a:ext>
            </a:extLst>
          </p:cNvPr>
          <p:cNvSpPr>
            <a:spLocks xmlns:a="http://schemas.openxmlformats.org/drawingml/2006/main" noGrp="1"/>
          </p:cNvSpPr>
          <p:nvPr/>
        </p:nvSpPr>
        <p:spPr>
          <a:xfrm xmlns:a="http://schemas.openxmlformats.org/drawingml/2006/main">
            <a:off x="3988594" y="5219700"/>
            <a:ext cx="56436" cy="95250"/>
          </a:xfrm>
          <a:prstGeom xmlns:a="http://schemas.openxmlformats.org/drawingml/2006/main" prst="rect">
            <a:avLst/>
          </a:prstGeom>
          <a:solidFill xmlns:a="http://schemas.openxmlformats.org/drawingml/2006/main">
            <a:srgbClr val="C8D5E9"/>
          </a:solidFill>
          <a:ln xmlns:a="http://schemas.openxmlformats.org/drawingml/2006/main" w="0">
            <a:noFill/>
          </a:ln>
        </p:spPr>
      </p:sp>
      <p:sp>
        <p:nvSpPr>
          <p:cNvPr id="553" name="">
            <a:extLst xmlns:a="http://schemas.openxmlformats.org/drawingml/2006/main">
              <a:ext uri="{FF2B5EF4-FFF2-40B4-BE49-F238E27FC236}">
                <a16:creationId xmlns:a16="http://schemas.microsoft.com/office/drawing/2014/main" id="{877503AE-35EB-45B1-AC6E-E09A6A490795}"/>
              </a:ext>
            </a:extLst>
          </p:cNvPr>
          <p:cNvSpPr>
            <a:spLocks xmlns:a="http://schemas.openxmlformats.org/drawingml/2006/main" noGrp="1"/>
          </p:cNvSpPr>
          <p:nvPr/>
        </p:nvSpPr>
        <p:spPr>
          <a:xfrm xmlns:a="http://schemas.openxmlformats.org/drawingml/2006/main">
            <a:off x="4044553" y="5219700"/>
            <a:ext cx="56436" cy="95250"/>
          </a:xfrm>
          <a:prstGeom xmlns:a="http://schemas.openxmlformats.org/drawingml/2006/main" prst="rect">
            <a:avLst/>
          </a:prstGeom>
          <a:solidFill xmlns:a="http://schemas.openxmlformats.org/drawingml/2006/main">
            <a:srgbClr val="C2D1E7"/>
          </a:solidFill>
          <a:ln xmlns:a="http://schemas.openxmlformats.org/drawingml/2006/main" w="0">
            <a:noFill/>
          </a:ln>
        </p:spPr>
      </p:sp>
      <p:sp>
        <p:nvSpPr>
          <p:cNvPr id="554" name="">
            <a:extLst xmlns:a="http://schemas.openxmlformats.org/drawingml/2006/main">
              <a:ext uri="{FF2B5EF4-FFF2-40B4-BE49-F238E27FC236}">
                <a16:creationId xmlns:a16="http://schemas.microsoft.com/office/drawing/2014/main" id="{6404AC2A-4CA1-4AA6-A7F9-5E58804C80F9}"/>
              </a:ext>
            </a:extLst>
          </p:cNvPr>
          <p:cNvSpPr>
            <a:spLocks xmlns:a="http://schemas.openxmlformats.org/drawingml/2006/main" noGrp="1"/>
          </p:cNvSpPr>
          <p:nvPr/>
        </p:nvSpPr>
        <p:spPr>
          <a:xfrm xmlns:a="http://schemas.openxmlformats.org/drawingml/2006/main">
            <a:off x="4100513" y="5219700"/>
            <a:ext cx="56436" cy="95250"/>
          </a:xfrm>
          <a:prstGeom xmlns:a="http://schemas.openxmlformats.org/drawingml/2006/main" prst="rect">
            <a:avLst/>
          </a:prstGeom>
          <a:solidFill xmlns:a="http://schemas.openxmlformats.org/drawingml/2006/main">
            <a:srgbClr val="BDCDE4"/>
          </a:solidFill>
          <a:ln xmlns:a="http://schemas.openxmlformats.org/drawingml/2006/main" w="0">
            <a:noFill/>
          </a:ln>
        </p:spPr>
      </p:sp>
      <p:sp>
        <p:nvSpPr>
          <p:cNvPr id="555" name="">
            <a:extLst xmlns:a="http://schemas.openxmlformats.org/drawingml/2006/main">
              <a:ext uri="{FF2B5EF4-FFF2-40B4-BE49-F238E27FC236}">
                <a16:creationId xmlns:a16="http://schemas.microsoft.com/office/drawing/2014/main" id="{2CBB3ADF-0262-4164-A64A-983B1AEE463E}"/>
              </a:ext>
            </a:extLst>
          </p:cNvPr>
          <p:cNvSpPr>
            <a:spLocks xmlns:a="http://schemas.openxmlformats.org/drawingml/2006/main" noGrp="1"/>
          </p:cNvSpPr>
          <p:nvPr/>
        </p:nvSpPr>
        <p:spPr>
          <a:xfrm xmlns:a="http://schemas.openxmlformats.org/drawingml/2006/main">
            <a:off x="4156472" y="5219700"/>
            <a:ext cx="56436" cy="95250"/>
          </a:xfrm>
          <a:prstGeom xmlns:a="http://schemas.openxmlformats.org/drawingml/2006/main" prst="rect">
            <a:avLst/>
          </a:prstGeom>
          <a:solidFill xmlns:a="http://schemas.openxmlformats.org/drawingml/2006/main">
            <a:srgbClr val="B8C9E2"/>
          </a:solidFill>
          <a:ln xmlns:a="http://schemas.openxmlformats.org/drawingml/2006/main" w="0">
            <a:noFill/>
          </a:ln>
        </p:spPr>
      </p:sp>
      <p:sp>
        <p:nvSpPr>
          <p:cNvPr id="556" name="">
            <a:extLst xmlns:a="http://schemas.openxmlformats.org/drawingml/2006/main">
              <a:ext uri="{FF2B5EF4-FFF2-40B4-BE49-F238E27FC236}">
                <a16:creationId xmlns:a16="http://schemas.microsoft.com/office/drawing/2014/main" id="{47D20E18-406E-4AFA-87C5-3A72697F46D9}"/>
              </a:ext>
            </a:extLst>
          </p:cNvPr>
          <p:cNvSpPr>
            <a:spLocks xmlns:a="http://schemas.openxmlformats.org/drawingml/2006/main" noGrp="1"/>
          </p:cNvSpPr>
          <p:nvPr/>
        </p:nvSpPr>
        <p:spPr>
          <a:xfrm xmlns:a="http://schemas.openxmlformats.org/drawingml/2006/main">
            <a:off x="4212431" y="5219700"/>
            <a:ext cx="56436" cy="95250"/>
          </a:xfrm>
          <a:prstGeom xmlns:a="http://schemas.openxmlformats.org/drawingml/2006/main" prst="rect">
            <a:avLst/>
          </a:prstGeom>
          <a:solidFill xmlns:a="http://schemas.openxmlformats.org/drawingml/2006/main">
            <a:srgbClr val="B3C5E0"/>
          </a:solidFill>
          <a:ln xmlns:a="http://schemas.openxmlformats.org/drawingml/2006/main" w="0">
            <a:noFill/>
          </a:ln>
        </p:spPr>
      </p:sp>
      <p:sp>
        <p:nvSpPr>
          <p:cNvPr id="557" name="">
            <a:extLst xmlns:a="http://schemas.openxmlformats.org/drawingml/2006/main">
              <a:ext uri="{FF2B5EF4-FFF2-40B4-BE49-F238E27FC236}">
                <a16:creationId xmlns:a16="http://schemas.microsoft.com/office/drawing/2014/main" id="{50BD7E46-5F38-4827-8C14-D387F0E00EB7}"/>
              </a:ext>
            </a:extLst>
          </p:cNvPr>
          <p:cNvSpPr>
            <a:spLocks xmlns:a="http://schemas.openxmlformats.org/drawingml/2006/main" noGrp="1"/>
          </p:cNvSpPr>
          <p:nvPr/>
        </p:nvSpPr>
        <p:spPr>
          <a:xfrm xmlns:a="http://schemas.openxmlformats.org/drawingml/2006/main">
            <a:off x="4268391" y="5219700"/>
            <a:ext cx="56436" cy="95250"/>
          </a:xfrm>
          <a:prstGeom xmlns:a="http://schemas.openxmlformats.org/drawingml/2006/main" prst="rect">
            <a:avLst/>
          </a:prstGeom>
          <a:solidFill xmlns:a="http://schemas.openxmlformats.org/drawingml/2006/main">
            <a:srgbClr val="ADC1DE"/>
          </a:solidFill>
          <a:ln xmlns:a="http://schemas.openxmlformats.org/drawingml/2006/main" w="0">
            <a:noFill/>
          </a:ln>
        </p:spPr>
      </p:sp>
      <p:sp>
        <p:nvSpPr>
          <p:cNvPr id="558" name="">
            <a:extLst xmlns:a="http://schemas.openxmlformats.org/drawingml/2006/main">
              <a:ext uri="{FF2B5EF4-FFF2-40B4-BE49-F238E27FC236}">
                <a16:creationId xmlns:a16="http://schemas.microsoft.com/office/drawing/2014/main" id="{CC227DD9-4982-4D42-AFE6-A134D26182C2}"/>
              </a:ext>
            </a:extLst>
          </p:cNvPr>
          <p:cNvSpPr>
            <a:spLocks xmlns:a="http://schemas.openxmlformats.org/drawingml/2006/main" noGrp="1"/>
          </p:cNvSpPr>
          <p:nvPr/>
        </p:nvSpPr>
        <p:spPr>
          <a:xfrm xmlns:a="http://schemas.openxmlformats.org/drawingml/2006/main">
            <a:off x="4324350" y="5219700"/>
            <a:ext cx="56436" cy="95250"/>
          </a:xfrm>
          <a:prstGeom xmlns:a="http://schemas.openxmlformats.org/drawingml/2006/main" prst="rect">
            <a:avLst/>
          </a:prstGeom>
          <a:solidFill xmlns:a="http://schemas.openxmlformats.org/drawingml/2006/main">
            <a:srgbClr val="A8BDDC"/>
          </a:solidFill>
          <a:ln xmlns:a="http://schemas.openxmlformats.org/drawingml/2006/main" w="0">
            <a:noFill/>
          </a:ln>
        </p:spPr>
      </p:sp>
      <p:sp>
        <p:nvSpPr>
          <p:cNvPr id="559" name="">
            <a:extLst xmlns:a="http://schemas.openxmlformats.org/drawingml/2006/main">
              <a:ext uri="{FF2B5EF4-FFF2-40B4-BE49-F238E27FC236}">
                <a16:creationId xmlns:a16="http://schemas.microsoft.com/office/drawing/2014/main" id="{F2D64083-B0FE-4D3F-9F5D-89B54E7558F5}"/>
              </a:ext>
            </a:extLst>
          </p:cNvPr>
          <p:cNvSpPr>
            <a:spLocks xmlns:a="http://schemas.openxmlformats.org/drawingml/2006/main" noGrp="1"/>
          </p:cNvSpPr>
          <p:nvPr/>
        </p:nvSpPr>
        <p:spPr>
          <a:xfrm xmlns:a="http://schemas.openxmlformats.org/drawingml/2006/main">
            <a:off x="4380309" y="5219700"/>
            <a:ext cx="56436" cy="95250"/>
          </a:xfrm>
          <a:prstGeom xmlns:a="http://schemas.openxmlformats.org/drawingml/2006/main" prst="rect">
            <a:avLst/>
          </a:prstGeom>
          <a:solidFill xmlns:a="http://schemas.openxmlformats.org/drawingml/2006/main">
            <a:srgbClr val="A3B9DA"/>
          </a:solidFill>
          <a:ln xmlns:a="http://schemas.openxmlformats.org/drawingml/2006/main" w="0">
            <a:noFill/>
          </a:ln>
        </p:spPr>
      </p:sp>
      <p:sp>
        <p:nvSpPr>
          <p:cNvPr id="560" name="">
            <a:extLst xmlns:a="http://schemas.openxmlformats.org/drawingml/2006/main">
              <a:ext uri="{FF2B5EF4-FFF2-40B4-BE49-F238E27FC236}">
                <a16:creationId xmlns:a16="http://schemas.microsoft.com/office/drawing/2014/main" id="{5DAFDE6B-D343-4594-98D1-EC8754380231}"/>
              </a:ext>
            </a:extLst>
          </p:cNvPr>
          <p:cNvSpPr>
            <a:spLocks xmlns:a="http://schemas.openxmlformats.org/drawingml/2006/main" noGrp="1"/>
          </p:cNvSpPr>
          <p:nvPr/>
        </p:nvSpPr>
        <p:spPr>
          <a:xfrm xmlns:a="http://schemas.openxmlformats.org/drawingml/2006/main">
            <a:off x="4436269" y="5219700"/>
            <a:ext cx="56436" cy="95250"/>
          </a:xfrm>
          <a:prstGeom xmlns:a="http://schemas.openxmlformats.org/drawingml/2006/main" prst="rect">
            <a:avLst/>
          </a:prstGeom>
          <a:solidFill xmlns:a="http://schemas.openxmlformats.org/drawingml/2006/main">
            <a:srgbClr val="9DB5D8"/>
          </a:solidFill>
          <a:ln xmlns:a="http://schemas.openxmlformats.org/drawingml/2006/main" w="0">
            <a:noFill/>
          </a:ln>
        </p:spPr>
      </p:sp>
      <p:sp>
        <p:nvSpPr>
          <p:cNvPr id="561" name="">
            <a:extLst xmlns:a="http://schemas.openxmlformats.org/drawingml/2006/main">
              <a:ext uri="{FF2B5EF4-FFF2-40B4-BE49-F238E27FC236}">
                <a16:creationId xmlns:a16="http://schemas.microsoft.com/office/drawing/2014/main" id="{6530EF83-AD7C-4A03-9A14-58ED1758E5E0}"/>
              </a:ext>
            </a:extLst>
          </p:cNvPr>
          <p:cNvSpPr>
            <a:spLocks xmlns:a="http://schemas.openxmlformats.org/drawingml/2006/main" noGrp="1"/>
          </p:cNvSpPr>
          <p:nvPr/>
        </p:nvSpPr>
        <p:spPr>
          <a:xfrm xmlns:a="http://schemas.openxmlformats.org/drawingml/2006/main">
            <a:off x="4492228" y="5219700"/>
            <a:ext cx="56436" cy="95250"/>
          </a:xfrm>
          <a:prstGeom xmlns:a="http://schemas.openxmlformats.org/drawingml/2006/main" prst="rect">
            <a:avLst/>
          </a:prstGeom>
          <a:solidFill xmlns:a="http://schemas.openxmlformats.org/drawingml/2006/main">
            <a:srgbClr val="98B1D6"/>
          </a:solidFill>
          <a:ln xmlns:a="http://schemas.openxmlformats.org/drawingml/2006/main" w="0">
            <a:noFill/>
          </a:ln>
        </p:spPr>
      </p:sp>
      <p:sp>
        <p:nvSpPr>
          <p:cNvPr id="562" name="">
            <a:extLst xmlns:a="http://schemas.openxmlformats.org/drawingml/2006/main">
              <a:ext uri="{FF2B5EF4-FFF2-40B4-BE49-F238E27FC236}">
                <a16:creationId xmlns:a16="http://schemas.microsoft.com/office/drawing/2014/main" id="{73450CF7-8CC1-43B8-82B3-008F71EEB656}"/>
              </a:ext>
            </a:extLst>
          </p:cNvPr>
          <p:cNvSpPr>
            <a:spLocks xmlns:a="http://schemas.openxmlformats.org/drawingml/2006/main" noGrp="1"/>
          </p:cNvSpPr>
          <p:nvPr/>
        </p:nvSpPr>
        <p:spPr>
          <a:xfrm xmlns:a="http://schemas.openxmlformats.org/drawingml/2006/main">
            <a:off x="4548188" y="5219700"/>
            <a:ext cx="56436" cy="95250"/>
          </a:xfrm>
          <a:prstGeom xmlns:a="http://schemas.openxmlformats.org/drawingml/2006/main" prst="rect">
            <a:avLst/>
          </a:prstGeom>
          <a:solidFill xmlns:a="http://schemas.openxmlformats.org/drawingml/2006/main">
            <a:srgbClr val="93ACD3"/>
          </a:solidFill>
          <a:ln xmlns:a="http://schemas.openxmlformats.org/drawingml/2006/main" w="0">
            <a:noFill/>
          </a:ln>
        </p:spPr>
      </p:sp>
      <p:sp>
        <p:nvSpPr>
          <p:cNvPr id="563" name="">
            <a:extLst xmlns:a="http://schemas.openxmlformats.org/drawingml/2006/main">
              <a:ext uri="{FF2B5EF4-FFF2-40B4-BE49-F238E27FC236}">
                <a16:creationId xmlns:a16="http://schemas.microsoft.com/office/drawing/2014/main" id="{82F85530-F0A6-47D3-9374-BD88D1707AFC}"/>
              </a:ext>
            </a:extLst>
          </p:cNvPr>
          <p:cNvSpPr>
            <a:spLocks xmlns:a="http://schemas.openxmlformats.org/drawingml/2006/main" noGrp="1"/>
          </p:cNvSpPr>
          <p:nvPr/>
        </p:nvSpPr>
        <p:spPr>
          <a:xfrm xmlns:a="http://schemas.openxmlformats.org/drawingml/2006/main">
            <a:off x="4604147" y="5219700"/>
            <a:ext cx="56436" cy="95250"/>
          </a:xfrm>
          <a:prstGeom xmlns:a="http://schemas.openxmlformats.org/drawingml/2006/main" prst="rect">
            <a:avLst/>
          </a:prstGeom>
          <a:solidFill xmlns:a="http://schemas.openxmlformats.org/drawingml/2006/main">
            <a:srgbClr val="8EA8D1"/>
          </a:solidFill>
          <a:ln xmlns:a="http://schemas.openxmlformats.org/drawingml/2006/main" w="0">
            <a:noFill/>
          </a:ln>
        </p:spPr>
      </p:sp>
      <p:sp>
        <p:nvSpPr>
          <p:cNvPr id="564" name="">
            <a:extLst xmlns:a="http://schemas.openxmlformats.org/drawingml/2006/main">
              <a:ext uri="{FF2B5EF4-FFF2-40B4-BE49-F238E27FC236}">
                <a16:creationId xmlns:a16="http://schemas.microsoft.com/office/drawing/2014/main" id="{CD69FEF4-1F96-47F5-96F3-F987EE4278F1}"/>
              </a:ext>
            </a:extLst>
          </p:cNvPr>
          <p:cNvSpPr>
            <a:spLocks xmlns:a="http://schemas.openxmlformats.org/drawingml/2006/main" noGrp="1"/>
          </p:cNvSpPr>
          <p:nvPr/>
        </p:nvSpPr>
        <p:spPr>
          <a:xfrm xmlns:a="http://schemas.openxmlformats.org/drawingml/2006/main">
            <a:off x="4660106" y="5219700"/>
            <a:ext cx="56436" cy="95250"/>
          </a:xfrm>
          <a:prstGeom xmlns:a="http://schemas.openxmlformats.org/drawingml/2006/main" prst="rect">
            <a:avLst/>
          </a:prstGeom>
          <a:solidFill xmlns:a="http://schemas.openxmlformats.org/drawingml/2006/main">
            <a:srgbClr val="88A4CF"/>
          </a:solidFill>
          <a:ln xmlns:a="http://schemas.openxmlformats.org/drawingml/2006/main" w="0">
            <a:noFill/>
          </a:ln>
        </p:spPr>
      </p:sp>
      <p:sp>
        <p:nvSpPr>
          <p:cNvPr id="565" name="">
            <a:extLst xmlns:a="http://schemas.openxmlformats.org/drawingml/2006/main">
              <a:ext uri="{FF2B5EF4-FFF2-40B4-BE49-F238E27FC236}">
                <a16:creationId xmlns:a16="http://schemas.microsoft.com/office/drawing/2014/main" id="{4E176E1B-D23D-42D9-9FD7-6FD9064D37BF}"/>
              </a:ext>
            </a:extLst>
          </p:cNvPr>
          <p:cNvSpPr>
            <a:spLocks xmlns:a="http://schemas.openxmlformats.org/drawingml/2006/main" noGrp="1"/>
          </p:cNvSpPr>
          <p:nvPr/>
        </p:nvSpPr>
        <p:spPr>
          <a:xfrm xmlns:a="http://schemas.openxmlformats.org/drawingml/2006/main">
            <a:off x="4716066" y="5219700"/>
            <a:ext cx="56436" cy="95250"/>
          </a:xfrm>
          <a:prstGeom xmlns:a="http://schemas.openxmlformats.org/drawingml/2006/main" prst="rect">
            <a:avLst/>
          </a:prstGeom>
          <a:solidFill xmlns:a="http://schemas.openxmlformats.org/drawingml/2006/main">
            <a:srgbClr val="83A0CD"/>
          </a:solidFill>
          <a:ln xmlns:a="http://schemas.openxmlformats.org/drawingml/2006/main" w="0">
            <a:noFill/>
          </a:ln>
        </p:spPr>
      </p:sp>
      <p:sp>
        <p:nvSpPr>
          <p:cNvPr id="566" name="">
            <a:extLst xmlns:a="http://schemas.openxmlformats.org/drawingml/2006/main">
              <a:ext uri="{FF2B5EF4-FFF2-40B4-BE49-F238E27FC236}">
                <a16:creationId xmlns:a16="http://schemas.microsoft.com/office/drawing/2014/main" id="{8FBAA666-9DB6-4927-A1F3-EF68B57FA567}"/>
              </a:ext>
            </a:extLst>
          </p:cNvPr>
          <p:cNvSpPr>
            <a:spLocks xmlns:a="http://schemas.openxmlformats.org/drawingml/2006/main" noGrp="1"/>
          </p:cNvSpPr>
          <p:nvPr/>
        </p:nvSpPr>
        <p:spPr>
          <a:xfrm xmlns:a="http://schemas.openxmlformats.org/drawingml/2006/main">
            <a:off x="4772025" y="5219700"/>
            <a:ext cx="56436" cy="95250"/>
          </a:xfrm>
          <a:prstGeom xmlns:a="http://schemas.openxmlformats.org/drawingml/2006/main" prst="rect">
            <a:avLst/>
          </a:prstGeom>
          <a:solidFill xmlns:a="http://schemas.openxmlformats.org/drawingml/2006/main">
            <a:srgbClr val="7E9CCB"/>
          </a:solidFill>
          <a:ln xmlns:a="http://schemas.openxmlformats.org/drawingml/2006/main" w="0">
            <a:noFill/>
          </a:ln>
        </p:spPr>
      </p:sp>
      <p:sp>
        <p:nvSpPr>
          <p:cNvPr id="567" name="">
            <a:extLst xmlns:a="http://schemas.openxmlformats.org/drawingml/2006/main">
              <a:ext uri="{FF2B5EF4-FFF2-40B4-BE49-F238E27FC236}">
                <a16:creationId xmlns:a16="http://schemas.microsoft.com/office/drawing/2014/main" id="{C5E560FE-9E37-4B8A-9797-83DDED22EA6A}"/>
              </a:ext>
            </a:extLst>
          </p:cNvPr>
          <p:cNvSpPr>
            <a:spLocks xmlns:a="http://schemas.openxmlformats.org/drawingml/2006/main" noGrp="1"/>
          </p:cNvSpPr>
          <p:nvPr/>
        </p:nvSpPr>
        <p:spPr>
          <a:xfrm xmlns:a="http://schemas.openxmlformats.org/drawingml/2006/main">
            <a:off x="4827984" y="5219700"/>
            <a:ext cx="56436" cy="95250"/>
          </a:xfrm>
          <a:prstGeom xmlns:a="http://schemas.openxmlformats.org/drawingml/2006/main" prst="rect">
            <a:avLst/>
          </a:prstGeom>
          <a:solidFill xmlns:a="http://schemas.openxmlformats.org/drawingml/2006/main">
            <a:srgbClr val="7898C9"/>
          </a:solidFill>
          <a:ln xmlns:a="http://schemas.openxmlformats.org/drawingml/2006/main" w="0">
            <a:noFill/>
          </a:ln>
        </p:spPr>
      </p:sp>
      <p:sp>
        <p:nvSpPr>
          <p:cNvPr id="568" name="">
            <a:extLst xmlns:a="http://schemas.openxmlformats.org/drawingml/2006/main">
              <a:ext uri="{FF2B5EF4-FFF2-40B4-BE49-F238E27FC236}">
                <a16:creationId xmlns:a16="http://schemas.microsoft.com/office/drawing/2014/main" id="{32231FE8-C0D6-452B-8715-B13F25B01901}"/>
              </a:ext>
            </a:extLst>
          </p:cNvPr>
          <p:cNvSpPr>
            <a:spLocks xmlns:a="http://schemas.openxmlformats.org/drawingml/2006/main" noGrp="1"/>
          </p:cNvSpPr>
          <p:nvPr/>
        </p:nvSpPr>
        <p:spPr>
          <a:xfrm xmlns:a="http://schemas.openxmlformats.org/drawingml/2006/main">
            <a:off x="4883944" y="5219700"/>
            <a:ext cx="56436" cy="95250"/>
          </a:xfrm>
          <a:prstGeom xmlns:a="http://schemas.openxmlformats.org/drawingml/2006/main" prst="rect">
            <a:avLst/>
          </a:prstGeom>
          <a:solidFill xmlns:a="http://schemas.openxmlformats.org/drawingml/2006/main">
            <a:srgbClr val="7394C7"/>
          </a:solidFill>
          <a:ln xmlns:a="http://schemas.openxmlformats.org/drawingml/2006/main" w="0">
            <a:noFill/>
          </a:ln>
        </p:spPr>
      </p:sp>
      <p:sp>
        <p:nvSpPr>
          <p:cNvPr id="569" name="">
            <a:extLst xmlns:a="http://schemas.openxmlformats.org/drawingml/2006/main">
              <a:ext uri="{FF2B5EF4-FFF2-40B4-BE49-F238E27FC236}">
                <a16:creationId xmlns:a16="http://schemas.microsoft.com/office/drawing/2014/main" id="{13A1F677-298B-4F85-992F-006981C2E7DE}"/>
              </a:ext>
            </a:extLst>
          </p:cNvPr>
          <p:cNvSpPr>
            <a:spLocks xmlns:a="http://schemas.openxmlformats.org/drawingml/2006/main" noGrp="1"/>
          </p:cNvSpPr>
          <p:nvPr/>
        </p:nvSpPr>
        <p:spPr>
          <a:xfrm xmlns:a="http://schemas.openxmlformats.org/drawingml/2006/main">
            <a:off x="4939903" y="5219700"/>
            <a:ext cx="56436" cy="95250"/>
          </a:xfrm>
          <a:prstGeom xmlns:a="http://schemas.openxmlformats.org/drawingml/2006/main" prst="rect">
            <a:avLst/>
          </a:prstGeom>
          <a:solidFill xmlns:a="http://schemas.openxmlformats.org/drawingml/2006/main">
            <a:srgbClr val="6E90C5"/>
          </a:solidFill>
          <a:ln xmlns:a="http://schemas.openxmlformats.org/drawingml/2006/main" w="0">
            <a:noFill/>
          </a:ln>
        </p:spPr>
      </p:sp>
      <p:sp>
        <p:nvSpPr>
          <p:cNvPr id="570" name="">
            <a:extLst xmlns:a="http://schemas.openxmlformats.org/drawingml/2006/main">
              <a:ext uri="{FF2B5EF4-FFF2-40B4-BE49-F238E27FC236}">
                <a16:creationId xmlns:a16="http://schemas.microsoft.com/office/drawing/2014/main" id="{48CF19DD-150D-485C-BF31-46DB975AC57D}"/>
              </a:ext>
            </a:extLst>
          </p:cNvPr>
          <p:cNvSpPr>
            <a:spLocks xmlns:a="http://schemas.openxmlformats.org/drawingml/2006/main" noGrp="1"/>
          </p:cNvSpPr>
          <p:nvPr/>
        </p:nvSpPr>
        <p:spPr>
          <a:xfrm xmlns:a="http://schemas.openxmlformats.org/drawingml/2006/main">
            <a:off x="4995863" y="5219700"/>
            <a:ext cx="56436" cy="95250"/>
          </a:xfrm>
          <a:prstGeom xmlns:a="http://schemas.openxmlformats.org/drawingml/2006/main" prst="rect">
            <a:avLst/>
          </a:prstGeom>
          <a:solidFill xmlns:a="http://schemas.openxmlformats.org/drawingml/2006/main">
            <a:srgbClr val="698CC2"/>
          </a:solidFill>
          <a:ln xmlns:a="http://schemas.openxmlformats.org/drawingml/2006/main" w="0">
            <a:noFill/>
          </a:ln>
        </p:spPr>
      </p:sp>
      <p:sp>
        <p:nvSpPr>
          <p:cNvPr id="571" name="">
            <a:extLst xmlns:a="http://schemas.openxmlformats.org/drawingml/2006/main">
              <a:ext uri="{FF2B5EF4-FFF2-40B4-BE49-F238E27FC236}">
                <a16:creationId xmlns:a16="http://schemas.microsoft.com/office/drawing/2014/main" id="{EFAF4FB3-5E46-4158-8A94-F4856A1C3C15}"/>
              </a:ext>
            </a:extLst>
          </p:cNvPr>
          <p:cNvSpPr>
            <a:spLocks xmlns:a="http://schemas.openxmlformats.org/drawingml/2006/main" noGrp="1"/>
          </p:cNvSpPr>
          <p:nvPr/>
        </p:nvSpPr>
        <p:spPr>
          <a:xfrm xmlns:a="http://schemas.openxmlformats.org/drawingml/2006/main">
            <a:off x="5051822" y="5219700"/>
            <a:ext cx="56436" cy="95250"/>
          </a:xfrm>
          <a:prstGeom xmlns:a="http://schemas.openxmlformats.org/drawingml/2006/main" prst="rect">
            <a:avLst/>
          </a:prstGeom>
          <a:solidFill xmlns:a="http://schemas.openxmlformats.org/drawingml/2006/main">
            <a:srgbClr val="6388C0"/>
          </a:solidFill>
          <a:ln xmlns:a="http://schemas.openxmlformats.org/drawingml/2006/main" w="0">
            <a:noFill/>
          </a:ln>
        </p:spPr>
      </p:sp>
      <p:sp>
        <p:nvSpPr>
          <p:cNvPr id="572" name="">
            <a:extLst xmlns:a="http://schemas.openxmlformats.org/drawingml/2006/main">
              <a:ext uri="{FF2B5EF4-FFF2-40B4-BE49-F238E27FC236}">
                <a16:creationId xmlns:a16="http://schemas.microsoft.com/office/drawing/2014/main" id="{DF0CE4EE-CD90-4423-9064-947F6149759B}"/>
              </a:ext>
            </a:extLst>
          </p:cNvPr>
          <p:cNvSpPr>
            <a:spLocks xmlns:a="http://schemas.openxmlformats.org/drawingml/2006/main" noGrp="1"/>
          </p:cNvSpPr>
          <p:nvPr/>
        </p:nvSpPr>
        <p:spPr>
          <a:xfrm xmlns:a="http://schemas.openxmlformats.org/drawingml/2006/main">
            <a:off x="5107781" y="5219700"/>
            <a:ext cx="56436" cy="95250"/>
          </a:xfrm>
          <a:prstGeom xmlns:a="http://schemas.openxmlformats.org/drawingml/2006/main" prst="rect">
            <a:avLst/>
          </a:prstGeom>
          <a:solidFill xmlns:a="http://schemas.openxmlformats.org/drawingml/2006/main">
            <a:srgbClr val="5E84BE"/>
          </a:solidFill>
          <a:ln xmlns:a="http://schemas.openxmlformats.org/drawingml/2006/main" w="0">
            <a:noFill/>
          </a:ln>
        </p:spPr>
      </p:sp>
      <p:sp>
        <p:nvSpPr>
          <p:cNvPr id="573" name="">
            <a:extLst xmlns:a="http://schemas.openxmlformats.org/drawingml/2006/main">
              <a:ext uri="{FF2B5EF4-FFF2-40B4-BE49-F238E27FC236}">
                <a16:creationId xmlns:a16="http://schemas.microsoft.com/office/drawing/2014/main" id="{DF66477F-4EC4-4A25-B4E8-D38AD0ACABF8}"/>
              </a:ext>
            </a:extLst>
          </p:cNvPr>
          <p:cNvSpPr>
            <a:spLocks xmlns:a="http://schemas.openxmlformats.org/drawingml/2006/main" noGrp="1"/>
          </p:cNvSpPr>
          <p:nvPr/>
        </p:nvSpPr>
        <p:spPr>
          <a:xfrm xmlns:a="http://schemas.openxmlformats.org/drawingml/2006/main">
            <a:off x="5163741" y="5219700"/>
            <a:ext cx="56436" cy="95250"/>
          </a:xfrm>
          <a:prstGeom xmlns:a="http://schemas.openxmlformats.org/drawingml/2006/main" prst="rect">
            <a:avLst/>
          </a:prstGeom>
          <a:solidFill xmlns:a="http://schemas.openxmlformats.org/drawingml/2006/main">
            <a:srgbClr val="5980BC"/>
          </a:solidFill>
          <a:ln xmlns:a="http://schemas.openxmlformats.org/drawingml/2006/main" w="0">
            <a:noFill/>
          </a:ln>
        </p:spPr>
      </p:sp>
      <p:sp>
        <p:nvSpPr>
          <p:cNvPr id="574" name="">
            <a:extLst xmlns:a="http://schemas.openxmlformats.org/drawingml/2006/main">
              <a:ext uri="{FF2B5EF4-FFF2-40B4-BE49-F238E27FC236}">
                <a16:creationId xmlns:a16="http://schemas.microsoft.com/office/drawing/2014/main" id="{B7BE0918-022F-4F84-B31A-68FB96CAF2DC}"/>
              </a:ext>
            </a:extLst>
          </p:cNvPr>
          <p:cNvSpPr>
            <a:spLocks xmlns:a="http://schemas.openxmlformats.org/drawingml/2006/main" noGrp="1"/>
          </p:cNvSpPr>
          <p:nvPr/>
        </p:nvSpPr>
        <p:spPr>
          <a:xfrm xmlns:a="http://schemas.openxmlformats.org/drawingml/2006/main">
            <a:off x="5219700" y="5219700"/>
            <a:ext cx="56436" cy="95250"/>
          </a:xfrm>
          <a:prstGeom xmlns:a="http://schemas.openxmlformats.org/drawingml/2006/main" prst="rect">
            <a:avLst/>
          </a:prstGeom>
          <a:solidFill xmlns:a="http://schemas.openxmlformats.org/drawingml/2006/main">
            <a:srgbClr val="547CBA"/>
          </a:solidFill>
          <a:ln xmlns:a="http://schemas.openxmlformats.org/drawingml/2006/main" w="0">
            <a:noFill/>
          </a:ln>
        </p:spPr>
      </p:sp>
      <p:sp>
        <p:nvSpPr>
          <p:cNvPr id="575" name="">
            <a:extLst xmlns:a="http://schemas.openxmlformats.org/drawingml/2006/main">
              <a:ext uri="{FF2B5EF4-FFF2-40B4-BE49-F238E27FC236}">
                <a16:creationId xmlns:a16="http://schemas.microsoft.com/office/drawing/2014/main" id="{C2FB0A58-6050-45CA-B6B5-22F10FA3D3D3}"/>
              </a:ext>
            </a:extLst>
          </p:cNvPr>
          <p:cNvSpPr>
            <a:spLocks xmlns:a="http://schemas.openxmlformats.org/drawingml/2006/main" noGrp="1"/>
          </p:cNvSpPr>
          <p:nvPr/>
        </p:nvSpPr>
        <p:spPr>
          <a:xfrm xmlns:a="http://schemas.openxmlformats.org/drawingml/2006/main">
            <a:off x="5275659" y="5219700"/>
            <a:ext cx="56436" cy="95250"/>
          </a:xfrm>
          <a:prstGeom xmlns:a="http://schemas.openxmlformats.org/drawingml/2006/main" prst="rect">
            <a:avLst/>
          </a:prstGeom>
          <a:solidFill xmlns:a="http://schemas.openxmlformats.org/drawingml/2006/main">
            <a:srgbClr val="4E78B8"/>
          </a:solidFill>
          <a:ln xmlns:a="http://schemas.openxmlformats.org/drawingml/2006/main" w="0">
            <a:noFill/>
          </a:ln>
        </p:spPr>
      </p:sp>
      <p:sp>
        <p:nvSpPr>
          <p:cNvPr id="576" name="">
            <a:extLst xmlns:a="http://schemas.openxmlformats.org/drawingml/2006/main">
              <a:ext uri="{FF2B5EF4-FFF2-40B4-BE49-F238E27FC236}">
                <a16:creationId xmlns:a16="http://schemas.microsoft.com/office/drawing/2014/main" id="{16636615-2F24-457F-BEED-44518B9A389C}"/>
              </a:ext>
            </a:extLst>
          </p:cNvPr>
          <p:cNvSpPr>
            <a:spLocks xmlns:a="http://schemas.openxmlformats.org/drawingml/2006/main" noGrp="1"/>
          </p:cNvSpPr>
          <p:nvPr/>
        </p:nvSpPr>
        <p:spPr>
          <a:xfrm xmlns:a="http://schemas.openxmlformats.org/drawingml/2006/main">
            <a:off x="5331619" y="5219700"/>
            <a:ext cx="56436" cy="95250"/>
          </a:xfrm>
          <a:prstGeom xmlns:a="http://schemas.openxmlformats.org/drawingml/2006/main" prst="rect">
            <a:avLst/>
          </a:prstGeom>
          <a:solidFill xmlns:a="http://schemas.openxmlformats.org/drawingml/2006/main">
            <a:srgbClr val="4974B6"/>
          </a:solidFill>
          <a:ln xmlns:a="http://schemas.openxmlformats.org/drawingml/2006/main" w="0">
            <a:noFill/>
          </a:ln>
        </p:spPr>
      </p:sp>
      <p:sp>
        <p:nvSpPr>
          <p:cNvPr id="577" name="">
            <a:extLst xmlns:a="http://schemas.openxmlformats.org/drawingml/2006/main">
              <a:ext uri="{FF2B5EF4-FFF2-40B4-BE49-F238E27FC236}">
                <a16:creationId xmlns:a16="http://schemas.microsoft.com/office/drawing/2014/main" id="{DF8F33FB-8185-40F2-974E-0EC03D3D371E}"/>
              </a:ext>
            </a:extLst>
          </p:cNvPr>
          <p:cNvSpPr>
            <a:spLocks xmlns:a="http://schemas.openxmlformats.org/drawingml/2006/main" noGrp="1"/>
          </p:cNvSpPr>
          <p:nvPr/>
        </p:nvSpPr>
        <p:spPr>
          <a:xfrm xmlns:a="http://schemas.openxmlformats.org/drawingml/2006/main">
            <a:off x="5387578" y="5219700"/>
            <a:ext cx="56436" cy="95250"/>
          </a:xfrm>
          <a:prstGeom xmlns:a="http://schemas.openxmlformats.org/drawingml/2006/main" prst="rect">
            <a:avLst/>
          </a:prstGeom>
          <a:solidFill xmlns:a="http://schemas.openxmlformats.org/drawingml/2006/main">
            <a:srgbClr val="4470B4"/>
          </a:solidFill>
          <a:ln xmlns:a="http://schemas.openxmlformats.org/drawingml/2006/main" w="0">
            <a:noFill/>
          </a:ln>
        </p:spPr>
      </p:sp>
      <p:sp>
        <p:nvSpPr>
          <p:cNvPr id="578" name="">
            <a:extLst xmlns:a="http://schemas.openxmlformats.org/drawingml/2006/main">
              <a:ext uri="{FF2B5EF4-FFF2-40B4-BE49-F238E27FC236}">
                <a16:creationId xmlns:a16="http://schemas.microsoft.com/office/drawing/2014/main" id="{0E166781-E6F8-4ADA-8F56-6E7C9ED1C812}"/>
              </a:ext>
            </a:extLst>
          </p:cNvPr>
          <p:cNvSpPr>
            <a:spLocks xmlns:a="http://schemas.openxmlformats.org/drawingml/2006/main" noGrp="1"/>
          </p:cNvSpPr>
          <p:nvPr/>
        </p:nvSpPr>
        <p:spPr>
          <a:xfrm xmlns:a="http://schemas.openxmlformats.org/drawingml/2006/main">
            <a:off x="5443538" y="5219700"/>
            <a:ext cx="56436" cy="95250"/>
          </a:xfrm>
          <a:prstGeom xmlns:a="http://schemas.openxmlformats.org/drawingml/2006/main" prst="rect">
            <a:avLst/>
          </a:prstGeom>
          <a:solidFill xmlns:a="http://schemas.openxmlformats.org/drawingml/2006/main">
            <a:srgbClr val="3E6CB1"/>
          </a:solidFill>
          <a:ln xmlns:a="http://schemas.openxmlformats.org/drawingml/2006/main" w="0">
            <a:noFill/>
          </a:ln>
        </p:spPr>
      </p:sp>
      <p:sp>
        <p:nvSpPr>
          <p:cNvPr id="579" name="">
            <a:extLst xmlns:a="http://schemas.openxmlformats.org/drawingml/2006/main">
              <a:ext uri="{FF2B5EF4-FFF2-40B4-BE49-F238E27FC236}">
                <a16:creationId xmlns:a16="http://schemas.microsoft.com/office/drawing/2014/main" id="{C6E9B614-C766-436C-B63E-F5C70A7D8033}"/>
              </a:ext>
            </a:extLst>
          </p:cNvPr>
          <p:cNvSpPr>
            <a:spLocks xmlns:a="http://schemas.openxmlformats.org/drawingml/2006/main" noGrp="1"/>
          </p:cNvSpPr>
          <p:nvPr/>
        </p:nvSpPr>
        <p:spPr>
          <a:xfrm xmlns:a="http://schemas.openxmlformats.org/drawingml/2006/main">
            <a:off x="5499497" y="5219700"/>
            <a:ext cx="56436" cy="95250"/>
          </a:xfrm>
          <a:prstGeom xmlns:a="http://schemas.openxmlformats.org/drawingml/2006/main" prst="rect">
            <a:avLst/>
          </a:prstGeom>
          <a:solidFill xmlns:a="http://schemas.openxmlformats.org/drawingml/2006/main">
            <a:srgbClr val="3968AF"/>
          </a:solidFill>
          <a:ln xmlns:a="http://schemas.openxmlformats.org/drawingml/2006/main" w="0">
            <a:noFill/>
          </a:ln>
        </p:spPr>
      </p:sp>
      <p:sp>
        <p:nvSpPr>
          <p:cNvPr id="580" name="">
            <a:extLst xmlns:a="http://schemas.openxmlformats.org/drawingml/2006/main">
              <a:ext uri="{FF2B5EF4-FFF2-40B4-BE49-F238E27FC236}">
                <a16:creationId xmlns:a16="http://schemas.microsoft.com/office/drawing/2014/main" id="{C0FCAFDF-2238-41EF-8479-145B29AE57E4}"/>
              </a:ext>
            </a:extLst>
          </p:cNvPr>
          <p:cNvSpPr>
            <a:spLocks xmlns:a="http://schemas.openxmlformats.org/drawingml/2006/main" noGrp="1"/>
          </p:cNvSpPr>
          <p:nvPr/>
        </p:nvSpPr>
        <p:spPr>
          <a:xfrm xmlns:a="http://schemas.openxmlformats.org/drawingml/2006/main">
            <a:off x="5555456" y="5219700"/>
            <a:ext cx="56436" cy="95250"/>
          </a:xfrm>
          <a:prstGeom xmlns:a="http://schemas.openxmlformats.org/drawingml/2006/main" prst="rect">
            <a:avLst/>
          </a:prstGeom>
          <a:solidFill xmlns:a="http://schemas.openxmlformats.org/drawingml/2006/main">
            <a:srgbClr val="3464AD"/>
          </a:solidFill>
          <a:ln xmlns:a="http://schemas.openxmlformats.org/drawingml/2006/main" w="0">
            <a:noFill/>
          </a:ln>
        </p:spPr>
      </p:sp>
      <p:sp>
        <p:nvSpPr>
          <p:cNvPr id="581" name="">
            <a:extLst xmlns:a="http://schemas.openxmlformats.org/drawingml/2006/main">
              <a:ext uri="{FF2B5EF4-FFF2-40B4-BE49-F238E27FC236}">
                <a16:creationId xmlns:a16="http://schemas.microsoft.com/office/drawing/2014/main" id="{4DCA5476-2083-4923-A4E1-FB239C8CC5CE}"/>
              </a:ext>
            </a:extLst>
          </p:cNvPr>
          <p:cNvSpPr>
            <a:spLocks xmlns:a="http://schemas.openxmlformats.org/drawingml/2006/main" noGrp="1"/>
          </p:cNvSpPr>
          <p:nvPr/>
        </p:nvSpPr>
        <p:spPr>
          <a:xfrm xmlns:a="http://schemas.openxmlformats.org/drawingml/2006/main">
            <a:off x="5611416" y="5219700"/>
            <a:ext cx="56436" cy="95250"/>
          </a:xfrm>
          <a:prstGeom xmlns:a="http://schemas.openxmlformats.org/drawingml/2006/main" prst="rect">
            <a:avLst/>
          </a:prstGeom>
          <a:solidFill xmlns:a="http://schemas.openxmlformats.org/drawingml/2006/main">
            <a:srgbClr val="2F60AB"/>
          </a:solidFill>
          <a:ln xmlns:a="http://schemas.openxmlformats.org/drawingml/2006/main" w="0">
            <a:noFill/>
          </a:ln>
        </p:spPr>
      </p:sp>
      <p:sp>
        <p:nvSpPr>
          <p:cNvPr id="582" name="">
            <a:extLst xmlns:a="http://schemas.openxmlformats.org/drawingml/2006/main">
              <a:ext uri="{FF2B5EF4-FFF2-40B4-BE49-F238E27FC236}">
                <a16:creationId xmlns:a16="http://schemas.microsoft.com/office/drawing/2014/main" id="{291134FD-F1B2-4BD5-B308-AB14D939C759}"/>
              </a:ext>
            </a:extLst>
          </p:cNvPr>
          <p:cNvSpPr>
            <a:spLocks xmlns:a="http://schemas.openxmlformats.org/drawingml/2006/main" noGrp="1"/>
          </p:cNvSpPr>
          <p:nvPr/>
        </p:nvSpPr>
        <p:spPr>
          <a:xfrm xmlns:a="http://schemas.openxmlformats.org/drawingml/2006/main">
            <a:off x="95250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583" name="">
            <a:extLst xmlns:a="http://schemas.openxmlformats.org/drawingml/2006/main">
              <a:ext uri="{FF2B5EF4-FFF2-40B4-BE49-F238E27FC236}">
                <a16:creationId xmlns:a16="http://schemas.microsoft.com/office/drawing/2014/main" id="{8EDDEC19-D994-41A4-8222-A6D0A358A878}"/>
              </a:ext>
            </a:extLst>
          </p:cNvPr>
          <p:cNvSpPr>
            <a:spLocks xmlns:a="http://schemas.openxmlformats.org/drawingml/2006/main" noGrp="1"/>
          </p:cNvSpPr>
          <p:nvPr/>
        </p:nvSpPr>
        <p:spPr>
          <a:xfrm xmlns:a="http://schemas.openxmlformats.org/drawingml/2006/main">
            <a:off x="2071688"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584" name="">
            <a:extLst xmlns:a="http://schemas.openxmlformats.org/drawingml/2006/main">
              <a:ext uri="{FF2B5EF4-FFF2-40B4-BE49-F238E27FC236}">
                <a16:creationId xmlns:a16="http://schemas.microsoft.com/office/drawing/2014/main" id="{D67639B7-946F-482B-9E54-67C848A5E8D8}"/>
              </a:ext>
            </a:extLst>
          </p:cNvPr>
          <p:cNvSpPr>
            <a:spLocks xmlns:a="http://schemas.openxmlformats.org/drawingml/2006/main" noGrp="1"/>
          </p:cNvSpPr>
          <p:nvPr/>
        </p:nvSpPr>
        <p:spPr>
          <a:xfrm xmlns:a="http://schemas.openxmlformats.org/drawingml/2006/main">
            <a:off x="3190875"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0</a:t>
            </a:r>
          </a:p>
        </p:txBody>
      </p:sp>
      <p:sp>
        <p:nvSpPr>
          <p:cNvPr id="585" name="">
            <a:extLst xmlns:a="http://schemas.openxmlformats.org/drawingml/2006/main">
              <a:ext uri="{FF2B5EF4-FFF2-40B4-BE49-F238E27FC236}">
                <a16:creationId xmlns:a16="http://schemas.microsoft.com/office/drawing/2014/main" id="{B91F907C-D130-4975-B5DF-35B4FECE3B01}"/>
              </a:ext>
            </a:extLst>
          </p:cNvPr>
          <p:cNvSpPr>
            <a:spLocks xmlns:a="http://schemas.openxmlformats.org/drawingml/2006/main" noGrp="1"/>
          </p:cNvSpPr>
          <p:nvPr/>
        </p:nvSpPr>
        <p:spPr>
          <a:xfrm xmlns:a="http://schemas.openxmlformats.org/drawingml/2006/main">
            <a:off x="4310063"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586" name="">
            <a:extLst xmlns:a="http://schemas.openxmlformats.org/drawingml/2006/main">
              <a:ext uri="{FF2B5EF4-FFF2-40B4-BE49-F238E27FC236}">
                <a16:creationId xmlns:a16="http://schemas.microsoft.com/office/drawing/2014/main" id="{9706E013-76BC-4FDF-B884-78E706B160F9}"/>
              </a:ext>
            </a:extLst>
          </p:cNvPr>
          <p:cNvSpPr>
            <a:spLocks xmlns:a="http://schemas.openxmlformats.org/drawingml/2006/main" noGrp="1"/>
          </p:cNvSpPr>
          <p:nvPr/>
        </p:nvSpPr>
        <p:spPr>
          <a:xfrm xmlns:a="http://schemas.openxmlformats.org/drawingml/2006/main">
            <a:off x="542925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587" name="">
            <a:extLst xmlns:a="http://schemas.openxmlformats.org/drawingml/2006/main">
              <a:ext uri="{FF2B5EF4-FFF2-40B4-BE49-F238E27FC236}">
                <a16:creationId xmlns:a16="http://schemas.microsoft.com/office/drawing/2014/main" id="{2B98BAB5-9D3F-429A-A4EE-674014EAACEB}"/>
              </a:ext>
            </a:extLst>
          </p:cNvPr>
          <p:cNvSpPr>
            <a:spLocks xmlns:a="http://schemas.openxmlformats.org/drawingml/2006/main" noGrp="1"/>
          </p:cNvSpPr>
          <p:nvPr/>
        </p:nvSpPr>
        <p:spPr>
          <a:xfrm xmlns:a="http://schemas.openxmlformats.org/drawingml/2006/main">
            <a:off x="1047750" y="5629275"/>
            <a:ext cx="4762500" cy="3048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 vacant taxis vs normal</a:t>
            </a:r>
          </a:p>
        </p:txBody>
      </p:sp>
    </p:spTree>
    <p:extLst>
      <p:ext uri="{BB962C8B-B14F-4D97-AF65-F5344CB8AC3E}">
        <p14:creationId xmlns:p14="http://schemas.microsoft.com/office/powerpoint/2010/main" val="597896415"/>
      </p:ext>
    </p:extLst>
  </p:cSld>
</p:sld>
</file>

<file path=ppt/slides/slide61.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NAMED HEAVY-RAIN LOSSES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Names meet the expected-count and q-value filters. Percentage map scales are capped at ±40%.</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61</a:t>
            </a:r>
            <a:endParaRPr sz="1200"/>
          </a:p>
        </p:txBody>
      </p:sp>
      <p:sp>
        <p:nvSpPr>
          <p:cNvPr id="14" name="">
            <a:extLst xmlns:a="http://schemas.openxmlformats.org/drawingml/2006/main">
              <a:ext uri="{FF2B5EF4-FFF2-40B4-BE49-F238E27FC236}">
                <a16:creationId xmlns:a16="http://schemas.microsoft.com/office/drawing/2014/main" id="{D46A155D-6727-4CAB-BDB2-FC23597FA205}"/>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FD1EE0F2-1038-4084-ABBC-CD941EC6FF23}"/>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Heavy rain: % change in the cell's share of citywide vacant taxis</a:t>
            </a:r>
          </a:p>
        </p:txBody>
      </p:sp>
      <p:sp>
        <p:nvSpPr>
          <p:cNvPr id="16" name="Editable chart path">
            <a:extLst xmlns:a="http://schemas.openxmlformats.org/drawingml/2006/main">
              <a:ext uri="{FF2B5EF4-FFF2-40B4-BE49-F238E27FC236}">
                <a16:creationId xmlns:a16="http://schemas.microsoft.com/office/drawing/2014/main" id="{7C51C2E2-D74A-4199-BF89-C1845946002D}"/>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4487492" h="2666345">
                <a:moveTo>
                  <a:pt x="938613" y="1673244"/>
                </a:moveTo>
                <a:lnTo>
                  <a:pt x="917707" y="1669041"/>
                </a:lnTo>
                <a:lnTo>
                  <a:pt x="923241" y="1681752"/>
                </a:lnTo>
                <a:lnTo>
                  <a:pt x="934822" y="1684622"/>
                </a:lnTo>
                <a:lnTo>
                  <a:pt x="960032" y="1716092"/>
                </a:lnTo>
                <a:lnTo>
                  <a:pt x="960339" y="1755353"/>
                </a:lnTo>
                <a:lnTo>
                  <a:pt x="927238" y="1754430"/>
                </a:lnTo>
                <a:lnTo>
                  <a:pt x="927443" y="1749613"/>
                </a:lnTo>
                <a:lnTo>
                  <a:pt x="921397" y="1745512"/>
                </a:lnTo>
                <a:lnTo>
                  <a:pt x="918117" y="1718142"/>
                </a:lnTo>
                <a:lnTo>
                  <a:pt x="908689" y="1700203"/>
                </a:lnTo>
                <a:lnTo>
                  <a:pt x="911764" y="1690055"/>
                </a:lnTo>
                <a:lnTo>
                  <a:pt x="920987" y="1682572"/>
                </a:lnTo>
                <a:lnTo>
                  <a:pt x="915760" y="1669964"/>
                </a:lnTo>
                <a:lnTo>
                  <a:pt x="905205" y="1682777"/>
                </a:lnTo>
                <a:lnTo>
                  <a:pt x="900286" y="1698358"/>
                </a:lnTo>
                <a:lnTo>
                  <a:pt x="902335" y="1740899"/>
                </a:lnTo>
                <a:lnTo>
                  <a:pt x="873846" y="1751663"/>
                </a:lnTo>
                <a:lnTo>
                  <a:pt x="852223" y="1750228"/>
                </a:lnTo>
                <a:lnTo>
                  <a:pt x="801188" y="1759761"/>
                </a:lnTo>
                <a:lnTo>
                  <a:pt x="787148" y="1658790"/>
                </a:lnTo>
                <a:lnTo>
                  <a:pt x="781307" y="1656125"/>
                </a:lnTo>
                <a:lnTo>
                  <a:pt x="769214" y="1659405"/>
                </a:lnTo>
                <a:lnTo>
                  <a:pt x="780897" y="1771037"/>
                </a:lnTo>
                <a:lnTo>
                  <a:pt x="762655" y="1779442"/>
                </a:lnTo>
                <a:lnTo>
                  <a:pt x="759171" y="1775342"/>
                </a:lnTo>
                <a:lnTo>
                  <a:pt x="745439" y="1785285"/>
                </a:lnTo>
                <a:lnTo>
                  <a:pt x="689895" y="1723575"/>
                </a:lnTo>
                <a:lnTo>
                  <a:pt x="686820" y="1680727"/>
                </a:lnTo>
                <a:lnTo>
                  <a:pt x="646546" y="1685750"/>
                </a:lnTo>
                <a:lnTo>
                  <a:pt x="653822" y="1746127"/>
                </a:lnTo>
                <a:lnTo>
                  <a:pt x="703422" y="1797279"/>
                </a:lnTo>
                <a:lnTo>
                  <a:pt x="699835" y="1795741"/>
                </a:lnTo>
                <a:lnTo>
                  <a:pt x="702705" y="1800559"/>
                </a:lnTo>
                <a:lnTo>
                  <a:pt x="687948" y="1816243"/>
                </a:lnTo>
                <a:lnTo>
                  <a:pt x="624000" y="1866575"/>
                </a:lnTo>
                <a:lnTo>
                  <a:pt x="609755" y="1849353"/>
                </a:lnTo>
                <a:lnTo>
                  <a:pt x="612215" y="1845560"/>
                </a:lnTo>
                <a:lnTo>
                  <a:pt x="605041" y="1833772"/>
                </a:lnTo>
                <a:lnTo>
                  <a:pt x="542529" y="1802609"/>
                </a:lnTo>
                <a:lnTo>
                  <a:pt x="546423" y="1794204"/>
                </a:lnTo>
                <a:lnTo>
                  <a:pt x="532895" y="1783440"/>
                </a:lnTo>
                <a:lnTo>
                  <a:pt x="521623" y="1792871"/>
                </a:lnTo>
                <a:lnTo>
                  <a:pt x="514142" y="1784568"/>
                </a:lnTo>
                <a:lnTo>
                  <a:pt x="523877" y="1776162"/>
                </a:lnTo>
                <a:lnTo>
                  <a:pt x="492416" y="1739977"/>
                </a:lnTo>
                <a:lnTo>
                  <a:pt x="472227" y="1757096"/>
                </a:lnTo>
                <a:lnTo>
                  <a:pt x="452039" y="1733211"/>
                </a:lnTo>
                <a:lnTo>
                  <a:pt x="530743" y="1647412"/>
                </a:lnTo>
                <a:lnTo>
                  <a:pt x="527362" y="1636648"/>
                </a:lnTo>
                <a:lnTo>
                  <a:pt x="516294" y="1632651"/>
                </a:lnTo>
                <a:lnTo>
                  <a:pt x="463004" y="1690158"/>
                </a:lnTo>
                <a:lnTo>
                  <a:pt x="447120" y="1695591"/>
                </a:lnTo>
                <a:lnTo>
                  <a:pt x="420987" y="1670374"/>
                </a:lnTo>
                <a:lnTo>
                  <a:pt x="416478" y="1657560"/>
                </a:lnTo>
                <a:lnTo>
                  <a:pt x="473150" y="1598823"/>
                </a:lnTo>
                <a:lnTo>
                  <a:pt x="475302" y="1593492"/>
                </a:lnTo>
                <a:lnTo>
                  <a:pt x="469563" y="1586727"/>
                </a:lnTo>
                <a:lnTo>
                  <a:pt x="450297" y="1571556"/>
                </a:lnTo>
                <a:lnTo>
                  <a:pt x="416991" y="1608254"/>
                </a:lnTo>
                <a:lnTo>
                  <a:pt x="384505" y="1633778"/>
                </a:lnTo>
                <a:lnTo>
                  <a:pt x="359909" y="1617172"/>
                </a:lnTo>
                <a:lnTo>
                  <a:pt x="327321" y="1584472"/>
                </a:lnTo>
                <a:lnTo>
                  <a:pt x="295552" y="1629985"/>
                </a:lnTo>
                <a:lnTo>
                  <a:pt x="331113" y="1660020"/>
                </a:lnTo>
                <a:lnTo>
                  <a:pt x="403053" y="1744180"/>
                </a:lnTo>
                <a:lnTo>
                  <a:pt x="418016" y="1834797"/>
                </a:lnTo>
                <a:lnTo>
                  <a:pt x="450809" y="1895277"/>
                </a:lnTo>
                <a:lnTo>
                  <a:pt x="455728" y="1911883"/>
                </a:lnTo>
                <a:lnTo>
                  <a:pt x="450912" y="1938945"/>
                </a:lnTo>
                <a:lnTo>
                  <a:pt x="430211" y="1959857"/>
                </a:lnTo>
                <a:lnTo>
                  <a:pt x="410944" y="1964880"/>
                </a:lnTo>
                <a:lnTo>
                  <a:pt x="358885" y="1961292"/>
                </a:lnTo>
                <a:lnTo>
                  <a:pt x="356015" y="1964983"/>
                </a:lnTo>
                <a:lnTo>
                  <a:pt x="348842" y="2060008"/>
                </a:lnTo>
                <a:lnTo>
                  <a:pt x="385837" y="2060008"/>
                </a:lnTo>
                <a:lnTo>
                  <a:pt x="385939" y="2151855"/>
                </a:lnTo>
                <a:lnTo>
                  <a:pt x="119287" y="2151855"/>
                </a:lnTo>
                <a:lnTo>
                  <a:pt x="119287" y="2222279"/>
                </a:lnTo>
                <a:lnTo>
                  <a:pt x="396085" y="2222279"/>
                </a:lnTo>
                <a:lnTo>
                  <a:pt x="396085" y="2283989"/>
                </a:lnTo>
                <a:lnTo>
                  <a:pt x="328858" y="2314024"/>
                </a:lnTo>
                <a:lnTo>
                  <a:pt x="119287" y="2314024"/>
                </a:lnTo>
                <a:lnTo>
                  <a:pt x="119287" y="2384549"/>
                </a:lnTo>
                <a:lnTo>
                  <a:pt x="452346" y="2384549"/>
                </a:lnTo>
                <a:lnTo>
                  <a:pt x="452346" y="2476294"/>
                </a:lnTo>
                <a:lnTo>
                  <a:pt x="119389" y="2476294"/>
                </a:lnTo>
                <a:lnTo>
                  <a:pt x="119389" y="2554201"/>
                </a:lnTo>
                <a:lnTo>
                  <a:pt x="524902" y="2554098"/>
                </a:lnTo>
                <a:lnTo>
                  <a:pt x="541914" y="2599612"/>
                </a:lnTo>
                <a:lnTo>
                  <a:pt x="434105" y="2639488"/>
                </a:lnTo>
                <a:lnTo>
                  <a:pt x="399467" y="2660297"/>
                </a:lnTo>
                <a:lnTo>
                  <a:pt x="376921" y="2666345"/>
                </a:lnTo>
                <a:lnTo>
                  <a:pt x="36995" y="2580955"/>
                </a:lnTo>
                <a:lnTo>
                  <a:pt x="12708" y="2567732"/>
                </a:lnTo>
                <a:lnTo>
                  <a:pt x="1332" y="2547230"/>
                </a:lnTo>
                <a:lnTo>
                  <a:pt x="0" y="2327862"/>
                </a:lnTo>
                <a:lnTo>
                  <a:pt x="68969" y="2327862"/>
                </a:lnTo>
                <a:lnTo>
                  <a:pt x="69071" y="2300082"/>
                </a:lnTo>
                <a:lnTo>
                  <a:pt x="32281" y="2300082"/>
                </a:lnTo>
                <a:lnTo>
                  <a:pt x="32281" y="2232837"/>
                </a:lnTo>
                <a:lnTo>
                  <a:pt x="64460" y="2232837"/>
                </a:lnTo>
                <a:lnTo>
                  <a:pt x="64460" y="2205057"/>
                </a:lnTo>
                <a:lnTo>
                  <a:pt x="41504" y="2205057"/>
                </a:lnTo>
                <a:lnTo>
                  <a:pt x="41504" y="2158211"/>
                </a:lnTo>
                <a:lnTo>
                  <a:pt x="102" y="2158211"/>
                </a:lnTo>
                <a:lnTo>
                  <a:pt x="1230" y="2139862"/>
                </a:lnTo>
                <a:lnTo>
                  <a:pt x="58516" y="1986407"/>
                </a:lnTo>
                <a:lnTo>
                  <a:pt x="72966" y="1972261"/>
                </a:lnTo>
                <a:lnTo>
                  <a:pt x="102890" y="1961190"/>
                </a:lnTo>
                <a:lnTo>
                  <a:pt x="122463" y="1948479"/>
                </a:lnTo>
                <a:lnTo>
                  <a:pt x="137221" y="1931155"/>
                </a:lnTo>
                <a:lnTo>
                  <a:pt x="146136" y="1911883"/>
                </a:lnTo>
                <a:lnTo>
                  <a:pt x="149826" y="1889331"/>
                </a:lnTo>
                <a:lnTo>
                  <a:pt x="146854" y="1866062"/>
                </a:lnTo>
                <a:lnTo>
                  <a:pt x="128305" y="1818703"/>
                </a:lnTo>
                <a:lnTo>
                  <a:pt x="121029" y="1817883"/>
                </a:lnTo>
                <a:lnTo>
                  <a:pt x="122771" y="1807120"/>
                </a:lnTo>
                <a:lnTo>
                  <a:pt x="119492" y="1811118"/>
                </a:lnTo>
                <a:lnTo>
                  <a:pt x="124206" y="1784055"/>
                </a:lnTo>
                <a:lnTo>
                  <a:pt x="125948" y="1788771"/>
                </a:lnTo>
                <a:lnTo>
                  <a:pt x="127587" y="1779647"/>
                </a:lnTo>
                <a:lnTo>
                  <a:pt x="133224" y="1780570"/>
                </a:lnTo>
                <a:lnTo>
                  <a:pt x="264193" y="1430197"/>
                </a:lnTo>
                <a:lnTo>
                  <a:pt x="276901" y="1381403"/>
                </a:lnTo>
                <a:lnTo>
                  <a:pt x="297909" y="1332506"/>
                </a:lnTo>
                <a:lnTo>
                  <a:pt x="293297" y="1325433"/>
                </a:lnTo>
                <a:lnTo>
                  <a:pt x="298421" y="1320000"/>
                </a:lnTo>
                <a:lnTo>
                  <a:pt x="295450" y="1317232"/>
                </a:lnTo>
                <a:lnTo>
                  <a:pt x="307235" y="1305034"/>
                </a:lnTo>
                <a:lnTo>
                  <a:pt x="315741" y="1284840"/>
                </a:lnTo>
                <a:lnTo>
                  <a:pt x="314511" y="1280227"/>
                </a:lnTo>
                <a:lnTo>
                  <a:pt x="304570" y="1284532"/>
                </a:lnTo>
                <a:lnTo>
                  <a:pt x="296577" y="1275716"/>
                </a:lnTo>
                <a:lnTo>
                  <a:pt x="291248" y="1258085"/>
                </a:lnTo>
                <a:lnTo>
                  <a:pt x="294732" y="1240864"/>
                </a:lnTo>
                <a:lnTo>
                  <a:pt x="281512" y="1232355"/>
                </a:lnTo>
                <a:lnTo>
                  <a:pt x="282845" y="1229793"/>
                </a:lnTo>
                <a:lnTo>
                  <a:pt x="295962" y="1238506"/>
                </a:lnTo>
                <a:lnTo>
                  <a:pt x="306927" y="1226512"/>
                </a:lnTo>
                <a:lnTo>
                  <a:pt x="321377" y="1220772"/>
                </a:lnTo>
                <a:lnTo>
                  <a:pt x="328653" y="1223950"/>
                </a:lnTo>
                <a:lnTo>
                  <a:pt x="333162" y="1233278"/>
                </a:lnTo>
                <a:lnTo>
                  <a:pt x="339106" y="1206318"/>
                </a:lnTo>
                <a:lnTo>
                  <a:pt x="353043" y="1173413"/>
                </a:lnTo>
                <a:lnTo>
                  <a:pt x="355503" y="1154962"/>
                </a:lnTo>
                <a:lnTo>
                  <a:pt x="358372" y="1159369"/>
                </a:lnTo>
                <a:lnTo>
                  <a:pt x="377638" y="1143993"/>
                </a:lnTo>
                <a:lnTo>
                  <a:pt x="390038" y="1127899"/>
                </a:lnTo>
                <a:lnTo>
                  <a:pt x="421192" y="1057476"/>
                </a:lnTo>
                <a:lnTo>
                  <a:pt x="444558" y="1023136"/>
                </a:lnTo>
                <a:lnTo>
                  <a:pt x="447325" y="1005914"/>
                </a:lnTo>
                <a:lnTo>
                  <a:pt x="464849" y="1000482"/>
                </a:lnTo>
                <a:lnTo>
                  <a:pt x="463312" y="988693"/>
                </a:lnTo>
                <a:lnTo>
                  <a:pt x="468333" y="984695"/>
                </a:lnTo>
                <a:lnTo>
                  <a:pt x="481758" y="1002122"/>
                </a:lnTo>
                <a:lnTo>
                  <a:pt x="481860" y="985310"/>
                </a:lnTo>
                <a:lnTo>
                  <a:pt x="490674" y="983568"/>
                </a:lnTo>
                <a:lnTo>
                  <a:pt x="505226" y="946562"/>
                </a:lnTo>
                <a:lnTo>
                  <a:pt x="527976" y="907301"/>
                </a:lnTo>
                <a:lnTo>
                  <a:pt x="525209" y="894590"/>
                </a:lnTo>
                <a:lnTo>
                  <a:pt x="535867" y="896128"/>
                </a:lnTo>
                <a:lnTo>
                  <a:pt x="530436" y="887107"/>
                </a:lnTo>
                <a:lnTo>
                  <a:pt x="547653" y="871423"/>
                </a:lnTo>
                <a:lnTo>
                  <a:pt x="554519" y="869578"/>
                </a:lnTo>
                <a:lnTo>
                  <a:pt x="555339" y="878394"/>
                </a:lnTo>
                <a:lnTo>
                  <a:pt x="558106" y="877984"/>
                </a:lnTo>
                <a:lnTo>
                  <a:pt x="560975" y="869066"/>
                </a:lnTo>
                <a:lnTo>
                  <a:pt x="554724" y="858815"/>
                </a:lnTo>
                <a:lnTo>
                  <a:pt x="560770" y="848052"/>
                </a:lnTo>
                <a:lnTo>
                  <a:pt x="572863" y="839646"/>
                </a:lnTo>
                <a:lnTo>
                  <a:pt x="572965" y="822424"/>
                </a:lnTo>
                <a:lnTo>
                  <a:pt x="584545" y="802128"/>
                </a:lnTo>
                <a:lnTo>
                  <a:pt x="580754" y="778141"/>
                </a:lnTo>
                <a:lnTo>
                  <a:pt x="585673" y="753026"/>
                </a:lnTo>
                <a:lnTo>
                  <a:pt x="577474" y="738470"/>
                </a:lnTo>
                <a:lnTo>
                  <a:pt x="584033" y="722786"/>
                </a:lnTo>
                <a:lnTo>
                  <a:pt x="587927" y="725554"/>
                </a:lnTo>
                <a:lnTo>
                  <a:pt x="589772" y="722171"/>
                </a:lnTo>
                <a:lnTo>
                  <a:pt x="584443" y="718379"/>
                </a:lnTo>
                <a:lnTo>
                  <a:pt x="586902" y="710485"/>
                </a:lnTo>
                <a:lnTo>
                  <a:pt x="596228" y="705360"/>
                </a:lnTo>
                <a:lnTo>
                  <a:pt x="587517" y="692034"/>
                </a:lnTo>
                <a:lnTo>
                  <a:pt x="581983" y="668764"/>
                </a:lnTo>
                <a:lnTo>
                  <a:pt x="600635" y="660769"/>
                </a:lnTo>
                <a:lnTo>
                  <a:pt x="608526" y="646008"/>
                </a:lnTo>
                <a:lnTo>
                  <a:pt x="609141" y="634014"/>
                </a:lnTo>
                <a:lnTo>
                  <a:pt x="626870" y="629606"/>
                </a:lnTo>
                <a:lnTo>
                  <a:pt x="638962" y="635859"/>
                </a:lnTo>
                <a:lnTo>
                  <a:pt x="641627" y="627454"/>
                </a:lnTo>
                <a:lnTo>
                  <a:pt x="654744" y="620688"/>
                </a:lnTo>
                <a:lnTo>
                  <a:pt x="657204" y="612487"/>
                </a:lnTo>
                <a:lnTo>
                  <a:pt x="665095" y="605517"/>
                </a:lnTo>
                <a:lnTo>
                  <a:pt x="662123" y="593318"/>
                </a:lnTo>
                <a:lnTo>
                  <a:pt x="664890" y="589321"/>
                </a:lnTo>
                <a:lnTo>
                  <a:pt x="671141" y="585015"/>
                </a:lnTo>
                <a:lnTo>
                  <a:pt x="680671" y="587168"/>
                </a:lnTo>
                <a:lnTo>
                  <a:pt x="686718" y="584093"/>
                </a:lnTo>
                <a:lnTo>
                  <a:pt x="677392" y="575584"/>
                </a:lnTo>
                <a:lnTo>
                  <a:pt x="674625" y="562156"/>
                </a:lnTo>
                <a:lnTo>
                  <a:pt x="681081" y="540834"/>
                </a:lnTo>
                <a:lnTo>
                  <a:pt x="689895" y="543294"/>
                </a:lnTo>
                <a:lnTo>
                  <a:pt x="690612" y="535504"/>
                </a:lnTo>
                <a:lnTo>
                  <a:pt x="682209" y="528226"/>
                </a:lnTo>
                <a:lnTo>
                  <a:pt x="699220" y="519000"/>
                </a:lnTo>
                <a:lnTo>
                  <a:pt x="708444" y="528123"/>
                </a:lnTo>
                <a:lnTo>
                  <a:pt x="703729" y="520537"/>
                </a:lnTo>
                <a:lnTo>
                  <a:pt x="709468" y="513157"/>
                </a:lnTo>
                <a:lnTo>
                  <a:pt x="701372" y="515104"/>
                </a:lnTo>
                <a:lnTo>
                  <a:pt x="694916" y="499831"/>
                </a:lnTo>
                <a:lnTo>
                  <a:pt x="703012" y="467336"/>
                </a:lnTo>
                <a:lnTo>
                  <a:pt x="719716" y="456572"/>
                </a:lnTo>
                <a:lnTo>
                  <a:pt x="729759" y="458007"/>
                </a:lnTo>
                <a:lnTo>
                  <a:pt x="724533" y="455752"/>
                </a:lnTo>
                <a:lnTo>
                  <a:pt x="726173" y="449704"/>
                </a:lnTo>
                <a:lnTo>
                  <a:pt x="741545" y="426947"/>
                </a:lnTo>
                <a:lnTo>
                  <a:pt x="751178" y="432995"/>
                </a:lnTo>
                <a:lnTo>
                  <a:pt x="775773" y="426742"/>
                </a:lnTo>
                <a:lnTo>
                  <a:pt x="795346" y="405933"/>
                </a:lnTo>
                <a:lnTo>
                  <a:pt x="806107" y="412699"/>
                </a:lnTo>
                <a:lnTo>
                  <a:pt x="817995" y="413724"/>
                </a:lnTo>
                <a:lnTo>
                  <a:pt x="821171" y="418234"/>
                </a:lnTo>
                <a:lnTo>
                  <a:pt x="821684" y="402243"/>
                </a:lnTo>
                <a:lnTo>
                  <a:pt x="828243" y="397835"/>
                </a:lnTo>
                <a:lnTo>
                  <a:pt x="841155" y="400398"/>
                </a:lnTo>
                <a:lnTo>
                  <a:pt x="849558" y="386764"/>
                </a:lnTo>
                <a:lnTo>
                  <a:pt x="897416" y="381536"/>
                </a:lnTo>
                <a:lnTo>
                  <a:pt x="907767" y="373233"/>
                </a:lnTo>
                <a:lnTo>
                  <a:pt x="926418" y="366570"/>
                </a:lnTo>
                <a:lnTo>
                  <a:pt x="926316" y="362265"/>
                </a:lnTo>
                <a:lnTo>
                  <a:pt x="967410" y="319929"/>
                </a:lnTo>
                <a:lnTo>
                  <a:pt x="992518" y="305577"/>
                </a:lnTo>
                <a:lnTo>
                  <a:pt x="1032895" y="266009"/>
                </a:lnTo>
                <a:lnTo>
                  <a:pt x="1034125" y="255348"/>
                </a:lnTo>
                <a:lnTo>
                  <a:pt x="1041708" y="260269"/>
                </a:lnTo>
                <a:lnTo>
                  <a:pt x="1067636" y="235667"/>
                </a:lnTo>
                <a:lnTo>
                  <a:pt x="1095203" y="220188"/>
                </a:lnTo>
                <a:lnTo>
                  <a:pt x="1138962" y="207374"/>
                </a:lnTo>
                <a:lnTo>
                  <a:pt x="1145520" y="209630"/>
                </a:lnTo>
                <a:lnTo>
                  <a:pt x="1148492" y="206042"/>
                </a:lnTo>
                <a:lnTo>
                  <a:pt x="1186410" y="199481"/>
                </a:lnTo>
                <a:lnTo>
                  <a:pt x="1246975" y="200814"/>
                </a:lnTo>
                <a:lnTo>
                  <a:pt x="1264294" y="205222"/>
                </a:lnTo>
                <a:lnTo>
                  <a:pt x="1288275" y="224288"/>
                </a:lnTo>
                <a:lnTo>
                  <a:pt x="1289914" y="231874"/>
                </a:lnTo>
                <a:lnTo>
                  <a:pt x="1285098" y="223366"/>
                </a:lnTo>
                <a:lnTo>
                  <a:pt x="1285200" y="229926"/>
                </a:lnTo>
                <a:lnTo>
                  <a:pt x="1280076" y="234642"/>
                </a:lnTo>
                <a:lnTo>
                  <a:pt x="1286943" y="232899"/>
                </a:lnTo>
                <a:lnTo>
                  <a:pt x="1300777" y="242637"/>
                </a:lnTo>
                <a:lnTo>
                  <a:pt x="1286635" y="252581"/>
                </a:lnTo>
                <a:lnTo>
                  <a:pt x="1294731" y="245815"/>
                </a:lnTo>
                <a:lnTo>
                  <a:pt x="1302110" y="245405"/>
                </a:lnTo>
                <a:lnTo>
                  <a:pt x="1295038" y="251658"/>
                </a:lnTo>
                <a:lnTo>
                  <a:pt x="1297908" y="249915"/>
                </a:lnTo>
                <a:lnTo>
                  <a:pt x="1301085" y="253913"/>
                </a:lnTo>
                <a:lnTo>
                  <a:pt x="1301187" y="247660"/>
                </a:lnTo>
                <a:lnTo>
                  <a:pt x="1309591" y="251658"/>
                </a:lnTo>
                <a:lnTo>
                  <a:pt x="1312460" y="262114"/>
                </a:lnTo>
                <a:lnTo>
                  <a:pt x="1320863" y="261191"/>
                </a:lnTo>
                <a:lnTo>
                  <a:pt x="1354784" y="287228"/>
                </a:lnTo>
                <a:lnTo>
                  <a:pt x="1356219" y="293994"/>
                </a:lnTo>
                <a:lnTo>
                  <a:pt x="1340949" y="311113"/>
                </a:lnTo>
                <a:lnTo>
                  <a:pt x="1343511" y="328437"/>
                </a:lnTo>
                <a:lnTo>
                  <a:pt x="1347303" y="328539"/>
                </a:lnTo>
                <a:lnTo>
                  <a:pt x="1348533" y="317673"/>
                </a:lnTo>
                <a:lnTo>
                  <a:pt x="1357859" y="304552"/>
                </a:lnTo>
                <a:lnTo>
                  <a:pt x="1363085" y="326694"/>
                </a:lnTo>
                <a:lnTo>
                  <a:pt x="1399465" y="326592"/>
                </a:lnTo>
                <a:lnTo>
                  <a:pt x="1403872" y="322799"/>
                </a:lnTo>
                <a:lnTo>
                  <a:pt x="1406742" y="328642"/>
                </a:lnTo>
                <a:lnTo>
                  <a:pt x="1406537" y="259449"/>
                </a:lnTo>
                <a:lnTo>
                  <a:pt x="1415452" y="250940"/>
                </a:lnTo>
                <a:lnTo>
                  <a:pt x="1560051" y="280565"/>
                </a:lnTo>
                <a:lnTo>
                  <a:pt x="1600429" y="270827"/>
                </a:lnTo>
                <a:lnTo>
                  <a:pt x="1625024" y="281283"/>
                </a:lnTo>
                <a:lnTo>
                  <a:pt x="1653616" y="272570"/>
                </a:lnTo>
                <a:lnTo>
                  <a:pt x="1651361" y="264164"/>
                </a:lnTo>
                <a:lnTo>
                  <a:pt x="1656793" y="249710"/>
                </a:lnTo>
                <a:lnTo>
                  <a:pt x="1673189" y="235974"/>
                </a:lnTo>
                <a:lnTo>
                  <a:pt x="1681695" y="220700"/>
                </a:lnTo>
                <a:lnTo>
                  <a:pt x="1674009" y="187385"/>
                </a:lnTo>
                <a:lnTo>
                  <a:pt x="1677698" y="185335"/>
                </a:lnTo>
                <a:lnTo>
                  <a:pt x="1692558" y="228389"/>
                </a:lnTo>
                <a:lnTo>
                  <a:pt x="1712747" y="213422"/>
                </a:lnTo>
                <a:lnTo>
                  <a:pt x="1748614" y="199994"/>
                </a:lnTo>
                <a:lnTo>
                  <a:pt x="1813894" y="157145"/>
                </a:lnTo>
                <a:lnTo>
                  <a:pt x="1821785" y="155710"/>
                </a:lnTo>
                <a:lnTo>
                  <a:pt x="1844433" y="132133"/>
                </a:lnTo>
                <a:lnTo>
                  <a:pt x="1882863" y="104661"/>
                </a:lnTo>
                <a:lnTo>
                  <a:pt x="1898645" y="97998"/>
                </a:lnTo>
                <a:lnTo>
                  <a:pt x="1977657" y="40286"/>
                </a:lnTo>
                <a:lnTo>
                  <a:pt x="1989955" y="40696"/>
                </a:lnTo>
                <a:lnTo>
                  <a:pt x="2007376" y="23474"/>
                </a:lnTo>
                <a:lnTo>
                  <a:pt x="2022338" y="17836"/>
                </a:lnTo>
                <a:lnTo>
                  <a:pt x="2079727" y="2050"/>
                </a:lnTo>
                <a:lnTo>
                  <a:pt x="2090590" y="10148"/>
                </a:lnTo>
                <a:lnTo>
                  <a:pt x="2113648" y="4203"/>
                </a:lnTo>
                <a:lnTo>
                  <a:pt x="2168680" y="0"/>
                </a:lnTo>
                <a:lnTo>
                  <a:pt x="2210799" y="15684"/>
                </a:lnTo>
                <a:lnTo>
                  <a:pt x="2218382" y="21834"/>
                </a:lnTo>
                <a:lnTo>
                  <a:pt x="2198911" y="35468"/>
                </a:lnTo>
                <a:lnTo>
                  <a:pt x="2181695" y="59557"/>
                </a:lnTo>
                <a:lnTo>
                  <a:pt x="2189995" y="64683"/>
                </a:lnTo>
                <a:lnTo>
                  <a:pt x="2201576" y="47359"/>
                </a:lnTo>
                <a:lnTo>
                  <a:pt x="2225351" y="37006"/>
                </a:lnTo>
                <a:lnTo>
                  <a:pt x="2221969" y="49307"/>
                </a:lnTo>
                <a:lnTo>
                  <a:pt x="2230885" y="51152"/>
                </a:lnTo>
                <a:lnTo>
                  <a:pt x="2213361" y="82519"/>
                </a:lnTo>
                <a:lnTo>
                  <a:pt x="2218587" y="85287"/>
                </a:lnTo>
                <a:lnTo>
                  <a:pt x="2240108" y="51664"/>
                </a:lnTo>
                <a:lnTo>
                  <a:pt x="2230372" y="69193"/>
                </a:lnTo>
                <a:lnTo>
                  <a:pt x="2234267" y="71858"/>
                </a:lnTo>
                <a:lnTo>
                  <a:pt x="2219510" y="97895"/>
                </a:lnTo>
                <a:lnTo>
                  <a:pt x="2223199" y="99946"/>
                </a:lnTo>
                <a:lnTo>
                  <a:pt x="2237546" y="73806"/>
                </a:lnTo>
                <a:lnTo>
                  <a:pt x="2242773" y="76369"/>
                </a:lnTo>
                <a:lnTo>
                  <a:pt x="2273414" y="22347"/>
                </a:lnTo>
                <a:lnTo>
                  <a:pt x="2342690" y="62120"/>
                </a:lnTo>
                <a:lnTo>
                  <a:pt x="2318608" y="105174"/>
                </a:lnTo>
                <a:lnTo>
                  <a:pt x="2328343" y="110812"/>
                </a:lnTo>
                <a:lnTo>
                  <a:pt x="2352631" y="67963"/>
                </a:lnTo>
                <a:lnTo>
                  <a:pt x="2363699" y="67656"/>
                </a:lnTo>
                <a:lnTo>
                  <a:pt x="2373537" y="61095"/>
                </a:lnTo>
                <a:lnTo>
                  <a:pt x="2503891" y="115219"/>
                </a:lnTo>
                <a:lnTo>
                  <a:pt x="2546216" y="136336"/>
                </a:lnTo>
                <a:lnTo>
                  <a:pt x="2587515" y="163091"/>
                </a:lnTo>
                <a:lnTo>
                  <a:pt x="2586080" y="173752"/>
                </a:lnTo>
                <a:lnTo>
                  <a:pt x="2555234" y="187385"/>
                </a:lnTo>
                <a:lnTo>
                  <a:pt x="2582186" y="252991"/>
                </a:lnTo>
                <a:lnTo>
                  <a:pt x="2593254" y="290816"/>
                </a:lnTo>
                <a:lnTo>
                  <a:pt x="2640600" y="351911"/>
                </a:lnTo>
                <a:lnTo>
                  <a:pt x="2634656" y="356729"/>
                </a:lnTo>
                <a:lnTo>
                  <a:pt x="2643059" y="375796"/>
                </a:lnTo>
                <a:lnTo>
                  <a:pt x="2656689" y="370670"/>
                </a:lnTo>
                <a:lnTo>
                  <a:pt x="2660993" y="379793"/>
                </a:lnTo>
                <a:lnTo>
                  <a:pt x="2651257" y="399885"/>
                </a:lnTo>
                <a:lnTo>
                  <a:pt x="2599095" y="443041"/>
                </a:lnTo>
                <a:lnTo>
                  <a:pt x="2587105" y="446731"/>
                </a:lnTo>
                <a:lnTo>
                  <a:pt x="2583313" y="453497"/>
                </a:lnTo>
                <a:lnTo>
                  <a:pt x="2644904" y="481277"/>
                </a:lnTo>
                <a:lnTo>
                  <a:pt x="2659046" y="473896"/>
                </a:lnTo>
                <a:lnTo>
                  <a:pt x="2676980" y="471333"/>
                </a:lnTo>
                <a:lnTo>
                  <a:pt x="2700345" y="450832"/>
                </a:lnTo>
                <a:lnTo>
                  <a:pt x="2700755" y="439761"/>
                </a:lnTo>
                <a:lnTo>
                  <a:pt x="2707621" y="430945"/>
                </a:lnTo>
                <a:lnTo>
                  <a:pt x="2745949" y="405933"/>
                </a:lnTo>
                <a:lnTo>
                  <a:pt x="2770339" y="398040"/>
                </a:lnTo>
                <a:lnTo>
                  <a:pt x="2796266" y="399885"/>
                </a:lnTo>
                <a:lnTo>
                  <a:pt x="2813073" y="407163"/>
                </a:lnTo>
                <a:lnTo>
                  <a:pt x="2894237" y="461288"/>
                </a:lnTo>
                <a:lnTo>
                  <a:pt x="2878148" y="483634"/>
                </a:lnTo>
                <a:lnTo>
                  <a:pt x="2885526" y="487940"/>
                </a:lnTo>
                <a:lnTo>
                  <a:pt x="2899976" y="464670"/>
                </a:lnTo>
                <a:lnTo>
                  <a:pt x="2983907" y="514079"/>
                </a:lnTo>
                <a:lnTo>
                  <a:pt x="2990876" y="523203"/>
                </a:lnTo>
                <a:lnTo>
                  <a:pt x="2993745" y="536939"/>
                </a:lnTo>
                <a:lnTo>
                  <a:pt x="2979910" y="568614"/>
                </a:lnTo>
                <a:lnTo>
                  <a:pt x="2996820" y="574457"/>
                </a:lnTo>
                <a:lnTo>
                  <a:pt x="3013524" y="546267"/>
                </a:lnTo>
                <a:lnTo>
                  <a:pt x="3055438" y="518897"/>
                </a:lnTo>
                <a:lnTo>
                  <a:pt x="3071015" y="516642"/>
                </a:lnTo>
                <a:lnTo>
                  <a:pt x="3087309" y="520230"/>
                </a:lnTo>
                <a:lnTo>
                  <a:pt x="3097250" y="509877"/>
                </a:lnTo>
                <a:lnTo>
                  <a:pt x="3125534" y="504956"/>
                </a:lnTo>
                <a:lnTo>
                  <a:pt x="3144903" y="509056"/>
                </a:lnTo>
                <a:lnTo>
                  <a:pt x="3158635" y="535709"/>
                </a:lnTo>
                <a:lnTo>
                  <a:pt x="3160583" y="558876"/>
                </a:lnTo>
                <a:lnTo>
                  <a:pt x="3170011" y="557543"/>
                </a:lnTo>
                <a:lnTo>
                  <a:pt x="3175340" y="548215"/>
                </a:lnTo>
                <a:lnTo>
                  <a:pt x="3183026" y="548830"/>
                </a:lnTo>
                <a:lnTo>
                  <a:pt x="3207416" y="571484"/>
                </a:lnTo>
                <a:lnTo>
                  <a:pt x="3206698" y="580505"/>
                </a:lnTo>
                <a:lnTo>
                  <a:pt x="3211822" y="585733"/>
                </a:lnTo>
                <a:lnTo>
                  <a:pt x="3234675" y="595163"/>
                </a:lnTo>
                <a:lnTo>
                  <a:pt x="3256811" y="610642"/>
                </a:lnTo>
                <a:lnTo>
                  <a:pt x="3332339" y="685781"/>
                </a:lnTo>
                <a:lnTo>
                  <a:pt x="3333774" y="701260"/>
                </a:lnTo>
                <a:lnTo>
                  <a:pt x="3321476" y="709050"/>
                </a:lnTo>
                <a:lnTo>
                  <a:pt x="3324653" y="712228"/>
                </a:lnTo>
                <a:lnTo>
                  <a:pt x="3324858" y="728527"/>
                </a:lnTo>
                <a:lnTo>
                  <a:pt x="3368924" y="713458"/>
                </a:lnTo>
                <a:lnTo>
                  <a:pt x="3410326" y="751899"/>
                </a:lnTo>
                <a:lnTo>
                  <a:pt x="3411453" y="760407"/>
                </a:lnTo>
                <a:lnTo>
                  <a:pt x="3388805" y="783676"/>
                </a:lnTo>
                <a:lnTo>
                  <a:pt x="3386448" y="793107"/>
                </a:lnTo>
                <a:lnTo>
                  <a:pt x="3389420" y="797207"/>
                </a:lnTo>
                <a:lnTo>
                  <a:pt x="3401000" y="794645"/>
                </a:lnTo>
                <a:lnTo>
                  <a:pt x="3428567" y="772503"/>
                </a:lnTo>
                <a:lnTo>
                  <a:pt x="3455725" y="796182"/>
                </a:lnTo>
                <a:lnTo>
                  <a:pt x="3459004" y="804896"/>
                </a:lnTo>
                <a:lnTo>
                  <a:pt x="3453060" y="839338"/>
                </a:lnTo>
                <a:lnTo>
                  <a:pt x="3455315" y="851742"/>
                </a:lnTo>
                <a:lnTo>
                  <a:pt x="3464435" y="861788"/>
                </a:lnTo>
                <a:lnTo>
                  <a:pt x="3520594" y="899818"/>
                </a:lnTo>
                <a:lnTo>
                  <a:pt x="3571629" y="912222"/>
                </a:lnTo>
                <a:lnTo>
                  <a:pt x="3611494" y="916732"/>
                </a:lnTo>
                <a:lnTo>
                  <a:pt x="3679643" y="909044"/>
                </a:lnTo>
                <a:lnTo>
                  <a:pt x="3694605" y="924215"/>
                </a:lnTo>
                <a:lnTo>
                  <a:pt x="3707825" y="919295"/>
                </a:lnTo>
                <a:lnTo>
                  <a:pt x="3710900" y="909967"/>
                </a:lnTo>
                <a:lnTo>
                  <a:pt x="3706390" y="897461"/>
                </a:lnTo>
                <a:lnTo>
                  <a:pt x="3725657" y="885467"/>
                </a:lnTo>
                <a:lnTo>
                  <a:pt x="3740516" y="867426"/>
                </a:lnTo>
                <a:lnTo>
                  <a:pt x="3761730" y="855535"/>
                </a:lnTo>
                <a:lnTo>
                  <a:pt x="3773105" y="822732"/>
                </a:lnTo>
                <a:lnTo>
                  <a:pt x="3781201" y="821092"/>
                </a:lnTo>
                <a:lnTo>
                  <a:pt x="3787452" y="810226"/>
                </a:lnTo>
                <a:lnTo>
                  <a:pt x="3800979" y="803050"/>
                </a:lnTo>
                <a:lnTo>
                  <a:pt x="3841766" y="800180"/>
                </a:lnTo>
                <a:lnTo>
                  <a:pt x="3850170" y="794030"/>
                </a:lnTo>
                <a:lnTo>
                  <a:pt x="3846583" y="792390"/>
                </a:lnTo>
                <a:lnTo>
                  <a:pt x="3863390" y="789212"/>
                </a:lnTo>
                <a:lnTo>
                  <a:pt x="3860008" y="791467"/>
                </a:lnTo>
                <a:lnTo>
                  <a:pt x="3868206" y="794850"/>
                </a:lnTo>
                <a:lnTo>
                  <a:pt x="3878352" y="795567"/>
                </a:lnTo>
                <a:lnTo>
                  <a:pt x="3879069" y="791980"/>
                </a:lnTo>
                <a:lnTo>
                  <a:pt x="3918114" y="795875"/>
                </a:lnTo>
                <a:lnTo>
                  <a:pt x="3970174" y="811764"/>
                </a:lnTo>
                <a:lnTo>
                  <a:pt x="3990260" y="813609"/>
                </a:lnTo>
                <a:lnTo>
                  <a:pt x="4031867" y="838928"/>
                </a:lnTo>
                <a:lnTo>
                  <a:pt x="4103910" y="986745"/>
                </a:lnTo>
                <a:lnTo>
                  <a:pt x="4118770" y="997304"/>
                </a:lnTo>
                <a:lnTo>
                  <a:pt x="4131580" y="995664"/>
                </a:lnTo>
                <a:lnTo>
                  <a:pt x="4129940" y="1006427"/>
                </a:lnTo>
                <a:lnTo>
                  <a:pt x="4110674" y="1007247"/>
                </a:lnTo>
                <a:lnTo>
                  <a:pt x="4098888" y="1037795"/>
                </a:lnTo>
                <a:lnTo>
                  <a:pt x="4105140" y="1041177"/>
                </a:lnTo>
                <a:lnTo>
                  <a:pt x="4107702" y="1035129"/>
                </a:lnTo>
                <a:lnTo>
                  <a:pt x="4144390" y="1046815"/>
                </a:lnTo>
                <a:lnTo>
                  <a:pt x="4180257" y="1031952"/>
                </a:lnTo>
                <a:lnTo>
                  <a:pt x="4327726" y="1097557"/>
                </a:lnTo>
                <a:lnTo>
                  <a:pt x="4398540" y="1139995"/>
                </a:lnTo>
                <a:lnTo>
                  <a:pt x="4464537" y="1188482"/>
                </a:lnTo>
                <a:lnTo>
                  <a:pt x="4479806" y="1209086"/>
                </a:lnTo>
                <a:lnTo>
                  <a:pt x="4487492" y="1236353"/>
                </a:lnTo>
                <a:lnTo>
                  <a:pt x="4483496" y="1250807"/>
                </a:lnTo>
                <a:lnTo>
                  <a:pt x="4470993" y="1250089"/>
                </a:lnTo>
                <a:lnTo>
                  <a:pt x="4469353" y="1242401"/>
                </a:lnTo>
                <a:lnTo>
                  <a:pt x="4478269" y="1226615"/>
                </a:lnTo>
                <a:lnTo>
                  <a:pt x="4473760" y="1207958"/>
                </a:lnTo>
                <a:lnTo>
                  <a:pt x="4463000" y="1193710"/>
                </a:lnTo>
                <a:lnTo>
                  <a:pt x="4428771" y="1166955"/>
                </a:lnTo>
                <a:lnTo>
                  <a:pt x="4416679" y="1165725"/>
                </a:lnTo>
                <a:lnTo>
                  <a:pt x="4396695" y="1152399"/>
                </a:lnTo>
                <a:lnTo>
                  <a:pt x="4383475" y="1148401"/>
                </a:lnTo>
                <a:lnTo>
                  <a:pt x="4367386" y="1151989"/>
                </a:lnTo>
                <a:lnTo>
                  <a:pt x="4361339" y="1160292"/>
                </a:lnTo>
                <a:lnTo>
                  <a:pt x="4371587" y="1167468"/>
                </a:lnTo>
                <a:lnTo>
                  <a:pt x="4374559" y="1177821"/>
                </a:lnTo>
                <a:lnTo>
                  <a:pt x="4257630" y="1453671"/>
                </a:lnTo>
                <a:lnTo>
                  <a:pt x="4252813" y="1470687"/>
                </a:lnTo>
                <a:lnTo>
                  <a:pt x="4253531" y="1487499"/>
                </a:lnTo>
                <a:lnTo>
                  <a:pt x="4259987" y="1501235"/>
                </a:lnTo>
                <a:lnTo>
                  <a:pt x="4374354" y="1498365"/>
                </a:lnTo>
                <a:lnTo>
                  <a:pt x="4376302" y="1566123"/>
                </a:lnTo>
                <a:lnTo>
                  <a:pt x="4384602" y="1571863"/>
                </a:lnTo>
                <a:lnTo>
                  <a:pt x="4375789" y="1584677"/>
                </a:lnTo>
                <a:lnTo>
                  <a:pt x="4338589" y="1585702"/>
                </a:lnTo>
                <a:lnTo>
                  <a:pt x="4337462" y="1541623"/>
                </a:lnTo>
                <a:lnTo>
                  <a:pt x="4273002" y="1543366"/>
                </a:lnTo>
                <a:lnTo>
                  <a:pt x="4274232" y="1587342"/>
                </a:lnTo>
                <a:lnTo>
                  <a:pt x="4150846" y="1594517"/>
                </a:lnTo>
                <a:lnTo>
                  <a:pt x="4093355" y="1633163"/>
                </a:lnTo>
                <a:lnTo>
                  <a:pt x="4063020" y="1643824"/>
                </a:lnTo>
                <a:lnTo>
                  <a:pt x="4032891" y="1639826"/>
                </a:lnTo>
                <a:lnTo>
                  <a:pt x="3951317" y="1604768"/>
                </a:lnTo>
                <a:lnTo>
                  <a:pt x="3875892" y="1627320"/>
                </a:lnTo>
                <a:lnTo>
                  <a:pt x="3886038" y="1621170"/>
                </a:lnTo>
                <a:lnTo>
                  <a:pt x="3889215" y="1613174"/>
                </a:lnTo>
                <a:lnTo>
                  <a:pt x="3878762" y="1579756"/>
                </a:lnTo>
                <a:lnTo>
                  <a:pt x="3864722" y="1583344"/>
                </a:lnTo>
                <a:lnTo>
                  <a:pt x="3828649" y="1580474"/>
                </a:lnTo>
                <a:lnTo>
                  <a:pt x="3802004" y="1592365"/>
                </a:lnTo>
                <a:lnTo>
                  <a:pt x="3801389" y="1584062"/>
                </a:lnTo>
                <a:lnTo>
                  <a:pt x="3758553" y="1585804"/>
                </a:lnTo>
                <a:lnTo>
                  <a:pt x="3744820" y="1591340"/>
                </a:lnTo>
                <a:lnTo>
                  <a:pt x="3738364" y="1587649"/>
                </a:lnTo>
                <a:lnTo>
                  <a:pt x="3721250" y="1595850"/>
                </a:lnTo>
                <a:lnTo>
                  <a:pt x="3715306" y="1593595"/>
                </a:lnTo>
                <a:lnTo>
                  <a:pt x="3678823" y="1605896"/>
                </a:lnTo>
                <a:lnTo>
                  <a:pt x="3658942" y="1600873"/>
                </a:lnTo>
                <a:lnTo>
                  <a:pt x="3642853" y="1611636"/>
                </a:lnTo>
                <a:lnTo>
                  <a:pt x="3641418" y="1608356"/>
                </a:lnTo>
                <a:lnTo>
                  <a:pt x="3635269" y="1610201"/>
                </a:lnTo>
                <a:lnTo>
                  <a:pt x="3614261" y="1624450"/>
                </a:lnTo>
                <a:lnTo>
                  <a:pt x="3608317" y="1622297"/>
                </a:lnTo>
                <a:lnTo>
                  <a:pt x="3587309" y="1635726"/>
                </a:lnTo>
                <a:lnTo>
                  <a:pt x="3586284" y="1631933"/>
                </a:lnTo>
                <a:lnTo>
                  <a:pt x="3580033" y="1631420"/>
                </a:lnTo>
                <a:lnTo>
                  <a:pt x="3563021" y="1639109"/>
                </a:lnTo>
                <a:lnTo>
                  <a:pt x="3560049" y="1636751"/>
                </a:lnTo>
                <a:lnTo>
                  <a:pt x="3540783" y="1642799"/>
                </a:lnTo>
                <a:lnTo>
                  <a:pt x="3534429" y="1639724"/>
                </a:lnTo>
                <a:lnTo>
                  <a:pt x="3513728" y="1644234"/>
                </a:lnTo>
                <a:lnTo>
                  <a:pt x="3467715" y="1656227"/>
                </a:lnTo>
                <a:lnTo>
                  <a:pt x="3457364" y="1663300"/>
                </a:lnTo>
                <a:lnTo>
                  <a:pt x="3452445" y="1661250"/>
                </a:lnTo>
                <a:lnTo>
                  <a:pt x="3439635" y="1666991"/>
                </a:lnTo>
                <a:lnTo>
                  <a:pt x="3438406" y="1663916"/>
                </a:lnTo>
                <a:lnTo>
                  <a:pt x="3438918" y="1667401"/>
                </a:lnTo>
                <a:lnTo>
                  <a:pt x="3423956" y="1675704"/>
                </a:lnTo>
                <a:lnTo>
                  <a:pt x="3392904" y="1686877"/>
                </a:lnTo>
                <a:lnTo>
                  <a:pt x="3388600" y="1684622"/>
                </a:lnTo>
                <a:lnTo>
                  <a:pt x="3359906" y="1700511"/>
                </a:lnTo>
                <a:lnTo>
                  <a:pt x="3359701" y="1697436"/>
                </a:lnTo>
                <a:lnTo>
                  <a:pt x="3345866" y="1693130"/>
                </a:lnTo>
                <a:lnTo>
                  <a:pt x="3303747" y="1713120"/>
                </a:lnTo>
                <a:lnTo>
                  <a:pt x="3289195" y="1713017"/>
                </a:lnTo>
                <a:lnTo>
                  <a:pt x="3282534" y="1718040"/>
                </a:lnTo>
                <a:lnTo>
                  <a:pt x="3280586" y="1713940"/>
                </a:lnTo>
                <a:lnTo>
                  <a:pt x="3274233" y="1713735"/>
                </a:lnTo>
                <a:lnTo>
                  <a:pt x="3260603" y="1721730"/>
                </a:lnTo>
                <a:lnTo>
                  <a:pt x="3254454" y="1717732"/>
                </a:lnTo>
                <a:lnTo>
                  <a:pt x="3218586" y="1731879"/>
                </a:lnTo>
                <a:lnTo>
                  <a:pt x="3195221" y="1732084"/>
                </a:lnTo>
                <a:lnTo>
                  <a:pt x="3137832" y="1759043"/>
                </a:lnTo>
                <a:lnTo>
                  <a:pt x="3071732" y="1773907"/>
                </a:lnTo>
                <a:lnTo>
                  <a:pt x="3003583" y="1797279"/>
                </a:lnTo>
                <a:lnTo>
                  <a:pt x="2971815" y="1811323"/>
                </a:lnTo>
                <a:lnTo>
                  <a:pt x="2963206" y="1820036"/>
                </a:lnTo>
                <a:lnTo>
                  <a:pt x="2955828" y="1815730"/>
                </a:lnTo>
                <a:lnTo>
                  <a:pt x="2947629" y="1816755"/>
                </a:lnTo>
                <a:lnTo>
                  <a:pt x="2914426" y="1849046"/>
                </a:lnTo>
                <a:lnTo>
                  <a:pt x="2900079" y="1844740"/>
                </a:lnTo>
                <a:lnTo>
                  <a:pt x="2866363" y="1876005"/>
                </a:lnTo>
                <a:lnTo>
                  <a:pt x="2859087" y="1872520"/>
                </a:lnTo>
                <a:lnTo>
                  <a:pt x="2850581" y="1875083"/>
                </a:lnTo>
                <a:lnTo>
                  <a:pt x="2813791" y="1915779"/>
                </a:lnTo>
                <a:lnTo>
                  <a:pt x="2769417" y="1947454"/>
                </a:lnTo>
                <a:lnTo>
                  <a:pt x="2784481" y="1945096"/>
                </a:lnTo>
                <a:lnTo>
                  <a:pt x="2785301" y="1949606"/>
                </a:lnTo>
                <a:lnTo>
                  <a:pt x="2771261" y="1949811"/>
                </a:lnTo>
                <a:lnTo>
                  <a:pt x="2746974" y="1933102"/>
                </a:lnTo>
                <a:lnTo>
                  <a:pt x="2723301" y="1950529"/>
                </a:lnTo>
                <a:lnTo>
                  <a:pt x="2724531" y="1955552"/>
                </a:lnTo>
                <a:lnTo>
                  <a:pt x="2727400" y="1953707"/>
                </a:lnTo>
                <a:lnTo>
                  <a:pt x="2724633" y="1955757"/>
                </a:lnTo>
                <a:lnTo>
                  <a:pt x="2730167" y="1970928"/>
                </a:lnTo>
                <a:lnTo>
                  <a:pt x="2724838" y="1988662"/>
                </a:lnTo>
                <a:lnTo>
                  <a:pt x="2605756" y="2080715"/>
                </a:lnTo>
                <a:lnTo>
                  <a:pt x="2623793" y="2105829"/>
                </a:lnTo>
                <a:lnTo>
                  <a:pt x="2614775" y="2112390"/>
                </a:lnTo>
                <a:lnTo>
                  <a:pt x="2596841" y="2087275"/>
                </a:lnTo>
                <a:lnTo>
                  <a:pt x="2577267" y="2100704"/>
                </a:lnTo>
                <a:lnTo>
                  <a:pt x="2563637" y="2102754"/>
                </a:lnTo>
                <a:lnTo>
                  <a:pt x="2551544" y="2097936"/>
                </a:lnTo>
                <a:lnTo>
                  <a:pt x="2530331" y="2077434"/>
                </a:lnTo>
                <a:lnTo>
                  <a:pt x="2519673" y="2077434"/>
                </a:lnTo>
                <a:lnTo>
                  <a:pt x="2522030" y="2123973"/>
                </a:lnTo>
                <a:lnTo>
                  <a:pt x="2510450" y="2129406"/>
                </a:lnTo>
                <a:lnTo>
                  <a:pt x="2524797" y="2145602"/>
                </a:lnTo>
                <a:lnTo>
                  <a:pt x="2516496" y="2153085"/>
                </a:lnTo>
                <a:lnTo>
                  <a:pt x="2459518" y="2090453"/>
                </a:lnTo>
                <a:lnTo>
                  <a:pt x="2444965" y="2103779"/>
                </a:lnTo>
                <a:lnTo>
                  <a:pt x="2470073" y="2135659"/>
                </a:lnTo>
                <a:lnTo>
                  <a:pt x="2461977" y="2144782"/>
                </a:lnTo>
                <a:lnTo>
                  <a:pt x="2395468" y="2082457"/>
                </a:lnTo>
                <a:lnTo>
                  <a:pt x="2319940" y="2084610"/>
                </a:lnTo>
                <a:lnTo>
                  <a:pt x="2238366" y="2128996"/>
                </a:lnTo>
                <a:lnTo>
                  <a:pt x="2241338" y="2158621"/>
                </a:lnTo>
                <a:lnTo>
                  <a:pt x="2302928" y="2123358"/>
                </a:lnTo>
                <a:lnTo>
                  <a:pt x="2361034" y="2121103"/>
                </a:lnTo>
                <a:lnTo>
                  <a:pt x="2426519" y="2182505"/>
                </a:lnTo>
                <a:lnTo>
                  <a:pt x="2363801" y="2213770"/>
                </a:lnTo>
                <a:lnTo>
                  <a:pt x="2311537" y="2197266"/>
                </a:lnTo>
                <a:lnTo>
                  <a:pt x="2318095" y="2189681"/>
                </a:lnTo>
                <a:lnTo>
                  <a:pt x="2312356" y="2187938"/>
                </a:lnTo>
                <a:lnTo>
                  <a:pt x="2311434" y="2190808"/>
                </a:lnTo>
                <a:lnTo>
                  <a:pt x="2311229" y="2187528"/>
                </a:lnTo>
                <a:lnTo>
                  <a:pt x="2310204" y="2190398"/>
                </a:lnTo>
                <a:lnTo>
                  <a:pt x="2309487" y="2186811"/>
                </a:lnTo>
                <a:lnTo>
                  <a:pt x="2303748" y="2193884"/>
                </a:lnTo>
                <a:lnTo>
                  <a:pt x="2285302" y="2189988"/>
                </a:lnTo>
                <a:lnTo>
                  <a:pt x="2282637" y="2194704"/>
                </a:lnTo>
                <a:lnTo>
                  <a:pt x="2276386" y="2192141"/>
                </a:lnTo>
                <a:lnTo>
                  <a:pt x="2283765" y="2193269"/>
                </a:lnTo>
                <a:lnTo>
                  <a:pt x="2285097" y="2189783"/>
                </a:lnTo>
                <a:lnTo>
                  <a:pt x="2259477" y="2181685"/>
                </a:lnTo>
                <a:lnTo>
                  <a:pt x="2237341" y="2158928"/>
                </a:lnTo>
                <a:lnTo>
                  <a:pt x="2237239" y="2197984"/>
                </a:lnTo>
                <a:lnTo>
                  <a:pt x="2241440" y="2201982"/>
                </a:lnTo>
                <a:lnTo>
                  <a:pt x="2249639" y="2209055"/>
                </a:lnTo>
                <a:lnTo>
                  <a:pt x="2270340" y="2215615"/>
                </a:lnTo>
                <a:lnTo>
                  <a:pt x="2326909" y="2216231"/>
                </a:lnTo>
                <a:lnTo>
                  <a:pt x="2349454" y="2229659"/>
                </a:lnTo>
                <a:lnTo>
                  <a:pt x="2371897" y="2230377"/>
                </a:lnTo>
                <a:lnTo>
                  <a:pt x="2384195" y="2221253"/>
                </a:lnTo>
                <a:lnTo>
                  <a:pt x="2404998" y="2226994"/>
                </a:lnTo>
                <a:lnTo>
                  <a:pt x="2417398" y="2225354"/>
                </a:lnTo>
                <a:lnTo>
                  <a:pt x="2419858" y="2238782"/>
                </a:lnTo>
                <a:lnTo>
                  <a:pt x="2424367" y="2240525"/>
                </a:lnTo>
                <a:lnTo>
                  <a:pt x="2463514" y="2229864"/>
                </a:lnTo>
                <a:lnTo>
                  <a:pt x="2487392" y="2241448"/>
                </a:lnTo>
                <a:lnTo>
                  <a:pt x="2483703" y="2254979"/>
                </a:lnTo>
                <a:lnTo>
                  <a:pt x="2444146" y="2313921"/>
                </a:lnTo>
                <a:lnTo>
                  <a:pt x="2398337" y="2361177"/>
                </a:lnTo>
                <a:lnTo>
                  <a:pt x="2373639" y="2378194"/>
                </a:lnTo>
                <a:lnTo>
                  <a:pt x="2364314" y="2380039"/>
                </a:lnTo>
                <a:lnTo>
                  <a:pt x="2371385" y="2373888"/>
                </a:lnTo>
                <a:lnTo>
                  <a:pt x="2367491" y="2371531"/>
                </a:lnTo>
                <a:lnTo>
                  <a:pt x="2348737" y="2376041"/>
                </a:lnTo>
                <a:lnTo>
                  <a:pt x="2330495" y="2388035"/>
                </a:lnTo>
                <a:lnTo>
                  <a:pt x="2314713" y="2381371"/>
                </a:lnTo>
                <a:lnTo>
                  <a:pt x="2301596" y="2368660"/>
                </a:lnTo>
                <a:lnTo>
                  <a:pt x="2296574" y="2369481"/>
                </a:lnTo>
                <a:lnTo>
                  <a:pt x="2296472" y="2364663"/>
                </a:lnTo>
                <a:lnTo>
                  <a:pt x="2302313" y="2365893"/>
                </a:lnTo>
                <a:lnTo>
                  <a:pt x="2301903" y="2358615"/>
                </a:lnTo>
                <a:lnTo>
                  <a:pt x="2297907" y="2352977"/>
                </a:lnTo>
                <a:lnTo>
                  <a:pt x="2289606" y="2350927"/>
                </a:lnTo>
                <a:lnTo>
                  <a:pt x="2283355" y="2338728"/>
                </a:lnTo>
                <a:lnTo>
                  <a:pt x="2271569" y="2337088"/>
                </a:lnTo>
                <a:lnTo>
                  <a:pt x="2268802" y="2340368"/>
                </a:lnTo>
                <a:lnTo>
                  <a:pt x="2273107" y="2343238"/>
                </a:lnTo>
                <a:lnTo>
                  <a:pt x="2269417" y="2346006"/>
                </a:lnTo>
                <a:lnTo>
                  <a:pt x="2232012" y="2305720"/>
                </a:lnTo>
                <a:lnTo>
                  <a:pt x="2229963" y="2298647"/>
                </a:lnTo>
                <a:lnTo>
                  <a:pt x="2235189" y="2301928"/>
                </a:lnTo>
                <a:lnTo>
                  <a:pt x="2237956" y="2295777"/>
                </a:lnTo>
                <a:lnTo>
                  <a:pt x="2234574" y="2287474"/>
                </a:lnTo>
                <a:lnTo>
                  <a:pt x="2221867" y="2282656"/>
                </a:lnTo>
                <a:lnTo>
                  <a:pt x="2206597" y="2265845"/>
                </a:lnTo>
                <a:lnTo>
                  <a:pt x="2196452" y="2267177"/>
                </a:lnTo>
                <a:lnTo>
                  <a:pt x="2201063" y="2271380"/>
                </a:lnTo>
                <a:lnTo>
                  <a:pt x="2194812" y="2275378"/>
                </a:lnTo>
                <a:lnTo>
                  <a:pt x="2172471" y="2262974"/>
                </a:lnTo>
                <a:lnTo>
                  <a:pt x="2166118" y="2253339"/>
                </a:lnTo>
                <a:lnTo>
                  <a:pt x="2155562" y="2249238"/>
                </a:lnTo>
                <a:lnTo>
                  <a:pt x="2158124" y="2246573"/>
                </a:lnTo>
                <a:lnTo>
                  <a:pt x="2153513" y="2239295"/>
                </a:lnTo>
                <a:lnTo>
                  <a:pt x="2143367" y="2236527"/>
                </a:lnTo>
                <a:lnTo>
                  <a:pt x="2138550" y="2226789"/>
                </a:lnTo>
                <a:lnTo>
                  <a:pt x="2129020" y="2223816"/>
                </a:lnTo>
                <a:lnTo>
                  <a:pt x="2125023" y="2215000"/>
                </a:lnTo>
                <a:lnTo>
                  <a:pt x="2113955" y="2210593"/>
                </a:lnTo>
                <a:lnTo>
                  <a:pt x="2104425" y="2200137"/>
                </a:lnTo>
                <a:lnTo>
                  <a:pt x="2093459" y="2199624"/>
                </a:lnTo>
                <a:lnTo>
                  <a:pt x="2097559" y="2207517"/>
                </a:lnTo>
                <a:lnTo>
                  <a:pt x="2103195" y="2209260"/>
                </a:lnTo>
                <a:lnTo>
                  <a:pt x="2098583" y="2213873"/>
                </a:lnTo>
                <a:lnTo>
                  <a:pt x="2081162" y="2187221"/>
                </a:lnTo>
                <a:lnTo>
                  <a:pt x="2059948" y="2166616"/>
                </a:lnTo>
                <a:lnTo>
                  <a:pt x="2060153" y="2162311"/>
                </a:lnTo>
                <a:lnTo>
                  <a:pt x="2080957" y="2160056"/>
                </a:lnTo>
                <a:lnTo>
                  <a:pt x="2119182" y="2170512"/>
                </a:lnTo>
                <a:lnTo>
                  <a:pt x="2142240" y="2172562"/>
                </a:lnTo>
                <a:lnTo>
                  <a:pt x="2157612" y="2162824"/>
                </a:lnTo>
                <a:lnTo>
                  <a:pt x="2174521" y="2160363"/>
                </a:lnTo>
                <a:lnTo>
                  <a:pt x="2191635" y="2167334"/>
                </a:lnTo>
                <a:lnTo>
                  <a:pt x="2193480" y="2171947"/>
                </a:lnTo>
                <a:lnTo>
                  <a:pt x="2193890" y="2168052"/>
                </a:lnTo>
                <a:lnTo>
                  <a:pt x="2195632" y="2171024"/>
                </a:lnTo>
                <a:lnTo>
                  <a:pt x="2197374" y="2168667"/>
                </a:lnTo>
                <a:lnTo>
                  <a:pt x="2208339" y="2183633"/>
                </a:lnTo>
                <a:lnTo>
                  <a:pt x="2209364" y="2177072"/>
                </a:lnTo>
                <a:lnTo>
                  <a:pt x="2227093" y="2184965"/>
                </a:lnTo>
                <a:lnTo>
                  <a:pt x="2230372" y="2167949"/>
                </a:lnTo>
                <a:lnTo>
                  <a:pt x="2229450" y="2129098"/>
                </a:lnTo>
                <a:lnTo>
                  <a:pt x="2195222" y="2128893"/>
                </a:lnTo>
                <a:lnTo>
                  <a:pt x="2194709" y="2140579"/>
                </a:lnTo>
                <a:lnTo>
                  <a:pt x="2176263" y="2140477"/>
                </a:lnTo>
                <a:lnTo>
                  <a:pt x="2192352" y="2138324"/>
                </a:lnTo>
                <a:lnTo>
                  <a:pt x="2191738" y="2127356"/>
                </a:lnTo>
                <a:lnTo>
                  <a:pt x="2152693" y="2121205"/>
                </a:lnTo>
                <a:lnTo>
                  <a:pt x="2145417" y="2115362"/>
                </a:lnTo>
                <a:lnTo>
                  <a:pt x="2125536" y="2124383"/>
                </a:lnTo>
                <a:lnTo>
                  <a:pt x="2128610" y="2130021"/>
                </a:lnTo>
                <a:lnTo>
                  <a:pt x="2107089" y="2134121"/>
                </a:lnTo>
                <a:lnTo>
                  <a:pt x="2105962" y="2130329"/>
                </a:lnTo>
                <a:lnTo>
                  <a:pt x="2097866" y="2128791"/>
                </a:lnTo>
                <a:lnTo>
                  <a:pt x="2096534" y="2122845"/>
                </a:lnTo>
                <a:lnTo>
                  <a:pt x="2104732" y="2118950"/>
                </a:lnTo>
                <a:lnTo>
                  <a:pt x="2109754" y="2110749"/>
                </a:lnTo>
                <a:lnTo>
                  <a:pt x="2115697" y="2110749"/>
                </a:lnTo>
                <a:lnTo>
                  <a:pt x="2118977" y="2117002"/>
                </a:lnTo>
                <a:lnTo>
                  <a:pt x="2123793" y="2115260"/>
                </a:lnTo>
                <a:lnTo>
                  <a:pt x="2124613" y="2122948"/>
                </a:lnTo>
                <a:lnTo>
                  <a:pt x="2144289" y="2114337"/>
                </a:lnTo>
                <a:lnTo>
                  <a:pt x="2122769" y="2094963"/>
                </a:lnTo>
                <a:lnTo>
                  <a:pt x="2109446" y="2094553"/>
                </a:lnTo>
                <a:lnTo>
                  <a:pt x="2095611" y="2109417"/>
                </a:lnTo>
                <a:lnTo>
                  <a:pt x="2079215" y="2109314"/>
                </a:lnTo>
                <a:lnTo>
                  <a:pt x="2065175" y="2100294"/>
                </a:lnTo>
                <a:lnTo>
                  <a:pt x="2055542" y="2109212"/>
                </a:lnTo>
                <a:lnTo>
                  <a:pt x="2058104" y="2112492"/>
                </a:lnTo>
                <a:lnTo>
                  <a:pt x="2048983" y="2123871"/>
                </a:lnTo>
                <a:lnTo>
                  <a:pt x="2046319" y="2122230"/>
                </a:lnTo>
                <a:lnTo>
                  <a:pt x="2043859" y="2136992"/>
                </a:lnTo>
                <a:lnTo>
                  <a:pt x="2001432" y="2100191"/>
                </a:lnTo>
                <a:lnTo>
                  <a:pt x="2004507" y="2094451"/>
                </a:lnTo>
                <a:lnTo>
                  <a:pt x="1983088" y="2076512"/>
                </a:lnTo>
                <a:lnTo>
                  <a:pt x="1973865" y="2092605"/>
                </a:lnTo>
                <a:lnTo>
                  <a:pt x="1929594" y="2066158"/>
                </a:lnTo>
                <a:lnTo>
                  <a:pt x="1842691" y="2211720"/>
                </a:lnTo>
                <a:lnTo>
                  <a:pt x="1771570" y="2168974"/>
                </a:lnTo>
                <a:lnTo>
                  <a:pt x="1854169" y="2029460"/>
                </a:lnTo>
                <a:lnTo>
                  <a:pt x="1754148" y="1969185"/>
                </a:lnTo>
                <a:lnTo>
                  <a:pt x="1690611" y="2076102"/>
                </a:lnTo>
                <a:lnTo>
                  <a:pt x="1481244" y="1950529"/>
                </a:lnTo>
                <a:lnTo>
                  <a:pt x="1509631" y="1901530"/>
                </a:lnTo>
                <a:lnTo>
                  <a:pt x="1545294" y="1895584"/>
                </a:lnTo>
                <a:lnTo>
                  <a:pt x="1674829" y="1972876"/>
                </a:lnTo>
                <a:lnTo>
                  <a:pt x="1707213" y="1918136"/>
                </a:lnTo>
                <a:lnTo>
                  <a:pt x="1588746" y="1846893"/>
                </a:lnTo>
                <a:lnTo>
                  <a:pt x="1612624" y="1807325"/>
                </a:lnTo>
                <a:lnTo>
                  <a:pt x="1566610" y="1757813"/>
                </a:lnTo>
                <a:lnTo>
                  <a:pt x="1533714" y="1780058"/>
                </a:lnTo>
                <a:lnTo>
                  <a:pt x="1469357" y="1786413"/>
                </a:lnTo>
                <a:lnTo>
                  <a:pt x="1418834" y="1770524"/>
                </a:lnTo>
                <a:lnTo>
                  <a:pt x="1416170" y="1759863"/>
                </a:lnTo>
                <a:lnTo>
                  <a:pt x="1425803" y="1741514"/>
                </a:lnTo>
                <a:lnTo>
                  <a:pt x="1411456" y="1737004"/>
                </a:lnTo>
                <a:lnTo>
                  <a:pt x="1385118" y="1762734"/>
                </a:lnTo>
                <a:lnTo>
                  <a:pt x="1270238" y="1733826"/>
                </a:lnTo>
                <a:lnTo>
                  <a:pt x="1249332" y="1747767"/>
                </a:lnTo>
                <a:lnTo>
                  <a:pt x="1197068" y="1722243"/>
                </a:lnTo>
                <a:lnTo>
                  <a:pt x="1128816" y="1664223"/>
                </a:lnTo>
                <a:lnTo>
                  <a:pt x="1091411" y="1664018"/>
                </a:lnTo>
                <a:lnTo>
                  <a:pt x="1095818" y="1684212"/>
                </a:lnTo>
                <a:lnTo>
                  <a:pt x="1123795" y="1690055"/>
                </a:lnTo>
                <a:lnTo>
                  <a:pt x="1180773" y="1738439"/>
                </a:lnTo>
                <a:lnTo>
                  <a:pt x="1175444" y="1752483"/>
                </a:lnTo>
                <a:lnTo>
                  <a:pt x="1199322" y="1753918"/>
                </a:lnTo>
                <a:lnTo>
                  <a:pt x="1088132" y="1754533"/>
                </a:lnTo>
                <a:lnTo>
                  <a:pt x="1087414" y="1821573"/>
                </a:lnTo>
                <a:lnTo>
                  <a:pt x="1092538" y="1834182"/>
                </a:lnTo>
                <a:lnTo>
                  <a:pt x="1144905" y="1846175"/>
                </a:lnTo>
                <a:lnTo>
                  <a:pt x="1152489" y="1832644"/>
                </a:lnTo>
                <a:lnTo>
                  <a:pt x="1169193" y="1837975"/>
                </a:lnTo>
                <a:lnTo>
                  <a:pt x="1159765" y="1853146"/>
                </a:lnTo>
                <a:lnTo>
                  <a:pt x="1173395" y="1841358"/>
                </a:lnTo>
                <a:lnTo>
                  <a:pt x="1181593" y="1839307"/>
                </a:lnTo>
                <a:lnTo>
                  <a:pt x="1217666" y="1857144"/>
                </a:lnTo>
                <a:lnTo>
                  <a:pt x="1231808" y="1881438"/>
                </a:lnTo>
                <a:lnTo>
                  <a:pt x="1237547" y="1912806"/>
                </a:lnTo>
                <a:lnTo>
                  <a:pt x="1265524" y="1945814"/>
                </a:lnTo>
                <a:lnTo>
                  <a:pt x="1269418" y="1948786"/>
                </a:lnTo>
                <a:lnTo>
                  <a:pt x="1277514" y="1945916"/>
                </a:lnTo>
                <a:lnTo>
                  <a:pt x="1277104" y="1949914"/>
                </a:lnTo>
                <a:lnTo>
                  <a:pt x="1282946" y="1951554"/>
                </a:lnTo>
                <a:lnTo>
                  <a:pt x="1282843" y="1962317"/>
                </a:lnTo>
                <a:lnTo>
                  <a:pt x="1290119" y="1958320"/>
                </a:lnTo>
                <a:lnTo>
                  <a:pt x="1293809" y="1969288"/>
                </a:lnTo>
                <a:lnTo>
                  <a:pt x="1333878" y="1975643"/>
                </a:lnTo>
                <a:lnTo>
                  <a:pt x="1376715" y="2019107"/>
                </a:lnTo>
                <a:lnTo>
                  <a:pt x="1377637" y="2026283"/>
                </a:lnTo>
                <a:lnTo>
                  <a:pt x="1361445" y="2043094"/>
                </a:lnTo>
                <a:lnTo>
                  <a:pt x="1347098" y="2051705"/>
                </a:lnTo>
                <a:lnTo>
                  <a:pt x="1322606" y="2056933"/>
                </a:lnTo>
                <a:lnTo>
                  <a:pt x="1303032" y="2065953"/>
                </a:lnTo>
                <a:lnTo>
                  <a:pt x="1290324" y="2053960"/>
                </a:lnTo>
                <a:lnTo>
                  <a:pt x="1270751" y="2052730"/>
                </a:lnTo>
                <a:lnTo>
                  <a:pt x="1234575" y="2040941"/>
                </a:lnTo>
                <a:lnTo>
                  <a:pt x="1207828" y="2065646"/>
                </a:lnTo>
                <a:lnTo>
                  <a:pt x="1214284" y="2067696"/>
                </a:lnTo>
                <a:lnTo>
                  <a:pt x="1235395" y="2048219"/>
                </a:lnTo>
                <a:lnTo>
                  <a:pt x="1242569" y="2048527"/>
                </a:lnTo>
                <a:lnTo>
                  <a:pt x="1286738" y="2058573"/>
                </a:lnTo>
                <a:lnTo>
                  <a:pt x="1303749" y="2075077"/>
                </a:lnTo>
                <a:lnTo>
                  <a:pt x="1305799" y="2083482"/>
                </a:lnTo>
                <a:lnTo>
                  <a:pt x="1285508" y="2126638"/>
                </a:lnTo>
                <a:lnTo>
                  <a:pt x="1266754" y="2140989"/>
                </a:lnTo>
                <a:lnTo>
                  <a:pt x="1196965" y="2171229"/>
                </a:lnTo>
                <a:lnTo>
                  <a:pt x="1148287" y="2130124"/>
                </a:lnTo>
                <a:lnTo>
                  <a:pt x="1077064" y="2091478"/>
                </a:lnTo>
                <a:lnTo>
                  <a:pt x="1076039" y="2076307"/>
                </a:lnTo>
                <a:lnTo>
                  <a:pt x="1070812" y="2065441"/>
                </a:lnTo>
                <a:lnTo>
                  <a:pt x="1055953" y="2089325"/>
                </a:lnTo>
                <a:lnTo>
                  <a:pt x="1029103" y="2074974"/>
                </a:lnTo>
                <a:lnTo>
                  <a:pt x="1015678" y="2103266"/>
                </a:lnTo>
                <a:lnTo>
                  <a:pt x="1108115" y="2158313"/>
                </a:lnTo>
                <a:lnTo>
                  <a:pt x="1110677" y="2170614"/>
                </a:lnTo>
                <a:lnTo>
                  <a:pt x="1029206" y="2216641"/>
                </a:lnTo>
                <a:lnTo>
                  <a:pt x="906127" y="2260412"/>
                </a:lnTo>
                <a:lnTo>
                  <a:pt x="868107" y="2125818"/>
                </a:lnTo>
                <a:lnTo>
                  <a:pt x="812358" y="2074461"/>
                </a:lnTo>
                <a:lnTo>
                  <a:pt x="762758" y="2129201"/>
                </a:lnTo>
                <a:lnTo>
                  <a:pt x="821991" y="2183838"/>
                </a:lnTo>
                <a:lnTo>
                  <a:pt x="867800" y="2345084"/>
                </a:lnTo>
                <a:lnTo>
                  <a:pt x="867902" y="2365278"/>
                </a:lnTo>
                <a:lnTo>
                  <a:pt x="861548" y="2378604"/>
                </a:lnTo>
                <a:lnTo>
                  <a:pt x="841770" y="2399515"/>
                </a:lnTo>
                <a:lnTo>
                  <a:pt x="832854" y="2390392"/>
                </a:lnTo>
                <a:lnTo>
                  <a:pt x="787968" y="2438469"/>
                </a:lnTo>
                <a:lnTo>
                  <a:pt x="792477" y="2448924"/>
                </a:lnTo>
                <a:lnTo>
                  <a:pt x="704139" y="2538312"/>
                </a:lnTo>
                <a:lnTo>
                  <a:pt x="693789" y="2543745"/>
                </a:lnTo>
                <a:lnTo>
                  <a:pt x="682209" y="2542207"/>
                </a:lnTo>
                <a:lnTo>
                  <a:pt x="673600" y="2534314"/>
                </a:lnTo>
                <a:lnTo>
                  <a:pt x="656896" y="2499256"/>
                </a:lnTo>
                <a:lnTo>
                  <a:pt x="655461" y="2484700"/>
                </a:lnTo>
                <a:lnTo>
                  <a:pt x="658638" y="2485212"/>
                </a:lnTo>
                <a:lnTo>
                  <a:pt x="660483" y="2497821"/>
                </a:lnTo>
                <a:lnTo>
                  <a:pt x="676982" y="2532366"/>
                </a:lnTo>
                <a:lnTo>
                  <a:pt x="681081" y="2533904"/>
                </a:lnTo>
                <a:lnTo>
                  <a:pt x="720639" y="2495156"/>
                </a:lnTo>
                <a:lnTo>
                  <a:pt x="722688" y="2481317"/>
                </a:lnTo>
                <a:lnTo>
                  <a:pt x="705472" y="2444927"/>
                </a:lnTo>
                <a:lnTo>
                  <a:pt x="698400" y="2440006"/>
                </a:lnTo>
                <a:lnTo>
                  <a:pt x="688767" y="2422067"/>
                </a:lnTo>
                <a:lnTo>
                  <a:pt x="646648" y="2418274"/>
                </a:lnTo>
                <a:lnTo>
                  <a:pt x="608218" y="2338523"/>
                </a:lnTo>
                <a:lnTo>
                  <a:pt x="587415" y="2314536"/>
                </a:lnTo>
                <a:lnTo>
                  <a:pt x="492211" y="2078459"/>
                </a:lnTo>
                <a:lnTo>
                  <a:pt x="492211" y="2028230"/>
                </a:lnTo>
                <a:lnTo>
                  <a:pt x="543758" y="1987842"/>
                </a:lnTo>
                <a:lnTo>
                  <a:pt x="564664" y="2017057"/>
                </a:lnTo>
                <a:lnTo>
                  <a:pt x="728632" y="1902145"/>
                </a:lnTo>
                <a:lnTo>
                  <a:pt x="797908" y="1860629"/>
                </a:lnTo>
                <a:lnTo>
                  <a:pt x="850071" y="1844638"/>
                </a:lnTo>
                <a:lnTo>
                  <a:pt x="892088" y="1845970"/>
                </a:lnTo>
                <a:lnTo>
                  <a:pt x="928980" y="1840537"/>
                </a:lnTo>
                <a:lnTo>
                  <a:pt x="934719" y="1846995"/>
                </a:lnTo>
                <a:lnTo>
                  <a:pt x="880712" y="1906348"/>
                </a:lnTo>
                <a:lnTo>
                  <a:pt x="874358" y="1929310"/>
                </a:lnTo>
                <a:lnTo>
                  <a:pt x="835519" y="1967238"/>
                </a:lnTo>
                <a:lnTo>
                  <a:pt x="804775" y="1991122"/>
                </a:lnTo>
                <a:lnTo>
                  <a:pt x="844024" y="2029870"/>
                </a:lnTo>
                <a:lnTo>
                  <a:pt x="885324" y="1985587"/>
                </a:lnTo>
                <a:lnTo>
                  <a:pt x="898441" y="1996555"/>
                </a:lnTo>
                <a:lnTo>
                  <a:pt x="913301" y="1987227"/>
                </a:lnTo>
                <a:lnTo>
                  <a:pt x="922524" y="1986919"/>
                </a:lnTo>
                <a:lnTo>
                  <a:pt x="919040" y="1979846"/>
                </a:lnTo>
                <a:lnTo>
                  <a:pt x="924369" y="1979539"/>
                </a:lnTo>
                <a:lnTo>
                  <a:pt x="925393" y="1983844"/>
                </a:lnTo>
                <a:lnTo>
                  <a:pt x="931542" y="1981281"/>
                </a:lnTo>
                <a:lnTo>
                  <a:pt x="921089" y="1964265"/>
                </a:lnTo>
                <a:lnTo>
                  <a:pt x="928775" y="1946224"/>
                </a:lnTo>
                <a:lnTo>
                  <a:pt x="922524" y="1941201"/>
                </a:lnTo>
                <a:lnTo>
                  <a:pt x="945582" y="1919161"/>
                </a:lnTo>
                <a:lnTo>
                  <a:pt x="1007685" y="1843920"/>
                </a:lnTo>
                <a:lnTo>
                  <a:pt x="1020700" y="1842485"/>
                </a:lnTo>
                <a:lnTo>
                  <a:pt x="1022544" y="1833567"/>
                </a:lnTo>
                <a:lnTo>
                  <a:pt x="1032075" y="1827826"/>
                </a:lnTo>
                <a:lnTo>
                  <a:pt x="1053493" y="1825161"/>
                </a:lnTo>
                <a:lnTo>
                  <a:pt x="1087824" y="1836642"/>
                </a:lnTo>
                <a:lnTo>
                  <a:pt x="1082085" y="1820651"/>
                </a:lnTo>
                <a:lnTo>
                  <a:pt x="1083520" y="1679087"/>
                </a:lnTo>
                <a:lnTo>
                  <a:pt x="1077166" y="1664326"/>
                </a:lnTo>
                <a:lnTo>
                  <a:pt x="1067123" y="1671091"/>
                </a:lnTo>
                <a:lnTo>
                  <a:pt x="1052366" y="1672424"/>
                </a:lnTo>
                <a:lnTo>
                  <a:pt x="1053186" y="1695283"/>
                </a:lnTo>
                <a:lnTo>
                  <a:pt x="1046525" y="1700716"/>
                </a:lnTo>
                <a:lnTo>
                  <a:pt x="1041606" y="1720808"/>
                </a:lnTo>
                <a:lnTo>
                  <a:pt x="1045807" y="1720603"/>
                </a:lnTo>
                <a:lnTo>
                  <a:pt x="1046115" y="1729418"/>
                </a:lnTo>
                <a:lnTo>
                  <a:pt x="991083" y="1731674"/>
                </a:lnTo>
                <a:lnTo>
                  <a:pt x="990058" y="1709429"/>
                </a:lnTo>
                <a:lnTo>
                  <a:pt x="959417" y="1699076"/>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33C47208-DAEA-4055-9F6B-36857296F3D5}"/>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786533" h="293584">
                <a:moveTo>
                  <a:pt x="17012" y="86415"/>
                </a:moveTo>
                <a:lnTo>
                  <a:pt x="19164" y="81187"/>
                </a:lnTo>
                <a:lnTo>
                  <a:pt x="12400" y="76369"/>
                </a:lnTo>
                <a:lnTo>
                  <a:pt x="11170" y="64273"/>
                </a:lnTo>
                <a:lnTo>
                  <a:pt x="0" y="58635"/>
                </a:lnTo>
                <a:lnTo>
                  <a:pt x="2767" y="47256"/>
                </a:lnTo>
                <a:lnTo>
                  <a:pt x="102" y="45616"/>
                </a:lnTo>
                <a:lnTo>
                  <a:pt x="28592" y="38646"/>
                </a:lnTo>
                <a:lnTo>
                  <a:pt x="41914" y="20809"/>
                </a:lnTo>
                <a:lnTo>
                  <a:pt x="61590" y="14864"/>
                </a:lnTo>
                <a:lnTo>
                  <a:pt x="75015" y="0"/>
                </a:lnTo>
                <a:lnTo>
                  <a:pt x="122156" y="16299"/>
                </a:lnTo>
                <a:lnTo>
                  <a:pt x="169604" y="38543"/>
                </a:lnTo>
                <a:lnTo>
                  <a:pt x="198504" y="43361"/>
                </a:lnTo>
                <a:lnTo>
                  <a:pt x="222381" y="56072"/>
                </a:lnTo>
                <a:lnTo>
                  <a:pt x="232424" y="66630"/>
                </a:lnTo>
                <a:lnTo>
                  <a:pt x="236421" y="79341"/>
                </a:lnTo>
                <a:lnTo>
                  <a:pt x="275773" y="96563"/>
                </a:lnTo>
                <a:lnTo>
                  <a:pt x="278335" y="91232"/>
                </a:lnTo>
                <a:lnTo>
                  <a:pt x="296782" y="92463"/>
                </a:lnTo>
                <a:lnTo>
                  <a:pt x="303955" y="106609"/>
                </a:lnTo>
                <a:lnTo>
                  <a:pt x="336237" y="104251"/>
                </a:lnTo>
                <a:lnTo>
                  <a:pt x="358782" y="107019"/>
                </a:lnTo>
                <a:lnTo>
                  <a:pt x="385734" y="96973"/>
                </a:lnTo>
                <a:lnTo>
                  <a:pt x="439229" y="92463"/>
                </a:lnTo>
                <a:lnTo>
                  <a:pt x="451321" y="86210"/>
                </a:lnTo>
                <a:lnTo>
                  <a:pt x="476122" y="91335"/>
                </a:lnTo>
                <a:lnTo>
                  <a:pt x="489546" y="101381"/>
                </a:lnTo>
                <a:lnTo>
                  <a:pt x="504918" y="99023"/>
                </a:lnTo>
                <a:lnTo>
                  <a:pt x="537200" y="107326"/>
                </a:lnTo>
                <a:lnTo>
                  <a:pt x="586390" y="104661"/>
                </a:lnTo>
                <a:lnTo>
                  <a:pt x="600327" y="99741"/>
                </a:lnTo>
                <a:lnTo>
                  <a:pt x="607911" y="92155"/>
                </a:lnTo>
                <a:lnTo>
                  <a:pt x="692252" y="89797"/>
                </a:lnTo>
                <a:lnTo>
                  <a:pt x="723406" y="103431"/>
                </a:lnTo>
                <a:lnTo>
                  <a:pt x="746054" y="128033"/>
                </a:lnTo>
                <a:lnTo>
                  <a:pt x="767984" y="179697"/>
                </a:lnTo>
                <a:lnTo>
                  <a:pt x="786533" y="248685"/>
                </a:lnTo>
                <a:lnTo>
                  <a:pt x="782127" y="255861"/>
                </a:lnTo>
                <a:lnTo>
                  <a:pt x="770034" y="259346"/>
                </a:lnTo>
                <a:lnTo>
                  <a:pt x="717872" y="246430"/>
                </a:lnTo>
                <a:lnTo>
                  <a:pt x="639065" y="246020"/>
                </a:lnTo>
                <a:lnTo>
                  <a:pt x="632301" y="260064"/>
                </a:lnTo>
                <a:lnTo>
                  <a:pt x="624820" y="254323"/>
                </a:lnTo>
                <a:lnTo>
                  <a:pt x="627177" y="247558"/>
                </a:lnTo>
                <a:lnTo>
                  <a:pt x="621438" y="245918"/>
                </a:lnTo>
                <a:lnTo>
                  <a:pt x="530948" y="245302"/>
                </a:lnTo>
                <a:lnTo>
                  <a:pt x="494875" y="262729"/>
                </a:lnTo>
                <a:lnTo>
                  <a:pt x="476429" y="252478"/>
                </a:lnTo>
                <a:lnTo>
                  <a:pt x="470280" y="260371"/>
                </a:lnTo>
                <a:lnTo>
                  <a:pt x="454293" y="266522"/>
                </a:lnTo>
                <a:lnTo>
                  <a:pt x="450809" y="261704"/>
                </a:lnTo>
                <a:lnTo>
                  <a:pt x="443738" y="263856"/>
                </a:lnTo>
                <a:lnTo>
                  <a:pt x="427956" y="276568"/>
                </a:lnTo>
                <a:lnTo>
                  <a:pt x="417401" y="279233"/>
                </a:lnTo>
                <a:lnTo>
                  <a:pt x="408177" y="276465"/>
                </a:lnTo>
                <a:lnTo>
                  <a:pt x="367800" y="290714"/>
                </a:lnTo>
                <a:lnTo>
                  <a:pt x="328448" y="293584"/>
                </a:lnTo>
                <a:lnTo>
                  <a:pt x="299446" y="259449"/>
                </a:lnTo>
                <a:lnTo>
                  <a:pt x="292478" y="237819"/>
                </a:lnTo>
                <a:lnTo>
                  <a:pt x="277618" y="228799"/>
                </a:lnTo>
                <a:lnTo>
                  <a:pt x="246977" y="231054"/>
                </a:lnTo>
                <a:lnTo>
                  <a:pt x="228325" y="195893"/>
                </a:lnTo>
                <a:lnTo>
                  <a:pt x="230272" y="186053"/>
                </a:lnTo>
                <a:lnTo>
                  <a:pt x="225763" y="187898"/>
                </a:lnTo>
                <a:lnTo>
                  <a:pt x="207932" y="175392"/>
                </a:lnTo>
                <a:lnTo>
                  <a:pt x="187333" y="173649"/>
                </a:lnTo>
                <a:lnTo>
                  <a:pt x="179955" y="166064"/>
                </a:lnTo>
                <a:lnTo>
                  <a:pt x="150850" y="157658"/>
                </a:lnTo>
                <a:lnTo>
                  <a:pt x="128715" y="141667"/>
                </a:lnTo>
                <a:lnTo>
                  <a:pt x="122156" y="139206"/>
                </a:lnTo>
                <a:lnTo>
                  <a:pt x="123591" y="143204"/>
                </a:lnTo>
                <a:lnTo>
                  <a:pt x="116212" y="142282"/>
                </a:lnTo>
                <a:lnTo>
                  <a:pt x="108014" y="132338"/>
                </a:lnTo>
                <a:lnTo>
                  <a:pt x="82291" y="127520"/>
                </a:lnTo>
                <a:lnTo>
                  <a:pt x="74605" y="111427"/>
                </a:lnTo>
                <a:lnTo>
                  <a:pt x="59028" y="108659"/>
                </a:lnTo>
                <a:lnTo>
                  <a:pt x="53187" y="113784"/>
                </a:lnTo>
                <a:lnTo>
                  <a:pt x="43759" y="111939"/>
                </a:lnTo>
                <a:lnTo>
                  <a:pt x="24390" y="91642"/>
                </a:lnTo>
                <a:lnTo>
                  <a:pt x="20394" y="93385"/>
                </a:lnTo>
                <a:lnTo>
                  <a:pt x="22238" y="86620"/>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88BB4D24-AE3E-46A6-8324-63DD13BD07EC}"/>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66427" h="196303">
                <a:moveTo>
                  <a:pt x="56774" y="16709"/>
                </a:moveTo>
                <a:lnTo>
                  <a:pt x="65280" y="29010"/>
                </a:lnTo>
                <a:lnTo>
                  <a:pt x="71121" y="22859"/>
                </a:lnTo>
                <a:lnTo>
                  <a:pt x="82086" y="23269"/>
                </a:lnTo>
                <a:lnTo>
                  <a:pt x="87620" y="19272"/>
                </a:lnTo>
                <a:lnTo>
                  <a:pt x="81574" y="13941"/>
                </a:lnTo>
                <a:lnTo>
                  <a:pt x="80139" y="16811"/>
                </a:lnTo>
                <a:lnTo>
                  <a:pt x="83726" y="10251"/>
                </a:lnTo>
                <a:lnTo>
                  <a:pt x="149928" y="1845"/>
                </a:lnTo>
                <a:lnTo>
                  <a:pt x="155667" y="5945"/>
                </a:lnTo>
                <a:lnTo>
                  <a:pt x="155667" y="14864"/>
                </a:lnTo>
                <a:lnTo>
                  <a:pt x="145419" y="31675"/>
                </a:lnTo>
                <a:lnTo>
                  <a:pt x="119901" y="41311"/>
                </a:lnTo>
                <a:lnTo>
                  <a:pt x="121234" y="35775"/>
                </a:lnTo>
                <a:lnTo>
                  <a:pt x="111908" y="34648"/>
                </a:lnTo>
                <a:lnTo>
                  <a:pt x="105144" y="41413"/>
                </a:lnTo>
                <a:lnTo>
                  <a:pt x="102992" y="51562"/>
                </a:lnTo>
                <a:lnTo>
                  <a:pt x="112420" y="71141"/>
                </a:lnTo>
                <a:lnTo>
                  <a:pt x="123488" y="71243"/>
                </a:lnTo>
                <a:lnTo>
                  <a:pt x="125743" y="67348"/>
                </a:lnTo>
                <a:lnTo>
                  <a:pt x="122156" y="64888"/>
                </a:lnTo>
                <a:lnTo>
                  <a:pt x="130047" y="67656"/>
                </a:lnTo>
                <a:lnTo>
                  <a:pt x="134761" y="91027"/>
                </a:lnTo>
                <a:lnTo>
                  <a:pt x="155155" y="108454"/>
                </a:lnTo>
                <a:lnTo>
                  <a:pt x="159254" y="119422"/>
                </a:lnTo>
                <a:lnTo>
                  <a:pt x="166017" y="124138"/>
                </a:lnTo>
                <a:lnTo>
                  <a:pt x="166427" y="130801"/>
                </a:lnTo>
                <a:lnTo>
                  <a:pt x="161816" y="126495"/>
                </a:lnTo>
                <a:lnTo>
                  <a:pt x="154847" y="129571"/>
                </a:lnTo>
                <a:lnTo>
                  <a:pt x="150543" y="141974"/>
                </a:lnTo>
                <a:lnTo>
                  <a:pt x="156384" y="146689"/>
                </a:lnTo>
                <a:lnTo>
                  <a:pt x="141627" y="152942"/>
                </a:lnTo>
                <a:lnTo>
                  <a:pt x="145009" y="150072"/>
                </a:lnTo>
                <a:lnTo>
                  <a:pt x="133736" y="144537"/>
                </a:lnTo>
                <a:lnTo>
                  <a:pt x="126460" y="133568"/>
                </a:lnTo>
                <a:lnTo>
                  <a:pt x="108629" y="119730"/>
                </a:lnTo>
                <a:lnTo>
                  <a:pt x="95614" y="101073"/>
                </a:lnTo>
                <a:lnTo>
                  <a:pt x="83214" y="119525"/>
                </a:lnTo>
                <a:lnTo>
                  <a:pt x="86186" y="137976"/>
                </a:lnTo>
                <a:lnTo>
                  <a:pt x="86083" y="131826"/>
                </a:lnTo>
                <a:lnTo>
                  <a:pt x="77782" y="133261"/>
                </a:lnTo>
                <a:lnTo>
                  <a:pt x="81574" y="153558"/>
                </a:lnTo>
                <a:lnTo>
                  <a:pt x="85263" y="154788"/>
                </a:lnTo>
                <a:lnTo>
                  <a:pt x="86596" y="151097"/>
                </a:lnTo>
                <a:lnTo>
                  <a:pt x="87723" y="168319"/>
                </a:lnTo>
                <a:lnTo>
                  <a:pt x="83111" y="167294"/>
                </a:lnTo>
                <a:lnTo>
                  <a:pt x="81984" y="177852"/>
                </a:lnTo>
                <a:lnTo>
                  <a:pt x="86083" y="182362"/>
                </a:lnTo>
                <a:lnTo>
                  <a:pt x="91310" y="180415"/>
                </a:lnTo>
                <a:lnTo>
                  <a:pt x="92642" y="188410"/>
                </a:lnTo>
                <a:lnTo>
                  <a:pt x="86186" y="196303"/>
                </a:lnTo>
                <a:lnTo>
                  <a:pt x="73068" y="182772"/>
                </a:lnTo>
                <a:lnTo>
                  <a:pt x="63025" y="180210"/>
                </a:lnTo>
                <a:lnTo>
                  <a:pt x="51342" y="160118"/>
                </a:lnTo>
                <a:lnTo>
                  <a:pt x="0" y="105994"/>
                </a:lnTo>
                <a:lnTo>
                  <a:pt x="11990" y="95333"/>
                </a:lnTo>
                <a:lnTo>
                  <a:pt x="24288" y="92668"/>
                </a:lnTo>
                <a:lnTo>
                  <a:pt x="31154" y="95230"/>
                </a:lnTo>
                <a:lnTo>
                  <a:pt x="27772" y="95948"/>
                </a:lnTo>
                <a:lnTo>
                  <a:pt x="32896" y="100561"/>
                </a:lnTo>
                <a:lnTo>
                  <a:pt x="37508" y="100663"/>
                </a:lnTo>
                <a:lnTo>
                  <a:pt x="36688" y="97485"/>
                </a:lnTo>
                <a:lnTo>
                  <a:pt x="43554" y="104456"/>
                </a:lnTo>
                <a:lnTo>
                  <a:pt x="55647" y="106506"/>
                </a:lnTo>
                <a:lnTo>
                  <a:pt x="52982" y="112862"/>
                </a:lnTo>
                <a:lnTo>
                  <a:pt x="72248" y="123420"/>
                </a:lnTo>
                <a:lnTo>
                  <a:pt x="75835" y="117680"/>
                </a:lnTo>
                <a:lnTo>
                  <a:pt x="68149" y="111529"/>
                </a:lnTo>
                <a:lnTo>
                  <a:pt x="82291" y="118397"/>
                </a:lnTo>
                <a:lnTo>
                  <a:pt x="93359" y="100356"/>
                </a:lnTo>
                <a:lnTo>
                  <a:pt x="91310" y="91232"/>
                </a:lnTo>
                <a:lnTo>
                  <a:pt x="94794" y="85697"/>
                </a:lnTo>
                <a:lnTo>
                  <a:pt x="90695" y="79341"/>
                </a:lnTo>
                <a:lnTo>
                  <a:pt x="87313" y="81904"/>
                </a:lnTo>
                <a:lnTo>
                  <a:pt x="72351" y="69091"/>
                </a:lnTo>
                <a:lnTo>
                  <a:pt x="81062" y="61300"/>
                </a:lnTo>
                <a:lnTo>
                  <a:pt x="87005" y="66220"/>
                </a:lnTo>
                <a:lnTo>
                  <a:pt x="92744" y="64068"/>
                </a:lnTo>
                <a:lnTo>
                  <a:pt x="91924" y="47256"/>
                </a:lnTo>
                <a:lnTo>
                  <a:pt x="72453" y="48076"/>
                </a:lnTo>
                <a:lnTo>
                  <a:pt x="69891" y="34443"/>
                </a:lnTo>
                <a:lnTo>
                  <a:pt x="50728" y="59762"/>
                </a:lnTo>
                <a:lnTo>
                  <a:pt x="37098" y="61505"/>
                </a:lnTo>
                <a:lnTo>
                  <a:pt x="38840" y="53407"/>
                </a:lnTo>
                <a:lnTo>
                  <a:pt x="59438" y="45514"/>
                </a:lnTo>
                <a:lnTo>
                  <a:pt x="64050" y="30547"/>
                </a:lnTo>
                <a:lnTo>
                  <a:pt x="51752" y="16914"/>
                </a:lnTo>
                <a:lnTo>
                  <a:pt x="47858" y="22142"/>
                </a:lnTo>
                <a:lnTo>
                  <a:pt x="50318" y="23987"/>
                </a:lnTo>
                <a:lnTo>
                  <a:pt x="43451" y="23167"/>
                </a:lnTo>
                <a:lnTo>
                  <a:pt x="23980" y="3895"/>
                </a:lnTo>
                <a:lnTo>
                  <a:pt x="27670" y="0"/>
                </a:lnTo>
                <a:lnTo>
                  <a:pt x="54314" y="8201"/>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79D74F83-8E6B-49FB-87DC-C0608A7AB516}"/>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109244" h="79854">
                <a:moveTo>
                  <a:pt x="109244" y="47564"/>
                </a:moveTo>
                <a:lnTo>
                  <a:pt x="106887" y="61505"/>
                </a:lnTo>
                <a:lnTo>
                  <a:pt x="95716" y="68373"/>
                </a:lnTo>
                <a:lnTo>
                  <a:pt x="56466" y="51357"/>
                </a:lnTo>
                <a:lnTo>
                  <a:pt x="44169" y="55560"/>
                </a:lnTo>
                <a:lnTo>
                  <a:pt x="13322" y="79854"/>
                </a:lnTo>
                <a:lnTo>
                  <a:pt x="4714" y="79546"/>
                </a:lnTo>
                <a:lnTo>
                  <a:pt x="0" y="72576"/>
                </a:lnTo>
                <a:lnTo>
                  <a:pt x="4817" y="58840"/>
                </a:lnTo>
                <a:lnTo>
                  <a:pt x="46628" y="30650"/>
                </a:lnTo>
                <a:lnTo>
                  <a:pt x="75425" y="0"/>
                </a:lnTo>
                <a:lnTo>
                  <a:pt x="85468" y="3383"/>
                </a:lnTo>
                <a:lnTo>
                  <a:pt x="97048" y="15171"/>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F80B3589-F481-4712-BE05-4CE9272EAB03}"/>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54212" h="74421">
                <a:moveTo>
                  <a:pt x="54212" y="62120"/>
                </a:moveTo>
                <a:lnTo>
                  <a:pt x="51855" y="72371"/>
                </a:lnTo>
                <a:lnTo>
                  <a:pt x="46116" y="74421"/>
                </a:lnTo>
                <a:lnTo>
                  <a:pt x="18754" y="58942"/>
                </a:lnTo>
                <a:lnTo>
                  <a:pt x="0" y="19272"/>
                </a:lnTo>
                <a:lnTo>
                  <a:pt x="6559" y="0"/>
                </a:lnTo>
                <a:lnTo>
                  <a:pt x="24698" y="5535"/>
                </a:lnTo>
                <a:lnTo>
                  <a:pt x="40889" y="26242"/>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6DD95737-A80E-438B-B014-F4E7AFAB851A}"/>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48780" h="47461">
                <a:moveTo>
                  <a:pt x="26645" y="11788"/>
                </a:moveTo>
                <a:lnTo>
                  <a:pt x="34843" y="8918"/>
                </a:lnTo>
                <a:lnTo>
                  <a:pt x="29309" y="4715"/>
                </a:lnTo>
                <a:lnTo>
                  <a:pt x="33921" y="7483"/>
                </a:lnTo>
                <a:lnTo>
                  <a:pt x="46013" y="26550"/>
                </a:lnTo>
                <a:lnTo>
                  <a:pt x="48780" y="36288"/>
                </a:lnTo>
                <a:lnTo>
                  <a:pt x="40787" y="47461"/>
                </a:lnTo>
                <a:lnTo>
                  <a:pt x="35048" y="45206"/>
                </a:lnTo>
                <a:lnTo>
                  <a:pt x="40582" y="47051"/>
                </a:lnTo>
                <a:lnTo>
                  <a:pt x="46833" y="38851"/>
                </a:lnTo>
                <a:lnTo>
                  <a:pt x="45296" y="41106"/>
                </a:lnTo>
                <a:lnTo>
                  <a:pt x="24800" y="31983"/>
                </a:lnTo>
                <a:lnTo>
                  <a:pt x="24800" y="29112"/>
                </a:lnTo>
                <a:lnTo>
                  <a:pt x="26542" y="34955"/>
                </a:lnTo>
                <a:lnTo>
                  <a:pt x="16602" y="20912"/>
                </a:lnTo>
                <a:lnTo>
                  <a:pt x="22033" y="22244"/>
                </a:lnTo>
                <a:lnTo>
                  <a:pt x="24493" y="17631"/>
                </a:lnTo>
                <a:lnTo>
                  <a:pt x="16089" y="15171"/>
                </a:lnTo>
                <a:lnTo>
                  <a:pt x="12195" y="20604"/>
                </a:lnTo>
                <a:lnTo>
                  <a:pt x="0" y="6253"/>
                </a:lnTo>
                <a:lnTo>
                  <a:pt x="1230" y="923"/>
                </a:lnTo>
                <a:lnTo>
                  <a:pt x="11170" y="0"/>
                </a:lnTo>
                <a:lnTo>
                  <a:pt x="11683" y="3690"/>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C3DA8031-2030-4A17-990B-CDE01ECF2FC3}"/>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32896" h="33315">
                <a:moveTo>
                  <a:pt x="15884" y="0"/>
                </a:moveTo>
                <a:lnTo>
                  <a:pt x="29104" y="8098"/>
                </a:lnTo>
                <a:lnTo>
                  <a:pt x="32896" y="15786"/>
                </a:lnTo>
                <a:lnTo>
                  <a:pt x="30846" y="11891"/>
                </a:lnTo>
                <a:lnTo>
                  <a:pt x="26337" y="13429"/>
                </a:lnTo>
                <a:lnTo>
                  <a:pt x="17524" y="28702"/>
                </a:lnTo>
                <a:lnTo>
                  <a:pt x="21213" y="31060"/>
                </a:lnTo>
                <a:lnTo>
                  <a:pt x="9223" y="33315"/>
                </a:lnTo>
                <a:lnTo>
                  <a:pt x="0" y="21527"/>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D4EFA4AF-31AB-4E68-BFC3-961F148BEF50}"/>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20598" h="23474">
                <a:moveTo>
                  <a:pt x="4407" y="0"/>
                </a:moveTo>
                <a:lnTo>
                  <a:pt x="15167" y="2460"/>
                </a:lnTo>
                <a:lnTo>
                  <a:pt x="20598" y="8098"/>
                </a:lnTo>
                <a:lnTo>
                  <a:pt x="8711" y="23474"/>
                </a:lnTo>
                <a:lnTo>
                  <a:pt x="922" y="15274"/>
                </a:lnTo>
                <a:lnTo>
                  <a:pt x="0" y="5125"/>
                </a:lnTo>
                <a:lnTo>
                  <a:pt x="717" y="8508"/>
                </a:lnTo>
                <a:lnTo>
                  <a:pt x="4407" y="5433"/>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9ED02E2E-7C5C-4FF3-BEB3-86D3CFA78AF0}"/>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53925" h="178057">
                <a:moveTo>
                  <a:pt x="150953" y="129776"/>
                </a:moveTo>
                <a:lnTo>
                  <a:pt x="153925" y="142179"/>
                </a:lnTo>
                <a:lnTo>
                  <a:pt x="149826" y="151405"/>
                </a:lnTo>
                <a:lnTo>
                  <a:pt x="121746" y="173547"/>
                </a:lnTo>
                <a:lnTo>
                  <a:pt x="100738" y="178057"/>
                </a:lnTo>
                <a:lnTo>
                  <a:pt x="81984" y="171394"/>
                </a:lnTo>
                <a:lnTo>
                  <a:pt x="61693" y="149047"/>
                </a:lnTo>
                <a:lnTo>
                  <a:pt x="41914" y="113682"/>
                </a:lnTo>
                <a:lnTo>
                  <a:pt x="23365" y="99741"/>
                </a:lnTo>
                <a:lnTo>
                  <a:pt x="21623" y="69911"/>
                </a:lnTo>
                <a:lnTo>
                  <a:pt x="2152" y="30958"/>
                </a:lnTo>
                <a:lnTo>
                  <a:pt x="0" y="13531"/>
                </a:lnTo>
                <a:lnTo>
                  <a:pt x="28079" y="0"/>
                </a:lnTo>
                <a:lnTo>
                  <a:pt x="39865" y="2153"/>
                </a:lnTo>
                <a:lnTo>
                  <a:pt x="89465" y="54842"/>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F621C28D-4776-43C7-B46F-713109958203}"/>
              </a:ext>
            </a:extLst>
          </p:cNvPr>
          <p:cNvSpPr>
            <a:spLocks xmlns:a="http://schemas.openxmlformats.org/drawingml/2006/main" noGrp="1"/>
          </p:cNvSpPr>
          <p:nvPr/>
        </p:nvSpPr>
        <p:spPr>
          <a:xfrm xmlns:a="http://schemas.openxmlformats.org/drawingml/2006/main">
            <a:off x="4853581" y="2646933"/>
            <a:ext cx="697564" cy="905748"/>
          </a:xfrm>
          <a:custGeom xmlns:a="http://schemas.openxmlformats.org/drawingml/2006/main">
            <a:pathLst>
              <a:path w="813076" h="1055733">
                <a:moveTo>
                  <a:pt x="460955" y="84569"/>
                </a:moveTo>
                <a:lnTo>
                  <a:pt x="468641" y="94615"/>
                </a:lnTo>
                <a:lnTo>
                  <a:pt x="478376" y="89387"/>
                </a:lnTo>
                <a:lnTo>
                  <a:pt x="503791" y="91950"/>
                </a:lnTo>
                <a:lnTo>
                  <a:pt x="558925" y="110812"/>
                </a:lnTo>
                <a:lnTo>
                  <a:pt x="580241" y="121370"/>
                </a:lnTo>
                <a:lnTo>
                  <a:pt x="580856" y="125060"/>
                </a:lnTo>
                <a:lnTo>
                  <a:pt x="584033" y="123010"/>
                </a:lnTo>
                <a:lnTo>
                  <a:pt x="622360" y="138079"/>
                </a:lnTo>
                <a:lnTo>
                  <a:pt x="651772" y="156325"/>
                </a:lnTo>
                <a:lnTo>
                  <a:pt x="704447" y="204504"/>
                </a:lnTo>
                <a:lnTo>
                  <a:pt x="731809" y="221111"/>
                </a:lnTo>
                <a:lnTo>
                  <a:pt x="778745" y="311830"/>
                </a:lnTo>
                <a:lnTo>
                  <a:pt x="778642" y="323824"/>
                </a:lnTo>
                <a:lnTo>
                  <a:pt x="763373" y="338995"/>
                </a:lnTo>
                <a:lnTo>
                  <a:pt x="764705" y="342173"/>
                </a:lnTo>
                <a:lnTo>
                  <a:pt x="793912" y="351604"/>
                </a:lnTo>
                <a:lnTo>
                  <a:pt x="810923" y="375488"/>
                </a:lnTo>
                <a:lnTo>
                  <a:pt x="813076" y="417619"/>
                </a:lnTo>
                <a:lnTo>
                  <a:pt x="805287" y="454522"/>
                </a:lnTo>
                <a:lnTo>
                  <a:pt x="787046" y="493680"/>
                </a:lnTo>
                <a:lnTo>
                  <a:pt x="741442" y="568101"/>
                </a:lnTo>
                <a:lnTo>
                  <a:pt x="721766" y="609002"/>
                </a:lnTo>
                <a:lnTo>
                  <a:pt x="687435" y="706590"/>
                </a:lnTo>
                <a:lnTo>
                  <a:pt x="671243" y="794235"/>
                </a:lnTo>
                <a:lnTo>
                  <a:pt x="671858" y="843644"/>
                </a:lnTo>
                <a:lnTo>
                  <a:pt x="680569" y="878907"/>
                </a:lnTo>
                <a:lnTo>
                  <a:pt x="717769" y="948612"/>
                </a:lnTo>
                <a:lnTo>
                  <a:pt x="768394" y="1025494"/>
                </a:lnTo>
                <a:lnTo>
                  <a:pt x="767574" y="1042817"/>
                </a:lnTo>
                <a:lnTo>
                  <a:pt x="753432" y="1055323"/>
                </a:lnTo>
                <a:lnTo>
                  <a:pt x="741237" y="1055733"/>
                </a:lnTo>
                <a:lnTo>
                  <a:pt x="731809" y="1050916"/>
                </a:lnTo>
                <a:lnTo>
                  <a:pt x="239803" y="632989"/>
                </a:lnTo>
                <a:lnTo>
                  <a:pt x="127895" y="531301"/>
                </a:lnTo>
                <a:lnTo>
                  <a:pt x="89362" y="473691"/>
                </a:lnTo>
                <a:lnTo>
                  <a:pt x="74195" y="436276"/>
                </a:lnTo>
                <a:lnTo>
                  <a:pt x="65997" y="403165"/>
                </a:lnTo>
                <a:lnTo>
                  <a:pt x="76040" y="395170"/>
                </a:lnTo>
                <a:lnTo>
                  <a:pt x="162123" y="397630"/>
                </a:lnTo>
                <a:lnTo>
                  <a:pt x="183337" y="392607"/>
                </a:lnTo>
                <a:lnTo>
                  <a:pt x="199016" y="383586"/>
                </a:lnTo>
                <a:lnTo>
                  <a:pt x="210494" y="367492"/>
                </a:lnTo>
                <a:lnTo>
                  <a:pt x="209366" y="356422"/>
                </a:lnTo>
                <a:lnTo>
                  <a:pt x="198913" y="346376"/>
                </a:lnTo>
                <a:lnTo>
                  <a:pt x="197171" y="332537"/>
                </a:lnTo>
                <a:lnTo>
                  <a:pt x="216028" y="298914"/>
                </a:lnTo>
                <a:lnTo>
                  <a:pt x="200348" y="291636"/>
                </a:lnTo>
                <a:lnTo>
                  <a:pt x="183132" y="293276"/>
                </a:lnTo>
                <a:lnTo>
                  <a:pt x="158844" y="318288"/>
                </a:lnTo>
                <a:lnTo>
                  <a:pt x="136503" y="327309"/>
                </a:lnTo>
                <a:lnTo>
                  <a:pt x="54007" y="323516"/>
                </a:lnTo>
                <a:lnTo>
                  <a:pt x="40889" y="315931"/>
                </a:lnTo>
                <a:lnTo>
                  <a:pt x="32179" y="304962"/>
                </a:lnTo>
                <a:lnTo>
                  <a:pt x="1845" y="224288"/>
                </a:lnTo>
                <a:lnTo>
                  <a:pt x="0" y="185438"/>
                </a:lnTo>
                <a:lnTo>
                  <a:pt x="17114" y="149970"/>
                </a:lnTo>
                <a:lnTo>
                  <a:pt x="124718" y="52894"/>
                </a:lnTo>
                <a:lnTo>
                  <a:pt x="157717" y="35160"/>
                </a:lnTo>
                <a:lnTo>
                  <a:pt x="280078" y="1128"/>
                </a:lnTo>
                <a:lnTo>
                  <a:pt x="320557" y="0"/>
                </a:lnTo>
                <a:lnTo>
                  <a:pt x="354990" y="9943"/>
                </a:lnTo>
                <a:lnTo>
                  <a:pt x="386247" y="56585"/>
                </a:lnTo>
                <a:lnTo>
                  <a:pt x="455933" y="69706"/>
                </a:lnTo>
                <a:lnTo>
                  <a:pt x="463619" y="75856"/>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1DD81F1E-1054-413E-82FA-110896CEB1D8}"/>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107194" h="99023">
                <a:moveTo>
                  <a:pt x="30334" y="6253"/>
                </a:moveTo>
                <a:lnTo>
                  <a:pt x="56364" y="40593"/>
                </a:lnTo>
                <a:lnTo>
                  <a:pt x="97458" y="53817"/>
                </a:lnTo>
                <a:lnTo>
                  <a:pt x="107194" y="89592"/>
                </a:lnTo>
                <a:lnTo>
                  <a:pt x="102992" y="98408"/>
                </a:lnTo>
                <a:lnTo>
                  <a:pt x="97458" y="99023"/>
                </a:lnTo>
                <a:lnTo>
                  <a:pt x="84136" y="87645"/>
                </a:lnTo>
                <a:lnTo>
                  <a:pt x="7788" y="13121"/>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4F3FF7D7-15CA-4CD4-A505-466B8042F3FD}"/>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246977" h="296557">
                <a:moveTo>
                  <a:pt x="24083" y="42848"/>
                </a:moveTo>
                <a:lnTo>
                  <a:pt x="39660" y="44694"/>
                </a:lnTo>
                <a:lnTo>
                  <a:pt x="34536" y="55457"/>
                </a:lnTo>
                <a:lnTo>
                  <a:pt x="39557" y="73498"/>
                </a:lnTo>
                <a:lnTo>
                  <a:pt x="32691" y="75549"/>
                </a:lnTo>
                <a:lnTo>
                  <a:pt x="43759" y="72166"/>
                </a:lnTo>
                <a:lnTo>
                  <a:pt x="45604" y="75344"/>
                </a:lnTo>
                <a:lnTo>
                  <a:pt x="49908" y="69808"/>
                </a:lnTo>
                <a:lnTo>
                  <a:pt x="53904" y="74831"/>
                </a:lnTo>
                <a:lnTo>
                  <a:pt x="48678" y="88567"/>
                </a:lnTo>
                <a:lnTo>
                  <a:pt x="54929" y="92668"/>
                </a:lnTo>
                <a:lnTo>
                  <a:pt x="40889" y="100971"/>
                </a:lnTo>
                <a:lnTo>
                  <a:pt x="32794" y="95230"/>
                </a:lnTo>
                <a:lnTo>
                  <a:pt x="30437" y="97178"/>
                </a:lnTo>
                <a:lnTo>
                  <a:pt x="40275" y="101893"/>
                </a:lnTo>
                <a:lnTo>
                  <a:pt x="57184" y="95230"/>
                </a:lnTo>
                <a:lnTo>
                  <a:pt x="49805" y="101996"/>
                </a:lnTo>
                <a:lnTo>
                  <a:pt x="59336" y="100663"/>
                </a:lnTo>
                <a:lnTo>
                  <a:pt x="57081" y="113887"/>
                </a:lnTo>
                <a:lnTo>
                  <a:pt x="60771" y="103738"/>
                </a:lnTo>
                <a:lnTo>
                  <a:pt x="85161" y="93078"/>
                </a:lnTo>
                <a:lnTo>
                  <a:pt x="98586" y="91745"/>
                </a:lnTo>
                <a:lnTo>
                  <a:pt x="126768" y="98921"/>
                </a:lnTo>
                <a:lnTo>
                  <a:pt x="160074" y="81494"/>
                </a:lnTo>
                <a:lnTo>
                  <a:pt x="180775" y="75344"/>
                </a:lnTo>
                <a:lnTo>
                  <a:pt x="180775" y="71141"/>
                </a:lnTo>
                <a:lnTo>
                  <a:pt x="233347" y="70321"/>
                </a:lnTo>
                <a:lnTo>
                  <a:pt x="244722" y="117270"/>
                </a:lnTo>
                <a:lnTo>
                  <a:pt x="246977" y="158273"/>
                </a:lnTo>
                <a:lnTo>
                  <a:pt x="242877" y="174572"/>
                </a:lnTo>
                <a:lnTo>
                  <a:pt x="229145" y="191383"/>
                </a:lnTo>
                <a:lnTo>
                  <a:pt x="190100" y="212705"/>
                </a:lnTo>
                <a:lnTo>
                  <a:pt x="181082" y="255656"/>
                </a:lnTo>
                <a:lnTo>
                  <a:pt x="157922" y="278208"/>
                </a:lnTo>
                <a:lnTo>
                  <a:pt x="136811" y="292149"/>
                </a:lnTo>
                <a:lnTo>
                  <a:pt x="113650" y="296557"/>
                </a:lnTo>
                <a:lnTo>
                  <a:pt x="90797" y="289074"/>
                </a:lnTo>
                <a:lnTo>
                  <a:pt x="30232" y="227979"/>
                </a:lnTo>
                <a:lnTo>
                  <a:pt x="29412" y="214960"/>
                </a:lnTo>
                <a:lnTo>
                  <a:pt x="56159" y="181850"/>
                </a:lnTo>
                <a:lnTo>
                  <a:pt x="62615" y="160836"/>
                </a:lnTo>
                <a:lnTo>
                  <a:pt x="57799" y="137156"/>
                </a:lnTo>
                <a:lnTo>
                  <a:pt x="52880" y="145049"/>
                </a:lnTo>
                <a:lnTo>
                  <a:pt x="50625" y="137054"/>
                </a:lnTo>
                <a:lnTo>
                  <a:pt x="40172" y="134081"/>
                </a:lnTo>
                <a:lnTo>
                  <a:pt x="50728" y="138694"/>
                </a:lnTo>
                <a:lnTo>
                  <a:pt x="51240" y="147304"/>
                </a:lnTo>
                <a:lnTo>
                  <a:pt x="40889" y="156838"/>
                </a:lnTo>
                <a:lnTo>
                  <a:pt x="33408" y="146382"/>
                </a:lnTo>
                <a:lnTo>
                  <a:pt x="31256" y="155198"/>
                </a:lnTo>
                <a:lnTo>
                  <a:pt x="20496" y="166166"/>
                </a:lnTo>
                <a:lnTo>
                  <a:pt x="7788" y="144844"/>
                </a:lnTo>
                <a:lnTo>
                  <a:pt x="0" y="114092"/>
                </a:lnTo>
                <a:lnTo>
                  <a:pt x="3997" y="85902"/>
                </a:lnTo>
                <a:lnTo>
                  <a:pt x="11683" y="75959"/>
                </a:lnTo>
                <a:lnTo>
                  <a:pt x="15987" y="52689"/>
                </a:lnTo>
                <a:lnTo>
                  <a:pt x="11683" y="513"/>
                </a:lnTo>
                <a:lnTo>
                  <a:pt x="14655"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85218F78-6701-463E-86F1-34695306AB9C}"/>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271982" h="111017">
                <a:moveTo>
                  <a:pt x="160381" y="205"/>
                </a:moveTo>
                <a:lnTo>
                  <a:pt x="182312" y="6971"/>
                </a:lnTo>
                <a:lnTo>
                  <a:pt x="168579" y="2870"/>
                </a:lnTo>
                <a:lnTo>
                  <a:pt x="165505" y="12506"/>
                </a:lnTo>
                <a:lnTo>
                  <a:pt x="175343" y="27882"/>
                </a:lnTo>
                <a:lnTo>
                  <a:pt x="186513" y="34443"/>
                </a:lnTo>
                <a:lnTo>
                  <a:pt x="204242" y="32598"/>
                </a:lnTo>
                <a:lnTo>
                  <a:pt x="218897" y="22552"/>
                </a:lnTo>
                <a:lnTo>
                  <a:pt x="220434" y="19989"/>
                </a:lnTo>
                <a:lnTo>
                  <a:pt x="215105" y="16811"/>
                </a:lnTo>
                <a:lnTo>
                  <a:pt x="227300" y="23167"/>
                </a:lnTo>
                <a:lnTo>
                  <a:pt x="241033" y="55662"/>
                </a:lnTo>
                <a:lnTo>
                  <a:pt x="234576" y="40286"/>
                </a:lnTo>
                <a:lnTo>
                  <a:pt x="226378" y="37826"/>
                </a:lnTo>
                <a:lnTo>
                  <a:pt x="214695" y="42848"/>
                </a:lnTo>
                <a:lnTo>
                  <a:pt x="207727" y="55457"/>
                </a:lnTo>
                <a:lnTo>
                  <a:pt x="218385" y="66630"/>
                </a:lnTo>
                <a:lnTo>
                  <a:pt x="230990" y="67963"/>
                </a:lnTo>
                <a:lnTo>
                  <a:pt x="251383" y="83032"/>
                </a:lnTo>
                <a:lnTo>
                  <a:pt x="259172" y="81392"/>
                </a:lnTo>
                <a:lnTo>
                  <a:pt x="254868" y="75549"/>
                </a:lnTo>
                <a:lnTo>
                  <a:pt x="271982" y="100356"/>
                </a:lnTo>
                <a:lnTo>
                  <a:pt x="252613" y="102713"/>
                </a:lnTo>
                <a:lnTo>
                  <a:pt x="256200" y="97075"/>
                </a:lnTo>
                <a:lnTo>
                  <a:pt x="252408" y="91130"/>
                </a:lnTo>
                <a:lnTo>
                  <a:pt x="232732" y="86415"/>
                </a:lnTo>
                <a:lnTo>
                  <a:pt x="231297" y="104661"/>
                </a:lnTo>
                <a:lnTo>
                  <a:pt x="243390" y="103226"/>
                </a:lnTo>
                <a:lnTo>
                  <a:pt x="202808" y="111017"/>
                </a:lnTo>
                <a:lnTo>
                  <a:pt x="164788" y="103226"/>
                </a:lnTo>
                <a:lnTo>
                  <a:pt x="100020" y="110504"/>
                </a:lnTo>
                <a:lnTo>
                  <a:pt x="6866" y="94923"/>
                </a:lnTo>
                <a:lnTo>
                  <a:pt x="0" y="88260"/>
                </a:lnTo>
                <a:lnTo>
                  <a:pt x="3587" y="78214"/>
                </a:lnTo>
                <a:lnTo>
                  <a:pt x="36483" y="57610"/>
                </a:lnTo>
                <a:lnTo>
                  <a:pt x="69174" y="21732"/>
                </a:lnTo>
                <a:lnTo>
                  <a:pt x="143574"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F738A783-805B-4F2D-96AE-314D7BAC6DCC}"/>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318815" h="126085">
                <a:moveTo>
                  <a:pt x="111396" y="12711"/>
                </a:moveTo>
                <a:lnTo>
                  <a:pt x="151773" y="30958"/>
                </a:lnTo>
                <a:lnTo>
                  <a:pt x="156692" y="19887"/>
                </a:lnTo>
                <a:lnTo>
                  <a:pt x="172166" y="7893"/>
                </a:lnTo>
                <a:lnTo>
                  <a:pt x="181697" y="6561"/>
                </a:lnTo>
                <a:lnTo>
                  <a:pt x="186206" y="10866"/>
                </a:lnTo>
                <a:lnTo>
                  <a:pt x="201783" y="58327"/>
                </a:lnTo>
                <a:lnTo>
                  <a:pt x="206804" y="62530"/>
                </a:lnTo>
                <a:lnTo>
                  <a:pt x="245337" y="77189"/>
                </a:lnTo>
                <a:lnTo>
                  <a:pt x="258659" y="73293"/>
                </a:lnTo>
                <a:lnTo>
                  <a:pt x="282947" y="74524"/>
                </a:lnTo>
                <a:lnTo>
                  <a:pt x="308567" y="89387"/>
                </a:lnTo>
                <a:lnTo>
                  <a:pt x="318815" y="101176"/>
                </a:lnTo>
                <a:lnTo>
                  <a:pt x="299549" y="126085"/>
                </a:lnTo>
                <a:lnTo>
                  <a:pt x="247591" y="123933"/>
                </a:lnTo>
                <a:lnTo>
                  <a:pt x="198811" y="113272"/>
                </a:lnTo>
                <a:lnTo>
                  <a:pt x="127690" y="76369"/>
                </a:lnTo>
                <a:lnTo>
                  <a:pt x="57286" y="60992"/>
                </a:lnTo>
                <a:lnTo>
                  <a:pt x="30744" y="61197"/>
                </a:lnTo>
                <a:lnTo>
                  <a:pt x="5022" y="45411"/>
                </a:lnTo>
                <a:lnTo>
                  <a:pt x="0" y="32700"/>
                </a:lnTo>
                <a:lnTo>
                  <a:pt x="3484" y="24602"/>
                </a:lnTo>
                <a:lnTo>
                  <a:pt x="37610" y="5843"/>
                </a:lnTo>
                <a:lnTo>
                  <a:pt x="67842" y="0"/>
                </a:lnTo>
                <a:lnTo>
                  <a:pt x="98893" y="3383"/>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905C5EBD-A8F0-47E2-B8BC-D6E8016E605F}"/>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99323" h="167191">
                <a:moveTo>
                  <a:pt x="16397" y="0"/>
                </a:moveTo>
                <a:lnTo>
                  <a:pt x="55442" y="6971"/>
                </a:lnTo>
                <a:lnTo>
                  <a:pt x="100430" y="44899"/>
                </a:lnTo>
                <a:lnTo>
                  <a:pt x="111396" y="63453"/>
                </a:lnTo>
                <a:lnTo>
                  <a:pt x="119594" y="68066"/>
                </a:lnTo>
                <a:lnTo>
                  <a:pt x="123796" y="62018"/>
                </a:lnTo>
                <a:lnTo>
                  <a:pt x="127997" y="65810"/>
                </a:lnTo>
                <a:lnTo>
                  <a:pt x="125743" y="68373"/>
                </a:lnTo>
                <a:lnTo>
                  <a:pt x="134044" y="75959"/>
                </a:lnTo>
                <a:lnTo>
                  <a:pt x="136503" y="73806"/>
                </a:lnTo>
                <a:lnTo>
                  <a:pt x="142754" y="79854"/>
                </a:lnTo>
                <a:lnTo>
                  <a:pt x="140397" y="82212"/>
                </a:lnTo>
                <a:lnTo>
                  <a:pt x="148083" y="89797"/>
                </a:lnTo>
                <a:lnTo>
                  <a:pt x="151055" y="87030"/>
                </a:lnTo>
                <a:lnTo>
                  <a:pt x="173806" y="111324"/>
                </a:lnTo>
                <a:lnTo>
                  <a:pt x="179237" y="119525"/>
                </a:lnTo>
                <a:lnTo>
                  <a:pt x="176060" y="131211"/>
                </a:lnTo>
                <a:lnTo>
                  <a:pt x="184874" y="135004"/>
                </a:lnTo>
                <a:lnTo>
                  <a:pt x="199323" y="162271"/>
                </a:lnTo>
                <a:lnTo>
                  <a:pt x="198504" y="167191"/>
                </a:lnTo>
                <a:lnTo>
                  <a:pt x="171039" y="159913"/>
                </a:lnTo>
                <a:lnTo>
                  <a:pt x="139885" y="158375"/>
                </a:lnTo>
                <a:lnTo>
                  <a:pt x="132404" y="129776"/>
                </a:lnTo>
                <a:lnTo>
                  <a:pt x="114368" y="113067"/>
                </a:lnTo>
                <a:lnTo>
                  <a:pt x="76860" y="98716"/>
                </a:lnTo>
                <a:lnTo>
                  <a:pt x="34433" y="94513"/>
                </a:lnTo>
                <a:lnTo>
                  <a:pt x="11170" y="81084"/>
                </a:lnTo>
                <a:lnTo>
                  <a:pt x="0" y="15786"/>
                </a:lnTo>
                <a:lnTo>
                  <a:pt x="5226" y="12814"/>
                </a:lnTo>
                <a:lnTo>
                  <a:pt x="4612" y="5228"/>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7CA86058-FA37-4434-907C-92C2C670E174}"/>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49006" h="124650">
                <a:moveTo>
                  <a:pt x="99098" y="0"/>
                </a:moveTo>
                <a:lnTo>
                  <a:pt x="123488" y="2358"/>
                </a:lnTo>
                <a:lnTo>
                  <a:pt x="126973" y="8508"/>
                </a:lnTo>
                <a:lnTo>
                  <a:pt x="110473" y="13531"/>
                </a:lnTo>
                <a:lnTo>
                  <a:pt x="108731" y="18759"/>
                </a:lnTo>
                <a:lnTo>
                  <a:pt x="121131" y="10558"/>
                </a:lnTo>
                <a:lnTo>
                  <a:pt x="133019" y="11891"/>
                </a:lnTo>
                <a:lnTo>
                  <a:pt x="148391" y="37518"/>
                </a:lnTo>
                <a:lnTo>
                  <a:pt x="140602" y="44284"/>
                </a:lnTo>
                <a:lnTo>
                  <a:pt x="141422" y="47564"/>
                </a:lnTo>
                <a:lnTo>
                  <a:pt x="143164" y="44079"/>
                </a:lnTo>
                <a:lnTo>
                  <a:pt x="149006" y="44591"/>
                </a:lnTo>
                <a:lnTo>
                  <a:pt x="147059" y="57200"/>
                </a:lnTo>
                <a:lnTo>
                  <a:pt x="136196" y="54739"/>
                </a:lnTo>
                <a:lnTo>
                  <a:pt x="124206" y="64170"/>
                </a:lnTo>
                <a:lnTo>
                  <a:pt x="114163" y="40491"/>
                </a:lnTo>
                <a:lnTo>
                  <a:pt x="113958" y="46744"/>
                </a:lnTo>
                <a:lnTo>
                  <a:pt x="123078" y="58840"/>
                </a:lnTo>
                <a:lnTo>
                  <a:pt x="119901" y="65400"/>
                </a:lnTo>
                <a:lnTo>
                  <a:pt x="113958" y="53509"/>
                </a:lnTo>
                <a:lnTo>
                  <a:pt x="105144" y="50844"/>
                </a:lnTo>
                <a:lnTo>
                  <a:pt x="97151" y="54534"/>
                </a:lnTo>
                <a:lnTo>
                  <a:pt x="105862" y="51459"/>
                </a:lnTo>
                <a:lnTo>
                  <a:pt x="113753" y="54227"/>
                </a:lnTo>
                <a:lnTo>
                  <a:pt x="117954" y="62428"/>
                </a:lnTo>
                <a:lnTo>
                  <a:pt x="114777" y="91130"/>
                </a:lnTo>
                <a:lnTo>
                  <a:pt x="100328" y="90105"/>
                </a:lnTo>
                <a:lnTo>
                  <a:pt x="84546" y="99023"/>
                </a:lnTo>
                <a:lnTo>
                  <a:pt x="78705" y="92360"/>
                </a:lnTo>
                <a:lnTo>
                  <a:pt x="73581" y="92360"/>
                </a:lnTo>
                <a:lnTo>
                  <a:pt x="49190" y="107326"/>
                </a:lnTo>
                <a:lnTo>
                  <a:pt x="49908" y="110504"/>
                </a:lnTo>
                <a:lnTo>
                  <a:pt x="40992" y="112964"/>
                </a:lnTo>
                <a:lnTo>
                  <a:pt x="36483" y="107839"/>
                </a:lnTo>
                <a:lnTo>
                  <a:pt x="19471" y="124650"/>
                </a:lnTo>
                <a:lnTo>
                  <a:pt x="22955" y="116962"/>
                </a:lnTo>
                <a:lnTo>
                  <a:pt x="18036" y="95025"/>
                </a:lnTo>
                <a:lnTo>
                  <a:pt x="7174" y="63043"/>
                </a:lnTo>
                <a:lnTo>
                  <a:pt x="0" y="58942"/>
                </a:lnTo>
                <a:lnTo>
                  <a:pt x="820" y="53714"/>
                </a:lnTo>
                <a:lnTo>
                  <a:pt x="42017" y="47666"/>
                </a:lnTo>
                <a:lnTo>
                  <a:pt x="52777" y="56072"/>
                </a:lnTo>
                <a:lnTo>
                  <a:pt x="55544" y="54022"/>
                </a:lnTo>
                <a:lnTo>
                  <a:pt x="50113" y="41106"/>
                </a:lnTo>
                <a:lnTo>
                  <a:pt x="67432" y="11481"/>
                </a:lnTo>
                <a:lnTo>
                  <a:pt x="81984" y="3178"/>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36CF670A-D34F-4DE4-8954-78B76DA4F941}"/>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135786" h="102201">
                <a:moveTo>
                  <a:pt x="47448" y="0"/>
                </a:moveTo>
                <a:lnTo>
                  <a:pt x="64767" y="7586"/>
                </a:lnTo>
                <a:lnTo>
                  <a:pt x="68764" y="16504"/>
                </a:lnTo>
                <a:lnTo>
                  <a:pt x="87415" y="8406"/>
                </a:lnTo>
                <a:lnTo>
                  <a:pt x="85981" y="24705"/>
                </a:lnTo>
                <a:lnTo>
                  <a:pt x="88543" y="8201"/>
                </a:lnTo>
                <a:lnTo>
                  <a:pt x="96844" y="6151"/>
                </a:lnTo>
                <a:lnTo>
                  <a:pt x="115802" y="12506"/>
                </a:lnTo>
                <a:lnTo>
                  <a:pt x="120414" y="21424"/>
                </a:lnTo>
                <a:lnTo>
                  <a:pt x="123181" y="18144"/>
                </a:lnTo>
                <a:lnTo>
                  <a:pt x="135786" y="20707"/>
                </a:lnTo>
                <a:lnTo>
                  <a:pt x="135171" y="31368"/>
                </a:lnTo>
                <a:lnTo>
                  <a:pt x="125435" y="44591"/>
                </a:lnTo>
                <a:lnTo>
                  <a:pt x="112215" y="37826"/>
                </a:lnTo>
                <a:lnTo>
                  <a:pt x="106169" y="42848"/>
                </a:lnTo>
                <a:lnTo>
                  <a:pt x="114163" y="40901"/>
                </a:lnTo>
                <a:lnTo>
                  <a:pt x="118672" y="46436"/>
                </a:lnTo>
                <a:lnTo>
                  <a:pt x="116622" y="63658"/>
                </a:lnTo>
                <a:lnTo>
                  <a:pt x="112625" y="66835"/>
                </a:lnTo>
                <a:lnTo>
                  <a:pt x="117032" y="93795"/>
                </a:lnTo>
                <a:lnTo>
                  <a:pt x="100840" y="102201"/>
                </a:lnTo>
                <a:lnTo>
                  <a:pt x="87210" y="100048"/>
                </a:lnTo>
                <a:lnTo>
                  <a:pt x="72043" y="90105"/>
                </a:lnTo>
                <a:lnTo>
                  <a:pt x="67329" y="95435"/>
                </a:lnTo>
                <a:lnTo>
                  <a:pt x="59028" y="95230"/>
                </a:lnTo>
                <a:lnTo>
                  <a:pt x="39352" y="71961"/>
                </a:lnTo>
                <a:lnTo>
                  <a:pt x="29719" y="43156"/>
                </a:lnTo>
                <a:lnTo>
                  <a:pt x="21623" y="37621"/>
                </a:lnTo>
                <a:lnTo>
                  <a:pt x="15270" y="39568"/>
                </a:lnTo>
                <a:lnTo>
                  <a:pt x="922" y="34750"/>
                </a:lnTo>
                <a:lnTo>
                  <a:pt x="0" y="26960"/>
                </a:lnTo>
                <a:lnTo>
                  <a:pt x="13527" y="11071"/>
                </a:lnTo>
                <a:lnTo>
                  <a:pt x="19574" y="13839"/>
                </a:lnTo>
                <a:lnTo>
                  <a:pt x="32589" y="1025"/>
                </a:lnTo>
                <a:lnTo>
                  <a:pt x="35765" y="6151"/>
                </a:lnTo>
                <a:lnTo>
                  <a:pt x="36790" y="2153"/>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B8C61939-7250-444E-A1A0-117B9D1B92CA}"/>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97868" h="104148">
                <a:moveTo>
                  <a:pt x="12298" y="2870"/>
                </a:moveTo>
                <a:lnTo>
                  <a:pt x="35868" y="25012"/>
                </a:lnTo>
                <a:lnTo>
                  <a:pt x="48985" y="29932"/>
                </a:lnTo>
                <a:lnTo>
                  <a:pt x="67329" y="62120"/>
                </a:lnTo>
                <a:lnTo>
                  <a:pt x="97356" y="92565"/>
                </a:lnTo>
                <a:lnTo>
                  <a:pt x="97868" y="104148"/>
                </a:lnTo>
                <a:lnTo>
                  <a:pt x="67637" y="96358"/>
                </a:lnTo>
                <a:lnTo>
                  <a:pt x="17422" y="64683"/>
                </a:lnTo>
                <a:lnTo>
                  <a:pt x="717" y="29932"/>
                </a:lnTo>
                <a:lnTo>
                  <a:pt x="0" y="2768"/>
                </a:lnTo>
                <a:lnTo>
                  <a:pt x="5944"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BEE83473-AAED-4020-B034-C24F7ACDA90D}"/>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37610" h="54739">
                <a:moveTo>
                  <a:pt x="6661" y="0"/>
                </a:moveTo>
                <a:lnTo>
                  <a:pt x="17319" y="3485"/>
                </a:lnTo>
                <a:lnTo>
                  <a:pt x="3484" y="1128"/>
                </a:lnTo>
                <a:lnTo>
                  <a:pt x="8301" y="21014"/>
                </a:lnTo>
                <a:lnTo>
                  <a:pt x="35458" y="25935"/>
                </a:lnTo>
                <a:lnTo>
                  <a:pt x="26952" y="42438"/>
                </a:lnTo>
                <a:lnTo>
                  <a:pt x="37610" y="49614"/>
                </a:lnTo>
                <a:lnTo>
                  <a:pt x="19676" y="54739"/>
                </a:lnTo>
                <a:lnTo>
                  <a:pt x="1947" y="41618"/>
                </a:lnTo>
                <a:lnTo>
                  <a:pt x="10350" y="44796"/>
                </a:lnTo>
                <a:lnTo>
                  <a:pt x="13425" y="39363"/>
                </a:lnTo>
                <a:lnTo>
                  <a:pt x="6354" y="28395"/>
                </a:lnTo>
                <a:lnTo>
                  <a:pt x="2460" y="28190"/>
                </a:lnTo>
                <a:lnTo>
                  <a:pt x="0" y="34033"/>
                </a:lnTo>
                <a:lnTo>
                  <a:pt x="5022" y="17939"/>
                </a:lnTo>
                <a:lnTo>
                  <a:pt x="922" y="2973"/>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30124664-9E16-4C16-8648-6463CBA1938D}"/>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36073" h="9533">
                <a:moveTo>
                  <a:pt x="19369" y="0"/>
                </a:moveTo>
                <a:lnTo>
                  <a:pt x="36073" y="0"/>
                </a:lnTo>
                <a:lnTo>
                  <a:pt x="36073" y="9533"/>
                </a:lnTo>
                <a:lnTo>
                  <a:pt x="0" y="9533"/>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81895E14-4BA6-4A8C-A116-0C6A5828FC04}"/>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48371" h="44284">
                <a:moveTo>
                  <a:pt x="31051" y="15479"/>
                </a:moveTo>
                <a:lnTo>
                  <a:pt x="48371" y="31573"/>
                </a:lnTo>
                <a:lnTo>
                  <a:pt x="41402" y="24807"/>
                </a:lnTo>
                <a:lnTo>
                  <a:pt x="36790" y="33110"/>
                </a:lnTo>
                <a:lnTo>
                  <a:pt x="37713" y="40286"/>
                </a:lnTo>
                <a:lnTo>
                  <a:pt x="47756" y="37723"/>
                </a:lnTo>
                <a:lnTo>
                  <a:pt x="20803" y="44284"/>
                </a:lnTo>
                <a:lnTo>
                  <a:pt x="30846" y="39158"/>
                </a:lnTo>
                <a:lnTo>
                  <a:pt x="23673" y="16606"/>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D0332B70-C115-4490-9749-788D9DECF574}"/>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23878" h="24910">
                <a:moveTo>
                  <a:pt x="13117" y="23474"/>
                </a:moveTo>
                <a:lnTo>
                  <a:pt x="5226" y="24910"/>
                </a:lnTo>
                <a:lnTo>
                  <a:pt x="0" y="21322"/>
                </a:lnTo>
                <a:lnTo>
                  <a:pt x="6559" y="16504"/>
                </a:lnTo>
                <a:lnTo>
                  <a:pt x="8198" y="9021"/>
                </a:lnTo>
                <a:lnTo>
                  <a:pt x="23878"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DB47E1E5-5A4A-444A-8BA2-D70979DF1605}"/>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6602" h="24910">
                <a:moveTo>
                  <a:pt x="8608" y="24910"/>
                </a:moveTo>
                <a:lnTo>
                  <a:pt x="0" y="22142"/>
                </a:lnTo>
                <a:lnTo>
                  <a:pt x="9838" y="0"/>
                </a:lnTo>
                <a:lnTo>
                  <a:pt x="16602" y="13429"/>
                </a:lnTo>
                <a:lnTo>
                  <a:pt x="16294" y="18759"/>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D0AF8E95-3420-4329-9C2B-6A8A3DEC6C76}"/>
              </a:ext>
            </a:extLst>
          </p:cNvPr>
          <p:cNvSpPr>
            <a:spLocks xmlns:a="http://schemas.openxmlformats.org/drawingml/2006/main" noGrp="1"/>
          </p:cNvSpPr>
          <p:nvPr/>
        </p:nvSpPr>
        <p:spPr>
          <a:xfrm xmlns:a="http://schemas.openxmlformats.org/drawingml/2006/main">
            <a:off x="1306855" y="2381250"/>
            <a:ext cx="3849965" cy="2287543"/>
          </a:xfrm>
          <a:custGeom xmlns:a="http://schemas.openxmlformats.org/drawingml/2006/main">
            <a:pathLst>
              <a:path w="4487492" h="2666345">
                <a:moveTo>
                  <a:pt x="938613" y="1673244"/>
                </a:moveTo>
                <a:lnTo>
                  <a:pt x="917707" y="1669041"/>
                </a:lnTo>
                <a:lnTo>
                  <a:pt x="923241" y="1681752"/>
                </a:lnTo>
                <a:lnTo>
                  <a:pt x="934822" y="1684622"/>
                </a:lnTo>
                <a:lnTo>
                  <a:pt x="960032" y="1716092"/>
                </a:lnTo>
                <a:lnTo>
                  <a:pt x="960339" y="1755353"/>
                </a:lnTo>
                <a:lnTo>
                  <a:pt x="927238" y="1754430"/>
                </a:lnTo>
                <a:lnTo>
                  <a:pt x="927443" y="1749613"/>
                </a:lnTo>
                <a:lnTo>
                  <a:pt x="921397" y="1745512"/>
                </a:lnTo>
                <a:lnTo>
                  <a:pt x="918117" y="1718142"/>
                </a:lnTo>
                <a:lnTo>
                  <a:pt x="908689" y="1700203"/>
                </a:lnTo>
                <a:lnTo>
                  <a:pt x="911764" y="1690055"/>
                </a:lnTo>
                <a:lnTo>
                  <a:pt x="920987" y="1682572"/>
                </a:lnTo>
                <a:lnTo>
                  <a:pt x="915760" y="1669964"/>
                </a:lnTo>
                <a:lnTo>
                  <a:pt x="905205" y="1682777"/>
                </a:lnTo>
                <a:lnTo>
                  <a:pt x="900286" y="1698358"/>
                </a:lnTo>
                <a:lnTo>
                  <a:pt x="902335" y="1740899"/>
                </a:lnTo>
                <a:lnTo>
                  <a:pt x="873846" y="1751663"/>
                </a:lnTo>
                <a:lnTo>
                  <a:pt x="852223" y="1750228"/>
                </a:lnTo>
                <a:lnTo>
                  <a:pt x="801188" y="1759761"/>
                </a:lnTo>
                <a:lnTo>
                  <a:pt x="787148" y="1658790"/>
                </a:lnTo>
                <a:lnTo>
                  <a:pt x="781307" y="1656125"/>
                </a:lnTo>
                <a:lnTo>
                  <a:pt x="769214" y="1659405"/>
                </a:lnTo>
                <a:lnTo>
                  <a:pt x="780897" y="1771037"/>
                </a:lnTo>
                <a:lnTo>
                  <a:pt x="762655" y="1779442"/>
                </a:lnTo>
                <a:lnTo>
                  <a:pt x="759171" y="1775342"/>
                </a:lnTo>
                <a:lnTo>
                  <a:pt x="745439" y="1785285"/>
                </a:lnTo>
                <a:lnTo>
                  <a:pt x="689895" y="1723575"/>
                </a:lnTo>
                <a:lnTo>
                  <a:pt x="686820" y="1680727"/>
                </a:lnTo>
                <a:lnTo>
                  <a:pt x="646546" y="1685750"/>
                </a:lnTo>
                <a:lnTo>
                  <a:pt x="653822" y="1746127"/>
                </a:lnTo>
                <a:lnTo>
                  <a:pt x="703422" y="1797279"/>
                </a:lnTo>
                <a:lnTo>
                  <a:pt x="699835" y="1795741"/>
                </a:lnTo>
                <a:lnTo>
                  <a:pt x="702705" y="1800559"/>
                </a:lnTo>
                <a:lnTo>
                  <a:pt x="687948" y="1816243"/>
                </a:lnTo>
                <a:lnTo>
                  <a:pt x="624000" y="1866575"/>
                </a:lnTo>
                <a:lnTo>
                  <a:pt x="609755" y="1849353"/>
                </a:lnTo>
                <a:lnTo>
                  <a:pt x="612215" y="1845560"/>
                </a:lnTo>
                <a:lnTo>
                  <a:pt x="605041" y="1833772"/>
                </a:lnTo>
                <a:lnTo>
                  <a:pt x="542529" y="1802609"/>
                </a:lnTo>
                <a:lnTo>
                  <a:pt x="546423" y="1794204"/>
                </a:lnTo>
                <a:lnTo>
                  <a:pt x="532895" y="1783440"/>
                </a:lnTo>
                <a:lnTo>
                  <a:pt x="521623" y="1792871"/>
                </a:lnTo>
                <a:lnTo>
                  <a:pt x="514142" y="1784568"/>
                </a:lnTo>
                <a:lnTo>
                  <a:pt x="523877" y="1776162"/>
                </a:lnTo>
                <a:lnTo>
                  <a:pt x="492416" y="1739977"/>
                </a:lnTo>
                <a:lnTo>
                  <a:pt x="472227" y="1757096"/>
                </a:lnTo>
                <a:lnTo>
                  <a:pt x="452039" y="1733211"/>
                </a:lnTo>
                <a:lnTo>
                  <a:pt x="530743" y="1647412"/>
                </a:lnTo>
                <a:lnTo>
                  <a:pt x="527362" y="1636648"/>
                </a:lnTo>
                <a:lnTo>
                  <a:pt x="516294" y="1632651"/>
                </a:lnTo>
                <a:lnTo>
                  <a:pt x="463004" y="1690158"/>
                </a:lnTo>
                <a:lnTo>
                  <a:pt x="447120" y="1695591"/>
                </a:lnTo>
                <a:lnTo>
                  <a:pt x="420987" y="1670374"/>
                </a:lnTo>
                <a:lnTo>
                  <a:pt x="416478" y="1657560"/>
                </a:lnTo>
                <a:lnTo>
                  <a:pt x="473150" y="1598823"/>
                </a:lnTo>
                <a:lnTo>
                  <a:pt x="475302" y="1593492"/>
                </a:lnTo>
                <a:lnTo>
                  <a:pt x="469563" y="1586727"/>
                </a:lnTo>
                <a:lnTo>
                  <a:pt x="450297" y="1571556"/>
                </a:lnTo>
                <a:lnTo>
                  <a:pt x="416991" y="1608254"/>
                </a:lnTo>
                <a:lnTo>
                  <a:pt x="384505" y="1633778"/>
                </a:lnTo>
                <a:lnTo>
                  <a:pt x="359909" y="1617172"/>
                </a:lnTo>
                <a:lnTo>
                  <a:pt x="327321" y="1584472"/>
                </a:lnTo>
                <a:lnTo>
                  <a:pt x="295552" y="1629985"/>
                </a:lnTo>
                <a:lnTo>
                  <a:pt x="331113" y="1660020"/>
                </a:lnTo>
                <a:lnTo>
                  <a:pt x="403053" y="1744180"/>
                </a:lnTo>
                <a:lnTo>
                  <a:pt x="418016" y="1834797"/>
                </a:lnTo>
                <a:lnTo>
                  <a:pt x="450809" y="1895277"/>
                </a:lnTo>
                <a:lnTo>
                  <a:pt x="455728" y="1911883"/>
                </a:lnTo>
                <a:lnTo>
                  <a:pt x="450912" y="1938945"/>
                </a:lnTo>
                <a:lnTo>
                  <a:pt x="430211" y="1959857"/>
                </a:lnTo>
                <a:lnTo>
                  <a:pt x="410944" y="1964880"/>
                </a:lnTo>
                <a:lnTo>
                  <a:pt x="358885" y="1961292"/>
                </a:lnTo>
                <a:lnTo>
                  <a:pt x="356015" y="1964983"/>
                </a:lnTo>
                <a:lnTo>
                  <a:pt x="348842" y="2060008"/>
                </a:lnTo>
                <a:lnTo>
                  <a:pt x="385837" y="2060008"/>
                </a:lnTo>
                <a:lnTo>
                  <a:pt x="385939" y="2151855"/>
                </a:lnTo>
                <a:lnTo>
                  <a:pt x="119287" y="2151855"/>
                </a:lnTo>
                <a:lnTo>
                  <a:pt x="119287" y="2222279"/>
                </a:lnTo>
                <a:lnTo>
                  <a:pt x="396085" y="2222279"/>
                </a:lnTo>
                <a:lnTo>
                  <a:pt x="396085" y="2283989"/>
                </a:lnTo>
                <a:lnTo>
                  <a:pt x="328858" y="2314024"/>
                </a:lnTo>
                <a:lnTo>
                  <a:pt x="119287" y="2314024"/>
                </a:lnTo>
                <a:lnTo>
                  <a:pt x="119287" y="2384549"/>
                </a:lnTo>
                <a:lnTo>
                  <a:pt x="452346" y="2384549"/>
                </a:lnTo>
                <a:lnTo>
                  <a:pt x="452346" y="2476294"/>
                </a:lnTo>
                <a:lnTo>
                  <a:pt x="119389" y="2476294"/>
                </a:lnTo>
                <a:lnTo>
                  <a:pt x="119389" y="2554201"/>
                </a:lnTo>
                <a:lnTo>
                  <a:pt x="524902" y="2554098"/>
                </a:lnTo>
                <a:lnTo>
                  <a:pt x="541914" y="2599612"/>
                </a:lnTo>
                <a:lnTo>
                  <a:pt x="434105" y="2639488"/>
                </a:lnTo>
                <a:lnTo>
                  <a:pt x="399467" y="2660297"/>
                </a:lnTo>
                <a:lnTo>
                  <a:pt x="376921" y="2666345"/>
                </a:lnTo>
                <a:lnTo>
                  <a:pt x="36995" y="2580955"/>
                </a:lnTo>
                <a:lnTo>
                  <a:pt x="12708" y="2567732"/>
                </a:lnTo>
                <a:lnTo>
                  <a:pt x="1332" y="2547230"/>
                </a:lnTo>
                <a:lnTo>
                  <a:pt x="0" y="2327862"/>
                </a:lnTo>
                <a:lnTo>
                  <a:pt x="68969" y="2327862"/>
                </a:lnTo>
                <a:lnTo>
                  <a:pt x="69071" y="2300082"/>
                </a:lnTo>
                <a:lnTo>
                  <a:pt x="32281" y="2300082"/>
                </a:lnTo>
                <a:lnTo>
                  <a:pt x="32281" y="2232837"/>
                </a:lnTo>
                <a:lnTo>
                  <a:pt x="64460" y="2232837"/>
                </a:lnTo>
                <a:lnTo>
                  <a:pt x="64460" y="2205057"/>
                </a:lnTo>
                <a:lnTo>
                  <a:pt x="41504" y="2205057"/>
                </a:lnTo>
                <a:lnTo>
                  <a:pt x="41504" y="2158211"/>
                </a:lnTo>
                <a:lnTo>
                  <a:pt x="102" y="2158211"/>
                </a:lnTo>
                <a:lnTo>
                  <a:pt x="1230" y="2139862"/>
                </a:lnTo>
                <a:lnTo>
                  <a:pt x="58516" y="1986407"/>
                </a:lnTo>
                <a:lnTo>
                  <a:pt x="72966" y="1972261"/>
                </a:lnTo>
                <a:lnTo>
                  <a:pt x="102890" y="1961190"/>
                </a:lnTo>
                <a:lnTo>
                  <a:pt x="122463" y="1948479"/>
                </a:lnTo>
                <a:lnTo>
                  <a:pt x="137221" y="1931155"/>
                </a:lnTo>
                <a:lnTo>
                  <a:pt x="146136" y="1911883"/>
                </a:lnTo>
                <a:lnTo>
                  <a:pt x="149826" y="1889331"/>
                </a:lnTo>
                <a:lnTo>
                  <a:pt x="146854" y="1866062"/>
                </a:lnTo>
                <a:lnTo>
                  <a:pt x="128305" y="1818703"/>
                </a:lnTo>
                <a:lnTo>
                  <a:pt x="121029" y="1817883"/>
                </a:lnTo>
                <a:lnTo>
                  <a:pt x="122771" y="1807120"/>
                </a:lnTo>
                <a:lnTo>
                  <a:pt x="119492" y="1811118"/>
                </a:lnTo>
                <a:lnTo>
                  <a:pt x="124206" y="1784055"/>
                </a:lnTo>
                <a:lnTo>
                  <a:pt x="125948" y="1788771"/>
                </a:lnTo>
                <a:lnTo>
                  <a:pt x="127587" y="1779647"/>
                </a:lnTo>
                <a:lnTo>
                  <a:pt x="133224" y="1780570"/>
                </a:lnTo>
                <a:lnTo>
                  <a:pt x="264193" y="1430197"/>
                </a:lnTo>
                <a:lnTo>
                  <a:pt x="276901" y="1381403"/>
                </a:lnTo>
                <a:lnTo>
                  <a:pt x="297909" y="1332506"/>
                </a:lnTo>
                <a:lnTo>
                  <a:pt x="293297" y="1325433"/>
                </a:lnTo>
                <a:lnTo>
                  <a:pt x="298421" y="1320000"/>
                </a:lnTo>
                <a:lnTo>
                  <a:pt x="295450" y="1317232"/>
                </a:lnTo>
                <a:lnTo>
                  <a:pt x="307235" y="1305034"/>
                </a:lnTo>
                <a:lnTo>
                  <a:pt x="315741" y="1284840"/>
                </a:lnTo>
                <a:lnTo>
                  <a:pt x="314511" y="1280227"/>
                </a:lnTo>
                <a:lnTo>
                  <a:pt x="304570" y="1284532"/>
                </a:lnTo>
                <a:lnTo>
                  <a:pt x="296577" y="1275716"/>
                </a:lnTo>
                <a:lnTo>
                  <a:pt x="291248" y="1258085"/>
                </a:lnTo>
                <a:lnTo>
                  <a:pt x="294732" y="1240864"/>
                </a:lnTo>
                <a:lnTo>
                  <a:pt x="281512" y="1232355"/>
                </a:lnTo>
                <a:lnTo>
                  <a:pt x="282845" y="1229793"/>
                </a:lnTo>
                <a:lnTo>
                  <a:pt x="295962" y="1238506"/>
                </a:lnTo>
                <a:lnTo>
                  <a:pt x="306927" y="1226512"/>
                </a:lnTo>
                <a:lnTo>
                  <a:pt x="321377" y="1220772"/>
                </a:lnTo>
                <a:lnTo>
                  <a:pt x="328653" y="1223950"/>
                </a:lnTo>
                <a:lnTo>
                  <a:pt x="333162" y="1233278"/>
                </a:lnTo>
                <a:lnTo>
                  <a:pt x="339106" y="1206318"/>
                </a:lnTo>
                <a:lnTo>
                  <a:pt x="353043" y="1173413"/>
                </a:lnTo>
                <a:lnTo>
                  <a:pt x="355503" y="1154962"/>
                </a:lnTo>
                <a:lnTo>
                  <a:pt x="358372" y="1159369"/>
                </a:lnTo>
                <a:lnTo>
                  <a:pt x="377638" y="1143993"/>
                </a:lnTo>
                <a:lnTo>
                  <a:pt x="390038" y="1127899"/>
                </a:lnTo>
                <a:lnTo>
                  <a:pt x="421192" y="1057476"/>
                </a:lnTo>
                <a:lnTo>
                  <a:pt x="444558" y="1023136"/>
                </a:lnTo>
                <a:lnTo>
                  <a:pt x="447325" y="1005914"/>
                </a:lnTo>
                <a:lnTo>
                  <a:pt x="464849" y="1000482"/>
                </a:lnTo>
                <a:lnTo>
                  <a:pt x="463312" y="988693"/>
                </a:lnTo>
                <a:lnTo>
                  <a:pt x="468333" y="984695"/>
                </a:lnTo>
                <a:lnTo>
                  <a:pt x="481758" y="1002122"/>
                </a:lnTo>
                <a:lnTo>
                  <a:pt x="481860" y="985310"/>
                </a:lnTo>
                <a:lnTo>
                  <a:pt x="490674" y="983568"/>
                </a:lnTo>
                <a:lnTo>
                  <a:pt x="505226" y="946562"/>
                </a:lnTo>
                <a:lnTo>
                  <a:pt x="527976" y="907301"/>
                </a:lnTo>
                <a:lnTo>
                  <a:pt x="525209" y="894590"/>
                </a:lnTo>
                <a:lnTo>
                  <a:pt x="535867" y="896128"/>
                </a:lnTo>
                <a:lnTo>
                  <a:pt x="530436" y="887107"/>
                </a:lnTo>
                <a:lnTo>
                  <a:pt x="547653" y="871423"/>
                </a:lnTo>
                <a:lnTo>
                  <a:pt x="554519" y="869578"/>
                </a:lnTo>
                <a:lnTo>
                  <a:pt x="555339" y="878394"/>
                </a:lnTo>
                <a:lnTo>
                  <a:pt x="558106" y="877984"/>
                </a:lnTo>
                <a:lnTo>
                  <a:pt x="560975" y="869066"/>
                </a:lnTo>
                <a:lnTo>
                  <a:pt x="554724" y="858815"/>
                </a:lnTo>
                <a:lnTo>
                  <a:pt x="560770" y="848052"/>
                </a:lnTo>
                <a:lnTo>
                  <a:pt x="572863" y="839646"/>
                </a:lnTo>
                <a:lnTo>
                  <a:pt x="572965" y="822424"/>
                </a:lnTo>
                <a:lnTo>
                  <a:pt x="584545" y="802128"/>
                </a:lnTo>
                <a:lnTo>
                  <a:pt x="580754" y="778141"/>
                </a:lnTo>
                <a:lnTo>
                  <a:pt x="585673" y="753026"/>
                </a:lnTo>
                <a:lnTo>
                  <a:pt x="577474" y="738470"/>
                </a:lnTo>
                <a:lnTo>
                  <a:pt x="584033" y="722786"/>
                </a:lnTo>
                <a:lnTo>
                  <a:pt x="587927" y="725554"/>
                </a:lnTo>
                <a:lnTo>
                  <a:pt x="589772" y="722171"/>
                </a:lnTo>
                <a:lnTo>
                  <a:pt x="584443" y="718379"/>
                </a:lnTo>
                <a:lnTo>
                  <a:pt x="586902" y="710485"/>
                </a:lnTo>
                <a:lnTo>
                  <a:pt x="596228" y="705360"/>
                </a:lnTo>
                <a:lnTo>
                  <a:pt x="587517" y="692034"/>
                </a:lnTo>
                <a:lnTo>
                  <a:pt x="581983" y="668764"/>
                </a:lnTo>
                <a:lnTo>
                  <a:pt x="600635" y="660769"/>
                </a:lnTo>
                <a:lnTo>
                  <a:pt x="608526" y="646008"/>
                </a:lnTo>
                <a:lnTo>
                  <a:pt x="609141" y="634014"/>
                </a:lnTo>
                <a:lnTo>
                  <a:pt x="626870" y="629606"/>
                </a:lnTo>
                <a:lnTo>
                  <a:pt x="638962" y="635859"/>
                </a:lnTo>
                <a:lnTo>
                  <a:pt x="641627" y="627454"/>
                </a:lnTo>
                <a:lnTo>
                  <a:pt x="654744" y="620688"/>
                </a:lnTo>
                <a:lnTo>
                  <a:pt x="657204" y="612487"/>
                </a:lnTo>
                <a:lnTo>
                  <a:pt x="665095" y="605517"/>
                </a:lnTo>
                <a:lnTo>
                  <a:pt x="662123" y="593318"/>
                </a:lnTo>
                <a:lnTo>
                  <a:pt x="664890" y="589321"/>
                </a:lnTo>
                <a:lnTo>
                  <a:pt x="671141" y="585015"/>
                </a:lnTo>
                <a:lnTo>
                  <a:pt x="680671" y="587168"/>
                </a:lnTo>
                <a:lnTo>
                  <a:pt x="686718" y="584093"/>
                </a:lnTo>
                <a:lnTo>
                  <a:pt x="677392" y="575584"/>
                </a:lnTo>
                <a:lnTo>
                  <a:pt x="674625" y="562156"/>
                </a:lnTo>
                <a:lnTo>
                  <a:pt x="681081" y="540834"/>
                </a:lnTo>
                <a:lnTo>
                  <a:pt x="689895" y="543294"/>
                </a:lnTo>
                <a:lnTo>
                  <a:pt x="690612" y="535504"/>
                </a:lnTo>
                <a:lnTo>
                  <a:pt x="682209" y="528226"/>
                </a:lnTo>
                <a:lnTo>
                  <a:pt x="699220" y="519000"/>
                </a:lnTo>
                <a:lnTo>
                  <a:pt x="708444" y="528123"/>
                </a:lnTo>
                <a:lnTo>
                  <a:pt x="703729" y="520537"/>
                </a:lnTo>
                <a:lnTo>
                  <a:pt x="709468" y="513157"/>
                </a:lnTo>
                <a:lnTo>
                  <a:pt x="701372" y="515104"/>
                </a:lnTo>
                <a:lnTo>
                  <a:pt x="694916" y="499831"/>
                </a:lnTo>
                <a:lnTo>
                  <a:pt x="703012" y="467336"/>
                </a:lnTo>
                <a:lnTo>
                  <a:pt x="719716" y="456572"/>
                </a:lnTo>
                <a:lnTo>
                  <a:pt x="729759" y="458007"/>
                </a:lnTo>
                <a:lnTo>
                  <a:pt x="724533" y="455752"/>
                </a:lnTo>
                <a:lnTo>
                  <a:pt x="726173" y="449704"/>
                </a:lnTo>
                <a:lnTo>
                  <a:pt x="741545" y="426947"/>
                </a:lnTo>
                <a:lnTo>
                  <a:pt x="751178" y="432995"/>
                </a:lnTo>
                <a:lnTo>
                  <a:pt x="775773" y="426742"/>
                </a:lnTo>
                <a:lnTo>
                  <a:pt x="795346" y="405933"/>
                </a:lnTo>
                <a:lnTo>
                  <a:pt x="806107" y="412699"/>
                </a:lnTo>
                <a:lnTo>
                  <a:pt x="817995" y="413724"/>
                </a:lnTo>
                <a:lnTo>
                  <a:pt x="821171" y="418234"/>
                </a:lnTo>
                <a:lnTo>
                  <a:pt x="821684" y="402243"/>
                </a:lnTo>
                <a:lnTo>
                  <a:pt x="828243" y="397835"/>
                </a:lnTo>
                <a:lnTo>
                  <a:pt x="841155" y="400398"/>
                </a:lnTo>
                <a:lnTo>
                  <a:pt x="849558" y="386764"/>
                </a:lnTo>
                <a:lnTo>
                  <a:pt x="897416" y="381536"/>
                </a:lnTo>
                <a:lnTo>
                  <a:pt x="907767" y="373233"/>
                </a:lnTo>
                <a:lnTo>
                  <a:pt x="926418" y="366570"/>
                </a:lnTo>
                <a:lnTo>
                  <a:pt x="926316" y="362265"/>
                </a:lnTo>
                <a:lnTo>
                  <a:pt x="967410" y="319929"/>
                </a:lnTo>
                <a:lnTo>
                  <a:pt x="992518" y="305577"/>
                </a:lnTo>
                <a:lnTo>
                  <a:pt x="1032895" y="266009"/>
                </a:lnTo>
                <a:lnTo>
                  <a:pt x="1034125" y="255348"/>
                </a:lnTo>
                <a:lnTo>
                  <a:pt x="1041708" y="260269"/>
                </a:lnTo>
                <a:lnTo>
                  <a:pt x="1067636" y="235667"/>
                </a:lnTo>
                <a:lnTo>
                  <a:pt x="1095203" y="220188"/>
                </a:lnTo>
                <a:lnTo>
                  <a:pt x="1138962" y="207374"/>
                </a:lnTo>
                <a:lnTo>
                  <a:pt x="1145520" y="209630"/>
                </a:lnTo>
                <a:lnTo>
                  <a:pt x="1148492" y="206042"/>
                </a:lnTo>
                <a:lnTo>
                  <a:pt x="1186410" y="199481"/>
                </a:lnTo>
                <a:lnTo>
                  <a:pt x="1246975" y="200814"/>
                </a:lnTo>
                <a:lnTo>
                  <a:pt x="1264294" y="205222"/>
                </a:lnTo>
                <a:lnTo>
                  <a:pt x="1288275" y="224288"/>
                </a:lnTo>
                <a:lnTo>
                  <a:pt x="1289914" y="231874"/>
                </a:lnTo>
                <a:lnTo>
                  <a:pt x="1285098" y="223366"/>
                </a:lnTo>
                <a:lnTo>
                  <a:pt x="1285200" y="229926"/>
                </a:lnTo>
                <a:lnTo>
                  <a:pt x="1280076" y="234642"/>
                </a:lnTo>
                <a:lnTo>
                  <a:pt x="1286943" y="232899"/>
                </a:lnTo>
                <a:lnTo>
                  <a:pt x="1300777" y="242637"/>
                </a:lnTo>
                <a:lnTo>
                  <a:pt x="1286635" y="252581"/>
                </a:lnTo>
                <a:lnTo>
                  <a:pt x="1294731" y="245815"/>
                </a:lnTo>
                <a:lnTo>
                  <a:pt x="1302110" y="245405"/>
                </a:lnTo>
                <a:lnTo>
                  <a:pt x="1295038" y="251658"/>
                </a:lnTo>
                <a:lnTo>
                  <a:pt x="1297908" y="249915"/>
                </a:lnTo>
                <a:lnTo>
                  <a:pt x="1301085" y="253913"/>
                </a:lnTo>
                <a:lnTo>
                  <a:pt x="1301187" y="247660"/>
                </a:lnTo>
                <a:lnTo>
                  <a:pt x="1309591" y="251658"/>
                </a:lnTo>
                <a:lnTo>
                  <a:pt x="1312460" y="262114"/>
                </a:lnTo>
                <a:lnTo>
                  <a:pt x="1320863" y="261191"/>
                </a:lnTo>
                <a:lnTo>
                  <a:pt x="1354784" y="287228"/>
                </a:lnTo>
                <a:lnTo>
                  <a:pt x="1356219" y="293994"/>
                </a:lnTo>
                <a:lnTo>
                  <a:pt x="1340949" y="311113"/>
                </a:lnTo>
                <a:lnTo>
                  <a:pt x="1343511" y="328437"/>
                </a:lnTo>
                <a:lnTo>
                  <a:pt x="1347303" y="328539"/>
                </a:lnTo>
                <a:lnTo>
                  <a:pt x="1348533" y="317673"/>
                </a:lnTo>
                <a:lnTo>
                  <a:pt x="1357859" y="304552"/>
                </a:lnTo>
                <a:lnTo>
                  <a:pt x="1363085" y="326694"/>
                </a:lnTo>
                <a:lnTo>
                  <a:pt x="1399465" y="326592"/>
                </a:lnTo>
                <a:lnTo>
                  <a:pt x="1403872" y="322799"/>
                </a:lnTo>
                <a:lnTo>
                  <a:pt x="1406742" y="328642"/>
                </a:lnTo>
                <a:lnTo>
                  <a:pt x="1406537" y="259449"/>
                </a:lnTo>
                <a:lnTo>
                  <a:pt x="1415452" y="250940"/>
                </a:lnTo>
                <a:lnTo>
                  <a:pt x="1560051" y="280565"/>
                </a:lnTo>
                <a:lnTo>
                  <a:pt x="1600429" y="270827"/>
                </a:lnTo>
                <a:lnTo>
                  <a:pt x="1625024" y="281283"/>
                </a:lnTo>
                <a:lnTo>
                  <a:pt x="1653616" y="272570"/>
                </a:lnTo>
                <a:lnTo>
                  <a:pt x="1651361" y="264164"/>
                </a:lnTo>
                <a:lnTo>
                  <a:pt x="1656793" y="249710"/>
                </a:lnTo>
                <a:lnTo>
                  <a:pt x="1673189" y="235974"/>
                </a:lnTo>
                <a:lnTo>
                  <a:pt x="1681695" y="220700"/>
                </a:lnTo>
                <a:lnTo>
                  <a:pt x="1674009" y="187385"/>
                </a:lnTo>
                <a:lnTo>
                  <a:pt x="1677698" y="185335"/>
                </a:lnTo>
                <a:lnTo>
                  <a:pt x="1692558" y="228389"/>
                </a:lnTo>
                <a:lnTo>
                  <a:pt x="1712747" y="213422"/>
                </a:lnTo>
                <a:lnTo>
                  <a:pt x="1748614" y="199994"/>
                </a:lnTo>
                <a:lnTo>
                  <a:pt x="1813894" y="157145"/>
                </a:lnTo>
                <a:lnTo>
                  <a:pt x="1821785" y="155710"/>
                </a:lnTo>
                <a:lnTo>
                  <a:pt x="1844433" y="132133"/>
                </a:lnTo>
                <a:lnTo>
                  <a:pt x="1882863" y="104661"/>
                </a:lnTo>
                <a:lnTo>
                  <a:pt x="1898645" y="97998"/>
                </a:lnTo>
                <a:lnTo>
                  <a:pt x="1977657" y="40286"/>
                </a:lnTo>
                <a:lnTo>
                  <a:pt x="1989955" y="40696"/>
                </a:lnTo>
                <a:lnTo>
                  <a:pt x="2007376" y="23474"/>
                </a:lnTo>
                <a:lnTo>
                  <a:pt x="2022338" y="17836"/>
                </a:lnTo>
                <a:lnTo>
                  <a:pt x="2079727" y="2050"/>
                </a:lnTo>
                <a:lnTo>
                  <a:pt x="2090590" y="10148"/>
                </a:lnTo>
                <a:lnTo>
                  <a:pt x="2113648" y="4203"/>
                </a:lnTo>
                <a:lnTo>
                  <a:pt x="2168680" y="0"/>
                </a:lnTo>
                <a:lnTo>
                  <a:pt x="2210799" y="15684"/>
                </a:lnTo>
                <a:lnTo>
                  <a:pt x="2218382" y="21834"/>
                </a:lnTo>
                <a:lnTo>
                  <a:pt x="2198911" y="35468"/>
                </a:lnTo>
                <a:lnTo>
                  <a:pt x="2181695" y="59557"/>
                </a:lnTo>
                <a:lnTo>
                  <a:pt x="2189995" y="64683"/>
                </a:lnTo>
                <a:lnTo>
                  <a:pt x="2201576" y="47359"/>
                </a:lnTo>
                <a:lnTo>
                  <a:pt x="2225351" y="37006"/>
                </a:lnTo>
                <a:lnTo>
                  <a:pt x="2221969" y="49307"/>
                </a:lnTo>
                <a:lnTo>
                  <a:pt x="2230885" y="51152"/>
                </a:lnTo>
                <a:lnTo>
                  <a:pt x="2213361" y="82519"/>
                </a:lnTo>
                <a:lnTo>
                  <a:pt x="2218587" y="85287"/>
                </a:lnTo>
                <a:lnTo>
                  <a:pt x="2240108" y="51664"/>
                </a:lnTo>
                <a:lnTo>
                  <a:pt x="2230372" y="69193"/>
                </a:lnTo>
                <a:lnTo>
                  <a:pt x="2234267" y="71858"/>
                </a:lnTo>
                <a:lnTo>
                  <a:pt x="2219510" y="97895"/>
                </a:lnTo>
                <a:lnTo>
                  <a:pt x="2223199" y="99946"/>
                </a:lnTo>
                <a:lnTo>
                  <a:pt x="2237546" y="73806"/>
                </a:lnTo>
                <a:lnTo>
                  <a:pt x="2242773" y="76369"/>
                </a:lnTo>
                <a:lnTo>
                  <a:pt x="2273414" y="22347"/>
                </a:lnTo>
                <a:lnTo>
                  <a:pt x="2342690" y="62120"/>
                </a:lnTo>
                <a:lnTo>
                  <a:pt x="2318608" y="105174"/>
                </a:lnTo>
                <a:lnTo>
                  <a:pt x="2328343" y="110812"/>
                </a:lnTo>
                <a:lnTo>
                  <a:pt x="2352631" y="67963"/>
                </a:lnTo>
                <a:lnTo>
                  <a:pt x="2363699" y="67656"/>
                </a:lnTo>
                <a:lnTo>
                  <a:pt x="2373537" y="61095"/>
                </a:lnTo>
                <a:lnTo>
                  <a:pt x="2503891" y="115219"/>
                </a:lnTo>
                <a:lnTo>
                  <a:pt x="2546216" y="136336"/>
                </a:lnTo>
                <a:lnTo>
                  <a:pt x="2587515" y="163091"/>
                </a:lnTo>
                <a:lnTo>
                  <a:pt x="2586080" y="173752"/>
                </a:lnTo>
                <a:lnTo>
                  <a:pt x="2555234" y="187385"/>
                </a:lnTo>
                <a:lnTo>
                  <a:pt x="2582186" y="252991"/>
                </a:lnTo>
                <a:lnTo>
                  <a:pt x="2593254" y="290816"/>
                </a:lnTo>
                <a:lnTo>
                  <a:pt x="2640600" y="351911"/>
                </a:lnTo>
                <a:lnTo>
                  <a:pt x="2634656" y="356729"/>
                </a:lnTo>
                <a:lnTo>
                  <a:pt x="2643059" y="375796"/>
                </a:lnTo>
                <a:lnTo>
                  <a:pt x="2656689" y="370670"/>
                </a:lnTo>
                <a:lnTo>
                  <a:pt x="2660993" y="379793"/>
                </a:lnTo>
                <a:lnTo>
                  <a:pt x="2651257" y="399885"/>
                </a:lnTo>
                <a:lnTo>
                  <a:pt x="2599095" y="443041"/>
                </a:lnTo>
                <a:lnTo>
                  <a:pt x="2587105" y="446731"/>
                </a:lnTo>
                <a:lnTo>
                  <a:pt x="2583313" y="453497"/>
                </a:lnTo>
                <a:lnTo>
                  <a:pt x="2644904" y="481277"/>
                </a:lnTo>
                <a:lnTo>
                  <a:pt x="2659046" y="473896"/>
                </a:lnTo>
                <a:lnTo>
                  <a:pt x="2676980" y="471333"/>
                </a:lnTo>
                <a:lnTo>
                  <a:pt x="2700345" y="450832"/>
                </a:lnTo>
                <a:lnTo>
                  <a:pt x="2700755" y="439761"/>
                </a:lnTo>
                <a:lnTo>
                  <a:pt x="2707621" y="430945"/>
                </a:lnTo>
                <a:lnTo>
                  <a:pt x="2745949" y="405933"/>
                </a:lnTo>
                <a:lnTo>
                  <a:pt x="2770339" y="398040"/>
                </a:lnTo>
                <a:lnTo>
                  <a:pt x="2796266" y="399885"/>
                </a:lnTo>
                <a:lnTo>
                  <a:pt x="2813073" y="407163"/>
                </a:lnTo>
                <a:lnTo>
                  <a:pt x="2894237" y="461288"/>
                </a:lnTo>
                <a:lnTo>
                  <a:pt x="2878148" y="483634"/>
                </a:lnTo>
                <a:lnTo>
                  <a:pt x="2885526" y="487940"/>
                </a:lnTo>
                <a:lnTo>
                  <a:pt x="2899976" y="464670"/>
                </a:lnTo>
                <a:lnTo>
                  <a:pt x="2983907" y="514079"/>
                </a:lnTo>
                <a:lnTo>
                  <a:pt x="2990876" y="523203"/>
                </a:lnTo>
                <a:lnTo>
                  <a:pt x="2993745" y="536939"/>
                </a:lnTo>
                <a:lnTo>
                  <a:pt x="2979910" y="568614"/>
                </a:lnTo>
                <a:lnTo>
                  <a:pt x="2996820" y="574457"/>
                </a:lnTo>
                <a:lnTo>
                  <a:pt x="3013524" y="546267"/>
                </a:lnTo>
                <a:lnTo>
                  <a:pt x="3055438" y="518897"/>
                </a:lnTo>
                <a:lnTo>
                  <a:pt x="3071015" y="516642"/>
                </a:lnTo>
                <a:lnTo>
                  <a:pt x="3087309" y="520230"/>
                </a:lnTo>
                <a:lnTo>
                  <a:pt x="3097250" y="509877"/>
                </a:lnTo>
                <a:lnTo>
                  <a:pt x="3125534" y="504956"/>
                </a:lnTo>
                <a:lnTo>
                  <a:pt x="3144903" y="509056"/>
                </a:lnTo>
                <a:lnTo>
                  <a:pt x="3158635" y="535709"/>
                </a:lnTo>
                <a:lnTo>
                  <a:pt x="3160583" y="558876"/>
                </a:lnTo>
                <a:lnTo>
                  <a:pt x="3170011" y="557543"/>
                </a:lnTo>
                <a:lnTo>
                  <a:pt x="3175340" y="548215"/>
                </a:lnTo>
                <a:lnTo>
                  <a:pt x="3183026" y="548830"/>
                </a:lnTo>
                <a:lnTo>
                  <a:pt x="3207416" y="571484"/>
                </a:lnTo>
                <a:lnTo>
                  <a:pt x="3206698" y="580505"/>
                </a:lnTo>
                <a:lnTo>
                  <a:pt x="3211822" y="585733"/>
                </a:lnTo>
                <a:lnTo>
                  <a:pt x="3234675" y="595163"/>
                </a:lnTo>
                <a:lnTo>
                  <a:pt x="3256811" y="610642"/>
                </a:lnTo>
                <a:lnTo>
                  <a:pt x="3332339" y="685781"/>
                </a:lnTo>
                <a:lnTo>
                  <a:pt x="3333774" y="701260"/>
                </a:lnTo>
                <a:lnTo>
                  <a:pt x="3321476" y="709050"/>
                </a:lnTo>
                <a:lnTo>
                  <a:pt x="3324653" y="712228"/>
                </a:lnTo>
                <a:lnTo>
                  <a:pt x="3324858" y="728527"/>
                </a:lnTo>
                <a:lnTo>
                  <a:pt x="3368924" y="713458"/>
                </a:lnTo>
                <a:lnTo>
                  <a:pt x="3410326" y="751899"/>
                </a:lnTo>
                <a:lnTo>
                  <a:pt x="3411453" y="760407"/>
                </a:lnTo>
                <a:lnTo>
                  <a:pt x="3388805" y="783676"/>
                </a:lnTo>
                <a:lnTo>
                  <a:pt x="3386448" y="793107"/>
                </a:lnTo>
                <a:lnTo>
                  <a:pt x="3389420" y="797207"/>
                </a:lnTo>
                <a:lnTo>
                  <a:pt x="3401000" y="794645"/>
                </a:lnTo>
                <a:lnTo>
                  <a:pt x="3428567" y="772503"/>
                </a:lnTo>
                <a:lnTo>
                  <a:pt x="3455725" y="796182"/>
                </a:lnTo>
                <a:lnTo>
                  <a:pt x="3459004" y="804896"/>
                </a:lnTo>
                <a:lnTo>
                  <a:pt x="3453060" y="839338"/>
                </a:lnTo>
                <a:lnTo>
                  <a:pt x="3455315" y="851742"/>
                </a:lnTo>
                <a:lnTo>
                  <a:pt x="3464435" y="861788"/>
                </a:lnTo>
                <a:lnTo>
                  <a:pt x="3520594" y="899818"/>
                </a:lnTo>
                <a:lnTo>
                  <a:pt x="3571629" y="912222"/>
                </a:lnTo>
                <a:lnTo>
                  <a:pt x="3611494" y="916732"/>
                </a:lnTo>
                <a:lnTo>
                  <a:pt x="3679643" y="909044"/>
                </a:lnTo>
                <a:lnTo>
                  <a:pt x="3694605" y="924215"/>
                </a:lnTo>
                <a:lnTo>
                  <a:pt x="3707825" y="919295"/>
                </a:lnTo>
                <a:lnTo>
                  <a:pt x="3710900" y="909967"/>
                </a:lnTo>
                <a:lnTo>
                  <a:pt x="3706390" y="897461"/>
                </a:lnTo>
                <a:lnTo>
                  <a:pt x="3725657" y="885467"/>
                </a:lnTo>
                <a:lnTo>
                  <a:pt x="3740516" y="867426"/>
                </a:lnTo>
                <a:lnTo>
                  <a:pt x="3761730" y="855535"/>
                </a:lnTo>
                <a:lnTo>
                  <a:pt x="3773105" y="822732"/>
                </a:lnTo>
                <a:lnTo>
                  <a:pt x="3781201" y="821092"/>
                </a:lnTo>
                <a:lnTo>
                  <a:pt x="3787452" y="810226"/>
                </a:lnTo>
                <a:lnTo>
                  <a:pt x="3800979" y="803050"/>
                </a:lnTo>
                <a:lnTo>
                  <a:pt x="3841766" y="800180"/>
                </a:lnTo>
                <a:lnTo>
                  <a:pt x="3850170" y="794030"/>
                </a:lnTo>
                <a:lnTo>
                  <a:pt x="3846583" y="792390"/>
                </a:lnTo>
                <a:lnTo>
                  <a:pt x="3863390" y="789212"/>
                </a:lnTo>
                <a:lnTo>
                  <a:pt x="3860008" y="791467"/>
                </a:lnTo>
                <a:lnTo>
                  <a:pt x="3868206" y="794850"/>
                </a:lnTo>
                <a:lnTo>
                  <a:pt x="3878352" y="795567"/>
                </a:lnTo>
                <a:lnTo>
                  <a:pt x="3879069" y="791980"/>
                </a:lnTo>
                <a:lnTo>
                  <a:pt x="3918114" y="795875"/>
                </a:lnTo>
                <a:lnTo>
                  <a:pt x="3970174" y="811764"/>
                </a:lnTo>
                <a:lnTo>
                  <a:pt x="3990260" y="813609"/>
                </a:lnTo>
                <a:lnTo>
                  <a:pt x="4031867" y="838928"/>
                </a:lnTo>
                <a:lnTo>
                  <a:pt x="4103910" y="986745"/>
                </a:lnTo>
                <a:lnTo>
                  <a:pt x="4118770" y="997304"/>
                </a:lnTo>
                <a:lnTo>
                  <a:pt x="4131580" y="995664"/>
                </a:lnTo>
                <a:lnTo>
                  <a:pt x="4129940" y="1006427"/>
                </a:lnTo>
                <a:lnTo>
                  <a:pt x="4110674" y="1007247"/>
                </a:lnTo>
                <a:lnTo>
                  <a:pt x="4098888" y="1037795"/>
                </a:lnTo>
                <a:lnTo>
                  <a:pt x="4105140" y="1041177"/>
                </a:lnTo>
                <a:lnTo>
                  <a:pt x="4107702" y="1035129"/>
                </a:lnTo>
                <a:lnTo>
                  <a:pt x="4144390" y="1046815"/>
                </a:lnTo>
                <a:lnTo>
                  <a:pt x="4180257" y="1031952"/>
                </a:lnTo>
                <a:lnTo>
                  <a:pt x="4327726" y="1097557"/>
                </a:lnTo>
                <a:lnTo>
                  <a:pt x="4398540" y="1139995"/>
                </a:lnTo>
                <a:lnTo>
                  <a:pt x="4464537" y="1188482"/>
                </a:lnTo>
                <a:lnTo>
                  <a:pt x="4479806" y="1209086"/>
                </a:lnTo>
                <a:lnTo>
                  <a:pt x="4487492" y="1236353"/>
                </a:lnTo>
                <a:lnTo>
                  <a:pt x="4483496" y="1250807"/>
                </a:lnTo>
                <a:lnTo>
                  <a:pt x="4470993" y="1250089"/>
                </a:lnTo>
                <a:lnTo>
                  <a:pt x="4469353" y="1242401"/>
                </a:lnTo>
                <a:lnTo>
                  <a:pt x="4478269" y="1226615"/>
                </a:lnTo>
                <a:lnTo>
                  <a:pt x="4473760" y="1207958"/>
                </a:lnTo>
                <a:lnTo>
                  <a:pt x="4463000" y="1193710"/>
                </a:lnTo>
                <a:lnTo>
                  <a:pt x="4428771" y="1166955"/>
                </a:lnTo>
                <a:lnTo>
                  <a:pt x="4416679" y="1165725"/>
                </a:lnTo>
                <a:lnTo>
                  <a:pt x="4396695" y="1152399"/>
                </a:lnTo>
                <a:lnTo>
                  <a:pt x="4383475" y="1148401"/>
                </a:lnTo>
                <a:lnTo>
                  <a:pt x="4367386" y="1151989"/>
                </a:lnTo>
                <a:lnTo>
                  <a:pt x="4361339" y="1160292"/>
                </a:lnTo>
                <a:lnTo>
                  <a:pt x="4371587" y="1167468"/>
                </a:lnTo>
                <a:lnTo>
                  <a:pt x="4374559" y="1177821"/>
                </a:lnTo>
                <a:lnTo>
                  <a:pt x="4257630" y="1453671"/>
                </a:lnTo>
                <a:lnTo>
                  <a:pt x="4252813" y="1470687"/>
                </a:lnTo>
                <a:lnTo>
                  <a:pt x="4253531" y="1487499"/>
                </a:lnTo>
                <a:lnTo>
                  <a:pt x="4259987" y="1501235"/>
                </a:lnTo>
                <a:lnTo>
                  <a:pt x="4374354" y="1498365"/>
                </a:lnTo>
                <a:lnTo>
                  <a:pt x="4376302" y="1566123"/>
                </a:lnTo>
                <a:lnTo>
                  <a:pt x="4384602" y="1571863"/>
                </a:lnTo>
                <a:lnTo>
                  <a:pt x="4375789" y="1584677"/>
                </a:lnTo>
                <a:lnTo>
                  <a:pt x="4338589" y="1585702"/>
                </a:lnTo>
                <a:lnTo>
                  <a:pt x="4337462" y="1541623"/>
                </a:lnTo>
                <a:lnTo>
                  <a:pt x="4273002" y="1543366"/>
                </a:lnTo>
                <a:lnTo>
                  <a:pt x="4274232" y="1587342"/>
                </a:lnTo>
                <a:lnTo>
                  <a:pt x="4150846" y="1594517"/>
                </a:lnTo>
                <a:lnTo>
                  <a:pt x="4093355" y="1633163"/>
                </a:lnTo>
                <a:lnTo>
                  <a:pt x="4063020" y="1643824"/>
                </a:lnTo>
                <a:lnTo>
                  <a:pt x="4032891" y="1639826"/>
                </a:lnTo>
                <a:lnTo>
                  <a:pt x="3951317" y="1604768"/>
                </a:lnTo>
                <a:lnTo>
                  <a:pt x="3875892" y="1627320"/>
                </a:lnTo>
                <a:lnTo>
                  <a:pt x="3886038" y="1621170"/>
                </a:lnTo>
                <a:lnTo>
                  <a:pt x="3889215" y="1613174"/>
                </a:lnTo>
                <a:lnTo>
                  <a:pt x="3878762" y="1579756"/>
                </a:lnTo>
                <a:lnTo>
                  <a:pt x="3864722" y="1583344"/>
                </a:lnTo>
                <a:lnTo>
                  <a:pt x="3828649" y="1580474"/>
                </a:lnTo>
                <a:lnTo>
                  <a:pt x="3802004" y="1592365"/>
                </a:lnTo>
                <a:lnTo>
                  <a:pt x="3801389" y="1584062"/>
                </a:lnTo>
                <a:lnTo>
                  <a:pt x="3758553" y="1585804"/>
                </a:lnTo>
                <a:lnTo>
                  <a:pt x="3744820" y="1591340"/>
                </a:lnTo>
                <a:lnTo>
                  <a:pt x="3738364" y="1587649"/>
                </a:lnTo>
                <a:lnTo>
                  <a:pt x="3721250" y="1595850"/>
                </a:lnTo>
                <a:lnTo>
                  <a:pt x="3715306" y="1593595"/>
                </a:lnTo>
                <a:lnTo>
                  <a:pt x="3678823" y="1605896"/>
                </a:lnTo>
                <a:lnTo>
                  <a:pt x="3658942" y="1600873"/>
                </a:lnTo>
                <a:lnTo>
                  <a:pt x="3642853" y="1611636"/>
                </a:lnTo>
                <a:lnTo>
                  <a:pt x="3641418" y="1608356"/>
                </a:lnTo>
                <a:lnTo>
                  <a:pt x="3635269" y="1610201"/>
                </a:lnTo>
                <a:lnTo>
                  <a:pt x="3614261" y="1624450"/>
                </a:lnTo>
                <a:lnTo>
                  <a:pt x="3608317" y="1622297"/>
                </a:lnTo>
                <a:lnTo>
                  <a:pt x="3587309" y="1635726"/>
                </a:lnTo>
                <a:lnTo>
                  <a:pt x="3586284" y="1631933"/>
                </a:lnTo>
                <a:lnTo>
                  <a:pt x="3580033" y="1631420"/>
                </a:lnTo>
                <a:lnTo>
                  <a:pt x="3563021" y="1639109"/>
                </a:lnTo>
                <a:lnTo>
                  <a:pt x="3560049" y="1636751"/>
                </a:lnTo>
                <a:lnTo>
                  <a:pt x="3540783" y="1642799"/>
                </a:lnTo>
                <a:lnTo>
                  <a:pt x="3534429" y="1639724"/>
                </a:lnTo>
                <a:lnTo>
                  <a:pt x="3513728" y="1644234"/>
                </a:lnTo>
                <a:lnTo>
                  <a:pt x="3467715" y="1656227"/>
                </a:lnTo>
                <a:lnTo>
                  <a:pt x="3457364" y="1663300"/>
                </a:lnTo>
                <a:lnTo>
                  <a:pt x="3452445" y="1661250"/>
                </a:lnTo>
                <a:lnTo>
                  <a:pt x="3439635" y="1666991"/>
                </a:lnTo>
                <a:lnTo>
                  <a:pt x="3438406" y="1663916"/>
                </a:lnTo>
                <a:lnTo>
                  <a:pt x="3438918" y="1667401"/>
                </a:lnTo>
                <a:lnTo>
                  <a:pt x="3423956" y="1675704"/>
                </a:lnTo>
                <a:lnTo>
                  <a:pt x="3392904" y="1686877"/>
                </a:lnTo>
                <a:lnTo>
                  <a:pt x="3388600" y="1684622"/>
                </a:lnTo>
                <a:lnTo>
                  <a:pt x="3359906" y="1700511"/>
                </a:lnTo>
                <a:lnTo>
                  <a:pt x="3359701" y="1697436"/>
                </a:lnTo>
                <a:lnTo>
                  <a:pt x="3345866" y="1693130"/>
                </a:lnTo>
                <a:lnTo>
                  <a:pt x="3303747" y="1713120"/>
                </a:lnTo>
                <a:lnTo>
                  <a:pt x="3289195" y="1713017"/>
                </a:lnTo>
                <a:lnTo>
                  <a:pt x="3282534" y="1718040"/>
                </a:lnTo>
                <a:lnTo>
                  <a:pt x="3280586" y="1713940"/>
                </a:lnTo>
                <a:lnTo>
                  <a:pt x="3274233" y="1713735"/>
                </a:lnTo>
                <a:lnTo>
                  <a:pt x="3260603" y="1721730"/>
                </a:lnTo>
                <a:lnTo>
                  <a:pt x="3254454" y="1717732"/>
                </a:lnTo>
                <a:lnTo>
                  <a:pt x="3218586" y="1731879"/>
                </a:lnTo>
                <a:lnTo>
                  <a:pt x="3195221" y="1732084"/>
                </a:lnTo>
                <a:lnTo>
                  <a:pt x="3137832" y="1759043"/>
                </a:lnTo>
                <a:lnTo>
                  <a:pt x="3071732" y="1773907"/>
                </a:lnTo>
                <a:lnTo>
                  <a:pt x="3003583" y="1797279"/>
                </a:lnTo>
                <a:lnTo>
                  <a:pt x="2971815" y="1811323"/>
                </a:lnTo>
                <a:lnTo>
                  <a:pt x="2963206" y="1820036"/>
                </a:lnTo>
                <a:lnTo>
                  <a:pt x="2955828" y="1815730"/>
                </a:lnTo>
                <a:lnTo>
                  <a:pt x="2947629" y="1816755"/>
                </a:lnTo>
                <a:lnTo>
                  <a:pt x="2914426" y="1849046"/>
                </a:lnTo>
                <a:lnTo>
                  <a:pt x="2900079" y="1844740"/>
                </a:lnTo>
                <a:lnTo>
                  <a:pt x="2866363" y="1876005"/>
                </a:lnTo>
                <a:lnTo>
                  <a:pt x="2859087" y="1872520"/>
                </a:lnTo>
                <a:lnTo>
                  <a:pt x="2850581" y="1875083"/>
                </a:lnTo>
                <a:lnTo>
                  <a:pt x="2813791" y="1915779"/>
                </a:lnTo>
                <a:lnTo>
                  <a:pt x="2769417" y="1947454"/>
                </a:lnTo>
                <a:lnTo>
                  <a:pt x="2784481" y="1945096"/>
                </a:lnTo>
                <a:lnTo>
                  <a:pt x="2785301" y="1949606"/>
                </a:lnTo>
                <a:lnTo>
                  <a:pt x="2771261" y="1949811"/>
                </a:lnTo>
                <a:lnTo>
                  <a:pt x="2746974" y="1933102"/>
                </a:lnTo>
                <a:lnTo>
                  <a:pt x="2723301" y="1950529"/>
                </a:lnTo>
                <a:lnTo>
                  <a:pt x="2724531" y="1955552"/>
                </a:lnTo>
                <a:lnTo>
                  <a:pt x="2727400" y="1953707"/>
                </a:lnTo>
                <a:lnTo>
                  <a:pt x="2724633" y="1955757"/>
                </a:lnTo>
                <a:lnTo>
                  <a:pt x="2730167" y="1970928"/>
                </a:lnTo>
                <a:lnTo>
                  <a:pt x="2724838" y="1988662"/>
                </a:lnTo>
                <a:lnTo>
                  <a:pt x="2605756" y="2080715"/>
                </a:lnTo>
                <a:lnTo>
                  <a:pt x="2623793" y="2105829"/>
                </a:lnTo>
                <a:lnTo>
                  <a:pt x="2614775" y="2112390"/>
                </a:lnTo>
                <a:lnTo>
                  <a:pt x="2596841" y="2087275"/>
                </a:lnTo>
                <a:lnTo>
                  <a:pt x="2577267" y="2100704"/>
                </a:lnTo>
                <a:lnTo>
                  <a:pt x="2563637" y="2102754"/>
                </a:lnTo>
                <a:lnTo>
                  <a:pt x="2551544" y="2097936"/>
                </a:lnTo>
                <a:lnTo>
                  <a:pt x="2530331" y="2077434"/>
                </a:lnTo>
                <a:lnTo>
                  <a:pt x="2519673" y="2077434"/>
                </a:lnTo>
                <a:lnTo>
                  <a:pt x="2522030" y="2123973"/>
                </a:lnTo>
                <a:lnTo>
                  <a:pt x="2510450" y="2129406"/>
                </a:lnTo>
                <a:lnTo>
                  <a:pt x="2524797" y="2145602"/>
                </a:lnTo>
                <a:lnTo>
                  <a:pt x="2516496" y="2153085"/>
                </a:lnTo>
                <a:lnTo>
                  <a:pt x="2459518" y="2090453"/>
                </a:lnTo>
                <a:lnTo>
                  <a:pt x="2444965" y="2103779"/>
                </a:lnTo>
                <a:lnTo>
                  <a:pt x="2470073" y="2135659"/>
                </a:lnTo>
                <a:lnTo>
                  <a:pt x="2461977" y="2144782"/>
                </a:lnTo>
                <a:lnTo>
                  <a:pt x="2395468" y="2082457"/>
                </a:lnTo>
                <a:lnTo>
                  <a:pt x="2319940" y="2084610"/>
                </a:lnTo>
                <a:lnTo>
                  <a:pt x="2238366" y="2128996"/>
                </a:lnTo>
                <a:lnTo>
                  <a:pt x="2241338" y="2158621"/>
                </a:lnTo>
                <a:lnTo>
                  <a:pt x="2302928" y="2123358"/>
                </a:lnTo>
                <a:lnTo>
                  <a:pt x="2361034" y="2121103"/>
                </a:lnTo>
                <a:lnTo>
                  <a:pt x="2426519" y="2182505"/>
                </a:lnTo>
                <a:lnTo>
                  <a:pt x="2363801" y="2213770"/>
                </a:lnTo>
                <a:lnTo>
                  <a:pt x="2311537" y="2197266"/>
                </a:lnTo>
                <a:lnTo>
                  <a:pt x="2318095" y="2189681"/>
                </a:lnTo>
                <a:lnTo>
                  <a:pt x="2312356" y="2187938"/>
                </a:lnTo>
                <a:lnTo>
                  <a:pt x="2311434" y="2190808"/>
                </a:lnTo>
                <a:lnTo>
                  <a:pt x="2311229" y="2187528"/>
                </a:lnTo>
                <a:lnTo>
                  <a:pt x="2310204" y="2190398"/>
                </a:lnTo>
                <a:lnTo>
                  <a:pt x="2309487" y="2186811"/>
                </a:lnTo>
                <a:lnTo>
                  <a:pt x="2303748" y="2193884"/>
                </a:lnTo>
                <a:lnTo>
                  <a:pt x="2285302" y="2189988"/>
                </a:lnTo>
                <a:lnTo>
                  <a:pt x="2282637" y="2194704"/>
                </a:lnTo>
                <a:lnTo>
                  <a:pt x="2276386" y="2192141"/>
                </a:lnTo>
                <a:lnTo>
                  <a:pt x="2283765" y="2193269"/>
                </a:lnTo>
                <a:lnTo>
                  <a:pt x="2285097" y="2189783"/>
                </a:lnTo>
                <a:lnTo>
                  <a:pt x="2259477" y="2181685"/>
                </a:lnTo>
                <a:lnTo>
                  <a:pt x="2237341" y="2158928"/>
                </a:lnTo>
                <a:lnTo>
                  <a:pt x="2237239" y="2197984"/>
                </a:lnTo>
                <a:lnTo>
                  <a:pt x="2249639" y="2209055"/>
                </a:lnTo>
                <a:lnTo>
                  <a:pt x="2270340" y="2215615"/>
                </a:lnTo>
                <a:lnTo>
                  <a:pt x="2326909" y="2216231"/>
                </a:lnTo>
                <a:lnTo>
                  <a:pt x="2349454" y="2229659"/>
                </a:lnTo>
                <a:lnTo>
                  <a:pt x="2371897" y="2230377"/>
                </a:lnTo>
                <a:lnTo>
                  <a:pt x="2384195" y="2221253"/>
                </a:lnTo>
                <a:lnTo>
                  <a:pt x="2404998" y="2226994"/>
                </a:lnTo>
                <a:lnTo>
                  <a:pt x="2417398" y="2225354"/>
                </a:lnTo>
                <a:lnTo>
                  <a:pt x="2419858" y="2238782"/>
                </a:lnTo>
                <a:lnTo>
                  <a:pt x="2424367" y="2240525"/>
                </a:lnTo>
                <a:lnTo>
                  <a:pt x="2463514" y="2229864"/>
                </a:lnTo>
                <a:lnTo>
                  <a:pt x="2487392" y="2241448"/>
                </a:lnTo>
                <a:lnTo>
                  <a:pt x="2483703" y="2254979"/>
                </a:lnTo>
                <a:lnTo>
                  <a:pt x="2444146" y="2313921"/>
                </a:lnTo>
                <a:lnTo>
                  <a:pt x="2398337" y="2361177"/>
                </a:lnTo>
                <a:lnTo>
                  <a:pt x="2373639" y="2378194"/>
                </a:lnTo>
                <a:lnTo>
                  <a:pt x="2364314" y="2380039"/>
                </a:lnTo>
                <a:lnTo>
                  <a:pt x="2371385" y="2373888"/>
                </a:lnTo>
                <a:lnTo>
                  <a:pt x="2367491" y="2371531"/>
                </a:lnTo>
                <a:lnTo>
                  <a:pt x="2348737" y="2376041"/>
                </a:lnTo>
                <a:lnTo>
                  <a:pt x="2330495" y="2388035"/>
                </a:lnTo>
                <a:lnTo>
                  <a:pt x="2314713" y="2381371"/>
                </a:lnTo>
                <a:lnTo>
                  <a:pt x="2301596" y="2368660"/>
                </a:lnTo>
                <a:lnTo>
                  <a:pt x="2296574" y="2369481"/>
                </a:lnTo>
                <a:lnTo>
                  <a:pt x="2296472" y="2364663"/>
                </a:lnTo>
                <a:lnTo>
                  <a:pt x="2302313" y="2365893"/>
                </a:lnTo>
                <a:lnTo>
                  <a:pt x="2301903" y="2358615"/>
                </a:lnTo>
                <a:lnTo>
                  <a:pt x="2297907" y="2352977"/>
                </a:lnTo>
                <a:lnTo>
                  <a:pt x="2289606" y="2350927"/>
                </a:lnTo>
                <a:lnTo>
                  <a:pt x="2283355" y="2338728"/>
                </a:lnTo>
                <a:lnTo>
                  <a:pt x="2271569" y="2337088"/>
                </a:lnTo>
                <a:lnTo>
                  <a:pt x="2268802" y="2340368"/>
                </a:lnTo>
                <a:lnTo>
                  <a:pt x="2273107" y="2343238"/>
                </a:lnTo>
                <a:lnTo>
                  <a:pt x="2269417" y="2346006"/>
                </a:lnTo>
                <a:lnTo>
                  <a:pt x="2232012" y="2305720"/>
                </a:lnTo>
                <a:lnTo>
                  <a:pt x="2229963" y="2298647"/>
                </a:lnTo>
                <a:lnTo>
                  <a:pt x="2235189" y="2301928"/>
                </a:lnTo>
                <a:lnTo>
                  <a:pt x="2237956" y="2295777"/>
                </a:lnTo>
                <a:lnTo>
                  <a:pt x="2234574" y="2287474"/>
                </a:lnTo>
                <a:lnTo>
                  <a:pt x="2221867" y="2282656"/>
                </a:lnTo>
                <a:lnTo>
                  <a:pt x="2206597" y="2265845"/>
                </a:lnTo>
                <a:lnTo>
                  <a:pt x="2196452" y="2267177"/>
                </a:lnTo>
                <a:lnTo>
                  <a:pt x="2201063" y="2271380"/>
                </a:lnTo>
                <a:lnTo>
                  <a:pt x="2194812" y="2275378"/>
                </a:lnTo>
                <a:lnTo>
                  <a:pt x="2172471" y="2262974"/>
                </a:lnTo>
                <a:lnTo>
                  <a:pt x="2166118" y="2253339"/>
                </a:lnTo>
                <a:lnTo>
                  <a:pt x="2155562" y="2249238"/>
                </a:lnTo>
                <a:lnTo>
                  <a:pt x="2158124" y="2246573"/>
                </a:lnTo>
                <a:lnTo>
                  <a:pt x="2153513" y="2239295"/>
                </a:lnTo>
                <a:lnTo>
                  <a:pt x="2143367" y="2236527"/>
                </a:lnTo>
                <a:lnTo>
                  <a:pt x="2138550" y="2226789"/>
                </a:lnTo>
                <a:lnTo>
                  <a:pt x="2129020" y="2223816"/>
                </a:lnTo>
                <a:lnTo>
                  <a:pt x="2125023" y="2215000"/>
                </a:lnTo>
                <a:lnTo>
                  <a:pt x="2113955" y="2210593"/>
                </a:lnTo>
                <a:lnTo>
                  <a:pt x="2104425" y="2200137"/>
                </a:lnTo>
                <a:lnTo>
                  <a:pt x="2093459" y="2199624"/>
                </a:lnTo>
                <a:lnTo>
                  <a:pt x="2097559" y="2207517"/>
                </a:lnTo>
                <a:lnTo>
                  <a:pt x="2103195" y="2209260"/>
                </a:lnTo>
                <a:lnTo>
                  <a:pt x="2098583" y="2213873"/>
                </a:lnTo>
                <a:lnTo>
                  <a:pt x="2081162" y="2187221"/>
                </a:lnTo>
                <a:lnTo>
                  <a:pt x="2059948" y="2166616"/>
                </a:lnTo>
                <a:lnTo>
                  <a:pt x="2060153" y="2162311"/>
                </a:lnTo>
                <a:lnTo>
                  <a:pt x="2080957" y="2160056"/>
                </a:lnTo>
                <a:lnTo>
                  <a:pt x="2119182" y="2170512"/>
                </a:lnTo>
                <a:lnTo>
                  <a:pt x="2142240" y="2172562"/>
                </a:lnTo>
                <a:lnTo>
                  <a:pt x="2157612" y="2162824"/>
                </a:lnTo>
                <a:lnTo>
                  <a:pt x="2174521" y="2160363"/>
                </a:lnTo>
                <a:lnTo>
                  <a:pt x="2191635" y="2167334"/>
                </a:lnTo>
                <a:lnTo>
                  <a:pt x="2193480" y="2171947"/>
                </a:lnTo>
                <a:lnTo>
                  <a:pt x="2193890" y="2168052"/>
                </a:lnTo>
                <a:lnTo>
                  <a:pt x="2195632" y="2171024"/>
                </a:lnTo>
                <a:lnTo>
                  <a:pt x="2197374" y="2168667"/>
                </a:lnTo>
                <a:lnTo>
                  <a:pt x="2208339" y="2183633"/>
                </a:lnTo>
                <a:lnTo>
                  <a:pt x="2209364" y="2177072"/>
                </a:lnTo>
                <a:lnTo>
                  <a:pt x="2227093" y="2184965"/>
                </a:lnTo>
                <a:lnTo>
                  <a:pt x="2230372" y="2167949"/>
                </a:lnTo>
                <a:lnTo>
                  <a:pt x="2229450" y="2129098"/>
                </a:lnTo>
                <a:lnTo>
                  <a:pt x="2195222" y="2128893"/>
                </a:lnTo>
                <a:lnTo>
                  <a:pt x="2194709" y="2140579"/>
                </a:lnTo>
                <a:lnTo>
                  <a:pt x="2176263" y="2140477"/>
                </a:lnTo>
                <a:lnTo>
                  <a:pt x="2192352" y="2138324"/>
                </a:lnTo>
                <a:lnTo>
                  <a:pt x="2191738" y="2127356"/>
                </a:lnTo>
                <a:lnTo>
                  <a:pt x="2152693" y="2121205"/>
                </a:lnTo>
                <a:lnTo>
                  <a:pt x="2145417" y="2115362"/>
                </a:lnTo>
                <a:lnTo>
                  <a:pt x="2125536" y="2124383"/>
                </a:lnTo>
                <a:lnTo>
                  <a:pt x="2128610" y="2130021"/>
                </a:lnTo>
                <a:lnTo>
                  <a:pt x="2107089" y="2134121"/>
                </a:lnTo>
                <a:lnTo>
                  <a:pt x="2105962" y="2130329"/>
                </a:lnTo>
                <a:lnTo>
                  <a:pt x="2097866" y="2128791"/>
                </a:lnTo>
                <a:lnTo>
                  <a:pt x="2096534" y="2122845"/>
                </a:lnTo>
                <a:lnTo>
                  <a:pt x="2104732" y="2118950"/>
                </a:lnTo>
                <a:lnTo>
                  <a:pt x="2109754" y="2110749"/>
                </a:lnTo>
                <a:lnTo>
                  <a:pt x="2115697" y="2110749"/>
                </a:lnTo>
                <a:lnTo>
                  <a:pt x="2118977" y="2117002"/>
                </a:lnTo>
                <a:lnTo>
                  <a:pt x="2123793" y="2115260"/>
                </a:lnTo>
                <a:lnTo>
                  <a:pt x="2124613" y="2122948"/>
                </a:lnTo>
                <a:lnTo>
                  <a:pt x="2144289" y="2114337"/>
                </a:lnTo>
                <a:lnTo>
                  <a:pt x="2122769" y="2094963"/>
                </a:lnTo>
                <a:lnTo>
                  <a:pt x="2109446" y="2094553"/>
                </a:lnTo>
                <a:lnTo>
                  <a:pt x="2095611" y="2109417"/>
                </a:lnTo>
                <a:lnTo>
                  <a:pt x="2079215" y="2109314"/>
                </a:lnTo>
                <a:lnTo>
                  <a:pt x="2065175" y="2100294"/>
                </a:lnTo>
                <a:lnTo>
                  <a:pt x="2055542" y="2109212"/>
                </a:lnTo>
                <a:lnTo>
                  <a:pt x="2058104" y="2112492"/>
                </a:lnTo>
                <a:lnTo>
                  <a:pt x="2048983" y="2123871"/>
                </a:lnTo>
                <a:lnTo>
                  <a:pt x="2046319" y="2122230"/>
                </a:lnTo>
                <a:lnTo>
                  <a:pt x="2043859" y="2136992"/>
                </a:lnTo>
                <a:lnTo>
                  <a:pt x="2001432" y="2100191"/>
                </a:lnTo>
                <a:lnTo>
                  <a:pt x="2004507" y="2094451"/>
                </a:lnTo>
                <a:lnTo>
                  <a:pt x="1983088" y="2076512"/>
                </a:lnTo>
                <a:lnTo>
                  <a:pt x="1973865" y="2092605"/>
                </a:lnTo>
                <a:lnTo>
                  <a:pt x="1929594" y="2066158"/>
                </a:lnTo>
                <a:lnTo>
                  <a:pt x="1842691" y="2211720"/>
                </a:lnTo>
                <a:lnTo>
                  <a:pt x="1771570" y="2168974"/>
                </a:lnTo>
                <a:lnTo>
                  <a:pt x="1854169" y="2029460"/>
                </a:lnTo>
                <a:lnTo>
                  <a:pt x="1754148" y="1969185"/>
                </a:lnTo>
                <a:lnTo>
                  <a:pt x="1690611" y="2076102"/>
                </a:lnTo>
                <a:lnTo>
                  <a:pt x="1481244" y="1950529"/>
                </a:lnTo>
                <a:lnTo>
                  <a:pt x="1509631" y="1901530"/>
                </a:lnTo>
                <a:lnTo>
                  <a:pt x="1545294" y="1895584"/>
                </a:lnTo>
                <a:lnTo>
                  <a:pt x="1674829" y="1972876"/>
                </a:lnTo>
                <a:lnTo>
                  <a:pt x="1707213" y="1918136"/>
                </a:lnTo>
                <a:lnTo>
                  <a:pt x="1588746" y="1846893"/>
                </a:lnTo>
                <a:lnTo>
                  <a:pt x="1612624" y="1807325"/>
                </a:lnTo>
                <a:lnTo>
                  <a:pt x="1566610" y="1757813"/>
                </a:lnTo>
                <a:lnTo>
                  <a:pt x="1533714" y="1780058"/>
                </a:lnTo>
                <a:lnTo>
                  <a:pt x="1469357" y="1786413"/>
                </a:lnTo>
                <a:lnTo>
                  <a:pt x="1418834" y="1770524"/>
                </a:lnTo>
                <a:lnTo>
                  <a:pt x="1416170" y="1759863"/>
                </a:lnTo>
                <a:lnTo>
                  <a:pt x="1425803" y="1741514"/>
                </a:lnTo>
                <a:lnTo>
                  <a:pt x="1411456" y="1737004"/>
                </a:lnTo>
                <a:lnTo>
                  <a:pt x="1385118" y="1762734"/>
                </a:lnTo>
                <a:lnTo>
                  <a:pt x="1270238" y="1733826"/>
                </a:lnTo>
                <a:lnTo>
                  <a:pt x="1249332" y="1747767"/>
                </a:lnTo>
                <a:lnTo>
                  <a:pt x="1197068" y="1722243"/>
                </a:lnTo>
                <a:lnTo>
                  <a:pt x="1128816" y="1664223"/>
                </a:lnTo>
                <a:lnTo>
                  <a:pt x="1091411" y="1664018"/>
                </a:lnTo>
                <a:lnTo>
                  <a:pt x="1095818" y="1684212"/>
                </a:lnTo>
                <a:lnTo>
                  <a:pt x="1123795" y="1690055"/>
                </a:lnTo>
                <a:lnTo>
                  <a:pt x="1180773" y="1738439"/>
                </a:lnTo>
                <a:lnTo>
                  <a:pt x="1175444" y="1752483"/>
                </a:lnTo>
                <a:lnTo>
                  <a:pt x="1199322" y="1753918"/>
                </a:lnTo>
                <a:lnTo>
                  <a:pt x="1088132" y="1754533"/>
                </a:lnTo>
                <a:lnTo>
                  <a:pt x="1087414" y="1821573"/>
                </a:lnTo>
                <a:lnTo>
                  <a:pt x="1092538" y="1834182"/>
                </a:lnTo>
                <a:lnTo>
                  <a:pt x="1144905" y="1846175"/>
                </a:lnTo>
                <a:lnTo>
                  <a:pt x="1152489" y="1832644"/>
                </a:lnTo>
                <a:lnTo>
                  <a:pt x="1169193" y="1837975"/>
                </a:lnTo>
                <a:lnTo>
                  <a:pt x="1159765" y="1853146"/>
                </a:lnTo>
                <a:lnTo>
                  <a:pt x="1173395" y="1841358"/>
                </a:lnTo>
                <a:lnTo>
                  <a:pt x="1181593" y="1839307"/>
                </a:lnTo>
                <a:lnTo>
                  <a:pt x="1217666" y="1857144"/>
                </a:lnTo>
                <a:lnTo>
                  <a:pt x="1231808" y="1881438"/>
                </a:lnTo>
                <a:lnTo>
                  <a:pt x="1237547" y="1912806"/>
                </a:lnTo>
                <a:lnTo>
                  <a:pt x="1269418" y="1948786"/>
                </a:lnTo>
                <a:lnTo>
                  <a:pt x="1277514" y="1945916"/>
                </a:lnTo>
                <a:lnTo>
                  <a:pt x="1277104" y="1949914"/>
                </a:lnTo>
                <a:lnTo>
                  <a:pt x="1282946" y="1951554"/>
                </a:lnTo>
                <a:lnTo>
                  <a:pt x="1282843" y="1962317"/>
                </a:lnTo>
                <a:lnTo>
                  <a:pt x="1290119" y="1958320"/>
                </a:lnTo>
                <a:lnTo>
                  <a:pt x="1293809" y="1969288"/>
                </a:lnTo>
                <a:lnTo>
                  <a:pt x="1333878" y="1975643"/>
                </a:lnTo>
                <a:lnTo>
                  <a:pt x="1376715" y="2019107"/>
                </a:lnTo>
                <a:lnTo>
                  <a:pt x="1377637" y="2026283"/>
                </a:lnTo>
                <a:lnTo>
                  <a:pt x="1361445" y="2043094"/>
                </a:lnTo>
                <a:lnTo>
                  <a:pt x="1347098" y="2051705"/>
                </a:lnTo>
                <a:lnTo>
                  <a:pt x="1322606" y="2056933"/>
                </a:lnTo>
                <a:lnTo>
                  <a:pt x="1303032" y="2065953"/>
                </a:lnTo>
                <a:lnTo>
                  <a:pt x="1290324" y="2053960"/>
                </a:lnTo>
                <a:lnTo>
                  <a:pt x="1270751" y="2052730"/>
                </a:lnTo>
                <a:lnTo>
                  <a:pt x="1234575" y="2040941"/>
                </a:lnTo>
                <a:lnTo>
                  <a:pt x="1207828" y="2065646"/>
                </a:lnTo>
                <a:lnTo>
                  <a:pt x="1214284" y="2067696"/>
                </a:lnTo>
                <a:lnTo>
                  <a:pt x="1235395" y="2048219"/>
                </a:lnTo>
                <a:lnTo>
                  <a:pt x="1242569" y="2048527"/>
                </a:lnTo>
                <a:lnTo>
                  <a:pt x="1286738" y="2058573"/>
                </a:lnTo>
                <a:lnTo>
                  <a:pt x="1303749" y="2075077"/>
                </a:lnTo>
                <a:lnTo>
                  <a:pt x="1305799" y="2083482"/>
                </a:lnTo>
                <a:lnTo>
                  <a:pt x="1285508" y="2126638"/>
                </a:lnTo>
                <a:lnTo>
                  <a:pt x="1266754" y="2140989"/>
                </a:lnTo>
                <a:lnTo>
                  <a:pt x="1196965" y="2171229"/>
                </a:lnTo>
                <a:lnTo>
                  <a:pt x="1148287" y="2130124"/>
                </a:lnTo>
                <a:lnTo>
                  <a:pt x="1077064" y="2091478"/>
                </a:lnTo>
                <a:lnTo>
                  <a:pt x="1076039" y="2076307"/>
                </a:lnTo>
                <a:lnTo>
                  <a:pt x="1070812" y="2065441"/>
                </a:lnTo>
                <a:lnTo>
                  <a:pt x="1055953" y="2089325"/>
                </a:lnTo>
                <a:lnTo>
                  <a:pt x="1029103" y="2074974"/>
                </a:lnTo>
                <a:lnTo>
                  <a:pt x="1015678" y="2103266"/>
                </a:lnTo>
                <a:lnTo>
                  <a:pt x="1108115" y="2158313"/>
                </a:lnTo>
                <a:lnTo>
                  <a:pt x="1110677" y="2170614"/>
                </a:lnTo>
                <a:lnTo>
                  <a:pt x="1029206" y="2216641"/>
                </a:lnTo>
                <a:lnTo>
                  <a:pt x="906127" y="2260412"/>
                </a:lnTo>
                <a:lnTo>
                  <a:pt x="868107" y="2125818"/>
                </a:lnTo>
                <a:lnTo>
                  <a:pt x="812358" y="2074461"/>
                </a:lnTo>
                <a:lnTo>
                  <a:pt x="762758" y="2129201"/>
                </a:lnTo>
                <a:lnTo>
                  <a:pt x="821991" y="2183838"/>
                </a:lnTo>
                <a:lnTo>
                  <a:pt x="867800" y="2345084"/>
                </a:lnTo>
                <a:lnTo>
                  <a:pt x="867902" y="2365278"/>
                </a:lnTo>
                <a:lnTo>
                  <a:pt x="861548" y="2378604"/>
                </a:lnTo>
                <a:lnTo>
                  <a:pt x="841770" y="2399515"/>
                </a:lnTo>
                <a:lnTo>
                  <a:pt x="832854" y="2390392"/>
                </a:lnTo>
                <a:lnTo>
                  <a:pt x="787968" y="2438469"/>
                </a:lnTo>
                <a:lnTo>
                  <a:pt x="792477" y="2448924"/>
                </a:lnTo>
                <a:lnTo>
                  <a:pt x="704139" y="2538312"/>
                </a:lnTo>
                <a:lnTo>
                  <a:pt x="693789" y="2543745"/>
                </a:lnTo>
                <a:lnTo>
                  <a:pt x="682209" y="2542207"/>
                </a:lnTo>
                <a:lnTo>
                  <a:pt x="673600" y="2534314"/>
                </a:lnTo>
                <a:lnTo>
                  <a:pt x="656896" y="2499256"/>
                </a:lnTo>
                <a:lnTo>
                  <a:pt x="655461" y="2484700"/>
                </a:lnTo>
                <a:lnTo>
                  <a:pt x="658638" y="2485212"/>
                </a:lnTo>
                <a:lnTo>
                  <a:pt x="660483" y="2497821"/>
                </a:lnTo>
                <a:lnTo>
                  <a:pt x="676982" y="2532366"/>
                </a:lnTo>
                <a:lnTo>
                  <a:pt x="681081" y="2533904"/>
                </a:lnTo>
                <a:lnTo>
                  <a:pt x="720639" y="2495156"/>
                </a:lnTo>
                <a:lnTo>
                  <a:pt x="722688" y="2481317"/>
                </a:lnTo>
                <a:lnTo>
                  <a:pt x="705472" y="2444927"/>
                </a:lnTo>
                <a:lnTo>
                  <a:pt x="698400" y="2440006"/>
                </a:lnTo>
                <a:lnTo>
                  <a:pt x="688767" y="2422067"/>
                </a:lnTo>
                <a:lnTo>
                  <a:pt x="646648" y="2418274"/>
                </a:lnTo>
                <a:lnTo>
                  <a:pt x="608218" y="2338523"/>
                </a:lnTo>
                <a:lnTo>
                  <a:pt x="587415" y="2314536"/>
                </a:lnTo>
                <a:lnTo>
                  <a:pt x="492211" y="2078459"/>
                </a:lnTo>
                <a:lnTo>
                  <a:pt x="492211" y="2028230"/>
                </a:lnTo>
                <a:lnTo>
                  <a:pt x="543758" y="1987842"/>
                </a:lnTo>
                <a:lnTo>
                  <a:pt x="564664" y="2017057"/>
                </a:lnTo>
                <a:lnTo>
                  <a:pt x="728632" y="1902145"/>
                </a:lnTo>
                <a:lnTo>
                  <a:pt x="797908" y="1860629"/>
                </a:lnTo>
                <a:lnTo>
                  <a:pt x="850071" y="1844638"/>
                </a:lnTo>
                <a:lnTo>
                  <a:pt x="892088" y="1845970"/>
                </a:lnTo>
                <a:lnTo>
                  <a:pt x="928980" y="1840537"/>
                </a:lnTo>
                <a:lnTo>
                  <a:pt x="934719" y="1846995"/>
                </a:lnTo>
                <a:lnTo>
                  <a:pt x="880712" y="1906348"/>
                </a:lnTo>
                <a:lnTo>
                  <a:pt x="874358" y="1929310"/>
                </a:lnTo>
                <a:lnTo>
                  <a:pt x="835519" y="1967238"/>
                </a:lnTo>
                <a:lnTo>
                  <a:pt x="804775" y="1991122"/>
                </a:lnTo>
                <a:lnTo>
                  <a:pt x="844024" y="2029870"/>
                </a:lnTo>
                <a:lnTo>
                  <a:pt x="885324" y="1985587"/>
                </a:lnTo>
                <a:lnTo>
                  <a:pt x="898441" y="1996555"/>
                </a:lnTo>
                <a:lnTo>
                  <a:pt x="913301" y="1987227"/>
                </a:lnTo>
                <a:lnTo>
                  <a:pt x="922524" y="1986919"/>
                </a:lnTo>
                <a:lnTo>
                  <a:pt x="919040" y="1979846"/>
                </a:lnTo>
                <a:lnTo>
                  <a:pt x="924369" y="1979539"/>
                </a:lnTo>
                <a:lnTo>
                  <a:pt x="925393" y="1983844"/>
                </a:lnTo>
                <a:lnTo>
                  <a:pt x="931542" y="1981281"/>
                </a:lnTo>
                <a:lnTo>
                  <a:pt x="921089" y="1964265"/>
                </a:lnTo>
                <a:lnTo>
                  <a:pt x="928775" y="1946224"/>
                </a:lnTo>
                <a:lnTo>
                  <a:pt x="922524" y="1941201"/>
                </a:lnTo>
                <a:lnTo>
                  <a:pt x="945582" y="1919161"/>
                </a:lnTo>
                <a:lnTo>
                  <a:pt x="1007685" y="1843920"/>
                </a:lnTo>
                <a:lnTo>
                  <a:pt x="1020700" y="1842485"/>
                </a:lnTo>
                <a:lnTo>
                  <a:pt x="1022544" y="1833567"/>
                </a:lnTo>
                <a:lnTo>
                  <a:pt x="1032075" y="1827826"/>
                </a:lnTo>
                <a:lnTo>
                  <a:pt x="1053493" y="1825161"/>
                </a:lnTo>
                <a:lnTo>
                  <a:pt x="1087824" y="1836642"/>
                </a:lnTo>
                <a:lnTo>
                  <a:pt x="1082085" y="1820651"/>
                </a:lnTo>
                <a:lnTo>
                  <a:pt x="1083520" y="1679087"/>
                </a:lnTo>
                <a:lnTo>
                  <a:pt x="1077166" y="1664326"/>
                </a:lnTo>
                <a:lnTo>
                  <a:pt x="1067123" y="1671091"/>
                </a:lnTo>
                <a:lnTo>
                  <a:pt x="1052366" y="1672424"/>
                </a:lnTo>
                <a:lnTo>
                  <a:pt x="1053186" y="1695283"/>
                </a:lnTo>
                <a:lnTo>
                  <a:pt x="1046525" y="1700716"/>
                </a:lnTo>
                <a:lnTo>
                  <a:pt x="1041606" y="1720808"/>
                </a:lnTo>
                <a:lnTo>
                  <a:pt x="1045807" y="1720603"/>
                </a:lnTo>
                <a:lnTo>
                  <a:pt x="1046115" y="1729418"/>
                </a:lnTo>
                <a:lnTo>
                  <a:pt x="991083" y="1731674"/>
                </a:lnTo>
                <a:lnTo>
                  <a:pt x="990058" y="1709429"/>
                </a:lnTo>
                <a:lnTo>
                  <a:pt x="959417" y="1699076"/>
                </a:lnTo>
                <a:lnTo>
                  <a:pt x="938613" y="1673244"/>
                </a:lnTo>
                <a:lnTo>
                  <a:pt x="938613" y="1673244"/>
                </a:lnTo>
              </a:path>
            </a:pathLst>
          </a:custGeom>
          <a:noFill xmlns:a="http://schemas.openxmlformats.org/drawingml/2006/main"/>
          <a:ln xmlns:a="http://schemas.openxmlformats.org/drawingml/2006/main" w="3269">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D1F50292-399F-4725-B68C-3E4D1250C007}"/>
              </a:ext>
            </a:extLst>
          </p:cNvPr>
          <p:cNvSpPr>
            <a:spLocks xmlns:a="http://schemas.openxmlformats.org/drawingml/2006/main" noGrp="1"/>
          </p:cNvSpPr>
          <p:nvPr/>
        </p:nvSpPr>
        <p:spPr>
          <a:xfrm xmlns:a="http://schemas.openxmlformats.org/drawingml/2006/main">
            <a:off x="4126388" y="2756512"/>
            <a:ext cx="674792" cy="251875"/>
          </a:xfrm>
          <a:custGeom xmlns:a="http://schemas.openxmlformats.org/drawingml/2006/main">
            <a:pathLst>
              <a:path w="786533" h="293584">
                <a:moveTo>
                  <a:pt x="17012" y="86415"/>
                </a:moveTo>
                <a:lnTo>
                  <a:pt x="19164" y="81187"/>
                </a:lnTo>
                <a:lnTo>
                  <a:pt x="12400" y="76369"/>
                </a:lnTo>
                <a:lnTo>
                  <a:pt x="11170" y="64273"/>
                </a:lnTo>
                <a:lnTo>
                  <a:pt x="0" y="58635"/>
                </a:lnTo>
                <a:lnTo>
                  <a:pt x="2767" y="47256"/>
                </a:lnTo>
                <a:lnTo>
                  <a:pt x="102" y="45616"/>
                </a:lnTo>
                <a:lnTo>
                  <a:pt x="28592" y="38646"/>
                </a:lnTo>
                <a:lnTo>
                  <a:pt x="41914" y="20809"/>
                </a:lnTo>
                <a:lnTo>
                  <a:pt x="61590" y="14864"/>
                </a:lnTo>
                <a:lnTo>
                  <a:pt x="75015" y="0"/>
                </a:lnTo>
                <a:lnTo>
                  <a:pt x="122156" y="16299"/>
                </a:lnTo>
                <a:lnTo>
                  <a:pt x="169604" y="38543"/>
                </a:lnTo>
                <a:lnTo>
                  <a:pt x="198504" y="43361"/>
                </a:lnTo>
                <a:lnTo>
                  <a:pt x="222381" y="56072"/>
                </a:lnTo>
                <a:lnTo>
                  <a:pt x="232424" y="66630"/>
                </a:lnTo>
                <a:lnTo>
                  <a:pt x="236421" y="79341"/>
                </a:lnTo>
                <a:lnTo>
                  <a:pt x="275773" y="96563"/>
                </a:lnTo>
                <a:lnTo>
                  <a:pt x="278335" y="91232"/>
                </a:lnTo>
                <a:lnTo>
                  <a:pt x="296782" y="92463"/>
                </a:lnTo>
                <a:lnTo>
                  <a:pt x="303955" y="106609"/>
                </a:lnTo>
                <a:lnTo>
                  <a:pt x="336237" y="104251"/>
                </a:lnTo>
                <a:lnTo>
                  <a:pt x="358782" y="107019"/>
                </a:lnTo>
                <a:lnTo>
                  <a:pt x="385734" y="96973"/>
                </a:lnTo>
                <a:lnTo>
                  <a:pt x="439229" y="92463"/>
                </a:lnTo>
                <a:lnTo>
                  <a:pt x="451321" y="86210"/>
                </a:lnTo>
                <a:lnTo>
                  <a:pt x="476122" y="91335"/>
                </a:lnTo>
                <a:lnTo>
                  <a:pt x="489546" y="101381"/>
                </a:lnTo>
                <a:lnTo>
                  <a:pt x="504918" y="99023"/>
                </a:lnTo>
                <a:lnTo>
                  <a:pt x="537200" y="107326"/>
                </a:lnTo>
                <a:lnTo>
                  <a:pt x="586390" y="104661"/>
                </a:lnTo>
                <a:lnTo>
                  <a:pt x="600327" y="99741"/>
                </a:lnTo>
                <a:lnTo>
                  <a:pt x="607911" y="92155"/>
                </a:lnTo>
                <a:lnTo>
                  <a:pt x="692252" y="89797"/>
                </a:lnTo>
                <a:lnTo>
                  <a:pt x="723406" y="103431"/>
                </a:lnTo>
                <a:lnTo>
                  <a:pt x="746054" y="128033"/>
                </a:lnTo>
                <a:lnTo>
                  <a:pt x="767984" y="179697"/>
                </a:lnTo>
                <a:lnTo>
                  <a:pt x="786533" y="248685"/>
                </a:lnTo>
                <a:lnTo>
                  <a:pt x="782127" y="255861"/>
                </a:lnTo>
                <a:lnTo>
                  <a:pt x="770034" y="259346"/>
                </a:lnTo>
                <a:lnTo>
                  <a:pt x="717872" y="246430"/>
                </a:lnTo>
                <a:lnTo>
                  <a:pt x="639065" y="246020"/>
                </a:lnTo>
                <a:lnTo>
                  <a:pt x="632301" y="260064"/>
                </a:lnTo>
                <a:lnTo>
                  <a:pt x="624820" y="254323"/>
                </a:lnTo>
                <a:lnTo>
                  <a:pt x="627177" y="247558"/>
                </a:lnTo>
                <a:lnTo>
                  <a:pt x="621438" y="245918"/>
                </a:lnTo>
                <a:lnTo>
                  <a:pt x="530948" y="245302"/>
                </a:lnTo>
                <a:lnTo>
                  <a:pt x="494875" y="262729"/>
                </a:lnTo>
                <a:lnTo>
                  <a:pt x="476429" y="252478"/>
                </a:lnTo>
                <a:lnTo>
                  <a:pt x="470280" y="260371"/>
                </a:lnTo>
                <a:lnTo>
                  <a:pt x="454293" y="266522"/>
                </a:lnTo>
                <a:lnTo>
                  <a:pt x="450809" y="261704"/>
                </a:lnTo>
                <a:lnTo>
                  <a:pt x="443738" y="263856"/>
                </a:lnTo>
                <a:lnTo>
                  <a:pt x="427956" y="276568"/>
                </a:lnTo>
                <a:lnTo>
                  <a:pt x="417401" y="279233"/>
                </a:lnTo>
                <a:lnTo>
                  <a:pt x="408177" y="276465"/>
                </a:lnTo>
                <a:lnTo>
                  <a:pt x="367800" y="290714"/>
                </a:lnTo>
                <a:lnTo>
                  <a:pt x="328448" y="293584"/>
                </a:lnTo>
                <a:lnTo>
                  <a:pt x="299446" y="259449"/>
                </a:lnTo>
                <a:lnTo>
                  <a:pt x="292478" y="237819"/>
                </a:lnTo>
                <a:lnTo>
                  <a:pt x="277618" y="228799"/>
                </a:lnTo>
                <a:lnTo>
                  <a:pt x="246977" y="231054"/>
                </a:lnTo>
                <a:lnTo>
                  <a:pt x="228325" y="195893"/>
                </a:lnTo>
                <a:lnTo>
                  <a:pt x="230272" y="186053"/>
                </a:lnTo>
                <a:lnTo>
                  <a:pt x="225763" y="187898"/>
                </a:lnTo>
                <a:lnTo>
                  <a:pt x="207932" y="175392"/>
                </a:lnTo>
                <a:lnTo>
                  <a:pt x="187333" y="173649"/>
                </a:lnTo>
                <a:lnTo>
                  <a:pt x="179955" y="166064"/>
                </a:lnTo>
                <a:lnTo>
                  <a:pt x="150850" y="157658"/>
                </a:lnTo>
                <a:lnTo>
                  <a:pt x="128715" y="141667"/>
                </a:lnTo>
                <a:lnTo>
                  <a:pt x="122156" y="139206"/>
                </a:lnTo>
                <a:lnTo>
                  <a:pt x="123591" y="143204"/>
                </a:lnTo>
                <a:lnTo>
                  <a:pt x="116212" y="142282"/>
                </a:lnTo>
                <a:lnTo>
                  <a:pt x="108014" y="132338"/>
                </a:lnTo>
                <a:lnTo>
                  <a:pt x="82291" y="127520"/>
                </a:lnTo>
                <a:lnTo>
                  <a:pt x="74605" y="111427"/>
                </a:lnTo>
                <a:lnTo>
                  <a:pt x="59028" y="108659"/>
                </a:lnTo>
                <a:lnTo>
                  <a:pt x="53187" y="113784"/>
                </a:lnTo>
                <a:lnTo>
                  <a:pt x="43759" y="111939"/>
                </a:lnTo>
                <a:lnTo>
                  <a:pt x="24390" y="91642"/>
                </a:lnTo>
                <a:lnTo>
                  <a:pt x="20394" y="93385"/>
                </a:lnTo>
                <a:lnTo>
                  <a:pt x="22238" y="86620"/>
                </a:lnTo>
                <a:lnTo>
                  <a:pt x="17012" y="86415"/>
                </a:lnTo>
              </a:path>
            </a:pathLst>
          </a:custGeom>
          <a:noFill xmlns:a="http://schemas.openxmlformats.org/drawingml/2006/main"/>
          <a:ln xmlns:a="http://schemas.openxmlformats.org/drawingml/2006/main" w="3269">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B051DD9D-FEE9-4E9A-9834-2C96E8E66257}"/>
              </a:ext>
            </a:extLst>
          </p:cNvPr>
          <p:cNvSpPr>
            <a:spLocks xmlns:a="http://schemas.openxmlformats.org/drawingml/2006/main" noGrp="1"/>
          </p:cNvSpPr>
          <p:nvPr/>
        </p:nvSpPr>
        <p:spPr>
          <a:xfrm xmlns:a="http://schemas.openxmlformats.org/drawingml/2006/main">
            <a:off x="3394711" y="4476633"/>
            <a:ext cx="142783" cy="168415"/>
          </a:xfrm>
          <a:custGeom xmlns:a="http://schemas.openxmlformats.org/drawingml/2006/main">
            <a:pathLst>
              <a:path w="166427" h="196303">
                <a:moveTo>
                  <a:pt x="56774" y="16709"/>
                </a:moveTo>
                <a:lnTo>
                  <a:pt x="65280" y="29010"/>
                </a:lnTo>
                <a:lnTo>
                  <a:pt x="71121" y="22859"/>
                </a:lnTo>
                <a:lnTo>
                  <a:pt x="82086" y="23269"/>
                </a:lnTo>
                <a:lnTo>
                  <a:pt x="87620" y="19272"/>
                </a:lnTo>
                <a:lnTo>
                  <a:pt x="81574" y="13941"/>
                </a:lnTo>
                <a:lnTo>
                  <a:pt x="80139" y="16811"/>
                </a:lnTo>
                <a:lnTo>
                  <a:pt x="83726" y="10251"/>
                </a:lnTo>
                <a:lnTo>
                  <a:pt x="149928" y="1845"/>
                </a:lnTo>
                <a:lnTo>
                  <a:pt x="155667" y="5945"/>
                </a:lnTo>
                <a:lnTo>
                  <a:pt x="155667" y="14864"/>
                </a:lnTo>
                <a:lnTo>
                  <a:pt x="145419" y="31675"/>
                </a:lnTo>
                <a:lnTo>
                  <a:pt x="119901" y="41311"/>
                </a:lnTo>
                <a:lnTo>
                  <a:pt x="121234" y="35775"/>
                </a:lnTo>
                <a:lnTo>
                  <a:pt x="111908" y="34648"/>
                </a:lnTo>
                <a:lnTo>
                  <a:pt x="105144" y="41413"/>
                </a:lnTo>
                <a:lnTo>
                  <a:pt x="102992" y="51562"/>
                </a:lnTo>
                <a:lnTo>
                  <a:pt x="112420" y="71141"/>
                </a:lnTo>
                <a:lnTo>
                  <a:pt x="123488" y="71243"/>
                </a:lnTo>
                <a:lnTo>
                  <a:pt x="125743" y="67348"/>
                </a:lnTo>
                <a:lnTo>
                  <a:pt x="122156" y="64888"/>
                </a:lnTo>
                <a:lnTo>
                  <a:pt x="130047" y="67656"/>
                </a:lnTo>
                <a:lnTo>
                  <a:pt x="134761" y="91027"/>
                </a:lnTo>
                <a:lnTo>
                  <a:pt x="155155" y="108454"/>
                </a:lnTo>
                <a:lnTo>
                  <a:pt x="159254" y="119422"/>
                </a:lnTo>
                <a:lnTo>
                  <a:pt x="166017" y="124138"/>
                </a:lnTo>
                <a:lnTo>
                  <a:pt x="166427" y="130801"/>
                </a:lnTo>
                <a:lnTo>
                  <a:pt x="161816" y="126495"/>
                </a:lnTo>
                <a:lnTo>
                  <a:pt x="154847" y="129571"/>
                </a:lnTo>
                <a:lnTo>
                  <a:pt x="150543" y="141974"/>
                </a:lnTo>
                <a:lnTo>
                  <a:pt x="156384" y="146689"/>
                </a:lnTo>
                <a:lnTo>
                  <a:pt x="141627" y="152942"/>
                </a:lnTo>
                <a:lnTo>
                  <a:pt x="145009" y="150072"/>
                </a:lnTo>
                <a:lnTo>
                  <a:pt x="133736" y="144537"/>
                </a:lnTo>
                <a:lnTo>
                  <a:pt x="126460" y="133568"/>
                </a:lnTo>
                <a:lnTo>
                  <a:pt x="108629" y="119730"/>
                </a:lnTo>
                <a:lnTo>
                  <a:pt x="95614" y="101073"/>
                </a:lnTo>
                <a:lnTo>
                  <a:pt x="83214" y="119525"/>
                </a:lnTo>
                <a:lnTo>
                  <a:pt x="86186" y="137976"/>
                </a:lnTo>
                <a:lnTo>
                  <a:pt x="86083" y="131826"/>
                </a:lnTo>
                <a:lnTo>
                  <a:pt x="77782" y="133261"/>
                </a:lnTo>
                <a:lnTo>
                  <a:pt x="81574" y="153558"/>
                </a:lnTo>
                <a:lnTo>
                  <a:pt x="85263" y="154788"/>
                </a:lnTo>
                <a:lnTo>
                  <a:pt x="86596" y="151097"/>
                </a:lnTo>
                <a:lnTo>
                  <a:pt x="87723" y="168319"/>
                </a:lnTo>
                <a:lnTo>
                  <a:pt x="83111" y="167294"/>
                </a:lnTo>
                <a:lnTo>
                  <a:pt x="81984" y="177852"/>
                </a:lnTo>
                <a:lnTo>
                  <a:pt x="86083" y="182362"/>
                </a:lnTo>
                <a:lnTo>
                  <a:pt x="91310" y="180415"/>
                </a:lnTo>
                <a:lnTo>
                  <a:pt x="92642" y="188410"/>
                </a:lnTo>
                <a:lnTo>
                  <a:pt x="86186" y="196303"/>
                </a:lnTo>
                <a:lnTo>
                  <a:pt x="73068" y="182772"/>
                </a:lnTo>
                <a:lnTo>
                  <a:pt x="63025" y="180210"/>
                </a:lnTo>
                <a:lnTo>
                  <a:pt x="51342" y="160118"/>
                </a:lnTo>
                <a:lnTo>
                  <a:pt x="0" y="105994"/>
                </a:lnTo>
                <a:lnTo>
                  <a:pt x="11990" y="95333"/>
                </a:lnTo>
                <a:lnTo>
                  <a:pt x="24288" y="92668"/>
                </a:lnTo>
                <a:lnTo>
                  <a:pt x="31154" y="95230"/>
                </a:lnTo>
                <a:lnTo>
                  <a:pt x="27772" y="95948"/>
                </a:lnTo>
                <a:lnTo>
                  <a:pt x="32896" y="100561"/>
                </a:lnTo>
                <a:lnTo>
                  <a:pt x="37508" y="100663"/>
                </a:lnTo>
                <a:lnTo>
                  <a:pt x="36688" y="97485"/>
                </a:lnTo>
                <a:lnTo>
                  <a:pt x="43554" y="104456"/>
                </a:lnTo>
                <a:lnTo>
                  <a:pt x="55647" y="106506"/>
                </a:lnTo>
                <a:lnTo>
                  <a:pt x="52982" y="112862"/>
                </a:lnTo>
                <a:lnTo>
                  <a:pt x="72248" y="123420"/>
                </a:lnTo>
                <a:lnTo>
                  <a:pt x="75835" y="117680"/>
                </a:lnTo>
                <a:lnTo>
                  <a:pt x="68149" y="111529"/>
                </a:lnTo>
                <a:lnTo>
                  <a:pt x="82291" y="118397"/>
                </a:lnTo>
                <a:lnTo>
                  <a:pt x="93359" y="100356"/>
                </a:lnTo>
                <a:lnTo>
                  <a:pt x="91310" y="91232"/>
                </a:lnTo>
                <a:lnTo>
                  <a:pt x="94794" y="85697"/>
                </a:lnTo>
                <a:lnTo>
                  <a:pt x="90695" y="79341"/>
                </a:lnTo>
                <a:lnTo>
                  <a:pt x="87313" y="81904"/>
                </a:lnTo>
                <a:lnTo>
                  <a:pt x="72351" y="69091"/>
                </a:lnTo>
                <a:lnTo>
                  <a:pt x="81062" y="61300"/>
                </a:lnTo>
                <a:lnTo>
                  <a:pt x="87005" y="66220"/>
                </a:lnTo>
                <a:lnTo>
                  <a:pt x="92744" y="64068"/>
                </a:lnTo>
                <a:lnTo>
                  <a:pt x="91924" y="47256"/>
                </a:lnTo>
                <a:lnTo>
                  <a:pt x="72453" y="48076"/>
                </a:lnTo>
                <a:lnTo>
                  <a:pt x="69891" y="34443"/>
                </a:lnTo>
                <a:lnTo>
                  <a:pt x="50728" y="59762"/>
                </a:lnTo>
                <a:lnTo>
                  <a:pt x="37098" y="61505"/>
                </a:lnTo>
                <a:lnTo>
                  <a:pt x="38840" y="53407"/>
                </a:lnTo>
                <a:lnTo>
                  <a:pt x="59438" y="45514"/>
                </a:lnTo>
                <a:lnTo>
                  <a:pt x="64050" y="30547"/>
                </a:lnTo>
                <a:lnTo>
                  <a:pt x="51752" y="16914"/>
                </a:lnTo>
                <a:lnTo>
                  <a:pt x="47858" y="22142"/>
                </a:lnTo>
                <a:lnTo>
                  <a:pt x="50318" y="23987"/>
                </a:lnTo>
                <a:lnTo>
                  <a:pt x="43451" y="23167"/>
                </a:lnTo>
                <a:lnTo>
                  <a:pt x="23980" y="3895"/>
                </a:lnTo>
                <a:lnTo>
                  <a:pt x="27670" y="0"/>
                </a:lnTo>
                <a:lnTo>
                  <a:pt x="54314" y="8201"/>
                </a:lnTo>
                <a:lnTo>
                  <a:pt x="56774" y="16709"/>
                </a:lnTo>
              </a:path>
            </a:pathLst>
          </a:custGeom>
          <a:noFill xmlns:a="http://schemas.openxmlformats.org/drawingml/2006/main"/>
          <a:ln xmlns:a="http://schemas.openxmlformats.org/drawingml/2006/main" w="3269">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6E396002-E064-43C3-96ED-1F13E05197D9}"/>
              </a:ext>
            </a:extLst>
          </p:cNvPr>
          <p:cNvSpPr>
            <a:spLocks xmlns:a="http://schemas.openxmlformats.org/drawingml/2006/main" noGrp="1"/>
          </p:cNvSpPr>
          <p:nvPr/>
        </p:nvSpPr>
        <p:spPr>
          <a:xfrm xmlns:a="http://schemas.openxmlformats.org/drawingml/2006/main">
            <a:off x="3408427" y="4362128"/>
            <a:ext cx="93724" cy="68509"/>
          </a:xfrm>
          <a:custGeom xmlns:a="http://schemas.openxmlformats.org/drawingml/2006/main">
            <a:pathLst>
              <a:path w="109244" h="79854">
                <a:moveTo>
                  <a:pt x="109244" y="47564"/>
                </a:moveTo>
                <a:lnTo>
                  <a:pt x="106887" y="61505"/>
                </a:lnTo>
                <a:lnTo>
                  <a:pt x="95716" y="68373"/>
                </a:lnTo>
                <a:lnTo>
                  <a:pt x="56466" y="51357"/>
                </a:lnTo>
                <a:lnTo>
                  <a:pt x="44169" y="55560"/>
                </a:lnTo>
                <a:lnTo>
                  <a:pt x="13322" y="79854"/>
                </a:lnTo>
                <a:lnTo>
                  <a:pt x="4714" y="79546"/>
                </a:lnTo>
                <a:lnTo>
                  <a:pt x="0" y="72576"/>
                </a:lnTo>
                <a:lnTo>
                  <a:pt x="4817" y="58840"/>
                </a:lnTo>
                <a:lnTo>
                  <a:pt x="46628" y="30650"/>
                </a:lnTo>
                <a:lnTo>
                  <a:pt x="75425" y="0"/>
                </a:lnTo>
                <a:lnTo>
                  <a:pt x="85468" y="3383"/>
                </a:lnTo>
                <a:lnTo>
                  <a:pt x="97048" y="15171"/>
                </a:lnTo>
                <a:lnTo>
                  <a:pt x="109244" y="47564"/>
                </a:lnTo>
              </a:path>
            </a:pathLst>
          </a:custGeom>
          <a:noFill xmlns:a="http://schemas.openxmlformats.org/drawingml/2006/main"/>
          <a:ln xmlns:a="http://schemas.openxmlformats.org/drawingml/2006/main" w="3269">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39034505-0E2E-4515-B9F2-8B08B0133170}"/>
              </a:ext>
            </a:extLst>
          </p:cNvPr>
          <p:cNvSpPr>
            <a:spLocks xmlns:a="http://schemas.openxmlformats.org/drawingml/2006/main" noGrp="1"/>
          </p:cNvSpPr>
          <p:nvPr/>
        </p:nvSpPr>
        <p:spPr>
          <a:xfrm xmlns:a="http://schemas.openxmlformats.org/drawingml/2006/main">
            <a:off x="3325693" y="4456581"/>
            <a:ext cx="46510" cy="63848"/>
          </a:xfrm>
          <a:custGeom xmlns:a="http://schemas.openxmlformats.org/drawingml/2006/main">
            <a:pathLst>
              <a:path w="54212" h="74421">
                <a:moveTo>
                  <a:pt x="54212" y="62120"/>
                </a:moveTo>
                <a:lnTo>
                  <a:pt x="51855" y="72371"/>
                </a:lnTo>
                <a:lnTo>
                  <a:pt x="46116" y="74421"/>
                </a:lnTo>
                <a:lnTo>
                  <a:pt x="18754" y="58942"/>
                </a:lnTo>
                <a:lnTo>
                  <a:pt x="0" y="19272"/>
                </a:lnTo>
                <a:lnTo>
                  <a:pt x="6559" y="0"/>
                </a:lnTo>
                <a:lnTo>
                  <a:pt x="24698" y="5535"/>
                </a:lnTo>
                <a:lnTo>
                  <a:pt x="40889" y="26242"/>
                </a:lnTo>
                <a:lnTo>
                  <a:pt x="54212" y="62120"/>
                </a:lnTo>
              </a:path>
            </a:pathLst>
          </a:custGeom>
          <a:noFill xmlns:a="http://schemas.openxmlformats.org/drawingml/2006/main"/>
          <a:ln xmlns:a="http://schemas.openxmlformats.org/drawingml/2006/main" w="3269">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7021D56E-221E-4725-B5D3-CB2EE2F3F90F}"/>
              </a:ext>
            </a:extLst>
          </p:cNvPr>
          <p:cNvSpPr>
            <a:spLocks xmlns:a="http://schemas.openxmlformats.org/drawingml/2006/main" noGrp="1"/>
          </p:cNvSpPr>
          <p:nvPr/>
        </p:nvSpPr>
        <p:spPr>
          <a:xfrm xmlns:a="http://schemas.openxmlformats.org/drawingml/2006/main">
            <a:off x="3525097" y="4538810"/>
            <a:ext cx="41850" cy="40719"/>
          </a:xfrm>
          <a:custGeom xmlns:a="http://schemas.openxmlformats.org/drawingml/2006/main">
            <a:pathLst>
              <a:path w="48780" h="47461">
                <a:moveTo>
                  <a:pt x="26645" y="11788"/>
                </a:moveTo>
                <a:lnTo>
                  <a:pt x="34843" y="8918"/>
                </a:lnTo>
                <a:lnTo>
                  <a:pt x="29309" y="4715"/>
                </a:lnTo>
                <a:lnTo>
                  <a:pt x="33921" y="7483"/>
                </a:lnTo>
                <a:lnTo>
                  <a:pt x="46013" y="26550"/>
                </a:lnTo>
                <a:lnTo>
                  <a:pt x="48780" y="36288"/>
                </a:lnTo>
                <a:lnTo>
                  <a:pt x="40787" y="47461"/>
                </a:lnTo>
                <a:lnTo>
                  <a:pt x="35048" y="45206"/>
                </a:lnTo>
                <a:lnTo>
                  <a:pt x="40582" y="47051"/>
                </a:lnTo>
                <a:lnTo>
                  <a:pt x="46833" y="38851"/>
                </a:lnTo>
                <a:lnTo>
                  <a:pt x="45296" y="41106"/>
                </a:lnTo>
                <a:lnTo>
                  <a:pt x="24800" y="31983"/>
                </a:lnTo>
                <a:lnTo>
                  <a:pt x="24800" y="29112"/>
                </a:lnTo>
                <a:lnTo>
                  <a:pt x="26542" y="34955"/>
                </a:lnTo>
                <a:lnTo>
                  <a:pt x="16602" y="20912"/>
                </a:lnTo>
                <a:lnTo>
                  <a:pt x="22033" y="22244"/>
                </a:lnTo>
                <a:lnTo>
                  <a:pt x="24493" y="17631"/>
                </a:lnTo>
                <a:lnTo>
                  <a:pt x="16089" y="15171"/>
                </a:lnTo>
                <a:lnTo>
                  <a:pt x="12195" y="20604"/>
                </a:lnTo>
                <a:lnTo>
                  <a:pt x="0" y="6253"/>
                </a:lnTo>
                <a:lnTo>
                  <a:pt x="1230" y="923"/>
                </a:lnTo>
                <a:lnTo>
                  <a:pt x="11170" y="0"/>
                </a:lnTo>
                <a:lnTo>
                  <a:pt x="11683" y="3690"/>
                </a:lnTo>
                <a:lnTo>
                  <a:pt x="26645" y="11788"/>
                </a:lnTo>
              </a:path>
            </a:pathLst>
          </a:custGeom>
          <a:noFill xmlns:a="http://schemas.openxmlformats.org/drawingml/2006/main"/>
          <a:ln xmlns:a="http://schemas.openxmlformats.org/drawingml/2006/main" w="3269">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5114929D-B413-4CF4-AD30-F3225EFE8A21}"/>
              </a:ext>
            </a:extLst>
          </p:cNvPr>
          <p:cNvSpPr>
            <a:spLocks xmlns:a="http://schemas.openxmlformats.org/drawingml/2006/main" noGrp="1"/>
          </p:cNvSpPr>
          <p:nvPr/>
        </p:nvSpPr>
        <p:spPr>
          <a:xfrm xmlns:a="http://schemas.openxmlformats.org/drawingml/2006/main">
            <a:off x="3309076" y="4625524"/>
            <a:ext cx="28223" cy="28582"/>
          </a:xfrm>
          <a:custGeom xmlns:a="http://schemas.openxmlformats.org/drawingml/2006/main">
            <a:pathLst>
              <a:path w="32896" h="33315">
                <a:moveTo>
                  <a:pt x="15884" y="0"/>
                </a:moveTo>
                <a:lnTo>
                  <a:pt x="29104" y="8098"/>
                </a:lnTo>
                <a:lnTo>
                  <a:pt x="32896" y="15786"/>
                </a:lnTo>
                <a:lnTo>
                  <a:pt x="30846" y="11891"/>
                </a:lnTo>
                <a:lnTo>
                  <a:pt x="26337" y="13429"/>
                </a:lnTo>
                <a:lnTo>
                  <a:pt x="17524" y="28702"/>
                </a:lnTo>
                <a:lnTo>
                  <a:pt x="21213" y="31060"/>
                </a:lnTo>
                <a:lnTo>
                  <a:pt x="9223" y="33315"/>
                </a:lnTo>
                <a:lnTo>
                  <a:pt x="0" y="21527"/>
                </a:lnTo>
                <a:lnTo>
                  <a:pt x="15884" y="0"/>
                </a:lnTo>
              </a:path>
            </a:pathLst>
          </a:custGeom>
          <a:noFill xmlns:a="http://schemas.openxmlformats.org/drawingml/2006/main"/>
          <a:ln xmlns:a="http://schemas.openxmlformats.org/drawingml/2006/main" w="3269">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725578D4-083B-49E7-96DF-4C311D2218FA}"/>
              </a:ext>
            </a:extLst>
          </p:cNvPr>
          <p:cNvSpPr>
            <a:spLocks xmlns:a="http://schemas.openxmlformats.org/drawingml/2006/main" noGrp="1"/>
          </p:cNvSpPr>
          <p:nvPr/>
        </p:nvSpPr>
        <p:spPr>
          <a:xfrm xmlns:a="http://schemas.openxmlformats.org/drawingml/2006/main">
            <a:off x="3293690" y="4612596"/>
            <a:ext cx="17672" cy="20139"/>
          </a:xfrm>
          <a:custGeom xmlns:a="http://schemas.openxmlformats.org/drawingml/2006/main">
            <a:pathLst>
              <a:path w="20598" h="23474">
                <a:moveTo>
                  <a:pt x="4407" y="0"/>
                </a:moveTo>
                <a:lnTo>
                  <a:pt x="15167" y="2460"/>
                </a:lnTo>
                <a:lnTo>
                  <a:pt x="20598" y="8098"/>
                </a:lnTo>
                <a:lnTo>
                  <a:pt x="8711" y="23474"/>
                </a:lnTo>
                <a:lnTo>
                  <a:pt x="922" y="15274"/>
                </a:lnTo>
                <a:lnTo>
                  <a:pt x="0" y="5125"/>
                </a:lnTo>
                <a:lnTo>
                  <a:pt x="717" y="8508"/>
                </a:lnTo>
                <a:lnTo>
                  <a:pt x="4407" y="5433"/>
                </a:lnTo>
                <a:lnTo>
                  <a:pt x="4407" y="0"/>
                </a:lnTo>
              </a:path>
            </a:pathLst>
          </a:custGeom>
          <a:noFill xmlns:a="http://schemas.openxmlformats.org/drawingml/2006/main"/>
          <a:ln xmlns:a="http://schemas.openxmlformats.org/drawingml/2006/main" w="3269">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64BD93B2-E467-43F1-B95E-F2732371625A}"/>
              </a:ext>
            </a:extLst>
          </p:cNvPr>
          <p:cNvSpPr>
            <a:spLocks xmlns:a="http://schemas.openxmlformats.org/drawingml/2006/main" noGrp="1"/>
          </p:cNvSpPr>
          <p:nvPr/>
        </p:nvSpPr>
        <p:spPr>
          <a:xfrm xmlns:a="http://schemas.openxmlformats.org/drawingml/2006/main">
            <a:off x="3521844" y="2540079"/>
            <a:ext cx="132057" cy="152761"/>
          </a:xfrm>
          <a:custGeom xmlns:a="http://schemas.openxmlformats.org/drawingml/2006/main">
            <a:pathLst>
              <a:path w="153925" h="178057">
                <a:moveTo>
                  <a:pt x="150953" y="129776"/>
                </a:moveTo>
                <a:lnTo>
                  <a:pt x="153925" y="142179"/>
                </a:lnTo>
                <a:lnTo>
                  <a:pt x="149826" y="151405"/>
                </a:lnTo>
                <a:lnTo>
                  <a:pt x="121746" y="173547"/>
                </a:lnTo>
                <a:lnTo>
                  <a:pt x="100738" y="178057"/>
                </a:lnTo>
                <a:lnTo>
                  <a:pt x="81984" y="171394"/>
                </a:lnTo>
                <a:lnTo>
                  <a:pt x="61693" y="149047"/>
                </a:lnTo>
                <a:lnTo>
                  <a:pt x="41914" y="113682"/>
                </a:lnTo>
                <a:lnTo>
                  <a:pt x="23365" y="99741"/>
                </a:lnTo>
                <a:lnTo>
                  <a:pt x="21623" y="69911"/>
                </a:lnTo>
                <a:lnTo>
                  <a:pt x="2152" y="30958"/>
                </a:lnTo>
                <a:lnTo>
                  <a:pt x="0" y="13531"/>
                </a:lnTo>
                <a:lnTo>
                  <a:pt x="28079" y="0"/>
                </a:lnTo>
                <a:lnTo>
                  <a:pt x="39865" y="2153"/>
                </a:lnTo>
                <a:lnTo>
                  <a:pt x="89465" y="54842"/>
                </a:lnTo>
                <a:lnTo>
                  <a:pt x="150953" y="129776"/>
                </a:lnTo>
              </a:path>
            </a:pathLst>
          </a:custGeom>
          <a:noFill xmlns:a="http://schemas.openxmlformats.org/drawingml/2006/main"/>
          <a:ln xmlns:a="http://schemas.openxmlformats.org/drawingml/2006/main" w="3269">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8906E7C0-548B-4F09-BBDE-D0523CA7E11F}"/>
              </a:ext>
            </a:extLst>
          </p:cNvPr>
          <p:cNvSpPr>
            <a:spLocks xmlns:a="http://schemas.openxmlformats.org/drawingml/2006/main" noGrp="1"/>
          </p:cNvSpPr>
          <p:nvPr/>
        </p:nvSpPr>
        <p:spPr>
          <a:xfrm xmlns:a="http://schemas.openxmlformats.org/drawingml/2006/main">
            <a:off x="4853581" y="2646933"/>
            <a:ext cx="426605" cy="730676"/>
          </a:xfrm>
          <a:custGeom xmlns:a="http://schemas.openxmlformats.org/drawingml/2006/main">
            <a:pathLst>
              <a:path w="497248" h="851671">
                <a:moveTo>
                  <a:pt x="460955" y="84569"/>
                </a:moveTo>
                <a:lnTo>
                  <a:pt x="468641" y="94615"/>
                </a:lnTo>
                <a:lnTo>
                  <a:pt x="478376" y="89387"/>
                </a:lnTo>
                <a:lnTo>
                  <a:pt x="497248" y="91290"/>
                </a:lnTo>
                <a:moveTo>
                  <a:pt x="497248" y="851671"/>
                </a:moveTo>
                <a:lnTo>
                  <a:pt x="239803" y="632989"/>
                </a:lnTo>
                <a:lnTo>
                  <a:pt x="127895" y="531301"/>
                </a:lnTo>
                <a:lnTo>
                  <a:pt x="89362" y="473691"/>
                </a:lnTo>
                <a:lnTo>
                  <a:pt x="74195" y="436276"/>
                </a:lnTo>
                <a:lnTo>
                  <a:pt x="65997" y="403165"/>
                </a:lnTo>
                <a:lnTo>
                  <a:pt x="76040" y="395170"/>
                </a:lnTo>
                <a:lnTo>
                  <a:pt x="162123" y="397630"/>
                </a:lnTo>
                <a:lnTo>
                  <a:pt x="183337" y="392607"/>
                </a:lnTo>
                <a:lnTo>
                  <a:pt x="199016" y="383586"/>
                </a:lnTo>
                <a:lnTo>
                  <a:pt x="210494" y="367492"/>
                </a:lnTo>
                <a:lnTo>
                  <a:pt x="209366" y="356422"/>
                </a:lnTo>
                <a:lnTo>
                  <a:pt x="198913" y="346376"/>
                </a:lnTo>
                <a:lnTo>
                  <a:pt x="197171" y="332537"/>
                </a:lnTo>
                <a:lnTo>
                  <a:pt x="216028" y="298914"/>
                </a:lnTo>
                <a:lnTo>
                  <a:pt x="200348" y="291636"/>
                </a:lnTo>
                <a:lnTo>
                  <a:pt x="183132" y="293276"/>
                </a:lnTo>
                <a:lnTo>
                  <a:pt x="158844" y="318288"/>
                </a:lnTo>
                <a:lnTo>
                  <a:pt x="136503" y="327309"/>
                </a:lnTo>
                <a:lnTo>
                  <a:pt x="54007" y="323516"/>
                </a:lnTo>
                <a:lnTo>
                  <a:pt x="40889" y="315931"/>
                </a:lnTo>
                <a:lnTo>
                  <a:pt x="32179" y="304962"/>
                </a:lnTo>
                <a:lnTo>
                  <a:pt x="1845" y="224288"/>
                </a:lnTo>
                <a:lnTo>
                  <a:pt x="0" y="185438"/>
                </a:lnTo>
                <a:lnTo>
                  <a:pt x="17114" y="149970"/>
                </a:lnTo>
                <a:lnTo>
                  <a:pt x="124718" y="52894"/>
                </a:lnTo>
                <a:lnTo>
                  <a:pt x="157717" y="35160"/>
                </a:lnTo>
                <a:lnTo>
                  <a:pt x="280078" y="1128"/>
                </a:lnTo>
                <a:lnTo>
                  <a:pt x="320557" y="0"/>
                </a:lnTo>
                <a:lnTo>
                  <a:pt x="354990" y="9943"/>
                </a:lnTo>
                <a:lnTo>
                  <a:pt x="386247" y="56585"/>
                </a:lnTo>
                <a:lnTo>
                  <a:pt x="455933" y="69706"/>
                </a:lnTo>
                <a:lnTo>
                  <a:pt x="463619" y="75856"/>
                </a:lnTo>
                <a:lnTo>
                  <a:pt x="460955" y="84569"/>
                </a:lnTo>
              </a:path>
            </a:pathLst>
          </a:custGeom>
          <a:noFill xmlns:a="http://schemas.openxmlformats.org/drawingml/2006/main"/>
          <a:ln xmlns:a="http://schemas.openxmlformats.org/drawingml/2006/main" w="3269">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1E380466-F41C-4E99-961C-B34078A9F95C}"/>
              </a:ext>
            </a:extLst>
          </p:cNvPr>
          <p:cNvSpPr>
            <a:spLocks xmlns:a="http://schemas.openxmlformats.org/drawingml/2006/main" noGrp="1"/>
          </p:cNvSpPr>
          <p:nvPr/>
        </p:nvSpPr>
        <p:spPr>
          <a:xfrm xmlns:a="http://schemas.openxmlformats.org/drawingml/2006/main">
            <a:off x="4281744" y="2931523"/>
            <a:ext cx="91965" cy="84955"/>
          </a:xfrm>
          <a:custGeom xmlns:a="http://schemas.openxmlformats.org/drawingml/2006/main">
            <a:pathLst>
              <a:path w="107194" h="99023">
                <a:moveTo>
                  <a:pt x="30334" y="6253"/>
                </a:moveTo>
                <a:lnTo>
                  <a:pt x="56364" y="40593"/>
                </a:lnTo>
                <a:lnTo>
                  <a:pt x="97458" y="53817"/>
                </a:lnTo>
                <a:lnTo>
                  <a:pt x="107194" y="89592"/>
                </a:lnTo>
                <a:lnTo>
                  <a:pt x="102992" y="98408"/>
                </a:lnTo>
                <a:lnTo>
                  <a:pt x="97458" y="99023"/>
                </a:lnTo>
                <a:lnTo>
                  <a:pt x="84136" y="87645"/>
                </a:lnTo>
                <a:lnTo>
                  <a:pt x="7788" y="13121"/>
                </a:lnTo>
                <a:lnTo>
                  <a:pt x="0" y="0"/>
                </a:lnTo>
                <a:lnTo>
                  <a:pt x="30334" y="6253"/>
                </a:lnTo>
              </a:path>
            </a:pathLst>
          </a:custGeom>
          <a:noFill xmlns:a="http://schemas.openxmlformats.org/drawingml/2006/main"/>
          <a:ln xmlns:a="http://schemas.openxmlformats.org/drawingml/2006/main" w="3269">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65270A3C-A716-4397-AEFF-5258CD7F16DC}"/>
              </a:ext>
            </a:extLst>
          </p:cNvPr>
          <p:cNvSpPr>
            <a:spLocks xmlns:a="http://schemas.openxmlformats.org/drawingml/2006/main" noGrp="1"/>
          </p:cNvSpPr>
          <p:nvPr/>
        </p:nvSpPr>
        <p:spPr>
          <a:xfrm xmlns:a="http://schemas.openxmlformats.org/drawingml/2006/main">
            <a:off x="2642812" y="4611013"/>
            <a:ext cx="211889" cy="254426"/>
          </a:xfrm>
          <a:custGeom xmlns:a="http://schemas.openxmlformats.org/drawingml/2006/main">
            <a:pathLst>
              <a:path w="246977" h="296557">
                <a:moveTo>
                  <a:pt x="24083" y="42848"/>
                </a:moveTo>
                <a:lnTo>
                  <a:pt x="39660" y="44694"/>
                </a:lnTo>
                <a:lnTo>
                  <a:pt x="34536" y="55457"/>
                </a:lnTo>
                <a:lnTo>
                  <a:pt x="39557" y="73498"/>
                </a:lnTo>
                <a:lnTo>
                  <a:pt x="32691" y="75549"/>
                </a:lnTo>
                <a:lnTo>
                  <a:pt x="43759" y="72166"/>
                </a:lnTo>
                <a:lnTo>
                  <a:pt x="45604" y="75344"/>
                </a:lnTo>
                <a:lnTo>
                  <a:pt x="49908" y="69808"/>
                </a:lnTo>
                <a:lnTo>
                  <a:pt x="53904" y="74831"/>
                </a:lnTo>
                <a:lnTo>
                  <a:pt x="48678" y="88567"/>
                </a:lnTo>
                <a:lnTo>
                  <a:pt x="54929" y="92668"/>
                </a:lnTo>
                <a:lnTo>
                  <a:pt x="40889" y="100971"/>
                </a:lnTo>
                <a:lnTo>
                  <a:pt x="32794" y="95230"/>
                </a:lnTo>
                <a:lnTo>
                  <a:pt x="30437" y="97178"/>
                </a:lnTo>
                <a:lnTo>
                  <a:pt x="40275" y="101893"/>
                </a:lnTo>
                <a:lnTo>
                  <a:pt x="57184" y="95230"/>
                </a:lnTo>
                <a:lnTo>
                  <a:pt x="49805" y="101996"/>
                </a:lnTo>
                <a:lnTo>
                  <a:pt x="59336" y="100663"/>
                </a:lnTo>
                <a:lnTo>
                  <a:pt x="57081" y="113887"/>
                </a:lnTo>
                <a:lnTo>
                  <a:pt x="60771" y="103738"/>
                </a:lnTo>
                <a:lnTo>
                  <a:pt x="85161" y="93078"/>
                </a:lnTo>
                <a:lnTo>
                  <a:pt x="98586" y="91745"/>
                </a:lnTo>
                <a:lnTo>
                  <a:pt x="126768" y="98921"/>
                </a:lnTo>
                <a:lnTo>
                  <a:pt x="160074" y="81494"/>
                </a:lnTo>
                <a:lnTo>
                  <a:pt x="180775" y="75344"/>
                </a:lnTo>
                <a:lnTo>
                  <a:pt x="180775" y="71141"/>
                </a:lnTo>
                <a:lnTo>
                  <a:pt x="233347" y="70321"/>
                </a:lnTo>
                <a:lnTo>
                  <a:pt x="244722" y="117270"/>
                </a:lnTo>
                <a:lnTo>
                  <a:pt x="246977" y="158273"/>
                </a:lnTo>
                <a:lnTo>
                  <a:pt x="242877" y="174572"/>
                </a:lnTo>
                <a:lnTo>
                  <a:pt x="229145" y="191383"/>
                </a:lnTo>
                <a:lnTo>
                  <a:pt x="190100" y="212705"/>
                </a:lnTo>
                <a:lnTo>
                  <a:pt x="181082" y="255656"/>
                </a:lnTo>
                <a:lnTo>
                  <a:pt x="157922" y="278208"/>
                </a:lnTo>
                <a:lnTo>
                  <a:pt x="136811" y="292149"/>
                </a:lnTo>
                <a:lnTo>
                  <a:pt x="113650" y="296557"/>
                </a:lnTo>
                <a:lnTo>
                  <a:pt x="90797" y="289074"/>
                </a:lnTo>
                <a:lnTo>
                  <a:pt x="30232" y="227979"/>
                </a:lnTo>
                <a:lnTo>
                  <a:pt x="29412" y="214960"/>
                </a:lnTo>
                <a:lnTo>
                  <a:pt x="56159" y="181850"/>
                </a:lnTo>
                <a:lnTo>
                  <a:pt x="62615" y="160836"/>
                </a:lnTo>
                <a:lnTo>
                  <a:pt x="57799" y="137156"/>
                </a:lnTo>
                <a:lnTo>
                  <a:pt x="52880" y="145049"/>
                </a:lnTo>
                <a:lnTo>
                  <a:pt x="50625" y="137054"/>
                </a:lnTo>
                <a:lnTo>
                  <a:pt x="40172" y="134081"/>
                </a:lnTo>
                <a:lnTo>
                  <a:pt x="50728" y="138694"/>
                </a:lnTo>
                <a:lnTo>
                  <a:pt x="51240" y="147304"/>
                </a:lnTo>
                <a:lnTo>
                  <a:pt x="40889" y="156838"/>
                </a:lnTo>
                <a:lnTo>
                  <a:pt x="33408" y="146382"/>
                </a:lnTo>
                <a:lnTo>
                  <a:pt x="31256" y="155198"/>
                </a:lnTo>
                <a:lnTo>
                  <a:pt x="20496" y="166166"/>
                </a:lnTo>
                <a:lnTo>
                  <a:pt x="7788" y="144844"/>
                </a:lnTo>
                <a:lnTo>
                  <a:pt x="0" y="114092"/>
                </a:lnTo>
                <a:lnTo>
                  <a:pt x="3997" y="85902"/>
                </a:lnTo>
                <a:lnTo>
                  <a:pt x="11683" y="75959"/>
                </a:lnTo>
                <a:lnTo>
                  <a:pt x="15987" y="52689"/>
                </a:lnTo>
                <a:lnTo>
                  <a:pt x="11683" y="513"/>
                </a:lnTo>
                <a:lnTo>
                  <a:pt x="14655" y="0"/>
                </a:lnTo>
                <a:lnTo>
                  <a:pt x="24083" y="42848"/>
                </a:lnTo>
              </a:path>
            </a:pathLst>
          </a:custGeom>
          <a:noFill xmlns:a="http://schemas.openxmlformats.org/drawingml/2006/main"/>
          <a:ln xmlns:a="http://schemas.openxmlformats.org/drawingml/2006/main" w="3269">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DE192B58-0FD6-45BE-87BE-C9211C78F202}"/>
              </a:ext>
            </a:extLst>
          </p:cNvPr>
          <p:cNvSpPr>
            <a:spLocks xmlns:a="http://schemas.openxmlformats.org/drawingml/2006/main" noGrp="1"/>
          </p:cNvSpPr>
          <p:nvPr/>
        </p:nvSpPr>
        <p:spPr>
          <a:xfrm xmlns:a="http://schemas.openxmlformats.org/drawingml/2006/main">
            <a:off x="2198460" y="4645312"/>
            <a:ext cx="233342" cy="95245"/>
          </a:xfrm>
          <a:custGeom xmlns:a="http://schemas.openxmlformats.org/drawingml/2006/main">
            <a:pathLst>
              <a:path w="271982" h="111017">
                <a:moveTo>
                  <a:pt x="160381" y="205"/>
                </a:moveTo>
                <a:lnTo>
                  <a:pt x="182312" y="6971"/>
                </a:lnTo>
                <a:lnTo>
                  <a:pt x="168579" y="2870"/>
                </a:lnTo>
                <a:lnTo>
                  <a:pt x="165505" y="12506"/>
                </a:lnTo>
                <a:lnTo>
                  <a:pt x="175343" y="27882"/>
                </a:lnTo>
                <a:lnTo>
                  <a:pt x="186513" y="34443"/>
                </a:lnTo>
                <a:lnTo>
                  <a:pt x="204242" y="32598"/>
                </a:lnTo>
                <a:lnTo>
                  <a:pt x="218897" y="22552"/>
                </a:lnTo>
                <a:lnTo>
                  <a:pt x="220434" y="19989"/>
                </a:lnTo>
                <a:lnTo>
                  <a:pt x="215105" y="16811"/>
                </a:lnTo>
                <a:lnTo>
                  <a:pt x="227300" y="23167"/>
                </a:lnTo>
                <a:lnTo>
                  <a:pt x="241033" y="55662"/>
                </a:lnTo>
                <a:lnTo>
                  <a:pt x="234576" y="40286"/>
                </a:lnTo>
                <a:lnTo>
                  <a:pt x="226378" y="37826"/>
                </a:lnTo>
                <a:lnTo>
                  <a:pt x="214695" y="42848"/>
                </a:lnTo>
                <a:lnTo>
                  <a:pt x="207727" y="55457"/>
                </a:lnTo>
                <a:lnTo>
                  <a:pt x="218385" y="66630"/>
                </a:lnTo>
                <a:lnTo>
                  <a:pt x="230990" y="67963"/>
                </a:lnTo>
                <a:lnTo>
                  <a:pt x="251383" y="83032"/>
                </a:lnTo>
                <a:lnTo>
                  <a:pt x="259172" y="81392"/>
                </a:lnTo>
                <a:lnTo>
                  <a:pt x="254868" y="75549"/>
                </a:lnTo>
                <a:lnTo>
                  <a:pt x="271982" y="100356"/>
                </a:lnTo>
                <a:lnTo>
                  <a:pt x="252613" y="102713"/>
                </a:lnTo>
                <a:lnTo>
                  <a:pt x="256200" y="97075"/>
                </a:lnTo>
                <a:lnTo>
                  <a:pt x="252408" y="91130"/>
                </a:lnTo>
                <a:lnTo>
                  <a:pt x="232732" y="86415"/>
                </a:lnTo>
                <a:lnTo>
                  <a:pt x="231297" y="104661"/>
                </a:lnTo>
                <a:lnTo>
                  <a:pt x="243390" y="103226"/>
                </a:lnTo>
                <a:lnTo>
                  <a:pt x="202808" y="111017"/>
                </a:lnTo>
                <a:lnTo>
                  <a:pt x="164788" y="103226"/>
                </a:lnTo>
                <a:lnTo>
                  <a:pt x="100020" y="110504"/>
                </a:lnTo>
                <a:lnTo>
                  <a:pt x="6866" y="94923"/>
                </a:lnTo>
                <a:lnTo>
                  <a:pt x="0" y="88260"/>
                </a:lnTo>
                <a:lnTo>
                  <a:pt x="3587" y="78214"/>
                </a:lnTo>
                <a:lnTo>
                  <a:pt x="36483" y="57610"/>
                </a:lnTo>
                <a:lnTo>
                  <a:pt x="69174" y="21732"/>
                </a:lnTo>
                <a:lnTo>
                  <a:pt x="143574" y="0"/>
                </a:lnTo>
                <a:lnTo>
                  <a:pt x="160381" y="205"/>
                </a:lnTo>
              </a:path>
            </a:pathLst>
          </a:custGeom>
          <a:noFill xmlns:a="http://schemas.openxmlformats.org/drawingml/2006/main"/>
          <a:ln xmlns:a="http://schemas.openxmlformats.org/drawingml/2006/main" w="3269">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B64DE77C-C513-4B07-B971-4516C1DE881E}"/>
              </a:ext>
            </a:extLst>
          </p:cNvPr>
          <p:cNvSpPr>
            <a:spLocks xmlns:a="http://schemas.openxmlformats.org/drawingml/2006/main" noGrp="1"/>
          </p:cNvSpPr>
          <p:nvPr/>
        </p:nvSpPr>
        <p:spPr>
          <a:xfrm xmlns:a="http://schemas.openxmlformats.org/drawingml/2006/main">
            <a:off x="2484730" y="4434507"/>
            <a:ext cx="273522" cy="108173"/>
          </a:xfrm>
          <a:custGeom xmlns:a="http://schemas.openxmlformats.org/drawingml/2006/main">
            <a:pathLst>
              <a:path w="318815" h="126085">
                <a:moveTo>
                  <a:pt x="111396" y="12711"/>
                </a:moveTo>
                <a:lnTo>
                  <a:pt x="151773" y="30958"/>
                </a:lnTo>
                <a:lnTo>
                  <a:pt x="156692" y="19887"/>
                </a:lnTo>
                <a:lnTo>
                  <a:pt x="172166" y="7893"/>
                </a:lnTo>
                <a:lnTo>
                  <a:pt x="181697" y="6561"/>
                </a:lnTo>
                <a:lnTo>
                  <a:pt x="186206" y="10866"/>
                </a:lnTo>
                <a:lnTo>
                  <a:pt x="201783" y="58327"/>
                </a:lnTo>
                <a:lnTo>
                  <a:pt x="206804" y="62530"/>
                </a:lnTo>
                <a:lnTo>
                  <a:pt x="245337" y="77189"/>
                </a:lnTo>
                <a:lnTo>
                  <a:pt x="258659" y="73293"/>
                </a:lnTo>
                <a:lnTo>
                  <a:pt x="282947" y="74524"/>
                </a:lnTo>
                <a:lnTo>
                  <a:pt x="308567" y="89387"/>
                </a:lnTo>
                <a:lnTo>
                  <a:pt x="318815" y="101176"/>
                </a:lnTo>
                <a:lnTo>
                  <a:pt x="299549" y="126085"/>
                </a:lnTo>
                <a:lnTo>
                  <a:pt x="247591" y="123933"/>
                </a:lnTo>
                <a:lnTo>
                  <a:pt x="198811" y="113272"/>
                </a:lnTo>
                <a:lnTo>
                  <a:pt x="127690" y="76369"/>
                </a:lnTo>
                <a:lnTo>
                  <a:pt x="57286" y="60992"/>
                </a:lnTo>
                <a:lnTo>
                  <a:pt x="30744" y="61197"/>
                </a:lnTo>
                <a:lnTo>
                  <a:pt x="5022" y="45411"/>
                </a:lnTo>
                <a:lnTo>
                  <a:pt x="0" y="32700"/>
                </a:lnTo>
                <a:lnTo>
                  <a:pt x="3484" y="24602"/>
                </a:lnTo>
                <a:lnTo>
                  <a:pt x="37610" y="5843"/>
                </a:lnTo>
                <a:lnTo>
                  <a:pt x="67842" y="0"/>
                </a:lnTo>
                <a:lnTo>
                  <a:pt x="98893" y="3383"/>
                </a:lnTo>
                <a:lnTo>
                  <a:pt x="111396" y="12711"/>
                </a:lnTo>
              </a:path>
            </a:pathLst>
          </a:custGeom>
          <a:noFill xmlns:a="http://schemas.openxmlformats.org/drawingml/2006/main"/>
          <a:ln xmlns:a="http://schemas.openxmlformats.org/drawingml/2006/main" w="3269">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6646301D-FCA3-4184-9CC6-C3303657EBDD}"/>
              </a:ext>
            </a:extLst>
          </p:cNvPr>
          <p:cNvSpPr>
            <a:spLocks xmlns:a="http://schemas.openxmlformats.org/drawingml/2006/main" noGrp="1"/>
          </p:cNvSpPr>
          <p:nvPr/>
        </p:nvSpPr>
        <p:spPr>
          <a:xfrm xmlns:a="http://schemas.openxmlformats.org/drawingml/2006/main">
            <a:off x="2660132" y="4407596"/>
            <a:ext cx="171006" cy="143439"/>
          </a:xfrm>
          <a:custGeom xmlns:a="http://schemas.openxmlformats.org/drawingml/2006/main">
            <a:pathLst>
              <a:path w="199323" h="167191">
                <a:moveTo>
                  <a:pt x="16397" y="0"/>
                </a:moveTo>
                <a:lnTo>
                  <a:pt x="55442" y="6971"/>
                </a:lnTo>
                <a:lnTo>
                  <a:pt x="100430" y="44899"/>
                </a:lnTo>
                <a:lnTo>
                  <a:pt x="111396" y="63453"/>
                </a:lnTo>
                <a:lnTo>
                  <a:pt x="119594" y="68066"/>
                </a:lnTo>
                <a:lnTo>
                  <a:pt x="123796" y="62018"/>
                </a:lnTo>
                <a:lnTo>
                  <a:pt x="127997" y="65810"/>
                </a:lnTo>
                <a:lnTo>
                  <a:pt x="125743" y="68373"/>
                </a:lnTo>
                <a:lnTo>
                  <a:pt x="134044" y="75959"/>
                </a:lnTo>
                <a:lnTo>
                  <a:pt x="136503" y="73806"/>
                </a:lnTo>
                <a:lnTo>
                  <a:pt x="142754" y="79854"/>
                </a:lnTo>
                <a:lnTo>
                  <a:pt x="140397" y="82212"/>
                </a:lnTo>
                <a:lnTo>
                  <a:pt x="148083" y="89797"/>
                </a:lnTo>
                <a:lnTo>
                  <a:pt x="151055" y="87030"/>
                </a:lnTo>
                <a:lnTo>
                  <a:pt x="173806" y="111324"/>
                </a:lnTo>
                <a:lnTo>
                  <a:pt x="179237" y="119525"/>
                </a:lnTo>
                <a:lnTo>
                  <a:pt x="176060" y="131211"/>
                </a:lnTo>
                <a:lnTo>
                  <a:pt x="184874" y="135004"/>
                </a:lnTo>
                <a:lnTo>
                  <a:pt x="199323" y="162271"/>
                </a:lnTo>
                <a:lnTo>
                  <a:pt x="198504" y="167191"/>
                </a:lnTo>
                <a:lnTo>
                  <a:pt x="171039" y="159913"/>
                </a:lnTo>
                <a:lnTo>
                  <a:pt x="139885" y="158375"/>
                </a:lnTo>
                <a:lnTo>
                  <a:pt x="132404" y="129776"/>
                </a:lnTo>
                <a:lnTo>
                  <a:pt x="114368" y="113067"/>
                </a:lnTo>
                <a:lnTo>
                  <a:pt x="76860" y="98716"/>
                </a:lnTo>
                <a:lnTo>
                  <a:pt x="34433" y="94513"/>
                </a:lnTo>
                <a:lnTo>
                  <a:pt x="11170" y="81084"/>
                </a:lnTo>
                <a:lnTo>
                  <a:pt x="0" y="15786"/>
                </a:lnTo>
                <a:lnTo>
                  <a:pt x="5226" y="12814"/>
                </a:lnTo>
                <a:lnTo>
                  <a:pt x="4612" y="5228"/>
                </a:lnTo>
                <a:lnTo>
                  <a:pt x="16397" y="0"/>
                </a:lnTo>
              </a:path>
            </a:pathLst>
          </a:custGeom>
          <a:noFill xmlns:a="http://schemas.openxmlformats.org/drawingml/2006/main"/>
          <a:ln xmlns:a="http://schemas.openxmlformats.org/drawingml/2006/main" w="3269">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A40F1FA3-4F2E-4A1B-A5F4-8F7D82025477}"/>
              </a:ext>
            </a:extLst>
          </p:cNvPr>
          <p:cNvSpPr>
            <a:spLocks xmlns:a="http://schemas.openxmlformats.org/drawingml/2006/main" noGrp="1"/>
          </p:cNvSpPr>
          <p:nvPr/>
        </p:nvSpPr>
        <p:spPr>
          <a:xfrm xmlns:a="http://schemas.openxmlformats.org/drawingml/2006/main">
            <a:off x="2287084" y="4830788"/>
            <a:ext cx="127837" cy="106941"/>
          </a:xfrm>
          <a:custGeom xmlns:a="http://schemas.openxmlformats.org/drawingml/2006/main">
            <a:pathLst>
              <a:path w="149006" h="124650">
                <a:moveTo>
                  <a:pt x="99098" y="0"/>
                </a:moveTo>
                <a:lnTo>
                  <a:pt x="123488" y="2358"/>
                </a:lnTo>
                <a:lnTo>
                  <a:pt x="126973" y="8508"/>
                </a:lnTo>
                <a:lnTo>
                  <a:pt x="110473" y="13531"/>
                </a:lnTo>
                <a:lnTo>
                  <a:pt x="108731" y="18759"/>
                </a:lnTo>
                <a:lnTo>
                  <a:pt x="121131" y="10558"/>
                </a:lnTo>
                <a:lnTo>
                  <a:pt x="133019" y="11891"/>
                </a:lnTo>
                <a:lnTo>
                  <a:pt x="148391" y="37518"/>
                </a:lnTo>
                <a:lnTo>
                  <a:pt x="140602" y="44284"/>
                </a:lnTo>
                <a:lnTo>
                  <a:pt x="141422" y="47564"/>
                </a:lnTo>
                <a:lnTo>
                  <a:pt x="143164" y="44079"/>
                </a:lnTo>
                <a:lnTo>
                  <a:pt x="149006" y="44591"/>
                </a:lnTo>
                <a:lnTo>
                  <a:pt x="147059" y="57200"/>
                </a:lnTo>
                <a:lnTo>
                  <a:pt x="136196" y="54739"/>
                </a:lnTo>
                <a:lnTo>
                  <a:pt x="124206" y="64170"/>
                </a:lnTo>
                <a:lnTo>
                  <a:pt x="114163" y="40491"/>
                </a:lnTo>
                <a:lnTo>
                  <a:pt x="113958" y="46744"/>
                </a:lnTo>
                <a:lnTo>
                  <a:pt x="123078" y="58840"/>
                </a:lnTo>
                <a:lnTo>
                  <a:pt x="119901" y="65400"/>
                </a:lnTo>
                <a:lnTo>
                  <a:pt x="113958" y="53509"/>
                </a:lnTo>
                <a:lnTo>
                  <a:pt x="105144" y="50844"/>
                </a:lnTo>
                <a:lnTo>
                  <a:pt x="97151" y="54534"/>
                </a:lnTo>
                <a:lnTo>
                  <a:pt x="105862" y="51459"/>
                </a:lnTo>
                <a:lnTo>
                  <a:pt x="113753" y="54227"/>
                </a:lnTo>
                <a:lnTo>
                  <a:pt x="117954" y="62428"/>
                </a:lnTo>
                <a:lnTo>
                  <a:pt x="114777" y="91130"/>
                </a:lnTo>
                <a:lnTo>
                  <a:pt x="100328" y="90105"/>
                </a:lnTo>
                <a:lnTo>
                  <a:pt x="84546" y="99023"/>
                </a:lnTo>
                <a:lnTo>
                  <a:pt x="78705" y="92360"/>
                </a:lnTo>
                <a:lnTo>
                  <a:pt x="73581" y="92360"/>
                </a:lnTo>
                <a:lnTo>
                  <a:pt x="49190" y="107326"/>
                </a:lnTo>
                <a:lnTo>
                  <a:pt x="49908" y="110504"/>
                </a:lnTo>
                <a:lnTo>
                  <a:pt x="40992" y="112964"/>
                </a:lnTo>
                <a:lnTo>
                  <a:pt x="36483" y="107839"/>
                </a:lnTo>
                <a:lnTo>
                  <a:pt x="19471" y="124650"/>
                </a:lnTo>
                <a:lnTo>
                  <a:pt x="22955" y="116962"/>
                </a:lnTo>
                <a:lnTo>
                  <a:pt x="18036" y="95025"/>
                </a:lnTo>
                <a:lnTo>
                  <a:pt x="7174" y="63043"/>
                </a:lnTo>
                <a:lnTo>
                  <a:pt x="0" y="58942"/>
                </a:lnTo>
                <a:lnTo>
                  <a:pt x="820" y="53714"/>
                </a:lnTo>
                <a:lnTo>
                  <a:pt x="42017" y="47666"/>
                </a:lnTo>
                <a:lnTo>
                  <a:pt x="52777" y="56072"/>
                </a:lnTo>
                <a:lnTo>
                  <a:pt x="55544" y="54022"/>
                </a:lnTo>
                <a:lnTo>
                  <a:pt x="50113" y="41106"/>
                </a:lnTo>
                <a:lnTo>
                  <a:pt x="67432" y="11481"/>
                </a:lnTo>
                <a:lnTo>
                  <a:pt x="81984" y="3178"/>
                </a:lnTo>
                <a:lnTo>
                  <a:pt x="99098" y="0"/>
                </a:lnTo>
              </a:path>
            </a:pathLst>
          </a:custGeom>
          <a:noFill xmlns:a="http://schemas.openxmlformats.org/drawingml/2006/main"/>
          <a:ln xmlns:a="http://schemas.openxmlformats.org/drawingml/2006/main" w="3269">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AFB16C06-4308-4352-BD42-18A6A1A6115C}"/>
              </a:ext>
            </a:extLst>
          </p:cNvPr>
          <p:cNvSpPr>
            <a:spLocks xmlns:a="http://schemas.openxmlformats.org/drawingml/2006/main" noGrp="1"/>
          </p:cNvSpPr>
          <p:nvPr/>
        </p:nvSpPr>
        <p:spPr>
          <a:xfrm xmlns:a="http://schemas.openxmlformats.org/drawingml/2006/main">
            <a:off x="2383973" y="4970094"/>
            <a:ext cx="116495" cy="87681"/>
          </a:xfrm>
          <a:custGeom xmlns:a="http://schemas.openxmlformats.org/drawingml/2006/main">
            <a:pathLst>
              <a:path w="135786" h="102201">
                <a:moveTo>
                  <a:pt x="47448" y="0"/>
                </a:moveTo>
                <a:lnTo>
                  <a:pt x="64767" y="7586"/>
                </a:lnTo>
                <a:lnTo>
                  <a:pt x="68764" y="16504"/>
                </a:lnTo>
                <a:lnTo>
                  <a:pt x="87415" y="8406"/>
                </a:lnTo>
                <a:lnTo>
                  <a:pt x="85981" y="24705"/>
                </a:lnTo>
                <a:lnTo>
                  <a:pt x="88543" y="8201"/>
                </a:lnTo>
                <a:lnTo>
                  <a:pt x="96844" y="6151"/>
                </a:lnTo>
                <a:lnTo>
                  <a:pt x="115802" y="12506"/>
                </a:lnTo>
                <a:lnTo>
                  <a:pt x="120414" y="21424"/>
                </a:lnTo>
                <a:lnTo>
                  <a:pt x="123181" y="18144"/>
                </a:lnTo>
                <a:lnTo>
                  <a:pt x="135786" y="20707"/>
                </a:lnTo>
                <a:lnTo>
                  <a:pt x="135171" y="31368"/>
                </a:lnTo>
                <a:lnTo>
                  <a:pt x="125435" y="44591"/>
                </a:lnTo>
                <a:lnTo>
                  <a:pt x="112215" y="37826"/>
                </a:lnTo>
                <a:lnTo>
                  <a:pt x="106169" y="42848"/>
                </a:lnTo>
                <a:lnTo>
                  <a:pt x="114163" y="40901"/>
                </a:lnTo>
                <a:lnTo>
                  <a:pt x="118672" y="46436"/>
                </a:lnTo>
                <a:lnTo>
                  <a:pt x="116622" y="63658"/>
                </a:lnTo>
                <a:lnTo>
                  <a:pt x="112625" y="66835"/>
                </a:lnTo>
                <a:lnTo>
                  <a:pt x="117032" y="93795"/>
                </a:lnTo>
                <a:lnTo>
                  <a:pt x="100840" y="102201"/>
                </a:lnTo>
                <a:lnTo>
                  <a:pt x="87210" y="100048"/>
                </a:lnTo>
                <a:lnTo>
                  <a:pt x="72043" y="90105"/>
                </a:lnTo>
                <a:lnTo>
                  <a:pt x="67329" y="95435"/>
                </a:lnTo>
                <a:lnTo>
                  <a:pt x="59028" y="95230"/>
                </a:lnTo>
                <a:lnTo>
                  <a:pt x="39352" y="71961"/>
                </a:lnTo>
                <a:lnTo>
                  <a:pt x="29719" y="43156"/>
                </a:lnTo>
                <a:lnTo>
                  <a:pt x="21623" y="37621"/>
                </a:lnTo>
                <a:lnTo>
                  <a:pt x="15270" y="39568"/>
                </a:lnTo>
                <a:lnTo>
                  <a:pt x="922" y="34750"/>
                </a:lnTo>
                <a:lnTo>
                  <a:pt x="0" y="26960"/>
                </a:lnTo>
                <a:lnTo>
                  <a:pt x="13527" y="11071"/>
                </a:lnTo>
                <a:lnTo>
                  <a:pt x="19574" y="13839"/>
                </a:lnTo>
                <a:lnTo>
                  <a:pt x="32589" y="1025"/>
                </a:lnTo>
                <a:lnTo>
                  <a:pt x="35765" y="6151"/>
                </a:lnTo>
                <a:lnTo>
                  <a:pt x="36790" y="2153"/>
                </a:lnTo>
                <a:lnTo>
                  <a:pt x="47448" y="0"/>
                </a:lnTo>
              </a:path>
            </a:pathLst>
          </a:custGeom>
          <a:noFill xmlns:a="http://schemas.openxmlformats.org/drawingml/2006/main"/>
          <a:ln xmlns:a="http://schemas.openxmlformats.org/drawingml/2006/main" w="3269">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3C511B98-CDBC-4979-8B2C-EC693ED1A4B9}"/>
              </a:ext>
            </a:extLst>
          </p:cNvPr>
          <p:cNvSpPr>
            <a:spLocks xmlns:a="http://schemas.openxmlformats.org/drawingml/2006/main" noGrp="1"/>
          </p:cNvSpPr>
          <p:nvPr/>
        </p:nvSpPr>
        <p:spPr>
          <a:xfrm xmlns:a="http://schemas.openxmlformats.org/drawingml/2006/main">
            <a:off x="2943325" y="4667298"/>
            <a:ext cx="83964" cy="89352"/>
          </a:xfrm>
          <a:custGeom xmlns:a="http://schemas.openxmlformats.org/drawingml/2006/main">
            <a:pathLst>
              <a:path w="97868" h="104148">
                <a:moveTo>
                  <a:pt x="12298" y="2870"/>
                </a:moveTo>
                <a:lnTo>
                  <a:pt x="35868" y="25012"/>
                </a:lnTo>
                <a:lnTo>
                  <a:pt x="48985" y="29932"/>
                </a:lnTo>
                <a:lnTo>
                  <a:pt x="67329" y="62120"/>
                </a:lnTo>
                <a:lnTo>
                  <a:pt x="97356" y="92565"/>
                </a:lnTo>
                <a:lnTo>
                  <a:pt x="97868" y="104148"/>
                </a:lnTo>
                <a:lnTo>
                  <a:pt x="67637" y="96358"/>
                </a:lnTo>
                <a:lnTo>
                  <a:pt x="17422" y="64683"/>
                </a:lnTo>
                <a:lnTo>
                  <a:pt x="717" y="29932"/>
                </a:lnTo>
                <a:lnTo>
                  <a:pt x="0" y="2768"/>
                </a:lnTo>
                <a:lnTo>
                  <a:pt x="5944" y="0"/>
                </a:lnTo>
                <a:lnTo>
                  <a:pt x="12298" y="2870"/>
                </a:lnTo>
              </a:path>
            </a:pathLst>
          </a:custGeom>
          <a:noFill xmlns:a="http://schemas.openxmlformats.org/drawingml/2006/main"/>
          <a:ln xmlns:a="http://schemas.openxmlformats.org/drawingml/2006/main" w="3269">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35823182-1FB8-472B-948E-1E83AF414F59}"/>
              </a:ext>
            </a:extLst>
          </p:cNvPr>
          <p:cNvSpPr>
            <a:spLocks xmlns:a="http://schemas.openxmlformats.org/drawingml/2006/main" noGrp="1"/>
          </p:cNvSpPr>
          <p:nvPr/>
        </p:nvSpPr>
        <p:spPr>
          <a:xfrm xmlns:a="http://schemas.openxmlformats.org/drawingml/2006/main">
            <a:off x="2546803" y="4513482"/>
            <a:ext cx="32267" cy="46963"/>
          </a:xfrm>
          <a:custGeom xmlns:a="http://schemas.openxmlformats.org/drawingml/2006/main">
            <a:pathLst>
              <a:path w="37610" h="54739">
                <a:moveTo>
                  <a:pt x="6661" y="0"/>
                </a:moveTo>
                <a:lnTo>
                  <a:pt x="17319" y="3485"/>
                </a:lnTo>
                <a:lnTo>
                  <a:pt x="3484" y="1128"/>
                </a:lnTo>
                <a:lnTo>
                  <a:pt x="8301" y="21014"/>
                </a:lnTo>
                <a:lnTo>
                  <a:pt x="35458" y="25935"/>
                </a:lnTo>
                <a:lnTo>
                  <a:pt x="26952" y="42438"/>
                </a:lnTo>
                <a:lnTo>
                  <a:pt x="37610" y="49614"/>
                </a:lnTo>
                <a:lnTo>
                  <a:pt x="19676" y="54739"/>
                </a:lnTo>
                <a:lnTo>
                  <a:pt x="1947" y="41618"/>
                </a:lnTo>
                <a:lnTo>
                  <a:pt x="10350" y="44796"/>
                </a:lnTo>
                <a:lnTo>
                  <a:pt x="13425" y="39363"/>
                </a:lnTo>
                <a:lnTo>
                  <a:pt x="6354" y="28395"/>
                </a:lnTo>
                <a:lnTo>
                  <a:pt x="2460" y="28190"/>
                </a:lnTo>
                <a:lnTo>
                  <a:pt x="0" y="34033"/>
                </a:lnTo>
                <a:lnTo>
                  <a:pt x="5022" y="17939"/>
                </a:lnTo>
                <a:lnTo>
                  <a:pt x="922" y="2973"/>
                </a:lnTo>
                <a:lnTo>
                  <a:pt x="6661" y="0"/>
                </a:lnTo>
              </a:path>
            </a:pathLst>
          </a:custGeom>
          <a:noFill xmlns:a="http://schemas.openxmlformats.org/drawingml/2006/main"/>
          <a:ln xmlns:a="http://schemas.openxmlformats.org/drawingml/2006/main" w="3269">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40070E53-8E55-4072-9A84-1A2367269B47}"/>
              </a:ext>
            </a:extLst>
          </p:cNvPr>
          <p:cNvSpPr>
            <a:spLocks xmlns:a="http://schemas.openxmlformats.org/drawingml/2006/main" noGrp="1"/>
          </p:cNvSpPr>
          <p:nvPr/>
        </p:nvSpPr>
        <p:spPr>
          <a:xfrm xmlns:a="http://schemas.openxmlformats.org/drawingml/2006/main">
            <a:off x="2622590" y="4786816"/>
            <a:ext cx="30948" cy="8179"/>
          </a:xfrm>
          <a:custGeom xmlns:a="http://schemas.openxmlformats.org/drawingml/2006/main">
            <a:pathLst>
              <a:path w="36073" h="9533">
                <a:moveTo>
                  <a:pt x="19369" y="0"/>
                </a:moveTo>
                <a:lnTo>
                  <a:pt x="36073" y="0"/>
                </a:lnTo>
                <a:lnTo>
                  <a:pt x="36073" y="9533"/>
                </a:lnTo>
                <a:lnTo>
                  <a:pt x="0" y="9533"/>
                </a:lnTo>
                <a:lnTo>
                  <a:pt x="0" y="0"/>
                </a:lnTo>
                <a:lnTo>
                  <a:pt x="19369" y="0"/>
                </a:lnTo>
              </a:path>
            </a:pathLst>
          </a:custGeom>
          <a:noFill xmlns:a="http://schemas.openxmlformats.org/drawingml/2006/main"/>
          <a:ln xmlns:a="http://schemas.openxmlformats.org/drawingml/2006/main" w="3269">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B11E20AE-BD80-44FC-9ADE-E27C64AF981D}"/>
              </a:ext>
            </a:extLst>
          </p:cNvPr>
          <p:cNvSpPr>
            <a:spLocks xmlns:a="http://schemas.openxmlformats.org/drawingml/2006/main" noGrp="1"/>
          </p:cNvSpPr>
          <p:nvPr/>
        </p:nvSpPr>
        <p:spPr>
          <a:xfrm xmlns:a="http://schemas.openxmlformats.org/drawingml/2006/main">
            <a:off x="2568871" y="4518847"/>
            <a:ext cx="41499" cy="37992"/>
          </a:xfrm>
          <a:custGeom xmlns:a="http://schemas.openxmlformats.org/drawingml/2006/main">
            <a:pathLst>
              <a:path w="48371" h="44284">
                <a:moveTo>
                  <a:pt x="31051" y="15479"/>
                </a:moveTo>
                <a:lnTo>
                  <a:pt x="48371" y="31573"/>
                </a:lnTo>
                <a:lnTo>
                  <a:pt x="41402" y="24807"/>
                </a:lnTo>
                <a:lnTo>
                  <a:pt x="36790" y="33110"/>
                </a:lnTo>
                <a:lnTo>
                  <a:pt x="37713" y="40286"/>
                </a:lnTo>
                <a:lnTo>
                  <a:pt x="47756" y="37723"/>
                </a:lnTo>
                <a:lnTo>
                  <a:pt x="20803" y="44284"/>
                </a:lnTo>
                <a:lnTo>
                  <a:pt x="30846" y="39158"/>
                </a:lnTo>
                <a:lnTo>
                  <a:pt x="23673" y="16606"/>
                </a:lnTo>
                <a:lnTo>
                  <a:pt x="0" y="0"/>
                </a:lnTo>
                <a:lnTo>
                  <a:pt x="31051" y="15479"/>
                </a:lnTo>
              </a:path>
            </a:pathLst>
          </a:custGeom>
          <a:noFill xmlns:a="http://schemas.openxmlformats.org/drawingml/2006/main"/>
          <a:ln xmlns:a="http://schemas.openxmlformats.org/drawingml/2006/main" w="3269">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5A947B74-7720-4F04-8972-54328AEDBC0B}"/>
              </a:ext>
            </a:extLst>
          </p:cNvPr>
          <p:cNvSpPr>
            <a:spLocks xmlns:a="http://schemas.openxmlformats.org/drawingml/2006/main" noGrp="1"/>
          </p:cNvSpPr>
          <p:nvPr/>
        </p:nvSpPr>
        <p:spPr>
          <a:xfrm xmlns:a="http://schemas.openxmlformats.org/drawingml/2006/main">
            <a:off x="2448331" y="4840814"/>
            <a:ext cx="20486" cy="21371"/>
          </a:xfrm>
          <a:custGeom xmlns:a="http://schemas.openxmlformats.org/drawingml/2006/main">
            <a:pathLst>
              <a:path w="23878" h="24910">
                <a:moveTo>
                  <a:pt x="13117" y="23474"/>
                </a:moveTo>
                <a:lnTo>
                  <a:pt x="5226" y="24910"/>
                </a:lnTo>
                <a:lnTo>
                  <a:pt x="0" y="21322"/>
                </a:lnTo>
                <a:lnTo>
                  <a:pt x="6559" y="16504"/>
                </a:lnTo>
                <a:lnTo>
                  <a:pt x="8198" y="9021"/>
                </a:lnTo>
                <a:lnTo>
                  <a:pt x="23878" y="0"/>
                </a:lnTo>
                <a:lnTo>
                  <a:pt x="13117" y="23474"/>
                </a:lnTo>
              </a:path>
            </a:pathLst>
          </a:custGeom>
          <a:noFill xmlns:a="http://schemas.openxmlformats.org/drawingml/2006/main"/>
          <a:ln xmlns:a="http://schemas.openxmlformats.org/drawingml/2006/main" w="3269">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EF84F9B7-A0CD-44CB-957C-F032A18F12F7}"/>
              </a:ext>
            </a:extLst>
          </p:cNvPr>
          <p:cNvSpPr>
            <a:spLocks xmlns:a="http://schemas.openxmlformats.org/drawingml/2006/main" noGrp="1"/>
          </p:cNvSpPr>
          <p:nvPr/>
        </p:nvSpPr>
        <p:spPr>
          <a:xfrm xmlns:a="http://schemas.openxmlformats.org/drawingml/2006/main">
            <a:off x="1786815" y="3010322"/>
            <a:ext cx="14243" cy="21371"/>
          </a:xfrm>
          <a:custGeom xmlns:a="http://schemas.openxmlformats.org/drawingml/2006/main">
            <a:pathLst>
              <a:path w="16602" h="24910">
                <a:moveTo>
                  <a:pt x="8608" y="24910"/>
                </a:moveTo>
                <a:lnTo>
                  <a:pt x="0" y="22142"/>
                </a:lnTo>
                <a:lnTo>
                  <a:pt x="9838" y="0"/>
                </a:lnTo>
                <a:lnTo>
                  <a:pt x="16602" y="13429"/>
                </a:lnTo>
                <a:lnTo>
                  <a:pt x="16294" y="18759"/>
                </a:lnTo>
                <a:lnTo>
                  <a:pt x="8608" y="24910"/>
                </a:lnTo>
              </a:path>
            </a:pathLst>
          </a:custGeom>
          <a:noFill xmlns:a="http://schemas.openxmlformats.org/drawingml/2006/main"/>
          <a:ln xmlns:a="http://schemas.openxmlformats.org/drawingml/2006/main" w="3269">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86BDD894-AB39-4F3D-A5BC-42DF00C6354F}"/>
              </a:ext>
            </a:extLst>
          </p:cNvPr>
          <p:cNvSpPr>
            <a:spLocks xmlns:a="http://schemas.openxmlformats.org/drawingml/2006/main" noGrp="1"/>
          </p:cNvSpPr>
          <p:nvPr/>
        </p:nvSpPr>
        <p:spPr>
          <a:xfrm xmlns:a="http://schemas.openxmlformats.org/drawingml/2006/main">
            <a:off x="239718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1B983FE0-1882-4DA0-A0B1-B79548D7373F}"/>
              </a:ext>
            </a:extLst>
          </p:cNvPr>
          <p:cNvSpPr>
            <a:spLocks xmlns:a="http://schemas.openxmlformats.org/drawingml/2006/main" noGrp="1"/>
          </p:cNvSpPr>
          <p:nvPr/>
        </p:nvSpPr>
        <p:spPr>
          <a:xfrm xmlns:a="http://schemas.openxmlformats.org/drawingml/2006/main">
            <a:off x="247618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1EE2446C-C07D-4C1E-8549-39D9AFE1942F}"/>
              </a:ext>
            </a:extLst>
          </p:cNvPr>
          <p:cNvSpPr>
            <a:spLocks xmlns:a="http://schemas.openxmlformats.org/drawingml/2006/main" noGrp="1"/>
          </p:cNvSpPr>
          <p:nvPr/>
        </p:nvSpPr>
        <p:spPr>
          <a:xfrm xmlns:a="http://schemas.openxmlformats.org/drawingml/2006/main">
            <a:off x="247618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0EBEDDB1-7D03-42D0-9B53-1B80946B4D40}"/>
              </a:ext>
            </a:extLst>
          </p:cNvPr>
          <p:cNvSpPr>
            <a:spLocks xmlns:a="http://schemas.openxmlformats.org/drawingml/2006/main" noGrp="1"/>
          </p:cNvSpPr>
          <p:nvPr/>
        </p:nvSpPr>
        <p:spPr>
          <a:xfrm xmlns:a="http://schemas.openxmlformats.org/drawingml/2006/main">
            <a:off x="255519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08FF634B-8BFD-4982-A1AA-318FCF09559F}"/>
              </a:ext>
            </a:extLst>
          </p:cNvPr>
          <p:cNvSpPr>
            <a:spLocks xmlns:a="http://schemas.openxmlformats.org/drawingml/2006/main" noGrp="1"/>
          </p:cNvSpPr>
          <p:nvPr/>
        </p:nvSpPr>
        <p:spPr>
          <a:xfrm xmlns:a="http://schemas.openxmlformats.org/drawingml/2006/main">
            <a:off x="255519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AA936C8E-29CD-49AF-ADAE-9771ED86E016}"/>
              </a:ext>
            </a:extLst>
          </p:cNvPr>
          <p:cNvSpPr>
            <a:spLocks xmlns:a="http://schemas.openxmlformats.org/drawingml/2006/main" noGrp="1"/>
          </p:cNvSpPr>
          <p:nvPr/>
        </p:nvSpPr>
        <p:spPr>
          <a:xfrm xmlns:a="http://schemas.openxmlformats.org/drawingml/2006/main">
            <a:off x="263419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733F1D8B-593A-45F7-AF58-457054E03BC6}"/>
              </a:ext>
            </a:extLst>
          </p:cNvPr>
          <p:cNvSpPr>
            <a:spLocks xmlns:a="http://schemas.openxmlformats.org/drawingml/2006/main" noGrp="1"/>
          </p:cNvSpPr>
          <p:nvPr/>
        </p:nvSpPr>
        <p:spPr>
          <a:xfrm xmlns:a="http://schemas.openxmlformats.org/drawingml/2006/main">
            <a:off x="263419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8A68EE8E-4ADB-4228-8A6B-2C78357582AD}"/>
              </a:ext>
            </a:extLst>
          </p:cNvPr>
          <p:cNvSpPr>
            <a:spLocks xmlns:a="http://schemas.openxmlformats.org/drawingml/2006/main" noGrp="1"/>
          </p:cNvSpPr>
          <p:nvPr/>
        </p:nvSpPr>
        <p:spPr>
          <a:xfrm xmlns:a="http://schemas.openxmlformats.org/drawingml/2006/main">
            <a:off x="263419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BC9"/>
          </a:solidFill>
          <a:ln xmlns:a="http://schemas.openxmlformats.org/drawingml/2006/main" w="2452">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0EECC388-EC5C-46FD-9C88-B1B2A5083426}"/>
              </a:ext>
            </a:extLst>
          </p:cNvPr>
          <p:cNvSpPr>
            <a:spLocks xmlns:a="http://schemas.openxmlformats.org/drawingml/2006/main" noGrp="1"/>
          </p:cNvSpPr>
          <p:nvPr/>
        </p:nvSpPr>
        <p:spPr>
          <a:xfrm xmlns:a="http://schemas.openxmlformats.org/drawingml/2006/main">
            <a:off x="263419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322B1C65-6DC6-4B10-8EA0-E598B9A4D824}"/>
              </a:ext>
            </a:extLst>
          </p:cNvPr>
          <p:cNvSpPr>
            <a:spLocks xmlns:a="http://schemas.openxmlformats.org/drawingml/2006/main" noGrp="1"/>
          </p:cNvSpPr>
          <p:nvPr/>
        </p:nvSpPr>
        <p:spPr>
          <a:xfrm xmlns:a="http://schemas.openxmlformats.org/drawingml/2006/main">
            <a:off x="271319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E48689CC-D604-4342-95F2-F02AC15E4794}"/>
              </a:ext>
            </a:extLst>
          </p:cNvPr>
          <p:cNvSpPr>
            <a:spLocks xmlns:a="http://schemas.openxmlformats.org/drawingml/2006/main" noGrp="1"/>
          </p:cNvSpPr>
          <p:nvPr/>
        </p:nvSpPr>
        <p:spPr>
          <a:xfrm xmlns:a="http://schemas.openxmlformats.org/drawingml/2006/main">
            <a:off x="271319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3293A762-AE29-4748-8EB7-855E35FBAAA2}"/>
              </a:ext>
            </a:extLst>
          </p:cNvPr>
          <p:cNvSpPr>
            <a:spLocks xmlns:a="http://schemas.openxmlformats.org/drawingml/2006/main" noGrp="1"/>
          </p:cNvSpPr>
          <p:nvPr/>
        </p:nvSpPr>
        <p:spPr>
          <a:xfrm xmlns:a="http://schemas.openxmlformats.org/drawingml/2006/main">
            <a:off x="271319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AC7"/>
          </a:solidFill>
          <a:ln xmlns:a="http://schemas.openxmlformats.org/drawingml/2006/main" w="2452">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936E9AFB-9B28-4449-88CE-7C8968D0B243}"/>
              </a:ext>
            </a:extLst>
          </p:cNvPr>
          <p:cNvSpPr>
            <a:spLocks xmlns:a="http://schemas.openxmlformats.org/drawingml/2006/main" noGrp="1"/>
          </p:cNvSpPr>
          <p:nvPr/>
        </p:nvSpPr>
        <p:spPr>
          <a:xfrm xmlns:a="http://schemas.openxmlformats.org/drawingml/2006/main">
            <a:off x="271319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2902FECA-7C75-458E-A011-A007F3C9DA0A}"/>
              </a:ext>
            </a:extLst>
          </p:cNvPr>
          <p:cNvSpPr>
            <a:spLocks xmlns:a="http://schemas.openxmlformats.org/drawingml/2006/main" noGrp="1"/>
          </p:cNvSpPr>
          <p:nvPr/>
        </p:nvSpPr>
        <p:spPr>
          <a:xfrm xmlns:a="http://schemas.openxmlformats.org/drawingml/2006/main">
            <a:off x="279219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E86A5CE5-747C-4C49-B59F-3B6D3AD53F84}"/>
              </a:ext>
            </a:extLst>
          </p:cNvPr>
          <p:cNvSpPr>
            <a:spLocks xmlns:a="http://schemas.openxmlformats.org/drawingml/2006/main" noGrp="1"/>
          </p:cNvSpPr>
          <p:nvPr/>
        </p:nvSpPr>
        <p:spPr>
          <a:xfrm xmlns:a="http://schemas.openxmlformats.org/drawingml/2006/main">
            <a:off x="2713196"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8D079363-1C10-48C8-BF3C-4C428682110F}"/>
              </a:ext>
            </a:extLst>
          </p:cNvPr>
          <p:cNvSpPr>
            <a:spLocks xmlns:a="http://schemas.openxmlformats.org/drawingml/2006/main" noGrp="1"/>
          </p:cNvSpPr>
          <p:nvPr/>
        </p:nvSpPr>
        <p:spPr>
          <a:xfrm xmlns:a="http://schemas.openxmlformats.org/drawingml/2006/main">
            <a:off x="271319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7761F7BF-3CF3-40E4-9CB5-14332BE12E2D}"/>
              </a:ext>
            </a:extLst>
          </p:cNvPr>
          <p:cNvSpPr>
            <a:spLocks xmlns:a="http://schemas.openxmlformats.org/drawingml/2006/main" noGrp="1"/>
          </p:cNvSpPr>
          <p:nvPr/>
        </p:nvSpPr>
        <p:spPr>
          <a:xfrm xmlns:a="http://schemas.openxmlformats.org/drawingml/2006/main">
            <a:off x="271319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F9E69780-1491-44EE-B8A5-04EA755BC83F}"/>
              </a:ext>
            </a:extLst>
          </p:cNvPr>
          <p:cNvSpPr>
            <a:spLocks xmlns:a="http://schemas.openxmlformats.org/drawingml/2006/main" noGrp="1"/>
          </p:cNvSpPr>
          <p:nvPr/>
        </p:nvSpPr>
        <p:spPr>
          <a:xfrm xmlns:a="http://schemas.openxmlformats.org/drawingml/2006/main">
            <a:off x="271319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7897FFB6-F64E-4D12-852D-4DC75328E445}"/>
              </a:ext>
            </a:extLst>
          </p:cNvPr>
          <p:cNvSpPr>
            <a:spLocks xmlns:a="http://schemas.openxmlformats.org/drawingml/2006/main" noGrp="1"/>
          </p:cNvSpPr>
          <p:nvPr/>
        </p:nvSpPr>
        <p:spPr>
          <a:xfrm xmlns:a="http://schemas.openxmlformats.org/drawingml/2006/main">
            <a:off x="279219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32AA0F75-3FC8-4221-B7F7-7519BCFBB7A4}"/>
              </a:ext>
            </a:extLst>
          </p:cNvPr>
          <p:cNvSpPr>
            <a:spLocks xmlns:a="http://schemas.openxmlformats.org/drawingml/2006/main" noGrp="1"/>
          </p:cNvSpPr>
          <p:nvPr/>
        </p:nvSpPr>
        <p:spPr>
          <a:xfrm xmlns:a="http://schemas.openxmlformats.org/drawingml/2006/main">
            <a:off x="279219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5989D8C3-8B0D-4D87-BCA1-84FADBEEC252}"/>
              </a:ext>
            </a:extLst>
          </p:cNvPr>
          <p:cNvSpPr>
            <a:spLocks xmlns:a="http://schemas.openxmlformats.org/drawingml/2006/main" noGrp="1"/>
          </p:cNvSpPr>
          <p:nvPr/>
        </p:nvSpPr>
        <p:spPr>
          <a:xfrm xmlns:a="http://schemas.openxmlformats.org/drawingml/2006/main">
            <a:off x="287120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8E1EF"/>
          </a:solidFill>
          <a:ln xmlns:a="http://schemas.openxmlformats.org/drawingml/2006/main" w="2452">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B989490C-2668-41A6-AAE4-455494C47853}"/>
              </a:ext>
            </a:extLst>
          </p:cNvPr>
          <p:cNvSpPr>
            <a:spLocks xmlns:a="http://schemas.openxmlformats.org/drawingml/2006/main" noGrp="1"/>
          </p:cNvSpPr>
          <p:nvPr/>
        </p:nvSpPr>
        <p:spPr>
          <a:xfrm xmlns:a="http://schemas.openxmlformats.org/drawingml/2006/main">
            <a:off x="287120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EA683802-727D-46FC-BAA1-B8022B74A395}"/>
              </a:ext>
            </a:extLst>
          </p:cNvPr>
          <p:cNvSpPr>
            <a:spLocks xmlns:a="http://schemas.openxmlformats.org/drawingml/2006/main" noGrp="1"/>
          </p:cNvSpPr>
          <p:nvPr/>
        </p:nvSpPr>
        <p:spPr>
          <a:xfrm xmlns:a="http://schemas.openxmlformats.org/drawingml/2006/main">
            <a:off x="287120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F500EFC1-CA0E-4B2B-9E11-E85AB9C1D86E}"/>
              </a:ext>
            </a:extLst>
          </p:cNvPr>
          <p:cNvSpPr>
            <a:spLocks xmlns:a="http://schemas.openxmlformats.org/drawingml/2006/main" noGrp="1"/>
          </p:cNvSpPr>
          <p:nvPr/>
        </p:nvSpPr>
        <p:spPr>
          <a:xfrm xmlns:a="http://schemas.openxmlformats.org/drawingml/2006/main">
            <a:off x="287120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A1954692-8431-4E9C-B9D8-920BB997810E}"/>
              </a:ext>
            </a:extLst>
          </p:cNvPr>
          <p:cNvSpPr>
            <a:spLocks xmlns:a="http://schemas.openxmlformats.org/drawingml/2006/main" noGrp="1"/>
          </p:cNvSpPr>
          <p:nvPr/>
        </p:nvSpPr>
        <p:spPr>
          <a:xfrm xmlns:a="http://schemas.openxmlformats.org/drawingml/2006/main">
            <a:off x="287120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485BAC57-AF50-4AB9-A5F8-453942ED5448}"/>
              </a:ext>
            </a:extLst>
          </p:cNvPr>
          <p:cNvSpPr>
            <a:spLocks xmlns:a="http://schemas.openxmlformats.org/drawingml/2006/main" noGrp="1"/>
          </p:cNvSpPr>
          <p:nvPr/>
        </p:nvSpPr>
        <p:spPr>
          <a:xfrm xmlns:a="http://schemas.openxmlformats.org/drawingml/2006/main">
            <a:off x="2950204"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09F290DA-AF69-4987-AAF8-BE2C96D69908}"/>
              </a:ext>
            </a:extLst>
          </p:cNvPr>
          <p:cNvSpPr>
            <a:spLocks xmlns:a="http://schemas.openxmlformats.org/drawingml/2006/main" noGrp="1"/>
          </p:cNvSpPr>
          <p:nvPr/>
        </p:nvSpPr>
        <p:spPr>
          <a:xfrm xmlns:a="http://schemas.openxmlformats.org/drawingml/2006/main">
            <a:off x="295020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CEC223E7-A70B-41AF-92A0-19FA8349684D}"/>
              </a:ext>
            </a:extLst>
          </p:cNvPr>
          <p:cNvSpPr>
            <a:spLocks xmlns:a="http://schemas.openxmlformats.org/drawingml/2006/main" noGrp="1"/>
          </p:cNvSpPr>
          <p:nvPr/>
        </p:nvSpPr>
        <p:spPr>
          <a:xfrm xmlns:a="http://schemas.openxmlformats.org/drawingml/2006/main">
            <a:off x="295020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8571AD04-29FB-41F1-8F2B-825054676048}"/>
              </a:ext>
            </a:extLst>
          </p:cNvPr>
          <p:cNvSpPr>
            <a:spLocks xmlns:a="http://schemas.openxmlformats.org/drawingml/2006/main" noGrp="1"/>
          </p:cNvSpPr>
          <p:nvPr/>
        </p:nvSpPr>
        <p:spPr>
          <a:xfrm xmlns:a="http://schemas.openxmlformats.org/drawingml/2006/main">
            <a:off x="295020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6816274C-865D-4EDE-B6CB-9ADD9B4084C6}"/>
              </a:ext>
            </a:extLst>
          </p:cNvPr>
          <p:cNvSpPr>
            <a:spLocks xmlns:a="http://schemas.openxmlformats.org/drawingml/2006/main" noGrp="1"/>
          </p:cNvSpPr>
          <p:nvPr/>
        </p:nvSpPr>
        <p:spPr>
          <a:xfrm xmlns:a="http://schemas.openxmlformats.org/drawingml/2006/main">
            <a:off x="295020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D69B2577-E40F-4F90-B162-CDF0034F6E11}"/>
              </a:ext>
            </a:extLst>
          </p:cNvPr>
          <p:cNvSpPr>
            <a:spLocks xmlns:a="http://schemas.openxmlformats.org/drawingml/2006/main" noGrp="1"/>
          </p:cNvSpPr>
          <p:nvPr/>
        </p:nvSpPr>
        <p:spPr>
          <a:xfrm xmlns:a="http://schemas.openxmlformats.org/drawingml/2006/main">
            <a:off x="295020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5560F8FA-318D-4820-A351-3E4188BB5D01}"/>
              </a:ext>
            </a:extLst>
          </p:cNvPr>
          <p:cNvSpPr>
            <a:spLocks xmlns:a="http://schemas.openxmlformats.org/drawingml/2006/main" noGrp="1"/>
          </p:cNvSpPr>
          <p:nvPr/>
        </p:nvSpPr>
        <p:spPr>
          <a:xfrm xmlns:a="http://schemas.openxmlformats.org/drawingml/2006/main">
            <a:off x="302920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6E9453C4-8BC9-4950-9C40-F9056D1E5296}"/>
              </a:ext>
            </a:extLst>
          </p:cNvPr>
          <p:cNvSpPr>
            <a:spLocks xmlns:a="http://schemas.openxmlformats.org/drawingml/2006/main" noGrp="1"/>
          </p:cNvSpPr>
          <p:nvPr/>
        </p:nvSpPr>
        <p:spPr>
          <a:xfrm xmlns:a="http://schemas.openxmlformats.org/drawingml/2006/main">
            <a:off x="302920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60AFF60F-C8CF-4478-9BEC-B814E6322C7E}"/>
              </a:ext>
            </a:extLst>
          </p:cNvPr>
          <p:cNvSpPr>
            <a:spLocks xmlns:a="http://schemas.openxmlformats.org/drawingml/2006/main" noGrp="1"/>
          </p:cNvSpPr>
          <p:nvPr/>
        </p:nvSpPr>
        <p:spPr>
          <a:xfrm xmlns:a="http://schemas.openxmlformats.org/drawingml/2006/main">
            <a:off x="302920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88374B6A-04F3-403F-9421-21724B13404C}"/>
              </a:ext>
            </a:extLst>
          </p:cNvPr>
          <p:cNvSpPr>
            <a:spLocks xmlns:a="http://schemas.openxmlformats.org/drawingml/2006/main" noGrp="1"/>
          </p:cNvSpPr>
          <p:nvPr/>
        </p:nvSpPr>
        <p:spPr>
          <a:xfrm xmlns:a="http://schemas.openxmlformats.org/drawingml/2006/main">
            <a:off x="302920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BD891837-51D9-4175-A078-141CD8FB0FA0}"/>
              </a:ext>
            </a:extLst>
          </p:cNvPr>
          <p:cNvSpPr>
            <a:spLocks xmlns:a="http://schemas.openxmlformats.org/drawingml/2006/main" noGrp="1"/>
          </p:cNvSpPr>
          <p:nvPr/>
        </p:nvSpPr>
        <p:spPr>
          <a:xfrm xmlns:a="http://schemas.openxmlformats.org/drawingml/2006/main">
            <a:off x="302920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10D1F1E0-7EC8-486B-B76B-C99D00A5D476}"/>
              </a:ext>
            </a:extLst>
          </p:cNvPr>
          <p:cNvSpPr>
            <a:spLocks xmlns:a="http://schemas.openxmlformats.org/drawingml/2006/main" noGrp="1"/>
          </p:cNvSpPr>
          <p:nvPr/>
        </p:nvSpPr>
        <p:spPr>
          <a:xfrm xmlns:a="http://schemas.openxmlformats.org/drawingml/2006/main">
            <a:off x="302920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59194F96-B118-45EE-8DF4-F75AD363BD2C}"/>
              </a:ext>
            </a:extLst>
          </p:cNvPr>
          <p:cNvSpPr>
            <a:spLocks xmlns:a="http://schemas.openxmlformats.org/drawingml/2006/main" noGrp="1"/>
          </p:cNvSpPr>
          <p:nvPr/>
        </p:nvSpPr>
        <p:spPr>
          <a:xfrm xmlns:a="http://schemas.openxmlformats.org/drawingml/2006/main">
            <a:off x="3108209"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BBCBE3"/>
          </a:solidFill>
          <a:ln xmlns:a="http://schemas.openxmlformats.org/drawingml/2006/main" w="2452">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2AC5B3D8-806D-4CC4-A76E-04F11C5D1797}"/>
              </a:ext>
            </a:extLst>
          </p:cNvPr>
          <p:cNvSpPr>
            <a:spLocks xmlns:a="http://schemas.openxmlformats.org/drawingml/2006/main" noGrp="1"/>
          </p:cNvSpPr>
          <p:nvPr/>
        </p:nvSpPr>
        <p:spPr>
          <a:xfrm xmlns:a="http://schemas.openxmlformats.org/drawingml/2006/main">
            <a:off x="310820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B0E1D15A-494B-4048-A6BE-4E9C6EAE0A0B}"/>
              </a:ext>
            </a:extLst>
          </p:cNvPr>
          <p:cNvSpPr>
            <a:spLocks xmlns:a="http://schemas.openxmlformats.org/drawingml/2006/main" noGrp="1"/>
          </p:cNvSpPr>
          <p:nvPr/>
        </p:nvSpPr>
        <p:spPr>
          <a:xfrm xmlns:a="http://schemas.openxmlformats.org/drawingml/2006/main">
            <a:off x="310820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4AAE4CAB-8C3E-402B-A133-3E9AB02F4785}"/>
              </a:ext>
            </a:extLst>
          </p:cNvPr>
          <p:cNvSpPr>
            <a:spLocks xmlns:a="http://schemas.openxmlformats.org/drawingml/2006/main" noGrp="1"/>
          </p:cNvSpPr>
          <p:nvPr/>
        </p:nvSpPr>
        <p:spPr>
          <a:xfrm xmlns:a="http://schemas.openxmlformats.org/drawingml/2006/main">
            <a:off x="3187211" y="408878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D230E876-CEF0-435A-A73A-1DC262518D04}"/>
              </a:ext>
            </a:extLst>
          </p:cNvPr>
          <p:cNvSpPr>
            <a:spLocks xmlns:a="http://schemas.openxmlformats.org/drawingml/2006/main" noGrp="1"/>
          </p:cNvSpPr>
          <p:nvPr/>
        </p:nvSpPr>
        <p:spPr>
          <a:xfrm xmlns:a="http://schemas.openxmlformats.org/drawingml/2006/main">
            <a:off x="3187211"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0DBEC"/>
          </a:solidFill>
          <a:ln xmlns:a="http://schemas.openxmlformats.org/drawingml/2006/main" w="2452">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C571EE49-6B8A-42D0-8059-25A402420CB1}"/>
              </a:ext>
            </a:extLst>
          </p:cNvPr>
          <p:cNvSpPr>
            <a:spLocks xmlns:a="http://schemas.openxmlformats.org/drawingml/2006/main" noGrp="1"/>
          </p:cNvSpPr>
          <p:nvPr/>
        </p:nvSpPr>
        <p:spPr>
          <a:xfrm xmlns:a="http://schemas.openxmlformats.org/drawingml/2006/main">
            <a:off x="3187211"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7E0EF"/>
          </a:solidFill>
          <a:ln xmlns:a="http://schemas.openxmlformats.org/drawingml/2006/main" w="2452">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4858C3B8-8B13-4456-85BD-3CC46FDC2F9C}"/>
              </a:ext>
            </a:extLst>
          </p:cNvPr>
          <p:cNvSpPr>
            <a:spLocks xmlns:a="http://schemas.openxmlformats.org/drawingml/2006/main" noGrp="1"/>
          </p:cNvSpPr>
          <p:nvPr/>
        </p:nvSpPr>
        <p:spPr>
          <a:xfrm xmlns:a="http://schemas.openxmlformats.org/drawingml/2006/main">
            <a:off x="3187211"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2D973781-38D0-4D32-BF51-FE08511DF999}"/>
              </a:ext>
            </a:extLst>
          </p:cNvPr>
          <p:cNvSpPr>
            <a:spLocks xmlns:a="http://schemas.openxmlformats.org/drawingml/2006/main" noGrp="1"/>
          </p:cNvSpPr>
          <p:nvPr/>
        </p:nvSpPr>
        <p:spPr>
          <a:xfrm xmlns:a="http://schemas.openxmlformats.org/drawingml/2006/main">
            <a:off x="3266214" y="408878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FDAE1872-C69C-4837-9C4E-524C7F543416}"/>
              </a:ext>
            </a:extLst>
          </p:cNvPr>
          <p:cNvSpPr>
            <a:spLocks xmlns:a="http://schemas.openxmlformats.org/drawingml/2006/main" noGrp="1"/>
          </p:cNvSpPr>
          <p:nvPr/>
        </p:nvSpPr>
        <p:spPr>
          <a:xfrm xmlns:a="http://schemas.openxmlformats.org/drawingml/2006/main">
            <a:off x="3266214"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F825FB69-604B-45D4-BB02-A039653F3298}"/>
              </a:ext>
            </a:extLst>
          </p:cNvPr>
          <p:cNvSpPr>
            <a:spLocks xmlns:a="http://schemas.openxmlformats.org/drawingml/2006/main" noGrp="1"/>
          </p:cNvSpPr>
          <p:nvPr/>
        </p:nvSpPr>
        <p:spPr>
          <a:xfrm xmlns:a="http://schemas.openxmlformats.org/drawingml/2006/main">
            <a:off x="3266214"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95A39EC9-C409-4701-9535-5B4DEB4A76D9}"/>
              </a:ext>
            </a:extLst>
          </p:cNvPr>
          <p:cNvSpPr>
            <a:spLocks xmlns:a="http://schemas.openxmlformats.org/drawingml/2006/main" noGrp="1"/>
          </p:cNvSpPr>
          <p:nvPr/>
        </p:nvSpPr>
        <p:spPr>
          <a:xfrm xmlns:a="http://schemas.openxmlformats.org/drawingml/2006/main">
            <a:off x="326621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D786D79D-5540-4467-8634-1B8FC22AE27A}"/>
              </a:ext>
            </a:extLst>
          </p:cNvPr>
          <p:cNvSpPr>
            <a:spLocks xmlns:a="http://schemas.openxmlformats.org/drawingml/2006/main" noGrp="1"/>
          </p:cNvSpPr>
          <p:nvPr/>
        </p:nvSpPr>
        <p:spPr>
          <a:xfrm xmlns:a="http://schemas.openxmlformats.org/drawingml/2006/main">
            <a:off x="3345216" y="408878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8BBB8"/>
          </a:solidFill>
          <a:ln xmlns:a="http://schemas.openxmlformats.org/drawingml/2006/main" w="2452">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6068FC2E-F3E2-4137-9B0F-C6B562050EAB}"/>
              </a:ext>
            </a:extLst>
          </p:cNvPr>
          <p:cNvSpPr>
            <a:spLocks xmlns:a="http://schemas.openxmlformats.org/drawingml/2006/main" noGrp="1"/>
          </p:cNvSpPr>
          <p:nvPr/>
        </p:nvSpPr>
        <p:spPr>
          <a:xfrm xmlns:a="http://schemas.openxmlformats.org/drawingml/2006/main">
            <a:off x="3345216"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DCB"/>
          </a:solidFill>
          <a:ln xmlns:a="http://schemas.openxmlformats.org/drawingml/2006/main" w="2452">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29950187-2FE9-46B3-8604-13E8B79F8B03}"/>
              </a:ext>
            </a:extLst>
          </p:cNvPr>
          <p:cNvSpPr>
            <a:spLocks xmlns:a="http://schemas.openxmlformats.org/drawingml/2006/main" noGrp="1"/>
          </p:cNvSpPr>
          <p:nvPr/>
        </p:nvSpPr>
        <p:spPr>
          <a:xfrm xmlns:a="http://schemas.openxmlformats.org/drawingml/2006/main">
            <a:off x="3345216"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4DEDD"/>
          </a:solidFill>
          <a:ln xmlns:a="http://schemas.openxmlformats.org/drawingml/2006/main" w="2452">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6E6E816A-F61D-4F21-B48F-E084C5958486}"/>
              </a:ext>
            </a:extLst>
          </p:cNvPr>
          <p:cNvSpPr>
            <a:spLocks xmlns:a="http://schemas.openxmlformats.org/drawingml/2006/main" noGrp="1"/>
          </p:cNvSpPr>
          <p:nvPr/>
        </p:nvSpPr>
        <p:spPr>
          <a:xfrm xmlns:a="http://schemas.openxmlformats.org/drawingml/2006/main">
            <a:off x="334521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78883"/>
          </a:solidFill>
          <a:ln xmlns:a="http://schemas.openxmlformats.org/drawingml/2006/main" w="2452">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90592F7B-09AA-4FF5-9ED1-28DDCC8B594B}"/>
              </a:ext>
            </a:extLst>
          </p:cNvPr>
          <p:cNvSpPr>
            <a:spLocks xmlns:a="http://schemas.openxmlformats.org/drawingml/2006/main" noGrp="1"/>
          </p:cNvSpPr>
          <p:nvPr/>
        </p:nvSpPr>
        <p:spPr>
          <a:xfrm xmlns:a="http://schemas.openxmlformats.org/drawingml/2006/main">
            <a:off x="3424219"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E9D98"/>
          </a:solidFill>
          <a:ln xmlns:a="http://schemas.openxmlformats.org/drawingml/2006/main" w="2452">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7CFE1A92-B1B7-43EB-9679-B1088E01030D}"/>
              </a:ext>
            </a:extLst>
          </p:cNvPr>
          <p:cNvSpPr>
            <a:spLocks xmlns:a="http://schemas.openxmlformats.org/drawingml/2006/main" noGrp="1"/>
          </p:cNvSpPr>
          <p:nvPr/>
        </p:nvSpPr>
        <p:spPr>
          <a:xfrm xmlns:a="http://schemas.openxmlformats.org/drawingml/2006/main">
            <a:off x="3424219"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7B4"/>
          </a:solidFill>
          <a:ln xmlns:a="http://schemas.openxmlformats.org/drawingml/2006/main" w="2452">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58C15712-9E7D-4E76-A17F-E2B424E72724}"/>
              </a:ext>
            </a:extLst>
          </p:cNvPr>
          <p:cNvSpPr>
            <a:spLocks xmlns:a="http://schemas.openxmlformats.org/drawingml/2006/main" noGrp="1"/>
          </p:cNvSpPr>
          <p:nvPr/>
        </p:nvSpPr>
        <p:spPr>
          <a:xfrm xmlns:a="http://schemas.openxmlformats.org/drawingml/2006/main">
            <a:off x="342421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BC3C0"/>
          </a:solidFill>
          <a:ln xmlns:a="http://schemas.openxmlformats.org/drawingml/2006/main" w="2452">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1C1FA78D-782E-47F5-A12E-603DAF71BFCB}"/>
              </a:ext>
            </a:extLst>
          </p:cNvPr>
          <p:cNvSpPr>
            <a:spLocks xmlns:a="http://schemas.openxmlformats.org/drawingml/2006/main" noGrp="1"/>
          </p:cNvSpPr>
          <p:nvPr/>
        </p:nvSpPr>
        <p:spPr>
          <a:xfrm xmlns:a="http://schemas.openxmlformats.org/drawingml/2006/main">
            <a:off x="342421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CCA"/>
          </a:solidFill>
          <a:ln xmlns:a="http://schemas.openxmlformats.org/drawingml/2006/main" w="2452">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9D3C22CB-9891-4F39-9E7B-7D95A1600A2F}"/>
              </a:ext>
            </a:extLst>
          </p:cNvPr>
          <p:cNvSpPr>
            <a:spLocks xmlns:a="http://schemas.openxmlformats.org/drawingml/2006/main" noGrp="1"/>
          </p:cNvSpPr>
          <p:nvPr/>
        </p:nvSpPr>
        <p:spPr>
          <a:xfrm xmlns:a="http://schemas.openxmlformats.org/drawingml/2006/main">
            <a:off x="366122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CDA"/>
          </a:solidFill>
          <a:ln xmlns:a="http://schemas.openxmlformats.org/drawingml/2006/main" w="2452">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4C5A2A45-835F-4837-A43E-53132A60AFC7}"/>
              </a:ext>
            </a:extLst>
          </p:cNvPr>
          <p:cNvSpPr>
            <a:spLocks xmlns:a="http://schemas.openxmlformats.org/drawingml/2006/main" noGrp="1"/>
          </p:cNvSpPr>
          <p:nvPr/>
        </p:nvSpPr>
        <p:spPr>
          <a:xfrm xmlns:a="http://schemas.openxmlformats.org/drawingml/2006/main">
            <a:off x="366122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0E5994DB-9CD5-47AF-BC5B-9B0FA4ECF2B7}"/>
              </a:ext>
            </a:extLst>
          </p:cNvPr>
          <p:cNvSpPr>
            <a:spLocks xmlns:a="http://schemas.openxmlformats.org/drawingml/2006/main" noGrp="1"/>
          </p:cNvSpPr>
          <p:nvPr/>
        </p:nvSpPr>
        <p:spPr>
          <a:xfrm xmlns:a="http://schemas.openxmlformats.org/drawingml/2006/main">
            <a:off x="374022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16B33E87-A581-4E6E-A9E8-BD0AB273CA6E}"/>
              </a:ext>
            </a:extLst>
          </p:cNvPr>
          <p:cNvSpPr>
            <a:spLocks xmlns:a="http://schemas.openxmlformats.org/drawingml/2006/main" noGrp="1"/>
          </p:cNvSpPr>
          <p:nvPr/>
        </p:nvSpPr>
        <p:spPr>
          <a:xfrm xmlns:a="http://schemas.openxmlformats.org/drawingml/2006/main">
            <a:off x="374022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B0577AC6-3D42-4015-BC06-F891675F0DE1}"/>
              </a:ext>
            </a:extLst>
          </p:cNvPr>
          <p:cNvSpPr>
            <a:spLocks xmlns:a="http://schemas.openxmlformats.org/drawingml/2006/main" noGrp="1"/>
          </p:cNvSpPr>
          <p:nvPr/>
        </p:nvSpPr>
        <p:spPr>
          <a:xfrm xmlns:a="http://schemas.openxmlformats.org/drawingml/2006/main">
            <a:off x="381923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F71CFC82-4199-43D0-B9B3-922E95F6A184}"/>
              </a:ext>
            </a:extLst>
          </p:cNvPr>
          <p:cNvSpPr>
            <a:spLocks xmlns:a="http://schemas.openxmlformats.org/drawingml/2006/main" noGrp="1"/>
          </p:cNvSpPr>
          <p:nvPr/>
        </p:nvSpPr>
        <p:spPr>
          <a:xfrm xmlns:a="http://schemas.openxmlformats.org/drawingml/2006/main">
            <a:off x="389823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ECC"/>
          </a:solidFill>
          <a:ln xmlns:a="http://schemas.openxmlformats.org/drawingml/2006/main" w="2452">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2B6D7170-8C83-48FD-B9D4-705151089D5A}"/>
              </a:ext>
            </a:extLst>
          </p:cNvPr>
          <p:cNvSpPr>
            <a:spLocks xmlns:a="http://schemas.openxmlformats.org/drawingml/2006/main" noGrp="1"/>
          </p:cNvSpPr>
          <p:nvPr/>
        </p:nvSpPr>
        <p:spPr>
          <a:xfrm xmlns:a="http://schemas.openxmlformats.org/drawingml/2006/main">
            <a:off x="389823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22BAC4C8-3852-4458-A66B-2B6C2A0E288F}"/>
              </a:ext>
            </a:extLst>
          </p:cNvPr>
          <p:cNvSpPr>
            <a:spLocks xmlns:a="http://schemas.openxmlformats.org/drawingml/2006/main" noGrp="1"/>
          </p:cNvSpPr>
          <p:nvPr/>
        </p:nvSpPr>
        <p:spPr>
          <a:xfrm xmlns:a="http://schemas.openxmlformats.org/drawingml/2006/main">
            <a:off x="397723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549C8017-9B6D-47FA-9E41-488060E6AAE7}"/>
              </a:ext>
            </a:extLst>
          </p:cNvPr>
          <p:cNvSpPr>
            <a:spLocks xmlns:a="http://schemas.openxmlformats.org/drawingml/2006/main" noGrp="1"/>
          </p:cNvSpPr>
          <p:nvPr/>
        </p:nvSpPr>
        <p:spPr>
          <a:xfrm xmlns:a="http://schemas.openxmlformats.org/drawingml/2006/main">
            <a:off x="405623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45A9E5BC-7363-49CC-950A-832CC4008649}"/>
              </a:ext>
            </a:extLst>
          </p:cNvPr>
          <p:cNvSpPr>
            <a:spLocks xmlns:a="http://schemas.openxmlformats.org/drawingml/2006/main" noGrp="1"/>
          </p:cNvSpPr>
          <p:nvPr/>
        </p:nvSpPr>
        <p:spPr>
          <a:xfrm xmlns:a="http://schemas.openxmlformats.org/drawingml/2006/main">
            <a:off x="405623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667448D9-8EEA-44E1-AC7A-34C297AE9244}"/>
              </a:ext>
            </a:extLst>
          </p:cNvPr>
          <p:cNvSpPr>
            <a:spLocks xmlns:a="http://schemas.openxmlformats.org/drawingml/2006/main" noGrp="1"/>
          </p:cNvSpPr>
          <p:nvPr/>
        </p:nvSpPr>
        <p:spPr>
          <a:xfrm xmlns:a="http://schemas.openxmlformats.org/drawingml/2006/main">
            <a:off x="405623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B79C4321-7F6C-4EED-8882-2626A40695C6}"/>
              </a:ext>
            </a:extLst>
          </p:cNvPr>
          <p:cNvSpPr>
            <a:spLocks xmlns:a="http://schemas.openxmlformats.org/drawingml/2006/main" noGrp="1"/>
          </p:cNvSpPr>
          <p:nvPr/>
        </p:nvSpPr>
        <p:spPr>
          <a:xfrm xmlns:a="http://schemas.openxmlformats.org/drawingml/2006/main">
            <a:off x="413524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AEBCC297-2BB3-48AC-B43F-6214B6B4C40B}"/>
              </a:ext>
            </a:extLst>
          </p:cNvPr>
          <p:cNvSpPr>
            <a:spLocks xmlns:a="http://schemas.openxmlformats.org/drawingml/2006/main" noGrp="1"/>
          </p:cNvSpPr>
          <p:nvPr/>
        </p:nvSpPr>
        <p:spPr>
          <a:xfrm xmlns:a="http://schemas.openxmlformats.org/drawingml/2006/main">
            <a:off x="413524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E2B2FE4E-996E-4F9A-BC3E-0D7B15050104}"/>
              </a:ext>
            </a:extLst>
          </p:cNvPr>
          <p:cNvSpPr>
            <a:spLocks xmlns:a="http://schemas.openxmlformats.org/drawingml/2006/main" noGrp="1"/>
          </p:cNvSpPr>
          <p:nvPr/>
        </p:nvSpPr>
        <p:spPr>
          <a:xfrm xmlns:a="http://schemas.openxmlformats.org/drawingml/2006/main">
            <a:off x="413524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D13BEB96-AC28-4ACE-987A-9A34F49EE7A6}"/>
              </a:ext>
            </a:extLst>
          </p:cNvPr>
          <p:cNvSpPr>
            <a:spLocks xmlns:a="http://schemas.openxmlformats.org/drawingml/2006/main" noGrp="1"/>
          </p:cNvSpPr>
          <p:nvPr/>
        </p:nvSpPr>
        <p:spPr>
          <a:xfrm xmlns:a="http://schemas.openxmlformats.org/drawingml/2006/main">
            <a:off x="4214244"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72403BC1-E977-4FE2-A68D-3A8196BDF755}"/>
              </a:ext>
            </a:extLst>
          </p:cNvPr>
          <p:cNvSpPr>
            <a:spLocks xmlns:a="http://schemas.openxmlformats.org/drawingml/2006/main" noGrp="1"/>
          </p:cNvSpPr>
          <p:nvPr/>
        </p:nvSpPr>
        <p:spPr>
          <a:xfrm xmlns:a="http://schemas.openxmlformats.org/drawingml/2006/main">
            <a:off x="4214244"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7FA76E68-3066-47A2-9556-59A75E0EE1ED}"/>
              </a:ext>
            </a:extLst>
          </p:cNvPr>
          <p:cNvSpPr>
            <a:spLocks xmlns:a="http://schemas.openxmlformats.org/drawingml/2006/main" noGrp="1"/>
          </p:cNvSpPr>
          <p:nvPr/>
        </p:nvSpPr>
        <p:spPr>
          <a:xfrm xmlns:a="http://schemas.openxmlformats.org/drawingml/2006/main">
            <a:off x="4214244"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11CFD136-68A0-4823-A83A-107FEB2B1702}"/>
              </a:ext>
            </a:extLst>
          </p:cNvPr>
          <p:cNvSpPr>
            <a:spLocks xmlns:a="http://schemas.openxmlformats.org/drawingml/2006/main" noGrp="1"/>
          </p:cNvSpPr>
          <p:nvPr/>
        </p:nvSpPr>
        <p:spPr>
          <a:xfrm xmlns:a="http://schemas.openxmlformats.org/drawingml/2006/main">
            <a:off x="318721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31CC3B35-6BB1-4A42-8AAD-B77830FB4610}"/>
              </a:ext>
            </a:extLst>
          </p:cNvPr>
          <p:cNvSpPr>
            <a:spLocks xmlns:a="http://schemas.openxmlformats.org/drawingml/2006/main" noGrp="1"/>
          </p:cNvSpPr>
          <p:nvPr/>
        </p:nvSpPr>
        <p:spPr>
          <a:xfrm xmlns:a="http://schemas.openxmlformats.org/drawingml/2006/main">
            <a:off x="318721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56D31844-7617-4066-82A3-FCFB9CB7799D}"/>
              </a:ext>
            </a:extLst>
          </p:cNvPr>
          <p:cNvSpPr>
            <a:spLocks xmlns:a="http://schemas.openxmlformats.org/drawingml/2006/main" noGrp="1"/>
          </p:cNvSpPr>
          <p:nvPr/>
        </p:nvSpPr>
        <p:spPr>
          <a:xfrm xmlns:a="http://schemas.openxmlformats.org/drawingml/2006/main">
            <a:off x="326621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1DFA5C18-F1A7-4C64-9A28-3ABEFFC941C2}"/>
              </a:ext>
            </a:extLst>
          </p:cNvPr>
          <p:cNvSpPr>
            <a:spLocks xmlns:a="http://schemas.openxmlformats.org/drawingml/2006/main" noGrp="1"/>
          </p:cNvSpPr>
          <p:nvPr/>
        </p:nvSpPr>
        <p:spPr>
          <a:xfrm xmlns:a="http://schemas.openxmlformats.org/drawingml/2006/main">
            <a:off x="366122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39ED8377-524E-4548-97B5-C8F5000BB0F0}"/>
              </a:ext>
            </a:extLst>
          </p:cNvPr>
          <p:cNvSpPr>
            <a:spLocks xmlns:a="http://schemas.openxmlformats.org/drawingml/2006/main" noGrp="1"/>
          </p:cNvSpPr>
          <p:nvPr/>
        </p:nvSpPr>
        <p:spPr>
          <a:xfrm xmlns:a="http://schemas.openxmlformats.org/drawingml/2006/main">
            <a:off x="3661226"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21C0C858-064B-4978-BCDD-A32AD071F644}"/>
              </a:ext>
            </a:extLst>
          </p:cNvPr>
          <p:cNvSpPr>
            <a:spLocks xmlns:a="http://schemas.openxmlformats.org/drawingml/2006/main" noGrp="1"/>
          </p:cNvSpPr>
          <p:nvPr/>
        </p:nvSpPr>
        <p:spPr>
          <a:xfrm xmlns:a="http://schemas.openxmlformats.org/drawingml/2006/main">
            <a:off x="3740229"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CEB02D8D-3743-49E7-8812-3B1D81671E64}"/>
              </a:ext>
            </a:extLst>
          </p:cNvPr>
          <p:cNvSpPr>
            <a:spLocks xmlns:a="http://schemas.openxmlformats.org/drawingml/2006/main" noGrp="1"/>
          </p:cNvSpPr>
          <p:nvPr/>
        </p:nvSpPr>
        <p:spPr>
          <a:xfrm xmlns:a="http://schemas.openxmlformats.org/drawingml/2006/main">
            <a:off x="3740229"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0E26F67F-DCD8-4420-B9A3-40D0A2655EC8}"/>
              </a:ext>
            </a:extLst>
          </p:cNvPr>
          <p:cNvSpPr>
            <a:spLocks xmlns:a="http://schemas.openxmlformats.org/drawingml/2006/main" noGrp="1"/>
          </p:cNvSpPr>
          <p:nvPr/>
        </p:nvSpPr>
        <p:spPr>
          <a:xfrm xmlns:a="http://schemas.openxmlformats.org/drawingml/2006/main">
            <a:off x="381923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DEC337FF-463A-43BF-A6AD-D7053036762F}"/>
              </a:ext>
            </a:extLst>
          </p:cNvPr>
          <p:cNvSpPr>
            <a:spLocks xmlns:a="http://schemas.openxmlformats.org/drawingml/2006/main" noGrp="1"/>
          </p:cNvSpPr>
          <p:nvPr/>
        </p:nvSpPr>
        <p:spPr>
          <a:xfrm xmlns:a="http://schemas.openxmlformats.org/drawingml/2006/main">
            <a:off x="3819231"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D8477BBB-619F-42D7-8912-CFE090CAB064}"/>
              </a:ext>
            </a:extLst>
          </p:cNvPr>
          <p:cNvSpPr>
            <a:spLocks xmlns:a="http://schemas.openxmlformats.org/drawingml/2006/main" noGrp="1"/>
          </p:cNvSpPr>
          <p:nvPr/>
        </p:nvSpPr>
        <p:spPr>
          <a:xfrm xmlns:a="http://schemas.openxmlformats.org/drawingml/2006/main">
            <a:off x="389823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6FBC50C3-D163-459D-AED4-C7D12A3ED791}"/>
              </a:ext>
            </a:extLst>
          </p:cNvPr>
          <p:cNvSpPr>
            <a:spLocks xmlns:a="http://schemas.openxmlformats.org/drawingml/2006/main" noGrp="1"/>
          </p:cNvSpPr>
          <p:nvPr/>
        </p:nvSpPr>
        <p:spPr>
          <a:xfrm xmlns:a="http://schemas.openxmlformats.org/drawingml/2006/main">
            <a:off x="3898234"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2B1D85D4-BC37-4089-8723-62857108BE89}"/>
              </a:ext>
            </a:extLst>
          </p:cNvPr>
          <p:cNvSpPr>
            <a:spLocks xmlns:a="http://schemas.openxmlformats.org/drawingml/2006/main" noGrp="1"/>
          </p:cNvSpPr>
          <p:nvPr/>
        </p:nvSpPr>
        <p:spPr>
          <a:xfrm xmlns:a="http://schemas.openxmlformats.org/drawingml/2006/main">
            <a:off x="397723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1C9652D5-0391-4BD9-8120-206151F6D471}"/>
              </a:ext>
            </a:extLst>
          </p:cNvPr>
          <p:cNvSpPr>
            <a:spLocks xmlns:a="http://schemas.openxmlformats.org/drawingml/2006/main" noGrp="1"/>
          </p:cNvSpPr>
          <p:nvPr/>
        </p:nvSpPr>
        <p:spPr>
          <a:xfrm xmlns:a="http://schemas.openxmlformats.org/drawingml/2006/main">
            <a:off x="4293246"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D7D1A2C7-166E-4108-8BF8-DDD19D39D596}"/>
              </a:ext>
            </a:extLst>
          </p:cNvPr>
          <p:cNvSpPr>
            <a:spLocks xmlns:a="http://schemas.openxmlformats.org/drawingml/2006/main" noGrp="1"/>
          </p:cNvSpPr>
          <p:nvPr/>
        </p:nvSpPr>
        <p:spPr>
          <a:xfrm xmlns:a="http://schemas.openxmlformats.org/drawingml/2006/main">
            <a:off x="4293246"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E729B894-D4AF-48BD-BED9-E6D56954053B}"/>
              </a:ext>
            </a:extLst>
          </p:cNvPr>
          <p:cNvSpPr>
            <a:spLocks xmlns:a="http://schemas.openxmlformats.org/drawingml/2006/main" noGrp="1"/>
          </p:cNvSpPr>
          <p:nvPr/>
        </p:nvSpPr>
        <p:spPr>
          <a:xfrm xmlns:a="http://schemas.openxmlformats.org/drawingml/2006/main">
            <a:off x="4293246"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80E70527-373E-4308-BF6C-4EF28C98CA57}"/>
              </a:ext>
            </a:extLst>
          </p:cNvPr>
          <p:cNvSpPr>
            <a:spLocks xmlns:a="http://schemas.openxmlformats.org/drawingml/2006/main" noGrp="1"/>
          </p:cNvSpPr>
          <p:nvPr/>
        </p:nvSpPr>
        <p:spPr>
          <a:xfrm xmlns:a="http://schemas.openxmlformats.org/drawingml/2006/main">
            <a:off x="4372249"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E10D1779-A493-4AA5-A943-71A1D5062092}"/>
              </a:ext>
            </a:extLst>
          </p:cNvPr>
          <p:cNvSpPr>
            <a:spLocks xmlns:a="http://schemas.openxmlformats.org/drawingml/2006/main" noGrp="1"/>
          </p:cNvSpPr>
          <p:nvPr/>
        </p:nvSpPr>
        <p:spPr>
          <a:xfrm xmlns:a="http://schemas.openxmlformats.org/drawingml/2006/main">
            <a:off x="4372249"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82CB1FAB-43BD-4201-96BC-E27AFBCED596}"/>
              </a:ext>
            </a:extLst>
          </p:cNvPr>
          <p:cNvSpPr>
            <a:spLocks xmlns:a="http://schemas.openxmlformats.org/drawingml/2006/main" noGrp="1"/>
          </p:cNvSpPr>
          <p:nvPr/>
        </p:nvSpPr>
        <p:spPr>
          <a:xfrm xmlns:a="http://schemas.openxmlformats.org/drawingml/2006/main">
            <a:off x="4451251"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F3337DEE-3EF2-4BA4-ADD4-0C7613CC22F9}"/>
              </a:ext>
            </a:extLst>
          </p:cNvPr>
          <p:cNvSpPr>
            <a:spLocks xmlns:a="http://schemas.openxmlformats.org/drawingml/2006/main" noGrp="1"/>
          </p:cNvSpPr>
          <p:nvPr/>
        </p:nvSpPr>
        <p:spPr>
          <a:xfrm xmlns:a="http://schemas.openxmlformats.org/drawingml/2006/main">
            <a:off x="4451251"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D6290C44-E223-418F-AC39-D6E298CEB324}"/>
              </a:ext>
            </a:extLst>
          </p:cNvPr>
          <p:cNvSpPr>
            <a:spLocks xmlns:a="http://schemas.openxmlformats.org/drawingml/2006/main" noGrp="1"/>
          </p:cNvSpPr>
          <p:nvPr/>
        </p:nvSpPr>
        <p:spPr>
          <a:xfrm xmlns:a="http://schemas.openxmlformats.org/drawingml/2006/main">
            <a:off x="4451251"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CAD6EA"/>
          </a:solidFill>
          <a:ln xmlns:a="http://schemas.openxmlformats.org/drawingml/2006/main" w="2452">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A92354DE-231A-4FC5-A65C-188AD69CD324}"/>
              </a:ext>
            </a:extLst>
          </p:cNvPr>
          <p:cNvSpPr>
            <a:spLocks xmlns:a="http://schemas.openxmlformats.org/drawingml/2006/main" noGrp="1"/>
          </p:cNvSpPr>
          <p:nvPr/>
        </p:nvSpPr>
        <p:spPr>
          <a:xfrm xmlns:a="http://schemas.openxmlformats.org/drawingml/2006/main">
            <a:off x="4530254"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6C26F29C-20BC-4877-A527-F2465EB06162}"/>
              </a:ext>
            </a:extLst>
          </p:cNvPr>
          <p:cNvSpPr>
            <a:spLocks xmlns:a="http://schemas.openxmlformats.org/drawingml/2006/main" noGrp="1"/>
          </p:cNvSpPr>
          <p:nvPr/>
        </p:nvSpPr>
        <p:spPr>
          <a:xfrm xmlns:a="http://schemas.openxmlformats.org/drawingml/2006/main">
            <a:off x="318721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F40A6F17-1771-4F4A-AE0B-58D71DD84ED0}"/>
              </a:ext>
            </a:extLst>
          </p:cNvPr>
          <p:cNvSpPr>
            <a:spLocks xmlns:a="http://schemas.openxmlformats.org/drawingml/2006/main" noGrp="1"/>
          </p:cNvSpPr>
          <p:nvPr/>
        </p:nvSpPr>
        <p:spPr>
          <a:xfrm xmlns:a="http://schemas.openxmlformats.org/drawingml/2006/main">
            <a:off x="3187211" y="281623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D5ADB2F1-8325-4002-90B2-628C26A18368}"/>
              </a:ext>
            </a:extLst>
          </p:cNvPr>
          <p:cNvSpPr>
            <a:spLocks xmlns:a="http://schemas.openxmlformats.org/drawingml/2006/main" noGrp="1"/>
          </p:cNvSpPr>
          <p:nvPr/>
        </p:nvSpPr>
        <p:spPr>
          <a:xfrm xmlns:a="http://schemas.openxmlformats.org/drawingml/2006/main">
            <a:off x="3187211"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8C1251B5-0AD0-476E-AC6E-8AE5FE41F876}"/>
              </a:ext>
            </a:extLst>
          </p:cNvPr>
          <p:cNvSpPr>
            <a:spLocks xmlns:a="http://schemas.openxmlformats.org/drawingml/2006/main" noGrp="1"/>
          </p:cNvSpPr>
          <p:nvPr/>
        </p:nvSpPr>
        <p:spPr>
          <a:xfrm xmlns:a="http://schemas.openxmlformats.org/drawingml/2006/main">
            <a:off x="3266214"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B4B55711-9574-40E2-9806-D16AB7260409}"/>
              </a:ext>
            </a:extLst>
          </p:cNvPr>
          <p:cNvSpPr>
            <a:spLocks xmlns:a="http://schemas.openxmlformats.org/drawingml/2006/main" noGrp="1"/>
          </p:cNvSpPr>
          <p:nvPr/>
        </p:nvSpPr>
        <p:spPr>
          <a:xfrm xmlns:a="http://schemas.openxmlformats.org/drawingml/2006/main">
            <a:off x="3266214" y="289576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E454D5B0-5F5D-49FE-B42B-F50F249BE85B}"/>
              </a:ext>
            </a:extLst>
          </p:cNvPr>
          <p:cNvSpPr>
            <a:spLocks xmlns:a="http://schemas.openxmlformats.org/drawingml/2006/main" noGrp="1"/>
          </p:cNvSpPr>
          <p:nvPr/>
        </p:nvSpPr>
        <p:spPr>
          <a:xfrm xmlns:a="http://schemas.openxmlformats.org/drawingml/2006/main">
            <a:off x="3266214" y="281623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AD8"/>
          </a:solidFill>
          <a:ln xmlns:a="http://schemas.openxmlformats.org/drawingml/2006/main" w="2452">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4250B401-101E-4877-ABE0-8116CD4735B5}"/>
              </a:ext>
            </a:extLst>
          </p:cNvPr>
          <p:cNvSpPr>
            <a:spLocks xmlns:a="http://schemas.openxmlformats.org/drawingml/2006/main" noGrp="1"/>
          </p:cNvSpPr>
          <p:nvPr/>
        </p:nvSpPr>
        <p:spPr>
          <a:xfrm xmlns:a="http://schemas.openxmlformats.org/drawingml/2006/main">
            <a:off x="3266214"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8C15CF08-D6D0-4462-BF2C-3FD006956DEE}"/>
              </a:ext>
            </a:extLst>
          </p:cNvPr>
          <p:cNvSpPr>
            <a:spLocks xmlns:a="http://schemas.openxmlformats.org/drawingml/2006/main" noGrp="1"/>
          </p:cNvSpPr>
          <p:nvPr/>
        </p:nvSpPr>
        <p:spPr>
          <a:xfrm xmlns:a="http://schemas.openxmlformats.org/drawingml/2006/main">
            <a:off x="3266214" y="265716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5E1E0"/>
          </a:solidFill>
          <a:ln xmlns:a="http://schemas.openxmlformats.org/drawingml/2006/main" w="2452">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3195894A-3228-4C51-BD42-95CB8266C82F}"/>
              </a:ext>
            </a:extLst>
          </p:cNvPr>
          <p:cNvSpPr>
            <a:spLocks xmlns:a="http://schemas.openxmlformats.org/drawingml/2006/main" noGrp="1"/>
          </p:cNvSpPr>
          <p:nvPr/>
        </p:nvSpPr>
        <p:spPr>
          <a:xfrm xmlns:a="http://schemas.openxmlformats.org/drawingml/2006/main">
            <a:off x="3266214" y="257762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88B85"/>
          </a:solidFill>
          <a:ln xmlns:a="http://schemas.openxmlformats.org/drawingml/2006/main" w="2452">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7EBFE030-A310-4247-BE65-D99FDA0395E5}"/>
              </a:ext>
            </a:extLst>
          </p:cNvPr>
          <p:cNvSpPr>
            <a:spLocks xmlns:a="http://schemas.openxmlformats.org/drawingml/2006/main" noGrp="1"/>
          </p:cNvSpPr>
          <p:nvPr/>
        </p:nvSpPr>
        <p:spPr>
          <a:xfrm xmlns:a="http://schemas.openxmlformats.org/drawingml/2006/main">
            <a:off x="3345216" y="281623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360B22BE-6FC3-49A7-8BCA-8E9183A032B3}"/>
              </a:ext>
            </a:extLst>
          </p:cNvPr>
          <p:cNvSpPr>
            <a:spLocks xmlns:a="http://schemas.openxmlformats.org/drawingml/2006/main" noGrp="1"/>
          </p:cNvSpPr>
          <p:nvPr/>
        </p:nvSpPr>
        <p:spPr>
          <a:xfrm xmlns:a="http://schemas.openxmlformats.org/drawingml/2006/main">
            <a:off x="3345216"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7D5"/>
          </a:solidFill>
          <a:ln xmlns:a="http://schemas.openxmlformats.org/drawingml/2006/main" w="2452">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79FF0C11-DDEA-4DD4-A2FE-DBF8E40CF777}"/>
              </a:ext>
            </a:extLst>
          </p:cNvPr>
          <p:cNvSpPr>
            <a:spLocks xmlns:a="http://schemas.openxmlformats.org/drawingml/2006/main" noGrp="1"/>
          </p:cNvSpPr>
          <p:nvPr/>
        </p:nvSpPr>
        <p:spPr>
          <a:xfrm xmlns:a="http://schemas.openxmlformats.org/drawingml/2006/main">
            <a:off x="3345216"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C1A74102-D232-4961-8A92-9F5943C473E7}"/>
              </a:ext>
            </a:extLst>
          </p:cNvPr>
          <p:cNvSpPr>
            <a:spLocks xmlns:a="http://schemas.openxmlformats.org/drawingml/2006/main" noGrp="1"/>
          </p:cNvSpPr>
          <p:nvPr/>
        </p:nvSpPr>
        <p:spPr>
          <a:xfrm xmlns:a="http://schemas.openxmlformats.org/drawingml/2006/main">
            <a:off x="3345216"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CE72D7EC-03F1-4447-82AC-F3D017E6169F}"/>
              </a:ext>
            </a:extLst>
          </p:cNvPr>
          <p:cNvSpPr>
            <a:spLocks xmlns:a="http://schemas.openxmlformats.org/drawingml/2006/main" noGrp="1"/>
          </p:cNvSpPr>
          <p:nvPr/>
        </p:nvSpPr>
        <p:spPr>
          <a:xfrm xmlns:a="http://schemas.openxmlformats.org/drawingml/2006/main">
            <a:off x="3424219" y="281623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9FB8305C-B559-43CD-9DB2-87F29D40D3ED}"/>
              </a:ext>
            </a:extLst>
          </p:cNvPr>
          <p:cNvSpPr>
            <a:spLocks xmlns:a="http://schemas.openxmlformats.org/drawingml/2006/main" noGrp="1"/>
          </p:cNvSpPr>
          <p:nvPr/>
        </p:nvSpPr>
        <p:spPr>
          <a:xfrm xmlns:a="http://schemas.openxmlformats.org/drawingml/2006/main">
            <a:off x="3424219"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19B9791A-AC97-48B9-BC4B-40872990AF1A}"/>
              </a:ext>
            </a:extLst>
          </p:cNvPr>
          <p:cNvSpPr>
            <a:spLocks xmlns:a="http://schemas.openxmlformats.org/drawingml/2006/main" noGrp="1"/>
          </p:cNvSpPr>
          <p:nvPr/>
        </p:nvSpPr>
        <p:spPr>
          <a:xfrm xmlns:a="http://schemas.openxmlformats.org/drawingml/2006/main">
            <a:off x="3503221"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8437559E-23C8-4B43-8113-A53F97E45E5E}"/>
              </a:ext>
            </a:extLst>
          </p:cNvPr>
          <p:cNvSpPr>
            <a:spLocks xmlns:a="http://schemas.openxmlformats.org/drawingml/2006/main" noGrp="1"/>
          </p:cNvSpPr>
          <p:nvPr/>
        </p:nvSpPr>
        <p:spPr>
          <a:xfrm xmlns:a="http://schemas.openxmlformats.org/drawingml/2006/main">
            <a:off x="350322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257CE77E-8AFB-4616-BA08-DD48D84E74AB}"/>
              </a:ext>
            </a:extLst>
          </p:cNvPr>
          <p:cNvSpPr>
            <a:spLocks xmlns:a="http://schemas.openxmlformats.org/drawingml/2006/main" noGrp="1"/>
          </p:cNvSpPr>
          <p:nvPr/>
        </p:nvSpPr>
        <p:spPr>
          <a:xfrm xmlns:a="http://schemas.openxmlformats.org/drawingml/2006/main">
            <a:off x="3503221"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37A85449-366E-4056-86FF-F80A7B5C3E5C}"/>
              </a:ext>
            </a:extLst>
          </p:cNvPr>
          <p:cNvSpPr>
            <a:spLocks xmlns:a="http://schemas.openxmlformats.org/drawingml/2006/main" noGrp="1"/>
          </p:cNvSpPr>
          <p:nvPr/>
        </p:nvSpPr>
        <p:spPr>
          <a:xfrm xmlns:a="http://schemas.openxmlformats.org/drawingml/2006/main">
            <a:off x="3582224"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CDB"/>
          </a:solidFill>
          <a:ln xmlns:a="http://schemas.openxmlformats.org/drawingml/2006/main" w="2452">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A42F60C1-EA60-4D65-95F0-AB9985D25684}"/>
              </a:ext>
            </a:extLst>
          </p:cNvPr>
          <p:cNvSpPr>
            <a:spLocks xmlns:a="http://schemas.openxmlformats.org/drawingml/2006/main" noGrp="1"/>
          </p:cNvSpPr>
          <p:nvPr/>
        </p:nvSpPr>
        <p:spPr>
          <a:xfrm xmlns:a="http://schemas.openxmlformats.org/drawingml/2006/main">
            <a:off x="3582224"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2F4BB017-FC9C-4DA3-AB43-4A8A8E526B46}"/>
              </a:ext>
            </a:extLst>
          </p:cNvPr>
          <p:cNvSpPr>
            <a:spLocks xmlns:a="http://schemas.openxmlformats.org/drawingml/2006/main" noGrp="1"/>
          </p:cNvSpPr>
          <p:nvPr/>
        </p:nvSpPr>
        <p:spPr>
          <a:xfrm xmlns:a="http://schemas.openxmlformats.org/drawingml/2006/main">
            <a:off x="3582224"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34B26D2E-7B1F-4600-ADFE-F9629E9D2002}"/>
              </a:ext>
            </a:extLst>
          </p:cNvPr>
          <p:cNvSpPr>
            <a:spLocks xmlns:a="http://schemas.openxmlformats.org/drawingml/2006/main" noGrp="1"/>
          </p:cNvSpPr>
          <p:nvPr/>
        </p:nvSpPr>
        <p:spPr>
          <a:xfrm xmlns:a="http://schemas.openxmlformats.org/drawingml/2006/main">
            <a:off x="3582224"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CE431B37-8962-4522-B2B2-725CA9B20E60}"/>
              </a:ext>
            </a:extLst>
          </p:cNvPr>
          <p:cNvSpPr>
            <a:spLocks xmlns:a="http://schemas.openxmlformats.org/drawingml/2006/main" noGrp="1"/>
          </p:cNvSpPr>
          <p:nvPr/>
        </p:nvSpPr>
        <p:spPr>
          <a:xfrm xmlns:a="http://schemas.openxmlformats.org/drawingml/2006/main">
            <a:off x="3582224" y="289576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1D8318C2-86FB-4A85-B7FB-ECAB1FDA2FD5}"/>
              </a:ext>
            </a:extLst>
          </p:cNvPr>
          <p:cNvSpPr>
            <a:spLocks xmlns:a="http://schemas.openxmlformats.org/drawingml/2006/main" noGrp="1"/>
          </p:cNvSpPr>
          <p:nvPr/>
        </p:nvSpPr>
        <p:spPr>
          <a:xfrm xmlns:a="http://schemas.openxmlformats.org/drawingml/2006/main">
            <a:off x="3661226"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236863FD-297A-484C-9C8F-58407EEEA241}"/>
              </a:ext>
            </a:extLst>
          </p:cNvPr>
          <p:cNvSpPr>
            <a:spLocks xmlns:a="http://schemas.openxmlformats.org/drawingml/2006/main" noGrp="1"/>
          </p:cNvSpPr>
          <p:nvPr/>
        </p:nvSpPr>
        <p:spPr>
          <a:xfrm xmlns:a="http://schemas.openxmlformats.org/drawingml/2006/main">
            <a:off x="366122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8E1EF"/>
          </a:solidFill>
          <a:ln xmlns:a="http://schemas.openxmlformats.org/drawingml/2006/main" w="2452">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CE16130D-D874-41C6-BB26-DE9073E46E17}"/>
              </a:ext>
            </a:extLst>
          </p:cNvPr>
          <p:cNvSpPr>
            <a:spLocks xmlns:a="http://schemas.openxmlformats.org/drawingml/2006/main" noGrp="1"/>
          </p:cNvSpPr>
          <p:nvPr/>
        </p:nvSpPr>
        <p:spPr>
          <a:xfrm xmlns:a="http://schemas.openxmlformats.org/drawingml/2006/main">
            <a:off x="3661226"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FB27A139-98AA-4567-8A2E-3B256B3A91E8}"/>
              </a:ext>
            </a:extLst>
          </p:cNvPr>
          <p:cNvSpPr>
            <a:spLocks xmlns:a="http://schemas.openxmlformats.org/drawingml/2006/main" noGrp="1"/>
          </p:cNvSpPr>
          <p:nvPr/>
        </p:nvSpPr>
        <p:spPr>
          <a:xfrm xmlns:a="http://schemas.openxmlformats.org/drawingml/2006/main">
            <a:off x="3661226"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DC2206FB-DB51-4E50-ABE1-3788753A3AF9}"/>
              </a:ext>
            </a:extLst>
          </p:cNvPr>
          <p:cNvSpPr>
            <a:spLocks xmlns:a="http://schemas.openxmlformats.org/drawingml/2006/main" noGrp="1"/>
          </p:cNvSpPr>
          <p:nvPr/>
        </p:nvSpPr>
        <p:spPr>
          <a:xfrm xmlns:a="http://schemas.openxmlformats.org/drawingml/2006/main">
            <a:off x="3740229"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65205A60-FBCC-40F9-AD31-1C680F118F3E}"/>
              </a:ext>
            </a:extLst>
          </p:cNvPr>
          <p:cNvSpPr>
            <a:spLocks xmlns:a="http://schemas.openxmlformats.org/drawingml/2006/main" noGrp="1"/>
          </p:cNvSpPr>
          <p:nvPr/>
        </p:nvSpPr>
        <p:spPr>
          <a:xfrm xmlns:a="http://schemas.openxmlformats.org/drawingml/2006/main">
            <a:off x="374022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6E5E4"/>
          </a:solidFill>
          <a:ln xmlns:a="http://schemas.openxmlformats.org/drawingml/2006/main" w="2452">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B8BA7D2A-762C-47DA-8610-CD75090843BF}"/>
              </a:ext>
            </a:extLst>
          </p:cNvPr>
          <p:cNvSpPr>
            <a:spLocks xmlns:a="http://schemas.openxmlformats.org/drawingml/2006/main" noGrp="1"/>
          </p:cNvSpPr>
          <p:nvPr/>
        </p:nvSpPr>
        <p:spPr>
          <a:xfrm xmlns:a="http://schemas.openxmlformats.org/drawingml/2006/main">
            <a:off x="3740229"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95A982AC-36FF-412F-9752-DFB94712C681}"/>
              </a:ext>
            </a:extLst>
          </p:cNvPr>
          <p:cNvSpPr>
            <a:spLocks xmlns:a="http://schemas.openxmlformats.org/drawingml/2006/main" noGrp="1"/>
          </p:cNvSpPr>
          <p:nvPr/>
        </p:nvSpPr>
        <p:spPr>
          <a:xfrm xmlns:a="http://schemas.openxmlformats.org/drawingml/2006/main">
            <a:off x="3740229"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4DDDC"/>
          </a:solidFill>
          <a:ln xmlns:a="http://schemas.openxmlformats.org/drawingml/2006/main" w="2452">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96EB5B36-D302-414D-B528-D2AE535BDCC7}"/>
              </a:ext>
            </a:extLst>
          </p:cNvPr>
          <p:cNvSpPr>
            <a:spLocks xmlns:a="http://schemas.openxmlformats.org/drawingml/2006/main" noGrp="1"/>
          </p:cNvSpPr>
          <p:nvPr/>
        </p:nvSpPr>
        <p:spPr>
          <a:xfrm xmlns:a="http://schemas.openxmlformats.org/drawingml/2006/main">
            <a:off x="381923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F5F4CE94-7DED-40A6-8C67-45640399D451}"/>
              </a:ext>
            </a:extLst>
          </p:cNvPr>
          <p:cNvSpPr>
            <a:spLocks xmlns:a="http://schemas.openxmlformats.org/drawingml/2006/main" noGrp="1"/>
          </p:cNvSpPr>
          <p:nvPr/>
        </p:nvSpPr>
        <p:spPr>
          <a:xfrm xmlns:a="http://schemas.openxmlformats.org/drawingml/2006/main">
            <a:off x="381923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82E732B6-DA34-4D35-AFAC-6812B1788972}"/>
              </a:ext>
            </a:extLst>
          </p:cNvPr>
          <p:cNvSpPr>
            <a:spLocks xmlns:a="http://schemas.openxmlformats.org/drawingml/2006/main" noGrp="1"/>
          </p:cNvSpPr>
          <p:nvPr/>
        </p:nvSpPr>
        <p:spPr>
          <a:xfrm xmlns:a="http://schemas.openxmlformats.org/drawingml/2006/main">
            <a:off x="3819231"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6E5E4"/>
          </a:solidFill>
          <a:ln xmlns:a="http://schemas.openxmlformats.org/drawingml/2006/main" w="2452">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237A3496-5A3B-4B9D-949C-5AB1A5378E54}"/>
              </a:ext>
            </a:extLst>
          </p:cNvPr>
          <p:cNvSpPr>
            <a:spLocks xmlns:a="http://schemas.openxmlformats.org/drawingml/2006/main" noGrp="1"/>
          </p:cNvSpPr>
          <p:nvPr/>
        </p:nvSpPr>
        <p:spPr>
          <a:xfrm xmlns:a="http://schemas.openxmlformats.org/drawingml/2006/main">
            <a:off x="3819231"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7D5"/>
          </a:solidFill>
          <a:ln xmlns:a="http://schemas.openxmlformats.org/drawingml/2006/main" w="2452">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84E01730-182E-438E-85BD-41C345DE3D28}"/>
              </a:ext>
            </a:extLst>
          </p:cNvPr>
          <p:cNvSpPr>
            <a:spLocks xmlns:a="http://schemas.openxmlformats.org/drawingml/2006/main" noGrp="1"/>
          </p:cNvSpPr>
          <p:nvPr/>
        </p:nvSpPr>
        <p:spPr>
          <a:xfrm xmlns:a="http://schemas.openxmlformats.org/drawingml/2006/main">
            <a:off x="381923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7F1390B9-D947-4B8A-BCF6-0C598F1F5513}"/>
              </a:ext>
            </a:extLst>
          </p:cNvPr>
          <p:cNvSpPr>
            <a:spLocks xmlns:a="http://schemas.openxmlformats.org/drawingml/2006/main" noGrp="1"/>
          </p:cNvSpPr>
          <p:nvPr/>
        </p:nvSpPr>
        <p:spPr>
          <a:xfrm xmlns:a="http://schemas.openxmlformats.org/drawingml/2006/main">
            <a:off x="3898234"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ABF4922E-0DB3-4774-83E9-61C6B0DBD3B3}"/>
              </a:ext>
            </a:extLst>
          </p:cNvPr>
          <p:cNvSpPr>
            <a:spLocks xmlns:a="http://schemas.openxmlformats.org/drawingml/2006/main" noGrp="1"/>
          </p:cNvSpPr>
          <p:nvPr/>
        </p:nvSpPr>
        <p:spPr>
          <a:xfrm xmlns:a="http://schemas.openxmlformats.org/drawingml/2006/main">
            <a:off x="3898234"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CC6C3"/>
          </a:solidFill>
          <a:ln xmlns:a="http://schemas.openxmlformats.org/drawingml/2006/main" w="2452">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EB5AF176-2052-4322-974B-98E5BDBDE9C8}"/>
              </a:ext>
            </a:extLst>
          </p:cNvPr>
          <p:cNvSpPr>
            <a:spLocks xmlns:a="http://schemas.openxmlformats.org/drawingml/2006/main" noGrp="1"/>
          </p:cNvSpPr>
          <p:nvPr/>
        </p:nvSpPr>
        <p:spPr>
          <a:xfrm xmlns:a="http://schemas.openxmlformats.org/drawingml/2006/main">
            <a:off x="3898234"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6E5E4"/>
          </a:solidFill>
          <a:ln xmlns:a="http://schemas.openxmlformats.org/drawingml/2006/main" w="2452">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2A764B9F-560C-4570-9839-A3730BE11EAD}"/>
              </a:ext>
            </a:extLst>
          </p:cNvPr>
          <p:cNvSpPr>
            <a:spLocks xmlns:a="http://schemas.openxmlformats.org/drawingml/2006/main" noGrp="1"/>
          </p:cNvSpPr>
          <p:nvPr/>
        </p:nvSpPr>
        <p:spPr>
          <a:xfrm xmlns:a="http://schemas.openxmlformats.org/drawingml/2006/main">
            <a:off x="3898234"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70C87ABB-A18A-4836-BEFF-1446D7A40A05}"/>
              </a:ext>
            </a:extLst>
          </p:cNvPr>
          <p:cNvSpPr>
            <a:spLocks xmlns:a="http://schemas.openxmlformats.org/drawingml/2006/main" noGrp="1"/>
          </p:cNvSpPr>
          <p:nvPr/>
        </p:nvSpPr>
        <p:spPr>
          <a:xfrm xmlns:a="http://schemas.openxmlformats.org/drawingml/2006/main">
            <a:off x="3898234" y="289576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E9B49B13-D45B-4348-A29E-338B896D30F4}"/>
              </a:ext>
            </a:extLst>
          </p:cNvPr>
          <p:cNvSpPr>
            <a:spLocks xmlns:a="http://schemas.openxmlformats.org/drawingml/2006/main" noGrp="1"/>
          </p:cNvSpPr>
          <p:nvPr/>
        </p:nvSpPr>
        <p:spPr>
          <a:xfrm xmlns:a="http://schemas.openxmlformats.org/drawingml/2006/main">
            <a:off x="3898234" y="281623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6E3ADE08-A900-4F94-ACCC-122B104D0C89}"/>
              </a:ext>
            </a:extLst>
          </p:cNvPr>
          <p:cNvSpPr>
            <a:spLocks xmlns:a="http://schemas.openxmlformats.org/drawingml/2006/main" noGrp="1"/>
          </p:cNvSpPr>
          <p:nvPr/>
        </p:nvSpPr>
        <p:spPr>
          <a:xfrm xmlns:a="http://schemas.openxmlformats.org/drawingml/2006/main">
            <a:off x="397723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11BC6C5A-2A75-40AC-B6F8-51B567B3AEF8}"/>
              </a:ext>
            </a:extLst>
          </p:cNvPr>
          <p:cNvSpPr>
            <a:spLocks xmlns:a="http://schemas.openxmlformats.org/drawingml/2006/main" noGrp="1"/>
          </p:cNvSpPr>
          <p:nvPr/>
        </p:nvSpPr>
        <p:spPr>
          <a:xfrm xmlns:a="http://schemas.openxmlformats.org/drawingml/2006/main">
            <a:off x="3977236"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16C091DA-8F10-49F4-B2A5-B4520E1FA958}"/>
              </a:ext>
            </a:extLst>
          </p:cNvPr>
          <p:cNvSpPr>
            <a:spLocks xmlns:a="http://schemas.openxmlformats.org/drawingml/2006/main" noGrp="1"/>
          </p:cNvSpPr>
          <p:nvPr/>
        </p:nvSpPr>
        <p:spPr>
          <a:xfrm xmlns:a="http://schemas.openxmlformats.org/drawingml/2006/main">
            <a:off x="3977236"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822CD34D-05B4-433E-B5A0-474A01F8E91D}"/>
              </a:ext>
            </a:extLst>
          </p:cNvPr>
          <p:cNvSpPr>
            <a:spLocks xmlns:a="http://schemas.openxmlformats.org/drawingml/2006/main" noGrp="1"/>
          </p:cNvSpPr>
          <p:nvPr/>
        </p:nvSpPr>
        <p:spPr>
          <a:xfrm xmlns:a="http://schemas.openxmlformats.org/drawingml/2006/main">
            <a:off x="3977236"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FB8C75DF-3281-4B94-97D7-D38A44533153}"/>
              </a:ext>
            </a:extLst>
          </p:cNvPr>
          <p:cNvSpPr>
            <a:spLocks xmlns:a="http://schemas.openxmlformats.org/drawingml/2006/main" noGrp="1"/>
          </p:cNvSpPr>
          <p:nvPr/>
        </p:nvSpPr>
        <p:spPr>
          <a:xfrm xmlns:a="http://schemas.openxmlformats.org/drawingml/2006/main">
            <a:off x="405623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E9ED697C-EA0B-4B84-B4AA-1F69B8C3DB8E}"/>
              </a:ext>
            </a:extLst>
          </p:cNvPr>
          <p:cNvSpPr>
            <a:spLocks xmlns:a="http://schemas.openxmlformats.org/drawingml/2006/main" noGrp="1"/>
          </p:cNvSpPr>
          <p:nvPr/>
        </p:nvSpPr>
        <p:spPr>
          <a:xfrm xmlns:a="http://schemas.openxmlformats.org/drawingml/2006/main">
            <a:off x="413524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D388265C-F58C-4C2C-B4DB-8F26FFE3D6EF}"/>
              </a:ext>
            </a:extLst>
          </p:cNvPr>
          <p:cNvSpPr>
            <a:spLocks xmlns:a="http://schemas.openxmlformats.org/drawingml/2006/main" noGrp="1"/>
          </p:cNvSpPr>
          <p:nvPr/>
        </p:nvSpPr>
        <p:spPr>
          <a:xfrm xmlns:a="http://schemas.openxmlformats.org/drawingml/2006/main">
            <a:off x="413524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9F838377-F4BC-452C-AEC7-C1546F43A38E}"/>
              </a:ext>
            </a:extLst>
          </p:cNvPr>
          <p:cNvSpPr>
            <a:spLocks xmlns:a="http://schemas.openxmlformats.org/drawingml/2006/main" noGrp="1"/>
          </p:cNvSpPr>
          <p:nvPr/>
        </p:nvSpPr>
        <p:spPr>
          <a:xfrm xmlns:a="http://schemas.openxmlformats.org/drawingml/2006/main">
            <a:off x="413524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91F061D1-3666-411D-A7B8-E0B32ABA4D02}"/>
              </a:ext>
            </a:extLst>
          </p:cNvPr>
          <p:cNvSpPr>
            <a:spLocks xmlns:a="http://schemas.openxmlformats.org/drawingml/2006/main" noGrp="1"/>
          </p:cNvSpPr>
          <p:nvPr/>
        </p:nvSpPr>
        <p:spPr>
          <a:xfrm xmlns:a="http://schemas.openxmlformats.org/drawingml/2006/main">
            <a:off x="4135241"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497B55F5-6E20-4B99-9FF4-A4410B8FFF69}"/>
              </a:ext>
            </a:extLst>
          </p:cNvPr>
          <p:cNvSpPr>
            <a:spLocks xmlns:a="http://schemas.openxmlformats.org/drawingml/2006/main" noGrp="1"/>
          </p:cNvSpPr>
          <p:nvPr/>
        </p:nvSpPr>
        <p:spPr>
          <a:xfrm xmlns:a="http://schemas.openxmlformats.org/drawingml/2006/main">
            <a:off x="413524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397FA709-EC0C-4A89-BE72-E2375249EF55}"/>
              </a:ext>
            </a:extLst>
          </p:cNvPr>
          <p:cNvSpPr>
            <a:spLocks xmlns:a="http://schemas.openxmlformats.org/drawingml/2006/main" noGrp="1"/>
          </p:cNvSpPr>
          <p:nvPr/>
        </p:nvSpPr>
        <p:spPr>
          <a:xfrm xmlns:a="http://schemas.openxmlformats.org/drawingml/2006/main">
            <a:off x="413524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9FE0C970-9269-43CB-81B4-62B82A5FA74E}"/>
              </a:ext>
            </a:extLst>
          </p:cNvPr>
          <p:cNvSpPr>
            <a:spLocks xmlns:a="http://schemas.openxmlformats.org/drawingml/2006/main" noGrp="1"/>
          </p:cNvSpPr>
          <p:nvPr/>
        </p:nvSpPr>
        <p:spPr>
          <a:xfrm xmlns:a="http://schemas.openxmlformats.org/drawingml/2006/main">
            <a:off x="4214244"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BD9"/>
          </a:solidFill>
          <a:ln xmlns:a="http://schemas.openxmlformats.org/drawingml/2006/main" w="2452">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34A6EEF0-C489-46CD-8365-6990DD6BC410}"/>
              </a:ext>
            </a:extLst>
          </p:cNvPr>
          <p:cNvSpPr>
            <a:spLocks xmlns:a="http://schemas.openxmlformats.org/drawingml/2006/main" noGrp="1"/>
          </p:cNvSpPr>
          <p:nvPr/>
        </p:nvSpPr>
        <p:spPr>
          <a:xfrm xmlns:a="http://schemas.openxmlformats.org/drawingml/2006/main">
            <a:off x="4214244"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6C461F54-A0A3-4EAE-B31E-B6CB5A151267}"/>
              </a:ext>
            </a:extLst>
          </p:cNvPr>
          <p:cNvSpPr>
            <a:spLocks xmlns:a="http://schemas.openxmlformats.org/drawingml/2006/main" noGrp="1"/>
          </p:cNvSpPr>
          <p:nvPr/>
        </p:nvSpPr>
        <p:spPr>
          <a:xfrm xmlns:a="http://schemas.openxmlformats.org/drawingml/2006/main">
            <a:off x="4214244"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1703F134-8E1F-4EA1-B03D-3BD6D5D9C9CC}"/>
              </a:ext>
            </a:extLst>
          </p:cNvPr>
          <p:cNvSpPr>
            <a:spLocks xmlns:a="http://schemas.openxmlformats.org/drawingml/2006/main" noGrp="1"/>
          </p:cNvSpPr>
          <p:nvPr/>
        </p:nvSpPr>
        <p:spPr>
          <a:xfrm xmlns:a="http://schemas.openxmlformats.org/drawingml/2006/main">
            <a:off x="4214244"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480BAED4-0692-49CC-AFB7-2409AE060338}"/>
              </a:ext>
            </a:extLst>
          </p:cNvPr>
          <p:cNvSpPr>
            <a:spLocks xmlns:a="http://schemas.openxmlformats.org/drawingml/2006/main" noGrp="1"/>
          </p:cNvSpPr>
          <p:nvPr/>
        </p:nvSpPr>
        <p:spPr>
          <a:xfrm xmlns:a="http://schemas.openxmlformats.org/drawingml/2006/main">
            <a:off x="4214244"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A716A887-812C-4C8C-BCBC-70FAE65F8AEF}"/>
              </a:ext>
            </a:extLst>
          </p:cNvPr>
          <p:cNvSpPr>
            <a:spLocks xmlns:a="http://schemas.openxmlformats.org/drawingml/2006/main" noGrp="1"/>
          </p:cNvSpPr>
          <p:nvPr/>
        </p:nvSpPr>
        <p:spPr>
          <a:xfrm xmlns:a="http://schemas.openxmlformats.org/drawingml/2006/main">
            <a:off x="4214244"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267F2D8B-9F9C-46D0-82BE-5FE81FBBB38F}"/>
              </a:ext>
            </a:extLst>
          </p:cNvPr>
          <p:cNvSpPr>
            <a:spLocks xmlns:a="http://schemas.openxmlformats.org/drawingml/2006/main" noGrp="1"/>
          </p:cNvSpPr>
          <p:nvPr/>
        </p:nvSpPr>
        <p:spPr>
          <a:xfrm xmlns:a="http://schemas.openxmlformats.org/drawingml/2006/main">
            <a:off x="4293246"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09BFA5A5-64F0-46E5-A719-B5802937EB7D}"/>
              </a:ext>
            </a:extLst>
          </p:cNvPr>
          <p:cNvSpPr>
            <a:spLocks xmlns:a="http://schemas.openxmlformats.org/drawingml/2006/main" noGrp="1"/>
          </p:cNvSpPr>
          <p:nvPr/>
        </p:nvSpPr>
        <p:spPr>
          <a:xfrm xmlns:a="http://schemas.openxmlformats.org/drawingml/2006/main">
            <a:off x="4293246"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7E7E6"/>
          </a:solidFill>
          <a:ln xmlns:a="http://schemas.openxmlformats.org/drawingml/2006/main" w="2452">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8863AA7A-5360-4AD5-A810-84A310360F58}"/>
              </a:ext>
            </a:extLst>
          </p:cNvPr>
          <p:cNvSpPr>
            <a:spLocks xmlns:a="http://schemas.openxmlformats.org/drawingml/2006/main" noGrp="1"/>
          </p:cNvSpPr>
          <p:nvPr/>
        </p:nvSpPr>
        <p:spPr>
          <a:xfrm xmlns:a="http://schemas.openxmlformats.org/drawingml/2006/main">
            <a:off x="4293246"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FA125797-750D-4E08-B4F6-852719529614}"/>
              </a:ext>
            </a:extLst>
          </p:cNvPr>
          <p:cNvSpPr>
            <a:spLocks xmlns:a="http://schemas.openxmlformats.org/drawingml/2006/main" noGrp="1"/>
          </p:cNvSpPr>
          <p:nvPr/>
        </p:nvSpPr>
        <p:spPr>
          <a:xfrm xmlns:a="http://schemas.openxmlformats.org/drawingml/2006/main">
            <a:off x="4293246"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173E91EE-079B-4773-A5E9-7F1D797700F8}"/>
              </a:ext>
            </a:extLst>
          </p:cNvPr>
          <p:cNvSpPr>
            <a:spLocks xmlns:a="http://schemas.openxmlformats.org/drawingml/2006/main" noGrp="1"/>
          </p:cNvSpPr>
          <p:nvPr/>
        </p:nvSpPr>
        <p:spPr>
          <a:xfrm xmlns:a="http://schemas.openxmlformats.org/drawingml/2006/main">
            <a:off x="4293246"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3069CF6A-4965-43A4-83F4-9A095530FA99}"/>
              </a:ext>
            </a:extLst>
          </p:cNvPr>
          <p:cNvSpPr>
            <a:spLocks xmlns:a="http://schemas.openxmlformats.org/drawingml/2006/main" noGrp="1"/>
          </p:cNvSpPr>
          <p:nvPr/>
        </p:nvSpPr>
        <p:spPr>
          <a:xfrm xmlns:a="http://schemas.openxmlformats.org/drawingml/2006/main">
            <a:off x="4372249"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759BA307-21EB-4CE6-8DA6-7017E556CF99}"/>
              </a:ext>
            </a:extLst>
          </p:cNvPr>
          <p:cNvSpPr>
            <a:spLocks xmlns:a="http://schemas.openxmlformats.org/drawingml/2006/main" noGrp="1"/>
          </p:cNvSpPr>
          <p:nvPr/>
        </p:nvSpPr>
        <p:spPr>
          <a:xfrm xmlns:a="http://schemas.openxmlformats.org/drawingml/2006/main">
            <a:off x="4372249"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7E6E5"/>
          </a:solidFill>
          <a:ln xmlns:a="http://schemas.openxmlformats.org/drawingml/2006/main" w="2452">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7C477BE5-721C-470B-B46B-E07AB5ECB9EA}"/>
              </a:ext>
            </a:extLst>
          </p:cNvPr>
          <p:cNvSpPr>
            <a:spLocks xmlns:a="http://schemas.openxmlformats.org/drawingml/2006/main" noGrp="1"/>
          </p:cNvSpPr>
          <p:nvPr/>
        </p:nvSpPr>
        <p:spPr>
          <a:xfrm xmlns:a="http://schemas.openxmlformats.org/drawingml/2006/main">
            <a:off x="4372249"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6E5E4"/>
          </a:solidFill>
          <a:ln xmlns:a="http://schemas.openxmlformats.org/drawingml/2006/main" w="2452">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029FFCC3-21A3-471D-A886-23879F2073F4}"/>
              </a:ext>
            </a:extLst>
          </p:cNvPr>
          <p:cNvSpPr>
            <a:spLocks xmlns:a="http://schemas.openxmlformats.org/drawingml/2006/main" noGrp="1"/>
          </p:cNvSpPr>
          <p:nvPr/>
        </p:nvSpPr>
        <p:spPr>
          <a:xfrm xmlns:a="http://schemas.openxmlformats.org/drawingml/2006/main">
            <a:off x="4372249"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362E0677-F9E0-4FC3-B471-9F3D7CF37DC0}"/>
              </a:ext>
            </a:extLst>
          </p:cNvPr>
          <p:cNvSpPr>
            <a:spLocks xmlns:a="http://schemas.openxmlformats.org/drawingml/2006/main" noGrp="1"/>
          </p:cNvSpPr>
          <p:nvPr/>
        </p:nvSpPr>
        <p:spPr>
          <a:xfrm xmlns:a="http://schemas.openxmlformats.org/drawingml/2006/main">
            <a:off x="4451251"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22216561-2D17-48FE-A844-99BEB729F648}"/>
              </a:ext>
            </a:extLst>
          </p:cNvPr>
          <p:cNvSpPr>
            <a:spLocks xmlns:a="http://schemas.openxmlformats.org/drawingml/2006/main" noGrp="1"/>
          </p:cNvSpPr>
          <p:nvPr/>
        </p:nvSpPr>
        <p:spPr>
          <a:xfrm xmlns:a="http://schemas.openxmlformats.org/drawingml/2006/main">
            <a:off x="4451251"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9E1A37FB-E0D7-47AF-88B7-66C03D18958D}"/>
              </a:ext>
            </a:extLst>
          </p:cNvPr>
          <p:cNvSpPr>
            <a:spLocks xmlns:a="http://schemas.openxmlformats.org/drawingml/2006/main" noGrp="1"/>
          </p:cNvSpPr>
          <p:nvPr/>
        </p:nvSpPr>
        <p:spPr>
          <a:xfrm xmlns:a="http://schemas.openxmlformats.org/drawingml/2006/main">
            <a:off x="4451251"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8B4"/>
          </a:solidFill>
          <a:ln xmlns:a="http://schemas.openxmlformats.org/drawingml/2006/main" w="2452">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6D317A18-94B7-4D76-BF8C-C595DF210298}"/>
              </a:ext>
            </a:extLst>
          </p:cNvPr>
          <p:cNvSpPr>
            <a:spLocks xmlns:a="http://schemas.openxmlformats.org/drawingml/2006/main" noGrp="1"/>
          </p:cNvSpPr>
          <p:nvPr/>
        </p:nvSpPr>
        <p:spPr>
          <a:xfrm xmlns:a="http://schemas.openxmlformats.org/drawingml/2006/main">
            <a:off x="4451251"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587BA634-12EF-4A28-971E-7248A8DAC23C}"/>
              </a:ext>
            </a:extLst>
          </p:cNvPr>
          <p:cNvSpPr>
            <a:spLocks xmlns:a="http://schemas.openxmlformats.org/drawingml/2006/main" noGrp="1"/>
          </p:cNvSpPr>
          <p:nvPr/>
        </p:nvSpPr>
        <p:spPr>
          <a:xfrm xmlns:a="http://schemas.openxmlformats.org/drawingml/2006/main">
            <a:off x="4530254"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C2D0E6"/>
          </a:solidFill>
          <a:ln xmlns:a="http://schemas.openxmlformats.org/drawingml/2006/main" w="2452">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F60DC77D-AA10-4E40-B015-9C5B73C7D26A}"/>
              </a:ext>
            </a:extLst>
          </p:cNvPr>
          <p:cNvSpPr>
            <a:spLocks xmlns:a="http://schemas.openxmlformats.org/drawingml/2006/main" noGrp="1"/>
          </p:cNvSpPr>
          <p:nvPr/>
        </p:nvSpPr>
        <p:spPr>
          <a:xfrm xmlns:a="http://schemas.openxmlformats.org/drawingml/2006/main">
            <a:off x="4530254"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798410C2-BC18-434E-99BF-E219C4388C70}"/>
              </a:ext>
            </a:extLst>
          </p:cNvPr>
          <p:cNvSpPr>
            <a:spLocks xmlns:a="http://schemas.openxmlformats.org/drawingml/2006/main" noGrp="1"/>
          </p:cNvSpPr>
          <p:nvPr/>
        </p:nvSpPr>
        <p:spPr>
          <a:xfrm xmlns:a="http://schemas.openxmlformats.org/drawingml/2006/main">
            <a:off x="4530254"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2B810BED-1343-4D0B-BCC3-564DA6085CD6}"/>
              </a:ext>
            </a:extLst>
          </p:cNvPr>
          <p:cNvSpPr>
            <a:spLocks xmlns:a="http://schemas.openxmlformats.org/drawingml/2006/main" noGrp="1"/>
          </p:cNvSpPr>
          <p:nvPr/>
        </p:nvSpPr>
        <p:spPr>
          <a:xfrm xmlns:a="http://schemas.openxmlformats.org/drawingml/2006/main">
            <a:off x="4530254"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36E0811D-1119-45B0-835D-32CEC9D7E793}"/>
              </a:ext>
            </a:extLst>
          </p:cNvPr>
          <p:cNvSpPr>
            <a:spLocks xmlns:a="http://schemas.openxmlformats.org/drawingml/2006/main" noGrp="1"/>
          </p:cNvSpPr>
          <p:nvPr/>
        </p:nvSpPr>
        <p:spPr>
          <a:xfrm xmlns:a="http://schemas.openxmlformats.org/drawingml/2006/main">
            <a:off x="4609256"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7D190D18-0BC9-4DBC-BC46-6E5F0530FF9B}"/>
              </a:ext>
            </a:extLst>
          </p:cNvPr>
          <p:cNvSpPr>
            <a:spLocks xmlns:a="http://schemas.openxmlformats.org/drawingml/2006/main" noGrp="1"/>
          </p:cNvSpPr>
          <p:nvPr/>
        </p:nvSpPr>
        <p:spPr>
          <a:xfrm xmlns:a="http://schemas.openxmlformats.org/drawingml/2006/main">
            <a:off x="4609256"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CAC9A552-BC0F-4EE5-ABE5-C3C19C03D655}"/>
              </a:ext>
            </a:extLst>
          </p:cNvPr>
          <p:cNvSpPr>
            <a:spLocks xmlns:a="http://schemas.openxmlformats.org/drawingml/2006/main" noGrp="1"/>
          </p:cNvSpPr>
          <p:nvPr/>
        </p:nvSpPr>
        <p:spPr>
          <a:xfrm xmlns:a="http://schemas.openxmlformats.org/drawingml/2006/main">
            <a:off x="4609256"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F383137F-6060-4A4D-87A3-C46E418EEC49}"/>
              </a:ext>
            </a:extLst>
          </p:cNvPr>
          <p:cNvSpPr>
            <a:spLocks xmlns:a="http://schemas.openxmlformats.org/drawingml/2006/main" noGrp="1"/>
          </p:cNvSpPr>
          <p:nvPr/>
        </p:nvSpPr>
        <p:spPr>
          <a:xfrm xmlns:a="http://schemas.openxmlformats.org/drawingml/2006/main">
            <a:off x="4609256"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5DDDAF45-2671-42EB-9EA5-750942F76800}"/>
              </a:ext>
            </a:extLst>
          </p:cNvPr>
          <p:cNvSpPr>
            <a:spLocks xmlns:a="http://schemas.openxmlformats.org/drawingml/2006/main" noGrp="1"/>
          </p:cNvSpPr>
          <p:nvPr/>
        </p:nvSpPr>
        <p:spPr>
          <a:xfrm xmlns:a="http://schemas.openxmlformats.org/drawingml/2006/main">
            <a:off x="4609256"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86A469FE-0DCD-4953-9BA5-C21662A33AB7}"/>
              </a:ext>
            </a:extLst>
          </p:cNvPr>
          <p:cNvSpPr>
            <a:spLocks xmlns:a="http://schemas.openxmlformats.org/drawingml/2006/main" noGrp="1"/>
          </p:cNvSpPr>
          <p:nvPr/>
        </p:nvSpPr>
        <p:spPr>
          <a:xfrm xmlns:a="http://schemas.openxmlformats.org/drawingml/2006/main">
            <a:off x="4688259"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4F037695-58CD-4121-A496-07C5FC706306}"/>
              </a:ext>
            </a:extLst>
          </p:cNvPr>
          <p:cNvSpPr>
            <a:spLocks xmlns:a="http://schemas.openxmlformats.org/drawingml/2006/main" noGrp="1"/>
          </p:cNvSpPr>
          <p:nvPr/>
        </p:nvSpPr>
        <p:spPr>
          <a:xfrm xmlns:a="http://schemas.openxmlformats.org/drawingml/2006/main">
            <a:off x="4688259"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37F2AA16-D8C4-4782-95A0-E7527B6A7B6B}"/>
              </a:ext>
            </a:extLst>
          </p:cNvPr>
          <p:cNvSpPr>
            <a:spLocks xmlns:a="http://schemas.openxmlformats.org/drawingml/2006/main" noGrp="1"/>
          </p:cNvSpPr>
          <p:nvPr/>
        </p:nvSpPr>
        <p:spPr>
          <a:xfrm xmlns:a="http://schemas.openxmlformats.org/drawingml/2006/main">
            <a:off x="4767261"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5650B49D-F028-4132-9462-699FD4725A03}"/>
              </a:ext>
            </a:extLst>
          </p:cNvPr>
          <p:cNvSpPr>
            <a:spLocks xmlns:a="http://schemas.openxmlformats.org/drawingml/2006/main" noGrp="1"/>
          </p:cNvSpPr>
          <p:nvPr/>
        </p:nvSpPr>
        <p:spPr>
          <a:xfrm xmlns:a="http://schemas.openxmlformats.org/drawingml/2006/main">
            <a:off x="326621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BD9"/>
          </a:solidFill>
          <a:ln xmlns:a="http://schemas.openxmlformats.org/drawingml/2006/main" w="2452">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6CF83A0B-1DD4-4089-9E58-25FB2DEA591F}"/>
              </a:ext>
            </a:extLst>
          </p:cNvPr>
          <p:cNvSpPr>
            <a:spLocks xmlns:a="http://schemas.openxmlformats.org/drawingml/2006/main" noGrp="1"/>
          </p:cNvSpPr>
          <p:nvPr/>
        </p:nvSpPr>
        <p:spPr>
          <a:xfrm xmlns:a="http://schemas.openxmlformats.org/drawingml/2006/main">
            <a:off x="326621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795A13BB-F682-4BF8-93A0-5A061E68F1C4}"/>
              </a:ext>
            </a:extLst>
          </p:cNvPr>
          <p:cNvSpPr>
            <a:spLocks xmlns:a="http://schemas.openxmlformats.org/drawingml/2006/main" noGrp="1"/>
          </p:cNvSpPr>
          <p:nvPr/>
        </p:nvSpPr>
        <p:spPr>
          <a:xfrm xmlns:a="http://schemas.openxmlformats.org/drawingml/2006/main">
            <a:off x="334521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3ABA7"/>
          </a:solidFill>
          <a:ln xmlns:a="http://schemas.openxmlformats.org/drawingml/2006/main" w="2452">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87747823-A827-4B36-8E93-34220A279D22}"/>
              </a:ext>
            </a:extLst>
          </p:cNvPr>
          <p:cNvSpPr>
            <a:spLocks xmlns:a="http://schemas.openxmlformats.org/drawingml/2006/main" noGrp="1"/>
          </p:cNvSpPr>
          <p:nvPr/>
        </p:nvSpPr>
        <p:spPr>
          <a:xfrm xmlns:a="http://schemas.openxmlformats.org/drawingml/2006/main">
            <a:off x="334521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0B8AA5FB-381B-422A-889E-69411DB5425C}"/>
              </a:ext>
            </a:extLst>
          </p:cNvPr>
          <p:cNvSpPr>
            <a:spLocks xmlns:a="http://schemas.openxmlformats.org/drawingml/2006/main" noGrp="1"/>
          </p:cNvSpPr>
          <p:nvPr/>
        </p:nvSpPr>
        <p:spPr>
          <a:xfrm xmlns:a="http://schemas.openxmlformats.org/drawingml/2006/main">
            <a:off x="334521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BC4C1"/>
          </a:solidFill>
          <a:ln xmlns:a="http://schemas.openxmlformats.org/drawingml/2006/main" w="2452">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607773B5-E839-4CF0-95A8-77AB21EF9949}"/>
              </a:ext>
            </a:extLst>
          </p:cNvPr>
          <p:cNvSpPr>
            <a:spLocks xmlns:a="http://schemas.openxmlformats.org/drawingml/2006/main" noGrp="1"/>
          </p:cNvSpPr>
          <p:nvPr/>
        </p:nvSpPr>
        <p:spPr>
          <a:xfrm xmlns:a="http://schemas.openxmlformats.org/drawingml/2006/main">
            <a:off x="342421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B58DB82F-B339-40C4-A7AF-91D9D91567A8}"/>
              </a:ext>
            </a:extLst>
          </p:cNvPr>
          <p:cNvSpPr>
            <a:spLocks xmlns:a="http://schemas.openxmlformats.org/drawingml/2006/main" noGrp="1"/>
          </p:cNvSpPr>
          <p:nvPr/>
        </p:nvSpPr>
        <p:spPr>
          <a:xfrm xmlns:a="http://schemas.openxmlformats.org/drawingml/2006/main">
            <a:off x="342421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6E5E4"/>
          </a:solidFill>
          <a:ln xmlns:a="http://schemas.openxmlformats.org/drawingml/2006/main" w="2452">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4583AE71-997E-4720-9686-02B29BF092E0}"/>
              </a:ext>
            </a:extLst>
          </p:cNvPr>
          <p:cNvSpPr>
            <a:spLocks xmlns:a="http://schemas.openxmlformats.org/drawingml/2006/main" noGrp="1"/>
          </p:cNvSpPr>
          <p:nvPr/>
        </p:nvSpPr>
        <p:spPr>
          <a:xfrm xmlns:a="http://schemas.openxmlformats.org/drawingml/2006/main">
            <a:off x="3503221"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1CF"/>
          </a:solidFill>
          <a:ln xmlns:a="http://schemas.openxmlformats.org/drawingml/2006/main" w="2452">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3E2975D5-10E4-400D-B585-9CDB939B32FC}"/>
              </a:ext>
            </a:extLst>
          </p:cNvPr>
          <p:cNvSpPr>
            <a:spLocks xmlns:a="http://schemas.openxmlformats.org/drawingml/2006/main" noGrp="1"/>
          </p:cNvSpPr>
          <p:nvPr/>
        </p:nvSpPr>
        <p:spPr>
          <a:xfrm xmlns:a="http://schemas.openxmlformats.org/drawingml/2006/main">
            <a:off x="3503221"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FD1CE"/>
          </a:solidFill>
          <a:ln xmlns:a="http://schemas.openxmlformats.org/drawingml/2006/main" w="2452">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824DDFC8-EC34-4C1A-93D9-5E98B83F4846}"/>
              </a:ext>
            </a:extLst>
          </p:cNvPr>
          <p:cNvSpPr>
            <a:spLocks xmlns:a="http://schemas.openxmlformats.org/drawingml/2006/main" noGrp="1"/>
          </p:cNvSpPr>
          <p:nvPr/>
        </p:nvSpPr>
        <p:spPr>
          <a:xfrm xmlns:a="http://schemas.openxmlformats.org/drawingml/2006/main">
            <a:off x="350322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2D0"/>
          </a:solidFill>
          <a:ln xmlns:a="http://schemas.openxmlformats.org/drawingml/2006/main" w="2452">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2694D1E4-DE44-4AB6-A17E-BB0AD8FB9ADC}"/>
              </a:ext>
            </a:extLst>
          </p:cNvPr>
          <p:cNvSpPr>
            <a:spLocks xmlns:a="http://schemas.openxmlformats.org/drawingml/2006/main" noGrp="1"/>
          </p:cNvSpPr>
          <p:nvPr/>
        </p:nvSpPr>
        <p:spPr>
          <a:xfrm xmlns:a="http://schemas.openxmlformats.org/drawingml/2006/main">
            <a:off x="350322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1003B0B6-4A68-4919-8D5A-1A06C9246458}"/>
              </a:ext>
            </a:extLst>
          </p:cNvPr>
          <p:cNvSpPr>
            <a:spLocks xmlns:a="http://schemas.openxmlformats.org/drawingml/2006/main" noGrp="1"/>
          </p:cNvSpPr>
          <p:nvPr/>
        </p:nvSpPr>
        <p:spPr>
          <a:xfrm xmlns:a="http://schemas.openxmlformats.org/drawingml/2006/main">
            <a:off x="350322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D4EC8C2E-D6BB-4A53-8858-206C20EA58DA}"/>
              </a:ext>
            </a:extLst>
          </p:cNvPr>
          <p:cNvSpPr>
            <a:spLocks xmlns:a="http://schemas.openxmlformats.org/drawingml/2006/main" noGrp="1"/>
          </p:cNvSpPr>
          <p:nvPr/>
        </p:nvSpPr>
        <p:spPr>
          <a:xfrm xmlns:a="http://schemas.openxmlformats.org/drawingml/2006/main">
            <a:off x="358222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B9C949B4-EBDD-4EB3-B9C3-B2E80B27A595}"/>
              </a:ext>
            </a:extLst>
          </p:cNvPr>
          <p:cNvSpPr>
            <a:spLocks xmlns:a="http://schemas.openxmlformats.org/drawingml/2006/main" noGrp="1"/>
          </p:cNvSpPr>
          <p:nvPr/>
        </p:nvSpPr>
        <p:spPr>
          <a:xfrm xmlns:a="http://schemas.openxmlformats.org/drawingml/2006/main">
            <a:off x="358222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63C6031F-EAE6-4451-9101-FE36A68D4F59}"/>
              </a:ext>
            </a:extLst>
          </p:cNvPr>
          <p:cNvSpPr>
            <a:spLocks xmlns:a="http://schemas.openxmlformats.org/drawingml/2006/main" noGrp="1"/>
          </p:cNvSpPr>
          <p:nvPr/>
        </p:nvSpPr>
        <p:spPr>
          <a:xfrm xmlns:a="http://schemas.openxmlformats.org/drawingml/2006/main">
            <a:off x="358222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BBCBE4"/>
          </a:solidFill>
          <a:ln xmlns:a="http://schemas.openxmlformats.org/drawingml/2006/main" w="2452">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21A67EC4-DFA0-4C46-BAAB-2E3FDE58DDBE}"/>
              </a:ext>
            </a:extLst>
          </p:cNvPr>
          <p:cNvSpPr>
            <a:spLocks xmlns:a="http://schemas.openxmlformats.org/drawingml/2006/main" noGrp="1"/>
          </p:cNvSpPr>
          <p:nvPr/>
        </p:nvSpPr>
        <p:spPr>
          <a:xfrm xmlns:a="http://schemas.openxmlformats.org/drawingml/2006/main">
            <a:off x="358222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3BC7F34A-0953-4175-9D41-EEB6D8680E65}"/>
              </a:ext>
            </a:extLst>
          </p:cNvPr>
          <p:cNvSpPr>
            <a:spLocks xmlns:a="http://schemas.openxmlformats.org/drawingml/2006/main" noGrp="1"/>
          </p:cNvSpPr>
          <p:nvPr/>
        </p:nvSpPr>
        <p:spPr>
          <a:xfrm xmlns:a="http://schemas.openxmlformats.org/drawingml/2006/main">
            <a:off x="358222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A7B9CC47-D8D8-4FD6-A324-6B62471723E3}"/>
              </a:ext>
            </a:extLst>
          </p:cNvPr>
          <p:cNvSpPr>
            <a:spLocks xmlns:a="http://schemas.openxmlformats.org/drawingml/2006/main" noGrp="1"/>
          </p:cNvSpPr>
          <p:nvPr/>
        </p:nvSpPr>
        <p:spPr>
          <a:xfrm xmlns:a="http://schemas.openxmlformats.org/drawingml/2006/main">
            <a:off x="366122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08A4063E-C197-43FC-948D-B0D98D5CE931}"/>
              </a:ext>
            </a:extLst>
          </p:cNvPr>
          <p:cNvSpPr>
            <a:spLocks xmlns:a="http://schemas.openxmlformats.org/drawingml/2006/main" noGrp="1"/>
          </p:cNvSpPr>
          <p:nvPr/>
        </p:nvSpPr>
        <p:spPr>
          <a:xfrm xmlns:a="http://schemas.openxmlformats.org/drawingml/2006/main">
            <a:off x="366122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AD8"/>
          </a:solidFill>
          <a:ln xmlns:a="http://schemas.openxmlformats.org/drawingml/2006/main" w="2452">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E76BECD3-CEC6-4AA0-A1A7-91D66E57AD84}"/>
              </a:ext>
            </a:extLst>
          </p:cNvPr>
          <p:cNvSpPr>
            <a:spLocks xmlns:a="http://schemas.openxmlformats.org/drawingml/2006/main" noGrp="1"/>
          </p:cNvSpPr>
          <p:nvPr/>
        </p:nvSpPr>
        <p:spPr>
          <a:xfrm xmlns:a="http://schemas.openxmlformats.org/drawingml/2006/main">
            <a:off x="374022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24E3120C-E89D-4A34-9518-FD4E7F012BEE}"/>
              </a:ext>
            </a:extLst>
          </p:cNvPr>
          <p:cNvSpPr>
            <a:spLocks xmlns:a="http://schemas.openxmlformats.org/drawingml/2006/main" noGrp="1"/>
          </p:cNvSpPr>
          <p:nvPr/>
        </p:nvSpPr>
        <p:spPr>
          <a:xfrm xmlns:a="http://schemas.openxmlformats.org/drawingml/2006/main">
            <a:off x="2950204" y="408878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9ED6E7BD-56C7-4939-AE2E-511BDE3655A6}"/>
              </a:ext>
            </a:extLst>
          </p:cNvPr>
          <p:cNvSpPr>
            <a:spLocks xmlns:a="http://schemas.openxmlformats.org/drawingml/2006/main" noGrp="1"/>
          </p:cNvSpPr>
          <p:nvPr/>
        </p:nvSpPr>
        <p:spPr>
          <a:xfrm xmlns:a="http://schemas.openxmlformats.org/drawingml/2006/main">
            <a:off x="2950204"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EA2623EC-0DE8-41ED-8526-5ED3459ED934}"/>
              </a:ext>
            </a:extLst>
          </p:cNvPr>
          <p:cNvSpPr>
            <a:spLocks xmlns:a="http://schemas.openxmlformats.org/drawingml/2006/main" noGrp="1"/>
          </p:cNvSpPr>
          <p:nvPr/>
        </p:nvSpPr>
        <p:spPr>
          <a:xfrm xmlns:a="http://schemas.openxmlformats.org/drawingml/2006/main">
            <a:off x="3029206" y="408878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9BC8C8FB-E287-4901-95EF-07B059F657A0}"/>
              </a:ext>
            </a:extLst>
          </p:cNvPr>
          <p:cNvSpPr>
            <a:spLocks xmlns:a="http://schemas.openxmlformats.org/drawingml/2006/main" noGrp="1"/>
          </p:cNvSpPr>
          <p:nvPr/>
        </p:nvSpPr>
        <p:spPr>
          <a:xfrm xmlns:a="http://schemas.openxmlformats.org/drawingml/2006/main">
            <a:off x="3029206"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4AE66CEF-8C85-4D3E-8A81-634AC0D57B16}"/>
              </a:ext>
            </a:extLst>
          </p:cNvPr>
          <p:cNvSpPr>
            <a:spLocks xmlns:a="http://schemas.openxmlformats.org/drawingml/2006/main" noGrp="1"/>
          </p:cNvSpPr>
          <p:nvPr/>
        </p:nvSpPr>
        <p:spPr>
          <a:xfrm xmlns:a="http://schemas.openxmlformats.org/drawingml/2006/main">
            <a:off x="3029206"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889F40FE-D329-4F0A-B976-694041D576A7}"/>
              </a:ext>
            </a:extLst>
          </p:cNvPr>
          <p:cNvSpPr>
            <a:spLocks xmlns:a="http://schemas.openxmlformats.org/drawingml/2006/main" noGrp="1"/>
          </p:cNvSpPr>
          <p:nvPr/>
        </p:nvSpPr>
        <p:spPr>
          <a:xfrm xmlns:a="http://schemas.openxmlformats.org/drawingml/2006/main">
            <a:off x="3108209" y="424785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FE37E87F-87A8-48AD-A856-9CE9EECD3B85}"/>
              </a:ext>
            </a:extLst>
          </p:cNvPr>
          <p:cNvSpPr>
            <a:spLocks xmlns:a="http://schemas.openxmlformats.org/drawingml/2006/main" noGrp="1"/>
          </p:cNvSpPr>
          <p:nvPr/>
        </p:nvSpPr>
        <p:spPr>
          <a:xfrm xmlns:a="http://schemas.openxmlformats.org/drawingml/2006/main">
            <a:off x="3108209" y="416832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A7AAFD3D-EE0B-494B-81A7-EABA3F9CFAD5}"/>
              </a:ext>
            </a:extLst>
          </p:cNvPr>
          <p:cNvSpPr>
            <a:spLocks xmlns:a="http://schemas.openxmlformats.org/drawingml/2006/main" noGrp="1"/>
          </p:cNvSpPr>
          <p:nvPr/>
        </p:nvSpPr>
        <p:spPr>
          <a:xfrm xmlns:a="http://schemas.openxmlformats.org/drawingml/2006/main">
            <a:off x="3108209" y="408878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ECC88757-15C3-4BD6-B6B7-E15B24BCE698}"/>
              </a:ext>
            </a:extLst>
          </p:cNvPr>
          <p:cNvSpPr>
            <a:spLocks xmlns:a="http://schemas.openxmlformats.org/drawingml/2006/main" noGrp="1"/>
          </p:cNvSpPr>
          <p:nvPr/>
        </p:nvSpPr>
        <p:spPr>
          <a:xfrm xmlns:a="http://schemas.openxmlformats.org/drawingml/2006/main">
            <a:off x="3108209"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B45C82E6-655C-484C-B13C-3F8BC35742D9}"/>
              </a:ext>
            </a:extLst>
          </p:cNvPr>
          <p:cNvSpPr>
            <a:spLocks xmlns:a="http://schemas.openxmlformats.org/drawingml/2006/main" noGrp="1"/>
          </p:cNvSpPr>
          <p:nvPr/>
        </p:nvSpPr>
        <p:spPr>
          <a:xfrm xmlns:a="http://schemas.openxmlformats.org/drawingml/2006/main">
            <a:off x="310820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B141C8F2-3C5C-44D0-8701-1F31A1A51218}"/>
              </a:ext>
            </a:extLst>
          </p:cNvPr>
          <p:cNvSpPr>
            <a:spLocks xmlns:a="http://schemas.openxmlformats.org/drawingml/2006/main" noGrp="1"/>
          </p:cNvSpPr>
          <p:nvPr/>
        </p:nvSpPr>
        <p:spPr>
          <a:xfrm xmlns:a="http://schemas.openxmlformats.org/drawingml/2006/main">
            <a:off x="310820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7796D5A4-1078-4385-AD58-84F800B34895}"/>
              </a:ext>
            </a:extLst>
          </p:cNvPr>
          <p:cNvSpPr>
            <a:spLocks xmlns:a="http://schemas.openxmlformats.org/drawingml/2006/main" noGrp="1"/>
          </p:cNvSpPr>
          <p:nvPr/>
        </p:nvSpPr>
        <p:spPr>
          <a:xfrm xmlns:a="http://schemas.openxmlformats.org/drawingml/2006/main">
            <a:off x="3187211" y="424785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7B4"/>
          </a:solidFill>
          <a:ln xmlns:a="http://schemas.openxmlformats.org/drawingml/2006/main" w="2452">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30654CD5-2B4C-46F5-AAFB-10B31B49564A}"/>
              </a:ext>
            </a:extLst>
          </p:cNvPr>
          <p:cNvSpPr>
            <a:spLocks xmlns:a="http://schemas.openxmlformats.org/drawingml/2006/main" noGrp="1"/>
          </p:cNvSpPr>
          <p:nvPr/>
        </p:nvSpPr>
        <p:spPr>
          <a:xfrm xmlns:a="http://schemas.openxmlformats.org/drawingml/2006/main">
            <a:off x="3187211" y="416832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8359010E-5566-4DDB-A527-FD852B27B684}"/>
              </a:ext>
            </a:extLst>
          </p:cNvPr>
          <p:cNvSpPr>
            <a:spLocks xmlns:a="http://schemas.openxmlformats.org/drawingml/2006/main" noGrp="1"/>
          </p:cNvSpPr>
          <p:nvPr/>
        </p:nvSpPr>
        <p:spPr>
          <a:xfrm xmlns:a="http://schemas.openxmlformats.org/drawingml/2006/main">
            <a:off x="318721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F70FC257-FB9E-4C5C-A0D4-E73994397D2F}"/>
              </a:ext>
            </a:extLst>
          </p:cNvPr>
          <p:cNvSpPr>
            <a:spLocks xmlns:a="http://schemas.openxmlformats.org/drawingml/2006/main" noGrp="1"/>
          </p:cNvSpPr>
          <p:nvPr/>
        </p:nvSpPr>
        <p:spPr>
          <a:xfrm xmlns:a="http://schemas.openxmlformats.org/drawingml/2006/main">
            <a:off x="3345216" y="432738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34454F53-5D9D-4841-8B32-88A055AA7BFB}"/>
              </a:ext>
            </a:extLst>
          </p:cNvPr>
          <p:cNvSpPr>
            <a:spLocks xmlns:a="http://schemas.openxmlformats.org/drawingml/2006/main" noGrp="1"/>
          </p:cNvSpPr>
          <p:nvPr/>
        </p:nvSpPr>
        <p:spPr>
          <a:xfrm xmlns:a="http://schemas.openxmlformats.org/drawingml/2006/main">
            <a:off x="3424219" y="408878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7D41CF65-6165-47DC-BACE-B19686E83459}"/>
              </a:ext>
            </a:extLst>
          </p:cNvPr>
          <p:cNvSpPr>
            <a:spLocks xmlns:a="http://schemas.openxmlformats.org/drawingml/2006/main" noGrp="1"/>
          </p:cNvSpPr>
          <p:nvPr/>
        </p:nvSpPr>
        <p:spPr>
          <a:xfrm xmlns:a="http://schemas.openxmlformats.org/drawingml/2006/main">
            <a:off x="3503221" y="416832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7956A9F0-61A4-4889-91F2-526DFA36625E}"/>
              </a:ext>
            </a:extLst>
          </p:cNvPr>
          <p:cNvSpPr>
            <a:spLocks xmlns:a="http://schemas.openxmlformats.org/drawingml/2006/main" noGrp="1"/>
          </p:cNvSpPr>
          <p:nvPr/>
        </p:nvSpPr>
        <p:spPr>
          <a:xfrm xmlns:a="http://schemas.openxmlformats.org/drawingml/2006/main">
            <a:off x="3503221" y="408878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B93254AD-213E-4375-8D24-8B3B7F2A7F30}"/>
              </a:ext>
            </a:extLst>
          </p:cNvPr>
          <p:cNvSpPr>
            <a:spLocks xmlns:a="http://schemas.openxmlformats.org/drawingml/2006/main" noGrp="1"/>
          </p:cNvSpPr>
          <p:nvPr/>
        </p:nvSpPr>
        <p:spPr>
          <a:xfrm xmlns:a="http://schemas.openxmlformats.org/drawingml/2006/main">
            <a:off x="3503221"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5847E"/>
          </a:solidFill>
          <a:ln xmlns:a="http://schemas.openxmlformats.org/drawingml/2006/main" w="2452">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4F44DEE9-07ED-447F-A8F6-D8B3C03B5CB4}"/>
              </a:ext>
            </a:extLst>
          </p:cNvPr>
          <p:cNvSpPr>
            <a:spLocks xmlns:a="http://schemas.openxmlformats.org/drawingml/2006/main" noGrp="1"/>
          </p:cNvSpPr>
          <p:nvPr/>
        </p:nvSpPr>
        <p:spPr>
          <a:xfrm xmlns:a="http://schemas.openxmlformats.org/drawingml/2006/main">
            <a:off x="3582224" y="400925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F98ACB5B-9AB4-45D5-B1BC-DA697E89A94A}"/>
              </a:ext>
            </a:extLst>
          </p:cNvPr>
          <p:cNvSpPr>
            <a:spLocks xmlns:a="http://schemas.openxmlformats.org/drawingml/2006/main" noGrp="1"/>
          </p:cNvSpPr>
          <p:nvPr/>
        </p:nvSpPr>
        <p:spPr>
          <a:xfrm xmlns:a="http://schemas.openxmlformats.org/drawingml/2006/main">
            <a:off x="374022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2BC59DED-050D-45A5-B7F2-30C66FF01128}"/>
              </a:ext>
            </a:extLst>
          </p:cNvPr>
          <p:cNvSpPr>
            <a:spLocks xmlns:a="http://schemas.openxmlformats.org/drawingml/2006/main" noGrp="1"/>
          </p:cNvSpPr>
          <p:nvPr/>
        </p:nvSpPr>
        <p:spPr>
          <a:xfrm xmlns:a="http://schemas.openxmlformats.org/drawingml/2006/main">
            <a:off x="3819231"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9BC9E8AD-8020-457C-A5E6-775A13E88F31}"/>
              </a:ext>
            </a:extLst>
          </p:cNvPr>
          <p:cNvSpPr>
            <a:spLocks xmlns:a="http://schemas.openxmlformats.org/drawingml/2006/main" noGrp="1"/>
          </p:cNvSpPr>
          <p:nvPr/>
        </p:nvSpPr>
        <p:spPr>
          <a:xfrm xmlns:a="http://schemas.openxmlformats.org/drawingml/2006/main">
            <a:off x="3819231"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27EC3B86-818C-4DE0-B706-CD0566C45A5B}"/>
              </a:ext>
            </a:extLst>
          </p:cNvPr>
          <p:cNvSpPr>
            <a:spLocks xmlns:a="http://schemas.openxmlformats.org/drawingml/2006/main" noGrp="1"/>
          </p:cNvSpPr>
          <p:nvPr/>
        </p:nvSpPr>
        <p:spPr>
          <a:xfrm xmlns:a="http://schemas.openxmlformats.org/drawingml/2006/main">
            <a:off x="381923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21A038DC-18BB-4D36-AD9A-B5CBE561D3A8}"/>
              </a:ext>
            </a:extLst>
          </p:cNvPr>
          <p:cNvSpPr>
            <a:spLocks xmlns:a="http://schemas.openxmlformats.org/drawingml/2006/main" noGrp="1"/>
          </p:cNvSpPr>
          <p:nvPr/>
        </p:nvSpPr>
        <p:spPr>
          <a:xfrm xmlns:a="http://schemas.openxmlformats.org/drawingml/2006/main">
            <a:off x="2792199"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021408E6-B414-47D2-9F78-6D5DBA50B39A}"/>
              </a:ext>
            </a:extLst>
          </p:cNvPr>
          <p:cNvSpPr>
            <a:spLocks xmlns:a="http://schemas.openxmlformats.org/drawingml/2006/main" noGrp="1"/>
          </p:cNvSpPr>
          <p:nvPr/>
        </p:nvSpPr>
        <p:spPr>
          <a:xfrm xmlns:a="http://schemas.openxmlformats.org/drawingml/2006/main">
            <a:off x="2792199"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13E08056-F367-4AB8-A858-2BF42BCA9700}"/>
              </a:ext>
            </a:extLst>
          </p:cNvPr>
          <p:cNvSpPr>
            <a:spLocks xmlns:a="http://schemas.openxmlformats.org/drawingml/2006/main" noGrp="1"/>
          </p:cNvSpPr>
          <p:nvPr/>
        </p:nvSpPr>
        <p:spPr>
          <a:xfrm xmlns:a="http://schemas.openxmlformats.org/drawingml/2006/main">
            <a:off x="318721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12DD3302-0124-405B-B3BF-B0500479B5CD}"/>
              </a:ext>
            </a:extLst>
          </p:cNvPr>
          <p:cNvSpPr>
            <a:spLocks xmlns:a="http://schemas.openxmlformats.org/drawingml/2006/main" noGrp="1"/>
          </p:cNvSpPr>
          <p:nvPr/>
        </p:nvSpPr>
        <p:spPr>
          <a:xfrm xmlns:a="http://schemas.openxmlformats.org/drawingml/2006/main">
            <a:off x="326621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F9D21C58-5445-4096-A81E-3342BC31D403}"/>
              </a:ext>
            </a:extLst>
          </p:cNvPr>
          <p:cNvSpPr>
            <a:spLocks xmlns:a="http://schemas.openxmlformats.org/drawingml/2006/main" noGrp="1"/>
          </p:cNvSpPr>
          <p:nvPr/>
        </p:nvSpPr>
        <p:spPr>
          <a:xfrm xmlns:a="http://schemas.openxmlformats.org/drawingml/2006/main">
            <a:off x="3266214"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C7EFF666-50C6-4EB3-BBA5-4B69A6A54D90}"/>
              </a:ext>
            </a:extLst>
          </p:cNvPr>
          <p:cNvSpPr>
            <a:spLocks xmlns:a="http://schemas.openxmlformats.org/drawingml/2006/main" noGrp="1"/>
          </p:cNvSpPr>
          <p:nvPr/>
        </p:nvSpPr>
        <p:spPr>
          <a:xfrm xmlns:a="http://schemas.openxmlformats.org/drawingml/2006/main">
            <a:off x="3266214"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B4C3E634-9C19-4244-82B2-04B2223B9C15}"/>
              </a:ext>
            </a:extLst>
          </p:cNvPr>
          <p:cNvSpPr>
            <a:spLocks xmlns:a="http://schemas.openxmlformats.org/drawingml/2006/main" noGrp="1"/>
          </p:cNvSpPr>
          <p:nvPr/>
        </p:nvSpPr>
        <p:spPr>
          <a:xfrm xmlns:a="http://schemas.openxmlformats.org/drawingml/2006/main">
            <a:off x="3266214"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B13AF027-3515-4B19-9EDD-3FC5A7801C24}"/>
              </a:ext>
            </a:extLst>
          </p:cNvPr>
          <p:cNvSpPr>
            <a:spLocks xmlns:a="http://schemas.openxmlformats.org/drawingml/2006/main" noGrp="1"/>
          </p:cNvSpPr>
          <p:nvPr/>
        </p:nvSpPr>
        <p:spPr>
          <a:xfrm xmlns:a="http://schemas.openxmlformats.org/drawingml/2006/main">
            <a:off x="3266214"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F60262BE-B1AA-4BF8-8A46-CA0FC83CEF24}"/>
              </a:ext>
            </a:extLst>
          </p:cNvPr>
          <p:cNvSpPr>
            <a:spLocks xmlns:a="http://schemas.openxmlformats.org/drawingml/2006/main" noGrp="1"/>
          </p:cNvSpPr>
          <p:nvPr/>
        </p:nvSpPr>
        <p:spPr>
          <a:xfrm xmlns:a="http://schemas.openxmlformats.org/drawingml/2006/main">
            <a:off x="208117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F5705DC0-FF9A-4712-AD0A-D8C313015D63}"/>
              </a:ext>
            </a:extLst>
          </p:cNvPr>
          <p:cNvSpPr>
            <a:spLocks xmlns:a="http://schemas.openxmlformats.org/drawingml/2006/main" noGrp="1"/>
          </p:cNvSpPr>
          <p:nvPr/>
        </p:nvSpPr>
        <p:spPr>
          <a:xfrm xmlns:a="http://schemas.openxmlformats.org/drawingml/2006/main">
            <a:off x="2160179"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01E7DB69-220B-45A2-B7A8-B64DD13CE135}"/>
              </a:ext>
            </a:extLst>
          </p:cNvPr>
          <p:cNvSpPr>
            <a:spLocks xmlns:a="http://schemas.openxmlformats.org/drawingml/2006/main" noGrp="1"/>
          </p:cNvSpPr>
          <p:nvPr/>
        </p:nvSpPr>
        <p:spPr>
          <a:xfrm xmlns:a="http://schemas.openxmlformats.org/drawingml/2006/main">
            <a:off x="216017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57FD02F5-FAA2-4751-AD15-E6A93B9A4E1B}"/>
              </a:ext>
            </a:extLst>
          </p:cNvPr>
          <p:cNvSpPr>
            <a:spLocks xmlns:a="http://schemas.openxmlformats.org/drawingml/2006/main" noGrp="1"/>
          </p:cNvSpPr>
          <p:nvPr/>
        </p:nvSpPr>
        <p:spPr>
          <a:xfrm xmlns:a="http://schemas.openxmlformats.org/drawingml/2006/main">
            <a:off x="223918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CDEED42F-AD46-469F-B724-362CF12AF63A}"/>
              </a:ext>
            </a:extLst>
          </p:cNvPr>
          <p:cNvSpPr>
            <a:spLocks xmlns:a="http://schemas.openxmlformats.org/drawingml/2006/main" noGrp="1"/>
          </p:cNvSpPr>
          <p:nvPr/>
        </p:nvSpPr>
        <p:spPr>
          <a:xfrm xmlns:a="http://schemas.openxmlformats.org/drawingml/2006/main">
            <a:off x="223918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5DD18EE7-67FF-4AEF-B555-8382A276271B}"/>
              </a:ext>
            </a:extLst>
          </p:cNvPr>
          <p:cNvSpPr>
            <a:spLocks xmlns:a="http://schemas.openxmlformats.org/drawingml/2006/main" noGrp="1"/>
          </p:cNvSpPr>
          <p:nvPr/>
        </p:nvSpPr>
        <p:spPr>
          <a:xfrm xmlns:a="http://schemas.openxmlformats.org/drawingml/2006/main">
            <a:off x="231818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AE0B3607-8AB0-4483-BEB0-FE170AB60FF7}"/>
              </a:ext>
            </a:extLst>
          </p:cNvPr>
          <p:cNvSpPr>
            <a:spLocks xmlns:a="http://schemas.openxmlformats.org/drawingml/2006/main" noGrp="1"/>
          </p:cNvSpPr>
          <p:nvPr/>
        </p:nvSpPr>
        <p:spPr>
          <a:xfrm xmlns:a="http://schemas.openxmlformats.org/drawingml/2006/main">
            <a:off x="239718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B589F239-3223-4DC6-8CAE-EC7D57B8CA12}"/>
              </a:ext>
            </a:extLst>
          </p:cNvPr>
          <p:cNvSpPr>
            <a:spLocks xmlns:a="http://schemas.openxmlformats.org/drawingml/2006/main" noGrp="1"/>
          </p:cNvSpPr>
          <p:nvPr/>
        </p:nvSpPr>
        <p:spPr>
          <a:xfrm xmlns:a="http://schemas.openxmlformats.org/drawingml/2006/main">
            <a:off x="247618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5617DD63-1474-41C6-A1F6-A30CCCF1C73E}"/>
              </a:ext>
            </a:extLst>
          </p:cNvPr>
          <p:cNvSpPr>
            <a:spLocks xmlns:a="http://schemas.openxmlformats.org/drawingml/2006/main" noGrp="1"/>
          </p:cNvSpPr>
          <p:nvPr/>
        </p:nvSpPr>
        <p:spPr>
          <a:xfrm xmlns:a="http://schemas.openxmlformats.org/drawingml/2006/main">
            <a:off x="247618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9BFBC"/>
          </a:solidFill>
          <a:ln xmlns:a="http://schemas.openxmlformats.org/drawingml/2006/main" w="2452">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D73F4E31-5870-40FB-955D-6525A13643A0}"/>
              </a:ext>
            </a:extLst>
          </p:cNvPr>
          <p:cNvSpPr>
            <a:spLocks xmlns:a="http://schemas.openxmlformats.org/drawingml/2006/main" noGrp="1"/>
          </p:cNvSpPr>
          <p:nvPr/>
        </p:nvSpPr>
        <p:spPr>
          <a:xfrm xmlns:a="http://schemas.openxmlformats.org/drawingml/2006/main">
            <a:off x="247618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E63B9DD0-3D62-4F38-87AC-0923949140A9}"/>
              </a:ext>
            </a:extLst>
          </p:cNvPr>
          <p:cNvSpPr>
            <a:spLocks xmlns:a="http://schemas.openxmlformats.org/drawingml/2006/main" noGrp="1"/>
          </p:cNvSpPr>
          <p:nvPr/>
        </p:nvSpPr>
        <p:spPr>
          <a:xfrm xmlns:a="http://schemas.openxmlformats.org/drawingml/2006/main">
            <a:off x="255519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0FDD28B6-F0DD-43FC-BD6F-994E9CFE2B91}"/>
              </a:ext>
            </a:extLst>
          </p:cNvPr>
          <p:cNvSpPr>
            <a:spLocks xmlns:a="http://schemas.openxmlformats.org/drawingml/2006/main" noGrp="1"/>
          </p:cNvSpPr>
          <p:nvPr/>
        </p:nvSpPr>
        <p:spPr>
          <a:xfrm xmlns:a="http://schemas.openxmlformats.org/drawingml/2006/main">
            <a:off x="255519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EADA0021-58B1-4EBF-A553-70F2B03B9079}"/>
              </a:ext>
            </a:extLst>
          </p:cNvPr>
          <p:cNvSpPr>
            <a:spLocks xmlns:a="http://schemas.openxmlformats.org/drawingml/2006/main" noGrp="1"/>
          </p:cNvSpPr>
          <p:nvPr/>
        </p:nvSpPr>
        <p:spPr>
          <a:xfrm xmlns:a="http://schemas.openxmlformats.org/drawingml/2006/main">
            <a:off x="255519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ECB"/>
          </a:solidFill>
          <a:ln xmlns:a="http://schemas.openxmlformats.org/drawingml/2006/main" w="2452">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EDBE791A-637D-4CCF-A305-2B88696CBD15}"/>
              </a:ext>
            </a:extLst>
          </p:cNvPr>
          <p:cNvSpPr>
            <a:spLocks xmlns:a="http://schemas.openxmlformats.org/drawingml/2006/main" noGrp="1"/>
          </p:cNvSpPr>
          <p:nvPr/>
        </p:nvSpPr>
        <p:spPr>
          <a:xfrm xmlns:a="http://schemas.openxmlformats.org/drawingml/2006/main">
            <a:off x="263419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0530D9AF-DAA8-45BB-A98F-0E8A215504AA}"/>
              </a:ext>
            </a:extLst>
          </p:cNvPr>
          <p:cNvSpPr>
            <a:spLocks xmlns:a="http://schemas.openxmlformats.org/drawingml/2006/main" noGrp="1"/>
          </p:cNvSpPr>
          <p:nvPr/>
        </p:nvSpPr>
        <p:spPr>
          <a:xfrm xmlns:a="http://schemas.openxmlformats.org/drawingml/2006/main">
            <a:off x="263419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ECCCA"/>
          </a:solidFill>
          <a:ln xmlns:a="http://schemas.openxmlformats.org/drawingml/2006/main" w="2452">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D1A22D97-C751-4F3F-BA3D-328CDC142B66}"/>
              </a:ext>
            </a:extLst>
          </p:cNvPr>
          <p:cNvSpPr>
            <a:spLocks xmlns:a="http://schemas.openxmlformats.org/drawingml/2006/main" noGrp="1"/>
          </p:cNvSpPr>
          <p:nvPr/>
        </p:nvSpPr>
        <p:spPr>
          <a:xfrm xmlns:a="http://schemas.openxmlformats.org/drawingml/2006/main">
            <a:off x="2713196"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85A6D49C-A392-474D-A132-668433388A7C}"/>
              </a:ext>
            </a:extLst>
          </p:cNvPr>
          <p:cNvSpPr>
            <a:spLocks xmlns:a="http://schemas.openxmlformats.org/drawingml/2006/main" noGrp="1"/>
          </p:cNvSpPr>
          <p:nvPr/>
        </p:nvSpPr>
        <p:spPr>
          <a:xfrm xmlns:a="http://schemas.openxmlformats.org/drawingml/2006/main">
            <a:off x="2713196"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78882"/>
          </a:solidFill>
          <a:ln xmlns:a="http://schemas.openxmlformats.org/drawingml/2006/main" w="2452">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11A84C67-06B1-4B10-B9A7-D4B95128D1A1}"/>
              </a:ext>
            </a:extLst>
          </p:cNvPr>
          <p:cNvSpPr>
            <a:spLocks xmlns:a="http://schemas.openxmlformats.org/drawingml/2006/main" noGrp="1"/>
          </p:cNvSpPr>
          <p:nvPr/>
        </p:nvSpPr>
        <p:spPr>
          <a:xfrm xmlns:a="http://schemas.openxmlformats.org/drawingml/2006/main">
            <a:off x="2792199"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77B4F723-DCE0-47E3-8BC0-53D0B23297CD}"/>
              </a:ext>
            </a:extLst>
          </p:cNvPr>
          <p:cNvSpPr>
            <a:spLocks xmlns:a="http://schemas.openxmlformats.org/drawingml/2006/main" noGrp="1"/>
          </p:cNvSpPr>
          <p:nvPr/>
        </p:nvSpPr>
        <p:spPr>
          <a:xfrm xmlns:a="http://schemas.openxmlformats.org/drawingml/2006/main">
            <a:off x="2792199" y="265716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1EA26D89-057D-478C-9522-3587C7DAD696}"/>
              </a:ext>
            </a:extLst>
          </p:cNvPr>
          <p:cNvSpPr>
            <a:spLocks xmlns:a="http://schemas.openxmlformats.org/drawingml/2006/main" noGrp="1"/>
          </p:cNvSpPr>
          <p:nvPr/>
        </p:nvSpPr>
        <p:spPr>
          <a:xfrm xmlns:a="http://schemas.openxmlformats.org/drawingml/2006/main">
            <a:off x="2792199" y="257762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5A1A4A3F-1598-48CB-BAD7-64DD4768DFB2}"/>
              </a:ext>
            </a:extLst>
          </p:cNvPr>
          <p:cNvSpPr>
            <a:spLocks xmlns:a="http://schemas.openxmlformats.org/drawingml/2006/main" noGrp="1"/>
          </p:cNvSpPr>
          <p:nvPr/>
        </p:nvSpPr>
        <p:spPr>
          <a:xfrm xmlns:a="http://schemas.openxmlformats.org/drawingml/2006/main">
            <a:off x="2871201"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09823998-5A82-4731-AA54-EF4485ADBB2D}"/>
              </a:ext>
            </a:extLst>
          </p:cNvPr>
          <p:cNvSpPr>
            <a:spLocks xmlns:a="http://schemas.openxmlformats.org/drawingml/2006/main" noGrp="1"/>
          </p:cNvSpPr>
          <p:nvPr/>
        </p:nvSpPr>
        <p:spPr>
          <a:xfrm xmlns:a="http://schemas.openxmlformats.org/drawingml/2006/main">
            <a:off x="2871201"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7D5"/>
          </a:solidFill>
          <a:ln xmlns:a="http://schemas.openxmlformats.org/drawingml/2006/main" w="2452">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45B8264D-1900-4E11-814D-8889925E4988}"/>
              </a:ext>
            </a:extLst>
          </p:cNvPr>
          <p:cNvSpPr>
            <a:spLocks xmlns:a="http://schemas.openxmlformats.org/drawingml/2006/main" noGrp="1"/>
          </p:cNvSpPr>
          <p:nvPr/>
        </p:nvSpPr>
        <p:spPr>
          <a:xfrm xmlns:a="http://schemas.openxmlformats.org/drawingml/2006/main">
            <a:off x="2871201"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5A2F223F-2805-475A-9140-4010DD9D3184}"/>
              </a:ext>
            </a:extLst>
          </p:cNvPr>
          <p:cNvSpPr>
            <a:spLocks xmlns:a="http://schemas.openxmlformats.org/drawingml/2006/main" noGrp="1"/>
          </p:cNvSpPr>
          <p:nvPr/>
        </p:nvSpPr>
        <p:spPr>
          <a:xfrm xmlns:a="http://schemas.openxmlformats.org/drawingml/2006/main">
            <a:off x="2950204"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5B2AF"/>
          </a:solidFill>
          <a:ln xmlns:a="http://schemas.openxmlformats.org/drawingml/2006/main" w="2452">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4AD32F80-71FE-4A74-813B-086EC4D002A9}"/>
              </a:ext>
            </a:extLst>
          </p:cNvPr>
          <p:cNvSpPr>
            <a:spLocks xmlns:a="http://schemas.openxmlformats.org/drawingml/2006/main" noGrp="1"/>
          </p:cNvSpPr>
          <p:nvPr/>
        </p:nvSpPr>
        <p:spPr>
          <a:xfrm xmlns:a="http://schemas.openxmlformats.org/drawingml/2006/main">
            <a:off x="2950204" y="265716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3D0"/>
          </a:solidFill>
          <a:ln xmlns:a="http://schemas.openxmlformats.org/drawingml/2006/main" w="2452">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8CF6DEC3-59DB-4B6B-A5D8-6DFB886FAA07}"/>
              </a:ext>
            </a:extLst>
          </p:cNvPr>
          <p:cNvSpPr>
            <a:spLocks xmlns:a="http://schemas.openxmlformats.org/drawingml/2006/main" noGrp="1"/>
          </p:cNvSpPr>
          <p:nvPr/>
        </p:nvSpPr>
        <p:spPr>
          <a:xfrm xmlns:a="http://schemas.openxmlformats.org/drawingml/2006/main">
            <a:off x="2950204" y="257762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CDA"/>
          </a:solidFill>
          <a:ln xmlns:a="http://schemas.openxmlformats.org/drawingml/2006/main" w="2452">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9CE788FC-35DA-43E6-9EC8-222F762E78EE}"/>
              </a:ext>
            </a:extLst>
          </p:cNvPr>
          <p:cNvSpPr>
            <a:spLocks xmlns:a="http://schemas.openxmlformats.org/drawingml/2006/main" noGrp="1"/>
          </p:cNvSpPr>
          <p:nvPr/>
        </p:nvSpPr>
        <p:spPr>
          <a:xfrm xmlns:a="http://schemas.openxmlformats.org/drawingml/2006/main">
            <a:off x="2950204" y="249809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3968AF"/>
          </a:solidFill>
          <a:ln xmlns:a="http://schemas.openxmlformats.org/drawingml/2006/main" w="2452">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DDA129E8-280A-4656-A380-EDBBD98660A7}"/>
              </a:ext>
            </a:extLst>
          </p:cNvPr>
          <p:cNvSpPr>
            <a:spLocks xmlns:a="http://schemas.openxmlformats.org/drawingml/2006/main" noGrp="1"/>
          </p:cNvSpPr>
          <p:nvPr/>
        </p:nvSpPr>
        <p:spPr>
          <a:xfrm xmlns:a="http://schemas.openxmlformats.org/drawingml/2006/main">
            <a:off x="3029206"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83F4F73E-6F7E-4EFD-94FD-DC781835AB66}"/>
              </a:ext>
            </a:extLst>
          </p:cNvPr>
          <p:cNvSpPr>
            <a:spLocks xmlns:a="http://schemas.openxmlformats.org/drawingml/2006/main" noGrp="1"/>
          </p:cNvSpPr>
          <p:nvPr/>
        </p:nvSpPr>
        <p:spPr>
          <a:xfrm xmlns:a="http://schemas.openxmlformats.org/drawingml/2006/main">
            <a:off x="3029206"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4E0DE"/>
          </a:solidFill>
          <a:ln xmlns:a="http://schemas.openxmlformats.org/drawingml/2006/main" w="2452">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34E1A5E7-D352-4A15-9B04-8D9ED035FD06}"/>
              </a:ext>
            </a:extLst>
          </p:cNvPr>
          <p:cNvSpPr>
            <a:spLocks xmlns:a="http://schemas.openxmlformats.org/drawingml/2006/main" noGrp="1"/>
          </p:cNvSpPr>
          <p:nvPr/>
        </p:nvSpPr>
        <p:spPr>
          <a:xfrm xmlns:a="http://schemas.openxmlformats.org/drawingml/2006/main">
            <a:off x="3029206" y="249809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C530A7B8-BF49-473F-A4CF-8C835E0A8F4A}"/>
              </a:ext>
            </a:extLst>
          </p:cNvPr>
          <p:cNvSpPr>
            <a:spLocks xmlns:a="http://schemas.openxmlformats.org/drawingml/2006/main" noGrp="1"/>
          </p:cNvSpPr>
          <p:nvPr/>
        </p:nvSpPr>
        <p:spPr>
          <a:xfrm xmlns:a="http://schemas.openxmlformats.org/drawingml/2006/main">
            <a:off x="3108209" y="257762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3FE0A2C4-10C1-43F7-BE6C-08B05AF0B68D}"/>
              </a:ext>
            </a:extLst>
          </p:cNvPr>
          <p:cNvSpPr>
            <a:spLocks xmlns:a="http://schemas.openxmlformats.org/drawingml/2006/main" noGrp="1"/>
          </p:cNvSpPr>
          <p:nvPr/>
        </p:nvSpPr>
        <p:spPr>
          <a:xfrm xmlns:a="http://schemas.openxmlformats.org/drawingml/2006/main">
            <a:off x="3108209" y="249809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275D10C5-4A0F-4750-8320-13D75D371A67}"/>
              </a:ext>
            </a:extLst>
          </p:cNvPr>
          <p:cNvSpPr>
            <a:spLocks xmlns:a="http://schemas.openxmlformats.org/drawingml/2006/main" noGrp="1"/>
          </p:cNvSpPr>
          <p:nvPr/>
        </p:nvSpPr>
        <p:spPr>
          <a:xfrm xmlns:a="http://schemas.openxmlformats.org/drawingml/2006/main">
            <a:off x="3108209" y="241856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A78F5F53-0E79-415B-BFE1-00F860ED14D1}"/>
              </a:ext>
            </a:extLst>
          </p:cNvPr>
          <p:cNvSpPr>
            <a:spLocks xmlns:a="http://schemas.openxmlformats.org/drawingml/2006/main" noGrp="1"/>
          </p:cNvSpPr>
          <p:nvPr/>
        </p:nvSpPr>
        <p:spPr>
          <a:xfrm xmlns:a="http://schemas.openxmlformats.org/drawingml/2006/main">
            <a:off x="3187211" y="265716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198C829D-7365-487E-9FEF-90F40C0891CA}"/>
              </a:ext>
            </a:extLst>
          </p:cNvPr>
          <p:cNvSpPr>
            <a:spLocks xmlns:a="http://schemas.openxmlformats.org/drawingml/2006/main" noGrp="1"/>
          </p:cNvSpPr>
          <p:nvPr/>
        </p:nvSpPr>
        <p:spPr>
          <a:xfrm xmlns:a="http://schemas.openxmlformats.org/drawingml/2006/main">
            <a:off x="3187211" y="257762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50EB21DD-3CF0-4B6F-BF31-5A07258075CA}"/>
              </a:ext>
            </a:extLst>
          </p:cNvPr>
          <p:cNvSpPr>
            <a:spLocks xmlns:a="http://schemas.openxmlformats.org/drawingml/2006/main" noGrp="1"/>
          </p:cNvSpPr>
          <p:nvPr/>
        </p:nvSpPr>
        <p:spPr>
          <a:xfrm xmlns:a="http://schemas.openxmlformats.org/drawingml/2006/main">
            <a:off x="3187211" y="249809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6E4E2"/>
          </a:solidFill>
          <a:ln xmlns:a="http://schemas.openxmlformats.org/drawingml/2006/main" w="2452">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10C4F1BA-D86B-44E9-8226-5FB94CE3E081}"/>
              </a:ext>
            </a:extLst>
          </p:cNvPr>
          <p:cNvSpPr>
            <a:spLocks xmlns:a="http://schemas.openxmlformats.org/drawingml/2006/main" noGrp="1"/>
          </p:cNvSpPr>
          <p:nvPr/>
        </p:nvSpPr>
        <p:spPr>
          <a:xfrm xmlns:a="http://schemas.openxmlformats.org/drawingml/2006/main">
            <a:off x="255519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5B8C931B-1FB9-4C6F-80B7-B07C0A11383C}"/>
              </a:ext>
            </a:extLst>
          </p:cNvPr>
          <p:cNvSpPr>
            <a:spLocks xmlns:a="http://schemas.openxmlformats.org/drawingml/2006/main" noGrp="1"/>
          </p:cNvSpPr>
          <p:nvPr/>
        </p:nvSpPr>
        <p:spPr>
          <a:xfrm xmlns:a="http://schemas.openxmlformats.org/drawingml/2006/main">
            <a:off x="2634194" y="273669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B09D852A-B1C2-4C25-BC05-A1110CFAFB3C}"/>
              </a:ext>
            </a:extLst>
          </p:cNvPr>
          <p:cNvSpPr>
            <a:spLocks xmlns:a="http://schemas.openxmlformats.org/drawingml/2006/main" noGrp="1"/>
          </p:cNvSpPr>
          <p:nvPr/>
        </p:nvSpPr>
        <p:spPr>
          <a:xfrm xmlns:a="http://schemas.openxmlformats.org/drawingml/2006/main">
            <a:off x="2713196" y="273669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842C3547-653B-4A06-8E9F-ED7C592C9E63}"/>
              </a:ext>
            </a:extLst>
          </p:cNvPr>
          <p:cNvSpPr>
            <a:spLocks xmlns:a="http://schemas.openxmlformats.org/drawingml/2006/main" noGrp="1"/>
          </p:cNvSpPr>
          <p:nvPr/>
        </p:nvSpPr>
        <p:spPr>
          <a:xfrm xmlns:a="http://schemas.openxmlformats.org/drawingml/2006/main">
            <a:off x="223918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CBBD2A6B-AA36-4CA2-8966-65A15D5D703F}"/>
              </a:ext>
            </a:extLst>
          </p:cNvPr>
          <p:cNvSpPr>
            <a:spLocks xmlns:a="http://schemas.openxmlformats.org/drawingml/2006/main" noGrp="1"/>
          </p:cNvSpPr>
          <p:nvPr/>
        </p:nvSpPr>
        <p:spPr>
          <a:xfrm xmlns:a="http://schemas.openxmlformats.org/drawingml/2006/main">
            <a:off x="239718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A8E6B42C-546F-4271-BFD6-194C4EF9DEEA}"/>
              </a:ext>
            </a:extLst>
          </p:cNvPr>
          <p:cNvSpPr>
            <a:spLocks xmlns:a="http://schemas.openxmlformats.org/drawingml/2006/main" noGrp="1"/>
          </p:cNvSpPr>
          <p:nvPr/>
        </p:nvSpPr>
        <p:spPr>
          <a:xfrm xmlns:a="http://schemas.openxmlformats.org/drawingml/2006/main">
            <a:off x="2476189"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B43E9392-5D26-4BCD-B57F-B274CB16DA92}"/>
              </a:ext>
            </a:extLst>
          </p:cNvPr>
          <p:cNvSpPr>
            <a:spLocks xmlns:a="http://schemas.openxmlformats.org/drawingml/2006/main" noGrp="1"/>
          </p:cNvSpPr>
          <p:nvPr/>
        </p:nvSpPr>
        <p:spPr>
          <a:xfrm xmlns:a="http://schemas.openxmlformats.org/drawingml/2006/main">
            <a:off x="2476189"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C47FD40D-EA9E-480F-A601-06D9F1A2CB1A}"/>
              </a:ext>
            </a:extLst>
          </p:cNvPr>
          <p:cNvSpPr>
            <a:spLocks xmlns:a="http://schemas.openxmlformats.org/drawingml/2006/main" noGrp="1"/>
          </p:cNvSpPr>
          <p:nvPr/>
        </p:nvSpPr>
        <p:spPr>
          <a:xfrm xmlns:a="http://schemas.openxmlformats.org/drawingml/2006/main">
            <a:off x="2476189"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1659FAA2-3DB9-42BB-A9FD-6999EE7DCD9C}"/>
              </a:ext>
            </a:extLst>
          </p:cNvPr>
          <p:cNvSpPr>
            <a:spLocks xmlns:a="http://schemas.openxmlformats.org/drawingml/2006/main" noGrp="1"/>
          </p:cNvSpPr>
          <p:nvPr/>
        </p:nvSpPr>
        <p:spPr>
          <a:xfrm xmlns:a="http://schemas.openxmlformats.org/drawingml/2006/main">
            <a:off x="247618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98E8E9BB-4286-4866-8B93-3F21C8B7D967}"/>
              </a:ext>
            </a:extLst>
          </p:cNvPr>
          <p:cNvSpPr>
            <a:spLocks xmlns:a="http://schemas.openxmlformats.org/drawingml/2006/main" noGrp="1"/>
          </p:cNvSpPr>
          <p:nvPr/>
        </p:nvSpPr>
        <p:spPr>
          <a:xfrm xmlns:a="http://schemas.openxmlformats.org/drawingml/2006/main">
            <a:off x="2476189"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DDB"/>
          </a:solidFill>
          <a:ln xmlns:a="http://schemas.openxmlformats.org/drawingml/2006/main" w="2452">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4388AF3B-717C-4E33-B054-3F1A5F26A69F}"/>
              </a:ext>
            </a:extLst>
          </p:cNvPr>
          <p:cNvSpPr>
            <a:spLocks xmlns:a="http://schemas.openxmlformats.org/drawingml/2006/main" noGrp="1"/>
          </p:cNvSpPr>
          <p:nvPr/>
        </p:nvSpPr>
        <p:spPr>
          <a:xfrm xmlns:a="http://schemas.openxmlformats.org/drawingml/2006/main">
            <a:off x="2476189"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AC2BF"/>
          </a:solidFill>
          <a:ln xmlns:a="http://schemas.openxmlformats.org/drawingml/2006/main" w="2452">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901758A0-A810-4218-A4C9-26E15CDD9047}"/>
              </a:ext>
            </a:extLst>
          </p:cNvPr>
          <p:cNvSpPr>
            <a:spLocks xmlns:a="http://schemas.openxmlformats.org/drawingml/2006/main" noGrp="1"/>
          </p:cNvSpPr>
          <p:nvPr/>
        </p:nvSpPr>
        <p:spPr>
          <a:xfrm xmlns:a="http://schemas.openxmlformats.org/drawingml/2006/main">
            <a:off x="255519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5EBF4"/>
          </a:solidFill>
          <a:ln xmlns:a="http://schemas.openxmlformats.org/drawingml/2006/main" w="2452">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C305C457-2C8A-4E7D-BD61-4BB53DFFA62A}"/>
              </a:ext>
            </a:extLst>
          </p:cNvPr>
          <p:cNvSpPr>
            <a:spLocks xmlns:a="http://schemas.openxmlformats.org/drawingml/2006/main" noGrp="1"/>
          </p:cNvSpPr>
          <p:nvPr/>
        </p:nvSpPr>
        <p:spPr>
          <a:xfrm xmlns:a="http://schemas.openxmlformats.org/drawingml/2006/main">
            <a:off x="2555191"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B6F4BC80-8576-4D8C-8BB6-63C84A408EC5}"/>
              </a:ext>
            </a:extLst>
          </p:cNvPr>
          <p:cNvSpPr>
            <a:spLocks xmlns:a="http://schemas.openxmlformats.org/drawingml/2006/main" noGrp="1"/>
          </p:cNvSpPr>
          <p:nvPr/>
        </p:nvSpPr>
        <p:spPr>
          <a:xfrm xmlns:a="http://schemas.openxmlformats.org/drawingml/2006/main">
            <a:off x="255519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72322F89-5CC8-435F-B589-3C118385FE56}"/>
              </a:ext>
            </a:extLst>
          </p:cNvPr>
          <p:cNvSpPr>
            <a:spLocks xmlns:a="http://schemas.openxmlformats.org/drawingml/2006/main" noGrp="1"/>
          </p:cNvSpPr>
          <p:nvPr/>
        </p:nvSpPr>
        <p:spPr>
          <a:xfrm xmlns:a="http://schemas.openxmlformats.org/drawingml/2006/main">
            <a:off x="255519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854FBDB4-0EAE-40E6-8830-6317AD8FDB31}"/>
              </a:ext>
            </a:extLst>
          </p:cNvPr>
          <p:cNvSpPr>
            <a:spLocks xmlns:a="http://schemas.openxmlformats.org/drawingml/2006/main" noGrp="1"/>
          </p:cNvSpPr>
          <p:nvPr/>
        </p:nvSpPr>
        <p:spPr>
          <a:xfrm xmlns:a="http://schemas.openxmlformats.org/drawingml/2006/main">
            <a:off x="2555191"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9BB85C08-C01D-4880-970F-4936C27A895A}"/>
              </a:ext>
            </a:extLst>
          </p:cNvPr>
          <p:cNvSpPr>
            <a:spLocks xmlns:a="http://schemas.openxmlformats.org/drawingml/2006/main" noGrp="1"/>
          </p:cNvSpPr>
          <p:nvPr/>
        </p:nvSpPr>
        <p:spPr>
          <a:xfrm xmlns:a="http://schemas.openxmlformats.org/drawingml/2006/main">
            <a:off x="2555191" y="297530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7B8B5"/>
          </a:solidFill>
          <a:ln xmlns:a="http://schemas.openxmlformats.org/drawingml/2006/main" w="2452">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FC641E9F-8331-4E13-A9DC-8FE6F5A82DD1}"/>
              </a:ext>
            </a:extLst>
          </p:cNvPr>
          <p:cNvSpPr>
            <a:spLocks xmlns:a="http://schemas.openxmlformats.org/drawingml/2006/main" noGrp="1"/>
          </p:cNvSpPr>
          <p:nvPr/>
        </p:nvSpPr>
        <p:spPr>
          <a:xfrm xmlns:a="http://schemas.openxmlformats.org/drawingml/2006/main">
            <a:off x="263419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0AE62043-3C71-4018-B0D1-76C1931E4D72}"/>
              </a:ext>
            </a:extLst>
          </p:cNvPr>
          <p:cNvSpPr>
            <a:spLocks xmlns:a="http://schemas.openxmlformats.org/drawingml/2006/main" noGrp="1"/>
          </p:cNvSpPr>
          <p:nvPr/>
        </p:nvSpPr>
        <p:spPr>
          <a:xfrm xmlns:a="http://schemas.openxmlformats.org/drawingml/2006/main">
            <a:off x="2634194"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593E2055-AC10-431F-BB30-0125EDCF2DFF}"/>
              </a:ext>
            </a:extLst>
          </p:cNvPr>
          <p:cNvSpPr>
            <a:spLocks xmlns:a="http://schemas.openxmlformats.org/drawingml/2006/main" noGrp="1"/>
          </p:cNvSpPr>
          <p:nvPr/>
        </p:nvSpPr>
        <p:spPr>
          <a:xfrm xmlns:a="http://schemas.openxmlformats.org/drawingml/2006/main">
            <a:off x="2634194"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02D8D5AC-4EAC-49C2-B404-6DBFBCC0EE14}"/>
              </a:ext>
            </a:extLst>
          </p:cNvPr>
          <p:cNvSpPr>
            <a:spLocks xmlns:a="http://schemas.openxmlformats.org/drawingml/2006/main" noGrp="1"/>
          </p:cNvSpPr>
          <p:nvPr/>
        </p:nvSpPr>
        <p:spPr>
          <a:xfrm xmlns:a="http://schemas.openxmlformats.org/drawingml/2006/main">
            <a:off x="2634194"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862CF8AC-92B5-4AE0-96FF-437016A5DEE9}"/>
              </a:ext>
            </a:extLst>
          </p:cNvPr>
          <p:cNvSpPr>
            <a:spLocks xmlns:a="http://schemas.openxmlformats.org/drawingml/2006/main" noGrp="1"/>
          </p:cNvSpPr>
          <p:nvPr/>
        </p:nvSpPr>
        <p:spPr>
          <a:xfrm xmlns:a="http://schemas.openxmlformats.org/drawingml/2006/main">
            <a:off x="2634194"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4595598F-F66A-45C9-822E-B596B89DE251}"/>
              </a:ext>
            </a:extLst>
          </p:cNvPr>
          <p:cNvSpPr>
            <a:spLocks xmlns:a="http://schemas.openxmlformats.org/drawingml/2006/main" noGrp="1"/>
          </p:cNvSpPr>
          <p:nvPr/>
        </p:nvSpPr>
        <p:spPr>
          <a:xfrm xmlns:a="http://schemas.openxmlformats.org/drawingml/2006/main">
            <a:off x="2713196"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E9D5CD2F-A376-4E89-9C10-9BB64C1E869A}"/>
              </a:ext>
            </a:extLst>
          </p:cNvPr>
          <p:cNvSpPr>
            <a:spLocks xmlns:a="http://schemas.openxmlformats.org/drawingml/2006/main" noGrp="1"/>
          </p:cNvSpPr>
          <p:nvPr/>
        </p:nvSpPr>
        <p:spPr>
          <a:xfrm xmlns:a="http://schemas.openxmlformats.org/drawingml/2006/main">
            <a:off x="2713196"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8841E5D3-D96A-4DC7-8FAE-CE2D95516C74}"/>
              </a:ext>
            </a:extLst>
          </p:cNvPr>
          <p:cNvSpPr>
            <a:spLocks xmlns:a="http://schemas.openxmlformats.org/drawingml/2006/main" noGrp="1"/>
          </p:cNvSpPr>
          <p:nvPr/>
        </p:nvSpPr>
        <p:spPr>
          <a:xfrm xmlns:a="http://schemas.openxmlformats.org/drawingml/2006/main">
            <a:off x="271319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6FD6CAB8-0B1D-4570-A888-58DD2672B9E1}"/>
              </a:ext>
            </a:extLst>
          </p:cNvPr>
          <p:cNvSpPr>
            <a:spLocks xmlns:a="http://schemas.openxmlformats.org/drawingml/2006/main" noGrp="1"/>
          </p:cNvSpPr>
          <p:nvPr/>
        </p:nvSpPr>
        <p:spPr>
          <a:xfrm xmlns:a="http://schemas.openxmlformats.org/drawingml/2006/main">
            <a:off x="152815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5379D054-7C69-4079-A5CC-BCFA74FFAF97}"/>
              </a:ext>
            </a:extLst>
          </p:cNvPr>
          <p:cNvSpPr>
            <a:spLocks xmlns:a="http://schemas.openxmlformats.org/drawingml/2006/main" noGrp="1"/>
          </p:cNvSpPr>
          <p:nvPr/>
        </p:nvSpPr>
        <p:spPr>
          <a:xfrm xmlns:a="http://schemas.openxmlformats.org/drawingml/2006/main">
            <a:off x="160716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A15686E2-110D-49F3-B802-5B7B329556E8}"/>
              </a:ext>
            </a:extLst>
          </p:cNvPr>
          <p:cNvSpPr>
            <a:spLocks xmlns:a="http://schemas.openxmlformats.org/drawingml/2006/main" noGrp="1"/>
          </p:cNvSpPr>
          <p:nvPr/>
        </p:nvSpPr>
        <p:spPr>
          <a:xfrm xmlns:a="http://schemas.openxmlformats.org/drawingml/2006/main">
            <a:off x="3345216"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0578D2D0-0706-476F-BCB2-D0B460F69DA2}"/>
              </a:ext>
            </a:extLst>
          </p:cNvPr>
          <p:cNvSpPr>
            <a:spLocks xmlns:a="http://schemas.openxmlformats.org/drawingml/2006/main" noGrp="1"/>
          </p:cNvSpPr>
          <p:nvPr/>
        </p:nvSpPr>
        <p:spPr>
          <a:xfrm xmlns:a="http://schemas.openxmlformats.org/drawingml/2006/main">
            <a:off x="3345216"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C1CFE6"/>
          </a:solidFill>
          <a:ln xmlns:a="http://schemas.openxmlformats.org/drawingml/2006/main" w="2452">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3BF0EB0B-3F44-4CBF-8E9B-EB9D40D6B7B3}"/>
              </a:ext>
            </a:extLst>
          </p:cNvPr>
          <p:cNvSpPr>
            <a:spLocks xmlns:a="http://schemas.openxmlformats.org/drawingml/2006/main" noGrp="1"/>
          </p:cNvSpPr>
          <p:nvPr/>
        </p:nvSpPr>
        <p:spPr>
          <a:xfrm xmlns:a="http://schemas.openxmlformats.org/drawingml/2006/main">
            <a:off x="3345216"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DE5F1"/>
          </a:solidFill>
          <a:ln xmlns:a="http://schemas.openxmlformats.org/drawingml/2006/main" w="2452">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14900216-DC1C-4809-A6D0-972884193412}"/>
              </a:ext>
            </a:extLst>
          </p:cNvPr>
          <p:cNvSpPr>
            <a:spLocks xmlns:a="http://schemas.openxmlformats.org/drawingml/2006/main" noGrp="1"/>
          </p:cNvSpPr>
          <p:nvPr/>
        </p:nvSpPr>
        <p:spPr>
          <a:xfrm xmlns:a="http://schemas.openxmlformats.org/drawingml/2006/main">
            <a:off x="3345216"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67FB9988-2D18-481B-B9D6-1B73095BC2D3}"/>
              </a:ext>
            </a:extLst>
          </p:cNvPr>
          <p:cNvSpPr>
            <a:spLocks xmlns:a="http://schemas.openxmlformats.org/drawingml/2006/main" noGrp="1"/>
          </p:cNvSpPr>
          <p:nvPr/>
        </p:nvSpPr>
        <p:spPr>
          <a:xfrm xmlns:a="http://schemas.openxmlformats.org/drawingml/2006/main">
            <a:off x="3424219"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B644EDC7-D774-4D04-BFE7-A02BDC881257}"/>
              </a:ext>
            </a:extLst>
          </p:cNvPr>
          <p:cNvSpPr>
            <a:spLocks xmlns:a="http://schemas.openxmlformats.org/drawingml/2006/main" noGrp="1"/>
          </p:cNvSpPr>
          <p:nvPr/>
        </p:nvSpPr>
        <p:spPr>
          <a:xfrm xmlns:a="http://schemas.openxmlformats.org/drawingml/2006/main">
            <a:off x="3424219"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78F30E74-4E56-431D-88AE-6B28766C1D64}"/>
              </a:ext>
            </a:extLst>
          </p:cNvPr>
          <p:cNvSpPr>
            <a:spLocks xmlns:a="http://schemas.openxmlformats.org/drawingml/2006/main" noGrp="1"/>
          </p:cNvSpPr>
          <p:nvPr/>
        </p:nvSpPr>
        <p:spPr>
          <a:xfrm xmlns:a="http://schemas.openxmlformats.org/drawingml/2006/main">
            <a:off x="3424219" y="321390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93BAE6C9-853A-4BAB-B963-369B88ADB81F}"/>
              </a:ext>
            </a:extLst>
          </p:cNvPr>
          <p:cNvSpPr>
            <a:spLocks xmlns:a="http://schemas.openxmlformats.org/drawingml/2006/main" noGrp="1"/>
          </p:cNvSpPr>
          <p:nvPr/>
        </p:nvSpPr>
        <p:spPr>
          <a:xfrm xmlns:a="http://schemas.openxmlformats.org/drawingml/2006/main">
            <a:off x="342421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96AFD5"/>
          </a:solidFill>
          <a:ln xmlns:a="http://schemas.openxmlformats.org/drawingml/2006/main" w="2452">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2194D853-5AF1-499C-B101-BB53E3324BC3}"/>
              </a:ext>
            </a:extLst>
          </p:cNvPr>
          <p:cNvSpPr>
            <a:spLocks xmlns:a="http://schemas.openxmlformats.org/drawingml/2006/main" noGrp="1"/>
          </p:cNvSpPr>
          <p:nvPr/>
        </p:nvSpPr>
        <p:spPr>
          <a:xfrm xmlns:a="http://schemas.openxmlformats.org/drawingml/2006/main">
            <a:off x="3424219" y="305483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3083FB6D-9B15-4F63-8AA8-CBD46568378B}"/>
              </a:ext>
            </a:extLst>
          </p:cNvPr>
          <p:cNvSpPr>
            <a:spLocks xmlns:a="http://schemas.openxmlformats.org/drawingml/2006/main" noGrp="1"/>
          </p:cNvSpPr>
          <p:nvPr/>
        </p:nvSpPr>
        <p:spPr>
          <a:xfrm xmlns:a="http://schemas.openxmlformats.org/drawingml/2006/main">
            <a:off x="3424219"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324FF3CC-38FC-4B2C-B10B-E6AC7A664EFD}"/>
              </a:ext>
            </a:extLst>
          </p:cNvPr>
          <p:cNvSpPr>
            <a:spLocks xmlns:a="http://schemas.openxmlformats.org/drawingml/2006/main" noGrp="1"/>
          </p:cNvSpPr>
          <p:nvPr/>
        </p:nvSpPr>
        <p:spPr>
          <a:xfrm xmlns:a="http://schemas.openxmlformats.org/drawingml/2006/main">
            <a:off x="350322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40DB5026-280A-4091-9DA6-9F4B81C34EA6}"/>
              </a:ext>
            </a:extLst>
          </p:cNvPr>
          <p:cNvSpPr>
            <a:spLocks xmlns:a="http://schemas.openxmlformats.org/drawingml/2006/main" noGrp="1"/>
          </p:cNvSpPr>
          <p:nvPr/>
        </p:nvSpPr>
        <p:spPr>
          <a:xfrm xmlns:a="http://schemas.openxmlformats.org/drawingml/2006/main">
            <a:off x="350322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EA26B56E-F637-4D6C-B9A3-3040F034180C}"/>
              </a:ext>
            </a:extLst>
          </p:cNvPr>
          <p:cNvSpPr>
            <a:spLocks xmlns:a="http://schemas.openxmlformats.org/drawingml/2006/main" noGrp="1"/>
          </p:cNvSpPr>
          <p:nvPr/>
        </p:nvSpPr>
        <p:spPr>
          <a:xfrm xmlns:a="http://schemas.openxmlformats.org/drawingml/2006/main">
            <a:off x="3503221" y="3293440"/>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2CCEBE8B-2B8A-4FAE-9A18-982982785005}"/>
              </a:ext>
            </a:extLst>
          </p:cNvPr>
          <p:cNvSpPr>
            <a:spLocks xmlns:a="http://schemas.openxmlformats.org/drawingml/2006/main" noGrp="1"/>
          </p:cNvSpPr>
          <p:nvPr/>
        </p:nvSpPr>
        <p:spPr>
          <a:xfrm xmlns:a="http://schemas.openxmlformats.org/drawingml/2006/main">
            <a:off x="3503221" y="321390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D8D6"/>
          </a:solidFill>
          <a:ln xmlns:a="http://schemas.openxmlformats.org/drawingml/2006/main" w="2452">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0A9AEE64-7A42-49C6-87DD-083070B13C89}"/>
              </a:ext>
            </a:extLst>
          </p:cNvPr>
          <p:cNvSpPr>
            <a:spLocks xmlns:a="http://schemas.openxmlformats.org/drawingml/2006/main" noGrp="1"/>
          </p:cNvSpPr>
          <p:nvPr/>
        </p:nvSpPr>
        <p:spPr>
          <a:xfrm xmlns:a="http://schemas.openxmlformats.org/drawingml/2006/main">
            <a:off x="3503221" y="313437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297E3CEE-45E5-494A-8219-A5E8617058B5}"/>
              </a:ext>
            </a:extLst>
          </p:cNvPr>
          <p:cNvSpPr>
            <a:spLocks xmlns:a="http://schemas.openxmlformats.org/drawingml/2006/main" noGrp="1"/>
          </p:cNvSpPr>
          <p:nvPr/>
        </p:nvSpPr>
        <p:spPr>
          <a:xfrm xmlns:a="http://schemas.openxmlformats.org/drawingml/2006/main">
            <a:off x="3503221"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62987B24-5F82-4BFF-BCC7-C7D29EDAD8D3}"/>
              </a:ext>
            </a:extLst>
          </p:cNvPr>
          <p:cNvSpPr>
            <a:spLocks xmlns:a="http://schemas.openxmlformats.org/drawingml/2006/main" noGrp="1"/>
          </p:cNvSpPr>
          <p:nvPr/>
        </p:nvSpPr>
        <p:spPr>
          <a:xfrm xmlns:a="http://schemas.openxmlformats.org/drawingml/2006/main">
            <a:off x="358222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C0EFE953-C0B0-4A61-8F8B-C07791CA92A6}"/>
              </a:ext>
            </a:extLst>
          </p:cNvPr>
          <p:cNvSpPr>
            <a:spLocks xmlns:a="http://schemas.openxmlformats.org/drawingml/2006/main" noGrp="1"/>
          </p:cNvSpPr>
          <p:nvPr/>
        </p:nvSpPr>
        <p:spPr>
          <a:xfrm xmlns:a="http://schemas.openxmlformats.org/drawingml/2006/main">
            <a:off x="358222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BDA1BEFB-851A-4961-8F90-C482DB62DD31}"/>
              </a:ext>
            </a:extLst>
          </p:cNvPr>
          <p:cNvSpPr>
            <a:spLocks xmlns:a="http://schemas.openxmlformats.org/drawingml/2006/main" noGrp="1"/>
          </p:cNvSpPr>
          <p:nvPr/>
        </p:nvSpPr>
        <p:spPr>
          <a:xfrm xmlns:a="http://schemas.openxmlformats.org/drawingml/2006/main">
            <a:off x="3582224" y="3293440"/>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8A6ADF1A-3F8B-424F-9D90-EB1C291ED250}"/>
              </a:ext>
            </a:extLst>
          </p:cNvPr>
          <p:cNvSpPr>
            <a:spLocks xmlns:a="http://schemas.openxmlformats.org/drawingml/2006/main" noGrp="1"/>
          </p:cNvSpPr>
          <p:nvPr/>
        </p:nvSpPr>
        <p:spPr>
          <a:xfrm xmlns:a="http://schemas.openxmlformats.org/drawingml/2006/main">
            <a:off x="366122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0D9A5A3C-2074-4DEC-9F53-C66950CF2C58}"/>
              </a:ext>
            </a:extLst>
          </p:cNvPr>
          <p:cNvSpPr>
            <a:spLocks xmlns:a="http://schemas.openxmlformats.org/drawingml/2006/main" noGrp="1"/>
          </p:cNvSpPr>
          <p:nvPr/>
        </p:nvSpPr>
        <p:spPr>
          <a:xfrm xmlns:a="http://schemas.openxmlformats.org/drawingml/2006/main">
            <a:off x="366122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9C4FD6EB-8C0B-4C68-8769-F1A16483BC49}"/>
              </a:ext>
            </a:extLst>
          </p:cNvPr>
          <p:cNvSpPr>
            <a:spLocks xmlns:a="http://schemas.openxmlformats.org/drawingml/2006/main" noGrp="1"/>
          </p:cNvSpPr>
          <p:nvPr/>
        </p:nvSpPr>
        <p:spPr>
          <a:xfrm xmlns:a="http://schemas.openxmlformats.org/drawingml/2006/main">
            <a:off x="374022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7954FF50-0B52-434F-9470-3E4226C2039F}"/>
              </a:ext>
            </a:extLst>
          </p:cNvPr>
          <p:cNvSpPr>
            <a:spLocks xmlns:a="http://schemas.openxmlformats.org/drawingml/2006/main" noGrp="1"/>
          </p:cNvSpPr>
          <p:nvPr/>
        </p:nvSpPr>
        <p:spPr>
          <a:xfrm xmlns:a="http://schemas.openxmlformats.org/drawingml/2006/main">
            <a:off x="374022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3B35540E-AC0E-4FC9-A34A-878E12EEA642}"/>
              </a:ext>
            </a:extLst>
          </p:cNvPr>
          <p:cNvSpPr>
            <a:spLocks xmlns:a="http://schemas.openxmlformats.org/drawingml/2006/main" noGrp="1"/>
          </p:cNvSpPr>
          <p:nvPr/>
        </p:nvSpPr>
        <p:spPr>
          <a:xfrm xmlns:a="http://schemas.openxmlformats.org/drawingml/2006/main">
            <a:off x="381923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9AE8DC71-1AC5-4151-B17F-A42F3081BAD2}"/>
              </a:ext>
            </a:extLst>
          </p:cNvPr>
          <p:cNvSpPr>
            <a:spLocks xmlns:a="http://schemas.openxmlformats.org/drawingml/2006/main" noGrp="1"/>
          </p:cNvSpPr>
          <p:nvPr/>
        </p:nvSpPr>
        <p:spPr>
          <a:xfrm xmlns:a="http://schemas.openxmlformats.org/drawingml/2006/main">
            <a:off x="381923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40838FD9-9B6A-4AA9-9E8B-02381C3E52E4}"/>
              </a:ext>
            </a:extLst>
          </p:cNvPr>
          <p:cNvSpPr>
            <a:spLocks xmlns:a="http://schemas.openxmlformats.org/drawingml/2006/main" noGrp="1"/>
          </p:cNvSpPr>
          <p:nvPr/>
        </p:nvSpPr>
        <p:spPr>
          <a:xfrm xmlns:a="http://schemas.openxmlformats.org/drawingml/2006/main">
            <a:off x="4609256"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CBC3E7FF-7C0C-4014-BEDF-580A622A20A8}"/>
              </a:ext>
            </a:extLst>
          </p:cNvPr>
          <p:cNvSpPr>
            <a:spLocks xmlns:a="http://schemas.openxmlformats.org/drawingml/2006/main" noGrp="1"/>
          </p:cNvSpPr>
          <p:nvPr/>
        </p:nvSpPr>
        <p:spPr>
          <a:xfrm xmlns:a="http://schemas.openxmlformats.org/drawingml/2006/main">
            <a:off x="168616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1D02F452-2D5A-4A08-8F1B-03DB6B080807}"/>
              </a:ext>
            </a:extLst>
          </p:cNvPr>
          <p:cNvSpPr>
            <a:spLocks xmlns:a="http://schemas.openxmlformats.org/drawingml/2006/main" noGrp="1"/>
          </p:cNvSpPr>
          <p:nvPr/>
        </p:nvSpPr>
        <p:spPr>
          <a:xfrm xmlns:a="http://schemas.openxmlformats.org/drawingml/2006/main">
            <a:off x="176516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E223781F-27A4-4070-9EAE-F0AF0DD9A238}"/>
              </a:ext>
            </a:extLst>
          </p:cNvPr>
          <p:cNvSpPr>
            <a:spLocks xmlns:a="http://schemas.openxmlformats.org/drawingml/2006/main" noGrp="1"/>
          </p:cNvSpPr>
          <p:nvPr/>
        </p:nvSpPr>
        <p:spPr>
          <a:xfrm xmlns:a="http://schemas.openxmlformats.org/drawingml/2006/main">
            <a:off x="176516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7B67411F-0E2E-4C9B-AF5C-1C0A62BEE937}"/>
              </a:ext>
            </a:extLst>
          </p:cNvPr>
          <p:cNvSpPr>
            <a:spLocks xmlns:a="http://schemas.openxmlformats.org/drawingml/2006/main" noGrp="1"/>
          </p:cNvSpPr>
          <p:nvPr/>
        </p:nvSpPr>
        <p:spPr>
          <a:xfrm xmlns:a="http://schemas.openxmlformats.org/drawingml/2006/main">
            <a:off x="1844169"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FF9B315E-CBC4-4B40-A5B0-F566A7F328A0}"/>
              </a:ext>
            </a:extLst>
          </p:cNvPr>
          <p:cNvSpPr>
            <a:spLocks xmlns:a="http://schemas.openxmlformats.org/drawingml/2006/main" noGrp="1"/>
          </p:cNvSpPr>
          <p:nvPr/>
        </p:nvSpPr>
        <p:spPr>
          <a:xfrm xmlns:a="http://schemas.openxmlformats.org/drawingml/2006/main">
            <a:off x="1923171"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CA43202C-79F3-4EAB-B6D8-0096D6627573}"/>
              </a:ext>
            </a:extLst>
          </p:cNvPr>
          <p:cNvSpPr>
            <a:spLocks xmlns:a="http://schemas.openxmlformats.org/drawingml/2006/main" noGrp="1"/>
          </p:cNvSpPr>
          <p:nvPr/>
        </p:nvSpPr>
        <p:spPr>
          <a:xfrm xmlns:a="http://schemas.openxmlformats.org/drawingml/2006/main">
            <a:off x="2792199" y="3929716"/>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0EBEA5DB-97E0-4823-8D05-8E0F992D8AD6}"/>
              </a:ext>
            </a:extLst>
          </p:cNvPr>
          <p:cNvSpPr>
            <a:spLocks xmlns:a="http://schemas.openxmlformats.org/drawingml/2006/main" noGrp="1"/>
          </p:cNvSpPr>
          <p:nvPr/>
        </p:nvSpPr>
        <p:spPr>
          <a:xfrm xmlns:a="http://schemas.openxmlformats.org/drawingml/2006/main">
            <a:off x="2792199"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849F51A7-915C-4D9D-8DF4-95C6E1B003CB}"/>
              </a:ext>
            </a:extLst>
          </p:cNvPr>
          <p:cNvSpPr>
            <a:spLocks xmlns:a="http://schemas.openxmlformats.org/drawingml/2006/main" noGrp="1"/>
          </p:cNvSpPr>
          <p:nvPr/>
        </p:nvSpPr>
        <p:spPr>
          <a:xfrm xmlns:a="http://schemas.openxmlformats.org/drawingml/2006/main">
            <a:off x="279219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86936EF8-C3E2-464A-9B35-6CFB16B63606}"/>
              </a:ext>
            </a:extLst>
          </p:cNvPr>
          <p:cNvSpPr>
            <a:spLocks xmlns:a="http://schemas.openxmlformats.org/drawingml/2006/main" noGrp="1"/>
          </p:cNvSpPr>
          <p:nvPr/>
        </p:nvSpPr>
        <p:spPr>
          <a:xfrm xmlns:a="http://schemas.openxmlformats.org/drawingml/2006/main">
            <a:off x="2871201" y="4009251"/>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B3A116BE-F411-4C5D-A84E-3DE2D140A6EC}"/>
              </a:ext>
            </a:extLst>
          </p:cNvPr>
          <p:cNvSpPr>
            <a:spLocks xmlns:a="http://schemas.openxmlformats.org/drawingml/2006/main" noGrp="1"/>
          </p:cNvSpPr>
          <p:nvPr/>
        </p:nvSpPr>
        <p:spPr>
          <a:xfrm xmlns:a="http://schemas.openxmlformats.org/drawingml/2006/main">
            <a:off x="2871201" y="3929716"/>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F3EE4580-F0FA-4C10-9AF6-4B329B72C9B6}"/>
              </a:ext>
            </a:extLst>
          </p:cNvPr>
          <p:cNvSpPr>
            <a:spLocks xmlns:a="http://schemas.openxmlformats.org/drawingml/2006/main" noGrp="1"/>
          </p:cNvSpPr>
          <p:nvPr/>
        </p:nvSpPr>
        <p:spPr>
          <a:xfrm xmlns:a="http://schemas.openxmlformats.org/drawingml/2006/main">
            <a:off x="2871201"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8C4E1629-CFF5-45B3-8FF4-2A67B78F56D8}"/>
              </a:ext>
            </a:extLst>
          </p:cNvPr>
          <p:cNvSpPr>
            <a:spLocks xmlns:a="http://schemas.openxmlformats.org/drawingml/2006/main" noGrp="1"/>
          </p:cNvSpPr>
          <p:nvPr/>
        </p:nvSpPr>
        <p:spPr>
          <a:xfrm xmlns:a="http://schemas.openxmlformats.org/drawingml/2006/main">
            <a:off x="1923171"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FE322CCF-D4B8-436F-A649-7DEC5944FF85}"/>
              </a:ext>
            </a:extLst>
          </p:cNvPr>
          <p:cNvSpPr>
            <a:spLocks xmlns:a="http://schemas.openxmlformats.org/drawingml/2006/main" noGrp="1"/>
          </p:cNvSpPr>
          <p:nvPr/>
        </p:nvSpPr>
        <p:spPr>
          <a:xfrm xmlns:a="http://schemas.openxmlformats.org/drawingml/2006/main">
            <a:off x="2002174" y="3611578"/>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A3D7ADD9-BAD7-4221-AA4D-753A52AFE9BF}"/>
              </a:ext>
            </a:extLst>
          </p:cNvPr>
          <p:cNvSpPr>
            <a:spLocks xmlns:a="http://schemas.openxmlformats.org/drawingml/2006/main" noGrp="1"/>
          </p:cNvSpPr>
          <p:nvPr/>
        </p:nvSpPr>
        <p:spPr>
          <a:xfrm xmlns:a="http://schemas.openxmlformats.org/drawingml/2006/main">
            <a:off x="200217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82DD0E52-5A3F-49C5-83F9-746A38287F19}"/>
              </a:ext>
            </a:extLst>
          </p:cNvPr>
          <p:cNvSpPr>
            <a:spLocks xmlns:a="http://schemas.openxmlformats.org/drawingml/2006/main" noGrp="1"/>
          </p:cNvSpPr>
          <p:nvPr/>
        </p:nvSpPr>
        <p:spPr>
          <a:xfrm xmlns:a="http://schemas.openxmlformats.org/drawingml/2006/main">
            <a:off x="200217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D138FC12-D8BE-4FF5-ACFC-943E7670713E}"/>
              </a:ext>
            </a:extLst>
          </p:cNvPr>
          <p:cNvSpPr>
            <a:spLocks xmlns:a="http://schemas.openxmlformats.org/drawingml/2006/main" noGrp="1"/>
          </p:cNvSpPr>
          <p:nvPr/>
        </p:nvSpPr>
        <p:spPr>
          <a:xfrm xmlns:a="http://schemas.openxmlformats.org/drawingml/2006/main">
            <a:off x="208117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A77288CA-16CC-4A36-8DB6-604BAC53B3CD}"/>
              </a:ext>
            </a:extLst>
          </p:cNvPr>
          <p:cNvSpPr>
            <a:spLocks xmlns:a="http://schemas.openxmlformats.org/drawingml/2006/main" noGrp="1"/>
          </p:cNvSpPr>
          <p:nvPr/>
        </p:nvSpPr>
        <p:spPr>
          <a:xfrm xmlns:a="http://schemas.openxmlformats.org/drawingml/2006/main">
            <a:off x="208117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015CBB17-8A0C-4B48-83BF-EE6D8033BE51}"/>
              </a:ext>
            </a:extLst>
          </p:cNvPr>
          <p:cNvSpPr>
            <a:spLocks xmlns:a="http://schemas.openxmlformats.org/drawingml/2006/main" noGrp="1"/>
          </p:cNvSpPr>
          <p:nvPr/>
        </p:nvSpPr>
        <p:spPr>
          <a:xfrm xmlns:a="http://schemas.openxmlformats.org/drawingml/2006/main">
            <a:off x="208117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3DBD9"/>
          </a:solidFill>
          <a:ln xmlns:a="http://schemas.openxmlformats.org/drawingml/2006/main" w="2452">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30EB0CBD-8175-4C77-8DA8-AD7A7340D985}"/>
              </a:ext>
            </a:extLst>
          </p:cNvPr>
          <p:cNvSpPr>
            <a:spLocks xmlns:a="http://schemas.openxmlformats.org/drawingml/2006/main" noGrp="1"/>
          </p:cNvSpPr>
          <p:nvPr/>
        </p:nvSpPr>
        <p:spPr>
          <a:xfrm xmlns:a="http://schemas.openxmlformats.org/drawingml/2006/main">
            <a:off x="208117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191949E7-2610-4E25-8426-CDDDDF896122}"/>
              </a:ext>
            </a:extLst>
          </p:cNvPr>
          <p:cNvSpPr>
            <a:spLocks xmlns:a="http://schemas.openxmlformats.org/drawingml/2006/main" noGrp="1"/>
          </p:cNvSpPr>
          <p:nvPr/>
        </p:nvSpPr>
        <p:spPr>
          <a:xfrm xmlns:a="http://schemas.openxmlformats.org/drawingml/2006/main">
            <a:off x="216017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28EE6A05-F84B-451E-8350-E3F6184D0244}"/>
              </a:ext>
            </a:extLst>
          </p:cNvPr>
          <p:cNvSpPr>
            <a:spLocks xmlns:a="http://schemas.openxmlformats.org/drawingml/2006/main" noGrp="1"/>
          </p:cNvSpPr>
          <p:nvPr/>
        </p:nvSpPr>
        <p:spPr>
          <a:xfrm xmlns:a="http://schemas.openxmlformats.org/drawingml/2006/main">
            <a:off x="216017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1299760C-A3FD-464E-B83B-289762F52231}"/>
              </a:ext>
            </a:extLst>
          </p:cNvPr>
          <p:cNvSpPr>
            <a:spLocks xmlns:a="http://schemas.openxmlformats.org/drawingml/2006/main" noGrp="1"/>
          </p:cNvSpPr>
          <p:nvPr/>
        </p:nvSpPr>
        <p:spPr>
          <a:xfrm xmlns:a="http://schemas.openxmlformats.org/drawingml/2006/main">
            <a:off x="2160179"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70DECE02-82D8-4AAA-A410-8DB1F31586E4}"/>
              </a:ext>
            </a:extLst>
          </p:cNvPr>
          <p:cNvSpPr>
            <a:spLocks xmlns:a="http://schemas.openxmlformats.org/drawingml/2006/main" noGrp="1"/>
          </p:cNvSpPr>
          <p:nvPr/>
        </p:nvSpPr>
        <p:spPr>
          <a:xfrm xmlns:a="http://schemas.openxmlformats.org/drawingml/2006/main">
            <a:off x="223918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172E0456-3481-4DD2-9273-1A7B2A65790F}"/>
              </a:ext>
            </a:extLst>
          </p:cNvPr>
          <p:cNvSpPr>
            <a:spLocks xmlns:a="http://schemas.openxmlformats.org/drawingml/2006/main" noGrp="1"/>
          </p:cNvSpPr>
          <p:nvPr/>
        </p:nvSpPr>
        <p:spPr>
          <a:xfrm xmlns:a="http://schemas.openxmlformats.org/drawingml/2006/main">
            <a:off x="2239181"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EDCAC8"/>
          </a:solidFill>
          <a:ln xmlns:a="http://schemas.openxmlformats.org/drawingml/2006/main" w="2452">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7836CE43-755B-4D07-B6CA-8C1B5570FC23}"/>
              </a:ext>
            </a:extLst>
          </p:cNvPr>
          <p:cNvSpPr>
            <a:spLocks xmlns:a="http://schemas.openxmlformats.org/drawingml/2006/main" noGrp="1"/>
          </p:cNvSpPr>
          <p:nvPr/>
        </p:nvSpPr>
        <p:spPr>
          <a:xfrm xmlns:a="http://schemas.openxmlformats.org/drawingml/2006/main">
            <a:off x="2239181"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60CA1113-5263-48C7-A818-0F2ADA8E364F}"/>
              </a:ext>
            </a:extLst>
          </p:cNvPr>
          <p:cNvSpPr>
            <a:spLocks xmlns:a="http://schemas.openxmlformats.org/drawingml/2006/main" noGrp="1"/>
          </p:cNvSpPr>
          <p:nvPr/>
        </p:nvSpPr>
        <p:spPr>
          <a:xfrm xmlns:a="http://schemas.openxmlformats.org/drawingml/2006/main">
            <a:off x="2318184"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71582CEE-9407-4CA3-B624-0ABD9D144148}"/>
              </a:ext>
            </a:extLst>
          </p:cNvPr>
          <p:cNvSpPr>
            <a:spLocks xmlns:a="http://schemas.openxmlformats.org/drawingml/2006/main" noGrp="1"/>
          </p:cNvSpPr>
          <p:nvPr/>
        </p:nvSpPr>
        <p:spPr>
          <a:xfrm xmlns:a="http://schemas.openxmlformats.org/drawingml/2006/main">
            <a:off x="231818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3BA7340F-3816-4F5C-8DAB-8D6A5F821A2B}"/>
              </a:ext>
            </a:extLst>
          </p:cNvPr>
          <p:cNvSpPr>
            <a:spLocks xmlns:a="http://schemas.openxmlformats.org/drawingml/2006/main" noGrp="1"/>
          </p:cNvSpPr>
          <p:nvPr/>
        </p:nvSpPr>
        <p:spPr>
          <a:xfrm xmlns:a="http://schemas.openxmlformats.org/drawingml/2006/main">
            <a:off x="2318184" y="3372975"/>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2B719A56-BDD5-4918-9625-D5FA86F1BD10}"/>
              </a:ext>
            </a:extLst>
          </p:cNvPr>
          <p:cNvSpPr>
            <a:spLocks xmlns:a="http://schemas.openxmlformats.org/drawingml/2006/main" noGrp="1"/>
          </p:cNvSpPr>
          <p:nvPr/>
        </p:nvSpPr>
        <p:spPr>
          <a:xfrm xmlns:a="http://schemas.openxmlformats.org/drawingml/2006/main">
            <a:off x="239718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4E366590-D9AF-413A-8371-4AB305068829}"/>
              </a:ext>
            </a:extLst>
          </p:cNvPr>
          <p:cNvSpPr>
            <a:spLocks xmlns:a="http://schemas.openxmlformats.org/drawingml/2006/main" noGrp="1"/>
          </p:cNvSpPr>
          <p:nvPr/>
        </p:nvSpPr>
        <p:spPr>
          <a:xfrm xmlns:a="http://schemas.openxmlformats.org/drawingml/2006/main">
            <a:off x="239718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0D3D1"/>
          </a:solidFill>
          <a:ln xmlns:a="http://schemas.openxmlformats.org/drawingml/2006/main" w="2452">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CB2B4D74-1FDF-4D5F-AFC5-371553AF7CAB}"/>
              </a:ext>
            </a:extLst>
          </p:cNvPr>
          <p:cNvSpPr>
            <a:spLocks xmlns:a="http://schemas.openxmlformats.org/drawingml/2006/main" noGrp="1"/>
          </p:cNvSpPr>
          <p:nvPr/>
        </p:nvSpPr>
        <p:spPr>
          <a:xfrm xmlns:a="http://schemas.openxmlformats.org/drawingml/2006/main">
            <a:off x="239718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F3BD8454-AB03-4FA5-B13E-0238EEB22846}"/>
              </a:ext>
            </a:extLst>
          </p:cNvPr>
          <p:cNvSpPr>
            <a:spLocks xmlns:a="http://schemas.openxmlformats.org/drawingml/2006/main" noGrp="1"/>
          </p:cNvSpPr>
          <p:nvPr/>
        </p:nvSpPr>
        <p:spPr>
          <a:xfrm xmlns:a="http://schemas.openxmlformats.org/drawingml/2006/main">
            <a:off x="3266214"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83A1C899-0B26-4E09-A5D8-5DF8E5705B18}"/>
              </a:ext>
            </a:extLst>
          </p:cNvPr>
          <p:cNvSpPr>
            <a:spLocks xmlns:a="http://schemas.openxmlformats.org/drawingml/2006/main" noGrp="1"/>
          </p:cNvSpPr>
          <p:nvPr/>
        </p:nvSpPr>
        <p:spPr>
          <a:xfrm xmlns:a="http://schemas.openxmlformats.org/drawingml/2006/main">
            <a:off x="3345216"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5DBA2359-3440-4B39-AA73-6FA607B597A1}"/>
              </a:ext>
            </a:extLst>
          </p:cNvPr>
          <p:cNvSpPr>
            <a:spLocks xmlns:a="http://schemas.openxmlformats.org/drawingml/2006/main" noGrp="1"/>
          </p:cNvSpPr>
          <p:nvPr/>
        </p:nvSpPr>
        <p:spPr>
          <a:xfrm xmlns:a="http://schemas.openxmlformats.org/drawingml/2006/main">
            <a:off x="3345216" y="3452509"/>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5B7FCC3A-1073-401B-B0CA-230DFF784610}"/>
              </a:ext>
            </a:extLst>
          </p:cNvPr>
          <p:cNvSpPr>
            <a:spLocks xmlns:a="http://schemas.openxmlformats.org/drawingml/2006/main" noGrp="1"/>
          </p:cNvSpPr>
          <p:nvPr/>
        </p:nvSpPr>
        <p:spPr>
          <a:xfrm xmlns:a="http://schemas.openxmlformats.org/drawingml/2006/main">
            <a:off x="3345216" y="3372975"/>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0767E525-0ACB-49E5-82B1-40CD196872E9}"/>
              </a:ext>
            </a:extLst>
          </p:cNvPr>
          <p:cNvSpPr>
            <a:spLocks xmlns:a="http://schemas.openxmlformats.org/drawingml/2006/main" noGrp="1"/>
          </p:cNvSpPr>
          <p:nvPr/>
        </p:nvSpPr>
        <p:spPr>
          <a:xfrm xmlns:a="http://schemas.openxmlformats.org/drawingml/2006/main">
            <a:off x="3424219" y="3532044"/>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C8FC0FE5-574A-4B4E-9446-C9276F1D2F34}"/>
              </a:ext>
            </a:extLst>
          </p:cNvPr>
          <p:cNvSpPr>
            <a:spLocks xmlns:a="http://schemas.openxmlformats.org/drawingml/2006/main" noGrp="1"/>
          </p:cNvSpPr>
          <p:nvPr/>
        </p:nvSpPr>
        <p:spPr>
          <a:xfrm xmlns:a="http://schemas.openxmlformats.org/drawingml/2006/main">
            <a:off x="3424219" y="3452509"/>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D3DDED"/>
          </a:solidFill>
          <a:ln xmlns:a="http://schemas.openxmlformats.org/drawingml/2006/main" w="2452">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C1D0B6D2-52A2-4189-BB7E-24EEBC093690}"/>
              </a:ext>
            </a:extLst>
          </p:cNvPr>
          <p:cNvSpPr>
            <a:spLocks xmlns:a="http://schemas.openxmlformats.org/drawingml/2006/main" noGrp="1"/>
          </p:cNvSpPr>
          <p:nvPr/>
        </p:nvSpPr>
        <p:spPr>
          <a:xfrm xmlns:a="http://schemas.openxmlformats.org/drawingml/2006/main">
            <a:off x="3503221" y="3532044"/>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7E6E5"/>
          </a:solidFill>
          <a:ln xmlns:a="http://schemas.openxmlformats.org/drawingml/2006/main" w="2452">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066F0CB0-1B7D-45D9-AF2E-1EF5EF0B7996}"/>
              </a:ext>
            </a:extLst>
          </p:cNvPr>
          <p:cNvSpPr>
            <a:spLocks xmlns:a="http://schemas.openxmlformats.org/drawingml/2006/main" noGrp="1"/>
          </p:cNvSpPr>
          <p:nvPr/>
        </p:nvSpPr>
        <p:spPr>
          <a:xfrm xmlns:a="http://schemas.openxmlformats.org/drawingml/2006/main">
            <a:off x="2713196" y="305483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0AB550A4-EAB3-4564-9D73-0E26BCFACAE8}"/>
              </a:ext>
            </a:extLst>
          </p:cNvPr>
          <p:cNvSpPr>
            <a:spLocks xmlns:a="http://schemas.openxmlformats.org/drawingml/2006/main" noGrp="1"/>
          </p:cNvSpPr>
          <p:nvPr/>
        </p:nvSpPr>
        <p:spPr>
          <a:xfrm xmlns:a="http://schemas.openxmlformats.org/drawingml/2006/main">
            <a:off x="2713196"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07CC1DB6-7821-4CC7-AF63-FE6952289264}"/>
              </a:ext>
            </a:extLst>
          </p:cNvPr>
          <p:cNvSpPr>
            <a:spLocks xmlns:a="http://schemas.openxmlformats.org/drawingml/2006/main" noGrp="1"/>
          </p:cNvSpPr>
          <p:nvPr/>
        </p:nvSpPr>
        <p:spPr>
          <a:xfrm xmlns:a="http://schemas.openxmlformats.org/drawingml/2006/main">
            <a:off x="2792199" y="3134371"/>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033FDB57-CC6D-430C-85DE-91721B971FE1}"/>
              </a:ext>
            </a:extLst>
          </p:cNvPr>
          <p:cNvSpPr>
            <a:spLocks xmlns:a="http://schemas.openxmlformats.org/drawingml/2006/main" noGrp="1"/>
          </p:cNvSpPr>
          <p:nvPr/>
        </p:nvSpPr>
        <p:spPr>
          <a:xfrm xmlns:a="http://schemas.openxmlformats.org/drawingml/2006/main">
            <a:off x="2792199" y="289576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9C739B3C-3A76-4C7B-84C7-F7BF2C6CF3F9}"/>
              </a:ext>
            </a:extLst>
          </p:cNvPr>
          <p:cNvSpPr>
            <a:spLocks xmlns:a="http://schemas.openxmlformats.org/drawingml/2006/main" noGrp="1"/>
          </p:cNvSpPr>
          <p:nvPr/>
        </p:nvSpPr>
        <p:spPr>
          <a:xfrm xmlns:a="http://schemas.openxmlformats.org/drawingml/2006/main">
            <a:off x="2871201" y="289576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1961A525-2222-48EB-AC63-3C60A1851E71}"/>
              </a:ext>
            </a:extLst>
          </p:cNvPr>
          <p:cNvSpPr>
            <a:spLocks xmlns:a="http://schemas.openxmlformats.org/drawingml/2006/main" noGrp="1"/>
          </p:cNvSpPr>
          <p:nvPr/>
        </p:nvSpPr>
        <p:spPr>
          <a:xfrm xmlns:a="http://schemas.openxmlformats.org/drawingml/2006/main">
            <a:off x="2950204" y="281623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6649F433-AC5D-4744-954A-88AEC0B16EEC}"/>
              </a:ext>
            </a:extLst>
          </p:cNvPr>
          <p:cNvSpPr>
            <a:spLocks xmlns:a="http://schemas.openxmlformats.org/drawingml/2006/main" noGrp="1"/>
          </p:cNvSpPr>
          <p:nvPr/>
        </p:nvSpPr>
        <p:spPr>
          <a:xfrm xmlns:a="http://schemas.openxmlformats.org/drawingml/2006/main">
            <a:off x="3029206" y="281623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B8E14E8D-C027-43EC-9E88-BA603CEE31B5}"/>
              </a:ext>
            </a:extLst>
          </p:cNvPr>
          <p:cNvSpPr>
            <a:spLocks xmlns:a="http://schemas.openxmlformats.org/drawingml/2006/main" noGrp="1"/>
          </p:cNvSpPr>
          <p:nvPr/>
        </p:nvSpPr>
        <p:spPr>
          <a:xfrm xmlns:a="http://schemas.openxmlformats.org/drawingml/2006/main">
            <a:off x="3108209" y="297530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0D2E211D-8B16-44C9-97BF-7F869AA8A8C4}"/>
              </a:ext>
            </a:extLst>
          </p:cNvPr>
          <p:cNvSpPr>
            <a:spLocks xmlns:a="http://schemas.openxmlformats.org/drawingml/2006/main" noGrp="1"/>
          </p:cNvSpPr>
          <p:nvPr/>
        </p:nvSpPr>
        <p:spPr>
          <a:xfrm xmlns:a="http://schemas.openxmlformats.org/drawingml/2006/main">
            <a:off x="3898234" y="3850182"/>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A831CE98-9E35-43D4-A1A5-5015ACCA6958}"/>
              </a:ext>
            </a:extLst>
          </p:cNvPr>
          <p:cNvSpPr>
            <a:spLocks xmlns:a="http://schemas.openxmlformats.org/drawingml/2006/main" noGrp="1"/>
          </p:cNvSpPr>
          <p:nvPr/>
        </p:nvSpPr>
        <p:spPr>
          <a:xfrm xmlns:a="http://schemas.openxmlformats.org/drawingml/2006/main">
            <a:off x="3898234"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4114F857-0522-4A35-A9FA-D58F32037E2C}"/>
              </a:ext>
            </a:extLst>
          </p:cNvPr>
          <p:cNvSpPr>
            <a:spLocks xmlns:a="http://schemas.openxmlformats.org/drawingml/2006/main" noGrp="1"/>
          </p:cNvSpPr>
          <p:nvPr/>
        </p:nvSpPr>
        <p:spPr>
          <a:xfrm xmlns:a="http://schemas.openxmlformats.org/drawingml/2006/main">
            <a:off x="3898234" y="3691113"/>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E0FC7662-83F4-4BF9-95A2-B6B17936EFD6}"/>
              </a:ext>
            </a:extLst>
          </p:cNvPr>
          <p:cNvSpPr>
            <a:spLocks xmlns:a="http://schemas.openxmlformats.org/drawingml/2006/main" noGrp="1"/>
          </p:cNvSpPr>
          <p:nvPr/>
        </p:nvSpPr>
        <p:spPr>
          <a:xfrm xmlns:a="http://schemas.openxmlformats.org/drawingml/2006/main">
            <a:off x="397723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1AE0E20B-AAD5-4497-BBF5-0250BBDC2CF4}"/>
              </a:ext>
            </a:extLst>
          </p:cNvPr>
          <p:cNvSpPr>
            <a:spLocks xmlns:a="http://schemas.openxmlformats.org/drawingml/2006/main" noGrp="1"/>
          </p:cNvSpPr>
          <p:nvPr/>
        </p:nvSpPr>
        <p:spPr>
          <a:xfrm xmlns:a="http://schemas.openxmlformats.org/drawingml/2006/main">
            <a:off x="3977236" y="3770647"/>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1AD5AAB2-BC8A-4DB2-A941-24426543F8C6}"/>
              </a:ext>
            </a:extLst>
          </p:cNvPr>
          <p:cNvSpPr>
            <a:spLocks xmlns:a="http://schemas.openxmlformats.org/drawingml/2006/main" noGrp="1"/>
          </p:cNvSpPr>
          <p:nvPr/>
        </p:nvSpPr>
        <p:spPr>
          <a:xfrm xmlns:a="http://schemas.openxmlformats.org/drawingml/2006/main">
            <a:off x="3977236" y="3691113"/>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45087622-37FE-4FE4-9976-02679222FA9E}"/>
              </a:ext>
            </a:extLst>
          </p:cNvPr>
          <p:cNvSpPr>
            <a:spLocks xmlns:a="http://schemas.openxmlformats.org/drawingml/2006/main" noGrp="1"/>
          </p:cNvSpPr>
          <p:nvPr/>
        </p:nvSpPr>
        <p:spPr>
          <a:xfrm xmlns:a="http://schemas.openxmlformats.org/drawingml/2006/main">
            <a:off x="3977236" y="3611578"/>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A1B91F67-1ABB-483F-BB79-6E2CD33FFFF5}"/>
              </a:ext>
            </a:extLst>
          </p:cNvPr>
          <p:cNvSpPr>
            <a:spLocks xmlns:a="http://schemas.openxmlformats.org/drawingml/2006/main" noGrp="1"/>
          </p:cNvSpPr>
          <p:nvPr/>
        </p:nvSpPr>
        <p:spPr>
          <a:xfrm xmlns:a="http://schemas.openxmlformats.org/drawingml/2006/main">
            <a:off x="4056239" y="3770647"/>
            <a:ext cx="79003"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B1E95B17-C28E-496E-8A06-D9FE51708EB1}"/>
              </a:ext>
            </a:extLst>
          </p:cNvPr>
          <p:cNvSpPr>
            <a:spLocks xmlns:a="http://schemas.openxmlformats.org/drawingml/2006/main" noGrp="1"/>
          </p:cNvSpPr>
          <p:nvPr/>
        </p:nvSpPr>
        <p:spPr>
          <a:xfrm xmlns:a="http://schemas.openxmlformats.org/drawingml/2006/main">
            <a:off x="1449156" y="3850182"/>
            <a:ext cx="79002" cy="79535"/>
          </a:xfrm>
          <a:custGeom xmlns:a="http://schemas.openxmlformats.org/drawingml/2006/main">
            <a:pathLst>
              <a:path w="92085" h="92705">
                <a:moveTo>
                  <a:pt x="0" y="92705"/>
                </a:moveTo>
                <a:lnTo>
                  <a:pt x="92085" y="92705"/>
                </a:lnTo>
                <a:lnTo>
                  <a:pt x="92085" y="0"/>
                </a:lnTo>
                <a:lnTo>
                  <a:pt x="0" y="0"/>
                </a:lnTo>
                <a:close/>
              </a:path>
            </a:pathLst>
          </a:custGeom>
          <a:solidFill xmlns:a="http://schemas.openxmlformats.org/drawingml/2006/main">
            <a:srgbClr val="F2F4F7"/>
          </a:solidFill>
          <a:ln xmlns:a="http://schemas.openxmlformats.org/drawingml/2006/main" w="2452">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7F2FCC7A-8549-40AF-A50F-076C8885DEFB}"/>
              </a:ext>
            </a:extLst>
          </p:cNvPr>
          <p:cNvSpPr>
            <a:spLocks xmlns:a="http://schemas.openxmlformats.org/drawingml/2006/main" noGrp="1"/>
          </p:cNvSpPr>
          <p:nvPr/>
        </p:nvSpPr>
        <p:spPr>
          <a:xfrm xmlns:a="http://schemas.openxmlformats.org/drawingml/2006/main">
            <a:off x="3514121" y="4020417"/>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37" name="Editable chart path">
            <a:extLst xmlns:a="http://schemas.openxmlformats.org/drawingml/2006/main">
              <a:ext uri="{FF2B5EF4-FFF2-40B4-BE49-F238E27FC236}">
                <a16:creationId xmlns:a16="http://schemas.microsoft.com/office/drawing/2014/main" id="{534C385D-2DE7-496E-87CB-5854573BA417}"/>
              </a:ext>
            </a:extLst>
          </p:cNvPr>
          <p:cNvSpPr>
            <a:spLocks xmlns:a="http://schemas.openxmlformats.org/drawingml/2006/main" noGrp="1"/>
          </p:cNvSpPr>
          <p:nvPr/>
        </p:nvSpPr>
        <p:spPr>
          <a:xfrm xmlns:a="http://schemas.openxmlformats.org/drawingml/2006/main">
            <a:off x="2724096" y="2588795"/>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38" name="Editable chart path">
            <a:extLst xmlns:a="http://schemas.openxmlformats.org/drawingml/2006/main">
              <a:ext uri="{FF2B5EF4-FFF2-40B4-BE49-F238E27FC236}">
                <a16:creationId xmlns:a16="http://schemas.microsoft.com/office/drawing/2014/main" id="{01728997-CEE8-4EDB-96DB-681CB8FF121E}"/>
              </a:ext>
            </a:extLst>
          </p:cNvPr>
          <p:cNvSpPr>
            <a:spLocks xmlns:a="http://schemas.openxmlformats.org/drawingml/2006/main" noGrp="1"/>
          </p:cNvSpPr>
          <p:nvPr/>
        </p:nvSpPr>
        <p:spPr>
          <a:xfrm xmlns:a="http://schemas.openxmlformats.org/drawingml/2006/main">
            <a:off x="3356116" y="3861348"/>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39" name="Editable chart path">
            <a:extLst xmlns:a="http://schemas.openxmlformats.org/drawingml/2006/main">
              <a:ext uri="{FF2B5EF4-FFF2-40B4-BE49-F238E27FC236}">
                <a16:creationId xmlns:a16="http://schemas.microsoft.com/office/drawing/2014/main" id="{BA4C1370-96AF-4FB4-BB92-E0B9A595AA23}"/>
              </a:ext>
            </a:extLst>
          </p:cNvPr>
          <p:cNvSpPr>
            <a:spLocks xmlns:a="http://schemas.openxmlformats.org/drawingml/2006/main" noGrp="1"/>
          </p:cNvSpPr>
          <p:nvPr/>
        </p:nvSpPr>
        <p:spPr>
          <a:xfrm xmlns:a="http://schemas.openxmlformats.org/drawingml/2006/main">
            <a:off x="3277114" y="2588795"/>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0" name="Editable chart path">
            <a:extLst xmlns:a="http://schemas.openxmlformats.org/drawingml/2006/main">
              <a:ext uri="{FF2B5EF4-FFF2-40B4-BE49-F238E27FC236}">
                <a16:creationId xmlns:a16="http://schemas.microsoft.com/office/drawing/2014/main" id="{6EB3B171-4E72-43E6-B4A5-185BCF182548}"/>
              </a:ext>
            </a:extLst>
          </p:cNvPr>
          <p:cNvSpPr>
            <a:spLocks xmlns:a="http://schemas.openxmlformats.org/drawingml/2006/main" noGrp="1"/>
          </p:cNvSpPr>
          <p:nvPr/>
        </p:nvSpPr>
        <p:spPr>
          <a:xfrm xmlns:a="http://schemas.openxmlformats.org/drawingml/2006/main">
            <a:off x="3435119" y="4020417"/>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1" name="Editable chart path">
            <a:extLst xmlns:a="http://schemas.openxmlformats.org/drawingml/2006/main">
              <a:ext uri="{FF2B5EF4-FFF2-40B4-BE49-F238E27FC236}">
                <a16:creationId xmlns:a16="http://schemas.microsoft.com/office/drawing/2014/main" id="{F1985C45-6F5D-4943-AA3F-A2C417D46A86}"/>
              </a:ext>
            </a:extLst>
          </p:cNvPr>
          <p:cNvSpPr>
            <a:spLocks xmlns:a="http://schemas.openxmlformats.org/drawingml/2006/main" noGrp="1"/>
          </p:cNvSpPr>
          <p:nvPr/>
        </p:nvSpPr>
        <p:spPr>
          <a:xfrm xmlns:a="http://schemas.openxmlformats.org/drawingml/2006/main">
            <a:off x="3356116" y="3781813"/>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2" name="Editable chart path">
            <a:extLst xmlns:a="http://schemas.openxmlformats.org/drawingml/2006/main">
              <a:ext uri="{FF2B5EF4-FFF2-40B4-BE49-F238E27FC236}">
                <a16:creationId xmlns:a16="http://schemas.microsoft.com/office/drawing/2014/main" id="{54923BDB-F2E9-4DE5-AC44-1E759FB112D4}"/>
              </a:ext>
            </a:extLst>
          </p:cNvPr>
          <p:cNvSpPr>
            <a:spLocks xmlns:a="http://schemas.openxmlformats.org/drawingml/2006/main" noGrp="1"/>
          </p:cNvSpPr>
          <p:nvPr/>
        </p:nvSpPr>
        <p:spPr>
          <a:xfrm xmlns:a="http://schemas.openxmlformats.org/drawingml/2006/main">
            <a:off x="2961104" y="2747864"/>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3" name="Editable chart path">
            <a:extLst xmlns:a="http://schemas.openxmlformats.org/drawingml/2006/main">
              <a:ext uri="{FF2B5EF4-FFF2-40B4-BE49-F238E27FC236}">
                <a16:creationId xmlns:a16="http://schemas.microsoft.com/office/drawing/2014/main" id="{99456C4C-6BEE-4C11-BB77-D82FBBD38BB1}"/>
              </a:ext>
            </a:extLst>
          </p:cNvPr>
          <p:cNvSpPr>
            <a:spLocks xmlns:a="http://schemas.openxmlformats.org/drawingml/2006/main" noGrp="1"/>
          </p:cNvSpPr>
          <p:nvPr/>
        </p:nvSpPr>
        <p:spPr>
          <a:xfrm xmlns:a="http://schemas.openxmlformats.org/drawingml/2006/main">
            <a:off x="3435119" y="3940882"/>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4" name="Editable chart path">
            <a:extLst xmlns:a="http://schemas.openxmlformats.org/drawingml/2006/main">
              <a:ext uri="{FF2B5EF4-FFF2-40B4-BE49-F238E27FC236}">
                <a16:creationId xmlns:a16="http://schemas.microsoft.com/office/drawing/2014/main" id="{2402CB36-5CD9-4EE5-AB08-C3D73E00B94C}"/>
              </a:ext>
            </a:extLst>
          </p:cNvPr>
          <p:cNvSpPr>
            <a:spLocks xmlns:a="http://schemas.openxmlformats.org/drawingml/2006/main" noGrp="1"/>
          </p:cNvSpPr>
          <p:nvPr/>
        </p:nvSpPr>
        <p:spPr>
          <a:xfrm xmlns:a="http://schemas.openxmlformats.org/drawingml/2006/main">
            <a:off x="3198111" y="4259021"/>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5" name="Editable chart path">
            <a:extLst xmlns:a="http://schemas.openxmlformats.org/drawingml/2006/main">
              <a:ext uri="{FF2B5EF4-FFF2-40B4-BE49-F238E27FC236}">
                <a16:creationId xmlns:a16="http://schemas.microsoft.com/office/drawing/2014/main" id="{BEAD30BD-0D5F-46A2-B6DE-2C97B342893E}"/>
              </a:ext>
            </a:extLst>
          </p:cNvPr>
          <p:cNvSpPr>
            <a:spLocks xmlns:a="http://schemas.openxmlformats.org/drawingml/2006/main" noGrp="1"/>
          </p:cNvSpPr>
          <p:nvPr/>
        </p:nvSpPr>
        <p:spPr>
          <a:xfrm xmlns:a="http://schemas.openxmlformats.org/drawingml/2006/main">
            <a:off x="4462151" y="3384141"/>
            <a:ext cx="57203" cy="5720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6537">
            <a:solidFill>
              <a:srgbClr val="14295B"/>
            </a:solidFill>
            <a:prstDash val="solid"/>
          </a:ln>
        </p:spPr>
      </p:sp>
      <p:sp>
        <p:nvSpPr>
          <p:cNvPr id="446" name="">
            <a:extLst xmlns:a="http://schemas.openxmlformats.org/drawingml/2006/main">
              <a:ext uri="{FF2B5EF4-FFF2-40B4-BE49-F238E27FC236}">
                <a16:creationId xmlns:a16="http://schemas.microsoft.com/office/drawing/2014/main" id="{F055F3B4-38DC-4301-8EC5-67B5780C13A0}"/>
              </a:ext>
            </a:extLst>
          </p:cNvPr>
          <p:cNvSpPr>
            <a:spLocks xmlns:a="http://schemas.openxmlformats.org/drawingml/2006/main" noGrp="1"/>
          </p:cNvSpPr>
          <p:nvPr/>
        </p:nvSpPr>
        <p:spPr>
          <a:xfrm xmlns:a="http://schemas.openxmlformats.org/drawingml/2006/main">
            <a:off x="3462437" y="397443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7" name="">
            <a:extLst xmlns:a="http://schemas.openxmlformats.org/drawingml/2006/main">
              <a:ext uri="{FF2B5EF4-FFF2-40B4-BE49-F238E27FC236}">
                <a16:creationId xmlns:a16="http://schemas.microsoft.com/office/drawing/2014/main" id="{1A44CE35-63A0-4273-BCCA-9244DEB28EC1}"/>
              </a:ext>
            </a:extLst>
          </p:cNvPr>
          <p:cNvSpPr>
            <a:spLocks xmlns:a="http://schemas.openxmlformats.org/drawingml/2006/main" noGrp="1"/>
          </p:cNvSpPr>
          <p:nvPr/>
        </p:nvSpPr>
        <p:spPr>
          <a:xfrm xmlns:a="http://schemas.openxmlformats.org/drawingml/2006/main">
            <a:off x="3462437" y="398395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48" name="">
            <a:extLst xmlns:a="http://schemas.openxmlformats.org/drawingml/2006/main">
              <a:ext uri="{FF2B5EF4-FFF2-40B4-BE49-F238E27FC236}">
                <a16:creationId xmlns:a16="http://schemas.microsoft.com/office/drawing/2014/main" id="{5D373D9C-DC33-487D-90B0-4C5EB7A0176A}"/>
              </a:ext>
            </a:extLst>
          </p:cNvPr>
          <p:cNvSpPr>
            <a:spLocks xmlns:a="http://schemas.openxmlformats.org/drawingml/2006/main" noGrp="1"/>
          </p:cNvSpPr>
          <p:nvPr/>
        </p:nvSpPr>
        <p:spPr>
          <a:xfrm xmlns:a="http://schemas.openxmlformats.org/drawingml/2006/main">
            <a:off x="2675234" y="2542811"/>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9" name="">
            <a:extLst xmlns:a="http://schemas.openxmlformats.org/drawingml/2006/main">
              <a:ext uri="{FF2B5EF4-FFF2-40B4-BE49-F238E27FC236}">
                <a16:creationId xmlns:a16="http://schemas.microsoft.com/office/drawing/2014/main" id="{5AA53966-0DB4-419A-AE82-8B73FBF38784}"/>
              </a:ext>
            </a:extLst>
          </p:cNvPr>
          <p:cNvSpPr>
            <a:spLocks xmlns:a="http://schemas.openxmlformats.org/drawingml/2006/main" noGrp="1"/>
          </p:cNvSpPr>
          <p:nvPr/>
        </p:nvSpPr>
        <p:spPr>
          <a:xfrm xmlns:a="http://schemas.openxmlformats.org/drawingml/2006/main">
            <a:off x="2675234" y="2552336"/>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50" name="">
            <a:extLst xmlns:a="http://schemas.openxmlformats.org/drawingml/2006/main">
              <a:ext uri="{FF2B5EF4-FFF2-40B4-BE49-F238E27FC236}">
                <a16:creationId xmlns:a16="http://schemas.microsoft.com/office/drawing/2014/main" id="{98BBA7D7-0C40-4B1E-9878-C79AF4C9CEA7}"/>
              </a:ext>
            </a:extLst>
          </p:cNvPr>
          <p:cNvSpPr>
            <a:spLocks xmlns:a="http://schemas.openxmlformats.org/drawingml/2006/main" noGrp="1"/>
          </p:cNvSpPr>
          <p:nvPr/>
        </p:nvSpPr>
        <p:spPr>
          <a:xfrm xmlns:a="http://schemas.openxmlformats.org/drawingml/2006/main">
            <a:off x="3307579" y="3815363"/>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1" name="">
            <a:extLst xmlns:a="http://schemas.openxmlformats.org/drawingml/2006/main">
              <a:ext uri="{FF2B5EF4-FFF2-40B4-BE49-F238E27FC236}">
                <a16:creationId xmlns:a16="http://schemas.microsoft.com/office/drawing/2014/main" id="{31891DB8-26BE-4B85-92EB-A8B9589EC719}"/>
              </a:ext>
            </a:extLst>
          </p:cNvPr>
          <p:cNvSpPr>
            <a:spLocks xmlns:a="http://schemas.openxmlformats.org/drawingml/2006/main" noGrp="1"/>
          </p:cNvSpPr>
          <p:nvPr/>
        </p:nvSpPr>
        <p:spPr>
          <a:xfrm xmlns:a="http://schemas.openxmlformats.org/drawingml/2006/main">
            <a:off x="3307579" y="3824888"/>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2" name="">
            <a:extLst xmlns:a="http://schemas.openxmlformats.org/drawingml/2006/main">
              <a:ext uri="{FF2B5EF4-FFF2-40B4-BE49-F238E27FC236}">
                <a16:creationId xmlns:a16="http://schemas.microsoft.com/office/drawing/2014/main" id="{F8A19528-BD31-453F-B05D-5B896BAEAD25}"/>
              </a:ext>
            </a:extLst>
          </p:cNvPr>
          <p:cNvSpPr>
            <a:spLocks xmlns:a="http://schemas.openxmlformats.org/drawingml/2006/main" noGrp="1"/>
          </p:cNvSpPr>
          <p:nvPr/>
        </p:nvSpPr>
        <p:spPr>
          <a:xfrm xmlns:a="http://schemas.openxmlformats.org/drawingml/2006/main">
            <a:off x="3228679" y="2542811"/>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3" name="">
            <a:extLst xmlns:a="http://schemas.openxmlformats.org/drawingml/2006/main">
              <a:ext uri="{FF2B5EF4-FFF2-40B4-BE49-F238E27FC236}">
                <a16:creationId xmlns:a16="http://schemas.microsoft.com/office/drawing/2014/main" id="{7E71D9D4-B1CD-4DFA-A59B-E490BE5C7E87}"/>
              </a:ext>
            </a:extLst>
          </p:cNvPr>
          <p:cNvSpPr>
            <a:spLocks xmlns:a="http://schemas.openxmlformats.org/drawingml/2006/main" noGrp="1"/>
          </p:cNvSpPr>
          <p:nvPr/>
        </p:nvSpPr>
        <p:spPr>
          <a:xfrm xmlns:a="http://schemas.openxmlformats.org/drawingml/2006/main">
            <a:off x="3228679" y="2552336"/>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4" name="">
            <a:extLst xmlns:a="http://schemas.openxmlformats.org/drawingml/2006/main">
              <a:ext uri="{FF2B5EF4-FFF2-40B4-BE49-F238E27FC236}">
                <a16:creationId xmlns:a16="http://schemas.microsoft.com/office/drawing/2014/main" id="{2DA474B2-36CC-4B03-85F6-E47431A0EBDC}"/>
              </a:ext>
            </a:extLst>
          </p:cNvPr>
          <p:cNvSpPr>
            <a:spLocks xmlns:a="http://schemas.openxmlformats.org/drawingml/2006/main" noGrp="1"/>
          </p:cNvSpPr>
          <p:nvPr/>
        </p:nvSpPr>
        <p:spPr>
          <a:xfrm xmlns:a="http://schemas.openxmlformats.org/drawingml/2006/main">
            <a:off x="3425641" y="4050632"/>
            <a:ext cx="37121" cy="137968"/>
          </a:xfrm>
          <a:prstGeom xmlns:a="http://schemas.openxmlformats.org/drawingml/2006/main" prst="line">
            <a:avLst/>
          </a:prstGeom>
          <a:ln xmlns:a="http://schemas.openxmlformats.org/drawingml/2006/main" w="5715">
            <a:solidFill>
              <a:srgbClr val="14295B"/>
            </a:solidFill>
          </a:ln>
        </p:spPr>
      </p:sp>
      <p:sp>
        <p:nvSpPr>
          <p:cNvPr id="455" name="">
            <a:extLst xmlns:a="http://schemas.openxmlformats.org/drawingml/2006/main">
              <a:ext uri="{FF2B5EF4-FFF2-40B4-BE49-F238E27FC236}">
                <a16:creationId xmlns:a16="http://schemas.microsoft.com/office/drawing/2014/main" id="{3A187F45-DD0E-4EA6-82A9-671F9B5AC3CE}"/>
              </a:ext>
            </a:extLst>
          </p:cNvPr>
          <p:cNvSpPr>
            <a:spLocks xmlns:a="http://schemas.openxmlformats.org/drawingml/2006/main" noGrp="1"/>
          </p:cNvSpPr>
          <p:nvPr/>
        </p:nvSpPr>
        <p:spPr>
          <a:xfrm xmlns:a="http://schemas.openxmlformats.org/drawingml/2006/main">
            <a:off x="3349441" y="4112401"/>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6" name="">
            <a:extLst xmlns:a="http://schemas.openxmlformats.org/drawingml/2006/main">
              <a:ext uri="{FF2B5EF4-FFF2-40B4-BE49-F238E27FC236}">
                <a16:creationId xmlns:a16="http://schemas.microsoft.com/office/drawing/2014/main" id="{05E6EA25-4817-4AF1-A74B-95B6170CA46E}"/>
              </a:ext>
            </a:extLst>
          </p:cNvPr>
          <p:cNvSpPr>
            <a:spLocks xmlns:a="http://schemas.openxmlformats.org/drawingml/2006/main" noGrp="1"/>
          </p:cNvSpPr>
          <p:nvPr/>
        </p:nvSpPr>
        <p:spPr>
          <a:xfrm xmlns:a="http://schemas.openxmlformats.org/drawingml/2006/main">
            <a:off x="3349441" y="4121926"/>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7" name="">
            <a:extLst xmlns:a="http://schemas.openxmlformats.org/drawingml/2006/main">
              <a:ext uri="{FF2B5EF4-FFF2-40B4-BE49-F238E27FC236}">
                <a16:creationId xmlns:a16="http://schemas.microsoft.com/office/drawing/2014/main" id="{432A3CFA-03E5-48BB-A806-25060FA77E2F}"/>
              </a:ext>
            </a:extLst>
          </p:cNvPr>
          <p:cNvSpPr>
            <a:spLocks xmlns:a="http://schemas.openxmlformats.org/drawingml/2006/main" noGrp="1"/>
          </p:cNvSpPr>
          <p:nvPr/>
        </p:nvSpPr>
        <p:spPr>
          <a:xfrm xmlns:a="http://schemas.openxmlformats.org/drawingml/2006/main">
            <a:off x="3383964" y="3717144"/>
            <a:ext cx="8334" cy="94885"/>
          </a:xfrm>
          <a:prstGeom xmlns:a="http://schemas.openxmlformats.org/drawingml/2006/main" prst="line">
            <a:avLst/>
          </a:prstGeom>
          <a:ln xmlns:a="http://schemas.openxmlformats.org/drawingml/2006/main" w="5715">
            <a:solidFill>
              <a:srgbClr val="14295B"/>
            </a:solidFill>
          </a:ln>
        </p:spPr>
      </p:sp>
      <p:sp>
        <p:nvSpPr>
          <p:cNvPr id="458" name="">
            <a:extLst xmlns:a="http://schemas.openxmlformats.org/drawingml/2006/main">
              <a:ext uri="{FF2B5EF4-FFF2-40B4-BE49-F238E27FC236}">
                <a16:creationId xmlns:a16="http://schemas.microsoft.com/office/drawing/2014/main" id="{6E71D63D-1D2E-41E2-A372-9EFADA2D54BB}"/>
              </a:ext>
            </a:extLst>
          </p:cNvPr>
          <p:cNvSpPr>
            <a:spLocks xmlns:a="http://schemas.openxmlformats.org/drawingml/2006/main" noGrp="1"/>
          </p:cNvSpPr>
          <p:nvPr/>
        </p:nvSpPr>
        <p:spPr>
          <a:xfrm xmlns:a="http://schemas.openxmlformats.org/drawingml/2006/main">
            <a:off x="3316099" y="364094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9" name="">
            <a:extLst xmlns:a="http://schemas.openxmlformats.org/drawingml/2006/main">
              <a:ext uri="{FF2B5EF4-FFF2-40B4-BE49-F238E27FC236}">
                <a16:creationId xmlns:a16="http://schemas.microsoft.com/office/drawing/2014/main" id="{91DB7CE5-E0B8-4B57-A960-FD8DAC2759D4}"/>
              </a:ext>
            </a:extLst>
          </p:cNvPr>
          <p:cNvSpPr>
            <a:spLocks xmlns:a="http://schemas.openxmlformats.org/drawingml/2006/main" noGrp="1"/>
          </p:cNvSpPr>
          <p:nvPr/>
        </p:nvSpPr>
        <p:spPr>
          <a:xfrm xmlns:a="http://schemas.openxmlformats.org/drawingml/2006/main">
            <a:off x="3316099" y="365046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60" name="">
            <a:extLst xmlns:a="http://schemas.openxmlformats.org/drawingml/2006/main">
              <a:ext uri="{FF2B5EF4-FFF2-40B4-BE49-F238E27FC236}">
                <a16:creationId xmlns:a16="http://schemas.microsoft.com/office/drawing/2014/main" id="{8D2BF94E-F4AD-42ED-92AB-52E3433A8AA0}"/>
              </a:ext>
            </a:extLst>
          </p:cNvPr>
          <p:cNvSpPr>
            <a:spLocks xmlns:a="http://schemas.openxmlformats.org/drawingml/2006/main" noGrp="1"/>
          </p:cNvSpPr>
          <p:nvPr/>
        </p:nvSpPr>
        <p:spPr>
          <a:xfrm xmlns:a="http://schemas.openxmlformats.org/drawingml/2006/main">
            <a:off x="2912547" y="270188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1" name="">
            <a:extLst xmlns:a="http://schemas.openxmlformats.org/drawingml/2006/main">
              <a:ext uri="{FF2B5EF4-FFF2-40B4-BE49-F238E27FC236}">
                <a16:creationId xmlns:a16="http://schemas.microsoft.com/office/drawing/2014/main" id="{68E16BFB-EAAF-40D9-B5F5-04AE3D8C6368}"/>
              </a:ext>
            </a:extLst>
          </p:cNvPr>
          <p:cNvSpPr>
            <a:spLocks xmlns:a="http://schemas.openxmlformats.org/drawingml/2006/main" noGrp="1"/>
          </p:cNvSpPr>
          <p:nvPr/>
        </p:nvSpPr>
        <p:spPr>
          <a:xfrm xmlns:a="http://schemas.openxmlformats.org/drawingml/2006/main">
            <a:off x="2912547" y="271140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62" name="">
            <a:extLst xmlns:a="http://schemas.openxmlformats.org/drawingml/2006/main">
              <a:ext uri="{FF2B5EF4-FFF2-40B4-BE49-F238E27FC236}">
                <a16:creationId xmlns:a16="http://schemas.microsoft.com/office/drawing/2014/main" id="{34B1F4C1-41C3-427E-9DC8-1B81580179E5}"/>
              </a:ext>
            </a:extLst>
          </p:cNvPr>
          <p:cNvSpPr>
            <a:spLocks xmlns:a="http://schemas.openxmlformats.org/drawingml/2006/main" noGrp="1"/>
          </p:cNvSpPr>
          <p:nvPr/>
        </p:nvSpPr>
        <p:spPr>
          <a:xfrm xmlns:a="http://schemas.openxmlformats.org/drawingml/2006/main">
            <a:off x="3462903" y="3930283"/>
            <a:ext cx="186076" cy="40815"/>
          </a:xfrm>
          <a:prstGeom xmlns:a="http://schemas.openxmlformats.org/drawingml/2006/main" prst="line">
            <a:avLst/>
          </a:prstGeom>
          <a:ln xmlns:a="http://schemas.openxmlformats.org/drawingml/2006/main" w="5715">
            <a:solidFill>
              <a:srgbClr val="14295B"/>
            </a:solidFill>
          </a:ln>
        </p:spPr>
      </p:sp>
      <p:sp>
        <p:nvSpPr>
          <p:cNvPr id="463" name="">
            <a:extLst xmlns:a="http://schemas.openxmlformats.org/drawingml/2006/main">
              <a:ext uri="{FF2B5EF4-FFF2-40B4-BE49-F238E27FC236}">
                <a16:creationId xmlns:a16="http://schemas.microsoft.com/office/drawing/2014/main" id="{02F268F0-419A-4344-94CE-619EE99D6010}"/>
              </a:ext>
            </a:extLst>
          </p:cNvPr>
          <p:cNvSpPr>
            <a:spLocks xmlns:a="http://schemas.openxmlformats.org/drawingml/2006/main" noGrp="1"/>
          </p:cNvSpPr>
          <p:nvPr/>
        </p:nvSpPr>
        <p:spPr>
          <a:xfrm xmlns:a="http://schemas.openxmlformats.org/drawingml/2006/main">
            <a:off x="3572779" y="3854083"/>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4" name="">
            <a:extLst xmlns:a="http://schemas.openxmlformats.org/drawingml/2006/main">
              <a:ext uri="{FF2B5EF4-FFF2-40B4-BE49-F238E27FC236}">
                <a16:creationId xmlns:a16="http://schemas.microsoft.com/office/drawing/2014/main" id="{3160BB78-BEF6-4281-8EEC-4E00C62175F1}"/>
              </a:ext>
            </a:extLst>
          </p:cNvPr>
          <p:cNvSpPr>
            <a:spLocks xmlns:a="http://schemas.openxmlformats.org/drawingml/2006/main" noGrp="1"/>
          </p:cNvSpPr>
          <p:nvPr/>
        </p:nvSpPr>
        <p:spPr>
          <a:xfrm xmlns:a="http://schemas.openxmlformats.org/drawingml/2006/main">
            <a:off x="3572779" y="3863608"/>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5" name="">
            <a:extLst xmlns:a="http://schemas.openxmlformats.org/drawingml/2006/main">
              <a:ext uri="{FF2B5EF4-FFF2-40B4-BE49-F238E27FC236}">
                <a16:creationId xmlns:a16="http://schemas.microsoft.com/office/drawing/2014/main" id="{8CAD0902-23C1-4E85-9D66-A0B3CF6406DA}"/>
              </a:ext>
            </a:extLst>
          </p:cNvPr>
          <p:cNvSpPr>
            <a:spLocks xmlns:a="http://schemas.openxmlformats.org/drawingml/2006/main" noGrp="1"/>
          </p:cNvSpPr>
          <p:nvPr/>
        </p:nvSpPr>
        <p:spPr>
          <a:xfrm xmlns:a="http://schemas.openxmlformats.org/drawingml/2006/main">
            <a:off x="3149574" y="4213036"/>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6" name="">
            <a:extLst xmlns:a="http://schemas.openxmlformats.org/drawingml/2006/main">
              <a:ext uri="{FF2B5EF4-FFF2-40B4-BE49-F238E27FC236}">
                <a16:creationId xmlns:a16="http://schemas.microsoft.com/office/drawing/2014/main" id="{65B2278C-635A-4E15-880E-E7926296BCA5}"/>
              </a:ext>
            </a:extLst>
          </p:cNvPr>
          <p:cNvSpPr>
            <a:spLocks xmlns:a="http://schemas.openxmlformats.org/drawingml/2006/main" noGrp="1"/>
          </p:cNvSpPr>
          <p:nvPr/>
        </p:nvSpPr>
        <p:spPr>
          <a:xfrm xmlns:a="http://schemas.openxmlformats.org/drawingml/2006/main">
            <a:off x="3149574" y="4222561"/>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9</a:t>
            </a:r>
          </a:p>
        </p:txBody>
      </p:sp>
      <p:sp>
        <p:nvSpPr>
          <p:cNvPr id="467" name="">
            <a:extLst xmlns:a="http://schemas.openxmlformats.org/drawingml/2006/main">
              <a:ext uri="{FF2B5EF4-FFF2-40B4-BE49-F238E27FC236}">
                <a16:creationId xmlns:a16="http://schemas.microsoft.com/office/drawing/2014/main" id="{FB3B3498-4F4C-4737-B17D-D1E1366E7A3C}"/>
              </a:ext>
            </a:extLst>
          </p:cNvPr>
          <p:cNvSpPr>
            <a:spLocks xmlns:a="http://schemas.openxmlformats.org/drawingml/2006/main" noGrp="1"/>
          </p:cNvSpPr>
          <p:nvPr/>
        </p:nvSpPr>
        <p:spPr>
          <a:xfrm xmlns:a="http://schemas.openxmlformats.org/drawingml/2006/main">
            <a:off x="4413697" y="3338156"/>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8" name="">
            <a:extLst xmlns:a="http://schemas.openxmlformats.org/drawingml/2006/main">
              <a:ext uri="{FF2B5EF4-FFF2-40B4-BE49-F238E27FC236}">
                <a16:creationId xmlns:a16="http://schemas.microsoft.com/office/drawing/2014/main" id="{A3DF2520-B09A-44D5-8DD5-2E09BCDDB690}"/>
              </a:ext>
            </a:extLst>
          </p:cNvPr>
          <p:cNvSpPr>
            <a:spLocks xmlns:a="http://schemas.openxmlformats.org/drawingml/2006/main" noGrp="1"/>
          </p:cNvSpPr>
          <p:nvPr/>
        </p:nvSpPr>
        <p:spPr>
          <a:xfrm xmlns:a="http://schemas.openxmlformats.org/drawingml/2006/main">
            <a:off x="4413697" y="3347681"/>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10</a:t>
            </a:r>
          </a:p>
        </p:txBody>
      </p:sp>
      <p:sp>
        <p:nvSpPr>
          <p:cNvPr id="469" name="">
            <a:extLst xmlns:a="http://schemas.openxmlformats.org/drawingml/2006/main">
              <a:ext uri="{FF2B5EF4-FFF2-40B4-BE49-F238E27FC236}">
                <a16:creationId xmlns:a16="http://schemas.microsoft.com/office/drawing/2014/main" id="{4007A541-2D70-49C3-9B51-BC61B01760B0}"/>
              </a:ext>
            </a:extLst>
          </p:cNvPr>
          <p:cNvSpPr>
            <a:spLocks xmlns:a="http://schemas.openxmlformats.org/drawingml/2006/main" noGrp="1"/>
          </p:cNvSpPr>
          <p:nvPr/>
        </p:nvSpPr>
        <p:spPr>
          <a:xfrm xmlns:a="http://schemas.openxmlformats.org/drawingml/2006/main">
            <a:off x="6153150" y="23812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0" name="">
            <a:extLst xmlns:a="http://schemas.openxmlformats.org/drawingml/2006/main">
              <a:ext uri="{FF2B5EF4-FFF2-40B4-BE49-F238E27FC236}">
                <a16:creationId xmlns:a16="http://schemas.microsoft.com/office/drawing/2014/main" id="{87851A3E-8E03-44F7-9CC4-7873CF7D52A5}"/>
              </a:ext>
            </a:extLst>
          </p:cNvPr>
          <p:cNvSpPr>
            <a:spLocks xmlns:a="http://schemas.openxmlformats.org/drawingml/2006/main" noGrp="1"/>
          </p:cNvSpPr>
          <p:nvPr/>
        </p:nvSpPr>
        <p:spPr>
          <a:xfrm xmlns:a="http://schemas.openxmlformats.org/drawingml/2006/main">
            <a:off x="6153150" y="23907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71" name="">
            <a:extLst xmlns:a="http://schemas.openxmlformats.org/drawingml/2006/main">
              <a:ext uri="{FF2B5EF4-FFF2-40B4-BE49-F238E27FC236}">
                <a16:creationId xmlns:a16="http://schemas.microsoft.com/office/drawing/2014/main" id="{9F11FAD1-E617-404E-973B-A4114C840A4B}"/>
              </a:ext>
            </a:extLst>
          </p:cNvPr>
          <p:cNvSpPr>
            <a:spLocks xmlns:a="http://schemas.openxmlformats.org/drawingml/2006/main" noGrp="1"/>
          </p:cNvSpPr>
          <p:nvPr/>
        </p:nvSpPr>
        <p:spPr>
          <a:xfrm xmlns:a="http://schemas.openxmlformats.org/drawingml/2006/main">
            <a:off x="6457950" y="23812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Bayfront Subzone (Marina Bay Sands...)</a:t>
            </a:r>
          </a:p>
        </p:txBody>
      </p:sp>
      <p:sp>
        <p:nvSpPr>
          <p:cNvPr id="472" name="">
            <a:extLst xmlns:a="http://schemas.openxmlformats.org/drawingml/2006/main">
              <a:ext uri="{FF2B5EF4-FFF2-40B4-BE49-F238E27FC236}">
                <a16:creationId xmlns:a16="http://schemas.microsoft.com/office/drawing/2014/main" id="{8ADDA48E-5B85-47DA-B298-0624052BB636}"/>
              </a:ext>
            </a:extLst>
          </p:cNvPr>
          <p:cNvSpPr>
            <a:spLocks xmlns:a="http://schemas.openxmlformats.org/drawingml/2006/main" noGrp="1"/>
          </p:cNvSpPr>
          <p:nvPr/>
        </p:nvSpPr>
        <p:spPr>
          <a:xfrm xmlns:a="http://schemas.openxmlformats.org/drawingml/2006/main">
            <a:off x="6153150" y="26574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3" name="">
            <a:extLst xmlns:a="http://schemas.openxmlformats.org/drawingml/2006/main">
              <a:ext uri="{FF2B5EF4-FFF2-40B4-BE49-F238E27FC236}">
                <a16:creationId xmlns:a16="http://schemas.microsoft.com/office/drawing/2014/main" id="{4B329F4E-19D5-48EA-ADB0-B9682CEBFE90}"/>
              </a:ext>
            </a:extLst>
          </p:cNvPr>
          <p:cNvSpPr>
            <a:spLocks xmlns:a="http://schemas.openxmlformats.org/drawingml/2006/main" noGrp="1"/>
          </p:cNvSpPr>
          <p:nvPr/>
        </p:nvSpPr>
        <p:spPr>
          <a:xfrm xmlns:a="http://schemas.openxmlformats.org/drawingml/2006/main">
            <a:off x="6153150" y="26670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74" name="">
            <a:extLst xmlns:a="http://schemas.openxmlformats.org/drawingml/2006/main">
              <a:ext uri="{FF2B5EF4-FFF2-40B4-BE49-F238E27FC236}">
                <a16:creationId xmlns:a16="http://schemas.microsoft.com/office/drawing/2014/main" id="{2D9BF571-8559-407A-ACED-79578EDB4FC0}"/>
              </a:ext>
            </a:extLst>
          </p:cNvPr>
          <p:cNvSpPr>
            <a:spLocks xmlns:a="http://schemas.openxmlformats.org/drawingml/2006/main" noGrp="1"/>
          </p:cNvSpPr>
          <p:nvPr/>
        </p:nvSpPr>
        <p:spPr>
          <a:xfrm xmlns:a="http://schemas.openxmlformats.org/drawingml/2006/main">
            <a:off x="6457950" y="26574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North Coast (Woodlands Secondary School)</a:t>
            </a:r>
          </a:p>
        </p:txBody>
      </p:sp>
      <p:sp>
        <p:nvSpPr>
          <p:cNvPr id="475" name="">
            <a:extLst xmlns:a="http://schemas.openxmlformats.org/drawingml/2006/main">
              <a:ext uri="{FF2B5EF4-FFF2-40B4-BE49-F238E27FC236}">
                <a16:creationId xmlns:a16="http://schemas.microsoft.com/office/drawing/2014/main" id="{D569CD84-F3CE-4F53-8EE4-F2149C1BFA47}"/>
              </a:ext>
            </a:extLst>
          </p:cNvPr>
          <p:cNvSpPr>
            <a:spLocks xmlns:a="http://schemas.openxmlformats.org/drawingml/2006/main" noGrp="1"/>
          </p:cNvSpPr>
          <p:nvPr/>
        </p:nvSpPr>
        <p:spPr>
          <a:xfrm xmlns:a="http://schemas.openxmlformats.org/drawingml/2006/main">
            <a:off x="6153150" y="29337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6" name="">
            <a:extLst xmlns:a="http://schemas.openxmlformats.org/drawingml/2006/main">
              <a:ext uri="{FF2B5EF4-FFF2-40B4-BE49-F238E27FC236}">
                <a16:creationId xmlns:a16="http://schemas.microsoft.com/office/drawing/2014/main" id="{1D9483C5-B05D-47DF-B284-67A58CC9DA9C}"/>
              </a:ext>
            </a:extLst>
          </p:cNvPr>
          <p:cNvSpPr>
            <a:spLocks xmlns:a="http://schemas.openxmlformats.org/drawingml/2006/main" noGrp="1"/>
          </p:cNvSpPr>
          <p:nvPr/>
        </p:nvSpPr>
        <p:spPr>
          <a:xfrm xmlns:a="http://schemas.openxmlformats.org/drawingml/2006/main">
            <a:off x="6153150" y="29432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77" name="">
            <a:extLst xmlns:a="http://schemas.openxmlformats.org/drawingml/2006/main">
              <a:ext uri="{FF2B5EF4-FFF2-40B4-BE49-F238E27FC236}">
                <a16:creationId xmlns:a16="http://schemas.microsoft.com/office/drawing/2014/main" id="{82AEB8F5-3457-4C65-8CB3-1741B089DA09}"/>
              </a:ext>
            </a:extLst>
          </p:cNvPr>
          <p:cNvSpPr>
            <a:spLocks xmlns:a="http://schemas.openxmlformats.org/drawingml/2006/main" noGrp="1"/>
          </p:cNvSpPr>
          <p:nvPr/>
        </p:nvSpPr>
        <p:spPr>
          <a:xfrm xmlns:a="http://schemas.openxmlformats.org/drawingml/2006/main">
            <a:off x="6457950" y="29337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Dhoby Ghaut (Fort Canning Park)</a:t>
            </a:r>
          </a:p>
        </p:txBody>
      </p:sp>
      <p:sp>
        <p:nvSpPr>
          <p:cNvPr id="478" name="">
            <a:extLst xmlns:a="http://schemas.openxmlformats.org/drawingml/2006/main">
              <a:ext uri="{FF2B5EF4-FFF2-40B4-BE49-F238E27FC236}">
                <a16:creationId xmlns:a16="http://schemas.microsoft.com/office/drawing/2014/main" id="{7DB32576-EFF4-47F1-B018-FFEB1428FBB9}"/>
              </a:ext>
            </a:extLst>
          </p:cNvPr>
          <p:cNvSpPr>
            <a:spLocks xmlns:a="http://schemas.openxmlformats.org/drawingml/2006/main" noGrp="1"/>
          </p:cNvSpPr>
          <p:nvPr/>
        </p:nvSpPr>
        <p:spPr>
          <a:xfrm xmlns:a="http://schemas.openxmlformats.org/drawingml/2006/main">
            <a:off x="6153150" y="32099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9" name="">
            <a:extLst xmlns:a="http://schemas.openxmlformats.org/drawingml/2006/main">
              <a:ext uri="{FF2B5EF4-FFF2-40B4-BE49-F238E27FC236}">
                <a16:creationId xmlns:a16="http://schemas.microsoft.com/office/drawing/2014/main" id="{4EFC2443-CBAC-42F6-B461-7E7D27E0F833}"/>
              </a:ext>
            </a:extLst>
          </p:cNvPr>
          <p:cNvSpPr>
            <a:spLocks xmlns:a="http://schemas.openxmlformats.org/drawingml/2006/main" noGrp="1"/>
          </p:cNvSpPr>
          <p:nvPr/>
        </p:nvSpPr>
        <p:spPr>
          <a:xfrm xmlns:a="http://schemas.openxmlformats.org/drawingml/2006/main">
            <a:off x="6153150" y="32194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80" name="">
            <a:extLst xmlns:a="http://schemas.openxmlformats.org/drawingml/2006/main">
              <a:ext uri="{FF2B5EF4-FFF2-40B4-BE49-F238E27FC236}">
                <a16:creationId xmlns:a16="http://schemas.microsoft.com/office/drawing/2014/main" id="{1108DDF7-2658-482B-8A41-6CC5A7335E4C}"/>
              </a:ext>
            </a:extLst>
          </p:cNvPr>
          <p:cNvSpPr>
            <a:spLocks xmlns:a="http://schemas.openxmlformats.org/drawingml/2006/main" noGrp="1"/>
          </p:cNvSpPr>
          <p:nvPr/>
        </p:nvSpPr>
        <p:spPr>
          <a:xfrm xmlns:a="http://schemas.openxmlformats.org/drawingml/2006/main">
            <a:off x="6457950" y="32099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Sembawang East (Canberra Plaza)</a:t>
            </a:r>
          </a:p>
        </p:txBody>
      </p:sp>
      <p:sp>
        <p:nvSpPr>
          <p:cNvPr id="481" name="">
            <a:extLst xmlns:a="http://schemas.openxmlformats.org/drawingml/2006/main">
              <a:ext uri="{FF2B5EF4-FFF2-40B4-BE49-F238E27FC236}">
                <a16:creationId xmlns:a16="http://schemas.microsoft.com/office/drawing/2014/main" id="{6BE8DD80-6BA7-45DD-A69C-2A0CD16E2BC7}"/>
              </a:ext>
            </a:extLst>
          </p:cNvPr>
          <p:cNvSpPr>
            <a:spLocks xmlns:a="http://schemas.openxmlformats.org/drawingml/2006/main" noGrp="1"/>
          </p:cNvSpPr>
          <p:nvPr/>
        </p:nvSpPr>
        <p:spPr>
          <a:xfrm xmlns:a="http://schemas.openxmlformats.org/drawingml/2006/main">
            <a:off x="6153150" y="34861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2" name="">
            <a:extLst xmlns:a="http://schemas.openxmlformats.org/drawingml/2006/main">
              <a:ext uri="{FF2B5EF4-FFF2-40B4-BE49-F238E27FC236}">
                <a16:creationId xmlns:a16="http://schemas.microsoft.com/office/drawing/2014/main" id="{C9146CB4-BBF8-431F-901E-8627B1F5C1CA}"/>
              </a:ext>
            </a:extLst>
          </p:cNvPr>
          <p:cNvSpPr>
            <a:spLocks xmlns:a="http://schemas.openxmlformats.org/drawingml/2006/main" noGrp="1"/>
          </p:cNvSpPr>
          <p:nvPr/>
        </p:nvSpPr>
        <p:spPr>
          <a:xfrm xmlns:a="http://schemas.openxmlformats.org/drawingml/2006/main">
            <a:off x="6153150" y="34956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83" name="">
            <a:extLst xmlns:a="http://schemas.openxmlformats.org/drawingml/2006/main">
              <a:ext uri="{FF2B5EF4-FFF2-40B4-BE49-F238E27FC236}">
                <a16:creationId xmlns:a16="http://schemas.microsoft.com/office/drawing/2014/main" id="{D4F146DE-98CA-4035-9D4D-DDC6F6C13B80}"/>
              </a:ext>
            </a:extLst>
          </p:cNvPr>
          <p:cNvSpPr>
            <a:spLocks xmlns:a="http://schemas.openxmlformats.org/drawingml/2006/main" noGrp="1"/>
          </p:cNvSpPr>
          <p:nvPr/>
        </p:nvSpPr>
        <p:spPr>
          <a:xfrm xmlns:a="http://schemas.openxmlformats.org/drawingml/2006/main">
            <a:off x="6457950" y="34861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Raffles Place (Lau Pa Sat Singapore)</a:t>
            </a:r>
          </a:p>
        </p:txBody>
      </p:sp>
      <p:sp>
        <p:nvSpPr>
          <p:cNvPr id="484" name="">
            <a:extLst xmlns:a="http://schemas.openxmlformats.org/drawingml/2006/main">
              <a:ext uri="{FF2B5EF4-FFF2-40B4-BE49-F238E27FC236}">
                <a16:creationId xmlns:a16="http://schemas.microsoft.com/office/drawing/2014/main" id="{3E08BAD0-A048-4C8C-A027-C98EE17907B0}"/>
              </a:ext>
            </a:extLst>
          </p:cNvPr>
          <p:cNvSpPr>
            <a:spLocks xmlns:a="http://schemas.openxmlformats.org/drawingml/2006/main" noGrp="1"/>
          </p:cNvSpPr>
          <p:nvPr/>
        </p:nvSpPr>
        <p:spPr>
          <a:xfrm xmlns:a="http://schemas.openxmlformats.org/drawingml/2006/main">
            <a:off x="6153150" y="37623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5" name="">
            <a:extLst xmlns:a="http://schemas.openxmlformats.org/drawingml/2006/main">
              <a:ext uri="{FF2B5EF4-FFF2-40B4-BE49-F238E27FC236}">
                <a16:creationId xmlns:a16="http://schemas.microsoft.com/office/drawing/2014/main" id="{1C8108C2-17A2-42FE-9074-AD7C91FF1DD5}"/>
              </a:ext>
            </a:extLst>
          </p:cNvPr>
          <p:cNvSpPr>
            <a:spLocks xmlns:a="http://schemas.openxmlformats.org/drawingml/2006/main" noGrp="1"/>
          </p:cNvSpPr>
          <p:nvPr/>
        </p:nvSpPr>
        <p:spPr>
          <a:xfrm xmlns:a="http://schemas.openxmlformats.org/drawingml/2006/main">
            <a:off x="6153150" y="37719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86" name="">
            <a:extLst xmlns:a="http://schemas.openxmlformats.org/drawingml/2006/main">
              <a:ext uri="{FF2B5EF4-FFF2-40B4-BE49-F238E27FC236}">
                <a16:creationId xmlns:a16="http://schemas.microsoft.com/office/drawing/2014/main" id="{1E440649-8266-4C8F-A71C-B335E5E84400}"/>
              </a:ext>
            </a:extLst>
          </p:cNvPr>
          <p:cNvSpPr>
            <a:spLocks xmlns:a="http://schemas.openxmlformats.org/drawingml/2006/main" noGrp="1"/>
          </p:cNvSpPr>
          <p:nvPr/>
        </p:nvSpPr>
        <p:spPr>
          <a:xfrm xmlns:a="http://schemas.openxmlformats.org/drawingml/2006/main">
            <a:off x="6457950" y="37623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Monk's Hill (Cuppage Plaza)</a:t>
            </a:r>
          </a:p>
        </p:txBody>
      </p:sp>
      <p:sp>
        <p:nvSpPr>
          <p:cNvPr id="487" name="">
            <a:extLst xmlns:a="http://schemas.openxmlformats.org/drawingml/2006/main">
              <a:ext uri="{FF2B5EF4-FFF2-40B4-BE49-F238E27FC236}">
                <a16:creationId xmlns:a16="http://schemas.microsoft.com/office/drawing/2014/main" id="{C9E4896C-E113-4000-87FC-558B75442CAA}"/>
              </a:ext>
            </a:extLst>
          </p:cNvPr>
          <p:cNvSpPr>
            <a:spLocks xmlns:a="http://schemas.openxmlformats.org/drawingml/2006/main" noGrp="1"/>
          </p:cNvSpPr>
          <p:nvPr/>
        </p:nvSpPr>
        <p:spPr>
          <a:xfrm xmlns:a="http://schemas.openxmlformats.org/drawingml/2006/main">
            <a:off x="6153150" y="40386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8" name="">
            <a:extLst xmlns:a="http://schemas.openxmlformats.org/drawingml/2006/main">
              <a:ext uri="{FF2B5EF4-FFF2-40B4-BE49-F238E27FC236}">
                <a16:creationId xmlns:a16="http://schemas.microsoft.com/office/drawing/2014/main" id="{3243F5D1-A4FC-4C5D-BAAA-C357A7770CB4}"/>
              </a:ext>
            </a:extLst>
          </p:cNvPr>
          <p:cNvSpPr>
            <a:spLocks xmlns:a="http://schemas.openxmlformats.org/drawingml/2006/main" noGrp="1"/>
          </p:cNvSpPr>
          <p:nvPr/>
        </p:nvSpPr>
        <p:spPr>
          <a:xfrm xmlns:a="http://schemas.openxmlformats.org/drawingml/2006/main">
            <a:off x="6153150" y="40481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89" name="">
            <a:extLst xmlns:a="http://schemas.openxmlformats.org/drawingml/2006/main">
              <a:ext uri="{FF2B5EF4-FFF2-40B4-BE49-F238E27FC236}">
                <a16:creationId xmlns:a16="http://schemas.microsoft.com/office/drawing/2014/main" id="{52125D11-3152-45D7-BBBB-ABF343878B5D}"/>
              </a:ext>
            </a:extLst>
          </p:cNvPr>
          <p:cNvSpPr>
            <a:spLocks xmlns:a="http://schemas.openxmlformats.org/drawingml/2006/main" noGrp="1"/>
          </p:cNvSpPr>
          <p:nvPr/>
        </p:nvSpPr>
        <p:spPr>
          <a:xfrm xmlns:a="http://schemas.openxmlformats.org/drawingml/2006/main">
            <a:off x="6457950" y="40386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Woodlands South (Vista Point)</a:t>
            </a:r>
          </a:p>
        </p:txBody>
      </p:sp>
      <p:sp>
        <p:nvSpPr>
          <p:cNvPr id="490" name="">
            <a:extLst xmlns:a="http://schemas.openxmlformats.org/drawingml/2006/main">
              <a:ext uri="{FF2B5EF4-FFF2-40B4-BE49-F238E27FC236}">
                <a16:creationId xmlns:a16="http://schemas.microsoft.com/office/drawing/2014/main" id="{89CE692B-5636-4B57-A67C-6BCC8231E1FB}"/>
              </a:ext>
            </a:extLst>
          </p:cNvPr>
          <p:cNvSpPr>
            <a:spLocks xmlns:a="http://schemas.openxmlformats.org/drawingml/2006/main" noGrp="1"/>
          </p:cNvSpPr>
          <p:nvPr/>
        </p:nvSpPr>
        <p:spPr>
          <a:xfrm xmlns:a="http://schemas.openxmlformats.org/drawingml/2006/main">
            <a:off x="6153150" y="43148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1" name="">
            <a:extLst xmlns:a="http://schemas.openxmlformats.org/drawingml/2006/main">
              <a:ext uri="{FF2B5EF4-FFF2-40B4-BE49-F238E27FC236}">
                <a16:creationId xmlns:a16="http://schemas.microsoft.com/office/drawing/2014/main" id="{68F8F6FB-7C98-48A2-90C3-F5D93FD29A50}"/>
              </a:ext>
            </a:extLst>
          </p:cNvPr>
          <p:cNvSpPr>
            <a:spLocks xmlns:a="http://schemas.openxmlformats.org/drawingml/2006/main" noGrp="1"/>
          </p:cNvSpPr>
          <p:nvPr/>
        </p:nvSpPr>
        <p:spPr>
          <a:xfrm xmlns:a="http://schemas.openxmlformats.org/drawingml/2006/main">
            <a:off x="6153150" y="43243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92" name="">
            <a:extLst xmlns:a="http://schemas.openxmlformats.org/drawingml/2006/main">
              <a:ext uri="{FF2B5EF4-FFF2-40B4-BE49-F238E27FC236}">
                <a16:creationId xmlns:a16="http://schemas.microsoft.com/office/drawing/2014/main" id="{F2952482-4815-41B5-9C86-07CCBA740DA0}"/>
              </a:ext>
            </a:extLst>
          </p:cNvPr>
          <p:cNvSpPr>
            <a:spLocks xmlns:a="http://schemas.openxmlformats.org/drawingml/2006/main" noGrp="1"/>
          </p:cNvSpPr>
          <p:nvPr/>
        </p:nvSpPr>
        <p:spPr>
          <a:xfrm xmlns:a="http://schemas.openxmlformats.org/drawingml/2006/main">
            <a:off x="6457950" y="43148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City Hall (Old Supreme Court Singapore)</a:t>
            </a:r>
          </a:p>
        </p:txBody>
      </p:sp>
      <p:sp>
        <p:nvSpPr>
          <p:cNvPr id="493" name="">
            <a:extLst xmlns:a="http://schemas.openxmlformats.org/drawingml/2006/main">
              <a:ext uri="{FF2B5EF4-FFF2-40B4-BE49-F238E27FC236}">
                <a16:creationId xmlns:a16="http://schemas.microsoft.com/office/drawing/2014/main" id="{A93DFF94-5E05-47F8-A5F6-43FB8FC462F3}"/>
              </a:ext>
            </a:extLst>
          </p:cNvPr>
          <p:cNvSpPr>
            <a:spLocks xmlns:a="http://schemas.openxmlformats.org/drawingml/2006/main" noGrp="1"/>
          </p:cNvSpPr>
          <p:nvPr/>
        </p:nvSpPr>
        <p:spPr>
          <a:xfrm xmlns:a="http://schemas.openxmlformats.org/drawingml/2006/main">
            <a:off x="6153150" y="45910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4" name="">
            <a:extLst xmlns:a="http://schemas.openxmlformats.org/drawingml/2006/main">
              <a:ext uri="{FF2B5EF4-FFF2-40B4-BE49-F238E27FC236}">
                <a16:creationId xmlns:a16="http://schemas.microsoft.com/office/drawing/2014/main" id="{E6D9F2F6-B2B9-4C81-9EDF-AA63D319DC93}"/>
              </a:ext>
            </a:extLst>
          </p:cNvPr>
          <p:cNvSpPr>
            <a:spLocks xmlns:a="http://schemas.openxmlformats.org/drawingml/2006/main" noGrp="1"/>
          </p:cNvSpPr>
          <p:nvPr/>
        </p:nvSpPr>
        <p:spPr>
          <a:xfrm xmlns:a="http://schemas.openxmlformats.org/drawingml/2006/main">
            <a:off x="6153150" y="46005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9</a:t>
            </a:r>
          </a:p>
        </p:txBody>
      </p:sp>
      <p:sp>
        <p:nvSpPr>
          <p:cNvPr id="495" name="">
            <a:extLst xmlns:a="http://schemas.openxmlformats.org/drawingml/2006/main">
              <a:ext uri="{FF2B5EF4-FFF2-40B4-BE49-F238E27FC236}">
                <a16:creationId xmlns:a16="http://schemas.microsoft.com/office/drawing/2014/main" id="{A5D34415-5EDF-4D87-A9EE-5014318A4D61}"/>
              </a:ext>
            </a:extLst>
          </p:cNvPr>
          <p:cNvSpPr>
            <a:spLocks xmlns:a="http://schemas.openxmlformats.org/drawingml/2006/main" noGrp="1"/>
          </p:cNvSpPr>
          <p:nvPr/>
        </p:nvSpPr>
        <p:spPr>
          <a:xfrm xmlns:a="http://schemas.openxmlformats.org/drawingml/2006/main">
            <a:off x="6457950" y="45910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Sentosa (Universal Studios Singapore...)</a:t>
            </a:r>
          </a:p>
        </p:txBody>
      </p:sp>
      <p:sp>
        <p:nvSpPr>
          <p:cNvPr id="496" name="">
            <a:extLst xmlns:a="http://schemas.openxmlformats.org/drawingml/2006/main">
              <a:ext uri="{FF2B5EF4-FFF2-40B4-BE49-F238E27FC236}">
                <a16:creationId xmlns:a16="http://schemas.microsoft.com/office/drawing/2014/main" id="{1B9F04D8-D4C6-4EA4-963D-2513EA0FD9FE}"/>
              </a:ext>
            </a:extLst>
          </p:cNvPr>
          <p:cNvSpPr>
            <a:spLocks xmlns:a="http://schemas.openxmlformats.org/drawingml/2006/main" noGrp="1"/>
          </p:cNvSpPr>
          <p:nvPr/>
        </p:nvSpPr>
        <p:spPr>
          <a:xfrm xmlns:a="http://schemas.openxmlformats.org/drawingml/2006/main">
            <a:off x="6153150" y="48672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7" name="">
            <a:extLst xmlns:a="http://schemas.openxmlformats.org/drawingml/2006/main">
              <a:ext uri="{FF2B5EF4-FFF2-40B4-BE49-F238E27FC236}">
                <a16:creationId xmlns:a16="http://schemas.microsoft.com/office/drawing/2014/main" id="{845D7CDB-E41C-4824-849B-842C728CB5E3}"/>
              </a:ext>
            </a:extLst>
          </p:cNvPr>
          <p:cNvSpPr>
            <a:spLocks xmlns:a="http://schemas.openxmlformats.org/drawingml/2006/main" noGrp="1"/>
          </p:cNvSpPr>
          <p:nvPr/>
        </p:nvSpPr>
        <p:spPr>
          <a:xfrm xmlns:a="http://schemas.openxmlformats.org/drawingml/2006/main">
            <a:off x="6153150" y="48768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10</a:t>
            </a:r>
          </a:p>
        </p:txBody>
      </p:sp>
      <p:sp>
        <p:nvSpPr>
          <p:cNvPr id="498" name="">
            <a:extLst xmlns:a="http://schemas.openxmlformats.org/drawingml/2006/main">
              <a:ext uri="{FF2B5EF4-FFF2-40B4-BE49-F238E27FC236}">
                <a16:creationId xmlns:a16="http://schemas.microsoft.com/office/drawing/2014/main" id="{63E673B9-ED97-4734-A09C-3380DDB062C7}"/>
              </a:ext>
            </a:extLst>
          </p:cNvPr>
          <p:cNvSpPr>
            <a:spLocks xmlns:a="http://schemas.openxmlformats.org/drawingml/2006/main" noGrp="1"/>
          </p:cNvSpPr>
          <p:nvPr/>
        </p:nvSpPr>
        <p:spPr>
          <a:xfrm xmlns:a="http://schemas.openxmlformats.org/drawingml/2006/main">
            <a:off x="6457950" y="48672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Changi West (Liv@Changi)</a:t>
            </a:r>
          </a:p>
        </p:txBody>
      </p:sp>
      <p:sp>
        <p:nvSpPr>
          <p:cNvPr id="499" name="">
            <a:extLst xmlns:a="http://schemas.openxmlformats.org/drawingml/2006/main">
              <a:ext uri="{FF2B5EF4-FFF2-40B4-BE49-F238E27FC236}">
                <a16:creationId xmlns:a16="http://schemas.microsoft.com/office/drawing/2014/main" id="{4BCDD002-5BDF-40CA-8BDB-E1285ADA798E}"/>
              </a:ext>
            </a:extLst>
          </p:cNvPr>
          <p:cNvSpPr>
            <a:spLocks xmlns:a="http://schemas.openxmlformats.org/drawingml/2006/main" noGrp="1"/>
          </p:cNvSpPr>
          <p:nvPr/>
        </p:nvSpPr>
        <p:spPr>
          <a:xfrm xmlns:a="http://schemas.openxmlformats.org/drawingml/2006/main">
            <a:off x="1190625" y="5219700"/>
            <a:ext cx="56436" cy="95250"/>
          </a:xfrm>
          <a:prstGeom xmlns:a="http://schemas.openxmlformats.org/drawingml/2006/main" prst="rect">
            <a:avLst/>
          </a:prstGeom>
          <a:solidFill xmlns:a="http://schemas.openxmlformats.org/drawingml/2006/main">
            <a:srgbClr val="C1473E"/>
          </a:solidFill>
          <a:ln xmlns:a="http://schemas.openxmlformats.org/drawingml/2006/main" w="0">
            <a:noFill/>
          </a:ln>
        </p:spPr>
      </p:sp>
      <p:sp>
        <p:nvSpPr>
          <p:cNvPr id="500" name="">
            <a:extLst xmlns:a="http://schemas.openxmlformats.org/drawingml/2006/main">
              <a:ext uri="{FF2B5EF4-FFF2-40B4-BE49-F238E27FC236}">
                <a16:creationId xmlns:a16="http://schemas.microsoft.com/office/drawing/2014/main" id="{C495F0F1-4A29-406D-8A24-257ABD622F0C}"/>
              </a:ext>
            </a:extLst>
          </p:cNvPr>
          <p:cNvSpPr>
            <a:spLocks xmlns:a="http://schemas.openxmlformats.org/drawingml/2006/main" noGrp="1"/>
          </p:cNvSpPr>
          <p:nvPr/>
        </p:nvSpPr>
        <p:spPr>
          <a:xfrm xmlns:a="http://schemas.openxmlformats.org/drawingml/2006/main">
            <a:off x="1246584" y="5219700"/>
            <a:ext cx="56436" cy="95250"/>
          </a:xfrm>
          <a:prstGeom xmlns:a="http://schemas.openxmlformats.org/drawingml/2006/main" prst="rect">
            <a:avLst/>
          </a:prstGeom>
          <a:solidFill xmlns:a="http://schemas.openxmlformats.org/drawingml/2006/main">
            <a:srgbClr val="C24C43"/>
          </a:solidFill>
          <a:ln xmlns:a="http://schemas.openxmlformats.org/drawingml/2006/main" w="0">
            <a:noFill/>
          </a:ln>
        </p:spPr>
      </p:sp>
      <p:sp>
        <p:nvSpPr>
          <p:cNvPr id="501" name="">
            <a:extLst xmlns:a="http://schemas.openxmlformats.org/drawingml/2006/main">
              <a:ext uri="{FF2B5EF4-FFF2-40B4-BE49-F238E27FC236}">
                <a16:creationId xmlns:a16="http://schemas.microsoft.com/office/drawing/2014/main" id="{A4E0D1AE-CA4C-4C5D-9E4A-515C630E76BF}"/>
              </a:ext>
            </a:extLst>
          </p:cNvPr>
          <p:cNvSpPr>
            <a:spLocks xmlns:a="http://schemas.openxmlformats.org/drawingml/2006/main" noGrp="1"/>
          </p:cNvSpPr>
          <p:nvPr/>
        </p:nvSpPr>
        <p:spPr>
          <a:xfrm xmlns:a="http://schemas.openxmlformats.org/drawingml/2006/main">
            <a:off x="1302544" y="5219700"/>
            <a:ext cx="56436" cy="95250"/>
          </a:xfrm>
          <a:prstGeom xmlns:a="http://schemas.openxmlformats.org/drawingml/2006/main" prst="rect">
            <a:avLst/>
          </a:prstGeom>
          <a:solidFill xmlns:a="http://schemas.openxmlformats.org/drawingml/2006/main">
            <a:srgbClr val="C45148"/>
          </a:solidFill>
          <a:ln xmlns:a="http://schemas.openxmlformats.org/drawingml/2006/main" w="0">
            <a:noFill/>
          </a:ln>
        </p:spPr>
      </p:sp>
      <p:sp>
        <p:nvSpPr>
          <p:cNvPr id="502" name="">
            <a:extLst xmlns:a="http://schemas.openxmlformats.org/drawingml/2006/main">
              <a:ext uri="{FF2B5EF4-FFF2-40B4-BE49-F238E27FC236}">
                <a16:creationId xmlns:a16="http://schemas.microsoft.com/office/drawing/2014/main" id="{AD3CD1EB-58DC-4B11-BC12-359431792593}"/>
              </a:ext>
            </a:extLst>
          </p:cNvPr>
          <p:cNvSpPr>
            <a:spLocks xmlns:a="http://schemas.openxmlformats.org/drawingml/2006/main" noGrp="1"/>
          </p:cNvSpPr>
          <p:nvPr/>
        </p:nvSpPr>
        <p:spPr>
          <a:xfrm xmlns:a="http://schemas.openxmlformats.org/drawingml/2006/main">
            <a:off x="1358503" y="5219700"/>
            <a:ext cx="56436" cy="95250"/>
          </a:xfrm>
          <a:prstGeom xmlns:a="http://schemas.openxmlformats.org/drawingml/2006/main" prst="rect">
            <a:avLst/>
          </a:prstGeom>
          <a:solidFill xmlns:a="http://schemas.openxmlformats.org/drawingml/2006/main">
            <a:srgbClr val="C6554D"/>
          </a:solidFill>
          <a:ln xmlns:a="http://schemas.openxmlformats.org/drawingml/2006/main" w="0">
            <a:noFill/>
          </a:ln>
        </p:spPr>
      </p:sp>
      <p:sp>
        <p:nvSpPr>
          <p:cNvPr id="503" name="">
            <a:extLst xmlns:a="http://schemas.openxmlformats.org/drawingml/2006/main">
              <a:ext uri="{FF2B5EF4-FFF2-40B4-BE49-F238E27FC236}">
                <a16:creationId xmlns:a16="http://schemas.microsoft.com/office/drawing/2014/main" id="{CDB05D34-A552-43F9-A8D3-C7DDD25DD1AB}"/>
              </a:ext>
            </a:extLst>
          </p:cNvPr>
          <p:cNvSpPr>
            <a:spLocks xmlns:a="http://schemas.openxmlformats.org/drawingml/2006/main" noGrp="1"/>
          </p:cNvSpPr>
          <p:nvPr/>
        </p:nvSpPr>
        <p:spPr>
          <a:xfrm xmlns:a="http://schemas.openxmlformats.org/drawingml/2006/main">
            <a:off x="1414463" y="5219700"/>
            <a:ext cx="56436" cy="95250"/>
          </a:xfrm>
          <a:prstGeom xmlns:a="http://schemas.openxmlformats.org/drawingml/2006/main" prst="rect">
            <a:avLst/>
          </a:prstGeom>
          <a:solidFill xmlns:a="http://schemas.openxmlformats.org/drawingml/2006/main">
            <a:srgbClr val="C75A52"/>
          </a:solidFill>
          <a:ln xmlns:a="http://schemas.openxmlformats.org/drawingml/2006/main" w="0">
            <a:noFill/>
          </a:ln>
        </p:spPr>
      </p:sp>
      <p:sp>
        <p:nvSpPr>
          <p:cNvPr id="504" name="">
            <a:extLst xmlns:a="http://schemas.openxmlformats.org/drawingml/2006/main">
              <a:ext uri="{FF2B5EF4-FFF2-40B4-BE49-F238E27FC236}">
                <a16:creationId xmlns:a16="http://schemas.microsoft.com/office/drawing/2014/main" id="{CEDC0E57-E99F-4AC6-91E8-58031865C8D6}"/>
              </a:ext>
            </a:extLst>
          </p:cNvPr>
          <p:cNvSpPr>
            <a:spLocks xmlns:a="http://schemas.openxmlformats.org/drawingml/2006/main" noGrp="1"/>
          </p:cNvSpPr>
          <p:nvPr/>
        </p:nvSpPr>
        <p:spPr>
          <a:xfrm xmlns:a="http://schemas.openxmlformats.org/drawingml/2006/main">
            <a:off x="1470422" y="5219700"/>
            <a:ext cx="56436" cy="95250"/>
          </a:xfrm>
          <a:prstGeom xmlns:a="http://schemas.openxmlformats.org/drawingml/2006/main" prst="rect">
            <a:avLst/>
          </a:prstGeom>
          <a:solidFill xmlns:a="http://schemas.openxmlformats.org/drawingml/2006/main">
            <a:srgbClr val="C95F57"/>
          </a:solidFill>
          <a:ln xmlns:a="http://schemas.openxmlformats.org/drawingml/2006/main" w="0">
            <a:noFill/>
          </a:ln>
        </p:spPr>
      </p:sp>
      <p:sp>
        <p:nvSpPr>
          <p:cNvPr id="505" name="">
            <a:extLst xmlns:a="http://schemas.openxmlformats.org/drawingml/2006/main">
              <a:ext uri="{FF2B5EF4-FFF2-40B4-BE49-F238E27FC236}">
                <a16:creationId xmlns:a16="http://schemas.microsoft.com/office/drawing/2014/main" id="{8C6EEC54-DF79-490B-BE7E-37800099EA5D}"/>
              </a:ext>
            </a:extLst>
          </p:cNvPr>
          <p:cNvSpPr>
            <a:spLocks xmlns:a="http://schemas.openxmlformats.org/drawingml/2006/main" noGrp="1"/>
          </p:cNvSpPr>
          <p:nvPr/>
        </p:nvSpPr>
        <p:spPr>
          <a:xfrm xmlns:a="http://schemas.openxmlformats.org/drawingml/2006/main">
            <a:off x="1526381" y="5219700"/>
            <a:ext cx="56436" cy="95250"/>
          </a:xfrm>
          <a:prstGeom xmlns:a="http://schemas.openxmlformats.org/drawingml/2006/main" prst="rect">
            <a:avLst/>
          </a:prstGeom>
          <a:solidFill xmlns:a="http://schemas.openxmlformats.org/drawingml/2006/main">
            <a:srgbClr val="CA635C"/>
          </a:solidFill>
          <a:ln xmlns:a="http://schemas.openxmlformats.org/drawingml/2006/main" w="0">
            <a:noFill/>
          </a:ln>
        </p:spPr>
      </p:sp>
      <p:sp>
        <p:nvSpPr>
          <p:cNvPr id="506" name="">
            <a:extLst xmlns:a="http://schemas.openxmlformats.org/drawingml/2006/main">
              <a:ext uri="{FF2B5EF4-FFF2-40B4-BE49-F238E27FC236}">
                <a16:creationId xmlns:a16="http://schemas.microsoft.com/office/drawing/2014/main" id="{EC737A1A-834A-43FF-A6D2-07190913E943}"/>
              </a:ext>
            </a:extLst>
          </p:cNvPr>
          <p:cNvSpPr>
            <a:spLocks xmlns:a="http://schemas.openxmlformats.org/drawingml/2006/main" noGrp="1"/>
          </p:cNvSpPr>
          <p:nvPr/>
        </p:nvSpPr>
        <p:spPr>
          <a:xfrm xmlns:a="http://schemas.openxmlformats.org/drawingml/2006/main">
            <a:off x="1582341" y="5219700"/>
            <a:ext cx="56436" cy="95250"/>
          </a:xfrm>
          <a:prstGeom xmlns:a="http://schemas.openxmlformats.org/drawingml/2006/main" prst="rect">
            <a:avLst/>
          </a:prstGeom>
          <a:solidFill xmlns:a="http://schemas.openxmlformats.org/drawingml/2006/main">
            <a:srgbClr val="CC6861"/>
          </a:solidFill>
          <a:ln xmlns:a="http://schemas.openxmlformats.org/drawingml/2006/main" w="0">
            <a:noFill/>
          </a:ln>
        </p:spPr>
      </p:sp>
      <p:sp>
        <p:nvSpPr>
          <p:cNvPr id="507" name="">
            <a:extLst xmlns:a="http://schemas.openxmlformats.org/drawingml/2006/main">
              <a:ext uri="{FF2B5EF4-FFF2-40B4-BE49-F238E27FC236}">
                <a16:creationId xmlns:a16="http://schemas.microsoft.com/office/drawing/2014/main" id="{1573B495-883E-4EEC-AD80-3C3F1613F4DA}"/>
              </a:ext>
            </a:extLst>
          </p:cNvPr>
          <p:cNvSpPr>
            <a:spLocks xmlns:a="http://schemas.openxmlformats.org/drawingml/2006/main" noGrp="1"/>
          </p:cNvSpPr>
          <p:nvPr/>
        </p:nvSpPr>
        <p:spPr>
          <a:xfrm xmlns:a="http://schemas.openxmlformats.org/drawingml/2006/main">
            <a:off x="1638300" y="5219700"/>
            <a:ext cx="56436" cy="95250"/>
          </a:xfrm>
          <a:prstGeom xmlns:a="http://schemas.openxmlformats.org/drawingml/2006/main" prst="rect">
            <a:avLst/>
          </a:prstGeom>
          <a:solidFill xmlns:a="http://schemas.openxmlformats.org/drawingml/2006/main">
            <a:srgbClr val="CD6D65"/>
          </a:solidFill>
          <a:ln xmlns:a="http://schemas.openxmlformats.org/drawingml/2006/main" w="0">
            <a:noFill/>
          </a:ln>
        </p:spPr>
      </p:sp>
      <p:sp>
        <p:nvSpPr>
          <p:cNvPr id="508" name="">
            <a:extLst xmlns:a="http://schemas.openxmlformats.org/drawingml/2006/main">
              <a:ext uri="{FF2B5EF4-FFF2-40B4-BE49-F238E27FC236}">
                <a16:creationId xmlns:a16="http://schemas.microsoft.com/office/drawing/2014/main" id="{92D146EE-08A8-4C80-B89B-0B6FF4767938}"/>
              </a:ext>
            </a:extLst>
          </p:cNvPr>
          <p:cNvSpPr>
            <a:spLocks xmlns:a="http://schemas.openxmlformats.org/drawingml/2006/main" noGrp="1"/>
          </p:cNvSpPr>
          <p:nvPr/>
        </p:nvSpPr>
        <p:spPr>
          <a:xfrm xmlns:a="http://schemas.openxmlformats.org/drawingml/2006/main">
            <a:off x="1694259" y="5219700"/>
            <a:ext cx="56436" cy="95250"/>
          </a:xfrm>
          <a:prstGeom xmlns:a="http://schemas.openxmlformats.org/drawingml/2006/main" prst="rect">
            <a:avLst/>
          </a:prstGeom>
          <a:solidFill xmlns:a="http://schemas.openxmlformats.org/drawingml/2006/main">
            <a:srgbClr val="CF716A"/>
          </a:solidFill>
          <a:ln xmlns:a="http://schemas.openxmlformats.org/drawingml/2006/main" w="0">
            <a:noFill/>
          </a:ln>
        </p:spPr>
      </p:sp>
      <p:sp>
        <p:nvSpPr>
          <p:cNvPr id="509" name="">
            <a:extLst xmlns:a="http://schemas.openxmlformats.org/drawingml/2006/main">
              <a:ext uri="{FF2B5EF4-FFF2-40B4-BE49-F238E27FC236}">
                <a16:creationId xmlns:a16="http://schemas.microsoft.com/office/drawing/2014/main" id="{171047C3-2583-44DE-B5A3-D2CD66002170}"/>
              </a:ext>
            </a:extLst>
          </p:cNvPr>
          <p:cNvSpPr>
            <a:spLocks xmlns:a="http://schemas.openxmlformats.org/drawingml/2006/main" noGrp="1"/>
          </p:cNvSpPr>
          <p:nvPr/>
        </p:nvSpPr>
        <p:spPr>
          <a:xfrm xmlns:a="http://schemas.openxmlformats.org/drawingml/2006/main">
            <a:off x="1750219" y="5219700"/>
            <a:ext cx="56436" cy="95250"/>
          </a:xfrm>
          <a:prstGeom xmlns:a="http://schemas.openxmlformats.org/drawingml/2006/main" prst="rect">
            <a:avLst/>
          </a:prstGeom>
          <a:solidFill xmlns:a="http://schemas.openxmlformats.org/drawingml/2006/main">
            <a:srgbClr val="D1766F"/>
          </a:solidFill>
          <a:ln xmlns:a="http://schemas.openxmlformats.org/drawingml/2006/main" w="0">
            <a:noFill/>
          </a:ln>
        </p:spPr>
      </p:sp>
      <p:sp>
        <p:nvSpPr>
          <p:cNvPr id="510" name="">
            <a:extLst xmlns:a="http://schemas.openxmlformats.org/drawingml/2006/main">
              <a:ext uri="{FF2B5EF4-FFF2-40B4-BE49-F238E27FC236}">
                <a16:creationId xmlns:a16="http://schemas.microsoft.com/office/drawing/2014/main" id="{88FB4DEA-5971-4A45-885F-BAE230ED626B}"/>
              </a:ext>
            </a:extLst>
          </p:cNvPr>
          <p:cNvSpPr>
            <a:spLocks xmlns:a="http://schemas.openxmlformats.org/drawingml/2006/main" noGrp="1"/>
          </p:cNvSpPr>
          <p:nvPr/>
        </p:nvSpPr>
        <p:spPr>
          <a:xfrm xmlns:a="http://schemas.openxmlformats.org/drawingml/2006/main">
            <a:off x="1806178" y="5219700"/>
            <a:ext cx="56436" cy="95250"/>
          </a:xfrm>
          <a:prstGeom xmlns:a="http://schemas.openxmlformats.org/drawingml/2006/main" prst="rect">
            <a:avLst/>
          </a:prstGeom>
          <a:solidFill xmlns:a="http://schemas.openxmlformats.org/drawingml/2006/main">
            <a:srgbClr val="D27A74"/>
          </a:solidFill>
          <a:ln xmlns:a="http://schemas.openxmlformats.org/drawingml/2006/main" w="0">
            <a:noFill/>
          </a:ln>
        </p:spPr>
      </p:sp>
      <p:sp>
        <p:nvSpPr>
          <p:cNvPr id="511" name="">
            <a:extLst xmlns:a="http://schemas.openxmlformats.org/drawingml/2006/main">
              <a:ext uri="{FF2B5EF4-FFF2-40B4-BE49-F238E27FC236}">
                <a16:creationId xmlns:a16="http://schemas.microsoft.com/office/drawing/2014/main" id="{A84E4DB8-3261-4FB4-8E61-26106CFC5BF8}"/>
              </a:ext>
            </a:extLst>
          </p:cNvPr>
          <p:cNvSpPr>
            <a:spLocks xmlns:a="http://schemas.openxmlformats.org/drawingml/2006/main" noGrp="1"/>
          </p:cNvSpPr>
          <p:nvPr/>
        </p:nvSpPr>
        <p:spPr>
          <a:xfrm xmlns:a="http://schemas.openxmlformats.org/drawingml/2006/main">
            <a:off x="1862138" y="5219700"/>
            <a:ext cx="56436" cy="95250"/>
          </a:xfrm>
          <a:prstGeom xmlns:a="http://schemas.openxmlformats.org/drawingml/2006/main" prst="rect">
            <a:avLst/>
          </a:prstGeom>
          <a:solidFill xmlns:a="http://schemas.openxmlformats.org/drawingml/2006/main">
            <a:srgbClr val="D47F79"/>
          </a:solidFill>
          <a:ln xmlns:a="http://schemas.openxmlformats.org/drawingml/2006/main" w="0">
            <a:noFill/>
          </a:ln>
        </p:spPr>
      </p:sp>
      <p:sp>
        <p:nvSpPr>
          <p:cNvPr id="512" name="">
            <a:extLst xmlns:a="http://schemas.openxmlformats.org/drawingml/2006/main">
              <a:ext uri="{FF2B5EF4-FFF2-40B4-BE49-F238E27FC236}">
                <a16:creationId xmlns:a16="http://schemas.microsoft.com/office/drawing/2014/main" id="{5096CE2C-C5B7-43EE-9ED4-4079DA259A1D}"/>
              </a:ext>
            </a:extLst>
          </p:cNvPr>
          <p:cNvSpPr>
            <a:spLocks xmlns:a="http://schemas.openxmlformats.org/drawingml/2006/main" noGrp="1"/>
          </p:cNvSpPr>
          <p:nvPr/>
        </p:nvSpPr>
        <p:spPr>
          <a:xfrm xmlns:a="http://schemas.openxmlformats.org/drawingml/2006/main">
            <a:off x="1918097" y="5219700"/>
            <a:ext cx="56436" cy="95250"/>
          </a:xfrm>
          <a:prstGeom xmlns:a="http://schemas.openxmlformats.org/drawingml/2006/main" prst="rect">
            <a:avLst/>
          </a:prstGeom>
          <a:solidFill xmlns:a="http://schemas.openxmlformats.org/drawingml/2006/main">
            <a:srgbClr val="D5847E"/>
          </a:solidFill>
          <a:ln xmlns:a="http://schemas.openxmlformats.org/drawingml/2006/main" w="0">
            <a:noFill/>
          </a:ln>
        </p:spPr>
      </p:sp>
      <p:sp>
        <p:nvSpPr>
          <p:cNvPr id="513" name="">
            <a:extLst xmlns:a="http://schemas.openxmlformats.org/drawingml/2006/main">
              <a:ext uri="{FF2B5EF4-FFF2-40B4-BE49-F238E27FC236}">
                <a16:creationId xmlns:a16="http://schemas.microsoft.com/office/drawing/2014/main" id="{55D66111-4A38-436B-A8B2-08D80D162AA4}"/>
              </a:ext>
            </a:extLst>
          </p:cNvPr>
          <p:cNvSpPr>
            <a:spLocks xmlns:a="http://schemas.openxmlformats.org/drawingml/2006/main" noGrp="1"/>
          </p:cNvSpPr>
          <p:nvPr/>
        </p:nvSpPr>
        <p:spPr>
          <a:xfrm xmlns:a="http://schemas.openxmlformats.org/drawingml/2006/main">
            <a:off x="1974056" y="5219700"/>
            <a:ext cx="56436" cy="95250"/>
          </a:xfrm>
          <a:prstGeom xmlns:a="http://schemas.openxmlformats.org/drawingml/2006/main" prst="rect">
            <a:avLst/>
          </a:prstGeom>
          <a:solidFill xmlns:a="http://schemas.openxmlformats.org/drawingml/2006/main">
            <a:srgbClr val="D78883"/>
          </a:solidFill>
          <a:ln xmlns:a="http://schemas.openxmlformats.org/drawingml/2006/main" w="0">
            <a:noFill/>
          </a:ln>
        </p:spPr>
      </p:sp>
      <p:sp>
        <p:nvSpPr>
          <p:cNvPr id="514" name="">
            <a:extLst xmlns:a="http://schemas.openxmlformats.org/drawingml/2006/main">
              <a:ext uri="{FF2B5EF4-FFF2-40B4-BE49-F238E27FC236}">
                <a16:creationId xmlns:a16="http://schemas.microsoft.com/office/drawing/2014/main" id="{E7437B6B-9971-4372-A612-1951BF45BBC4}"/>
              </a:ext>
            </a:extLst>
          </p:cNvPr>
          <p:cNvSpPr>
            <a:spLocks xmlns:a="http://schemas.openxmlformats.org/drawingml/2006/main" noGrp="1"/>
          </p:cNvSpPr>
          <p:nvPr/>
        </p:nvSpPr>
        <p:spPr>
          <a:xfrm xmlns:a="http://schemas.openxmlformats.org/drawingml/2006/main">
            <a:off x="2030016" y="5219700"/>
            <a:ext cx="56436" cy="95250"/>
          </a:xfrm>
          <a:prstGeom xmlns:a="http://schemas.openxmlformats.org/drawingml/2006/main" prst="rect">
            <a:avLst/>
          </a:prstGeom>
          <a:solidFill xmlns:a="http://schemas.openxmlformats.org/drawingml/2006/main">
            <a:srgbClr val="D88D88"/>
          </a:solidFill>
          <a:ln xmlns:a="http://schemas.openxmlformats.org/drawingml/2006/main" w="0">
            <a:noFill/>
          </a:ln>
        </p:spPr>
      </p:sp>
      <p:sp>
        <p:nvSpPr>
          <p:cNvPr id="515" name="">
            <a:extLst xmlns:a="http://schemas.openxmlformats.org/drawingml/2006/main">
              <a:ext uri="{FF2B5EF4-FFF2-40B4-BE49-F238E27FC236}">
                <a16:creationId xmlns:a16="http://schemas.microsoft.com/office/drawing/2014/main" id="{E039885B-5677-45F9-85ED-88541F48D675}"/>
              </a:ext>
            </a:extLst>
          </p:cNvPr>
          <p:cNvSpPr>
            <a:spLocks xmlns:a="http://schemas.openxmlformats.org/drawingml/2006/main" noGrp="1"/>
          </p:cNvSpPr>
          <p:nvPr/>
        </p:nvSpPr>
        <p:spPr>
          <a:xfrm xmlns:a="http://schemas.openxmlformats.org/drawingml/2006/main">
            <a:off x="2085975" y="5219700"/>
            <a:ext cx="56436" cy="95250"/>
          </a:xfrm>
          <a:prstGeom xmlns:a="http://schemas.openxmlformats.org/drawingml/2006/main" prst="rect">
            <a:avLst/>
          </a:prstGeom>
          <a:solidFill xmlns:a="http://schemas.openxmlformats.org/drawingml/2006/main">
            <a:srgbClr val="DA928C"/>
          </a:solidFill>
          <a:ln xmlns:a="http://schemas.openxmlformats.org/drawingml/2006/main" w="0">
            <a:noFill/>
          </a:ln>
        </p:spPr>
      </p:sp>
      <p:sp>
        <p:nvSpPr>
          <p:cNvPr id="516" name="">
            <a:extLst xmlns:a="http://schemas.openxmlformats.org/drawingml/2006/main">
              <a:ext uri="{FF2B5EF4-FFF2-40B4-BE49-F238E27FC236}">
                <a16:creationId xmlns:a16="http://schemas.microsoft.com/office/drawing/2014/main" id="{DADC58D6-0F2C-4814-BE4D-2B271651B42A}"/>
              </a:ext>
            </a:extLst>
          </p:cNvPr>
          <p:cNvSpPr>
            <a:spLocks xmlns:a="http://schemas.openxmlformats.org/drawingml/2006/main" noGrp="1"/>
          </p:cNvSpPr>
          <p:nvPr/>
        </p:nvSpPr>
        <p:spPr>
          <a:xfrm xmlns:a="http://schemas.openxmlformats.org/drawingml/2006/main">
            <a:off x="2141934" y="5219700"/>
            <a:ext cx="56436" cy="95250"/>
          </a:xfrm>
          <a:prstGeom xmlns:a="http://schemas.openxmlformats.org/drawingml/2006/main" prst="rect">
            <a:avLst/>
          </a:prstGeom>
          <a:solidFill xmlns:a="http://schemas.openxmlformats.org/drawingml/2006/main">
            <a:srgbClr val="DC9691"/>
          </a:solidFill>
          <a:ln xmlns:a="http://schemas.openxmlformats.org/drawingml/2006/main" w="0">
            <a:noFill/>
          </a:ln>
        </p:spPr>
      </p:sp>
      <p:sp>
        <p:nvSpPr>
          <p:cNvPr id="517" name="">
            <a:extLst xmlns:a="http://schemas.openxmlformats.org/drawingml/2006/main">
              <a:ext uri="{FF2B5EF4-FFF2-40B4-BE49-F238E27FC236}">
                <a16:creationId xmlns:a16="http://schemas.microsoft.com/office/drawing/2014/main" id="{79647656-675E-488C-8A4B-B8DCDD736849}"/>
              </a:ext>
            </a:extLst>
          </p:cNvPr>
          <p:cNvSpPr>
            <a:spLocks xmlns:a="http://schemas.openxmlformats.org/drawingml/2006/main" noGrp="1"/>
          </p:cNvSpPr>
          <p:nvPr/>
        </p:nvSpPr>
        <p:spPr>
          <a:xfrm xmlns:a="http://schemas.openxmlformats.org/drawingml/2006/main">
            <a:off x="2197894" y="5219700"/>
            <a:ext cx="56436" cy="95250"/>
          </a:xfrm>
          <a:prstGeom xmlns:a="http://schemas.openxmlformats.org/drawingml/2006/main" prst="rect">
            <a:avLst/>
          </a:prstGeom>
          <a:solidFill xmlns:a="http://schemas.openxmlformats.org/drawingml/2006/main">
            <a:srgbClr val="DD9B96"/>
          </a:solidFill>
          <a:ln xmlns:a="http://schemas.openxmlformats.org/drawingml/2006/main" w="0">
            <a:noFill/>
          </a:ln>
        </p:spPr>
      </p:sp>
      <p:sp>
        <p:nvSpPr>
          <p:cNvPr id="518" name="">
            <a:extLst xmlns:a="http://schemas.openxmlformats.org/drawingml/2006/main">
              <a:ext uri="{FF2B5EF4-FFF2-40B4-BE49-F238E27FC236}">
                <a16:creationId xmlns:a16="http://schemas.microsoft.com/office/drawing/2014/main" id="{402C114A-97CF-404A-953A-C58482AE4C33}"/>
              </a:ext>
            </a:extLst>
          </p:cNvPr>
          <p:cNvSpPr>
            <a:spLocks xmlns:a="http://schemas.openxmlformats.org/drawingml/2006/main" noGrp="1"/>
          </p:cNvSpPr>
          <p:nvPr/>
        </p:nvSpPr>
        <p:spPr>
          <a:xfrm xmlns:a="http://schemas.openxmlformats.org/drawingml/2006/main">
            <a:off x="2253853" y="5219700"/>
            <a:ext cx="56436" cy="95250"/>
          </a:xfrm>
          <a:prstGeom xmlns:a="http://schemas.openxmlformats.org/drawingml/2006/main" prst="rect">
            <a:avLst/>
          </a:prstGeom>
          <a:solidFill xmlns:a="http://schemas.openxmlformats.org/drawingml/2006/main">
            <a:srgbClr val="DFA09B"/>
          </a:solidFill>
          <a:ln xmlns:a="http://schemas.openxmlformats.org/drawingml/2006/main" w="0">
            <a:noFill/>
          </a:ln>
        </p:spPr>
      </p:sp>
      <p:sp>
        <p:nvSpPr>
          <p:cNvPr id="519" name="">
            <a:extLst xmlns:a="http://schemas.openxmlformats.org/drawingml/2006/main">
              <a:ext uri="{FF2B5EF4-FFF2-40B4-BE49-F238E27FC236}">
                <a16:creationId xmlns:a16="http://schemas.microsoft.com/office/drawing/2014/main" id="{EAE2E739-84C0-4C76-AB8A-A53F0E07F2B2}"/>
              </a:ext>
            </a:extLst>
          </p:cNvPr>
          <p:cNvSpPr>
            <a:spLocks xmlns:a="http://schemas.openxmlformats.org/drawingml/2006/main" noGrp="1"/>
          </p:cNvSpPr>
          <p:nvPr/>
        </p:nvSpPr>
        <p:spPr>
          <a:xfrm xmlns:a="http://schemas.openxmlformats.org/drawingml/2006/main">
            <a:off x="2309813" y="5219700"/>
            <a:ext cx="56436" cy="95250"/>
          </a:xfrm>
          <a:prstGeom xmlns:a="http://schemas.openxmlformats.org/drawingml/2006/main" prst="rect">
            <a:avLst/>
          </a:prstGeom>
          <a:solidFill xmlns:a="http://schemas.openxmlformats.org/drawingml/2006/main">
            <a:srgbClr val="E0A4A0"/>
          </a:solidFill>
          <a:ln xmlns:a="http://schemas.openxmlformats.org/drawingml/2006/main" w="0">
            <a:noFill/>
          </a:ln>
        </p:spPr>
      </p:sp>
      <p:sp>
        <p:nvSpPr>
          <p:cNvPr id="520" name="">
            <a:extLst xmlns:a="http://schemas.openxmlformats.org/drawingml/2006/main">
              <a:ext uri="{FF2B5EF4-FFF2-40B4-BE49-F238E27FC236}">
                <a16:creationId xmlns:a16="http://schemas.microsoft.com/office/drawing/2014/main" id="{60E0A7FD-5098-4817-AB31-0096062B1B9B}"/>
              </a:ext>
            </a:extLst>
          </p:cNvPr>
          <p:cNvSpPr>
            <a:spLocks xmlns:a="http://schemas.openxmlformats.org/drawingml/2006/main" noGrp="1"/>
          </p:cNvSpPr>
          <p:nvPr/>
        </p:nvSpPr>
        <p:spPr>
          <a:xfrm xmlns:a="http://schemas.openxmlformats.org/drawingml/2006/main">
            <a:off x="2365772" y="5219700"/>
            <a:ext cx="56436" cy="95250"/>
          </a:xfrm>
          <a:prstGeom xmlns:a="http://schemas.openxmlformats.org/drawingml/2006/main" prst="rect">
            <a:avLst/>
          </a:prstGeom>
          <a:solidFill xmlns:a="http://schemas.openxmlformats.org/drawingml/2006/main">
            <a:srgbClr val="E2A9A5"/>
          </a:solidFill>
          <a:ln xmlns:a="http://schemas.openxmlformats.org/drawingml/2006/main" w="0">
            <a:noFill/>
          </a:ln>
        </p:spPr>
      </p:sp>
      <p:sp>
        <p:nvSpPr>
          <p:cNvPr id="521" name="">
            <a:extLst xmlns:a="http://schemas.openxmlformats.org/drawingml/2006/main">
              <a:ext uri="{FF2B5EF4-FFF2-40B4-BE49-F238E27FC236}">
                <a16:creationId xmlns:a16="http://schemas.microsoft.com/office/drawing/2014/main" id="{74EEE0C7-460B-4911-9779-7D9270BD4AF5}"/>
              </a:ext>
            </a:extLst>
          </p:cNvPr>
          <p:cNvSpPr>
            <a:spLocks xmlns:a="http://schemas.openxmlformats.org/drawingml/2006/main" noGrp="1"/>
          </p:cNvSpPr>
          <p:nvPr/>
        </p:nvSpPr>
        <p:spPr>
          <a:xfrm xmlns:a="http://schemas.openxmlformats.org/drawingml/2006/main">
            <a:off x="2421731" y="5219700"/>
            <a:ext cx="56436" cy="95250"/>
          </a:xfrm>
          <a:prstGeom xmlns:a="http://schemas.openxmlformats.org/drawingml/2006/main" prst="rect">
            <a:avLst/>
          </a:prstGeom>
          <a:solidFill xmlns:a="http://schemas.openxmlformats.org/drawingml/2006/main">
            <a:srgbClr val="E3AEAA"/>
          </a:solidFill>
          <a:ln xmlns:a="http://schemas.openxmlformats.org/drawingml/2006/main" w="0">
            <a:noFill/>
          </a:ln>
        </p:spPr>
      </p:sp>
      <p:sp>
        <p:nvSpPr>
          <p:cNvPr id="522" name="">
            <a:extLst xmlns:a="http://schemas.openxmlformats.org/drawingml/2006/main">
              <a:ext uri="{FF2B5EF4-FFF2-40B4-BE49-F238E27FC236}">
                <a16:creationId xmlns:a16="http://schemas.microsoft.com/office/drawing/2014/main" id="{9D2A1BAD-8D9E-47AA-8B00-801652107326}"/>
              </a:ext>
            </a:extLst>
          </p:cNvPr>
          <p:cNvSpPr>
            <a:spLocks xmlns:a="http://schemas.openxmlformats.org/drawingml/2006/main" noGrp="1"/>
          </p:cNvSpPr>
          <p:nvPr/>
        </p:nvSpPr>
        <p:spPr>
          <a:xfrm xmlns:a="http://schemas.openxmlformats.org/drawingml/2006/main">
            <a:off x="2477691" y="5219700"/>
            <a:ext cx="56436" cy="95250"/>
          </a:xfrm>
          <a:prstGeom xmlns:a="http://schemas.openxmlformats.org/drawingml/2006/main" prst="rect">
            <a:avLst/>
          </a:prstGeom>
          <a:solidFill xmlns:a="http://schemas.openxmlformats.org/drawingml/2006/main">
            <a:srgbClr val="E5B2AF"/>
          </a:solidFill>
          <a:ln xmlns:a="http://schemas.openxmlformats.org/drawingml/2006/main" w="0">
            <a:noFill/>
          </a:ln>
        </p:spPr>
      </p:sp>
      <p:sp>
        <p:nvSpPr>
          <p:cNvPr id="523" name="">
            <a:extLst xmlns:a="http://schemas.openxmlformats.org/drawingml/2006/main">
              <a:ext uri="{FF2B5EF4-FFF2-40B4-BE49-F238E27FC236}">
                <a16:creationId xmlns:a16="http://schemas.microsoft.com/office/drawing/2014/main" id="{95AC2B42-26BB-45FC-9B7A-09CCA84436BA}"/>
              </a:ext>
            </a:extLst>
          </p:cNvPr>
          <p:cNvSpPr>
            <a:spLocks xmlns:a="http://schemas.openxmlformats.org/drawingml/2006/main" noGrp="1"/>
          </p:cNvSpPr>
          <p:nvPr/>
        </p:nvSpPr>
        <p:spPr>
          <a:xfrm xmlns:a="http://schemas.openxmlformats.org/drawingml/2006/main">
            <a:off x="2533650" y="5219700"/>
            <a:ext cx="56436" cy="95250"/>
          </a:xfrm>
          <a:prstGeom xmlns:a="http://schemas.openxmlformats.org/drawingml/2006/main" prst="rect">
            <a:avLst/>
          </a:prstGeom>
          <a:solidFill xmlns:a="http://schemas.openxmlformats.org/drawingml/2006/main">
            <a:srgbClr val="E7B7B3"/>
          </a:solidFill>
          <a:ln xmlns:a="http://schemas.openxmlformats.org/drawingml/2006/main" w="0">
            <a:noFill/>
          </a:ln>
        </p:spPr>
      </p:sp>
      <p:sp>
        <p:nvSpPr>
          <p:cNvPr id="524" name="">
            <a:extLst xmlns:a="http://schemas.openxmlformats.org/drawingml/2006/main">
              <a:ext uri="{FF2B5EF4-FFF2-40B4-BE49-F238E27FC236}">
                <a16:creationId xmlns:a16="http://schemas.microsoft.com/office/drawing/2014/main" id="{9B0D0353-ED99-4AE0-9EB0-B5E4EF726CBD}"/>
              </a:ext>
            </a:extLst>
          </p:cNvPr>
          <p:cNvSpPr>
            <a:spLocks xmlns:a="http://schemas.openxmlformats.org/drawingml/2006/main" noGrp="1"/>
          </p:cNvSpPr>
          <p:nvPr/>
        </p:nvSpPr>
        <p:spPr>
          <a:xfrm xmlns:a="http://schemas.openxmlformats.org/drawingml/2006/main">
            <a:off x="2589609" y="5219700"/>
            <a:ext cx="56436" cy="95250"/>
          </a:xfrm>
          <a:prstGeom xmlns:a="http://schemas.openxmlformats.org/drawingml/2006/main" prst="rect">
            <a:avLst/>
          </a:prstGeom>
          <a:solidFill xmlns:a="http://schemas.openxmlformats.org/drawingml/2006/main">
            <a:srgbClr val="E8BCB8"/>
          </a:solidFill>
          <a:ln xmlns:a="http://schemas.openxmlformats.org/drawingml/2006/main" w="0">
            <a:noFill/>
          </a:ln>
        </p:spPr>
      </p:sp>
      <p:sp>
        <p:nvSpPr>
          <p:cNvPr id="525" name="">
            <a:extLst xmlns:a="http://schemas.openxmlformats.org/drawingml/2006/main">
              <a:ext uri="{FF2B5EF4-FFF2-40B4-BE49-F238E27FC236}">
                <a16:creationId xmlns:a16="http://schemas.microsoft.com/office/drawing/2014/main" id="{AEF48D16-AA8A-47A0-8CF2-964A64708F70}"/>
              </a:ext>
            </a:extLst>
          </p:cNvPr>
          <p:cNvSpPr>
            <a:spLocks xmlns:a="http://schemas.openxmlformats.org/drawingml/2006/main" noGrp="1"/>
          </p:cNvSpPr>
          <p:nvPr/>
        </p:nvSpPr>
        <p:spPr>
          <a:xfrm xmlns:a="http://schemas.openxmlformats.org/drawingml/2006/main">
            <a:off x="2645569" y="5219700"/>
            <a:ext cx="56436" cy="95250"/>
          </a:xfrm>
          <a:prstGeom xmlns:a="http://schemas.openxmlformats.org/drawingml/2006/main" prst="rect">
            <a:avLst/>
          </a:prstGeom>
          <a:solidFill xmlns:a="http://schemas.openxmlformats.org/drawingml/2006/main">
            <a:srgbClr val="EAC0BD"/>
          </a:solidFill>
          <a:ln xmlns:a="http://schemas.openxmlformats.org/drawingml/2006/main" w="0">
            <a:noFill/>
          </a:ln>
        </p:spPr>
      </p:sp>
      <p:sp>
        <p:nvSpPr>
          <p:cNvPr id="526" name="">
            <a:extLst xmlns:a="http://schemas.openxmlformats.org/drawingml/2006/main">
              <a:ext uri="{FF2B5EF4-FFF2-40B4-BE49-F238E27FC236}">
                <a16:creationId xmlns:a16="http://schemas.microsoft.com/office/drawing/2014/main" id="{4F272CAC-76C8-41FF-9A52-A8C51E2FE01B}"/>
              </a:ext>
            </a:extLst>
          </p:cNvPr>
          <p:cNvSpPr>
            <a:spLocks xmlns:a="http://schemas.openxmlformats.org/drawingml/2006/main" noGrp="1"/>
          </p:cNvSpPr>
          <p:nvPr/>
        </p:nvSpPr>
        <p:spPr>
          <a:xfrm xmlns:a="http://schemas.openxmlformats.org/drawingml/2006/main">
            <a:off x="2701528" y="5219700"/>
            <a:ext cx="56436" cy="95250"/>
          </a:xfrm>
          <a:prstGeom xmlns:a="http://schemas.openxmlformats.org/drawingml/2006/main" prst="rect">
            <a:avLst/>
          </a:prstGeom>
          <a:solidFill xmlns:a="http://schemas.openxmlformats.org/drawingml/2006/main">
            <a:srgbClr val="EBC5C2"/>
          </a:solidFill>
          <a:ln xmlns:a="http://schemas.openxmlformats.org/drawingml/2006/main" w="0">
            <a:noFill/>
          </a:ln>
        </p:spPr>
      </p:sp>
      <p:sp>
        <p:nvSpPr>
          <p:cNvPr id="527" name="">
            <a:extLst xmlns:a="http://schemas.openxmlformats.org/drawingml/2006/main">
              <a:ext uri="{FF2B5EF4-FFF2-40B4-BE49-F238E27FC236}">
                <a16:creationId xmlns:a16="http://schemas.microsoft.com/office/drawing/2014/main" id="{CE1B7B19-F366-4FB8-9920-5C0F1CDE1E1E}"/>
              </a:ext>
            </a:extLst>
          </p:cNvPr>
          <p:cNvSpPr>
            <a:spLocks xmlns:a="http://schemas.openxmlformats.org/drawingml/2006/main" noGrp="1"/>
          </p:cNvSpPr>
          <p:nvPr/>
        </p:nvSpPr>
        <p:spPr>
          <a:xfrm xmlns:a="http://schemas.openxmlformats.org/drawingml/2006/main">
            <a:off x="2757488" y="5219700"/>
            <a:ext cx="56436" cy="95250"/>
          </a:xfrm>
          <a:prstGeom xmlns:a="http://schemas.openxmlformats.org/drawingml/2006/main" prst="rect">
            <a:avLst/>
          </a:prstGeom>
          <a:solidFill xmlns:a="http://schemas.openxmlformats.org/drawingml/2006/main">
            <a:srgbClr val="EDCAC7"/>
          </a:solidFill>
          <a:ln xmlns:a="http://schemas.openxmlformats.org/drawingml/2006/main" w="0">
            <a:noFill/>
          </a:ln>
        </p:spPr>
      </p:sp>
      <p:sp>
        <p:nvSpPr>
          <p:cNvPr id="528" name="">
            <a:extLst xmlns:a="http://schemas.openxmlformats.org/drawingml/2006/main">
              <a:ext uri="{FF2B5EF4-FFF2-40B4-BE49-F238E27FC236}">
                <a16:creationId xmlns:a16="http://schemas.microsoft.com/office/drawing/2014/main" id="{89BFD92A-30A5-4F66-AFE7-84DC7018D643}"/>
              </a:ext>
            </a:extLst>
          </p:cNvPr>
          <p:cNvSpPr>
            <a:spLocks xmlns:a="http://schemas.openxmlformats.org/drawingml/2006/main" noGrp="1"/>
          </p:cNvSpPr>
          <p:nvPr/>
        </p:nvSpPr>
        <p:spPr>
          <a:xfrm xmlns:a="http://schemas.openxmlformats.org/drawingml/2006/main">
            <a:off x="2813447" y="5219700"/>
            <a:ext cx="56436" cy="95250"/>
          </a:xfrm>
          <a:prstGeom xmlns:a="http://schemas.openxmlformats.org/drawingml/2006/main" prst="rect">
            <a:avLst/>
          </a:prstGeom>
          <a:solidFill xmlns:a="http://schemas.openxmlformats.org/drawingml/2006/main">
            <a:srgbClr val="EECECC"/>
          </a:solidFill>
          <a:ln xmlns:a="http://schemas.openxmlformats.org/drawingml/2006/main" w="0">
            <a:noFill/>
          </a:ln>
        </p:spPr>
      </p:sp>
      <p:sp>
        <p:nvSpPr>
          <p:cNvPr id="529" name="">
            <a:extLst xmlns:a="http://schemas.openxmlformats.org/drawingml/2006/main">
              <a:ext uri="{FF2B5EF4-FFF2-40B4-BE49-F238E27FC236}">
                <a16:creationId xmlns:a16="http://schemas.microsoft.com/office/drawing/2014/main" id="{2C772A20-08EE-4D87-A174-7DEE2D5FB215}"/>
              </a:ext>
            </a:extLst>
          </p:cNvPr>
          <p:cNvSpPr>
            <a:spLocks xmlns:a="http://schemas.openxmlformats.org/drawingml/2006/main" noGrp="1"/>
          </p:cNvSpPr>
          <p:nvPr/>
        </p:nvSpPr>
        <p:spPr>
          <a:xfrm xmlns:a="http://schemas.openxmlformats.org/drawingml/2006/main">
            <a:off x="2869406" y="5219700"/>
            <a:ext cx="56436" cy="95250"/>
          </a:xfrm>
          <a:prstGeom xmlns:a="http://schemas.openxmlformats.org/drawingml/2006/main" prst="rect">
            <a:avLst/>
          </a:prstGeom>
          <a:solidFill xmlns:a="http://schemas.openxmlformats.org/drawingml/2006/main">
            <a:srgbClr val="F0D3D1"/>
          </a:solidFill>
          <a:ln xmlns:a="http://schemas.openxmlformats.org/drawingml/2006/main" w="0">
            <a:noFill/>
          </a:ln>
        </p:spPr>
      </p:sp>
      <p:sp>
        <p:nvSpPr>
          <p:cNvPr id="530" name="">
            <a:extLst xmlns:a="http://schemas.openxmlformats.org/drawingml/2006/main">
              <a:ext uri="{FF2B5EF4-FFF2-40B4-BE49-F238E27FC236}">
                <a16:creationId xmlns:a16="http://schemas.microsoft.com/office/drawing/2014/main" id="{7FE01FD6-FF38-42AF-9CDA-0E5F02E031A9}"/>
              </a:ext>
            </a:extLst>
          </p:cNvPr>
          <p:cNvSpPr>
            <a:spLocks xmlns:a="http://schemas.openxmlformats.org/drawingml/2006/main" noGrp="1"/>
          </p:cNvSpPr>
          <p:nvPr/>
        </p:nvSpPr>
        <p:spPr>
          <a:xfrm xmlns:a="http://schemas.openxmlformats.org/drawingml/2006/main">
            <a:off x="2925366" y="5219700"/>
            <a:ext cx="56436" cy="95250"/>
          </a:xfrm>
          <a:prstGeom xmlns:a="http://schemas.openxmlformats.org/drawingml/2006/main" prst="rect">
            <a:avLst/>
          </a:prstGeom>
          <a:solidFill xmlns:a="http://schemas.openxmlformats.org/drawingml/2006/main">
            <a:srgbClr val="F2D7D6"/>
          </a:solidFill>
          <a:ln xmlns:a="http://schemas.openxmlformats.org/drawingml/2006/main" w="0">
            <a:noFill/>
          </a:ln>
        </p:spPr>
      </p:sp>
      <p:sp>
        <p:nvSpPr>
          <p:cNvPr id="531" name="">
            <a:extLst xmlns:a="http://schemas.openxmlformats.org/drawingml/2006/main">
              <a:ext uri="{FF2B5EF4-FFF2-40B4-BE49-F238E27FC236}">
                <a16:creationId xmlns:a16="http://schemas.microsoft.com/office/drawing/2014/main" id="{E22DA25C-1086-4E43-9A55-2E693F2461DB}"/>
              </a:ext>
            </a:extLst>
          </p:cNvPr>
          <p:cNvSpPr>
            <a:spLocks xmlns:a="http://schemas.openxmlformats.org/drawingml/2006/main" noGrp="1"/>
          </p:cNvSpPr>
          <p:nvPr/>
        </p:nvSpPr>
        <p:spPr>
          <a:xfrm xmlns:a="http://schemas.openxmlformats.org/drawingml/2006/main">
            <a:off x="2981325" y="5219700"/>
            <a:ext cx="56436" cy="95250"/>
          </a:xfrm>
          <a:prstGeom xmlns:a="http://schemas.openxmlformats.org/drawingml/2006/main" prst="rect">
            <a:avLst/>
          </a:prstGeom>
          <a:solidFill xmlns:a="http://schemas.openxmlformats.org/drawingml/2006/main">
            <a:srgbClr val="F3DCDA"/>
          </a:solidFill>
          <a:ln xmlns:a="http://schemas.openxmlformats.org/drawingml/2006/main" w="0">
            <a:noFill/>
          </a:ln>
        </p:spPr>
      </p:sp>
      <p:sp>
        <p:nvSpPr>
          <p:cNvPr id="532" name="">
            <a:extLst xmlns:a="http://schemas.openxmlformats.org/drawingml/2006/main">
              <a:ext uri="{FF2B5EF4-FFF2-40B4-BE49-F238E27FC236}">
                <a16:creationId xmlns:a16="http://schemas.microsoft.com/office/drawing/2014/main" id="{09B8D5E3-78B0-4338-8E40-F66EE413066E}"/>
              </a:ext>
            </a:extLst>
          </p:cNvPr>
          <p:cNvSpPr>
            <a:spLocks xmlns:a="http://schemas.openxmlformats.org/drawingml/2006/main" noGrp="1"/>
          </p:cNvSpPr>
          <p:nvPr/>
        </p:nvSpPr>
        <p:spPr>
          <a:xfrm xmlns:a="http://schemas.openxmlformats.org/drawingml/2006/main">
            <a:off x="3037284" y="5219700"/>
            <a:ext cx="56436" cy="95250"/>
          </a:xfrm>
          <a:prstGeom xmlns:a="http://schemas.openxmlformats.org/drawingml/2006/main" prst="rect">
            <a:avLst/>
          </a:prstGeom>
          <a:solidFill xmlns:a="http://schemas.openxmlformats.org/drawingml/2006/main">
            <a:srgbClr val="F5E1DF"/>
          </a:solidFill>
          <a:ln xmlns:a="http://schemas.openxmlformats.org/drawingml/2006/main" w="0">
            <a:noFill/>
          </a:ln>
        </p:spPr>
      </p:sp>
      <p:sp>
        <p:nvSpPr>
          <p:cNvPr id="533" name="">
            <a:extLst xmlns:a="http://schemas.openxmlformats.org/drawingml/2006/main">
              <a:ext uri="{FF2B5EF4-FFF2-40B4-BE49-F238E27FC236}">
                <a16:creationId xmlns:a16="http://schemas.microsoft.com/office/drawing/2014/main" id="{3DF1218D-DC2A-43B3-802E-1E5DD43D790D}"/>
              </a:ext>
            </a:extLst>
          </p:cNvPr>
          <p:cNvSpPr>
            <a:spLocks xmlns:a="http://schemas.openxmlformats.org/drawingml/2006/main" noGrp="1"/>
          </p:cNvSpPr>
          <p:nvPr/>
        </p:nvSpPr>
        <p:spPr>
          <a:xfrm xmlns:a="http://schemas.openxmlformats.org/drawingml/2006/main">
            <a:off x="3093244" y="5219700"/>
            <a:ext cx="56436" cy="95250"/>
          </a:xfrm>
          <a:prstGeom xmlns:a="http://schemas.openxmlformats.org/drawingml/2006/main" prst="rect">
            <a:avLst/>
          </a:prstGeom>
          <a:solidFill xmlns:a="http://schemas.openxmlformats.org/drawingml/2006/main">
            <a:srgbClr val="F6E5E4"/>
          </a:solidFill>
          <a:ln xmlns:a="http://schemas.openxmlformats.org/drawingml/2006/main" w="0">
            <a:noFill/>
          </a:ln>
        </p:spPr>
      </p:sp>
      <p:sp>
        <p:nvSpPr>
          <p:cNvPr id="534" name="">
            <a:extLst xmlns:a="http://schemas.openxmlformats.org/drawingml/2006/main">
              <a:ext uri="{FF2B5EF4-FFF2-40B4-BE49-F238E27FC236}">
                <a16:creationId xmlns:a16="http://schemas.microsoft.com/office/drawing/2014/main" id="{1AA78C56-9B1C-48C1-85BC-8B25EEFA18F2}"/>
              </a:ext>
            </a:extLst>
          </p:cNvPr>
          <p:cNvSpPr>
            <a:spLocks xmlns:a="http://schemas.openxmlformats.org/drawingml/2006/main" noGrp="1"/>
          </p:cNvSpPr>
          <p:nvPr/>
        </p:nvSpPr>
        <p:spPr>
          <a:xfrm xmlns:a="http://schemas.openxmlformats.org/drawingml/2006/main">
            <a:off x="3149203" y="5219700"/>
            <a:ext cx="56436" cy="95250"/>
          </a:xfrm>
          <a:prstGeom xmlns:a="http://schemas.openxmlformats.org/drawingml/2006/main" prst="rect">
            <a:avLst/>
          </a:prstGeom>
          <a:solidFill xmlns:a="http://schemas.openxmlformats.org/drawingml/2006/main">
            <a:srgbClr val="F8EAE9"/>
          </a:solidFill>
          <a:ln xmlns:a="http://schemas.openxmlformats.org/drawingml/2006/main" w="0">
            <a:noFill/>
          </a:ln>
        </p:spPr>
      </p:sp>
      <p:sp>
        <p:nvSpPr>
          <p:cNvPr id="535" name="">
            <a:extLst xmlns:a="http://schemas.openxmlformats.org/drawingml/2006/main">
              <a:ext uri="{FF2B5EF4-FFF2-40B4-BE49-F238E27FC236}">
                <a16:creationId xmlns:a16="http://schemas.microsoft.com/office/drawing/2014/main" id="{847DB427-C262-4F68-A218-1ED60F925511}"/>
              </a:ext>
            </a:extLst>
          </p:cNvPr>
          <p:cNvSpPr>
            <a:spLocks xmlns:a="http://schemas.openxmlformats.org/drawingml/2006/main" noGrp="1"/>
          </p:cNvSpPr>
          <p:nvPr/>
        </p:nvSpPr>
        <p:spPr>
          <a:xfrm xmlns:a="http://schemas.openxmlformats.org/drawingml/2006/main">
            <a:off x="3205163" y="5219700"/>
            <a:ext cx="56436" cy="95250"/>
          </a:xfrm>
          <a:prstGeom xmlns:a="http://schemas.openxmlformats.org/drawingml/2006/main" prst="rect">
            <a:avLst/>
          </a:prstGeom>
          <a:solidFill xmlns:a="http://schemas.openxmlformats.org/drawingml/2006/main">
            <a:srgbClr val="F9EFEE"/>
          </a:solidFill>
          <a:ln xmlns:a="http://schemas.openxmlformats.org/drawingml/2006/main" w="0">
            <a:noFill/>
          </a:ln>
        </p:spPr>
      </p:sp>
      <p:sp>
        <p:nvSpPr>
          <p:cNvPr id="536" name="">
            <a:extLst xmlns:a="http://schemas.openxmlformats.org/drawingml/2006/main">
              <a:ext uri="{FF2B5EF4-FFF2-40B4-BE49-F238E27FC236}">
                <a16:creationId xmlns:a16="http://schemas.microsoft.com/office/drawing/2014/main" id="{414335D8-ED02-4D4A-A70F-3C38003548AA}"/>
              </a:ext>
            </a:extLst>
          </p:cNvPr>
          <p:cNvSpPr>
            <a:spLocks xmlns:a="http://schemas.openxmlformats.org/drawingml/2006/main" noGrp="1"/>
          </p:cNvSpPr>
          <p:nvPr/>
        </p:nvSpPr>
        <p:spPr>
          <a:xfrm xmlns:a="http://schemas.openxmlformats.org/drawingml/2006/main">
            <a:off x="3261122" y="5219700"/>
            <a:ext cx="56436" cy="95250"/>
          </a:xfrm>
          <a:prstGeom xmlns:a="http://schemas.openxmlformats.org/drawingml/2006/main" prst="rect">
            <a:avLst/>
          </a:prstGeom>
          <a:solidFill xmlns:a="http://schemas.openxmlformats.org/drawingml/2006/main">
            <a:srgbClr val="FBF3F3"/>
          </a:solidFill>
          <a:ln xmlns:a="http://schemas.openxmlformats.org/drawingml/2006/main" w="0">
            <a:noFill/>
          </a:ln>
        </p:spPr>
      </p:sp>
      <p:sp>
        <p:nvSpPr>
          <p:cNvPr id="537" name="">
            <a:extLst xmlns:a="http://schemas.openxmlformats.org/drawingml/2006/main">
              <a:ext uri="{FF2B5EF4-FFF2-40B4-BE49-F238E27FC236}">
                <a16:creationId xmlns:a16="http://schemas.microsoft.com/office/drawing/2014/main" id="{75C351D7-775D-4E2A-9E0C-104B6E4A0009}"/>
              </a:ext>
            </a:extLst>
          </p:cNvPr>
          <p:cNvSpPr>
            <a:spLocks xmlns:a="http://schemas.openxmlformats.org/drawingml/2006/main" noGrp="1"/>
          </p:cNvSpPr>
          <p:nvPr/>
        </p:nvSpPr>
        <p:spPr>
          <a:xfrm xmlns:a="http://schemas.openxmlformats.org/drawingml/2006/main">
            <a:off x="3317081" y="5219700"/>
            <a:ext cx="56436" cy="95250"/>
          </a:xfrm>
          <a:prstGeom xmlns:a="http://schemas.openxmlformats.org/drawingml/2006/main" prst="rect">
            <a:avLst/>
          </a:prstGeom>
          <a:solidFill xmlns:a="http://schemas.openxmlformats.org/drawingml/2006/main">
            <a:srgbClr val="FDF8F8"/>
          </a:solidFill>
          <a:ln xmlns:a="http://schemas.openxmlformats.org/drawingml/2006/main" w="0">
            <a:noFill/>
          </a:ln>
        </p:spPr>
      </p:sp>
      <p:sp>
        <p:nvSpPr>
          <p:cNvPr id="538" name="">
            <a:extLst xmlns:a="http://schemas.openxmlformats.org/drawingml/2006/main">
              <a:ext uri="{FF2B5EF4-FFF2-40B4-BE49-F238E27FC236}">
                <a16:creationId xmlns:a16="http://schemas.microsoft.com/office/drawing/2014/main" id="{914CF5C4-3B4B-494F-8EA0-A56AF4BB2D2A}"/>
              </a:ext>
            </a:extLst>
          </p:cNvPr>
          <p:cNvSpPr>
            <a:spLocks xmlns:a="http://schemas.openxmlformats.org/drawingml/2006/main" noGrp="1"/>
          </p:cNvSpPr>
          <p:nvPr/>
        </p:nvSpPr>
        <p:spPr>
          <a:xfrm xmlns:a="http://schemas.openxmlformats.org/drawingml/2006/main">
            <a:off x="3373041" y="5219700"/>
            <a:ext cx="56436" cy="95250"/>
          </a:xfrm>
          <a:prstGeom xmlns:a="http://schemas.openxmlformats.org/drawingml/2006/main" prst="rect">
            <a:avLst/>
          </a:prstGeom>
          <a:solidFill xmlns:a="http://schemas.openxmlformats.org/drawingml/2006/main">
            <a:srgbClr val="FEFDFD"/>
          </a:solidFill>
          <a:ln xmlns:a="http://schemas.openxmlformats.org/drawingml/2006/main" w="0">
            <a:noFill/>
          </a:ln>
        </p:spPr>
      </p:sp>
      <p:sp>
        <p:nvSpPr>
          <p:cNvPr id="539" name="">
            <a:extLst xmlns:a="http://schemas.openxmlformats.org/drawingml/2006/main">
              <a:ext uri="{FF2B5EF4-FFF2-40B4-BE49-F238E27FC236}">
                <a16:creationId xmlns:a16="http://schemas.microsoft.com/office/drawing/2014/main" id="{5AE53C38-3164-40EA-8435-D1F266489763}"/>
              </a:ext>
            </a:extLst>
          </p:cNvPr>
          <p:cNvSpPr>
            <a:spLocks xmlns:a="http://schemas.openxmlformats.org/drawingml/2006/main" noGrp="1"/>
          </p:cNvSpPr>
          <p:nvPr/>
        </p:nvSpPr>
        <p:spPr>
          <a:xfrm xmlns:a="http://schemas.openxmlformats.org/drawingml/2006/main">
            <a:off x="3429000" y="5219700"/>
            <a:ext cx="56436" cy="95250"/>
          </a:xfrm>
          <a:prstGeom xmlns:a="http://schemas.openxmlformats.org/drawingml/2006/main" prst="rect">
            <a:avLst/>
          </a:prstGeom>
          <a:solidFill xmlns:a="http://schemas.openxmlformats.org/drawingml/2006/main">
            <a:srgbClr val="FCFDFE"/>
          </a:solidFill>
          <a:ln xmlns:a="http://schemas.openxmlformats.org/drawingml/2006/main" w="0">
            <a:noFill/>
          </a:ln>
        </p:spPr>
      </p:sp>
      <p:sp>
        <p:nvSpPr>
          <p:cNvPr id="540" name="">
            <a:extLst xmlns:a="http://schemas.openxmlformats.org/drawingml/2006/main">
              <a:ext uri="{FF2B5EF4-FFF2-40B4-BE49-F238E27FC236}">
                <a16:creationId xmlns:a16="http://schemas.microsoft.com/office/drawing/2014/main" id="{E6B50D01-2D49-4824-8814-D82AC8BC598F}"/>
              </a:ext>
            </a:extLst>
          </p:cNvPr>
          <p:cNvSpPr>
            <a:spLocks xmlns:a="http://schemas.openxmlformats.org/drawingml/2006/main" noGrp="1"/>
          </p:cNvSpPr>
          <p:nvPr/>
        </p:nvSpPr>
        <p:spPr>
          <a:xfrm xmlns:a="http://schemas.openxmlformats.org/drawingml/2006/main">
            <a:off x="3484959" y="5219700"/>
            <a:ext cx="56436" cy="95250"/>
          </a:xfrm>
          <a:prstGeom xmlns:a="http://schemas.openxmlformats.org/drawingml/2006/main" prst="rect">
            <a:avLst/>
          </a:prstGeom>
          <a:solidFill xmlns:a="http://schemas.openxmlformats.org/drawingml/2006/main">
            <a:srgbClr val="F7F9FC"/>
          </a:solidFill>
          <a:ln xmlns:a="http://schemas.openxmlformats.org/drawingml/2006/main" w="0">
            <a:noFill/>
          </a:ln>
        </p:spPr>
      </p:sp>
      <p:sp>
        <p:nvSpPr>
          <p:cNvPr id="541" name="">
            <a:extLst xmlns:a="http://schemas.openxmlformats.org/drawingml/2006/main">
              <a:ext uri="{FF2B5EF4-FFF2-40B4-BE49-F238E27FC236}">
                <a16:creationId xmlns:a16="http://schemas.microsoft.com/office/drawing/2014/main" id="{B164BD7C-1B79-4BE5-8B1D-FF01A25A7456}"/>
              </a:ext>
            </a:extLst>
          </p:cNvPr>
          <p:cNvSpPr>
            <a:spLocks xmlns:a="http://schemas.openxmlformats.org/drawingml/2006/main" noGrp="1"/>
          </p:cNvSpPr>
          <p:nvPr/>
        </p:nvSpPr>
        <p:spPr>
          <a:xfrm xmlns:a="http://schemas.openxmlformats.org/drawingml/2006/main">
            <a:off x="3540919" y="5219700"/>
            <a:ext cx="56436" cy="95250"/>
          </a:xfrm>
          <a:prstGeom xmlns:a="http://schemas.openxmlformats.org/drawingml/2006/main" prst="rect">
            <a:avLst/>
          </a:prstGeom>
          <a:solidFill xmlns:a="http://schemas.openxmlformats.org/drawingml/2006/main">
            <a:srgbClr val="F2F5FA"/>
          </a:solidFill>
          <a:ln xmlns:a="http://schemas.openxmlformats.org/drawingml/2006/main" w="0">
            <a:noFill/>
          </a:ln>
        </p:spPr>
      </p:sp>
      <p:sp>
        <p:nvSpPr>
          <p:cNvPr id="542" name="">
            <a:extLst xmlns:a="http://schemas.openxmlformats.org/drawingml/2006/main">
              <a:ext uri="{FF2B5EF4-FFF2-40B4-BE49-F238E27FC236}">
                <a16:creationId xmlns:a16="http://schemas.microsoft.com/office/drawing/2014/main" id="{F5DAF5BC-BD25-492F-9DF8-2F15FD95A149}"/>
              </a:ext>
            </a:extLst>
          </p:cNvPr>
          <p:cNvSpPr>
            <a:spLocks xmlns:a="http://schemas.openxmlformats.org/drawingml/2006/main" noGrp="1"/>
          </p:cNvSpPr>
          <p:nvPr/>
        </p:nvSpPr>
        <p:spPr>
          <a:xfrm xmlns:a="http://schemas.openxmlformats.org/drawingml/2006/main">
            <a:off x="3596878" y="5219700"/>
            <a:ext cx="56436" cy="95250"/>
          </a:xfrm>
          <a:prstGeom xmlns:a="http://schemas.openxmlformats.org/drawingml/2006/main" prst="rect">
            <a:avLst/>
          </a:prstGeom>
          <a:solidFill xmlns:a="http://schemas.openxmlformats.org/drawingml/2006/main">
            <a:srgbClr val="EDF1F8"/>
          </a:solidFill>
          <a:ln xmlns:a="http://schemas.openxmlformats.org/drawingml/2006/main" w="0">
            <a:noFill/>
          </a:ln>
        </p:spPr>
      </p:sp>
      <p:sp>
        <p:nvSpPr>
          <p:cNvPr id="543" name="">
            <a:extLst xmlns:a="http://schemas.openxmlformats.org/drawingml/2006/main">
              <a:ext uri="{FF2B5EF4-FFF2-40B4-BE49-F238E27FC236}">
                <a16:creationId xmlns:a16="http://schemas.microsoft.com/office/drawing/2014/main" id="{7797C56D-3235-40EE-A135-6ECE677AC547}"/>
              </a:ext>
            </a:extLst>
          </p:cNvPr>
          <p:cNvSpPr>
            <a:spLocks xmlns:a="http://schemas.openxmlformats.org/drawingml/2006/main" noGrp="1"/>
          </p:cNvSpPr>
          <p:nvPr/>
        </p:nvSpPr>
        <p:spPr>
          <a:xfrm xmlns:a="http://schemas.openxmlformats.org/drawingml/2006/main">
            <a:off x="3652838" y="5219700"/>
            <a:ext cx="56436" cy="95250"/>
          </a:xfrm>
          <a:prstGeom xmlns:a="http://schemas.openxmlformats.org/drawingml/2006/main" prst="rect">
            <a:avLst/>
          </a:prstGeom>
          <a:solidFill xmlns:a="http://schemas.openxmlformats.org/drawingml/2006/main">
            <a:srgbClr val="E7EDF5"/>
          </a:solidFill>
          <a:ln xmlns:a="http://schemas.openxmlformats.org/drawingml/2006/main" w="0">
            <a:noFill/>
          </a:ln>
        </p:spPr>
      </p:sp>
      <p:sp>
        <p:nvSpPr>
          <p:cNvPr id="544" name="">
            <a:extLst xmlns:a="http://schemas.openxmlformats.org/drawingml/2006/main">
              <a:ext uri="{FF2B5EF4-FFF2-40B4-BE49-F238E27FC236}">
                <a16:creationId xmlns:a16="http://schemas.microsoft.com/office/drawing/2014/main" id="{B1EC3F35-ED61-4364-AB51-2E1CDEFD9346}"/>
              </a:ext>
            </a:extLst>
          </p:cNvPr>
          <p:cNvSpPr>
            <a:spLocks xmlns:a="http://schemas.openxmlformats.org/drawingml/2006/main" noGrp="1"/>
          </p:cNvSpPr>
          <p:nvPr/>
        </p:nvSpPr>
        <p:spPr>
          <a:xfrm xmlns:a="http://schemas.openxmlformats.org/drawingml/2006/main">
            <a:off x="3708797" y="5219700"/>
            <a:ext cx="56436" cy="95250"/>
          </a:xfrm>
          <a:prstGeom xmlns:a="http://schemas.openxmlformats.org/drawingml/2006/main" prst="rect">
            <a:avLst/>
          </a:prstGeom>
          <a:solidFill xmlns:a="http://schemas.openxmlformats.org/drawingml/2006/main">
            <a:srgbClr val="E2E9F3"/>
          </a:solidFill>
          <a:ln xmlns:a="http://schemas.openxmlformats.org/drawingml/2006/main" w="0">
            <a:noFill/>
          </a:ln>
        </p:spPr>
      </p:sp>
      <p:sp>
        <p:nvSpPr>
          <p:cNvPr id="545" name="">
            <a:extLst xmlns:a="http://schemas.openxmlformats.org/drawingml/2006/main">
              <a:ext uri="{FF2B5EF4-FFF2-40B4-BE49-F238E27FC236}">
                <a16:creationId xmlns:a16="http://schemas.microsoft.com/office/drawing/2014/main" id="{EC9E1C1D-E041-4187-ADF3-A947F8B1C660}"/>
              </a:ext>
            </a:extLst>
          </p:cNvPr>
          <p:cNvSpPr>
            <a:spLocks xmlns:a="http://schemas.openxmlformats.org/drawingml/2006/main" noGrp="1"/>
          </p:cNvSpPr>
          <p:nvPr/>
        </p:nvSpPr>
        <p:spPr>
          <a:xfrm xmlns:a="http://schemas.openxmlformats.org/drawingml/2006/main">
            <a:off x="3764756" y="5219700"/>
            <a:ext cx="56436" cy="95250"/>
          </a:xfrm>
          <a:prstGeom xmlns:a="http://schemas.openxmlformats.org/drawingml/2006/main" prst="rect">
            <a:avLst/>
          </a:prstGeom>
          <a:solidFill xmlns:a="http://schemas.openxmlformats.org/drawingml/2006/main">
            <a:srgbClr val="DDE5F1"/>
          </a:solidFill>
          <a:ln xmlns:a="http://schemas.openxmlformats.org/drawingml/2006/main" w="0">
            <a:noFill/>
          </a:ln>
        </p:spPr>
      </p:sp>
      <p:sp>
        <p:nvSpPr>
          <p:cNvPr id="546" name="">
            <a:extLst xmlns:a="http://schemas.openxmlformats.org/drawingml/2006/main">
              <a:ext uri="{FF2B5EF4-FFF2-40B4-BE49-F238E27FC236}">
                <a16:creationId xmlns:a16="http://schemas.microsoft.com/office/drawing/2014/main" id="{3CD3A7F8-C294-4420-8C2C-7F0684FED2AC}"/>
              </a:ext>
            </a:extLst>
          </p:cNvPr>
          <p:cNvSpPr>
            <a:spLocks xmlns:a="http://schemas.openxmlformats.org/drawingml/2006/main" noGrp="1"/>
          </p:cNvSpPr>
          <p:nvPr/>
        </p:nvSpPr>
        <p:spPr>
          <a:xfrm xmlns:a="http://schemas.openxmlformats.org/drawingml/2006/main">
            <a:off x="3820716" y="5219700"/>
            <a:ext cx="56436" cy="95250"/>
          </a:xfrm>
          <a:prstGeom xmlns:a="http://schemas.openxmlformats.org/drawingml/2006/main" prst="rect">
            <a:avLst/>
          </a:prstGeom>
          <a:solidFill xmlns:a="http://schemas.openxmlformats.org/drawingml/2006/main">
            <a:srgbClr val="D7E1EF"/>
          </a:solidFill>
          <a:ln xmlns:a="http://schemas.openxmlformats.org/drawingml/2006/main" w="0">
            <a:noFill/>
          </a:ln>
        </p:spPr>
      </p:sp>
      <p:sp>
        <p:nvSpPr>
          <p:cNvPr id="547" name="">
            <a:extLst xmlns:a="http://schemas.openxmlformats.org/drawingml/2006/main">
              <a:ext uri="{FF2B5EF4-FFF2-40B4-BE49-F238E27FC236}">
                <a16:creationId xmlns:a16="http://schemas.microsoft.com/office/drawing/2014/main" id="{6CC6B86D-D3A9-4412-ACC7-020E4239030A}"/>
              </a:ext>
            </a:extLst>
          </p:cNvPr>
          <p:cNvSpPr>
            <a:spLocks xmlns:a="http://schemas.openxmlformats.org/drawingml/2006/main" noGrp="1"/>
          </p:cNvSpPr>
          <p:nvPr/>
        </p:nvSpPr>
        <p:spPr>
          <a:xfrm xmlns:a="http://schemas.openxmlformats.org/drawingml/2006/main">
            <a:off x="3876675" y="5219700"/>
            <a:ext cx="56436" cy="95250"/>
          </a:xfrm>
          <a:prstGeom xmlns:a="http://schemas.openxmlformats.org/drawingml/2006/main" prst="rect">
            <a:avLst/>
          </a:prstGeom>
          <a:solidFill xmlns:a="http://schemas.openxmlformats.org/drawingml/2006/main">
            <a:srgbClr val="D2DDED"/>
          </a:solidFill>
          <a:ln xmlns:a="http://schemas.openxmlformats.org/drawingml/2006/main" w="0">
            <a:noFill/>
          </a:ln>
        </p:spPr>
      </p:sp>
      <p:sp>
        <p:nvSpPr>
          <p:cNvPr id="548" name="">
            <a:extLst xmlns:a="http://schemas.openxmlformats.org/drawingml/2006/main">
              <a:ext uri="{FF2B5EF4-FFF2-40B4-BE49-F238E27FC236}">
                <a16:creationId xmlns:a16="http://schemas.microsoft.com/office/drawing/2014/main" id="{385566D0-F7E6-4071-965C-1F8CDA4CB1C9}"/>
              </a:ext>
            </a:extLst>
          </p:cNvPr>
          <p:cNvSpPr>
            <a:spLocks xmlns:a="http://schemas.openxmlformats.org/drawingml/2006/main" noGrp="1"/>
          </p:cNvSpPr>
          <p:nvPr/>
        </p:nvSpPr>
        <p:spPr>
          <a:xfrm xmlns:a="http://schemas.openxmlformats.org/drawingml/2006/main">
            <a:off x="3932634" y="5219700"/>
            <a:ext cx="56436" cy="95250"/>
          </a:xfrm>
          <a:prstGeom xmlns:a="http://schemas.openxmlformats.org/drawingml/2006/main" prst="rect">
            <a:avLst/>
          </a:prstGeom>
          <a:solidFill xmlns:a="http://schemas.openxmlformats.org/drawingml/2006/main">
            <a:srgbClr val="CDD9EB"/>
          </a:solidFill>
          <a:ln xmlns:a="http://schemas.openxmlformats.org/drawingml/2006/main" w="0">
            <a:noFill/>
          </a:ln>
        </p:spPr>
      </p:sp>
      <p:sp>
        <p:nvSpPr>
          <p:cNvPr id="549" name="">
            <a:extLst xmlns:a="http://schemas.openxmlformats.org/drawingml/2006/main">
              <a:ext uri="{FF2B5EF4-FFF2-40B4-BE49-F238E27FC236}">
                <a16:creationId xmlns:a16="http://schemas.microsoft.com/office/drawing/2014/main" id="{DB84137A-8117-4484-BE87-7E75B38C6B4D}"/>
              </a:ext>
            </a:extLst>
          </p:cNvPr>
          <p:cNvSpPr>
            <a:spLocks xmlns:a="http://schemas.openxmlformats.org/drawingml/2006/main" noGrp="1"/>
          </p:cNvSpPr>
          <p:nvPr/>
        </p:nvSpPr>
        <p:spPr>
          <a:xfrm xmlns:a="http://schemas.openxmlformats.org/drawingml/2006/main">
            <a:off x="3988594" y="5219700"/>
            <a:ext cx="56436" cy="95250"/>
          </a:xfrm>
          <a:prstGeom xmlns:a="http://schemas.openxmlformats.org/drawingml/2006/main" prst="rect">
            <a:avLst/>
          </a:prstGeom>
          <a:solidFill xmlns:a="http://schemas.openxmlformats.org/drawingml/2006/main">
            <a:srgbClr val="C8D5E9"/>
          </a:solidFill>
          <a:ln xmlns:a="http://schemas.openxmlformats.org/drawingml/2006/main" w="0">
            <a:noFill/>
          </a:ln>
        </p:spPr>
      </p:sp>
      <p:sp>
        <p:nvSpPr>
          <p:cNvPr id="550" name="">
            <a:extLst xmlns:a="http://schemas.openxmlformats.org/drawingml/2006/main">
              <a:ext uri="{FF2B5EF4-FFF2-40B4-BE49-F238E27FC236}">
                <a16:creationId xmlns:a16="http://schemas.microsoft.com/office/drawing/2014/main" id="{8D684991-ED21-47C5-B143-FF479F347C8E}"/>
              </a:ext>
            </a:extLst>
          </p:cNvPr>
          <p:cNvSpPr>
            <a:spLocks xmlns:a="http://schemas.openxmlformats.org/drawingml/2006/main" noGrp="1"/>
          </p:cNvSpPr>
          <p:nvPr/>
        </p:nvSpPr>
        <p:spPr>
          <a:xfrm xmlns:a="http://schemas.openxmlformats.org/drawingml/2006/main">
            <a:off x="4044553" y="5219700"/>
            <a:ext cx="56436" cy="95250"/>
          </a:xfrm>
          <a:prstGeom xmlns:a="http://schemas.openxmlformats.org/drawingml/2006/main" prst="rect">
            <a:avLst/>
          </a:prstGeom>
          <a:solidFill xmlns:a="http://schemas.openxmlformats.org/drawingml/2006/main">
            <a:srgbClr val="C2D1E7"/>
          </a:solidFill>
          <a:ln xmlns:a="http://schemas.openxmlformats.org/drawingml/2006/main" w="0">
            <a:noFill/>
          </a:ln>
        </p:spPr>
      </p:sp>
      <p:sp>
        <p:nvSpPr>
          <p:cNvPr id="551" name="">
            <a:extLst xmlns:a="http://schemas.openxmlformats.org/drawingml/2006/main">
              <a:ext uri="{FF2B5EF4-FFF2-40B4-BE49-F238E27FC236}">
                <a16:creationId xmlns:a16="http://schemas.microsoft.com/office/drawing/2014/main" id="{52359689-CAA0-4D74-B1B9-25FEF629A517}"/>
              </a:ext>
            </a:extLst>
          </p:cNvPr>
          <p:cNvSpPr>
            <a:spLocks xmlns:a="http://schemas.openxmlformats.org/drawingml/2006/main" noGrp="1"/>
          </p:cNvSpPr>
          <p:nvPr/>
        </p:nvSpPr>
        <p:spPr>
          <a:xfrm xmlns:a="http://schemas.openxmlformats.org/drawingml/2006/main">
            <a:off x="4100513" y="5219700"/>
            <a:ext cx="56436" cy="95250"/>
          </a:xfrm>
          <a:prstGeom xmlns:a="http://schemas.openxmlformats.org/drawingml/2006/main" prst="rect">
            <a:avLst/>
          </a:prstGeom>
          <a:solidFill xmlns:a="http://schemas.openxmlformats.org/drawingml/2006/main">
            <a:srgbClr val="BDCDE4"/>
          </a:solidFill>
          <a:ln xmlns:a="http://schemas.openxmlformats.org/drawingml/2006/main" w="0">
            <a:noFill/>
          </a:ln>
        </p:spPr>
      </p:sp>
      <p:sp>
        <p:nvSpPr>
          <p:cNvPr id="552" name="">
            <a:extLst xmlns:a="http://schemas.openxmlformats.org/drawingml/2006/main">
              <a:ext uri="{FF2B5EF4-FFF2-40B4-BE49-F238E27FC236}">
                <a16:creationId xmlns:a16="http://schemas.microsoft.com/office/drawing/2014/main" id="{F43A405A-61E3-4C29-BD6B-7FB6CDEF42EA}"/>
              </a:ext>
            </a:extLst>
          </p:cNvPr>
          <p:cNvSpPr>
            <a:spLocks xmlns:a="http://schemas.openxmlformats.org/drawingml/2006/main" noGrp="1"/>
          </p:cNvSpPr>
          <p:nvPr/>
        </p:nvSpPr>
        <p:spPr>
          <a:xfrm xmlns:a="http://schemas.openxmlformats.org/drawingml/2006/main">
            <a:off x="4156472" y="5219700"/>
            <a:ext cx="56436" cy="95250"/>
          </a:xfrm>
          <a:prstGeom xmlns:a="http://schemas.openxmlformats.org/drawingml/2006/main" prst="rect">
            <a:avLst/>
          </a:prstGeom>
          <a:solidFill xmlns:a="http://schemas.openxmlformats.org/drawingml/2006/main">
            <a:srgbClr val="B8C9E2"/>
          </a:solidFill>
          <a:ln xmlns:a="http://schemas.openxmlformats.org/drawingml/2006/main" w="0">
            <a:noFill/>
          </a:ln>
        </p:spPr>
      </p:sp>
      <p:sp>
        <p:nvSpPr>
          <p:cNvPr id="553" name="">
            <a:extLst xmlns:a="http://schemas.openxmlformats.org/drawingml/2006/main">
              <a:ext uri="{FF2B5EF4-FFF2-40B4-BE49-F238E27FC236}">
                <a16:creationId xmlns:a16="http://schemas.microsoft.com/office/drawing/2014/main" id="{8CA8D5FA-484D-4590-975F-064549229D94}"/>
              </a:ext>
            </a:extLst>
          </p:cNvPr>
          <p:cNvSpPr>
            <a:spLocks xmlns:a="http://schemas.openxmlformats.org/drawingml/2006/main" noGrp="1"/>
          </p:cNvSpPr>
          <p:nvPr/>
        </p:nvSpPr>
        <p:spPr>
          <a:xfrm xmlns:a="http://schemas.openxmlformats.org/drawingml/2006/main">
            <a:off x="4212431" y="5219700"/>
            <a:ext cx="56436" cy="95250"/>
          </a:xfrm>
          <a:prstGeom xmlns:a="http://schemas.openxmlformats.org/drawingml/2006/main" prst="rect">
            <a:avLst/>
          </a:prstGeom>
          <a:solidFill xmlns:a="http://schemas.openxmlformats.org/drawingml/2006/main">
            <a:srgbClr val="B3C5E0"/>
          </a:solidFill>
          <a:ln xmlns:a="http://schemas.openxmlformats.org/drawingml/2006/main" w="0">
            <a:noFill/>
          </a:ln>
        </p:spPr>
      </p:sp>
      <p:sp>
        <p:nvSpPr>
          <p:cNvPr id="554" name="">
            <a:extLst xmlns:a="http://schemas.openxmlformats.org/drawingml/2006/main">
              <a:ext uri="{FF2B5EF4-FFF2-40B4-BE49-F238E27FC236}">
                <a16:creationId xmlns:a16="http://schemas.microsoft.com/office/drawing/2014/main" id="{BE9E9366-5ED4-4EBC-AA3C-C0A1742D3397}"/>
              </a:ext>
            </a:extLst>
          </p:cNvPr>
          <p:cNvSpPr>
            <a:spLocks xmlns:a="http://schemas.openxmlformats.org/drawingml/2006/main" noGrp="1"/>
          </p:cNvSpPr>
          <p:nvPr/>
        </p:nvSpPr>
        <p:spPr>
          <a:xfrm xmlns:a="http://schemas.openxmlformats.org/drawingml/2006/main">
            <a:off x="4268391" y="5219700"/>
            <a:ext cx="56436" cy="95250"/>
          </a:xfrm>
          <a:prstGeom xmlns:a="http://schemas.openxmlformats.org/drawingml/2006/main" prst="rect">
            <a:avLst/>
          </a:prstGeom>
          <a:solidFill xmlns:a="http://schemas.openxmlformats.org/drawingml/2006/main">
            <a:srgbClr val="ADC1DE"/>
          </a:solidFill>
          <a:ln xmlns:a="http://schemas.openxmlformats.org/drawingml/2006/main" w="0">
            <a:noFill/>
          </a:ln>
        </p:spPr>
      </p:sp>
      <p:sp>
        <p:nvSpPr>
          <p:cNvPr id="555" name="">
            <a:extLst xmlns:a="http://schemas.openxmlformats.org/drawingml/2006/main">
              <a:ext uri="{FF2B5EF4-FFF2-40B4-BE49-F238E27FC236}">
                <a16:creationId xmlns:a16="http://schemas.microsoft.com/office/drawing/2014/main" id="{B6DE7468-BB69-46AE-8F32-40F43AF54E1C}"/>
              </a:ext>
            </a:extLst>
          </p:cNvPr>
          <p:cNvSpPr>
            <a:spLocks xmlns:a="http://schemas.openxmlformats.org/drawingml/2006/main" noGrp="1"/>
          </p:cNvSpPr>
          <p:nvPr/>
        </p:nvSpPr>
        <p:spPr>
          <a:xfrm xmlns:a="http://schemas.openxmlformats.org/drawingml/2006/main">
            <a:off x="4324350" y="5219700"/>
            <a:ext cx="56436" cy="95250"/>
          </a:xfrm>
          <a:prstGeom xmlns:a="http://schemas.openxmlformats.org/drawingml/2006/main" prst="rect">
            <a:avLst/>
          </a:prstGeom>
          <a:solidFill xmlns:a="http://schemas.openxmlformats.org/drawingml/2006/main">
            <a:srgbClr val="A8BDDC"/>
          </a:solidFill>
          <a:ln xmlns:a="http://schemas.openxmlformats.org/drawingml/2006/main" w="0">
            <a:noFill/>
          </a:ln>
        </p:spPr>
      </p:sp>
      <p:sp>
        <p:nvSpPr>
          <p:cNvPr id="556" name="">
            <a:extLst xmlns:a="http://schemas.openxmlformats.org/drawingml/2006/main">
              <a:ext uri="{FF2B5EF4-FFF2-40B4-BE49-F238E27FC236}">
                <a16:creationId xmlns:a16="http://schemas.microsoft.com/office/drawing/2014/main" id="{A8E0F14A-178E-4AF0-864F-B8E9DE239186}"/>
              </a:ext>
            </a:extLst>
          </p:cNvPr>
          <p:cNvSpPr>
            <a:spLocks xmlns:a="http://schemas.openxmlformats.org/drawingml/2006/main" noGrp="1"/>
          </p:cNvSpPr>
          <p:nvPr/>
        </p:nvSpPr>
        <p:spPr>
          <a:xfrm xmlns:a="http://schemas.openxmlformats.org/drawingml/2006/main">
            <a:off x="4380309" y="5219700"/>
            <a:ext cx="56436" cy="95250"/>
          </a:xfrm>
          <a:prstGeom xmlns:a="http://schemas.openxmlformats.org/drawingml/2006/main" prst="rect">
            <a:avLst/>
          </a:prstGeom>
          <a:solidFill xmlns:a="http://schemas.openxmlformats.org/drawingml/2006/main">
            <a:srgbClr val="A3B9DA"/>
          </a:solidFill>
          <a:ln xmlns:a="http://schemas.openxmlformats.org/drawingml/2006/main" w="0">
            <a:noFill/>
          </a:ln>
        </p:spPr>
      </p:sp>
      <p:sp>
        <p:nvSpPr>
          <p:cNvPr id="557" name="">
            <a:extLst xmlns:a="http://schemas.openxmlformats.org/drawingml/2006/main">
              <a:ext uri="{FF2B5EF4-FFF2-40B4-BE49-F238E27FC236}">
                <a16:creationId xmlns:a16="http://schemas.microsoft.com/office/drawing/2014/main" id="{7A83A8B9-6BBA-41A3-96D6-12AC58332E11}"/>
              </a:ext>
            </a:extLst>
          </p:cNvPr>
          <p:cNvSpPr>
            <a:spLocks xmlns:a="http://schemas.openxmlformats.org/drawingml/2006/main" noGrp="1"/>
          </p:cNvSpPr>
          <p:nvPr/>
        </p:nvSpPr>
        <p:spPr>
          <a:xfrm xmlns:a="http://schemas.openxmlformats.org/drawingml/2006/main">
            <a:off x="4436269" y="5219700"/>
            <a:ext cx="56436" cy="95250"/>
          </a:xfrm>
          <a:prstGeom xmlns:a="http://schemas.openxmlformats.org/drawingml/2006/main" prst="rect">
            <a:avLst/>
          </a:prstGeom>
          <a:solidFill xmlns:a="http://schemas.openxmlformats.org/drawingml/2006/main">
            <a:srgbClr val="9DB5D8"/>
          </a:solidFill>
          <a:ln xmlns:a="http://schemas.openxmlformats.org/drawingml/2006/main" w="0">
            <a:noFill/>
          </a:ln>
        </p:spPr>
      </p:sp>
      <p:sp>
        <p:nvSpPr>
          <p:cNvPr id="558" name="">
            <a:extLst xmlns:a="http://schemas.openxmlformats.org/drawingml/2006/main">
              <a:ext uri="{FF2B5EF4-FFF2-40B4-BE49-F238E27FC236}">
                <a16:creationId xmlns:a16="http://schemas.microsoft.com/office/drawing/2014/main" id="{1FAA08E3-9632-465D-A1B5-F31C7019E0EF}"/>
              </a:ext>
            </a:extLst>
          </p:cNvPr>
          <p:cNvSpPr>
            <a:spLocks xmlns:a="http://schemas.openxmlformats.org/drawingml/2006/main" noGrp="1"/>
          </p:cNvSpPr>
          <p:nvPr/>
        </p:nvSpPr>
        <p:spPr>
          <a:xfrm xmlns:a="http://schemas.openxmlformats.org/drawingml/2006/main">
            <a:off x="4492228" y="5219700"/>
            <a:ext cx="56436" cy="95250"/>
          </a:xfrm>
          <a:prstGeom xmlns:a="http://schemas.openxmlformats.org/drawingml/2006/main" prst="rect">
            <a:avLst/>
          </a:prstGeom>
          <a:solidFill xmlns:a="http://schemas.openxmlformats.org/drawingml/2006/main">
            <a:srgbClr val="98B1D6"/>
          </a:solidFill>
          <a:ln xmlns:a="http://schemas.openxmlformats.org/drawingml/2006/main" w="0">
            <a:noFill/>
          </a:ln>
        </p:spPr>
      </p:sp>
      <p:sp>
        <p:nvSpPr>
          <p:cNvPr id="559" name="">
            <a:extLst xmlns:a="http://schemas.openxmlformats.org/drawingml/2006/main">
              <a:ext uri="{FF2B5EF4-FFF2-40B4-BE49-F238E27FC236}">
                <a16:creationId xmlns:a16="http://schemas.microsoft.com/office/drawing/2014/main" id="{3E2369CA-713F-4182-A9DA-92BA1B722F41}"/>
              </a:ext>
            </a:extLst>
          </p:cNvPr>
          <p:cNvSpPr>
            <a:spLocks xmlns:a="http://schemas.openxmlformats.org/drawingml/2006/main" noGrp="1"/>
          </p:cNvSpPr>
          <p:nvPr/>
        </p:nvSpPr>
        <p:spPr>
          <a:xfrm xmlns:a="http://schemas.openxmlformats.org/drawingml/2006/main">
            <a:off x="4548188" y="5219700"/>
            <a:ext cx="56436" cy="95250"/>
          </a:xfrm>
          <a:prstGeom xmlns:a="http://schemas.openxmlformats.org/drawingml/2006/main" prst="rect">
            <a:avLst/>
          </a:prstGeom>
          <a:solidFill xmlns:a="http://schemas.openxmlformats.org/drawingml/2006/main">
            <a:srgbClr val="93ACD3"/>
          </a:solidFill>
          <a:ln xmlns:a="http://schemas.openxmlformats.org/drawingml/2006/main" w="0">
            <a:noFill/>
          </a:ln>
        </p:spPr>
      </p:sp>
      <p:sp>
        <p:nvSpPr>
          <p:cNvPr id="560" name="">
            <a:extLst xmlns:a="http://schemas.openxmlformats.org/drawingml/2006/main">
              <a:ext uri="{FF2B5EF4-FFF2-40B4-BE49-F238E27FC236}">
                <a16:creationId xmlns:a16="http://schemas.microsoft.com/office/drawing/2014/main" id="{882E3F06-65E0-4F72-864F-7D416DE2B4CB}"/>
              </a:ext>
            </a:extLst>
          </p:cNvPr>
          <p:cNvSpPr>
            <a:spLocks xmlns:a="http://schemas.openxmlformats.org/drawingml/2006/main" noGrp="1"/>
          </p:cNvSpPr>
          <p:nvPr/>
        </p:nvSpPr>
        <p:spPr>
          <a:xfrm xmlns:a="http://schemas.openxmlformats.org/drawingml/2006/main">
            <a:off x="4604147" y="5219700"/>
            <a:ext cx="56436" cy="95250"/>
          </a:xfrm>
          <a:prstGeom xmlns:a="http://schemas.openxmlformats.org/drawingml/2006/main" prst="rect">
            <a:avLst/>
          </a:prstGeom>
          <a:solidFill xmlns:a="http://schemas.openxmlformats.org/drawingml/2006/main">
            <a:srgbClr val="8EA8D1"/>
          </a:solidFill>
          <a:ln xmlns:a="http://schemas.openxmlformats.org/drawingml/2006/main" w="0">
            <a:noFill/>
          </a:ln>
        </p:spPr>
      </p:sp>
      <p:sp>
        <p:nvSpPr>
          <p:cNvPr id="561" name="">
            <a:extLst xmlns:a="http://schemas.openxmlformats.org/drawingml/2006/main">
              <a:ext uri="{FF2B5EF4-FFF2-40B4-BE49-F238E27FC236}">
                <a16:creationId xmlns:a16="http://schemas.microsoft.com/office/drawing/2014/main" id="{262167FF-A139-4169-A0ED-C4727F8879B5}"/>
              </a:ext>
            </a:extLst>
          </p:cNvPr>
          <p:cNvSpPr>
            <a:spLocks xmlns:a="http://schemas.openxmlformats.org/drawingml/2006/main" noGrp="1"/>
          </p:cNvSpPr>
          <p:nvPr/>
        </p:nvSpPr>
        <p:spPr>
          <a:xfrm xmlns:a="http://schemas.openxmlformats.org/drawingml/2006/main">
            <a:off x="4660106" y="5219700"/>
            <a:ext cx="56436" cy="95250"/>
          </a:xfrm>
          <a:prstGeom xmlns:a="http://schemas.openxmlformats.org/drawingml/2006/main" prst="rect">
            <a:avLst/>
          </a:prstGeom>
          <a:solidFill xmlns:a="http://schemas.openxmlformats.org/drawingml/2006/main">
            <a:srgbClr val="88A4CF"/>
          </a:solidFill>
          <a:ln xmlns:a="http://schemas.openxmlformats.org/drawingml/2006/main" w="0">
            <a:noFill/>
          </a:ln>
        </p:spPr>
      </p:sp>
      <p:sp>
        <p:nvSpPr>
          <p:cNvPr id="562" name="">
            <a:extLst xmlns:a="http://schemas.openxmlformats.org/drawingml/2006/main">
              <a:ext uri="{FF2B5EF4-FFF2-40B4-BE49-F238E27FC236}">
                <a16:creationId xmlns:a16="http://schemas.microsoft.com/office/drawing/2014/main" id="{42EFF8E9-C0B2-4A20-BA3D-4E5D3F946F1D}"/>
              </a:ext>
            </a:extLst>
          </p:cNvPr>
          <p:cNvSpPr>
            <a:spLocks xmlns:a="http://schemas.openxmlformats.org/drawingml/2006/main" noGrp="1"/>
          </p:cNvSpPr>
          <p:nvPr/>
        </p:nvSpPr>
        <p:spPr>
          <a:xfrm xmlns:a="http://schemas.openxmlformats.org/drawingml/2006/main">
            <a:off x="4716066" y="5219700"/>
            <a:ext cx="56436" cy="95250"/>
          </a:xfrm>
          <a:prstGeom xmlns:a="http://schemas.openxmlformats.org/drawingml/2006/main" prst="rect">
            <a:avLst/>
          </a:prstGeom>
          <a:solidFill xmlns:a="http://schemas.openxmlformats.org/drawingml/2006/main">
            <a:srgbClr val="83A0CD"/>
          </a:solidFill>
          <a:ln xmlns:a="http://schemas.openxmlformats.org/drawingml/2006/main" w="0">
            <a:noFill/>
          </a:ln>
        </p:spPr>
      </p:sp>
      <p:sp>
        <p:nvSpPr>
          <p:cNvPr id="563" name="">
            <a:extLst xmlns:a="http://schemas.openxmlformats.org/drawingml/2006/main">
              <a:ext uri="{FF2B5EF4-FFF2-40B4-BE49-F238E27FC236}">
                <a16:creationId xmlns:a16="http://schemas.microsoft.com/office/drawing/2014/main" id="{9D2B3D38-39DC-4388-9744-E0CF2B81F2B5}"/>
              </a:ext>
            </a:extLst>
          </p:cNvPr>
          <p:cNvSpPr>
            <a:spLocks xmlns:a="http://schemas.openxmlformats.org/drawingml/2006/main" noGrp="1"/>
          </p:cNvSpPr>
          <p:nvPr/>
        </p:nvSpPr>
        <p:spPr>
          <a:xfrm xmlns:a="http://schemas.openxmlformats.org/drawingml/2006/main">
            <a:off x="4772025" y="5219700"/>
            <a:ext cx="56436" cy="95250"/>
          </a:xfrm>
          <a:prstGeom xmlns:a="http://schemas.openxmlformats.org/drawingml/2006/main" prst="rect">
            <a:avLst/>
          </a:prstGeom>
          <a:solidFill xmlns:a="http://schemas.openxmlformats.org/drawingml/2006/main">
            <a:srgbClr val="7E9CCB"/>
          </a:solidFill>
          <a:ln xmlns:a="http://schemas.openxmlformats.org/drawingml/2006/main" w="0">
            <a:noFill/>
          </a:ln>
        </p:spPr>
      </p:sp>
      <p:sp>
        <p:nvSpPr>
          <p:cNvPr id="564" name="">
            <a:extLst xmlns:a="http://schemas.openxmlformats.org/drawingml/2006/main">
              <a:ext uri="{FF2B5EF4-FFF2-40B4-BE49-F238E27FC236}">
                <a16:creationId xmlns:a16="http://schemas.microsoft.com/office/drawing/2014/main" id="{FC4E231C-7562-4D04-AC42-03DDF45A591F}"/>
              </a:ext>
            </a:extLst>
          </p:cNvPr>
          <p:cNvSpPr>
            <a:spLocks xmlns:a="http://schemas.openxmlformats.org/drawingml/2006/main" noGrp="1"/>
          </p:cNvSpPr>
          <p:nvPr/>
        </p:nvSpPr>
        <p:spPr>
          <a:xfrm xmlns:a="http://schemas.openxmlformats.org/drawingml/2006/main">
            <a:off x="4827984" y="5219700"/>
            <a:ext cx="56436" cy="95250"/>
          </a:xfrm>
          <a:prstGeom xmlns:a="http://schemas.openxmlformats.org/drawingml/2006/main" prst="rect">
            <a:avLst/>
          </a:prstGeom>
          <a:solidFill xmlns:a="http://schemas.openxmlformats.org/drawingml/2006/main">
            <a:srgbClr val="7898C9"/>
          </a:solidFill>
          <a:ln xmlns:a="http://schemas.openxmlformats.org/drawingml/2006/main" w="0">
            <a:noFill/>
          </a:ln>
        </p:spPr>
      </p:sp>
      <p:sp>
        <p:nvSpPr>
          <p:cNvPr id="565" name="">
            <a:extLst xmlns:a="http://schemas.openxmlformats.org/drawingml/2006/main">
              <a:ext uri="{FF2B5EF4-FFF2-40B4-BE49-F238E27FC236}">
                <a16:creationId xmlns:a16="http://schemas.microsoft.com/office/drawing/2014/main" id="{8E6B2961-F009-4002-B5A2-A9970D95ABC4}"/>
              </a:ext>
            </a:extLst>
          </p:cNvPr>
          <p:cNvSpPr>
            <a:spLocks xmlns:a="http://schemas.openxmlformats.org/drawingml/2006/main" noGrp="1"/>
          </p:cNvSpPr>
          <p:nvPr/>
        </p:nvSpPr>
        <p:spPr>
          <a:xfrm xmlns:a="http://schemas.openxmlformats.org/drawingml/2006/main">
            <a:off x="4883944" y="5219700"/>
            <a:ext cx="56436" cy="95250"/>
          </a:xfrm>
          <a:prstGeom xmlns:a="http://schemas.openxmlformats.org/drawingml/2006/main" prst="rect">
            <a:avLst/>
          </a:prstGeom>
          <a:solidFill xmlns:a="http://schemas.openxmlformats.org/drawingml/2006/main">
            <a:srgbClr val="7394C7"/>
          </a:solidFill>
          <a:ln xmlns:a="http://schemas.openxmlformats.org/drawingml/2006/main" w="0">
            <a:noFill/>
          </a:ln>
        </p:spPr>
      </p:sp>
      <p:sp>
        <p:nvSpPr>
          <p:cNvPr id="566" name="">
            <a:extLst xmlns:a="http://schemas.openxmlformats.org/drawingml/2006/main">
              <a:ext uri="{FF2B5EF4-FFF2-40B4-BE49-F238E27FC236}">
                <a16:creationId xmlns:a16="http://schemas.microsoft.com/office/drawing/2014/main" id="{8E84DFA5-FF5F-41C1-BA08-7060379164C7}"/>
              </a:ext>
            </a:extLst>
          </p:cNvPr>
          <p:cNvSpPr>
            <a:spLocks xmlns:a="http://schemas.openxmlformats.org/drawingml/2006/main" noGrp="1"/>
          </p:cNvSpPr>
          <p:nvPr/>
        </p:nvSpPr>
        <p:spPr>
          <a:xfrm xmlns:a="http://schemas.openxmlformats.org/drawingml/2006/main">
            <a:off x="4939903" y="5219700"/>
            <a:ext cx="56436" cy="95250"/>
          </a:xfrm>
          <a:prstGeom xmlns:a="http://schemas.openxmlformats.org/drawingml/2006/main" prst="rect">
            <a:avLst/>
          </a:prstGeom>
          <a:solidFill xmlns:a="http://schemas.openxmlformats.org/drawingml/2006/main">
            <a:srgbClr val="6E90C5"/>
          </a:solidFill>
          <a:ln xmlns:a="http://schemas.openxmlformats.org/drawingml/2006/main" w="0">
            <a:noFill/>
          </a:ln>
        </p:spPr>
      </p:sp>
      <p:sp>
        <p:nvSpPr>
          <p:cNvPr id="567" name="">
            <a:extLst xmlns:a="http://schemas.openxmlformats.org/drawingml/2006/main">
              <a:ext uri="{FF2B5EF4-FFF2-40B4-BE49-F238E27FC236}">
                <a16:creationId xmlns:a16="http://schemas.microsoft.com/office/drawing/2014/main" id="{7D4CA7CC-5E6E-475C-A026-341412062CE5}"/>
              </a:ext>
            </a:extLst>
          </p:cNvPr>
          <p:cNvSpPr>
            <a:spLocks xmlns:a="http://schemas.openxmlformats.org/drawingml/2006/main" noGrp="1"/>
          </p:cNvSpPr>
          <p:nvPr/>
        </p:nvSpPr>
        <p:spPr>
          <a:xfrm xmlns:a="http://schemas.openxmlformats.org/drawingml/2006/main">
            <a:off x="4995863" y="5219700"/>
            <a:ext cx="56436" cy="95250"/>
          </a:xfrm>
          <a:prstGeom xmlns:a="http://schemas.openxmlformats.org/drawingml/2006/main" prst="rect">
            <a:avLst/>
          </a:prstGeom>
          <a:solidFill xmlns:a="http://schemas.openxmlformats.org/drawingml/2006/main">
            <a:srgbClr val="698CC2"/>
          </a:solidFill>
          <a:ln xmlns:a="http://schemas.openxmlformats.org/drawingml/2006/main" w="0">
            <a:noFill/>
          </a:ln>
        </p:spPr>
      </p:sp>
      <p:sp>
        <p:nvSpPr>
          <p:cNvPr id="568" name="">
            <a:extLst xmlns:a="http://schemas.openxmlformats.org/drawingml/2006/main">
              <a:ext uri="{FF2B5EF4-FFF2-40B4-BE49-F238E27FC236}">
                <a16:creationId xmlns:a16="http://schemas.microsoft.com/office/drawing/2014/main" id="{9D1737B5-3D74-4E8A-93C1-33BE946C3EE6}"/>
              </a:ext>
            </a:extLst>
          </p:cNvPr>
          <p:cNvSpPr>
            <a:spLocks xmlns:a="http://schemas.openxmlformats.org/drawingml/2006/main" noGrp="1"/>
          </p:cNvSpPr>
          <p:nvPr/>
        </p:nvSpPr>
        <p:spPr>
          <a:xfrm xmlns:a="http://schemas.openxmlformats.org/drawingml/2006/main">
            <a:off x="5051822" y="5219700"/>
            <a:ext cx="56436" cy="95250"/>
          </a:xfrm>
          <a:prstGeom xmlns:a="http://schemas.openxmlformats.org/drawingml/2006/main" prst="rect">
            <a:avLst/>
          </a:prstGeom>
          <a:solidFill xmlns:a="http://schemas.openxmlformats.org/drawingml/2006/main">
            <a:srgbClr val="6388C0"/>
          </a:solidFill>
          <a:ln xmlns:a="http://schemas.openxmlformats.org/drawingml/2006/main" w="0">
            <a:noFill/>
          </a:ln>
        </p:spPr>
      </p:sp>
      <p:sp>
        <p:nvSpPr>
          <p:cNvPr id="569" name="">
            <a:extLst xmlns:a="http://schemas.openxmlformats.org/drawingml/2006/main">
              <a:ext uri="{FF2B5EF4-FFF2-40B4-BE49-F238E27FC236}">
                <a16:creationId xmlns:a16="http://schemas.microsoft.com/office/drawing/2014/main" id="{2D55A668-20E3-41AF-BF11-EC5B0A91A1AE}"/>
              </a:ext>
            </a:extLst>
          </p:cNvPr>
          <p:cNvSpPr>
            <a:spLocks xmlns:a="http://schemas.openxmlformats.org/drawingml/2006/main" noGrp="1"/>
          </p:cNvSpPr>
          <p:nvPr/>
        </p:nvSpPr>
        <p:spPr>
          <a:xfrm xmlns:a="http://schemas.openxmlformats.org/drawingml/2006/main">
            <a:off x="5107781" y="5219700"/>
            <a:ext cx="56436" cy="95250"/>
          </a:xfrm>
          <a:prstGeom xmlns:a="http://schemas.openxmlformats.org/drawingml/2006/main" prst="rect">
            <a:avLst/>
          </a:prstGeom>
          <a:solidFill xmlns:a="http://schemas.openxmlformats.org/drawingml/2006/main">
            <a:srgbClr val="5E84BE"/>
          </a:solidFill>
          <a:ln xmlns:a="http://schemas.openxmlformats.org/drawingml/2006/main" w="0">
            <a:noFill/>
          </a:ln>
        </p:spPr>
      </p:sp>
      <p:sp>
        <p:nvSpPr>
          <p:cNvPr id="570" name="">
            <a:extLst xmlns:a="http://schemas.openxmlformats.org/drawingml/2006/main">
              <a:ext uri="{FF2B5EF4-FFF2-40B4-BE49-F238E27FC236}">
                <a16:creationId xmlns:a16="http://schemas.microsoft.com/office/drawing/2014/main" id="{FCB43AC6-5BEE-4047-8B28-94C0DD815253}"/>
              </a:ext>
            </a:extLst>
          </p:cNvPr>
          <p:cNvSpPr>
            <a:spLocks xmlns:a="http://schemas.openxmlformats.org/drawingml/2006/main" noGrp="1"/>
          </p:cNvSpPr>
          <p:nvPr/>
        </p:nvSpPr>
        <p:spPr>
          <a:xfrm xmlns:a="http://schemas.openxmlformats.org/drawingml/2006/main">
            <a:off x="5163741" y="5219700"/>
            <a:ext cx="56436" cy="95250"/>
          </a:xfrm>
          <a:prstGeom xmlns:a="http://schemas.openxmlformats.org/drawingml/2006/main" prst="rect">
            <a:avLst/>
          </a:prstGeom>
          <a:solidFill xmlns:a="http://schemas.openxmlformats.org/drawingml/2006/main">
            <a:srgbClr val="5980BC"/>
          </a:solidFill>
          <a:ln xmlns:a="http://schemas.openxmlformats.org/drawingml/2006/main" w="0">
            <a:noFill/>
          </a:ln>
        </p:spPr>
      </p:sp>
      <p:sp>
        <p:nvSpPr>
          <p:cNvPr id="571" name="">
            <a:extLst xmlns:a="http://schemas.openxmlformats.org/drawingml/2006/main">
              <a:ext uri="{FF2B5EF4-FFF2-40B4-BE49-F238E27FC236}">
                <a16:creationId xmlns:a16="http://schemas.microsoft.com/office/drawing/2014/main" id="{01822002-04D6-49FB-9E62-4FC8D3BE2236}"/>
              </a:ext>
            </a:extLst>
          </p:cNvPr>
          <p:cNvSpPr>
            <a:spLocks xmlns:a="http://schemas.openxmlformats.org/drawingml/2006/main" noGrp="1"/>
          </p:cNvSpPr>
          <p:nvPr/>
        </p:nvSpPr>
        <p:spPr>
          <a:xfrm xmlns:a="http://schemas.openxmlformats.org/drawingml/2006/main">
            <a:off x="5219700" y="5219700"/>
            <a:ext cx="56436" cy="95250"/>
          </a:xfrm>
          <a:prstGeom xmlns:a="http://schemas.openxmlformats.org/drawingml/2006/main" prst="rect">
            <a:avLst/>
          </a:prstGeom>
          <a:solidFill xmlns:a="http://schemas.openxmlformats.org/drawingml/2006/main">
            <a:srgbClr val="547CBA"/>
          </a:solidFill>
          <a:ln xmlns:a="http://schemas.openxmlformats.org/drawingml/2006/main" w="0">
            <a:noFill/>
          </a:ln>
        </p:spPr>
      </p:sp>
      <p:sp>
        <p:nvSpPr>
          <p:cNvPr id="572" name="">
            <a:extLst xmlns:a="http://schemas.openxmlformats.org/drawingml/2006/main">
              <a:ext uri="{FF2B5EF4-FFF2-40B4-BE49-F238E27FC236}">
                <a16:creationId xmlns:a16="http://schemas.microsoft.com/office/drawing/2014/main" id="{FD11C080-CA2A-48D4-B5D2-B6EE03168A3F}"/>
              </a:ext>
            </a:extLst>
          </p:cNvPr>
          <p:cNvSpPr>
            <a:spLocks xmlns:a="http://schemas.openxmlformats.org/drawingml/2006/main" noGrp="1"/>
          </p:cNvSpPr>
          <p:nvPr/>
        </p:nvSpPr>
        <p:spPr>
          <a:xfrm xmlns:a="http://schemas.openxmlformats.org/drawingml/2006/main">
            <a:off x="5275659" y="5219700"/>
            <a:ext cx="56436" cy="95250"/>
          </a:xfrm>
          <a:prstGeom xmlns:a="http://schemas.openxmlformats.org/drawingml/2006/main" prst="rect">
            <a:avLst/>
          </a:prstGeom>
          <a:solidFill xmlns:a="http://schemas.openxmlformats.org/drawingml/2006/main">
            <a:srgbClr val="4E78B8"/>
          </a:solidFill>
          <a:ln xmlns:a="http://schemas.openxmlformats.org/drawingml/2006/main" w="0">
            <a:noFill/>
          </a:ln>
        </p:spPr>
      </p:sp>
      <p:sp>
        <p:nvSpPr>
          <p:cNvPr id="573" name="">
            <a:extLst xmlns:a="http://schemas.openxmlformats.org/drawingml/2006/main">
              <a:ext uri="{FF2B5EF4-FFF2-40B4-BE49-F238E27FC236}">
                <a16:creationId xmlns:a16="http://schemas.microsoft.com/office/drawing/2014/main" id="{82B22E95-40D1-4758-B8AE-3961576F8971}"/>
              </a:ext>
            </a:extLst>
          </p:cNvPr>
          <p:cNvSpPr>
            <a:spLocks xmlns:a="http://schemas.openxmlformats.org/drawingml/2006/main" noGrp="1"/>
          </p:cNvSpPr>
          <p:nvPr/>
        </p:nvSpPr>
        <p:spPr>
          <a:xfrm xmlns:a="http://schemas.openxmlformats.org/drawingml/2006/main">
            <a:off x="5331619" y="5219700"/>
            <a:ext cx="56436" cy="95250"/>
          </a:xfrm>
          <a:prstGeom xmlns:a="http://schemas.openxmlformats.org/drawingml/2006/main" prst="rect">
            <a:avLst/>
          </a:prstGeom>
          <a:solidFill xmlns:a="http://schemas.openxmlformats.org/drawingml/2006/main">
            <a:srgbClr val="4974B6"/>
          </a:solidFill>
          <a:ln xmlns:a="http://schemas.openxmlformats.org/drawingml/2006/main" w="0">
            <a:noFill/>
          </a:ln>
        </p:spPr>
      </p:sp>
      <p:sp>
        <p:nvSpPr>
          <p:cNvPr id="574" name="">
            <a:extLst xmlns:a="http://schemas.openxmlformats.org/drawingml/2006/main">
              <a:ext uri="{FF2B5EF4-FFF2-40B4-BE49-F238E27FC236}">
                <a16:creationId xmlns:a16="http://schemas.microsoft.com/office/drawing/2014/main" id="{12DA74E8-C1CB-4390-86E2-95419F6535F2}"/>
              </a:ext>
            </a:extLst>
          </p:cNvPr>
          <p:cNvSpPr>
            <a:spLocks xmlns:a="http://schemas.openxmlformats.org/drawingml/2006/main" noGrp="1"/>
          </p:cNvSpPr>
          <p:nvPr/>
        </p:nvSpPr>
        <p:spPr>
          <a:xfrm xmlns:a="http://schemas.openxmlformats.org/drawingml/2006/main">
            <a:off x="5387578" y="5219700"/>
            <a:ext cx="56436" cy="95250"/>
          </a:xfrm>
          <a:prstGeom xmlns:a="http://schemas.openxmlformats.org/drawingml/2006/main" prst="rect">
            <a:avLst/>
          </a:prstGeom>
          <a:solidFill xmlns:a="http://schemas.openxmlformats.org/drawingml/2006/main">
            <a:srgbClr val="4470B4"/>
          </a:solidFill>
          <a:ln xmlns:a="http://schemas.openxmlformats.org/drawingml/2006/main" w="0">
            <a:noFill/>
          </a:ln>
        </p:spPr>
      </p:sp>
      <p:sp>
        <p:nvSpPr>
          <p:cNvPr id="575" name="">
            <a:extLst xmlns:a="http://schemas.openxmlformats.org/drawingml/2006/main">
              <a:ext uri="{FF2B5EF4-FFF2-40B4-BE49-F238E27FC236}">
                <a16:creationId xmlns:a16="http://schemas.microsoft.com/office/drawing/2014/main" id="{56F11060-028C-408A-A599-EA99F3E36824}"/>
              </a:ext>
            </a:extLst>
          </p:cNvPr>
          <p:cNvSpPr>
            <a:spLocks xmlns:a="http://schemas.openxmlformats.org/drawingml/2006/main" noGrp="1"/>
          </p:cNvSpPr>
          <p:nvPr/>
        </p:nvSpPr>
        <p:spPr>
          <a:xfrm xmlns:a="http://schemas.openxmlformats.org/drawingml/2006/main">
            <a:off x="5443538" y="5219700"/>
            <a:ext cx="56436" cy="95250"/>
          </a:xfrm>
          <a:prstGeom xmlns:a="http://schemas.openxmlformats.org/drawingml/2006/main" prst="rect">
            <a:avLst/>
          </a:prstGeom>
          <a:solidFill xmlns:a="http://schemas.openxmlformats.org/drawingml/2006/main">
            <a:srgbClr val="3E6CB1"/>
          </a:solidFill>
          <a:ln xmlns:a="http://schemas.openxmlformats.org/drawingml/2006/main" w="0">
            <a:noFill/>
          </a:ln>
        </p:spPr>
      </p:sp>
      <p:sp>
        <p:nvSpPr>
          <p:cNvPr id="576" name="">
            <a:extLst xmlns:a="http://schemas.openxmlformats.org/drawingml/2006/main">
              <a:ext uri="{FF2B5EF4-FFF2-40B4-BE49-F238E27FC236}">
                <a16:creationId xmlns:a16="http://schemas.microsoft.com/office/drawing/2014/main" id="{40644A38-744E-4EA7-B9F3-4C52827B51D6}"/>
              </a:ext>
            </a:extLst>
          </p:cNvPr>
          <p:cNvSpPr>
            <a:spLocks xmlns:a="http://schemas.openxmlformats.org/drawingml/2006/main" noGrp="1"/>
          </p:cNvSpPr>
          <p:nvPr/>
        </p:nvSpPr>
        <p:spPr>
          <a:xfrm xmlns:a="http://schemas.openxmlformats.org/drawingml/2006/main">
            <a:off x="5499497" y="5219700"/>
            <a:ext cx="56436" cy="95250"/>
          </a:xfrm>
          <a:prstGeom xmlns:a="http://schemas.openxmlformats.org/drawingml/2006/main" prst="rect">
            <a:avLst/>
          </a:prstGeom>
          <a:solidFill xmlns:a="http://schemas.openxmlformats.org/drawingml/2006/main">
            <a:srgbClr val="3968AF"/>
          </a:solidFill>
          <a:ln xmlns:a="http://schemas.openxmlformats.org/drawingml/2006/main" w="0">
            <a:noFill/>
          </a:ln>
        </p:spPr>
      </p:sp>
      <p:sp>
        <p:nvSpPr>
          <p:cNvPr id="577" name="">
            <a:extLst xmlns:a="http://schemas.openxmlformats.org/drawingml/2006/main">
              <a:ext uri="{FF2B5EF4-FFF2-40B4-BE49-F238E27FC236}">
                <a16:creationId xmlns:a16="http://schemas.microsoft.com/office/drawing/2014/main" id="{B10E0F2D-F300-4B14-968E-23F87AC9E2F1}"/>
              </a:ext>
            </a:extLst>
          </p:cNvPr>
          <p:cNvSpPr>
            <a:spLocks xmlns:a="http://schemas.openxmlformats.org/drawingml/2006/main" noGrp="1"/>
          </p:cNvSpPr>
          <p:nvPr/>
        </p:nvSpPr>
        <p:spPr>
          <a:xfrm xmlns:a="http://schemas.openxmlformats.org/drawingml/2006/main">
            <a:off x="5555456" y="5219700"/>
            <a:ext cx="56436" cy="95250"/>
          </a:xfrm>
          <a:prstGeom xmlns:a="http://schemas.openxmlformats.org/drawingml/2006/main" prst="rect">
            <a:avLst/>
          </a:prstGeom>
          <a:solidFill xmlns:a="http://schemas.openxmlformats.org/drawingml/2006/main">
            <a:srgbClr val="3464AD"/>
          </a:solidFill>
          <a:ln xmlns:a="http://schemas.openxmlformats.org/drawingml/2006/main" w="0">
            <a:noFill/>
          </a:ln>
        </p:spPr>
      </p:sp>
      <p:sp>
        <p:nvSpPr>
          <p:cNvPr id="578" name="">
            <a:extLst xmlns:a="http://schemas.openxmlformats.org/drawingml/2006/main">
              <a:ext uri="{FF2B5EF4-FFF2-40B4-BE49-F238E27FC236}">
                <a16:creationId xmlns:a16="http://schemas.microsoft.com/office/drawing/2014/main" id="{3CBFF148-B2AC-4F9F-B4E6-7E403DF04058}"/>
              </a:ext>
            </a:extLst>
          </p:cNvPr>
          <p:cNvSpPr>
            <a:spLocks xmlns:a="http://schemas.openxmlformats.org/drawingml/2006/main" noGrp="1"/>
          </p:cNvSpPr>
          <p:nvPr/>
        </p:nvSpPr>
        <p:spPr>
          <a:xfrm xmlns:a="http://schemas.openxmlformats.org/drawingml/2006/main">
            <a:off x="5611416" y="5219700"/>
            <a:ext cx="56436" cy="95250"/>
          </a:xfrm>
          <a:prstGeom xmlns:a="http://schemas.openxmlformats.org/drawingml/2006/main" prst="rect">
            <a:avLst/>
          </a:prstGeom>
          <a:solidFill xmlns:a="http://schemas.openxmlformats.org/drawingml/2006/main">
            <a:srgbClr val="2F60AB"/>
          </a:solidFill>
          <a:ln xmlns:a="http://schemas.openxmlformats.org/drawingml/2006/main" w="0">
            <a:noFill/>
          </a:ln>
        </p:spPr>
      </p:sp>
      <p:sp>
        <p:nvSpPr>
          <p:cNvPr id="579" name="">
            <a:extLst xmlns:a="http://schemas.openxmlformats.org/drawingml/2006/main">
              <a:ext uri="{FF2B5EF4-FFF2-40B4-BE49-F238E27FC236}">
                <a16:creationId xmlns:a16="http://schemas.microsoft.com/office/drawing/2014/main" id="{492680AF-3935-4457-A200-F72A523520C5}"/>
              </a:ext>
            </a:extLst>
          </p:cNvPr>
          <p:cNvSpPr>
            <a:spLocks xmlns:a="http://schemas.openxmlformats.org/drawingml/2006/main" noGrp="1"/>
          </p:cNvSpPr>
          <p:nvPr/>
        </p:nvSpPr>
        <p:spPr>
          <a:xfrm xmlns:a="http://schemas.openxmlformats.org/drawingml/2006/main">
            <a:off x="95250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580" name="">
            <a:extLst xmlns:a="http://schemas.openxmlformats.org/drawingml/2006/main">
              <a:ext uri="{FF2B5EF4-FFF2-40B4-BE49-F238E27FC236}">
                <a16:creationId xmlns:a16="http://schemas.microsoft.com/office/drawing/2014/main" id="{B82F6C66-BE5D-42A6-906F-5AC476E00E99}"/>
              </a:ext>
            </a:extLst>
          </p:cNvPr>
          <p:cNvSpPr>
            <a:spLocks xmlns:a="http://schemas.openxmlformats.org/drawingml/2006/main" noGrp="1"/>
          </p:cNvSpPr>
          <p:nvPr/>
        </p:nvSpPr>
        <p:spPr>
          <a:xfrm xmlns:a="http://schemas.openxmlformats.org/drawingml/2006/main">
            <a:off x="2071688"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581" name="">
            <a:extLst xmlns:a="http://schemas.openxmlformats.org/drawingml/2006/main">
              <a:ext uri="{FF2B5EF4-FFF2-40B4-BE49-F238E27FC236}">
                <a16:creationId xmlns:a16="http://schemas.microsoft.com/office/drawing/2014/main" id="{A435C58C-C671-4CBB-B285-7920FFBD6DF1}"/>
              </a:ext>
            </a:extLst>
          </p:cNvPr>
          <p:cNvSpPr>
            <a:spLocks xmlns:a="http://schemas.openxmlformats.org/drawingml/2006/main" noGrp="1"/>
          </p:cNvSpPr>
          <p:nvPr/>
        </p:nvSpPr>
        <p:spPr>
          <a:xfrm xmlns:a="http://schemas.openxmlformats.org/drawingml/2006/main">
            <a:off x="3190875"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0</a:t>
            </a:r>
          </a:p>
        </p:txBody>
      </p:sp>
      <p:sp>
        <p:nvSpPr>
          <p:cNvPr id="582" name="">
            <a:extLst xmlns:a="http://schemas.openxmlformats.org/drawingml/2006/main">
              <a:ext uri="{FF2B5EF4-FFF2-40B4-BE49-F238E27FC236}">
                <a16:creationId xmlns:a16="http://schemas.microsoft.com/office/drawing/2014/main" id="{080DEB76-E991-4930-B67C-CE25402BC7F9}"/>
              </a:ext>
            </a:extLst>
          </p:cNvPr>
          <p:cNvSpPr>
            <a:spLocks xmlns:a="http://schemas.openxmlformats.org/drawingml/2006/main" noGrp="1"/>
          </p:cNvSpPr>
          <p:nvPr/>
        </p:nvSpPr>
        <p:spPr>
          <a:xfrm xmlns:a="http://schemas.openxmlformats.org/drawingml/2006/main">
            <a:off x="4310063"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583" name="">
            <a:extLst xmlns:a="http://schemas.openxmlformats.org/drawingml/2006/main">
              <a:ext uri="{FF2B5EF4-FFF2-40B4-BE49-F238E27FC236}">
                <a16:creationId xmlns:a16="http://schemas.microsoft.com/office/drawing/2014/main" id="{8B58AF97-F773-4C43-8019-11B509D4F724}"/>
              </a:ext>
            </a:extLst>
          </p:cNvPr>
          <p:cNvSpPr>
            <a:spLocks xmlns:a="http://schemas.openxmlformats.org/drawingml/2006/main" noGrp="1"/>
          </p:cNvSpPr>
          <p:nvPr/>
        </p:nvSpPr>
        <p:spPr>
          <a:xfrm xmlns:a="http://schemas.openxmlformats.org/drawingml/2006/main">
            <a:off x="542925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584" name="">
            <a:extLst xmlns:a="http://schemas.openxmlformats.org/drawingml/2006/main">
              <a:ext uri="{FF2B5EF4-FFF2-40B4-BE49-F238E27FC236}">
                <a16:creationId xmlns:a16="http://schemas.microsoft.com/office/drawing/2014/main" id="{106F0940-17C8-4940-AB92-AD7448C44172}"/>
              </a:ext>
            </a:extLst>
          </p:cNvPr>
          <p:cNvSpPr>
            <a:spLocks xmlns:a="http://schemas.openxmlformats.org/drawingml/2006/main" noGrp="1"/>
          </p:cNvSpPr>
          <p:nvPr/>
        </p:nvSpPr>
        <p:spPr>
          <a:xfrm xmlns:a="http://schemas.openxmlformats.org/drawingml/2006/main">
            <a:off x="1047750" y="5629275"/>
            <a:ext cx="4762500" cy="3048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 vacant taxis vs normal</a:t>
            </a:r>
          </a:p>
        </p:txBody>
      </p:sp>
    </p:spTree>
    <p:extLst>
      <p:ext uri="{BB962C8B-B14F-4D97-AF65-F5344CB8AC3E}">
        <p14:creationId xmlns:p14="http://schemas.microsoft.com/office/powerpoint/2010/main" val="597896415"/>
      </p:ext>
    </p:extLst>
  </p:cSld>
</p:sld>
</file>

<file path=ppt/slides/slide6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WEEKDAY PLANNING GAPS BY AREA AND TIME</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Top 15 areas from the original planning figure. Negative gaps mean more taxis than expected.</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62</a:t>
            </a:r>
            <a:endParaRPr sz="1200"/>
          </a:p>
        </p:txBody>
      </p:sp>
      <p:sp>
        <p:nvSpPr>
          <p:cNvPr id="14" name="">
            <a:extLst xmlns:a="http://schemas.openxmlformats.org/drawingml/2006/main">
              <a:ext uri="{FF2B5EF4-FFF2-40B4-BE49-F238E27FC236}">
                <a16:creationId xmlns:a16="http://schemas.microsoft.com/office/drawing/2014/main" id="{8C54CC9B-D4AA-48A5-9545-1C4049215A4B}"/>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5D4FF551-7C0D-480A-9E74-478FC4477C78}"/>
              </a:ext>
            </a:extLst>
          </p:cNvPr>
          <p:cNvSpPr>
            <a:spLocks xmlns:a="http://schemas.openxmlformats.org/drawingml/2006/main" noGrp="1"/>
          </p:cNvSpPr>
          <p:nvPr/>
        </p:nvSpPr>
        <p:spPr>
          <a:xfrm xmlns:a="http://schemas.openxmlformats.org/drawingml/2006/main">
            <a:off x="2286000" y="20955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Changi</a:t>
            </a:r>
          </a:p>
        </p:txBody>
      </p:sp>
      <p:sp>
        <p:nvSpPr>
          <p:cNvPr id="16" name="">
            <a:extLst xmlns:a="http://schemas.openxmlformats.org/drawingml/2006/main">
              <a:ext uri="{FF2B5EF4-FFF2-40B4-BE49-F238E27FC236}">
                <a16:creationId xmlns:a16="http://schemas.microsoft.com/office/drawing/2014/main" id="{749CDC18-E65E-449D-928D-D8803F9B12CC}"/>
              </a:ext>
            </a:extLst>
          </p:cNvPr>
          <p:cNvSpPr>
            <a:spLocks xmlns:a="http://schemas.openxmlformats.org/drawingml/2006/main" noGrp="1"/>
          </p:cNvSpPr>
          <p:nvPr/>
        </p:nvSpPr>
        <p:spPr>
          <a:xfrm xmlns:a="http://schemas.openxmlformats.org/drawingml/2006/main">
            <a:off x="4381500" y="2085975"/>
            <a:ext cx="1047750" cy="228600"/>
          </a:xfrm>
          <a:prstGeom xmlns:a="http://schemas.openxmlformats.org/drawingml/2006/main" prst="rect">
            <a:avLst/>
          </a:prstGeom>
          <a:solidFill xmlns:a="http://schemas.openxmlformats.org/drawingml/2006/main">
            <a:srgbClr val="14295B"/>
          </a:solidFill>
          <a:ln xmlns:a="http://schemas.openxmlformats.org/drawingml/2006/main" w="2858">
            <a:solidFill>
              <a:srgbClr val="FBFCFE"/>
            </a:solidFill>
          </a:ln>
        </p:spPr>
      </p:sp>
      <p:sp>
        <p:nvSpPr>
          <p:cNvPr id="17" name="">
            <a:extLst xmlns:a="http://schemas.openxmlformats.org/drawingml/2006/main">
              <a:ext uri="{FF2B5EF4-FFF2-40B4-BE49-F238E27FC236}">
                <a16:creationId xmlns:a16="http://schemas.microsoft.com/office/drawing/2014/main" id="{31DA52ED-7A9E-4ADB-81D6-25CC557378E4}"/>
              </a:ext>
            </a:extLst>
          </p:cNvPr>
          <p:cNvSpPr>
            <a:spLocks xmlns:a="http://schemas.openxmlformats.org/drawingml/2006/main" noGrp="1"/>
          </p:cNvSpPr>
          <p:nvPr/>
        </p:nvSpPr>
        <p:spPr>
          <a:xfrm xmlns:a="http://schemas.openxmlformats.org/drawingml/2006/main">
            <a:off x="4381500" y="2095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33.1</a:t>
            </a:r>
          </a:p>
        </p:txBody>
      </p:sp>
      <p:sp>
        <p:nvSpPr>
          <p:cNvPr id="18" name="">
            <a:extLst xmlns:a="http://schemas.openxmlformats.org/drawingml/2006/main">
              <a:ext uri="{FF2B5EF4-FFF2-40B4-BE49-F238E27FC236}">
                <a16:creationId xmlns:a16="http://schemas.microsoft.com/office/drawing/2014/main" id="{B0F1F465-2843-438F-913A-4D67068DE56B}"/>
              </a:ext>
            </a:extLst>
          </p:cNvPr>
          <p:cNvSpPr>
            <a:spLocks xmlns:a="http://schemas.openxmlformats.org/drawingml/2006/main" noGrp="1"/>
          </p:cNvSpPr>
          <p:nvPr/>
        </p:nvSpPr>
        <p:spPr>
          <a:xfrm xmlns:a="http://schemas.openxmlformats.org/drawingml/2006/main">
            <a:off x="5429250" y="2085975"/>
            <a:ext cx="1047750" cy="228600"/>
          </a:xfrm>
          <a:prstGeom xmlns:a="http://schemas.openxmlformats.org/drawingml/2006/main" prst="rect">
            <a:avLst/>
          </a:prstGeom>
          <a:solidFill xmlns:a="http://schemas.openxmlformats.org/drawingml/2006/main">
            <a:srgbClr val="254F94"/>
          </a:solidFill>
          <a:ln xmlns:a="http://schemas.openxmlformats.org/drawingml/2006/main" w="2858">
            <a:solidFill>
              <a:srgbClr val="FBFCFE"/>
            </a:solidFill>
          </a:ln>
        </p:spPr>
      </p:sp>
      <p:sp>
        <p:nvSpPr>
          <p:cNvPr id="19" name="">
            <a:extLst xmlns:a="http://schemas.openxmlformats.org/drawingml/2006/main">
              <a:ext uri="{FF2B5EF4-FFF2-40B4-BE49-F238E27FC236}">
                <a16:creationId xmlns:a16="http://schemas.microsoft.com/office/drawing/2014/main" id="{367DCBC3-B3FB-42A8-BD81-04B287F7BA90}"/>
              </a:ext>
            </a:extLst>
          </p:cNvPr>
          <p:cNvSpPr>
            <a:spLocks xmlns:a="http://schemas.openxmlformats.org/drawingml/2006/main" noGrp="1"/>
          </p:cNvSpPr>
          <p:nvPr/>
        </p:nvSpPr>
        <p:spPr>
          <a:xfrm xmlns:a="http://schemas.openxmlformats.org/drawingml/2006/main">
            <a:off x="5429250" y="2095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25.1</a:t>
            </a:r>
          </a:p>
        </p:txBody>
      </p:sp>
      <p:sp>
        <p:nvSpPr>
          <p:cNvPr id="20" name="">
            <a:extLst xmlns:a="http://schemas.openxmlformats.org/drawingml/2006/main">
              <a:ext uri="{FF2B5EF4-FFF2-40B4-BE49-F238E27FC236}">
                <a16:creationId xmlns:a16="http://schemas.microsoft.com/office/drawing/2014/main" id="{D166CE27-ED30-47C0-97D8-02BBC0BBC02A}"/>
              </a:ext>
            </a:extLst>
          </p:cNvPr>
          <p:cNvSpPr>
            <a:spLocks xmlns:a="http://schemas.openxmlformats.org/drawingml/2006/main" noGrp="1"/>
          </p:cNvSpPr>
          <p:nvPr/>
        </p:nvSpPr>
        <p:spPr>
          <a:xfrm xmlns:a="http://schemas.openxmlformats.org/drawingml/2006/main">
            <a:off x="6477000" y="2085975"/>
            <a:ext cx="1047750" cy="228600"/>
          </a:xfrm>
          <a:prstGeom xmlns:a="http://schemas.openxmlformats.org/drawingml/2006/main" prst="rect">
            <a:avLst/>
          </a:prstGeom>
          <a:solidFill xmlns:a="http://schemas.openxmlformats.org/drawingml/2006/main">
            <a:srgbClr val="5684C9"/>
          </a:solidFill>
          <a:ln xmlns:a="http://schemas.openxmlformats.org/drawingml/2006/main" w="2858">
            <a:solidFill>
              <a:srgbClr val="FBFCFE"/>
            </a:solidFill>
          </a:ln>
        </p:spPr>
      </p:sp>
      <p:sp>
        <p:nvSpPr>
          <p:cNvPr id="21" name="">
            <a:extLst xmlns:a="http://schemas.openxmlformats.org/drawingml/2006/main">
              <a:ext uri="{FF2B5EF4-FFF2-40B4-BE49-F238E27FC236}">
                <a16:creationId xmlns:a16="http://schemas.microsoft.com/office/drawing/2014/main" id="{A8C7D55E-F3E9-4125-98FB-FA45D080419C}"/>
              </a:ext>
            </a:extLst>
          </p:cNvPr>
          <p:cNvSpPr>
            <a:spLocks xmlns:a="http://schemas.openxmlformats.org/drawingml/2006/main" noGrp="1"/>
          </p:cNvSpPr>
          <p:nvPr/>
        </p:nvSpPr>
        <p:spPr>
          <a:xfrm xmlns:a="http://schemas.openxmlformats.org/drawingml/2006/main">
            <a:off x="6477000" y="2095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17.4</a:t>
            </a:r>
          </a:p>
        </p:txBody>
      </p:sp>
      <p:sp>
        <p:nvSpPr>
          <p:cNvPr id="22" name="">
            <a:extLst xmlns:a="http://schemas.openxmlformats.org/drawingml/2006/main">
              <a:ext uri="{FF2B5EF4-FFF2-40B4-BE49-F238E27FC236}">
                <a16:creationId xmlns:a16="http://schemas.microsoft.com/office/drawing/2014/main" id="{5337B806-D2CC-4EC2-9015-1DF06D8E5032}"/>
              </a:ext>
            </a:extLst>
          </p:cNvPr>
          <p:cNvSpPr>
            <a:spLocks xmlns:a="http://schemas.openxmlformats.org/drawingml/2006/main" noGrp="1"/>
          </p:cNvSpPr>
          <p:nvPr/>
        </p:nvSpPr>
        <p:spPr>
          <a:xfrm xmlns:a="http://schemas.openxmlformats.org/drawingml/2006/main">
            <a:off x="7524750" y="20859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23" name="">
            <a:extLst xmlns:a="http://schemas.openxmlformats.org/drawingml/2006/main">
              <a:ext uri="{FF2B5EF4-FFF2-40B4-BE49-F238E27FC236}">
                <a16:creationId xmlns:a16="http://schemas.microsoft.com/office/drawing/2014/main" id="{907B651E-EC29-4C79-97A0-585B1D542D51}"/>
              </a:ext>
            </a:extLst>
          </p:cNvPr>
          <p:cNvSpPr>
            <a:spLocks xmlns:a="http://schemas.openxmlformats.org/drawingml/2006/main" noGrp="1"/>
          </p:cNvSpPr>
          <p:nvPr/>
        </p:nvSpPr>
        <p:spPr>
          <a:xfrm xmlns:a="http://schemas.openxmlformats.org/drawingml/2006/main">
            <a:off x="7524750" y="2095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−20.5</a:t>
            </a:r>
          </a:p>
        </p:txBody>
      </p:sp>
      <p:sp>
        <p:nvSpPr>
          <p:cNvPr id="24" name="">
            <a:extLst xmlns:a="http://schemas.openxmlformats.org/drawingml/2006/main">
              <a:ext uri="{FF2B5EF4-FFF2-40B4-BE49-F238E27FC236}">
                <a16:creationId xmlns:a16="http://schemas.microsoft.com/office/drawing/2014/main" id="{26EA8CDE-12FD-4640-89F8-28CD03CECF0E}"/>
              </a:ext>
            </a:extLst>
          </p:cNvPr>
          <p:cNvSpPr>
            <a:spLocks xmlns:a="http://schemas.openxmlformats.org/drawingml/2006/main" noGrp="1"/>
          </p:cNvSpPr>
          <p:nvPr/>
        </p:nvSpPr>
        <p:spPr>
          <a:xfrm xmlns:a="http://schemas.openxmlformats.org/drawingml/2006/main">
            <a:off x="8572500" y="20859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25" name="">
            <a:extLst xmlns:a="http://schemas.openxmlformats.org/drawingml/2006/main">
              <a:ext uri="{FF2B5EF4-FFF2-40B4-BE49-F238E27FC236}">
                <a16:creationId xmlns:a16="http://schemas.microsoft.com/office/drawing/2014/main" id="{F248EE4E-B3B9-4BC4-9180-882E3B825EC1}"/>
              </a:ext>
            </a:extLst>
          </p:cNvPr>
          <p:cNvSpPr>
            <a:spLocks xmlns:a="http://schemas.openxmlformats.org/drawingml/2006/main" noGrp="1"/>
          </p:cNvSpPr>
          <p:nvPr/>
        </p:nvSpPr>
        <p:spPr>
          <a:xfrm xmlns:a="http://schemas.openxmlformats.org/drawingml/2006/main">
            <a:off x="8572500" y="2095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−26.8</a:t>
            </a:r>
          </a:p>
        </p:txBody>
      </p:sp>
      <p:sp>
        <p:nvSpPr>
          <p:cNvPr id="26" name="">
            <a:extLst xmlns:a="http://schemas.openxmlformats.org/drawingml/2006/main">
              <a:ext uri="{FF2B5EF4-FFF2-40B4-BE49-F238E27FC236}">
                <a16:creationId xmlns:a16="http://schemas.microsoft.com/office/drawing/2014/main" id="{526CEE05-D18A-4D4E-9D7F-C65584782D34}"/>
              </a:ext>
            </a:extLst>
          </p:cNvPr>
          <p:cNvSpPr>
            <a:spLocks xmlns:a="http://schemas.openxmlformats.org/drawingml/2006/main" noGrp="1"/>
          </p:cNvSpPr>
          <p:nvPr/>
        </p:nvSpPr>
        <p:spPr>
          <a:xfrm xmlns:a="http://schemas.openxmlformats.org/drawingml/2006/main">
            <a:off x="2286000" y="23241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Bukit Merah</a:t>
            </a:r>
          </a:p>
        </p:txBody>
      </p:sp>
      <p:sp>
        <p:nvSpPr>
          <p:cNvPr id="27" name="">
            <a:extLst xmlns:a="http://schemas.openxmlformats.org/drawingml/2006/main">
              <a:ext uri="{FF2B5EF4-FFF2-40B4-BE49-F238E27FC236}">
                <a16:creationId xmlns:a16="http://schemas.microsoft.com/office/drawing/2014/main" id="{797DC701-435D-42BA-BEE3-4958912C8C57}"/>
              </a:ext>
            </a:extLst>
          </p:cNvPr>
          <p:cNvSpPr>
            <a:spLocks xmlns:a="http://schemas.openxmlformats.org/drawingml/2006/main" noGrp="1"/>
          </p:cNvSpPr>
          <p:nvPr/>
        </p:nvSpPr>
        <p:spPr>
          <a:xfrm xmlns:a="http://schemas.openxmlformats.org/drawingml/2006/main">
            <a:off x="4381500" y="2314575"/>
            <a:ext cx="1047750" cy="228600"/>
          </a:xfrm>
          <a:prstGeom xmlns:a="http://schemas.openxmlformats.org/drawingml/2006/main" prst="rect">
            <a:avLst/>
          </a:prstGeom>
          <a:solidFill xmlns:a="http://schemas.openxmlformats.org/drawingml/2006/main">
            <a:srgbClr val="2958A1"/>
          </a:solidFill>
          <a:ln xmlns:a="http://schemas.openxmlformats.org/drawingml/2006/main" w="2858">
            <a:solidFill>
              <a:srgbClr val="FBFCFE"/>
            </a:solidFill>
          </a:ln>
        </p:spPr>
      </p:sp>
      <p:sp>
        <p:nvSpPr>
          <p:cNvPr id="28" name="">
            <a:extLst xmlns:a="http://schemas.openxmlformats.org/drawingml/2006/main">
              <a:ext uri="{FF2B5EF4-FFF2-40B4-BE49-F238E27FC236}">
                <a16:creationId xmlns:a16="http://schemas.microsoft.com/office/drawing/2014/main" id="{62E55A19-AE6E-404A-B02A-5364B26CD24D}"/>
              </a:ext>
            </a:extLst>
          </p:cNvPr>
          <p:cNvSpPr>
            <a:spLocks xmlns:a="http://schemas.openxmlformats.org/drawingml/2006/main" noGrp="1"/>
          </p:cNvSpPr>
          <p:nvPr/>
        </p:nvSpPr>
        <p:spPr>
          <a:xfrm xmlns:a="http://schemas.openxmlformats.org/drawingml/2006/main">
            <a:off x="4381500" y="2324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23.3</a:t>
            </a:r>
          </a:p>
        </p:txBody>
      </p:sp>
      <p:sp>
        <p:nvSpPr>
          <p:cNvPr id="29" name="">
            <a:extLst xmlns:a="http://schemas.openxmlformats.org/drawingml/2006/main">
              <a:ext uri="{FF2B5EF4-FFF2-40B4-BE49-F238E27FC236}">
                <a16:creationId xmlns:a16="http://schemas.microsoft.com/office/drawing/2014/main" id="{F9241679-296D-495F-B0C4-7CE4291C1CD0}"/>
              </a:ext>
            </a:extLst>
          </p:cNvPr>
          <p:cNvSpPr>
            <a:spLocks xmlns:a="http://schemas.openxmlformats.org/drawingml/2006/main" noGrp="1"/>
          </p:cNvSpPr>
          <p:nvPr/>
        </p:nvSpPr>
        <p:spPr>
          <a:xfrm xmlns:a="http://schemas.openxmlformats.org/drawingml/2006/main">
            <a:off x="5429250" y="2314575"/>
            <a:ext cx="1047750" cy="228600"/>
          </a:xfrm>
          <a:prstGeom xmlns:a="http://schemas.openxmlformats.org/drawingml/2006/main" prst="rect">
            <a:avLst/>
          </a:prstGeom>
          <a:solidFill xmlns:a="http://schemas.openxmlformats.org/drawingml/2006/main">
            <a:srgbClr val="ACCAF3"/>
          </a:solidFill>
          <a:ln xmlns:a="http://schemas.openxmlformats.org/drawingml/2006/main" w="2858">
            <a:solidFill>
              <a:srgbClr val="FBFCFE"/>
            </a:solidFill>
          </a:ln>
        </p:spPr>
      </p:sp>
      <p:sp>
        <p:nvSpPr>
          <p:cNvPr id="30" name="">
            <a:extLst xmlns:a="http://schemas.openxmlformats.org/drawingml/2006/main">
              <a:ext uri="{FF2B5EF4-FFF2-40B4-BE49-F238E27FC236}">
                <a16:creationId xmlns:a16="http://schemas.microsoft.com/office/drawing/2014/main" id="{F9234D67-1C5C-46CF-B631-21B94785355E}"/>
              </a:ext>
            </a:extLst>
          </p:cNvPr>
          <p:cNvSpPr>
            <a:spLocks xmlns:a="http://schemas.openxmlformats.org/drawingml/2006/main" noGrp="1"/>
          </p:cNvSpPr>
          <p:nvPr/>
        </p:nvSpPr>
        <p:spPr>
          <a:xfrm xmlns:a="http://schemas.openxmlformats.org/drawingml/2006/main">
            <a:off x="5429250" y="2324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6.8</a:t>
            </a:r>
          </a:p>
        </p:txBody>
      </p:sp>
      <p:sp>
        <p:nvSpPr>
          <p:cNvPr id="31" name="">
            <a:extLst xmlns:a="http://schemas.openxmlformats.org/drawingml/2006/main">
              <a:ext uri="{FF2B5EF4-FFF2-40B4-BE49-F238E27FC236}">
                <a16:creationId xmlns:a16="http://schemas.microsoft.com/office/drawing/2014/main" id="{DD7A78F7-829D-45B4-85FB-DA6C0CE216BA}"/>
              </a:ext>
            </a:extLst>
          </p:cNvPr>
          <p:cNvSpPr>
            <a:spLocks xmlns:a="http://schemas.openxmlformats.org/drawingml/2006/main" noGrp="1"/>
          </p:cNvSpPr>
          <p:nvPr/>
        </p:nvSpPr>
        <p:spPr>
          <a:xfrm xmlns:a="http://schemas.openxmlformats.org/drawingml/2006/main">
            <a:off x="6477000" y="23145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32" name="">
            <a:extLst xmlns:a="http://schemas.openxmlformats.org/drawingml/2006/main">
              <a:ext uri="{FF2B5EF4-FFF2-40B4-BE49-F238E27FC236}">
                <a16:creationId xmlns:a16="http://schemas.microsoft.com/office/drawing/2014/main" id="{F77A7A11-5776-4431-A713-19775FDE5E36}"/>
              </a:ext>
            </a:extLst>
          </p:cNvPr>
          <p:cNvSpPr>
            <a:spLocks xmlns:a="http://schemas.openxmlformats.org/drawingml/2006/main" noGrp="1"/>
          </p:cNvSpPr>
          <p:nvPr/>
        </p:nvSpPr>
        <p:spPr>
          <a:xfrm xmlns:a="http://schemas.openxmlformats.org/drawingml/2006/main">
            <a:off x="6477000" y="2324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−28.0</a:t>
            </a:r>
          </a:p>
        </p:txBody>
      </p:sp>
      <p:sp>
        <p:nvSpPr>
          <p:cNvPr id="33" name="">
            <a:extLst xmlns:a="http://schemas.openxmlformats.org/drawingml/2006/main">
              <a:ext uri="{FF2B5EF4-FFF2-40B4-BE49-F238E27FC236}">
                <a16:creationId xmlns:a16="http://schemas.microsoft.com/office/drawing/2014/main" id="{3D6C8C47-6939-4706-B85C-A21FEF5370F2}"/>
              </a:ext>
            </a:extLst>
          </p:cNvPr>
          <p:cNvSpPr>
            <a:spLocks xmlns:a="http://schemas.openxmlformats.org/drawingml/2006/main" noGrp="1"/>
          </p:cNvSpPr>
          <p:nvPr/>
        </p:nvSpPr>
        <p:spPr>
          <a:xfrm xmlns:a="http://schemas.openxmlformats.org/drawingml/2006/main">
            <a:off x="7524750" y="2314575"/>
            <a:ext cx="1047750" cy="228600"/>
          </a:xfrm>
          <a:prstGeom xmlns:a="http://schemas.openxmlformats.org/drawingml/2006/main" prst="rect">
            <a:avLst/>
          </a:prstGeom>
          <a:solidFill xmlns:a="http://schemas.openxmlformats.org/drawingml/2006/main">
            <a:srgbClr val="3263AE"/>
          </a:solidFill>
          <a:ln xmlns:a="http://schemas.openxmlformats.org/drawingml/2006/main" w="2858">
            <a:solidFill>
              <a:srgbClr val="FBFCFE"/>
            </a:solidFill>
          </a:ln>
        </p:spPr>
      </p:sp>
      <p:sp>
        <p:nvSpPr>
          <p:cNvPr id="34" name="">
            <a:extLst xmlns:a="http://schemas.openxmlformats.org/drawingml/2006/main">
              <a:ext uri="{FF2B5EF4-FFF2-40B4-BE49-F238E27FC236}">
                <a16:creationId xmlns:a16="http://schemas.microsoft.com/office/drawing/2014/main" id="{789B6D78-C1FA-4A84-945B-30B76AD0233C}"/>
              </a:ext>
            </a:extLst>
          </p:cNvPr>
          <p:cNvSpPr>
            <a:spLocks xmlns:a="http://schemas.openxmlformats.org/drawingml/2006/main" noGrp="1"/>
          </p:cNvSpPr>
          <p:nvPr/>
        </p:nvSpPr>
        <p:spPr>
          <a:xfrm xmlns:a="http://schemas.openxmlformats.org/drawingml/2006/main">
            <a:off x="7524750" y="2324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21.4</a:t>
            </a:r>
          </a:p>
        </p:txBody>
      </p:sp>
      <p:sp>
        <p:nvSpPr>
          <p:cNvPr id="35" name="">
            <a:extLst xmlns:a="http://schemas.openxmlformats.org/drawingml/2006/main">
              <a:ext uri="{FF2B5EF4-FFF2-40B4-BE49-F238E27FC236}">
                <a16:creationId xmlns:a16="http://schemas.microsoft.com/office/drawing/2014/main" id="{559EA82E-D905-47C6-943E-EAB80378DD21}"/>
              </a:ext>
            </a:extLst>
          </p:cNvPr>
          <p:cNvSpPr>
            <a:spLocks xmlns:a="http://schemas.openxmlformats.org/drawingml/2006/main" noGrp="1"/>
          </p:cNvSpPr>
          <p:nvPr/>
        </p:nvSpPr>
        <p:spPr>
          <a:xfrm xmlns:a="http://schemas.openxmlformats.org/drawingml/2006/main">
            <a:off x="8572500" y="2314575"/>
            <a:ext cx="1047750" cy="228600"/>
          </a:xfrm>
          <a:prstGeom xmlns:a="http://schemas.openxmlformats.org/drawingml/2006/main" prst="rect">
            <a:avLst/>
          </a:prstGeom>
          <a:solidFill xmlns:a="http://schemas.openxmlformats.org/drawingml/2006/main">
            <a:srgbClr val="265197"/>
          </a:solidFill>
          <a:ln xmlns:a="http://schemas.openxmlformats.org/drawingml/2006/main" w="2858">
            <a:solidFill>
              <a:srgbClr val="FBFCFE"/>
            </a:solidFill>
          </a:ln>
        </p:spPr>
      </p:sp>
      <p:sp>
        <p:nvSpPr>
          <p:cNvPr id="36" name="">
            <a:extLst xmlns:a="http://schemas.openxmlformats.org/drawingml/2006/main">
              <a:ext uri="{FF2B5EF4-FFF2-40B4-BE49-F238E27FC236}">
                <a16:creationId xmlns:a16="http://schemas.microsoft.com/office/drawing/2014/main" id="{84BF374F-0C76-4324-A652-577AA2D4DF69}"/>
              </a:ext>
            </a:extLst>
          </p:cNvPr>
          <p:cNvSpPr>
            <a:spLocks xmlns:a="http://schemas.openxmlformats.org/drawingml/2006/main" noGrp="1"/>
          </p:cNvSpPr>
          <p:nvPr/>
        </p:nvSpPr>
        <p:spPr>
          <a:xfrm xmlns:a="http://schemas.openxmlformats.org/drawingml/2006/main">
            <a:off x="8572500" y="2324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24.8</a:t>
            </a:r>
          </a:p>
        </p:txBody>
      </p:sp>
      <p:sp>
        <p:nvSpPr>
          <p:cNvPr id="37" name="">
            <a:extLst xmlns:a="http://schemas.openxmlformats.org/drawingml/2006/main">
              <a:ext uri="{FF2B5EF4-FFF2-40B4-BE49-F238E27FC236}">
                <a16:creationId xmlns:a16="http://schemas.microsoft.com/office/drawing/2014/main" id="{F7DB5891-F6A0-4007-9FF0-3F234A30FC09}"/>
              </a:ext>
            </a:extLst>
          </p:cNvPr>
          <p:cNvSpPr>
            <a:spLocks xmlns:a="http://schemas.openxmlformats.org/drawingml/2006/main" noGrp="1"/>
          </p:cNvSpPr>
          <p:nvPr/>
        </p:nvSpPr>
        <p:spPr>
          <a:xfrm xmlns:a="http://schemas.openxmlformats.org/drawingml/2006/main">
            <a:off x="2286000" y="25527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Downtown Core</a:t>
            </a:r>
          </a:p>
        </p:txBody>
      </p:sp>
      <p:sp>
        <p:nvSpPr>
          <p:cNvPr id="38" name="">
            <a:extLst xmlns:a="http://schemas.openxmlformats.org/drawingml/2006/main">
              <a:ext uri="{FF2B5EF4-FFF2-40B4-BE49-F238E27FC236}">
                <a16:creationId xmlns:a16="http://schemas.microsoft.com/office/drawing/2014/main" id="{48B58840-4949-4848-97C1-ED1FADAA7C3F}"/>
              </a:ext>
            </a:extLst>
          </p:cNvPr>
          <p:cNvSpPr>
            <a:spLocks xmlns:a="http://schemas.openxmlformats.org/drawingml/2006/main" noGrp="1"/>
          </p:cNvSpPr>
          <p:nvPr/>
        </p:nvSpPr>
        <p:spPr>
          <a:xfrm xmlns:a="http://schemas.openxmlformats.org/drawingml/2006/main">
            <a:off x="4381500" y="2543175"/>
            <a:ext cx="1047750" cy="228600"/>
          </a:xfrm>
          <a:prstGeom xmlns:a="http://schemas.openxmlformats.org/drawingml/2006/main" prst="rect">
            <a:avLst/>
          </a:prstGeom>
          <a:solidFill xmlns:a="http://schemas.openxmlformats.org/drawingml/2006/main">
            <a:srgbClr val="3D6DB6"/>
          </a:solidFill>
          <a:ln xmlns:a="http://schemas.openxmlformats.org/drawingml/2006/main" w="2858">
            <a:solidFill>
              <a:srgbClr val="FBFCFE"/>
            </a:solidFill>
          </a:ln>
        </p:spPr>
      </p:sp>
      <p:sp>
        <p:nvSpPr>
          <p:cNvPr id="39" name="">
            <a:extLst xmlns:a="http://schemas.openxmlformats.org/drawingml/2006/main">
              <a:ext uri="{FF2B5EF4-FFF2-40B4-BE49-F238E27FC236}">
                <a16:creationId xmlns:a16="http://schemas.microsoft.com/office/drawing/2014/main" id="{00ADCC04-B675-4EE2-8A69-885B0148E7D1}"/>
              </a:ext>
            </a:extLst>
          </p:cNvPr>
          <p:cNvSpPr>
            <a:spLocks xmlns:a="http://schemas.openxmlformats.org/drawingml/2006/main" noGrp="1"/>
          </p:cNvSpPr>
          <p:nvPr/>
        </p:nvSpPr>
        <p:spPr>
          <a:xfrm xmlns:a="http://schemas.openxmlformats.org/drawingml/2006/main">
            <a:off x="4381500" y="2552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20.2</a:t>
            </a:r>
          </a:p>
        </p:txBody>
      </p:sp>
      <p:sp>
        <p:nvSpPr>
          <p:cNvPr id="40" name="">
            <a:extLst xmlns:a="http://schemas.openxmlformats.org/drawingml/2006/main">
              <a:ext uri="{FF2B5EF4-FFF2-40B4-BE49-F238E27FC236}">
                <a16:creationId xmlns:a16="http://schemas.microsoft.com/office/drawing/2014/main" id="{6A5253B9-5EB4-4963-BBDB-2EBAF5F00331}"/>
              </a:ext>
            </a:extLst>
          </p:cNvPr>
          <p:cNvSpPr>
            <a:spLocks xmlns:a="http://schemas.openxmlformats.org/drawingml/2006/main" noGrp="1"/>
          </p:cNvSpPr>
          <p:nvPr/>
        </p:nvSpPr>
        <p:spPr>
          <a:xfrm xmlns:a="http://schemas.openxmlformats.org/drawingml/2006/main">
            <a:off x="5429250" y="2543175"/>
            <a:ext cx="1047750" cy="228600"/>
          </a:xfrm>
          <a:prstGeom xmlns:a="http://schemas.openxmlformats.org/drawingml/2006/main" prst="rect">
            <a:avLst/>
          </a:prstGeom>
          <a:solidFill xmlns:a="http://schemas.openxmlformats.org/drawingml/2006/main">
            <a:srgbClr val="A0C2F2"/>
          </a:solidFill>
          <a:ln xmlns:a="http://schemas.openxmlformats.org/drawingml/2006/main" w="2858">
            <a:solidFill>
              <a:srgbClr val="FBFCFE"/>
            </a:solidFill>
          </a:ln>
        </p:spPr>
      </p:sp>
      <p:sp>
        <p:nvSpPr>
          <p:cNvPr id="41" name="">
            <a:extLst xmlns:a="http://schemas.openxmlformats.org/drawingml/2006/main">
              <a:ext uri="{FF2B5EF4-FFF2-40B4-BE49-F238E27FC236}">
                <a16:creationId xmlns:a16="http://schemas.microsoft.com/office/drawing/2014/main" id="{F79A1741-A10D-4B06-B0C7-E89E3CB7F422}"/>
              </a:ext>
            </a:extLst>
          </p:cNvPr>
          <p:cNvSpPr>
            <a:spLocks xmlns:a="http://schemas.openxmlformats.org/drawingml/2006/main" noGrp="1"/>
          </p:cNvSpPr>
          <p:nvPr/>
        </p:nvSpPr>
        <p:spPr>
          <a:xfrm xmlns:a="http://schemas.openxmlformats.org/drawingml/2006/main">
            <a:off x="5429250" y="2552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8.6</a:t>
            </a:r>
          </a:p>
        </p:txBody>
      </p:sp>
      <p:sp>
        <p:nvSpPr>
          <p:cNvPr id="42" name="">
            <a:extLst xmlns:a="http://schemas.openxmlformats.org/drawingml/2006/main">
              <a:ext uri="{FF2B5EF4-FFF2-40B4-BE49-F238E27FC236}">
                <a16:creationId xmlns:a16="http://schemas.microsoft.com/office/drawing/2014/main" id="{E9E6632A-E8C7-4A6E-BD99-D54C39D0842D}"/>
              </a:ext>
            </a:extLst>
          </p:cNvPr>
          <p:cNvSpPr>
            <a:spLocks xmlns:a="http://schemas.openxmlformats.org/drawingml/2006/main" noGrp="1"/>
          </p:cNvSpPr>
          <p:nvPr/>
        </p:nvSpPr>
        <p:spPr>
          <a:xfrm xmlns:a="http://schemas.openxmlformats.org/drawingml/2006/main">
            <a:off x="6477000" y="2543175"/>
            <a:ext cx="1047750" cy="228600"/>
          </a:xfrm>
          <a:prstGeom xmlns:a="http://schemas.openxmlformats.org/drawingml/2006/main" prst="rect">
            <a:avLst/>
          </a:prstGeom>
          <a:solidFill xmlns:a="http://schemas.openxmlformats.org/drawingml/2006/main">
            <a:srgbClr val="A1C3F2"/>
          </a:solidFill>
          <a:ln xmlns:a="http://schemas.openxmlformats.org/drawingml/2006/main" w="2858">
            <a:solidFill>
              <a:srgbClr val="FBFCFE"/>
            </a:solidFill>
          </a:ln>
        </p:spPr>
      </p:sp>
      <p:sp>
        <p:nvSpPr>
          <p:cNvPr id="43" name="">
            <a:extLst xmlns:a="http://schemas.openxmlformats.org/drawingml/2006/main">
              <a:ext uri="{FF2B5EF4-FFF2-40B4-BE49-F238E27FC236}">
                <a16:creationId xmlns:a16="http://schemas.microsoft.com/office/drawing/2014/main" id="{D6014D87-0C5F-476D-981E-3449A6BEBC5C}"/>
              </a:ext>
            </a:extLst>
          </p:cNvPr>
          <p:cNvSpPr>
            <a:spLocks xmlns:a="http://schemas.openxmlformats.org/drawingml/2006/main" noGrp="1"/>
          </p:cNvSpPr>
          <p:nvPr/>
        </p:nvSpPr>
        <p:spPr>
          <a:xfrm xmlns:a="http://schemas.openxmlformats.org/drawingml/2006/main">
            <a:off x="6477000" y="2552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8.5</a:t>
            </a:r>
          </a:p>
        </p:txBody>
      </p:sp>
      <p:sp>
        <p:nvSpPr>
          <p:cNvPr id="44" name="">
            <a:extLst xmlns:a="http://schemas.openxmlformats.org/drawingml/2006/main">
              <a:ext uri="{FF2B5EF4-FFF2-40B4-BE49-F238E27FC236}">
                <a16:creationId xmlns:a16="http://schemas.microsoft.com/office/drawing/2014/main" id="{75AC9369-3DE5-479C-A443-EE4F0D9D1BA8}"/>
              </a:ext>
            </a:extLst>
          </p:cNvPr>
          <p:cNvSpPr>
            <a:spLocks xmlns:a="http://schemas.openxmlformats.org/drawingml/2006/main" noGrp="1"/>
          </p:cNvSpPr>
          <p:nvPr/>
        </p:nvSpPr>
        <p:spPr>
          <a:xfrm xmlns:a="http://schemas.openxmlformats.org/drawingml/2006/main">
            <a:off x="7524750" y="2543175"/>
            <a:ext cx="1047750" cy="228600"/>
          </a:xfrm>
          <a:prstGeom xmlns:a="http://schemas.openxmlformats.org/drawingml/2006/main" prst="rect">
            <a:avLst/>
          </a:prstGeom>
          <a:solidFill xmlns:a="http://schemas.openxmlformats.org/drawingml/2006/main">
            <a:srgbClr val="B6CFF3"/>
          </a:solidFill>
          <a:ln xmlns:a="http://schemas.openxmlformats.org/drawingml/2006/main" w="2858">
            <a:solidFill>
              <a:srgbClr val="FBFCFE"/>
            </a:solidFill>
          </a:ln>
        </p:spPr>
      </p:sp>
      <p:sp>
        <p:nvSpPr>
          <p:cNvPr id="45" name="">
            <a:extLst xmlns:a="http://schemas.openxmlformats.org/drawingml/2006/main">
              <a:ext uri="{FF2B5EF4-FFF2-40B4-BE49-F238E27FC236}">
                <a16:creationId xmlns:a16="http://schemas.microsoft.com/office/drawing/2014/main" id="{A69335DF-A835-4FC5-91C7-9652E2BC8EEF}"/>
              </a:ext>
            </a:extLst>
          </p:cNvPr>
          <p:cNvSpPr>
            <a:spLocks xmlns:a="http://schemas.openxmlformats.org/drawingml/2006/main" noGrp="1"/>
          </p:cNvSpPr>
          <p:nvPr/>
        </p:nvSpPr>
        <p:spPr>
          <a:xfrm xmlns:a="http://schemas.openxmlformats.org/drawingml/2006/main">
            <a:off x="7524750" y="2552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5.4</a:t>
            </a:r>
          </a:p>
        </p:txBody>
      </p:sp>
      <p:sp>
        <p:nvSpPr>
          <p:cNvPr id="46" name="">
            <a:extLst xmlns:a="http://schemas.openxmlformats.org/drawingml/2006/main">
              <a:ext uri="{FF2B5EF4-FFF2-40B4-BE49-F238E27FC236}">
                <a16:creationId xmlns:a16="http://schemas.microsoft.com/office/drawing/2014/main" id="{24B0C2F4-F6BE-43B8-A997-8241B888AEDE}"/>
              </a:ext>
            </a:extLst>
          </p:cNvPr>
          <p:cNvSpPr>
            <a:spLocks xmlns:a="http://schemas.openxmlformats.org/drawingml/2006/main" noGrp="1"/>
          </p:cNvSpPr>
          <p:nvPr/>
        </p:nvSpPr>
        <p:spPr>
          <a:xfrm xmlns:a="http://schemas.openxmlformats.org/drawingml/2006/main">
            <a:off x="8572500" y="25431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47" name="">
            <a:extLst xmlns:a="http://schemas.openxmlformats.org/drawingml/2006/main">
              <a:ext uri="{FF2B5EF4-FFF2-40B4-BE49-F238E27FC236}">
                <a16:creationId xmlns:a16="http://schemas.microsoft.com/office/drawing/2014/main" id="{A610FECA-BEC6-4BED-820F-A21069C1A372}"/>
              </a:ext>
            </a:extLst>
          </p:cNvPr>
          <p:cNvSpPr>
            <a:spLocks xmlns:a="http://schemas.openxmlformats.org/drawingml/2006/main" noGrp="1"/>
          </p:cNvSpPr>
          <p:nvPr/>
        </p:nvSpPr>
        <p:spPr>
          <a:xfrm xmlns:a="http://schemas.openxmlformats.org/drawingml/2006/main">
            <a:off x="8572500" y="2552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−15.6</a:t>
            </a:r>
          </a:p>
        </p:txBody>
      </p:sp>
      <p:sp>
        <p:nvSpPr>
          <p:cNvPr id="48" name="">
            <a:extLst xmlns:a="http://schemas.openxmlformats.org/drawingml/2006/main">
              <a:ext uri="{FF2B5EF4-FFF2-40B4-BE49-F238E27FC236}">
                <a16:creationId xmlns:a16="http://schemas.microsoft.com/office/drawing/2014/main" id="{E5A08CEC-E3B0-4E1D-B320-FE42E7A000A5}"/>
              </a:ext>
            </a:extLst>
          </p:cNvPr>
          <p:cNvSpPr>
            <a:spLocks xmlns:a="http://schemas.openxmlformats.org/drawingml/2006/main" noGrp="1"/>
          </p:cNvSpPr>
          <p:nvPr/>
        </p:nvSpPr>
        <p:spPr>
          <a:xfrm xmlns:a="http://schemas.openxmlformats.org/drawingml/2006/main">
            <a:off x="2286000" y="27813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Geylang</a:t>
            </a:r>
          </a:p>
        </p:txBody>
      </p:sp>
      <p:sp>
        <p:nvSpPr>
          <p:cNvPr id="49" name="">
            <a:extLst xmlns:a="http://schemas.openxmlformats.org/drawingml/2006/main">
              <a:ext uri="{FF2B5EF4-FFF2-40B4-BE49-F238E27FC236}">
                <a16:creationId xmlns:a16="http://schemas.microsoft.com/office/drawing/2014/main" id="{3BC33F2C-F565-4AAB-9764-FFC6CC8B6D65}"/>
              </a:ext>
            </a:extLst>
          </p:cNvPr>
          <p:cNvSpPr>
            <a:spLocks xmlns:a="http://schemas.openxmlformats.org/drawingml/2006/main" noGrp="1"/>
          </p:cNvSpPr>
          <p:nvPr/>
        </p:nvSpPr>
        <p:spPr>
          <a:xfrm xmlns:a="http://schemas.openxmlformats.org/drawingml/2006/main">
            <a:off x="4381500" y="2771775"/>
            <a:ext cx="1047750" cy="228600"/>
          </a:xfrm>
          <a:prstGeom xmlns:a="http://schemas.openxmlformats.org/drawingml/2006/main" prst="rect">
            <a:avLst/>
          </a:prstGeom>
          <a:solidFill xmlns:a="http://schemas.openxmlformats.org/drawingml/2006/main">
            <a:srgbClr val="C1D6F3"/>
          </a:solidFill>
          <a:ln xmlns:a="http://schemas.openxmlformats.org/drawingml/2006/main" w="2858">
            <a:solidFill>
              <a:srgbClr val="FBFCFE"/>
            </a:solidFill>
          </a:ln>
        </p:spPr>
      </p:sp>
      <p:sp>
        <p:nvSpPr>
          <p:cNvPr id="50" name="">
            <a:extLst xmlns:a="http://schemas.openxmlformats.org/drawingml/2006/main">
              <a:ext uri="{FF2B5EF4-FFF2-40B4-BE49-F238E27FC236}">
                <a16:creationId xmlns:a16="http://schemas.microsoft.com/office/drawing/2014/main" id="{4822E365-C7AB-4943-93A0-80C3C69194CA}"/>
              </a:ext>
            </a:extLst>
          </p:cNvPr>
          <p:cNvSpPr>
            <a:spLocks xmlns:a="http://schemas.openxmlformats.org/drawingml/2006/main" noGrp="1"/>
          </p:cNvSpPr>
          <p:nvPr/>
        </p:nvSpPr>
        <p:spPr>
          <a:xfrm xmlns:a="http://schemas.openxmlformats.org/drawingml/2006/main">
            <a:off x="4381500" y="2781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3.9</a:t>
            </a:r>
          </a:p>
        </p:txBody>
      </p:sp>
      <p:sp>
        <p:nvSpPr>
          <p:cNvPr id="51" name="">
            <a:extLst xmlns:a="http://schemas.openxmlformats.org/drawingml/2006/main">
              <a:ext uri="{FF2B5EF4-FFF2-40B4-BE49-F238E27FC236}">
                <a16:creationId xmlns:a16="http://schemas.microsoft.com/office/drawing/2014/main" id="{CDC43673-94D0-449E-B9F5-419340EB9F9D}"/>
              </a:ext>
            </a:extLst>
          </p:cNvPr>
          <p:cNvSpPr>
            <a:spLocks xmlns:a="http://schemas.openxmlformats.org/drawingml/2006/main" noGrp="1"/>
          </p:cNvSpPr>
          <p:nvPr/>
        </p:nvSpPr>
        <p:spPr>
          <a:xfrm xmlns:a="http://schemas.openxmlformats.org/drawingml/2006/main">
            <a:off x="5429250" y="2771775"/>
            <a:ext cx="1047750" cy="228600"/>
          </a:xfrm>
          <a:prstGeom xmlns:a="http://schemas.openxmlformats.org/drawingml/2006/main" prst="rect">
            <a:avLst/>
          </a:prstGeom>
          <a:solidFill xmlns:a="http://schemas.openxmlformats.org/drawingml/2006/main">
            <a:srgbClr val="5280C6"/>
          </a:solidFill>
          <a:ln xmlns:a="http://schemas.openxmlformats.org/drawingml/2006/main" w="2858">
            <a:solidFill>
              <a:srgbClr val="FBFCFE"/>
            </a:solidFill>
          </a:ln>
        </p:spPr>
      </p:sp>
      <p:sp>
        <p:nvSpPr>
          <p:cNvPr id="52" name="">
            <a:extLst xmlns:a="http://schemas.openxmlformats.org/drawingml/2006/main">
              <a:ext uri="{FF2B5EF4-FFF2-40B4-BE49-F238E27FC236}">
                <a16:creationId xmlns:a16="http://schemas.microsoft.com/office/drawing/2014/main" id="{70D741F2-0E74-400D-BF45-01E86720F91E}"/>
              </a:ext>
            </a:extLst>
          </p:cNvPr>
          <p:cNvSpPr>
            <a:spLocks xmlns:a="http://schemas.openxmlformats.org/drawingml/2006/main" noGrp="1"/>
          </p:cNvSpPr>
          <p:nvPr/>
        </p:nvSpPr>
        <p:spPr>
          <a:xfrm xmlns:a="http://schemas.openxmlformats.org/drawingml/2006/main">
            <a:off x="5429250" y="2781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17.9</a:t>
            </a:r>
          </a:p>
        </p:txBody>
      </p:sp>
      <p:sp>
        <p:nvSpPr>
          <p:cNvPr id="53" name="">
            <a:extLst xmlns:a="http://schemas.openxmlformats.org/drawingml/2006/main">
              <a:ext uri="{FF2B5EF4-FFF2-40B4-BE49-F238E27FC236}">
                <a16:creationId xmlns:a16="http://schemas.microsoft.com/office/drawing/2014/main" id="{F63BDBF8-6812-4A30-A2DF-098CEA3009B6}"/>
              </a:ext>
            </a:extLst>
          </p:cNvPr>
          <p:cNvSpPr>
            <a:spLocks xmlns:a="http://schemas.openxmlformats.org/drawingml/2006/main" noGrp="1"/>
          </p:cNvSpPr>
          <p:nvPr/>
        </p:nvSpPr>
        <p:spPr>
          <a:xfrm xmlns:a="http://schemas.openxmlformats.org/drawingml/2006/main">
            <a:off x="6477000" y="27717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54" name="">
            <a:extLst xmlns:a="http://schemas.openxmlformats.org/drawingml/2006/main">
              <a:ext uri="{FF2B5EF4-FFF2-40B4-BE49-F238E27FC236}">
                <a16:creationId xmlns:a16="http://schemas.microsoft.com/office/drawing/2014/main" id="{D09D6A5E-3301-4E05-963E-3F4AE836FE17}"/>
              </a:ext>
            </a:extLst>
          </p:cNvPr>
          <p:cNvSpPr>
            <a:spLocks xmlns:a="http://schemas.openxmlformats.org/drawingml/2006/main" noGrp="1"/>
          </p:cNvSpPr>
          <p:nvPr/>
        </p:nvSpPr>
        <p:spPr>
          <a:xfrm xmlns:a="http://schemas.openxmlformats.org/drawingml/2006/main">
            <a:off x="6477000" y="2781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0.0</a:t>
            </a:r>
          </a:p>
        </p:txBody>
      </p:sp>
      <p:sp>
        <p:nvSpPr>
          <p:cNvPr id="55" name="">
            <a:extLst xmlns:a="http://schemas.openxmlformats.org/drawingml/2006/main">
              <a:ext uri="{FF2B5EF4-FFF2-40B4-BE49-F238E27FC236}">
                <a16:creationId xmlns:a16="http://schemas.microsoft.com/office/drawing/2014/main" id="{D0CF8D07-6665-4864-82EE-372BB9F0C345}"/>
              </a:ext>
            </a:extLst>
          </p:cNvPr>
          <p:cNvSpPr>
            <a:spLocks xmlns:a="http://schemas.openxmlformats.org/drawingml/2006/main" noGrp="1"/>
          </p:cNvSpPr>
          <p:nvPr/>
        </p:nvSpPr>
        <p:spPr>
          <a:xfrm xmlns:a="http://schemas.openxmlformats.org/drawingml/2006/main">
            <a:off x="7524750" y="2771775"/>
            <a:ext cx="1047750" cy="228600"/>
          </a:xfrm>
          <a:prstGeom xmlns:a="http://schemas.openxmlformats.org/drawingml/2006/main" prst="rect">
            <a:avLst/>
          </a:prstGeom>
          <a:solidFill xmlns:a="http://schemas.openxmlformats.org/drawingml/2006/main">
            <a:srgbClr val="5F8CCF"/>
          </a:solidFill>
          <a:ln xmlns:a="http://schemas.openxmlformats.org/drawingml/2006/main" w="2858">
            <a:solidFill>
              <a:srgbClr val="FBFCFE"/>
            </a:solidFill>
          </a:ln>
        </p:spPr>
      </p:sp>
      <p:sp>
        <p:nvSpPr>
          <p:cNvPr id="56" name="">
            <a:extLst xmlns:a="http://schemas.openxmlformats.org/drawingml/2006/main">
              <a:ext uri="{FF2B5EF4-FFF2-40B4-BE49-F238E27FC236}">
                <a16:creationId xmlns:a16="http://schemas.microsoft.com/office/drawing/2014/main" id="{AEECEB2E-D813-4B6E-948B-2B17E7ABAF87}"/>
              </a:ext>
            </a:extLst>
          </p:cNvPr>
          <p:cNvSpPr>
            <a:spLocks xmlns:a="http://schemas.openxmlformats.org/drawingml/2006/main" noGrp="1"/>
          </p:cNvSpPr>
          <p:nvPr/>
        </p:nvSpPr>
        <p:spPr>
          <a:xfrm xmlns:a="http://schemas.openxmlformats.org/drawingml/2006/main">
            <a:off x="7524750" y="2781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16.5</a:t>
            </a:r>
          </a:p>
        </p:txBody>
      </p:sp>
      <p:sp>
        <p:nvSpPr>
          <p:cNvPr id="57" name="">
            <a:extLst xmlns:a="http://schemas.openxmlformats.org/drawingml/2006/main">
              <a:ext uri="{FF2B5EF4-FFF2-40B4-BE49-F238E27FC236}">
                <a16:creationId xmlns:a16="http://schemas.microsoft.com/office/drawing/2014/main" id="{B0C6AFAB-B40E-4D1E-8BC3-6E111FE102A7}"/>
              </a:ext>
            </a:extLst>
          </p:cNvPr>
          <p:cNvSpPr>
            <a:spLocks xmlns:a="http://schemas.openxmlformats.org/drawingml/2006/main" noGrp="1"/>
          </p:cNvSpPr>
          <p:nvPr/>
        </p:nvSpPr>
        <p:spPr>
          <a:xfrm xmlns:a="http://schemas.openxmlformats.org/drawingml/2006/main">
            <a:off x="8572500" y="2771775"/>
            <a:ext cx="1047750" cy="228600"/>
          </a:xfrm>
          <a:prstGeom xmlns:a="http://schemas.openxmlformats.org/drawingml/2006/main" prst="rect">
            <a:avLst/>
          </a:prstGeom>
          <a:solidFill xmlns:a="http://schemas.openxmlformats.org/drawingml/2006/main">
            <a:srgbClr val="6B97D8"/>
          </a:solidFill>
          <a:ln xmlns:a="http://schemas.openxmlformats.org/drawingml/2006/main" w="2858">
            <a:solidFill>
              <a:srgbClr val="FBFCFE"/>
            </a:solidFill>
          </a:ln>
        </p:spPr>
      </p:sp>
      <p:sp>
        <p:nvSpPr>
          <p:cNvPr id="58" name="">
            <a:extLst xmlns:a="http://schemas.openxmlformats.org/drawingml/2006/main">
              <a:ext uri="{FF2B5EF4-FFF2-40B4-BE49-F238E27FC236}">
                <a16:creationId xmlns:a16="http://schemas.microsoft.com/office/drawing/2014/main" id="{38BDC7FC-7E50-49E1-841C-93F13181BAEE}"/>
              </a:ext>
            </a:extLst>
          </p:cNvPr>
          <p:cNvSpPr>
            <a:spLocks xmlns:a="http://schemas.openxmlformats.org/drawingml/2006/main" noGrp="1"/>
          </p:cNvSpPr>
          <p:nvPr/>
        </p:nvSpPr>
        <p:spPr>
          <a:xfrm xmlns:a="http://schemas.openxmlformats.org/drawingml/2006/main">
            <a:off x="8572500" y="2781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15.1</a:t>
            </a:r>
          </a:p>
        </p:txBody>
      </p:sp>
      <p:sp>
        <p:nvSpPr>
          <p:cNvPr id="59" name="">
            <a:extLst xmlns:a="http://schemas.openxmlformats.org/drawingml/2006/main">
              <a:ext uri="{FF2B5EF4-FFF2-40B4-BE49-F238E27FC236}">
                <a16:creationId xmlns:a16="http://schemas.microsoft.com/office/drawing/2014/main" id="{850CE0C7-EAFA-4D82-9177-8A37997FC0C5}"/>
              </a:ext>
            </a:extLst>
          </p:cNvPr>
          <p:cNvSpPr>
            <a:spLocks xmlns:a="http://schemas.openxmlformats.org/drawingml/2006/main" noGrp="1"/>
          </p:cNvSpPr>
          <p:nvPr/>
        </p:nvSpPr>
        <p:spPr>
          <a:xfrm xmlns:a="http://schemas.openxmlformats.org/drawingml/2006/main">
            <a:off x="2286000" y="30099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Kallang</a:t>
            </a:r>
          </a:p>
        </p:txBody>
      </p:sp>
      <p:sp>
        <p:nvSpPr>
          <p:cNvPr id="60" name="">
            <a:extLst xmlns:a="http://schemas.openxmlformats.org/drawingml/2006/main">
              <a:ext uri="{FF2B5EF4-FFF2-40B4-BE49-F238E27FC236}">
                <a16:creationId xmlns:a16="http://schemas.microsoft.com/office/drawing/2014/main" id="{B83E7A1E-F49C-42EC-8EA1-BA6D49DBBF0C}"/>
              </a:ext>
            </a:extLst>
          </p:cNvPr>
          <p:cNvSpPr>
            <a:spLocks xmlns:a="http://schemas.openxmlformats.org/drawingml/2006/main" noGrp="1"/>
          </p:cNvSpPr>
          <p:nvPr/>
        </p:nvSpPr>
        <p:spPr>
          <a:xfrm xmlns:a="http://schemas.openxmlformats.org/drawingml/2006/main">
            <a:off x="4381500" y="3000375"/>
            <a:ext cx="1047750" cy="228600"/>
          </a:xfrm>
          <a:prstGeom xmlns:a="http://schemas.openxmlformats.org/drawingml/2006/main" prst="rect">
            <a:avLst/>
          </a:prstGeom>
          <a:solidFill xmlns:a="http://schemas.openxmlformats.org/drawingml/2006/main">
            <a:srgbClr val="B4CEF3"/>
          </a:solidFill>
          <a:ln xmlns:a="http://schemas.openxmlformats.org/drawingml/2006/main" w="2858">
            <a:solidFill>
              <a:srgbClr val="FBFCFE"/>
            </a:solidFill>
          </a:ln>
        </p:spPr>
      </p:sp>
      <p:sp>
        <p:nvSpPr>
          <p:cNvPr id="61" name="">
            <a:extLst xmlns:a="http://schemas.openxmlformats.org/drawingml/2006/main">
              <a:ext uri="{FF2B5EF4-FFF2-40B4-BE49-F238E27FC236}">
                <a16:creationId xmlns:a16="http://schemas.microsoft.com/office/drawing/2014/main" id="{21710449-7975-4DB2-A434-669A5F2B0AC0}"/>
              </a:ext>
            </a:extLst>
          </p:cNvPr>
          <p:cNvSpPr>
            <a:spLocks xmlns:a="http://schemas.openxmlformats.org/drawingml/2006/main" noGrp="1"/>
          </p:cNvSpPr>
          <p:nvPr/>
        </p:nvSpPr>
        <p:spPr>
          <a:xfrm xmlns:a="http://schemas.openxmlformats.org/drawingml/2006/main">
            <a:off x="4381500" y="3009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5.7</a:t>
            </a:r>
          </a:p>
        </p:txBody>
      </p:sp>
      <p:sp>
        <p:nvSpPr>
          <p:cNvPr id="62" name="">
            <a:extLst xmlns:a="http://schemas.openxmlformats.org/drawingml/2006/main">
              <a:ext uri="{FF2B5EF4-FFF2-40B4-BE49-F238E27FC236}">
                <a16:creationId xmlns:a16="http://schemas.microsoft.com/office/drawing/2014/main" id="{DCBE5351-761D-46CE-9D05-FD997BF15CFB}"/>
              </a:ext>
            </a:extLst>
          </p:cNvPr>
          <p:cNvSpPr>
            <a:spLocks xmlns:a="http://schemas.openxmlformats.org/drawingml/2006/main" noGrp="1"/>
          </p:cNvSpPr>
          <p:nvPr/>
        </p:nvSpPr>
        <p:spPr>
          <a:xfrm xmlns:a="http://schemas.openxmlformats.org/drawingml/2006/main">
            <a:off x="5429250" y="3000375"/>
            <a:ext cx="1047750" cy="228600"/>
          </a:xfrm>
          <a:prstGeom xmlns:a="http://schemas.openxmlformats.org/drawingml/2006/main" prst="rect">
            <a:avLst/>
          </a:prstGeom>
          <a:solidFill xmlns:a="http://schemas.openxmlformats.org/drawingml/2006/main">
            <a:srgbClr val="6390D2"/>
          </a:solidFill>
          <a:ln xmlns:a="http://schemas.openxmlformats.org/drawingml/2006/main" w="2858">
            <a:solidFill>
              <a:srgbClr val="FBFCFE"/>
            </a:solidFill>
          </a:ln>
        </p:spPr>
      </p:sp>
      <p:sp>
        <p:nvSpPr>
          <p:cNvPr id="63" name="">
            <a:extLst xmlns:a="http://schemas.openxmlformats.org/drawingml/2006/main">
              <a:ext uri="{FF2B5EF4-FFF2-40B4-BE49-F238E27FC236}">
                <a16:creationId xmlns:a16="http://schemas.microsoft.com/office/drawing/2014/main" id="{CE954944-AAB3-4530-B572-583171C6836D}"/>
              </a:ext>
            </a:extLst>
          </p:cNvPr>
          <p:cNvSpPr>
            <a:spLocks xmlns:a="http://schemas.openxmlformats.org/drawingml/2006/main" noGrp="1"/>
          </p:cNvSpPr>
          <p:nvPr/>
        </p:nvSpPr>
        <p:spPr>
          <a:xfrm xmlns:a="http://schemas.openxmlformats.org/drawingml/2006/main">
            <a:off x="5429250" y="3009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15.9</a:t>
            </a:r>
          </a:p>
        </p:txBody>
      </p:sp>
      <p:sp>
        <p:nvSpPr>
          <p:cNvPr id="64" name="">
            <a:extLst xmlns:a="http://schemas.openxmlformats.org/drawingml/2006/main">
              <a:ext uri="{FF2B5EF4-FFF2-40B4-BE49-F238E27FC236}">
                <a16:creationId xmlns:a16="http://schemas.microsoft.com/office/drawing/2014/main" id="{91A750B4-1A32-4DC1-B311-9ABF05C4681A}"/>
              </a:ext>
            </a:extLst>
          </p:cNvPr>
          <p:cNvSpPr>
            <a:spLocks xmlns:a="http://schemas.openxmlformats.org/drawingml/2006/main" noGrp="1"/>
          </p:cNvSpPr>
          <p:nvPr/>
        </p:nvSpPr>
        <p:spPr>
          <a:xfrm xmlns:a="http://schemas.openxmlformats.org/drawingml/2006/main">
            <a:off x="6477000" y="30003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65" name="">
            <a:extLst xmlns:a="http://schemas.openxmlformats.org/drawingml/2006/main">
              <a:ext uri="{FF2B5EF4-FFF2-40B4-BE49-F238E27FC236}">
                <a16:creationId xmlns:a16="http://schemas.microsoft.com/office/drawing/2014/main" id="{EA386677-88F7-4967-B3B1-416D859C8395}"/>
              </a:ext>
            </a:extLst>
          </p:cNvPr>
          <p:cNvSpPr>
            <a:spLocks xmlns:a="http://schemas.openxmlformats.org/drawingml/2006/main" noGrp="1"/>
          </p:cNvSpPr>
          <p:nvPr/>
        </p:nvSpPr>
        <p:spPr>
          <a:xfrm xmlns:a="http://schemas.openxmlformats.org/drawingml/2006/main">
            <a:off x="6477000" y="3009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−4.5</a:t>
            </a:r>
          </a:p>
        </p:txBody>
      </p:sp>
      <p:sp>
        <p:nvSpPr>
          <p:cNvPr id="66" name="">
            <a:extLst xmlns:a="http://schemas.openxmlformats.org/drawingml/2006/main">
              <a:ext uri="{FF2B5EF4-FFF2-40B4-BE49-F238E27FC236}">
                <a16:creationId xmlns:a16="http://schemas.microsoft.com/office/drawing/2014/main" id="{EE41DC21-4BEA-4458-AEFF-B29F6118EE0C}"/>
              </a:ext>
            </a:extLst>
          </p:cNvPr>
          <p:cNvSpPr>
            <a:spLocks xmlns:a="http://schemas.openxmlformats.org/drawingml/2006/main" noGrp="1"/>
          </p:cNvSpPr>
          <p:nvPr/>
        </p:nvSpPr>
        <p:spPr>
          <a:xfrm xmlns:a="http://schemas.openxmlformats.org/drawingml/2006/main">
            <a:off x="7524750" y="3000375"/>
            <a:ext cx="1047750" cy="228600"/>
          </a:xfrm>
          <a:prstGeom xmlns:a="http://schemas.openxmlformats.org/drawingml/2006/main" prst="rect">
            <a:avLst/>
          </a:prstGeom>
          <a:solidFill xmlns:a="http://schemas.openxmlformats.org/drawingml/2006/main">
            <a:srgbClr val="5785C9"/>
          </a:solidFill>
          <a:ln xmlns:a="http://schemas.openxmlformats.org/drawingml/2006/main" w="2858">
            <a:solidFill>
              <a:srgbClr val="FBFCFE"/>
            </a:solidFill>
          </a:ln>
        </p:spPr>
      </p:sp>
      <p:sp>
        <p:nvSpPr>
          <p:cNvPr id="67" name="">
            <a:extLst xmlns:a="http://schemas.openxmlformats.org/drawingml/2006/main">
              <a:ext uri="{FF2B5EF4-FFF2-40B4-BE49-F238E27FC236}">
                <a16:creationId xmlns:a16="http://schemas.microsoft.com/office/drawing/2014/main" id="{1DAF64F9-266C-412F-8F11-1DFD2F6FEC82}"/>
              </a:ext>
            </a:extLst>
          </p:cNvPr>
          <p:cNvSpPr>
            <a:spLocks xmlns:a="http://schemas.openxmlformats.org/drawingml/2006/main" noGrp="1"/>
          </p:cNvSpPr>
          <p:nvPr/>
        </p:nvSpPr>
        <p:spPr>
          <a:xfrm xmlns:a="http://schemas.openxmlformats.org/drawingml/2006/main">
            <a:off x="7524750" y="3009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17.3</a:t>
            </a:r>
          </a:p>
        </p:txBody>
      </p:sp>
      <p:sp>
        <p:nvSpPr>
          <p:cNvPr id="68" name="">
            <a:extLst xmlns:a="http://schemas.openxmlformats.org/drawingml/2006/main">
              <a:ext uri="{FF2B5EF4-FFF2-40B4-BE49-F238E27FC236}">
                <a16:creationId xmlns:a16="http://schemas.microsoft.com/office/drawing/2014/main" id="{6BFEF023-F6A7-49A9-A8C3-02C33D3D67AF}"/>
              </a:ext>
            </a:extLst>
          </p:cNvPr>
          <p:cNvSpPr>
            <a:spLocks xmlns:a="http://schemas.openxmlformats.org/drawingml/2006/main" noGrp="1"/>
          </p:cNvSpPr>
          <p:nvPr/>
        </p:nvSpPr>
        <p:spPr>
          <a:xfrm xmlns:a="http://schemas.openxmlformats.org/drawingml/2006/main">
            <a:off x="8572500" y="3000375"/>
            <a:ext cx="1047750" cy="228600"/>
          </a:xfrm>
          <a:prstGeom xmlns:a="http://schemas.openxmlformats.org/drawingml/2006/main" prst="rect">
            <a:avLst/>
          </a:prstGeom>
          <a:solidFill xmlns:a="http://schemas.openxmlformats.org/drawingml/2006/main">
            <a:srgbClr val="81ABE8"/>
          </a:solidFill>
          <a:ln xmlns:a="http://schemas.openxmlformats.org/drawingml/2006/main" w="2858">
            <a:solidFill>
              <a:srgbClr val="FBFCFE"/>
            </a:solidFill>
          </a:ln>
        </p:spPr>
      </p:sp>
      <p:sp>
        <p:nvSpPr>
          <p:cNvPr id="69" name="">
            <a:extLst xmlns:a="http://schemas.openxmlformats.org/drawingml/2006/main">
              <a:ext uri="{FF2B5EF4-FFF2-40B4-BE49-F238E27FC236}">
                <a16:creationId xmlns:a16="http://schemas.microsoft.com/office/drawing/2014/main" id="{59B81661-29F2-4D72-8AFA-809969BE2978}"/>
              </a:ext>
            </a:extLst>
          </p:cNvPr>
          <p:cNvSpPr>
            <a:spLocks xmlns:a="http://schemas.openxmlformats.org/drawingml/2006/main" noGrp="1"/>
          </p:cNvSpPr>
          <p:nvPr/>
        </p:nvSpPr>
        <p:spPr>
          <a:xfrm xmlns:a="http://schemas.openxmlformats.org/drawingml/2006/main">
            <a:off x="8572500" y="3009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12.6</a:t>
            </a:r>
          </a:p>
        </p:txBody>
      </p:sp>
      <p:sp>
        <p:nvSpPr>
          <p:cNvPr id="70" name="">
            <a:extLst xmlns:a="http://schemas.openxmlformats.org/drawingml/2006/main">
              <a:ext uri="{FF2B5EF4-FFF2-40B4-BE49-F238E27FC236}">
                <a16:creationId xmlns:a16="http://schemas.microsoft.com/office/drawing/2014/main" id="{37E950E2-4AA5-473E-8153-E3BAC2A90816}"/>
              </a:ext>
            </a:extLst>
          </p:cNvPr>
          <p:cNvSpPr>
            <a:spLocks xmlns:a="http://schemas.openxmlformats.org/drawingml/2006/main" noGrp="1"/>
          </p:cNvSpPr>
          <p:nvPr/>
        </p:nvSpPr>
        <p:spPr>
          <a:xfrm xmlns:a="http://schemas.openxmlformats.org/drawingml/2006/main">
            <a:off x="2286000" y="32385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Sengkang</a:t>
            </a:r>
          </a:p>
        </p:txBody>
      </p:sp>
      <p:sp>
        <p:nvSpPr>
          <p:cNvPr id="71" name="">
            <a:extLst xmlns:a="http://schemas.openxmlformats.org/drawingml/2006/main">
              <a:ext uri="{FF2B5EF4-FFF2-40B4-BE49-F238E27FC236}">
                <a16:creationId xmlns:a16="http://schemas.microsoft.com/office/drawing/2014/main" id="{4E0504E2-6A02-4CFE-96AB-CFDBADA45541}"/>
              </a:ext>
            </a:extLst>
          </p:cNvPr>
          <p:cNvSpPr>
            <a:spLocks xmlns:a="http://schemas.openxmlformats.org/drawingml/2006/main" noGrp="1"/>
          </p:cNvSpPr>
          <p:nvPr/>
        </p:nvSpPr>
        <p:spPr>
          <a:xfrm xmlns:a="http://schemas.openxmlformats.org/drawingml/2006/main">
            <a:off x="4381500" y="32289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72" name="">
            <a:extLst xmlns:a="http://schemas.openxmlformats.org/drawingml/2006/main">
              <a:ext uri="{FF2B5EF4-FFF2-40B4-BE49-F238E27FC236}">
                <a16:creationId xmlns:a16="http://schemas.microsoft.com/office/drawing/2014/main" id="{8F5367EA-FA78-4733-A0C4-CA2B98261933}"/>
              </a:ext>
            </a:extLst>
          </p:cNvPr>
          <p:cNvSpPr>
            <a:spLocks xmlns:a="http://schemas.openxmlformats.org/drawingml/2006/main" noGrp="1"/>
          </p:cNvSpPr>
          <p:nvPr/>
        </p:nvSpPr>
        <p:spPr>
          <a:xfrm xmlns:a="http://schemas.openxmlformats.org/drawingml/2006/main">
            <a:off x="4381500" y="3238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−8.9</a:t>
            </a:r>
          </a:p>
        </p:txBody>
      </p:sp>
      <p:sp>
        <p:nvSpPr>
          <p:cNvPr id="73" name="">
            <a:extLst xmlns:a="http://schemas.openxmlformats.org/drawingml/2006/main">
              <a:ext uri="{FF2B5EF4-FFF2-40B4-BE49-F238E27FC236}">
                <a16:creationId xmlns:a16="http://schemas.microsoft.com/office/drawing/2014/main" id="{2FA9078A-2D88-4E89-AC38-AAD53522305B}"/>
              </a:ext>
            </a:extLst>
          </p:cNvPr>
          <p:cNvSpPr>
            <a:spLocks xmlns:a="http://schemas.openxmlformats.org/drawingml/2006/main" noGrp="1"/>
          </p:cNvSpPr>
          <p:nvPr/>
        </p:nvSpPr>
        <p:spPr>
          <a:xfrm xmlns:a="http://schemas.openxmlformats.org/drawingml/2006/main">
            <a:off x="5429250" y="3228975"/>
            <a:ext cx="1047750" cy="228600"/>
          </a:xfrm>
          <a:prstGeom xmlns:a="http://schemas.openxmlformats.org/drawingml/2006/main" prst="rect">
            <a:avLst/>
          </a:prstGeom>
          <a:solidFill xmlns:a="http://schemas.openxmlformats.org/drawingml/2006/main">
            <a:srgbClr val="98BEF2"/>
          </a:solidFill>
          <a:ln xmlns:a="http://schemas.openxmlformats.org/drawingml/2006/main" w="2858">
            <a:solidFill>
              <a:srgbClr val="FBFCFE"/>
            </a:solidFill>
          </a:ln>
        </p:spPr>
      </p:sp>
      <p:sp>
        <p:nvSpPr>
          <p:cNvPr id="74" name="">
            <a:extLst xmlns:a="http://schemas.openxmlformats.org/drawingml/2006/main">
              <a:ext uri="{FF2B5EF4-FFF2-40B4-BE49-F238E27FC236}">
                <a16:creationId xmlns:a16="http://schemas.microsoft.com/office/drawing/2014/main" id="{AB14E92B-814F-41AE-B89F-A3EDA1686905}"/>
              </a:ext>
            </a:extLst>
          </p:cNvPr>
          <p:cNvSpPr>
            <a:spLocks xmlns:a="http://schemas.openxmlformats.org/drawingml/2006/main" noGrp="1"/>
          </p:cNvSpPr>
          <p:nvPr/>
        </p:nvSpPr>
        <p:spPr>
          <a:xfrm xmlns:a="http://schemas.openxmlformats.org/drawingml/2006/main">
            <a:off x="5429250" y="3238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9.7</a:t>
            </a:r>
          </a:p>
        </p:txBody>
      </p:sp>
      <p:sp>
        <p:nvSpPr>
          <p:cNvPr id="75" name="">
            <a:extLst xmlns:a="http://schemas.openxmlformats.org/drawingml/2006/main">
              <a:ext uri="{FF2B5EF4-FFF2-40B4-BE49-F238E27FC236}">
                <a16:creationId xmlns:a16="http://schemas.microsoft.com/office/drawing/2014/main" id="{C4FA0222-2CED-48C3-B12D-D4A145833A52}"/>
              </a:ext>
            </a:extLst>
          </p:cNvPr>
          <p:cNvSpPr>
            <a:spLocks xmlns:a="http://schemas.openxmlformats.org/drawingml/2006/main" noGrp="1"/>
          </p:cNvSpPr>
          <p:nvPr/>
        </p:nvSpPr>
        <p:spPr>
          <a:xfrm xmlns:a="http://schemas.openxmlformats.org/drawingml/2006/main">
            <a:off x="6477000" y="3228975"/>
            <a:ext cx="1047750" cy="228600"/>
          </a:xfrm>
          <a:prstGeom xmlns:a="http://schemas.openxmlformats.org/drawingml/2006/main" prst="rect">
            <a:avLst/>
          </a:prstGeom>
          <a:solidFill xmlns:a="http://schemas.openxmlformats.org/drawingml/2006/main">
            <a:srgbClr val="5786CA"/>
          </a:solidFill>
          <a:ln xmlns:a="http://schemas.openxmlformats.org/drawingml/2006/main" w="2858">
            <a:solidFill>
              <a:srgbClr val="FBFCFE"/>
            </a:solidFill>
          </a:ln>
        </p:spPr>
      </p:sp>
      <p:sp>
        <p:nvSpPr>
          <p:cNvPr id="76" name="">
            <a:extLst xmlns:a="http://schemas.openxmlformats.org/drawingml/2006/main">
              <a:ext uri="{FF2B5EF4-FFF2-40B4-BE49-F238E27FC236}">
                <a16:creationId xmlns:a16="http://schemas.microsoft.com/office/drawing/2014/main" id="{2C21C52E-6B48-4F54-B36C-4F263139B580}"/>
              </a:ext>
            </a:extLst>
          </p:cNvPr>
          <p:cNvSpPr>
            <a:spLocks xmlns:a="http://schemas.openxmlformats.org/drawingml/2006/main" noGrp="1"/>
          </p:cNvSpPr>
          <p:nvPr/>
        </p:nvSpPr>
        <p:spPr>
          <a:xfrm xmlns:a="http://schemas.openxmlformats.org/drawingml/2006/main">
            <a:off x="6477000" y="3238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FFFFFF"/>
                </a:solidFill>
                <a:latin typeface="Poppins"/>
                <a:ea typeface="Poppins"/>
                <a:cs typeface="Poppins"/>
              </a:defRPr>
            </a:defPPr>
            <a:lvl1pPr algn="ctr">
              <a:defRPr sz="1125" b="0">
                <a:solidFill>
                  <a:srgbClr val="FFFFFF"/>
                </a:solidFill>
                <a:latin typeface="Poppins"/>
                <a:ea typeface="Poppins"/>
                <a:cs typeface="Poppins"/>
              </a:defRPr>
            </a:lvl1pPr>
            <a:lvl2pPr algn="ctr">
              <a:defRPr sz="1125" b="0">
                <a:solidFill>
                  <a:srgbClr val="FFFFFF"/>
                </a:solidFill>
                <a:latin typeface="Poppins"/>
                <a:ea typeface="Poppins"/>
                <a:cs typeface="Poppins"/>
              </a:defRPr>
            </a:lvl2pPr>
            <a:lvl3pPr algn="ctr">
              <a:defRPr sz="1125" b="0">
                <a:solidFill>
                  <a:srgbClr val="FFFFFF"/>
                </a:solidFill>
                <a:latin typeface="Poppins"/>
                <a:ea typeface="Poppins"/>
                <a:cs typeface="Poppins"/>
              </a:defRPr>
            </a:lvl3pPr>
            <a:lvl4pPr algn="ctr">
              <a:defRPr sz="1125" b="0">
                <a:solidFill>
                  <a:srgbClr val="FFFFFF"/>
                </a:solidFill>
                <a:latin typeface="Poppins"/>
                <a:ea typeface="Poppins"/>
                <a:cs typeface="Poppins"/>
              </a:defRPr>
            </a:lvl4pPr>
            <a:lvl5pPr algn="ctr">
              <a:defRPr sz="1125" b="0">
                <a:solidFill>
                  <a:srgbClr val="FFFFFF"/>
                </a:solidFill>
                <a:latin typeface="Poppins"/>
                <a:ea typeface="Poppins"/>
                <a:cs typeface="Poppins"/>
              </a:defRPr>
            </a:lvl5pPr>
            <a:lvl6pPr algn="ctr">
              <a:defRPr sz="1125" b="0">
                <a:solidFill>
                  <a:srgbClr val="FFFFFF"/>
                </a:solidFill>
                <a:latin typeface="Poppins"/>
                <a:ea typeface="Poppins"/>
                <a:cs typeface="Poppins"/>
              </a:defRPr>
            </a:lvl6pPr>
            <a:lvl7pPr algn="ctr">
              <a:defRPr sz="1125" b="0">
                <a:solidFill>
                  <a:srgbClr val="FFFFFF"/>
                </a:solidFill>
                <a:latin typeface="Poppins"/>
                <a:ea typeface="Poppins"/>
                <a:cs typeface="Poppins"/>
              </a:defRPr>
            </a:lvl7pPr>
            <a:lvl8pPr algn="ctr">
              <a:defRPr sz="1125" b="0">
                <a:solidFill>
                  <a:srgbClr val="FFFFFF"/>
                </a:solidFill>
                <a:latin typeface="Poppins"/>
                <a:ea typeface="Poppins"/>
                <a:cs typeface="Poppins"/>
              </a:defRPr>
            </a:lvl8pPr>
            <a:lvl9pPr algn="ctr">
              <a:defRPr sz="1125" b="0">
                <a:solidFill>
                  <a:srgbClr val="FFFFFF"/>
                </a:solidFill>
                <a:latin typeface="Poppins"/>
                <a:ea typeface="Poppins"/>
                <a:cs typeface="Poppins"/>
              </a:defRPr>
            </a:lvl9pPr>
          </a:lstStyle>
          <a:p xmlns:a="http://schemas.openxmlformats.org/drawingml/2006/main">
            <a:pPr algn="ctr">
              <a:defRPr sz="1125" b="0">
                <a:solidFill>
                  <a:srgbClr val="FFFFFF"/>
                </a:solidFill>
                <a:latin typeface="Poppins"/>
                <a:ea typeface="Poppins"/>
                <a:cs typeface="Poppins"/>
              </a:defRPr>
            </a:pPr>
            <a:r>
              <a:rPr sz="1125" b="0">
                <a:solidFill>
                  <a:srgbClr val="FFFFFF"/>
                </a:solidFill>
                <a:latin typeface="Poppins"/>
                <a:ea typeface="Poppins"/>
                <a:cs typeface="Poppins"/>
              </a:rPr>
              <a:t>17.2</a:t>
            </a:r>
          </a:p>
        </p:txBody>
      </p:sp>
      <p:sp>
        <p:nvSpPr>
          <p:cNvPr id="77" name="">
            <a:extLst xmlns:a="http://schemas.openxmlformats.org/drawingml/2006/main">
              <a:ext uri="{FF2B5EF4-FFF2-40B4-BE49-F238E27FC236}">
                <a16:creationId xmlns:a16="http://schemas.microsoft.com/office/drawing/2014/main" id="{FCFA4657-E2D8-4039-B171-746B7EB22F07}"/>
              </a:ext>
            </a:extLst>
          </p:cNvPr>
          <p:cNvSpPr>
            <a:spLocks xmlns:a="http://schemas.openxmlformats.org/drawingml/2006/main" noGrp="1"/>
          </p:cNvSpPr>
          <p:nvPr/>
        </p:nvSpPr>
        <p:spPr>
          <a:xfrm xmlns:a="http://schemas.openxmlformats.org/drawingml/2006/main">
            <a:off x="7524750" y="3228975"/>
            <a:ext cx="1047750" cy="228600"/>
          </a:xfrm>
          <a:prstGeom xmlns:a="http://schemas.openxmlformats.org/drawingml/2006/main" prst="rect">
            <a:avLst/>
          </a:prstGeom>
          <a:solidFill xmlns:a="http://schemas.openxmlformats.org/drawingml/2006/main">
            <a:srgbClr val="C7D9F3"/>
          </a:solidFill>
          <a:ln xmlns:a="http://schemas.openxmlformats.org/drawingml/2006/main" w="2858">
            <a:solidFill>
              <a:srgbClr val="FBFCFE"/>
            </a:solidFill>
          </a:ln>
        </p:spPr>
      </p:sp>
      <p:sp>
        <p:nvSpPr>
          <p:cNvPr id="78" name="">
            <a:extLst xmlns:a="http://schemas.openxmlformats.org/drawingml/2006/main">
              <a:ext uri="{FF2B5EF4-FFF2-40B4-BE49-F238E27FC236}">
                <a16:creationId xmlns:a16="http://schemas.microsoft.com/office/drawing/2014/main" id="{DEBCC00D-03EB-46E5-B7C7-48A5465CAE19}"/>
              </a:ext>
            </a:extLst>
          </p:cNvPr>
          <p:cNvSpPr>
            <a:spLocks xmlns:a="http://schemas.openxmlformats.org/drawingml/2006/main" noGrp="1"/>
          </p:cNvSpPr>
          <p:nvPr/>
        </p:nvSpPr>
        <p:spPr>
          <a:xfrm xmlns:a="http://schemas.openxmlformats.org/drawingml/2006/main">
            <a:off x="7524750" y="3238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3.1</a:t>
            </a:r>
          </a:p>
        </p:txBody>
      </p:sp>
      <p:sp>
        <p:nvSpPr>
          <p:cNvPr id="79" name="">
            <a:extLst xmlns:a="http://schemas.openxmlformats.org/drawingml/2006/main">
              <a:ext uri="{FF2B5EF4-FFF2-40B4-BE49-F238E27FC236}">
                <a16:creationId xmlns:a16="http://schemas.microsoft.com/office/drawing/2014/main" id="{2F722452-A21E-4D59-9F10-68F88F712D7C}"/>
              </a:ext>
            </a:extLst>
          </p:cNvPr>
          <p:cNvSpPr>
            <a:spLocks xmlns:a="http://schemas.openxmlformats.org/drawingml/2006/main" noGrp="1"/>
          </p:cNvSpPr>
          <p:nvPr/>
        </p:nvSpPr>
        <p:spPr>
          <a:xfrm xmlns:a="http://schemas.openxmlformats.org/drawingml/2006/main">
            <a:off x="8572500" y="32289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80" name="">
            <a:extLst xmlns:a="http://schemas.openxmlformats.org/drawingml/2006/main">
              <a:ext uri="{FF2B5EF4-FFF2-40B4-BE49-F238E27FC236}">
                <a16:creationId xmlns:a16="http://schemas.microsoft.com/office/drawing/2014/main" id="{DBBCACE9-5889-4294-B823-BC9C99D22969}"/>
              </a:ext>
            </a:extLst>
          </p:cNvPr>
          <p:cNvSpPr>
            <a:spLocks xmlns:a="http://schemas.openxmlformats.org/drawingml/2006/main" noGrp="1"/>
          </p:cNvSpPr>
          <p:nvPr/>
        </p:nvSpPr>
        <p:spPr>
          <a:xfrm xmlns:a="http://schemas.openxmlformats.org/drawingml/2006/main">
            <a:off x="8572500" y="3238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−0.8</a:t>
            </a:r>
          </a:p>
        </p:txBody>
      </p:sp>
      <p:sp>
        <p:nvSpPr>
          <p:cNvPr id="81" name="">
            <a:extLst xmlns:a="http://schemas.openxmlformats.org/drawingml/2006/main">
              <a:ext uri="{FF2B5EF4-FFF2-40B4-BE49-F238E27FC236}">
                <a16:creationId xmlns:a16="http://schemas.microsoft.com/office/drawing/2014/main" id="{47CF3755-CB4C-46F3-9926-CD6E1E08D5B9}"/>
              </a:ext>
            </a:extLst>
          </p:cNvPr>
          <p:cNvSpPr>
            <a:spLocks xmlns:a="http://schemas.openxmlformats.org/drawingml/2006/main" noGrp="1"/>
          </p:cNvSpPr>
          <p:nvPr/>
        </p:nvSpPr>
        <p:spPr>
          <a:xfrm xmlns:a="http://schemas.openxmlformats.org/drawingml/2006/main">
            <a:off x="2286000" y="34671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Woodlands</a:t>
            </a:r>
          </a:p>
        </p:txBody>
      </p:sp>
      <p:sp>
        <p:nvSpPr>
          <p:cNvPr id="82" name="">
            <a:extLst xmlns:a="http://schemas.openxmlformats.org/drawingml/2006/main">
              <a:ext uri="{FF2B5EF4-FFF2-40B4-BE49-F238E27FC236}">
                <a16:creationId xmlns:a16="http://schemas.microsoft.com/office/drawing/2014/main" id="{56426364-14A3-4A56-A260-81F1535FF09C}"/>
              </a:ext>
            </a:extLst>
          </p:cNvPr>
          <p:cNvSpPr>
            <a:spLocks xmlns:a="http://schemas.openxmlformats.org/drawingml/2006/main" noGrp="1"/>
          </p:cNvSpPr>
          <p:nvPr/>
        </p:nvSpPr>
        <p:spPr>
          <a:xfrm xmlns:a="http://schemas.openxmlformats.org/drawingml/2006/main">
            <a:off x="4381500" y="34575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83" name="">
            <a:extLst xmlns:a="http://schemas.openxmlformats.org/drawingml/2006/main">
              <a:ext uri="{FF2B5EF4-FFF2-40B4-BE49-F238E27FC236}">
                <a16:creationId xmlns:a16="http://schemas.microsoft.com/office/drawing/2014/main" id="{8BE52CF6-A361-4629-972D-28609367FF0A}"/>
              </a:ext>
            </a:extLst>
          </p:cNvPr>
          <p:cNvSpPr>
            <a:spLocks xmlns:a="http://schemas.openxmlformats.org/drawingml/2006/main" noGrp="1"/>
          </p:cNvSpPr>
          <p:nvPr/>
        </p:nvSpPr>
        <p:spPr>
          <a:xfrm xmlns:a="http://schemas.openxmlformats.org/drawingml/2006/main">
            <a:off x="4381500" y="3467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−12.9</a:t>
            </a:r>
          </a:p>
        </p:txBody>
      </p:sp>
      <p:sp>
        <p:nvSpPr>
          <p:cNvPr id="84" name="">
            <a:extLst xmlns:a="http://schemas.openxmlformats.org/drawingml/2006/main">
              <a:ext uri="{FF2B5EF4-FFF2-40B4-BE49-F238E27FC236}">
                <a16:creationId xmlns:a16="http://schemas.microsoft.com/office/drawing/2014/main" id="{D81075EE-FE26-4E1B-A94B-0E8C08AB04FA}"/>
              </a:ext>
            </a:extLst>
          </p:cNvPr>
          <p:cNvSpPr>
            <a:spLocks xmlns:a="http://schemas.openxmlformats.org/drawingml/2006/main" noGrp="1"/>
          </p:cNvSpPr>
          <p:nvPr/>
        </p:nvSpPr>
        <p:spPr>
          <a:xfrm xmlns:a="http://schemas.openxmlformats.org/drawingml/2006/main">
            <a:off x="5429250" y="3457575"/>
            <a:ext cx="1047750" cy="228600"/>
          </a:xfrm>
          <a:prstGeom xmlns:a="http://schemas.openxmlformats.org/drawingml/2006/main" prst="rect">
            <a:avLst/>
          </a:prstGeom>
          <a:solidFill xmlns:a="http://schemas.openxmlformats.org/drawingml/2006/main">
            <a:srgbClr val="9DC0F2"/>
          </a:solidFill>
          <a:ln xmlns:a="http://schemas.openxmlformats.org/drawingml/2006/main" w="2858">
            <a:solidFill>
              <a:srgbClr val="FBFCFE"/>
            </a:solidFill>
          </a:ln>
        </p:spPr>
      </p:sp>
      <p:sp>
        <p:nvSpPr>
          <p:cNvPr id="85" name="">
            <a:extLst xmlns:a="http://schemas.openxmlformats.org/drawingml/2006/main">
              <a:ext uri="{FF2B5EF4-FFF2-40B4-BE49-F238E27FC236}">
                <a16:creationId xmlns:a16="http://schemas.microsoft.com/office/drawing/2014/main" id="{9180CF22-6199-48D2-ADD6-6AAF057E1776}"/>
              </a:ext>
            </a:extLst>
          </p:cNvPr>
          <p:cNvSpPr>
            <a:spLocks xmlns:a="http://schemas.openxmlformats.org/drawingml/2006/main" noGrp="1"/>
          </p:cNvSpPr>
          <p:nvPr/>
        </p:nvSpPr>
        <p:spPr>
          <a:xfrm xmlns:a="http://schemas.openxmlformats.org/drawingml/2006/main">
            <a:off x="5429250" y="3467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9.1</a:t>
            </a:r>
          </a:p>
        </p:txBody>
      </p:sp>
      <p:sp>
        <p:nvSpPr>
          <p:cNvPr id="86" name="">
            <a:extLst xmlns:a="http://schemas.openxmlformats.org/drawingml/2006/main">
              <a:ext uri="{FF2B5EF4-FFF2-40B4-BE49-F238E27FC236}">
                <a16:creationId xmlns:a16="http://schemas.microsoft.com/office/drawing/2014/main" id="{A241391A-70A5-4D47-8DA0-8DBB968F0D25}"/>
              </a:ext>
            </a:extLst>
          </p:cNvPr>
          <p:cNvSpPr>
            <a:spLocks xmlns:a="http://schemas.openxmlformats.org/drawingml/2006/main" noGrp="1"/>
          </p:cNvSpPr>
          <p:nvPr/>
        </p:nvSpPr>
        <p:spPr>
          <a:xfrm xmlns:a="http://schemas.openxmlformats.org/drawingml/2006/main">
            <a:off x="6477000" y="3457575"/>
            <a:ext cx="1047750" cy="228600"/>
          </a:xfrm>
          <a:prstGeom xmlns:a="http://schemas.openxmlformats.org/drawingml/2006/main" prst="rect">
            <a:avLst/>
          </a:prstGeom>
          <a:solidFill xmlns:a="http://schemas.openxmlformats.org/drawingml/2006/main">
            <a:srgbClr val="6A96D7"/>
          </a:solidFill>
          <a:ln xmlns:a="http://schemas.openxmlformats.org/drawingml/2006/main" w="2858">
            <a:solidFill>
              <a:srgbClr val="FBFCFE"/>
            </a:solidFill>
          </a:ln>
        </p:spPr>
      </p:sp>
      <p:sp>
        <p:nvSpPr>
          <p:cNvPr id="87" name="">
            <a:extLst xmlns:a="http://schemas.openxmlformats.org/drawingml/2006/main">
              <a:ext uri="{FF2B5EF4-FFF2-40B4-BE49-F238E27FC236}">
                <a16:creationId xmlns:a16="http://schemas.microsoft.com/office/drawing/2014/main" id="{E3A17067-D548-4E57-95E8-F1772C0C2AAA}"/>
              </a:ext>
            </a:extLst>
          </p:cNvPr>
          <p:cNvSpPr>
            <a:spLocks xmlns:a="http://schemas.openxmlformats.org/drawingml/2006/main" noGrp="1"/>
          </p:cNvSpPr>
          <p:nvPr/>
        </p:nvSpPr>
        <p:spPr>
          <a:xfrm xmlns:a="http://schemas.openxmlformats.org/drawingml/2006/main">
            <a:off x="6477000" y="3467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15.2</a:t>
            </a:r>
          </a:p>
        </p:txBody>
      </p:sp>
      <p:sp>
        <p:nvSpPr>
          <p:cNvPr id="88" name="">
            <a:extLst xmlns:a="http://schemas.openxmlformats.org/drawingml/2006/main">
              <a:ext uri="{FF2B5EF4-FFF2-40B4-BE49-F238E27FC236}">
                <a16:creationId xmlns:a16="http://schemas.microsoft.com/office/drawing/2014/main" id="{F0638291-1941-4515-8D68-F908CF3398A4}"/>
              </a:ext>
            </a:extLst>
          </p:cNvPr>
          <p:cNvSpPr>
            <a:spLocks xmlns:a="http://schemas.openxmlformats.org/drawingml/2006/main" noGrp="1"/>
          </p:cNvSpPr>
          <p:nvPr/>
        </p:nvSpPr>
        <p:spPr>
          <a:xfrm xmlns:a="http://schemas.openxmlformats.org/drawingml/2006/main">
            <a:off x="7524750" y="3457575"/>
            <a:ext cx="1047750" cy="228600"/>
          </a:xfrm>
          <a:prstGeom xmlns:a="http://schemas.openxmlformats.org/drawingml/2006/main" prst="rect">
            <a:avLst/>
          </a:prstGeom>
          <a:solidFill xmlns:a="http://schemas.openxmlformats.org/drawingml/2006/main">
            <a:srgbClr val="89B3EE"/>
          </a:solidFill>
          <a:ln xmlns:a="http://schemas.openxmlformats.org/drawingml/2006/main" w="2858">
            <a:solidFill>
              <a:srgbClr val="FBFCFE"/>
            </a:solidFill>
          </a:ln>
        </p:spPr>
      </p:sp>
      <p:sp>
        <p:nvSpPr>
          <p:cNvPr id="89" name="">
            <a:extLst xmlns:a="http://schemas.openxmlformats.org/drawingml/2006/main">
              <a:ext uri="{FF2B5EF4-FFF2-40B4-BE49-F238E27FC236}">
                <a16:creationId xmlns:a16="http://schemas.microsoft.com/office/drawing/2014/main" id="{E99EAEF1-2FFF-439B-8C92-CA20602FCF0F}"/>
              </a:ext>
            </a:extLst>
          </p:cNvPr>
          <p:cNvSpPr>
            <a:spLocks xmlns:a="http://schemas.openxmlformats.org/drawingml/2006/main" noGrp="1"/>
          </p:cNvSpPr>
          <p:nvPr/>
        </p:nvSpPr>
        <p:spPr>
          <a:xfrm xmlns:a="http://schemas.openxmlformats.org/drawingml/2006/main">
            <a:off x="7524750" y="3467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11.7</a:t>
            </a:r>
          </a:p>
        </p:txBody>
      </p:sp>
      <p:sp>
        <p:nvSpPr>
          <p:cNvPr id="90" name="">
            <a:extLst xmlns:a="http://schemas.openxmlformats.org/drawingml/2006/main">
              <a:ext uri="{FF2B5EF4-FFF2-40B4-BE49-F238E27FC236}">
                <a16:creationId xmlns:a16="http://schemas.microsoft.com/office/drawing/2014/main" id="{C8162DBE-553E-4F22-8D8C-5D4B1FD31EA4}"/>
              </a:ext>
            </a:extLst>
          </p:cNvPr>
          <p:cNvSpPr>
            <a:spLocks xmlns:a="http://schemas.openxmlformats.org/drawingml/2006/main" noGrp="1"/>
          </p:cNvSpPr>
          <p:nvPr/>
        </p:nvSpPr>
        <p:spPr>
          <a:xfrm xmlns:a="http://schemas.openxmlformats.org/drawingml/2006/main">
            <a:off x="8572500" y="3457575"/>
            <a:ext cx="1047750" cy="228600"/>
          </a:xfrm>
          <a:prstGeom xmlns:a="http://schemas.openxmlformats.org/drawingml/2006/main" prst="rect">
            <a:avLst/>
          </a:prstGeom>
          <a:solidFill xmlns:a="http://schemas.openxmlformats.org/drawingml/2006/main">
            <a:srgbClr val="9FC2F2"/>
          </a:solidFill>
          <a:ln xmlns:a="http://schemas.openxmlformats.org/drawingml/2006/main" w="2858">
            <a:solidFill>
              <a:srgbClr val="FBFCFE"/>
            </a:solidFill>
          </a:ln>
        </p:spPr>
      </p:sp>
      <p:sp>
        <p:nvSpPr>
          <p:cNvPr id="91" name="">
            <a:extLst xmlns:a="http://schemas.openxmlformats.org/drawingml/2006/main">
              <a:ext uri="{FF2B5EF4-FFF2-40B4-BE49-F238E27FC236}">
                <a16:creationId xmlns:a16="http://schemas.microsoft.com/office/drawing/2014/main" id="{FB4736EA-BEA3-450C-BA32-D460D19BB499}"/>
              </a:ext>
            </a:extLst>
          </p:cNvPr>
          <p:cNvSpPr>
            <a:spLocks xmlns:a="http://schemas.openxmlformats.org/drawingml/2006/main" noGrp="1"/>
          </p:cNvSpPr>
          <p:nvPr/>
        </p:nvSpPr>
        <p:spPr>
          <a:xfrm xmlns:a="http://schemas.openxmlformats.org/drawingml/2006/main">
            <a:off x="8572500" y="3467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8.7</a:t>
            </a:r>
          </a:p>
        </p:txBody>
      </p:sp>
      <p:sp>
        <p:nvSpPr>
          <p:cNvPr id="92" name="">
            <a:extLst xmlns:a="http://schemas.openxmlformats.org/drawingml/2006/main">
              <a:ext uri="{FF2B5EF4-FFF2-40B4-BE49-F238E27FC236}">
                <a16:creationId xmlns:a16="http://schemas.microsoft.com/office/drawing/2014/main" id="{2953EEAD-2FE3-4CD2-A221-25CF588A779F}"/>
              </a:ext>
            </a:extLst>
          </p:cNvPr>
          <p:cNvSpPr>
            <a:spLocks xmlns:a="http://schemas.openxmlformats.org/drawingml/2006/main" noGrp="1"/>
          </p:cNvSpPr>
          <p:nvPr/>
        </p:nvSpPr>
        <p:spPr>
          <a:xfrm xmlns:a="http://schemas.openxmlformats.org/drawingml/2006/main">
            <a:off x="2286000" y="36957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Yishun</a:t>
            </a:r>
          </a:p>
        </p:txBody>
      </p:sp>
      <p:sp>
        <p:nvSpPr>
          <p:cNvPr id="93" name="">
            <a:extLst xmlns:a="http://schemas.openxmlformats.org/drawingml/2006/main">
              <a:ext uri="{FF2B5EF4-FFF2-40B4-BE49-F238E27FC236}">
                <a16:creationId xmlns:a16="http://schemas.microsoft.com/office/drawing/2014/main" id="{0D6407F5-8EBE-4C88-967C-11679AC0550E}"/>
              </a:ext>
            </a:extLst>
          </p:cNvPr>
          <p:cNvSpPr>
            <a:spLocks xmlns:a="http://schemas.openxmlformats.org/drawingml/2006/main" noGrp="1"/>
          </p:cNvSpPr>
          <p:nvPr/>
        </p:nvSpPr>
        <p:spPr>
          <a:xfrm xmlns:a="http://schemas.openxmlformats.org/drawingml/2006/main">
            <a:off x="4381500" y="36861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94" name="">
            <a:extLst xmlns:a="http://schemas.openxmlformats.org/drawingml/2006/main">
              <a:ext uri="{FF2B5EF4-FFF2-40B4-BE49-F238E27FC236}">
                <a16:creationId xmlns:a16="http://schemas.microsoft.com/office/drawing/2014/main" id="{AA585605-D059-42D8-AEB5-7B1F666404FF}"/>
              </a:ext>
            </a:extLst>
          </p:cNvPr>
          <p:cNvSpPr>
            <a:spLocks xmlns:a="http://schemas.openxmlformats.org/drawingml/2006/main" noGrp="1"/>
          </p:cNvSpPr>
          <p:nvPr/>
        </p:nvSpPr>
        <p:spPr>
          <a:xfrm xmlns:a="http://schemas.openxmlformats.org/drawingml/2006/main">
            <a:off x="4381500" y="3695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−9.6</a:t>
            </a:r>
          </a:p>
        </p:txBody>
      </p:sp>
      <p:sp>
        <p:nvSpPr>
          <p:cNvPr id="95" name="">
            <a:extLst xmlns:a="http://schemas.openxmlformats.org/drawingml/2006/main">
              <a:ext uri="{FF2B5EF4-FFF2-40B4-BE49-F238E27FC236}">
                <a16:creationId xmlns:a16="http://schemas.microsoft.com/office/drawing/2014/main" id="{ED00909D-67D9-449F-982F-AB964B8C6ADD}"/>
              </a:ext>
            </a:extLst>
          </p:cNvPr>
          <p:cNvSpPr>
            <a:spLocks xmlns:a="http://schemas.openxmlformats.org/drawingml/2006/main" noGrp="1"/>
          </p:cNvSpPr>
          <p:nvPr/>
        </p:nvSpPr>
        <p:spPr>
          <a:xfrm xmlns:a="http://schemas.openxmlformats.org/drawingml/2006/main">
            <a:off x="5429250" y="3686175"/>
            <a:ext cx="1047750" cy="228600"/>
          </a:xfrm>
          <a:prstGeom xmlns:a="http://schemas.openxmlformats.org/drawingml/2006/main" prst="rect">
            <a:avLst/>
          </a:prstGeom>
          <a:solidFill xmlns:a="http://schemas.openxmlformats.org/drawingml/2006/main">
            <a:srgbClr val="9DC0F2"/>
          </a:solidFill>
          <a:ln xmlns:a="http://schemas.openxmlformats.org/drawingml/2006/main" w="2858">
            <a:solidFill>
              <a:srgbClr val="FBFCFE"/>
            </a:solidFill>
          </a:ln>
        </p:spPr>
      </p:sp>
      <p:sp>
        <p:nvSpPr>
          <p:cNvPr id="96" name="">
            <a:extLst xmlns:a="http://schemas.openxmlformats.org/drawingml/2006/main">
              <a:ext uri="{FF2B5EF4-FFF2-40B4-BE49-F238E27FC236}">
                <a16:creationId xmlns:a16="http://schemas.microsoft.com/office/drawing/2014/main" id="{F713281B-28F2-4236-A723-B01CDCE31872}"/>
              </a:ext>
            </a:extLst>
          </p:cNvPr>
          <p:cNvSpPr>
            <a:spLocks xmlns:a="http://schemas.openxmlformats.org/drawingml/2006/main" noGrp="1"/>
          </p:cNvSpPr>
          <p:nvPr/>
        </p:nvSpPr>
        <p:spPr>
          <a:xfrm xmlns:a="http://schemas.openxmlformats.org/drawingml/2006/main">
            <a:off x="5429250" y="3695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9.0</a:t>
            </a:r>
          </a:p>
        </p:txBody>
      </p:sp>
      <p:sp>
        <p:nvSpPr>
          <p:cNvPr id="97" name="">
            <a:extLst xmlns:a="http://schemas.openxmlformats.org/drawingml/2006/main">
              <a:ext uri="{FF2B5EF4-FFF2-40B4-BE49-F238E27FC236}">
                <a16:creationId xmlns:a16="http://schemas.microsoft.com/office/drawing/2014/main" id="{58B0DCFD-46F8-4342-9C75-95AC059E2B38}"/>
              </a:ext>
            </a:extLst>
          </p:cNvPr>
          <p:cNvSpPr>
            <a:spLocks xmlns:a="http://schemas.openxmlformats.org/drawingml/2006/main" noGrp="1"/>
          </p:cNvSpPr>
          <p:nvPr/>
        </p:nvSpPr>
        <p:spPr>
          <a:xfrm xmlns:a="http://schemas.openxmlformats.org/drawingml/2006/main">
            <a:off x="6477000" y="3686175"/>
            <a:ext cx="1047750" cy="228600"/>
          </a:xfrm>
          <a:prstGeom xmlns:a="http://schemas.openxmlformats.org/drawingml/2006/main" prst="rect">
            <a:avLst/>
          </a:prstGeom>
          <a:solidFill xmlns:a="http://schemas.openxmlformats.org/drawingml/2006/main">
            <a:srgbClr val="6E9ADA"/>
          </a:solidFill>
          <a:ln xmlns:a="http://schemas.openxmlformats.org/drawingml/2006/main" w="2858">
            <a:solidFill>
              <a:srgbClr val="FBFCFE"/>
            </a:solidFill>
          </a:ln>
        </p:spPr>
      </p:sp>
      <p:sp>
        <p:nvSpPr>
          <p:cNvPr id="98" name="">
            <a:extLst xmlns:a="http://schemas.openxmlformats.org/drawingml/2006/main">
              <a:ext uri="{FF2B5EF4-FFF2-40B4-BE49-F238E27FC236}">
                <a16:creationId xmlns:a16="http://schemas.microsoft.com/office/drawing/2014/main" id="{C8C5EE74-A76F-4995-827D-CEF499A13499}"/>
              </a:ext>
            </a:extLst>
          </p:cNvPr>
          <p:cNvSpPr>
            <a:spLocks xmlns:a="http://schemas.openxmlformats.org/drawingml/2006/main" noGrp="1"/>
          </p:cNvSpPr>
          <p:nvPr/>
        </p:nvSpPr>
        <p:spPr>
          <a:xfrm xmlns:a="http://schemas.openxmlformats.org/drawingml/2006/main">
            <a:off x="6477000" y="3695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14.7</a:t>
            </a:r>
          </a:p>
        </p:txBody>
      </p:sp>
      <p:sp>
        <p:nvSpPr>
          <p:cNvPr id="99" name="">
            <a:extLst xmlns:a="http://schemas.openxmlformats.org/drawingml/2006/main">
              <a:ext uri="{FF2B5EF4-FFF2-40B4-BE49-F238E27FC236}">
                <a16:creationId xmlns:a16="http://schemas.microsoft.com/office/drawing/2014/main" id="{D2724779-A06D-4612-B23D-849051054D01}"/>
              </a:ext>
            </a:extLst>
          </p:cNvPr>
          <p:cNvSpPr>
            <a:spLocks xmlns:a="http://schemas.openxmlformats.org/drawingml/2006/main" noGrp="1"/>
          </p:cNvSpPr>
          <p:nvPr/>
        </p:nvSpPr>
        <p:spPr>
          <a:xfrm xmlns:a="http://schemas.openxmlformats.org/drawingml/2006/main">
            <a:off x="7524750" y="3686175"/>
            <a:ext cx="1047750" cy="228600"/>
          </a:xfrm>
          <a:prstGeom xmlns:a="http://schemas.openxmlformats.org/drawingml/2006/main" prst="rect">
            <a:avLst/>
          </a:prstGeom>
          <a:solidFill xmlns:a="http://schemas.openxmlformats.org/drawingml/2006/main">
            <a:srgbClr val="C5D8F3"/>
          </a:solidFill>
          <a:ln xmlns:a="http://schemas.openxmlformats.org/drawingml/2006/main" w="2858">
            <a:solidFill>
              <a:srgbClr val="FBFCFE"/>
            </a:solidFill>
          </a:ln>
        </p:spPr>
      </p:sp>
      <p:sp>
        <p:nvSpPr>
          <p:cNvPr id="100" name="">
            <a:extLst xmlns:a="http://schemas.openxmlformats.org/drawingml/2006/main">
              <a:ext uri="{FF2B5EF4-FFF2-40B4-BE49-F238E27FC236}">
                <a16:creationId xmlns:a16="http://schemas.microsoft.com/office/drawing/2014/main" id="{E2BEE002-EBD6-4D71-8175-B3B61DBA8A8B}"/>
              </a:ext>
            </a:extLst>
          </p:cNvPr>
          <p:cNvSpPr>
            <a:spLocks xmlns:a="http://schemas.openxmlformats.org/drawingml/2006/main" noGrp="1"/>
          </p:cNvSpPr>
          <p:nvPr/>
        </p:nvSpPr>
        <p:spPr>
          <a:xfrm xmlns:a="http://schemas.openxmlformats.org/drawingml/2006/main">
            <a:off x="7524750" y="3695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3.3</a:t>
            </a:r>
          </a:p>
        </p:txBody>
      </p:sp>
      <p:sp>
        <p:nvSpPr>
          <p:cNvPr id="101" name="">
            <a:extLst xmlns:a="http://schemas.openxmlformats.org/drawingml/2006/main">
              <a:ext uri="{FF2B5EF4-FFF2-40B4-BE49-F238E27FC236}">
                <a16:creationId xmlns:a16="http://schemas.microsoft.com/office/drawing/2014/main" id="{F768C034-A7DE-4B63-AFA4-12C575DA4255}"/>
              </a:ext>
            </a:extLst>
          </p:cNvPr>
          <p:cNvSpPr>
            <a:spLocks xmlns:a="http://schemas.openxmlformats.org/drawingml/2006/main" noGrp="1"/>
          </p:cNvSpPr>
          <p:nvPr/>
        </p:nvSpPr>
        <p:spPr>
          <a:xfrm xmlns:a="http://schemas.openxmlformats.org/drawingml/2006/main">
            <a:off x="8572500" y="36861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02" name="">
            <a:extLst xmlns:a="http://schemas.openxmlformats.org/drawingml/2006/main">
              <a:ext uri="{FF2B5EF4-FFF2-40B4-BE49-F238E27FC236}">
                <a16:creationId xmlns:a16="http://schemas.microsoft.com/office/drawing/2014/main" id="{17A6E799-0E6C-4001-A836-8AB787F54D2D}"/>
              </a:ext>
            </a:extLst>
          </p:cNvPr>
          <p:cNvSpPr>
            <a:spLocks xmlns:a="http://schemas.openxmlformats.org/drawingml/2006/main" noGrp="1"/>
          </p:cNvSpPr>
          <p:nvPr/>
        </p:nvSpPr>
        <p:spPr>
          <a:xfrm xmlns:a="http://schemas.openxmlformats.org/drawingml/2006/main">
            <a:off x="8572500" y="3695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−1.1</a:t>
            </a:r>
          </a:p>
        </p:txBody>
      </p:sp>
      <p:sp>
        <p:nvSpPr>
          <p:cNvPr id="103" name="">
            <a:extLst xmlns:a="http://schemas.openxmlformats.org/drawingml/2006/main">
              <a:ext uri="{FF2B5EF4-FFF2-40B4-BE49-F238E27FC236}">
                <a16:creationId xmlns:a16="http://schemas.microsoft.com/office/drawing/2014/main" id="{FC841128-E6AE-4200-99E6-5C24D0FB2FD6}"/>
              </a:ext>
            </a:extLst>
          </p:cNvPr>
          <p:cNvSpPr>
            <a:spLocks xmlns:a="http://schemas.openxmlformats.org/drawingml/2006/main" noGrp="1"/>
          </p:cNvSpPr>
          <p:nvPr/>
        </p:nvSpPr>
        <p:spPr>
          <a:xfrm xmlns:a="http://schemas.openxmlformats.org/drawingml/2006/main">
            <a:off x="2286000" y="39243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Tampines</a:t>
            </a:r>
          </a:p>
        </p:txBody>
      </p:sp>
      <p:sp>
        <p:nvSpPr>
          <p:cNvPr id="104" name="">
            <a:extLst xmlns:a="http://schemas.openxmlformats.org/drawingml/2006/main">
              <a:ext uri="{FF2B5EF4-FFF2-40B4-BE49-F238E27FC236}">
                <a16:creationId xmlns:a16="http://schemas.microsoft.com/office/drawing/2014/main" id="{8159E814-1B4F-4A22-BDF4-ECC8A8610D44}"/>
              </a:ext>
            </a:extLst>
          </p:cNvPr>
          <p:cNvSpPr>
            <a:spLocks xmlns:a="http://schemas.openxmlformats.org/drawingml/2006/main" noGrp="1"/>
          </p:cNvSpPr>
          <p:nvPr/>
        </p:nvSpPr>
        <p:spPr>
          <a:xfrm xmlns:a="http://schemas.openxmlformats.org/drawingml/2006/main">
            <a:off x="4381500" y="3914775"/>
            <a:ext cx="1047750" cy="228600"/>
          </a:xfrm>
          <a:prstGeom xmlns:a="http://schemas.openxmlformats.org/drawingml/2006/main" prst="rect">
            <a:avLst/>
          </a:prstGeom>
          <a:solidFill xmlns:a="http://schemas.openxmlformats.org/drawingml/2006/main">
            <a:srgbClr val="B0CCF3"/>
          </a:solidFill>
          <a:ln xmlns:a="http://schemas.openxmlformats.org/drawingml/2006/main" w="2858">
            <a:solidFill>
              <a:srgbClr val="FBFCFE"/>
            </a:solidFill>
          </a:ln>
        </p:spPr>
      </p:sp>
      <p:sp>
        <p:nvSpPr>
          <p:cNvPr id="105" name="">
            <a:extLst xmlns:a="http://schemas.openxmlformats.org/drawingml/2006/main">
              <a:ext uri="{FF2B5EF4-FFF2-40B4-BE49-F238E27FC236}">
                <a16:creationId xmlns:a16="http://schemas.microsoft.com/office/drawing/2014/main" id="{2541A19A-8DC6-4A6B-8681-15CC10364D40}"/>
              </a:ext>
            </a:extLst>
          </p:cNvPr>
          <p:cNvSpPr>
            <a:spLocks xmlns:a="http://schemas.openxmlformats.org/drawingml/2006/main" noGrp="1"/>
          </p:cNvSpPr>
          <p:nvPr/>
        </p:nvSpPr>
        <p:spPr>
          <a:xfrm xmlns:a="http://schemas.openxmlformats.org/drawingml/2006/main">
            <a:off x="4381500" y="3924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6.3</a:t>
            </a:r>
          </a:p>
        </p:txBody>
      </p:sp>
      <p:sp>
        <p:nvSpPr>
          <p:cNvPr id="106" name="">
            <a:extLst xmlns:a="http://schemas.openxmlformats.org/drawingml/2006/main">
              <a:ext uri="{FF2B5EF4-FFF2-40B4-BE49-F238E27FC236}">
                <a16:creationId xmlns:a16="http://schemas.microsoft.com/office/drawing/2014/main" id="{5C5F237B-E1A0-4AE1-B13C-7C8F3F0AEBE0}"/>
              </a:ext>
            </a:extLst>
          </p:cNvPr>
          <p:cNvSpPr>
            <a:spLocks xmlns:a="http://schemas.openxmlformats.org/drawingml/2006/main" noGrp="1"/>
          </p:cNvSpPr>
          <p:nvPr/>
        </p:nvSpPr>
        <p:spPr>
          <a:xfrm xmlns:a="http://schemas.openxmlformats.org/drawingml/2006/main">
            <a:off x="5429250" y="39147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07" name="">
            <a:extLst xmlns:a="http://schemas.openxmlformats.org/drawingml/2006/main">
              <a:ext uri="{FF2B5EF4-FFF2-40B4-BE49-F238E27FC236}">
                <a16:creationId xmlns:a16="http://schemas.microsoft.com/office/drawing/2014/main" id="{73FC0BB8-5A22-49D2-A877-8B946C655F52}"/>
              </a:ext>
            </a:extLst>
          </p:cNvPr>
          <p:cNvSpPr>
            <a:spLocks xmlns:a="http://schemas.openxmlformats.org/drawingml/2006/main" noGrp="1"/>
          </p:cNvSpPr>
          <p:nvPr/>
        </p:nvSpPr>
        <p:spPr>
          <a:xfrm xmlns:a="http://schemas.openxmlformats.org/drawingml/2006/main">
            <a:off x="5429250" y="3924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−4.7</a:t>
            </a:r>
          </a:p>
        </p:txBody>
      </p:sp>
      <p:sp>
        <p:nvSpPr>
          <p:cNvPr id="108" name="">
            <a:extLst xmlns:a="http://schemas.openxmlformats.org/drawingml/2006/main">
              <a:ext uri="{FF2B5EF4-FFF2-40B4-BE49-F238E27FC236}">
                <a16:creationId xmlns:a16="http://schemas.microsoft.com/office/drawing/2014/main" id="{A2925FAD-3D82-44D2-A489-CD9BF6DA5E56}"/>
              </a:ext>
            </a:extLst>
          </p:cNvPr>
          <p:cNvSpPr>
            <a:spLocks xmlns:a="http://schemas.openxmlformats.org/drawingml/2006/main" noGrp="1"/>
          </p:cNvSpPr>
          <p:nvPr/>
        </p:nvSpPr>
        <p:spPr>
          <a:xfrm xmlns:a="http://schemas.openxmlformats.org/drawingml/2006/main">
            <a:off x="6477000" y="39147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09" name="">
            <a:extLst xmlns:a="http://schemas.openxmlformats.org/drawingml/2006/main">
              <a:ext uri="{FF2B5EF4-FFF2-40B4-BE49-F238E27FC236}">
                <a16:creationId xmlns:a16="http://schemas.microsoft.com/office/drawing/2014/main" id="{B61BFB8C-B49C-4BCC-969A-363118CF7BF7}"/>
              </a:ext>
            </a:extLst>
          </p:cNvPr>
          <p:cNvSpPr>
            <a:spLocks xmlns:a="http://schemas.openxmlformats.org/drawingml/2006/main" noGrp="1"/>
          </p:cNvSpPr>
          <p:nvPr/>
        </p:nvSpPr>
        <p:spPr>
          <a:xfrm xmlns:a="http://schemas.openxmlformats.org/drawingml/2006/main">
            <a:off x="6477000" y="3924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−2.8</a:t>
            </a:r>
          </a:p>
        </p:txBody>
      </p:sp>
      <p:sp>
        <p:nvSpPr>
          <p:cNvPr id="110" name="">
            <a:extLst xmlns:a="http://schemas.openxmlformats.org/drawingml/2006/main">
              <a:ext uri="{FF2B5EF4-FFF2-40B4-BE49-F238E27FC236}">
                <a16:creationId xmlns:a16="http://schemas.microsoft.com/office/drawing/2014/main" id="{8A5BA9FF-BA88-4BFF-9FFD-341EB8317563}"/>
              </a:ext>
            </a:extLst>
          </p:cNvPr>
          <p:cNvSpPr>
            <a:spLocks xmlns:a="http://schemas.openxmlformats.org/drawingml/2006/main" noGrp="1"/>
          </p:cNvSpPr>
          <p:nvPr/>
        </p:nvSpPr>
        <p:spPr>
          <a:xfrm xmlns:a="http://schemas.openxmlformats.org/drawingml/2006/main">
            <a:off x="7524750" y="3914775"/>
            <a:ext cx="1047750" cy="228600"/>
          </a:xfrm>
          <a:prstGeom xmlns:a="http://schemas.openxmlformats.org/drawingml/2006/main" prst="rect">
            <a:avLst/>
          </a:prstGeom>
          <a:solidFill xmlns:a="http://schemas.openxmlformats.org/drawingml/2006/main">
            <a:srgbClr val="BBD2F3"/>
          </a:solidFill>
          <a:ln xmlns:a="http://schemas.openxmlformats.org/drawingml/2006/main" w="2858">
            <a:solidFill>
              <a:srgbClr val="FBFCFE"/>
            </a:solidFill>
          </a:ln>
        </p:spPr>
      </p:sp>
      <p:sp>
        <p:nvSpPr>
          <p:cNvPr id="111" name="">
            <a:extLst xmlns:a="http://schemas.openxmlformats.org/drawingml/2006/main">
              <a:ext uri="{FF2B5EF4-FFF2-40B4-BE49-F238E27FC236}">
                <a16:creationId xmlns:a16="http://schemas.microsoft.com/office/drawing/2014/main" id="{8F1ADB4E-61BC-41BD-81C0-601FE4AD9BB0}"/>
              </a:ext>
            </a:extLst>
          </p:cNvPr>
          <p:cNvSpPr>
            <a:spLocks xmlns:a="http://schemas.openxmlformats.org/drawingml/2006/main" noGrp="1"/>
          </p:cNvSpPr>
          <p:nvPr/>
        </p:nvSpPr>
        <p:spPr>
          <a:xfrm xmlns:a="http://schemas.openxmlformats.org/drawingml/2006/main">
            <a:off x="7524750" y="3924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4.8</a:t>
            </a:r>
          </a:p>
        </p:txBody>
      </p:sp>
      <p:sp>
        <p:nvSpPr>
          <p:cNvPr id="112" name="">
            <a:extLst xmlns:a="http://schemas.openxmlformats.org/drawingml/2006/main">
              <a:ext uri="{FF2B5EF4-FFF2-40B4-BE49-F238E27FC236}">
                <a16:creationId xmlns:a16="http://schemas.microsoft.com/office/drawing/2014/main" id="{D3BB37C7-826B-4C56-994B-0987F7E4FCE9}"/>
              </a:ext>
            </a:extLst>
          </p:cNvPr>
          <p:cNvSpPr>
            <a:spLocks xmlns:a="http://schemas.openxmlformats.org/drawingml/2006/main" noGrp="1"/>
          </p:cNvSpPr>
          <p:nvPr/>
        </p:nvSpPr>
        <p:spPr>
          <a:xfrm xmlns:a="http://schemas.openxmlformats.org/drawingml/2006/main">
            <a:off x="8572500" y="3914775"/>
            <a:ext cx="1047750" cy="228600"/>
          </a:xfrm>
          <a:prstGeom xmlns:a="http://schemas.openxmlformats.org/drawingml/2006/main" prst="rect">
            <a:avLst/>
          </a:prstGeom>
          <a:solidFill xmlns:a="http://schemas.openxmlformats.org/drawingml/2006/main">
            <a:srgbClr val="78A3E1"/>
          </a:solidFill>
          <a:ln xmlns:a="http://schemas.openxmlformats.org/drawingml/2006/main" w="2858">
            <a:solidFill>
              <a:srgbClr val="FBFCFE"/>
            </a:solidFill>
          </a:ln>
        </p:spPr>
      </p:sp>
      <p:sp>
        <p:nvSpPr>
          <p:cNvPr id="113" name="">
            <a:extLst xmlns:a="http://schemas.openxmlformats.org/drawingml/2006/main">
              <a:ext uri="{FF2B5EF4-FFF2-40B4-BE49-F238E27FC236}">
                <a16:creationId xmlns:a16="http://schemas.microsoft.com/office/drawing/2014/main" id="{858827AB-7E65-48EC-A0B8-58F2404AE187}"/>
              </a:ext>
            </a:extLst>
          </p:cNvPr>
          <p:cNvSpPr>
            <a:spLocks xmlns:a="http://schemas.openxmlformats.org/drawingml/2006/main" noGrp="1"/>
          </p:cNvSpPr>
          <p:nvPr/>
        </p:nvSpPr>
        <p:spPr>
          <a:xfrm xmlns:a="http://schemas.openxmlformats.org/drawingml/2006/main">
            <a:off x="8572500" y="3924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13.6</a:t>
            </a:r>
          </a:p>
        </p:txBody>
      </p:sp>
      <p:sp>
        <p:nvSpPr>
          <p:cNvPr id="114" name="">
            <a:extLst xmlns:a="http://schemas.openxmlformats.org/drawingml/2006/main">
              <a:ext uri="{FF2B5EF4-FFF2-40B4-BE49-F238E27FC236}">
                <a16:creationId xmlns:a16="http://schemas.microsoft.com/office/drawing/2014/main" id="{A5AA4784-4EF5-419C-9AB0-04FCA9C8F64A}"/>
              </a:ext>
            </a:extLst>
          </p:cNvPr>
          <p:cNvSpPr>
            <a:spLocks xmlns:a="http://schemas.openxmlformats.org/drawingml/2006/main" noGrp="1"/>
          </p:cNvSpPr>
          <p:nvPr/>
        </p:nvSpPr>
        <p:spPr>
          <a:xfrm xmlns:a="http://schemas.openxmlformats.org/drawingml/2006/main">
            <a:off x="2286000" y="41529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Ang Mo Kio</a:t>
            </a:r>
          </a:p>
        </p:txBody>
      </p:sp>
      <p:sp>
        <p:nvSpPr>
          <p:cNvPr id="115" name="">
            <a:extLst xmlns:a="http://schemas.openxmlformats.org/drawingml/2006/main">
              <a:ext uri="{FF2B5EF4-FFF2-40B4-BE49-F238E27FC236}">
                <a16:creationId xmlns:a16="http://schemas.microsoft.com/office/drawing/2014/main" id="{44C71ABC-6D61-4CDB-B85A-A4145699A9A2}"/>
              </a:ext>
            </a:extLst>
          </p:cNvPr>
          <p:cNvSpPr>
            <a:spLocks xmlns:a="http://schemas.openxmlformats.org/drawingml/2006/main" noGrp="1"/>
          </p:cNvSpPr>
          <p:nvPr/>
        </p:nvSpPr>
        <p:spPr>
          <a:xfrm xmlns:a="http://schemas.openxmlformats.org/drawingml/2006/main">
            <a:off x="4381500" y="41433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16" name="">
            <a:extLst xmlns:a="http://schemas.openxmlformats.org/drawingml/2006/main">
              <a:ext uri="{FF2B5EF4-FFF2-40B4-BE49-F238E27FC236}">
                <a16:creationId xmlns:a16="http://schemas.microsoft.com/office/drawing/2014/main" id="{A59240B9-2E73-4A18-9017-1BACB494E3B7}"/>
              </a:ext>
            </a:extLst>
          </p:cNvPr>
          <p:cNvSpPr>
            <a:spLocks xmlns:a="http://schemas.openxmlformats.org/drawingml/2006/main" noGrp="1"/>
          </p:cNvSpPr>
          <p:nvPr/>
        </p:nvSpPr>
        <p:spPr>
          <a:xfrm xmlns:a="http://schemas.openxmlformats.org/drawingml/2006/main">
            <a:off x="4381500" y="4152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−1.4</a:t>
            </a:r>
          </a:p>
        </p:txBody>
      </p:sp>
      <p:sp>
        <p:nvSpPr>
          <p:cNvPr id="117" name="">
            <a:extLst xmlns:a="http://schemas.openxmlformats.org/drawingml/2006/main">
              <a:ext uri="{FF2B5EF4-FFF2-40B4-BE49-F238E27FC236}">
                <a16:creationId xmlns:a16="http://schemas.microsoft.com/office/drawing/2014/main" id="{14E21166-2BDC-4FF2-94A8-2E6089E65FC8}"/>
              </a:ext>
            </a:extLst>
          </p:cNvPr>
          <p:cNvSpPr>
            <a:spLocks xmlns:a="http://schemas.openxmlformats.org/drawingml/2006/main" noGrp="1"/>
          </p:cNvSpPr>
          <p:nvPr/>
        </p:nvSpPr>
        <p:spPr>
          <a:xfrm xmlns:a="http://schemas.openxmlformats.org/drawingml/2006/main">
            <a:off x="5429250" y="4143375"/>
            <a:ext cx="1047750" cy="228600"/>
          </a:xfrm>
          <a:prstGeom xmlns:a="http://schemas.openxmlformats.org/drawingml/2006/main" prst="rect">
            <a:avLst/>
          </a:prstGeom>
          <a:solidFill xmlns:a="http://schemas.openxmlformats.org/drawingml/2006/main">
            <a:srgbClr val="A7C6F3"/>
          </a:solidFill>
          <a:ln xmlns:a="http://schemas.openxmlformats.org/drawingml/2006/main" w="2858">
            <a:solidFill>
              <a:srgbClr val="FBFCFE"/>
            </a:solidFill>
          </a:ln>
        </p:spPr>
      </p:sp>
      <p:sp>
        <p:nvSpPr>
          <p:cNvPr id="118" name="">
            <a:extLst xmlns:a="http://schemas.openxmlformats.org/drawingml/2006/main">
              <a:ext uri="{FF2B5EF4-FFF2-40B4-BE49-F238E27FC236}">
                <a16:creationId xmlns:a16="http://schemas.microsoft.com/office/drawing/2014/main" id="{DC250556-7D44-43AA-AA4C-9388E5B708CC}"/>
              </a:ext>
            </a:extLst>
          </p:cNvPr>
          <p:cNvSpPr>
            <a:spLocks xmlns:a="http://schemas.openxmlformats.org/drawingml/2006/main" noGrp="1"/>
          </p:cNvSpPr>
          <p:nvPr/>
        </p:nvSpPr>
        <p:spPr>
          <a:xfrm xmlns:a="http://schemas.openxmlformats.org/drawingml/2006/main">
            <a:off x="5429250" y="4152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7.6</a:t>
            </a:r>
          </a:p>
        </p:txBody>
      </p:sp>
      <p:sp>
        <p:nvSpPr>
          <p:cNvPr id="119" name="">
            <a:extLst xmlns:a="http://schemas.openxmlformats.org/drawingml/2006/main">
              <a:ext uri="{FF2B5EF4-FFF2-40B4-BE49-F238E27FC236}">
                <a16:creationId xmlns:a16="http://schemas.microsoft.com/office/drawing/2014/main" id="{1A2BD73D-7741-46C9-B96F-D70D1CD7B023}"/>
              </a:ext>
            </a:extLst>
          </p:cNvPr>
          <p:cNvSpPr>
            <a:spLocks xmlns:a="http://schemas.openxmlformats.org/drawingml/2006/main" noGrp="1"/>
          </p:cNvSpPr>
          <p:nvPr/>
        </p:nvSpPr>
        <p:spPr>
          <a:xfrm xmlns:a="http://schemas.openxmlformats.org/drawingml/2006/main">
            <a:off x="6477000" y="41433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20" name="">
            <a:extLst xmlns:a="http://schemas.openxmlformats.org/drawingml/2006/main">
              <a:ext uri="{FF2B5EF4-FFF2-40B4-BE49-F238E27FC236}">
                <a16:creationId xmlns:a16="http://schemas.microsoft.com/office/drawing/2014/main" id="{4401CE5E-289B-4840-AA54-D2412FDB9865}"/>
              </a:ext>
            </a:extLst>
          </p:cNvPr>
          <p:cNvSpPr>
            <a:spLocks xmlns:a="http://schemas.openxmlformats.org/drawingml/2006/main" noGrp="1"/>
          </p:cNvSpPr>
          <p:nvPr/>
        </p:nvSpPr>
        <p:spPr>
          <a:xfrm xmlns:a="http://schemas.openxmlformats.org/drawingml/2006/main">
            <a:off x="6477000" y="4152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−6.1</a:t>
            </a:r>
          </a:p>
        </p:txBody>
      </p:sp>
      <p:sp>
        <p:nvSpPr>
          <p:cNvPr id="121" name="">
            <a:extLst xmlns:a="http://schemas.openxmlformats.org/drawingml/2006/main">
              <a:ext uri="{FF2B5EF4-FFF2-40B4-BE49-F238E27FC236}">
                <a16:creationId xmlns:a16="http://schemas.microsoft.com/office/drawing/2014/main" id="{187255C9-0AEA-4A64-AC82-A080413BC2A5}"/>
              </a:ext>
            </a:extLst>
          </p:cNvPr>
          <p:cNvSpPr>
            <a:spLocks xmlns:a="http://schemas.openxmlformats.org/drawingml/2006/main" noGrp="1"/>
          </p:cNvSpPr>
          <p:nvPr/>
        </p:nvSpPr>
        <p:spPr>
          <a:xfrm xmlns:a="http://schemas.openxmlformats.org/drawingml/2006/main">
            <a:off x="7524750" y="4143375"/>
            <a:ext cx="1047750" cy="228600"/>
          </a:xfrm>
          <a:prstGeom xmlns:a="http://schemas.openxmlformats.org/drawingml/2006/main" prst="rect">
            <a:avLst/>
          </a:prstGeom>
          <a:solidFill xmlns:a="http://schemas.openxmlformats.org/drawingml/2006/main">
            <a:srgbClr val="B9D1F3"/>
          </a:solidFill>
          <a:ln xmlns:a="http://schemas.openxmlformats.org/drawingml/2006/main" w="2858">
            <a:solidFill>
              <a:srgbClr val="FBFCFE"/>
            </a:solidFill>
          </a:ln>
        </p:spPr>
      </p:sp>
      <p:sp>
        <p:nvSpPr>
          <p:cNvPr id="122" name="">
            <a:extLst xmlns:a="http://schemas.openxmlformats.org/drawingml/2006/main">
              <a:ext uri="{FF2B5EF4-FFF2-40B4-BE49-F238E27FC236}">
                <a16:creationId xmlns:a16="http://schemas.microsoft.com/office/drawing/2014/main" id="{A87BCBB9-DF4C-4646-ADA2-7CC2C6E590B5}"/>
              </a:ext>
            </a:extLst>
          </p:cNvPr>
          <p:cNvSpPr>
            <a:spLocks xmlns:a="http://schemas.openxmlformats.org/drawingml/2006/main" noGrp="1"/>
          </p:cNvSpPr>
          <p:nvPr/>
        </p:nvSpPr>
        <p:spPr>
          <a:xfrm xmlns:a="http://schemas.openxmlformats.org/drawingml/2006/main">
            <a:off x="7524750" y="4152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5.0</a:t>
            </a:r>
          </a:p>
        </p:txBody>
      </p:sp>
      <p:sp>
        <p:nvSpPr>
          <p:cNvPr id="123" name="">
            <a:extLst xmlns:a="http://schemas.openxmlformats.org/drawingml/2006/main">
              <a:ext uri="{FF2B5EF4-FFF2-40B4-BE49-F238E27FC236}">
                <a16:creationId xmlns:a16="http://schemas.microsoft.com/office/drawing/2014/main" id="{C1D1A577-0378-4221-8BDD-91289F71B8BD}"/>
              </a:ext>
            </a:extLst>
          </p:cNvPr>
          <p:cNvSpPr>
            <a:spLocks xmlns:a="http://schemas.openxmlformats.org/drawingml/2006/main" noGrp="1"/>
          </p:cNvSpPr>
          <p:nvPr/>
        </p:nvSpPr>
        <p:spPr>
          <a:xfrm xmlns:a="http://schemas.openxmlformats.org/drawingml/2006/main">
            <a:off x="8572500" y="4143375"/>
            <a:ext cx="1047750" cy="228600"/>
          </a:xfrm>
          <a:prstGeom xmlns:a="http://schemas.openxmlformats.org/drawingml/2006/main" prst="rect">
            <a:avLst/>
          </a:prstGeom>
          <a:solidFill xmlns:a="http://schemas.openxmlformats.org/drawingml/2006/main">
            <a:srgbClr val="87B1EC"/>
          </a:solidFill>
          <a:ln xmlns:a="http://schemas.openxmlformats.org/drawingml/2006/main" w="2858">
            <a:solidFill>
              <a:srgbClr val="FBFCFE"/>
            </a:solidFill>
          </a:ln>
        </p:spPr>
      </p:sp>
      <p:sp>
        <p:nvSpPr>
          <p:cNvPr id="124" name="">
            <a:extLst xmlns:a="http://schemas.openxmlformats.org/drawingml/2006/main">
              <a:ext uri="{FF2B5EF4-FFF2-40B4-BE49-F238E27FC236}">
                <a16:creationId xmlns:a16="http://schemas.microsoft.com/office/drawing/2014/main" id="{75157FBB-36EF-4244-BD52-E89938DE5B0A}"/>
              </a:ext>
            </a:extLst>
          </p:cNvPr>
          <p:cNvSpPr>
            <a:spLocks xmlns:a="http://schemas.openxmlformats.org/drawingml/2006/main" noGrp="1"/>
          </p:cNvSpPr>
          <p:nvPr/>
        </p:nvSpPr>
        <p:spPr>
          <a:xfrm xmlns:a="http://schemas.openxmlformats.org/drawingml/2006/main">
            <a:off x="8572500" y="4152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11.9</a:t>
            </a:r>
          </a:p>
        </p:txBody>
      </p:sp>
      <p:sp>
        <p:nvSpPr>
          <p:cNvPr id="125" name="">
            <a:extLst xmlns:a="http://schemas.openxmlformats.org/drawingml/2006/main">
              <a:ext uri="{FF2B5EF4-FFF2-40B4-BE49-F238E27FC236}">
                <a16:creationId xmlns:a16="http://schemas.microsoft.com/office/drawing/2014/main" id="{E69B2467-1F93-4AC9-8C2B-633BAA91DE25}"/>
              </a:ext>
            </a:extLst>
          </p:cNvPr>
          <p:cNvSpPr>
            <a:spLocks xmlns:a="http://schemas.openxmlformats.org/drawingml/2006/main" noGrp="1"/>
          </p:cNvSpPr>
          <p:nvPr/>
        </p:nvSpPr>
        <p:spPr>
          <a:xfrm xmlns:a="http://schemas.openxmlformats.org/drawingml/2006/main">
            <a:off x="2286000" y="43815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Hougang</a:t>
            </a:r>
          </a:p>
        </p:txBody>
      </p:sp>
      <p:sp>
        <p:nvSpPr>
          <p:cNvPr id="126" name="">
            <a:extLst xmlns:a="http://schemas.openxmlformats.org/drawingml/2006/main">
              <a:ext uri="{FF2B5EF4-FFF2-40B4-BE49-F238E27FC236}">
                <a16:creationId xmlns:a16="http://schemas.microsoft.com/office/drawing/2014/main" id="{4595E712-759A-49F3-ACE0-38DDB90959F7}"/>
              </a:ext>
            </a:extLst>
          </p:cNvPr>
          <p:cNvSpPr>
            <a:spLocks xmlns:a="http://schemas.openxmlformats.org/drawingml/2006/main" noGrp="1"/>
          </p:cNvSpPr>
          <p:nvPr/>
        </p:nvSpPr>
        <p:spPr>
          <a:xfrm xmlns:a="http://schemas.openxmlformats.org/drawingml/2006/main">
            <a:off x="4381500" y="43719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27" name="">
            <a:extLst xmlns:a="http://schemas.openxmlformats.org/drawingml/2006/main">
              <a:ext uri="{FF2B5EF4-FFF2-40B4-BE49-F238E27FC236}">
                <a16:creationId xmlns:a16="http://schemas.microsoft.com/office/drawing/2014/main" id="{CD256F7B-52D6-426A-8FF0-C9698D3A445F}"/>
              </a:ext>
            </a:extLst>
          </p:cNvPr>
          <p:cNvSpPr>
            <a:spLocks xmlns:a="http://schemas.openxmlformats.org/drawingml/2006/main" noGrp="1"/>
          </p:cNvSpPr>
          <p:nvPr/>
        </p:nvSpPr>
        <p:spPr>
          <a:xfrm xmlns:a="http://schemas.openxmlformats.org/drawingml/2006/main">
            <a:off x="4381500" y="4381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−6.2</a:t>
            </a:r>
          </a:p>
        </p:txBody>
      </p:sp>
      <p:sp>
        <p:nvSpPr>
          <p:cNvPr id="128" name="">
            <a:extLst xmlns:a="http://schemas.openxmlformats.org/drawingml/2006/main">
              <a:ext uri="{FF2B5EF4-FFF2-40B4-BE49-F238E27FC236}">
                <a16:creationId xmlns:a16="http://schemas.microsoft.com/office/drawing/2014/main" id="{EBF03326-AEF6-46FF-BF19-E7C3B377EC12}"/>
              </a:ext>
            </a:extLst>
          </p:cNvPr>
          <p:cNvSpPr>
            <a:spLocks xmlns:a="http://schemas.openxmlformats.org/drawingml/2006/main" noGrp="1"/>
          </p:cNvSpPr>
          <p:nvPr/>
        </p:nvSpPr>
        <p:spPr>
          <a:xfrm xmlns:a="http://schemas.openxmlformats.org/drawingml/2006/main">
            <a:off x="5429250" y="4371975"/>
            <a:ext cx="1047750" cy="228600"/>
          </a:xfrm>
          <a:prstGeom xmlns:a="http://schemas.openxmlformats.org/drawingml/2006/main" prst="rect">
            <a:avLst/>
          </a:prstGeom>
          <a:solidFill xmlns:a="http://schemas.openxmlformats.org/drawingml/2006/main">
            <a:srgbClr val="8AB3EE"/>
          </a:solidFill>
          <a:ln xmlns:a="http://schemas.openxmlformats.org/drawingml/2006/main" w="2858">
            <a:solidFill>
              <a:srgbClr val="FBFCFE"/>
            </a:solidFill>
          </a:ln>
        </p:spPr>
      </p:sp>
      <p:sp>
        <p:nvSpPr>
          <p:cNvPr id="129" name="">
            <a:extLst xmlns:a="http://schemas.openxmlformats.org/drawingml/2006/main">
              <a:ext uri="{FF2B5EF4-FFF2-40B4-BE49-F238E27FC236}">
                <a16:creationId xmlns:a16="http://schemas.microsoft.com/office/drawing/2014/main" id="{21E7D012-1C07-4FFB-90A0-01D27294A2CC}"/>
              </a:ext>
            </a:extLst>
          </p:cNvPr>
          <p:cNvSpPr>
            <a:spLocks xmlns:a="http://schemas.openxmlformats.org/drawingml/2006/main" noGrp="1"/>
          </p:cNvSpPr>
          <p:nvPr/>
        </p:nvSpPr>
        <p:spPr>
          <a:xfrm xmlns:a="http://schemas.openxmlformats.org/drawingml/2006/main">
            <a:off x="5429250" y="4381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11.6</a:t>
            </a:r>
          </a:p>
        </p:txBody>
      </p:sp>
      <p:sp>
        <p:nvSpPr>
          <p:cNvPr id="130" name="">
            <a:extLst xmlns:a="http://schemas.openxmlformats.org/drawingml/2006/main">
              <a:ext uri="{FF2B5EF4-FFF2-40B4-BE49-F238E27FC236}">
                <a16:creationId xmlns:a16="http://schemas.microsoft.com/office/drawing/2014/main" id="{D4806C0E-273A-4856-A586-C0BE32BEB2B8}"/>
              </a:ext>
            </a:extLst>
          </p:cNvPr>
          <p:cNvSpPr>
            <a:spLocks xmlns:a="http://schemas.openxmlformats.org/drawingml/2006/main" noGrp="1"/>
          </p:cNvSpPr>
          <p:nvPr/>
        </p:nvSpPr>
        <p:spPr>
          <a:xfrm xmlns:a="http://schemas.openxmlformats.org/drawingml/2006/main">
            <a:off x="6477000" y="4371975"/>
            <a:ext cx="1047750" cy="228600"/>
          </a:xfrm>
          <a:prstGeom xmlns:a="http://schemas.openxmlformats.org/drawingml/2006/main" prst="rect">
            <a:avLst/>
          </a:prstGeom>
          <a:solidFill xmlns:a="http://schemas.openxmlformats.org/drawingml/2006/main">
            <a:srgbClr val="8CB6F0"/>
          </a:solidFill>
          <a:ln xmlns:a="http://schemas.openxmlformats.org/drawingml/2006/main" w="2858">
            <a:solidFill>
              <a:srgbClr val="FBFCFE"/>
            </a:solidFill>
          </a:ln>
        </p:spPr>
      </p:sp>
      <p:sp>
        <p:nvSpPr>
          <p:cNvPr id="131" name="">
            <a:extLst xmlns:a="http://schemas.openxmlformats.org/drawingml/2006/main">
              <a:ext uri="{FF2B5EF4-FFF2-40B4-BE49-F238E27FC236}">
                <a16:creationId xmlns:a16="http://schemas.microsoft.com/office/drawing/2014/main" id="{24B452D2-C910-4869-9975-FB82EBBB4305}"/>
              </a:ext>
            </a:extLst>
          </p:cNvPr>
          <p:cNvSpPr>
            <a:spLocks xmlns:a="http://schemas.openxmlformats.org/drawingml/2006/main" noGrp="1"/>
          </p:cNvSpPr>
          <p:nvPr/>
        </p:nvSpPr>
        <p:spPr>
          <a:xfrm xmlns:a="http://schemas.openxmlformats.org/drawingml/2006/main">
            <a:off x="6477000" y="4381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11.4</a:t>
            </a:r>
          </a:p>
        </p:txBody>
      </p:sp>
      <p:sp>
        <p:nvSpPr>
          <p:cNvPr id="132" name="">
            <a:extLst xmlns:a="http://schemas.openxmlformats.org/drawingml/2006/main">
              <a:ext uri="{FF2B5EF4-FFF2-40B4-BE49-F238E27FC236}">
                <a16:creationId xmlns:a16="http://schemas.microsoft.com/office/drawing/2014/main" id="{A967B820-942E-45FA-9A65-E6B2EB3517DD}"/>
              </a:ext>
            </a:extLst>
          </p:cNvPr>
          <p:cNvSpPr>
            <a:spLocks xmlns:a="http://schemas.openxmlformats.org/drawingml/2006/main" noGrp="1"/>
          </p:cNvSpPr>
          <p:nvPr/>
        </p:nvSpPr>
        <p:spPr>
          <a:xfrm xmlns:a="http://schemas.openxmlformats.org/drawingml/2006/main">
            <a:off x="7524750" y="4371975"/>
            <a:ext cx="1047750" cy="228600"/>
          </a:xfrm>
          <a:prstGeom xmlns:a="http://schemas.openxmlformats.org/drawingml/2006/main" prst="rect">
            <a:avLst/>
          </a:prstGeom>
          <a:solidFill xmlns:a="http://schemas.openxmlformats.org/drawingml/2006/main">
            <a:srgbClr val="D5E2F4"/>
          </a:solidFill>
          <a:ln xmlns:a="http://schemas.openxmlformats.org/drawingml/2006/main" w="2858">
            <a:solidFill>
              <a:srgbClr val="FBFCFE"/>
            </a:solidFill>
          </a:ln>
        </p:spPr>
      </p:sp>
      <p:sp>
        <p:nvSpPr>
          <p:cNvPr id="133" name="">
            <a:extLst xmlns:a="http://schemas.openxmlformats.org/drawingml/2006/main">
              <a:ext uri="{FF2B5EF4-FFF2-40B4-BE49-F238E27FC236}">
                <a16:creationId xmlns:a16="http://schemas.microsoft.com/office/drawing/2014/main" id="{44416C62-1806-4928-9D91-E51747B3F3EB}"/>
              </a:ext>
            </a:extLst>
          </p:cNvPr>
          <p:cNvSpPr>
            <a:spLocks xmlns:a="http://schemas.openxmlformats.org/drawingml/2006/main" noGrp="1"/>
          </p:cNvSpPr>
          <p:nvPr/>
        </p:nvSpPr>
        <p:spPr>
          <a:xfrm xmlns:a="http://schemas.openxmlformats.org/drawingml/2006/main">
            <a:off x="7524750" y="4381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1.0</a:t>
            </a:r>
          </a:p>
        </p:txBody>
      </p:sp>
      <p:sp>
        <p:nvSpPr>
          <p:cNvPr id="134" name="">
            <a:extLst xmlns:a="http://schemas.openxmlformats.org/drawingml/2006/main">
              <a:ext uri="{FF2B5EF4-FFF2-40B4-BE49-F238E27FC236}">
                <a16:creationId xmlns:a16="http://schemas.microsoft.com/office/drawing/2014/main" id="{FCDB4828-6EFF-4BCC-BC2E-C5E57D4958D8}"/>
              </a:ext>
            </a:extLst>
          </p:cNvPr>
          <p:cNvSpPr>
            <a:spLocks xmlns:a="http://schemas.openxmlformats.org/drawingml/2006/main" noGrp="1"/>
          </p:cNvSpPr>
          <p:nvPr/>
        </p:nvSpPr>
        <p:spPr>
          <a:xfrm xmlns:a="http://schemas.openxmlformats.org/drawingml/2006/main">
            <a:off x="8572500" y="43719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35" name="">
            <a:extLst xmlns:a="http://schemas.openxmlformats.org/drawingml/2006/main">
              <a:ext uri="{FF2B5EF4-FFF2-40B4-BE49-F238E27FC236}">
                <a16:creationId xmlns:a16="http://schemas.microsoft.com/office/drawing/2014/main" id="{69A22058-1626-4384-8592-2D28979C2ED4}"/>
              </a:ext>
            </a:extLst>
          </p:cNvPr>
          <p:cNvSpPr>
            <a:spLocks xmlns:a="http://schemas.openxmlformats.org/drawingml/2006/main" noGrp="1"/>
          </p:cNvSpPr>
          <p:nvPr/>
        </p:nvSpPr>
        <p:spPr>
          <a:xfrm xmlns:a="http://schemas.openxmlformats.org/drawingml/2006/main">
            <a:off x="8572500" y="43815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−0.9</a:t>
            </a:r>
          </a:p>
        </p:txBody>
      </p:sp>
      <p:sp>
        <p:nvSpPr>
          <p:cNvPr id="136" name="">
            <a:extLst xmlns:a="http://schemas.openxmlformats.org/drawingml/2006/main">
              <a:ext uri="{FF2B5EF4-FFF2-40B4-BE49-F238E27FC236}">
                <a16:creationId xmlns:a16="http://schemas.microsoft.com/office/drawing/2014/main" id="{5B5C42FE-7AAC-4942-B78C-A355998508B5}"/>
              </a:ext>
            </a:extLst>
          </p:cNvPr>
          <p:cNvSpPr>
            <a:spLocks xmlns:a="http://schemas.openxmlformats.org/drawingml/2006/main" noGrp="1"/>
          </p:cNvSpPr>
          <p:nvPr/>
        </p:nvSpPr>
        <p:spPr>
          <a:xfrm xmlns:a="http://schemas.openxmlformats.org/drawingml/2006/main">
            <a:off x="2286000" y="46101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Queenstown</a:t>
            </a:r>
          </a:p>
        </p:txBody>
      </p:sp>
      <p:sp>
        <p:nvSpPr>
          <p:cNvPr id="137" name="">
            <a:extLst xmlns:a="http://schemas.openxmlformats.org/drawingml/2006/main">
              <a:ext uri="{FF2B5EF4-FFF2-40B4-BE49-F238E27FC236}">
                <a16:creationId xmlns:a16="http://schemas.microsoft.com/office/drawing/2014/main" id="{DE79B56B-B528-4BF5-9D0A-E444122DAD0A}"/>
              </a:ext>
            </a:extLst>
          </p:cNvPr>
          <p:cNvSpPr>
            <a:spLocks xmlns:a="http://schemas.openxmlformats.org/drawingml/2006/main" noGrp="1"/>
          </p:cNvSpPr>
          <p:nvPr/>
        </p:nvSpPr>
        <p:spPr>
          <a:xfrm xmlns:a="http://schemas.openxmlformats.org/drawingml/2006/main">
            <a:off x="4381500" y="4600575"/>
            <a:ext cx="1047750" cy="228600"/>
          </a:xfrm>
          <a:prstGeom xmlns:a="http://schemas.openxmlformats.org/drawingml/2006/main" prst="rect">
            <a:avLst/>
          </a:prstGeom>
          <a:solidFill xmlns:a="http://schemas.openxmlformats.org/drawingml/2006/main">
            <a:srgbClr val="A9C8F3"/>
          </a:solidFill>
          <a:ln xmlns:a="http://schemas.openxmlformats.org/drawingml/2006/main" w="2858">
            <a:solidFill>
              <a:srgbClr val="FBFCFE"/>
            </a:solidFill>
          </a:ln>
        </p:spPr>
      </p:sp>
      <p:sp>
        <p:nvSpPr>
          <p:cNvPr id="138" name="">
            <a:extLst xmlns:a="http://schemas.openxmlformats.org/drawingml/2006/main">
              <a:ext uri="{FF2B5EF4-FFF2-40B4-BE49-F238E27FC236}">
                <a16:creationId xmlns:a16="http://schemas.microsoft.com/office/drawing/2014/main" id="{19AF47DB-EF3E-4AF2-A2CC-1DC417C53C36}"/>
              </a:ext>
            </a:extLst>
          </p:cNvPr>
          <p:cNvSpPr>
            <a:spLocks xmlns:a="http://schemas.openxmlformats.org/drawingml/2006/main" noGrp="1"/>
          </p:cNvSpPr>
          <p:nvPr/>
        </p:nvSpPr>
        <p:spPr>
          <a:xfrm xmlns:a="http://schemas.openxmlformats.org/drawingml/2006/main">
            <a:off x="4381500" y="4610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7.3</a:t>
            </a:r>
          </a:p>
        </p:txBody>
      </p:sp>
      <p:sp>
        <p:nvSpPr>
          <p:cNvPr id="139" name="">
            <a:extLst xmlns:a="http://schemas.openxmlformats.org/drawingml/2006/main">
              <a:ext uri="{FF2B5EF4-FFF2-40B4-BE49-F238E27FC236}">
                <a16:creationId xmlns:a16="http://schemas.microsoft.com/office/drawing/2014/main" id="{60B8DBEB-0801-4308-BFEF-50180C72CA01}"/>
              </a:ext>
            </a:extLst>
          </p:cNvPr>
          <p:cNvSpPr>
            <a:spLocks xmlns:a="http://schemas.openxmlformats.org/drawingml/2006/main" noGrp="1"/>
          </p:cNvSpPr>
          <p:nvPr/>
        </p:nvSpPr>
        <p:spPr>
          <a:xfrm xmlns:a="http://schemas.openxmlformats.org/drawingml/2006/main">
            <a:off x="5429250" y="46005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40" name="">
            <a:extLst xmlns:a="http://schemas.openxmlformats.org/drawingml/2006/main">
              <a:ext uri="{FF2B5EF4-FFF2-40B4-BE49-F238E27FC236}">
                <a16:creationId xmlns:a16="http://schemas.microsoft.com/office/drawing/2014/main" id="{C259BA72-CD46-4593-A417-5AFD357C3556}"/>
              </a:ext>
            </a:extLst>
          </p:cNvPr>
          <p:cNvSpPr>
            <a:spLocks xmlns:a="http://schemas.openxmlformats.org/drawingml/2006/main" noGrp="1"/>
          </p:cNvSpPr>
          <p:nvPr/>
        </p:nvSpPr>
        <p:spPr>
          <a:xfrm xmlns:a="http://schemas.openxmlformats.org/drawingml/2006/main">
            <a:off x="5429250" y="4610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−2.3</a:t>
            </a:r>
          </a:p>
        </p:txBody>
      </p:sp>
      <p:sp>
        <p:nvSpPr>
          <p:cNvPr id="141" name="">
            <a:extLst xmlns:a="http://schemas.openxmlformats.org/drawingml/2006/main">
              <a:ext uri="{FF2B5EF4-FFF2-40B4-BE49-F238E27FC236}">
                <a16:creationId xmlns:a16="http://schemas.microsoft.com/office/drawing/2014/main" id="{3CE09210-6019-4139-8062-3475EE89F073}"/>
              </a:ext>
            </a:extLst>
          </p:cNvPr>
          <p:cNvSpPr>
            <a:spLocks xmlns:a="http://schemas.openxmlformats.org/drawingml/2006/main" noGrp="1"/>
          </p:cNvSpPr>
          <p:nvPr/>
        </p:nvSpPr>
        <p:spPr>
          <a:xfrm xmlns:a="http://schemas.openxmlformats.org/drawingml/2006/main">
            <a:off x="6477000" y="46005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42" name="">
            <a:extLst xmlns:a="http://schemas.openxmlformats.org/drawingml/2006/main">
              <a:ext uri="{FF2B5EF4-FFF2-40B4-BE49-F238E27FC236}">
                <a16:creationId xmlns:a16="http://schemas.microsoft.com/office/drawing/2014/main" id="{C39FD782-5CF3-4729-A840-DC6FD26B9E4C}"/>
              </a:ext>
            </a:extLst>
          </p:cNvPr>
          <p:cNvSpPr>
            <a:spLocks xmlns:a="http://schemas.openxmlformats.org/drawingml/2006/main" noGrp="1"/>
          </p:cNvSpPr>
          <p:nvPr/>
        </p:nvSpPr>
        <p:spPr>
          <a:xfrm xmlns:a="http://schemas.openxmlformats.org/drawingml/2006/main">
            <a:off x="6477000" y="4610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−10.0</a:t>
            </a:r>
          </a:p>
        </p:txBody>
      </p:sp>
      <p:sp>
        <p:nvSpPr>
          <p:cNvPr id="143" name="">
            <a:extLst xmlns:a="http://schemas.openxmlformats.org/drawingml/2006/main">
              <a:ext uri="{FF2B5EF4-FFF2-40B4-BE49-F238E27FC236}">
                <a16:creationId xmlns:a16="http://schemas.microsoft.com/office/drawing/2014/main" id="{90E97A7D-42D3-43E0-8656-15AE340A4B61}"/>
              </a:ext>
            </a:extLst>
          </p:cNvPr>
          <p:cNvSpPr>
            <a:spLocks xmlns:a="http://schemas.openxmlformats.org/drawingml/2006/main" noGrp="1"/>
          </p:cNvSpPr>
          <p:nvPr/>
        </p:nvSpPr>
        <p:spPr>
          <a:xfrm xmlns:a="http://schemas.openxmlformats.org/drawingml/2006/main">
            <a:off x="7524750" y="4600575"/>
            <a:ext cx="1047750" cy="228600"/>
          </a:xfrm>
          <a:prstGeom xmlns:a="http://schemas.openxmlformats.org/drawingml/2006/main" prst="rect">
            <a:avLst/>
          </a:prstGeom>
          <a:solidFill xmlns:a="http://schemas.openxmlformats.org/drawingml/2006/main">
            <a:srgbClr val="8FB8F2"/>
          </a:solidFill>
          <a:ln xmlns:a="http://schemas.openxmlformats.org/drawingml/2006/main" w="2858">
            <a:solidFill>
              <a:srgbClr val="FBFCFE"/>
            </a:solidFill>
          </a:ln>
        </p:spPr>
      </p:sp>
      <p:sp>
        <p:nvSpPr>
          <p:cNvPr id="144" name="">
            <a:extLst xmlns:a="http://schemas.openxmlformats.org/drawingml/2006/main">
              <a:ext uri="{FF2B5EF4-FFF2-40B4-BE49-F238E27FC236}">
                <a16:creationId xmlns:a16="http://schemas.microsoft.com/office/drawing/2014/main" id="{7D0782F8-3D2C-4A8C-A72D-513856967A49}"/>
              </a:ext>
            </a:extLst>
          </p:cNvPr>
          <p:cNvSpPr>
            <a:spLocks xmlns:a="http://schemas.openxmlformats.org/drawingml/2006/main" noGrp="1"/>
          </p:cNvSpPr>
          <p:nvPr/>
        </p:nvSpPr>
        <p:spPr>
          <a:xfrm xmlns:a="http://schemas.openxmlformats.org/drawingml/2006/main">
            <a:off x="7524750" y="4610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11.1</a:t>
            </a:r>
          </a:p>
        </p:txBody>
      </p:sp>
      <p:sp>
        <p:nvSpPr>
          <p:cNvPr id="145" name="">
            <a:extLst xmlns:a="http://schemas.openxmlformats.org/drawingml/2006/main">
              <a:ext uri="{FF2B5EF4-FFF2-40B4-BE49-F238E27FC236}">
                <a16:creationId xmlns:a16="http://schemas.microsoft.com/office/drawing/2014/main" id="{DF8A504F-255F-4FBB-9EAB-F79ABAA1F891}"/>
              </a:ext>
            </a:extLst>
          </p:cNvPr>
          <p:cNvSpPr>
            <a:spLocks xmlns:a="http://schemas.openxmlformats.org/drawingml/2006/main" noGrp="1"/>
          </p:cNvSpPr>
          <p:nvPr/>
        </p:nvSpPr>
        <p:spPr>
          <a:xfrm xmlns:a="http://schemas.openxmlformats.org/drawingml/2006/main">
            <a:off x="8572500" y="4600575"/>
            <a:ext cx="1047750" cy="228600"/>
          </a:xfrm>
          <a:prstGeom xmlns:a="http://schemas.openxmlformats.org/drawingml/2006/main" prst="rect">
            <a:avLst/>
          </a:prstGeom>
          <a:solidFill xmlns:a="http://schemas.openxmlformats.org/drawingml/2006/main">
            <a:srgbClr val="9FC2F2"/>
          </a:solidFill>
          <a:ln xmlns:a="http://schemas.openxmlformats.org/drawingml/2006/main" w="2858">
            <a:solidFill>
              <a:srgbClr val="FBFCFE"/>
            </a:solidFill>
          </a:ln>
        </p:spPr>
      </p:sp>
      <p:sp>
        <p:nvSpPr>
          <p:cNvPr id="146" name="">
            <a:extLst xmlns:a="http://schemas.openxmlformats.org/drawingml/2006/main">
              <a:ext uri="{FF2B5EF4-FFF2-40B4-BE49-F238E27FC236}">
                <a16:creationId xmlns:a16="http://schemas.microsoft.com/office/drawing/2014/main" id="{C3BA7D1A-96DD-4B95-A31C-E17E9B929272}"/>
              </a:ext>
            </a:extLst>
          </p:cNvPr>
          <p:cNvSpPr>
            <a:spLocks xmlns:a="http://schemas.openxmlformats.org/drawingml/2006/main" noGrp="1"/>
          </p:cNvSpPr>
          <p:nvPr/>
        </p:nvSpPr>
        <p:spPr>
          <a:xfrm xmlns:a="http://schemas.openxmlformats.org/drawingml/2006/main">
            <a:off x="8572500" y="46101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8.7</a:t>
            </a:r>
          </a:p>
        </p:txBody>
      </p:sp>
      <p:sp>
        <p:nvSpPr>
          <p:cNvPr id="147" name="">
            <a:extLst xmlns:a="http://schemas.openxmlformats.org/drawingml/2006/main">
              <a:ext uri="{FF2B5EF4-FFF2-40B4-BE49-F238E27FC236}">
                <a16:creationId xmlns:a16="http://schemas.microsoft.com/office/drawing/2014/main" id="{9A6AFD1C-21EE-4274-9B85-570F27F18850}"/>
              </a:ext>
            </a:extLst>
          </p:cNvPr>
          <p:cNvSpPr>
            <a:spLocks xmlns:a="http://schemas.openxmlformats.org/drawingml/2006/main" noGrp="1"/>
          </p:cNvSpPr>
          <p:nvPr/>
        </p:nvSpPr>
        <p:spPr>
          <a:xfrm xmlns:a="http://schemas.openxmlformats.org/drawingml/2006/main">
            <a:off x="2286000" y="48387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Bedok</a:t>
            </a:r>
          </a:p>
        </p:txBody>
      </p:sp>
      <p:sp>
        <p:nvSpPr>
          <p:cNvPr id="148" name="">
            <a:extLst xmlns:a="http://schemas.openxmlformats.org/drawingml/2006/main">
              <a:ext uri="{FF2B5EF4-FFF2-40B4-BE49-F238E27FC236}">
                <a16:creationId xmlns:a16="http://schemas.microsoft.com/office/drawing/2014/main" id="{F036E11A-90D8-4026-BB4D-AC622B24B45A}"/>
              </a:ext>
            </a:extLst>
          </p:cNvPr>
          <p:cNvSpPr>
            <a:spLocks xmlns:a="http://schemas.openxmlformats.org/drawingml/2006/main" noGrp="1"/>
          </p:cNvSpPr>
          <p:nvPr/>
        </p:nvSpPr>
        <p:spPr>
          <a:xfrm xmlns:a="http://schemas.openxmlformats.org/drawingml/2006/main">
            <a:off x="4381500" y="4829175"/>
            <a:ext cx="1047750" cy="228600"/>
          </a:xfrm>
          <a:prstGeom xmlns:a="http://schemas.openxmlformats.org/drawingml/2006/main" prst="rect">
            <a:avLst/>
          </a:prstGeom>
          <a:solidFill xmlns:a="http://schemas.openxmlformats.org/drawingml/2006/main">
            <a:srgbClr val="CCDDF4"/>
          </a:solidFill>
          <a:ln xmlns:a="http://schemas.openxmlformats.org/drawingml/2006/main" w="2858">
            <a:solidFill>
              <a:srgbClr val="FBFCFE"/>
            </a:solidFill>
          </a:ln>
        </p:spPr>
      </p:sp>
      <p:sp>
        <p:nvSpPr>
          <p:cNvPr id="149" name="">
            <a:extLst xmlns:a="http://schemas.openxmlformats.org/drawingml/2006/main">
              <a:ext uri="{FF2B5EF4-FFF2-40B4-BE49-F238E27FC236}">
                <a16:creationId xmlns:a16="http://schemas.microsoft.com/office/drawing/2014/main" id="{B98EE4EA-9056-471F-B356-B5ED02DA1D8D}"/>
              </a:ext>
            </a:extLst>
          </p:cNvPr>
          <p:cNvSpPr>
            <a:spLocks xmlns:a="http://schemas.openxmlformats.org/drawingml/2006/main" noGrp="1"/>
          </p:cNvSpPr>
          <p:nvPr/>
        </p:nvSpPr>
        <p:spPr>
          <a:xfrm xmlns:a="http://schemas.openxmlformats.org/drawingml/2006/main">
            <a:off x="4381500" y="4838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2.2</a:t>
            </a:r>
          </a:p>
        </p:txBody>
      </p:sp>
      <p:sp>
        <p:nvSpPr>
          <p:cNvPr id="150" name="">
            <a:extLst xmlns:a="http://schemas.openxmlformats.org/drawingml/2006/main">
              <a:ext uri="{FF2B5EF4-FFF2-40B4-BE49-F238E27FC236}">
                <a16:creationId xmlns:a16="http://schemas.microsoft.com/office/drawing/2014/main" id="{2C136E03-B2EF-4D05-AA57-E43C7EC8F74B}"/>
              </a:ext>
            </a:extLst>
          </p:cNvPr>
          <p:cNvSpPr>
            <a:spLocks xmlns:a="http://schemas.openxmlformats.org/drawingml/2006/main" noGrp="1"/>
          </p:cNvSpPr>
          <p:nvPr/>
        </p:nvSpPr>
        <p:spPr>
          <a:xfrm xmlns:a="http://schemas.openxmlformats.org/drawingml/2006/main">
            <a:off x="5429250" y="4829175"/>
            <a:ext cx="1047750" cy="228600"/>
          </a:xfrm>
          <a:prstGeom xmlns:a="http://schemas.openxmlformats.org/drawingml/2006/main" prst="rect">
            <a:avLst/>
          </a:prstGeom>
          <a:solidFill xmlns:a="http://schemas.openxmlformats.org/drawingml/2006/main">
            <a:srgbClr val="8FB8F2"/>
          </a:solidFill>
          <a:ln xmlns:a="http://schemas.openxmlformats.org/drawingml/2006/main" w="2858">
            <a:solidFill>
              <a:srgbClr val="FBFCFE"/>
            </a:solidFill>
          </a:ln>
        </p:spPr>
      </p:sp>
      <p:sp>
        <p:nvSpPr>
          <p:cNvPr id="151" name="">
            <a:extLst xmlns:a="http://schemas.openxmlformats.org/drawingml/2006/main">
              <a:ext uri="{FF2B5EF4-FFF2-40B4-BE49-F238E27FC236}">
                <a16:creationId xmlns:a16="http://schemas.microsoft.com/office/drawing/2014/main" id="{23FB0C10-859F-44F0-95A9-534F12756D76}"/>
              </a:ext>
            </a:extLst>
          </p:cNvPr>
          <p:cNvSpPr>
            <a:spLocks xmlns:a="http://schemas.openxmlformats.org/drawingml/2006/main" noGrp="1"/>
          </p:cNvSpPr>
          <p:nvPr/>
        </p:nvSpPr>
        <p:spPr>
          <a:xfrm xmlns:a="http://schemas.openxmlformats.org/drawingml/2006/main">
            <a:off x="5429250" y="4838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11.0</a:t>
            </a:r>
          </a:p>
        </p:txBody>
      </p:sp>
      <p:sp>
        <p:nvSpPr>
          <p:cNvPr id="152" name="">
            <a:extLst xmlns:a="http://schemas.openxmlformats.org/drawingml/2006/main">
              <a:ext uri="{FF2B5EF4-FFF2-40B4-BE49-F238E27FC236}">
                <a16:creationId xmlns:a16="http://schemas.microsoft.com/office/drawing/2014/main" id="{81EF0D26-87A6-461E-8E33-423E9ADBA27A}"/>
              </a:ext>
            </a:extLst>
          </p:cNvPr>
          <p:cNvSpPr>
            <a:spLocks xmlns:a="http://schemas.openxmlformats.org/drawingml/2006/main" noGrp="1"/>
          </p:cNvSpPr>
          <p:nvPr/>
        </p:nvSpPr>
        <p:spPr>
          <a:xfrm xmlns:a="http://schemas.openxmlformats.org/drawingml/2006/main">
            <a:off x="6477000" y="4829175"/>
            <a:ext cx="1047750" cy="228600"/>
          </a:xfrm>
          <a:prstGeom xmlns:a="http://schemas.openxmlformats.org/drawingml/2006/main" prst="rect">
            <a:avLst/>
          </a:prstGeom>
          <a:solidFill xmlns:a="http://schemas.openxmlformats.org/drawingml/2006/main">
            <a:srgbClr val="C6D9F3"/>
          </a:solidFill>
          <a:ln xmlns:a="http://schemas.openxmlformats.org/drawingml/2006/main" w="2858">
            <a:solidFill>
              <a:srgbClr val="FBFCFE"/>
            </a:solidFill>
          </a:ln>
        </p:spPr>
      </p:sp>
      <p:sp>
        <p:nvSpPr>
          <p:cNvPr id="153" name="">
            <a:extLst xmlns:a="http://schemas.openxmlformats.org/drawingml/2006/main">
              <a:ext uri="{FF2B5EF4-FFF2-40B4-BE49-F238E27FC236}">
                <a16:creationId xmlns:a16="http://schemas.microsoft.com/office/drawing/2014/main" id="{55535355-5739-4920-A5A2-55306308059B}"/>
              </a:ext>
            </a:extLst>
          </p:cNvPr>
          <p:cNvSpPr>
            <a:spLocks xmlns:a="http://schemas.openxmlformats.org/drawingml/2006/main" noGrp="1"/>
          </p:cNvSpPr>
          <p:nvPr/>
        </p:nvSpPr>
        <p:spPr>
          <a:xfrm xmlns:a="http://schemas.openxmlformats.org/drawingml/2006/main">
            <a:off x="6477000" y="4838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3.1</a:t>
            </a:r>
          </a:p>
        </p:txBody>
      </p:sp>
      <p:sp>
        <p:nvSpPr>
          <p:cNvPr id="154" name="">
            <a:extLst xmlns:a="http://schemas.openxmlformats.org/drawingml/2006/main">
              <a:ext uri="{FF2B5EF4-FFF2-40B4-BE49-F238E27FC236}">
                <a16:creationId xmlns:a16="http://schemas.microsoft.com/office/drawing/2014/main" id="{4EB296A7-522B-452F-90D3-46F9D600D7CC}"/>
              </a:ext>
            </a:extLst>
          </p:cNvPr>
          <p:cNvSpPr>
            <a:spLocks xmlns:a="http://schemas.openxmlformats.org/drawingml/2006/main" noGrp="1"/>
          </p:cNvSpPr>
          <p:nvPr/>
        </p:nvSpPr>
        <p:spPr>
          <a:xfrm xmlns:a="http://schemas.openxmlformats.org/drawingml/2006/main">
            <a:off x="7524750" y="4829175"/>
            <a:ext cx="1047750" cy="228600"/>
          </a:xfrm>
          <a:prstGeom xmlns:a="http://schemas.openxmlformats.org/drawingml/2006/main" prst="rect">
            <a:avLst/>
          </a:prstGeom>
          <a:solidFill xmlns:a="http://schemas.openxmlformats.org/drawingml/2006/main">
            <a:srgbClr val="BBD2F3"/>
          </a:solidFill>
          <a:ln xmlns:a="http://schemas.openxmlformats.org/drawingml/2006/main" w="2858">
            <a:solidFill>
              <a:srgbClr val="FBFCFE"/>
            </a:solidFill>
          </a:ln>
        </p:spPr>
      </p:sp>
      <p:sp>
        <p:nvSpPr>
          <p:cNvPr id="155" name="">
            <a:extLst xmlns:a="http://schemas.openxmlformats.org/drawingml/2006/main">
              <a:ext uri="{FF2B5EF4-FFF2-40B4-BE49-F238E27FC236}">
                <a16:creationId xmlns:a16="http://schemas.microsoft.com/office/drawing/2014/main" id="{FFB9B084-E61E-4A07-AA41-B35856C920E0}"/>
              </a:ext>
            </a:extLst>
          </p:cNvPr>
          <p:cNvSpPr>
            <a:spLocks xmlns:a="http://schemas.openxmlformats.org/drawingml/2006/main" noGrp="1"/>
          </p:cNvSpPr>
          <p:nvPr/>
        </p:nvSpPr>
        <p:spPr>
          <a:xfrm xmlns:a="http://schemas.openxmlformats.org/drawingml/2006/main">
            <a:off x="7524750" y="4838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4.7</a:t>
            </a:r>
          </a:p>
        </p:txBody>
      </p:sp>
      <p:sp>
        <p:nvSpPr>
          <p:cNvPr id="156" name="">
            <a:extLst xmlns:a="http://schemas.openxmlformats.org/drawingml/2006/main">
              <a:ext uri="{FF2B5EF4-FFF2-40B4-BE49-F238E27FC236}">
                <a16:creationId xmlns:a16="http://schemas.microsoft.com/office/drawing/2014/main" id="{D9D7B19E-D38A-4F5D-B5E7-1D5069A0008A}"/>
              </a:ext>
            </a:extLst>
          </p:cNvPr>
          <p:cNvSpPr>
            <a:spLocks xmlns:a="http://schemas.openxmlformats.org/drawingml/2006/main" noGrp="1"/>
          </p:cNvSpPr>
          <p:nvPr/>
        </p:nvSpPr>
        <p:spPr>
          <a:xfrm xmlns:a="http://schemas.openxmlformats.org/drawingml/2006/main">
            <a:off x="8572500" y="4829175"/>
            <a:ext cx="1047750" cy="228600"/>
          </a:xfrm>
          <a:prstGeom xmlns:a="http://schemas.openxmlformats.org/drawingml/2006/main" prst="rect">
            <a:avLst/>
          </a:prstGeom>
          <a:solidFill xmlns:a="http://schemas.openxmlformats.org/drawingml/2006/main">
            <a:srgbClr val="96BCF2"/>
          </a:solidFill>
          <a:ln xmlns:a="http://schemas.openxmlformats.org/drawingml/2006/main" w="2858">
            <a:solidFill>
              <a:srgbClr val="FBFCFE"/>
            </a:solidFill>
          </a:ln>
        </p:spPr>
      </p:sp>
      <p:sp>
        <p:nvSpPr>
          <p:cNvPr id="157" name="">
            <a:extLst xmlns:a="http://schemas.openxmlformats.org/drawingml/2006/main">
              <a:ext uri="{FF2B5EF4-FFF2-40B4-BE49-F238E27FC236}">
                <a16:creationId xmlns:a16="http://schemas.microsoft.com/office/drawing/2014/main" id="{3D755BB2-5FF2-41FB-B394-2621CC58FB9E}"/>
              </a:ext>
            </a:extLst>
          </p:cNvPr>
          <p:cNvSpPr>
            <a:spLocks xmlns:a="http://schemas.openxmlformats.org/drawingml/2006/main" noGrp="1"/>
          </p:cNvSpPr>
          <p:nvPr/>
        </p:nvSpPr>
        <p:spPr>
          <a:xfrm xmlns:a="http://schemas.openxmlformats.org/drawingml/2006/main">
            <a:off x="8572500" y="48387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10.1</a:t>
            </a:r>
          </a:p>
        </p:txBody>
      </p:sp>
      <p:sp>
        <p:nvSpPr>
          <p:cNvPr id="158" name="">
            <a:extLst xmlns:a="http://schemas.openxmlformats.org/drawingml/2006/main">
              <a:ext uri="{FF2B5EF4-FFF2-40B4-BE49-F238E27FC236}">
                <a16:creationId xmlns:a16="http://schemas.microsoft.com/office/drawing/2014/main" id="{E31D5A39-D81F-4D75-965F-412C07E7EB54}"/>
              </a:ext>
            </a:extLst>
          </p:cNvPr>
          <p:cNvSpPr>
            <a:spLocks xmlns:a="http://schemas.openxmlformats.org/drawingml/2006/main" noGrp="1"/>
          </p:cNvSpPr>
          <p:nvPr/>
        </p:nvSpPr>
        <p:spPr>
          <a:xfrm xmlns:a="http://schemas.openxmlformats.org/drawingml/2006/main">
            <a:off x="2286000" y="50673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Bukit Batok</a:t>
            </a:r>
          </a:p>
        </p:txBody>
      </p:sp>
      <p:sp>
        <p:nvSpPr>
          <p:cNvPr id="159" name="">
            <a:extLst xmlns:a="http://schemas.openxmlformats.org/drawingml/2006/main">
              <a:ext uri="{FF2B5EF4-FFF2-40B4-BE49-F238E27FC236}">
                <a16:creationId xmlns:a16="http://schemas.microsoft.com/office/drawing/2014/main" id="{1A064253-094C-43DA-8717-51F7D790BCC9}"/>
              </a:ext>
            </a:extLst>
          </p:cNvPr>
          <p:cNvSpPr>
            <a:spLocks xmlns:a="http://schemas.openxmlformats.org/drawingml/2006/main" noGrp="1"/>
          </p:cNvSpPr>
          <p:nvPr/>
        </p:nvSpPr>
        <p:spPr>
          <a:xfrm xmlns:a="http://schemas.openxmlformats.org/drawingml/2006/main">
            <a:off x="4381500" y="50577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60" name="">
            <a:extLst xmlns:a="http://schemas.openxmlformats.org/drawingml/2006/main">
              <a:ext uri="{FF2B5EF4-FFF2-40B4-BE49-F238E27FC236}">
                <a16:creationId xmlns:a16="http://schemas.microsoft.com/office/drawing/2014/main" id="{42190D6D-DD96-4E90-8FA5-7246517B5D2C}"/>
              </a:ext>
            </a:extLst>
          </p:cNvPr>
          <p:cNvSpPr>
            <a:spLocks xmlns:a="http://schemas.openxmlformats.org/drawingml/2006/main" noGrp="1"/>
          </p:cNvSpPr>
          <p:nvPr/>
        </p:nvSpPr>
        <p:spPr>
          <a:xfrm xmlns:a="http://schemas.openxmlformats.org/drawingml/2006/main">
            <a:off x="4381500" y="5067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−1.2</a:t>
            </a:r>
          </a:p>
        </p:txBody>
      </p:sp>
      <p:sp>
        <p:nvSpPr>
          <p:cNvPr id="161" name="">
            <a:extLst xmlns:a="http://schemas.openxmlformats.org/drawingml/2006/main">
              <a:ext uri="{FF2B5EF4-FFF2-40B4-BE49-F238E27FC236}">
                <a16:creationId xmlns:a16="http://schemas.microsoft.com/office/drawing/2014/main" id="{D79DD4A1-1542-473D-89BC-E522165EFDC7}"/>
              </a:ext>
            </a:extLst>
          </p:cNvPr>
          <p:cNvSpPr>
            <a:spLocks xmlns:a="http://schemas.openxmlformats.org/drawingml/2006/main" noGrp="1"/>
          </p:cNvSpPr>
          <p:nvPr/>
        </p:nvSpPr>
        <p:spPr>
          <a:xfrm xmlns:a="http://schemas.openxmlformats.org/drawingml/2006/main">
            <a:off x="5429250" y="5057775"/>
            <a:ext cx="1047750" cy="228600"/>
          </a:xfrm>
          <a:prstGeom xmlns:a="http://schemas.openxmlformats.org/drawingml/2006/main" prst="rect">
            <a:avLst/>
          </a:prstGeom>
          <a:solidFill xmlns:a="http://schemas.openxmlformats.org/drawingml/2006/main">
            <a:srgbClr val="95BBF2"/>
          </a:solidFill>
          <a:ln xmlns:a="http://schemas.openxmlformats.org/drawingml/2006/main" w="2858">
            <a:solidFill>
              <a:srgbClr val="FBFCFE"/>
            </a:solidFill>
          </a:ln>
        </p:spPr>
      </p:sp>
      <p:sp>
        <p:nvSpPr>
          <p:cNvPr id="162" name="">
            <a:extLst xmlns:a="http://schemas.openxmlformats.org/drawingml/2006/main">
              <a:ext uri="{FF2B5EF4-FFF2-40B4-BE49-F238E27FC236}">
                <a16:creationId xmlns:a16="http://schemas.microsoft.com/office/drawing/2014/main" id="{96F48E21-F536-4E50-AA6E-1B944F719AD3}"/>
              </a:ext>
            </a:extLst>
          </p:cNvPr>
          <p:cNvSpPr>
            <a:spLocks xmlns:a="http://schemas.openxmlformats.org/drawingml/2006/main" noGrp="1"/>
          </p:cNvSpPr>
          <p:nvPr/>
        </p:nvSpPr>
        <p:spPr>
          <a:xfrm xmlns:a="http://schemas.openxmlformats.org/drawingml/2006/main">
            <a:off x="5429250" y="5067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10.2</a:t>
            </a:r>
          </a:p>
        </p:txBody>
      </p:sp>
      <p:sp>
        <p:nvSpPr>
          <p:cNvPr id="163" name="">
            <a:extLst xmlns:a="http://schemas.openxmlformats.org/drawingml/2006/main">
              <a:ext uri="{FF2B5EF4-FFF2-40B4-BE49-F238E27FC236}">
                <a16:creationId xmlns:a16="http://schemas.microsoft.com/office/drawing/2014/main" id="{622AA8ED-833F-455A-826A-C1B5DC54382A}"/>
              </a:ext>
            </a:extLst>
          </p:cNvPr>
          <p:cNvSpPr>
            <a:spLocks xmlns:a="http://schemas.openxmlformats.org/drawingml/2006/main" noGrp="1"/>
          </p:cNvSpPr>
          <p:nvPr/>
        </p:nvSpPr>
        <p:spPr>
          <a:xfrm xmlns:a="http://schemas.openxmlformats.org/drawingml/2006/main">
            <a:off x="6477000" y="5057775"/>
            <a:ext cx="1047750" cy="228600"/>
          </a:xfrm>
          <a:prstGeom xmlns:a="http://schemas.openxmlformats.org/drawingml/2006/main" prst="rect">
            <a:avLst/>
          </a:prstGeom>
          <a:solidFill xmlns:a="http://schemas.openxmlformats.org/drawingml/2006/main">
            <a:srgbClr val="C4D7F3"/>
          </a:solidFill>
          <a:ln xmlns:a="http://schemas.openxmlformats.org/drawingml/2006/main" w="2858">
            <a:solidFill>
              <a:srgbClr val="FBFCFE"/>
            </a:solidFill>
          </a:ln>
        </p:spPr>
      </p:sp>
      <p:sp>
        <p:nvSpPr>
          <p:cNvPr id="164" name="">
            <a:extLst xmlns:a="http://schemas.openxmlformats.org/drawingml/2006/main">
              <a:ext uri="{FF2B5EF4-FFF2-40B4-BE49-F238E27FC236}">
                <a16:creationId xmlns:a16="http://schemas.microsoft.com/office/drawing/2014/main" id="{927A75FC-13FC-430D-A766-445DBC8EF279}"/>
              </a:ext>
            </a:extLst>
          </p:cNvPr>
          <p:cNvSpPr>
            <a:spLocks xmlns:a="http://schemas.openxmlformats.org/drawingml/2006/main" noGrp="1"/>
          </p:cNvSpPr>
          <p:nvPr/>
        </p:nvSpPr>
        <p:spPr>
          <a:xfrm xmlns:a="http://schemas.openxmlformats.org/drawingml/2006/main">
            <a:off x="6477000" y="5067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3.5</a:t>
            </a:r>
          </a:p>
        </p:txBody>
      </p:sp>
      <p:sp>
        <p:nvSpPr>
          <p:cNvPr id="165" name="">
            <a:extLst xmlns:a="http://schemas.openxmlformats.org/drawingml/2006/main">
              <a:ext uri="{FF2B5EF4-FFF2-40B4-BE49-F238E27FC236}">
                <a16:creationId xmlns:a16="http://schemas.microsoft.com/office/drawing/2014/main" id="{2327A6E5-6500-444A-963B-54C45281EED3}"/>
              </a:ext>
            </a:extLst>
          </p:cNvPr>
          <p:cNvSpPr>
            <a:spLocks xmlns:a="http://schemas.openxmlformats.org/drawingml/2006/main" noGrp="1"/>
          </p:cNvSpPr>
          <p:nvPr/>
        </p:nvSpPr>
        <p:spPr>
          <a:xfrm xmlns:a="http://schemas.openxmlformats.org/drawingml/2006/main">
            <a:off x="7524750" y="5057775"/>
            <a:ext cx="1047750" cy="228600"/>
          </a:xfrm>
          <a:prstGeom xmlns:a="http://schemas.openxmlformats.org/drawingml/2006/main" prst="rect">
            <a:avLst/>
          </a:prstGeom>
          <a:solidFill xmlns:a="http://schemas.openxmlformats.org/drawingml/2006/main">
            <a:srgbClr val="D0DFF4"/>
          </a:solidFill>
          <a:ln xmlns:a="http://schemas.openxmlformats.org/drawingml/2006/main" w="2858">
            <a:solidFill>
              <a:srgbClr val="FBFCFE"/>
            </a:solidFill>
          </a:ln>
        </p:spPr>
      </p:sp>
      <p:sp>
        <p:nvSpPr>
          <p:cNvPr id="166" name="">
            <a:extLst xmlns:a="http://schemas.openxmlformats.org/drawingml/2006/main">
              <a:ext uri="{FF2B5EF4-FFF2-40B4-BE49-F238E27FC236}">
                <a16:creationId xmlns:a16="http://schemas.microsoft.com/office/drawing/2014/main" id="{64D226A8-9A2E-4667-B39A-928B47B4CC78}"/>
              </a:ext>
            </a:extLst>
          </p:cNvPr>
          <p:cNvSpPr>
            <a:spLocks xmlns:a="http://schemas.openxmlformats.org/drawingml/2006/main" noGrp="1"/>
          </p:cNvSpPr>
          <p:nvPr/>
        </p:nvSpPr>
        <p:spPr>
          <a:xfrm xmlns:a="http://schemas.openxmlformats.org/drawingml/2006/main">
            <a:off x="7524750" y="5067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1.7</a:t>
            </a:r>
          </a:p>
        </p:txBody>
      </p:sp>
      <p:sp>
        <p:nvSpPr>
          <p:cNvPr id="167" name="">
            <a:extLst xmlns:a="http://schemas.openxmlformats.org/drawingml/2006/main">
              <a:ext uri="{FF2B5EF4-FFF2-40B4-BE49-F238E27FC236}">
                <a16:creationId xmlns:a16="http://schemas.microsoft.com/office/drawing/2014/main" id="{4FE92064-1AA1-427E-B812-DC674736084B}"/>
              </a:ext>
            </a:extLst>
          </p:cNvPr>
          <p:cNvSpPr>
            <a:spLocks xmlns:a="http://schemas.openxmlformats.org/drawingml/2006/main" noGrp="1"/>
          </p:cNvSpPr>
          <p:nvPr/>
        </p:nvSpPr>
        <p:spPr>
          <a:xfrm xmlns:a="http://schemas.openxmlformats.org/drawingml/2006/main">
            <a:off x="8572500" y="5057775"/>
            <a:ext cx="1047750" cy="228600"/>
          </a:xfrm>
          <a:prstGeom xmlns:a="http://schemas.openxmlformats.org/drawingml/2006/main" prst="rect">
            <a:avLst/>
          </a:prstGeom>
          <a:solidFill xmlns:a="http://schemas.openxmlformats.org/drawingml/2006/main">
            <a:srgbClr val="D7E3F4"/>
          </a:solidFill>
          <a:ln xmlns:a="http://schemas.openxmlformats.org/drawingml/2006/main" w="2858">
            <a:solidFill>
              <a:srgbClr val="FBFCFE"/>
            </a:solidFill>
          </a:ln>
        </p:spPr>
      </p:sp>
      <p:sp>
        <p:nvSpPr>
          <p:cNvPr id="168" name="">
            <a:extLst xmlns:a="http://schemas.openxmlformats.org/drawingml/2006/main">
              <a:ext uri="{FF2B5EF4-FFF2-40B4-BE49-F238E27FC236}">
                <a16:creationId xmlns:a16="http://schemas.microsoft.com/office/drawing/2014/main" id="{3D23E3A2-6908-44C0-8CA5-9C5BBE3D1C16}"/>
              </a:ext>
            </a:extLst>
          </p:cNvPr>
          <p:cNvSpPr>
            <a:spLocks xmlns:a="http://schemas.openxmlformats.org/drawingml/2006/main" noGrp="1"/>
          </p:cNvSpPr>
          <p:nvPr/>
        </p:nvSpPr>
        <p:spPr>
          <a:xfrm xmlns:a="http://schemas.openxmlformats.org/drawingml/2006/main">
            <a:off x="8572500" y="50673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0.7</a:t>
            </a:r>
          </a:p>
        </p:txBody>
      </p:sp>
      <p:sp>
        <p:nvSpPr>
          <p:cNvPr id="169" name="">
            <a:extLst xmlns:a="http://schemas.openxmlformats.org/drawingml/2006/main">
              <a:ext uri="{FF2B5EF4-FFF2-40B4-BE49-F238E27FC236}">
                <a16:creationId xmlns:a16="http://schemas.microsoft.com/office/drawing/2014/main" id="{418D9B90-EC83-409B-94BC-408CACE39796}"/>
              </a:ext>
            </a:extLst>
          </p:cNvPr>
          <p:cNvSpPr>
            <a:spLocks xmlns:a="http://schemas.openxmlformats.org/drawingml/2006/main" noGrp="1"/>
          </p:cNvSpPr>
          <p:nvPr/>
        </p:nvSpPr>
        <p:spPr>
          <a:xfrm xmlns:a="http://schemas.openxmlformats.org/drawingml/2006/main">
            <a:off x="2286000" y="5295900"/>
            <a:ext cx="1952625"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r">
              <a:defRPr sz="1125" b="0">
                <a:solidFill>
                  <a:srgbClr val="14203A"/>
                </a:solidFill>
                <a:latin typeface="Poppins"/>
                <a:ea typeface="Poppins"/>
                <a:cs typeface="Poppins"/>
              </a:defRPr>
            </a:defPPr>
            <a:lvl1pPr algn="r">
              <a:defRPr sz="1125" b="0">
                <a:solidFill>
                  <a:srgbClr val="14203A"/>
                </a:solidFill>
                <a:latin typeface="Poppins"/>
                <a:ea typeface="Poppins"/>
                <a:cs typeface="Poppins"/>
              </a:defRPr>
            </a:lvl1pPr>
            <a:lvl2pPr algn="r">
              <a:defRPr sz="1125" b="0">
                <a:solidFill>
                  <a:srgbClr val="14203A"/>
                </a:solidFill>
                <a:latin typeface="Poppins"/>
                <a:ea typeface="Poppins"/>
                <a:cs typeface="Poppins"/>
              </a:defRPr>
            </a:lvl2pPr>
            <a:lvl3pPr algn="r">
              <a:defRPr sz="1125" b="0">
                <a:solidFill>
                  <a:srgbClr val="14203A"/>
                </a:solidFill>
                <a:latin typeface="Poppins"/>
                <a:ea typeface="Poppins"/>
                <a:cs typeface="Poppins"/>
              </a:defRPr>
            </a:lvl3pPr>
            <a:lvl4pPr algn="r">
              <a:defRPr sz="1125" b="0">
                <a:solidFill>
                  <a:srgbClr val="14203A"/>
                </a:solidFill>
                <a:latin typeface="Poppins"/>
                <a:ea typeface="Poppins"/>
                <a:cs typeface="Poppins"/>
              </a:defRPr>
            </a:lvl4pPr>
            <a:lvl5pPr algn="r">
              <a:defRPr sz="1125" b="0">
                <a:solidFill>
                  <a:srgbClr val="14203A"/>
                </a:solidFill>
                <a:latin typeface="Poppins"/>
                <a:ea typeface="Poppins"/>
                <a:cs typeface="Poppins"/>
              </a:defRPr>
            </a:lvl5pPr>
            <a:lvl6pPr algn="r">
              <a:defRPr sz="1125" b="0">
                <a:solidFill>
                  <a:srgbClr val="14203A"/>
                </a:solidFill>
                <a:latin typeface="Poppins"/>
                <a:ea typeface="Poppins"/>
                <a:cs typeface="Poppins"/>
              </a:defRPr>
            </a:lvl6pPr>
            <a:lvl7pPr algn="r">
              <a:defRPr sz="1125" b="0">
                <a:solidFill>
                  <a:srgbClr val="14203A"/>
                </a:solidFill>
                <a:latin typeface="Poppins"/>
                <a:ea typeface="Poppins"/>
                <a:cs typeface="Poppins"/>
              </a:defRPr>
            </a:lvl7pPr>
            <a:lvl8pPr algn="r">
              <a:defRPr sz="1125" b="0">
                <a:solidFill>
                  <a:srgbClr val="14203A"/>
                </a:solidFill>
                <a:latin typeface="Poppins"/>
                <a:ea typeface="Poppins"/>
                <a:cs typeface="Poppins"/>
              </a:defRPr>
            </a:lvl8pPr>
            <a:lvl9pPr algn="r">
              <a:defRPr sz="1125" b="0">
                <a:solidFill>
                  <a:srgbClr val="14203A"/>
                </a:solidFill>
                <a:latin typeface="Poppins"/>
                <a:ea typeface="Poppins"/>
                <a:cs typeface="Poppins"/>
              </a:defRPr>
            </a:lvl9pPr>
          </a:lstStyle>
          <a:p xmlns:a="http://schemas.openxmlformats.org/drawingml/2006/main">
            <a:pPr algn="r">
              <a:defRPr sz="1125" b="0">
                <a:solidFill>
                  <a:srgbClr val="14203A"/>
                </a:solidFill>
                <a:latin typeface="Poppins"/>
                <a:ea typeface="Poppins"/>
                <a:cs typeface="Poppins"/>
              </a:defRPr>
            </a:pPr>
            <a:r>
              <a:rPr sz="1125" b="0">
                <a:solidFill>
                  <a:srgbClr val="14203A"/>
                </a:solidFill>
                <a:latin typeface="Poppins"/>
                <a:ea typeface="Poppins"/>
                <a:cs typeface="Poppins"/>
              </a:rPr>
              <a:t>Rochor</a:t>
            </a:r>
          </a:p>
        </p:txBody>
      </p:sp>
      <p:sp>
        <p:nvSpPr>
          <p:cNvPr id="170" name="">
            <a:extLst xmlns:a="http://schemas.openxmlformats.org/drawingml/2006/main">
              <a:ext uri="{FF2B5EF4-FFF2-40B4-BE49-F238E27FC236}">
                <a16:creationId xmlns:a16="http://schemas.microsoft.com/office/drawing/2014/main" id="{0AC691FE-621A-4545-AD83-D95A06241DBB}"/>
              </a:ext>
            </a:extLst>
          </p:cNvPr>
          <p:cNvSpPr>
            <a:spLocks xmlns:a="http://schemas.openxmlformats.org/drawingml/2006/main" noGrp="1"/>
          </p:cNvSpPr>
          <p:nvPr/>
        </p:nvSpPr>
        <p:spPr>
          <a:xfrm xmlns:a="http://schemas.openxmlformats.org/drawingml/2006/main">
            <a:off x="4381500" y="5286375"/>
            <a:ext cx="1047750" cy="228600"/>
          </a:xfrm>
          <a:prstGeom xmlns:a="http://schemas.openxmlformats.org/drawingml/2006/main" prst="rect">
            <a:avLst/>
          </a:prstGeom>
          <a:solidFill xmlns:a="http://schemas.openxmlformats.org/drawingml/2006/main">
            <a:srgbClr val="A7C6F3"/>
          </a:solidFill>
          <a:ln xmlns:a="http://schemas.openxmlformats.org/drawingml/2006/main" w="2858">
            <a:solidFill>
              <a:srgbClr val="FBFCFE"/>
            </a:solidFill>
          </a:ln>
        </p:spPr>
      </p:sp>
      <p:sp>
        <p:nvSpPr>
          <p:cNvPr id="171" name="">
            <a:extLst xmlns:a="http://schemas.openxmlformats.org/drawingml/2006/main">
              <a:ext uri="{FF2B5EF4-FFF2-40B4-BE49-F238E27FC236}">
                <a16:creationId xmlns:a16="http://schemas.microsoft.com/office/drawing/2014/main" id="{27BBC84B-9ACA-461F-BC1E-E41787129A12}"/>
              </a:ext>
            </a:extLst>
          </p:cNvPr>
          <p:cNvSpPr>
            <a:spLocks xmlns:a="http://schemas.openxmlformats.org/drawingml/2006/main" noGrp="1"/>
          </p:cNvSpPr>
          <p:nvPr/>
        </p:nvSpPr>
        <p:spPr>
          <a:xfrm xmlns:a="http://schemas.openxmlformats.org/drawingml/2006/main">
            <a:off x="4381500" y="5295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7.6</a:t>
            </a:r>
          </a:p>
        </p:txBody>
      </p:sp>
      <p:sp>
        <p:nvSpPr>
          <p:cNvPr id="172" name="">
            <a:extLst xmlns:a="http://schemas.openxmlformats.org/drawingml/2006/main">
              <a:ext uri="{FF2B5EF4-FFF2-40B4-BE49-F238E27FC236}">
                <a16:creationId xmlns:a16="http://schemas.microsoft.com/office/drawing/2014/main" id="{4501D2A5-DF3A-4912-8FD8-FEEB44E55486}"/>
              </a:ext>
            </a:extLst>
          </p:cNvPr>
          <p:cNvSpPr>
            <a:spLocks xmlns:a="http://schemas.openxmlformats.org/drawingml/2006/main" noGrp="1"/>
          </p:cNvSpPr>
          <p:nvPr/>
        </p:nvSpPr>
        <p:spPr>
          <a:xfrm xmlns:a="http://schemas.openxmlformats.org/drawingml/2006/main">
            <a:off x="5429250" y="5286375"/>
            <a:ext cx="1047750" cy="228600"/>
          </a:xfrm>
          <a:prstGeom xmlns:a="http://schemas.openxmlformats.org/drawingml/2006/main" prst="rect">
            <a:avLst/>
          </a:prstGeom>
          <a:solidFill xmlns:a="http://schemas.openxmlformats.org/drawingml/2006/main">
            <a:srgbClr val="99BEF2"/>
          </a:solidFill>
          <a:ln xmlns:a="http://schemas.openxmlformats.org/drawingml/2006/main" w="2858">
            <a:solidFill>
              <a:srgbClr val="FBFCFE"/>
            </a:solidFill>
          </a:ln>
        </p:spPr>
      </p:sp>
      <p:sp>
        <p:nvSpPr>
          <p:cNvPr id="173" name="">
            <a:extLst xmlns:a="http://schemas.openxmlformats.org/drawingml/2006/main">
              <a:ext uri="{FF2B5EF4-FFF2-40B4-BE49-F238E27FC236}">
                <a16:creationId xmlns:a16="http://schemas.microsoft.com/office/drawing/2014/main" id="{5AD99880-1BF2-41F2-8E08-14F710E01F3E}"/>
              </a:ext>
            </a:extLst>
          </p:cNvPr>
          <p:cNvSpPr>
            <a:spLocks xmlns:a="http://schemas.openxmlformats.org/drawingml/2006/main" noGrp="1"/>
          </p:cNvSpPr>
          <p:nvPr/>
        </p:nvSpPr>
        <p:spPr>
          <a:xfrm xmlns:a="http://schemas.openxmlformats.org/drawingml/2006/main">
            <a:off x="5429250" y="5295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9.6</a:t>
            </a:r>
          </a:p>
        </p:txBody>
      </p:sp>
      <p:sp>
        <p:nvSpPr>
          <p:cNvPr id="174" name="">
            <a:extLst xmlns:a="http://schemas.openxmlformats.org/drawingml/2006/main">
              <a:ext uri="{FF2B5EF4-FFF2-40B4-BE49-F238E27FC236}">
                <a16:creationId xmlns:a16="http://schemas.microsoft.com/office/drawing/2014/main" id="{E180BB39-82F4-48AB-94AD-16A3F11F4EA5}"/>
              </a:ext>
            </a:extLst>
          </p:cNvPr>
          <p:cNvSpPr>
            <a:spLocks xmlns:a="http://schemas.openxmlformats.org/drawingml/2006/main" noGrp="1"/>
          </p:cNvSpPr>
          <p:nvPr/>
        </p:nvSpPr>
        <p:spPr>
          <a:xfrm xmlns:a="http://schemas.openxmlformats.org/drawingml/2006/main">
            <a:off x="6477000" y="5286375"/>
            <a:ext cx="1047750" cy="228600"/>
          </a:xfrm>
          <a:prstGeom xmlns:a="http://schemas.openxmlformats.org/drawingml/2006/main" prst="rect">
            <a:avLst/>
          </a:prstGeom>
          <a:solidFill xmlns:a="http://schemas.openxmlformats.org/drawingml/2006/main">
            <a:srgbClr val="DCE6F4"/>
          </a:solidFill>
          <a:ln xmlns:a="http://schemas.openxmlformats.org/drawingml/2006/main" w="2858">
            <a:solidFill>
              <a:srgbClr val="FBFCFE"/>
            </a:solidFill>
          </a:ln>
        </p:spPr>
      </p:sp>
      <p:sp>
        <p:nvSpPr>
          <p:cNvPr id="175" name="">
            <a:extLst xmlns:a="http://schemas.openxmlformats.org/drawingml/2006/main">
              <a:ext uri="{FF2B5EF4-FFF2-40B4-BE49-F238E27FC236}">
                <a16:creationId xmlns:a16="http://schemas.microsoft.com/office/drawing/2014/main" id="{68E2B59F-6584-47C5-BD0C-2450422ACC08}"/>
              </a:ext>
            </a:extLst>
          </p:cNvPr>
          <p:cNvSpPr>
            <a:spLocks xmlns:a="http://schemas.openxmlformats.org/drawingml/2006/main" noGrp="1"/>
          </p:cNvSpPr>
          <p:nvPr/>
        </p:nvSpPr>
        <p:spPr>
          <a:xfrm xmlns:a="http://schemas.openxmlformats.org/drawingml/2006/main">
            <a:off x="6477000" y="5295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−2.8</a:t>
            </a:r>
          </a:p>
        </p:txBody>
      </p:sp>
      <p:sp>
        <p:nvSpPr>
          <p:cNvPr id="176" name="">
            <a:extLst xmlns:a="http://schemas.openxmlformats.org/drawingml/2006/main">
              <a:ext uri="{FF2B5EF4-FFF2-40B4-BE49-F238E27FC236}">
                <a16:creationId xmlns:a16="http://schemas.microsoft.com/office/drawing/2014/main" id="{51F79AC4-59B4-4424-9AEC-2FA011FE970E}"/>
              </a:ext>
            </a:extLst>
          </p:cNvPr>
          <p:cNvSpPr>
            <a:spLocks xmlns:a="http://schemas.openxmlformats.org/drawingml/2006/main" noGrp="1"/>
          </p:cNvSpPr>
          <p:nvPr/>
        </p:nvSpPr>
        <p:spPr>
          <a:xfrm xmlns:a="http://schemas.openxmlformats.org/drawingml/2006/main">
            <a:off x="7524750" y="5286375"/>
            <a:ext cx="1047750" cy="228600"/>
          </a:xfrm>
          <a:prstGeom xmlns:a="http://schemas.openxmlformats.org/drawingml/2006/main" prst="rect">
            <a:avLst/>
          </a:prstGeom>
          <a:solidFill xmlns:a="http://schemas.openxmlformats.org/drawingml/2006/main">
            <a:srgbClr val="ADCAF3"/>
          </a:solidFill>
          <a:ln xmlns:a="http://schemas.openxmlformats.org/drawingml/2006/main" w="2858">
            <a:solidFill>
              <a:srgbClr val="FBFCFE"/>
            </a:solidFill>
          </a:ln>
        </p:spPr>
      </p:sp>
      <p:sp>
        <p:nvSpPr>
          <p:cNvPr id="177" name="">
            <a:extLst xmlns:a="http://schemas.openxmlformats.org/drawingml/2006/main">
              <a:ext uri="{FF2B5EF4-FFF2-40B4-BE49-F238E27FC236}">
                <a16:creationId xmlns:a16="http://schemas.microsoft.com/office/drawing/2014/main" id="{1C54E9C2-C80B-45BF-B593-968FF9346596}"/>
              </a:ext>
            </a:extLst>
          </p:cNvPr>
          <p:cNvSpPr>
            <a:spLocks xmlns:a="http://schemas.openxmlformats.org/drawingml/2006/main" noGrp="1"/>
          </p:cNvSpPr>
          <p:nvPr/>
        </p:nvSpPr>
        <p:spPr>
          <a:xfrm xmlns:a="http://schemas.openxmlformats.org/drawingml/2006/main">
            <a:off x="7524750" y="5295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6.7</a:t>
            </a:r>
          </a:p>
        </p:txBody>
      </p:sp>
      <p:sp>
        <p:nvSpPr>
          <p:cNvPr id="178" name="">
            <a:extLst xmlns:a="http://schemas.openxmlformats.org/drawingml/2006/main">
              <a:ext uri="{FF2B5EF4-FFF2-40B4-BE49-F238E27FC236}">
                <a16:creationId xmlns:a16="http://schemas.microsoft.com/office/drawing/2014/main" id="{F05C7DF5-7BCE-488E-ACF0-5FE4FD75706A}"/>
              </a:ext>
            </a:extLst>
          </p:cNvPr>
          <p:cNvSpPr>
            <a:spLocks xmlns:a="http://schemas.openxmlformats.org/drawingml/2006/main" noGrp="1"/>
          </p:cNvSpPr>
          <p:nvPr/>
        </p:nvSpPr>
        <p:spPr>
          <a:xfrm xmlns:a="http://schemas.openxmlformats.org/drawingml/2006/main">
            <a:off x="8572500" y="5286375"/>
            <a:ext cx="1047750" cy="228600"/>
          </a:xfrm>
          <a:prstGeom xmlns:a="http://schemas.openxmlformats.org/drawingml/2006/main" prst="rect">
            <a:avLst/>
          </a:prstGeom>
          <a:solidFill xmlns:a="http://schemas.openxmlformats.org/drawingml/2006/main">
            <a:srgbClr val="C9DBF4"/>
          </a:solidFill>
          <a:ln xmlns:a="http://schemas.openxmlformats.org/drawingml/2006/main" w="2858">
            <a:solidFill>
              <a:srgbClr val="FBFCFE"/>
            </a:solidFill>
          </a:ln>
        </p:spPr>
      </p:sp>
      <p:sp>
        <p:nvSpPr>
          <p:cNvPr id="179" name="">
            <a:extLst xmlns:a="http://schemas.openxmlformats.org/drawingml/2006/main">
              <a:ext uri="{FF2B5EF4-FFF2-40B4-BE49-F238E27FC236}">
                <a16:creationId xmlns:a16="http://schemas.microsoft.com/office/drawing/2014/main" id="{88247BD2-BAC4-488C-8C1F-7DE9F88454A1}"/>
              </a:ext>
            </a:extLst>
          </p:cNvPr>
          <p:cNvSpPr>
            <a:spLocks xmlns:a="http://schemas.openxmlformats.org/drawingml/2006/main" noGrp="1"/>
          </p:cNvSpPr>
          <p:nvPr/>
        </p:nvSpPr>
        <p:spPr>
          <a:xfrm xmlns:a="http://schemas.openxmlformats.org/drawingml/2006/main">
            <a:off x="8572500" y="5295900"/>
            <a:ext cx="104775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2.7</a:t>
            </a:r>
          </a:p>
        </p:txBody>
      </p:sp>
      <p:sp>
        <p:nvSpPr>
          <p:cNvPr id="180" name="">
            <a:extLst xmlns:a="http://schemas.openxmlformats.org/drawingml/2006/main">
              <a:ext uri="{FF2B5EF4-FFF2-40B4-BE49-F238E27FC236}">
                <a16:creationId xmlns:a16="http://schemas.microsoft.com/office/drawing/2014/main" id="{74E0BC72-93EE-4E7F-B565-09DB7C799D4A}"/>
              </a:ext>
            </a:extLst>
          </p:cNvPr>
          <p:cNvSpPr>
            <a:spLocks xmlns:a="http://schemas.openxmlformats.org/drawingml/2006/main" noGrp="1"/>
          </p:cNvSpPr>
          <p:nvPr/>
        </p:nvSpPr>
        <p:spPr>
          <a:xfrm xmlns:a="http://schemas.openxmlformats.org/drawingml/2006/main">
            <a:off x="4381500" y="5591175"/>
            <a:ext cx="10477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00–07</a:t>
            </a:r>
          </a:p>
        </p:txBody>
      </p:sp>
      <p:sp>
        <p:nvSpPr>
          <p:cNvPr id="181" name="">
            <a:extLst xmlns:a="http://schemas.openxmlformats.org/drawingml/2006/main">
              <a:ext uri="{FF2B5EF4-FFF2-40B4-BE49-F238E27FC236}">
                <a16:creationId xmlns:a16="http://schemas.microsoft.com/office/drawing/2014/main" id="{B9971A62-1A5E-4E2A-8685-6FC3B4A78D1D}"/>
              </a:ext>
            </a:extLst>
          </p:cNvPr>
          <p:cNvSpPr>
            <a:spLocks xmlns:a="http://schemas.openxmlformats.org/drawingml/2006/main" noGrp="1"/>
          </p:cNvSpPr>
          <p:nvPr/>
        </p:nvSpPr>
        <p:spPr>
          <a:xfrm xmlns:a="http://schemas.openxmlformats.org/drawingml/2006/main">
            <a:off x="5429250" y="5591175"/>
            <a:ext cx="10477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07–10</a:t>
            </a:r>
          </a:p>
        </p:txBody>
      </p:sp>
      <p:sp>
        <p:nvSpPr>
          <p:cNvPr id="182" name="">
            <a:extLst xmlns:a="http://schemas.openxmlformats.org/drawingml/2006/main">
              <a:ext uri="{FF2B5EF4-FFF2-40B4-BE49-F238E27FC236}">
                <a16:creationId xmlns:a16="http://schemas.microsoft.com/office/drawing/2014/main" id="{2493CF92-2AFA-4910-9B47-7AEF4200AE26}"/>
              </a:ext>
            </a:extLst>
          </p:cNvPr>
          <p:cNvSpPr>
            <a:spLocks xmlns:a="http://schemas.openxmlformats.org/drawingml/2006/main" noGrp="1"/>
          </p:cNvSpPr>
          <p:nvPr/>
        </p:nvSpPr>
        <p:spPr>
          <a:xfrm xmlns:a="http://schemas.openxmlformats.org/drawingml/2006/main">
            <a:off x="6477000" y="5591175"/>
            <a:ext cx="10477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10–17</a:t>
            </a:r>
          </a:p>
        </p:txBody>
      </p:sp>
      <p:sp>
        <p:nvSpPr>
          <p:cNvPr id="183" name="">
            <a:extLst xmlns:a="http://schemas.openxmlformats.org/drawingml/2006/main">
              <a:ext uri="{FF2B5EF4-FFF2-40B4-BE49-F238E27FC236}">
                <a16:creationId xmlns:a16="http://schemas.microsoft.com/office/drawing/2014/main" id="{A63AC7B3-B51A-40BD-9EBD-09A013C250BF}"/>
              </a:ext>
            </a:extLst>
          </p:cNvPr>
          <p:cNvSpPr>
            <a:spLocks xmlns:a="http://schemas.openxmlformats.org/drawingml/2006/main" noGrp="1"/>
          </p:cNvSpPr>
          <p:nvPr/>
        </p:nvSpPr>
        <p:spPr>
          <a:xfrm xmlns:a="http://schemas.openxmlformats.org/drawingml/2006/main">
            <a:off x="7524750" y="5591175"/>
            <a:ext cx="10477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17–20</a:t>
            </a:r>
          </a:p>
        </p:txBody>
      </p:sp>
      <p:sp>
        <p:nvSpPr>
          <p:cNvPr id="184" name="">
            <a:extLst xmlns:a="http://schemas.openxmlformats.org/drawingml/2006/main">
              <a:ext uri="{FF2B5EF4-FFF2-40B4-BE49-F238E27FC236}">
                <a16:creationId xmlns:a16="http://schemas.microsoft.com/office/drawing/2014/main" id="{598F9DEC-F186-4EDB-8341-E4FEBC54F50F}"/>
              </a:ext>
            </a:extLst>
          </p:cNvPr>
          <p:cNvSpPr>
            <a:spLocks xmlns:a="http://schemas.openxmlformats.org/drawingml/2006/main" noGrp="1"/>
          </p:cNvSpPr>
          <p:nvPr/>
        </p:nvSpPr>
        <p:spPr>
          <a:xfrm xmlns:a="http://schemas.openxmlformats.org/drawingml/2006/main">
            <a:off x="8572500" y="5591175"/>
            <a:ext cx="10477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20–24</a:t>
            </a:r>
          </a:p>
        </p:txBody>
      </p:sp>
      <p:sp>
        <p:nvSpPr>
          <p:cNvPr id="185" name="">
            <a:extLst xmlns:a="http://schemas.openxmlformats.org/drawingml/2006/main">
              <a:ext uri="{FF2B5EF4-FFF2-40B4-BE49-F238E27FC236}">
                <a16:creationId xmlns:a16="http://schemas.microsoft.com/office/drawing/2014/main" id="{77A39C1E-264D-4DFC-B564-4AA86A042889}"/>
              </a:ext>
            </a:extLst>
          </p:cNvPr>
          <p:cNvSpPr>
            <a:spLocks xmlns:a="http://schemas.openxmlformats.org/drawingml/2006/main" noGrp="1"/>
          </p:cNvSpPr>
          <p:nvPr/>
        </p:nvSpPr>
        <p:spPr>
          <a:xfrm xmlns:a="http://schemas.openxmlformats.org/drawingml/2006/main">
            <a:off x="3143250" y="5791200"/>
            <a:ext cx="723900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Fewer vacant taxis per half-hour · weekday · NEA rain forecast</a:t>
            </a:r>
          </a:p>
        </p:txBody>
      </p:sp>
    </p:spTree>
    <p:extLst>
      <p:ext uri="{BB962C8B-B14F-4D97-AF65-F5344CB8AC3E}">
        <p14:creationId xmlns:p14="http://schemas.microsoft.com/office/powerpoint/2010/main" val="597896415"/>
      </p:ext>
    </p:extLst>
  </p:cSld>
</p:sld>
</file>

<file path=ppt/slides/slide63.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WHAT THE REPOSITIONING CONSTRAINTS COST</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Targeting success measures selected cells, not passengers served or operational benefits.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63</a:t>
            </a:r>
            <a:endParaRPr sz="1200"/>
          </a:p>
        </p:txBody>
      </p:sp>
      <p:sp>
        <p:nvSpPr>
          <p:cNvPr id="14" name="">
            <a:extLst xmlns:a="http://schemas.openxmlformats.org/drawingml/2006/main">
              <a:ext uri="{FF2B5EF4-FFF2-40B4-BE49-F238E27FC236}">
                <a16:creationId xmlns:a16="http://schemas.microsoft.com/office/drawing/2014/main" id="{91DD97E2-9E00-4683-B581-4E4BBFA06BAA}"/>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EB0F60F4-297F-4077-B651-507EBE0741DB}"/>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Each policy constraint narrows the choice of cells; spreading taxis over many cells dilutes targeting</a:t>
            </a:r>
          </a:p>
        </p:txBody>
      </p:sp>
      <p:sp>
        <p:nvSpPr>
          <p:cNvPr id="16" name="Editable chart path">
            <a:extLst xmlns:a="http://schemas.openxmlformats.org/drawingml/2006/main">
              <a:ext uri="{FF2B5EF4-FFF2-40B4-BE49-F238E27FC236}">
                <a16:creationId xmlns:a16="http://schemas.microsoft.com/office/drawing/2014/main" id="{DF9603F3-42FD-44D6-AF42-18A278C1B56C}"/>
              </a:ext>
            </a:extLst>
          </p:cNvPr>
          <p:cNvSpPr>
            <a:spLocks xmlns:a="http://schemas.openxmlformats.org/drawingml/2006/main" noGrp="1"/>
          </p:cNvSpPr>
          <p:nvPr/>
        </p:nvSpPr>
        <p:spPr>
          <a:xfrm xmlns:a="http://schemas.openxmlformats.org/drawingml/2006/main">
            <a:off x="5782939" y="2496966"/>
            <a:ext cx="3702878" cy="90445"/>
          </a:xfrm>
          <a:custGeom xmlns:a="http://schemas.openxmlformats.org/drawingml/2006/main">
            <a:pathLst>
              <a:path w="3661305" h="89429">
                <a:moveTo>
                  <a:pt x="0" y="89429"/>
                </a:moveTo>
                <a:lnTo>
                  <a:pt x="3661305" y="89429"/>
                </a:lnTo>
                <a:lnTo>
                  <a:pt x="3661305" y="0"/>
                </a:lnTo>
                <a:lnTo>
                  <a:pt x="0" y="0"/>
                </a:lnTo>
                <a:close/>
              </a:path>
            </a:pathLst>
          </a:custGeom>
          <a:solidFill xmlns:a="http://schemas.openxmlformats.org/drawingml/2006/main">
            <a:srgbClr val="224889"/>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6EE85AAE-9B36-4966-9181-142199CCC5F4}"/>
              </a:ext>
            </a:extLst>
          </p:cNvPr>
          <p:cNvSpPr>
            <a:spLocks xmlns:a="http://schemas.openxmlformats.org/drawingml/2006/main" noGrp="1"/>
          </p:cNvSpPr>
          <p:nvPr/>
        </p:nvSpPr>
        <p:spPr>
          <a:xfrm xmlns:a="http://schemas.openxmlformats.org/drawingml/2006/main">
            <a:off x="5782939" y="2762980"/>
            <a:ext cx="3479875" cy="90445"/>
          </a:xfrm>
          <a:custGeom xmlns:a="http://schemas.openxmlformats.org/drawingml/2006/main">
            <a:pathLst>
              <a:path w="3440805" h="89429">
                <a:moveTo>
                  <a:pt x="0" y="89429"/>
                </a:moveTo>
                <a:lnTo>
                  <a:pt x="3440805" y="89429"/>
                </a:lnTo>
                <a:lnTo>
                  <a:pt x="3440805" y="0"/>
                </a:lnTo>
                <a:lnTo>
                  <a:pt x="0" y="0"/>
                </a:lnTo>
                <a:close/>
              </a:path>
            </a:pathLst>
          </a:custGeom>
          <a:solidFill xmlns:a="http://schemas.openxmlformats.org/drawingml/2006/main">
            <a:srgbClr val="224889"/>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DC349C9F-F2CC-4287-A668-211B49DC6E48}"/>
              </a:ext>
            </a:extLst>
          </p:cNvPr>
          <p:cNvSpPr>
            <a:spLocks xmlns:a="http://schemas.openxmlformats.org/drawingml/2006/main" noGrp="1"/>
          </p:cNvSpPr>
          <p:nvPr/>
        </p:nvSpPr>
        <p:spPr>
          <a:xfrm xmlns:a="http://schemas.openxmlformats.org/drawingml/2006/main">
            <a:off x="5782939" y="3028994"/>
            <a:ext cx="3482790" cy="90445"/>
          </a:xfrm>
          <a:custGeom xmlns:a="http://schemas.openxmlformats.org/drawingml/2006/main">
            <a:pathLst>
              <a:path w="3443687" h="89429">
                <a:moveTo>
                  <a:pt x="0" y="89429"/>
                </a:moveTo>
                <a:lnTo>
                  <a:pt x="3443687" y="89429"/>
                </a:lnTo>
                <a:lnTo>
                  <a:pt x="3443687" y="0"/>
                </a:lnTo>
                <a:lnTo>
                  <a:pt x="0" y="0"/>
                </a:lnTo>
                <a:close/>
              </a:path>
            </a:pathLst>
          </a:custGeom>
          <a:solidFill xmlns:a="http://schemas.openxmlformats.org/drawingml/2006/main">
            <a:srgbClr val="224889"/>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2DD39414-7523-4237-BE34-737AE8B33D71}"/>
              </a:ext>
            </a:extLst>
          </p:cNvPr>
          <p:cNvSpPr>
            <a:spLocks xmlns:a="http://schemas.openxmlformats.org/drawingml/2006/main" noGrp="1"/>
          </p:cNvSpPr>
          <p:nvPr/>
        </p:nvSpPr>
        <p:spPr>
          <a:xfrm xmlns:a="http://schemas.openxmlformats.org/drawingml/2006/main">
            <a:off x="5782939" y="3295008"/>
            <a:ext cx="3484247" cy="90445"/>
          </a:xfrm>
          <a:custGeom xmlns:a="http://schemas.openxmlformats.org/drawingml/2006/main">
            <a:pathLst>
              <a:path w="3445128" h="89429">
                <a:moveTo>
                  <a:pt x="0" y="89429"/>
                </a:moveTo>
                <a:lnTo>
                  <a:pt x="3445128" y="89429"/>
                </a:lnTo>
                <a:lnTo>
                  <a:pt x="3445128" y="0"/>
                </a:lnTo>
                <a:lnTo>
                  <a:pt x="0" y="0"/>
                </a:lnTo>
                <a:close/>
              </a:path>
            </a:pathLst>
          </a:custGeom>
          <a:solidFill xmlns:a="http://schemas.openxmlformats.org/drawingml/2006/main">
            <a:srgbClr val="224889"/>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E1C96C28-621E-4B46-9B3D-FCA66906A6A1}"/>
              </a:ext>
            </a:extLst>
          </p:cNvPr>
          <p:cNvSpPr>
            <a:spLocks xmlns:a="http://schemas.openxmlformats.org/drawingml/2006/main" noGrp="1"/>
          </p:cNvSpPr>
          <p:nvPr/>
        </p:nvSpPr>
        <p:spPr>
          <a:xfrm xmlns:a="http://schemas.openxmlformats.org/drawingml/2006/main">
            <a:off x="5782939" y="3561022"/>
            <a:ext cx="3220433" cy="90445"/>
          </a:xfrm>
          <a:custGeom xmlns:a="http://schemas.openxmlformats.org/drawingml/2006/main">
            <a:pathLst>
              <a:path w="3184276" h="89429">
                <a:moveTo>
                  <a:pt x="0" y="89429"/>
                </a:moveTo>
                <a:lnTo>
                  <a:pt x="3184276" y="89429"/>
                </a:lnTo>
                <a:lnTo>
                  <a:pt x="3184276" y="0"/>
                </a:lnTo>
                <a:lnTo>
                  <a:pt x="0" y="0"/>
                </a:lnTo>
                <a:close/>
              </a:path>
            </a:pathLst>
          </a:custGeom>
          <a:solidFill xmlns:a="http://schemas.openxmlformats.org/drawingml/2006/main">
            <a:srgbClr val="224889"/>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8EA48C34-FAC3-4330-B025-7229A54FF405}"/>
              </a:ext>
            </a:extLst>
          </p:cNvPr>
          <p:cNvSpPr>
            <a:spLocks xmlns:a="http://schemas.openxmlformats.org/drawingml/2006/main" noGrp="1"/>
          </p:cNvSpPr>
          <p:nvPr/>
        </p:nvSpPr>
        <p:spPr>
          <a:xfrm xmlns:a="http://schemas.openxmlformats.org/drawingml/2006/main">
            <a:off x="5782939" y="3827036"/>
            <a:ext cx="3164318" cy="90445"/>
          </a:xfrm>
          <a:custGeom xmlns:a="http://schemas.openxmlformats.org/drawingml/2006/main">
            <a:pathLst>
              <a:path w="3128791" h="89429">
                <a:moveTo>
                  <a:pt x="0" y="89429"/>
                </a:moveTo>
                <a:lnTo>
                  <a:pt x="3128791" y="89429"/>
                </a:lnTo>
                <a:lnTo>
                  <a:pt x="3128791" y="0"/>
                </a:lnTo>
                <a:lnTo>
                  <a:pt x="0" y="0"/>
                </a:lnTo>
                <a:close/>
              </a:path>
            </a:pathLst>
          </a:custGeom>
          <a:solidFill xmlns:a="http://schemas.openxmlformats.org/drawingml/2006/main">
            <a:srgbClr val="224889"/>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C10A8654-BDE8-4A53-A0B0-7A01E22AAE02}"/>
              </a:ext>
            </a:extLst>
          </p:cNvPr>
          <p:cNvSpPr>
            <a:spLocks xmlns:a="http://schemas.openxmlformats.org/drawingml/2006/main" noGrp="1"/>
          </p:cNvSpPr>
          <p:nvPr/>
        </p:nvSpPr>
        <p:spPr>
          <a:xfrm xmlns:a="http://schemas.openxmlformats.org/drawingml/2006/main">
            <a:off x="5782939" y="4093050"/>
            <a:ext cx="2652721" cy="90445"/>
          </a:xfrm>
          <a:custGeom xmlns:a="http://schemas.openxmlformats.org/drawingml/2006/main">
            <a:pathLst>
              <a:path w="2622938" h="89429">
                <a:moveTo>
                  <a:pt x="0" y="89429"/>
                </a:moveTo>
                <a:lnTo>
                  <a:pt x="2622938" y="89429"/>
                </a:lnTo>
                <a:lnTo>
                  <a:pt x="2622938" y="0"/>
                </a:lnTo>
                <a:lnTo>
                  <a:pt x="0" y="0"/>
                </a:lnTo>
                <a:close/>
              </a:path>
            </a:pathLst>
          </a:custGeom>
          <a:solidFill xmlns:a="http://schemas.openxmlformats.org/drawingml/2006/main">
            <a:srgbClr val="224889"/>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6BC17988-705A-45C2-95A5-49E690AD19A9}"/>
              </a:ext>
            </a:extLst>
          </p:cNvPr>
          <p:cNvSpPr>
            <a:spLocks xmlns:a="http://schemas.openxmlformats.org/drawingml/2006/main" noGrp="1"/>
          </p:cNvSpPr>
          <p:nvPr/>
        </p:nvSpPr>
        <p:spPr>
          <a:xfrm xmlns:a="http://schemas.openxmlformats.org/drawingml/2006/main">
            <a:off x="5782939" y="4359064"/>
            <a:ext cx="2230035" cy="90445"/>
          </a:xfrm>
          <a:custGeom xmlns:a="http://schemas.openxmlformats.org/drawingml/2006/main">
            <a:pathLst>
              <a:path w="2204997" h="89429">
                <a:moveTo>
                  <a:pt x="0" y="89429"/>
                </a:moveTo>
                <a:lnTo>
                  <a:pt x="2204997" y="89429"/>
                </a:lnTo>
                <a:lnTo>
                  <a:pt x="2204997" y="0"/>
                </a:lnTo>
                <a:lnTo>
                  <a:pt x="0" y="0"/>
                </a:lnTo>
                <a:close/>
              </a:path>
            </a:pathLst>
          </a:custGeom>
          <a:solidFill xmlns:a="http://schemas.openxmlformats.org/drawingml/2006/main">
            <a:srgbClr val="224889"/>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8FD85726-A0B7-4F56-AC2C-78927C4F6510}"/>
              </a:ext>
            </a:extLst>
          </p:cNvPr>
          <p:cNvSpPr>
            <a:spLocks xmlns:a="http://schemas.openxmlformats.org/drawingml/2006/main" noGrp="1"/>
          </p:cNvSpPr>
          <p:nvPr/>
        </p:nvSpPr>
        <p:spPr>
          <a:xfrm xmlns:a="http://schemas.openxmlformats.org/drawingml/2006/main">
            <a:off x="5782939" y="4625078"/>
            <a:ext cx="2001201" cy="90445"/>
          </a:xfrm>
          <a:custGeom xmlns:a="http://schemas.openxmlformats.org/drawingml/2006/main">
            <a:pathLst>
              <a:path w="1978733" h="89429">
                <a:moveTo>
                  <a:pt x="0" y="89429"/>
                </a:moveTo>
                <a:lnTo>
                  <a:pt x="1978733" y="89429"/>
                </a:lnTo>
                <a:lnTo>
                  <a:pt x="1978733" y="0"/>
                </a:lnTo>
                <a:lnTo>
                  <a:pt x="0" y="0"/>
                </a:lnTo>
                <a:close/>
              </a:path>
            </a:pathLst>
          </a:custGeom>
          <a:solidFill xmlns:a="http://schemas.openxmlformats.org/drawingml/2006/main">
            <a:srgbClr val="224889"/>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F447EA92-F503-4AB7-BDB1-2FE2CF5C8BD1}"/>
              </a:ext>
            </a:extLst>
          </p:cNvPr>
          <p:cNvSpPr>
            <a:spLocks xmlns:a="http://schemas.openxmlformats.org/drawingml/2006/main" noGrp="1"/>
          </p:cNvSpPr>
          <p:nvPr/>
        </p:nvSpPr>
        <p:spPr>
          <a:xfrm xmlns:a="http://schemas.openxmlformats.org/drawingml/2006/main">
            <a:off x="5782939" y="2592731"/>
            <a:ext cx="3750977" cy="90445"/>
          </a:xfrm>
          <a:custGeom xmlns:a="http://schemas.openxmlformats.org/drawingml/2006/main">
            <a:pathLst>
              <a:path w="3708863" h="89429">
                <a:moveTo>
                  <a:pt x="0" y="89429"/>
                </a:moveTo>
                <a:lnTo>
                  <a:pt x="3708863" y="89429"/>
                </a:lnTo>
                <a:lnTo>
                  <a:pt x="3708863" y="0"/>
                </a:lnTo>
                <a:lnTo>
                  <a:pt x="0" y="0"/>
                </a:lnTo>
                <a:close/>
              </a:path>
            </a:pathLst>
          </a:custGeom>
          <a:solidFill xmlns:a="http://schemas.openxmlformats.org/drawingml/2006/main">
            <a:srgbClr val="2C5EAA"/>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5A166D0E-B86F-4DA2-BD30-BBB2B520C7D2}"/>
              </a:ext>
            </a:extLst>
          </p:cNvPr>
          <p:cNvSpPr>
            <a:spLocks xmlns:a="http://schemas.openxmlformats.org/drawingml/2006/main" noGrp="1"/>
          </p:cNvSpPr>
          <p:nvPr/>
        </p:nvSpPr>
        <p:spPr>
          <a:xfrm xmlns:a="http://schemas.openxmlformats.org/drawingml/2006/main">
            <a:off x="5782939" y="2858745"/>
            <a:ext cx="3501738" cy="90445"/>
          </a:xfrm>
          <a:custGeom xmlns:a="http://schemas.openxmlformats.org/drawingml/2006/main">
            <a:pathLst>
              <a:path w="3462423" h="89429">
                <a:moveTo>
                  <a:pt x="0" y="89429"/>
                </a:moveTo>
                <a:lnTo>
                  <a:pt x="3462423" y="89429"/>
                </a:lnTo>
                <a:lnTo>
                  <a:pt x="3462423" y="0"/>
                </a:lnTo>
                <a:lnTo>
                  <a:pt x="0" y="0"/>
                </a:lnTo>
                <a:close/>
              </a:path>
            </a:pathLst>
          </a:custGeom>
          <a:solidFill xmlns:a="http://schemas.openxmlformats.org/drawingml/2006/main">
            <a:srgbClr val="2C5EAA"/>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95DEF99C-7347-485D-BB8A-EBEF90E56C82}"/>
              </a:ext>
            </a:extLst>
          </p:cNvPr>
          <p:cNvSpPr>
            <a:spLocks xmlns:a="http://schemas.openxmlformats.org/drawingml/2006/main" noGrp="1"/>
          </p:cNvSpPr>
          <p:nvPr/>
        </p:nvSpPr>
        <p:spPr>
          <a:xfrm xmlns:a="http://schemas.openxmlformats.org/drawingml/2006/main">
            <a:off x="5782939" y="3124759"/>
            <a:ext cx="3503195" cy="90445"/>
          </a:xfrm>
          <a:custGeom xmlns:a="http://schemas.openxmlformats.org/drawingml/2006/main">
            <a:pathLst>
              <a:path w="3463864" h="89429">
                <a:moveTo>
                  <a:pt x="0" y="89429"/>
                </a:moveTo>
                <a:lnTo>
                  <a:pt x="3463864" y="89429"/>
                </a:lnTo>
                <a:lnTo>
                  <a:pt x="3463864" y="0"/>
                </a:lnTo>
                <a:lnTo>
                  <a:pt x="0" y="0"/>
                </a:lnTo>
                <a:close/>
              </a:path>
            </a:pathLst>
          </a:custGeom>
          <a:solidFill xmlns:a="http://schemas.openxmlformats.org/drawingml/2006/main">
            <a:srgbClr val="2C5EAA"/>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3E6E1B1B-D795-4564-ADAD-1C776EBC517C}"/>
              </a:ext>
            </a:extLst>
          </p:cNvPr>
          <p:cNvSpPr>
            <a:spLocks xmlns:a="http://schemas.openxmlformats.org/drawingml/2006/main" noGrp="1"/>
          </p:cNvSpPr>
          <p:nvPr/>
        </p:nvSpPr>
        <p:spPr>
          <a:xfrm xmlns:a="http://schemas.openxmlformats.org/drawingml/2006/main">
            <a:off x="5782939" y="3390773"/>
            <a:ext cx="3504653" cy="90445"/>
          </a:xfrm>
          <a:custGeom xmlns:a="http://schemas.openxmlformats.org/drawingml/2006/main">
            <a:pathLst>
              <a:path w="3465305" h="89429">
                <a:moveTo>
                  <a:pt x="0" y="89429"/>
                </a:moveTo>
                <a:lnTo>
                  <a:pt x="3465305" y="89429"/>
                </a:lnTo>
                <a:lnTo>
                  <a:pt x="3465305" y="0"/>
                </a:lnTo>
                <a:lnTo>
                  <a:pt x="0" y="0"/>
                </a:lnTo>
                <a:close/>
              </a:path>
            </a:pathLst>
          </a:custGeom>
          <a:solidFill xmlns:a="http://schemas.openxmlformats.org/drawingml/2006/main">
            <a:srgbClr val="2C5EAA"/>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D632F457-3035-44FA-95B5-F5A585BDB872}"/>
              </a:ext>
            </a:extLst>
          </p:cNvPr>
          <p:cNvSpPr>
            <a:spLocks xmlns:a="http://schemas.openxmlformats.org/drawingml/2006/main" noGrp="1"/>
          </p:cNvSpPr>
          <p:nvPr/>
        </p:nvSpPr>
        <p:spPr>
          <a:xfrm xmlns:a="http://schemas.openxmlformats.org/drawingml/2006/main">
            <a:off x="5782939" y="3656787"/>
            <a:ext cx="3264159" cy="90445"/>
          </a:xfrm>
          <a:custGeom xmlns:a="http://schemas.openxmlformats.org/drawingml/2006/main">
            <a:pathLst>
              <a:path w="3227511" h="89429">
                <a:moveTo>
                  <a:pt x="0" y="89429"/>
                </a:moveTo>
                <a:lnTo>
                  <a:pt x="3227511" y="89429"/>
                </a:lnTo>
                <a:lnTo>
                  <a:pt x="3227511" y="0"/>
                </a:lnTo>
                <a:lnTo>
                  <a:pt x="0" y="0"/>
                </a:lnTo>
                <a:close/>
              </a:path>
            </a:pathLst>
          </a:custGeom>
          <a:solidFill xmlns:a="http://schemas.openxmlformats.org/drawingml/2006/main">
            <a:srgbClr val="2C5EAA"/>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C4B0B739-9AD9-4397-A439-CA712C7ECC24}"/>
              </a:ext>
            </a:extLst>
          </p:cNvPr>
          <p:cNvSpPr>
            <a:spLocks xmlns:a="http://schemas.openxmlformats.org/drawingml/2006/main" noGrp="1"/>
          </p:cNvSpPr>
          <p:nvPr/>
        </p:nvSpPr>
        <p:spPr>
          <a:xfrm xmlns:a="http://schemas.openxmlformats.org/drawingml/2006/main">
            <a:off x="5782939" y="3922801"/>
            <a:ext cx="3218247" cy="90445"/>
          </a:xfrm>
          <a:custGeom xmlns:a="http://schemas.openxmlformats.org/drawingml/2006/main">
            <a:pathLst>
              <a:path w="3182114" h="89429">
                <a:moveTo>
                  <a:pt x="0" y="89429"/>
                </a:moveTo>
                <a:lnTo>
                  <a:pt x="3182114" y="89429"/>
                </a:lnTo>
                <a:lnTo>
                  <a:pt x="3182114" y="0"/>
                </a:lnTo>
                <a:lnTo>
                  <a:pt x="0" y="0"/>
                </a:lnTo>
                <a:close/>
              </a:path>
            </a:pathLst>
          </a:custGeom>
          <a:solidFill xmlns:a="http://schemas.openxmlformats.org/drawingml/2006/main">
            <a:srgbClr val="2C5EAA"/>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FED64CA2-6A7E-412C-B1C7-9EF5D3A88ED0}"/>
              </a:ext>
            </a:extLst>
          </p:cNvPr>
          <p:cNvSpPr>
            <a:spLocks xmlns:a="http://schemas.openxmlformats.org/drawingml/2006/main" noGrp="1"/>
          </p:cNvSpPr>
          <p:nvPr/>
        </p:nvSpPr>
        <p:spPr>
          <a:xfrm xmlns:a="http://schemas.openxmlformats.org/drawingml/2006/main">
            <a:off x="5782939" y="4188815"/>
            <a:ext cx="2651264" cy="90445"/>
          </a:xfrm>
          <a:custGeom xmlns:a="http://schemas.openxmlformats.org/drawingml/2006/main">
            <a:pathLst>
              <a:path w="2621497" h="89429">
                <a:moveTo>
                  <a:pt x="0" y="89429"/>
                </a:moveTo>
                <a:lnTo>
                  <a:pt x="2621497" y="89429"/>
                </a:lnTo>
                <a:lnTo>
                  <a:pt x="26214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CE1D1F21-0E6A-480E-9231-805B7022012A}"/>
              </a:ext>
            </a:extLst>
          </p:cNvPr>
          <p:cNvSpPr>
            <a:spLocks xmlns:a="http://schemas.openxmlformats.org/drawingml/2006/main" noGrp="1"/>
          </p:cNvSpPr>
          <p:nvPr/>
        </p:nvSpPr>
        <p:spPr>
          <a:xfrm xmlns:a="http://schemas.openxmlformats.org/drawingml/2006/main">
            <a:off x="5782939" y="4454829"/>
            <a:ext cx="2259915" cy="90445"/>
          </a:xfrm>
          <a:custGeom xmlns:a="http://schemas.openxmlformats.org/drawingml/2006/main">
            <a:pathLst>
              <a:path w="2234542" h="89429">
                <a:moveTo>
                  <a:pt x="0" y="89429"/>
                </a:moveTo>
                <a:lnTo>
                  <a:pt x="2234542" y="89429"/>
                </a:lnTo>
                <a:lnTo>
                  <a:pt x="2234542" y="0"/>
                </a:lnTo>
                <a:lnTo>
                  <a:pt x="0" y="0"/>
                </a:lnTo>
                <a:close/>
              </a:path>
            </a:pathLst>
          </a:custGeom>
          <a:solidFill xmlns:a="http://schemas.openxmlformats.org/drawingml/2006/main">
            <a:srgbClr val="2C5EAA"/>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DEE3DDD0-37C4-4871-BDC8-8EFA5793D007}"/>
              </a:ext>
            </a:extLst>
          </p:cNvPr>
          <p:cNvSpPr>
            <a:spLocks xmlns:a="http://schemas.openxmlformats.org/drawingml/2006/main" noGrp="1"/>
          </p:cNvSpPr>
          <p:nvPr/>
        </p:nvSpPr>
        <p:spPr>
          <a:xfrm xmlns:a="http://schemas.openxmlformats.org/drawingml/2006/main">
            <a:off x="5782939" y="4720843"/>
            <a:ext cx="2018692" cy="90445"/>
          </a:xfrm>
          <a:custGeom xmlns:a="http://schemas.openxmlformats.org/drawingml/2006/main">
            <a:pathLst>
              <a:path w="1996027" h="89429">
                <a:moveTo>
                  <a:pt x="0" y="89429"/>
                </a:moveTo>
                <a:lnTo>
                  <a:pt x="1996027" y="89429"/>
                </a:lnTo>
                <a:lnTo>
                  <a:pt x="1996027" y="0"/>
                </a:lnTo>
                <a:lnTo>
                  <a:pt x="0" y="0"/>
                </a:lnTo>
                <a:close/>
              </a:path>
            </a:pathLst>
          </a:custGeom>
          <a:solidFill xmlns:a="http://schemas.openxmlformats.org/drawingml/2006/main">
            <a:srgbClr val="2C5EAA"/>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2F90A1C8-030E-46CD-9F52-216CE5D76D88}"/>
              </a:ext>
            </a:extLst>
          </p:cNvPr>
          <p:cNvSpPr>
            <a:spLocks xmlns:a="http://schemas.openxmlformats.org/drawingml/2006/main" noGrp="1"/>
          </p:cNvSpPr>
          <p:nvPr/>
        </p:nvSpPr>
        <p:spPr>
          <a:xfrm xmlns:a="http://schemas.openxmlformats.org/drawingml/2006/main">
            <a:off x="5782939" y="4927004"/>
            <a:ext cx="95" cy="3371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35" name="">
            <a:extLst xmlns:a="http://schemas.openxmlformats.org/drawingml/2006/main">
              <a:ext uri="{FF2B5EF4-FFF2-40B4-BE49-F238E27FC236}">
                <a16:creationId xmlns:a16="http://schemas.microsoft.com/office/drawing/2014/main" id="{1DED3BC4-B57D-4D8C-9587-56FE643018C9}"/>
              </a:ext>
            </a:extLst>
          </p:cNvPr>
          <p:cNvSpPr>
            <a:spLocks xmlns:a="http://schemas.openxmlformats.org/drawingml/2006/main" noGrp="1"/>
          </p:cNvSpPr>
          <p:nvPr/>
        </p:nvSpPr>
        <p:spPr>
          <a:xfrm xmlns:a="http://schemas.openxmlformats.org/drawingml/2006/main" rot="0">
            <a:off x="5734928" y="4930255"/>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36" name="Editable chart path">
            <a:extLst xmlns:a="http://schemas.openxmlformats.org/drawingml/2006/main">
              <a:ext uri="{FF2B5EF4-FFF2-40B4-BE49-F238E27FC236}">
                <a16:creationId xmlns:a16="http://schemas.microsoft.com/office/drawing/2014/main" id="{91B27FE8-2946-4A42-9C4B-2FDC66566467}"/>
              </a:ext>
            </a:extLst>
          </p:cNvPr>
          <p:cNvSpPr>
            <a:spLocks xmlns:a="http://schemas.openxmlformats.org/drawingml/2006/main" noGrp="1"/>
          </p:cNvSpPr>
          <p:nvPr/>
        </p:nvSpPr>
        <p:spPr>
          <a:xfrm xmlns:a="http://schemas.openxmlformats.org/drawingml/2006/main">
            <a:off x="6511709" y="4927004"/>
            <a:ext cx="95" cy="3371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37" name="">
            <a:extLst xmlns:a="http://schemas.openxmlformats.org/drawingml/2006/main">
              <a:ext uri="{FF2B5EF4-FFF2-40B4-BE49-F238E27FC236}">
                <a16:creationId xmlns:a16="http://schemas.microsoft.com/office/drawing/2014/main" id="{DD45E5FB-6D11-4B51-B28A-9E8F7A01F20B}"/>
              </a:ext>
            </a:extLst>
          </p:cNvPr>
          <p:cNvSpPr>
            <a:spLocks xmlns:a="http://schemas.openxmlformats.org/drawingml/2006/main" noGrp="1"/>
          </p:cNvSpPr>
          <p:nvPr/>
        </p:nvSpPr>
        <p:spPr>
          <a:xfrm xmlns:a="http://schemas.openxmlformats.org/drawingml/2006/main" rot="0">
            <a:off x="6441361" y="4930255"/>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38" name="Editable chart path">
            <a:extLst xmlns:a="http://schemas.openxmlformats.org/drawingml/2006/main">
              <a:ext uri="{FF2B5EF4-FFF2-40B4-BE49-F238E27FC236}">
                <a16:creationId xmlns:a16="http://schemas.microsoft.com/office/drawing/2014/main" id="{410F4A93-2276-4335-B550-C4A465F9473E}"/>
              </a:ext>
            </a:extLst>
          </p:cNvPr>
          <p:cNvSpPr>
            <a:spLocks xmlns:a="http://schemas.openxmlformats.org/drawingml/2006/main" noGrp="1"/>
          </p:cNvSpPr>
          <p:nvPr/>
        </p:nvSpPr>
        <p:spPr>
          <a:xfrm xmlns:a="http://schemas.openxmlformats.org/drawingml/2006/main">
            <a:off x="7240478" y="4927004"/>
            <a:ext cx="95" cy="3371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39" name="">
            <a:extLst xmlns:a="http://schemas.openxmlformats.org/drawingml/2006/main">
              <a:ext uri="{FF2B5EF4-FFF2-40B4-BE49-F238E27FC236}">
                <a16:creationId xmlns:a16="http://schemas.microsoft.com/office/drawing/2014/main" id="{26AA6ABF-839E-4B84-98F9-05114306EDB4}"/>
              </a:ext>
            </a:extLst>
          </p:cNvPr>
          <p:cNvSpPr>
            <a:spLocks xmlns:a="http://schemas.openxmlformats.org/drawingml/2006/main" noGrp="1"/>
          </p:cNvSpPr>
          <p:nvPr/>
        </p:nvSpPr>
        <p:spPr>
          <a:xfrm xmlns:a="http://schemas.openxmlformats.org/drawingml/2006/main" rot="0">
            <a:off x="7152319" y="4930255"/>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40" name="Editable chart path">
            <a:extLst xmlns:a="http://schemas.openxmlformats.org/drawingml/2006/main">
              <a:ext uri="{FF2B5EF4-FFF2-40B4-BE49-F238E27FC236}">
                <a16:creationId xmlns:a16="http://schemas.microsoft.com/office/drawing/2014/main" id="{19AA6591-B802-4855-B334-BEAC7C69C861}"/>
              </a:ext>
            </a:extLst>
          </p:cNvPr>
          <p:cNvSpPr>
            <a:spLocks xmlns:a="http://schemas.openxmlformats.org/drawingml/2006/main" noGrp="1"/>
          </p:cNvSpPr>
          <p:nvPr/>
        </p:nvSpPr>
        <p:spPr>
          <a:xfrm xmlns:a="http://schemas.openxmlformats.org/drawingml/2006/main">
            <a:off x="7969248" y="4927004"/>
            <a:ext cx="95" cy="3371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41" name="">
            <a:extLst xmlns:a="http://schemas.openxmlformats.org/drawingml/2006/main">
              <a:ext uri="{FF2B5EF4-FFF2-40B4-BE49-F238E27FC236}">
                <a16:creationId xmlns:a16="http://schemas.microsoft.com/office/drawing/2014/main" id="{075DCB71-5D60-432C-9C28-54E0FC1C118B}"/>
              </a:ext>
            </a:extLst>
          </p:cNvPr>
          <p:cNvSpPr>
            <a:spLocks xmlns:a="http://schemas.openxmlformats.org/drawingml/2006/main" noGrp="1"/>
          </p:cNvSpPr>
          <p:nvPr/>
        </p:nvSpPr>
        <p:spPr>
          <a:xfrm xmlns:a="http://schemas.openxmlformats.org/drawingml/2006/main" rot="0">
            <a:off x="7880088" y="4930255"/>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42" name="Editable chart path">
            <a:extLst xmlns:a="http://schemas.openxmlformats.org/drawingml/2006/main">
              <a:ext uri="{FF2B5EF4-FFF2-40B4-BE49-F238E27FC236}">
                <a16:creationId xmlns:a16="http://schemas.microsoft.com/office/drawing/2014/main" id="{9F8A5D53-9A7B-4B0E-9C80-4B764D025266}"/>
              </a:ext>
            </a:extLst>
          </p:cNvPr>
          <p:cNvSpPr>
            <a:spLocks xmlns:a="http://schemas.openxmlformats.org/drawingml/2006/main" noGrp="1"/>
          </p:cNvSpPr>
          <p:nvPr/>
        </p:nvSpPr>
        <p:spPr>
          <a:xfrm xmlns:a="http://schemas.openxmlformats.org/drawingml/2006/main">
            <a:off x="8698017" y="4927004"/>
            <a:ext cx="95" cy="3371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43" name="">
            <a:extLst xmlns:a="http://schemas.openxmlformats.org/drawingml/2006/main">
              <a:ext uri="{FF2B5EF4-FFF2-40B4-BE49-F238E27FC236}">
                <a16:creationId xmlns:a16="http://schemas.microsoft.com/office/drawing/2014/main" id="{AC035667-2275-4EE4-94EB-2870900E596C}"/>
              </a:ext>
            </a:extLst>
          </p:cNvPr>
          <p:cNvSpPr>
            <a:spLocks xmlns:a="http://schemas.openxmlformats.org/drawingml/2006/main" noGrp="1"/>
          </p:cNvSpPr>
          <p:nvPr/>
        </p:nvSpPr>
        <p:spPr>
          <a:xfrm xmlns:a="http://schemas.openxmlformats.org/drawingml/2006/main" rot="0">
            <a:off x="8606096" y="4930255"/>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44" name="Editable chart path">
            <a:extLst xmlns:a="http://schemas.openxmlformats.org/drawingml/2006/main">
              <a:ext uri="{FF2B5EF4-FFF2-40B4-BE49-F238E27FC236}">
                <a16:creationId xmlns:a16="http://schemas.microsoft.com/office/drawing/2014/main" id="{ADDDAF71-14DB-4DA0-89AA-280BBA90FABD}"/>
              </a:ext>
            </a:extLst>
          </p:cNvPr>
          <p:cNvSpPr>
            <a:spLocks xmlns:a="http://schemas.openxmlformats.org/drawingml/2006/main" noGrp="1"/>
          </p:cNvSpPr>
          <p:nvPr/>
        </p:nvSpPr>
        <p:spPr>
          <a:xfrm xmlns:a="http://schemas.openxmlformats.org/drawingml/2006/main">
            <a:off x="9426787" y="4927004"/>
            <a:ext cx="95" cy="3371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45" name="">
            <a:extLst xmlns:a="http://schemas.openxmlformats.org/drawingml/2006/main">
              <a:ext uri="{FF2B5EF4-FFF2-40B4-BE49-F238E27FC236}">
                <a16:creationId xmlns:a16="http://schemas.microsoft.com/office/drawing/2014/main" id="{C1BD42AC-DCA9-4431-AEE5-365C967F9F94}"/>
              </a:ext>
            </a:extLst>
          </p:cNvPr>
          <p:cNvSpPr>
            <a:spLocks xmlns:a="http://schemas.openxmlformats.org/drawingml/2006/main" noGrp="1"/>
          </p:cNvSpPr>
          <p:nvPr/>
        </p:nvSpPr>
        <p:spPr>
          <a:xfrm xmlns:a="http://schemas.openxmlformats.org/drawingml/2006/main" rot="0">
            <a:off x="9334913" y="4930255"/>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46" name="">
            <a:extLst xmlns:a="http://schemas.openxmlformats.org/drawingml/2006/main">
              <a:ext uri="{FF2B5EF4-FFF2-40B4-BE49-F238E27FC236}">
                <a16:creationId xmlns:a16="http://schemas.microsoft.com/office/drawing/2014/main" id="{EFB8E0CD-6C55-4B78-9480-FA5435CEB206}"/>
              </a:ext>
            </a:extLst>
          </p:cNvPr>
          <p:cNvSpPr>
            <a:spLocks xmlns:a="http://schemas.openxmlformats.org/drawingml/2006/main" noGrp="1"/>
          </p:cNvSpPr>
          <p:nvPr/>
        </p:nvSpPr>
        <p:spPr>
          <a:xfrm xmlns:a="http://schemas.openxmlformats.org/drawingml/2006/main" rot="0">
            <a:off x="5946081" y="5069791"/>
            <a:ext cx="36081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of selected cells really low 60 min later (test year)</a:t>
            </a:r>
          </a:p>
        </p:txBody>
      </p:sp>
      <p:sp>
        <p:nvSpPr>
          <p:cNvPr id="47" name="Editable chart path">
            <a:extLst xmlns:a="http://schemas.openxmlformats.org/drawingml/2006/main">
              <a:ext uri="{FF2B5EF4-FFF2-40B4-BE49-F238E27FC236}">
                <a16:creationId xmlns:a16="http://schemas.microsoft.com/office/drawing/2014/main" id="{5F14B597-04E8-483F-B05D-6BBB5600E642}"/>
              </a:ext>
            </a:extLst>
          </p:cNvPr>
          <p:cNvSpPr>
            <a:spLocks xmlns:a="http://schemas.openxmlformats.org/drawingml/2006/main" noGrp="1"/>
          </p:cNvSpPr>
          <p:nvPr/>
        </p:nvSpPr>
        <p:spPr>
          <a:xfrm xmlns:a="http://schemas.openxmlformats.org/drawingml/2006/main">
            <a:off x="5782939" y="2590071"/>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5780">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C9D3505E-F5A6-44BB-B1D1-6532D75EC3F1}"/>
              </a:ext>
            </a:extLst>
          </p:cNvPr>
          <p:cNvSpPr>
            <a:spLocks xmlns:a="http://schemas.openxmlformats.org/drawingml/2006/main" noGrp="1"/>
          </p:cNvSpPr>
          <p:nvPr/>
        </p:nvSpPr>
        <p:spPr>
          <a:xfrm xmlns:a="http://schemas.openxmlformats.org/drawingml/2006/main">
            <a:off x="5749223" y="2590071"/>
            <a:ext cx="3371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49" name="">
            <a:extLst xmlns:a="http://schemas.openxmlformats.org/drawingml/2006/main">
              <a:ext uri="{FF2B5EF4-FFF2-40B4-BE49-F238E27FC236}">
                <a16:creationId xmlns:a16="http://schemas.microsoft.com/office/drawing/2014/main" id="{A9526BBB-A70C-47D8-A912-F1228F013AAF}"/>
              </a:ext>
            </a:extLst>
          </p:cNvPr>
          <p:cNvSpPr>
            <a:spLocks xmlns:a="http://schemas.openxmlformats.org/drawingml/2006/main" noGrp="1"/>
          </p:cNvSpPr>
          <p:nvPr/>
        </p:nvSpPr>
        <p:spPr>
          <a:xfrm xmlns:a="http://schemas.openxmlformats.org/drawingml/2006/main" rot="0">
            <a:off x="2776973" y="2477743"/>
            <a:ext cx="293636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 top-19 forecast ranking, no constraints</a:t>
            </a:r>
          </a:p>
        </p:txBody>
      </p:sp>
      <p:sp>
        <p:nvSpPr>
          <p:cNvPr id="50" name="Editable chart path">
            <a:extLst xmlns:a="http://schemas.openxmlformats.org/drawingml/2006/main">
              <a:ext uri="{FF2B5EF4-FFF2-40B4-BE49-F238E27FC236}">
                <a16:creationId xmlns:a16="http://schemas.microsoft.com/office/drawing/2014/main" id="{481C483B-FCD5-48B2-902E-7BF88660910E}"/>
              </a:ext>
            </a:extLst>
          </p:cNvPr>
          <p:cNvSpPr>
            <a:spLocks xmlns:a="http://schemas.openxmlformats.org/drawingml/2006/main" noGrp="1"/>
          </p:cNvSpPr>
          <p:nvPr/>
        </p:nvSpPr>
        <p:spPr>
          <a:xfrm xmlns:a="http://schemas.openxmlformats.org/drawingml/2006/main">
            <a:off x="5782939" y="2856085"/>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5780">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19EFB501-DC12-4AA6-BA2F-4511CC81D630}"/>
              </a:ext>
            </a:extLst>
          </p:cNvPr>
          <p:cNvSpPr>
            <a:spLocks xmlns:a="http://schemas.openxmlformats.org/drawingml/2006/main" noGrp="1"/>
          </p:cNvSpPr>
          <p:nvPr/>
        </p:nvSpPr>
        <p:spPr>
          <a:xfrm xmlns:a="http://schemas.openxmlformats.org/drawingml/2006/main">
            <a:off x="5749223" y="2856085"/>
            <a:ext cx="3371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52" name="">
            <a:extLst xmlns:a="http://schemas.openxmlformats.org/drawingml/2006/main">
              <a:ext uri="{FF2B5EF4-FFF2-40B4-BE49-F238E27FC236}">
                <a16:creationId xmlns:a16="http://schemas.microsoft.com/office/drawing/2014/main" id="{A997C679-FFC3-4939-9048-13A2593FD79C}"/>
              </a:ext>
            </a:extLst>
          </p:cNvPr>
          <p:cNvSpPr>
            <a:spLocks xmlns:a="http://schemas.openxmlformats.org/drawingml/2006/main" noGrp="1"/>
          </p:cNvSpPr>
          <p:nvPr/>
        </p:nvSpPr>
        <p:spPr>
          <a:xfrm xmlns:a="http://schemas.openxmlformats.org/drawingml/2006/main" rot="0">
            <a:off x="2845933" y="2743757"/>
            <a:ext cx="286740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 restricted to cells with a staging point</a:t>
            </a:r>
          </a:p>
        </p:txBody>
      </p:sp>
      <p:sp>
        <p:nvSpPr>
          <p:cNvPr id="53" name="Editable chart path">
            <a:extLst xmlns:a="http://schemas.openxmlformats.org/drawingml/2006/main">
              <a:ext uri="{FF2B5EF4-FFF2-40B4-BE49-F238E27FC236}">
                <a16:creationId xmlns:a16="http://schemas.microsoft.com/office/drawing/2014/main" id="{A930B374-9D49-45C0-A59B-0FC9D508F1EA}"/>
              </a:ext>
            </a:extLst>
          </p:cNvPr>
          <p:cNvSpPr>
            <a:spLocks xmlns:a="http://schemas.openxmlformats.org/drawingml/2006/main" noGrp="1"/>
          </p:cNvSpPr>
          <p:nvPr/>
        </p:nvSpPr>
        <p:spPr>
          <a:xfrm xmlns:a="http://schemas.openxmlformats.org/drawingml/2006/main">
            <a:off x="5782939" y="3122099"/>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5780">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85DBB02C-64CF-4B7D-AEB6-7DDF7605C370}"/>
              </a:ext>
            </a:extLst>
          </p:cNvPr>
          <p:cNvSpPr>
            <a:spLocks xmlns:a="http://schemas.openxmlformats.org/drawingml/2006/main" noGrp="1"/>
          </p:cNvSpPr>
          <p:nvPr/>
        </p:nvSpPr>
        <p:spPr>
          <a:xfrm xmlns:a="http://schemas.openxmlformats.org/drawingml/2006/main">
            <a:off x="5749223" y="3122099"/>
            <a:ext cx="3371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55" name="">
            <a:extLst xmlns:a="http://schemas.openxmlformats.org/drawingml/2006/main">
              <a:ext uri="{FF2B5EF4-FFF2-40B4-BE49-F238E27FC236}">
                <a16:creationId xmlns:a16="http://schemas.microsoft.com/office/drawing/2014/main" id="{58833CF8-F6BB-4F79-9F4E-554678642DCE}"/>
              </a:ext>
            </a:extLst>
          </p:cNvPr>
          <p:cNvSpPr>
            <a:spLocks xmlns:a="http://schemas.openxmlformats.org/drawingml/2006/main" noGrp="1"/>
          </p:cNvSpPr>
          <p:nvPr/>
        </p:nvSpPr>
        <p:spPr>
          <a:xfrm xmlns:a="http://schemas.openxmlformats.org/drawingml/2006/main" rot="0">
            <a:off x="2876909" y="3009771"/>
            <a:ext cx="283521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 ... and modelled shortfall S(0) &gt;= 0.05</a:t>
            </a:r>
          </a:p>
        </p:txBody>
      </p:sp>
      <p:sp>
        <p:nvSpPr>
          <p:cNvPr id="56" name="Editable chart path">
            <a:extLst xmlns:a="http://schemas.openxmlformats.org/drawingml/2006/main">
              <a:ext uri="{FF2B5EF4-FFF2-40B4-BE49-F238E27FC236}">
                <a16:creationId xmlns:a16="http://schemas.microsoft.com/office/drawing/2014/main" id="{1BCEA3BE-1505-4553-9E0E-808FCF899D98}"/>
              </a:ext>
            </a:extLst>
          </p:cNvPr>
          <p:cNvSpPr>
            <a:spLocks xmlns:a="http://schemas.openxmlformats.org/drawingml/2006/main" noGrp="1"/>
          </p:cNvSpPr>
          <p:nvPr/>
        </p:nvSpPr>
        <p:spPr>
          <a:xfrm xmlns:a="http://schemas.openxmlformats.org/drawingml/2006/main">
            <a:off x="5782939" y="3388113"/>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5780">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BF5A1608-2B46-4A12-A9FA-F8F616F2ED4D}"/>
              </a:ext>
            </a:extLst>
          </p:cNvPr>
          <p:cNvSpPr>
            <a:spLocks xmlns:a="http://schemas.openxmlformats.org/drawingml/2006/main" noGrp="1"/>
          </p:cNvSpPr>
          <p:nvPr/>
        </p:nvSpPr>
        <p:spPr>
          <a:xfrm xmlns:a="http://schemas.openxmlformats.org/drawingml/2006/main">
            <a:off x="5749223" y="3388113"/>
            <a:ext cx="3371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58" name="">
            <a:extLst xmlns:a="http://schemas.openxmlformats.org/drawingml/2006/main">
              <a:ext uri="{FF2B5EF4-FFF2-40B4-BE49-F238E27FC236}">
                <a16:creationId xmlns:a16="http://schemas.microsoft.com/office/drawing/2014/main" id="{C109234C-477E-437C-90BA-C6AB81B6B28A}"/>
              </a:ext>
            </a:extLst>
          </p:cNvPr>
          <p:cNvSpPr>
            <a:spLocks xmlns:a="http://schemas.openxmlformats.org/drawingml/2006/main" noGrp="1"/>
          </p:cNvSpPr>
          <p:nvPr/>
        </p:nvSpPr>
        <p:spPr>
          <a:xfrm xmlns:a="http://schemas.openxmlformats.org/drawingml/2006/main" rot="0">
            <a:off x="2011951" y="3275785"/>
            <a:ext cx="369893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 ... and reachable from a surplus cell within 60 min</a:t>
            </a:r>
          </a:p>
        </p:txBody>
      </p:sp>
      <p:sp>
        <p:nvSpPr>
          <p:cNvPr id="59" name="Editable chart path">
            <a:extLst xmlns:a="http://schemas.openxmlformats.org/drawingml/2006/main">
              <a:ext uri="{FF2B5EF4-FFF2-40B4-BE49-F238E27FC236}">
                <a16:creationId xmlns:a16="http://schemas.microsoft.com/office/drawing/2014/main" id="{571E2481-E0AB-43E7-8384-9C20CCC24660}"/>
              </a:ext>
            </a:extLst>
          </p:cNvPr>
          <p:cNvSpPr>
            <a:spLocks xmlns:a="http://schemas.openxmlformats.org/drawingml/2006/main" noGrp="1"/>
          </p:cNvSpPr>
          <p:nvPr/>
        </p:nvSpPr>
        <p:spPr>
          <a:xfrm xmlns:a="http://schemas.openxmlformats.org/drawingml/2006/main">
            <a:off x="5782939" y="3654127"/>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5780">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5DB81F8F-1AC4-4E4C-817E-AC6FB33F98D1}"/>
              </a:ext>
            </a:extLst>
          </p:cNvPr>
          <p:cNvSpPr>
            <a:spLocks xmlns:a="http://schemas.openxmlformats.org/drawingml/2006/main" noGrp="1"/>
          </p:cNvSpPr>
          <p:nvPr/>
        </p:nvSpPr>
        <p:spPr>
          <a:xfrm xmlns:a="http://schemas.openxmlformats.org/drawingml/2006/main">
            <a:off x="5749223" y="3654127"/>
            <a:ext cx="3371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61" name="">
            <a:extLst xmlns:a="http://schemas.openxmlformats.org/drawingml/2006/main">
              <a:ext uri="{FF2B5EF4-FFF2-40B4-BE49-F238E27FC236}">
                <a16:creationId xmlns:a16="http://schemas.microsoft.com/office/drawing/2014/main" id="{D7E4E144-675C-4E5F-AE20-B85AE376B7EB}"/>
              </a:ext>
            </a:extLst>
          </p:cNvPr>
          <p:cNvSpPr>
            <a:spLocks xmlns:a="http://schemas.openxmlformats.org/drawingml/2006/main" noGrp="1"/>
          </p:cNvSpPr>
          <p:nvPr/>
        </p:nvSpPr>
        <p:spPr>
          <a:xfrm xmlns:a="http://schemas.openxmlformats.org/drawingml/2006/main" rot="0">
            <a:off x="1781610" y="3541799"/>
            <a:ext cx="393172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(b) policy, weights = forecast risk, 19 cells with most taxis</a:t>
            </a:r>
          </a:p>
        </p:txBody>
      </p:sp>
      <p:sp>
        <p:nvSpPr>
          <p:cNvPr id="62" name="Editable chart path">
            <a:extLst xmlns:a="http://schemas.openxmlformats.org/drawingml/2006/main">
              <a:ext uri="{FF2B5EF4-FFF2-40B4-BE49-F238E27FC236}">
                <a16:creationId xmlns:a16="http://schemas.microsoft.com/office/drawing/2014/main" id="{A84D3E12-3B89-4FE3-AF21-3EB54277EA3A}"/>
              </a:ext>
            </a:extLst>
          </p:cNvPr>
          <p:cNvSpPr>
            <a:spLocks xmlns:a="http://schemas.openxmlformats.org/drawingml/2006/main" noGrp="1"/>
          </p:cNvSpPr>
          <p:nvPr/>
        </p:nvSpPr>
        <p:spPr>
          <a:xfrm xmlns:a="http://schemas.openxmlformats.org/drawingml/2006/main">
            <a:off x="5782939" y="3920141"/>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5780">
            <a:solidFill>
              <a:srgbClr val="E4EAF4"/>
            </a:solidFill>
            <a:prstDash val="solid"/>
          </a:ln>
        </p:spPr>
      </p:sp>
      <p:sp>
        <p:nvSpPr>
          <p:cNvPr id="63" name="Editable chart path">
            <a:extLst xmlns:a="http://schemas.openxmlformats.org/drawingml/2006/main">
              <a:ext uri="{FF2B5EF4-FFF2-40B4-BE49-F238E27FC236}">
                <a16:creationId xmlns:a16="http://schemas.microsoft.com/office/drawing/2014/main" id="{80721755-A3D0-4775-B5ED-BA1161C39A75}"/>
              </a:ext>
            </a:extLst>
          </p:cNvPr>
          <p:cNvSpPr>
            <a:spLocks xmlns:a="http://schemas.openxmlformats.org/drawingml/2006/main" noGrp="1"/>
          </p:cNvSpPr>
          <p:nvPr/>
        </p:nvSpPr>
        <p:spPr>
          <a:xfrm xmlns:a="http://schemas.openxmlformats.org/drawingml/2006/main">
            <a:off x="5749223" y="3920141"/>
            <a:ext cx="3371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64" name="">
            <a:extLst xmlns:a="http://schemas.openxmlformats.org/drawingml/2006/main">
              <a:ext uri="{FF2B5EF4-FFF2-40B4-BE49-F238E27FC236}">
                <a16:creationId xmlns:a16="http://schemas.microsoft.com/office/drawing/2014/main" id="{AE423C9C-0177-4608-AA69-5E1228A3F07B}"/>
              </a:ext>
            </a:extLst>
          </p:cNvPr>
          <p:cNvSpPr>
            <a:spLocks xmlns:a="http://schemas.openxmlformats.org/drawingml/2006/main" noGrp="1"/>
          </p:cNvSpPr>
          <p:nvPr/>
        </p:nvSpPr>
        <p:spPr>
          <a:xfrm xmlns:a="http://schemas.openxmlformats.org/drawingml/2006/main" rot="0">
            <a:off x="3408266" y="3807813"/>
            <a:ext cx="230724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(b) policy, weights = forecast risk</a:t>
            </a:r>
          </a:p>
        </p:txBody>
      </p:sp>
      <p:sp>
        <p:nvSpPr>
          <p:cNvPr id="65" name="Editable chart path">
            <a:extLst xmlns:a="http://schemas.openxmlformats.org/drawingml/2006/main">
              <a:ext uri="{FF2B5EF4-FFF2-40B4-BE49-F238E27FC236}">
                <a16:creationId xmlns:a16="http://schemas.microsoft.com/office/drawing/2014/main" id="{7C093539-6791-4F94-ACCF-B3CBA07D7E6E}"/>
              </a:ext>
            </a:extLst>
          </p:cNvPr>
          <p:cNvSpPr>
            <a:spLocks xmlns:a="http://schemas.openxmlformats.org/drawingml/2006/main" noGrp="1"/>
          </p:cNvSpPr>
          <p:nvPr/>
        </p:nvSpPr>
        <p:spPr>
          <a:xfrm xmlns:a="http://schemas.openxmlformats.org/drawingml/2006/main">
            <a:off x="5782939" y="4186155"/>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5780">
            <a:solidFill>
              <a:srgbClr val="E4EAF4"/>
            </a:solidFill>
            <a:prstDash val="solid"/>
          </a:ln>
        </p:spPr>
      </p:sp>
      <p:sp>
        <p:nvSpPr>
          <p:cNvPr id="66" name="Editable chart path">
            <a:extLst xmlns:a="http://schemas.openxmlformats.org/drawingml/2006/main">
              <a:ext uri="{FF2B5EF4-FFF2-40B4-BE49-F238E27FC236}">
                <a16:creationId xmlns:a16="http://schemas.microsoft.com/office/drawing/2014/main" id="{982800C5-3610-4CF0-8CDA-7327D671D30E}"/>
              </a:ext>
            </a:extLst>
          </p:cNvPr>
          <p:cNvSpPr>
            <a:spLocks xmlns:a="http://schemas.openxmlformats.org/drawingml/2006/main" noGrp="1"/>
          </p:cNvSpPr>
          <p:nvPr/>
        </p:nvSpPr>
        <p:spPr>
          <a:xfrm xmlns:a="http://schemas.openxmlformats.org/drawingml/2006/main">
            <a:off x="5749223" y="4186155"/>
            <a:ext cx="3371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67" name="">
            <a:extLst xmlns:a="http://schemas.openxmlformats.org/drawingml/2006/main">
              <a:ext uri="{FF2B5EF4-FFF2-40B4-BE49-F238E27FC236}">
                <a16:creationId xmlns:a16="http://schemas.microsoft.com/office/drawing/2014/main" id="{3928ECD3-80B5-4448-8B4C-B28FE3225FAB}"/>
              </a:ext>
            </a:extLst>
          </p:cNvPr>
          <p:cNvSpPr>
            <a:spLocks xmlns:a="http://schemas.openxmlformats.org/drawingml/2006/main" noGrp="1"/>
          </p:cNvSpPr>
          <p:nvPr/>
        </p:nvSpPr>
        <p:spPr>
          <a:xfrm xmlns:a="http://schemas.openxmlformats.org/drawingml/2006/main" rot="0">
            <a:off x="2515321" y="4073827"/>
            <a:ext cx="319801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 policy as designed, 19 cells with most taxis</a:t>
            </a:r>
          </a:p>
        </p:txBody>
      </p:sp>
      <p:sp>
        <p:nvSpPr>
          <p:cNvPr id="68" name="Editable chart path">
            <a:extLst xmlns:a="http://schemas.openxmlformats.org/drawingml/2006/main">
              <a:ext uri="{FF2B5EF4-FFF2-40B4-BE49-F238E27FC236}">
                <a16:creationId xmlns:a16="http://schemas.microsoft.com/office/drawing/2014/main" id="{B4D3150B-87A2-4446-9A04-F9F5FC6AA1B4}"/>
              </a:ext>
            </a:extLst>
          </p:cNvPr>
          <p:cNvSpPr>
            <a:spLocks xmlns:a="http://schemas.openxmlformats.org/drawingml/2006/main" noGrp="1"/>
          </p:cNvSpPr>
          <p:nvPr/>
        </p:nvSpPr>
        <p:spPr>
          <a:xfrm xmlns:a="http://schemas.openxmlformats.org/drawingml/2006/main">
            <a:off x="5782939" y="4452169"/>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5780">
            <a:solidFill>
              <a:srgbClr val="E4EAF4"/>
            </a:solidFill>
            <a:prstDash val="solid"/>
          </a:ln>
        </p:spPr>
      </p:sp>
      <p:sp>
        <p:nvSpPr>
          <p:cNvPr id="69" name="Editable chart path">
            <a:extLst xmlns:a="http://schemas.openxmlformats.org/drawingml/2006/main">
              <a:ext uri="{FF2B5EF4-FFF2-40B4-BE49-F238E27FC236}">
                <a16:creationId xmlns:a16="http://schemas.microsoft.com/office/drawing/2014/main" id="{D78DC9E3-7E40-49B0-80B5-728E9F766F8F}"/>
              </a:ext>
            </a:extLst>
          </p:cNvPr>
          <p:cNvSpPr>
            <a:spLocks xmlns:a="http://schemas.openxmlformats.org/drawingml/2006/main" noGrp="1"/>
          </p:cNvSpPr>
          <p:nvPr/>
        </p:nvSpPr>
        <p:spPr>
          <a:xfrm xmlns:a="http://schemas.openxmlformats.org/drawingml/2006/main">
            <a:off x="5749223" y="4452169"/>
            <a:ext cx="3371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70" name="">
            <a:extLst xmlns:a="http://schemas.openxmlformats.org/drawingml/2006/main">
              <a:ext uri="{FF2B5EF4-FFF2-40B4-BE49-F238E27FC236}">
                <a16:creationId xmlns:a16="http://schemas.microsoft.com/office/drawing/2014/main" id="{9C1DDB41-1003-4D38-8AF4-2F353F156DD1}"/>
              </a:ext>
            </a:extLst>
          </p:cNvPr>
          <p:cNvSpPr>
            <a:spLocks xmlns:a="http://schemas.openxmlformats.org/drawingml/2006/main" noGrp="1"/>
          </p:cNvSpPr>
          <p:nvPr/>
        </p:nvSpPr>
        <p:spPr>
          <a:xfrm xmlns:a="http://schemas.openxmlformats.org/drawingml/2006/main" rot="0">
            <a:off x="4137229" y="4339841"/>
            <a:ext cx="1573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 policy as designed</a:t>
            </a:r>
          </a:p>
        </p:txBody>
      </p:sp>
      <p:sp>
        <p:nvSpPr>
          <p:cNvPr id="71" name="Editable chart path">
            <a:extLst xmlns:a="http://schemas.openxmlformats.org/drawingml/2006/main">
              <a:ext uri="{FF2B5EF4-FFF2-40B4-BE49-F238E27FC236}">
                <a16:creationId xmlns:a16="http://schemas.microsoft.com/office/drawing/2014/main" id="{47AFC4F2-8258-4D46-8F01-8716105FD771}"/>
              </a:ext>
            </a:extLst>
          </p:cNvPr>
          <p:cNvSpPr>
            <a:spLocks xmlns:a="http://schemas.openxmlformats.org/drawingml/2006/main" noGrp="1"/>
          </p:cNvSpPr>
          <p:nvPr/>
        </p:nvSpPr>
        <p:spPr>
          <a:xfrm xmlns:a="http://schemas.openxmlformats.org/drawingml/2006/main">
            <a:off x="5782939" y="4718183"/>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5780">
            <a:solidFill>
              <a:srgbClr val="E4EAF4"/>
            </a:solidFill>
            <a:prstDash val="solid"/>
          </a:ln>
        </p:spPr>
      </p:sp>
      <p:sp>
        <p:nvSpPr>
          <p:cNvPr id="72" name="Editable chart path">
            <a:extLst xmlns:a="http://schemas.openxmlformats.org/drawingml/2006/main">
              <a:ext uri="{FF2B5EF4-FFF2-40B4-BE49-F238E27FC236}">
                <a16:creationId xmlns:a16="http://schemas.microsoft.com/office/drawing/2014/main" id="{7DFD1228-5CE8-4A2D-9100-3524945724F8}"/>
              </a:ext>
            </a:extLst>
          </p:cNvPr>
          <p:cNvSpPr>
            <a:spLocks xmlns:a="http://schemas.openxmlformats.org/drawingml/2006/main" noGrp="1"/>
          </p:cNvSpPr>
          <p:nvPr/>
        </p:nvSpPr>
        <p:spPr>
          <a:xfrm xmlns:a="http://schemas.openxmlformats.org/drawingml/2006/main">
            <a:off x="5749223" y="4718183"/>
            <a:ext cx="3371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07">
            <a:solidFill>
              <a:srgbClr val="5A6683"/>
            </a:solidFill>
            <a:prstDash val="solid"/>
          </a:ln>
        </p:spPr>
      </p:sp>
      <p:sp>
        <p:nvSpPr>
          <p:cNvPr id="73" name="">
            <a:extLst xmlns:a="http://schemas.openxmlformats.org/drawingml/2006/main">
              <a:ext uri="{FF2B5EF4-FFF2-40B4-BE49-F238E27FC236}">
                <a16:creationId xmlns:a16="http://schemas.microsoft.com/office/drawing/2014/main" id="{52B1E04E-A96E-4DD2-9364-0F799A4479CD}"/>
              </a:ext>
            </a:extLst>
          </p:cNvPr>
          <p:cNvSpPr>
            <a:spLocks xmlns:a="http://schemas.openxmlformats.org/drawingml/2006/main" noGrp="1"/>
          </p:cNvSpPr>
          <p:nvPr/>
        </p:nvSpPr>
        <p:spPr>
          <a:xfrm xmlns:a="http://schemas.openxmlformats.org/drawingml/2006/main" rot="0">
            <a:off x="3280281" y="4605855"/>
            <a:ext cx="243182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all candidate cells (expected &gt;= 4)</a:t>
            </a:r>
          </a:p>
        </p:txBody>
      </p:sp>
      <p:sp>
        <p:nvSpPr>
          <p:cNvPr id="74" name="Editable chart path">
            <a:extLst xmlns:a="http://schemas.openxmlformats.org/drawingml/2006/main">
              <a:ext uri="{FF2B5EF4-FFF2-40B4-BE49-F238E27FC236}">
                <a16:creationId xmlns:a16="http://schemas.microsoft.com/office/drawing/2014/main" id="{6EB5E4E1-4806-419F-A429-175FAF5F7509}"/>
              </a:ext>
            </a:extLst>
          </p:cNvPr>
          <p:cNvSpPr>
            <a:spLocks xmlns:a="http://schemas.openxmlformats.org/drawingml/2006/main" noGrp="1"/>
          </p:cNvSpPr>
          <p:nvPr/>
        </p:nvSpPr>
        <p:spPr>
          <a:xfrm xmlns:a="http://schemas.openxmlformats.org/drawingml/2006/main">
            <a:off x="5782939" y="2381250"/>
            <a:ext cx="95" cy="2545754"/>
          </a:xfrm>
          <a:custGeom xmlns:a="http://schemas.openxmlformats.org/drawingml/2006/main">
            <a:pathLst>
              <a:path w="95" h="2517172">
                <a:moveTo>
                  <a:pt x="0" y="2517172"/>
                </a:moveTo>
                <a:lnTo>
                  <a:pt x="0" y="0"/>
                </a:lnTo>
              </a:path>
            </a:pathLst>
          </a:custGeom>
          <a:noFill xmlns:a="http://schemas.openxmlformats.org/drawingml/2006/main"/>
          <a:ln xmlns:a="http://schemas.openxmlformats.org/drawingml/2006/main" w="7707">
            <a:solidFill>
              <a:srgbClr val="5A6683"/>
            </a:solidFill>
            <a:prstDash val="solid"/>
          </a:ln>
        </p:spPr>
      </p:sp>
      <p:sp>
        <p:nvSpPr>
          <p:cNvPr id="75" name="Editable chart path">
            <a:extLst xmlns:a="http://schemas.openxmlformats.org/drawingml/2006/main">
              <a:ext uri="{FF2B5EF4-FFF2-40B4-BE49-F238E27FC236}">
                <a16:creationId xmlns:a16="http://schemas.microsoft.com/office/drawing/2014/main" id="{A6C17580-D531-425E-B1B7-82AE7ED13FD8}"/>
              </a:ext>
            </a:extLst>
          </p:cNvPr>
          <p:cNvSpPr>
            <a:spLocks xmlns:a="http://schemas.openxmlformats.org/drawingml/2006/main" noGrp="1"/>
          </p:cNvSpPr>
          <p:nvPr/>
        </p:nvSpPr>
        <p:spPr>
          <a:xfrm xmlns:a="http://schemas.openxmlformats.org/drawingml/2006/main">
            <a:off x="5782939" y="4927004"/>
            <a:ext cx="3938526" cy="95"/>
          </a:xfrm>
          <a:custGeom xmlns:a="http://schemas.openxmlformats.org/drawingml/2006/main">
            <a:pathLst>
              <a:path w="3894307" h="95">
                <a:moveTo>
                  <a:pt x="0" y="0"/>
                </a:moveTo>
                <a:lnTo>
                  <a:pt x="3894307" y="0"/>
                </a:lnTo>
              </a:path>
            </a:pathLst>
          </a:custGeom>
          <a:noFill xmlns:a="http://schemas.openxmlformats.org/drawingml/2006/main"/>
          <a:ln xmlns:a="http://schemas.openxmlformats.org/drawingml/2006/main" w="7707">
            <a:solidFill>
              <a:srgbClr val="5A6683"/>
            </a:solidFill>
            <a:prstDash val="solid"/>
          </a:ln>
        </p:spPr>
      </p:sp>
      <p:sp>
        <p:nvSpPr>
          <p:cNvPr id="76" name="">
            <a:extLst xmlns:a="http://schemas.openxmlformats.org/drawingml/2006/main">
              <a:ext uri="{FF2B5EF4-FFF2-40B4-BE49-F238E27FC236}">
                <a16:creationId xmlns:a16="http://schemas.microsoft.com/office/drawing/2014/main" id="{B3C244D2-397D-44CC-A188-FC37A6EFC69B}"/>
              </a:ext>
            </a:extLst>
          </p:cNvPr>
          <p:cNvSpPr>
            <a:spLocks xmlns:a="http://schemas.openxmlformats.org/drawingml/2006/main" noGrp="1"/>
          </p:cNvSpPr>
          <p:nvPr/>
        </p:nvSpPr>
        <p:spPr>
          <a:xfrm xmlns:a="http://schemas.openxmlformats.org/drawingml/2006/main" rot="0">
            <a:off x="9522256" y="2420386"/>
            <a:ext cx="8898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51% (19 cells)</a:t>
            </a:r>
          </a:p>
        </p:txBody>
      </p:sp>
      <p:sp>
        <p:nvSpPr>
          <p:cNvPr id="77" name="">
            <a:extLst xmlns:a="http://schemas.openxmlformats.org/drawingml/2006/main">
              <a:ext uri="{FF2B5EF4-FFF2-40B4-BE49-F238E27FC236}">
                <a16:creationId xmlns:a16="http://schemas.microsoft.com/office/drawing/2014/main" id="{2BCA0D3E-832A-402C-A810-BA794E8332A8}"/>
              </a:ext>
            </a:extLst>
          </p:cNvPr>
          <p:cNvSpPr>
            <a:spLocks xmlns:a="http://schemas.openxmlformats.org/drawingml/2006/main" noGrp="1"/>
          </p:cNvSpPr>
          <p:nvPr/>
        </p:nvSpPr>
        <p:spPr>
          <a:xfrm xmlns:a="http://schemas.openxmlformats.org/drawingml/2006/main" rot="0">
            <a:off x="9299252" y="2686400"/>
            <a:ext cx="933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48% (19 cells)</a:t>
            </a:r>
          </a:p>
        </p:txBody>
      </p:sp>
      <p:sp>
        <p:nvSpPr>
          <p:cNvPr id="78" name="">
            <a:extLst xmlns:a="http://schemas.openxmlformats.org/drawingml/2006/main">
              <a:ext uri="{FF2B5EF4-FFF2-40B4-BE49-F238E27FC236}">
                <a16:creationId xmlns:a16="http://schemas.microsoft.com/office/drawing/2014/main" id="{154BAC3C-CB67-4C2D-B433-651BB12A0998}"/>
              </a:ext>
            </a:extLst>
          </p:cNvPr>
          <p:cNvSpPr>
            <a:spLocks xmlns:a="http://schemas.openxmlformats.org/drawingml/2006/main" noGrp="1"/>
          </p:cNvSpPr>
          <p:nvPr/>
        </p:nvSpPr>
        <p:spPr>
          <a:xfrm xmlns:a="http://schemas.openxmlformats.org/drawingml/2006/main" rot="0">
            <a:off x="9302167" y="2952414"/>
            <a:ext cx="933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48% (19 cells)</a:t>
            </a:r>
          </a:p>
        </p:txBody>
      </p:sp>
      <p:sp>
        <p:nvSpPr>
          <p:cNvPr id="79" name="">
            <a:extLst xmlns:a="http://schemas.openxmlformats.org/drawingml/2006/main">
              <a:ext uri="{FF2B5EF4-FFF2-40B4-BE49-F238E27FC236}">
                <a16:creationId xmlns:a16="http://schemas.microsoft.com/office/drawing/2014/main" id="{DA1C00F3-A6C2-48E5-83FE-38A57997C92C}"/>
              </a:ext>
            </a:extLst>
          </p:cNvPr>
          <p:cNvSpPr>
            <a:spLocks xmlns:a="http://schemas.openxmlformats.org/drawingml/2006/main" noGrp="1"/>
          </p:cNvSpPr>
          <p:nvPr/>
        </p:nvSpPr>
        <p:spPr>
          <a:xfrm xmlns:a="http://schemas.openxmlformats.org/drawingml/2006/main" rot="0">
            <a:off x="9303625" y="3218428"/>
            <a:ext cx="933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48% (19 cells)</a:t>
            </a:r>
          </a:p>
        </p:txBody>
      </p:sp>
      <p:sp>
        <p:nvSpPr>
          <p:cNvPr id="80" name="">
            <a:extLst xmlns:a="http://schemas.openxmlformats.org/drawingml/2006/main">
              <a:ext uri="{FF2B5EF4-FFF2-40B4-BE49-F238E27FC236}">
                <a16:creationId xmlns:a16="http://schemas.microsoft.com/office/drawing/2014/main" id="{D2F03890-4741-49D6-B371-808D40651A3D}"/>
              </a:ext>
            </a:extLst>
          </p:cNvPr>
          <p:cNvSpPr>
            <a:spLocks xmlns:a="http://schemas.openxmlformats.org/drawingml/2006/main" noGrp="1"/>
          </p:cNvSpPr>
          <p:nvPr/>
        </p:nvSpPr>
        <p:spPr>
          <a:xfrm xmlns:a="http://schemas.openxmlformats.org/drawingml/2006/main" rot="0">
            <a:off x="9039810" y="3484442"/>
            <a:ext cx="93297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44% (14 cells)</a:t>
            </a:r>
          </a:p>
        </p:txBody>
      </p:sp>
      <p:sp>
        <p:nvSpPr>
          <p:cNvPr id="81" name="">
            <a:extLst xmlns:a="http://schemas.openxmlformats.org/drawingml/2006/main">
              <a:ext uri="{FF2B5EF4-FFF2-40B4-BE49-F238E27FC236}">
                <a16:creationId xmlns:a16="http://schemas.microsoft.com/office/drawing/2014/main" id="{F9218A32-0EAC-423D-891A-318E8F482A9E}"/>
              </a:ext>
            </a:extLst>
          </p:cNvPr>
          <p:cNvSpPr>
            <a:spLocks xmlns:a="http://schemas.openxmlformats.org/drawingml/2006/main" noGrp="1"/>
          </p:cNvSpPr>
          <p:nvPr/>
        </p:nvSpPr>
        <p:spPr>
          <a:xfrm xmlns:a="http://schemas.openxmlformats.org/drawingml/2006/main" rot="0">
            <a:off x="8983695" y="3750456"/>
            <a:ext cx="92821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43% (16 cells)</a:t>
            </a:r>
          </a:p>
        </p:txBody>
      </p:sp>
      <p:sp>
        <p:nvSpPr>
          <p:cNvPr id="82" name="">
            <a:extLst xmlns:a="http://schemas.openxmlformats.org/drawingml/2006/main">
              <a:ext uri="{FF2B5EF4-FFF2-40B4-BE49-F238E27FC236}">
                <a16:creationId xmlns:a16="http://schemas.microsoft.com/office/drawing/2014/main" id="{30B2E11F-5966-465D-B974-DFBE1795F932}"/>
              </a:ext>
            </a:extLst>
          </p:cNvPr>
          <p:cNvSpPr>
            <a:spLocks xmlns:a="http://schemas.openxmlformats.org/drawingml/2006/main" noGrp="1"/>
          </p:cNvSpPr>
          <p:nvPr/>
        </p:nvSpPr>
        <p:spPr>
          <a:xfrm xmlns:a="http://schemas.openxmlformats.org/drawingml/2006/main" rot="0">
            <a:off x="8472099" y="4016470"/>
            <a:ext cx="9284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36% (19 cells)</a:t>
            </a:r>
          </a:p>
        </p:txBody>
      </p:sp>
      <p:sp>
        <p:nvSpPr>
          <p:cNvPr id="83" name="">
            <a:extLst xmlns:a="http://schemas.openxmlformats.org/drawingml/2006/main">
              <a:ext uri="{FF2B5EF4-FFF2-40B4-BE49-F238E27FC236}">
                <a16:creationId xmlns:a16="http://schemas.microsoft.com/office/drawing/2014/main" id="{BF71532C-2CC0-4151-B8E0-9E34CBC8A4C0}"/>
              </a:ext>
            </a:extLst>
          </p:cNvPr>
          <p:cNvSpPr>
            <a:spLocks xmlns:a="http://schemas.openxmlformats.org/drawingml/2006/main" noGrp="1"/>
          </p:cNvSpPr>
          <p:nvPr/>
        </p:nvSpPr>
        <p:spPr>
          <a:xfrm xmlns:a="http://schemas.openxmlformats.org/drawingml/2006/main" rot="0">
            <a:off x="8049413" y="4282484"/>
            <a:ext cx="91668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31% (76 cells)</a:t>
            </a:r>
          </a:p>
        </p:txBody>
      </p:sp>
      <p:sp>
        <p:nvSpPr>
          <p:cNvPr id="84" name="">
            <a:extLst xmlns:a="http://schemas.openxmlformats.org/drawingml/2006/main">
              <a:ext uri="{FF2B5EF4-FFF2-40B4-BE49-F238E27FC236}">
                <a16:creationId xmlns:a16="http://schemas.microsoft.com/office/drawing/2014/main" id="{272D11DE-0D9F-43DA-A675-AE8E3EDD1F06}"/>
              </a:ext>
            </a:extLst>
          </p:cNvPr>
          <p:cNvSpPr>
            <a:spLocks xmlns:a="http://schemas.openxmlformats.org/drawingml/2006/main" noGrp="1"/>
          </p:cNvSpPr>
          <p:nvPr/>
        </p:nvSpPr>
        <p:spPr>
          <a:xfrm xmlns:a="http://schemas.openxmlformats.org/drawingml/2006/main" rot="0">
            <a:off x="7820579" y="4548498"/>
            <a:ext cx="10026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27% (196 cells)</a:t>
            </a:r>
          </a:p>
        </p:txBody>
      </p:sp>
      <p:sp>
        <p:nvSpPr>
          <p:cNvPr id="85" name="">
            <a:extLst xmlns:a="http://schemas.openxmlformats.org/drawingml/2006/main">
              <a:ext uri="{FF2B5EF4-FFF2-40B4-BE49-F238E27FC236}">
                <a16:creationId xmlns:a16="http://schemas.microsoft.com/office/drawing/2014/main" id="{55A151E0-0FE6-47E1-BC96-FAAEB717829A}"/>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86" name="">
            <a:extLst xmlns:a="http://schemas.openxmlformats.org/drawingml/2006/main">
              <a:ext uri="{FF2B5EF4-FFF2-40B4-BE49-F238E27FC236}">
                <a16:creationId xmlns:a16="http://schemas.microsoft.com/office/drawing/2014/main" id="{62EA1940-23DE-41BA-A891-5A9D8D37A164}"/>
              </a:ext>
            </a:extLst>
          </p:cNvPr>
          <p:cNvSpPr>
            <a:spLocks xmlns:a="http://schemas.openxmlformats.org/drawingml/2006/main" noGrp="1"/>
          </p:cNvSpPr>
          <p:nvPr/>
        </p:nvSpPr>
        <p:spPr>
          <a:xfrm xmlns:a="http://schemas.openxmlformats.org/drawingml/2006/main">
            <a:off x="1466850" y="5334000"/>
            <a:ext cx="1383792"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Retrospective label</a:t>
            </a:r>
          </a:p>
        </p:txBody>
      </p:sp>
      <p:sp>
        <p:nvSpPr>
          <p:cNvPr id="87" name="">
            <a:extLst xmlns:a="http://schemas.openxmlformats.org/drawingml/2006/main">
              <a:ext uri="{FF2B5EF4-FFF2-40B4-BE49-F238E27FC236}">
                <a16:creationId xmlns:a16="http://schemas.microsoft.com/office/drawing/2014/main" id="{FCBB83AC-6542-46E0-BFA9-6FE605DB091B}"/>
              </a:ext>
            </a:extLst>
          </p:cNvPr>
          <p:cNvSpPr>
            <a:spLocks xmlns:a="http://schemas.openxmlformats.org/drawingml/2006/main" noGrp="1"/>
          </p:cNvSpPr>
          <p:nvPr/>
        </p:nvSpPr>
        <p:spPr>
          <a:xfrm xmlns:a="http://schemas.openxmlformats.org/drawingml/2006/main">
            <a:off x="3060192"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8" name="">
            <a:extLst xmlns:a="http://schemas.openxmlformats.org/drawingml/2006/main">
              <a:ext uri="{FF2B5EF4-FFF2-40B4-BE49-F238E27FC236}">
                <a16:creationId xmlns:a16="http://schemas.microsoft.com/office/drawing/2014/main" id="{FEC7F9CB-D57D-4C63-AF67-E79E59B97C9A}"/>
              </a:ext>
            </a:extLst>
          </p:cNvPr>
          <p:cNvSpPr>
            <a:spLocks xmlns:a="http://schemas.openxmlformats.org/drawingml/2006/main" noGrp="1"/>
          </p:cNvSpPr>
          <p:nvPr/>
        </p:nvSpPr>
        <p:spPr>
          <a:xfrm xmlns:a="http://schemas.openxmlformats.org/drawingml/2006/main">
            <a:off x="3288792" y="5334000"/>
            <a:ext cx="117519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Issue-time label</a:t>
            </a:r>
          </a:p>
        </p:txBody>
      </p:sp>
    </p:spTree>
    <p:extLst>
      <p:ext uri="{BB962C8B-B14F-4D97-AF65-F5344CB8AC3E}">
        <p14:creationId xmlns:p14="http://schemas.microsoft.com/office/powerpoint/2010/main" val="597896415"/>
      </p:ext>
    </p:extLst>
  </p:cSld>
</p:sld>
</file>

<file path=ppt/slides/slide64.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THE SAVED REPOSITIONING TARGETING CHECK</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Travel times, staging and available CDG share are assumptions in the plan.</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64</a:t>
            </a:r>
            <a:endParaRPr sz="1200"/>
          </a:p>
        </p:txBody>
      </p:sp>
      <p:sp>
        <p:nvSpPr>
          <p:cNvPr id="14" name="">
            <a:extLst xmlns:a="http://schemas.openxmlformats.org/drawingml/2006/main">
              <a:ext uri="{FF2B5EF4-FFF2-40B4-BE49-F238E27FC236}">
                <a16:creationId xmlns:a16="http://schemas.microsoft.com/office/drawing/2014/main" id="{F8186DCC-BA4C-4424-AD1B-1CA10D587CD9}"/>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C5C4E6D4-664C-4159-8B9F-9F771DD0CD46}"/>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Targeting check: cells chosen by the repositioning plan are more often truly low</a:t>
            </a:r>
          </a:p>
        </p:txBody>
      </p:sp>
      <p:sp>
        <p:nvSpPr>
          <p:cNvPr id="16" name="">
            <a:extLst xmlns:a="http://schemas.openxmlformats.org/drawingml/2006/main">
              <a:ext uri="{FF2B5EF4-FFF2-40B4-BE49-F238E27FC236}">
                <a16:creationId xmlns:a16="http://schemas.microsoft.com/office/drawing/2014/main" id="{E1625572-774A-4998-B10B-2DAEB2BC1550}"/>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 of cells low at t+h (test year)</a:t>
            </a:r>
          </a:p>
        </p:txBody>
      </p:sp>
      <p:sp>
        <p:nvSpPr>
          <p:cNvPr id="17" name="Editable chart path">
            <a:extLst xmlns:a="http://schemas.openxmlformats.org/drawingml/2006/main">
              <a:ext uri="{FF2B5EF4-FFF2-40B4-BE49-F238E27FC236}">
                <a16:creationId xmlns:a16="http://schemas.microsoft.com/office/drawing/2014/main" id="{A985744F-2AD0-4C0D-998E-2073F2B5BF12}"/>
              </a:ext>
            </a:extLst>
          </p:cNvPr>
          <p:cNvSpPr>
            <a:spLocks xmlns:a="http://schemas.openxmlformats.org/drawingml/2006/main" noGrp="1"/>
          </p:cNvSpPr>
          <p:nvPr/>
        </p:nvSpPr>
        <p:spPr>
          <a:xfrm xmlns:a="http://schemas.openxmlformats.org/drawingml/2006/main">
            <a:off x="3462850" y="3209334"/>
            <a:ext cx="193370" cy="1771426"/>
          </a:xfrm>
          <a:custGeom xmlns:a="http://schemas.openxmlformats.org/drawingml/2006/main">
            <a:pathLst>
              <a:path w="181197" h="1659908">
                <a:moveTo>
                  <a:pt x="0" y="1659908"/>
                </a:moveTo>
                <a:lnTo>
                  <a:pt x="181197" y="1659908"/>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D4EA4BCC-A6F6-4035-93B2-94667686ECC0}"/>
              </a:ext>
            </a:extLst>
          </p:cNvPr>
          <p:cNvSpPr>
            <a:spLocks xmlns:a="http://schemas.openxmlformats.org/drawingml/2006/main" noGrp="1"/>
          </p:cNvSpPr>
          <p:nvPr/>
        </p:nvSpPr>
        <p:spPr>
          <a:xfrm xmlns:a="http://schemas.openxmlformats.org/drawingml/2006/main">
            <a:off x="4031585" y="2881416"/>
            <a:ext cx="193370" cy="2099344"/>
          </a:xfrm>
          <a:custGeom xmlns:a="http://schemas.openxmlformats.org/drawingml/2006/main">
            <a:pathLst>
              <a:path w="181197" h="1967183">
                <a:moveTo>
                  <a:pt x="0" y="1967183"/>
                </a:moveTo>
                <a:lnTo>
                  <a:pt x="181197" y="1967183"/>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1DBE2FDC-E2A3-4180-9C21-59073BD5E6E4}"/>
              </a:ext>
            </a:extLst>
          </p:cNvPr>
          <p:cNvSpPr>
            <a:spLocks xmlns:a="http://schemas.openxmlformats.org/drawingml/2006/main" noGrp="1"/>
          </p:cNvSpPr>
          <p:nvPr/>
        </p:nvSpPr>
        <p:spPr>
          <a:xfrm xmlns:a="http://schemas.openxmlformats.org/drawingml/2006/main">
            <a:off x="4600321" y="3293530"/>
            <a:ext cx="193370" cy="1687230"/>
          </a:xfrm>
          <a:custGeom xmlns:a="http://schemas.openxmlformats.org/drawingml/2006/main">
            <a:pathLst>
              <a:path w="181197" h="1581013">
                <a:moveTo>
                  <a:pt x="0" y="1581013"/>
                </a:moveTo>
                <a:lnTo>
                  <a:pt x="181197" y="1581013"/>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C8D70C0B-3462-44E3-B45C-1F8D16CB38C0}"/>
              </a:ext>
            </a:extLst>
          </p:cNvPr>
          <p:cNvSpPr>
            <a:spLocks xmlns:a="http://schemas.openxmlformats.org/drawingml/2006/main" noGrp="1"/>
          </p:cNvSpPr>
          <p:nvPr/>
        </p:nvSpPr>
        <p:spPr>
          <a:xfrm xmlns:a="http://schemas.openxmlformats.org/drawingml/2006/main">
            <a:off x="5169056" y="3189947"/>
            <a:ext cx="193370" cy="1790813"/>
          </a:xfrm>
          <a:custGeom xmlns:a="http://schemas.openxmlformats.org/drawingml/2006/main">
            <a:pathLst>
              <a:path w="181197" h="1678075">
                <a:moveTo>
                  <a:pt x="0" y="1678075"/>
                </a:moveTo>
                <a:lnTo>
                  <a:pt x="181197" y="1678075"/>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B7FCBB1E-EE60-45BF-ACD4-AA1F8CDFEF0C}"/>
              </a:ext>
            </a:extLst>
          </p:cNvPr>
          <p:cNvSpPr>
            <a:spLocks xmlns:a="http://schemas.openxmlformats.org/drawingml/2006/main" noGrp="1"/>
          </p:cNvSpPr>
          <p:nvPr/>
        </p:nvSpPr>
        <p:spPr>
          <a:xfrm xmlns:a="http://schemas.openxmlformats.org/drawingml/2006/main">
            <a:off x="5737791" y="3099105"/>
            <a:ext cx="193370" cy="1881655"/>
          </a:xfrm>
          <a:custGeom xmlns:a="http://schemas.openxmlformats.org/drawingml/2006/main">
            <a:pathLst>
              <a:path w="181197" h="1763198">
                <a:moveTo>
                  <a:pt x="0" y="1763198"/>
                </a:moveTo>
                <a:lnTo>
                  <a:pt x="181197" y="1763198"/>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39F6176D-F008-4DF9-86DA-94FAD787D820}"/>
              </a:ext>
            </a:extLst>
          </p:cNvPr>
          <p:cNvSpPr>
            <a:spLocks xmlns:a="http://schemas.openxmlformats.org/drawingml/2006/main" noGrp="1"/>
          </p:cNvSpPr>
          <p:nvPr/>
        </p:nvSpPr>
        <p:spPr>
          <a:xfrm xmlns:a="http://schemas.openxmlformats.org/drawingml/2006/main">
            <a:off x="6306526" y="3369970"/>
            <a:ext cx="193370" cy="1610790"/>
          </a:xfrm>
          <a:custGeom xmlns:a="http://schemas.openxmlformats.org/drawingml/2006/main">
            <a:pathLst>
              <a:path w="181197" h="1509385">
                <a:moveTo>
                  <a:pt x="0" y="1509385"/>
                </a:moveTo>
                <a:lnTo>
                  <a:pt x="181197" y="1509385"/>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8D8584B2-115A-48BB-82B6-E86FC4D45C29}"/>
              </a:ext>
            </a:extLst>
          </p:cNvPr>
          <p:cNvSpPr>
            <a:spLocks xmlns:a="http://schemas.openxmlformats.org/drawingml/2006/main" noGrp="1"/>
          </p:cNvSpPr>
          <p:nvPr/>
        </p:nvSpPr>
        <p:spPr>
          <a:xfrm xmlns:a="http://schemas.openxmlformats.org/drawingml/2006/main">
            <a:off x="6875261" y="3235368"/>
            <a:ext cx="193370" cy="1745392"/>
          </a:xfrm>
          <a:custGeom xmlns:a="http://schemas.openxmlformats.org/drawingml/2006/main">
            <a:pathLst>
              <a:path w="181197" h="1635513">
                <a:moveTo>
                  <a:pt x="0" y="1635513"/>
                </a:moveTo>
                <a:lnTo>
                  <a:pt x="181197" y="1635513"/>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450BA240-88F6-49BB-A4DD-DE815AE449B9}"/>
              </a:ext>
            </a:extLst>
          </p:cNvPr>
          <p:cNvSpPr>
            <a:spLocks xmlns:a="http://schemas.openxmlformats.org/drawingml/2006/main" noGrp="1"/>
          </p:cNvSpPr>
          <p:nvPr/>
        </p:nvSpPr>
        <p:spPr>
          <a:xfrm xmlns:a="http://schemas.openxmlformats.org/drawingml/2006/main">
            <a:off x="7443997" y="3314025"/>
            <a:ext cx="193370" cy="1666735"/>
          </a:xfrm>
          <a:custGeom xmlns:a="http://schemas.openxmlformats.org/drawingml/2006/main">
            <a:pathLst>
              <a:path w="181197" h="1561809">
                <a:moveTo>
                  <a:pt x="0" y="1561809"/>
                </a:moveTo>
                <a:lnTo>
                  <a:pt x="181197" y="1561809"/>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62FCF225-10EB-49DD-9781-75AA3135B07E}"/>
              </a:ext>
            </a:extLst>
          </p:cNvPr>
          <p:cNvSpPr>
            <a:spLocks xmlns:a="http://schemas.openxmlformats.org/drawingml/2006/main" noGrp="1"/>
          </p:cNvSpPr>
          <p:nvPr/>
        </p:nvSpPr>
        <p:spPr>
          <a:xfrm xmlns:a="http://schemas.openxmlformats.org/drawingml/2006/main">
            <a:off x="8012732" y="3307932"/>
            <a:ext cx="193370" cy="1672829"/>
          </a:xfrm>
          <a:custGeom xmlns:a="http://schemas.openxmlformats.org/drawingml/2006/main">
            <a:pathLst>
              <a:path w="181197" h="1567518">
                <a:moveTo>
                  <a:pt x="0" y="1567518"/>
                </a:moveTo>
                <a:lnTo>
                  <a:pt x="181197" y="1567518"/>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15FB1838-AE03-48E6-990F-CEC663CC815A}"/>
              </a:ext>
            </a:extLst>
          </p:cNvPr>
          <p:cNvSpPr>
            <a:spLocks xmlns:a="http://schemas.openxmlformats.org/drawingml/2006/main" noGrp="1"/>
          </p:cNvSpPr>
          <p:nvPr/>
        </p:nvSpPr>
        <p:spPr>
          <a:xfrm xmlns:a="http://schemas.openxmlformats.org/drawingml/2006/main">
            <a:off x="8581467" y="3291868"/>
            <a:ext cx="193370" cy="1688892"/>
          </a:xfrm>
          <a:custGeom xmlns:a="http://schemas.openxmlformats.org/drawingml/2006/main">
            <a:pathLst>
              <a:path w="181197" h="1582571">
                <a:moveTo>
                  <a:pt x="0" y="1582571"/>
                </a:moveTo>
                <a:lnTo>
                  <a:pt x="181197" y="1582571"/>
                </a:lnTo>
                <a:lnTo>
                  <a:pt x="181197" y="0"/>
                </a:lnTo>
                <a:lnTo>
                  <a:pt x="0" y="0"/>
                </a:lnTo>
                <a:close/>
              </a:path>
            </a:pathLst>
          </a:custGeom>
          <a:solidFill xmlns:a="http://schemas.openxmlformats.org/drawingml/2006/main">
            <a:srgbClr val="2C5EAA"/>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AD9BE356-ABE7-4068-A0A2-EFC1D4C432A3}"/>
              </a:ext>
            </a:extLst>
          </p:cNvPr>
          <p:cNvSpPr>
            <a:spLocks xmlns:a="http://schemas.openxmlformats.org/drawingml/2006/main" noGrp="1"/>
          </p:cNvSpPr>
          <p:nvPr/>
        </p:nvSpPr>
        <p:spPr>
          <a:xfrm xmlns:a="http://schemas.openxmlformats.org/drawingml/2006/main">
            <a:off x="3667595" y="3260849"/>
            <a:ext cx="193370" cy="1719911"/>
          </a:xfrm>
          <a:custGeom xmlns:a="http://schemas.openxmlformats.org/drawingml/2006/main">
            <a:pathLst>
              <a:path w="181197" h="1611637">
                <a:moveTo>
                  <a:pt x="0" y="1611637"/>
                </a:moveTo>
                <a:lnTo>
                  <a:pt x="181197" y="1611637"/>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5E17114B-7C2B-4074-80D8-3B16B86D9129}"/>
              </a:ext>
            </a:extLst>
          </p:cNvPr>
          <p:cNvSpPr>
            <a:spLocks xmlns:a="http://schemas.openxmlformats.org/drawingml/2006/main" noGrp="1"/>
          </p:cNvSpPr>
          <p:nvPr/>
        </p:nvSpPr>
        <p:spPr>
          <a:xfrm xmlns:a="http://schemas.openxmlformats.org/drawingml/2006/main">
            <a:off x="4236330" y="2816607"/>
            <a:ext cx="193370" cy="2164153"/>
          </a:xfrm>
          <a:custGeom xmlns:a="http://schemas.openxmlformats.org/drawingml/2006/main">
            <a:pathLst>
              <a:path w="181197" h="2027912">
                <a:moveTo>
                  <a:pt x="0" y="2027912"/>
                </a:moveTo>
                <a:lnTo>
                  <a:pt x="181197" y="2027912"/>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812FC6AD-A76C-4600-93EB-83CCD25D1EA9}"/>
              </a:ext>
            </a:extLst>
          </p:cNvPr>
          <p:cNvSpPr>
            <a:spLocks xmlns:a="http://schemas.openxmlformats.org/drawingml/2006/main" noGrp="1"/>
          </p:cNvSpPr>
          <p:nvPr/>
        </p:nvSpPr>
        <p:spPr>
          <a:xfrm xmlns:a="http://schemas.openxmlformats.org/drawingml/2006/main">
            <a:off x="4805065" y="3198810"/>
            <a:ext cx="193370" cy="1781950"/>
          </a:xfrm>
          <a:custGeom xmlns:a="http://schemas.openxmlformats.org/drawingml/2006/main">
            <a:pathLst>
              <a:path w="181197" h="1669770">
                <a:moveTo>
                  <a:pt x="0" y="1669770"/>
                </a:moveTo>
                <a:lnTo>
                  <a:pt x="181197" y="1669770"/>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0E734F36-FB33-4EB4-892F-2222ACC8A8D7}"/>
              </a:ext>
            </a:extLst>
          </p:cNvPr>
          <p:cNvSpPr>
            <a:spLocks xmlns:a="http://schemas.openxmlformats.org/drawingml/2006/main" noGrp="1"/>
          </p:cNvSpPr>
          <p:nvPr/>
        </p:nvSpPr>
        <p:spPr>
          <a:xfrm xmlns:a="http://schemas.openxmlformats.org/drawingml/2006/main">
            <a:off x="5373800" y="3063654"/>
            <a:ext cx="193370" cy="1917106"/>
          </a:xfrm>
          <a:custGeom xmlns:a="http://schemas.openxmlformats.org/drawingml/2006/main">
            <a:pathLst>
              <a:path w="181197" h="1796417">
                <a:moveTo>
                  <a:pt x="0" y="1796417"/>
                </a:moveTo>
                <a:lnTo>
                  <a:pt x="181197" y="1796417"/>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1AAA4E9A-5730-4AB7-BEC6-9A04ED9BFD0B}"/>
              </a:ext>
            </a:extLst>
          </p:cNvPr>
          <p:cNvSpPr>
            <a:spLocks xmlns:a="http://schemas.openxmlformats.org/drawingml/2006/main" noGrp="1"/>
          </p:cNvSpPr>
          <p:nvPr/>
        </p:nvSpPr>
        <p:spPr>
          <a:xfrm xmlns:a="http://schemas.openxmlformats.org/drawingml/2006/main">
            <a:off x="5942536" y="2776725"/>
            <a:ext cx="193370" cy="2204035"/>
          </a:xfrm>
          <a:custGeom xmlns:a="http://schemas.openxmlformats.org/drawingml/2006/main">
            <a:pathLst>
              <a:path w="181197" h="2065283">
                <a:moveTo>
                  <a:pt x="0" y="2065283"/>
                </a:moveTo>
                <a:lnTo>
                  <a:pt x="181197" y="2065283"/>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22D35A64-3D7A-4226-BE3E-F57EE693D58C}"/>
              </a:ext>
            </a:extLst>
          </p:cNvPr>
          <p:cNvSpPr>
            <a:spLocks xmlns:a="http://schemas.openxmlformats.org/drawingml/2006/main" noGrp="1"/>
          </p:cNvSpPr>
          <p:nvPr/>
        </p:nvSpPr>
        <p:spPr>
          <a:xfrm xmlns:a="http://schemas.openxmlformats.org/drawingml/2006/main">
            <a:off x="6511271" y="3228168"/>
            <a:ext cx="193370" cy="1752593"/>
          </a:xfrm>
          <a:custGeom xmlns:a="http://schemas.openxmlformats.org/drawingml/2006/main">
            <a:pathLst>
              <a:path w="181197" h="1642261">
                <a:moveTo>
                  <a:pt x="0" y="1642261"/>
                </a:moveTo>
                <a:lnTo>
                  <a:pt x="181197" y="1642261"/>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8AC847CE-0FF2-4637-B963-6DFA09A8CAE6}"/>
              </a:ext>
            </a:extLst>
          </p:cNvPr>
          <p:cNvSpPr>
            <a:spLocks xmlns:a="http://schemas.openxmlformats.org/drawingml/2006/main" noGrp="1"/>
          </p:cNvSpPr>
          <p:nvPr/>
        </p:nvSpPr>
        <p:spPr>
          <a:xfrm xmlns:a="http://schemas.openxmlformats.org/drawingml/2006/main">
            <a:off x="7080006" y="3120154"/>
            <a:ext cx="193370" cy="1860606"/>
          </a:xfrm>
          <a:custGeom xmlns:a="http://schemas.openxmlformats.org/drawingml/2006/main">
            <a:pathLst>
              <a:path w="181197" h="1743475">
                <a:moveTo>
                  <a:pt x="0" y="1743475"/>
                </a:moveTo>
                <a:lnTo>
                  <a:pt x="181197" y="1743475"/>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49471363-E954-4497-8271-8F7340F3D945}"/>
              </a:ext>
            </a:extLst>
          </p:cNvPr>
          <p:cNvSpPr>
            <a:spLocks xmlns:a="http://schemas.openxmlformats.org/drawingml/2006/main" noGrp="1"/>
          </p:cNvSpPr>
          <p:nvPr/>
        </p:nvSpPr>
        <p:spPr>
          <a:xfrm xmlns:a="http://schemas.openxmlformats.org/drawingml/2006/main">
            <a:off x="7648741" y="3140095"/>
            <a:ext cx="193370" cy="1840665"/>
          </a:xfrm>
          <a:custGeom xmlns:a="http://schemas.openxmlformats.org/drawingml/2006/main">
            <a:pathLst>
              <a:path w="181197" h="1724789">
                <a:moveTo>
                  <a:pt x="0" y="1724789"/>
                </a:moveTo>
                <a:lnTo>
                  <a:pt x="181197" y="1724789"/>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6E0CC184-CD93-4F3F-B88E-5BB18CEC2B60}"/>
              </a:ext>
            </a:extLst>
          </p:cNvPr>
          <p:cNvSpPr>
            <a:spLocks xmlns:a="http://schemas.openxmlformats.org/drawingml/2006/main" noGrp="1"/>
          </p:cNvSpPr>
          <p:nvPr/>
        </p:nvSpPr>
        <p:spPr>
          <a:xfrm xmlns:a="http://schemas.openxmlformats.org/drawingml/2006/main">
            <a:off x="8217476" y="3177761"/>
            <a:ext cx="193370" cy="1802999"/>
          </a:xfrm>
          <a:custGeom xmlns:a="http://schemas.openxmlformats.org/drawingml/2006/main">
            <a:pathLst>
              <a:path w="181197" h="1689494">
                <a:moveTo>
                  <a:pt x="0" y="1689494"/>
                </a:moveTo>
                <a:lnTo>
                  <a:pt x="181197" y="1689494"/>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36E60D38-29A2-4744-8D4A-6F0D601D8534}"/>
              </a:ext>
            </a:extLst>
          </p:cNvPr>
          <p:cNvSpPr>
            <a:spLocks xmlns:a="http://schemas.openxmlformats.org/drawingml/2006/main" noGrp="1"/>
          </p:cNvSpPr>
          <p:nvPr/>
        </p:nvSpPr>
        <p:spPr>
          <a:xfrm xmlns:a="http://schemas.openxmlformats.org/drawingml/2006/main">
            <a:off x="8786212" y="3151173"/>
            <a:ext cx="193370" cy="1829587"/>
          </a:xfrm>
          <a:custGeom xmlns:a="http://schemas.openxmlformats.org/drawingml/2006/main">
            <a:pathLst>
              <a:path w="181197" h="1714408">
                <a:moveTo>
                  <a:pt x="0" y="1714408"/>
                </a:moveTo>
                <a:lnTo>
                  <a:pt x="181197" y="1714408"/>
                </a:lnTo>
                <a:lnTo>
                  <a:pt x="181197" y="0"/>
                </a:lnTo>
                <a:lnTo>
                  <a:pt x="0" y="0"/>
                </a:lnTo>
                <a:close/>
              </a:path>
            </a:pathLst>
          </a:custGeom>
          <a:solidFill xmlns:a="http://schemas.openxmlformats.org/drawingml/2006/main">
            <a:srgbClr val="C0453C"/>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2764754A-569F-4D64-8A75-A66EE8F8FDB7}"/>
              </a:ext>
            </a:extLst>
          </p:cNvPr>
          <p:cNvSpPr>
            <a:spLocks xmlns:a="http://schemas.openxmlformats.org/drawingml/2006/main" noGrp="1"/>
          </p:cNvSpPr>
          <p:nvPr/>
        </p:nvSpPr>
        <p:spPr>
          <a:xfrm xmlns:a="http://schemas.openxmlformats.org/drawingml/2006/main">
            <a:off x="3661908"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38" name="">
            <a:extLst xmlns:a="http://schemas.openxmlformats.org/drawingml/2006/main">
              <a:ext uri="{FF2B5EF4-FFF2-40B4-BE49-F238E27FC236}">
                <a16:creationId xmlns:a16="http://schemas.microsoft.com/office/drawing/2014/main" id="{2654881D-0068-4513-AF52-5F3A0FE67B1D}"/>
              </a:ext>
            </a:extLst>
          </p:cNvPr>
          <p:cNvSpPr>
            <a:spLocks xmlns:a="http://schemas.openxmlformats.org/drawingml/2006/main" noGrp="1"/>
          </p:cNvSpPr>
          <p:nvPr/>
        </p:nvSpPr>
        <p:spPr>
          <a:xfrm xmlns:a="http://schemas.openxmlformats.org/drawingml/2006/main" rot="0">
            <a:off x="3484617" y="4977774"/>
            <a:ext cx="35290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base</a:t>
            </a:r>
          </a:p>
        </p:txBody>
      </p:sp>
      <p:sp>
        <p:nvSpPr>
          <p:cNvPr id="39" name="Editable chart path">
            <a:extLst xmlns:a="http://schemas.openxmlformats.org/drawingml/2006/main">
              <a:ext uri="{FF2B5EF4-FFF2-40B4-BE49-F238E27FC236}">
                <a16:creationId xmlns:a16="http://schemas.microsoft.com/office/drawing/2014/main" id="{53B94573-E888-49AD-885A-73CEBA5900C4}"/>
              </a:ext>
            </a:extLst>
          </p:cNvPr>
          <p:cNvSpPr>
            <a:spLocks xmlns:a="http://schemas.openxmlformats.org/drawingml/2006/main" noGrp="1"/>
          </p:cNvSpPr>
          <p:nvPr/>
        </p:nvSpPr>
        <p:spPr>
          <a:xfrm xmlns:a="http://schemas.openxmlformats.org/drawingml/2006/main">
            <a:off x="4230643"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40" name="">
            <a:extLst xmlns:a="http://schemas.openxmlformats.org/drawingml/2006/main">
              <a:ext uri="{FF2B5EF4-FFF2-40B4-BE49-F238E27FC236}">
                <a16:creationId xmlns:a16="http://schemas.microsoft.com/office/drawing/2014/main" id="{38CB4BFB-16FE-4640-A5CB-728921DD6414}"/>
              </a:ext>
            </a:extLst>
          </p:cNvPr>
          <p:cNvSpPr>
            <a:spLocks xmlns:a="http://schemas.openxmlformats.org/drawingml/2006/main" noGrp="1"/>
          </p:cNvSpPr>
          <p:nvPr/>
        </p:nvSpPr>
        <p:spPr>
          <a:xfrm xmlns:a="http://schemas.openxmlformats.org/drawingml/2006/main" rot="0">
            <a:off x="4176307" y="4978841"/>
            <a:ext cx="1028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a:t>
            </a:r>
          </a:p>
        </p:txBody>
      </p:sp>
      <p:sp>
        <p:nvSpPr>
          <p:cNvPr id="41" name="">
            <a:extLst xmlns:a="http://schemas.openxmlformats.org/drawingml/2006/main">
              <a:ext uri="{FF2B5EF4-FFF2-40B4-BE49-F238E27FC236}">
                <a16:creationId xmlns:a16="http://schemas.microsoft.com/office/drawing/2014/main" id="{1B3AA813-5969-4517-AC66-C28CA510ED49}"/>
              </a:ext>
            </a:extLst>
          </p:cNvPr>
          <p:cNvSpPr>
            <a:spLocks xmlns:a="http://schemas.openxmlformats.org/drawingml/2006/main" noGrp="1"/>
          </p:cNvSpPr>
          <p:nvPr/>
        </p:nvSpPr>
        <p:spPr>
          <a:xfrm xmlns:a="http://schemas.openxmlformats.org/drawingml/2006/main" rot="0">
            <a:off x="4138988" y="5069792"/>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42" name="Editable chart path">
            <a:extLst xmlns:a="http://schemas.openxmlformats.org/drawingml/2006/main">
              <a:ext uri="{FF2B5EF4-FFF2-40B4-BE49-F238E27FC236}">
                <a16:creationId xmlns:a16="http://schemas.microsoft.com/office/drawing/2014/main" id="{F720E8CB-573E-46BA-A862-8E659E7FCEAB}"/>
              </a:ext>
            </a:extLst>
          </p:cNvPr>
          <p:cNvSpPr>
            <a:spLocks xmlns:a="http://schemas.openxmlformats.org/drawingml/2006/main" noGrp="1"/>
          </p:cNvSpPr>
          <p:nvPr/>
        </p:nvSpPr>
        <p:spPr>
          <a:xfrm xmlns:a="http://schemas.openxmlformats.org/drawingml/2006/main">
            <a:off x="4799378"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43" name="">
            <a:extLst xmlns:a="http://schemas.openxmlformats.org/drawingml/2006/main">
              <a:ext uri="{FF2B5EF4-FFF2-40B4-BE49-F238E27FC236}">
                <a16:creationId xmlns:a16="http://schemas.microsoft.com/office/drawing/2014/main" id="{8BA18453-C96C-4ECA-8C95-0EF9175C28AE}"/>
              </a:ext>
            </a:extLst>
          </p:cNvPr>
          <p:cNvSpPr>
            <a:spLocks xmlns:a="http://schemas.openxmlformats.org/drawingml/2006/main" noGrp="1"/>
          </p:cNvSpPr>
          <p:nvPr/>
        </p:nvSpPr>
        <p:spPr>
          <a:xfrm xmlns:a="http://schemas.openxmlformats.org/drawingml/2006/main" rot="0">
            <a:off x="4745042" y="4978841"/>
            <a:ext cx="1028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a:t>
            </a:r>
          </a:p>
        </p:txBody>
      </p:sp>
      <p:sp>
        <p:nvSpPr>
          <p:cNvPr id="44" name="">
            <a:extLst xmlns:a="http://schemas.openxmlformats.org/drawingml/2006/main">
              <a:ext uri="{FF2B5EF4-FFF2-40B4-BE49-F238E27FC236}">
                <a16:creationId xmlns:a16="http://schemas.microsoft.com/office/drawing/2014/main" id="{26B4BD01-89A8-436A-A045-2FC71DF3312A}"/>
              </a:ext>
            </a:extLst>
          </p:cNvPr>
          <p:cNvSpPr>
            <a:spLocks xmlns:a="http://schemas.openxmlformats.org/drawingml/2006/main" noGrp="1"/>
          </p:cNvSpPr>
          <p:nvPr/>
        </p:nvSpPr>
        <p:spPr>
          <a:xfrm xmlns:a="http://schemas.openxmlformats.org/drawingml/2006/main" rot="0">
            <a:off x="4663908" y="5069792"/>
            <a:ext cx="26774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500</a:t>
            </a:r>
          </a:p>
        </p:txBody>
      </p:sp>
      <p:sp>
        <p:nvSpPr>
          <p:cNvPr id="45" name="Editable chart path">
            <a:extLst xmlns:a="http://schemas.openxmlformats.org/drawingml/2006/main">
              <a:ext uri="{FF2B5EF4-FFF2-40B4-BE49-F238E27FC236}">
                <a16:creationId xmlns:a16="http://schemas.microsoft.com/office/drawing/2014/main" id="{1BD1FC17-86B3-4975-A9E6-8867C317D96C}"/>
              </a:ext>
            </a:extLst>
          </p:cNvPr>
          <p:cNvSpPr>
            <a:spLocks xmlns:a="http://schemas.openxmlformats.org/drawingml/2006/main" noGrp="1"/>
          </p:cNvSpPr>
          <p:nvPr/>
        </p:nvSpPr>
        <p:spPr>
          <a:xfrm xmlns:a="http://schemas.openxmlformats.org/drawingml/2006/main">
            <a:off x="5368113"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46" name="">
            <a:extLst xmlns:a="http://schemas.openxmlformats.org/drawingml/2006/main">
              <a:ext uri="{FF2B5EF4-FFF2-40B4-BE49-F238E27FC236}">
                <a16:creationId xmlns:a16="http://schemas.microsoft.com/office/drawing/2014/main" id="{67EECDAE-924D-4472-9A95-B4FEB0F568D1}"/>
              </a:ext>
            </a:extLst>
          </p:cNvPr>
          <p:cNvSpPr>
            <a:spLocks xmlns:a="http://schemas.openxmlformats.org/drawingml/2006/main" noGrp="1"/>
          </p:cNvSpPr>
          <p:nvPr/>
        </p:nvSpPr>
        <p:spPr>
          <a:xfrm xmlns:a="http://schemas.openxmlformats.org/drawingml/2006/main" rot="0">
            <a:off x="5227041" y="4978841"/>
            <a:ext cx="27727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lam</a:t>
            </a:r>
          </a:p>
        </p:txBody>
      </p:sp>
      <p:sp>
        <p:nvSpPr>
          <p:cNvPr id="47" name="">
            <a:extLst xmlns:a="http://schemas.openxmlformats.org/drawingml/2006/main">
              <a:ext uri="{FF2B5EF4-FFF2-40B4-BE49-F238E27FC236}">
                <a16:creationId xmlns:a16="http://schemas.microsoft.com/office/drawing/2014/main" id="{3687FFD6-5DA0-4F82-AEB6-553FFEA499C9}"/>
              </a:ext>
            </a:extLst>
          </p:cNvPr>
          <p:cNvSpPr>
            <a:spLocks xmlns:a="http://schemas.openxmlformats.org/drawingml/2006/main" noGrp="1"/>
          </p:cNvSpPr>
          <p:nvPr/>
        </p:nvSpPr>
        <p:spPr>
          <a:xfrm xmlns:a="http://schemas.openxmlformats.org/drawingml/2006/main" rot="0">
            <a:off x="5189611" y="5069792"/>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0.001</a:t>
            </a:r>
          </a:p>
        </p:txBody>
      </p:sp>
      <p:sp>
        <p:nvSpPr>
          <p:cNvPr id="48" name="Editable chart path">
            <a:extLst xmlns:a="http://schemas.openxmlformats.org/drawingml/2006/main">
              <a:ext uri="{FF2B5EF4-FFF2-40B4-BE49-F238E27FC236}">
                <a16:creationId xmlns:a16="http://schemas.microsoft.com/office/drawing/2014/main" id="{7FAB0121-174E-474B-80AD-990A2324A7B4}"/>
              </a:ext>
            </a:extLst>
          </p:cNvPr>
          <p:cNvSpPr>
            <a:spLocks xmlns:a="http://schemas.openxmlformats.org/drawingml/2006/main" noGrp="1"/>
          </p:cNvSpPr>
          <p:nvPr/>
        </p:nvSpPr>
        <p:spPr>
          <a:xfrm xmlns:a="http://schemas.openxmlformats.org/drawingml/2006/main">
            <a:off x="5936848"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49" name="">
            <a:extLst xmlns:a="http://schemas.openxmlformats.org/drawingml/2006/main">
              <a:ext uri="{FF2B5EF4-FFF2-40B4-BE49-F238E27FC236}">
                <a16:creationId xmlns:a16="http://schemas.microsoft.com/office/drawing/2014/main" id="{35AD647C-8F24-4EEA-92B0-63308A312650}"/>
              </a:ext>
            </a:extLst>
          </p:cNvPr>
          <p:cNvSpPr>
            <a:spLocks xmlns:a="http://schemas.openxmlformats.org/drawingml/2006/main" noGrp="1"/>
          </p:cNvSpPr>
          <p:nvPr/>
        </p:nvSpPr>
        <p:spPr>
          <a:xfrm xmlns:a="http://schemas.openxmlformats.org/drawingml/2006/main" rot="0">
            <a:off x="5795776" y="4978841"/>
            <a:ext cx="27727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lam</a:t>
            </a:r>
          </a:p>
        </p:txBody>
      </p:sp>
      <p:sp>
        <p:nvSpPr>
          <p:cNvPr id="50" name="">
            <a:extLst xmlns:a="http://schemas.openxmlformats.org/drawingml/2006/main">
              <a:ext uri="{FF2B5EF4-FFF2-40B4-BE49-F238E27FC236}">
                <a16:creationId xmlns:a16="http://schemas.microsoft.com/office/drawing/2014/main" id="{13896787-835D-4C9A-BDC5-CE01143CCD41}"/>
              </a:ext>
            </a:extLst>
          </p:cNvPr>
          <p:cNvSpPr>
            <a:spLocks xmlns:a="http://schemas.openxmlformats.org/drawingml/2006/main" noGrp="1"/>
          </p:cNvSpPr>
          <p:nvPr/>
        </p:nvSpPr>
        <p:spPr>
          <a:xfrm xmlns:a="http://schemas.openxmlformats.org/drawingml/2006/main" rot="0">
            <a:off x="5789662" y="5069792"/>
            <a:ext cx="2896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a:t>
            </a:r>
          </a:p>
        </p:txBody>
      </p:sp>
      <p:sp>
        <p:nvSpPr>
          <p:cNvPr id="51" name="Editable chart path">
            <a:extLst xmlns:a="http://schemas.openxmlformats.org/drawingml/2006/main">
              <a:ext uri="{FF2B5EF4-FFF2-40B4-BE49-F238E27FC236}">
                <a16:creationId xmlns:a16="http://schemas.microsoft.com/office/drawing/2014/main" id="{D95DD34A-4CD4-45D9-8373-A2CE43446CDB}"/>
              </a:ext>
            </a:extLst>
          </p:cNvPr>
          <p:cNvSpPr>
            <a:spLocks xmlns:a="http://schemas.openxmlformats.org/drawingml/2006/main" noGrp="1"/>
          </p:cNvSpPr>
          <p:nvPr/>
        </p:nvSpPr>
        <p:spPr>
          <a:xfrm xmlns:a="http://schemas.openxmlformats.org/drawingml/2006/main">
            <a:off x="6505583"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52" name="">
            <a:extLst xmlns:a="http://schemas.openxmlformats.org/drawingml/2006/main">
              <a:ext uri="{FF2B5EF4-FFF2-40B4-BE49-F238E27FC236}">
                <a16:creationId xmlns:a16="http://schemas.microsoft.com/office/drawing/2014/main" id="{98A1096A-1C48-4840-B1BB-4374E4B4078C}"/>
              </a:ext>
            </a:extLst>
          </p:cNvPr>
          <p:cNvSpPr>
            <a:spLocks xmlns:a="http://schemas.openxmlformats.org/drawingml/2006/main" noGrp="1"/>
          </p:cNvSpPr>
          <p:nvPr/>
        </p:nvSpPr>
        <p:spPr>
          <a:xfrm xmlns:a="http://schemas.openxmlformats.org/drawingml/2006/main" rot="0">
            <a:off x="6456094" y="4978841"/>
            <a:ext cx="941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a:t>
            </a:r>
          </a:p>
        </p:txBody>
      </p:sp>
      <p:sp>
        <p:nvSpPr>
          <p:cNvPr id="53" name="">
            <a:extLst xmlns:a="http://schemas.openxmlformats.org/drawingml/2006/main">
              <a:ext uri="{FF2B5EF4-FFF2-40B4-BE49-F238E27FC236}">
                <a16:creationId xmlns:a16="http://schemas.microsoft.com/office/drawing/2014/main" id="{3C45D1B1-917B-4FD2-9B1A-8EEBA5747FE5}"/>
              </a:ext>
            </a:extLst>
          </p:cNvPr>
          <p:cNvSpPr>
            <a:spLocks xmlns:a="http://schemas.openxmlformats.org/drawingml/2006/main" noGrp="1"/>
          </p:cNvSpPr>
          <p:nvPr/>
        </p:nvSpPr>
        <p:spPr>
          <a:xfrm xmlns:a="http://schemas.openxmlformats.org/drawingml/2006/main" rot="0">
            <a:off x="6416643" y="5069792"/>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54" name="Editable chart path">
            <a:extLst xmlns:a="http://schemas.openxmlformats.org/drawingml/2006/main">
              <a:ext uri="{FF2B5EF4-FFF2-40B4-BE49-F238E27FC236}">
                <a16:creationId xmlns:a16="http://schemas.microsoft.com/office/drawing/2014/main" id="{4277F88D-75D2-42E6-8B42-1A136353FBB2}"/>
              </a:ext>
            </a:extLst>
          </p:cNvPr>
          <p:cNvSpPr>
            <a:spLocks xmlns:a="http://schemas.openxmlformats.org/drawingml/2006/main" noGrp="1"/>
          </p:cNvSpPr>
          <p:nvPr/>
        </p:nvSpPr>
        <p:spPr>
          <a:xfrm xmlns:a="http://schemas.openxmlformats.org/drawingml/2006/main">
            <a:off x="7074319"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55" name="">
            <a:extLst xmlns:a="http://schemas.openxmlformats.org/drawingml/2006/main">
              <a:ext uri="{FF2B5EF4-FFF2-40B4-BE49-F238E27FC236}">
                <a16:creationId xmlns:a16="http://schemas.microsoft.com/office/drawing/2014/main" id="{73060DA2-718B-42A5-AA3F-EFE3552A2779}"/>
              </a:ext>
            </a:extLst>
          </p:cNvPr>
          <p:cNvSpPr>
            <a:spLocks xmlns:a="http://schemas.openxmlformats.org/drawingml/2006/main" noGrp="1"/>
          </p:cNvSpPr>
          <p:nvPr/>
        </p:nvSpPr>
        <p:spPr>
          <a:xfrm xmlns:a="http://schemas.openxmlformats.org/drawingml/2006/main" rot="0">
            <a:off x="6853046" y="4978841"/>
            <a:ext cx="43767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Traffic</a:t>
            </a:r>
          </a:p>
        </p:txBody>
      </p:sp>
      <p:sp>
        <p:nvSpPr>
          <p:cNvPr id="56" name="">
            <a:extLst xmlns:a="http://schemas.openxmlformats.org/drawingml/2006/main">
              <a:ext uri="{FF2B5EF4-FFF2-40B4-BE49-F238E27FC236}">
                <a16:creationId xmlns:a16="http://schemas.microsoft.com/office/drawing/2014/main" id="{9736A390-7799-4723-B549-59F5D1603C1B}"/>
              </a:ext>
            </a:extLst>
          </p:cNvPr>
          <p:cNvSpPr>
            <a:spLocks xmlns:a="http://schemas.openxmlformats.org/drawingml/2006/main" noGrp="1"/>
          </p:cNvSpPr>
          <p:nvPr/>
        </p:nvSpPr>
        <p:spPr>
          <a:xfrm xmlns:a="http://schemas.openxmlformats.org/drawingml/2006/main" rot="0">
            <a:off x="6959096" y="5069792"/>
            <a:ext cx="22983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dry</a:t>
            </a:r>
          </a:p>
        </p:txBody>
      </p:sp>
      <p:sp>
        <p:nvSpPr>
          <p:cNvPr id="57" name="Editable chart path">
            <a:extLst xmlns:a="http://schemas.openxmlformats.org/drawingml/2006/main">
              <a:ext uri="{FF2B5EF4-FFF2-40B4-BE49-F238E27FC236}">
                <a16:creationId xmlns:a16="http://schemas.microsoft.com/office/drawing/2014/main" id="{7E8D0970-640C-4ED4-AEF9-54FF047B7737}"/>
              </a:ext>
            </a:extLst>
          </p:cNvPr>
          <p:cNvSpPr>
            <a:spLocks xmlns:a="http://schemas.openxmlformats.org/drawingml/2006/main" noGrp="1"/>
          </p:cNvSpPr>
          <p:nvPr/>
        </p:nvSpPr>
        <p:spPr>
          <a:xfrm xmlns:a="http://schemas.openxmlformats.org/drawingml/2006/main">
            <a:off x="7643054"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58" name="">
            <a:extLst xmlns:a="http://schemas.openxmlformats.org/drawingml/2006/main">
              <a:ext uri="{FF2B5EF4-FFF2-40B4-BE49-F238E27FC236}">
                <a16:creationId xmlns:a16="http://schemas.microsoft.com/office/drawing/2014/main" id="{32CACCD1-EF7D-4E2A-A3E5-A96899BCF50B}"/>
              </a:ext>
            </a:extLst>
          </p:cNvPr>
          <p:cNvSpPr>
            <a:spLocks xmlns:a="http://schemas.openxmlformats.org/drawingml/2006/main" noGrp="1"/>
          </p:cNvSpPr>
          <p:nvPr/>
        </p:nvSpPr>
        <p:spPr>
          <a:xfrm xmlns:a="http://schemas.openxmlformats.org/drawingml/2006/main" rot="0">
            <a:off x="7421781" y="4978841"/>
            <a:ext cx="43767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Traffic</a:t>
            </a:r>
          </a:p>
        </p:txBody>
      </p:sp>
      <p:sp>
        <p:nvSpPr>
          <p:cNvPr id="59" name="">
            <a:extLst xmlns:a="http://schemas.openxmlformats.org/drawingml/2006/main">
              <a:ext uri="{FF2B5EF4-FFF2-40B4-BE49-F238E27FC236}">
                <a16:creationId xmlns:a16="http://schemas.microsoft.com/office/drawing/2014/main" id="{89208235-2507-4895-B109-C0BBEFCC359C}"/>
              </a:ext>
            </a:extLst>
          </p:cNvPr>
          <p:cNvSpPr>
            <a:spLocks xmlns:a="http://schemas.openxmlformats.org/drawingml/2006/main" noGrp="1"/>
          </p:cNvSpPr>
          <p:nvPr/>
        </p:nvSpPr>
        <p:spPr>
          <a:xfrm xmlns:a="http://schemas.openxmlformats.org/drawingml/2006/main" rot="0">
            <a:off x="7503172" y="5069792"/>
            <a:ext cx="2748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a:t>
            </a:r>
          </a:p>
        </p:txBody>
      </p:sp>
      <p:sp>
        <p:nvSpPr>
          <p:cNvPr id="60" name="Editable chart path">
            <a:extLst xmlns:a="http://schemas.openxmlformats.org/drawingml/2006/main">
              <a:ext uri="{FF2B5EF4-FFF2-40B4-BE49-F238E27FC236}">
                <a16:creationId xmlns:a16="http://schemas.microsoft.com/office/drawing/2014/main" id="{23D8335A-9AC6-41AD-BBFD-D1693C386118}"/>
              </a:ext>
            </a:extLst>
          </p:cNvPr>
          <p:cNvSpPr>
            <a:spLocks xmlns:a="http://schemas.openxmlformats.org/drawingml/2006/main" noGrp="1"/>
          </p:cNvSpPr>
          <p:nvPr/>
        </p:nvSpPr>
        <p:spPr>
          <a:xfrm xmlns:a="http://schemas.openxmlformats.org/drawingml/2006/main">
            <a:off x="8211789"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61" name="">
            <a:extLst xmlns:a="http://schemas.openxmlformats.org/drawingml/2006/main">
              <a:ext uri="{FF2B5EF4-FFF2-40B4-BE49-F238E27FC236}">
                <a16:creationId xmlns:a16="http://schemas.microsoft.com/office/drawing/2014/main" id="{6683F456-9F82-4789-921F-6953D21CBC8F}"/>
              </a:ext>
            </a:extLst>
          </p:cNvPr>
          <p:cNvSpPr>
            <a:spLocks xmlns:a="http://schemas.openxmlformats.org/drawingml/2006/main" noGrp="1"/>
          </p:cNvSpPr>
          <p:nvPr/>
        </p:nvSpPr>
        <p:spPr>
          <a:xfrm xmlns:a="http://schemas.openxmlformats.org/drawingml/2006/main" rot="0">
            <a:off x="7936897" y="4978841"/>
            <a:ext cx="5474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weights</a:t>
            </a:r>
          </a:p>
        </p:txBody>
      </p:sp>
      <p:sp>
        <p:nvSpPr>
          <p:cNvPr id="62" name="">
            <a:extLst xmlns:a="http://schemas.openxmlformats.org/drawingml/2006/main">
              <a:ext uri="{FF2B5EF4-FFF2-40B4-BE49-F238E27FC236}">
                <a16:creationId xmlns:a16="http://schemas.microsoft.com/office/drawing/2014/main" id="{55D35ED9-BB95-4C3D-B971-8F16E3B321D1}"/>
              </a:ext>
            </a:extLst>
          </p:cNvPr>
          <p:cNvSpPr>
            <a:spLocks xmlns:a="http://schemas.openxmlformats.org/drawingml/2006/main" noGrp="1"/>
          </p:cNvSpPr>
          <p:nvPr/>
        </p:nvSpPr>
        <p:spPr>
          <a:xfrm xmlns:a="http://schemas.openxmlformats.org/drawingml/2006/main" rot="0">
            <a:off x="7966037" y="5069792"/>
            <a:ext cx="48663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station</a:t>
            </a:r>
          </a:p>
        </p:txBody>
      </p:sp>
      <p:sp>
        <p:nvSpPr>
          <p:cNvPr id="63" name="Editable chart path">
            <a:extLst xmlns:a="http://schemas.openxmlformats.org/drawingml/2006/main">
              <a:ext uri="{FF2B5EF4-FFF2-40B4-BE49-F238E27FC236}">
                <a16:creationId xmlns:a16="http://schemas.microsoft.com/office/drawing/2014/main" id="{F3B049CA-0384-46F6-A96F-9CE13CC28B5E}"/>
              </a:ext>
            </a:extLst>
          </p:cNvPr>
          <p:cNvSpPr>
            <a:spLocks xmlns:a="http://schemas.openxmlformats.org/drawingml/2006/main" noGrp="1"/>
          </p:cNvSpPr>
          <p:nvPr/>
        </p:nvSpPr>
        <p:spPr>
          <a:xfrm xmlns:a="http://schemas.openxmlformats.org/drawingml/2006/main">
            <a:off x="8780524" y="4980760"/>
            <a:ext cx="95" cy="3557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64" name="">
            <a:extLst xmlns:a="http://schemas.openxmlformats.org/drawingml/2006/main">
              <a:ext uri="{FF2B5EF4-FFF2-40B4-BE49-F238E27FC236}">
                <a16:creationId xmlns:a16="http://schemas.microsoft.com/office/drawing/2014/main" id="{E4E1BA33-23C3-40D0-A223-EFE48C986734}"/>
              </a:ext>
            </a:extLst>
          </p:cNvPr>
          <p:cNvSpPr>
            <a:spLocks xmlns:a="http://schemas.openxmlformats.org/drawingml/2006/main" noGrp="1"/>
          </p:cNvSpPr>
          <p:nvPr/>
        </p:nvSpPr>
        <p:spPr>
          <a:xfrm xmlns:a="http://schemas.openxmlformats.org/drawingml/2006/main" rot="0">
            <a:off x="8505632" y="4978841"/>
            <a:ext cx="5474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weights</a:t>
            </a:r>
          </a:p>
        </p:txBody>
      </p:sp>
      <p:sp>
        <p:nvSpPr>
          <p:cNvPr id="65" name="">
            <a:extLst xmlns:a="http://schemas.openxmlformats.org/drawingml/2006/main">
              <a:ext uri="{FF2B5EF4-FFF2-40B4-BE49-F238E27FC236}">
                <a16:creationId xmlns:a16="http://schemas.microsoft.com/office/drawing/2014/main" id="{AEBCEBB3-6089-4859-9721-16F14FCA4C5F}"/>
              </a:ext>
            </a:extLst>
          </p:cNvPr>
          <p:cNvSpPr>
            <a:spLocks xmlns:a="http://schemas.openxmlformats.org/drawingml/2006/main" noGrp="1"/>
          </p:cNvSpPr>
          <p:nvPr/>
        </p:nvSpPr>
        <p:spPr>
          <a:xfrm xmlns:a="http://schemas.openxmlformats.org/drawingml/2006/main" rot="0">
            <a:off x="8496697" y="5069792"/>
            <a:ext cx="56597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landuse</a:t>
            </a:r>
          </a:p>
        </p:txBody>
      </p:sp>
      <p:sp>
        <p:nvSpPr>
          <p:cNvPr id="66" name="Editable chart path">
            <a:extLst xmlns:a="http://schemas.openxmlformats.org/drawingml/2006/main">
              <a:ext uri="{FF2B5EF4-FFF2-40B4-BE49-F238E27FC236}">
                <a16:creationId xmlns:a16="http://schemas.microsoft.com/office/drawing/2014/main" id="{160063C8-DFDA-4149-8B44-41941D67E679}"/>
              </a:ext>
            </a:extLst>
          </p:cNvPr>
          <p:cNvSpPr>
            <a:spLocks xmlns:a="http://schemas.openxmlformats.org/drawingml/2006/main" noGrp="1"/>
          </p:cNvSpPr>
          <p:nvPr/>
        </p:nvSpPr>
        <p:spPr>
          <a:xfrm xmlns:a="http://schemas.openxmlformats.org/drawingml/2006/main">
            <a:off x="3187014" y="4980760"/>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6099">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CB09DF8B-25EB-4780-8457-5BFA69F5CFAE}"/>
              </a:ext>
            </a:extLst>
          </p:cNvPr>
          <p:cNvSpPr>
            <a:spLocks xmlns:a="http://schemas.openxmlformats.org/drawingml/2006/main" noGrp="1"/>
          </p:cNvSpPr>
          <p:nvPr/>
        </p:nvSpPr>
        <p:spPr>
          <a:xfrm xmlns:a="http://schemas.openxmlformats.org/drawingml/2006/main">
            <a:off x="3151436" y="4980760"/>
            <a:ext cx="3557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68" name="">
            <a:extLst xmlns:a="http://schemas.openxmlformats.org/drawingml/2006/main">
              <a:ext uri="{FF2B5EF4-FFF2-40B4-BE49-F238E27FC236}">
                <a16:creationId xmlns:a16="http://schemas.microsoft.com/office/drawing/2014/main" id="{A9C179FE-14A9-4924-AE32-1F86A9B3495D}"/>
              </a:ext>
            </a:extLst>
          </p:cNvPr>
          <p:cNvSpPr>
            <a:spLocks xmlns:a="http://schemas.openxmlformats.org/drawingml/2006/main" noGrp="1"/>
          </p:cNvSpPr>
          <p:nvPr/>
        </p:nvSpPr>
        <p:spPr>
          <a:xfrm xmlns:a="http://schemas.openxmlformats.org/drawingml/2006/main" rot="0">
            <a:off x="3019636" y="4877588"/>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69" name="Editable chart path">
            <a:extLst xmlns:a="http://schemas.openxmlformats.org/drawingml/2006/main">
              <a:ext uri="{FF2B5EF4-FFF2-40B4-BE49-F238E27FC236}">
                <a16:creationId xmlns:a16="http://schemas.microsoft.com/office/drawing/2014/main" id="{1624F80E-9444-4881-8F0E-E24950467548}"/>
              </a:ext>
            </a:extLst>
          </p:cNvPr>
          <p:cNvSpPr>
            <a:spLocks xmlns:a="http://schemas.openxmlformats.org/drawingml/2006/main" noGrp="1"/>
          </p:cNvSpPr>
          <p:nvPr/>
        </p:nvSpPr>
        <p:spPr>
          <a:xfrm xmlns:a="http://schemas.openxmlformats.org/drawingml/2006/main">
            <a:off x="3187014" y="4703802"/>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6099">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55A764E6-51F6-425F-B69E-7EE1F2D1B33A}"/>
              </a:ext>
            </a:extLst>
          </p:cNvPr>
          <p:cNvSpPr>
            <a:spLocks xmlns:a="http://schemas.openxmlformats.org/drawingml/2006/main" noGrp="1"/>
          </p:cNvSpPr>
          <p:nvPr/>
        </p:nvSpPr>
        <p:spPr>
          <a:xfrm xmlns:a="http://schemas.openxmlformats.org/drawingml/2006/main">
            <a:off x="3151436" y="4703802"/>
            <a:ext cx="3557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71" name="">
            <a:extLst xmlns:a="http://schemas.openxmlformats.org/drawingml/2006/main">
              <a:ext uri="{FF2B5EF4-FFF2-40B4-BE49-F238E27FC236}">
                <a16:creationId xmlns:a16="http://schemas.microsoft.com/office/drawing/2014/main" id="{006DD04B-9D13-403C-BDDD-FCEF2F95A987}"/>
              </a:ext>
            </a:extLst>
          </p:cNvPr>
          <p:cNvSpPr>
            <a:spLocks xmlns:a="http://schemas.openxmlformats.org/drawingml/2006/main" noGrp="1"/>
          </p:cNvSpPr>
          <p:nvPr/>
        </p:nvSpPr>
        <p:spPr>
          <a:xfrm xmlns:a="http://schemas.openxmlformats.org/drawingml/2006/main" rot="0">
            <a:off x="3019178" y="460063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72" name="Editable chart path">
            <a:extLst xmlns:a="http://schemas.openxmlformats.org/drawingml/2006/main">
              <a:ext uri="{FF2B5EF4-FFF2-40B4-BE49-F238E27FC236}">
                <a16:creationId xmlns:a16="http://schemas.microsoft.com/office/drawing/2014/main" id="{E767EF66-0FFB-45BD-BA59-57DF2BD9EF39}"/>
              </a:ext>
            </a:extLst>
          </p:cNvPr>
          <p:cNvSpPr>
            <a:spLocks xmlns:a="http://schemas.openxmlformats.org/drawingml/2006/main" noGrp="1"/>
          </p:cNvSpPr>
          <p:nvPr/>
        </p:nvSpPr>
        <p:spPr>
          <a:xfrm xmlns:a="http://schemas.openxmlformats.org/drawingml/2006/main">
            <a:off x="3187014" y="4426843"/>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6099">
            <a:solidFill>
              <a:srgbClr val="E4EAF4"/>
            </a:solidFill>
            <a:prstDash val="solid"/>
          </a:ln>
        </p:spPr>
      </p:sp>
      <p:sp>
        <p:nvSpPr>
          <p:cNvPr id="73" name="Editable chart path">
            <a:extLst xmlns:a="http://schemas.openxmlformats.org/drawingml/2006/main">
              <a:ext uri="{FF2B5EF4-FFF2-40B4-BE49-F238E27FC236}">
                <a16:creationId xmlns:a16="http://schemas.microsoft.com/office/drawing/2014/main" id="{C6C7E21B-1CFC-4175-A517-6FA0328F01C8}"/>
              </a:ext>
            </a:extLst>
          </p:cNvPr>
          <p:cNvSpPr>
            <a:spLocks xmlns:a="http://schemas.openxmlformats.org/drawingml/2006/main" noGrp="1"/>
          </p:cNvSpPr>
          <p:nvPr/>
        </p:nvSpPr>
        <p:spPr>
          <a:xfrm xmlns:a="http://schemas.openxmlformats.org/drawingml/2006/main">
            <a:off x="3151436" y="4426843"/>
            <a:ext cx="3557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74" name="">
            <a:extLst xmlns:a="http://schemas.openxmlformats.org/drawingml/2006/main">
              <a:ext uri="{FF2B5EF4-FFF2-40B4-BE49-F238E27FC236}">
                <a16:creationId xmlns:a16="http://schemas.microsoft.com/office/drawing/2014/main" id="{A3C04F03-49A4-4A81-9CAF-B409DBB0088D}"/>
              </a:ext>
            </a:extLst>
          </p:cNvPr>
          <p:cNvSpPr>
            <a:spLocks xmlns:a="http://schemas.openxmlformats.org/drawingml/2006/main" noGrp="1"/>
          </p:cNvSpPr>
          <p:nvPr/>
        </p:nvSpPr>
        <p:spPr>
          <a:xfrm xmlns:a="http://schemas.openxmlformats.org/drawingml/2006/main" rot="0">
            <a:off x="2974964" y="4323672"/>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75" name="Editable chart path">
            <a:extLst xmlns:a="http://schemas.openxmlformats.org/drawingml/2006/main">
              <a:ext uri="{FF2B5EF4-FFF2-40B4-BE49-F238E27FC236}">
                <a16:creationId xmlns:a16="http://schemas.microsoft.com/office/drawing/2014/main" id="{EAEBE0DF-7D12-4618-9338-CCC89107561E}"/>
              </a:ext>
            </a:extLst>
          </p:cNvPr>
          <p:cNvSpPr>
            <a:spLocks xmlns:a="http://schemas.openxmlformats.org/drawingml/2006/main" noGrp="1"/>
          </p:cNvSpPr>
          <p:nvPr/>
        </p:nvSpPr>
        <p:spPr>
          <a:xfrm xmlns:a="http://schemas.openxmlformats.org/drawingml/2006/main">
            <a:off x="3187014" y="4149885"/>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6099">
            <a:solidFill>
              <a:srgbClr val="E4EAF4"/>
            </a:solidFill>
            <a:prstDash val="solid"/>
          </a:ln>
        </p:spPr>
      </p:sp>
      <p:sp>
        <p:nvSpPr>
          <p:cNvPr id="76" name="Editable chart path">
            <a:extLst xmlns:a="http://schemas.openxmlformats.org/drawingml/2006/main">
              <a:ext uri="{FF2B5EF4-FFF2-40B4-BE49-F238E27FC236}">
                <a16:creationId xmlns:a16="http://schemas.microsoft.com/office/drawing/2014/main" id="{6AC6CCCC-2FC4-4733-B25F-CB80E8475BEB}"/>
              </a:ext>
            </a:extLst>
          </p:cNvPr>
          <p:cNvSpPr>
            <a:spLocks xmlns:a="http://schemas.openxmlformats.org/drawingml/2006/main" noGrp="1"/>
          </p:cNvSpPr>
          <p:nvPr/>
        </p:nvSpPr>
        <p:spPr>
          <a:xfrm xmlns:a="http://schemas.openxmlformats.org/drawingml/2006/main">
            <a:off x="3151436" y="4149885"/>
            <a:ext cx="3557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77" name="">
            <a:extLst xmlns:a="http://schemas.openxmlformats.org/drawingml/2006/main">
              <a:ext uri="{FF2B5EF4-FFF2-40B4-BE49-F238E27FC236}">
                <a16:creationId xmlns:a16="http://schemas.microsoft.com/office/drawing/2014/main" id="{F2AEC8C7-5688-4FAD-9270-53112F232579}"/>
              </a:ext>
            </a:extLst>
          </p:cNvPr>
          <p:cNvSpPr>
            <a:spLocks xmlns:a="http://schemas.openxmlformats.org/drawingml/2006/main" noGrp="1"/>
          </p:cNvSpPr>
          <p:nvPr/>
        </p:nvSpPr>
        <p:spPr>
          <a:xfrm xmlns:a="http://schemas.openxmlformats.org/drawingml/2006/main" rot="0">
            <a:off x="2974506" y="4046713"/>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78" name="Editable chart path">
            <a:extLst xmlns:a="http://schemas.openxmlformats.org/drawingml/2006/main">
              <a:ext uri="{FF2B5EF4-FFF2-40B4-BE49-F238E27FC236}">
                <a16:creationId xmlns:a16="http://schemas.microsoft.com/office/drawing/2014/main" id="{21D73709-2BEA-4478-9482-8C795043CB2B}"/>
              </a:ext>
            </a:extLst>
          </p:cNvPr>
          <p:cNvSpPr>
            <a:spLocks xmlns:a="http://schemas.openxmlformats.org/drawingml/2006/main" noGrp="1"/>
          </p:cNvSpPr>
          <p:nvPr/>
        </p:nvSpPr>
        <p:spPr>
          <a:xfrm xmlns:a="http://schemas.openxmlformats.org/drawingml/2006/main">
            <a:off x="3187014" y="3872927"/>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6099">
            <a:solidFill>
              <a:srgbClr val="E4EAF4"/>
            </a:solidFill>
            <a:prstDash val="solid"/>
          </a:ln>
        </p:spPr>
      </p:sp>
      <p:sp>
        <p:nvSpPr>
          <p:cNvPr id="79" name="Editable chart path">
            <a:extLst xmlns:a="http://schemas.openxmlformats.org/drawingml/2006/main">
              <a:ext uri="{FF2B5EF4-FFF2-40B4-BE49-F238E27FC236}">
                <a16:creationId xmlns:a16="http://schemas.microsoft.com/office/drawing/2014/main" id="{93E5B4CB-7B1C-4011-B07E-A9BC5283F82A}"/>
              </a:ext>
            </a:extLst>
          </p:cNvPr>
          <p:cNvSpPr>
            <a:spLocks xmlns:a="http://schemas.openxmlformats.org/drawingml/2006/main" noGrp="1"/>
          </p:cNvSpPr>
          <p:nvPr/>
        </p:nvSpPr>
        <p:spPr>
          <a:xfrm xmlns:a="http://schemas.openxmlformats.org/drawingml/2006/main">
            <a:off x="3151436" y="3872927"/>
            <a:ext cx="3557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80" name="">
            <a:extLst xmlns:a="http://schemas.openxmlformats.org/drawingml/2006/main">
              <a:ext uri="{FF2B5EF4-FFF2-40B4-BE49-F238E27FC236}">
                <a16:creationId xmlns:a16="http://schemas.microsoft.com/office/drawing/2014/main" id="{3A157EDB-0D84-4623-A4D1-7507652310F4}"/>
              </a:ext>
            </a:extLst>
          </p:cNvPr>
          <p:cNvSpPr>
            <a:spLocks xmlns:a="http://schemas.openxmlformats.org/drawingml/2006/main" noGrp="1"/>
          </p:cNvSpPr>
          <p:nvPr/>
        </p:nvSpPr>
        <p:spPr>
          <a:xfrm xmlns:a="http://schemas.openxmlformats.org/drawingml/2006/main" rot="0">
            <a:off x="2939340" y="3769755"/>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81" name="Editable chart path">
            <a:extLst xmlns:a="http://schemas.openxmlformats.org/drawingml/2006/main">
              <a:ext uri="{FF2B5EF4-FFF2-40B4-BE49-F238E27FC236}">
                <a16:creationId xmlns:a16="http://schemas.microsoft.com/office/drawing/2014/main" id="{541709AF-3DBA-4D3F-9A94-E0AA72CE16A6}"/>
              </a:ext>
            </a:extLst>
          </p:cNvPr>
          <p:cNvSpPr>
            <a:spLocks xmlns:a="http://schemas.openxmlformats.org/drawingml/2006/main" noGrp="1"/>
          </p:cNvSpPr>
          <p:nvPr/>
        </p:nvSpPr>
        <p:spPr>
          <a:xfrm xmlns:a="http://schemas.openxmlformats.org/drawingml/2006/main">
            <a:off x="3187014" y="3595968"/>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6099">
            <a:solidFill>
              <a:srgbClr val="E4EAF4"/>
            </a:solidFill>
            <a:prstDash val="solid"/>
          </a:ln>
        </p:spPr>
      </p:sp>
      <p:sp>
        <p:nvSpPr>
          <p:cNvPr id="82" name="Editable chart path">
            <a:extLst xmlns:a="http://schemas.openxmlformats.org/drawingml/2006/main">
              <a:ext uri="{FF2B5EF4-FFF2-40B4-BE49-F238E27FC236}">
                <a16:creationId xmlns:a16="http://schemas.microsoft.com/office/drawing/2014/main" id="{6AC32EED-FDDB-4781-9682-814E3523AB42}"/>
              </a:ext>
            </a:extLst>
          </p:cNvPr>
          <p:cNvSpPr>
            <a:spLocks xmlns:a="http://schemas.openxmlformats.org/drawingml/2006/main" noGrp="1"/>
          </p:cNvSpPr>
          <p:nvPr/>
        </p:nvSpPr>
        <p:spPr>
          <a:xfrm xmlns:a="http://schemas.openxmlformats.org/drawingml/2006/main">
            <a:off x="3151436" y="3595968"/>
            <a:ext cx="3557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83" name="">
            <a:extLst xmlns:a="http://schemas.openxmlformats.org/drawingml/2006/main">
              <a:ext uri="{FF2B5EF4-FFF2-40B4-BE49-F238E27FC236}">
                <a16:creationId xmlns:a16="http://schemas.microsoft.com/office/drawing/2014/main" id="{D555319A-53E4-4CFF-9E63-18C495931826}"/>
              </a:ext>
            </a:extLst>
          </p:cNvPr>
          <p:cNvSpPr>
            <a:spLocks xmlns:a="http://schemas.openxmlformats.org/drawingml/2006/main" noGrp="1"/>
          </p:cNvSpPr>
          <p:nvPr/>
        </p:nvSpPr>
        <p:spPr>
          <a:xfrm xmlns:a="http://schemas.openxmlformats.org/drawingml/2006/main" rot="0">
            <a:off x="2938883" y="3492796"/>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84" name="Editable chart path">
            <a:extLst xmlns:a="http://schemas.openxmlformats.org/drawingml/2006/main">
              <a:ext uri="{FF2B5EF4-FFF2-40B4-BE49-F238E27FC236}">
                <a16:creationId xmlns:a16="http://schemas.microsoft.com/office/drawing/2014/main" id="{53AB6E16-E072-43EC-B7E2-AE655911FF60}"/>
              </a:ext>
            </a:extLst>
          </p:cNvPr>
          <p:cNvSpPr>
            <a:spLocks xmlns:a="http://schemas.openxmlformats.org/drawingml/2006/main" noGrp="1"/>
          </p:cNvSpPr>
          <p:nvPr/>
        </p:nvSpPr>
        <p:spPr>
          <a:xfrm xmlns:a="http://schemas.openxmlformats.org/drawingml/2006/main">
            <a:off x="3187014" y="3319010"/>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6099">
            <a:solidFill>
              <a:srgbClr val="E4EAF4"/>
            </a:solidFill>
            <a:prstDash val="solid"/>
          </a:ln>
        </p:spPr>
      </p:sp>
      <p:sp>
        <p:nvSpPr>
          <p:cNvPr id="85" name="Editable chart path">
            <a:extLst xmlns:a="http://schemas.openxmlformats.org/drawingml/2006/main">
              <a:ext uri="{FF2B5EF4-FFF2-40B4-BE49-F238E27FC236}">
                <a16:creationId xmlns:a16="http://schemas.microsoft.com/office/drawing/2014/main" id="{1FC15A8B-1B41-4353-BD8D-84FB89AD68DE}"/>
              </a:ext>
            </a:extLst>
          </p:cNvPr>
          <p:cNvSpPr>
            <a:spLocks xmlns:a="http://schemas.openxmlformats.org/drawingml/2006/main" noGrp="1"/>
          </p:cNvSpPr>
          <p:nvPr/>
        </p:nvSpPr>
        <p:spPr>
          <a:xfrm xmlns:a="http://schemas.openxmlformats.org/drawingml/2006/main">
            <a:off x="3151436" y="3319010"/>
            <a:ext cx="3557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86" name="">
            <a:extLst xmlns:a="http://schemas.openxmlformats.org/drawingml/2006/main">
              <a:ext uri="{FF2B5EF4-FFF2-40B4-BE49-F238E27FC236}">
                <a16:creationId xmlns:a16="http://schemas.microsoft.com/office/drawing/2014/main" id="{99595E52-D41F-4403-B6D2-89EC71A6B532}"/>
              </a:ext>
            </a:extLst>
          </p:cNvPr>
          <p:cNvSpPr>
            <a:spLocks xmlns:a="http://schemas.openxmlformats.org/drawingml/2006/main" noGrp="1"/>
          </p:cNvSpPr>
          <p:nvPr/>
        </p:nvSpPr>
        <p:spPr>
          <a:xfrm xmlns:a="http://schemas.openxmlformats.org/drawingml/2006/main" rot="0">
            <a:off x="2937340" y="3215838"/>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87" name="Editable chart path">
            <a:extLst xmlns:a="http://schemas.openxmlformats.org/drawingml/2006/main">
              <a:ext uri="{FF2B5EF4-FFF2-40B4-BE49-F238E27FC236}">
                <a16:creationId xmlns:a16="http://schemas.microsoft.com/office/drawing/2014/main" id="{5478B00E-2D6F-43B6-A3D2-7708A1A467E4}"/>
              </a:ext>
            </a:extLst>
          </p:cNvPr>
          <p:cNvSpPr>
            <a:spLocks xmlns:a="http://schemas.openxmlformats.org/drawingml/2006/main" noGrp="1"/>
          </p:cNvSpPr>
          <p:nvPr/>
        </p:nvSpPr>
        <p:spPr>
          <a:xfrm xmlns:a="http://schemas.openxmlformats.org/drawingml/2006/main">
            <a:off x="3187014" y="3042052"/>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6099">
            <a:solidFill>
              <a:srgbClr val="E4EAF4"/>
            </a:solidFill>
            <a:prstDash val="solid"/>
          </a:ln>
        </p:spPr>
      </p:sp>
      <p:sp>
        <p:nvSpPr>
          <p:cNvPr id="88" name="Editable chart path">
            <a:extLst xmlns:a="http://schemas.openxmlformats.org/drawingml/2006/main">
              <a:ext uri="{FF2B5EF4-FFF2-40B4-BE49-F238E27FC236}">
                <a16:creationId xmlns:a16="http://schemas.microsoft.com/office/drawing/2014/main" id="{6ED0757F-35AC-4776-948B-64211AA64171}"/>
              </a:ext>
            </a:extLst>
          </p:cNvPr>
          <p:cNvSpPr>
            <a:spLocks xmlns:a="http://schemas.openxmlformats.org/drawingml/2006/main" noGrp="1"/>
          </p:cNvSpPr>
          <p:nvPr/>
        </p:nvSpPr>
        <p:spPr>
          <a:xfrm xmlns:a="http://schemas.openxmlformats.org/drawingml/2006/main">
            <a:off x="3151436" y="3042052"/>
            <a:ext cx="3557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89" name="">
            <a:extLst xmlns:a="http://schemas.openxmlformats.org/drawingml/2006/main">
              <a:ext uri="{FF2B5EF4-FFF2-40B4-BE49-F238E27FC236}">
                <a16:creationId xmlns:a16="http://schemas.microsoft.com/office/drawing/2014/main" id="{DBA00B7C-7858-4AF1-B8BA-60DDCFD5D45B}"/>
              </a:ext>
            </a:extLst>
          </p:cNvPr>
          <p:cNvSpPr>
            <a:spLocks xmlns:a="http://schemas.openxmlformats.org/drawingml/2006/main" noGrp="1"/>
          </p:cNvSpPr>
          <p:nvPr/>
        </p:nvSpPr>
        <p:spPr>
          <a:xfrm xmlns:a="http://schemas.openxmlformats.org/drawingml/2006/main" rot="0">
            <a:off x="2936882" y="2938880"/>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35</a:t>
            </a:r>
          </a:p>
        </p:txBody>
      </p:sp>
      <p:sp>
        <p:nvSpPr>
          <p:cNvPr id="90" name="Editable chart path">
            <a:extLst xmlns:a="http://schemas.openxmlformats.org/drawingml/2006/main">
              <a:ext uri="{FF2B5EF4-FFF2-40B4-BE49-F238E27FC236}">
                <a16:creationId xmlns:a16="http://schemas.microsoft.com/office/drawing/2014/main" id="{9D6D81F7-EFCE-42E6-8719-1B9B07F3B661}"/>
              </a:ext>
            </a:extLst>
          </p:cNvPr>
          <p:cNvSpPr>
            <a:spLocks xmlns:a="http://schemas.openxmlformats.org/drawingml/2006/main" noGrp="1"/>
          </p:cNvSpPr>
          <p:nvPr/>
        </p:nvSpPr>
        <p:spPr>
          <a:xfrm xmlns:a="http://schemas.openxmlformats.org/drawingml/2006/main">
            <a:off x="3187014" y="2765093"/>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6099">
            <a:solidFill>
              <a:srgbClr val="E4EAF4"/>
            </a:solidFill>
            <a:prstDash val="solid"/>
          </a:ln>
        </p:spPr>
      </p:sp>
      <p:sp>
        <p:nvSpPr>
          <p:cNvPr id="91" name="Editable chart path">
            <a:extLst xmlns:a="http://schemas.openxmlformats.org/drawingml/2006/main">
              <a:ext uri="{FF2B5EF4-FFF2-40B4-BE49-F238E27FC236}">
                <a16:creationId xmlns:a16="http://schemas.microsoft.com/office/drawing/2014/main" id="{D71510FA-1A99-4261-AB11-04AFEB097F0B}"/>
              </a:ext>
            </a:extLst>
          </p:cNvPr>
          <p:cNvSpPr>
            <a:spLocks xmlns:a="http://schemas.openxmlformats.org/drawingml/2006/main" noGrp="1"/>
          </p:cNvSpPr>
          <p:nvPr/>
        </p:nvSpPr>
        <p:spPr>
          <a:xfrm xmlns:a="http://schemas.openxmlformats.org/drawingml/2006/main">
            <a:off x="3151436" y="2765093"/>
            <a:ext cx="3557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32">
            <a:solidFill>
              <a:srgbClr val="5A6683"/>
            </a:solidFill>
            <a:prstDash val="solid"/>
          </a:ln>
        </p:spPr>
      </p:sp>
      <p:sp>
        <p:nvSpPr>
          <p:cNvPr id="92" name="">
            <a:extLst xmlns:a="http://schemas.openxmlformats.org/drawingml/2006/main">
              <a:ext uri="{FF2B5EF4-FFF2-40B4-BE49-F238E27FC236}">
                <a16:creationId xmlns:a16="http://schemas.microsoft.com/office/drawing/2014/main" id="{253A4063-2E8B-4581-B976-1EC72E1B5876}"/>
              </a:ext>
            </a:extLst>
          </p:cNvPr>
          <p:cNvSpPr>
            <a:spLocks xmlns:a="http://schemas.openxmlformats.org/drawingml/2006/main" noGrp="1"/>
          </p:cNvSpPr>
          <p:nvPr/>
        </p:nvSpPr>
        <p:spPr>
          <a:xfrm xmlns:a="http://schemas.openxmlformats.org/drawingml/2006/main" rot="0">
            <a:off x="2931815" y="2661921"/>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93" name="Editable chart path">
            <a:extLst xmlns:a="http://schemas.openxmlformats.org/drawingml/2006/main">
              <a:ext uri="{FF2B5EF4-FFF2-40B4-BE49-F238E27FC236}">
                <a16:creationId xmlns:a16="http://schemas.microsoft.com/office/drawing/2014/main" id="{4CFC0F0C-042D-4A0C-AB61-336611618A41}"/>
              </a:ext>
            </a:extLst>
          </p:cNvPr>
          <p:cNvSpPr>
            <a:spLocks xmlns:a="http://schemas.openxmlformats.org/drawingml/2006/main" noGrp="1"/>
          </p:cNvSpPr>
          <p:nvPr/>
        </p:nvSpPr>
        <p:spPr>
          <a:xfrm xmlns:a="http://schemas.openxmlformats.org/drawingml/2006/main">
            <a:off x="3187014" y="2666524"/>
            <a:ext cx="95" cy="2314236"/>
          </a:xfrm>
          <a:custGeom xmlns:a="http://schemas.openxmlformats.org/drawingml/2006/main">
            <a:pathLst>
              <a:path w="95" h="2168547">
                <a:moveTo>
                  <a:pt x="0" y="2168547"/>
                </a:moveTo>
                <a:lnTo>
                  <a:pt x="0" y="0"/>
                </a:lnTo>
              </a:path>
            </a:pathLst>
          </a:custGeom>
          <a:noFill xmlns:a="http://schemas.openxmlformats.org/drawingml/2006/main"/>
          <a:ln xmlns:a="http://schemas.openxmlformats.org/drawingml/2006/main" w="8132">
            <a:solidFill>
              <a:srgbClr val="5A6683"/>
            </a:solidFill>
            <a:prstDash val="solid"/>
          </a:ln>
        </p:spPr>
      </p:sp>
      <p:sp>
        <p:nvSpPr>
          <p:cNvPr id="94" name="Editable chart path">
            <a:extLst xmlns:a="http://schemas.openxmlformats.org/drawingml/2006/main">
              <a:ext uri="{FF2B5EF4-FFF2-40B4-BE49-F238E27FC236}">
                <a16:creationId xmlns:a16="http://schemas.microsoft.com/office/drawing/2014/main" id="{95C17BCF-4777-4882-8B50-711DDA9436A5}"/>
              </a:ext>
            </a:extLst>
          </p:cNvPr>
          <p:cNvSpPr>
            <a:spLocks xmlns:a="http://schemas.openxmlformats.org/drawingml/2006/main" noGrp="1"/>
          </p:cNvSpPr>
          <p:nvPr/>
        </p:nvSpPr>
        <p:spPr>
          <a:xfrm xmlns:a="http://schemas.openxmlformats.org/drawingml/2006/main">
            <a:off x="3187014" y="4980760"/>
            <a:ext cx="6068405" cy="95"/>
          </a:xfrm>
          <a:custGeom xmlns:a="http://schemas.openxmlformats.org/drawingml/2006/main">
            <a:pathLst>
              <a:path w="5686377" h="95">
                <a:moveTo>
                  <a:pt x="0" y="0"/>
                </a:moveTo>
                <a:lnTo>
                  <a:pt x="5686377" y="0"/>
                </a:lnTo>
              </a:path>
            </a:pathLst>
          </a:custGeom>
          <a:noFill xmlns:a="http://schemas.openxmlformats.org/drawingml/2006/main"/>
          <a:ln xmlns:a="http://schemas.openxmlformats.org/drawingml/2006/main" w="8132">
            <a:solidFill>
              <a:srgbClr val="5A6683"/>
            </a:solidFill>
            <a:prstDash val="solid"/>
          </a:ln>
        </p:spPr>
      </p:sp>
      <p:sp>
        <p:nvSpPr>
          <p:cNvPr id="95" name="Editable chart path">
            <a:extLst xmlns:a="http://schemas.openxmlformats.org/drawingml/2006/main">
              <a:ext uri="{FF2B5EF4-FFF2-40B4-BE49-F238E27FC236}">
                <a16:creationId xmlns:a16="http://schemas.microsoft.com/office/drawing/2014/main" id="{C5C93774-D65D-42DD-87C8-AA17D2EEECEE}"/>
              </a:ext>
            </a:extLst>
          </p:cNvPr>
          <p:cNvSpPr>
            <a:spLocks xmlns:a="http://schemas.openxmlformats.org/drawingml/2006/main" noGrp="1"/>
          </p:cNvSpPr>
          <p:nvPr/>
        </p:nvSpPr>
        <p:spPr>
          <a:xfrm xmlns:a="http://schemas.openxmlformats.org/drawingml/2006/main">
            <a:off x="3503860" y="3425362"/>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96" name="Editable chart path">
            <a:extLst xmlns:a="http://schemas.openxmlformats.org/drawingml/2006/main">
              <a:ext uri="{FF2B5EF4-FFF2-40B4-BE49-F238E27FC236}">
                <a16:creationId xmlns:a16="http://schemas.microsoft.com/office/drawing/2014/main" id="{2216EDA2-1AF7-44AC-AF86-A5B8A0A29077}"/>
              </a:ext>
            </a:extLst>
          </p:cNvPr>
          <p:cNvSpPr>
            <a:spLocks xmlns:a="http://schemas.openxmlformats.org/drawingml/2006/main" noGrp="1"/>
          </p:cNvSpPr>
          <p:nvPr/>
        </p:nvSpPr>
        <p:spPr>
          <a:xfrm xmlns:a="http://schemas.openxmlformats.org/drawingml/2006/main">
            <a:off x="4072595" y="3467460"/>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97" name="Editable chart path">
            <a:extLst xmlns:a="http://schemas.openxmlformats.org/drawingml/2006/main">
              <a:ext uri="{FF2B5EF4-FFF2-40B4-BE49-F238E27FC236}">
                <a16:creationId xmlns:a16="http://schemas.microsoft.com/office/drawing/2014/main" id="{365A063B-077C-4D49-B4C2-B52BE818686A}"/>
              </a:ext>
            </a:extLst>
          </p:cNvPr>
          <p:cNvSpPr>
            <a:spLocks xmlns:a="http://schemas.openxmlformats.org/drawingml/2006/main" noGrp="1"/>
          </p:cNvSpPr>
          <p:nvPr/>
        </p:nvSpPr>
        <p:spPr>
          <a:xfrm xmlns:a="http://schemas.openxmlformats.org/drawingml/2006/main">
            <a:off x="4641330" y="3467460"/>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98" name="Editable chart path">
            <a:extLst xmlns:a="http://schemas.openxmlformats.org/drawingml/2006/main">
              <a:ext uri="{FF2B5EF4-FFF2-40B4-BE49-F238E27FC236}">
                <a16:creationId xmlns:a16="http://schemas.microsoft.com/office/drawing/2014/main" id="{3044F4BE-1F92-4468-B9F5-A35C940D6B93}"/>
              </a:ext>
            </a:extLst>
          </p:cNvPr>
          <p:cNvSpPr>
            <a:spLocks xmlns:a="http://schemas.openxmlformats.org/drawingml/2006/main" noGrp="1"/>
          </p:cNvSpPr>
          <p:nvPr/>
        </p:nvSpPr>
        <p:spPr>
          <a:xfrm xmlns:a="http://schemas.openxmlformats.org/drawingml/2006/main">
            <a:off x="5210065" y="3467460"/>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99" name="Editable chart path">
            <a:extLst xmlns:a="http://schemas.openxmlformats.org/drawingml/2006/main">
              <a:ext uri="{FF2B5EF4-FFF2-40B4-BE49-F238E27FC236}">
                <a16:creationId xmlns:a16="http://schemas.microsoft.com/office/drawing/2014/main" id="{973A7BFB-FBCE-4075-9168-CB4B04BCE241}"/>
              </a:ext>
            </a:extLst>
          </p:cNvPr>
          <p:cNvSpPr>
            <a:spLocks xmlns:a="http://schemas.openxmlformats.org/drawingml/2006/main" noGrp="1"/>
          </p:cNvSpPr>
          <p:nvPr/>
        </p:nvSpPr>
        <p:spPr>
          <a:xfrm xmlns:a="http://schemas.openxmlformats.org/drawingml/2006/main">
            <a:off x="5778800" y="3467460"/>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0" name="Editable chart path">
            <a:extLst xmlns:a="http://schemas.openxmlformats.org/drawingml/2006/main">
              <a:ext uri="{FF2B5EF4-FFF2-40B4-BE49-F238E27FC236}">
                <a16:creationId xmlns:a16="http://schemas.microsoft.com/office/drawing/2014/main" id="{A1E71BA7-94DA-4C0F-B52E-6B535672A5D1}"/>
              </a:ext>
            </a:extLst>
          </p:cNvPr>
          <p:cNvSpPr>
            <a:spLocks xmlns:a="http://schemas.openxmlformats.org/drawingml/2006/main" noGrp="1"/>
          </p:cNvSpPr>
          <p:nvPr/>
        </p:nvSpPr>
        <p:spPr>
          <a:xfrm xmlns:a="http://schemas.openxmlformats.org/drawingml/2006/main">
            <a:off x="6347536" y="3510111"/>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1" name="Editable chart path">
            <a:extLst xmlns:a="http://schemas.openxmlformats.org/drawingml/2006/main">
              <a:ext uri="{FF2B5EF4-FFF2-40B4-BE49-F238E27FC236}">
                <a16:creationId xmlns:a16="http://schemas.microsoft.com/office/drawing/2014/main" id="{9DE17FCE-193E-4ED7-AF56-BF7D903EBB91}"/>
              </a:ext>
            </a:extLst>
          </p:cNvPr>
          <p:cNvSpPr>
            <a:spLocks xmlns:a="http://schemas.openxmlformats.org/drawingml/2006/main" noGrp="1"/>
          </p:cNvSpPr>
          <p:nvPr/>
        </p:nvSpPr>
        <p:spPr>
          <a:xfrm xmlns:a="http://schemas.openxmlformats.org/drawingml/2006/main">
            <a:off x="6916271" y="3467460"/>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2" name="Editable chart path">
            <a:extLst xmlns:a="http://schemas.openxmlformats.org/drawingml/2006/main">
              <a:ext uri="{FF2B5EF4-FFF2-40B4-BE49-F238E27FC236}">
                <a16:creationId xmlns:a16="http://schemas.microsoft.com/office/drawing/2014/main" id="{D4567F38-9AAA-4A60-8F98-887DAFE743CA}"/>
              </a:ext>
            </a:extLst>
          </p:cNvPr>
          <p:cNvSpPr>
            <a:spLocks xmlns:a="http://schemas.openxmlformats.org/drawingml/2006/main" noGrp="1"/>
          </p:cNvSpPr>
          <p:nvPr/>
        </p:nvSpPr>
        <p:spPr>
          <a:xfrm xmlns:a="http://schemas.openxmlformats.org/drawingml/2006/main">
            <a:off x="7485006" y="3467460"/>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3" name="Editable chart path">
            <a:extLst xmlns:a="http://schemas.openxmlformats.org/drawingml/2006/main">
              <a:ext uri="{FF2B5EF4-FFF2-40B4-BE49-F238E27FC236}">
                <a16:creationId xmlns:a16="http://schemas.microsoft.com/office/drawing/2014/main" id="{89FEFB86-F401-4F41-9A10-FCD527CCE213}"/>
              </a:ext>
            </a:extLst>
          </p:cNvPr>
          <p:cNvSpPr>
            <a:spLocks xmlns:a="http://schemas.openxmlformats.org/drawingml/2006/main" noGrp="1"/>
          </p:cNvSpPr>
          <p:nvPr/>
        </p:nvSpPr>
        <p:spPr>
          <a:xfrm xmlns:a="http://schemas.openxmlformats.org/drawingml/2006/main">
            <a:off x="8053741" y="3467460"/>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4" name="Editable chart path">
            <a:extLst xmlns:a="http://schemas.openxmlformats.org/drawingml/2006/main">
              <a:ext uri="{FF2B5EF4-FFF2-40B4-BE49-F238E27FC236}">
                <a16:creationId xmlns:a16="http://schemas.microsoft.com/office/drawing/2014/main" id="{349179B9-31D1-4820-AA78-9A3EDA5626DC}"/>
              </a:ext>
            </a:extLst>
          </p:cNvPr>
          <p:cNvSpPr>
            <a:spLocks xmlns:a="http://schemas.openxmlformats.org/drawingml/2006/main" noGrp="1"/>
          </p:cNvSpPr>
          <p:nvPr/>
        </p:nvSpPr>
        <p:spPr>
          <a:xfrm xmlns:a="http://schemas.openxmlformats.org/drawingml/2006/main">
            <a:off x="8622476" y="3467460"/>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5" name="Editable chart path">
            <a:extLst xmlns:a="http://schemas.openxmlformats.org/drawingml/2006/main">
              <a:ext uri="{FF2B5EF4-FFF2-40B4-BE49-F238E27FC236}">
                <a16:creationId xmlns:a16="http://schemas.microsoft.com/office/drawing/2014/main" id="{4D1CCFC2-9F77-4B53-BCF1-7C4B27785872}"/>
              </a:ext>
            </a:extLst>
          </p:cNvPr>
          <p:cNvSpPr>
            <a:spLocks xmlns:a="http://schemas.openxmlformats.org/drawingml/2006/main" noGrp="1"/>
          </p:cNvSpPr>
          <p:nvPr/>
        </p:nvSpPr>
        <p:spPr>
          <a:xfrm xmlns:a="http://schemas.openxmlformats.org/drawingml/2006/main">
            <a:off x="3708604" y="3444195"/>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6" name="Editable chart path">
            <a:extLst xmlns:a="http://schemas.openxmlformats.org/drawingml/2006/main">
              <a:ext uri="{FF2B5EF4-FFF2-40B4-BE49-F238E27FC236}">
                <a16:creationId xmlns:a16="http://schemas.microsoft.com/office/drawing/2014/main" id="{973DD419-FC7D-4CD4-9AAC-F667F9D47C7F}"/>
              </a:ext>
            </a:extLst>
          </p:cNvPr>
          <p:cNvSpPr>
            <a:spLocks xmlns:a="http://schemas.openxmlformats.org/drawingml/2006/main" noGrp="1"/>
          </p:cNvSpPr>
          <p:nvPr/>
        </p:nvSpPr>
        <p:spPr>
          <a:xfrm xmlns:a="http://schemas.openxmlformats.org/drawingml/2006/main">
            <a:off x="4277340" y="3449734"/>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7" name="Editable chart path">
            <a:extLst xmlns:a="http://schemas.openxmlformats.org/drawingml/2006/main">
              <a:ext uri="{FF2B5EF4-FFF2-40B4-BE49-F238E27FC236}">
                <a16:creationId xmlns:a16="http://schemas.microsoft.com/office/drawing/2014/main" id="{421AC918-52A5-47EC-BC2C-1D384C8634D4}"/>
              </a:ext>
            </a:extLst>
          </p:cNvPr>
          <p:cNvSpPr>
            <a:spLocks xmlns:a="http://schemas.openxmlformats.org/drawingml/2006/main" noGrp="1"/>
          </p:cNvSpPr>
          <p:nvPr/>
        </p:nvSpPr>
        <p:spPr>
          <a:xfrm xmlns:a="http://schemas.openxmlformats.org/drawingml/2006/main">
            <a:off x="4846075" y="3449734"/>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8" name="Editable chart path">
            <a:extLst xmlns:a="http://schemas.openxmlformats.org/drawingml/2006/main">
              <a:ext uri="{FF2B5EF4-FFF2-40B4-BE49-F238E27FC236}">
                <a16:creationId xmlns:a16="http://schemas.microsoft.com/office/drawing/2014/main" id="{AE065DB5-100E-4AE4-ABDE-37D56BBD157C}"/>
              </a:ext>
            </a:extLst>
          </p:cNvPr>
          <p:cNvSpPr>
            <a:spLocks xmlns:a="http://schemas.openxmlformats.org/drawingml/2006/main" noGrp="1"/>
          </p:cNvSpPr>
          <p:nvPr/>
        </p:nvSpPr>
        <p:spPr>
          <a:xfrm xmlns:a="http://schemas.openxmlformats.org/drawingml/2006/main">
            <a:off x="5414810" y="3449734"/>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09" name="Editable chart path">
            <a:extLst xmlns:a="http://schemas.openxmlformats.org/drawingml/2006/main">
              <a:ext uri="{FF2B5EF4-FFF2-40B4-BE49-F238E27FC236}">
                <a16:creationId xmlns:a16="http://schemas.microsoft.com/office/drawing/2014/main" id="{74BB5E1F-D2CD-4618-B56B-988E29080BDA}"/>
              </a:ext>
            </a:extLst>
          </p:cNvPr>
          <p:cNvSpPr>
            <a:spLocks xmlns:a="http://schemas.openxmlformats.org/drawingml/2006/main" noGrp="1"/>
          </p:cNvSpPr>
          <p:nvPr/>
        </p:nvSpPr>
        <p:spPr>
          <a:xfrm xmlns:a="http://schemas.openxmlformats.org/drawingml/2006/main">
            <a:off x="5983545" y="3449734"/>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10" name="Editable chart path">
            <a:extLst xmlns:a="http://schemas.openxmlformats.org/drawingml/2006/main">
              <a:ext uri="{FF2B5EF4-FFF2-40B4-BE49-F238E27FC236}">
                <a16:creationId xmlns:a16="http://schemas.microsoft.com/office/drawing/2014/main" id="{FBCE42E0-45C9-4DEB-9518-1FEF5765DEB6}"/>
              </a:ext>
            </a:extLst>
          </p:cNvPr>
          <p:cNvSpPr>
            <a:spLocks xmlns:a="http://schemas.openxmlformats.org/drawingml/2006/main" noGrp="1"/>
          </p:cNvSpPr>
          <p:nvPr/>
        </p:nvSpPr>
        <p:spPr>
          <a:xfrm xmlns:a="http://schemas.openxmlformats.org/drawingml/2006/main">
            <a:off x="6552280" y="3504018"/>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11" name="Editable chart path">
            <a:extLst xmlns:a="http://schemas.openxmlformats.org/drawingml/2006/main">
              <a:ext uri="{FF2B5EF4-FFF2-40B4-BE49-F238E27FC236}">
                <a16:creationId xmlns:a16="http://schemas.microsoft.com/office/drawing/2014/main" id="{EDE0F55D-F232-49E1-9893-A8EB34115B3D}"/>
              </a:ext>
            </a:extLst>
          </p:cNvPr>
          <p:cNvSpPr>
            <a:spLocks xmlns:a="http://schemas.openxmlformats.org/drawingml/2006/main" noGrp="1"/>
          </p:cNvSpPr>
          <p:nvPr/>
        </p:nvSpPr>
        <p:spPr>
          <a:xfrm xmlns:a="http://schemas.openxmlformats.org/drawingml/2006/main">
            <a:off x="7121015" y="3449734"/>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12" name="Editable chart path">
            <a:extLst xmlns:a="http://schemas.openxmlformats.org/drawingml/2006/main">
              <a:ext uri="{FF2B5EF4-FFF2-40B4-BE49-F238E27FC236}">
                <a16:creationId xmlns:a16="http://schemas.microsoft.com/office/drawing/2014/main" id="{F73FAD27-64E8-4DDF-8146-C126B909075D}"/>
              </a:ext>
            </a:extLst>
          </p:cNvPr>
          <p:cNvSpPr>
            <a:spLocks xmlns:a="http://schemas.openxmlformats.org/drawingml/2006/main" noGrp="1"/>
          </p:cNvSpPr>
          <p:nvPr/>
        </p:nvSpPr>
        <p:spPr>
          <a:xfrm xmlns:a="http://schemas.openxmlformats.org/drawingml/2006/main">
            <a:off x="7689751" y="3449734"/>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13" name="Editable chart path">
            <a:extLst xmlns:a="http://schemas.openxmlformats.org/drawingml/2006/main">
              <a:ext uri="{FF2B5EF4-FFF2-40B4-BE49-F238E27FC236}">
                <a16:creationId xmlns:a16="http://schemas.microsoft.com/office/drawing/2014/main" id="{962B62D4-32C5-4A9C-8DDF-014CF16684E4}"/>
              </a:ext>
            </a:extLst>
          </p:cNvPr>
          <p:cNvSpPr>
            <a:spLocks xmlns:a="http://schemas.openxmlformats.org/drawingml/2006/main" noGrp="1"/>
          </p:cNvSpPr>
          <p:nvPr/>
        </p:nvSpPr>
        <p:spPr>
          <a:xfrm xmlns:a="http://schemas.openxmlformats.org/drawingml/2006/main">
            <a:off x="8258486" y="3449734"/>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14" name="Editable chart path">
            <a:extLst xmlns:a="http://schemas.openxmlformats.org/drawingml/2006/main">
              <a:ext uri="{FF2B5EF4-FFF2-40B4-BE49-F238E27FC236}">
                <a16:creationId xmlns:a16="http://schemas.microsoft.com/office/drawing/2014/main" id="{2742FE1A-0005-4253-95CF-4A6E0C2A5FC1}"/>
              </a:ext>
            </a:extLst>
          </p:cNvPr>
          <p:cNvSpPr>
            <a:spLocks xmlns:a="http://schemas.openxmlformats.org/drawingml/2006/main" noGrp="1"/>
          </p:cNvSpPr>
          <p:nvPr/>
        </p:nvSpPr>
        <p:spPr>
          <a:xfrm xmlns:a="http://schemas.openxmlformats.org/drawingml/2006/main">
            <a:off x="8827221" y="3449734"/>
            <a:ext cx="111351" cy="95"/>
          </a:xfrm>
          <a:custGeom xmlns:a="http://schemas.openxmlformats.org/drawingml/2006/main">
            <a:pathLst>
              <a:path w="104341" h="95">
                <a:moveTo>
                  <a:pt x="104341" y="0"/>
                </a:moveTo>
                <a:lnTo>
                  <a:pt x="0" y="0"/>
                </a:lnTo>
              </a:path>
            </a:pathLst>
          </a:custGeom>
          <a:solidFill xmlns:a="http://schemas.openxmlformats.org/drawingml/2006/main">
            <a:srgbClr val="14203A"/>
          </a:solidFill>
          <a:ln xmlns:a="http://schemas.openxmlformats.org/drawingml/2006/main" w="15247">
            <a:solidFill>
              <a:srgbClr val="14203A"/>
            </a:solidFill>
            <a:prstDash val="solid"/>
          </a:ln>
        </p:spPr>
      </p:sp>
      <p:sp>
        <p:nvSpPr>
          <p:cNvPr id="115" name="Editable chart path">
            <a:extLst xmlns:a="http://schemas.openxmlformats.org/drawingml/2006/main">
              <a:ext uri="{FF2B5EF4-FFF2-40B4-BE49-F238E27FC236}">
                <a16:creationId xmlns:a16="http://schemas.microsoft.com/office/drawing/2014/main" id="{DF5C50E7-3F3A-4DA3-AFC9-A12ABEC33408}"/>
              </a:ext>
            </a:extLst>
          </p:cNvPr>
          <p:cNvSpPr>
            <a:spLocks xmlns:a="http://schemas.openxmlformats.org/drawingml/2006/main" noGrp="1"/>
          </p:cNvSpPr>
          <p:nvPr/>
        </p:nvSpPr>
        <p:spPr>
          <a:xfrm xmlns:a="http://schemas.openxmlformats.org/drawingml/2006/main">
            <a:off x="3537972" y="3192203"/>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16" name="Editable chart path">
            <a:extLst xmlns:a="http://schemas.openxmlformats.org/drawingml/2006/main">
              <a:ext uri="{FF2B5EF4-FFF2-40B4-BE49-F238E27FC236}">
                <a16:creationId xmlns:a16="http://schemas.microsoft.com/office/drawing/2014/main" id="{0151B832-B9E8-4D67-8FD7-24AEF1A66319}"/>
              </a:ext>
            </a:extLst>
          </p:cNvPr>
          <p:cNvSpPr>
            <a:spLocks xmlns:a="http://schemas.openxmlformats.org/drawingml/2006/main" noGrp="1"/>
          </p:cNvSpPr>
          <p:nvPr/>
        </p:nvSpPr>
        <p:spPr>
          <a:xfrm xmlns:a="http://schemas.openxmlformats.org/drawingml/2006/main">
            <a:off x="4106707" y="2931308"/>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17" name="Editable chart path">
            <a:extLst xmlns:a="http://schemas.openxmlformats.org/drawingml/2006/main">
              <a:ext uri="{FF2B5EF4-FFF2-40B4-BE49-F238E27FC236}">
                <a16:creationId xmlns:a16="http://schemas.microsoft.com/office/drawing/2014/main" id="{C72A3367-66F4-4C60-A0AF-5DD50D53F84F}"/>
              </a:ext>
            </a:extLst>
          </p:cNvPr>
          <p:cNvSpPr>
            <a:spLocks xmlns:a="http://schemas.openxmlformats.org/drawingml/2006/main" noGrp="1"/>
          </p:cNvSpPr>
          <p:nvPr/>
        </p:nvSpPr>
        <p:spPr>
          <a:xfrm xmlns:a="http://schemas.openxmlformats.org/drawingml/2006/main">
            <a:off x="4675443" y="3306310"/>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18" name="Editable chart path">
            <a:extLst xmlns:a="http://schemas.openxmlformats.org/drawingml/2006/main">
              <a:ext uri="{FF2B5EF4-FFF2-40B4-BE49-F238E27FC236}">
                <a16:creationId xmlns:a16="http://schemas.microsoft.com/office/drawing/2014/main" id="{7FFFC6FD-4390-432B-AFD0-6ADDE1E683BC}"/>
              </a:ext>
            </a:extLst>
          </p:cNvPr>
          <p:cNvSpPr>
            <a:spLocks xmlns:a="http://schemas.openxmlformats.org/drawingml/2006/main" noGrp="1"/>
          </p:cNvSpPr>
          <p:nvPr/>
        </p:nvSpPr>
        <p:spPr>
          <a:xfrm xmlns:a="http://schemas.openxmlformats.org/drawingml/2006/main">
            <a:off x="5244178" y="3136257"/>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19" name="Editable chart path">
            <a:extLst xmlns:a="http://schemas.openxmlformats.org/drawingml/2006/main">
              <a:ext uri="{FF2B5EF4-FFF2-40B4-BE49-F238E27FC236}">
                <a16:creationId xmlns:a16="http://schemas.microsoft.com/office/drawing/2014/main" id="{29C50D45-96A0-4423-89D1-185F6926FDA5}"/>
              </a:ext>
            </a:extLst>
          </p:cNvPr>
          <p:cNvSpPr>
            <a:spLocks xmlns:a="http://schemas.openxmlformats.org/drawingml/2006/main" noGrp="1"/>
          </p:cNvSpPr>
          <p:nvPr/>
        </p:nvSpPr>
        <p:spPr>
          <a:xfrm xmlns:a="http://schemas.openxmlformats.org/drawingml/2006/main">
            <a:off x="5812913" y="3075326"/>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0" name="Editable chart path">
            <a:extLst xmlns:a="http://schemas.openxmlformats.org/drawingml/2006/main">
              <a:ext uri="{FF2B5EF4-FFF2-40B4-BE49-F238E27FC236}">
                <a16:creationId xmlns:a16="http://schemas.microsoft.com/office/drawing/2014/main" id="{1C0BE5AA-D09C-46B1-BC00-AEF4942A8093}"/>
              </a:ext>
            </a:extLst>
          </p:cNvPr>
          <p:cNvSpPr>
            <a:spLocks xmlns:a="http://schemas.openxmlformats.org/drawingml/2006/main" noGrp="1"/>
          </p:cNvSpPr>
          <p:nvPr/>
        </p:nvSpPr>
        <p:spPr>
          <a:xfrm xmlns:a="http://schemas.openxmlformats.org/drawingml/2006/main">
            <a:off x="6381648" y="3272521"/>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1" name="Editable chart path">
            <a:extLst xmlns:a="http://schemas.openxmlformats.org/drawingml/2006/main">
              <a:ext uri="{FF2B5EF4-FFF2-40B4-BE49-F238E27FC236}">
                <a16:creationId xmlns:a16="http://schemas.microsoft.com/office/drawing/2014/main" id="{B72C9004-6DD0-4A14-83A6-B09E4432108A}"/>
              </a:ext>
            </a:extLst>
          </p:cNvPr>
          <p:cNvSpPr>
            <a:spLocks xmlns:a="http://schemas.openxmlformats.org/drawingml/2006/main" noGrp="1"/>
          </p:cNvSpPr>
          <p:nvPr/>
        </p:nvSpPr>
        <p:spPr>
          <a:xfrm xmlns:a="http://schemas.openxmlformats.org/drawingml/2006/main">
            <a:off x="6950383" y="3251472"/>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2" name="Editable chart path">
            <a:extLst xmlns:a="http://schemas.openxmlformats.org/drawingml/2006/main">
              <a:ext uri="{FF2B5EF4-FFF2-40B4-BE49-F238E27FC236}">
                <a16:creationId xmlns:a16="http://schemas.microsoft.com/office/drawing/2014/main" id="{0354BDAE-43F9-4431-9329-BCCBA3EA0F32}"/>
              </a:ext>
            </a:extLst>
          </p:cNvPr>
          <p:cNvSpPr>
            <a:spLocks xmlns:a="http://schemas.openxmlformats.org/drawingml/2006/main" noGrp="1"/>
          </p:cNvSpPr>
          <p:nvPr/>
        </p:nvSpPr>
        <p:spPr>
          <a:xfrm xmlns:a="http://schemas.openxmlformats.org/drawingml/2006/main">
            <a:off x="7519118" y="3266427"/>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3" name="Editable chart path">
            <a:extLst xmlns:a="http://schemas.openxmlformats.org/drawingml/2006/main">
              <a:ext uri="{FF2B5EF4-FFF2-40B4-BE49-F238E27FC236}">
                <a16:creationId xmlns:a16="http://schemas.microsoft.com/office/drawing/2014/main" id="{2486332D-D21E-4321-802F-5BFA2BE14D27}"/>
              </a:ext>
            </a:extLst>
          </p:cNvPr>
          <p:cNvSpPr>
            <a:spLocks xmlns:a="http://schemas.openxmlformats.org/drawingml/2006/main" noGrp="1"/>
          </p:cNvSpPr>
          <p:nvPr/>
        </p:nvSpPr>
        <p:spPr>
          <a:xfrm xmlns:a="http://schemas.openxmlformats.org/drawingml/2006/main">
            <a:off x="8087854" y="3326251"/>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4" name="Editable chart path">
            <a:extLst xmlns:a="http://schemas.openxmlformats.org/drawingml/2006/main">
              <a:ext uri="{FF2B5EF4-FFF2-40B4-BE49-F238E27FC236}">
                <a16:creationId xmlns:a16="http://schemas.microsoft.com/office/drawing/2014/main" id="{EFE0C104-8499-4A77-B7FB-94D24B889BF0}"/>
              </a:ext>
            </a:extLst>
          </p:cNvPr>
          <p:cNvSpPr>
            <a:spLocks xmlns:a="http://schemas.openxmlformats.org/drawingml/2006/main" noGrp="1"/>
          </p:cNvSpPr>
          <p:nvPr/>
        </p:nvSpPr>
        <p:spPr>
          <a:xfrm xmlns:a="http://schemas.openxmlformats.org/drawingml/2006/main">
            <a:off x="8656589" y="3254795"/>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5" name="Editable chart path">
            <a:extLst xmlns:a="http://schemas.openxmlformats.org/drawingml/2006/main">
              <a:ext uri="{FF2B5EF4-FFF2-40B4-BE49-F238E27FC236}">
                <a16:creationId xmlns:a16="http://schemas.microsoft.com/office/drawing/2014/main" id="{6BA6D5EE-5428-48A6-84DC-F1A886511D69}"/>
              </a:ext>
            </a:extLst>
          </p:cNvPr>
          <p:cNvSpPr>
            <a:spLocks xmlns:a="http://schemas.openxmlformats.org/drawingml/2006/main" noGrp="1"/>
          </p:cNvSpPr>
          <p:nvPr/>
        </p:nvSpPr>
        <p:spPr>
          <a:xfrm xmlns:a="http://schemas.openxmlformats.org/drawingml/2006/main">
            <a:off x="3742717" y="3290246"/>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6" name="Editable chart path">
            <a:extLst xmlns:a="http://schemas.openxmlformats.org/drawingml/2006/main">
              <a:ext uri="{FF2B5EF4-FFF2-40B4-BE49-F238E27FC236}">
                <a16:creationId xmlns:a16="http://schemas.microsoft.com/office/drawing/2014/main" id="{0BFB64AB-9CAA-4F23-8F94-9343B38C2554}"/>
              </a:ext>
            </a:extLst>
          </p:cNvPr>
          <p:cNvSpPr>
            <a:spLocks xmlns:a="http://schemas.openxmlformats.org/drawingml/2006/main" noGrp="1"/>
          </p:cNvSpPr>
          <p:nvPr/>
        </p:nvSpPr>
        <p:spPr>
          <a:xfrm xmlns:a="http://schemas.openxmlformats.org/drawingml/2006/main">
            <a:off x="4311452" y="3033782"/>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7" name="Editable chart path">
            <a:extLst xmlns:a="http://schemas.openxmlformats.org/drawingml/2006/main">
              <a:ext uri="{FF2B5EF4-FFF2-40B4-BE49-F238E27FC236}">
                <a16:creationId xmlns:a16="http://schemas.microsoft.com/office/drawing/2014/main" id="{E5EA7D28-E3C4-403E-AED4-4C26409F7401}"/>
              </a:ext>
            </a:extLst>
          </p:cNvPr>
          <p:cNvSpPr>
            <a:spLocks xmlns:a="http://schemas.openxmlformats.org/drawingml/2006/main" noGrp="1"/>
          </p:cNvSpPr>
          <p:nvPr/>
        </p:nvSpPr>
        <p:spPr>
          <a:xfrm xmlns:a="http://schemas.openxmlformats.org/drawingml/2006/main">
            <a:off x="4880187" y="3412662"/>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8" name="Editable chart path">
            <a:extLst xmlns:a="http://schemas.openxmlformats.org/drawingml/2006/main">
              <a:ext uri="{FF2B5EF4-FFF2-40B4-BE49-F238E27FC236}">
                <a16:creationId xmlns:a16="http://schemas.microsoft.com/office/drawing/2014/main" id="{031AA089-E7FF-4C5E-8DA9-2EE0C416316A}"/>
              </a:ext>
            </a:extLst>
          </p:cNvPr>
          <p:cNvSpPr>
            <a:spLocks xmlns:a="http://schemas.openxmlformats.org/drawingml/2006/main" noGrp="1"/>
          </p:cNvSpPr>
          <p:nvPr/>
        </p:nvSpPr>
        <p:spPr>
          <a:xfrm xmlns:a="http://schemas.openxmlformats.org/drawingml/2006/main">
            <a:off x="5448922" y="3283599"/>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29" name="Editable chart path">
            <a:extLst xmlns:a="http://schemas.openxmlformats.org/drawingml/2006/main">
              <a:ext uri="{FF2B5EF4-FFF2-40B4-BE49-F238E27FC236}">
                <a16:creationId xmlns:a16="http://schemas.microsoft.com/office/drawing/2014/main" id="{3CA5E5B1-E235-46AF-8FF2-EA685C95DDE5}"/>
              </a:ext>
            </a:extLst>
          </p:cNvPr>
          <p:cNvSpPr>
            <a:spLocks xmlns:a="http://schemas.openxmlformats.org/drawingml/2006/main" noGrp="1"/>
          </p:cNvSpPr>
          <p:nvPr/>
        </p:nvSpPr>
        <p:spPr>
          <a:xfrm xmlns:a="http://schemas.openxmlformats.org/drawingml/2006/main">
            <a:off x="6017658" y="3012734"/>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30" name="Editable chart path">
            <a:extLst xmlns:a="http://schemas.openxmlformats.org/drawingml/2006/main">
              <a:ext uri="{FF2B5EF4-FFF2-40B4-BE49-F238E27FC236}">
                <a16:creationId xmlns:a16="http://schemas.microsoft.com/office/drawing/2014/main" id="{0C6515C9-F002-48F4-B512-ACE70CF6E6A9}"/>
              </a:ext>
            </a:extLst>
          </p:cNvPr>
          <p:cNvSpPr>
            <a:spLocks xmlns:a="http://schemas.openxmlformats.org/drawingml/2006/main" noGrp="1"/>
          </p:cNvSpPr>
          <p:nvPr/>
        </p:nvSpPr>
        <p:spPr>
          <a:xfrm xmlns:a="http://schemas.openxmlformats.org/drawingml/2006/main">
            <a:off x="6586393" y="3420970"/>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31" name="Editable chart path">
            <a:extLst xmlns:a="http://schemas.openxmlformats.org/drawingml/2006/main">
              <a:ext uri="{FF2B5EF4-FFF2-40B4-BE49-F238E27FC236}">
                <a16:creationId xmlns:a16="http://schemas.microsoft.com/office/drawing/2014/main" id="{8C994093-85BC-41D2-907B-08A1B2423321}"/>
              </a:ext>
            </a:extLst>
          </p:cNvPr>
          <p:cNvSpPr>
            <a:spLocks xmlns:a="http://schemas.openxmlformats.org/drawingml/2006/main" noGrp="1"/>
          </p:cNvSpPr>
          <p:nvPr/>
        </p:nvSpPr>
        <p:spPr>
          <a:xfrm xmlns:a="http://schemas.openxmlformats.org/drawingml/2006/main">
            <a:off x="7155128" y="3340652"/>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32" name="Editable chart path">
            <a:extLst xmlns:a="http://schemas.openxmlformats.org/drawingml/2006/main">
              <a:ext uri="{FF2B5EF4-FFF2-40B4-BE49-F238E27FC236}">
                <a16:creationId xmlns:a16="http://schemas.microsoft.com/office/drawing/2014/main" id="{E77CF240-E6C9-4C8F-9D3A-C03E239DA6D3}"/>
              </a:ext>
            </a:extLst>
          </p:cNvPr>
          <p:cNvSpPr>
            <a:spLocks xmlns:a="http://schemas.openxmlformats.org/drawingml/2006/main" noGrp="1"/>
          </p:cNvSpPr>
          <p:nvPr/>
        </p:nvSpPr>
        <p:spPr>
          <a:xfrm xmlns:a="http://schemas.openxmlformats.org/drawingml/2006/main">
            <a:off x="7723863" y="3360039"/>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33" name="Editable chart path">
            <a:extLst xmlns:a="http://schemas.openxmlformats.org/drawingml/2006/main">
              <a:ext uri="{FF2B5EF4-FFF2-40B4-BE49-F238E27FC236}">
                <a16:creationId xmlns:a16="http://schemas.microsoft.com/office/drawing/2014/main" id="{4414BDD2-4CEC-44EA-B909-A5F100FDD012}"/>
              </a:ext>
            </a:extLst>
          </p:cNvPr>
          <p:cNvSpPr>
            <a:spLocks xmlns:a="http://schemas.openxmlformats.org/drawingml/2006/main" noGrp="1"/>
          </p:cNvSpPr>
          <p:nvPr/>
        </p:nvSpPr>
        <p:spPr>
          <a:xfrm xmlns:a="http://schemas.openxmlformats.org/drawingml/2006/main">
            <a:off x="8292598" y="3387181"/>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34" name="Editable chart path">
            <a:extLst xmlns:a="http://schemas.openxmlformats.org/drawingml/2006/main">
              <a:ext uri="{FF2B5EF4-FFF2-40B4-BE49-F238E27FC236}">
                <a16:creationId xmlns:a16="http://schemas.microsoft.com/office/drawing/2014/main" id="{2EAAFF02-7BA3-488A-A91F-F12223F58C8E}"/>
              </a:ext>
            </a:extLst>
          </p:cNvPr>
          <p:cNvSpPr>
            <a:spLocks xmlns:a="http://schemas.openxmlformats.org/drawingml/2006/main" noGrp="1"/>
          </p:cNvSpPr>
          <p:nvPr/>
        </p:nvSpPr>
        <p:spPr>
          <a:xfrm xmlns:a="http://schemas.openxmlformats.org/drawingml/2006/main">
            <a:off x="8861334" y="3367794"/>
            <a:ext cx="43126" cy="43126"/>
          </a:xfrm>
          <a:custGeom xmlns:a="http://schemas.openxmlformats.org/drawingml/2006/main">
            <a:pathLst>
              <a:path w="40411" h="40411">
                <a:moveTo>
                  <a:pt x="20206" y="40411"/>
                </a:moveTo>
                <a:cubicBezTo>
                  <a:pt x="25564" y="40411"/>
                  <a:pt x="30704" y="38282"/>
                  <a:pt x="34493" y="34493"/>
                </a:cubicBezTo>
                <a:cubicBezTo>
                  <a:pt x="38282" y="30704"/>
                  <a:pt x="40411" y="25564"/>
                  <a:pt x="40411" y="20206"/>
                </a:cubicBezTo>
                <a:cubicBezTo>
                  <a:pt x="40411" y="14847"/>
                  <a:pt x="38282" y="9707"/>
                  <a:pt x="34493" y="5918"/>
                </a:cubicBezTo>
                <a:cubicBezTo>
                  <a:pt x="30704" y="2129"/>
                  <a:pt x="25564" y="0"/>
                  <a:pt x="20206" y="0"/>
                </a:cubicBezTo>
                <a:cubicBezTo>
                  <a:pt x="14847" y="0"/>
                  <a:pt x="9707" y="2129"/>
                  <a:pt x="5918" y="5918"/>
                </a:cubicBezTo>
                <a:cubicBezTo>
                  <a:pt x="2129" y="9707"/>
                  <a:pt x="0" y="14847"/>
                  <a:pt x="0" y="20206"/>
                </a:cubicBezTo>
                <a:cubicBezTo>
                  <a:pt x="0" y="25564"/>
                  <a:pt x="2129" y="30704"/>
                  <a:pt x="5918" y="34493"/>
                </a:cubicBezTo>
                <a:cubicBezTo>
                  <a:pt x="9707" y="38282"/>
                  <a:pt x="14847" y="40411"/>
                  <a:pt x="20206" y="40411"/>
                </a:cubicBezTo>
                <a:close/>
              </a:path>
            </a:pathLst>
          </a:custGeom>
          <a:solidFill xmlns:a="http://schemas.openxmlformats.org/drawingml/2006/main">
            <a:srgbClr val="FBFCFE"/>
          </a:solidFill>
          <a:ln xmlns:a="http://schemas.openxmlformats.org/drawingml/2006/main" w="10165">
            <a:solidFill>
              <a:srgbClr val="14203A"/>
            </a:solidFill>
            <a:prstDash val="solid"/>
          </a:ln>
        </p:spPr>
      </p:sp>
      <p:sp>
        <p:nvSpPr>
          <p:cNvPr id="135" name="">
            <a:extLst xmlns:a="http://schemas.openxmlformats.org/drawingml/2006/main">
              <a:ext uri="{FF2B5EF4-FFF2-40B4-BE49-F238E27FC236}">
                <a16:creationId xmlns:a16="http://schemas.microsoft.com/office/drawing/2014/main" id="{01054BB1-02D8-45A6-B2EA-B64F53F0BE3C}"/>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136" name="">
            <a:extLst xmlns:a="http://schemas.openxmlformats.org/drawingml/2006/main">
              <a:ext uri="{FF2B5EF4-FFF2-40B4-BE49-F238E27FC236}">
                <a16:creationId xmlns:a16="http://schemas.microsoft.com/office/drawing/2014/main" id="{A5E725EF-C7C2-4B6B-A627-E28E9ECFF9BC}"/>
              </a:ext>
            </a:extLst>
          </p:cNvPr>
          <p:cNvSpPr>
            <a:spLocks xmlns:a="http://schemas.openxmlformats.org/drawingml/2006/main" noGrp="1"/>
          </p:cNvSpPr>
          <p:nvPr/>
        </p:nvSpPr>
        <p:spPr>
          <a:xfrm xmlns:a="http://schemas.openxmlformats.org/drawingml/2006/main">
            <a:off x="1466850" y="5334000"/>
            <a:ext cx="28214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candidate cells (retrospective label)</a:t>
            </a:r>
          </a:p>
        </p:txBody>
      </p:sp>
      <p:sp>
        <p:nvSpPr>
          <p:cNvPr id="137" name="">
            <a:extLst xmlns:a="http://schemas.openxmlformats.org/drawingml/2006/main">
              <a:ext uri="{FF2B5EF4-FFF2-40B4-BE49-F238E27FC236}">
                <a16:creationId xmlns:a16="http://schemas.microsoft.com/office/drawing/2014/main" id="{E3462630-AC96-4E17-843B-ABDE66241A5C}"/>
              </a:ext>
            </a:extLst>
          </p:cNvPr>
          <p:cNvSpPr>
            <a:spLocks xmlns:a="http://schemas.openxmlformats.org/drawingml/2006/main" noGrp="1"/>
          </p:cNvSpPr>
          <p:nvPr/>
        </p:nvSpPr>
        <p:spPr>
          <a:xfrm xmlns:a="http://schemas.openxmlformats.org/drawingml/2006/main">
            <a:off x="4497800" y="5334000"/>
            <a:ext cx="224951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Targeted cells, issue-time label</a:t>
            </a:r>
          </a:p>
        </p:txBody>
      </p:sp>
      <p:sp>
        <p:nvSpPr>
          <p:cNvPr id="138" name="">
            <a:extLst xmlns:a="http://schemas.openxmlformats.org/drawingml/2006/main">
              <a:ext uri="{FF2B5EF4-FFF2-40B4-BE49-F238E27FC236}">
                <a16:creationId xmlns:a16="http://schemas.microsoft.com/office/drawing/2014/main" id="{277696EA-68EF-42C7-82F4-25BC58E14E27}"/>
              </a:ext>
            </a:extLst>
          </p:cNvPr>
          <p:cNvSpPr>
            <a:spLocks xmlns:a="http://schemas.openxmlformats.org/drawingml/2006/main" noGrp="1"/>
          </p:cNvSpPr>
          <p:nvPr/>
        </p:nvSpPr>
        <p:spPr>
          <a:xfrm xmlns:a="http://schemas.openxmlformats.org/drawingml/2006/main">
            <a:off x="1238250" y="5619750"/>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39" name="">
            <a:extLst xmlns:a="http://schemas.openxmlformats.org/drawingml/2006/main">
              <a:ext uri="{FF2B5EF4-FFF2-40B4-BE49-F238E27FC236}">
                <a16:creationId xmlns:a16="http://schemas.microsoft.com/office/drawing/2014/main" id="{9CEE81BC-AC9D-45B6-99B0-AE0C295A8A08}"/>
              </a:ext>
            </a:extLst>
          </p:cNvPr>
          <p:cNvSpPr>
            <a:spLocks xmlns:a="http://schemas.openxmlformats.org/drawingml/2006/main" noGrp="1"/>
          </p:cNvSpPr>
          <p:nvPr/>
        </p:nvSpPr>
        <p:spPr>
          <a:xfrm xmlns:a="http://schemas.openxmlformats.org/drawingml/2006/main">
            <a:off x="1466850" y="5553075"/>
            <a:ext cx="39002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 rain at decision: targeted cells (retrospective label)</a:t>
            </a:r>
          </a:p>
        </p:txBody>
      </p:sp>
      <p:sp>
        <p:nvSpPr>
          <p:cNvPr id="140" name="">
            <a:extLst xmlns:a="http://schemas.openxmlformats.org/drawingml/2006/main">
              <a:ext uri="{FF2B5EF4-FFF2-40B4-BE49-F238E27FC236}">
                <a16:creationId xmlns:a16="http://schemas.microsoft.com/office/drawing/2014/main" id="{77A36803-7B98-4A36-92F5-1198E5974096}"/>
              </a:ext>
            </a:extLst>
          </p:cNvPr>
          <p:cNvSpPr>
            <a:spLocks xmlns:a="http://schemas.openxmlformats.org/drawingml/2006/main" noGrp="1"/>
          </p:cNvSpPr>
          <p:nvPr/>
        </p:nvSpPr>
        <p:spPr>
          <a:xfrm xmlns:a="http://schemas.openxmlformats.org/drawingml/2006/main">
            <a:off x="5576697" y="5619750"/>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41" name="">
            <a:extLst xmlns:a="http://schemas.openxmlformats.org/drawingml/2006/main">
              <a:ext uri="{FF2B5EF4-FFF2-40B4-BE49-F238E27FC236}">
                <a16:creationId xmlns:a16="http://schemas.microsoft.com/office/drawing/2014/main" id="{B2EE6EA8-BC44-47D7-AD1C-ABB65FCFD351}"/>
              </a:ext>
            </a:extLst>
          </p:cNvPr>
          <p:cNvSpPr>
            <a:spLocks xmlns:a="http://schemas.openxmlformats.org/drawingml/2006/main" noGrp="1"/>
          </p:cNvSpPr>
          <p:nvPr/>
        </p:nvSpPr>
        <p:spPr>
          <a:xfrm xmlns:a="http://schemas.openxmlformats.org/drawingml/2006/main">
            <a:off x="5805297" y="5553075"/>
            <a:ext cx="370379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Rain at decision: targeted cells (retrospective label)</a:t>
            </a:r>
          </a:p>
        </p:txBody>
      </p:sp>
    </p:spTree>
    <p:extLst>
      <p:ext uri="{BB962C8B-B14F-4D97-AF65-F5344CB8AC3E}">
        <p14:creationId xmlns:p14="http://schemas.microsoft.com/office/powerpoint/2010/main" val="597896415"/>
      </p:ext>
    </p:extLst>
  </p:cSld>
</p:sld>
</file>

<file path=ppt/slides/slide65.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GAUGE AND RADAR MEASUREMENT CHECK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Same-sample comparisons use saved radar tables. Gauge results remain the headline.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65</a:t>
            </a:r>
            <a:endParaRPr sz="1200"/>
          </a:p>
        </p:txBody>
      </p:sp>
      <p:sp>
        <p:nvSpPr>
          <p:cNvPr id="14" name="">
            <a:extLst xmlns:a="http://schemas.openxmlformats.org/drawingml/2006/main">
              <a:ext uri="{FF2B5EF4-FFF2-40B4-BE49-F238E27FC236}">
                <a16:creationId xmlns:a16="http://schemas.microsoft.com/office/drawing/2014/main" id="{92F900A1-AA7D-43A5-9D92-6017D8E463C9}"/>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3970D674-5B53-4A7D-9C80-8A7AA794FF11}"/>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Absolute vacant taxis</a:t>
            </a:r>
          </a:p>
        </p:txBody>
      </p:sp>
      <p:sp>
        <p:nvSpPr>
          <p:cNvPr id="16" name="Editable chart path">
            <a:extLst xmlns:a="http://schemas.openxmlformats.org/drawingml/2006/main">
              <a:ext uri="{FF2B5EF4-FFF2-40B4-BE49-F238E27FC236}">
                <a16:creationId xmlns:a16="http://schemas.microsoft.com/office/drawing/2014/main" id="{6FF72118-B081-4BED-95C7-49CFBEE98C33}"/>
              </a:ext>
            </a:extLst>
          </p:cNvPr>
          <p:cNvSpPr>
            <a:spLocks xmlns:a="http://schemas.openxmlformats.org/drawingml/2006/main" noGrp="1"/>
          </p:cNvSpPr>
          <p:nvPr/>
        </p:nvSpPr>
        <p:spPr>
          <a:xfrm xmlns:a="http://schemas.openxmlformats.org/drawingml/2006/main">
            <a:off x="2785066"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17" name="">
            <a:extLst xmlns:a="http://schemas.openxmlformats.org/drawingml/2006/main">
              <a:ext uri="{FF2B5EF4-FFF2-40B4-BE49-F238E27FC236}">
                <a16:creationId xmlns:a16="http://schemas.microsoft.com/office/drawing/2014/main" id="{545CF384-E5D3-423A-AB1E-89AC9FD2278B}"/>
              </a:ext>
            </a:extLst>
          </p:cNvPr>
          <p:cNvSpPr>
            <a:spLocks xmlns:a="http://schemas.openxmlformats.org/drawingml/2006/main" noGrp="1"/>
          </p:cNvSpPr>
          <p:nvPr/>
        </p:nvSpPr>
        <p:spPr>
          <a:xfrm xmlns:a="http://schemas.openxmlformats.org/drawingml/2006/main" rot="0">
            <a:off x="2657022" y="5305934"/>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18" name="Editable chart path">
            <a:extLst xmlns:a="http://schemas.openxmlformats.org/drawingml/2006/main">
              <a:ext uri="{FF2B5EF4-FFF2-40B4-BE49-F238E27FC236}">
                <a16:creationId xmlns:a16="http://schemas.microsoft.com/office/drawing/2014/main" id="{F0C70CBE-E515-437F-B6E9-F05E3D5D601B}"/>
              </a:ext>
            </a:extLst>
          </p:cNvPr>
          <p:cNvSpPr>
            <a:spLocks xmlns:a="http://schemas.openxmlformats.org/drawingml/2006/main" noGrp="1"/>
          </p:cNvSpPr>
          <p:nvPr/>
        </p:nvSpPr>
        <p:spPr>
          <a:xfrm xmlns:a="http://schemas.openxmlformats.org/drawingml/2006/main">
            <a:off x="3303378"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19" name="">
            <a:extLst xmlns:a="http://schemas.openxmlformats.org/drawingml/2006/main">
              <a:ext uri="{FF2B5EF4-FFF2-40B4-BE49-F238E27FC236}">
                <a16:creationId xmlns:a16="http://schemas.microsoft.com/office/drawing/2014/main" id="{EE6DFD4E-90D9-48C3-B4FC-95AC526B0A07}"/>
              </a:ext>
            </a:extLst>
          </p:cNvPr>
          <p:cNvSpPr>
            <a:spLocks xmlns:a="http://schemas.openxmlformats.org/drawingml/2006/main" noGrp="1"/>
          </p:cNvSpPr>
          <p:nvPr/>
        </p:nvSpPr>
        <p:spPr>
          <a:xfrm xmlns:a="http://schemas.openxmlformats.org/drawingml/2006/main" rot="0">
            <a:off x="3175678" y="5305934"/>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0" name="Editable chart path">
            <a:extLst xmlns:a="http://schemas.openxmlformats.org/drawingml/2006/main">
              <a:ext uri="{FF2B5EF4-FFF2-40B4-BE49-F238E27FC236}">
                <a16:creationId xmlns:a16="http://schemas.microsoft.com/office/drawing/2014/main" id="{E77B73F4-FDE0-495A-816C-25B1A6396B3A}"/>
              </a:ext>
            </a:extLst>
          </p:cNvPr>
          <p:cNvSpPr>
            <a:spLocks xmlns:a="http://schemas.openxmlformats.org/drawingml/2006/main" noGrp="1"/>
          </p:cNvSpPr>
          <p:nvPr/>
        </p:nvSpPr>
        <p:spPr>
          <a:xfrm xmlns:a="http://schemas.openxmlformats.org/drawingml/2006/main">
            <a:off x="3821691"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21" name="">
            <a:extLst xmlns:a="http://schemas.openxmlformats.org/drawingml/2006/main">
              <a:ext uri="{FF2B5EF4-FFF2-40B4-BE49-F238E27FC236}">
                <a16:creationId xmlns:a16="http://schemas.microsoft.com/office/drawing/2014/main" id="{6668160B-6693-4A95-8F58-3E68C0FA2DE2}"/>
              </a:ext>
            </a:extLst>
          </p:cNvPr>
          <p:cNvSpPr>
            <a:spLocks xmlns:a="http://schemas.openxmlformats.org/drawingml/2006/main" noGrp="1"/>
          </p:cNvSpPr>
          <p:nvPr/>
        </p:nvSpPr>
        <p:spPr>
          <a:xfrm xmlns:a="http://schemas.openxmlformats.org/drawingml/2006/main" rot="0">
            <a:off x="3711458" y="5305934"/>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22" name="Editable chart path">
            <a:extLst xmlns:a="http://schemas.openxmlformats.org/drawingml/2006/main">
              <a:ext uri="{FF2B5EF4-FFF2-40B4-BE49-F238E27FC236}">
                <a16:creationId xmlns:a16="http://schemas.microsoft.com/office/drawing/2014/main" id="{4FD97DB4-9410-4976-B830-518A09DBDE45}"/>
              </a:ext>
            </a:extLst>
          </p:cNvPr>
          <p:cNvSpPr>
            <a:spLocks xmlns:a="http://schemas.openxmlformats.org/drawingml/2006/main" noGrp="1"/>
          </p:cNvSpPr>
          <p:nvPr/>
        </p:nvSpPr>
        <p:spPr>
          <a:xfrm xmlns:a="http://schemas.openxmlformats.org/drawingml/2006/main">
            <a:off x="4340003"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23" name="">
            <a:extLst xmlns:a="http://schemas.openxmlformats.org/drawingml/2006/main">
              <a:ext uri="{FF2B5EF4-FFF2-40B4-BE49-F238E27FC236}">
                <a16:creationId xmlns:a16="http://schemas.microsoft.com/office/drawing/2014/main" id="{14CA206B-0944-447D-8189-86A43A9F796D}"/>
              </a:ext>
            </a:extLst>
          </p:cNvPr>
          <p:cNvSpPr>
            <a:spLocks xmlns:a="http://schemas.openxmlformats.org/drawingml/2006/main" noGrp="1"/>
          </p:cNvSpPr>
          <p:nvPr/>
        </p:nvSpPr>
        <p:spPr>
          <a:xfrm xmlns:a="http://schemas.openxmlformats.org/drawingml/2006/main" rot="0">
            <a:off x="4230114" y="5305934"/>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4" name="Editable chart path">
            <a:extLst xmlns:a="http://schemas.openxmlformats.org/drawingml/2006/main">
              <a:ext uri="{FF2B5EF4-FFF2-40B4-BE49-F238E27FC236}">
                <a16:creationId xmlns:a16="http://schemas.microsoft.com/office/drawing/2014/main" id="{C90B2BB5-F964-4441-B3F3-D891631286ED}"/>
              </a:ext>
            </a:extLst>
          </p:cNvPr>
          <p:cNvSpPr>
            <a:spLocks xmlns:a="http://schemas.openxmlformats.org/drawingml/2006/main" noGrp="1"/>
          </p:cNvSpPr>
          <p:nvPr/>
        </p:nvSpPr>
        <p:spPr>
          <a:xfrm xmlns:a="http://schemas.openxmlformats.org/drawingml/2006/main">
            <a:off x="4858315"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25" name="">
            <a:extLst xmlns:a="http://schemas.openxmlformats.org/drawingml/2006/main">
              <a:ext uri="{FF2B5EF4-FFF2-40B4-BE49-F238E27FC236}">
                <a16:creationId xmlns:a16="http://schemas.microsoft.com/office/drawing/2014/main" id="{81B81D02-31FA-4679-B9BD-7FE0B3914A6A}"/>
              </a:ext>
            </a:extLst>
          </p:cNvPr>
          <p:cNvSpPr>
            <a:spLocks xmlns:a="http://schemas.openxmlformats.org/drawingml/2006/main" noGrp="1"/>
          </p:cNvSpPr>
          <p:nvPr/>
        </p:nvSpPr>
        <p:spPr>
          <a:xfrm xmlns:a="http://schemas.openxmlformats.org/drawingml/2006/main" rot="0">
            <a:off x="4770418" y="5305934"/>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26" name="Editable chart path">
            <a:extLst xmlns:a="http://schemas.openxmlformats.org/drawingml/2006/main">
              <a:ext uri="{FF2B5EF4-FFF2-40B4-BE49-F238E27FC236}">
                <a16:creationId xmlns:a16="http://schemas.microsoft.com/office/drawing/2014/main" id="{771C33FD-C097-44BF-A601-70428AA7FDBE}"/>
              </a:ext>
            </a:extLst>
          </p:cNvPr>
          <p:cNvSpPr>
            <a:spLocks xmlns:a="http://schemas.openxmlformats.org/drawingml/2006/main" noGrp="1"/>
          </p:cNvSpPr>
          <p:nvPr/>
        </p:nvSpPr>
        <p:spPr>
          <a:xfrm xmlns:a="http://schemas.openxmlformats.org/drawingml/2006/main">
            <a:off x="5376627"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27" name="">
            <a:extLst xmlns:a="http://schemas.openxmlformats.org/drawingml/2006/main">
              <a:ext uri="{FF2B5EF4-FFF2-40B4-BE49-F238E27FC236}">
                <a16:creationId xmlns:a16="http://schemas.microsoft.com/office/drawing/2014/main" id="{5F7F7D4F-C5C0-4245-A02F-59E25C4EBD8F}"/>
              </a:ext>
            </a:extLst>
          </p:cNvPr>
          <p:cNvSpPr>
            <a:spLocks xmlns:a="http://schemas.openxmlformats.org/drawingml/2006/main" noGrp="1"/>
          </p:cNvSpPr>
          <p:nvPr/>
        </p:nvSpPr>
        <p:spPr>
          <a:xfrm xmlns:a="http://schemas.openxmlformats.org/drawingml/2006/main" rot="0">
            <a:off x="5327555" y="5305934"/>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8" name="">
            <a:extLst xmlns:a="http://schemas.openxmlformats.org/drawingml/2006/main">
              <a:ext uri="{FF2B5EF4-FFF2-40B4-BE49-F238E27FC236}">
                <a16:creationId xmlns:a16="http://schemas.microsoft.com/office/drawing/2014/main" id="{09AAA516-4B32-46C2-BD4E-5676E9024188}"/>
              </a:ext>
            </a:extLst>
          </p:cNvPr>
          <p:cNvSpPr>
            <a:spLocks xmlns:a="http://schemas.openxmlformats.org/drawingml/2006/main" noGrp="1"/>
          </p:cNvSpPr>
          <p:nvPr/>
        </p:nvSpPr>
        <p:spPr>
          <a:xfrm xmlns:a="http://schemas.openxmlformats.org/drawingml/2006/main" rot="0">
            <a:off x="3068373" y="5526991"/>
            <a:ext cx="16251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Associated change (%)</a:t>
            </a:r>
          </a:p>
        </p:txBody>
      </p:sp>
      <p:sp>
        <p:nvSpPr>
          <p:cNvPr id="29" name="Editable chart path">
            <a:extLst xmlns:a="http://schemas.openxmlformats.org/drawingml/2006/main">
              <a:ext uri="{FF2B5EF4-FFF2-40B4-BE49-F238E27FC236}">
                <a16:creationId xmlns:a16="http://schemas.microsoft.com/office/drawing/2014/main" id="{C0016117-ECAB-415D-BF52-6346EE639B98}"/>
              </a:ext>
            </a:extLst>
          </p:cNvPr>
          <p:cNvSpPr>
            <a:spLocks xmlns:a="http://schemas.openxmlformats.org/drawingml/2006/main" noGrp="1"/>
          </p:cNvSpPr>
          <p:nvPr/>
        </p:nvSpPr>
        <p:spPr>
          <a:xfrm xmlns:a="http://schemas.openxmlformats.org/drawingml/2006/main">
            <a:off x="2366955" y="2627160"/>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9157">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2336065A-C962-4494-B569-EA77D9FA4D0A}"/>
              </a:ext>
            </a:extLst>
          </p:cNvPr>
          <p:cNvSpPr>
            <a:spLocks xmlns:a="http://schemas.openxmlformats.org/drawingml/2006/main" noGrp="1"/>
          </p:cNvSpPr>
          <p:nvPr/>
        </p:nvSpPr>
        <p:spPr>
          <a:xfrm xmlns:a="http://schemas.openxmlformats.org/drawingml/2006/main">
            <a:off x="2313542" y="2627160"/>
            <a:ext cx="5341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31" name="">
            <a:extLst xmlns:a="http://schemas.openxmlformats.org/drawingml/2006/main">
              <a:ext uri="{FF2B5EF4-FFF2-40B4-BE49-F238E27FC236}">
                <a16:creationId xmlns:a16="http://schemas.microsoft.com/office/drawing/2014/main" id="{B22AAD93-59C3-4090-9D15-6CF2968C5450}"/>
              </a:ext>
            </a:extLst>
          </p:cNvPr>
          <p:cNvSpPr>
            <a:spLocks xmlns:a="http://schemas.openxmlformats.org/drawingml/2006/main" noGrp="1"/>
          </p:cNvSpPr>
          <p:nvPr/>
        </p:nvSpPr>
        <p:spPr>
          <a:xfrm xmlns:a="http://schemas.openxmlformats.org/drawingml/2006/main" rot="0">
            <a:off x="1922061" y="2545820"/>
            <a:ext cx="33394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a:t>
            </a:r>
          </a:p>
        </p:txBody>
      </p:sp>
      <p:sp>
        <p:nvSpPr>
          <p:cNvPr id="32" name="Editable chart path">
            <a:extLst xmlns:a="http://schemas.openxmlformats.org/drawingml/2006/main">
              <a:ext uri="{FF2B5EF4-FFF2-40B4-BE49-F238E27FC236}">
                <a16:creationId xmlns:a16="http://schemas.microsoft.com/office/drawing/2014/main" id="{33ACD8E8-974A-4E51-BA7E-50549944B768}"/>
              </a:ext>
            </a:extLst>
          </p:cNvPr>
          <p:cNvSpPr>
            <a:spLocks xmlns:a="http://schemas.openxmlformats.org/drawingml/2006/main" noGrp="1"/>
          </p:cNvSpPr>
          <p:nvPr/>
        </p:nvSpPr>
        <p:spPr>
          <a:xfrm xmlns:a="http://schemas.openxmlformats.org/drawingml/2006/main">
            <a:off x="2366955" y="3798159"/>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9157">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FC833B61-6C20-4A3B-8A79-0133896A59DE}"/>
              </a:ext>
            </a:extLst>
          </p:cNvPr>
          <p:cNvSpPr>
            <a:spLocks xmlns:a="http://schemas.openxmlformats.org/drawingml/2006/main" noGrp="1"/>
          </p:cNvSpPr>
          <p:nvPr/>
        </p:nvSpPr>
        <p:spPr>
          <a:xfrm xmlns:a="http://schemas.openxmlformats.org/drawingml/2006/main">
            <a:off x="2313542" y="3798159"/>
            <a:ext cx="5341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34" name="">
            <a:extLst xmlns:a="http://schemas.openxmlformats.org/drawingml/2006/main">
              <a:ext uri="{FF2B5EF4-FFF2-40B4-BE49-F238E27FC236}">
                <a16:creationId xmlns:a16="http://schemas.microsoft.com/office/drawing/2014/main" id="{A88008B6-5A2E-44DD-A643-F42DDC71824F}"/>
              </a:ext>
            </a:extLst>
          </p:cNvPr>
          <p:cNvSpPr>
            <a:spLocks xmlns:a="http://schemas.openxmlformats.org/drawingml/2006/main" noGrp="1"/>
          </p:cNvSpPr>
          <p:nvPr/>
        </p:nvSpPr>
        <p:spPr>
          <a:xfrm xmlns:a="http://schemas.openxmlformats.org/drawingml/2006/main" rot="0">
            <a:off x="1578065" y="3716819"/>
            <a:ext cx="67903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Moderate</a:t>
            </a:r>
          </a:p>
        </p:txBody>
      </p:sp>
      <p:sp>
        <p:nvSpPr>
          <p:cNvPr id="35" name="Editable chart path">
            <a:extLst xmlns:a="http://schemas.openxmlformats.org/drawingml/2006/main">
              <a:ext uri="{FF2B5EF4-FFF2-40B4-BE49-F238E27FC236}">
                <a16:creationId xmlns:a16="http://schemas.microsoft.com/office/drawing/2014/main" id="{FAF73C61-5665-4530-A8A4-BCD5FAE799A2}"/>
              </a:ext>
            </a:extLst>
          </p:cNvPr>
          <p:cNvSpPr>
            <a:spLocks xmlns:a="http://schemas.openxmlformats.org/drawingml/2006/main" noGrp="1"/>
          </p:cNvSpPr>
          <p:nvPr/>
        </p:nvSpPr>
        <p:spPr>
          <a:xfrm xmlns:a="http://schemas.openxmlformats.org/drawingml/2006/main">
            <a:off x="2366955" y="4969158"/>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9157">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0DE11FAB-B12F-4CD4-A3E1-C287D291C54A}"/>
              </a:ext>
            </a:extLst>
          </p:cNvPr>
          <p:cNvSpPr>
            <a:spLocks xmlns:a="http://schemas.openxmlformats.org/drawingml/2006/main" noGrp="1"/>
          </p:cNvSpPr>
          <p:nvPr/>
        </p:nvSpPr>
        <p:spPr>
          <a:xfrm xmlns:a="http://schemas.openxmlformats.org/drawingml/2006/main">
            <a:off x="2313542" y="4969158"/>
            <a:ext cx="5341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37" name="">
            <a:extLst xmlns:a="http://schemas.openxmlformats.org/drawingml/2006/main">
              <a:ext uri="{FF2B5EF4-FFF2-40B4-BE49-F238E27FC236}">
                <a16:creationId xmlns:a16="http://schemas.microsoft.com/office/drawing/2014/main" id="{8D60AB2C-BDF4-4A66-A44D-C5C0027DF34C}"/>
              </a:ext>
            </a:extLst>
          </p:cNvPr>
          <p:cNvSpPr>
            <a:spLocks xmlns:a="http://schemas.openxmlformats.org/drawingml/2006/main" noGrp="1"/>
          </p:cNvSpPr>
          <p:nvPr/>
        </p:nvSpPr>
        <p:spPr>
          <a:xfrm xmlns:a="http://schemas.openxmlformats.org/drawingml/2006/main" rot="0">
            <a:off x="1819836" y="4887818"/>
            <a:ext cx="43919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a:t>
            </a:r>
          </a:p>
        </p:txBody>
      </p:sp>
      <p:sp>
        <p:nvSpPr>
          <p:cNvPr id="38" name="Editable chart path">
            <a:extLst xmlns:a="http://schemas.openxmlformats.org/drawingml/2006/main">
              <a:ext uri="{FF2B5EF4-FFF2-40B4-BE49-F238E27FC236}">
                <a16:creationId xmlns:a16="http://schemas.microsoft.com/office/drawing/2014/main" id="{0A25880F-6F09-4AC8-B984-CE0ACFD53D0F}"/>
              </a:ext>
            </a:extLst>
          </p:cNvPr>
          <p:cNvSpPr>
            <a:spLocks xmlns:a="http://schemas.openxmlformats.org/drawingml/2006/main" noGrp="1"/>
          </p:cNvSpPr>
          <p:nvPr/>
        </p:nvSpPr>
        <p:spPr>
          <a:xfrm xmlns:a="http://schemas.openxmlformats.org/drawingml/2006/main">
            <a:off x="4401388" y="2744260"/>
            <a:ext cx="310784" cy="95"/>
          </a:xfrm>
          <a:custGeom xmlns:a="http://schemas.openxmlformats.org/drawingml/2006/main">
            <a:pathLst>
              <a:path w="193971" h="95">
                <a:moveTo>
                  <a:pt x="0" y="0"/>
                </a:moveTo>
                <a:lnTo>
                  <a:pt x="193971" y="0"/>
                </a:lnTo>
              </a:path>
            </a:pathLst>
          </a:custGeom>
          <a:noFill xmlns:a="http://schemas.openxmlformats.org/drawingml/2006/main"/>
          <a:ln xmlns:a="http://schemas.openxmlformats.org/drawingml/2006/main" w="22892">
            <a:solidFill>
              <a:srgbClr val="2C5EAA"/>
            </a:solidFill>
            <a:prstDash val="solid"/>
          </a:ln>
        </p:spPr>
      </p:sp>
      <p:sp>
        <p:nvSpPr>
          <p:cNvPr id="39" name="Editable chart path">
            <a:extLst xmlns:a="http://schemas.openxmlformats.org/drawingml/2006/main">
              <a:ext uri="{FF2B5EF4-FFF2-40B4-BE49-F238E27FC236}">
                <a16:creationId xmlns:a16="http://schemas.microsoft.com/office/drawing/2014/main" id="{02552746-D9A3-40A2-932D-350B027697DD}"/>
              </a:ext>
            </a:extLst>
          </p:cNvPr>
          <p:cNvSpPr>
            <a:spLocks xmlns:a="http://schemas.openxmlformats.org/drawingml/2006/main" noGrp="1"/>
          </p:cNvSpPr>
          <p:nvPr/>
        </p:nvSpPr>
        <p:spPr>
          <a:xfrm xmlns:a="http://schemas.openxmlformats.org/drawingml/2006/main">
            <a:off x="4134853" y="3915259"/>
            <a:ext cx="305937" cy="95"/>
          </a:xfrm>
          <a:custGeom xmlns:a="http://schemas.openxmlformats.org/drawingml/2006/main">
            <a:pathLst>
              <a:path w="190946" h="95">
                <a:moveTo>
                  <a:pt x="0" y="0"/>
                </a:moveTo>
                <a:lnTo>
                  <a:pt x="190946" y="0"/>
                </a:lnTo>
              </a:path>
            </a:pathLst>
          </a:custGeom>
          <a:noFill xmlns:a="http://schemas.openxmlformats.org/drawingml/2006/main"/>
          <a:ln xmlns:a="http://schemas.openxmlformats.org/drawingml/2006/main" w="22892">
            <a:solidFill>
              <a:srgbClr val="2C5EAA"/>
            </a:solidFill>
            <a:prstDash val="solid"/>
          </a:ln>
        </p:spPr>
      </p:sp>
      <p:sp>
        <p:nvSpPr>
          <p:cNvPr id="40" name="Editable chart path">
            <a:extLst xmlns:a="http://schemas.openxmlformats.org/drawingml/2006/main">
              <a:ext uri="{FF2B5EF4-FFF2-40B4-BE49-F238E27FC236}">
                <a16:creationId xmlns:a16="http://schemas.microsoft.com/office/drawing/2014/main" id="{D8B386B4-0282-412C-BD95-8964729252D9}"/>
              </a:ext>
            </a:extLst>
          </p:cNvPr>
          <p:cNvSpPr>
            <a:spLocks xmlns:a="http://schemas.openxmlformats.org/drawingml/2006/main" noGrp="1"/>
          </p:cNvSpPr>
          <p:nvPr/>
        </p:nvSpPr>
        <p:spPr>
          <a:xfrm xmlns:a="http://schemas.openxmlformats.org/drawingml/2006/main">
            <a:off x="3969139" y="5086258"/>
            <a:ext cx="304532" cy="95"/>
          </a:xfrm>
          <a:custGeom xmlns:a="http://schemas.openxmlformats.org/drawingml/2006/main">
            <a:pathLst>
              <a:path w="190069" h="95">
                <a:moveTo>
                  <a:pt x="0" y="0"/>
                </a:moveTo>
                <a:lnTo>
                  <a:pt x="190069" y="0"/>
                </a:lnTo>
              </a:path>
            </a:pathLst>
          </a:custGeom>
          <a:noFill xmlns:a="http://schemas.openxmlformats.org/drawingml/2006/main"/>
          <a:ln xmlns:a="http://schemas.openxmlformats.org/drawingml/2006/main" w="22892">
            <a:solidFill>
              <a:srgbClr val="2C5EAA"/>
            </a:solidFill>
            <a:prstDash val="solid"/>
          </a:ln>
        </p:spPr>
      </p:sp>
      <p:sp>
        <p:nvSpPr>
          <p:cNvPr id="41" name="Editable chart path">
            <a:extLst xmlns:a="http://schemas.openxmlformats.org/drawingml/2006/main">
              <a:ext uri="{FF2B5EF4-FFF2-40B4-BE49-F238E27FC236}">
                <a16:creationId xmlns:a16="http://schemas.microsoft.com/office/drawing/2014/main" id="{7606E7EC-3E9C-47FC-8A0F-E53DED02A9E3}"/>
              </a:ext>
            </a:extLst>
          </p:cNvPr>
          <p:cNvSpPr>
            <a:spLocks xmlns:a="http://schemas.openxmlformats.org/drawingml/2006/main" noGrp="1"/>
          </p:cNvSpPr>
          <p:nvPr/>
        </p:nvSpPr>
        <p:spPr>
          <a:xfrm xmlns:a="http://schemas.openxmlformats.org/drawingml/2006/main">
            <a:off x="4401388" y="2698476"/>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42" name="Editable chart path">
            <a:extLst xmlns:a="http://schemas.openxmlformats.org/drawingml/2006/main">
              <a:ext uri="{FF2B5EF4-FFF2-40B4-BE49-F238E27FC236}">
                <a16:creationId xmlns:a16="http://schemas.microsoft.com/office/drawing/2014/main" id="{12B149C3-3C1C-4C45-9702-A9938F400969}"/>
              </a:ext>
            </a:extLst>
          </p:cNvPr>
          <p:cNvSpPr>
            <a:spLocks xmlns:a="http://schemas.openxmlformats.org/drawingml/2006/main" noGrp="1"/>
          </p:cNvSpPr>
          <p:nvPr/>
        </p:nvSpPr>
        <p:spPr>
          <a:xfrm xmlns:a="http://schemas.openxmlformats.org/drawingml/2006/main">
            <a:off x="4134853" y="3869475"/>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43" name="Editable chart path">
            <a:extLst xmlns:a="http://schemas.openxmlformats.org/drawingml/2006/main">
              <a:ext uri="{FF2B5EF4-FFF2-40B4-BE49-F238E27FC236}">
                <a16:creationId xmlns:a16="http://schemas.microsoft.com/office/drawing/2014/main" id="{B02F57D9-BDF1-4EE5-A4D4-D80D9A238168}"/>
              </a:ext>
            </a:extLst>
          </p:cNvPr>
          <p:cNvSpPr>
            <a:spLocks xmlns:a="http://schemas.openxmlformats.org/drawingml/2006/main" noGrp="1"/>
          </p:cNvSpPr>
          <p:nvPr/>
        </p:nvSpPr>
        <p:spPr>
          <a:xfrm xmlns:a="http://schemas.openxmlformats.org/drawingml/2006/main">
            <a:off x="3969139" y="5040474"/>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44" name="Editable chart path">
            <a:extLst xmlns:a="http://schemas.openxmlformats.org/drawingml/2006/main">
              <a:ext uri="{FF2B5EF4-FFF2-40B4-BE49-F238E27FC236}">
                <a16:creationId xmlns:a16="http://schemas.microsoft.com/office/drawing/2014/main" id="{6CC3DB64-351F-4B84-91E6-AA36F1DF0F4B}"/>
              </a:ext>
            </a:extLst>
          </p:cNvPr>
          <p:cNvSpPr>
            <a:spLocks xmlns:a="http://schemas.openxmlformats.org/drawingml/2006/main" noGrp="1"/>
          </p:cNvSpPr>
          <p:nvPr/>
        </p:nvSpPr>
        <p:spPr>
          <a:xfrm xmlns:a="http://schemas.openxmlformats.org/drawingml/2006/main">
            <a:off x="4712171" y="2698476"/>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45" name="Editable chart path">
            <a:extLst xmlns:a="http://schemas.openxmlformats.org/drawingml/2006/main">
              <a:ext uri="{FF2B5EF4-FFF2-40B4-BE49-F238E27FC236}">
                <a16:creationId xmlns:a16="http://schemas.microsoft.com/office/drawing/2014/main" id="{68E81E82-203C-426A-A2D3-D01FD0681E7D}"/>
              </a:ext>
            </a:extLst>
          </p:cNvPr>
          <p:cNvSpPr>
            <a:spLocks xmlns:a="http://schemas.openxmlformats.org/drawingml/2006/main" noGrp="1"/>
          </p:cNvSpPr>
          <p:nvPr/>
        </p:nvSpPr>
        <p:spPr>
          <a:xfrm xmlns:a="http://schemas.openxmlformats.org/drawingml/2006/main">
            <a:off x="4440789" y="3869475"/>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46" name="Editable chart path">
            <a:extLst xmlns:a="http://schemas.openxmlformats.org/drawingml/2006/main">
              <a:ext uri="{FF2B5EF4-FFF2-40B4-BE49-F238E27FC236}">
                <a16:creationId xmlns:a16="http://schemas.microsoft.com/office/drawing/2014/main" id="{C6466071-019F-4B73-B399-AC571C51588F}"/>
              </a:ext>
            </a:extLst>
          </p:cNvPr>
          <p:cNvSpPr>
            <a:spLocks xmlns:a="http://schemas.openxmlformats.org/drawingml/2006/main" noGrp="1"/>
          </p:cNvSpPr>
          <p:nvPr/>
        </p:nvSpPr>
        <p:spPr>
          <a:xfrm xmlns:a="http://schemas.openxmlformats.org/drawingml/2006/main">
            <a:off x="4273671" y="5040474"/>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47" name="Editable chart path">
            <a:extLst xmlns:a="http://schemas.openxmlformats.org/drawingml/2006/main">
              <a:ext uri="{FF2B5EF4-FFF2-40B4-BE49-F238E27FC236}">
                <a16:creationId xmlns:a16="http://schemas.microsoft.com/office/drawing/2014/main" id="{DD402857-B117-41D9-98AE-086ADA12EBC4}"/>
              </a:ext>
            </a:extLst>
          </p:cNvPr>
          <p:cNvSpPr>
            <a:spLocks xmlns:a="http://schemas.openxmlformats.org/drawingml/2006/main" noGrp="1"/>
          </p:cNvSpPr>
          <p:nvPr/>
        </p:nvSpPr>
        <p:spPr>
          <a:xfrm xmlns:a="http://schemas.openxmlformats.org/drawingml/2006/main">
            <a:off x="4732254" y="2510060"/>
            <a:ext cx="214165" cy="95"/>
          </a:xfrm>
          <a:custGeom xmlns:a="http://schemas.openxmlformats.org/drawingml/2006/main">
            <a:pathLst>
              <a:path w="133668" h="95">
                <a:moveTo>
                  <a:pt x="0" y="0"/>
                </a:moveTo>
                <a:lnTo>
                  <a:pt x="133668" y="0"/>
                </a:lnTo>
              </a:path>
            </a:pathLst>
          </a:custGeom>
          <a:noFill xmlns:a="http://schemas.openxmlformats.org/drawingml/2006/main"/>
          <a:ln xmlns:a="http://schemas.openxmlformats.org/drawingml/2006/main" w="22892">
            <a:solidFill>
              <a:srgbClr val="C0453C"/>
            </a:solidFill>
            <a:prstDash val="solid"/>
          </a:ln>
        </p:spPr>
      </p:sp>
      <p:sp>
        <p:nvSpPr>
          <p:cNvPr id="48" name="Editable chart path">
            <a:extLst xmlns:a="http://schemas.openxmlformats.org/drawingml/2006/main">
              <a:ext uri="{FF2B5EF4-FFF2-40B4-BE49-F238E27FC236}">
                <a16:creationId xmlns:a16="http://schemas.microsoft.com/office/drawing/2014/main" id="{D9D1016A-1E41-41F6-9F89-C3C1BAB9D8BA}"/>
              </a:ext>
            </a:extLst>
          </p:cNvPr>
          <p:cNvSpPr>
            <a:spLocks xmlns:a="http://schemas.openxmlformats.org/drawingml/2006/main" noGrp="1"/>
          </p:cNvSpPr>
          <p:nvPr/>
        </p:nvSpPr>
        <p:spPr>
          <a:xfrm xmlns:a="http://schemas.openxmlformats.org/drawingml/2006/main">
            <a:off x="4272828" y="3681059"/>
            <a:ext cx="280617" cy="95"/>
          </a:xfrm>
          <a:custGeom xmlns:a="http://schemas.openxmlformats.org/drawingml/2006/main">
            <a:pathLst>
              <a:path w="175143" h="95">
                <a:moveTo>
                  <a:pt x="0" y="0"/>
                </a:moveTo>
                <a:lnTo>
                  <a:pt x="175143" y="0"/>
                </a:lnTo>
              </a:path>
            </a:pathLst>
          </a:custGeom>
          <a:noFill xmlns:a="http://schemas.openxmlformats.org/drawingml/2006/main"/>
          <a:ln xmlns:a="http://schemas.openxmlformats.org/drawingml/2006/main" w="22892">
            <a:solidFill>
              <a:srgbClr val="C0453C"/>
            </a:solidFill>
            <a:prstDash val="solid"/>
          </a:ln>
        </p:spPr>
      </p:sp>
      <p:sp>
        <p:nvSpPr>
          <p:cNvPr id="49" name="Editable chart path">
            <a:extLst xmlns:a="http://schemas.openxmlformats.org/drawingml/2006/main">
              <a:ext uri="{FF2B5EF4-FFF2-40B4-BE49-F238E27FC236}">
                <a16:creationId xmlns:a16="http://schemas.microsoft.com/office/drawing/2014/main" id="{46923A7D-BC92-414E-8D96-9A77815B6C71}"/>
              </a:ext>
            </a:extLst>
          </p:cNvPr>
          <p:cNvSpPr>
            <a:spLocks xmlns:a="http://schemas.openxmlformats.org/drawingml/2006/main" noGrp="1"/>
          </p:cNvSpPr>
          <p:nvPr/>
        </p:nvSpPr>
        <p:spPr>
          <a:xfrm xmlns:a="http://schemas.openxmlformats.org/drawingml/2006/main">
            <a:off x="3977300" y="4852058"/>
            <a:ext cx="311249" cy="95"/>
          </a:xfrm>
          <a:custGeom xmlns:a="http://schemas.openxmlformats.org/drawingml/2006/main">
            <a:pathLst>
              <a:path w="194261" h="95">
                <a:moveTo>
                  <a:pt x="0" y="0"/>
                </a:moveTo>
                <a:lnTo>
                  <a:pt x="194261" y="0"/>
                </a:lnTo>
              </a:path>
            </a:pathLst>
          </a:custGeom>
          <a:noFill xmlns:a="http://schemas.openxmlformats.org/drawingml/2006/main"/>
          <a:ln xmlns:a="http://schemas.openxmlformats.org/drawingml/2006/main" w="22892">
            <a:solidFill>
              <a:srgbClr val="C0453C"/>
            </a:solidFill>
            <a:prstDash val="solid"/>
          </a:ln>
        </p:spPr>
      </p:sp>
      <p:sp>
        <p:nvSpPr>
          <p:cNvPr id="50" name="Editable chart path">
            <a:extLst xmlns:a="http://schemas.openxmlformats.org/drawingml/2006/main">
              <a:ext uri="{FF2B5EF4-FFF2-40B4-BE49-F238E27FC236}">
                <a16:creationId xmlns:a16="http://schemas.microsoft.com/office/drawing/2014/main" id="{B6423C2E-F6AC-47F2-8616-47DE80027AB2}"/>
              </a:ext>
            </a:extLst>
          </p:cNvPr>
          <p:cNvSpPr>
            <a:spLocks xmlns:a="http://schemas.openxmlformats.org/drawingml/2006/main" noGrp="1"/>
          </p:cNvSpPr>
          <p:nvPr/>
        </p:nvSpPr>
        <p:spPr>
          <a:xfrm xmlns:a="http://schemas.openxmlformats.org/drawingml/2006/main">
            <a:off x="4732254" y="2464277"/>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51" name="Editable chart path">
            <a:extLst xmlns:a="http://schemas.openxmlformats.org/drawingml/2006/main">
              <a:ext uri="{FF2B5EF4-FFF2-40B4-BE49-F238E27FC236}">
                <a16:creationId xmlns:a16="http://schemas.microsoft.com/office/drawing/2014/main" id="{6E5491E6-533B-4AB8-A7A5-DAAE810695A6}"/>
              </a:ext>
            </a:extLst>
          </p:cNvPr>
          <p:cNvSpPr>
            <a:spLocks xmlns:a="http://schemas.openxmlformats.org/drawingml/2006/main" noGrp="1"/>
          </p:cNvSpPr>
          <p:nvPr/>
        </p:nvSpPr>
        <p:spPr>
          <a:xfrm xmlns:a="http://schemas.openxmlformats.org/drawingml/2006/main">
            <a:off x="4272828" y="3635276"/>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52" name="Editable chart path">
            <a:extLst xmlns:a="http://schemas.openxmlformats.org/drawingml/2006/main">
              <a:ext uri="{FF2B5EF4-FFF2-40B4-BE49-F238E27FC236}">
                <a16:creationId xmlns:a16="http://schemas.microsoft.com/office/drawing/2014/main" id="{6FF1635C-897B-4F8A-8C55-B54314FBA098}"/>
              </a:ext>
            </a:extLst>
          </p:cNvPr>
          <p:cNvSpPr>
            <a:spLocks xmlns:a="http://schemas.openxmlformats.org/drawingml/2006/main" noGrp="1"/>
          </p:cNvSpPr>
          <p:nvPr/>
        </p:nvSpPr>
        <p:spPr>
          <a:xfrm xmlns:a="http://schemas.openxmlformats.org/drawingml/2006/main">
            <a:off x="3977300" y="4806274"/>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53" name="Editable chart path">
            <a:extLst xmlns:a="http://schemas.openxmlformats.org/drawingml/2006/main">
              <a:ext uri="{FF2B5EF4-FFF2-40B4-BE49-F238E27FC236}">
                <a16:creationId xmlns:a16="http://schemas.microsoft.com/office/drawing/2014/main" id="{D4EC395E-B1AC-487A-9C69-900E9D80A214}"/>
              </a:ext>
            </a:extLst>
          </p:cNvPr>
          <p:cNvSpPr>
            <a:spLocks xmlns:a="http://schemas.openxmlformats.org/drawingml/2006/main" noGrp="1"/>
          </p:cNvSpPr>
          <p:nvPr/>
        </p:nvSpPr>
        <p:spPr>
          <a:xfrm xmlns:a="http://schemas.openxmlformats.org/drawingml/2006/main">
            <a:off x="4946419" y="2464277"/>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54" name="Editable chart path">
            <a:extLst xmlns:a="http://schemas.openxmlformats.org/drawingml/2006/main">
              <a:ext uri="{FF2B5EF4-FFF2-40B4-BE49-F238E27FC236}">
                <a16:creationId xmlns:a16="http://schemas.microsoft.com/office/drawing/2014/main" id="{D50C73F9-841A-4E10-BCB4-4D0047826FB1}"/>
              </a:ext>
            </a:extLst>
          </p:cNvPr>
          <p:cNvSpPr>
            <a:spLocks xmlns:a="http://schemas.openxmlformats.org/drawingml/2006/main" noGrp="1"/>
          </p:cNvSpPr>
          <p:nvPr/>
        </p:nvSpPr>
        <p:spPr>
          <a:xfrm xmlns:a="http://schemas.openxmlformats.org/drawingml/2006/main">
            <a:off x="4553445" y="3635276"/>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55" name="Editable chart path">
            <a:extLst xmlns:a="http://schemas.openxmlformats.org/drawingml/2006/main">
              <a:ext uri="{FF2B5EF4-FFF2-40B4-BE49-F238E27FC236}">
                <a16:creationId xmlns:a16="http://schemas.microsoft.com/office/drawing/2014/main" id="{AD82BF8E-758E-4702-A052-1C6899393239}"/>
              </a:ext>
            </a:extLst>
          </p:cNvPr>
          <p:cNvSpPr>
            <a:spLocks xmlns:a="http://schemas.openxmlformats.org/drawingml/2006/main" noGrp="1"/>
          </p:cNvSpPr>
          <p:nvPr/>
        </p:nvSpPr>
        <p:spPr>
          <a:xfrm xmlns:a="http://schemas.openxmlformats.org/drawingml/2006/main">
            <a:off x="4288548" y="4806274"/>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56" name="Editable chart path">
            <a:extLst xmlns:a="http://schemas.openxmlformats.org/drawingml/2006/main">
              <a:ext uri="{FF2B5EF4-FFF2-40B4-BE49-F238E27FC236}">
                <a16:creationId xmlns:a16="http://schemas.microsoft.com/office/drawing/2014/main" id="{C8F30632-825D-4493-8DA2-3D5E82868DB3}"/>
              </a:ext>
            </a:extLst>
          </p:cNvPr>
          <p:cNvSpPr>
            <a:spLocks xmlns:a="http://schemas.openxmlformats.org/drawingml/2006/main" noGrp="1"/>
          </p:cNvSpPr>
          <p:nvPr/>
        </p:nvSpPr>
        <p:spPr>
          <a:xfrm xmlns:a="http://schemas.openxmlformats.org/drawingml/2006/main">
            <a:off x="5376627" y="2381250"/>
            <a:ext cx="95" cy="2833817"/>
          </a:xfrm>
          <a:custGeom xmlns:a="http://schemas.openxmlformats.org/drawingml/2006/main">
            <a:pathLst>
              <a:path w="95" h="1768688">
                <a:moveTo>
                  <a:pt x="0" y="1768688"/>
                </a:moveTo>
                <a:lnTo>
                  <a:pt x="0" y="0"/>
                </a:lnTo>
              </a:path>
            </a:pathLst>
          </a:custGeom>
          <a:noFill xmlns:a="http://schemas.openxmlformats.org/drawingml/2006/main"/>
          <a:ln xmlns:a="http://schemas.openxmlformats.org/drawingml/2006/main" w="12209">
            <a:solidFill>
              <a:srgbClr val="5A6683"/>
            </a:solidFill>
            <a:prstDash val="solid"/>
          </a:ln>
        </p:spPr>
      </p:sp>
      <p:sp>
        <p:nvSpPr>
          <p:cNvPr id="57" name="Editable chart path">
            <a:extLst xmlns:a="http://schemas.openxmlformats.org/drawingml/2006/main">
              <a:ext uri="{FF2B5EF4-FFF2-40B4-BE49-F238E27FC236}">
                <a16:creationId xmlns:a16="http://schemas.microsoft.com/office/drawing/2014/main" id="{2B41A1CD-BDEF-44B6-8DAA-D094F8991192}"/>
              </a:ext>
            </a:extLst>
          </p:cNvPr>
          <p:cNvSpPr>
            <a:spLocks xmlns:a="http://schemas.openxmlformats.org/drawingml/2006/main" noGrp="1"/>
          </p:cNvSpPr>
          <p:nvPr/>
        </p:nvSpPr>
        <p:spPr>
          <a:xfrm xmlns:a="http://schemas.openxmlformats.org/drawingml/2006/main">
            <a:off x="4509731" y="2698476"/>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5261">
            <a:solidFill>
              <a:srgbClr val="2C5EAA"/>
            </a:solidFill>
            <a:prstDash val="solid"/>
          </a:ln>
        </p:spPr>
      </p:sp>
      <p:sp>
        <p:nvSpPr>
          <p:cNvPr id="58" name="Editable chart path">
            <a:extLst xmlns:a="http://schemas.openxmlformats.org/drawingml/2006/main">
              <a:ext uri="{FF2B5EF4-FFF2-40B4-BE49-F238E27FC236}">
                <a16:creationId xmlns:a16="http://schemas.microsoft.com/office/drawing/2014/main" id="{923CC481-A523-4C93-A695-BFEF4AAFD411}"/>
              </a:ext>
            </a:extLst>
          </p:cNvPr>
          <p:cNvSpPr>
            <a:spLocks xmlns:a="http://schemas.openxmlformats.org/drawingml/2006/main" noGrp="1"/>
          </p:cNvSpPr>
          <p:nvPr/>
        </p:nvSpPr>
        <p:spPr>
          <a:xfrm xmlns:a="http://schemas.openxmlformats.org/drawingml/2006/main">
            <a:off x="4240776" y="3869475"/>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5261">
            <a:solidFill>
              <a:srgbClr val="2C5EAA"/>
            </a:solidFill>
            <a:prstDash val="solid"/>
          </a:ln>
        </p:spPr>
      </p:sp>
      <p:sp>
        <p:nvSpPr>
          <p:cNvPr id="59" name="Editable chart path">
            <a:extLst xmlns:a="http://schemas.openxmlformats.org/drawingml/2006/main">
              <a:ext uri="{FF2B5EF4-FFF2-40B4-BE49-F238E27FC236}">
                <a16:creationId xmlns:a16="http://schemas.microsoft.com/office/drawing/2014/main" id="{319DB1C3-BB93-40FE-974B-453CBAFDB920}"/>
              </a:ext>
            </a:extLst>
          </p:cNvPr>
          <p:cNvSpPr>
            <a:spLocks xmlns:a="http://schemas.openxmlformats.org/drawingml/2006/main" noGrp="1"/>
          </p:cNvSpPr>
          <p:nvPr/>
        </p:nvSpPr>
        <p:spPr>
          <a:xfrm xmlns:a="http://schemas.openxmlformats.org/drawingml/2006/main">
            <a:off x="4074349" y="5040474"/>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5261">
            <a:solidFill>
              <a:srgbClr val="2C5EAA"/>
            </a:solidFill>
            <a:prstDash val="solid"/>
          </a:ln>
        </p:spPr>
      </p:sp>
      <p:sp>
        <p:nvSpPr>
          <p:cNvPr id="60" name="Editable chart path">
            <a:extLst xmlns:a="http://schemas.openxmlformats.org/drawingml/2006/main">
              <a:ext uri="{FF2B5EF4-FFF2-40B4-BE49-F238E27FC236}">
                <a16:creationId xmlns:a16="http://schemas.microsoft.com/office/drawing/2014/main" id="{BAEB0371-440F-4973-9273-3A2192AE7686}"/>
              </a:ext>
            </a:extLst>
          </p:cNvPr>
          <p:cNvSpPr>
            <a:spLocks xmlns:a="http://schemas.openxmlformats.org/drawingml/2006/main" noGrp="1"/>
          </p:cNvSpPr>
          <p:nvPr/>
        </p:nvSpPr>
        <p:spPr>
          <a:xfrm xmlns:a="http://schemas.openxmlformats.org/drawingml/2006/main">
            <a:off x="4792970" y="2464277"/>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C0453C"/>
          </a:solidFill>
          <a:ln xmlns:a="http://schemas.openxmlformats.org/drawingml/2006/main" w="15261">
            <a:solidFill>
              <a:srgbClr val="C0453C"/>
            </a:solidFill>
            <a:prstDash val="solid"/>
          </a:ln>
        </p:spPr>
      </p:sp>
      <p:sp>
        <p:nvSpPr>
          <p:cNvPr id="61" name="Editable chart path">
            <a:extLst xmlns:a="http://schemas.openxmlformats.org/drawingml/2006/main">
              <a:ext uri="{FF2B5EF4-FFF2-40B4-BE49-F238E27FC236}">
                <a16:creationId xmlns:a16="http://schemas.microsoft.com/office/drawing/2014/main" id="{5DB444AB-9EC8-42E7-B76E-D4BE2CEBC1F1}"/>
              </a:ext>
            </a:extLst>
          </p:cNvPr>
          <p:cNvSpPr>
            <a:spLocks xmlns:a="http://schemas.openxmlformats.org/drawingml/2006/main" noGrp="1"/>
          </p:cNvSpPr>
          <p:nvPr/>
        </p:nvSpPr>
        <p:spPr>
          <a:xfrm xmlns:a="http://schemas.openxmlformats.org/drawingml/2006/main">
            <a:off x="4366306" y="3635276"/>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C0453C"/>
          </a:solidFill>
          <a:ln xmlns:a="http://schemas.openxmlformats.org/drawingml/2006/main" w="15261">
            <a:solidFill>
              <a:srgbClr val="C0453C"/>
            </a:solidFill>
            <a:prstDash val="solid"/>
          </a:ln>
        </p:spPr>
      </p:sp>
      <p:sp>
        <p:nvSpPr>
          <p:cNvPr id="62" name="Editable chart path">
            <a:extLst xmlns:a="http://schemas.openxmlformats.org/drawingml/2006/main">
              <a:ext uri="{FF2B5EF4-FFF2-40B4-BE49-F238E27FC236}">
                <a16:creationId xmlns:a16="http://schemas.microsoft.com/office/drawing/2014/main" id="{1B5F0010-6CFB-4C66-8232-EFA09208F575}"/>
              </a:ext>
            </a:extLst>
          </p:cNvPr>
          <p:cNvSpPr>
            <a:spLocks xmlns:a="http://schemas.openxmlformats.org/drawingml/2006/main" noGrp="1"/>
          </p:cNvSpPr>
          <p:nvPr/>
        </p:nvSpPr>
        <p:spPr>
          <a:xfrm xmlns:a="http://schemas.openxmlformats.org/drawingml/2006/main">
            <a:off x="4085813" y="4806274"/>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C0453C"/>
          </a:solidFill>
          <a:ln xmlns:a="http://schemas.openxmlformats.org/drawingml/2006/main" w="15261">
            <a:solidFill>
              <a:srgbClr val="C0453C"/>
            </a:solidFill>
            <a:prstDash val="solid"/>
          </a:ln>
        </p:spPr>
      </p:sp>
      <p:sp>
        <p:nvSpPr>
          <p:cNvPr id="63" name="Editable chart path">
            <a:extLst xmlns:a="http://schemas.openxmlformats.org/drawingml/2006/main">
              <a:ext uri="{FF2B5EF4-FFF2-40B4-BE49-F238E27FC236}">
                <a16:creationId xmlns:a16="http://schemas.microsoft.com/office/drawing/2014/main" id="{78FAFDAC-2E64-4087-BFC8-C66B8A5C2DEC}"/>
              </a:ext>
            </a:extLst>
          </p:cNvPr>
          <p:cNvSpPr>
            <a:spLocks xmlns:a="http://schemas.openxmlformats.org/drawingml/2006/main" noGrp="1"/>
          </p:cNvSpPr>
          <p:nvPr/>
        </p:nvSpPr>
        <p:spPr>
          <a:xfrm xmlns:a="http://schemas.openxmlformats.org/drawingml/2006/main">
            <a:off x="2366955" y="2381250"/>
            <a:ext cx="95" cy="2833817"/>
          </a:xfrm>
          <a:custGeom xmlns:a="http://schemas.openxmlformats.org/drawingml/2006/main">
            <a:pathLst>
              <a:path w="95" h="1768688">
                <a:moveTo>
                  <a:pt x="0" y="1768688"/>
                </a:moveTo>
                <a:lnTo>
                  <a:pt x="0" y="0"/>
                </a:lnTo>
              </a:path>
            </a:pathLst>
          </a:custGeom>
          <a:noFill xmlns:a="http://schemas.openxmlformats.org/drawingml/2006/main"/>
          <a:ln xmlns:a="http://schemas.openxmlformats.org/drawingml/2006/main" w="12209">
            <a:solidFill>
              <a:srgbClr val="5A6683"/>
            </a:solidFill>
            <a:prstDash val="solid"/>
          </a:ln>
        </p:spPr>
      </p:sp>
      <p:sp>
        <p:nvSpPr>
          <p:cNvPr id="64" name="Editable chart path">
            <a:extLst xmlns:a="http://schemas.openxmlformats.org/drawingml/2006/main">
              <a:ext uri="{FF2B5EF4-FFF2-40B4-BE49-F238E27FC236}">
                <a16:creationId xmlns:a16="http://schemas.microsoft.com/office/drawing/2014/main" id="{FD42546C-5D6C-474A-9D0B-F6FC87678D14}"/>
              </a:ext>
            </a:extLst>
          </p:cNvPr>
          <p:cNvSpPr>
            <a:spLocks xmlns:a="http://schemas.openxmlformats.org/drawingml/2006/main" noGrp="1"/>
          </p:cNvSpPr>
          <p:nvPr/>
        </p:nvSpPr>
        <p:spPr>
          <a:xfrm xmlns:a="http://schemas.openxmlformats.org/drawingml/2006/main">
            <a:off x="2366955" y="5215067"/>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12209">
            <a:solidFill>
              <a:srgbClr val="5A6683"/>
            </a:solidFill>
            <a:prstDash val="solid"/>
          </a:ln>
        </p:spPr>
      </p:sp>
      <p:sp>
        <p:nvSpPr>
          <p:cNvPr id="65" name="">
            <a:extLst xmlns:a="http://schemas.openxmlformats.org/drawingml/2006/main">
              <a:ext uri="{FF2B5EF4-FFF2-40B4-BE49-F238E27FC236}">
                <a16:creationId xmlns:a16="http://schemas.microsoft.com/office/drawing/2014/main" id="{3CE2525C-B9B7-463B-AA51-71BDEAA0FEE2}"/>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Share of citywide vacant taxis</a:t>
            </a:r>
          </a:p>
        </p:txBody>
      </p:sp>
      <p:sp>
        <p:nvSpPr>
          <p:cNvPr id="66" name="Editable chart path">
            <a:extLst xmlns:a="http://schemas.openxmlformats.org/drawingml/2006/main">
              <a:ext uri="{FF2B5EF4-FFF2-40B4-BE49-F238E27FC236}">
                <a16:creationId xmlns:a16="http://schemas.microsoft.com/office/drawing/2014/main" id="{AB1BF5BC-2DF5-4321-B894-D5D8C4819DFF}"/>
              </a:ext>
            </a:extLst>
          </p:cNvPr>
          <p:cNvSpPr>
            <a:spLocks xmlns:a="http://schemas.openxmlformats.org/drawingml/2006/main" noGrp="1"/>
          </p:cNvSpPr>
          <p:nvPr/>
        </p:nvSpPr>
        <p:spPr>
          <a:xfrm xmlns:a="http://schemas.openxmlformats.org/drawingml/2006/main">
            <a:off x="7976191"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67" name="">
            <a:extLst xmlns:a="http://schemas.openxmlformats.org/drawingml/2006/main">
              <a:ext uri="{FF2B5EF4-FFF2-40B4-BE49-F238E27FC236}">
                <a16:creationId xmlns:a16="http://schemas.microsoft.com/office/drawing/2014/main" id="{CA776C37-69FB-4B22-9AF9-584A8AB78AD0}"/>
              </a:ext>
            </a:extLst>
          </p:cNvPr>
          <p:cNvSpPr>
            <a:spLocks xmlns:a="http://schemas.openxmlformats.org/drawingml/2006/main" noGrp="1"/>
          </p:cNvSpPr>
          <p:nvPr/>
        </p:nvSpPr>
        <p:spPr>
          <a:xfrm xmlns:a="http://schemas.openxmlformats.org/drawingml/2006/main" rot="0">
            <a:off x="7848147" y="5305934"/>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68" name="Editable chart path">
            <a:extLst xmlns:a="http://schemas.openxmlformats.org/drawingml/2006/main">
              <a:ext uri="{FF2B5EF4-FFF2-40B4-BE49-F238E27FC236}">
                <a16:creationId xmlns:a16="http://schemas.microsoft.com/office/drawing/2014/main" id="{B5DC3589-967C-4C0F-9F18-131E732AA68F}"/>
              </a:ext>
            </a:extLst>
          </p:cNvPr>
          <p:cNvSpPr>
            <a:spLocks xmlns:a="http://schemas.openxmlformats.org/drawingml/2006/main" noGrp="1"/>
          </p:cNvSpPr>
          <p:nvPr/>
        </p:nvSpPr>
        <p:spPr>
          <a:xfrm xmlns:a="http://schemas.openxmlformats.org/drawingml/2006/main">
            <a:off x="8494503"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69" name="">
            <a:extLst xmlns:a="http://schemas.openxmlformats.org/drawingml/2006/main">
              <a:ext uri="{FF2B5EF4-FFF2-40B4-BE49-F238E27FC236}">
                <a16:creationId xmlns:a16="http://schemas.microsoft.com/office/drawing/2014/main" id="{A5C7A1C4-03DE-42B9-AE53-B1FD75845DAD}"/>
              </a:ext>
            </a:extLst>
          </p:cNvPr>
          <p:cNvSpPr>
            <a:spLocks xmlns:a="http://schemas.openxmlformats.org/drawingml/2006/main" noGrp="1"/>
          </p:cNvSpPr>
          <p:nvPr/>
        </p:nvSpPr>
        <p:spPr>
          <a:xfrm xmlns:a="http://schemas.openxmlformats.org/drawingml/2006/main" rot="0">
            <a:off x="8366803" y="5305934"/>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70" name="Editable chart path">
            <a:extLst xmlns:a="http://schemas.openxmlformats.org/drawingml/2006/main">
              <a:ext uri="{FF2B5EF4-FFF2-40B4-BE49-F238E27FC236}">
                <a16:creationId xmlns:a16="http://schemas.microsoft.com/office/drawing/2014/main" id="{542F670F-1637-4E37-AAFA-D1BCF0245129}"/>
              </a:ext>
            </a:extLst>
          </p:cNvPr>
          <p:cNvSpPr>
            <a:spLocks xmlns:a="http://schemas.openxmlformats.org/drawingml/2006/main" noGrp="1"/>
          </p:cNvSpPr>
          <p:nvPr/>
        </p:nvSpPr>
        <p:spPr>
          <a:xfrm xmlns:a="http://schemas.openxmlformats.org/drawingml/2006/main">
            <a:off x="9012816"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71" name="">
            <a:extLst xmlns:a="http://schemas.openxmlformats.org/drawingml/2006/main">
              <a:ext uri="{FF2B5EF4-FFF2-40B4-BE49-F238E27FC236}">
                <a16:creationId xmlns:a16="http://schemas.microsoft.com/office/drawing/2014/main" id="{8B8D1ADD-58D1-450C-8E8A-0EBF4785B01E}"/>
              </a:ext>
            </a:extLst>
          </p:cNvPr>
          <p:cNvSpPr>
            <a:spLocks xmlns:a="http://schemas.openxmlformats.org/drawingml/2006/main" noGrp="1"/>
          </p:cNvSpPr>
          <p:nvPr/>
        </p:nvSpPr>
        <p:spPr>
          <a:xfrm xmlns:a="http://schemas.openxmlformats.org/drawingml/2006/main" rot="0">
            <a:off x="8902583" y="5305934"/>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72" name="Editable chart path">
            <a:extLst xmlns:a="http://schemas.openxmlformats.org/drawingml/2006/main">
              <a:ext uri="{FF2B5EF4-FFF2-40B4-BE49-F238E27FC236}">
                <a16:creationId xmlns:a16="http://schemas.microsoft.com/office/drawing/2014/main" id="{F5FD5FE8-9F5D-490A-A3D4-6BF1FD203B81}"/>
              </a:ext>
            </a:extLst>
          </p:cNvPr>
          <p:cNvSpPr>
            <a:spLocks xmlns:a="http://schemas.openxmlformats.org/drawingml/2006/main" noGrp="1"/>
          </p:cNvSpPr>
          <p:nvPr/>
        </p:nvSpPr>
        <p:spPr>
          <a:xfrm xmlns:a="http://schemas.openxmlformats.org/drawingml/2006/main">
            <a:off x="9531128"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73" name="">
            <a:extLst xmlns:a="http://schemas.openxmlformats.org/drawingml/2006/main">
              <a:ext uri="{FF2B5EF4-FFF2-40B4-BE49-F238E27FC236}">
                <a16:creationId xmlns:a16="http://schemas.microsoft.com/office/drawing/2014/main" id="{2F91182D-E04F-42EF-93BD-B94B56507351}"/>
              </a:ext>
            </a:extLst>
          </p:cNvPr>
          <p:cNvSpPr>
            <a:spLocks xmlns:a="http://schemas.openxmlformats.org/drawingml/2006/main" noGrp="1"/>
          </p:cNvSpPr>
          <p:nvPr/>
        </p:nvSpPr>
        <p:spPr>
          <a:xfrm xmlns:a="http://schemas.openxmlformats.org/drawingml/2006/main" rot="0">
            <a:off x="9421239" y="5305934"/>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74" name="Editable chart path">
            <a:extLst xmlns:a="http://schemas.openxmlformats.org/drawingml/2006/main">
              <a:ext uri="{FF2B5EF4-FFF2-40B4-BE49-F238E27FC236}">
                <a16:creationId xmlns:a16="http://schemas.microsoft.com/office/drawing/2014/main" id="{2D7D0EDC-2DFC-479F-85CA-D40BE6BB4128}"/>
              </a:ext>
            </a:extLst>
          </p:cNvPr>
          <p:cNvSpPr>
            <a:spLocks xmlns:a="http://schemas.openxmlformats.org/drawingml/2006/main" noGrp="1"/>
          </p:cNvSpPr>
          <p:nvPr/>
        </p:nvSpPr>
        <p:spPr>
          <a:xfrm xmlns:a="http://schemas.openxmlformats.org/drawingml/2006/main">
            <a:off x="10049440"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75" name="">
            <a:extLst xmlns:a="http://schemas.openxmlformats.org/drawingml/2006/main">
              <a:ext uri="{FF2B5EF4-FFF2-40B4-BE49-F238E27FC236}">
                <a16:creationId xmlns:a16="http://schemas.microsoft.com/office/drawing/2014/main" id="{E12A9618-38DA-4EAC-BF0E-D6C7ACBE520E}"/>
              </a:ext>
            </a:extLst>
          </p:cNvPr>
          <p:cNvSpPr>
            <a:spLocks xmlns:a="http://schemas.openxmlformats.org/drawingml/2006/main" noGrp="1"/>
          </p:cNvSpPr>
          <p:nvPr/>
        </p:nvSpPr>
        <p:spPr>
          <a:xfrm xmlns:a="http://schemas.openxmlformats.org/drawingml/2006/main" rot="0">
            <a:off x="9961543" y="5305934"/>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76" name="Editable chart path">
            <a:extLst xmlns:a="http://schemas.openxmlformats.org/drawingml/2006/main">
              <a:ext uri="{FF2B5EF4-FFF2-40B4-BE49-F238E27FC236}">
                <a16:creationId xmlns:a16="http://schemas.microsoft.com/office/drawing/2014/main" id="{25F39A62-A2AC-4B91-A2E6-BBC9C9EAA92D}"/>
              </a:ext>
            </a:extLst>
          </p:cNvPr>
          <p:cNvSpPr>
            <a:spLocks xmlns:a="http://schemas.openxmlformats.org/drawingml/2006/main" noGrp="1"/>
          </p:cNvSpPr>
          <p:nvPr/>
        </p:nvSpPr>
        <p:spPr>
          <a:xfrm xmlns:a="http://schemas.openxmlformats.org/drawingml/2006/main">
            <a:off x="10567752"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77" name="">
            <a:extLst xmlns:a="http://schemas.openxmlformats.org/drawingml/2006/main">
              <a:ext uri="{FF2B5EF4-FFF2-40B4-BE49-F238E27FC236}">
                <a16:creationId xmlns:a16="http://schemas.microsoft.com/office/drawing/2014/main" id="{52C2B556-626A-4950-9D69-AED2DFD56572}"/>
              </a:ext>
            </a:extLst>
          </p:cNvPr>
          <p:cNvSpPr>
            <a:spLocks xmlns:a="http://schemas.openxmlformats.org/drawingml/2006/main" noGrp="1"/>
          </p:cNvSpPr>
          <p:nvPr/>
        </p:nvSpPr>
        <p:spPr>
          <a:xfrm xmlns:a="http://schemas.openxmlformats.org/drawingml/2006/main" rot="0">
            <a:off x="10518680" y="5305934"/>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78" name="">
            <a:extLst xmlns:a="http://schemas.openxmlformats.org/drawingml/2006/main">
              <a:ext uri="{FF2B5EF4-FFF2-40B4-BE49-F238E27FC236}">
                <a16:creationId xmlns:a16="http://schemas.microsoft.com/office/drawing/2014/main" id="{6DD80942-2998-4C6E-B579-E2FF7EBD6D84}"/>
              </a:ext>
            </a:extLst>
          </p:cNvPr>
          <p:cNvSpPr>
            <a:spLocks xmlns:a="http://schemas.openxmlformats.org/drawingml/2006/main" noGrp="1"/>
          </p:cNvSpPr>
          <p:nvPr/>
        </p:nvSpPr>
        <p:spPr>
          <a:xfrm xmlns:a="http://schemas.openxmlformats.org/drawingml/2006/main" rot="0">
            <a:off x="8259498" y="5526991"/>
            <a:ext cx="16251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Associated change (%)</a:t>
            </a:r>
          </a:p>
        </p:txBody>
      </p:sp>
      <p:sp>
        <p:nvSpPr>
          <p:cNvPr id="79" name="Editable chart path">
            <a:extLst xmlns:a="http://schemas.openxmlformats.org/drawingml/2006/main">
              <a:ext uri="{FF2B5EF4-FFF2-40B4-BE49-F238E27FC236}">
                <a16:creationId xmlns:a16="http://schemas.microsoft.com/office/drawing/2014/main" id="{244F3A79-2F8A-4BAC-85C8-940A11ECC05F}"/>
              </a:ext>
            </a:extLst>
          </p:cNvPr>
          <p:cNvSpPr>
            <a:spLocks xmlns:a="http://schemas.openxmlformats.org/drawingml/2006/main" noGrp="1"/>
          </p:cNvSpPr>
          <p:nvPr/>
        </p:nvSpPr>
        <p:spPr>
          <a:xfrm xmlns:a="http://schemas.openxmlformats.org/drawingml/2006/main">
            <a:off x="7558080" y="2627160"/>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9157">
            <a:solidFill>
              <a:srgbClr val="E4EAF4"/>
            </a:solidFill>
            <a:prstDash val="solid"/>
          </a:ln>
        </p:spPr>
      </p:sp>
      <p:sp>
        <p:nvSpPr>
          <p:cNvPr id="80" name="Editable chart path">
            <a:extLst xmlns:a="http://schemas.openxmlformats.org/drawingml/2006/main">
              <a:ext uri="{FF2B5EF4-FFF2-40B4-BE49-F238E27FC236}">
                <a16:creationId xmlns:a16="http://schemas.microsoft.com/office/drawing/2014/main" id="{D7147155-14A1-4BDB-B256-C94C47C59BA9}"/>
              </a:ext>
            </a:extLst>
          </p:cNvPr>
          <p:cNvSpPr>
            <a:spLocks xmlns:a="http://schemas.openxmlformats.org/drawingml/2006/main" noGrp="1"/>
          </p:cNvSpPr>
          <p:nvPr/>
        </p:nvSpPr>
        <p:spPr>
          <a:xfrm xmlns:a="http://schemas.openxmlformats.org/drawingml/2006/main">
            <a:off x="7504667" y="2627160"/>
            <a:ext cx="5341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81" name="">
            <a:extLst xmlns:a="http://schemas.openxmlformats.org/drawingml/2006/main">
              <a:ext uri="{FF2B5EF4-FFF2-40B4-BE49-F238E27FC236}">
                <a16:creationId xmlns:a16="http://schemas.microsoft.com/office/drawing/2014/main" id="{CFCBDF8A-AC06-452E-91A2-6396888D8A03}"/>
              </a:ext>
            </a:extLst>
          </p:cNvPr>
          <p:cNvSpPr>
            <a:spLocks xmlns:a="http://schemas.openxmlformats.org/drawingml/2006/main" noGrp="1"/>
          </p:cNvSpPr>
          <p:nvPr/>
        </p:nvSpPr>
        <p:spPr>
          <a:xfrm xmlns:a="http://schemas.openxmlformats.org/drawingml/2006/main" rot="0">
            <a:off x="7113186" y="2545820"/>
            <a:ext cx="33394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a:t>
            </a:r>
          </a:p>
        </p:txBody>
      </p:sp>
      <p:sp>
        <p:nvSpPr>
          <p:cNvPr id="82" name="Editable chart path">
            <a:extLst xmlns:a="http://schemas.openxmlformats.org/drawingml/2006/main">
              <a:ext uri="{FF2B5EF4-FFF2-40B4-BE49-F238E27FC236}">
                <a16:creationId xmlns:a16="http://schemas.microsoft.com/office/drawing/2014/main" id="{E2400E3D-6F82-43D6-8BAA-C9B14914BD8A}"/>
              </a:ext>
            </a:extLst>
          </p:cNvPr>
          <p:cNvSpPr>
            <a:spLocks xmlns:a="http://schemas.openxmlformats.org/drawingml/2006/main" noGrp="1"/>
          </p:cNvSpPr>
          <p:nvPr/>
        </p:nvSpPr>
        <p:spPr>
          <a:xfrm xmlns:a="http://schemas.openxmlformats.org/drawingml/2006/main">
            <a:off x="7558080" y="3798159"/>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9157">
            <a:solidFill>
              <a:srgbClr val="E4EAF4"/>
            </a:solidFill>
            <a:prstDash val="solid"/>
          </a:ln>
        </p:spPr>
      </p:sp>
      <p:sp>
        <p:nvSpPr>
          <p:cNvPr id="83" name="Editable chart path">
            <a:extLst xmlns:a="http://schemas.openxmlformats.org/drawingml/2006/main">
              <a:ext uri="{FF2B5EF4-FFF2-40B4-BE49-F238E27FC236}">
                <a16:creationId xmlns:a16="http://schemas.microsoft.com/office/drawing/2014/main" id="{FA85B9AE-FA7B-4936-9643-960F74BB1473}"/>
              </a:ext>
            </a:extLst>
          </p:cNvPr>
          <p:cNvSpPr>
            <a:spLocks xmlns:a="http://schemas.openxmlformats.org/drawingml/2006/main" noGrp="1"/>
          </p:cNvSpPr>
          <p:nvPr/>
        </p:nvSpPr>
        <p:spPr>
          <a:xfrm xmlns:a="http://schemas.openxmlformats.org/drawingml/2006/main">
            <a:off x="7504667" y="3798159"/>
            <a:ext cx="5341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84" name="">
            <a:extLst xmlns:a="http://schemas.openxmlformats.org/drawingml/2006/main">
              <a:ext uri="{FF2B5EF4-FFF2-40B4-BE49-F238E27FC236}">
                <a16:creationId xmlns:a16="http://schemas.microsoft.com/office/drawing/2014/main" id="{1A159E9F-2130-4F0C-BF2C-98C8311C7CE4}"/>
              </a:ext>
            </a:extLst>
          </p:cNvPr>
          <p:cNvSpPr>
            <a:spLocks xmlns:a="http://schemas.openxmlformats.org/drawingml/2006/main" noGrp="1"/>
          </p:cNvSpPr>
          <p:nvPr/>
        </p:nvSpPr>
        <p:spPr>
          <a:xfrm xmlns:a="http://schemas.openxmlformats.org/drawingml/2006/main" rot="0">
            <a:off x="6769190" y="3716819"/>
            <a:ext cx="67903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Moderate</a:t>
            </a:r>
          </a:p>
        </p:txBody>
      </p:sp>
      <p:sp>
        <p:nvSpPr>
          <p:cNvPr id="85" name="Editable chart path">
            <a:extLst xmlns:a="http://schemas.openxmlformats.org/drawingml/2006/main">
              <a:ext uri="{FF2B5EF4-FFF2-40B4-BE49-F238E27FC236}">
                <a16:creationId xmlns:a16="http://schemas.microsoft.com/office/drawing/2014/main" id="{90BC9C17-A1CC-41DB-854B-284A0DCB5FF6}"/>
              </a:ext>
            </a:extLst>
          </p:cNvPr>
          <p:cNvSpPr>
            <a:spLocks xmlns:a="http://schemas.openxmlformats.org/drawingml/2006/main" noGrp="1"/>
          </p:cNvSpPr>
          <p:nvPr/>
        </p:nvSpPr>
        <p:spPr>
          <a:xfrm xmlns:a="http://schemas.openxmlformats.org/drawingml/2006/main">
            <a:off x="7558080" y="4969158"/>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9157">
            <a:solidFill>
              <a:srgbClr val="E4EAF4"/>
            </a:solidFill>
            <a:prstDash val="solid"/>
          </a:ln>
        </p:spPr>
      </p:sp>
      <p:sp>
        <p:nvSpPr>
          <p:cNvPr id="86" name="Editable chart path">
            <a:extLst xmlns:a="http://schemas.openxmlformats.org/drawingml/2006/main">
              <a:ext uri="{FF2B5EF4-FFF2-40B4-BE49-F238E27FC236}">
                <a16:creationId xmlns:a16="http://schemas.microsoft.com/office/drawing/2014/main" id="{F7C23A4C-3F6A-403D-8C89-40FDAC809E50}"/>
              </a:ext>
            </a:extLst>
          </p:cNvPr>
          <p:cNvSpPr>
            <a:spLocks xmlns:a="http://schemas.openxmlformats.org/drawingml/2006/main" noGrp="1"/>
          </p:cNvSpPr>
          <p:nvPr/>
        </p:nvSpPr>
        <p:spPr>
          <a:xfrm xmlns:a="http://schemas.openxmlformats.org/drawingml/2006/main">
            <a:off x="7504667" y="4969158"/>
            <a:ext cx="5341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87" name="">
            <a:extLst xmlns:a="http://schemas.openxmlformats.org/drawingml/2006/main">
              <a:ext uri="{FF2B5EF4-FFF2-40B4-BE49-F238E27FC236}">
                <a16:creationId xmlns:a16="http://schemas.microsoft.com/office/drawing/2014/main" id="{9AD94CCF-AE0C-40A1-B78D-28C1BB7F7BF7}"/>
              </a:ext>
            </a:extLst>
          </p:cNvPr>
          <p:cNvSpPr>
            <a:spLocks xmlns:a="http://schemas.openxmlformats.org/drawingml/2006/main" noGrp="1"/>
          </p:cNvSpPr>
          <p:nvPr/>
        </p:nvSpPr>
        <p:spPr>
          <a:xfrm xmlns:a="http://schemas.openxmlformats.org/drawingml/2006/main" rot="0">
            <a:off x="7010961" y="4887818"/>
            <a:ext cx="43919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a:t>
            </a:r>
          </a:p>
        </p:txBody>
      </p:sp>
      <p:sp>
        <p:nvSpPr>
          <p:cNvPr id="88" name="Editable chart path">
            <a:extLst xmlns:a="http://schemas.openxmlformats.org/drawingml/2006/main">
              <a:ext uri="{FF2B5EF4-FFF2-40B4-BE49-F238E27FC236}">
                <a16:creationId xmlns:a16="http://schemas.microsoft.com/office/drawing/2014/main" id="{F964FDF0-25B2-47B9-A5C1-CC9ECC468030}"/>
              </a:ext>
            </a:extLst>
          </p:cNvPr>
          <p:cNvSpPr>
            <a:spLocks xmlns:a="http://schemas.openxmlformats.org/drawingml/2006/main" noGrp="1"/>
          </p:cNvSpPr>
          <p:nvPr/>
        </p:nvSpPr>
        <p:spPr>
          <a:xfrm xmlns:a="http://schemas.openxmlformats.org/drawingml/2006/main">
            <a:off x="10302121" y="2744260"/>
            <a:ext cx="129336" cy="95"/>
          </a:xfrm>
          <a:custGeom xmlns:a="http://schemas.openxmlformats.org/drawingml/2006/main">
            <a:pathLst>
              <a:path w="80724" h="95">
                <a:moveTo>
                  <a:pt x="0" y="0"/>
                </a:moveTo>
                <a:lnTo>
                  <a:pt x="80724" y="0"/>
                </a:lnTo>
              </a:path>
            </a:pathLst>
          </a:custGeom>
          <a:noFill xmlns:a="http://schemas.openxmlformats.org/drawingml/2006/main"/>
          <a:ln xmlns:a="http://schemas.openxmlformats.org/drawingml/2006/main" w="22892">
            <a:solidFill>
              <a:srgbClr val="2C5EAA"/>
            </a:solidFill>
            <a:prstDash val="solid"/>
          </a:ln>
        </p:spPr>
      </p:sp>
      <p:sp>
        <p:nvSpPr>
          <p:cNvPr id="89" name="Editable chart path">
            <a:extLst xmlns:a="http://schemas.openxmlformats.org/drawingml/2006/main">
              <a:ext uri="{FF2B5EF4-FFF2-40B4-BE49-F238E27FC236}">
                <a16:creationId xmlns:a16="http://schemas.microsoft.com/office/drawing/2014/main" id="{3B878588-F1E8-405B-A6CE-E5086ED87D9E}"/>
              </a:ext>
            </a:extLst>
          </p:cNvPr>
          <p:cNvSpPr>
            <a:spLocks xmlns:a="http://schemas.openxmlformats.org/drawingml/2006/main" noGrp="1"/>
          </p:cNvSpPr>
          <p:nvPr/>
        </p:nvSpPr>
        <p:spPr>
          <a:xfrm xmlns:a="http://schemas.openxmlformats.org/drawingml/2006/main">
            <a:off x="10021356" y="3915259"/>
            <a:ext cx="198901" cy="95"/>
          </a:xfrm>
          <a:custGeom xmlns:a="http://schemas.openxmlformats.org/drawingml/2006/main">
            <a:pathLst>
              <a:path w="124141" h="95">
                <a:moveTo>
                  <a:pt x="0" y="0"/>
                </a:moveTo>
                <a:lnTo>
                  <a:pt x="124141" y="0"/>
                </a:lnTo>
              </a:path>
            </a:pathLst>
          </a:custGeom>
          <a:noFill xmlns:a="http://schemas.openxmlformats.org/drawingml/2006/main"/>
          <a:ln xmlns:a="http://schemas.openxmlformats.org/drawingml/2006/main" w="22892">
            <a:solidFill>
              <a:srgbClr val="2C5EAA"/>
            </a:solidFill>
            <a:prstDash val="solid"/>
          </a:ln>
        </p:spPr>
      </p:sp>
      <p:sp>
        <p:nvSpPr>
          <p:cNvPr id="90" name="Editable chart path">
            <a:extLst xmlns:a="http://schemas.openxmlformats.org/drawingml/2006/main">
              <a:ext uri="{FF2B5EF4-FFF2-40B4-BE49-F238E27FC236}">
                <a16:creationId xmlns:a16="http://schemas.microsoft.com/office/drawing/2014/main" id="{712AFECF-2BE8-4170-9200-587EF1745712}"/>
              </a:ext>
            </a:extLst>
          </p:cNvPr>
          <p:cNvSpPr>
            <a:spLocks xmlns:a="http://schemas.openxmlformats.org/drawingml/2006/main" noGrp="1"/>
          </p:cNvSpPr>
          <p:nvPr/>
        </p:nvSpPr>
        <p:spPr>
          <a:xfrm xmlns:a="http://schemas.openxmlformats.org/drawingml/2006/main">
            <a:off x="9905503" y="5086258"/>
            <a:ext cx="269001" cy="95"/>
          </a:xfrm>
          <a:custGeom xmlns:a="http://schemas.openxmlformats.org/drawingml/2006/main">
            <a:pathLst>
              <a:path w="167893" h="95">
                <a:moveTo>
                  <a:pt x="0" y="0"/>
                </a:moveTo>
                <a:lnTo>
                  <a:pt x="167893" y="0"/>
                </a:lnTo>
              </a:path>
            </a:pathLst>
          </a:custGeom>
          <a:noFill xmlns:a="http://schemas.openxmlformats.org/drawingml/2006/main"/>
          <a:ln xmlns:a="http://schemas.openxmlformats.org/drawingml/2006/main" w="22892">
            <a:solidFill>
              <a:srgbClr val="2C5EAA"/>
            </a:solidFill>
            <a:prstDash val="solid"/>
          </a:ln>
        </p:spPr>
      </p:sp>
      <p:sp>
        <p:nvSpPr>
          <p:cNvPr id="91" name="Editable chart path">
            <a:extLst xmlns:a="http://schemas.openxmlformats.org/drawingml/2006/main">
              <a:ext uri="{FF2B5EF4-FFF2-40B4-BE49-F238E27FC236}">
                <a16:creationId xmlns:a16="http://schemas.microsoft.com/office/drawing/2014/main" id="{4AA5EE9C-E65B-4A6C-8DF1-C9ED5B122E91}"/>
              </a:ext>
            </a:extLst>
          </p:cNvPr>
          <p:cNvSpPr>
            <a:spLocks xmlns:a="http://schemas.openxmlformats.org/drawingml/2006/main" noGrp="1"/>
          </p:cNvSpPr>
          <p:nvPr/>
        </p:nvSpPr>
        <p:spPr>
          <a:xfrm xmlns:a="http://schemas.openxmlformats.org/drawingml/2006/main">
            <a:off x="10302121" y="2698476"/>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92" name="Editable chart path">
            <a:extLst xmlns:a="http://schemas.openxmlformats.org/drawingml/2006/main">
              <a:ext uri="{FF2B5EF4-FFF2-40B4-BE49-F238E27FC236}">
                <a16:creationId xmlns:a16="http://schemas.microsoft.com/office/drawing/2014/main" id="{3F8F81F2-9C26-4F05-95EB-46B158B44D73}"/>
              </a:ext>
            </a:extLst>
          </p:cNvPr>
          <p:cNvSpPr>
            <a:spLocks xmlns:a="http://schemas.openxmlformats.org/drawingml/2006/main" noGrp="1"/>
          </p:cNvSpPr>
          <p:nvPr/>
        </p:nvSpPr>
        <p:spPr>
          <a:xfrm xmlns:a="http://schemas.openxmlformats.org/drawingml/2006/main">
            <a:off x="10021356" y="3869475"/>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93" name="Editable chart path">
            <a:extLst xmlns:a="http://schemas.openxmlformats.org/drawingml/2006/main">
              <a:ext uri="{FF2B5EF4-FFF2-40B4-BE49-F238E27FC236}">
                <a16:creationId xmlns:a16="http://schemas.microsoft.com/office/drawing/2014/main" id="{78056D76-9FCA-4BF1-81A0-6CAF6493801A}"/>
              </a:ext>
            </a:extLst>
          </p:cNvPr>
          <p:cNvSpPr>
            <a:spLocks xmlns:a="http://schemas.openxmlformats.org/drawingml/2006/main" noGrp="1"/>
          </p:cNvSpPr>
          <p:nvPr/>
        </p:nvSpPr>
        <p:spPr>
          <a:xfrm xmlns:a="http://schemas.openxmlformats.org/drawingml/2006/main">
            <a:off x="9905503" y="5040474"/>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94" name="Editable chart path">
            <a:extLst xmlns:a="http://schemas.openxmlformats.org/drawingml/2006/main">
              <a:ext uri="{FF2B5EF4-FFF2-40B4-BE49-F238E27FC236}">
                <a16:creationId xmlns:a16="http://schemas.microsoft.com/office/drawing/2014/main" id="{ADA84B34-1007-4C17-8CD8-BF765DD5D7F8}"/>
              </a:ext>
            </a:extLst>
          </p:cNvPr>
          <p:cNvSpPr>
            <a:spLocks xmlns:a="http://schemas.openxmlformats.org/drawingml/2006/main" noGrp="1"/>
          </p:cNvSpPr>
          <p:nvPr/>
        </p:nvSpPr>
        <p:spPr>
          <a:xfrm xmlns:a="http://schemas.openxmlformats.org/drawingml/2006/main">
            <a:off x="10431458" y="2698476"/>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95" name="Editable chart path">
            <a:extLst xmlns:a="http://schemas.openxmlformats.org/drawingml/2006/main">
              <a:ext uri="{FF2B5EF4-FFF2-40B4-BE49-F238E27FC236}">
                <a16:creationId xmlns:a16="http://schemas.microsoft.com/office/drawing/2014/main" id="{EAC10487-5B6C-46BC-942C-C9156F9C2262}"/>
              </a:ext>
            </a:extLst>
          </p:cNvPr>
          <p:cNvSpPr>
            <a:spLocks xmlns:a="http://schemas.openxmlformats.org/drawingml/2006/main" noGrp="1"/>
          </p:cNvSpPr>
          <p:nvPr/>
        </p:nvSpPr>
        <p:spPr>
          <a:xfrm xmlns:a="http://schemas.openxmlformats.org/drawingml/2006/main">
            <a:off x="10220256" y="3869475"/>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96" name="Editable chart path">
            <a:extLst xmlns:a="http://schemas.openxmlformats.org/drawingml/2006/main">
              <a:ext uri="{FF2B5EF4-FFF2-40B4-BE49-F238E27FC236}">
                <a16:creationId xmlns:a16="http://schemas.microsoft.com/office/drawing/2014/main" id="{88E1123E-D344-4175-B981-3DD8A6186C94}"/>
              </a:ext>
            </a:extLst>
          </p:cNvPr>
          <p:cNvSpPr>
            <a:spLocks xmlns:a="http://schemas.openxmlformats.org/drawingml/2006/main" noGrp="1"/>
          </p:cNvSpPr>
          <p:nvPr/>
        </p:nvSpPr>
        <p:spPr>
          <a:xfrm xmlns:a="http://schemas.openxmlformats.org/drawingml/2006/main">
            <a:off x="10174503" y="5040474"/>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97" name="Editable chart path">
            <a:extLst xmlns:a="http://schemas.openxmlformats.org/drawingml/2006/main">
              <a:ext uri="{FF2B5EF4-FFF2-40B4-BE49-F238E27FC236}">
                <a16:creationId xmlns:a16="http://schemas.microsoft.com/office/drawing/2014/main" id="{9A8C90A4-3204-4B5F-B465-2539748F82C9}"/>
              </a:ext>
            </a:extLst>
          </p:cNvPr>
          <p:cNvSpPr>
            <a:spLocks xmlns:a="http://schemas.openxmlformats.org/drawingml/2006/main" noGrp="1"/>
          </p:cNvSpPr>
          <p:nvPr/>
        </p:nvSpPr>
        <p:spPr>
          <a:xfrm xmlns:a="http://schemas.openxmlformats.org/drawingml/2006/main">
            <a:off x="10369852" y="2510060"/>
            <a:ext cx="84748" cy="95"/>
          </a:xfrm>
          <a:custGeom xmlns:a="http://schemas.openxmlformats.org/drawingml/2006/main">
            <a:pathLst>
              <a:path w="52895" h="95">
                <a:moveTo>
                  <a:pt x="0" y="0"/>
                </a:moveTo>
                <a:lnTo>
                  <a:pt x="52895" y="0"/>
                </a:lnTo>
              </a:path>
            </a:pathLst>
          </a:custGeom>
          <a:noFill xmlns:a="http://schemas.openxmlformats.org/drawingml/2006/main"/>
          <a:ln xmlns:a="http://schemas.openxmlformats.org/drawingml/2006/main" w="22892">
            <a:solidFill>
              <a:srgbClr val="C0453C"/>
            </a:solidFill>
            <a:prstDash val="solid"/>
          </a:ln>
        </p:spPr>
      </p:sp>
      <p:sp>
        <p:nvSpPr>
          <p:cNvPr id="98" name="Editable chart path">
            <a:extLst xmlns:a="http://schemas.openxmlformats.org/drawingml/2006/main">
              <a:ext uri="{FF2B5EF4-FFF2-40B4-BE49-F238E27FC236}">
                <a16:creationId xmlns:a16="http://schemas.microsoft.com/office/drawing/2014/main" id="{C83EB5DC-159F-48BF-82CE-A180CD6FCF62}"/>
              </a:ext>
            </a:extLst>
          </p:cNvPr>
          <p:cNvSpPr>
            <a:spLocks xmlns:a="http://schemas.openxmlformats.org/drawingml/2006/main" noGrp="1"/>
          </p:cNvSpPr>
          <p:nvPr/>
        </p:nvSpPr>
        <p:spPr>
          <a:xfrm xmlns:a="http://schemas.openxmlformats.org/drawingml/2006/main">
            <a:off x="10061635" y="3681059"/>
            <a:ext cx="175561" cy="95"/>
          </a:xfrm>
          <a:custGeom xmlns:a="http://schemas.openxmlformats.org/drawingml/2006/main">
            <a:pathLst>
              <a:path w="109574" h="95">
                <a:moveTo>
                  <a:pt x="0" y="0"/>
                </a:moveTo>
                <a:lnTo>
                  <a:pt x="109574" y="0"/>
                </a:lnTo>
              </a:path>
            </a:pathLst>
          </a:custGeom>
          <a:noFill xmlns:a="http://schemas.openxmlformats.org/drawingml/2006/main"/>
          <a:ln xmlns:a="http://schemas.openxmlformats.org/drawingml/2006/main" w="22892">
            <a:solidFill>
              <a:srgbClr val="C0453C"/>
            </a:solidFill>
            <a:prstDash val="solid"/>
          </a:ln>
        </p:spPr>
      </p:sp>
      <p:sp>
        <p:nvSpPr>
          <p:cNvPr id="99" name="Editable chart path">
            <a:extLst xmlns:a="http://schemas.openxmlformats.org/drawingml/2006/main">
              <a:ext uri="{FF2B5EF4-FFF2-40B4-BE49-F238E27FC236}">
                <a16:creationId xmlns:a16="http://schemas.microsoft.com/office/drawing/2014/main" id="{0590D9B7-E403-4B87-A763-6ECCCEEC022B}"/>
              </a:ext>
            </a:extLst>
          </p:cNvPr>
          <p:cNvSpPr>
            <a:spLocks xmlns:a="http://schemas.openxmlformats.org/drawingml/2006/main" noGrp="1"/>
          </p:cNvSpPr>
          <p:nvPr/>
        </p:nvSpPr>
        <p:spPr>
          <a:xfrm xmlns:a="http://schemas.openxmlformats.org/drawingml/2006/main">
            <a:off x="9825162" y="4852058"/>
            <a:ext cx="271984" cy="95"/>
          </a:xfrm>
          <a:custGeom xmlns:a="http://schemas.openxmlformats.org/drawingml/2006/main">
            <a:pathLst>
              <a:path w="169755" h="95">
                <a:moveTo>
                  <a:pt x="0" y="0"/>
                </a:moveTo>
                <a:lnTo>
                  <a:pt x="169755" y="0"/>
                </a:lnTo>
              </a:path>
            </a:pathLst>
          </a:custGeom>
          <a:noFill xmlns:a="http://schemas.openxmlformats.org/drawingml/2006/main"/>
          <a:ln xmlns:a="http://schemas.openxmlformats.org/drawingml/2006/main" w="22892">
            <a:solidFill>
              <a:srgbClr val="C0453C"/>
            </a:solidFill>
            <a:prstDash val="solid"/>
          </a:ln>
        </p:spPr>
      </p:sp>
      <p:sp>
        <p:nvSpPr>
          <p:cNvPr id="100" name="Editable chart path">
            <a:extLst xmlns:a="http://schemas.openxmlformats.org/drawingml/2006/main">
              <a:ext uri="{FF2B5EF4-FFF2-40B4-BE49-F238E27FC236}">
                <a16:creationId xmlns:a16="http://schemas.microsoft.com/office/drawing/2014/main" id="{6B423E25-F0FA-4EC9-9809-50419EBC417F}"/>
              </a:ext>
            </a:extLst>
          </p:cNvPr>
          <p:cNvSpPr>
            <a:spLocks xmlns:a="http://schemas.openxmlformats.org/drawingml/2006/main" noGrp="1"/>
          </p:cNvSpPr>
          <p:nvPr/>
        </p:nvSpPr>
        <p:spPr>
          <a:xfrm xmlns:a="http://schemas.openxmlformats.org/drawingml/2006/main">
            <a:off x="10369852" y="2464277"/>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101" name="Editable chart path">
            <a:extLst xmlns:a="http://schemas.openxmlformats.org/drawingml/2006/main">
              <a:ext uri="{FF2B5EF4-FFF2-40B4-BE49-F238E27FC236}">
                <a16:creationId xmlns:a16="http://schemas.microsoft.com/office/drawing/2014/main" id="{C96DECF3-60BB-4CB0-BC0B-EB1A175DEE1A}"/>
              </a:ext>
            </a:extLst>
          </p:cNvPr>
          <p:cNvSpPr>
            <a:spLocks xmlns:a="http://schemas.openxmlformats.org/drawingml/2006/main" noGrp="1"/>
          </p:cNvSpPr>
          <p:nvPr/>
        </p:nvSpPr>
        <p:spPr>
          <a:xfrm xmlns:a="http://schemas.openxmlformats.org/drawingml/2006/main">
            <a:off x="10061635" y="3635276"/>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102" name="Editable chart path">
            <a:extLst xmlns:a="http://schemas.openxmlformats.org/drawingml/2006/main">
              <a:ext uri="{FF2B5EF4-FFF2-40B4-BE49-F238E27FC236}">
                <a16:creationId xmlns:a16="http://schemas.microsoft.com/office/drawing/2014/main" id="{B7BDE9D4-CCA0-4BC7-8006-36D41C744DD4}"/>
              </a:ext>
            </a:extLst>
          </p:cNvPr>
          <p:cNvSpPr>
            <a:spLocks xmlns:a="http://schemas.openxmlformats.org/drawingml/2006/main" noGrp="1"/>
          </p:cNvSpPr>
          <p:nvPr/>
        </p:nvSpPr>
        <p:spPr>
          <a:xfrm xmlns:a="http://schemas.openxmlformats.org/drawingml/2006/main">
            <a:off x="9825162" y="4806274"/>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103" name="Editable chart path">
            <a:extLst xmlns:a="http://schemas.openxmlformats.org/drawingml/2006/main">
              <a:ext uri="{FF2B5EF4-FFF2-40B4-BE49-F238E27FC236}">
                <a16:creationId xmlns:a16="http://schemas.microsoft.com/office/drawing/2014/main" id="{F79D76CB-F604-4166-B060-11F1F375A6FF}"/>
              </a:ext>
            </a:extLst>
          </p:cNvPr>
          <p:cNvSpPr>
            <a:spLocks xmlns:a="http://schemas.openxmlformats.org/drawingml/2006/main" noGrp="1"/>
          </p:cNvSpPr>
          <p:nvPr/>
        </p:nvSpPr>
        <p:spPr>
          <a:xfrm xmlns:a="http://schemas.openxmlformats.org/drawingml/2006/main">
            <a:off x="10454601" y="2464277"/>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104" name="Editable chart path">
            <a:extLst xmlns:a="http://schemas.openxmlformats.org/drawingml/2006/main">
              <a:ext uri="{FF2B5EF4-FFF2-40B4-BE49-F238E27FC236}">
                <a16:creationId xmlns:a16="http://schemas.microsoft.com/office/drawing/2014/main" id="{D4ECF41C-1897-41A2-B596-AA021EEBAC89}"/>
              </a:ext>
            </a:extLst>
          </p:cNvPr>
          <p:cNvSpPr>
            <a:spLocks xmlns:a="http://schemas.openxmlformats.org/drawingml/2006/main" noGrp="1"/>
          </p:cNvSpPr>
          <p:nvPr/>
        </p:nvSpPr>
        <p:spPr>
          <a:xfrm xmlns:a="http://schemas.openxmlformats.org/drawingml/2006/main">
            <a:off x="10237196" y="3635276"/>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105" name="Editable chart path">
            <a:extLst xmlns:a="http://schemas.openxmlformats.org/drawingml/2006/main">
              <a:ext uri="{FF2B5EF4-FFF2-40B4-BE49-F238E27FC236}">
                <a16:creationId xmlns:a16="http://schemas.microsoft.com/office/drawing/2014/main" id="{F419A24A-82E9-470F-93A0-AFA15238558C}"/>
              </a:ext>
            </a:extLst>
          </p:cNvPr>
          <p:cNvSpPr>
            <a:spLocks xmlns:a="http://schemas.openxmlformats.org/drawingml/2006/main" noGrp="1"/>
          </p:cNvSpPr>
          <p:nvPr/>
        </p:nvSpPr>
        <p:spPr>
          <a:xfrm xmlns:a="http://schemas.openxmlformats.org/drawingml/2006/main">
            <a:off x="10097147" y="4806274"/>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106" name="Editable chart path">
            <a:extLst xmlns:a="http://schemas.openxmlformats.org/drawingml/2006/main">
              <a:ext uri="{FF2B5EF4-FFF2-40B4-BE49-F238E27FC236}">
                <a16:creationId xmlns:a16="http://schemas.microsoft.com/office/drawing/2014/main" id="{C977E2D9-7F8E-4D36-9D81-59A79062EDCA}"/>
              </a:ext>
            </a:extLst>
          </p:cNvPr>
          <p:cNvSpPr>
            <a:spLocks xmlns:a="http://schemas.openxmlformats.org/drawingml/2006/main" noGrp="1"/>
          </p:cNvSpPr>
          <p:nvPr/>
        </p:nvSpPr>
        <p:spPr>
          <a:xfrm xmlns:a="http://schemas.openxmlformats.org/drawingml/2006/main">
            <a:off x="10567752" y="2381250"/>
            <a:ext cx="95" cy="2833817"/>
          </a:xfrm>
          <a:custGeom xmlns:a="http://schemas.openxmlformats.org/drawingml/2006/main">
            <a:pathLst>
              <a:path w="95" h="1768688">
                <a:moveTo>
                  <a:pt x="0" y="1768688"/>
                </a:moveTo>
                <a:lnTo>
                  <a:pt x="0" y="0"/>
                </a:lnTo>
              </a:path>
            </a:pathLst>
          </a:custGeom>
          <a:noFill xmlns:a="http://schemas.openxmlformats.org/drawingml/2006/main"/>
          <a:ln xmlns:a="http://schemas.openxmlformats.org/drawingml/2006/main" w="12209">
            <a:solidFill>
              <a:srgbClr val="5A6683"/>
            </a:solidFill>
            <a:prstDash val="solid"/>
          </a:ln>
        </p:spPr>
      </p:sp>
      <p:sp>
        <p:nvSpPr>
          <p:cNvPr id="107" name="Editable chart path">
            <a:extLst xmlns:a="http://schemas.openxmlformats.org/drawingml/2006/main">
              <a:ext uri="{FF2B5EF4-FFF2-40B4-BE49-F238E27FC236}">
                <a16:creationId xmlns:a16="http://schemas.microsoft.com/office/drawing/2014/main" id="{CC66E4A0-D34B-43ED-9DC1-DC0927A36FF3}"/>
              </a:ext>
            </a:extLst>
          </p:cNvPr>
          <p:cNvSpPr>
            <a:spLocks xmlns:a="http://schemas.openxmlformats.org/drawingml/2006/main" noGrp="1"/>
          </p:cNvSpPr>
          <p:nvPr/>
        </p:nvSpPr>
        <p:spPr>
          <a:xfrm xmlns:a="http://schemas.openxmlformats.org/drawingml/2006/main">
            <a:off x="10320801" y="2698476"/>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5261">
            <a:solidFill>
              <a:srgbClr val="2C5EAA"/>
            </a:solidFill>
            <a:prstDash val="solid"/>
          </a:ln>
        </p:spPr>
      </p:sp>
      <p:sp>
        <p:nvSpPr>
          <p:cNvPr id="108" name="Editable chart path">
            <a:extLst xmlns:a="http://schemas.openxmlformats.org/drawingml/2006/main">
              <a:ext uri="{FF2B5EF4-FFF2-40B4-BE49-F238E27FC236}">
                <a16:creationId xmlns:a16="http://schemas.microsoft.com/office/drawing/2014/main" id="{6E436701-2ED4-4DD7-B8C8-FD07D5CCC25F}"/>
              </a:ext>
            </a:extLst>
          </p:cNvPr>
          <p:cNvSpPr>
            <a:spLocks xmlns:a="http://schemas.openxmlformats.org/drawingml/2006/main" noGrp="1"/>
          </p:cNvSpPr>
          <p:nvPr/>
        </p:nvSpPr>
        <p:spPr>
          <a:xfrm xmlns:a="http://schemas.openxmlformats.org/drawingml/2006/main">
            <a:off x="10074524" y="3869475"/>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5261">
            <a:solidFill>
              <a:srgbClr val="2C5EAA"/>
            </a:solidFill>
            <a:prstDash val="solid"/>
          </a:ln>
        </p:spPr>
      </p:sp>
      <p:sp>
        <p:nvSpPr>
          <p:cNvPr id="109" name="Editable chart path">
            <a:extLst xmlns:a="http://schemas.openxmlformats.org/drawingml/2006/main">
              <a:ext uri="{FF2B5EF4-FFF2-40B4-BE49-F238E27FC236}">
                <a16:creationId xmlns:a16="http://schemas.microsoft.com/office/drawing/2014/main" id="{69BF035B-B472-4407-9E79-A2C91E12EE9E}"/>
              </a:ext>
            </a:extLst>
          </p:cNvPr>
          <p:cNvSpPr>
            <a:spLocks xmlns:a="http://schemas.openxmlformats.org/drawingml/2006/main" noGrp="1"/>
          </p:cNvSpPr>
          <p:nvPr/>
        </p:nvSpPr>
        <p:spPr>
          <a:xfrm xmlns:a="http://schemas.openxmlformats.org/drawingml/2006/main">
            <a:off x="9993300" y="5040474"/>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5261">
            <a:solidFill>
              <a:srgbClr val="2C5EAA"/>
            </a:solidFill>
            <a:prstDash val="solid"/>
          </a:ln>
        </p:spPr>
      </p:sp>
      <p:sp>
        <p:nvSpPr>
          <p:cNvPr id="110" name="Editable chart path">
            <a:extLst xmlns:a="http://schemas.openxmlformats.org/drawingml/2006/main">
              <a:ext uri="{FF2B5EF4-FFF2-40B4-BE49-F238E27FC236}">
                <a16:creationId xmlns:a16="http://schemas.microsoft.com/office/drawing/2014/main" id="{A4549CA1-3FE5-4471-A30F-076F51824B3A}"/>
              </a:ext>
            </a:extLst>
          </p:cNvPr>
          <p:cNvSpPr>
            <a:spLocks xmlns:a="http://schemas.openxmlformats.org/drawingml/2006/main" noGrp="1"/>
          </p:cNvSpPr>
          <p:nvPr/>
        </p:nvSpPr>
        <p:spPr>
          <a:xfrm xmlns:a="http://schemas.openxmlformats.org/drawingml/2006/main">
            <a:off x="10366355" y="2464277"/>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C0453C"/>
          </a:solidFill>
          <a:ln xmlns:a="http://schemas.openxmlformats.org/drawingml/2006/main" w="15261">
            <a:solidFill>
              <a:srgbClr val="C0453C"/>
            </a:solidFill>
            <a:prstDash val="solid"/>
          </a:ln>
        </p:spPr>
      </p:sp>
      <p:sp>
        <p:nvSpPr>
          <p:cNvPr id="111" name="Editable chart path">
            <a:extLst xmlns:a="http://schemas.openxmlformats.org/drawingml/2006/main">
              <a:ext uri="{FF2B5EF4-FFF2-40B4-BE49-F238E27FC236}">
                <a16:creationId xmlns:a16="http://schemas.microsoft.com/office/drawing/2014/main" id="{3E4DF42F-3124-4B17-8400-6857509BDB85}"/>
              </a:ext>
            </a:extLst>
          </p:cNvPr>
          <p:cNvSpPr>
            <a:spLocks xmlns:a="http://schemas.openxmlformats.org/drawingml/2006/main" noGrp="1"/>
          </p:cNvSpPr>
          <p:nvPr/>
        </p:nvSpPr>
        <p:spPr>
          <a:xfrm xmlns:a="http://schemas.openxmlformats.org/drawingml/2006/main">
            <a:off x="10103245" y="3635276"/>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C0453C"/>
          </a:solidFill>
          <a:ln xmlns:a="http://schemas.openxmlformats.org/drawingml/2006/main" w="15261">
            <a:solidFill>
              <a:srgbClr val="C0453C"/>
            </a:solidFill>
            <a:prstDash val="solid"/>
          </a:ln>
        </p:spPr>
      </p:sp>
      <p:sp>
        <p:nvSpPr>
          <p:cNvPr id="112" name="Editable chart path">
            <a:extLst xmlns:a="http://schemas.openxmlformats.org/drawingml/2006/main">
              <a:ext uri="{FF2B5EF4-FFF2-40B4-BE49-F238E27FC236}">
                <a16:creationId xmlns:a16="http://schemas.microsoft.com/office/drawing/2014/main" id="{35FE9A2A-77DB-41AD-9135-35EA423AC024}"/>
              </a:ext>
            </a:extLst>
          </p:cNvPr>
          <p:cNvSpPr>
            <a:spLocks xmlns:a="http://schemas.openxmlformats.org/drawingml/2006/main" noGrp="1"/>
          </p:cNvSpPr>
          <p:nvPr/>
        </p:nvSpPr>
        <p:spPr>
          <a:xfrm xmlns:a="http://schemas.openxmlformats.org/drawingml/2006/main">
            <a:off x="9914424" y="4806274"/>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C0453C"/>
          </a:solidFill>
          <a:ln xmlns:a="http://schemas.openxmlformats.org/drawingml/2006/main" w="15261">
            <a:solidFill>
              <a:srgbClr val="C0453C"/>
            </a:solidFill>
            <a:prstDash val="solid"/>
          </a:ln>
        </p:spPr>
      </p:sp>
      <p:sp>
        <p:nvSpPr>
          <p:cNvPr id="113" name="Editable chart path">
            <a:extLst xmlns:a="http://schemas.openxmlformats.org/drawingml/2006/main">
              <a:ext uri="{FF2B5EF4-FFF2-40B4-BE49-F238E27FC236}">
                <a16:creationId xmlns:a16="http://schemas.microsoft.com/office/drawing/2014/main" id="{45689E68-5A3B-415E-A20B-6CFA4B68BD15}"/>
              </a:ext>
            </a:extLst>
          </p:cNvPr>
          <p:cNvSpPr>
            <a:spLocks xmlns:a="http://schemas.openxmlformats.org/drawingml/2006/main" noGrp="1"/>
          </p:cNvSpPr>
          <p:nvPr/>
        </p:nvSpPr>
        <p:spPr>
          <a:xfrm xmlns:a="http://schemas.openxmlformats.org/drawingml/2006/main">
            <a:off x="7558080" y="2381250"/>
            <a:ext cx="95" cy="2833817"/>
          </a:xfrm>
          <a:custGeom xmlns:a="http://schemas.openxmlformats.org/drawingml/2006/main">
            <a:pathLst>
              <a:path w="95" h="1768688">
                <a:moveTo>
                  <a:pt x="0" y="1768688"/>
                </a:moveTo>
                <a:lnTo>
                  <a:pt x="0" y="0"/>
                </a:lnTo>
              </a:path>
            </a:pathLst>
          </a:custGeom>
          <a:noFill xmlns:a="http://schemas.openxmlformats.org/drawingml/2006/main"/>
          <a:ln xmlns:a="http://schemas.openxmlformats.org/drawingml/2006/main" w="12209">
            <a:solidFill>
              <a:srgbClr val="5A6683"/>
            </a:solidFill>
            <a:prstDash val="solid"/>
          </a:ln>
        </p:spPr>
      </p:sp>
      <p:sp>
        <p:nvSpPr>
          <p:cNvPr id="114" name="Editable chart path">
            <a:extLst xmlns:a="http://schemas.openxmlformats.org/drawingml/2006/main">
              <a:ext uri="{FF2B5EF4-FFF2-40B4-BE49-F238E27FC236}">
                <a16:creationId xmlns:a16="http://schemas.microsoft.com/office/drawing/2014/main" id="{0BC3FA8D-5A21-4D1F-9AF8-4E5E52ECABAF}"/>
              </a:ext>
            </a:extLst>
          </p:cNvPr>
          <p:cNvSpPr>
            <a:spLocks xmlns:a="http://schemas.openxmlformats.org/drawingml/2006/main" noGrp="1"/>
          </p:cNvSpPr>
          <p:nvPr/>
        </p:nvSpPr>
        <p:spPr>
          <a:xfrm xmlns:a="http://schemas.openxmlformats.org/drawingml/2006/main">
            <a:off x="7558080" y="5215067"/>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12209">
            <a:solidFill>
              <a:srgbClr val="5A6683"/>
            </a:solidFill>
            <a:prstDash val="solid"/>
          </a:ln>
        </p:spPr>
      </p:sp>
      <p:sp>
        <p:nvSpPr>
          <p:cNvPr id="115" name="">
            <a:extLst xmlns:a="http://schemas.openxmlformats.org/drawingml/2006/main">
              <a:ext uri="{FF2B5EF4-FFF2-40B4-BE49-F238E27FC236}">
                <a16:creationId xmlns:a16="http://schemas.microsoft.com/office/drawing/2014/main" id="{A3617FC3-15C9-464D-B6A9-174D4FCD89A8}"/>
              </a:ext>
            </a:extLst>
          </p:cNvPr>
          <p:cNvSpPr>
            <a:spLocks xmlns:a="http://schemas.openxmlformats.org/drawingml/2006/main" noGrp="1"/>
          </p:cNvSpPr>
          <p:nvPr/>
        </p:nvSpPr>
        <p:spPr>
          <a:xfrm xmlns:a="http://schemas.openxmlformats.org/drawingml/2006/main">
            <a:off x="4000500" y="57054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16" name="">
            <a:extLst xmlns:a="http://schemas.openxmlformats.org/drawingml/2006/main">
              <a:ext uri="{FF2B5EF4-FFF2-40B4-BE49-F238E27FC236}">
                <a16:creationId xmlns:a16="http://schemas.microsoft.com/office/drawing/2014/main" id="{CAB15B22-F9EC-4091-8B8E-A9CC8BD91D13}"/>
              </a:ext>
            </a:extLst>
          </p:cNvPr>
          <p:cNvSpPr>
            <a:spLocks xmlns:a="http://schemas.openxmlformats.org/drawingml/2006/main" noGrp="1"/>
          </p:cNvSpPr>
          <p:nvPr/>
        </p:nvSpPr>
        <p:spPr>
          <a:xfrm xmlns:a="http://schemas.openxmlformats.org/drawingml/2006/main">
            <a:off x="4229100" y="5638800"/>
            <a:ext cx="48882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gauge</a:t>
            </a:r>
          </a:p>
        </p:txBody>
      </p:sp>
      <p:sp>
        <p:nvSpPr>
          <p:cNvPr id="117" name="">
            <a:extLst xmlns:a="http://schemas.openxmlformats.org/drawingml/2006/main">
              <a:ext uri="{FF2B5EF4-FFF2-40B4-BE49-F238E27FC236}">
                <a16:creationId xmlns:a16="http://schemas.microsoft.com/office/drawing/2014/main" id="{4208099E-393C-42A9-BA53-6FA795A61CC1}"/>
              </a:ext>
            </a:extLst>
          </p:cNvPr>
          <p:cNvSpPr>
            <a:spLocks xmlns:a="http://schemas.openxmlformats.org/drawingml/2006/main" noGrp="1"/>
          </p:cNvSpPr>
          <p:nvPr/>
        </p:nvSpPr>
        <p:spPr>
          <a:xfrm xmlns:a="http://schemas.openxmlformats.org/drawingml/2006/main">
            <a:off x="4927473" y="57054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18" name="">
            <a:extLst xmlns:a="http://schemas.openxmlformats.org/drawingml/2006/main">
              <a:ext uri="{FF2B5EF4-FFF2-40B4-BE49-F238E27FC236}">
                <a16:creationId xmlns:a16="http://schemas.microsoft.com/office/drawing/2014/main" id="{7AC56752-EF30-4612-8391-3B651B691318}"/>
              </a:ext>
            </a:extLst>
          </p:cNvPr>
          <p:cNvSpPr>
            <a:spLocks xmlns:a="http://schemas.openxmlformats.org/drawingml/2006/main" noGrp="1"/>
          </p:cNvSpPr>
          <p:nvPr/>
        </p:nvSpPr>
        <p:spPr>
          <a:xfrm xmlns:a="http://schemas.openxmlformats.org/drawingml/2006/main">
            <a:off x="5156073" y="5638800"/>
            <a:ext cx="415385"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radar</a:t>
            </a:r>
          </a:p>
        </p:txBody>
      </p:sp>
    </p:spTree>
    <p:extLst>
      <p:ext uri="{BB962C8B-B14F-4D97-AF65-F5344CB8AC3E}">
        <p14:creationId xmlns:p14="http://schemas.microsoft.com/office/powerpoint/2010/main" val="597896415"/>
      </p:ext>
    </p:extLst>
  </p:cSld>
</p:sld>
</file>

<file path=ppt/slides/slide66.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GAUGE AND RADAR MEASUREMENT CHECK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Same-sample comparisons use saved radar tables. Gauge results remain the headline.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66</a:t>
            </a:r>
            <a:endParaRPr sz="1200"/>
          </a:p>
        </p:txBody>
      </p:sp>
      <p:sp>
        <p:nvSpPr>
          <p:cNvPr id="14" name="">
            <a:extLst xmlns:a="http://schemas.openxmlformats.org/drawingml/2006/main">
              <a:ext uri="{FF2B5EF4-FFF2-40B4-BE49-F238E27FC236}">
                <a16:creationId xmlns:a16="http://schemas.microsoft.com/office/drawing/2014/main" id="{0CB274A9-EEE2-47D5-8D05-961DC8A8DA97}"/>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DF26C892-839B-4968-B908-9630B5F99D22}"/>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Heavy rain: Central Area interaction</a:t>
            </a:r>
          </a:p>
        </p:txBody>
      </p:sp>
      <p:sp>
        <p:nvSpPr>
          <p:cNvPr id="16" name="Editable chart path">
            <a:extLst xmlns:a="http://schemas.openxmlformats.org/drawingml/2006/main">
              <a:ext uri="{FF2B5EF4-FFF2-40B4-BE49-F238E27FC236}">
                <a16:creationId xmlns:a16="http://schemas.microsoft.com/office/drawing/2014/main" id="{78CCC4A8-48BA-4C98-B4C3-F4D51D0422C6}"/>
              </a:ext>
            </a:extLst>
          </p:cNvPr>
          <p:cNvSpPr>
            <a:spLocks xmlns:a="http://schemas.openxmlformats.org/drawingml/2006/main" noGrp="1"/>
          </p:cNvSpPr>
          <p:nvPr/>
        </p:nvSpPr>
        <p:spPr>
          <a:xfrm xmlns:a="http://schemas.openxmlformats.org/drawingml/2006/main">
            <a:off x="5770143"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17" name="">
            <a:extLst xmlns:a="http://schemas.openxmlformats.org/drawingml/2006/main">
              <a:ext uri="{FF2B5EF4-FFF2-40B4-BE49-F238E27FC236}">
                <a16:creationId xmlns:a16="http://schemas.microsoft.com/office/drawing/2014/main" id="{7A09329B-ECCD-4C57-9302-0F15C484CF54}"/>
              </a:ext>
            </a:extLst>
          </p:cNvPr>
          <p:cNvSpPr>
            <a:spLocks xmlns:a="http://schemas.openxmlformats.org/drawingml/2006/main" noGrp="1"/>
          </p:cNvSpPr>
          <p:nvPr/>
        </p:nvSpPr>
        <p:spPr>
          <a:xfrm xmlns:a="http://schemas.openxmlformats.org/drawingml/2006/main" rot="0">
            <a:off x="5642099" y="5305934"/>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18" name="Editable chart path">
            <a:extLst xmlns:a="http://schemas.openxmlformats.org/drawingml/2006/main">
              <a:ext uri="{FF2B5EF4-FFF2-40B4-BE49-F238E27FC236}">
                <a16:creationId xmlns:a16="http://schemas.microsoft.com/office/drawing/2014/main" id="{E2490958-BA01-4F3A-9E48-B6E9BD6DA0C1}"/>
              </a:ext>
            </a:extLst>
          </p:cNvPr>
          <p:cNvSpPr>
            <a:spLocks xmlns:a="http://schemas.openxmlformats.org/drawingml/2006/main" noGrp="1"/>
          </p:cNvSpPr>
          <p:nvPr/>
        </p:nvSpPr>
        <p:spPr>
          <a:xfrm xmlns:a="http://schemas.openxmlformats.org/drawingml/2006/main">
            <a:off x="6288455"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19" name="">
            <a:extLst xmlns:a="http://schemas.openxmlformats.org/drawingml/2006/main">
              <a:ext uri="{FF2B5EF4-FFF2-40B4-BE49-F238E27FC236}">
                <a16:creationId xmlns:a16="http://schemas.microsoft.com/office/drawing/2014/main" id="{DC06AE42-0172-4AE3-B5B7-EE9A4CA2EADC}"/>
              </a:ext>
            </a:extLst>
          </p:cNvPr>
          <p:cNvSpPr>
            <a:spLocks xmlns:a="http://schemas.openxmlformats.org/drawingml/2006/main" noGrp="1"/>
          </p:cNvSpPr>
          <p:nvPr/>
        </p:nvSpPr>
        <p:spPr>
          <a:xfrm xmlns:a="http://schemas.openxmlformats.org/drawingml/2006/main" rot="0">
            <a:off x="6160755" y="5305934"/>
            <a:ext cx="2496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20" name="Editable chart path">
            <a:extLst xmlns:a="http://schemas.openxmlformats.org/drawingml/2006/main">
              <a:ext uri="{FF2B5EF4-FFF2-40B4-BE49-F238E27FC236}">
                <a16:creationId xmlns:a16="http://schemas.microsoft.com/office/drawing/2014/main" id="{73C6E684-7190-478A-ADC3-42979C23F83E}"/>
              </a:ext>
            </a:extLst>
          </p:cNvPr>
          <p:cNvSpPr>
            <a:spLocks xmlns:a="http://schemas.openxmlformats.org/drawingml/2006/main" noGrp="1"/>
          </p:cNvSpPr>
          <p:nvPr/>
        </p:nvSpPr>
        <p:spPr>
          <a:xfrm xmlns:a="http://schemas.openxmlformats.org/drawingml/2006/main">
            <a:off x="6806768"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21" name="">
            <a:extLst xmlns:a="http://schemas.openxmlformats.org/drawingml/2006/main">
              <a:ext uri="{FF2B5EF4-FFF2-40B4-BE49-F238E27FC236}">
                <a16:creationId xmlns:a16="http://schemas.microsoft.com/office/drawing/2014/main" id="{E9748749-0DE3-4C7E-8B6B-A26C366887C7}"/>
              </a:ext>
            </a:extLst>
          </p:cNvPr>
          <p:cNvSpPr>
            <a:spLocks xmlns:a="http://schemas.openxmlformats.org/drawingml/2006/main" noGrp="1"/>
          </p:cNvSpPr>
          <p:nvPr/>
        </p:nvSpPr>
        <p:spPr>
          <a:xfrm xmlns:a="http://schemas.openxmlformats.org/drawingml/2006/main" rot="0">
            <a:off x="6696535" y="5305934"/>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22" name="Editable chart path">
            <a:extLst xmlns:a="http://schemas.openxmlformats.org/drawingml/2006/main">
              <a:ext uri="{FF2B5EF4-FFF2-40B4-BE49-F238E27FC236}">
                <a16:creationId xmlns:a16="http://schemas.microsoft.com/office/drawing/2014/main" id="{9E516E52-C499-40BE-99DB-C56E5DAA3839}"/>
              </a:ext>
            </a:extLst>
          </p:cNvPr>
          <p:cNvSpPr>
            <a:spLocks xmlns:a="http://schemas.openxmlformats.org/drawingml/2006/main" noGrp="1"/>
          </p:cNvSpPr>
          <p:nvPr/>
        </p:nvSpPr>
        <p:spPr>
          <a:xfrm xmlns:a="http://schemas.openxmlformats.org/drawingml/2006/main">
            <a:off x="7325080"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23" name="">
            <a:extLst xmlns:a="http://schemas.openxmlformats.org/drawingml/2006/main">
              <a:ext uri="{FF2B5EF4-FFF2-40B4-BE49-F238E27FC236}">
                <a16:creationId xmlns:a16="http://schemas.microsoft.com/office/drawing/2014/main" id="{538A6DCE-37D1-4C5D-99E0-2BB489622366}"/>
              </a:ext>
            </a:extLst>
          </p:cNvPr>
          <p:cNvSpPr>
            <a:spLocks xmlns:a="http://schemas.openxmlformats.org/drawingml/2006/main" noGrp="1"/>
          </p:cNvSpPr>
          <p:nvPr/>
        </p:nvSpPr>
        <p:spPr>
          <a:xfrm xmlns:a="http://schemas.openxmlformats.org/drawingml/2006/main" rot="0">
            <a:off x="7215191" y="5305934"/>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4" name="Editable chart path">
            <a:extLst xmlns:a="http://schemas.openxmlformats.org/drawingml/2006/main">
              <a:ext uri="{FF2B5EF4-FFF2-40B4-BE49-F238E27FC236}">
                <a16:creationId xmlns:a16="http://schemas.microsoft.com/office/drawing/2014/main" id="{62F51098-A6BA-42A3-B48B-602992F968E9}"/>
              </a:ext>
            </a:extLst>
          </p:cNvPr>
          <p:cNvSpPr>
            <a:spLocks xmlns:a="http://schemas.openxmlformats.org/drawingml/2006/main" noGrp="1"/>
          </p:cNvSpPr>
          <p:nvPr/>
        </p:nvSpPr>
        <p:spPr>
          <a:xfrm xmlns:a="http://schemas.openxmlformats.org/drawingml/2006/main">
            <a:off x="7843392"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25" name="">
            <a:extLst xmlns:a="http://schemas.openxmlformats.org/drawingml/2006/main">
              <a:ext uri="{FF2B5EF4-FFF2-40B4-BE49-F238E27FC236}">
                <a16:creationId xmlns:a16="http://schemas.microsoft.com/office/drawing/2014/main" id="{76EABDFD-102D-4EF0-967C-90B4837308EE}"/>
              </a:ext>
            </a:extLst>
          </p:cNvPr>
          <p:cNvSpPr>
            <a:spLocks xmlns:a="http://schemas.openxmlformats.org/drawingml/2006/main" noGrp="1"/>
          </p:cNvSpPr>
          <p:nvPr/>
        </p:nvSpPr>
        <p:spPr>
          <a:xfrm xmlns:a="http://schemas.openxmlformats.org/drawingml/2006/main" rot="0">
            <a:off x="7755495" y="5305934"/>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26" name="Editable chart path">
            <a:extLst xmlns:a="http://schemas.openxmlformats.org/drawingml/2006/main">
              <a:ext uri="{FF2B5EF4-FFF2-40B4-BE49-F238E27FC236}">
                <a16:creationId xmlns:a16="http://schemas.microsoft.com/office/drawing/2014/main" id="{928914D8-3912-4E6F-B096-46638A26AB4B}"/>
              </a:ext>
            </a:extLst>
          </p:cNvPr>
          <p:cNvSpPr>
            <a:spLocks xmlns:a="http://schemas.openxmlformats.org/drawingml/2006/main" noGrp="1"/>
          </p:cNvSpPr>
          <p:nvPr/>
        </p:nvSpPr>
        <p:spPr>
          <a:xfrm xmlns:a="http://schemas.openxmlformats.org/drawingml/2006/main">
            <a:off x="8361704" y="5215067"/>
            <a:ext cx="95" cy="53414"/>
          </a:xfrm>
          <a:custGeom xmlns:a="http://schemas.openxmlformats.org/drawingml/2006/main">
            <a:pathLst>
              <a:path w="95" h="33337">
                <a:moveTo>
                  <a:pt x="0" y="0"/>
                </a:moveTo>
                <a:lnTo>
                  <a:pt x="0" y="33337"/>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27" name="">
            <a:extLst xmlns:a="http://schemas.openxmlformats.org/drawingml/2006/main">
              <a:ext uri="{FF2B5EF4-FFF2-40B4-BE49-F238E27FC236}">
                <a16:creationId xmlns:a16="http://schemas.microsoft.com/office/drawing/2014/main" id="{2C5B8B15-E75A-4E09-9D46-5961C92F984C}"/>
              </a:ext>
            </a:extLst>
          </p:cNvPr>
          <p:cNvSpPr>
            <a:spLocks xmlns:a="http://schemas.openxmlformats.org/drawingml/2006/main" noGrp="1"/>
          </p:cNvSpPr>
          <p:nvPr/>
        </p:nvSpPr>
        <p:spPr>
          <a:xfrm xmlns:a="http://schemas.openxmlformats.org/drawingml/2006/main" rot="0">
            <a:off x="8312632" y="5305934"/>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8" name="">
            <a:extLst xmlns:a="http://schemas.openxmlformats.org/drawingml/2006/main">
              <a:ext uri="{FF2B5EF4-FFF2-40B4-BE49-F238E27FC236}">
                <a16:creationId xmlns:a16="http://schemas.microsoft.com/office/drawing/2014/main" id="{F56046AC-F2D9-4191-81F7-E8107F057CCB}"/>
              </a:ext>
            </a:extLst>
          </p:cNvPr>
          <p:cNvSpPr>
            <a:spLocks xmlns:a="http://schemas.openxmlformats.org/drawingml/2006/main" noGrp="1"/>
          </p:cNvSpPr>
          <p:nvPr/>
        </p:nvSpPr>
        <p:spPr>
          <a:xfrm xmlns:a="http://schemas.openxmlformats.org/drawingml/2006/main" rot="0">
            <a:off x="6053450" y="5526991"/>
            <a:ext cx="16251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Associated change (%)</a:t>
            </a:r>
          </a:p>
        </p:txBody>
      </p:sp>
      <p:sp>
        <p:nvSpPr>
          <p:cNvPr id="29" name="Editable chart path">
            <a:extLst xmlns:a="http://schemas.openxmlformats.org/drawingml/2006/main">
              <a:ext uri="{FF2B5EF4-FFF2-40B4-BE49-F238E27FC236}">
                <a16:creationId xmlns:a16="http://schemas.microsoft.com/office/drawing/2014/main" id="{D916476E-5DA2-4188-B18C-B0329F6CE6AD}"/>
              </a:ext>
            </a:extLst>
          </p:cNvPr>
          <p:cNvSpPr>
            <a:spLocks xmlns:a="http://schemas.openxmlformats.org/drawingml/2006/main" noGrp="1"/>
          </p:cNvSpPr>
          <p:nvPr/>
        </p:nvSpPr>
        <p:spPr>
          <a:xfrm xmlns:a="http://schemas.openxmlformats.org/drawingml/2006/main">
            <a:off x="5352032" y="2724743"/>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9157">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864B2933-A514-4139-902A-87697C49653A}"/>
              </a:ext>
            </a:extLst>
          </p:cNvPr>
          <p:cNvSpPr>
            <a:spLocks xmlns:a="http://schemas.openxmlformats.org/drawingml/2006/main" noGrp="1"/>
          </p:cNvSpPr>
          <p:nvPr/>
        </p:nvSpPr>
        <p:spPr>
          <a:xfrm xmlns:a="http://schemas.openxmlformats.org/drawingml/2006/main">
            <a:off x="5298619" y="2724743"/>
            <a:ext cx="5341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31" name="">
            <a:extLst xmlns:a="http://schemas.openxmlformats.org/drawingml/2006/main">
              <a:ext uri="{FF2B5EF4-FFF2-40B4-BE49-F238E27FC236}">
                <a16:creationId xmlns:a16="http://schemas.microsoft.com/office/drawing/2014/main" id="{91BACF18-AF34-405E-AE38-826117298C66}"/>
              </a:ext>
            </a:extLst>
          </p:cNvPr>
          <p:cNvSpPr>
            <a:spLocks xmlns:a="http://schemas.openxmlformats.org/drawingml/2006/main" noGrp="1"/>
          </p:cNvSpPr>
          <p:nvPr/>
        </p:nvSpPr>
        <p:spPr>
          <a:xfrm xmlns:a="http://schemas.openxmlformats.org/drawingml/2006/main" rot="0">
            <a:off x="3783438" y="2643403"/>
            <a:ext cx="145970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Outside Central Area</a:t>
            </a:r>
          </a:p>
        </p:txBody>
      </p:sp>
      <p:sp>
        <p:nvSpPr>
          <p:cNvPr id="32" name="Editable chart path">
            <a:extLst xmlns:a="http://schemas.openxmlformats.org/drawingml/2006/main">
              <a:ext uri="{FF2B5EF4-FFF2-40B4-BE49-F238E27FC236}">
                <a16:creationId xmlns:a16="http://schemas.microsoft.com/office/drawing/2014/main" id="{99F5931B-0A54-47E6-8B1E-520AC04C9F45}"/>
              </a:ext>
            </a:extLst>
          </p:cNvPr>
          <p:cNvSpPr>
            <a:spLocks xmlns:a="http://schemas.openxmlformats.org/drawingml/2006/main" noGrp="1"/>
          </p:cNvSpPr>
          <p:nvPr/>
        </p:nvSpPr>
        <p:spPr>
          <a:xfrm xmlns:a="http://schemas.openxmlformats.org/drawingml/2006/main">
            <a:off x="5352032" y="4871574"/>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9157">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E33C36BA-7CF6-4717-8C32-D47FAC6B6047}"/>
              </a:ext>
            </a:extLst>
          </p:cNvPr>
          <p:cNvSpPr>
            <a:spLocks xmlns:a="http://schemas.openxmlformats.org/drawingml/2006/main" noGrp="1"/>
          </p:cNvSpPr>
          <p:nvPr/>
        </p:nvSpPr>
        <p:spPr>
          <a:xfrm xmlns:a="http://schemas.openxmlformats.org/drawingml/2006/main">
            <a:off x="5298619" y="4871574"/>
            <a:ext cx="5341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2209">
            <a:solidFill>
              <a:srgbClr val="5A6683"/>
            </a:solidFill>
            <a:prstDash val="solid"/>
          </a:ln>
        </p:spPr>
      </p:sp>
      <p:sp>
        <p:nvSpPr>
          <p:cNvPr id="34" name="">
            <a:extLst xmlns:a="http://schemas.openxmlformats.org/drawingml/2006/main">
              <a:ext uri="{FF2B5EF4-FFF2-40B4-BE49-F238E27FC236}">
                <a16:creationId xmlns:a16="http://schemas.microsoft.com/office/drawing/2014/main" id="{EA6E698B-41F3-420D-9414-64F37DB225DC}"/>
              </a:ext>
            </a:extLst>
          </p:cNvPr>
          <p:cNvSpPr>
            <a:spLocks xmlns:a="http://schemas.openxmlformats.org/drawingml/2006/main" noGrp="1"/>
          </p:cNvSpPr>
          <p:nvPr/>
        </p:nvSpPr>
        <p:spPr>
          <a:xfrm xmlns:a="http://schemas.openxmlformats.org/drawingml/2006/main" rot="0">
            <a:off x="4358748" y="4790235"/>
            <a:ext cx="8843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 Area</a:t>
            </a:r>
          </a:p>
        </p:txBody>
      </p:sp>
      <p:sp>
        <p:nvSpPr>
          <p:cNvPr id="35" name="Editable chart path">
            <a:extLst xmlns:a="http://schemas.openxmlformats.org/drawingml/2006/main">
              <a:ext uri="{FF2B5EF4-FFF2-40B4-BE49-F238E27FC236}">
                <a16:creationId xmlns:a16="http://schemas.microsoft.com/office/drawing/2014/main" id="{6EAB9E88-7CDA-4483-A76C-FE45BBC665F1}"/>
              </a:ext>
            </a:extLst>
          </p:cNvPr>
          <p:cNvSpPr>
            <a:spLocks xmlns:a="http://schemas.openxmlformats.org/drawingml/2006/main" noGrp="1"/>
          </p:cNvSpPr>
          <p:nvPr/>
        </p:nvSpPr>
        <p:spPr>
          <a:xfrm xmlns:a="http://schemas.openxmlformats.org/drawingml/2006/main">
            <a:off x="7059074" y="2939426"/>
            <a:ext cx="311733" cy="95"/>
          </a:xfrm>
          <a:custGeom xmlns:a="http://schemas.openxmlformats.org/drawingml/2006/main">
            <a:pathLst>
              <a:path w="194564" h="95">
                <a:moveTo>
                  <a:pt x="0" y="0"/>
                </a:moveTo>
                <a:lnTo>
                  <a:pt x="194564" y="0"/>
                </a:lnTo>
              </a:path>
            </a:pathLst>
          </a:custGeom>
          <a:noFill xmlns:a="http://schemas.openxmlformats.org/drawingml/2006/main"/>
          <a:ln xmlns:a="http://schemas.openxmlformats.org/drawingml/2006/main" w="22892">
            <a:solidFill>
              <a:srgbClr val="2C5EAA"/>
            </a:solidFill>
            <a:prstDash val="solid"/>
          </a:ln>
        </p:spPr>
      </p:sp>
      <p:sp>
        <p:nvSpPr>
          <p:cNvPr id="36" name="Editable chart path">
            <a:extLst xmlns:a="http://schemas.openxmlformats.org/drawingml/2006/main">
              <a:ext uri="{FF2B5EF4-FFF2-40B4-BE49-F238E27FC236}">
                <a16:creationId xmlns:a16="http://schemas.microsoft.com/office/drawing/2014/main" id="{DC7956D2-7308-4FD9-8574-44A4BB7E34C8}"/>
              </a:ext>
            </a:extLst>
          </p:cNvPr>
          <p:cNvSpPr>
            <a:spLocks xmlns:a="http://schemas.openxmlformats.org/drawingml/2006/main" noGrp="1"/>
          </p:cNvSpPr>
          <p:nvPr/>
        </p:nvSpPr>
        <p:spPr>
          <a:xfrm xmlns:a="http://schemas.openxmlformats.org/drawingml/2006/main">
            <a:off x="5558996" y="5086258"/>
            <a:ext cx="791245" cy="95"/>
          </a:xfrm>
          <a:custGeom xmlns:a="http://schemas.openxmlformats.org/drawingml/2006/main">
            <a:pathLst>
              <a:path w="493845" h="95">
                <a:moveTo>
                  <a:pt x="0" y="0"/>
                </a:moveTo>
                <a:lnTo>
                  <a:pt x="493845" y="0"/>
                </a:lnTo>
              </a:path>
            </a:pathLst>
          </a:custGeom>
          <a:noFill xmlns:a="http://schemas.openxmlformats.org/drawingml/2006/main"/>
          <a:ln xmlns:a="http://schemas.openxmlformats.org/drawingml/2006/main" w="22892">
            <a:solidFill>
              <a:srgbClr val="2C5EAA"/>
            </a:solidFill>
            <a:prstDash val="solid"/>
          </a:ln>
        </p:spPr>
      </p:sp>
      <p:sp>
        <p:nvSpPr>
          <p:cNvPr id="37" name="Editable chart path">
            <a:extLst xmlns:a="http://schemas.openxmlformats.org/drawingml/2006/main">
              <a:ext uri="{FF2B5EF4-FFF2-40B4-BE49-F238E27FC236}">
                <a16:creationId xmlns:a16="http://schemas.microsoft.com/office/drawing/2014/main" id="{55300E4C-F0C2-4715-92A6-866FDAA58B11}"/>
              </a:ext>
            </a:extLst>
          </p:cNvPr>
          <p:cNvSpPr>
            <a:spLocks xmlns:a="http://schemas.openxmlformats.org/drawingml/2006/main" noGrp="1"/>
          </p:cNvSpPr>
          <p:nvPr/>
        </p:nvSpPr>
        <p:spPr>
          <a:xfrm xmlns:a="http://schemas.openxmlformats.org/drawingml/2006/main">
            <a:off x="7059074" y="2893643"/>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38" name="Editable chart path">
            <a:extLst xmlns:a="http://schemas.openxmlformats.org/drawingml/2006/main">
              <a:ext uri="{FF2B5EF4-FFF2-40B4-BE49-F238E27FC236}">
                <a16:creationId xmlns:a16="http://schemas.microsoft.com/office/drawing/2014/main" id="{B11E4959-A1F3-4A50-9BEF-CA4C2FD0D135}"/>
              </a:ext>
            </a:extLst>
          </p:cNvPr>
          <p:cNvSpPr>
            <a:spLocks xmlns:a="http://schemas.openxmlformats.org/drawingml/2006/main" noGrp="1"/>
          </p:cNvSpPr>
          <p:nvPr/>
        </p:nvSpPr>
        <p:spPr>
          <a:xfrm xmlns:a="http://schemas.openxmlformats.org/drawingml/2006/main">
            <a:off x="5558996" y="5040474"/>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39" name="Editable chart path">
            <a:extLst xmlns:a="http://schemas.openxmlformats.org/drawingml/2006/main">
              <a:ext uri="{FF2B5EF4-FFF2-40B4-BE49-F238E27FC236}">
                <a16:creationId xmlns:a16="http://schemas.microsoft.com/office/drawing/2014/main" id="{911D4D6C-5422-475C-814F-C18EA9D1CF43}"/>
              </a:ext>
            </a:extLst>
          </p:cNvPr>
          <p:cNvSpPr>
            <a:spLocks xmlns:a="http://schemas.openxmlformats.org/drawingml/2006/main" noGrp="1"/>
          </p:cNvSpPr>
          <p:nvPr/>
        </p:nvSpPr>
        <p:spPr>
          <a:xfrm xmlns:a="http://schemas.openxmlformats.org/drawingml/2006/main">
            <a:off x="7370807" y="2893643"/>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40" name="Editable chart path">
            <a:extLst xmlns:a="http://schemas.openxmlformats.org/drawingml/2006/main">
              <a:ext uri="{FF2B5EF4-FFF2-40B4-BE49-F238E27FC236}">
                <a16:creationId xmlns:a16="http://schemas.microsoft.com/office/drawing/2014/main" id="{79D17F80-7F5E-48D9-94EA-D986BA7C9F80}"/>
              </a:ext>
            </a:extLst>
          </p:cNvPr>
          <p:cNvSpPr>
            <a:spLocks xmlns:a="http://schemas.openxmlformats.org/drawingml/2006/main" noGrp="1"/>
          </p:cNvSpPr>
          <p:nvPr/>
        </p:nvSpPr>
        <p:spPr>
          <a:xfrm xmlns:a="http://schemas.openxmlformats.org/drawingml/2006/main">
            <a:off x="6350241" y="5040474"/>
            <a:ext cx="95" cy="91567"/>
          </a:xfrm>
          <a:custGeom xmlns:a="http://schemas.openxmlformats.org/drawingml/2006/main">
            <a:pathLst>
              <a:path w="95" h="57150">
                <a:moveTo>
                  <a:pt x="0" y="57150"/>
                </a:moveTo>
                <a:lnTo>
                  <a:pt x="0" y="0"/>
                </a:lnTo>
              </a:path>
            </a:pathLst>
          </a:custGeom>
          <a:solidFill xmlns:a="http://schemas.openxmlformats.org/drawingml/2006/main">
            <a:srgbClr val="2C5EAA"/>
          </a:solidFill>
          <a:ln xmlns:a="http://schemas.openxmlformats.org/drawingml/2006/main" w="15261">
            <a:solidFill>
              <a:srgbClr val="2C5EAA"/>
            </a:solidFill>
            <a:prstDash val="solid"/>
          </a:ln>
        </p:spPr>
      </p:sp>
      <p:sp>
        <p:nvSpPr>
          <p:cNvPr id="41" name="Editable chart path">
            <a:extLst xmlns:a="http://schemas.openxmlformats.org/drawingml/2006/main">
              <a:ext uri="{FF2B5EF4-FFF2-40B4-BE49-F238E27FC236}">
                <a16:creationId xmlns:a16="http://schemas.microsoft.com/office/drawing/2014/main" id="{C50E23EB-DD1C-4333-B498-16C5138EA81B}"/>
              </a:ext>
            </a:extLst>
          </p:cNvPr>
          <p:cNvSpPr>
            <a:spLocks xmlns:a="http://schemas.openxmlformats.org/drawingml/2006/main" noGrp="1"/>
          </p:cNvSpPr>
          <p:nvPr/>
        </p:nvSpPr>
        <p:spPr>
          <a:xfrm xmlns:a="http://schemas.openxmlformats.org/drawingml/2006/main">
            <a:off x="7079334" y="2510060"/>
            <a:ext cx="321119" cy="95"/>
          </a:xfrm>
          <a:custGeom xmlns:a="http://schemas.openxmlformats.org/drawingml/2006/main">
            <a:pathLst>
              <a:path w="200422" h="95">
                <a:moveTo>
                  <a:pt x="0" y="0"/>
                </a:moveTo>
                <a:lnTo>
                  <a:pt x="200422" y="0"/>
                </a:lnTo>
              </a:path>
            </a:pathLst>
          </a:custGeom>
          <a:noFill xmlns:a="http://schemas.openxmlformats.org/drawingml/2006/main"/>
          <a:ln xmlns:a="http://schemas.openxmlformats.org/drawingml/2006/main" w="22892">
            <a:solidFill>
              <a:srgbClr val="C0453C"/>
            </a:solidFill>
            <a:prstDash val="solid"/>
          </a:ln>
        </p:spPr>
      </p:sp>
      <p:sp>
        <p:nvSpPr>
          <p:cNvPr id="42" name="Editable chart path">
            <a:extLst xmlns:a="http://schemas.openxmlformats.org/drawingml/2006/main">
              <a:ext uri="{FF2B5EF4-FFF2-40B4-BE49-F238E27FC236}">
                <a16:creationId xmlns:a16="http://schemas.microsoft.com/office/drawing/2014/main" id="{13B7240D-E804-4420-8D9B-26C803C65622}"/>
              </a:ext>
            </a:extLst>
          </p:cNvPr>
          <p:cNvSpPr>
            <a:spLocks xmlns:a="http://schemas.openxmlformats.org/drawingml/2006/main" noGrp="1"/>
          </p:cNvSpPr>
          <p:nvPr/>
        </p:nvSpPr>
        <p:spPr>
          <a:xfrm xmlns:a="http://schemas.openxmlformats.org/drawingml/2006/main">
            <a:off x="5489962" y="4656891"/>
            <a:ext cx="794583" cy="95"/>
          </a:xfrm>
          <a:custGeom xmlns:a="http://schemas.openxmlformats.org/drawingml/2006/main">
            <a:pathLst>
              <a:path w="495928" h="95">
                <a:moveTo>
                  <a:pt x="0" y="0"/>
                </a:moveTo>
                <a:lnTo>
                  <a:pt x="495928" y="0"/>
                </a:lnTo>
              </a:path>
            </a:pathLst>
          </a:custGeom>
          <a:noFill xmlns:a="http://schemas.openxmlformats.org/drawingml/2006/main"/>
          <a:ln xmlns:a="http://schemas.openxmlformats.org/drawingml/2006/main" w="22892">
            <a:solidFill>
              <a:srgbClr val="C0453C"/>
            </a:solidFill>
            <a:prstDash val="solid"/>
          </a:ln>
        </p:spPr>
      </p:sp>
      <p:sp>
        <p:nvSpPr>
          <p:cNvPr id="43" name="Editable chart path">
            <a:extLst xmlns:a="http://schemas.openxmlformats.org/drawingml/2006/main">
              <a:ext uri="{FF2B5EF4-FFF2-40B4-BE49-F238E27FC236}">
                <a16:creationId xmlns:a16="http://schemas.microsoft.com/office/drawing/2014/main" id="{4F09E774-93F0-4B85-97DA-7A65EBCB6EDB}"/>
              </a:ext>
            </a:extLst>
          </p:cNvPr>
          <p:cNvSpPr>
            <a:spLocks xmlns:a="http://schemas.openxmlformats.org/drawingml/2006/main" noGrp="1"/>
          </p:cNvSpPr>
          <p:nvPr/>
        </p:nvSpPr>
        <p:spPr>
          <a:xfrm xmlns:a="http://schemas.openxmlformats.org/drawingml/2006/main">
            <a:off x="7079334" y="2464277"/>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44" name="Editable chart path">
            <a:extLst xmlns:a="http://schemas.openxmlformats.org/drawingml/2006/main">
              <a:ext uri="{FF2B5EF4-FFF2-40B4-BE49-F238E27FC236}">
                <a16:creationId xmlns:a16="http://schemas.microsoft.com/office/drawing/2014/main" id="{5969ED29-50E4-4BA0-981B-9E1AF25128BB}"/>
              </a:ext>
            </a:extLst>
          </p:cNvPr>
          <p:cNvSpPr>
            <a:spLocks xmlns:a="http://schemas.openxmlformats.org/drawingml/2006/main" noGrp="1"/>
          </p:cNvSpPr>
          <p:nvPr/>
        </p:nvSpPr>
        <p:spPr>
          <a:xfrm xmlns:a="http://schemas.openxmlformats.org/drawingml/2006/main">
            <a:off x="5489962" y="4611108"/>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45" name="Editable chart path">
            <a:extLst xmlns:a="http://schemas.openxmlformats.org/drawingml/2006/main">
              <a:ext uri="{FF2B5EF4-FFF2-40B4-BE49-F238E27FC236}">
                <a16:creationId xmlns:a16="http://schemas.microsoft.com/office/drawing/2014/main" id="{28A20389-C6B4-4EEE-878D-4230F52A5803}"/>
              </a:ext>
            </a:extLst>
          </p:cNvPr>
          <p:cNvSpPr>
            <a:spLocks xmlns:a="http://schemas.openxmlformats.org/drawingml/2006/main" noGrp="1"/>
          </p:cNvSpPr>
          <p:nvPr/>
        </p:nvSpPr>
        <p:spPr>
          <a:xfrm xmlns:a="http://schemas.openxmlformats.org/drawingml/2006/main">
            <a:off x="7400453" y="2464277"/>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46" name="Editable chart path">
            <a:extLst xmlns:a="http://schemas.openxmlformats.org/drawingml/2006/main">
              <a:ext uri="{FF2B5EF4-FFF2-40B4-BE49-F238E27FC236}">
                <a16:creationId xmlns:a16="http://schemas.microsoft.com/office/drawing/2014/main" id="{C4B43D67-E95A-4842-9139-F04EFF0E5C34}"/>
              </a:ext>
            </a:extLst>
          </p:cNvPr>
          <p:cNvSpPr>
            <a:spLocks xmlns:a="http://schemas.openxmlformats.org/drawingml/2006/main" noGrp="1"/>
          </p:cNvSpPr>
          <p:nvPr/>
        </p:nvSpPr>
        <p:spPr>
          <a:xfrm xmlns:a="http://schemas.openxmlformats.org/drawingml/2006/main">
            <a:off x="6284544" y="4611108"/>
            <a:ext cx="95" cy="91567"/>
          </a:xfrm>
          <a:custGeom xmlns:a="http://schemas.openxmlformats.org/drawingml/2006/main">
            <a:pathLst>
              <a:path w="95" h="57150">
                <a:moveTo>
                  <a:pt x="0" y="57150"/>
                </a:moveTo>
                <a:lnTo>
                  <a:pt x="0" y="0"/>
                </a:lnTo>
              </a:path>
            </a:pathLst>
          </a:custGeom>
          <a:solidFill xmlns:a="http://schemas.openxmlformats.org/drawingml/2006/main">
            <a:srgbClr val="C0453C"/>
          </a:solidFill>
          <a:ln xmlns:a="http://schemas.openxmlformats.org/drawingml/2006/main" w="15261">
            <a:solidFill>
              <a:srgbClr val="C0453C"/>
            </a:solidFill>
            <a:prstDash val="solid"/>
          </a:ln>
        </p:spPr>
      </p:sp>
      <p:sp>
        <p:nvSpPr>
          <p:cNvPr id="47" name="Editable chart path">
            <a:extLst xmlns:a="http://schemas.openxmlformats.org/drawingml/2006/main">
              <a:ext uri="{FF2B5EF4-FFF2-40B4-BE49-F238E27FC236}">
                <a16:creationId xmlns:a16="http://schemas.microsoft.com/office/drawing/2014/main" id="{8060C966-1E08-4CED-A559-21EBF6AA56A0}"/>
              </a:ext>
            </a:extLst>
          </p:cNvPr>
          <p:cNvSpPr>
            <a:spLocks xmlns:a="http://schemas.openxmlformats.org/drawingml/2006/main" noGrp="1"/>
          </p:cNvSpPr>
          <p:nvPr/>
        </p:nvSpPr>
        <p:spPr>
          <a:xfrm xmlns:a="http://schemas.openxmlformats.org/drawingml/2006/main">
            <a:off x="8361704" y="2381250"/>
            <a:ext cx="95" cy="2833817"/>
          </a:xfrm>
          <a:custGeom xmlns:a="http://schemas.openxmlformats.org/drawingml/2006/main">
            <a:pathLst>
              <a:path w="95" h="1768688">
                <a:moveTo>
                  <a:pt x="0" y="1768688"/>
                </a:moveTo>
                <a:lnTo>
                  <a:pt x="0" y="0"/>
                </a:lnTo>
              </a:path>
            </a:pathLst>
          </a:custGeom>
          <a:noFill xmlns:a="http://schemas.openxmlformats.org/drawingml/2006/main"/>
          <a:ln xmlns:a="http://schemas.openxmlformats.org/drawingml/2006/main" w="12209">
            <a:solidFill>
              <a:srgbClr val="5A6683"/>
            </a:solidFill>
            <a:prstDash val="solid"/>
          </a:ln>
        </p:spPr>
      </p:sp>
      <p:sp>
        <p:nvSpPr>
          <p:cNvPr id="48" name="Editable chart path">
            <a:extLst xmlns:a="http://schemas.openxmlformats.org/drawingml/2006/main">
              <a:ext uri="{FF2B5EF4-FFF2-40B4-BE49-F238E27FC236}">
                <a16:creationId xmlns:a16="http://schemas.microsoft.com/office/drawing/2014/main" id="{CAFFACD0-704C-48EB-A92E-E615DA227F4A}"/>
              </a:ext>
            </a:extLst>
          </p:cNvPr>
          <p:cNvSpPr>
            <a:spLocks xmlns:a="http://schemas.openxmlformats.org/drawingml/2006/main" noGrp="1"/>
          </p:cNvSpPr>
          <p:nvPr/>
        </p:nvSpPr>
        <p:spPr>
          <a:xfrm xmlns:a="http://schemas.openxmlformats.org/drawingml/2006/main">
            <a:off x="7167840" y="2893643"/>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5261">
            <a:solidFill>
              <a:srgbClr val="2C5EAA"/>
            </a:solidFill>
            <a:prstDash val="solid"/>
          </a:ln>
        </p:spPr>
      </p:sp>
      <p:sp>
        <p:nvSpPr>
          <p:cNvPr id="49" name="Editable chart path">
            <a:extLst xmlns:a="http://schemas.openxmlformats.org/drawingml/2006/main">
              <a:ext uri="{FF2B5EF4-FFF2-40B4-BE49-F238E27FC236}">
                <a16:creationId xmlns:a16="http://schemas.microsoft.com/office/drawing/2014/main" id="{82EAE8E7-C7A8-42AB-A96C-5C4A85FC9B75}"/>
              </a:ext>
            </a:extLst>
          </p:cNvPr>
          <p:cNvSpPr>
            <a:spLocks xmlns:a="http://schemas.openxmlformats.org/drawingml/2006/main" noGrp="1"/>
          </p:cNvSpPr>
          <p:nvPr/>
        </p:nvSpPr>
        <p:spPr>
          <a:xfrm xmlns:a="http://schemas.openxmlformats.org/drawingml/2006/main">
            <a:off x="5898997" y="5040474"/>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5261">
            <a:solidFill>
              <a:srgbClr val="2C5EAA"/>
            </a:solidFill>
            <a:prstDash val="solid"/>
          </a:ln>
        </p:spPr>
      </p:sp>
      <p:sp>
        <p:nvSpPr>
          <p:cNvPr id="50" name="Editable chart path">
            <a:extLst xmlns:a="http://schemas.openxmlformats.org/drawingml/2006/main">
              <a:ext uri="{FF2B5EF4-FFF2-40B4-BE49-F238E27FC236}">
                <a16:creationId xmlns:a16="http://schemas.microsoft.com/office/drawing/2014/main" id="{69D6B42E-6857-4A95-BEA2-467EE2E7AF51}"/>
              </a:ext>
            </a:extLst>
          </p:cNvPr>
          <p:cNvSpPr>
            <a:spLocks xmlns:a="http://schemas.openxmlformats.org/drawingml/2006/main" noGrp="1"/>
          </p:cNvSpPr>
          <p:nvPr/>
        </p:nvSpPr>
        <p:spPr>
          <a:xfrm xmlns:a="http://schemas.openxmlformats.org/drawingml/2006/main">
            <a:off x="7192716" y="2464277"/>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C0453C"/>
          </a:solidFill>
          <a:ln xmlns:a="http://schemas.openxmlformats.org/drawingml/2006/main" w="15261">
            <a:solidFill>
              <a:srgbClr val="C0453C"/>
            </a:solidFill>
            <a:prstDash val="solid"/>
          </a:ln>
        </p:spPr>
      </p:sp>
      <p:sp>
        <p:nvSpPr>
          <p:cNvPr id="51" name="Editable chart path">
            <a:extLst xmlns:a="http://schemas.openxmlformats.org/drawingml/2006/main">
              <a:ext uri="{FF2B5EF4-FFF2-40B4-BE49-F238E27FC236}">
                <a16:creationId xmlns:a16="http://schemas.microsoft.com/office/drawing/2014/main" id="{AA34A20E-1D2B-426A-9779-DE9A3BF79011}"/>
              </a:ext>
            </a:extLst>
          </p:cNvPr>
          <p:cNvSpPr>
            <a:spLocks xmlns:a="http://schemas.openxmlformats.org/drawingml/2006/main" noGrp="1"/>
          </p:cNvSpPr>
          <p:nvPr/>
        </p:nvSpPr>
        <p:spPr>
          <a:xfrm xmlns:a="http://schemas.openxmlformats.org/drawingml/2006/main">
            <a:off x="5831463" y="4611108"/>
            <a:ext cx="91567" cy="91567"/>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C0453C"/>
          </a:solidFill>
          <a:ln xmlns:a="http://schemas.openxmlformats.org/drawingml/2006/main" w="15261">
            <a:solidFill>
              <a:srgbClr val="C0453C"/>
            </a:solidFill>
            <a:prstDash val="solid"/>
          </a:ln>
        </p:spPr>
      </p:sp>
      <p:sp>
        <p:nvSpPr>
          <p:cNvPr id="52" name="Editable chart path">
            <a:extLst xmlns:a="http://schemas.openxmlformats.org/drawingml/2006/main">
              <a:ext uri="{FF2B5EF4-FFF2-40B4-BE49-F238E27FC236}">
                <a16:creationId xmlns:a16="http://schemas.microsoft.com/office/drawing/2014/main" id="{AD4D8EA1-0D5A-40C2-A336-75B41C23ED39}"/>
              </a:ext>
            </a:extLst>
          </p:cNvPr>
          <p:cNvSpPr>
            <a:spLocks xmlns:a="http://schemas.openxmlformats.org/drawingml/2006/main" noGrp="1"/>
          </p:cNvSpPr>
          <p:nvPr/>
        </p:nvSpPr>
        <p:spPr>
          <a:xfrm xmlns:a="http://schemas.openxmlformats.org/drawingml/2006/main">
            <a:off x="5352032" y="2381250"/>
            <a:ext cx="95" cy="2833817"/>
          </a:xfrm>
          <a:custGeom xmlns:a="http://schemas.openxmlformats.org/drawingml/2006/main">
            <a:pathLst>
              <a:path w="95" h="1768688">
                <a:moveTo>
                  <a:pt x="0" y="1768688"/>
                </a:moveTo>
                <a:lnTo>
                  <a:pt x="0" y="0"/>
                </a:lnTo>
              </a:path>
            </a:pathLst>
          </a:custGeom>
          <a:noFill xmlns:a="http://schemas.openxmlformats.org/drawingml/2006/main"/>
          <a:ln xmlns:a="http://schemas.openxmlformats.org/drawingml/2006/main" w="12209">
            <a:solidFill>
              <a:srgbClr val="5A6683"/>
            </a:solidFill>
            <a:prstDash val="solid"/>
          </a:ln>
        </p:spPr>
      </p:sp>
      <p:sp>
        <p:nvSpPr>
          <p:cNvPr id="53" name="Editable chart path">
            <a:extLst xmlns:a="http://schemas.openxmlformats.org/drawingml/2006/main">
              <a:ext uri="{FF2B5EF4-FFF2-40B4-BE49-F238E27FC236}">
                <a16:creationId xmlns:a16="http://schemas.microsoft.com/office/drawing/2014/main" id="{B60112DC-4000-43AA-A8DC-0C08C25E3B6C}"/>
              </a:ext>
            </a:extLst>
          </p:cNvPr>
          <p:cNvSpPr>
            <a:spLocks xmlns:a="http://schemas.openxmlformats.org/drawingml/2006/main" noGrp="1"/>
          </p:cNvSpPr>
          <p:nvPr/>
        </p:nvSpPr>
        <p:spPr>
          <a:xfrm xmlns:a="http://schemas.openxmlformats.org/drawingml/2006/main">
            <a:off x="5352032" y="5215067"/>
            <a:ext cx="3034450" cy="95"/>
          </a:xfrm>
          <a:custGeom xmlns:a="http://schemas.openxmlformats.org/drawingml/2006/main">
            <a:pathLst>
              <a:path w="1893910" h="95">
                <a:moveTo>
                  <a:pt x="0" y="0"/>
                </a:moveTo>
                <a:lnTo>
                  <a:pt x="1893910" y="0"/>
                </a:lnTo>
              </a:path>
            </a:pathLst>
          </a:custGeom>
          <a:noFill xmlns:a="http://schemas.openxmlformats.org/drawingml/2006/main"/>
          <a:ln xmlns:a="http://schemas.openxmlformats.org/drawingml/2006/main" w="12209">
            <a:solidFill>
              <a:srgbClr val="5A6683"/>
            </a:solidFill>
            <a:prstDash val="solid"/>
          </a:ln>
        </p:spPr>
      </p:sp>
      <p:sp>
        <p:nvSpPr>
          <p:cNvPr id="54" name="">
            <a:extLst xmlns:a="http://schemas.openxmlformats.org/drawingml/2006/main">
              <a:ext uri="{FF2B5EF4-FFF2-40B4-BE49-F238E27FC236}">
                <a16:creationId xmlns:a16="http://schemas.microsoft.com/office/drawing/2014/main" id="{BCD78739-C7DE-4BA1-A616-B7D7E594E5AE}"/>
              </a:ext>
            </a:extLst>
          </p:cNvPr>
          <p:cNvSpPr>
            <a:spLocks xmlns:a="http://schemas.openxmlformats.org/drawingml/2006/main" noGrp="1"/>
          </p:cNvSpPr>
          <p:nvPr/>
        </p:nvSpPr>
        <p:spPr>
          <a:xfrm xmlns:a="http://schemas.openxmlformats.org/drawingml/2006/main">
            <a:off x="4000500" y="57054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55" name="">
            <a:extLst xmlns:a="http://schemas.openxmlformats.org/drawingml/2006/main">
              <a:ext uri="{FF2B5EF4-FFF2-40B4-BE49-F238E27FC236}">
                <a16:creationId xmlns:a16="http://schemas.microsoft.com/office/drawing/2014/main" id="{34CCCA9D-C876-4934-BE23-75348B84A8AE}"/>
              </a:ext>
            </a:extLst>
          </p:cNvPr>
          <p:cNvSpPr>
            <a:spLocks xmlns:a="http://schemas.openxmlformats.org/drawingml/2006/main" noGrp="1"/>
          </p:cNvSpPr>
          <p:nvPr/>
        </p:nvSpPr>
        <p:spPr>
          <a:xfrm xmlns:a="http://schemas.openxmlformats.org/drawingml/2006/main">
            <a:off x="4229100" y="5638800"/>
            <a:ext cx="48882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gauge</a:t>
            </a:r>
          </a:p>
        </p:txBody>
      </p:sp>
      <p:sp>
        <p:nvSpPr>
          <p:cNvPr id="56" name="">
            <a:extLst xmlns:a="http://schemas.openxmlformats.org/drawingml/2006/main">
              <a:ext uri="{FF2B5EF4-FFF2-40B4-BE49-F238E27FC236}">
                <a16:creationId xmlns:a16="http://schemas.microsoft.com/office/drawing/2014/main" id="{19842AB4-56AF-4DC3-9857-F0BAEDA6BEB6}"/>
              </a:ext>
            </a:extLst>
          </p:cNvPr>
          <p:cNvSpPr>
            <a:spLocks xmlns:a="http://schemas.openxmlformats.org/drawingml/2006/main" noGrp="1"/>
          </p:cNvSpPr>
          <p:nvPr/>
        </p:nvSpPr>
        <p:spPr>
          <a:xfrm xmlns:a="http://schemas.openxmlformats.org/drawingml/2006/main">
            <a:off x="4927473" y="57054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57" name="">
            <a:extLst xmlns:a="http://schemas.openxmlformats.org/drawingml/2006/main">
              <a:ext uri="{FF2B5EF4-FFF2-40B4-BE49-F238E27FC236}">
                <a16:creationId xmlns:a16="http://schemas.microsoft.com/office/drawing/2014/main" id="{A421F395-6571-4974-96EC-EA99A263CD57}"/>
              </a:ext>
            </a:extLst>
          </p:cNvPr>
          <p:cNvSpPr>
            <a:spLocks xmlns:a="http://schemas.openxmlformats.org/drawingml/2006/main" noGrp="1"/>
          </p:cNvSpPr>
          <p:nvPr/>
        </p:nvSpPr>
        <p:spPr>
          <a:xfrm xmlns:a="http://schemas.openxmlformats.org/drawingml/2006/main">
            <a:off x="5156073" y="5638800"/>
            <a:ext cx="415385"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radar</a:t>
            </a:r>
          </a:p>
        </p:txBody>
      </p:sp>
    </p:spTree>
    <p:extLst>
      <p:ext uri="{BB962C8B-B14F-4D97-AF65-F5344CB8AC3E}">
        <p14:creationId xmlns:p14="http://schemas.microsoft.com/office/powerpoint/2010/main" val="597896415"/>
      </p:ext>
    </p:extLst>
  </p:cSld>
</p:sld>
</file>

<file path=ppt/slides/slide67.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RISK OF LOW OR ZERO VACANT SUPPLY</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Odds ratios describe relative odds, not percentage changes in vacant taxi counts.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67</a:t>
            </a:r>
            <a:endParaRPr sz="1200"/>
          </a:p>
        </p:txBody>
      </p:sp>
      <p:sp>
        <p:nvSpPr>
          <p:cNvPr id="14" name="">
            <a:extLst xmlns:a="http://schemas.openxmlformats.org/drawingml/2006/main">
              <a:ext uri="{FF2B5EF4-FFF2-40B4-BE49-F238E27FC236}">
                <a16:creationId xmlns:a16="http://schemas.microsoft.com/office/drawing/2014/main" id="{39A57E8A-D4F7-450F-8918-9C3B37EEB382}"/>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B3C99FE8-0269-48CB-B7EA-B7BF7ADF0933}"/>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Rain is associated with higher odds of unusually low availability in a cell</a:t>
            </a:r>
          </a:p>
        </p:txBody>
      </p:sp>
      <p:sp>
        <p:nvSpPr>
          <p:cNvPr id="16" name="">
            <a:extLst xmlns:a="http://schemas.openxmlformats.org/drawingml/2006/main">
              <a:ext uri="{FF2B5EF4-FFF2-40B4-BE49-F238E27FC236}">
                <a16:creationId xmlns:a16="http://schemas.microsoft.com/office/drawing/2014/main" id="{35FED941-4A27-4F42-9EBE-0F0E7AE71589}"/>
              </a:ext>
            </a:extLst>
          </p:cNvPr>
          <p:cNvSpPr>
            <a:spLocks xmlns:a="http://schemas.openxmlformats.org/drawingml/2006/main" noGrp="1"/>
          </p:cNvSpPr>
          <p:nvPr/>
        </p:nvSpPr>
        <p:spPr>
          <a:xfrm xmlns:a="http://schemas.openxmlformats.org/drawingml/2006/main">
            <a:off x="1095375" y="2352675"/>
            <a:ext cx="10001250"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Odds ratio vs dry</a:t>
            </a:r>
          </a:p>
        </p:txBody>
      </p:sp>
      <p:sp>
        <p:nvSpPr>
          <p:cNvPr id="17" name="Editable chart path">
            <a:extLst xmlns:a="http://schemas.openxmlformats.org/drawingml/2006/main">
              <a:ext uri="{FF2B5EF4-FFF2-40B4-BE49-F238E27FC236}">
                <a16:creationId xmlns:a16="http://schemas.microsoft.com/office/drawing/2014/main" id="{FD33DE18-E04B-4C6C-8E65-6234788F0B2A}"/>
              </a:ext>
            </a:extLst>
          </p:cNvPr>
          <p:cNvSpPr>
            <a:spLocks xmlns:a="http://schemas.openxmlformats.org/drawingml/2006/main" noGrp="1"/>
          </p:cNvSpPr>
          <p:nvPr/>
        </p:nvSpPr>
        <p:spPr>
          <a:xfrm xmlns:a="http://schemas.openxmlformats.org/drawingml/2006/main">
            <a:off x="3746593" y="5036259"/>
            <a:ext cx="95" cy="405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18" name="">
            <a:extLst xmlns:a="http://schemas.openxmlformats.org/drawingml/2006/main">
              <a:ext uri="{FF2B5EF4-FFF2-40B4-BE49-F238E27FC236}">
                <a16:creationId xmlns:a16="http://schemas.microsoft.com/office/drawing/2014/main" id="{2FC44C1B-4184-47F8-9E1F-EC7245CDD489}"/>
              </a:ext>
            </a:extLst>
          </p:cNvPr>
          <p:cNvSpPr>
            <a:spLocks xmlns:a="http://schemas.openxmlformats.org/drawingml/2006/main" noGrp="1"/>
          </p:cNvSpPr>
          <p:nvPr/>
        </p:nvSpPr>
        <p:spPr>
          <a:xfrm xmlns:a="http://schemas.openxmlformats.org/drawingml/2006/main" rot="0">
            <a:off x="3578056" y="5069791"/>
            <a:ext cx="33394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Light</a:t>
            </a:r>
          </a:p>
        </p:txBody>
      </p:sp>
      <p:sp>
        <p:nvSpPr>
          <p:cNvPr id="19" name="Editable chart path">
            <a:extLst xmlns:a="http://schemas.openxmlformats.org/drawingml/2006/main">
              <a:ext uri="{FF2B5EF4-FFF2-40B4-BE49-F238E27FC236}">
                <a16:creationId xmlns:a16="http://schemas.microsoft.com/office/drawing/2014/main" id="{89EBFCB6-C145-4D5E-A545-1E1602AEACCF}"/>
              </a:ext>
            </a:extLst>
          </p:cNvPr>
          <p:cNvSpPr>
            <a:spLocks xmlns:a="http://schemas.openxmlformats.org/drawingml/2006/main" noGrp="1"/>
          </p:cNvSpPr>
          <p:nvPr/>
        </p:nvSpPr>
        <p:spPr>
          <a:xfrm xmlns:a="http://schemas.openxmlformats.org/drawingml/2006/main">
            <a:off x="6176699" y="5036259"/>
            <a:ext cx="95" cy="405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20" name="">
            <a:extLst xmlns:a="http://schemas.openxmlformats.org/drawingml/2006/main">
              <a:ext uri="{FF2B5EF4-FFF2-40B4-BE49-F238E27FC236}">
                <a16:creationId xmlns:a16="http://schemas.microsoft.com/office/drawing/2014/main" id="{284E8175-7608-4523-AA23-45AF6F66F260}"/>
              </a:ext>
            </a:extLst>
          </p:cNvPr>
          <p:cNvSpPr>
            <a:spLocks xmlns:a="http://schemas.openxmlformats.org/drawingml/2006/main" noGrp="1"/>
          </p:cNvSpPr>
          <p:nvPr/>
        </p:nvSpPr>
        <p:spPr>
          <a:xfrm xmlns:a="http://schemas.openxmlformats.org/drawingml/2006/main" rot="0">
            <a:off x="5836032" y="5069791"/>
            <a:ext cx="67903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Moderate</a:t>
            </a:r>
          </a:p>
        </p:txBody>
      </p:sp>
      <p:sp>
        <p:nvSpPr>
          <p:cNvPr id="21" name="Editable chart path">
            <a:extLst xmlns:a="http://schemas.openxmlformats.org/drawingml/2006/main">
              <a:ext uri="{FF2B5EF4-FFF2-40B4-BE49-F238E27FC236}">
                <a16:creationId xmlns:a16="http://schemas.microsoft.com/office/drawing/2014/main" id="{22D564D0-EBDF-404B-845D-B077299746EB}"/>
              </a:ext>
            </a:extLst>
          </p:cNvPr>
          <p:cNvSpPr>
            <a:spLocks xmlns:a="http://schemas.openxmlformats.org/drawingml/2006/main" noGrp="1"/>
          </p:cNvSpPr>
          <p:nvPr/>
        </p:nvSpPr>
        <p:spPr>
          <a:xfrm xmlns:a="http://schemas.openxmlformats.org/drawingml/2006/main">
            <a:off x="8606805" y="5036259"/>
            <a:ext cx="95" cy="40524"/>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22" name="">
            <a:extLst xmlns:a="http://schemas.openxmlformats.org/drawingml/2006/main">
              <a:ext uri="{FF2B5EF4-FFF2-40B4-BE49-F238E27FC236}">
                <a16:creationId xmlns:a16="http://schemas.microsoft.com/office/drawing/2014/main" id="{65070FCF-5F6E-45B3-A864-2E87B19F8EBE}"/>
              </a:ext>
            </a:extLst>
          </p:cNvPr>
          <p:cNvSpPr>
            <a:spLocks xmlns:a="http://schemas.openxmlformats.org/drawingml/2006/main" noGrp="1"/>
          </p:cNvSpPr>
          <p:nvPr/>
        </p:nvSpPr>
        <p:spPr>
          <a:xfrm xmlns:a="http://schemas.openxmlformats.org/drawingml/2006/main" rot="0">
            <a:off x="8386791" y="5069791"/>
            <a:ext cx="43919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Heavy</a:t>
            </a:r>
          </a:p>
        </p:txBody>
      </p:sp>
      <p:sp>
        <p:nvSpPr>
          <p:cNvPr id="23" name="Editable chart path">
            <a:extLst xmlns:a="http://schemas.openxmlformats.org/drawingml/2006/main">
              <a:ext uri="{FF2B5EF4-FFF2-40B4-BE49-F238E27FC236}">
                <a16:creationId xmlns:a16="http://schemas.microsoft.com/office/drawing/2014/main" id="{61749DC1-90EC-464F-A7A2-8171585033BF}"/>
              </a:ext>
            </a:extLst>
          </p:cNvPr>
          <p:cNvSpPr>
            <a:spLocks xmlns:a="http://schemas.openxmlformats.org/drawingml/2006/main" noGrp="1"/>
          </p:cNvSpPr>
          <p:nvPr/>
        </p:nvSpPr>
        <p:spPr>
          <a:xfrm xmlns:a="http://schemas.openxmlformats.org/drawingml/2006/main">
            <a:off x="3169442" y="4927700"/>
            <a:ext cx="6014513" cy="95"/>
          </a:xfrm>
          <a:custGeom xmlns:a="http://schemas.openxmlformats.org/drawingml/2006/main">
            <a:pathLst>
              <a:path w="4947930" h="95">
                <a:moveTo>
                  <a:pt x="0" y="0"/>
                </a:moveTo>
                <a:lnTo>
                  <a:pt x="4947930" y="0"/>
                </a:lnTo>
              </a:path>
            </a:pathLst>
          </a:custGeom>
          <a:noFill xmlns:a="http://schemas.openxmlformats.org/drawingml/2006/main"/>
          <a:ln xmlns:a="http://schemas.openxmlformats.org/drawingml/2006/main" w="6947">
            <a:solidFill>
              <a:srgbClr val="E4EAF4"/>
            </a:solidFill>
            <a:prstDash val="solid"/>
          </a:ln>
        </p:spPr>
      </p:sp>
      <p:sp>
        <p:nvSpPr>
          <p:cNvPr id="24" name="Editable chart path">
            <a:extLst xmlns:a="http://schemas.openxmlformats.org/drawingml/2006/main">
              <a:ext uri="{FF2B5EF4-FFF2-40B4-BE49-F238E27FC236}">
                <a16:creationId xmlns:a16="http://schemas.microsoft.com/office/drawing/2014/main" id="{3A47B447-F4A9-49E1-804C-618671C1554C}"/>
              </a:ext>
            </a:extLst>
          </p:cNvPr>
          <p:cNvSpPr>
            <a:spLocks xmlns:a="http://schemas.openxmlformats.org/drawingml/2006/main" noGrp="1"/>
          </p:cNvSpPr>
          <p:nvPr/>
        </p:nvSpPr>
        <p:spPr>
          <a:xfrm xmlns:a="http://schemas.openxmlformats.org/drawingml/2006/main">
            <a:off x="3128919" y="4927700"/>
            <a:ext cx="405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25" name="">
            <a:extLst xmlns:a="http://schemas.openxmlformats.org/drawingml/2006/main">
              <a:ext uri="{FF2B5EF4-FFF2-40B4-BE49-F238E27FC236}">
                <a16:creationId xmlns:a16="http://schemas.microsoft.com/office/drawing/2014/main" id="{FF9C949C-B1B7-4652-921F-1D610A1F2710}"/>
              </a:ext>
            </a:extLst>
          </p:cNvPr>
          <p:cNvSpPr>
            <a:spLocks xmlns:a="http://schemas.openxmlformats.org/drawingml/2006/main" noGrp="1"/>
          </p:cNvSpPr>
          <p:nvPr/>
        </p:nvSpPr>
        <p:spPr>
          <a:xfrm xmlns:a="http://schemas.openxmlformats.org/drawingml/2006/main" rot="0">
            <a:off x="2917630" y="4830583"/>
            <a:ext cx="1664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6" name="Editable chart path">
            <a:extLst xmlns:a="http://schemas.openxmlformats.org/drawingml/2006/main">
              <a:ext uri="{FF2B5EF4-FFF2-40B4-BE49-F238E27FC236}">
                <a16:creationId xmlns:a16="http://schemas.microsoft.com/office/drawing/2014/main" id="{DEE193BD-79B1-465B-9AA3-C2C7E545B8B7}"/>
              </a:ext>
            </a:extLst>
          </p:cNvPr>
          <p:cNvSpPr>
            <a:spLocks xmlns:a="http://schemas.openxmlformats.org/drawingml/2006/main" noGrp="1"/>
          </p:cNvSpPr>
          <p:nvPr/>
        </p:nvSpPr>
        <p:spPr>
          <a:xfrm xmlns:a="http://schemas.openxmlformats.org/drawingml/2006/main">
            <a:off x="3169442" y="4581465"/>
            <a:ext cx="6014513" cy="95"/>
          </a:xfrm>
          <a:custGeom xmlns:a="http://schemas.openxmlformats.org/drawingml/2006/main">
            <a:pathLst>
              <a:path w="4947930" h="95">
                <a:moveTo>
                  <a:pt x="0" y="0"/>
                </a:moveTo>
                <a:lnTo>
                  <a:pt x="4947930" y="0"/>
                </a:lnTo>
              </a:path>
            </a:pathLst>
          </a:custGeom>
          <a:noFill xmlns:a="http://schemas.openxmlformats.org/drawingml/2006/main"/>
          <a:ln xmlns:a="http://schemas.openxmlformats.org/drawingml/2006/main" w="6947">
            <a:solidFill>
              <a:srgbClr val="E4EAF4"/>
            </a:solidFill>
            <a:prstDash val="solid"/>
          </a:ln>
        </p:spPr>
      </p:sp>
      <p:sp>
        <p:nvSpPr>
          <p:cNvPr id="27" name="Editable chart path">
            <a:extLst xmlns:a="http://schemas.openxmlformats.org/drawingml/2006/main">
              <a:ext uri="{FF2B5EF4-FFF2-40B4-BE49-F238E27FC236}">
                <a16:creationId xmlns:a16="http://schemas.microsoft.com/office/drawing/2014/main" id="{E5FBF0FE-91C6-4B97-B035-AF45CBFC656A}"/>
              </a:ext>
            </a:extLst>
          </p:cNvPr>
          <p:cNvSpPr>
            <a:spLocks xmlns:a="http://schemas.openxmlformats.org/drawingml/2006/main" noGrp="1"/>
          </p:cNvSpPr>
          <p:nvPr/>
        </p:nvSpPr>
        <p:spPr>
          <a:xfrm xmlns:a="http://schemas.openxmlformats.org/drawingml/2006/main">
            <a:off x="3128919" y="4581465"/>
            <a:ext cx="405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28" name="">
            <a:extLst xmlns:a="http://schemas.openxmlformats.org/drawingml/2006/main">
              <a:ext uri="{FF2B5EF4-FFF2-40B4-BE49-F238E27FC236}">
                <a16:creationId xmlns:a16="http://schemas.microsoft.com/office/drawing/2014/main" id="{89526BC6-E3B7-4A58-A0C0-B7E6F557B186}"/>
              </a:ext>
            </a:extLst>
          </p:cNvPr>
          <p:cNvSpPr>
            <a:spLocks xmlns:a="http://schemas.openxmlformats.org/drawingml/2006/main" noGrp="1"/>
          </p:cNvSpPr>
          <p:nvPr/>
        </p:nvSpPr>
        <p:spPr>
          <a:xfrm xmlns:a="http://schemas.openxmlformats.org/drawingml/2006/main" rot="0">
            <a:off x="2944110" y="4484348"/>
            <a:ext cx="1234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1.1</a:t>
            </a:r>
          </a:p>
        </p:txBody>
      </p:sp>
      <p:sp>
        <p:nvSpPr>
          <p:cNvPr id="29" name="Editable chart path">
            <a:extLst xmlns:a="http://schemas.openxmlformats.org/drawingml/2006/main">
              <a:ext uri="{FF2B5EF4-FFF2-40B4-BE49-F238E27FC236}">
                <a16:creationId xmlns:a16="http://schemas.microsoft.com/office/drawing/2014/main" id="{205116D4-30E8-4795-9827-7A2AD4683C49}"/>
              </a:ext>
            </a:extLst>
          </p:cNvPr>
          <p:cNvSpPr>
            <a:spLocks xmlns:a="http://schemas.openxmlformats.org/drawingml/2006/main" noGrp="1"/>
          </p:cNvSpPr>
          <p:nvPr/>
        </p:nvSpPr>
        <p:spPr>
          <a:xfrm xmlns:a="http://schemas.openxmlformats.org/drawingml/2006/main">
            <a:off x="3169442" y="4235230"/>
            <a:ext cx="6014513" cy="95"/>
          </a:xfrm>
          <a:custGeom xmlns:a="http://schemas.openxmlformats.org/drawingml/2006/main">
            <a:pathLst>
              <a:path w="4947930" h="95">
                <a:moveTo>
                  <a:pt x="0" y="0"/>
                </a:moveTo>
                <a:lnTo>
                  <a:pt x="4947930" y="0"/>
                </a:lnTo>
              </a:path>
            </a:pathLst>
          </a:custGeom>
          <a:noFill xmlns:a="http://schemas.openxmlformats.org/drawingml/2006/main"/>
          <a:ln xmlns:a="http://schemas.openxmlformats.org/drawingml/2006/main" w="6947">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9685B6E9-A3E6-4E6D-AD10-57113D3FFE71}"/>
              </a:ext>
            </a:extLst>
          </p:cNvPr>
          <p:cNvSpPr>
            <a:spLocks xmlns:a="http://schemas.openxmlformats.org/drawingml/2006/main" noGrp="1"/>
          </p:cNvSpPr>
          <p:nvPr/>
        </p:nvSpPr>
        <p:spPr>
          <a:xfrm xmlns:a="http://schemas.openxmlformats.org/drawingml/2006/main">
            <a:off x="3128919" y="4235230"/>
            <a:ext cx="405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31" name="">
            <a:extLst xmlns:a="http://schemas.openxmlformats.org/drawingml/2006/main">
              <a:ext uri="{FF2B5EF4-FFF2-40B4-BE49-F238E27FC236}">
                <a16:creationId xmlns:a16="http://schemas.microsoft.com/office/drawing/2014/main" id="{0A4B707A-9EB6-4A67-B830-E6EE9C0C445C}"/>
              </a:ext>
            </a:extLst>
          </p:cNvPr>
          <p:cNvSpPr>
            <a:spLocks xmlns:a="http://schemas.openxmlformats.org/drawingml/2006/main" noGrp="1"/>
          </p:cNvSpPr>
          <p:nvPr/>
        </p:nvSpPr>
        <p:spPr>
          <a:xfrm xmlns:a="http://schemas.openxmlformats.org/drawingml/2006/main" rot="0">
            <a:off x="2922880" y="4138113"/>
            <a:ext cx="15906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a:t>
            </a:r>
          </a:p>
        </p:txBody>
      </p:sp>
      <p:sp>
        <p:nvSpPr>
          <p:cNvPr id="32" name="Editable chart path">
            <a:extLst xmlns:a="http://schemas.openxmlformats.org/drawingml/2006/main">
              <a:ext uri="{FF2B5EF4-FFF2-40B4-BE49-F238E27FC236}">
                <a16:creationId xmlns:a16="http://schemas.microsoft.com/office/drawing/2014/main" id="{B7B772C0-7830-4C73-BA41-7C72C4DC324D}"/>
              </a:ext>
            </a:extLst>
          </p:cNvPr>
          <p:cNvSpPr>
            <a:spLocks xmlns:a="http://schemas.openxmlformats.org/drawingml/2006/main" noGrp="1"/>
          </p:cNvSpPr>
          <p:nvPr/>
        </p:nvSpPr>
        <p:spPr>
          <a:xfrm xmlns:a="http://schemas.openxmlformats.org/drawingml/2006/main">
            <a:off x="3169442" y="3888995"/>
            <a:ext cx="6014513" cy="95"/>
          </a:xfrm>
          <a:custGeom xmlns:a="http://schemas.openxmlformats.org/drawingml/2006/main">
            <a:pathLst>
              <a:path w="4947930" h="95">
                <a:moveTo>
                  <a:pt x="0" y="0"/>
                </a:moveTo>
                <a:lnTo>
                  <a:pt x="4947930" y="0"/>
                </a:lnTo>
              </a:path>
            </a:pathLst>
          </a:custGeom>
          <a:noFill xmlns:a="http://schemas.openxmlformats.org/drawingml/2006/main"/>
          <a:ln xmlns:a="http://schemas.openxmlformats.org/drawingml/2006/main" w="6947">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EEBAF599-00D5-49AC-B8D0-F1B035FAF686}"/>
              </a:ext>
            </a:extLst>
          </p:cNvPr>
          <p:cNvSpPr>
            <a:spLocks xmlns:a="http://schemas.openxmlformats.org/drawingml/2006/main" noGrp="1"/>
          </p:cNvSpPr>
          <p:nvPr/>
        </p:nvSpPr>
        <p:spPr>
          <a:xfrm xmlns:a="http://schemas.openxmlformats.org/drawingml/2006/main">
            <a:off x="3128919" y="3888995"/>
            <a:ext cx="405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34" name="">
            <a:extLst xmlns:a="http://schemas.openxmlformats.org/drawingml/2006/main">
              <a:ext uri="{FF2B5EF4-FFF2-40B4-BE49-F238E27FC236}">
                <a16:creationId xmlns:a16="http://schemas.microsoft.com/office/drawing/2014/main" id="{FAF046D4-C8F5-47F8-9C33-7BB4DC24B442}"/>
              </a:ext>
            </a:extLst>
          </p:cNvPr>
          <p:cNvSpPr>
            <a:spLocks xmlns:a="http://schemas.openxmlformats.org/drawingml/2006/main" noGrp="1"/>
          </p:cNvSpPr>
          <p:nvPr/>
        </p:nvSpPr>
        <p:spPr>
          <a:xfrm xmlns:a="http://schemas.openxmlformats.org/drawingml/2006/main" rot="0">
            <a:off x="2922635" y="3791878"/>
            <a:ext cx="16097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a:t>
            </a:r>
          </a:p>
        </p:txBody>
      </p:sp>
      <p:sp>
        <p:nvSpPr>
          <p:cNvPr id="35" name="Editable chart path">
            <a:extLst xmlns:a="http://schemas.openxmlformats.org/drawingml/2006/main">
              <a:ext uri="{FF2B5EF4-FFF2-40B4-BE49-F238E27FC236}">
                <a16:creationId xmlns:a16="http://schemas.microsoft.com/office/drawing/2014/main" id="{48D0F04E-365C-45D7-9C6C-E63F7DD3F55A}"/>
              </a:ext>
            </a:extLst>
          </p:cNvPr>
          <p:cNvSpPr>
            <a:spLocks xmlns:a="http://schemas.openxmlformats.org/drawingml/2006/main" noGrp="1"/>
          </p:cNvSpPr>
          <p:nvPr/>
        </p:nvSpPr>
        <p:spPr>
          <a:xfrm xmlns:a="http://schemas.openxmlformats.org/drawingml/2006/main">
            <a:off x="3169442" y="3542760"/>
            <a:ext cx="6014513" cy="95"/>
          </a:xfrm>
          <a:custGeom xmlns:a="http://schemas.openxmlformats.org/drawingml/2006/main">
            <a:pathLst>
              <a:path w="4947930" h="95">
                <a:moveTo>
                  <a:pt x="0" y="0"/>
                </a:moveTo>
                <a:lnTo>
                  <a:pt x="4947930" y="0"/>
                </a:lnTo>
              </a:path>
            </a:pathLst>
          </a:custGeom>
          <a:noFill xmlns:a="http://schemas.openxmlformats.org/drawingml/2006/main"/>
          <a:ln xmlns:a="http://schemas.openxmlformats.org/drawingml/2006/main" w="6947">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BF875BD0-0CB4-4A66-B726-C577581487FF}"/>
              </a:ext>
            </a:extLst>
          </p:cNvPr>
          <p:cNvSpPr>
            <a:spLocks xmlns:a="http://schemas.openxmlformats.org/drawingml/2006/main" noGrp="1"/>
          </p:cNvSpPr>
          <p:nvPr/>
        </p:nvSpPr>
        <p:spPr>
          <a:xfrm xmlns:a="http://schemas.openxmlformats.org/drawingml/2006/main">
            <a:off x="3128919" y="3542760"/>
            <a:ext cx="405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37" name="">
            <a:extLst xmlns:a="http://schemas.openxmlformats.org/drawingml/2006/main">
              <a:ext uri="{FF2B5EF4-FFF2-40B4-BE49-F238E27FC236}">
                <a16:creationId xmlns:a16="http://schemas.microsoft.com/office/drawing/2014/main" id="{9E407D2C-1F37-46C2-9763-1481E63EDF09}"/>
              </a:ext>
            </a:extLst>
          </p:cNvPr>
          <p:cNvSpPr>
            <a:spLocks xmlns:a="http://schemas.openxmlformats.org/drawingml/2006/main" noGrp="1"/>
          </p:cNvSpPr>
          <p:nvPr/>
        </p:nvSpPr>
        <p:spPr>
          <a:xfrm xmlns:a="http://schemas.openxmlformats.org/drawingml/2006/main" rot="0">
            <a:off x="2917537" y="3445643"/>
            <a:ext cx="1665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a:t>
            </a:r>
          </a:p>
        </p:txBody>
      </p:sp>
      <p:sp>
        <p:nvSpPr>
          <p:cNvPr id="38" name="Editable chart path">
            <a:extLst xmlns:a="http://schemas.openxmlformats.org/drawingml/2006/main">
              <a:ext uri="{FF2B5EF4-FFF2-40B4-BE49-F238E27FC236}">
                <a16:creationId xmlns:a16="http://schemas.microsoft.com/office/drawing/2014/main" id="{201FBE78-DC70-4BEC-9ED0-222AD5952FC0}"/>
              </a:ext>
            </a:extLst>
          </p:cNvPr>
          <p:cNvSpPr>
            <a:spLocks xmlns:a="http://schemas.openxmlformats.org/drawingml/2006/main" noGrp="1"/>
          </p:cNvSpPr>
          <p:nvPr/>
        </p:nvSpPr>
        <p:spPr>
          <a:xfrm xmlns:a="http://schemas.openxmlformats.org/drawingml/2006/main">
            <a:off x="3169442" y="3196526"/>
            <a:ext cx="6014513" cy="95"/>
          </a:xfrm>
          <a:custGeom xmlns:a="http://schemas.openxmlformats.org/drawingml/2006/main">
            <a:pathLst>
              <a:path w="4947930" h="95">
                <a:moveTo>
                  <a:pt x="0" y="0"/>
                </a:moveTo>
                <a:lnTo>
                  <a:pt x="4947930" y="0"/>
                </a:lnTo>
              </a:path>
            </a:pathLst>
          </a:custGeom>
          <a:noFill xmlns:a="http://schemas.openxmlformats.org/drawingml/2006/main"/>
          <a:ln xmlns:a="http://schemas.openxmlformats.org/drawingml/2006/main" w="6947">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67459924-1DCE-49EF-944C-56F7B3A4686B}"/>
              </a:ext>
            </a:extLst>
          </p:cNvPr>
          <p:cNvSpPr>
            <a:spLocks xmlns:a="http://schemas.openxmlformats.org/drawingml/2006/main" noGrp="1"/>
          </p:cNvSpPr>
          <p:nvPr/>
        </p:nvSpPr>
        <p:spPr>
          <a:xfrm xmlns:a="http://schemas.openxmlformats.org/drawingml/2006/main">
            <a:off x="3128919" y="3196526"/>
            <a:ext cx="405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40" name="">
            <a:extLst xmlns:a="http://schemas.openxmlformats.org/drawingml/2006/main">
              <a:ext uri="{FF2B5EF4-FFF2-40B4-BE49-F238E27FC236}">
                <a16:creationId xmlns:a16="http://schemas.microsoft.com/office/drawing/2014/main" id="{E8DA062B-B813-4B1A-A40A-9DCFB6D4D2E2}"/>
              </a:ext>
            </a:extLst>
          </p:cNvPr>
          <p:cNvSpPr>
            <a:spLocks xmlns:a="http://schemas.openxmlformats.org/drawingml/2006/main" noGrp="1"/>
          </p:cNvSpPr>
          <p:nvPr/>
        </p:nvSpPr>
        <p:spPr>
          <a:xfrm xmlns:a="http://schemas.openxmlformats.org/drawingml/2006/main" rot="0">
            <a:off x="2917108" y="3099408"/>
            <a:ext cx="1664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41" name="Editable chart path">
            <a:extLst xmlns:a="http://schemas.openxmlformats.org/drawingml/2006/main">
              <a:ext uri="{FF2B5EF4-FFF2-40B4-BE49-F238E27FC236}">
                <a16:creationId xmlns:a16="http://schemas.microsoft.com/office/drawing/2014/main" id="{67C0CE4B-DBFF-497B-89BF-56DACF4A2992}"/>
              </a:ext>
            </a:extLst>
          </p:cNvPr>
          <p:cNvSpPr>
            <a:spLocks xmlns:a="http://schemas.openxmlformats.org/drawingml/2006/main" noGrp="1"/>
          </p:cNvSpPr>
          <p:nvPr/>
        </p:nvSpPr>
        <p:spPr>
          <a:xfrm xmlns:a="http://schemas.openxmlformats.org/drawingml/2006/main">
            <a:off x="3169442" y="2850291"/>
            <a:ext cx="6014513" cy="95"/>
          </a:xfrm>
          <a:custGeom xmlns:a="http://schemas.openxmlformats.org/drawingml/2006/main">
            <a:pathLst>
              <a:path w="4947930" h="95">
                <a:moveTo>
                  <a:pt x="0" y="0"/>
                </a:moveTo>
                <a:lnTo>
                  <a:pt x="4947930" y="0"/>
                </a:lnTo>
              </a:path>
            </a:pathLst>
          </a:custGeom>
          <a:noFill xmlns:a="http://schemas.openxmlformats.org/drawingml/2006/main"/>
          <a:ln xmlns:a="http://schemas.openxmlformats.org/drawingml/2006/main" w="6947">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04E37244-883F-4E49-BD8B-6C4E657D99EA}"/>
              </a:ext>
            </a:extLst>
          </p:cNvPr>
          <p:cNvSpPr>
            <a:spLocks xmlns:a="http://schemas.openxmlformats.org/drawingml/2006/main" noGrp="1"/>
          </p:cNvSpPr>
          <p:nvPr/>
        </p:nvSpPr>
        <p:spPr>
          <a:xfrm xmlns:a="http://schemas.openxmlformats.org/drawingml/2006/main">
            <a:off x="3128919" y="2850291"/>
            <a:ext cx="40524"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9263">
            <a:solidFill>
              <a:srgbClr val="5A6683"/>
            </a:solidFill>
            <a:prstDash val="solid"/>
          </a:ln>
        </p:spPr>
      </p:sp>
      <p:sp>
        <p:nvSpPr>
          <p:cNvPr id="43" name="">
            <a:extLst xmlns:a="http://schemas.openxmlformats.org/drawingml/2006/main">
              <a:ext uri="{FF2B5EF4-FFF2-40B4-BE49-F238E27FC236}">
                <a16:creationId xmlns:a16="http://schemas.microsoft.com/office/drawing/2014/main" id="{84E6D13F-3A85-42FD-96D4-CE7E5F016A8B}"/>
              </a:ext>
            </a:extLst>
          </p:cNvPr>
          <p:cNvSpPr>
            <a:spLocks xmlns:a="http://schemas.openxmlformats.org/drawingml/2006/main" noGrp="1"/>
          </p:cNvSpPr>
          <p:nvPr/>
        </p:nvSpPr>
        <p:spPr>
          <a:xfrm xmlns:a="http://schemas.openxmlformats.org/drawingml/2006/main" rot="0">
            <a:off x="2917198" y="2753173"/>
            <a:ext cx="16735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1.6</a:t>
            </a:r>
          </a:p>
        </p:txBody>
      </p:sp>
      <p:sp>
        <p:nvSpPr>
          <p:cNvPr id="44" name="Editable chart path">
            <a:extLst xmlns:a="http://schemas.openxmlformats.org/drawingml/2006/main">
              <a:ext uri="{FF2B5EF4-FFF2-40B4-BE49-F238E27FC236}">
                <a16:creationId xmlns:a16="http://schemas.microsoft.com/office/drawing/2014/main" id="{9FDFB807-20D2-492B-8D6D-350ABB3716B7}"/>
              </a:ext>
            </a:extLst>
          </p:cNvPr>
          <p:cNvSpPr>
            <a:spLocks xmlns:a="http://schemas.openxmlformats.org/drawingml/2006/main" noGrp="1"/>
          </p:cNvSpPr>
          <p:nvPr/>
        </p:nvSpPr>
        <p:spPr>
          <a:xfrm xmlns:a="http://schemas.openxmlformats.org/drawingml/2006/main">
            <a:off x="3442829" y="3692143"/>
            <a:ext cx="95" cy="527929"/>
          </a:xfrm>
          <a:custGeom xmlns:a="http://schemas.openxmlformats.org/drawingml/2006/main">
            <a:pathLst>
              <a:path w="95" h="434308">
                <a:moveTo>
                  <a:pt x="0" y="434308"/>
                </a:moveTo>
                <a:lnTo>
                  <a:pt x="0" y="0"/>
                </a:lnTo>
              </a:path>
            </a:pathLst>
          </a:custGeom>
          <a:noFill xmlns:a="http://schemas.openxmlformats.org/drawingml/2006/main"/>
          <a:ln xmlns:a="http://schemas.openxmlformats.org/drawingml/2006/main" w="17367">
            <a:solidFill>
              <a:srgbClr val="224889"/>
            </a:solidFill>
            <a:prstDash val="solid"/>
          </a:ln>
        </p:spPr>
      </p:sp>
      <p:sp>
        <p:nvSpPr>
          <p:cNvPr id="45" name="Editable chart path">
            <a:extLst xmlns:a="http://schemas.openxmlformats.org/drawingml/2006/main">
              <a:ext uri="{FF2B5EF4-FFF2-40B4-BE49-F238E27FC236}">
                <a16:creationId xmlns:a16="http://schemas.microsoft.com/office/drawing/2014/main" id="{15E82D75-C7EA-4803-92CD-BC042988FFE2}"/>
              </a:ext>
            </a:extLst>
          </p:cNvPr>
          <p:cNvSpPr>
            <a:spLocks xmlns:a="http://schemas.openxmlformats.org/drawingml/2006/main" noGrp="1"/>
          </p:cNvSpPr>
          <p:nvPr/>
        </p:nvSpPr>
        <p:spPr>
          <a:xfrm xmlns:a="http://schemas.openxmlformats.org/drawingml/2006/main">
            <a:off x="5872935" y="3279577"/>
            <a:ext cx="95" cy="558369"/>
          </a:xfrm>
          <a:custGeom xmlns:a="http://schemas.openxmlformats.org/drawingml/2006/main">
            <a:pathLst>
              <a:path w="95" h="459351">
                <a:moveTo>
                  <a:pt x="0" y="459351"/>
                </a:moveTo>
                <a:lnTo>
                  <a:pt x="0" y="0"/>
                </a:lnTo>
              </a:path>
            </a:pathLst>
          </a:custGeom>
          <a:noFill xmlns:a="http://schemas.openxmlformats.org/drawingml/2006/main"/>
          <a:ln xmlns:a="http://schemas.openxmlformats.org/drawingml/2006/main" w="17367">
            <a:solidFill>
              <a:srgbClr val="224889"/>
            </a:solidFill>
            <a:prstDash val="solid"/>
          </a:ln>
        </p:spPr>
      </p:sp>
      <p:sp>
        <p:nvSpPr>
          <p:cNvPr id="46" name="Editable chart path">
            <a:extLst xmlns:a="http://schemas.openxmlformats.org/drawingml/2006/main">
              <a:ext uri="{FF2B5EF4-FFF2-40B4-BE49-F238E27FC236}">
                <a16:creationId xmlns:a16="http://schemas.microsoft.com/office/drawing/2014/main" id="{0523CBDE-4E90-47C9-A028-F6C4C4F46D9E}"/>
              </a:ext>
            </a:extLst>
          </p:cNvPr>
          <p:cNvSpPr>
            <a:spLocks xmlns:a="http://schemas.openxmlformats.org/drawingml/2006/main" noGrp="1"/>
          </p:cNvSpPr>
          <p:nvPr/>
        </p:nvSpPr>
        <p:spPr>
          <a:xfrm xmlns:a="http://schemas.openxmlformats.org/drawingml/2006/main">
            <a:off x="8303042" y="2933384"/>
            <a:ext cx="95" cy="565928"/>
          </a:xfrm>
          <a:custGeom xmlns:a="http://schemas.openxmlformats.org/drawingml/2006/main">
            <a:pathLst>
              <a:path w="95" h="465569">
                <a:moveTo>
                  <a:pt x="0" y="465569"/>
                </a:moveTo>
                <a:lnTo>
                  <a:pt x="0" y="0"/>
                </a:lnTo>
              </a:path>
            </a:pathLst>
          </a:custGeom>
          <a:noFill xmlns:a="http://schemas.openxmlformats.org/drawingml/2006/main"/>
          <a:ln xmlns:a="http://schemas.openxmlformats.org/drawingml/2006/main" w="17367">
            <a:solidFill>
              <a:srgbClr val="224889"/>
            </a:solidFill>
            <a:prstDash val="solid"/>
          </a:ln>
        </p:spPr>
      </p:sp>
      <p:sp>
        <p:nvSpPr>
          <p:cNvPr id="47" name="Editable chart path">
            <a:extLst xmlns:a="http://schemas.openxmlformats.org/drawingml/2006/main">
              <a:ext uri="{FF2B5EF4-FFF2-40B4-BE49-F238E27FC236}">
                <a16:creationId xmlns:a16="http://schemas.microsoft.com/office/drawing/2014/main" id="{A88091A5-E31E-4AB1-A176-B695D40C9BBD}"/>
              </a:ext>
            </a:extLst>
          </p:cNvPr>
          <p:cNvSpPr>
            <a:spLocks xmlns:a="http://schemas.openxmlformats.org/drawingml/2006/main" noGrp="1"/>
          </p:cNvSpPr>
          <p:nvPr/>
        </p:nvSpPr>
        <p:spPr>
          <a:xfrm xmlns:a="http://schemas.openxmlformats.org/drawingml/2006/main">
            <a:off x="3408095" y="4220072"/>
            <a:ext cx="69469"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1578">
            <a:solidFill>
              <a:srgbClr val="224889"/>
            </a:solidFill>
            <a:prstDash val="solid"/>
          </a:ln>
        </p:spPr>
      </p:sp>
      <p:sp>
        <p:nvSpPr>
          <p:cNvPr id="48" name="Editable chart path">
            <a:extLst xmlns:a="http://schemas.openxmlformats.org/drawingml/2006/main">
              <a:ext uri="{FF2B5EF4-FFF2-40B4-BE49-F238E27FC236}">
                <a16:creationId xmlns:a16="http://schemas.microsoft.com/office/drawing/2014/main" id="{429AABBC-5656-4B01-AAE6-41D41D121286}"/>
              </a:ext>
            </a:extLst>
          </p:cNvPr>
          <p:cNvSpPr>
            <a:spLocks xmlns:a="http://schemas.openxmlformats.org/drawingml/2006/main" noGrp="1"/>
          </p:cNvSpPr>
          <p:nvPr/>
        </p:nvSpPr>
        <p:spPr>
          <a:xfrm xmlns:a="http://schemas.openxmlformats.org/drawingml/2006/main">
            <a:off x="5838201" y="3837946"/>
            <a:ext cx="69469"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1578">
            <a:solidFill>
              <a:srgbClr val="224889"/>
            </a:solidFill>
            <a:prstDash val="solid"/>
          </a:ln>
        </p:spPr>
      </p:sp>
      <p:sp>
        <p:nvSpPr>
          <p:cNvPr id="49" name="Editable chart path">
            <a:extLst xmlns:a="http://schemas.openxmlformats.org/drawingml/2006/main">
              <a:ext uri="{FF2B5EF4-FFF2-40B4-BE49-F238E27FC236}">
                <a16:creationId xmlns:a16="http://schemas.microsoft.com/office/drawing/2014/main" id="{221D7ED0-367B-4397-90BA-831EF6AFDB41}"/>
              </a:ext>
            </a:extLst>
          </p:cNvPr>
          <p:cNvSpPr>
            <a:spLocks xmlns:a="http://schemas.openxmlformats.org/drawingml/2006/main" noGrp="1"/>
          </p:cNvSpPr>
          <p:nvPr/>
        </p:nvSpPr>
        <p:spPr>
          <a:xfrm xmlns:a="http://schemas.openxmlformats.org/drawingml/2006/main">
            <a:off x="8268307" y="3499311"/>
            <a:ext cx="69469"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1578">
            <a:solidFill>
              <a:srgbClr val="224889"/>
            </a:solidFill>
            <a:prstDash val="solid"/>
          </a:ln>
        </p:spPr>
      </p:sp>
      <p:sp>
        <p:nvSpPr>
          <p:cNvPr id="50" name="Editable chart path">
            <a:extLst xmlns:a="http://schemas.openxmlformats.org/drawingml/2006/main">
              <a:ext uri="{FF2B5EF4-FFF2-40B4-BE49-F238E27FC236}">
                <a16:creationId xmlns:a16="http://schemas.microsoft.com/office/drawing/2014/main" id="{4EAF2B99-68C6-4C28-84EF-95570FD1EDFC}"/>
              </a:ext>
            </a:extLst>
          </p:cNvPr>
          <p:cNvSpPr>
            <a:spLocks xmlns:a="http://schemas.openxmlformats.org/drawingml/2006/main" noGrp="1"/>
          </p:cNvSpPr>
          <p:nvPr/>
        </p:nvSpPr>
        <p:spPr>
          <a:xfrm xmlns:a="http://schemas.openxmlformats.org/drawingml/2006/main">
            <a:off x="3408095" y="3692143"/>
            <a:ext cx="69469"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1578">
            <a:solidFill>
              <a:srgbClr val="224889"/>
            </a:solidFill>
            <a:prstDash val="solid"/>
          </a:ln>
        </p:spPr>
      </p:sp>
      <p:sp>
        <p:nvSpPr>
          <p:cNvPr id="51" name="Editable chart path">
            <a:extLst xmlns:a="http://schemas.openxmlformats.org/drawingml/2006/main">
              <a:ext uri="{FF2B5EF4-FFF2-40B4-BE49-F238E27FC236}">
                <a16:creationId xmlns:a16="http://schemas.microsoft.com/office/drawing/2014/main" id="{54522752-3F90-40F3-9673-4FE326BEBB17}"/>
              </a:ext>
            </a:extLst>
          </p:cNvPr>
          <p:cNvSpPr>
            <a:spLocks xmlns:a="http://schemas.openxmlformats.org/drawingml/2006/main" noGrp="1"/>
          </p:cNvSpPr>
          <p:nvPr/>
        </p:nvSpPr>
        <p:spPr>
          <a:xfrm xmlns:a="http://schemas.openxmlformats.org/drawingml/2006/main">
            <a:off x="5838201" y="3279577"/>
            <a:ext cx="69469"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1578">
            <a:solidFill>
              <a:srgbClr val="224889"/>
            </a:solidFill>
            <a:prstDash val="solid"/>
          </a:ln>
        </p:spPr>
      </p:sp>
      <p:sp>
        <p:nvSpPr>
          <p:cNvPr id="52" name="Editable chart path">
            <a:extLst xmlns:a="http://schemas.openxmlformats.org/drawingml/2006/main">
              <a:ext uri="{FF2B5EF4-FFF2-40B4-BE49-F238E27FC236}">
                <a16:creationId xmlns:a16="http://schemas.microsoft.com/office/drawing/2014/main" id="{46E1F0CF-01FD-41F3-88BC-D9A74FA41935}"/>
              </a:ext>
            </a:extLst>
          </p:cNvPr>
          <p:cNvSpPr>
            <a:spLocks xmlns:a="http://schemas.openxmlformats.org/drawingml/2006/main" noGrp="1"/>
          </p:cNvSpPr>
          <p:nvPr/>
        </p:nvSpPr>
        <p:spPr>
          <a:xfrm xmlns:a="http://schemas.openxmlformats.org/drawingml/2006/main">
            <a:off x="8268307" y="2933384"/>
            <a:ext cx="69469" cy="95"/>
          </a:xfrm>
          <a:custGeom xmlns:a="http://schemas.openxmlformats.org/drawingml/2006/main">
            <a:pathLst>
              <a:path w="57150" h="95">
                <a:moveTo>
                  <a:pt x="57150" y="0"/>
                </a:moveTo>
                <a:lnTo>
                  <a:pt x="0" y="0"/>
                </a:lnTo>
              </a:path>
            </a:pathLst>
          </a:custGeom>
          <a:solidFill xmlns:a="http://schemas.openxmlformats.org/drawingml/2006/main">
            <a:srgbClr val="224889"/>
          </a:solidFill>
          <a:ln xmlns:a="http://schemas.openxmlformats.org/drawingml/2006/main" w="11578">
            <a:solidFill>
              <a:srgbClr val="224889"/>
            </a:solidFill>
            <a:prstDash val="solid"/>
          </a:ln>
        </p:spPr>
      </p:sp>
      <p:sp>
        <p:nvSpPr>
          <p:cNvPr id="53" name="Editable chart path">
            <a:extLst xmlns:a="http://schemas.openxmlformats.org/drawingml/2006/main">
              <a:ext uri="{FF2B5EF4-FFF2-40B4-BE49-F238E27FC236}">
                <a16:creationId xmlns:a16="http://schemas.microsoft.com/office/drawing/2014/main" id="{63E8E4C8-C7E0-47DC-9EF1-2DCE269381A8}"/>
              </a:ext>
            </a:extLst>
          </p:cNvPr>
          <p:cNvSpPr>
            <a:spLocks xmlns:a="http://schemas.openxmlformats.org/drawingml/2006/main" noGrp="1"/>
          </p:cNvSpPr>
          <p:nvPr/>
        </p:nvSpPr>
        <p:spPr>
          <a:xfrm xmlns:a="http://schemas.openxmlformats.org/drawingml/2006/main">
            <a:off x="4050356" y="3338188"/>
            <a:ext cx="95" cy="874184"/>
          </a:xfrm>
          <a:custGeom xmlns:a="http://schemas.openxmlformats.org/drawingml/2006/main">
            <a:pathLst>
              <a:path w="95" h="719161">
                <a:moveTo>
                  <a:pt x="0" y="719161"/>
                </a:moveTo>
                <a:lnTo>
                  <a:pt x="0" y="0"/>
                </a:lnTo>
              </a:path>
            </a:pathLst>
          </a:custGeom>
          <a:noFill xmlns:a="http://schemas.openxmlformats.org/drawingml/2006/main"/>
          <a:ln xmlns:a="http://schemas.openxmlformats.org/drawingml/2006/main" w="17367">
            <a:solidFill>
              <a:srgbClr val="C0453C"/>
            </a:solidFill>
            <a:prstDash val="solid"/>
          </a:ln>
        </p:spPr>
      </p:sp>
      <p:sp>
        <p:nvSpPr>
          <p:cNvPr id="54" name="Editable chart path">
            <a:extLst xmlns:a="http://schemas.openxmlformats.org/drawingml/2006/main">
              <a:ext uri="{FF2B5EF4-FFF2-40B4-BE49-F238E27FC236}">
                <a16:creationId xmlns:a16="http://schemas.microsoft.com/office/drawing/2014/main" id="{65783739-EA4D-42EF-993D-A8565EB7E6B5}"/>
              </a:ext>
            </a:extLst>
          </p:cNvPr>
          <p:cNvSpPr>
            <a:spLocks xmlns:a="http://schemas.openxmlformats.org/drawingml/2006/main" noGrp="1"/>
          </p:cNvSpPr>
          <p:nvPr/>
        </p:nvSpPr>
        <p:spPr>
          <a:xfrm xmlns:a="http://schemas.openxmlformats.org/drawingml/2006/main">
            <a:off x="6480462" y="3003797"/>
            <a:ext cx="95" cy="902634"/>
          </a:xfrm>
          <a:custGeom xmlns:a="http://schemas.openxmlformats.org/drawingml/2006/main">
            <a:pathLst>
              <a:path w="95" h="742566">
                <a:moveTo>
                  <a:pt x="0" y="742566"/>
                </a:moveTo>
                <a:lnTo>
                  <a:pt x="0" y="0"/>
                </a:lnTo>
              </a:path>
            </a:pathLst>
          </a:custGeom>
          <a:noFill xmlns:a="http://schemas.openxmlformats.org/drawingml/2006/main"/>
          <a:ln xmlns:a="http://schemas.openxmlformats.org/drawingml/2006/main" w="17367">
            <a:solidFill>
              <a:srgbClr val="C0453C"/>
            </a:solidFill>
            <a:prstDash val="solid"/>
          </a:ln>
        </p:spPr>
      </p:sp>
      <p:sp>
        <p:nvSpPr>
          <p:cNvPr id="55" name="Editable chart path">
            <a:extLst xmlns:a="http://schemas.openxmlformats.org/drawingml/2006/main">
              <a:ext uri="{FF2B5EF4-FFF2-40B4-BE49-F238E27FC236}">
                <a16:creationId xmlns:a16="http://schemas.microsoft.com/office/drawing/2014/main" id="{77DCF24B-45BF-467B-98A9-9B187ACB43DF}"/>
              </a:ext>
            </a:extLst>
          </p:cNvPr>
          <p:cNvSpPr>
            <a:spLocks xmlns:a="http://schemas.openxmlformats.org/drawingml/2006/main" noGrp="1"/>
          </p:cNvSpPr>
          <p:nvPr/>
        </p:nvSpPr>
        <p:spPr>
          <a:xfrm xmlns:a="http://schemas.openxmlformats.org/drawingml/2006/main">
            <a:off x="8910568" y="2756510"/>
            <a:ext cx="95" cy="1010168"/>
          </a:xfrm>
          <a:custGeom xmlns:a="http://schemas.openxmlformats.org/drawingml/2006/main">
            <a:pathLst>
              <a:path w="95" h="831030">
                <a:moveTo>
                  <a:pt x="0" y="831030"/>
                </a:moveTo>
                <a:lnTo>
                  <a:pt x="0" y="0"/>
                </a:lnTo>
              </a:path>
            </a:pathLst>
          </a:custGeom>
          <a:noFill xmlns:a="http://schemas.openxmlformats.org/drawingml/2006/main"/>
          <a:ln xmlns:a="http://schemas.openxmlformats.org/drawingml/2006/main" w="17367">
            <a:solidFill>
              <a:srgbClr val="C0453C"/>
            </a:solidFill>
            <a:prstDash val="solid"/>
          </a:ln>
        </p:spPr>
      </p:sp>
      <p:sp>
        <p:nvSpPr>
          <p:cNvPr id="56" name="Editable chart path">
            <a:extLst xmlns:a="http://schemas.openxmlformats.org/drawingml/2006/main">
              <a:ext uri="{FF2B5EF4-FFF2-40B4-BE49-F238E27FC236}">
                <a16:creationId xmlns:a16="http://schemas.microsoft.com/office/drawing/2014/main" id="{88C7852C-C1CE-48CE-B554-A5736FA21946}"/>
              </a:ext>
            </a:extLst>
          </p:cNvPr>
          <p:cNvSpPr>
            <a:spLocks xmlns:a="http://schemas.openxmlformats.org/drawingml/2006/main" noGrp="1"/>
          </p:cNvSpPr>
          <p:nvPr/>
        </p:nvSpPr>
        <p:spPr>
          <a:xfrm xmlns:a="http://schemas.openxmlformats.org/drawingml/2006/main">
            <a:off x="4015621" y="4212372"/>
            <a:ext cx="69469" cy="95"/>
          </a:xfrm>
          <a:custGeom xmlns:a="http://schemas.openxmlformats.org/drawingml/2006/main">
            <a:pathLst>
              <a:path w="57150" h="95">
                <a:moveTo>
                  <a:pt x="57150" y="0"/>
                </a:moveTo>
                <a:lnTo>
                  <a:pt x="0" y="0"/>
                </a:lnTo>
              </a:path>
            </a:pathLst>
          </a:custGeom>
          <a:solidFill xmlns:a="http://schemas.openxmlformats.org/drawingml/2006/main">
            <a:srgbClr val="C0453C"/>
          </a:solidFill>
          <a:ln xmlns:a="http://schemas.openxmlformats.org/drawingml/2006/main" w="11578">
            <a:solidFill>
              <a:srgbClr val="C0453C"/>
            </a:solidFill>
            <a:prstDash val="solid"/>
          </a:ln>
        </p:spPr>
      </p:sp>
      <p:sp>
        <p:nvSpPr>
          <p:cNvPr id="57" name="Editable chart path">
            <a:extLst xmlns:a="http://schemas.openxmlformats.org/drawingml/2006/main">
              <a:ext uri="{FF2B5EF4-FFF2-40B4-BE49-F238E27FC236}">
                <a16:creationId xmlns:a16="http://schemas.microsoft.com/office/drawing/2014/main" id="{FADA09EB-20D7-4111-AB87-C3020B32697F}"/>
              </a:ext>
            </a:extLst>
          </p:cNvPr>
          <p:cNvSpPr>
            <a:spLocks xmlns:a="http://schemas.openxmlformats.org/drawingml/2006/main" noGrp="1"/>
          </p:cNvSpPr>
          <p:nvPr/>
        </p:nvSpPr>
        <p:spPr>
          <a:xfrm xmlns:a="http://schemas.openxmlformats.org/drawingml/2006/main">
            <a:off x="6445727" y="3906432"/>
            <a:ext cx="69469" cy="95"/>
          </a:xfrm>
          <a:custGeom xmlns:a="http://schemas.openxmlformats.org/drawingml/2006/main">
            <a:pathLst>
              <a:path w="57150" h="95">
                <a:moveTo>
                  <a:pt x="57150" y="0"/>
                </a:moveTo>
                <a:lnTo>
                  <a:pt x="0" y="0"/>
                </a:lnTo>
              </a:path>
            </a:pathLst>
          </a:custGeom>
          <a:solidFill xmlns:a="http://schemas.openxmlformats.org/drawingml/2006/main">
            <a:srgbClr val="C0453C"/>
          </a:solidFill>
          <a:ln xmlns:a="http://schemas.openxmlformats.org/drawingml/2006/main" w="11578">
            <a:solidFill>
              <a:srgbClr val="C0453C"/>
            </a:solidFill>
            <a:prstDash val="solid"/>
          </a:ln>
        </p:spPr>
      </p:sp>
      <p:sp>
        <p:nvSpPr>
          <p:cNvPr id="58" name="Editable chart path">
            <a:extLst xmlns:a="http://schemas.openxmlformats.org/drawingml/2006/main">
              <a:ext uri="{FF2B5EF4-FFF2-40B4-BE49-F238E27FC236}">
                <a16:creationId xmlns:a16="http://schemas.microsoft.com/office/drawing/2014/main" id="{1BF262E5-175E-4F69-930F-4868F6B06A00}"/>
              </a:ext>
            </a:extLst>
          </p:cNvPr>
          <p:cNvSpPr>
            <a:spLocks xmlns:a="http://schemas.openxmlformats.org/drawingml/2006/main" noGrp="1"/>
          </p:cNvSpPr>
          <p:nvPr/>
        </p:nvSpPr>
        <p:spPr>
          <a:xfrm xmlns:a="http://schemas.openxmlformats.org/drawingml/2006/main">
            <a:off x="8875834" y="3766677"/>
            <a:ext cx="69469" cy="95"/>
          </a:xfrm>
          <a:custGeom xmlns:a="http://schemas.openxmlformats.org/drawingml/2006/main">
            <a:pathLst>
              <a:path w="57150" h="95">
                <a:moveTo>
                  <a:pt x="57150" y="0"/>
                </a:moveTo>
                <a:lnTo>
                  <a:pt x="0" y="0"/>
                </a:lnTo>
              </a:path>
            </a:pathLst>
          </a:custGeom>
          <a:solidFill xmlns:a="http://schemas.openxmlformats.org/drawingml/2006/main">
            <a:srgbClr val="C0453C"/>
          </a:solidFill>
          <a:ln xmlns:a="http://schemas.openxmlformats.org/drawingml/2006/main" w="11578">
            <a:solidFill>
              <a:srgbClr val="C0453C"/>
            </a:solidFill>
            <a:prstDash val="solid"/>
          </a:ln>
        </p:spPr>
      </p:sp>
      <p:sp>
        <p:nvSpPr>
          <p:cNvPr id="59" name="Editable chart path">
            <a:extLst xmlns:a="http://schemas.openxmlformats.org/drawingml/2006/main">
              <a:ext uri="{FF2B5EF4-FFF2-40B4-BE49-F238E27FC236}">
                <a16:creationId xmlns:a16="http://schemas.microsoft.com/office/drawing/2014/main" id="{BBF08273-B6AA-4765-83B6-65964BA8D14C}"/>
              </a:ext>
            </a:extLst>
          </p:cNvPr>
          <p:cNvSpPr>
            <a:spLocks xmlns:a="http://schemas.openxmlformats.org/drawingml/2006/main" noGrp="1"/>
          </p:cNvSpPr>
          <p:nvPr/>
        </p:nvSpPr>
        <p:spPr>
          <a:xfrm xmlns:a="http://schemas.openxmlformats.org/drawingml/2006/main">
            <a:off x="4015621" y="3338188"/>
            <a:ext cx="69469" cy="95"/>
          </a:xfrm>
          <a:custGeom xmlns:a="http://schemas.openxmlformats.org/drawingml/2006/main">
            <a:pathLst>
              <a:path w="57150" h="95">
                <a:moveTo>
                  <a:pt x="57150" y="0"/>
                </a:moveTo>
                <a:lnTo>
                  <a:pt x="0" y="0"/>
                </a:lnTo>
              </a:path>
            </a:pathLst>
          </a:custGeom>
          <a:solidFill xmlns:a="http://schemas.openxmlformats.org/drawingml/2006/main">
            <a:srgbClr val="C0453C"/>
          </a:solidFill>
          <a:ln xmlns:a="http://schemas.openxmlformats.org/drawingml/2006/main" w="11578">
            <a:solidFill>
              <a:srgbClr val="C0453C"/>
            </a:solidFill>
            <a:prstDash val="solid"/>
          </a:ln>
        </p:spPr>
      </p:sp>
      <p:sp>
        <p:nvSpPr>
          <p:cNvPr id="60" name="Editable chart path">
            <a:extLst xmlns:a="http://schemas.openxmlformats.org/drawingml/2006/main">
              <a:ext uri="{FF2B5EF4-FFF2-40B4-BE49-F238E27FC236}">
                <a16:creationId xmlns:a16="http://schemas.microsoft.com/office/drawing/2014/main" id="{560F5533-91B7-4419-9064-AD745FB07195}"/>
              </a:ext>
            </a:extLst>
          </p:cNvPr>
          <p:cNvSpPr>
            <a:spLocks xmlns:a="http://schemas.openxmlformats.org/drawingml/2006/main" noGrp="1"/>
          </p:cNvSpPr>
          <p:nvPr/>
        </p:nvSpPr>
        <p:spPr>
          <a:xfrm xmlns:a="http://schemas.openxmlformats.org/drawingml/2006/main">
            <a:off x="6445727" y="3003797"/>
            <a:ext cx="69469" cy="95"/>
          </a:xfrm>
          <a:custGeom xmlns:a="http://schemas.openxmlformats.org/drawingml/2006/main">
            <a:pathLst>
              <a:path w="57150" h="95">
                <a:moveTo>
                  <a:pt x="57150" y="0"/>
                </a:moveTo>
                <a:lnTo>
                  <a:pt x="0" y="0"/>
                </a:lnTo>
              </a:path>
            </a:pathLst>
          </a:custGeom>
          <a:solidFill xmlns:a="http://schemas.openxmlformats.org/drawingml/2006/main">
            <a:srgbClr val="C0453C"/>
          </a:solidFill>
          <a:ln xmlns:a="http://schemas.openxmlformats.org/drawingml/2006/main" w="11578">
            <a:solidFill>
              <a:srgbClr val="C0453C"/>
            </a:solidFill>
            <a:prstDash val="solid"/>
          </a:ln>
        </p:spPr>
      </p:sp>
      <p:sp>
        <p:nvSpPr>
          <p:cNvPr id="61" name="Editable chart path">
            <a:extLst xmlns:a="http://schemas.openxmlformats.org/drawingml/2006/main">
              <a:ext uri="{FF2B5EF4-FFF2-40B4-BE49-F238E27FC236}">
                <a16:creationId xmlns:a16="http://schemas.microsoft.com/office/drawing/2014/main" id="{073BC065-6C3D-471F-92E9-29A9B09E97AB}"/>
              </a:ext>
            </a:extLst>
          </p:cNvPr>
          <p:cNvSpPr>
            <a:spLocks xmlns:a="http://schemas.openxmlformats.org/drawingml/2006/main" noGrp="1"/>
          </p:cNvSpPr>
          <p:nvPr/>
        </p:nvSpPr>
        <p:spPr>
          <a:xfrm xmlns:a="http://schemas.openxmlformats.org/drawingml/2006/main">
            <a:off x="8875834" y="2756510"/>
            <a:ext cx="69469" cy="95"/>
          </a:xfrm>
          <a:custGeom xmlns:a="http://schemas.openxmlformats.org/drawingml/2006/main">
            <a:pathLst>
              <a:path w="57150" h="95">
                <a:moveTo>
                  <a:pt x="57150" y="0"/>
                </a:moveTo>
                <a:lnTo>
                  <a:pt x="0" y="0"/>
                </a:lnTo>
              </a:path>
            </a:pathLst>
          </a:custGeom>
          <a:solidFill xmlns:a="http://schemas.openxmlformats.org/drawingml/2006/main">
            <a:srgbClr val="C0453C"/>
          </a:solidFill>
          <a:ln xmlns:a="http://schemas.openxmlformats.org/drawingml/2006/main" w="11578">
            <a:solidFill>
              <a:srgbClr val="C0453C"/>
            </a:solidFill>
            <a:prstDash val="solid"/>
          </a:ln>
        </p:spPr>
      </p:sp>
      <p:sp>
        <p:nvSpPr>
          <p:cNvPr id="62" name="Editable chart path">
            <a:extLst xmlns:a="http://schemas.openxmlformats.org/drawingml/2006/main">
              <a:ext uri="{FF2B5EF4-FFF2-40B4-BE49-F238E27FC236}">
                <a16:creationId xmlns:a16="http://schemas.microsoft.com/office/drawing/2014/main" id="{89BE5F36-0E58-4703-84DE-04DDCE485A26}"/>
              </a:ext>
            </a:extLst>
          </p:cNvPr>
          <p:cNvSpPr>
            <a:spLocks xmlns:a="http://schemas.openxmlformats.org/drawingml/2006/main" noGrp="1"/>
          </p:cNvSpPr>
          <p:nvPr/>
        </p:nvSpPr>
        <p:spPr>
          <a:xfrm xmlns:a="http://schemas.openxmlformats.org/drawingml/2006/main">
            <a:off x="3169442" y="4927700"/>
            <a:ext cx="6014513" cy="95"/>
          </a:xfrm>
          <a:custGeom xmlns:a="http://schemas.openxmlformats.org/drawingml/2006/main">
            <a:pathLst>
              <a:path w="4947930" h="95">
                <a:moveTo>
                  <a:pt x="0" y="0"/>
                </a:moveTo>
                <a:lnTo>
                  <a:pt x="4947930" y="0"/>
                </a:lnTo>
              </a:path>
            </a:pathLst>
          </a:custGeom>
          <a:noFill xmlns:a="http://schemas.openxmlformats.org/drawingml/2006/main"/>
          <a:ln xmlns:a="http://schemas.openxmlformats.org/drawingml/2006/main" w="9263">
            <a:solidFill>
              <a:srgbClr val="5A6683"/>
            </a:solidFill>
            <a:prstDash val="solid"/>
          </a:ln>
        </p:spPr>
      </p:sp>
      <p:sp>
        <p:nvSpPr>
          <p:cNvPr id="63" name="Editable chart path">
            <a:extLst xmlns:a="http://schemas.openxmlformats.org/drawingml/2006/main">
              <a:ext uri="{FF2B5EF4-FFF2-40B4-BE49-F238E27FC236}">
                <a16:creationId xmlns:a16="http://schemas.microsoft.com/office/drawing/2014/main" id="{D5E166BB-5DAA-4F16-9759-10D9F001C629}"/>
              </a:ext>
            </a:extLst>
          </p:cNvPr>
          <p:cNvSpPr>
            <a:spLocks xmlns:a="http://schemas.openxmlformats.org/drawingml/2006/main" noGrp="1"/>
          </p:cNvSpPr>
          <p:nvPr/>
        </p:nvSpPr>
        <p:spPr>
          <a:xfrm xmlns:a="http://schemas.openxmlformats.org/drawingml/2006/main">
            <a:off x="3402306" y="3923449"/>
            <a:ext cx="81048" cy="81048"/>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224889"/>
          </a:solidFill>
          <a:ln xmlns:a="http://schemas.openxmlformats.org/drawingml/2006/main" w="11578">
            <a:solidFill>
              <a:srgbClr val="224889"/>
            </a:solidFill>
            <a:prstDash val="solid"/>
          </a:ln>
        </p:spPr>
      </p:sp>
      <p:sp>
        <p:nvSpPr>
          <p:cNvPr id="64" name="Editable chart path">
            <a:extLst xmlns:a="http://schemas.openxmlformats.org/drawingml/2006/main">
              <a:ext uri="{FF2B5EF4-FFF2-40B4-BE49-F238E27FC236}">
                <a16:creationId xmlns:a16="http://schemas.microsoft.com/office/drawing/2014/main" id="{033ADB28-D16B-4CA9-9989-540CC64129E1}"/>
              </a:ext>
            </a:extLst>
          </p:cNvPr>
          <p:cNvSpPr>
            <a:spLocks xmlns:a="http://schemas.openxmlformats.org/drawingml/2006/main" noGrp="1"/>
          </p:cNvSpPr>
          <p:nvPr/>
        </p:nvSpPr>
        <p:spPr>
          <a:xfrm xmlns:a="http://schemas.openxmlformats.org/drawingml/2006/main">
            <a:off x="5832412" y="3526310"/>
            <a:ext cx="81048" cy="81048"/>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224889"/>
          </a:solidFill>
          <a:ln xmlns:a="http://schemas.openxmlformats.org/drawingml/2006/main" w="11578">
            <a:solidFill>
              <a:srgbClr val="224889"/>
            </a:solidFill>
            <a:prstDash val="solid"/>
          </a:ln>
        </p:spPr>
      </p:sp>
      <p:sp>
        <p:nvSpPr>
          <p:cNvPr id="65" name="Editable chart path">
            <a:extLst xmlns:a="http://schemas.openxmlformats.org/drawingml/2006/main">
              <a:ext uri="{FF2B5EF4-FFF2-40B4-BE49-F238E27FC236}">
                <a16:creationId xmlns:a16="http://schemas.microsoft.com/office/drawing/2014/main" id="{3F5C3008-2744-4437-A9B5-96ED2F4A8275}"/>
              </a:ext>
            </a:extLst>
          </p:cNvPr>
          <p:cNvSpPr>
            <a:spLocks xmlns:a="http://schemas.openxmlformats.org/drawingml/2006/main" noGrp="1"/>
          </p:cNvSpPr>
          <p:nvPr/>
        </p:nvSpPr>
        <p:spPr>
          <a:xfrm xmlns:a="http://schemas.openxmlformats.org/drawingml/2006/main">
            <a:off x="8262518" y="3183566"/>
            <a:ext cx="81048" cy="81048"/>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224889"/>
          </a:solidFill>
          <a:ln xmlns:a="http://schemas.openxmlformats.org/drawingml/2006/main" w="11578">
            <a:solidFill>
              <a:srgbClr val="224889"/>
            </a:solidFill>
            <a:prstDash val="solid"/>
          </a:ln>
        </p:spPr>
      </p:sp>
      <p:sp>
        <p:nvSpPr>
          <p:cNvPr id="66" name="Editable chart path">
            <a:extLst xmlns:a="http://schemas.openxmlformats.org/drawingml/2006/main">
              <a:ext uri="{FF2B5EF4-FFF2-40B4-BE49-F238E27FC236}">
                <a16:creationId xmlns:a16="http://schemas.microsoft.com/office/drawing/2014/main" id="{26B5E647-CDDA-4D16-BE68-247B9764232A}"/>
              </a:ext>
            </a:extLst>
          </p:cNvPr>
          <p:cNvSpPr>
            <a:spLocks xmlns:a="http://schemas.openxmlformats.org/drawingml/2006/main" noGrp="1"/>
          </p:cNvSpPr>
          <p:nvPr/>
        </p:nvSpPr>
        <p:spPr>
          <a:xfrm xmlns:a="http://schemas.openxmlformats.org/drawingml/2006/main">
            <a:off x="4009832" y="3755504"/>
            <a:ext cx="81048" cy="81048"/>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C0453C"/>
          </a:solidFill>
          <a:ln xmlns:a="http://schemas.openxmlformats.org/drawingml/2006/main" w="11578">
            <a:solidFill>
              <a:srgbClr val="C0453C"/>
            </a:solidFill>
            <a:prstDash val="solid"/>
          </a:ln>
        </p:spPr>
      </p:sp>
      <p:sp>
        <p:nvSpPr>
          <p:cNvPr id="67" name="Editable chart path">
            <a:extLst xmlns:a="http://schemas.openxmlformats.org/drawingml/2006/main">
              <a:ext uri="{FF2B5EF4-FFF2-40B4-BE49-F238E27FC236}">
                <a16:creationId xmlns:a16="http://schemas.microsoft.com/office/drawing/2014/main" id="{5408F962-1CAC-4E50-A2D9-F09B076D2AAA}"/>
              </a:ext>
            </a:extLst>
          </p:cNvPr>
          <p:cNvSpPr>
            <a:spLocks xmlns:a="http://schemas.openxmlformats.org/drawingml/2006/main" noGrp="1"/>
          </p:cNvSpPr>
          <p:nvPr/>
        </p:nvSpPr>
        <p:spPr>
          <a:xfrm xmlns:a="http://schemas.openxmlformats.org/drawingml/2006/main">
            <a:off x="6439938" y="3435271"/>
            <a:ext cx="81048" cy="81048"/>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C0453C"/>
          </a:solidFill>
          <a:ln xmlns:a="http://schemas.openxmlformats.org/drawingml/2006/main" w="11578">
            <a:solidFill>
              <a:srgbClr val="C0453C"/>
            </a:solidFill>
            <a:prstDash val="solid"/>
          </a:ln>
        </p:spPr>
      </p:sp>
      <p:sp>
        <p:nvSpPr>
          <p:cNvPr id="68" name="Editable chart path">
            <a:extLst xmlns:a="http://schemas.openxmlformats.org/drawingml/2006/main">
              <a:ext uri="{FF2B5EF4-FFF2-40B4-BE49-F238E27FC236}">
                <a16:creationId xmlns:a16="http://schemas.microsoft.com/office/drawing/2014/main" id="{028E72B6-1108-45C3-949C-2F0523DF3A00}"/>
              </a:ext>
            </a:extLst>
          </p:cNvPr>
          <p:cNvSpPr>
            <a:spLocks xmlns:a="http://schemas.openxmlformats.org/drawingml/2006/main" noGrp="1"/>
          </p:cNvSpPr>
          <p:nvPr/>
        </p:nvSpPr>
        <p:spPr>
          <a:xfrm xmlns:a="http://schemas.openxmlformats.org/drawingml/2006/main">
            <a:off x="8870044" y="3246002"/>
            <a:ext cx="81048" cy="81048"/>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C0453C"/>
          </a:solidFill>
          <a:ln xmlns:a="http://schemas.openxmlformats.org/drawingml/2006/main" w="11578">
            <a:solidFill>
              <a:srgbClr val="C0453C"/>
            </a:solidFill>
            <a:prstDash val="solid"/>
          </a:ln>
        </p:spPr>
      </p:sp>
      <p:sp>
        <p:nvSpPr>
          <p:cNvPr id="69" name="Editable chart path">
            <a:extLst xmlns:a="http://schemas.openxmlformats.org/drawingml/2006/main">
              <a:ext uri="{FF2B5EF4-FFF2-40B4-BE49-F238E27FC236}">
                <a16:creationId xmlns:a16="http://schemas.microsoft.com/office/drawing/2014/main" id="{EBF3BBD5-E616-4511-8DDC-CDCFEF8A0499}"/>
              </a:ext>
            </a:extLst>
          </p:cNvPr>
          <p:cNvSpPr>
            <a:spLocks xmlns:a="http://schemas.openxmlformats.org/drawingml/2006/main" noGrp="1"/>
          </p:cNvSpPr>
          <p:nvPr/>
        </p:nvSpPr>
        <p:spPr>
          <a:xfrm xmlns:a="http://schemas.openxmlformats.org/drawingml/2006/main">
            <a:off x="3169442" y="2647950"/>
            <a:ext cx="95" cy="2388309"/>
          </a:xfrm>
          <a:custGeom xmlns:a="http://schemas.openxmlformats.org/drawingml/2006/main">
            <a:pathLst>
              <a:path w="95" h="1964779">
                <a:moveTo>
                  <a:pt x="0" y="1964779"/>
                </a:moveTo>
                <a:lnTo>
                  <a:pt x="0" y="0"/>
                </a:lnTo>
              </a:path>
            </a:pathLst>
          </a:custGeom>
          <a:noFill xmlns:a="http://schemas.openxmlformats.org/drawingml/2006/main"/>
          <a:ln xmlns:a="http://schemas.openxmlformats.org/drawingml/2006/main" w="9263">
            <a:solidFill>
              <a:srgbClr val="5A6683"/>
            </a:solidFill>
            <a:prstDash val="solid"/>
          </a:ln>
        </p:spPr>
      </p:sp>
      <p:sp>
        <p:nvSpPr>
          <p:cNvPr id="70" name="Editable chart path">
            <a:extLst xmlns:a="http://schemas.openxmlformats.org/drawingml/2006/main">
              <a:ext uri="{FF2B5EF4-FFF2-40B4-BE49-F238E27FC236}">
                <a16:creationId xmlns:a16="http://schemas.microsoft.com/office/drawing/2014/main" id="{3AD773CE-F533-4B77-9566-1AF8109989AE}"/>
              </a:ext>
            </a:extLst>
          </p:cNvPr>
          <p:cNvSpPr>
            <a:spLocks xmlns:a="http://schemas.openxmlformats.org/drawingml/2006/main" noGrp="1"/>
          </p:cNvSpPr>
          <p:nvPr/>
        </p:nvSpPr>
        <p:spPr>
          <a:xfrm xmlns:a="http://schemas.openxmlformats.org/drawingml/2006/main">
            <a:off x="3169442" y="5036259"/>
            <a:ext cx="6014513" cy="95"/>
          </a:xfrm>
          <a:custGeom xmlns:a="http://schemas.openxmlformats.org/drawingml/2006/main">
            <a:pathLst>
              <a:path w="4947930" h="95">
                <a:moveTo>
                  <a:pt x="0" y="0"/>
                </a:moveTo>
                <a:lnTo>
                  <a:pt x="4947930" y="0"/>
                </a:lnTo>
              </a:path>
            </a:pathLst>
          </a:custGeom>
          <a:noFill xmlns:a="http://schemas.openxmlformats.org/drawingml/2006/main"/>
          <a:ln xmlns:a="http://schemas.openxmlformats.org/drawingml/2006/main" w="9263">
            <a:solidFill>
              <a:srgbClr val="5A6683"/>
            </a:solidFill>
            <a:prstDash val="solid"/>
          </a:ln>
        </p:spPr>
      </p:sp>
      <p:sp>
        <p:nvSpPr>
          <p:cNvPr id="71" name="">
            <a:extLst xmlns:a="http://schemas.openxmlformats.org/drawingml/2006/main">
              <a:ext uri="{FF2B5EF4-FFF2-40B4-BE49-F238E27FC236}">
                <a16:creationId xmlns:a16="http://schemas.microsoft.com/office/drawing/2014/main" id="{CEC1725B-8D3D-47AF-8FBF-0D9CB084919C}"/>
              </a:ext>
            </a:extLst>
          </p:cNvPr>
          <p:cNvSpPr>
            <a:spLocks xmlns:a="http://schemas.openxmlformats.org/drawingml/2006/main" noGrp="1"/>
          </p:cNvSpPr>
          <p:nvPr/>
        </p:nvSpPr>
        <p:spPr>
          <a:xfrm xmlns:a="http://schemas.openxmlformats.org/drawingml/2006/main" rot="0">
            <a:off x="3564335" y="3849340"/>
            <a:ext cx="24707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1.28</a:t>
            </a:r>
          </a:p>
        </p:txBody>
      </p:sp>
      <p:sp>
        <p:nvSpPr>
          <p:cNvPr id="72" name="">
            <a:extLst xmlns:a="http://schemas.openxmlformats.org/drawingml/2006/main">
              <a:ext uri="{FF2B5EF4-FFF2-40B4-BE49-F238E27FC236}">
                <a16:creationId xmlns:a16="http://schemas.microsoft.com/office/drawing/2014/main" id="{9ED9C101-0CA8-4FEC-ACD3-7A5BA2D53A78}"/>
              </a:ext>
            </a:extLst>
          </p:cNvPr>
          <p:cNvSpPr>
            <a:spLocks xmlns:a="http://schemas.openxmlformats.org/drawingml/2006/main" noGrp="1"/>
          </p:cNvSpPr>
          <p:nvPr/>
        </p:nvSpPr>
        <p:spPr>
          <a:xfrm xmlns:a="http://schemas.openxmlformats.org/drawingml/2006/main" rot="0">
            <a:off x="5994441" y="3452202"/>
            <a:ext cx="2488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1.39</a:t>
            </a:r>
          </a:p>
        </p:txBody>
      </p:sp>
      <p:sp>
        <p:nvSpPr>
          <p:cNvPr id="73" name="">
            <a:extLst xmlns:a="http://schemas.openxmlformats.org/drawingml/2006/main">
              <a:ext uri="{FF2B5EF4-FFF2-40B4-BE49-F238E27FC236}">
                <a16:creationId xmlns:a16="http://schemas.microsoft.com/office/drawing/2014/main" id="{67E74282-BFB9-47E0-802B-E25AC49176F1}"/>
              </a:ext>
            </a:extLst>
          </p:cNvPr>
          <p:cNvSpPr>
            <a:spLocks xmlns:a="http://schemas.openxmlformats.org/drawingml/2006/main" noGrp="1"/>
          </p:cNvSpPr>
          <p:nvPr/>
        </p:nvSpPr>
        <p:spPr>
          <a:xfrm xmlns:a="http://schemas.openxmlformats.org/drawingml/2006/main" rot="0">
            <a:off x="8424547" y="3109457"/>
            <a:ext cx="25450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1.49</a:t>
            </a:r>
          </a:p>
        </p:txBody>
      </p:sp>
      <p:sp>
        <p:nvSpPr>
          <p:cNvPr id="74" name="">
            <a:extLst xmlns:a="http://schemas.openxmlformats.org/drawingml/2006/main">
              <a:ext uri="{FF2B5EF4-FFF2-40B4-BE49-F238E27FC236}">
                <a16:creationId xmlns:a16="http://schemas.microsoft.com/office/drawing/2014/main" id="{5F40033D-8804-4189-AD1B-97CEC2729580}"/>
              </a:ext>
            </a:extLst>
          </p:cNvPr>
          <p:cNvSpPr>
            <a:spLocks xmlns:a="http://schemas.openxmlformats.org/drawingml/2006/main" noGrp="1"/>
          </p:cNvSpPr>
          <p:nvPr/>
        </p:nvSpPr>
        <p:spPr>
          <a:xfrm xmlns:a="http://schemas.openxmlformats.org/drawingml/2006/main" rot="0">
            <a:off x="4171861" y="3681396"/>
            <a:ext cx="24317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1.33</a:t>
            </a:r>
          </a:p>
        </p:txBody>
      </p:sp>
      <p:sp>
        <p:nvSpPr>
          <p:cNvPr id="75" name="">
            <a:extLst xmlns:a="http://schemas.openxmlformats.org/drawingml/2006/main">
              <a:ext uri="{FF2B5EF4-FFF2-40B4-BE49-F238E27FC236}">
                <a16:creationId xmlns:a16="http://schemas.microsoft.com/office/drawing/2014/main" id="{7BC55D6D-1612-4914-A514-1102FE3079DC}"/>
              </a:ext>
            </a:extLst>
          </p:cNvPr>
          <p:cNvSpPr>
            <a:spLocks xmlns:a="http://schemas.openxmlformats.org/drawingml/2006/main" noGrp="1"/>
          </p:cNvSpPr>
          <p:nvPr/>
        </p:nvSpPr>
        <p:spPr>
          <a:xfrm xmlns:a="http://schemas.openxmlformats.org/drawingml/2006/main" rot="0">
            <a:off x="6601967" y="3361163"/>
            <a:ext cx="2467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1.42</a:t>
            </a:r>
          </a:p>
        </p:txBody>
      </p:sp>
      <p:sp>
        <p:nvSpPr>
          <p:cNvPr id="76" name="">
            <a:extLst xmlns:a="http://schemas.openxmlformats.org/drawingml/2006/main">
              <a:ext uri="{FF2B5EF4-FFF2-40B4-BE49-F238E27FC236}">
                <a16:creationId xmlns:a16="http://schemas.microsoft.com/office/drawing/2014/main" id="{2BE3BFE0-8D68-4751-94F3-F99693A34B2B}"/>
              </a:ext>
            </a:extLst>
          </p:cNvPr>
          <p:cNvSpPr>
            <a:spLocks xmlns:a="http://schemas.openxmlformats.org/drawingml/2006/main" noGrp="1"/>
          </p:cNvSpPr>
          <p:nvPr/>
        </p:nvSpPr>
        <p:spPr>
          <a:xfrm xmlns:a="http://schemas.openxmlformats.org/drawingml/2006/main" rot="0">
            <a:off x="9032074" y="3171894"/>
            <a:ext cx="2427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1.47</a:t>
            </a:r>
          </a:p>
        </p:txBody>
      </p:sp>
      <p:sp>
        <p:nvSpPr>
          <p:cNvPr id="77" name="">
            <a:extLst xmlns:a="http://schemas.openxmlformats.org/drawingml/2006/main">
              <a:ext uri="{FF2B5EF4-FFF2-40B4-BE49-F238E27FC236}">
                <a16:creationId xmlns:a16="http://schemas.microsoft.com/office/drawing/2014/main" id="{3A35BBA4-FD89-4555-8341-DEFB772A0EDC}"/>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78" name="">
            <a:extLst xmlns:a="http://schemas.openxmlformats.org/drawingml/2006/main">
              <a:ext uri="{FF2B5EF4-FFF2-40B4-BE49-F238E27FC236}">
                <a16:creationId xmlns:a16="http://schemas.microsoft.com/office/drawing/2014/main" id="{0C2141E6-7842-47D0-8E31-E1614C11D107}"/>
              </a:ext>
            </a:extLst>
          </p:cNvPr>
          <p:cNvSpPr>
            <a:spLocks xmlns:a="http://schemas.openxmlformats.org/drawingml/2006/main" noGrp="1"/>
          </p:cNvSpPr>
          <p:nvPr/>
        </p:nvSpPr>
        <p:spPr>
          <a:xfrm xmlns:a="http://schemas.openxmlformats.org/drawingml/2006/main">
            <a:off x="1466850" y="5334000"/>
            <a:ext cx="225580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Low availability (deficit &gt;= 50%)</a:t>
            </a:r>
          </a:p>
        </p:txBody>
      </p:sp>
      <p:sp>
        <p:nvSpPr>
          <p:cNvPr id="79" name="">
            <a:extLst xmlns:a="http://schemas.openxmlformats.org/drawingml/2006/main">
              <a:ext uri="{FF2B5EF4-FFF2-40B4-BE49-F238E27FC236}">
                <a16:creationId xmlns:a16="http://schemas.microsoft.com/office/drawing/2014/main" id="{D8BEB4BF-2248-413F-99F6-D121AA2FA93E}"/>
              </a:ext>
            </a:extLst>
          </p:cNvPr>
          <p:cNvSpPr>
            <a:spLocks xmlns:a="http://schemas.openxmlformats.org/drawingml/2006/main" noGrp="1"/>
          </p:cNvSpPr>
          <p:nvPr/>
        </p:nvSpPr>
        <p:spPr>
          <a:xfrm xmlns:a="http://schemas.openxmlformats.org/drawingml/2006/main">
            <a:off x="3932206"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80" name="">
            <a:extLst xmlns:a="http://schemas.openxmlformats.org/drawingml/2006/main">
              <a:ext uri="{FF2B5EF4-FFF2-40B4-BE49-F238E27FC236}">
                <a16:creationId xmlns:a16="http://schemas.microsoft.com/office/drawing/2014/main" id="{378929DD-3966-4CB0-A93B-966C5F7744FA}"/>
              </a:ext>
            </a:extLst>
          </p:cNvPr>
          <p:cNvSpPr>
            <a:spLocks xmlns:a="http://schemas.openxmlformats.org/drawingml/2006/main" noGrp="1"/>
          </p:cNvSpPr>
          <p:nvPr/>
        </p:nvSpPr>
        <p:spPr>
          <a:xfrm xmlns:a="http://schemas.openxmlformats.org/drawingml/2006/main">
            <a:off x="4160806" y="5334000"/>
            <a:ext cx="1042892"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 vacant taxi</a:t>
            </a:r>
          </a:p>
        </p:txBody>
      </p:sp>
    </p:spTree>
    <p:extLst>
      <p:ext uri="{BB962C8B-B14F-4D97-AF65-F5344CB8AC3E}">
        <p14:creationId xmlns:p14="http://schemas.microsoft.com/office/powerpoint/2010/main" val="597896415"/>
      </p:ext>
    </p:extLst>
  </p:cSld>
</p:sld>
</file>

<file path=ppt/slides/slide68.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DESCRIPTIVE RAIN-RESPONSE GROUPS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 groups summarise saved response patterns, not taxi-driver behaviour.</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68</a:t>
            </a:r>
            <a:endParaRPr sz="1200"/>
          </a:p>
        </p:txBody>
      </p:sp>
      <p:sp>
        <p:nvSpPr>
          <p:cNvPr id="14" name="">
            <a:extLst xmlns:a="http://schemas.openxmlformats.org/drawingml/2006/main">
              <a:ext uri="{FF2B5EF4-FFF2-40B4-BE49-F238E27FC236}">
                <a16:creationId xmlns:a16="http://schemas.microsoft.com/office/drawing/2014/main" id="{1D7849AA-B3A2-49C8-9D45-D57D09FDB785}"/>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0C113901-4E33-4219-B0F8-CE1793F0C56E}"/>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Rain-response types (k-means, k=2); bootstrap stability ARI 0.65</a:t>
            </a:r>
          </a:p>
        </p:txBody>
      </p:sp>
      <p:sp>
        <p:nvSpPr>
          <p:cNvPr id="16" name="Editable chart path">
            <a:extLst xmlns:a="http://schemas.openxmlformats.org/drawingml/2006/main">
              <a:ext uri="{FF2B5EF4-FFF2-40B4-BE49-F238E27FC236}">
                <a16:creationId xmlns:a16="http://schemas.microsoft.com/office/drawing/2014/main" id="{B83180F5-B97D-4174-9571-FA780055EBA0}"/>
              </a:ext>
            </a:extLst>
          </p:cNvPr>
          <p:cNvSpPr>
            <a:spLocks xmlns:a="http://schemas.openxmlformats.org/drawingml/2006/main" noGrp="1"/>
          </p:cNvSpPr>
          <p:nvPr/>
        </p:nvSpPr>
        <p:spPr>
          <a:xfrm xmlns:a="http://schemas.openxmlformats.org/drawingml/2006/main">
            <a:off x="3828378" y="2426369"/>
            <a:ext cx="4113887" cy="2444359"/>
          </a:xfrm>
          <a:custGeom xmlns:a="http://schemas.openxmlformats.org/drawingml/2006/main">
            <a:pathLst>
              <a:path w="5046998" h="2998788">
                <a:moveTo>
                  <a:pt x="1055641" y="1881866"/>
                </a:moveTo>
                <a:lnTo>
                  <a:pt x="1032128" y="1877139"/>
                </a:lnTo>
                <a:lnTo>
                  <a:pt x="1038352" y="1891435"/>
                </a:lnTo>
                <a:lnTo>
                  <a:pt x="1051376" y="1894663"/>
                </a:lnTo>
                <a:lnTo>
                  <a:pt x="1079730" y="1930057"/>
                </a:lnTo>
                <a:lnTo>
                  <a:pt x="1080075" y="1974212"/>
                </a:lnTo>
                <a:lnTo>
                  <a:pt x="1042847" y="1973175"/>
                </a:lnTo>
                <a:lnTo>
                  <a:pt x="1043078" y="1967756"/>
                </a:lnTo>
                <a:lnTo>
                  <a:pt x="1036278" y="1963145"/>
                </a:lnTo>
                <a:lnTo>
                  <a:pt x="1032589" y="1932362"/>
                </a:lnTo>
                <a:lnTo>
                  <a:pt x="1021986" y="1912187"/>
                </a:lnTo>
                <a:lnTo>
                  <a:pt x="1025443" y="1900773"/>
                </a:lnTo>
                <a:lnTo>
                  <a:pt x="1035816" y="1892357"/>
                </a:lnTo>
                <a:lnTo>
                  <a:pt x="1029938" y="1878176"/>
                </a:lnTo>
                <a:lnTo>
                  <a:pt x="1018067" y="1892588"/>
                </a:lnTo>
                <a:lnTo>
                  <a:pt x="1012535" y="1910112"/>
                </a:lnTo>
                <a:lnTo>
                  <a:pt x="1014840" y="1957957"/>
                </a:lnTo>
                <a:lnTo>
                  <a:pt x="982798" y="1970062"/>
                </a:lnTo>
                <a:lnTo>
                  <a:pt x="958479" y="1968448"/>
                </a:lnTo>
                <a:lnTo>
                  <a:pt x="901081" y="1979170"/>
                </a:lnTo>
                <a:lnTo>
                  <a:pt x="885291" y="1865610"/>
                </a:lnTo>
                <a:lnTo>
                  <a:pt x="878721" y="1862612"/>
                </a:lnTo>
                <a:lnTo>
                  <a:pt x="865121" y="1866302"/>
                </a:lnTo>
                <a:lnTo>
                  <a:pt x="878260" y="1991852"/>
                </a:lnTo>
                <a:lnTo>
                  <a:pt x="857744" y="2001305"/>
                </a:lnTo>
                <a:lnTo>
                  <a:pt x="853825" y="1996694"/>
                </a:lnTo>
                <a:lnTo>
                  <a:pt x="838381" y="2007877"/>
                </a:lnTo>
                <a:lnTo>
                  <a:pt x="775912" y="1938473"/>
                </a:lnTo>
                <a:lnTo>
                  <a:pt x="772454" y="1890282"/>
                </a:lnTo>
                <a:lnTo>
                  <a:pt x="727158" y="1895931"/>
                </a:lnTo>
                <a:lnTo>
                  <a:pt x="735341" y="1963836"/>
                </a:lnTo>
                <a:lnTo>
                  <a:pt x="791125" y="2021366"/>
                </a:lnTo>
                <a:lnTo>
                  <a:pt x="787091" y="2019636"/>
                </a:lnTo>
                <a:lnTo>
                  <a:pt x="790319" y="2025055"/>
                </a:lnTo>
                <a:lnTo>
                  <a:pt x="773722" y="2042694"/>
                </a:lnTo>
                <a:lnTo>
                  <a:pt x="701801" y="2099301"/>
                </a:lnTo>
                <a:lnTo>
                  <a:pt x="685780" y="2079933"/>
                </a:lnTo>
                <a:lnTo>
                  <a:pt x="688547" y="2075667"/>
                </a:lnTo>
                <a:lnTo>
                  <a:pt x="680479" y="2062409"/>
                </a:lnTo>
                <a:lnTo>
                  <a:pt x="610172" y="2027361"/>
                </a:lnTo>
                <a:lnTo>
                  <a:pt x="614551" y="2017907"/>
                </a:lnTo>
                <a:lnTo>
                  <a:pt x="599337" y="2005802"/>
                </a:lnTo>
                <a:lnTo>
                  <a:pt x="586659" y="2016408"/>
                </a:lnTo>
                <a:lnTo>
                  <a:pt x="578245" y="2007070"/>
                </a:lnTo>
                <a:lnTo>
                  <a:pt x="589195" y="1997616"/>
                </a:lnTo>
                <a:lnTo>
                  <a:pt x="553811" y="1956919"/>
                </a:lnTo>
                <a:lnTo>
                  <a:pt x="531105" y="1976172"/>
                </a:lnTo>
                <a:lnTo>
                  <a:pt x="508400" y="1949310"/>
                </a:lnTo>
                <a:lnTo>
                  <a:pt x="596917" y="1852813"/>
                </a:lnTo>
                <a:lnTo>
                  <a:pt x="593114" y="1840707"/>
                </a:lnTo>
                <a:lnTo>
                  <a:pt x="580666" y="1836211"/>
                </a:lnTo>
                <a:lnTo>
                  <a:pt x="520732" y="1900888"/>
                </a:lnTo>
                <a:lnTo>
                  <a:pt x="502867" y="1906999"/>
                </a:lnTo>
                <a:lnTo>
                  <a:pt x="473477" y="1878638"/>
                </a:lnTo>
                <a:lnTo>
                  <a:pt x="468405" y="1864226"/>
                </a:lnTo>
                <a:lnTo>
                  <a:pt x="532143" y="1798166"/>
                </a:lnTo>
                <a:lnTo>
                  <a:pt x="534563" y="1792171"/>
                </a:lnTo>
                <a:lnTo>
                  <a:pt x="528109" y="1784562"/>
                </a:lnTo>
                <a:lnTo>
                  <a:pt x="506440" y="1767499"/>
                </a:lnTo>
                <a:lnTo>
                  <a:pt x="468982" y="1808772"/>
                </a:lnTo>
                <a:lnTo>
                  <a:pt x="432445" y="1837479"/>
                </a:lnTo>
                <a:lnTo>
                  <a:pt x="404783" y="1818803"/>
                </a:lnTo>
                <a:lnTo>
                  <a:pt x="368132" y="1782025"/>
                </a:lnTo>
                <a:lnTo>
                  <a:pt x="332402" y="1833214"/>
                </a:lnTo>
                <a:lnTo>
                  <a:pt x="372396" y="1866993"/>
                </a:lnTo>
                <a:lnTo>
                  <a:pt x="453307" y="1961646"/>
                </a:lnTo>
                <a:lnTo>
                  <a:pt x="470134" y="2063561"/>
                </a:lnTo>
                <a:lnTo>
                  <a:pt x="507016" y="2131582"/>
                </a:lnTo>
                <a:lnTo>
                  <a:pt x="512549" y="2150259"/>
                </a:lnTo>
                <a:lnTo>
                  <a:pt x="507132" y="2180695"/>
                </a:lnTo>
                <a:lnTo>
                  <a:pt x="483850" y="2204214"/>
                </a:lnTo>
                <a:lnTo>
                  <a:pt x="462181" y="2209864"/>
                </a:lnTo>
                <a:lnTo>
                  <a:pt x="403631" y="2205828"/>
                </a:lnTo>
                <a:lnTo>
                  <a:pt x="400404" y="2209979"/>
                </a:lnTo>
                <a:lnTo>
                  <a:pt x="392336" y="2316852"/>
                </a:lnTo>
                <a:lnTo>
                  <a:pt x="433943" y="2316852"/>
                </a:lnTo>
                <a:lnTo>
                  <a:pt x="434059" y="2420151"/>
                </a:lnTo>
                <a:lnTo>
                  <a:pt x="134159" y="2420151"/>
                </a:lnTo>
                <a:lnTo>
                  <a:pt x="134159" y="2499355"/>
                </a:lnTo>
                <a:lnTo>
                  <a:pt x="445469" y="2499355"/>
                </a:lnTo>
                <a:lnTo>
                  <a:pt x="445469" y="2568759"/>
                </a:lnTo>
                <a:lnTo>
                  <a:pt x="369860" y="2602539"/>
                </a:lnTo>
                <a:lnTo>
                  <a:pt x="134159" y="2602539"/>
                </a:lnTo>
                <a:lnTo>
                  <a:pt x="134159" y="2681858"/>
                </a:lnTo>
                <a:lnTo>
                  <a:pt x="508745" y="2681858"/>
                </a:lnTo>
                <a:lnTo>
                  <a:pt x="508745" y="2785041"/>
                </a:lnTo>
                <a:lnTo>
                  <a:pt x="134275" y="2785041"/>
                </a:lnTo>
                <a:lnTo>
                  <a:pt x="134275" y="2872661"/>
                </a:lnTo>
                <a:lnTo>
                  <a:pt x="590347" y="2872546"/>
                </a:lnTo>
                <a:lnTo>
                  <a:pt x="609480" y="2923734"/>
                </a:lnTo>
                <a:lnTo>
                  <a:pt x="488230" y="2968582"/>
                </a:lnTo>
                <a:lnTo>
                  <a:pt x="449273" y="2991985"/>
                </a:lnTo>
                <a:lnTo>
                  <a:pt x="423916" y="2998788"/>
                </a:lnTo>
                <a:lnTo>
                  <a:pt x="41608" y="2902752"/>
                </a:lnTo>
                <a:lnTo>
                  <a:pt x="14292" y="2887879"/>
                </a:lnTo>
                <a:lnTo>
                  <a:pt x="1498" y="2864821"/>
                </a:lnTo>
                <a:lnTo>
                  <a:pt x="0" y="2618103"/>
                </a:lnTo>
                <a:lnTo>
                  <a:pt x="77568" y="2618103"/>
                </a:lnTo>
                <a:lnTo>
                  <a:pt x="77683" y="2586859"/>
                </a:lnTo>
                <a:lnTo>
                  <a:pt x="36306" y="2586859"/>
                </a:lnTo>
                <a:lnTo>
                  <a:pt x="36306" y="2511229"/>
                </a:lnTo>
                <a:lnTo>
                  <a:pt x="72497" y="2511229"/>
                </a:lnTo>
                <a:lnTo>
                  <a:pt x="72497" y="2479986"/>
                </a:lnTo>
                <a:lnTo>
                  <a:pt x="46679" y="2479986"/>
                </a:lnTo>
                <a:lnTo>
                  <a:pt x="46679" y="2427299"/>
                </a:lnTo>
                <a:lnTo>
                  <a:pt x="115" y="2427299"/>
                </a:lnTo>
                <a:lnTo>
                  <a:pt x="1383" y="2406662"/>
                </a:lnTo>
                <a:lnTo>
                  <a:pt x="65812" y="2234074"/>
                </a:lnTo>
                <a:lnTo>
                  <a:pt x="82063" y="2218164"/>
                </a:lnTo>
                <a:lnTo>
                  <a:pt x="115718" y="2205713"/>
                </a:lnTo>
                <a:lnTo>
                  <a:pt x="137732" y="2191417"/>
                </a:lnTo>
                <a:lnTo>
                  <a:pt x="154329" y="2171933"/>
                </a:lnTo>
                <a:lnTo>
                  <a:pt x="164357" y="2150259"/>
                </a:lnTo>
                <a:lnTo>
                  <a:pt x="168506" y="2124895"/>
                </a:lnTo>
                <a:lnTo>
                  <a:pt x="165164" y="2098725"/>
                </a:lnTo>
                <a:lnTo>
                  <a:pt x="144302" y="2045461"/>
                </a:lnTo>
                <a:lnTo>
                  <a:pt x="136119" y="2044539"/>
                </a:lnTo>
                <a:lnTo>
                  <a:pt x="138078" y="2032433"/>
                </a:lnTo>
                <a:lnTo>
                  <a:pt x="134390" y="2036930"/>
                </a:lnTo>
                <a:lnTo>
                  <a:pt x="139692" y="2006493"/>
                </a:lnTo>
                <a:lnTo>
                  <a:pt x="141651" y="2011797"/>
                </a:lnTo>
                <a:lnTo>
                  <a:pt x="143495" y="2001536"/>
                </a:lnTo>
                <a:lnTo>
                  <a:pt x="149834" y="2002574"/>
                </a:lnTo>
                <a:lnTo>
                  <a:pt x="297133" y="1608515"/>
                </a:lnTo>
                <a:lnTo>
                  <a:pt x="311425" y="1553637"/>
                </a:lnTo>
                <a:lnTo>
                  <a:pt x="335053" y="1498644"/>
                </a:lnTo>
                <a:lnTo>
                  <a:pt x="329866" y="1490689"/>
                </a:lnTo>
                <a:lnTo>
                  <a:pt x="335629" y="1484579"/>
                </a:lnTo>
                <a:lnTo>
                  <a:pt x="332287" y="1481466"/>
                </a:lnTo>
                <a:lnTo>
                  <a:pt x="345541" y="1467747"/>
                </a:lnTo>
                <a:lnTo>
                  <a:pt x="355107" y="1445035"/>
                </a:lnTo>
                <a:lnTo>
                  <a:pt x="353724" y="1439847"/>
                </a:lnTo>
                <a:lnTo>
                  <a:pt x="342544" y="1444689"/>
                </a:lnTo>
                <a:lnTo>
                  <a:pt x="333554" y="1434774"/>
                </a:lnTo>
                <a:lnTo>
                  <a:pt x="327561" y="1414944"/>
                </a:lnTo>
                <a:lnTo>
                  <a:pt x="331480" y="1395576"/>
                </a:lnTo>
                <a:lnTo>
                  <a:pt x="316612" y="1386007"/>
                </a:lnTo>
                <a:lnTo>
                  <a:pt x="318110" y="1383125"/>
                </a:lnTo>
                <a:lnTo>
                  <a:pt x="332863" y="1392924"/>
                </a:lnTo>
                <a:lnTo>
                  <a:pt x="345195" y="1379435"/>
                </a:lnTo>
                <a:lnTo>
                  <a:pt x="361447" y="1372979"/>
                </a:lnTo>
                <a:lnTo>
                  <a:pt x="369630" y="1376553"/>
                </a:lnTo>
                <a:lnTo>
                  <a:pt x="374701" y="1387044"/>
                </a:lnTo>
                <a:lnTo>
                  <a:pt x="381386" y="1356723"/>
                </a:lnTo>
                <a:lnTo>
                  <a:pt x="397061" y="1319716"/>
                </a:lnTo>
                <a:lnTo>
                  <a:pt x="399827" y="1298963"/>
                </a:lnTo>
                <a:lnTo>
                  <a:pt x="403054" y="1303921"/>
                </a:lnTo>
                <a:lnTo>
                  <a:pt x="424723" y="1286628"/>
                </a:lnTo>
                <a:lnTo>
                  <a:pt x="438669" y="1268527"/>
                </a:lnTo>
                <a:lnTo>
                  <a:pt x="473707" y="1189323"/>
                </a:lnTo>
                <a:lnTo>
                  <a:pt x="499986" y="1150702"/>
                </a:lnTo>
                <a:lnTo>
                  <a:pt x="503098" y="1131333"/>
                </a:lnTo>
                <a:lnTo>
                  <a:pt x="522807" y="1125223"/>
                </a:lnTo>
                <a:lnTo>
                  <a:pt x="521078" y="1111964"/>
                </a:lnTo>
                <a:lnTo>
                  <a:pt x="526725" y="1107468"/>
                </a:lnTo>
                <a:lnTo>
                  <a:pt x="541824" y="1127067"/>
                </a:lnTo>
                <a:lnTo>
                  <a:pt x="541939" y="1108160"/>
                </a:lnTo>
                <a:lnTo>
                  <a:pt x="551851" y="1106200"/>
                </a:lnTo>
                <a:lnTo>
                  <a:pt x="568218" y="1064581"/>
                </a:lnTo>
                <a:lnTo>
                  <a:pt x="593805" y="1020425"/>
                </a:lnTo>
                <a:lnTo>
                  <a:pt x="590693" y="1006129"/>
                </a:lnTo>
                <a:lnTo>
                  <a:pt x="602680" y="1007858"/>
                </a:lnTo>
                <a:lnTo>
                  <a:pt x="596571" y="997713"/>
                </a:lnTo>
                <a:lnTo>
                  <a:pt x="615935" y="980074"/>
                </a:lnTo>
                <a:lnTo>
                  <a:pt x="623657" y="977998"/>
                </a:lnTo>
                <a:lnTo>
                  <a:pt x="624579" y="987913"/>
                </a:lnTo>
                <a:lnTo>
                  <a:pt x="627691" y="987452"/>
                </a:lnTo>
                <a:lnTo>
                  <a:pt x="630918" y="977422"/>
                </a:lnTo>
                <a:lnTo>
                  <a:pt x="623887" y="965893"/>
                </a:lnTo>
                <a:lnTo>
                  <a:pt x="630687" y="953788"/>
                </a:lnTo>
                <a:lnTo>
                  <a:pt x="644288" y="944334"/>
                </a:lnTo>
                <a:lnTo>
                  <a:pt x="644403" y="924965"/>
                </a:lnTo>
                <a:lnTo>
                  <a:pt x="657427" y="902138"/>
                </a:lnTo>
                <a:lnTo>
                  <a:pt x="653163" y="875160"/>
                </a:lnTo>
                <a:lnTo>
                  <a:pt x="658695" y="846915"/>
                </a:lnTo>
                <a:lnTo>
                  <a:pt x="649474" y="830543"/>
                </a:lnTo>
                <a:lnTo>
                  <a:pt x="656851" y="812904"/>
                </a:lnTo>
                <a:lnTo>
                  <a:pt x="661231" y="816017"/>
                </a:lnTo>
                <a:lnTo>
                  <a:pt x="663305" y="812212"/>
                </a:lnTo>
                <a:lnTo>
                  <a:pt x="657312" y="807947"/>
                </a:lnTo>
                <a:lnTo>
                  <a:pt x="660078" y="799069"/>
                </a:lnTo>
                <a:lnTo>
                  <a:pt x="670566" y="793305"/>
                </a:lnTo>
                <a:lnTo>
                  <a:pt x="660770" y="778317"/>
                </a:lnTo>
                <a:lnTo>
                  <a:pt x="654546" y="752147"/>
                </a:lnTo>
                <a:lnTo>
                  <a:pt x="675522" y="743154"/>
                </a:lnTo>
                <a:lnTo>
                  <a:pt x="684397" y="726553"/>
                </a:lnTo>
                <a:lnTo>
                  <a:pt x="685089" y="713064"/>
                </a:lnTo>
                <a:lnTo>
                  <a:pt x="705028" y="708106"/>
                </a:lnTo>
                <a:lnTo>
                  <a:pt x="718629" y="715139"/>
                </a:lnTo>
                <a:lnTo>
                  <a:pt x="721625" y="705685"/>
                </a:lnTo>
                <a:lnTo>
                  <a:pt x="736378" y="698076"/>
                </a:lnTo>
                <a:lnTo>
                  <a:pt x="739144" y="688853"/>
                </a:lnTo>
                <a:lnTo>
                  <a:pt x="748019" y="681013"/>
                </a:lnTo>
                <a:lnTo>
                  <a:pt x="744677" y="667294"/>
                </a:lnTo>
                <a:lnTo>
                  <a:pt x="747789" y="662798"/>
                </a:lnTo>
                <a:lnTo>
                  <a:pt x="754819" y="657956"/>
                </a:lnTo>
                <a:lnTo>
                  <a:pt x="765538" y="660377"/>
                </a:lnTo>
                <a:lnTo>
                  <a:pt x="772339" y="656918"/>
                </a:lnTo>
                <a:lnTo>
                  <a:pt x="761850" y="647349"/>
                </a:lnTo>
                <a:lnTo>
                  <a:pt x="758738" y="632246"/>
                </a:lnTo>
                <a:lnTo>
                  <a:pt x="765999" y="608266"/>
                </a:lnTo>
                <a:lnTo>
                  <a:pt x="775912" y="611033"/>
                </a:lnTo>
                <a:lnTo>
                  <a:pt x="776718" y="602271"/>
                </a:lnTo>
                <a:lnTo>
                  <a:pt x="767267" y="594085"/>
                </a:lnTo>
                <a:lnTo>
                  <a:pt x="786400" y="583709"/>
                </a:lnTo>
                <a:lnTo>
                  <a:pt x="796773" y="593970"/>
                </a:lnTo>
                <a:lnTo>
                  <a:pt x="791471" y="585439"/>
                </a:lnTo>
                <a:lnTo>
                  <a:pt x="797926" y="577138"/>
                </a:lnTo>
                <a:lnTo>
                  <a:pt x="788820" y="579328"/>
                </a:lnTo>
                <a:lnTo>
                  <a:pt x="781559" y="562150"/>
                </a:lnTo>
                <a:lnTo>
                  <a:pt x="790664" y="525603"/>
                </a:lnTo>
                <a:lnTo>
                  <a:pt x="809451" y="513498"/>
                </a:lnTo>
                <a:lnTo>
                  <a:pt x="820747" y="515112"/>
                </a:lnTo>
                <a:lnTo>
                  <a:pt x="814868" y="512576"/>
                </a:lnTo>
                <a:lnTo>
                  <a:pt x="816713" y="505774"/>
                </a:lnTo>
                <a:lnTo>
                  <a:pt x="834001" y="480180"/>
                </a:lnTo>
                <a:lnTo>
                  <a:pt x="844835" y="486982"/>
                </a:lnTo>
                <a:lnTo>
                  <a:pt x="872497" y="479949"/>
                </a:lnTo>
                <a:lnTo>
                  <a:pt x="894511" y="456545"/>
                </a:lnTo>
                <a:lnTo>
                  <a:pt x="906613" y="464154"/>
                </a:lnTo>
                <a:lnTo>
                  <a:pt x="919983" y="465307"/>
                </a:lnTo>
                <a:lnTo>
                  <a:pt x="923556" y="470380"/>
                </a:lnTo>
                <a:lnTo>
                  <a:pt x="924132" y="452395"/>
                </a:lnTo>
                <a:lnTo>
                  <a:pt x="931509" y="447437"/>
                </a:lnTo>
                <a:lnTo>
                  <a:pt x="946031" y="450320"/>
                </a:lnTo>
                <a:lnTo>
                  <a:pt x="955482" y="434986"/>
                </a:lnTo>
                <a:lnTo>
                  <a:pt x="1009307" y="429106"/>
                </a:lnTo>
                <a:lnTo>
                  <a:pt x="1020948" y="419768"/>
                </a:lnTo>
                <a:lnTo>
                  <a:pt x="1041925" y="412274"/>
                </a:lnTo>
                <a:lnTo>
                  <a:pt x="1041810" y="407432"/>
                </a:lnTo>
                <a:lnTo>
                  <a:pt x="1088028" y="359818"/>
                </a:lnTo>
                <a:lnTo>
                  <a:pt x="1116266" y="343677"/>
                </a:lnTo>
                <a:lnTo>
                  <a:pt x="1161677" y="299175"/>
                </a:lnTo>
                <a:lnTo>
                  <a:pt x="1163060" y="287185"/>
                </a:lnTo>
                <a:lnTo>
                  <a:pt x="1171589" y="292719"/>
                </a:lnTo>
                <a:lnTo>
                  <a:pt x="1200750" y="265050"/>
                </a:lnTo>
                <a:lnTo>
                  <a:pt x="1231754" y="247641"/>
                </a:lnTo>
                <a:lnTo>
                  <a:pt x="1280969" y="233230"/>
                </a:lnTo>
                <a:lnTo>
                  <a:pt x="1288345" y="235766"/>
                </a:lnTo>
                <a:lnTo>
                  <a:pt x="1291687" y="231731"/>
                </a:lnTo>
                <a:lnTo>
                  <a:pt x="1334333" y="224353"/>
                </a:lnTo>
                <a:lnTo>
                  <a:pt x="1402450" y="225852"/>
                </a:lnTo>
                <a:lnTo>
                  <a:pt x="1421928" y="230809"/>
                </a:lnTo>
                <a:lnTo>
                  <a:pt x="1448898" y="252253"/>
                </a:lnTo>
                <a:lnTo>
                  <a:pt x="1450742" y="260784"/>
                </a:lnTo>
                <a:lnTo>
                  <a:pt x="1445325" y="251215"/>
                </a:lnTo>
                <a:lnTo>
                  <a:pt x="1445441" y="258594"/>
                </a:lnTo>
                <a:lnTo>
                  <a:pt x="1439678" y="263897"/>
                </a:lnTo>
                <a:lnTo>
                  <a:pt x="1447400" y="261937"/>
                </a:lnTo>
                <a:lnTo>
                  <a:pt x="1462960" y="272890"/>
                </a:lnTo>
                <a:lnTo>
                  <a:pt x="1447054" y="284073"/>
                </a:lnTo>
                <a:lnTo>
                  <a:pt x="1456160" y="276464"/>
                </a:lnTo>
                <a:lnTo>
                  <a:pt x="1464458" y="276002"/>
                </a:lnTo>
                <a:lnTo>
                  <a:pt x="1456505" y="283035"/>
                </a:lnTo>
                <a:lnTo>
                  <a:pt x="1459733" y="281075"/>
                </a:lnTo>
                <a:lnTo>
                  <a:pt x="1463305" y="285571"/>
                </a:lnTo>
                <a:lnTo>
                  <a:pt x="1463421" y="278539"/>
                </a:lnTo>
                <a:lnTo>
                  <a:pt x="1472872" y="283035"/>
                </a:lnTo>
                <a:lnTo>
                  <a:pt x="1476099" y="294795"/>
                </a:lnTo>
                <a:lnTo>
                  <a:pt x="1485550" y="293757"/>
                </a:lnTo>
                <a:lnTo>
                  <a:pt x="1523700" y="323040"/>
                </a:lnTo>
                <a:lnTo>
                  <a:pt x="1525314" y="330649"/>
                </a:lnTo>
                <a:lnTo>
                  <a:pt x="1508141" y="349903"/>
                </a:lnTo>
                <a:lnTo>
                  <a:pt x="1511022" y="369387"/>
                </a:lnTo>
                <a:lnTo>
                  <a:pt x="1515286" y="369502"/>
                </a:lnTo>
                <a:lnTo>
                  <a:pt x="1516670" y="357281"/>
                </a:lnTo>
                <a:lnTo>
                  <a:pt x="1527158" y="342524"/>
                </a:lnTo>
                <a:lnTo>
                  <a:pt x="1533036" y="367427"/>
                </a:lnTo>
                <a:lnTo>
                  <a:pt x="1573952" y="367311"/>
                </a:lnTo>
                <a:lnTo>
                  <a:pt x="1578908" y="363046"/>
                </a:lnTo>
                <a:lnTo>
                  <a:pt x="1582136" y="369617"/>
                </a:lnTo>
                <a:lnTo>
                  <a:pt x="1581905" y="291797"/>
                </a:lnTo>
                <a:lnTo>
                  <a:pt x="1591933" y="282228"/>
                </a:lnTo>
                <a:lnTo>
                  <a:pt x="1754560" y="315547"/>
                </a:lnTo>
                <a:lnTo>
                  <a:pt x="1799972" y="304594"/>
                </a:lnTo>
                <a:lnTo>
                  <a:pt x="1827634" y="316354"/>
                </a:lnTo>
                <a:lnTo>
                  <a:pt x="1859790" y="306554"/>
                </a:lnTo>
                <a:lnTo>
                  <a:pt x="1857255" y="297100"/>
                </a:lnTo>
                <a:lnTo>
                  <a:pt x="1863363" y="280845"/>
                </a:lnTo>
                <a:lnTo>
                  <a:pt x="1881804" y="265396"/>
                </a:lnTo>
                <a:lnTo>
                  <a:pt x="1891371" y="248218"/>
                </a:lnTo>
                <a:lnTo>
                  <a:pt x="1882726" y="210749"/>
                </a:lnTo>
                <a:lnTo>
                  <a:pt x="1886876" y="208443"/>
                </a:lnTo>
                <a:lnTo>
                  <a:pt x="1903588" y="256864"/>
                </a:lnTo>
                <a:lnTo>
                  <a:pt x="1926294" y="240032"/>
                </a:lnTo>
                <a:lnTo>
                  <a:pt x="1966634" y="224929"/>
                </a:lnTo>
                <a:lnTo>
                  <a:pt x="2040053" y="176738"/>
                </a:lnTo>
                <a:lnTo>
                  <a:pt x="2048927" y="175124"/>
                </a:lnTo>
                <a:lnTo>
                  <a:pt x="2074399" y="148608"/>
                </a:lnTo>
                <a:lnTo>
                  <a:pt x="2117621" y="117710"/>
                </a:lnTo>
                <a:lnTo>
                  <a:pt x="2135370" y="110216"/>
                </a:lnTo>
                <a:lnTo>
                  <a:pt x="2224234" y="45309"/>
                </a:lnTo>
                <a:lnTo>
                  <a:pt x="2238064" y="45770"/>
                </a:lnTo>
                <a:lnTo>
                  <a:pt x="2257658" y="26401"/>
                </a:lnTo>
                <a:lnTo>
                  <a:pt x="2274486" y="20060"/>
                </a:lnTo>
                <a:lnTo>
                  <a:pt x="2339030" y="2306"/>
                </a:lnTo>
                <a:lnTo>
                  <a:pt x="2351247" y="11414"/>
                </a:lnTo>
                <a:lnTo>
                  <a:pt x="2377180" y="4727"/>
                </a:lnTo>
                <a:lnTo>
                  <a:pt x="2439073" y="0"/>
                </a:lnTo>
                <a:lnTo>
                  <a:pt x="2486444" y="17639"/>
                </a:lnTo>
                <a:lnTo>
                  <a:pt x="2494973" y="24557"/>
                </a:lnTo>
                <a:lnTo>
                  <a:pt x="2473074" y="39890"/>
                </a:lnTo>
                <a:lnTo>
                  <a:pt x="2453711" y="66983"/>
                </a:lnTo>
                <a:lnTo>
                  <a:pt x="2463046" y="72747"/>
                </a:lnTo>
                <a:lnTo>
                  <a:pt x="2476071" y="53264"/>
                </a:lnTo>
                <a:lnTo>
                  <a:pt x="2502810" y="41619"/>
                </a:lnTo>
                <a:lnTo>
                  <a:pt x="2499007" y="55454"/>
                </a:lnTo>
                <a:lnTo>
                  <a:pt x="2509034" y="57529"/>
                </a:lnTo>
                <a:lnTo>
                  <a:pt x="2489325" y="92808"/>
                </a:lnTo>
                <a:lnTo>
                  <a:pt x="2495203" y="95921"/>
                </a:lnTo>
                <a:lnTo>
                  <a:pt x="2519407" y="58106"/>
                </a:lnTo>
                <a:lnTo>
                  <a:pt x="2508458" y="77820"/>
                </a:lnTo>
                <a:lnTo>
                  <a:pt x="2512838" y="80818"/>
                </a:lnTo>
                <a:lnTo>
                  <a:pt x="2496241" y="110101"/>
                </a:lnTo>
                <a:lnTo>
                  <a:pt x="2500390" y="112407"/>
                </a:lnTo>
                <a:lnTo>
                  <a:pt x="2516526" y="83008"/>
                </a:lnTo>
                <a:lnTo>
                  <a:pt x="2522404" y="85890"/>
                </a:lnTo>
                <a:lnTo>
                  <a:pt x="2556866" y="25133"/>
                </a:lnTo>
                <a:lnTo>
                  <a:pt x="2634780" y="69865"/>
                </a:lnTo>
                <a:lnTo>
                  <a:pt x="2607694" y="118287"/>
                </a:lnTo>
                <a:lnTo>
                  <a:pt x="2618644" y="124628"/>
                </a:lnTo>
                <a:lnTo>
                  <a:pt x="2645960" y="76437"/>
                </a:lnTo>
                <a:lnTo>
                  <a:pt x="2658407" y="76091"/>
                </a:lnTo>
                <a:lnTo>
                  <a:pt x="2669472" y="68712"/>
                </a:lnTo>
                <a:lnTo>
                  <a:pt x="2816079" y="129585"/>
                </a:lnTo>
                <a:lnTo>
                  <a:pt x="2863681" y="153335"/>
                </a:lnTo>
                <a:lnTo>
                  <a:pt x="2910129" y="183425"/>
                </a:lnTo>
                <a:lnTo>
                  <a:pt x="2908516" y="195415"/>
                </a:lnTo>
                <a:lnTo>
                  <a:pt x="2873823" y="210749"/>
                </a:lnTo>
                <a:lnTo>
                  <a:pt x="2904136" y="284534"/>
                </a:lnTo>
                <a:lnTo>
                  <a:pt x="2916584" y="327075"/>
                </a:lnTo>
                <a:lnTo>
                  <a:pt x="2969832" y="395788"/>
                </a:lnTo>
                <a:lnTo>
                  <a:pt x="2963147" y="401206"/>
                </a:lnTo>
                <a:lnTo>
                  <a:pt x="2972599" y="422650"/>
                </a:lnTo>
                <a:lnTo>
                  <a:pt x="2987928" y="416886"/>
                </a:lnTo>
                <a:lnTo>
                  <a:pt x="2992769" y="427147"/>
                </a:lnTo>
                <a:lnTo>
                  <a:pt x="2981819" y="449743"/>
                </a:lnTo>
                <a:lnTo>
                  <a:pt x="2923153" y="498280"/>
                </a:lnTo>
                <a:lnTo>
                  <a:pt x="2909668" y="502430"/>
                </a:lnTo>
                <a:lnTo>
                  <a:pt x="2905404" y="510039"/>
                </a:lnTo>
                <a:lnTo>
                  <a:pt x="2974673" y="541283"/>
                </a:lnTo>
                <a:lnTo>
                  <a:pt x="2990579" y="532982"/>
                </a:lnTo>
                <a:lnTo>
                  <a:pt x="3010749" y="530100"/>
                </a:lnTo>
                <a:lnTo>
                  <a:pt x="3037027" y="507042"/>
                </a:lnTo>
                <a:lnTo>
                  <a:pt x="3037488" y="494591"/>
                </a:lnTo>
                <a:lnTo>
                  <a:pt x="3045211" y="484676"/>
                </a:lnTo>
                <a:lnTo>
                  <a:pt x="3088317" y="456545"/>
                </a:lnTo>
                <a:lnTo>
                  <a:pt x="3115748" y="447668"/>
                </a:lnTo>
                <a:lnTo>
                  <a:pt x="3144908" y="449743"/>
                </a:lnTo>
                <a:lnTo>
                  <a:pt x="3163810" y="457929"/>
                </a:lnTo>
                <a:lnTo>
                  <a:pt x="3255094" y="518801"/>
                </a:lnTo>
                <a:lnTo>
                  <a:pt x="3236999" y="543934"/>
                </a:lnTo>
                <a:lnTo>
                  <a:pt x="3245297" y="548777"/>
                </a:lnTo>
                <a:lnTo>
                  <a:pt x="3261548" y="522606"/>
                </a:lnTo>
                <a:lnTo>
                  <a:pt x="3355944" y="578175"/>
                </a:lnTo>
                <a:lnTo>
                  <a:pt x="3363782" y="588436"/>
                </a:lnTo>
                <a:lnTo>
                  <a:pt x="3367009" y="603885"/>
                </a:lnTo>
                <a:lnTo>
                  <a:pt x="3351449" y="639509"/>
                </a:lnTo>
                <a:lnTo>
                  <a:pt x="3370466" y="646081"/>
                </a:lnTo>
                <a:lnTo>
                  <a:pt x="3389253" y="614376"/>
                </a:lnTo>
                <a:lnTo>
                  <a:pt x="3436394" y="583594"/>
                </a:lnTo>
                <a:lnTo>
                  <a:pt x="3453913" y="581058"/>
                </a:lnTo>
                <a:lnTo>
                  <a:pt x="3472239" y="585093"/>
                </a:lnTo>
                <a:lnTo>
                  <a:pt x="3483419" y="573449"/>
                </a:lnTo>
                <a:lnTo>
                  <a:pt x="3515230" y="567915"/>
                </a:lnTo>
                <a:lnTo>
                  <a:pt x="3537013" y="572526"/>
                </a:lnTo>
                <a:lnTo>
                  <a:pt x="3552458" y="602501"/>
                </a:lnTo>
                <a:lnTo>
                  <a:pt x="3554647" y="628557"/>
                </a:lnTo>
                <a:lnTo>
                  <a:pt x="3565251" y="627058"/>
                </a:lnTo>
                <a:lnTo>
                  <a:pt x="3571245" y="616567"/>
                </a:lnTo>
                <a:lnTo>
                  <a:pt x="3579889" y="617258"/>
                </a:lnTo>
                <a:lnTo>
                  <a:pt x="3607320" y="642737"/>
                </a:lnTo>
                <a:lnTo>
                  <a:pt x="3606513" y="652883"/>
                </a:lnTo>
                <a:lnTo>
                  <a:pt x="3612276" y="658763"/>
                </a:lnTo>
                <a:lnTo>
                  <a:pt x="3637978" y="669369"/>
                </a:lnTo>
                <a:lnTo>
                  <a:pt x="3662874" y="686778"/>
                </a:lnTo>
                <a:lnTo>
                  <a:pt x="3747819" y="771285"/>
                </a:lnTo>
                <a:lnTo>
                  <a:pt x="3749432" y="788693"/>
                </a:lnTo>
                <a:lnTo>
                  <a:pt x="3735601" y="797455"/>
                </a:lnTo>
                <a:lnTo>
                  <a:pt x="3739174" y="801029"/>
                </a:lnTo>
                <a:lnTo>
                  <a:pt x="3739405" y="819360"/>
                </a:lnTo>
                <a:lnTo>
                  <a:pt x="3788965" y="802413"/>
                </a:lnTo>
                <a:lnTo>
                  <a:pt x="3835529" y="845646"/>
                </a:lnTo>
                <a:lnTo>
                  <a:pt x="3836797" y="855215"/>
                </a:lnTo>
                <a:lnTo>
                  <a:pt x="3811325" y="881386"/>
                </a:lnTo>
                <a:lnTo>
                  <a:pt x="3808674" y="891993"/>
                </a:lnTo>
                <a:lnTo>
                  <a:pt x="3812017" y="896604"/>
                </a:lnTo>
                <a:lnTo>
                  <a:pt x="3825041" y="893722"/>
                </a:lnTo>
                <a:lnTo>
                  <a:pt x="3856045" y="868819"/>
                </a:lnTo>
                <a:lnTo>
                  <a:pt x="3886588" y="895451"/>
                </a:lnTo>
                <a:lnTo>
                  <a:pt x="3890276" y="905251"/>
                </a:lnTo>
                <a:lnTo>
                  <a:pt x="3883592" y="943988"/>
                </a:lnTo>
                <a:lnTo>
                  <a:pt x="3886127" y="957938"/>
                </a:lnTo>
                <a:lnTo>
                  <a:pt x="3896385" y="969236"/>
                </a:lnTo>
                <a:lnTo>
                  <a:pt x="3959546" y="1012009"/>
                </a:lnTo>
                <a:lnTo>
                  <a:pt x="4016944" y="1025959"/>
                </a:lnTo>
                <a:lnTo>
                  <a:pt x="4061779" y="1031031"/>
                </a:lnTo>
                <a:lnTo>
                  <a:pt x="4138425" y="1022385"/>
                </a:lnTo>
                <a:lnTo>
                  <a:pt x="4155253" y="1039447"/>
                </a:lnTo>
                <a:lnTo>
                  <a:pt x="4170121" y="1033914"/>
                </a:lnTo>
                <a:lnTo>
                  <a:pt x="4173579" y="1023422"/>
                </a:lnTo>
                <a:lnTo>
                  <a:pt x="4168507" y="1009357"/>
                </a:lnTo>
                <a:lnTo>
                  <a:pt x="4190176" y="995868"/>
                </a:lnTo>
                <a:lnTo>
                  <a:pt x="4206888" y="975577"/>
                </a:lnTo>
                <a:lnTo>
                  <a:pt x="4230746" y="962204"/>
                </a:lnTo>
                <a:lnTo>
                  <a:pt x="4243540" y="925311"/>
                </a:lnTo>
                <a:lnTo>
                  <a:pt x="4252645" y="923467"/>
                </a:lnTo>
                <a:lnTo>
                  <a:pt x="4259676" y="911246"/>
                </a:lnTo>
                <a:lnTo>
                  <a:pt x="4274890" y="903176"/>
                </a:lnTo>
                <a:lnTo>
                  <a:pt x="4320762" y="899948"/>
                </a:lnTo>
                <a:lnTo>
                  <a:pt x="4330213" y="893030"/>
                </a:lnTo>
                <a:lnTo>
                  <a:pt x="4326179" y="891186"/>
                </a:lnTo>
                <a:lnTo>
                  <a:pt x="4345081" y="887612"/>
                </a:lnTo>
                <a:lnTo>
                  <a:pt x="4341278" y="890148"/>
                </a:lnTo>
                <a:lnTo>
                  <a:pt x="4350498" y="893953"/>
                </a:lnTo>
                <a:lnTo>
                  <a:pt x="4361909" y="894760"/>
                </a:lnTo>
                <a:lnTo>
                  <a:pt x="4362716" y="890724"/>
                </a:lnTo>
                <a:lnTo>
                  <a:pt x="4406629" y="895105"/>
                </a:lnTo>
                <a:lnTo>
                  <a:pt x="4465179" y="912975"/>
                </a:lnTo>
                <a:lnTo>
                  <a:pt x="4487770" y="915050"/>
                </a:lnTo>
                <a:lnTo>
                  <a:pt x="4534564" y="943527"/>
                </a:lnTo>
                <a:lnTo>
                  <a:pt x="4615590" y="1109774"/>
                </a:lnTo>
                <a:lnTo>
                  <a:pt x="4632302" y="1121649"/>
                </a:lnTo>
                <a:lnTo>
                  <a:pt x="4646709" y="1119804"/>
                </a:lnTo>
                <a:lnTo>
                  <a:pt x="4644865" y="1131909"/>
                </a:lnTo>
                <a:lnTo>
                  <a:pt x="4623197" y="1132832"/>
                </a:lnTo>
                <a:lnTo>
                  <a:pt x="4609942" y="1167188"/>
                </a:lnTo>
                <a:lnTo>
                  <a:pt x="4616973" y="1170992"/>
                </a:lnTo>
                <a:lnTo>
                  <a:pt x="4619855" y="1164190"/>
                </a:lnTo>
                <a:lnTo>
                  <a:pt x="4661117" y="1177333"/>
                </a:lnTo>
                <a:lnTo>
                  <a:pt x="4701457" y="1160616"/>
                </a:lnTo>
                <a:lnTo>
                  <a:pt x="4867312" y="1234402"/>
                </a:lnTo>
                <a:lnTo>
                  <a:pt x="4946955" y="1282131"/>
                </a:lnTo>
                <a:lnTo>
                  <a:pt x="5021180" y="1336663"/>
                </a:lnTo>
                <a:lnTo>
                  <a:pt x="5038353" y="1359836"/>
                </a:lnTo>
                <a:lnTo>
                  <a:pt x="5046998" y="1390503"/>
                </a:lnTo>
                <a:lnTo>
                  <a:pt x="5042503" y="1406759"/>
                </a:lnTo>
                <a:lnTo>
                  <a:pt x="5028441" y="1405952"/>
                </a:lnTo>
                <a:lnTo>
                  <a:pt x="5026597" y="1397305"/>
                </a:lnTo>
                <a:lnTo>
                  <a:pt x="5036625" y="1379551"/>
                </a:lnTo>
                <a:lnTo>
                  <a:pt x="5031553" y="1358568"/>
                </a:lnTo>
                <a:lnTo>
                  <a:pt x="5019451" y="1342543"/>
                </a:lnTo>
                <a:lnTo>
                  <a:pt x="4980955" y="1312452"/>
                </a:lnTo>
                <a:lnTo>
                  <a:pt x="4967355" y="1311069"/>
                </a:lnTo>
                <a:lnTo>
                  <a:pt x="4944880" y="1296081"/>
                </a:lnTo>
                <a:lnTo>
                  <a:pt x="4930012" y="1291585"/>
                </a:lnTo>
                <a:lnTo>
                  <a:pt x="4911916" y="1295620"/>
                </a:lnTo>
                <a:lnTo>
                  <a:pt x="4905116" y="1304959"/>
                </a:lnTo>
                <a:lnTo>
                  <a:pt x="4916642" y="1313029"/>
                </a:lnTo>
                <a:lnTo>
                  <a:pt x="4919984" y="1324673"/>
                </a:lnTo>
                <a:lnTo>
                  <a:pt x="4788476" y="1634916"/>
                </a:lnTo>
                <a:lnTo>
                  <a:pt x="4783059" y="1654054"/>
                </a:lnTo>
                <a:lnTo>
                  <a:pt x="4783866" y="1672962"/>
                </a:lnTo>
                <a:lnTo>
                  <a:pt x="4791127" y="1688410"/>
                </a:lnTo>
                <a:lnTo>
                  <a:pt x="4919754" y="1685182"/>
                </a:lnTo>
                <a:lnTo>
                  <a:pt x="4921944" y="1761388"/>
                </a:lnTo>
                <a:lnTo>
                  <a:pt x="4931280" y="1767845"/>
                </a:lnTo>
                <a:lnTo>
                  <a:pt x="4921367" y="1782256"/>
                </a:lnTo>
                <a:lnTo>
                  <a:pt x="4879529" y="1783409"/>
                </a:lnTo>
                <a:lnTo>
                  <a:pt x="4878261" y="1733834"/>
                </a:lnTo>
                <a:lnTo>
                  <a:pt x="4805764" y="1735794"/>
                </a:lnTo>
                <a:lnTo>
                  <a:pt x="4807148" y="1785253"/>
                </a:lnTo>
                <a:lnTo>
                  <a:pt x="4668378" y="1793324"/>
                </a:lnTo>
                <a:lnTo>
                  <a:pt x="4603719" y="1836788"/>
                </a:lnTo>
                <a:lnTo>
                  <a:pt x="4569602" y="1848778"/>
                </a:lnTo>
                <a:lnTo>
                  <a:pt x="4535717" y="1844281"/>
                </a:lnTo>
                <a:lnTo>
                  <a:pt x="4443972" y="1804853"/>
                </a:lnTo>
                <a:lnTo>
                  <a:pt x="4359143" y="1830216"/>
                </a:lnTo>
                <a:lnTo>
                  <a:pt x="4370553" y="1823299"/>
                </a:lnTo>
                <a:lnTo>
                  <a:pt x="4374126" y="1814306"/>
                </a:lnTo>
                <a:lnTo>
                  <a:pt x="4362370" y="1776722"/>
                </a:lnTo>
                <a:lnTo>
                  <a:pt x="4346580" y="1780757"/>
                </a:lnTo>
                <a:lnTo>
                  <a:pt x="4306009" y="1777529"/>
                </a:lnTo>
                <a:lnTo>
                  <a:pt x="4276042" y="1790903"/>
                </a:lnTo>
                <a:lnTo>
                  <a:pt x="4275351" y="1781564"/>
                </a:lnTo>
                <a:lnTo>
                  <a:pt x="4227173" y="1783524"/>
                </a:lnTo>
                <a:lnTo>
                  <a:pt x="4211729" y="1789750"/>
                </a:lnTo>
                <a:lnTo>
                  <a:pt x="4204468" y="1785599"/>
                </a:lnTo>
                <a:lnTo>
                  <a:pt x="4185220" y="1794822"/>
                </a:lnTo>
                <a:lnTo>
                  <a:pt x="4178535" y="1792286"/>
                </a:lnTo>
                <a:lnTo>
                  <a:pt x="4137503" y="1806121"/>
                </a:lnTo>
                <a:lnTo>
                  <a:pt x="4115143" y="1800472"/>
                </a:lnTo>
                <a:lnTo>
                  <a:pt x="4097048" y="1812577"/>
                </a:lnTo>
                <a:lnTo>
                  <a:pt x="4095434" y="1808888"/>
                </a:lnTo>
                <a:lnTo>
                  <a:pt x="4088519" y="1810963"/>
                </a:lnTo>
                <a:lnTo>
                  <a:pt x="4064891" y="1826988"/>
                </a:lnTo>
                <a:lnTo>
                  <a:pt x="4058206" y="1824567"/>
                </a:lnTo>
                <a:lnTo>
                  <a:pt x="4034578" y="1839670"/>
                </a:lnTo>
                <a:lnTo>
                  <a:pt x="4033426" y="1835404"/>
                </a:lnTo>
                <a:lnTo>
                  <a:pt x="4026395" y="1834828"/>
                </a:lnTo>
                <a:lnTo>
                  <a:pt x="4007263" y="1843474"/>
                </a:lnTo>
                <a:lnTo>
                  <a:pt x="4003920" y="1840823"/>
                </a:lnTo>
                <a:lnTo>
                  <a:pt x="3982252" y="1847625"/>
                </a:lnTo>
                <a:lnTo>
                  <a:pt x="3975106" y="1844166"/>
                </a:lnTo>
                <a:lnTo>
                  <a:pt x="3951824" y="1849239"/>
                </a:lnTo>
                <a:lnTo>
                  <a:pt x="3900073" y="1862728"/>
                </a:lnTo>
                <a:lnTo>
                  <a:pt x="3888432" y="1870683"/>
                </a:lnTo>
                <a:lnTo>
                  <a:pt x="3882900" y="1868377"/>
                </a:lnTo>
                <a:lnTo>
                  <a:pt x="3868493" y="1874833"/>
                </a:lnTo>
                <a:lnTo>
                  <a:pt x="3867110" y="1871374"/>
                </a:lnTo>
                <a:lnTo>
                  <a:pt x="3867686" y="1875294"/>
                </a:lnTo>
                <a:lnTo>
                  <a:pt x="3850858" y="1884633"/>
                </a:lnTo>
                <a:lnTo>
                  <a:pt x="3815936" y="1897199"/>
                </a:lnTo>
                <a:lnTo>
                  <a:pt x="3811095" y="1894663"/>
                </a:lnTo>
                <a:lnTo>
                  <a:pt x="3778823" y="1912533"/>
                </a:lnTo>
                <a:lnTo>
                  <a:pt x="3778592" y="1909074"/>
                </a:lnTo>
                <a:lnTo>
                  <a:pt x="3763032" y="1904232"/>
                </a:lnTo>
                <a:lnTo>
                  <a:pt x="3715662" y="1926713"/>
                </a:lnTo>
                <a:lnTo>
                  <a:pt x="3699295" y="1926598"/>
                </a:lnTo>
                <a:lnTo>
                  <a:pt x="3691804" y="1932247"/>
                </a:lnTo>
                <a:lnTo>
                  <a:pt x="3689614" y="1927636"/>
                </a:lnTo>
                <a:lnTo>
                  <a:pt x="3682468" y="1927405"/>
                </a:lnTo>
                <a:lnTo>
                  <a:pt x="3667138" y="1936398"/>
                </a:lnTo>
                <a:lnTo>
                  <a:pt x="3660223" y="1931901"/>
                </a:lnTo>
                <a:lnTo>
                  <a:pt x="3619883" y="1947811"/>
                </a:lnTo>
                <a:lnTo>
                  <a:pt x="3593604" y="1948042"/>
                </a:lnTo>
                <a:lnTo>
                  <a:pt x="3529060" y="1978363"/>
                </a:lnTo>
                <a:lnTo>
                  <a:pt x="3454719" y="1995080"/>
                </a:lnTo>
                <a:lnTo>
                  <a:pt x="3378073" y="2021366"/>
                </a:lnTo>
                <a:lnTo>
                  <a:pt x="3342344" y="2037160"/>
                </a:lnTo>
                <a:lnTo>
                  <a:pt x="3332662" y="2046960"/>
                </a:lnTo>
                <a:lnTo>
                  <a:pt x="3324364" y="2042118"/>
                </a:lnTo>
                <a:lnTo>
                  <a:pt x="3315143" y="2043271"/>
                </a:lnTo>
                <a:lnTo>
                  <a:pt x="3277800" y="2079587"/>
                </a:lnTo>
                <a:lnTo>
                  <a:pt x="3261664" y="2074745"/>
                </a:lnTo>
                <a:lnTo>
                  <a:pt x="3223744" y="2109908"/>
                </a:lnTo>
                <a:lnTo>
                  <a:pt x="3215561" y="2105988"/>
                </a:lnTo>
                <a:lnTo>
                  <a:pt x="3205994" y="2108870"/>
                </a:lnTo>
                <a:lnTo>
                  <a:pt x="3164617" y="2154640"/>
                </a:lnTo>
                <a:lnTo>
                  <a:pt x="3114711" y="2190264"/>
                </a:lnTo>
                <a:lnTo>
                  <a:pt x="3131654" y="2187613"/>
                </a:lnTo>
                <a:lnTo>
                  <a:pt x="3132576" y="2192685"/>
                </a:lnTo>
                <a:lnTo>
                  <a:pt x="3116785" y="2192916"/>
                </a:lnTo>
                <a:lnTo>
                  <a:pt x="3089469" y="2174124"/>
                </a:lnTo>
                <a:lnTo>
                  <a:pt x="3062845" y="2193723"/>
                </a:lnTo>
                <a:lnTo>
                  <a:pt x="3064228" y="2199372"/>
                </a:lnTo>
                <a:lnTo>
                  <a:pt x="3067455" y="2197297"/>
                </a:lnTo>
                <a:lnTo>
                  <a:pt x="3064343" y="2199603"/>
                </a:lnTo>
                <a:lnTo>
                  <a:pt x="3070567" y="2216666"/>
                </a:lnTo>
                <a:lnTo>
                  <a:pt x="3064574" y="2236611"/>
                </a:lnTo>
                <a:lnTo>
                  <a:pt x="2930645" y="2340140"/>
                </a:lnTo>
                <a:lnTo>
                  <a:pt x="2950930" y="2368386"/>
                </a:lnTo>
                <a:lnTo>
                  <a:pt x="2940788" y="2375765"/>
                </a:lnTo>
                <a:lnTo>
                  <a:pt x="2920618" y="2347519"/>
                </a:lnTo>
                <a:lnTo>
                  <a:pt x="2898603" y="2362622"/>
                </a:lnTo>
                <a:lnTo>
                  <a:pt x="2883274" y="2364927"/>
                </a:lnTo>
                <a:lnTo>
                  <a:pt x="2869674" y="2359509"/>
                </a:lnTo>
                <a:lnTo>
                  <a:pt x="2845816" y="2336451"/>
                </a:lnTo>
                <a:lnTo>
                  <a:pt x="2833829" y="2336451"/>
                </a:lnTo>
                <a:lnTo>
                  <a:pt x="2836480" y="2388792"/>
                </a:lnTo>
                <a:lnTo>
                  <a:pt x="2823456" y="2394903"/>
                </a:lnTo>
                <a:lnTo>
                  <a:pt x="2839592" y="2413118"/>
                </a:lnTo>
                <a:lnTo>
                  <a:pt x="2830256" y="2421534"/>
                </a:lnTo>
                <a:lnTo>
                  <a:pt x="2766173" y="2351093"/>
                </a:lnTo>
                <a:lnTo>
                  <a:pt x="2749806" y="2366080"/>
                </a:lnTo>
                <a:lnTo>
                  <a:pt x="2778044" y="2401935"/>
                </a:lnTo>
                <a:lnTo>
                  <a:pt x="2768939" y="2412196"/>
                </a:lnTo>
                <a:lnTo>
                  <a:pt x="2694137" y="2342100"/>
                </a:lnTo>
                <a:lnTo>
                  <a:pt x="2609193" y="2344521"/>
                </a:lnTo>
                <a:lnTo>
                  <a:pt x="2517448" y="2394442"/>
                </a:lnTo>
                <a:lnTo>
                  <a:pt x="2520790" y="2427760"/>
                </a:lnTo>
                <a:lnTo>
                  <a:pt x="2590060" y="2388101"/>
                </a:lnTo>
                <a:lnTo>
                  <a:pt x="2655411" y="2385564"/>
                </a:lnTo>
                <a:lnTo>
                  <a:pt x="2729060" y="2454622"/>
                </a:lnTo>
                <a:lnTo>
                  <a:pt x="2658523" y="2489786"/>
                </a:lnTo>
                <a:lnTo>
                  <a:pt x="2599742" y="2471224"/>
                </a:lnTo>
                <a:lnTo>
                  <a:pt x="2607118" y="2462693"/>
                </a:lnTo>
                <a:lnTo>
                  <a:pt x="2600664" y="2460733"/>
                </a:lnTo>
                <a:lnTo>
                  <a:pt x="2599626" y="2463961"/>
                </a:lnTo>
                <a:lnTo>
                  <a:pt x="2599396" y="2460272"/>
                </a:lnTo>
                <a:lnTo>
                  <a:pt x="2598243" y="2463500"/>
                </a:lnTo>
                <a:lnTo>
                  <a:pt x="2597436" y="2459465"/>
                </a:lnTo>
                <a:lnTo>
                  <a:pt x="2590982" y="2467420"/>
                </a:lnTo>
                <a:lnTo>
                  <a:pt x="2570236" y="2463039"/>
                </a:lnTo>
                <a:lnTo>
                  <a:pt x="2567239" y="2468342"/>
                </a:lnTo>
                <a:lnTo>
                  <a:pt x="2560208" y="2465460"/>
                </a:lnTo>
                <a:lnTo>
                  <a:pt x="2568507" y="2466728"/>
                </a:lnTo>
                <a:lnTo>
                  <a:pt x="2570005" y="2462808"/>
                </a:lnTo>
                <a:lnTo>
                  <a:pt x="2541191" y="2453700"/>
                </a:lnTo>
                <a:lnTo>
                  <a:pt x="2516295" y="2428106"/>
                </a:lnTo>
                <a:lnTo>
                  <a:pt x="2516180" y="2472031"/>
                </a:lnTo>
                <a:lnTo>
                  <a:pt x="2520906" y="2476527"/>
                </a:lnTo>
                <a:lnTo>
                  <a:pt x="2530126" y="2484482"/>
                </a:lnTo>
                <a:lnTo>
                  <a:pt x="2553408" y="2491861"/>
                </a:lnTo>
                <a:lnTo>
                  <a:pt x="2617030" y="2492553"/>
                </a:lnTo>
                <a:lnTo>
                  <a:pt x="2642387" y="2507656"/>
                </a:lnTo>
                <a:lnTo>
                  <a:pt x="2667628" y="2508463"/>
                </a:lnTo>
                <a:lnTo>
                  <a:pt x="2681459" y="2498202"/>
                </a:lnTo>
                <a:lnTo>
                  <a:pt x="2704856" y="2504658"/>
                </a:lnTo>
                <a:lnTo>
                  <a:pt x="2718802" y="2502813"/>
                </a:lnTo>
                <a:lnTo>
                  <a:pt x="2721568" y="2517916"/>
                </a:lnTo>
                <a:lnTo>
                  <a:pt x="2726640" y="2519876"/>
                </a:lnTo>
                <a:lnTo>
                  <a:pt x="2770668" y="2507886"/>
                </a:lnTo>
                <a:lnTo>
                  <a:pt x="2797523" y="2520914"/>
                </a:lnTo>
                <a:lnTo>
                  <a:pt x="2793374" y="2536132"/>
                </a:lnTo>
                <a:lnTo>
                  <a:pt x="2748884" y="2602423"/>
                </a:lnTo>
                <a:lnTo>
                  <a:pt x="2697364" y="2655572"/>
                </a:lnTo>
                <a:lnTo>
                  <a:pt x="2669587" y="2674710"/>
                </a:lnTo>
                <a:lnTo>
                  <a:pt x="2659099" y="2676785"/>
                </a:lnTo>
                <a:lnTo>
                  <a:pt x="2667052" y="2669867"/>
                </a:lnTo>
                <a:lnTo>
                  <a:pt x="2662672" y="2667216"/>
                </a:lnTo>
                <a:lnTo>
                  <a:pt x="2641580" y="2672289"/>
                </a:lnTo>
                <a:lnTo>
                  <a:pt x="2621064" y="2685777"/>
                </a:lnTo>
                <a:lnTo>
                  <a:pt x="2603314" y="2678284"/>
                </a:lnTo>
                <a:lnTo>
                  <a:pt x="2588562" y="2663988"/>
                </a:lnTo>
                <a:lnTo>
                  <a:pt x="2582914" y="2664910"/>
                </a:lnTo>
                <a:lnTo>
                  <a:pt x="2582799" y="2659491"/>
                </a:lnTo>
                <a:lnTo>
                  <a:pt x="2589368" y="2660875"/>
                </a:lnTo>
                <a:lnTo>
                  <a:pt x="2588907" y="2652689"/>
                </a:lnTo>
                <a:lnTo>
                  <a:pt x="2584412" y="2646348"/>
                </a:lnTo>
                <a:lnTo>
                  <a:pt x="2575076" y="2644043"/>
                </a:lnTo>
                <a:lnTo>
                  <a:pt x="2568046" y="2630323"/>
                </a:lnTo>
                <a:lnTo>
                  <a:pt x="2554791" y="2628479"/>
                </a:lnTo>
                <a:lnTo>
                  <a:pt x="2551679" y="2632168"/>
                </a:lnTo>
                <a:lnTo>
                  <a:pt x="2556520" y="2635396"/>
                </a:lnTo>
                <a:lnTo>
                  <a:pt x="2552371" y="2638509"/>
                </a:lnTo>
                <a:lnTo>
                  <a:pt x="2510302" y="2593200"/>
                </a:lnTo>
                <a:lnTo>
                  <a:pt x="2507997" y="2585245"/>
                </a:lnTo>
                <a:lnTo>
                  <a:pt x="2513875" y="2588934"/>
                </a:lnTo>
                <a:lnTo>
                  <a:pt x="2516987" y="2582017"/>
                </a:lnTo>
                <a:lnTo>
                  <a:pt x="2513183" y="2572679"/>
                </a:lnTo>
                <a:lnTo>
                  <a:pt x="2498891" y="2567260"/>
                </a:lnTo>
                <a:lnTo>
                  <a:pt x="2481718" y="2548353"/>
                </a:lnTo>
                <a:lnTo>
                  <a:pt x="2470308" y="2549851"/>
                </a:lnTo>
                <a:lnTo>
                  <a:pt x="2475494" y="2554578"/>
                </a:lnTo>
                <a:lnTo>
                  <a:pt x="2468464" y="2559075"/>
                </a:lnTo>
                <a:lnTo>
                  <a:pt x="2443337" y="2545125"/>
                </a:lnTo>
                <a:lnTo>
                  <a:pt x="2436192" y="2534287"/>
                </a:lnTo>
                <a:lnTo>
                  <a:pt x="2424320" y="2529676"/>
                </a:lnTo>
                <a:lnTo>
                  <a:pt x="2427201" y="2526678"/>
                </a:lnTo>
                <a:lnTo>
                  <a:pt x="2422015" y="2518493"/>
                </a:lnTo>
                <a:lnTo>
                  <a:pt x="2410604" y="2515380"/>
                </a:lnTo>
                <a:lnTo>
                  <a:pt x="2405187" y="2504427"/>
                </a:lnTo>
                <a:lnTo>
                  <a:pt x="2394468" y="2501084"/>
                </a:lnTo>
                <a:lnTo>
                  <a:pt x="2389973" y="2491169"/>
                </a:lnTo>
                <a:lnTo>
                  <a:pt x="2377526" y="2486212"/>
                </a:lnTo>
                <a:lnTo>
                  <a:pt x="2366807" y="2474452"/>
                </a:lnTo>
                <a:lnTo>
                  <a:pt x="2354474" y="2473876"/>
                </a:lnTo>
                <a:lnTo>
                  <a:pt x="2359084" y="2482753"/>
                </a:lnTo>
                <a:lnTo>
                  <a:pt x="2365424" y="2484713"/>
                </a:lnTo>
                <a:lnTo>
                  <a:pt x="2360237" y="2489901"/>
                </a:lnTo>
                <a:lnTo>
                  <a:pt x="2340643" y="2459926"/>
                </a:lnTo>
                <a:lnTo>
                  <a:pt x="2316785" y="2436753"/>
                </a:lnTo>
                <a:lnTo>
                  <a:pt x="2317016" y="2431911"/>
                </a:lnTo>
                <a:lnTo>
                  <a:pt x="2340413" y="2429374"/>
                </a:lnTo>
                <a:lnTo>
                  <a:pt x="2383404" y="2441134"/>
                </a:lnTo>
                <a:lnTo>
                  <a:pt x="2409337" y="2443439"/>
                </a:lnTo>
                <a:lnTo>
                  <a:pt x="2426625" y="2432487"/>
                </a:lnTo>
                <a:lnTo>
                  <a:pt x="2445643" y="2429720"/>
                </a:lnTo>
                <a:lnTo>
                  <a:pt x="2464891" y="2437560"/>
                </a:lnTo>
                <a:lnTo>
                  <a:pt x="2466965" y="2442748"/>
                </a:lnTo>
                <a:lnTo>
                  <a:pt x="2467426" y="2438367"/>
                </a:lnTo>
                <a:lnTo>
                  <a:pt x="2469386" y="2441710"/>
                </a:lnTo>
                <a:lnTo>
                  <a:pt x="2471345" y="2439058"/>
                </a:lnTo>
                <a:lnTo>
                  <a:pt x="2483678" y="2455891"/>
                </a:lnTo>
                <a:lnTo>
                  <a:pt x="2484830" y="2448512"/>
                </a:lnTo>
                <a:lnTo>
                  <a:pt x="2504770" y="2457389"/>
                </a:lnTo>
                <a:lnTo>
                  <a:pt x="2508458" y="2438251"/>
                </a:lnTo>
                <a:lnTo>
                  <a:pt x="2507421" y="2394557"/>
                </a:lnTo>
                <a:lnTo>
                  <a:pt x="2468925" y="2394326"/>
                </a:lnTo>
                <a:lnTo>
                  <a:pt x="2468348" y="2407469"/>
                </a:lnTo>
                <a:lnTo>
                  <a:pt x="2447602" y="2407354"/>
                </a:lnTo>
                <a:lnTo>
                  <a:pt x="2465697" y="2404933"/>
                </a:lnTo>
                <a:lnTo>
                  <a:pt x="2465006" y="2392597"/>
                </a:lnTo>
                <a:lnTo>
                  <a:pt x="2421093" y="2385680"/>
                </a:lnTo>
                <a:lnTo>
                  <a:pt x="2412910" y="2379108"/>
                </a:lnTo>
                <a:lnTo>
                  <a:pt x="2390550" y="2389254"/>
                </a:lnTo>
                <a:lnTo>
                  <a:pt x="2394007" y="2395594"/>
                </a:lnTo>
                <a:lnTo>
                  <a:pt x="2369803" y="2400206"/>
                </a:lnTo>
                <a:lnTo>
                  <a:pt x="2368536" y="2395940"/>
                </a:lnTo>
                <a:lnTo>
                  <a:pt x="2359430" y="2394211"/>
                </a:lnTo>
                <a:lnTo>
                  <a:pt x="2357932" y="2387524"/>
                </a:lnTo>
                <a:lnTo>
                  <a:pt x="2367152" y="2383143"/>
                </a:lnTo>
                <a:lnTo>
                  <a:pt x="2372800" y="2373920"/>
                </a:lnTo>
                <a:lnTo>
                  <a:pt x="2379485" y="2373920"/>
                </a:lnTo>
                <a:lnTo>
                  <a:pt x="2383173" y="2380953"/>
                </a:lnTo>
                <a:lnTo>
                  <a:pt x="2388590" y="2378993"/>
                </a:lnTo>
                <a:lnTo>
                  <a:pt x="2389512" y="2387639"/>
                </a:lnTo>
                <a:lnTo>
                  <a:pt x="2411642" y="2377955"/>
                </a:lnTo>
                <a:lnTo>
                  <a:pt x="2387438" y="2356166"/>
                </a:lnTo>
                <a:lnTo>
                  <a:pt x="2372454" y="2355704"/>
                </a:lnTo>
                <a:lnTo>
                  <a:pt x="2356895" y="2372421"/>
                </a:lnTo>
                <a:lnTo>
                  <a:pt x="2338453" y="2372306"/>
                </a:lnTo>
                <a:lnTo>
                  <a:pt x="2322663" y="2362161"/>
                </a:lnTo>
                <a:lnTo>
                  <a:pt x="2311829" y="2372191"/>
                </a:lnTo>
                <a:lnTo>
                  <a:pt x="2314710" y="2375880"/>
                </a:lnTo>
                <a:lnTo>
                  <a:pt x="2304453" y="2388677"/>
                </a:lnTo>
                <a:lnTo>
                  <a:pt x="2301456" y="2386832"/>
                </a:lnTo>
                <a:lnTo>
                  <a:pt x="2298690" y="2403434"/>
                </a:lnTo>
                <a:lnTo>
                  <a:pt x="2250973" y="2362045"/>
                </a:lnTo>
                <a:lnTo>
                  <a:pt x="2254431" y="2355589"/>
                </a:lnTo>
                <a:lnTo>
                  <a:pt x="2230342" y="2335413"/>
                </a:lnTo>
                <a:lnTo>
                  <a:pt x="2219969" y="2353514"/>
                </a:lnTo>
                <a:lnTo>
                  <a:pt x="2170178" y="2323769"/>
                </a:lnTo>
                <a:lnTo>
                  <a:pt x="2072440" y="2487480"/>
                </a:lnTo>
                <a:lnTo>
                  <a:pt x="1992451" y="2439404"/>
                </a:lnTo>
                <a:lnTo>
                  <a:pt x="2085349" y="2282496"/>
                </a:lnTo>
                <a:lnTo>
                  <a:pt x="1972858" y="2214706"/>
                </a:lnTo>
                <a:lnTo>
                  <a:pt x="1901398" y="2334952"/>
                </a:lnTo>
                <a:lnTo>
                  <a:pt x="1665928" y="2193723"/>
                </a:lnTo>
                <a:lnTo>
                  <a:pt x="1697854" y="2138615"/>
                </a:lnTo>
                <a:lnTo>
                  <a:pt x="1737963" y="2131928"/>
                </a:lnTo>
                <a:lnTo>
                  <a:pt x="1883649" y="2218856"/>
                </a:lnTo>
                <a:lnTo>
                  <a:pt x="1920070" y="2157292"/>
                </a:lnTo>
                <a:lnTo>
                  <a:pt x="1786832" y="2077166"/>
                </a:lnTo>
                <a:lnTo>
                  <a:pt x="1813687" y="2032664"/>
                </a:lnTo>
                <a:lnTo>
                  <a:pt x="1761937" y="1976979"/>
                </a:lnTo>
                <a:lnTo>
                  <a:pt x="1724939" y="2001997"/>
                </a:lnTo>
                <a:lnTo>
                  <a:pt x="1652558" y="2009145"/>
                </a:lnTo>
                <a:lnTo>
                  <a:pt x="1595736" y="1991275"/>
                </a:lnTo>
                <a:lnTo>
                  <a:pt x="1592739" y="1979285"/>
                </a:lnTo>
                <a:lnTo>
                  <a:pt x="1603573" y="1958648"/>
                </a:lnTo>
                <a:lnTo>
                  <a:pt x="1587437" y="1953576"/>
                </a:lnTo>
                <a:lnTo>
                  <a:pt x="1557816" y="1982513"/>
                </a:lnTo>
                <a:lnTo>
                  <a:pt x="1428613" y="1950002"/>
                </a:lnTo>
                <a:lnTo>
                  <a:pt x="1405101" y="1965681"/>
                </a:lnTo>
                <a:lnTo>
                  <a:pt x="1346319" y="1936974"/>
                </a:lnTo>
                <a:lnTo>
                  <a:pt x="1269558" y="1871720"/>
                </a:lnTo>
                <a:lnTo>
                  <a:pt x="1227489" y="1871490"/>
                </a:lnTo>
                <a:lnTo>
                  <a:pt x="1232445" y="1894202"/>
                </a:lnTo>
                <a:lnTo>
                  <a:pt x="1263911" y="1900773"/>
                </a:lnTo>
                <a:lnTo>
                  <a:pt x="1327994" y="1955190"/>
                </a:lnTo>
                <a:lnTo>
                  <a:pt x="1322000" y="1970984"/>
                </a:lnTo>
                <a:lnTo>
                  <a:pt x="1348855" y="1972598"/>
                </a:lnTo>
                <a:lnTo>
                  <a:pt x="1223801" y="1973290"/>
                </a:lnTo>
                <a:lnTo>
                  <a:pt x="1222994" y="2048689"/>
                </a:lnTo>
                <a:lnTo>
                  <a:pt x="1228757" y="2062870"/>
                </a:lnTo>
                <a:lnTo>
                  <a:pt x="1287653" y="2076359"/>
                </a:lnTo>
                <a:lnTo>
                  <a:pt x="1296183" y="2061140"/>
                </a:lnTo>
                <a:lnTo>
                  <a:pt x="1314969" y="2067135"/>
                </a:lnTo>
                <a:lnTo>
                  <a:pt x="1304366" y="2084198"/>
                </a:lnTo>
                <a:lnTo>
                  <a:pt x="1319695" y="2070940"/>
                </a:lnTo>
                <a:lnTo>
                  <a:pt x="1328916" y="2068634"/>
                </a:lnTo>
                <a:lnTo>
                  <a:pt x="1369486" y="2088695"/>
                </a:lnTo>
                <a:lnTo>
                  <a:pt x="1385392" y="2116018"/>
                </a:lnTo>
                <a:lnTo>
                  <a:pt x="1391846" y="2151297"/>
                </a:lnTo>
                <a:lnTo>
                  <a:pt x="1423311" y="2188420"/>
                </a:lnTo>
                <a:lnTo>
                  <a:pt x="1427691" y="2191763"/>
                </a:lnTo>
                <a:lnTo>
                  <a:pt x="1436796" y="2188535"/>
                </a:lnTo>
                <a:lnTo>
                  <a:pt x="1436335" y="2193031"/>
                </a:lnTo>
                <a:lnTo>
                  <a:pt x="1442905" y="2194876"/>
                </a:lnTo>
                <a:lnTo>
                  <a:pt x="1442790" y="2206981"/>
                </a:lnTo>
                <a:lnTo>
                  <a:pt x="1450973" y="2202485"/>
                </a:lnTo>
                <a:lnTo>
                  <a:pt x="1455122" y="2214821"/>
                </a:lnTo>
                <a:lnTo>
                  <a:pt x="1500188" y="2221969"/>
                </a:lnTo>
                <a:lnTo>
                  <a:pt x="1548365" y="2270851"/>
                </a:lnTo>
                <a:lnTo>
                  <a:pt x="1549403" y="2278922"/>
                </a:lnTo>
                <a:lnTo>
                  <a:pt x="1531192" y="2297829"/>
                </a:lnTo>
                <a:lnTo>
                  <a:pt x="1515056" y="2307513"/>
                </a:lnTo>
                <a:lnTo>
                  <a:pt x="1487509" y="2313393"/>
                </a:lnTo>
                <a:lnTo>
                  <a:pt x="1465495" y="2323539"/>
                </a:lnTo>
                <a:lnTo>
                  <a:pt x="1451203" y="2310050"/>
                </a:lnTo>
                <a:lnTo>
                  <a:pt x="1429189" y="2308666"/>
                </a:lnTo>
                <a:lnTo>
                  <a:pt x="1388504" y="2295408"/>
                </a:lnTo>
                <a:lnTo>
                  <a:pt x="1358421" y="2323193"/>
                </a:lnTo>
                <a:lnTo>
                  <a:pt x="1365683" y="2325499"/>
                </a:lnTo>
                <a:lnTo>
                  <a:pt x="1389426" y="2303594"/>
                </a:lnTo>
                <a:lnTo>
                  <a:pt x="1397494" y="2303939"/>
                </a:lnTo>
                <a:lnTo>
                  <a:pt x="1447169" y="2315238"/>
                </a:lnTo>
                <a:lnTo>
                  <a:pt x="1466302" y="2333799"/>
                </a:lnTo>
                <a:lnTo>
                  <a:pt x="1468607" y="2343253"/>
                </a:lnTo>
                <a:lnTo>
                  <a:pt x="1445786" y="2391790"/>
                </a:lnTo>
                <a:lnTo>
                  <a:pt x="1424694" y="2407930"/>
                </a:lnTo>
                <a:lnTo>
                  <a:pt x="1346204" y="2441941"/>
                </a:lnTo>
                <a:lnTo>
                  <a:pt x="1291457" y="2395710"/>
                </a:lnTo>
                <a:lnTo>
                  <a:pt x="1211353" y="2352246"/>
                </a:lnTo>
                <a:lnTo>
                  <a:pt x="1210201" y="2335183"/>
                </a:lnTo>
                <a:lnTo>
                  <a:pt x="1204323" y="2322962"/>
                </a:lnTo>
                <a:lnTo>
                  <a:pt x="1187610" y="2349825"/>
                </a:lnTo>
                <a:lnTo>
                  <a:pt x="1157413" y="2333684"/>
                </a:lnTo>
                <a:lnTo>
                  <a:pt x="1142314" y="2365504"/>
                </a:lnTo>
                <a:lnTo>
                  <a:pt x="1246276" y="2427414"/>
                </a:lnTo>
                <a:lnTo>
                  <a:pt x="1249158" y="2441249"/>
                </a:lnTo>
                <a:lnTo>
                  <a:pt x="1157528" y="2493014"/>
                </a:lnTo>
                <a:lnTo>
                  <a:pt x="1019104" y="2542242"/>
                </a:lnTo>
                <a:lnTo>
                  <a:pt x="976344" y="2390868"/>
                </a:lnTo>
                <a:lnTo>
                  <a:pt x="913644" y="2333108"/>
                </a:lnTo>
                <a:lnTo>
                  <a:pt x="857859" y="2394672"/>
                </a:lnTo>
                <a:lnTo>
                  <a:pt x="924478" y="2456121"/>
                </a:lnTo>
                <a:lnTo>
                  <a:pt x="975998" y="2637471"/>
                </a:lnTo>
                <a:lnTo>
                  <a:pt x="976113" y="2660183"/>
                </a:lnTo>
                <a:lnTo>
                  <a:pt x="968967" y="2675171"/>
                </a:lnTo>
                <a:lnTo>
                  <a:pt x="946723" y="2698690"/>
                </a:lnTo>
                <a:lnTo>
                  <a:pt x="936695" y="2688429"/>
                </a:lnTo>
                <a:lnTo>
                  <a:pt x="886213" y="2742500"/>
                </a:lnTo>
                <a:lnTo>
                  <a:pt x="891284" y="2754259"/>
                </a:lnTo>
                <a:lnTo>
                  <a:pt x="791932" y="2854791"/>
                </a:lnTo>
                <a:lnTo>
                  <a:pt x="780291" y="2860902"/>
                </a:lnTo>
                <a:lnTo>
                  <a:pt x="767267" y="2859172"/>
                </a:lnTo>
                <a:lnTo>
                  <a:pt x="757586" y="2850295"/>
                </a:lnTo>
                <a:lnTo>
                  <a:pt x="738799" y="2810866"/>
                </a:lnTo>
                <a:lnTo>
                  <a:pt x="737185" y="2794495"/>
                </a:lnTo>
                <a:lnTo>
                  <a:pt x="740758" y="2795072"/>
                </a:lnTo>
                <a:lnTo>
                  <a:pt x="742833" y="2809252"/>
                </a:lnTo>
                <a:lnTo>
                  <a:pt x="761389" y="2848105"/>
                </a:lnTo>
                <a:lnTo>
                  <a:pt x="765999" y="2849834"/>
                </a:lnTo>
                <a:lnTo>
                  <a:pt x="810489" y="2806255"/>
                </a:lnTo>
                <a:lnTo>
                  <a:pt x="812794" y="2790691"/>
                </a:lnTo>
                <a:lnTo>
                  <a:pt x="793431" y="2749763"/>
                </a:lnTo>
                <a:lnTo>
                  <a:pt x="785478" y="2744229"/>
                </a:lnTo>
                <a:lnTo>
                  <a:pt x="774644" y="2724053"/>
                </a:lnTo>
                <a:lnTo>
                  <a:pt x="727273" y="2719788"/>
                </a:lnTo>
                <a:lnTo>
                  <a:pt x="684052" y="2630093"/>
                </a:lnTo>
                <a:lnTo>
                  <a:pt x="660654" y="2603115"/>
                </a:lnTo>
                <a:lnTo>
                  <a:pt x="553580" y="2337604"/>
                </a:lnTo>
                <a:lnTo>
                  <a:pt x="553580" y="2281112"/>
                </a:lnTo>
                <a:lnTo>
                  <a:pt x="611555" y="2235688"/>
                </a:lnTo>
                <a:lnTo>
                  <a:pt x="635067" y="2268546"/>
                </a:lnTo>
                <a:lnTo>
                  <a:pt x="819479" y="2139307"/>
                </a:lnTo>
                <a:lnTo>
                  <a:pt x="897393" y="2092614"/>
                </a:lnTo>
                <a:lnTo>
                  <a:pt x="956059" y="2074629"/>
                </a:lnTo>
                <a:lnTo>
                  <a:pt x="1003314" y="2076128"/>
                </a:lnTo>
                <a:lnTo>
                  <a:pt x="1044807" y="2070018"/>
                </a:lnTo>
                <a:lnTo>
                  <a:pt x="1051261" y="2077281"/>
                </a:lnTo>
                <a:lnTo>
                  <a:pt x="990520" y="2144033"/>
                </a:lnTo>
                <a:lnTo>
                  <a:pt x="983374" y="2169858"/>
                </a:lnTo>
                <a:lnTo>
                  <a:pt x="939692" y="2212515"/>
                </a:lnTo>
                <a:lnTo>
                  <a:pt x="905115" y="2239378"/>
                </a:lnTo>
                <a:lnTo>
                  <a:pt x="949258" y="2282957"/>
                </a:lnTo>
                <a:lnTo>
                  <a:pt x="995707" y="2233152"/>
                </a:lnTo>
                <a:lnTo>
                  <a:pt x="1010460" y="2245488"/>
                </a:lnTo>
                <a:lnTo>
                  <a:pt x="1027172" y="2234997"/>
                </a:lnTo>
                <a:lnTo>
                  <a:pt x="1037545" y="2234651"/>
                </a:lnTo>
                <a:lnTo>
                  <a:pt x="1033627" y="2226696"/>
                </a:lnTo>
                <a:lnTo>
                  <a:pt x="1039620" y="2226350"/>
                </a:lnTo>
                <a:lnTo>
                  <a:pt x="1040773" y="2231192"/>
                </a:lnTo>
                <a:lnTo>
                  <a:pt x="1047688" y="2228310"/>
                </a:lnTo>
                <a:lnTo>
                  <a:pt x="1035932" y="2209172"/>
                </a:lnTo>
                <a:lnTo>
                  <a:pt x="1044576" y="2188881"/>
                </a:lnTo>
                <a:lnTo>
                  <a:pt x="1037545" y="2183232"/>
                </a:lnTo>
                <a:lnTo>
                  <a:pt x="1063478" y="2158445"/>
                </a:lnTo>
                <a:lnTo>
                  <a:pt x="1133324" y="2073822"/>
                </a:lnTo>
                <a:lnTo>
                  <a:pt x="1147962" y="2072208"/>
                </a:lnTo>
                <a:lnTo>
                  <a:pt x="1150036" y="2062178"/>
                </a:lnTo>
                <a:lnTo>
                  <a:pt x="1160755" y="2055722"/>
                </a:lnTo>
                <a:lnTo>
                  <a:pt x="1184844" y="2052724"/>
                </a:lnTo>
                <a:lnTo>
                  <a:pt x="1223455" y="2065637"/>
                </a:lnTo>
                <a:lnTo>
                  <a:pt x="1217001" y="2047652"/>
                </a:lnTo>
                <a:lnTo>
                  <a:pt x="1218614" y="1888437"/>
                </a:lnTo>
                <a:lnTo>
                  <a:pt x="1211468" y="1871836"/>
                </a:lnTo>
                <a:lnTo>
                  <a:pt x="1200173" y="1879445"/>
                </a:lnTo>
                <a:lnTo>
                  <a:pt x="1183576" y="1880943"/>
                </a:lnTo>
                <a:lnTo>
                  <a:pt x="1184498" y="1906653"/>
                </a:lnTo>
                <a:lnTo>
                  <a:pt x="1177007" y="1912763"/>
                </a:lnTo>
                <a:lnTo>
                  <a:pt x="1171474" y="1935360"/>
                </a:lnTo>
                <a:lnTo>
                  <a:pt x="1176200" y="1935129"/>
                </a:lnTo>
                <a:lnTo>
                  <a:pt x="1176546" y="1945044"/>
                </a:lnTo>
                <a:lnTo>
                  <a:pt x="1114652" y="1947581"/>
                </a:lnTo>
                <a:lnTo>
                  <a:pt x="1113500" y="1922563"/>
                </a:lnTo>
                <a:lnTo>
                  <a:pt x="1079038" y="1910919"/>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32ADD64A-BB47-4205-9328-D4810946F610}"/>
              </a:ext>
            </a:extLst>
          </p:cNvPr>
          <p:cNvSpPr>
            <a:spLocks xmlns:a="http://schemas.openxmlformats.org/drawingml/2006/main" noGrp="1"/>
          </p:cNvSpPr>
          <p:nvPr/>
        </p:nvSpPr>
        <p:spPr>
          <a:xfrm xmlns:a="http://schemas.openxmlformats.org/drawingml/2006/main">
            <a:off x="6841195" y="2827356"/>
            <a:ext cx="721051" cy="269142"/>
          </a:xfrm>
          <a:custGeom xmlns:a="http://schemas.openxmlformats.org/drawingml/2006/main">
            <a:pathLst>
              <a:path w="884599" h="330188">
                <a:moveTo>
                  <a:pt x="19133" y="97189"/>
                </a:moveTo>
                <a:lnTo>
                  <a:pt x="21553" y="91309"/>
                </a:lnTo>
                <a:lnTo>
                  <a:pt x="13946" y="85890"/>
                </a:lnTo>
                <a:lnTo>
                  <a:pt x="12563" y="72286"/>
                </a:lnTo>
                <a:lnTo>
                  <a:pt x="0" y="65945"/>
                </a:lnTo>
                <a:lnTo>
                  <a:pt x="3112" y="53148"/>
                </a:lnTo>
                <a:lnTo>
                  <a:pt x="115" y="51304"/>
                </a:lnTo>
                <a:lnTo>
                  <a:pt x="32157" y="43464"/>
                </a:lnTo>
                <a:lnTo>
                  <a:pt x="47140" y="23404"/>
                </a:lnTo>
                <a:lnTo>
                  <a:pt x="69270" y="16717"/>
                </a:lnTo>
                <a:lnTo>
                  <a:pt x="84368" y="0"/>
                </a:lnTo>
                <a:lnTo>
                  <a:pt x="137387" y="18331"/>
                </a:lnTo>
                <a:lnTo>
                  <a:pt x="190751" y="43349"/>
                </a:lnTo>
                <a:lnTo>
                  <a:pt x="223253" y="48767"/>
                </a:lnTo>
                <a:lnTo>
                  <a:pt x="250108" y="63063"/>
                </a:lnTo>
                <a:lnTo>
                  <a:pt x="261403" y="74938"/>
                </a:lnTo>
                <a:lnTo>
                  <a:pt x="265898" y="89234"/>
                </a:lnTo>
                <a:lnTo>
                  <a:pt x="310157" y="108602"/>
                </a:lnTo>
                <a:lnTo>
                  <a:pt x="313039" y="102607"/>
                </a:lnTo>
                <a:lnTo>
                  <a:pt x="333785" y="103991"/>
                </a:lnTo>
                <a:lnTo>
                  <a:pt x="341853" y="119901"/>
                </a:lnTo>
                <a:lnTo>
                  <a:pt x="378159" y="117249"/>
                </a:lnTo>
                <a:lnTo>
                  <a:pt x="403515" y="120362"/>
                </a:lnTo>
                <a:lnTo>
                  <a:pt x="433828" y="109064"/>
                </a:lnTo>
                <a:lnTo>
                  <a:pt x="493992" y="103991"/>
                </a:lnTo>
                <a:lnTo>
                  <a:pt x="507593" y="96958"/>
                </a:lnTo>
                <a:lnTo>
                  <a:pt x="535485" y="102723"/>
                </a:lnTo>
                <a:lnTo>
                  <a:pt x="550584" y="114021"/>
                </a:lnTo>
                <a:lnTo>
                  <a:pt x="567872" y="111369"/>
                </a:lnTo>
                <a:lnTo>
                  <a:pt x="604178" y="120708"/>
                </a:lnTo>
                <a:lnTo>
                  <a:pt x="659502" y="117710"/>
                </a:lnTo>
                <a:lnTo>
                  <a:pt x="675177" y="112176"/>
                </a:lnTo>
                <a:lnTo>
                  <a:pt x="683706" y="103645"/>
                </a:lnTo>
                <a:lnTo>
                  <a:pt x="778562" y="100993"/>
                </a:lnTo>
                <a:lnTo>
                  <a:pt x="813601" y="116327"/>
                </a:lnTo>
                <a:lnTo>
                  <a:pt x="839072" y="143996"/>
                </a:lnTo>
                <a:lnTo>
                  <a:pt x="863737" y="202102"/>
                </a:lnTo>
                <a:lnTo>
                  <a:pt x="884599" y="279692"/>
                </a:lnTo>
                <a:lnTo>
                  <a:pt x="879643" y="287762"/>
                </a:lnTo>
                <a:lnTo>
                  <a:pt x="866043" y="291682"/>
                </a:lnTo>
                <a:lnTo>
                  <a:pt x="807377" y="277155"/>
                </a:lnTo>
                <a:lnTo>
                  <a:pt x="718744" y="276694"/>
                </a:lnTo>
                <a:lnTo>
                  <a:pt x="711137" y="292489"/>
                </a:lnTo>
                <a:lnTo>
                  <a:pt x="702723" y="286033"/>
                </a:lnTo>
                <a:lnTo>
                  <a:pt x="705374" y="278423"/>
                </a:lnTo>
                <a:lnTo>
                  <a:pt x="698920" y="276579"/>
                </a:lnTo>
                <a:lnTo>
                  <a:pt x="597148" y="275887"/>
                </a:lnTo>
                <a:lnTo>
                  <a:pt x="556577" y="295486"/>
                </a:lnTo>
                <a:lnTo>
                  <a:pt x="535831" y="283957"/>
                </a:lnTo>
                <a:lnTo>
                  <a:pt x="528915" y="292835"/>
                </a:lnTo>
                <a:lnTo>
                  <a:pt x="510935" y="299752"/>
                </a:lnTo>
                <a:lnTo>
                  <a:pt x="507016" y="294333"/>
                </a:lnTo>
                <a:lnTo>
                  <a:pt x="499064" y="296754"/>
                </a:lnTo>
                <a:lnTo>
                  <a:pt x="481314" y="311050"/>
                </a:lnTo>
                <a:lnTo>
                  <a:pt x="469443" y="314048"/>
                </a:lnTo>
                <a:lnTo>
                  <a:pt x="459069" y="310935"/>
                </a:lnTo>
                <a:lnTo>
                  <a:pt x="413658" y="326960"/>
                </a:lnTo>
                <a:lnTo>
                  <a:pt x="369399" y="330188"/>
                </a:lnTo>
                <a:lnTo>
                  <a:pt x="336782" y="291797"/>
                </a:lnTo>
                <a:lnTo>
                  <a:pt x="328944" y="267471"/>
                </a:lnTo>
                <a:lnTo>
                  <a:pt x="312232" y="257326"/>
                </a:lnTo>
                <a:lnTo>
                  <a:pt x="277770" y="259862"/>
                </a:lnTo>
                <a:lnTo>
                  <a:pt x="256793" y="220318"/>
                </a:lnTo>
                <a:lnTo>
                  <a:pt x="258983" y="209250"/>
                </a:lnTo>
                <a:lnTo>
                  <a:pt x="253912" y="211325"/>
                </a:lnTo>
                <a:lnTo>
                  <a:pt x="233857" y="197260"/>
                </a:lnTo>
                <a:lnTo>
                  <a:pt x="210690" y="195300"/>
                </a:lnTo>
                <a:lnTo>
                  <a:pt x="202392" y="186769"/>
                </a:lnTo>
                <a:lnTo>
                  <a:pt x="169659" y="177315"/>
                </a:lnTo>
                <a:lnTo>
                  <a:pt x="144763" y="159330"/>
                </a:lnTo>
                <a:lnTo>
                  <a:pt x="137387" y="156563"/>
                </a:lnTo>
                <a:lnTo>
                  <a:pt x="139000" y="161059"/>
                </a:lnTo>
                <a:lnTo>
                  <a:pt x="130702" y="160021"/>
                </a:lnTo>
                <a:lnTo>
                  <a:pt x="121481" y="148838"/>
                </a:lnTo>
                <a:lnTo>
                  <a:pt x="92552" y="143420"/>
                </a:lnTo>
                <a:lnTo>
                  <a:pt x="83907" y="125319"/>
                </a:lnTo>
                <a:lnTo>
                  <a:pt x="66388" y="122207"/>
                </a:lnTo>
                <a:lnTo>
                  <a:pt x="59818" y="127971"/>
                </a:lnTo>
                <a:lnTo>
                  <a:pt x="49215" y="125896"/>
                </a:lnTo>
                <a:lnTo>
                  <a:pt x="27431" y="103069"/>
                </a:lnTo>
                <a:lnTo>
                  <a:pt x="22936" y="105028"/>
                </a:lnTo>
                <a:lnTo>
                  <a:pt x="25011" y="97419"/>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054D9D99-ED3F-4B20-B693-31387DD18704}"/>
              </a:ext>
            </a:extLst>
          </p:cNvPr>
          <p:cNvSpPr>
            <a:spLocks xmlns:a="http://schemas.openxmlformats.org/drawingml/2006/main" noGrp="1"/>
          </p:cNvSpPr>
          <p:nvPr/>
        </p:nvSpPr>
        <p:spPr>
          <a:xfrm xmlns:a="http://schemas.openxmlformats.org/drawingml/2006/main">
            <a:off x="6059360" y="4665394"/>
            <a:ext cx="152571" cy="179960"/>
          </a:xfrm>
          <a:custGeom xmlns:a="http://schemas.openxmlformats.org/drawingml/2006/main">
            <a:pathLst>
              <a:path w="187178" h="220779">
                <a:moveTo>
                  <a:pt x="63852" y="18792"/>
                </a:moveTo>
                <a:lnTo>
                  <a:pt x="73419" y="32627"/>
                </a:lnTo>
                <a:lnTo>
                  <a:pt x="79988" y="25709"/>
                </a:lnTo>
                <a:lnTo>
                  <a:pt x="92321" y="26171"/>
                </a:lnTo>
                <a:lnTo>
                  <a:pt x="98545" y="21674"/>
                </a:lnTo>
                <a:lnTo>
                  <a:pt x="91745" y="15679"/>
                </a:lnTo>
                <a:lnTo>
                  <a:pt x="90131" y="18907"/>
                </a:lnTo>
                <a:lnTo>
                  <a:pt x="94165" y="11529"/>
                </a:lnTo>
                <a:lnTo>
                  <a:pt x="168621" y="2075"/>
                </a:lnTo>
                <a:lnTo>
                  <a:pt x="175076" y="6687"/>
                </a:lnTo>
                <a:lnTo>
                  <a:pt x="175076" y="16717"/>
                </a:lnTo>
                <a:lnTo>
                  <a:pt x="163550" y="35624"/>
                </a:lnTo>
                <a:lnTo>
                  <a:pt x="134851" y="46462"/>
                </a:lnTo>
                <a:lnTo>
                  <a:pt x="136349" y="40236"/>
                </a:lnTo>
                <a:lnTo>
                  <a:pt x="125861" y="38968"/>
                </a:lnTo>
                <a:lnTo>
                  <a:pt x="118254" y="46577"/>
                </a:lnTo>
                <a:lnTo>
                  <a:pt x="115833" y="57990"/>
                </a:lnTo>
                <a:lnTo>
                  <a:pt x="126437" y="80011"/>
                </a:lnTo>
                <a:lnTo>
                  <a:pt x="138885" y="80126"/>
                </a:lnTo>
                <a:lnTo>
                  <a:pt x="141421" y="75745"/>
                </a:lnTo>
                <a:lnTo>
                  <a:pt x="137387" y="72978"/>
                </a:lnTo>
                <a:lnTo>
                  <a:pt x="146261" y="76091"/>
                </a:lnTo>
                <a:lnTo>
                  <a:pt x="151563" y="102377"/>
                </a:lnTo>
                <a:lnTo>
                  <a:pt x="174499" y="121976"/>
                </a:lnTo>
                <a:lnTo>
                  <a:pt x="179110" y="134312"/>
                </a:lnTo>
                <a:lnTo>
                  <a:pt x="186717" y="139615"/>
                </a:lnTo>
                <a:lnTo>
                  <a:pt x="187178" y="147109"/>
                </a:lnTo>
                <a:lnTo>
                  <a:pt x="181991" y="142267"/>
                </a:lnTo>
                <a:lnTo>
                  <a:pt x="174154" y="145726"/>
                </a:lnTo>
                <a:lnTo>
                  <a:pt x="169313" y="159676"/>
                </a:lnTo>
                <a:lnTo>
                  <a:pt x="175882" y="164979"/>
                </a:lnTo>
                <a:lnTo>
                  <a:pt x="159285" y="172011"/>
                </a:lnTo>
                <a:lnTo>
                  <a:pt x="163089" y="168783"/>
                </a:lnTo>
                <a:lnTo>
                  <a:pt x="150411" y="162558"/>
                </a:lnTo>
                <a:lnTo>
                  <a:pt x="142227" y="150222"/>
                </a:lnTo>
                <a:lnTo>
                  <a:pt x="122173" y="134658"/>
                </a:lnTo>
                <a:lnTo>
                  <a:pt x="107535" y="113675"/>
                </a:lnTo>
                <a:lnTo>
                  <a:pt x="93589" y="134427"/>
                </a:lnTo>
                <a:lnTo>
                  <a:pt x="96931" y="155179"/>
                </a:lnTo>
                <a:lnTo>
                  <a:pt x="96816" y="148262"/>
                </a:lnTo>
                <a:lnTo>
                  <a:pt x="87480" y="149876"/>
                </a:lnTo>
                <a:lnTo>
                  <a:pt x="91745" y="172703"/>
                </a:lnTo>
                <a:lnTo>
                  <a:pt x="95894" y="174087"/>
                </a:lnTo>
                <a:lnTo>
                  <a:pt x="97392" y="169936"/>
                </a:lnTo>
                <a:lnTo>
                  <a:pt x="98660" y="189305"/>
                </a:lnTo>
                <a:lnTo>
                  <a:pt x="93474" y="188152"/>
                </a:lnTo>
                <a:lnTo>
                  <a:pt x="92206" y="200027"/>
                </a:lnTo>
                <a:lnTo>
                  <a:pt x="96816" y="205100"/>
                </a:lnTo>
                <a:lnTo>
                  <a:pt x="102694" y="202909"/>
                </a:lnTo>
                <a:lnTo>
                  <a:pt x="104193" y="211902"/>
                </a:lnTo>
                <a:lnTo>
                  <a:pt x="96931" y="220779"/>
                </a:lnTo>
                <a:lnTo>
                  <a:pt x="82178" y="205561"/>
                </a:lnTo>
                <a:lnTo>
                  <a:pt x="70883" y="202678"/>
                </a:lnTo>
                <a:lnTo>
                  <a:pt x="57744" y="180082"/>
                </a:lnTo>
                <a:lnTo>
                  <a:pt x="0" y="119209"/>
                </a:lnTo>
                <a:lnTo>
                  <a:pt x="13485" y="107219"/>
                </a:lnTo>
                <a:lnTo>
                  <a:pt x="27316" y="104221"/>
                </a:lnTo>
                <a:lnTo>
                  <a:pt x="35038" y="107104"/>
                </a:lnTo>
                <a:lnTo>
                  <a:pt x="31235" y="107911"/>
                </a:lnTo>
                <a:lnTo>
                  <a:pt x="36998" y="113099"/>
                </a:lnTo>
                <a:lnTo>
                  <a:pt x="42184" y="113214"/>
                </a:lnTo>
                <a:lnTo>
                  <a:pt x="41262" y="109640"/>
                </a:lnTo>
                <a:lnTo>
                  <a:pt x="48984" y="117480"/>
                </a:lnTo>
                <a:lnTo>
                  <a:pt x="62585" y="119785"/>
                </a:lnTo>
                <a:lnTo>
                  <a:pt x="59588" y="126933"/>
                </a:lnTo>
                <a:lnTo>
                  <a:pt x="81256" y="138808"/>
                </a:lnTo>
                <a:lnTo>
                  <a:pt x="85290" y="132352"/>
                </a:lnTo>
                <a:lnTo>
                  <a:pt x="76646" y="125435"/>
                </a:lnTo>
                <a:lnTo>
                  <a:pt x="92552" y="133159"/>
                </a:lnTo>
                <a:lnTo>
                  <a:pt x="104999" y="112868"/>
                </a:lnTo>
                <a:lnTo>
                  <a:pt x="102694" y="102607"/>
                </a:lnTo>
                <a:lnTo>
                  <a:pt x="106613" y="96382"/>
                </a:lnTo>
                <a:lnTo>
                  <a:pt x="102003" y="89234"/>
                </a:lnTo>
                <a:lnTo>
                  <a:pt x="98199" y="92116"/>
                </a:lnTo>
                <a:lnTo>
                  <a:pt x="81372" y="77705"/>
                </a:lnTo>
                <a:lnTo>
                  <a:pt x="91168" y="68943"/>
                </a:lnTo>
                <a:lnTo>
                  <a:pt x="97853" y="74477"/>
                </a:lnTo>
                <a:lnTo>
                  <a:pt x="104308" y="72056"/>
                </a:lnTo>
                <a:lnTo>
                  <a:pt x="103386" y="53148"/>
                </a:lnTo>
                <a:lnTo>
                  <a:pt x="81487" y="54071"/>
                </a:lnTo>
                <a:lnTo>
                  <a:pt x="78605" y="38737"/>
                </a:lnTo>
                <a:lnTo>
                  <a:pt x="57052" y="67214"/>
                </a:lnTo>
                <a:lnTo>
                  <a:pt x="41723" y="69174"/>
                </a:lnTo>
                <a:lnTo>
                  <a:pt x="43682" y="60066"/>
                </a:lnTo>
                <a:lnTo>
                  <a:pt x="66849" y="51188"/>
                </a:lnTo>
                <a:lnTo>
                  <a:pt x="72036" y="34356"/>
                </a:lnTo>
                <a:lnTo>
                  <a:pt x="58205" y="19023"/>
                </a:lnTo>
                <a:lnTo>
                  <a:pt x="53825" y="24902"/>
                </a:lnTo>
                <a:lnTo>
                  <a:pt x="56591" y="26978"/>
                </a:lnTo>
                <a:lnTo>
                  <a:pt x="48869" y="26055"/>
                </a:lnTo>
                <a:lnTo>
                  <a:pt x="26970" y="4381"/>
                </a:lnTo>
                <a:lnTo>
                  <a:pt x="31119" y="0"/>
                </a:lnTo>
                <a:lnTo>
                  <a:pt x="61086" y="9223"/>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2921BEE9-A741-40D2-A295-54A8B3176D3B}"/>
              </a:ext>
            </a:extLst>
          </p:cNvPr>
          <p:cNvSpPr>
            <a:spLocks xmlns:a="http://schemas.openxmlformats.org/drawingml/2006/main" noGrp="1"/>
          </p:cNvSpPr>
          <p:nvPr/>
        </p:nvSpPr>
        <p:spPr>
          <a:xfrm xmlns:a="http://schemas.openxmlformats.org/drawingml/2006/main">
            <a:off x="6074016" y="4543040"/>
            <a:ext cx="100149" cy="73206"/>
          </a:xfrm>
          <a:custGeom xmlns:a="http://schemas.openxmlformats.org/drawingml/2006/main">
            <a:pathLst>
              <a:path w="122864" h="89810">
                <a:moveTo>
                  <a:pt x="122864" y="53494"/>
                </a:moveTo>
                <a:lnTo>
                  <a:pt x="120213" y="69174"/>
                </a:lnTo>
                <a:lnTo>
                  <a:pt x="107650" y="76898"/>
                </a:lnTo>
                <a:lnTo>
                  <a:pt x="63507" y="57760"/>
                </a:lnTo>
                <a:lnTo>
                  <a:pt x="49676" y="62487"/>
                </a:lnTo>
                <a:lnTo>
                  <a:pt x="14983" y="89810"/>
                </a:lnTo>
                <a:lnTo>
                  <a:pt x="5302" y="89464"/>
                </a:lnTo>
                <a:lnTo>
                  <a:pt x="0" y="81625"/>
                </a:lnTo>
                <a:lnTo>
                  <a:pt x="5417" y="66176"/>
                </a:lnTo>
                <a:lnTo>
                  <a:pt x="52442" y="34471"/>
                </a:lnTo>
                <a:lnTo>
                  <a:pt x="84829" y="0"/>
                </a:lnTo>
                <a:lnTo>
                  <a:pt x="96125" y="3805"/>
                </a:lnTo>
                <a:lnTo>
                  <a:pt x="109149" y="17063"/>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6D9C0637-E4A2-448B-A920-B5873561D71C}"/>
              </a:ext>
            </a:extLst>
          </p:cNvPr>
          <p:cNvSpPr>
            <a:spLocks xmlns:a="http://schemas.openxmlformats.org/drawingml/2006/main" noGrp="1"/>
          </p:cNvSpPr>
          <p:nvPr/>
        </p:nvSpPr>
        <p:spPr>
          <a:xfrm xmlns:a="http://schemas.openxmlformats.org/drawingml/2006/main">
            <a:off x="5985611" y="4643968"/>
            <a:ext cx="49698" cy="68225"/>
          </a:xfrm>
          <a:custGeom xmlns:a="http://schemas.openxmlformats.org/drawingml/2006/main">
            <a:pathLst>
              <a:path w="60971" h="83700">
                <a:moveTo>
                  <a:pt x="60971" y="69865"/>
                </a:moveTo>
                <a:lnTo>
                  <a:pt x="58320" y="81394"/>
                </a:lnTo>
                <a:lnTo>
                  <a:pt x="51866" y="83700"/>
                </a:lnTo>
                <a:lnTo>
                  <a:pt x="21092" y="66291"/>
                </a:lnTo>
                <a:lnTo>
                  <a:pt x="0" y="21674"/>
                </a:lnTo>
                <a:lnTo>
                  <a:pt x="7376" y="0"/>
                </a:lnTo>
                <a:lnTo>
                  <a:pt x="27777" y="6226"/>
                </a:lnTo>
                <a:lnTo>
                  <a:pt x="45988" y="29514"/>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3100A97E-3B4C-4A18-B19A-B4FE362E1F92}"/>
              </a:ext>
            </a:extLst>
          </p:cNvPr>
          <p:cNvSpPr>
            <a:spLocks xmlns:a="http://schemas.openxmlformats.org/drawingml/2006/main" noGrp="1"/>
          </p:cNvSpPr>
          <p:nvPr/>
        </p:nvSpPr>
        <p:spPr>
          <a:xfrm xmlns:a="http://schemas.openxmlformats.org/drawingml/2006/main">
            <a:off x="6198685" y="4731834"/>
            <a:ext cx="44719" cy="43510"/>
          </a:xfrm>
          <a:custGeom xmlns:a="http://schemas.openxmlformats.org/drawingml/2006/main">
            <a:pathLst>
              <a:path w="54862" h="53379">
                <a:moveTo>
                  <a:pt x="29967" y="13258"/>
                </a:moveTo>
                <a:lnTo>
                  <a:pt x="39187" y="10030"/>
                </a:lnTo>
                <a:lnTo>
                  <a:pt x="32964" y="5303"/>
                </a:lnTo>
                <a:lnTo>
                  <a:pt x="38150" y="8416"/>
                </a:lnTo>
                <a:lnTo>
                  <a:pt x="51750" y="29860"/>
                </a:lnTo>
                <a:lnTo>
                  <a:pt x="54862" y="40812"/>
                </a:lnTo>
                <a:lnTo>
                  <a:pt x="45872" y="53379"/>
                </a:lnTo>
                <a:lnTo>
                  <a:pt x="39418" y="50843"/>
                </a:lnTo>
                <a:lnTo>
                  <a:pt x="45642" y="52918"/>
                </a:lnTo>
                <a:lnTo>
                  <a:pt x="52673" y="43695"/>
                </a:lnTo>
                <a:lnTo>
                  <a:pt x="50944" y="46231"/>
                </a:lnTo>
                <a:lnTo>
                  <a:pt x="27892" y="35970"/>
                </a:lnTo>
                <a:lnTo>
                  <a:pt x="27892" y="32742"/>
                </a:lnTo>
                <a:lnTo>
                  <a:pt x="29852" y="39314"/>
                </a:lnTo>
                <a:lnTo>
                  <a:pt x="18672" y="23519"/>
                </a:lnTo>
                <a:lnTo>
                  <a:pt x="24780" y="25018"/>
                </a:lnTo>
                <a:lnTo>
                  <a:pt x="27546" y="19830"/>
                </a:lnTo>
                <a:lnTo>
                  <a:pt x="18095" y="17063"/>
                </a:lnTo>
                <a:lnTo>
                  <a:pt x="13716" y="23173"/>
                </a:lnTo>
                <a:lnTo>
                  <a:pt x="0" y="7033"/>
                </a:lnTo>
                <a:lnTo>
                  <a:pt x="1383" y="1038"/>
                </a:lnTo>
                <a:lnTo>
                  <a:pt x="12563" y="0"/>
                </a:lnTo>
                <a:lnTo>
                  <a:pt x="13139" y="4150"/>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4D798C77-076D-4A85-AA9E-5430E8FDE700}"/>
              </a:ext>
            </a:extLst>
          </p:cNvPr>
          <p:cNvSpPr>
            <a:spLocks xmlns:a="http://schemas.openxmlformats.org/drawingml/2006/main" noGrp="1"/>
          </p:cNvSpPr>
          <p:nvPr/>
        </p:nvSpPr>
        <p:spPr>
          <a:xfrm xmlns:a="http://schemas.openxmlformats.org/drawingml/2006/main">
            <a:off x="5967855" y="4824493"/>
            <a:ext cx="30157" cy="30542"/>
          </a:xfrm>
          <a:custGeom xmlns:a="http://schemas.openxmlformats.org/drawingml/2006/main">
            <a:pathLst>
              <a:path w="36998" h="37469">
                <a:moveTo>
                  <a:pt x="17865" y="0"/>
                </a:moveTo>
                <a:lnTo>
                  <a:pt x="32733" y="9108"/>
                </a:lnTo>
                <a:lnTo>
                  <a:pt x="36998" y="17755"/>
                </a:lnTo>
                <a:lnTo>
                  <a:pt x="34692" y="13374"/>
                </a:lnTo>
                <a:lnTo>
                  <a:pt x="29621" y="15103"/>
                </a:lnTo>
                <a:lnTo>
                  <a:pt x="19709" y="32281"/>
                </a:lnTo>
                <a:lnTo>
                  <a:pt x="23858" y="34933"/>
                </a:lnTo>
                <a:lnTo>
                  <a:pt x="10373" y="37469"/>
                </a:lnTo>
                <a:lnTo>
                  <a:pt x="0" y="24211"/>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0764809C-2719-43D3-B2FA-8D26E6B9CB42}"/>
              </a:ext>
            </a:extLst>
          </p:cNvPr>
          <p:cNvSpPr>
            <a:spLocks xmlns:a="http://schemas.openxmlformats.org/drawingml/2006/main" noGrp="1"/>
          </p:cNvSpPr>
          <p:nvPr/>
        </p:nvSpPr>
        <p:spPr>
          <a:xfrm xmlns:a="http://schemas.openxmlformats.org/drawingml/2006/main">
            <a:off x="5951414" y="4810678"/>
            <a:ext cx="18884" cy="21520"/>
          </a:xfrm>
          <a:custGeom xmlns:a="http://schemas.openxmlformats.org/drawingml/2006/main">
            <a:pathLst>
              <a:path w="23167" h="26401">
                <a:moveTo>
                  <a:pt x="4956" y="0"/>
                </a:moveTo>
                <a:lnTo>
                  <a:pt x="17058" y="2767"/>
                </a:lnTo>
                <a:lnTo>
                  <a:pt x="23167" y="9108"/>
                </a:lnTo>
                <a:lnTo>
                  <a:pt x="9797" y="26401"/>
                </a:lnTo>
                <a:lnTo>
                  <a:pt x="1037" y="17178"/>
                </a:lnTo>
                <a:lnTo>
                  <a:pt x="0" y="5764"/>
                </a:lnTo>
                <a:lnTo>
                  <a:pt x="807" y="9569"/>
                </a:lnTo>
                <a:lnTo>
                  <a:pt x="4956" y="6110"/>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B0D212B9-5EFC-4F43-8705-407D717D34E8}"/>
              </a:ext>
            </a:extLst>
          </p:cNvPr>
          <p:cNvSpPr>
            <a:spLocks xmlns:a="http://schemas.openxmlformats.org/drawingml/2006/main" noGrp="1"/>
          </p:cNvSpPr>
          <p:nvPr/>
        </p:nvSpPr>
        <p:spPr>
          <a:xfrm xmlns:a="http://schemas.openxmlformats.org/drawingml/2006/main">
            <a:off x="6195209" y="2596086"/>
            <a:ext cx="141110" cy="163233"/>
          </a:xfrm>
          <a:custGeom xmlns:a="http://schemas.openxmlformats.org/drawingml/2006/main">
            <a:pathLst>
              <a:path w="173116" h="200257">
                <a:moveTo>
                  <a:pt x="169774" y="145956"/>
                </a:moveTo>
                <a:lnTo>
                  <a:pt x="173116" y="159906"/>
                </a:lnTo>
                <a:lnTo>
                  <a:pt x="168506" y="170282"/>
                </a:lnTo>
                <a:lnTo>
                  <a:pt x="136926" y="195185"/>
                </a:lnTo>
                <a:lnTo>
                  <a:pt x="113298" y="200257"/>
                </a:lnTo>
                <a:lnTo>
                  <a:pt x="92206" y="192764"/>
                </a:lnTo>
                <a:lnTo>
                  <a:pt x="69385" y="167631"/>
                </a:lnTo>
                <a:lnTo>
                  <a:pt x="47140" y="127856"/>
                </a:lnTo>
                <a:lnTo>
                  <a:pt x="26279" y="112176"/>
                </a:lnTo>
                <a:lnTo>
                  <a:pt x="24319" y="78627"/>
                </a:lnTo>
                <a:lnTo>
                  <a:pt x="2420" y="34817"/>
                </a:lnTo>
                <a:lnTo>
                  <a:pt x="0" y="15218"/>
                </a:lnTo>
                <a:lnTo>
                  <a:pt x="31580" y="0"/>
                </a:lnTo>
                <a:lnTo>
                  <a:pt x="44835" y="2421"/>
                </a:lnTo>
                <a:lnTo>
                  <a:pt x="100620" y="61680"/>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A17042F3-2EC5-4DEB-9ABD-CFBB153241B1}"/>
              </a:ext>
            </a:extLst>
          </p:cNvPr>
          <p:cNvSpPr>
            <a:spLocks xmlns:a="http://schemas.openxmlformats.org/drawingml/2006/main" noGrp="1"/>
          </p:cNvSpPr>
          <p:nvPr/>
        </p:nvSpPr>
        <p:spPr>
          <a:xfrm xmlns:a="http://schemas.openxmlformats.org/drawingml/2006/main">
            <a:off x="7618239" y="2710264"/>
            <a:ext cx="745383" cy="967839"/>
          </a:xfrm>
          <a:custGeom xmlns:a="http://schemas.openxmlformats.org/drawingml/2006/main">
            <a:pathLst>
              <a:path w="914451" h="1187364">
                <a:moveTo>
                  <a:pt x="518427" y="95114"/>
                </a:moveTo>
                <a:lnTo>
                  <a:pt x="527071" y="106412"/>
                </a:lnTo>
                <a:lnTo>
                  <a:pt x="538021" y="100532"/>
                </a:lnTo>
                <a:lnTo>
                  <a:pt x="566604" y="103414"/>
                </a:lnTo>
                <a:lnTo>
                  <a:pt x="628613" y="124628"/>
                </a:lnTo>
                <a:lnTo>
                  <a:pt x="652586" y="136502"/>
                </a:lnTo>
                <a:lnTo>
                  <a:pt x="653278" y="140653"/>
                </a:lnTo>
                <a:lnTo>
                  <a:pt x="656851" y="138347"/>
                </a:lnTo>
                <a:lnTo>
                  <a:pt x="699957" y="155295"/>
                </a:lnTo>
                <a:lnTo>
                  <a:pt x="733036" y="175816"/>
                </a:lnTo>
                <a:lnTo>
                  <a:pt x="792278" y="230002"/>
                </a:lnTo>
                <a:lnTo>
                  <a:pt x="823052" y="248679"/>
                </a:lnTo>
                <a:lnTo>
                  <a:pt x="875840" y="350710"/>
                </a:lnTo>
                <a:lnTo>
                  <a:pt x="875724" y="364199"/>
                </a:lnTo>
                <a:lnTo>
                  <a:pt x="858551" y="381261"/>
                </a:lnTo>
                <a:lnTo>
                  <a:pt x="860049" y="384835"/>
                </a:lnTo>
                <a:lnTo>
                  <a:pt x="892898" y="395442"/>
                </a:lnTo>
                <a:lnTo>
                  <a:pt x="912030" y="422304"/>
                </a:lnTo>
                <a:lnTo>
                  <a:pt x="914451" y="469688"/>
                </a:lnTo>
                <a:lnTo>
                  <a:pt x="905691" y="511192"/>
                </a:lnTo>
                <a:lnTo>
                  <a:pt x="885175" y="555233"/>
                </a:lnTo>
                <a:lnTo>
                  <a:pt x="833886" y="638933"/>
                </a:lnTo>
                <a:lnTo>
                  <a:pt x="811756" y="684933"/>
                </a:lnTo>
                <a:lnTo>
                  <a:pt x="773145" y="794688"/>
                </a:lnTo>
                <a:lnTo>
                  <a:pt x="754935" y="893261"/>
                </a:lnTo>
                <a:lnTo>
                  <a:pt x="755626" y="948830"/>
                </a:lnTo>
                <a:lnTo>
                  <a:pt x="765423" y="988490"/>
                </a:lnTo>
                <a:lnTo>
                  <a:pt x="807261" y="1066886"/>
                </a:lnTo>
                <a:lnTo>
                  <a:pt x="864199" y="1153353"/>
                </a:lnTo>
                <a:lnTo>
                  <a:pt x="863276" y="1172837"/>
                </a:lnTo>
                <a:lnTo>
                  <a:pt x="847371" y="1186902"/>
                </a:lnTo>
                <a:lnTo>
                  <a:pt x="833655" y="1187364"/>
                </a:lnTo>
                <a:lnTo>
                  <a:pt x="823052" y="1181945"/>
                </a:lnTo>
                <a:lnTo>
                  <a:pt x="269702" y="711911"/>
                </a:lnTo>
                <a:lnTo>
                  <a:pt x="143841" y="597544"/>
                </a:lnTo>
                <a:lnTo>
                  <a:pt x="100504" y="532751"/>
                </a:lnTo>
                <a:lnTo>
                  <a:pt x="83446" y="490671"/>
                </a:lnTo>
                <a:lnTo>
                  <a:pt x="74226" y="453432"/>
                </a:lnTo>
                <a:lnTo>
                  <a:pt x="85521" y="444440"/>
                </a:lnTo>
                <a:lnTo>
                  <a:pt x="182337" y="447207"/>
                </a:lnTo>
                <a:lnTo>
                  <a:pt x="206195" y="441558"/>
                </a:lnTo>
                <a:lnTo>
                  <a:pt x="223829" y="431412"/>
                </a:lnTo>
                <a:lnTo>
                  <a:pt x="236738" y="413312"/>
                </a:lnTo>
                <a:lnTo>
                  <a:pt x="235470" y="400861"/>
                </a:lnTo>
                <a:lnTo>
                  <a:pt x="223714" y="389562"/>
                </a:lnTo>
                <a:lnTo>
                  <a:pt x="221755" y="373998"/>
                </a:lnTo>
                <a:lnTo>
                  <a:pt x="242962" y="336183"/>
                </a:lnTo>
                <a:lnTo>
                  <a:pt x="225328" y="327998"/>
                </a:lnTo>
                <a:lnTo>
                  <a:pt x="205965" y="329842"/>
                </a:lnTo>
                <a:lnTo>
                  <a:pt x="178649" y="357973"/>
                </a:lnTo>
                <a:lnTo>
                  <a:pt x="153523" y="368118"/>
                </a:lnTo>
                <a:lnTo>
                  <a:pt x="60741" y="363853"/>
                </a:lnTo>
                <a:lnTo>
                  <a:pt x="45988" y="355321"/>
                </a:lnTo>
                <a:lnTo>
                  <a:pt x="36191" y="342985"/>
                </a:lnTo>
                <a:lnTo>
                  <a:pt x="2075" y="252253"/>
                </a:lnTo>
                <a:lnTo>
                  <a:pt x="0" y="208558"/>
                </a:lnTo>
                <a:lnTo>
                  <a:pt x="19248" y="168668"/>
                </a:lnTo>
                <a:lnTo>
                  <a:pt x="140268" y="59489"/>
                </a:lnTo>
                <a:lnTo>
                  <a:pt x="177381" y="39544"/>
                </a:lnTo>
                <a:lnTo>
                  <a:pt x="314998" y="1268"/>
                </a:lnTo>
                <a:lnTo>
                  <a:pt x="360525" y="0"/>
                </a:lnTo>
                <a:lnTo>
                  <a:pt x="399251" y="11183"/>
                </a:lnTo>
                <a:lnTo>
                  <a:pt x="434404" y="63640"/>
                </a:lnTo>
                <a:lnTo>
                  <a:pt x="512779" y="78397"/>
                </a:lnTo>
                <a:lnTo>
                  <a:pt x="521424" y="85314"/>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84246203-D35F-4E2F-A918-62348E472376}"/>
              </a:ext>
            </a:extLst>
          </p:cNvPr>
          <p:cNvSpPr>
            <a:spLocks xmlns:a="http://schemas.openxmlformats.org/drawingml/2006/main" noGrp="1"/>
          </p:cNvSpPr>
          <p:nvPr/>
        </p:nvSpPr>
        <p:spPr>
          <a:xfrm xmlns:a="http://schemas.openxmlformats.org/drawingml/2006/main">
            <a:off x="7007201" y="3014364"/>
            <a:ext cx="98270" cy="90779"/>
          </a:xfrm>
          <a:custGeom xmlns:a="http://schemas.openxmlformats.org/drawingml/2006/main">
            <a:pathLst>
              <a:path w="120559" h="111369">
                <a:moveTo>
                  <a:pt x="34116" y="7033"/>
                </a:moveTo>
                <a:lnTo>
                  <a:pt x="63391" y="45655"/>
                </a:lnTo>
                <a:lnTo>
                  <a:pt x="109610" y="60527"/>
                </a:lnTo>
                <a:lnTo>
                  <a:pt x="120559" y="100763"/>
                </a:lnTo>
                <a:lnTo>
                  <a:pt x="115833" y="110678"/>
                </a:lnTo>
                <a:lnTo>
                  <a:pt x="109610" y="111369"/>
                </a:lnTo>
                <a:lnTo>
                  <a:pt x="94626" y="98572"/>
                </a:lnTo>
                <a:lnTo>
                  <a:pt x="8760" y="14757"/>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195C30C3-0148-4228-A53B-8BD1BC614E05}"/>
              </a:ext>
            </a:extLst>
          </p:cNvPr>
          <p:cNvSpPr>
            <a:spLocks xmlns:a="http://schemas.openxmlformats.org/drawingml/2006/main" noGrp="1"/>
          </p:cNvSpPr>
          <p:nvPr/>
        </p:nvSpPr>
        <p:spPr>
          <a:xfrm xmlns:a="http://schemas.openxmlformats.org/drawingml/2006/main">
            <a:off x="5255917" y="4808987"/>
            <a:ext cx="226415" cy="271867"/>
          </a:xfrm>
          <a:custGeom xmlns:a="http://schemas.openxmlformats.org/drawingml/2006/main">
            <a:pathLst>
              <a:path w="277770" h="333532">
                <a:moveTo>
                  <a:pt x="27085" y="48191"/>
                </a:moveTo>
                <a:lnTo>
                  <a:pt x="44605" y="50266"/>
                </a:lnTo>
                <a:lnTo>
                  <a:pt x="38842" y="62371"/>
                </a:lnTo>
                <a:lnTo>
                  <a:pt x="44489" y="82662"/>
                </a:lnTo>
                <a:lnTo>
                  <a:pt x="36767" y="84968"/>
                </a:lnTo>
                <a:lnTo>
                  <a:pt x="49215" y="81164"/>
                </a:lnTo>
                <a:lnTo>
                  <a:pt x="51289" y="84738"/>
                </a:lnTo>
                <a:lnTo>
                  <a:pt x="56130" y="78512"/>
                </a:lnTo>
                <a:lnTo>
                  <a:pt x="60625" y="84161"/>
                </a:lnTo>
                <a:lnTo>
                  <a:pt x="54747" y="99610"/>
                </a:lnTo>
                <a:lnTo>
                  <a:pt x="61778" y="104221"/>
                </a:lnTo>
                <a:lnTo>
                  <a:pt x="45988" y="113560"/>
                </a:lnTo>
                <a:lnTo>
                  <a:pt x="36882" y="107104"/>
                </a:lnTo>
                <a:lnTo>
                  <a:pt x="34231" y="109294"/>
                </a:lnTo>
                <a:lnTo>
                  <a:pt x="45296" y="114597"/>
                </a:lnTo>
                <a:lnTo>
                  <a:pt x="64314" y="107104"/>
                </a:lnTo>
                <a:lnTo>
                  <a:pt x="56015" y="114713"/>
                </a:lnTo>
                <a:lnTo>
                  <a:pt x="66734" y="113214"/>
                </a:lnTo>
                <a:lnTo>
                  <a:pt x="64198" y="128086"/>
                </a:lnTo>
                <a:lnTo>
                  <a:pt x="68348" y="116673"/>
                </a:lnTo>
                <a:lnTo>
                  <a:pt x="95779" y="104683"/>
                </a:lnTo>
                <a:lnTo>
                  <a:pt x="110877" y="103184"/>
                </a:lnTo>
                <a:lnTo>
                  <a:pt x="142573" y="111254"/>
                </a:lnTo>
                <a:lnTo>
                  <a:pt x="180032" y="91655"/>
                </a:lnTo>
                <a:lnTo>
                  <a:pt x="203314" y="84738"/>
                </a:lnTo>
                <a:lnTo>
                  <a:pt x="203314" y="80011"/>
                </a:lnTo>
                <a:lnTo>
                  <a:pt x="262441" y="79088"/>
                </a:lnTo>
                <a:lnTo>
                  <a:pt x="275234" y="131891"/>
                </a:lnTo>
                <a:lnTo>
                  <a:pt x="277770" y="178007"/>
                </a:lnTo>
                <a:lnTo>
                  <a:pt x="273160" y="196338"/>
                </a:lnTo>
                <a:lnTo>
                  <a:pt x="257715" y="215245"/>
                </a:lnTo>
                <a:lnTo>
                  <a:pt x="213802" y="239225"/>
                </a:lnTo>
                <a:lnTo>
                  <a:pt x="203659" y="287531"/>
                </a:lnTo>
                <a:lnTo>
                  <a:pt x="177611" y="312895"/>
                </a:lnTo>
                <a:lnTo>
                  <a:pt x="153868" y="328574"/>
                </a:lnTo>
                <a:lnTo>
                  <a:pt x="127820" y="333532"/>
                </a:lnTo>
                <a:lnTo>
                  <a:pt x="102118" y="325116"/>
                </a:lnTo>
                <a:lnTo>
                  <a:pt x="34001" y="256403"/>
                </a:lnTo>
                <a:lnTo>
                  <a:pt x="33079" y="241761"/>
                </a:lnTo>
                <a:lnTo>
                  <a:pt x="63161" y="204523"/>
                </a:lnTo>
                <a:lnTo>
                  <a:pt x="70422" y="180889"/>
                </a:lnTo>
                <a:lnTo>
                  <a:pt x="65005" y="154257"/>
                </a:lnTo>
                <a:lnTo>
                  <a:pt x="59473" y="163134"/>
                </a:lnTo>
                <a:lnTo>
                  <a:pt x="56937" y="154142"/>
                </a:lnTo>
                <a:lnTo>
                  <a:pt x="45181" y="150798"/>
                </a:lnTo>
                <a:lnTo>
                  <a:pt x="57052" y="155986"/>
                </a:lnTo>
                <a:lnTo>
                  <a:pt x="57629" y="165671"/>
                </a:lnTo>
                <a:lnTo>
                  <a:pt x="45988" y="176392"/>
                </a:lnTo>
                <a:lnTo>
                  <a:pt x="37574" y="164633"/>
                </a:lnTo>
                <a:lnTo>
                  <a:pt x="35153" y="174548"/>
                </a:lnTo>
                <a:lnTo>
                  <a:pt x="23051" y="186884"/>
                </a:lnTo>
                <a:lnTo>
                  <a:pt x="8760" y="162904"/>
                </a:lnTo>
                <a:lnTo>
                  <a:pt x="0" y="128317"/>
                </a:lnTo>
                <a:lnTo>
                  <a:pt x="4495" y="96612"/>
                </a:lnTo>
                <a:lnTo>
                  <a:pt x="13139" y="85429"/>
                </a:lnTo>
                <a:lnTo>
                  <a:pt x="17980" y="59259"/>
                </a:lnTo>
                <a:lnTo>
                  <a:pt x="13139" y="576"/>
                </a:lnTo>
                <a:lnTo>
                  <a:pt x="16482"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BAAF0ED3-DA62-4B47-8AA1-EB35AE9FB466}"/>
              </a:ext>
            </a:extLst>
          </p:cNvPr>
          <p:cNvSpPr>
            <a:spLocks xmlns:a="http://schemas.openxmlformats.org/drawingml/2006/main" noGrp="1"/>
          </p:cNvSpPr>
          <p:nvPr/>
        </p:nvSpPr>
        <p:spPr>
          <a:xfrm xmlns:a="http://schemas.openxmlformats.org/drawingml/2006/main">
            <a:off x="4781104" y="4845637"/>
            <a:ext cx="249338" cy="101774"/>
          </a:xfrm>
          <a:custGeom xmlns:a="http://schemas.openxmlformats.org/drawingml/2006/main">
            <a:pathLst>
              <a:path w="305893" h="124858">
                <a:moveTo>
                  <a:pt x="180378" y="231"/>
                </a:moveTo>
                <a:lnTo>
                  <a:pt x="205043" y="7840"/>
                </a:lnTo>
                <a:lnTo>
                  <a:pt x="189598" y="3228"/>
                </a:lnTo>
                <a:lnTo>
                  <a:pt x="186140" y="14065"/>
                </a:lnTo>
                <a:lnTo>
                  <a:pt x="197205" y="31359"/>
                </a:lnTo>
                <a:lnTo>
                  <a:pt x="209768" y="38737"/>
                </a:lnTo>
                <a:lnTo>
                  <a:pt x="229708" y="36662"/>
                </a:lnTo>
                <a:lnTo>
                  <a:pt x="246189" y="25364"/>
                </a:lnTo>
                <a:lnTo>
                  <a:pt x="247918" y="22481"/>
                </a:lnTo>
                <a:lnTo>
                  <a:pt x="241925" y="18907"/>
                </a:lnTo>
                <a:lnTo>
                  <a:pt x="255640" y="26055"/>
                </a:lnTo>
                <a:lnTo>
                  <a:pt x="271085" y="62602"/>
                </a:lnTo>
                <a:lnTo>
                  <a:pt x="263824" y="45309"/>
                </a:lnTo>
                <a:lnTo>
                  <a:pt x="254603" y="42542"/>
                </a:lnTo>
                <a:lnTo>
                  <a:pt x="241464" y="48191"/>
                </a:lnTo>
                <a:lnTo>
                  <a:pt x="233626" y="62371"/>
                </a:lnTo>
                <a:lnTo>
                  <a:pt x="245613" y="74938"/>
                </a:lnTo>
                <a:lnTo>
                  <a:pt x="259790" y="76437"/>
                </a:lnTo>
                <a:lnTo>
                  <a:pt x="282726" y="93384"/>
                </a:lnTo>
                <a:lnTo>
                  <a:pt x="291485" y="91540"/>
                </a:lnTo>
                <a:lnTo>
                  <a:pt x="286645" y="84968"/>
                </a:lnTo>
                <a:lnTo>
                  <a:pt x="305893" y="112868"/>
                </a:lnTo>
                <a:lnTo>
                  <a:pt x="284109" y="115520"/>
                </a:lnTo>
                <a:lnTo>
                  <a:pt x="288143" y="109179"/>
                </a:lnTo>
                <a:lnTo>
                  <a:pt x="283878" y="102492"/>
                </a:lnTo>
                <a:lnTo>
                  <a:pt x="261749" y="97189"/>
                </a:lnTo>
                <a:lnTo>
                  <a:pt x="260136" y="117710"/>
                </a:lnTo>
                <a:lnTo>
                  <a:pt x="273736" y="116096"/>
                </a:lnTo>
                <a:lnTo>
                  <a:pt x="228094" y="124858"/>
                </a:lnTo>
                <a:lnTo>
                  <a:pt x="185334" y="116096"/>
                </a:lnTo>
                <a:lnTo>
                  <a:pt x="112491" y="124282"/>
                </a:lnTo>
                <a:lnTo>
                  <a:pt x="7722" y="106758"/>
                </a:lnTo>
                <a:lnTo>
                  <a:pt x="0" y="99264"/>
                </a:lnTo>
                <a:lnTo>
                  <a:pt x="4034" y="87966"/>
                </a:lnTo>
                <a:lnTo>
                  <a:pt x="41032" y="64793"/>
                </a:lnTo>
                <a:lnTo>
                  <a:pt x="77799" y="24441"/>
                </a:lnTo>
                <a:lnTo>
                  <a:pt x="161475"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43E4B379-FD86-4C0E-B390-5616D1187682}"/>
              </a:ext>
            </a:extLst>
          </p:cNvPr>
          <p:cNvSpPr>
            <a:spLocks xmlns:a="http://schemas.openxmlformats.org/drawingml/2006/main" noGrp="1"/>
          </p:cNvSpPr>
          <p:nvPr/>
        </p:nvSpPr>
        <p:spPr>
          <a:xfrm xmlns:a="http://schemas.openxmlformats.org/drawingml/2006/main">
            <a:off x="5086999" y="4620381"/>
            <a:ext cx="292272" cy="115588"/>
          </a:xfrm>
          <a:custGeom xmlns:a="http://schemas.openxmlformats.org/drawingml/2006/main">
            <a:pathLst>
              <a:path w="358565" h="141806">
                <a:moveTo>
                  <a:pt x="125285" y="14296"/>
                </a:moveTo>
                <a:lnTo>
                  <a:pt x="170696" y="34817"/>
                </a:lnTo>
                <a:lnTo>
                  <a:pt x="176228" y="22366"/>
                </a:lnTo>
                <a:lnTo>
                  <a:pt x="193632" y="8877"/>
                </a:lnTo>
                <a:lnTo>
                  <a:pt x="204351" y="7379"/>
                </a:lnTo>
                <a:lnTo>
                  <a:pt x="209422" y="12221"/>
                </a:lnTo>
                <a:lnTo>
                  <a:pt x="226941" y="65600"/>
                </a:lnTo>
                <a:lnTo>
                  <a:pt x="232589" y="70326"/>
                </a:lnTo>
                <a:lnTo>
                  <a:pt x="275926" y="86813"/>
                </a:lnTo>
                <a:lnTo>
                  <a:pt x="290909" y="82432"/>
                </a:lnTo>
                <a:lnTo>
                  <a:pt x="318225" y="83815"/>
                </a:lnTo>
                <a:lnTo>
                  <a:pt x="347039" y="100532"/>
                </a:lnTo>
                <a:lnTo>
                  <a:pt x="358565" y="113790"/>
                </a:lnTo>
                <a:lnTo>
                  <a:pt x="336897" y="141806"/>
                </a:lnTo>
                <a:lnTo>
                  <a:pt x="278461" y="139385"/>
                </a:lnTo>
                <a:lnTo>
                  <a:pt x="223599" y="127395"/>
                </a:lnTo>
                <a:lnTo>
                  <a:pt x="143610" y="85890"/>
                </a:lnTo>
                <a:lnTo>
                  <a:pt x="64429" y="68597"/>
                </a:lnTo>
                <a:lnTo>
                  <a:pt x="34577" y="68828"/>
                </a:lnTo>
                <a:lnTo>
                  <a:pt x="5648" y="51073"/>
                </a:lnTo>
                <a:lnTo>
                  <a:pt x="0" y="36777"/>
                </a:lnTo>
                <a:lnTo>
                  <a:pt x="3919" y="27669"/>
                </a:lnTo>
                <a:lnTo>
                  <a:pt x="42299" y="6571"/>
                </a:lnTo>
                <a:lnTo>
                  <a:pt x="76300" y="0"/>
                </a:lnTo>
                <a:lnTo>
                  <a:pt x="111223" y="3805"/>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C994A5E0-3E13-47FF-B109-E651FD3F2B5C}"/>
              </a:ext>
            </a:extLst>
          </p:cNvPr>
          <p:cNvSpPr>
            <a:spLocks xmlns:a="http://schemas.openxmlformats.org/drawingml/2006/main" noGrp="1"/>
          </p:cNvSpPr>
          <p:nvPr/>
        </p:nvSpPr>
        <p:spPr>
          <a:xfrm xmlns:a="http://schemas.openxmlformats.org/drawingml/2006/main">
            <a:off x="5274425" y="4591625"/>
            <a:ext cx="182729" cy="153272"/>
          </a:xfrm>
          <a:custGeom xmlns:a="http://schemas.openxmlformats.org/drawingml/2006/main">
            <a:pathLst>
              <a:path w="224175" h="188037">
                <a:moveTo>
                  <a:pt x="18441" y="0"/>
                </a:moveTo>
                <a:lnTo>
                  <a:pt x="62354" y="7840"/>
                </a:lnTo>
                <a:lnTo>
                  <a:pt x="112952" y="50497"/>
                </a:lnTo>
                <a:lnTo>
                  <a:pt x="125285" y="71364"/>
                </a:lnTo>
                <a:lnTo>
                  <a:pt x="134505" y="76552"/>
                </a:lnTo>
                <a:lnTo>
                  <a:pt x="139231" y="69750"/>
                </a:lnTo>
                <a:lnTo>
                  <a:pt x="143956" y="74016"/>
                </a:lnTo>
                <a:lnTo>
                  <a:pt x="141421" y="76898"/>
                </a:lnTo>
                <a:lnTo>
                  <a:pt x="150756" y="85429"/>
                </a:lnTo>
                <a:lnTo>
                  <a:pt x="153523" y="83008"/>
                </a:lnTo>
                <a:lnTo>
                  <a:pt x="160553" y="89810"/>
                </a:lnTo>
                <a:lnTo>
                  <a:pt x="157902" y="92462"/>
                </a:lnTo>
                <a:lnTo>
                  <a:pt x="166547" y="100993"/>
                </a:lnTo>
                <a:lnTo>
                  <a:pt x="169889" y="97881"/>
                </a:lnTo>
                <a:lnTo>
                  <a:pt x="195476" y="125204"/>
                </a:lnTo>
                <a:lnTo>
                  <a:pt x="201585" y="134427"/>
                </a:lnTo>
                <a:lnTo>
                  <a:pt x="198012" y="147570"/>
                </a:lnTo>
                <a:lnTo>
                  <a:pt x="207924" y="151836"/>
                </a:lnTo>
                <a:lnTo>
                  <a:pt x="224175" y="182503"/>
                </a:lnTo>
                <a:lnTo>
                  <a:pt x="223253" y="188037"/>
                </a:lnTo>
                <a:lnTo>
                  <a:pt x="192364" y="179851"/>
                </a:lnTo>
                <a:lnTo>
                  <a:pt x="157326" y="178122"/>
                </a:lnTo>
                <a:lnTo>
                  <a:pt x="148912" y="145956"/>
                </a:lnTo>
                <a:lnTo>
                  <a:pt x="128627" y="127164"/>
                </a:lnTo>
                <a:lnTo>
                  <a:pt x="86443" y="111024"/>
                </a:lnTo>
                <a:lnTo>
                  <a:pt x="38726" y="106297"/>
                </a:lnTo>
                <a:lnTo>
                  <a:pt x="12563" y="91194"/>
                </a:lnTo>
                <a:lnTo>
                  <a:pt x="0" y="17755"/>
                </a:lnTo>
                <a:lnTo>
                  <a:pt x="5878" y="14411"/>
                </a:lnTo>
                <a:lnTo>
                  <a:pt x="5187" y="5880"/>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DE3899E1-4BD7-447F-8C91-FDE1F2059A52}"/>
              </a:ext>
            </a:extLst>
          </p:cNvPr>
          <p:cNvSpPr>
            <a:spLocks xmlns:a="http://schemas.openxmlformats.org/drawingml/2006/main" noGrp="1"/>
          </p:cNvSpPr>
          <p:nvPr/>
        </p:nvSpPr>
        <p:spPr>
          <a:xfrm xmlns:a="http://schemas.openxmlformats.org/drawingml/2006/main">
            <a:off x="4875804" y="5043828"/>
            <a:ext cx="136600" cy="114272"/>
          </a:xfrm>
          <a:custGeom xmlns:a="http://schemas.openxmlformats.org/drawingml/2006/main">
            <a:pathLst>
              <a:path w="167584" h="140192">
                <a:moveTo>
                  <a:pt x="111454" y="0"/>
                </a:moveTo>
                <a:lnTo>
                  <a:pt x="138885" y="2652"/>
                </a:lnTo>
                <a:lnTo>
                  <a:pt x="142804" y="9569"/>
                </a:lnTo>
                <a:lnTo>
                  <a:pt x="124247" y="15218"/>
                </a:lnTo>
                <a:lnTo>
                  <a:pt x="122288" y="21098"/>
                </a:lnTo>
                <a:lnTo>
                  <a:pt x="136234" y="11875"/>
                </a:lnTo>
                <a:lnTo>
                  <a:pt x="149604" y="13374"/>
                </a:lnTo>
                <a:lnTo>
                  <a:pt x="166892" y="42196"/>
                </a:lnTo>
                <a:lnTo>
                  <a:pt x="158133" y="49805"/>
                </a:lnTo>
                <a:lnTo>
                  <a:pt x="159055" y="53494"/>
                </a:lnTo>
                <a:lnTo>
                  <a:pt x="161014" y="49574"/>
                </a:lnTo>
                <a:lnTo>
                  <a:pt x="167584" y="50151"/>
                </a:lnTo>
                <a:lnTo>
                  <a:pt x="165394" y="64331"/>
                </a:lnTo>
                <a:lnTo>
                  <a:pt x="153177" y="61564"/>
                </a:lnTo>
                <a:lnTo>
                  <a:pt x="139692" y="72171"/>
                </a:lnTo>
                <a:lnTo>
                  <a:pt x="128397" y="45539"/>
                </a:lnTo>
                <a:lnTo>
                  <a:pt x="128166" y="52572"/>
                </a:lnTo>
                <a:lnTo>
                  <a:pt x="138424" y="66176"/>
                </a:lnTo>
                <a:lnTo>
                  <a:pt x="134851" y="73555"/>
                </a:lnTo>
                <a:lnTo>
                  <a:pt x="128166" y="60181"/>
                </a:lnTo>
                <a:lnTo>
                  <a:pt x="118254" y="57183"/>
                </a:lnTo>
                <a:lnTo>
                  <a:pt x="109264" y="61334"/>
                </a:lnTo>
                <a:lnTo>
                  <a:pt x="119061" y="57875"/>
                </a:lnTo>
                <a:lnTo>
                  <a:pt x="127936" y="60988"/>
                </a:lnTo>
                <a:lnTo>
                  <a:pt x="132661" y="70211"/>
                </a:lnTo>
                <a:lnTo>
                  <a:pt x="129088" y="102492"/>
                </a:lnTo>
                <a:lnTo>
                  <a:pt x="112837" y="101339"/>
                </a:lnTo>
                <a:lnTo>
                  <a:pt x="95087" y="111369"/>
                </a:lnTo>
                <a:lnTo>
                  <a:pt x="88518" y="103876"/>
                </a:lnTo>
                <a:lnTo>
                  <a:pt x="82755" y="103876"/>
                </a:lnTo>
                <a:lnTo>
                  <a:pt x="55323" y="120708"/>
                </a:lnTo>
                <a:lnTo>
                  <a:pt x="56130" y="124282"/>
                </a:lnTo>
                <a:lnTo>
                  <a:pt x="46103" y="127049"/>
                </a:lnTo>
                <a:lnTo>
                  <a:pt x="41032" y="121284"/>
                </a:lnTo>
                <a:lnTo>
                  <a:pt x="21899" y="140192"/>
                </a:lnTo>
                <a:lnTo>
                  <a:pt x="25818" y="131545"/>
                </a:lnTo>
                <a:lnTo>
                  <a:pt x="20285" y="106873"/>
                </a:lnTo>
                <a:lnTo>
                  <a:pt x="8068" y="70903"/>
                </a:lnTo>
                <a:lnTo>
                  <a:pt x="0" y="66291"/>
                </a:lnTo>
                <a:lnTo>
                  <a:pt x="922" y="60412"/>
                </a:lnTo>
                <a:lnTo>
                  <a:pt x="47255" y="53609"/>
                </a:lnTo>
                <a:lnTo>
                  <a:pt x="59357" y="63063"/>
                </a:lnTo>
                <a:lnTo>
                  <a:pt x="62469" y="60757"/>
                </a:lnTo>
                <a:lnTo>
                  <a:pt x="56361" y="46231"/>
                </a:lnTo>
                <a:lnTo>
                  <a:pt x="75839" y="12912"/>
                </a:lnTo>
                <a:lnTo>
                  <a:pt x="92206" y="3574"/>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17053063-57FE-4378-A223-02140FC7F3F1}"/>
              </a:ext>
            </a:extLst>
          </p:cNvPr>
          <p:cNvSpPr>
            <a:spLocks xmlns:a="http://schemas.openxmlformats.org/drawingml/2006/main" noGrp="1"/>
          </p:cNvSpPr>
          <p:nvPr/>
        </p:nvSpPr>
        <p:spPr>
          <a:xfrm xmlns:a="http://schemas.openxmlformats.org/drawingml/2006/main">
            <a:off x="4979335" y="5192683"/>
            <a:ext cx="124481" cy="93692"/>
          </a:xfrm>
          <a:custGeom xmlns:a="http://schemas.openxmlformats.org/drawingml/2006/main">
            <a:pathLst>
              <a:path w="152716" h="114943">
                <a:moveTo>
                  <a:pt x="53364" y="0"/>
                </a:moveTo>
                <a:lnTo>
                  <a:pt x="72843" y="8531"/>
                </a:lnTo>
                <a:lnTo>
                  <a:pt x="77338" y="18562"/>
                </a:lnTo>
                <a:lnTo>
                  <a:pt x="98314" y="9454"/>
                </a:lnTo>
                <a:lnTo>
                  <a:pt x="96701" y="27785"/>
                </a:lnTo>
                <a:lnTo>
                  <a:pt x="99582" y="9223"/>
                </a:lnTo>
                <a:lnTo>
                  <a:pt x="108918" y="6917"/>
                </a:lnTo>
                <a:lnTo>
                  <a:pt x="130241" y="14065"/>
                </a:lnTo>
                <a:lnTo>
                  <a:pt x="135427" y="24095"/>
                </a:lnTo>
                <a:lnTo>
                  <a:pt x="138539" y="20406"/>
                </a:lnTo>
                <a:lnTo>
                  <a:pt x="152716" y="23288"/>
                </a:lnTo>
                <a:lnTo>
                  <a:pt x="152024" y="35278"/>
                </a:lnTo>
                <a:lnTo>
                  <a:pt x="141075" y="50151"/>
                </a:lnTo>
                <a:lnTo>
                  <a:pt x="126207" y="42542"/>
                </a:lnTo>
                <a:lnTo>
                  <a:pt x="119406" y="48191"/>
                </a:lnTo>
                <a:lnTo>
                  <a:pt x="128397" y="46000"/>
                </a:lnTo>
                <a:lnTo>
                  <a:pt x="133468" y="52226"/>
                </a:lnTo>
                <a:lnTo>
                  <a:pt x="131163" y="71595"/>
                </a:lnTo>
                <a:lnTo>
                  <a:pt x="126668" y="75169"/>
                </a:lnTo>
                <a:lnTo>
                  <a:pt x="131624" y="105490"/>
                </a:lnTo>
                <a:lnTo>
                  <a:pt x="113413" y="114943"/>
                </a:lnTo>
                <a:lnTo>
                  <a:pt x="98084" y="112522"/>
                </a:lnTo>
                <a:lnTo>
                  <a:pt x="81026" y="101339"/>
                </a:lnTo>
                <a:lnTo>
                  <a:pt x="75724" y="107334"/>
                </a:lnTo>
                <a:lnTo>
                  <a:pt x="66388" y="107104"/>
                </a:lnTo>
                <a:lnTo>
                  <a:pt x="44259" y="80933"/>
                </a:lnTo>
                <a:lnTo>
                  <a:pt x="33425" y="48537"/>
                </a:lnTo>
                <a:lnTo>
                  <a:pt x="24319" y="42311"/>
                </a:lnTo>
                <a:lnTo>
                  <a:pt x="17173" y="44502"/>
                </a:lnTo>
                <a:lnTo>
                  <a:pt x="1037" y="39083"/>
                </a:lnTo>
                <a:lnTo>
                  <a:pt x="0" y="30321"/>
                </a:lnTo>
                <a:lnTo>
                  <a:pt x="15214" y="12451"/>
                </a:lnTo>
                <a:lnTo>
                  <a:pt x="22014" y="15564"/>
                </a:lnTo>
                <a:lnTo>
                  <a:pt x="36652" y="1153"/>
                </a:lnTo>
                <a:lnTo>
                  <a:pt x="40225" y="6917"/>
                </a:lnTo>
                <a:lnTo>
                  <a:pt x="41377" y="2421"/>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7A64B816-CBE4-4B7F-A257-A48F8614EF5B}"/>
              </a:ext>
            </a:extLst>
          </p:cNvPr>
          <p:cNvSpPr>
            <a:spLocks xmlns:a="http://schemas.openxmlformats.org/drawingml/2006/main" noGrp="1"/>
          </p:cNvSpPr>
          <p:nvPr/>
        </p:nvSpPr>
        <p:spPr>
          <a:xfrm xmlns:a="http://schemas.openxmlformats.org/drawingml/2006/main">
            <a:off x="5577031" y="4869130"/>
            <a:ext cx="89720" cy="95478"/>
          </a:xfrm>
          <a:custGeom xmlns:a="http://schemas.openxmlformats.org/drawingml/2006/main">
            <a:pathLst>
              <a:path w="110071" h="117134">
                <a:moveTo>
                  <a:pt x="13831" y="3228"/>
                </a:moveTo>
                <a:lnTo>
                  <a:pt x="40340" y="28131"/>
                </a:lnTo>
                <a:lnTo>
                  <a:pt x="55093" y="33664"/>
                </a:lnTo>
                <a:lnTo>
                  <a:pt x="75724" y="69865"/>
                </a:lnTo>
                <a:lnTo>
                  <a:pt x="109494" y="104106"/>
                </a:lnTo>
                <a:lnTo>
                  <a:pt x="110071" y="117134"/>
                </a:lnTo>
                <a:lnTo>
                  <a:pt x="76070" y="108372"/>
                </a:lnTo>
                <a:lnTo>
                  <a:pt x="19594" y="72747"/>
                </a:lnTo>
                <a:lnTo>
                  <a:pt x="807" y="33664"/>
                </a:lnTo>
                <a:lnTo>
                  <a:pt x="0" y="3113"/>
                </a:lnTo>
                <a:lnTo>
                  <a:pt x="6685"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DF6A0730-F801-48BC-9CF8-78322E9739D8}"/>
              </a:ext>
            </a:extLst>
          </p:cNvPr>
          <p:cNvSpPr>
            <a:spLocks xmlns:a="http://schemas.openxmlformats.org/drawingml/2006/main" noGrp="1"/>
          </p:cNvSpPr>
          <p:nvPr/>
        </p:nvSpPr>
        <p:spPr>
          <a:xfrm xmlns:a="http://schemas.openxmlformats.org/drawingml/2006/main">
            <a:off x="5153326" y="4704770"/>
            <a:ext cx="34479" cy="50182"/>
          </a:xfrm>
          <a:custGeom xmlns:a="http://schemas.openxmlformats.org/drawingml/2006/main">
            <a:pathLst>
              <a:path w="42299" h="61564">
                <a:moveTo>
                  <a:pt x="7492" y="0"/>
                </a:moveTo>
                <a:lnTo>
                  <a:pt x="19478" y="3920"/>
                </a:lnTo>
                <a:lnTo>
                  <a:pt x="3919" y="1268"/>
                </a:lnTo>
                <a:lnTo>
                  <a:pt x="9336" y="23634"/>
                </a:lnTo>
                <a:lnTo>
                  <a:pt x="39879" y="29168"/>
                </a:lnTo>
                <a:lnTo>
                  <a:pt x="30313" y="47730"/>
                </a:lnTo>
                <a:lnTo>
                  <a:pt x="42299" y="55800"/>
                </a:lnTo>
                <a:lnTo>
                  <a:pt x="22129" y="61564"/>
                </a:lnTo>
                <a:lnTo>
                  <a:pt x="2190" y="46807"/>
                </a:lnTo>
                <a:lnTo>
                  <a:pt x="11641" y="50381"/>
                </a:lnTo>
                <a:lnTo>
                  <a:pt x="15099" y="44271"/>
                </a:lnTo>
                <a:lnTo>
                  <a:pt x="7146" y="31935"/>
                </a:lnTo>
                <a:lnTo>
                  <a:pt x="2766" y="31705"/>
                </a:lnTo>
                <a:lnTo>
                  <a:pt x="0" y="38276"/>
                </a:lnTo>
                <a:lnTo>
                  <a:pt x="5648" y="20176"/>
                </a:lnTo>
                <a:lnTo>
                  <a:pt x="1037" y="3343"/>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12755599-1401-4472-B785-B0422575B7FF}"/>
              </a:ext>
            </a:extLst>
          </p:cNvPr>
          <p:cNvSpPr>
            <a:spLocks xmlns:a="http://schemas.openxmlformats.org/drawingml/2006/main" noGrp="1"/>
          </p:cNvSpPr>
          <p:nvPr/>
        </p:nvSpPr>
        <p:spPr>
          <a:xfrm xmlns:a="http://schemas.openxmlformats.org/drawingml/2006/main">
            <a:off x="5234309" y="4996841"/>
            <a:ext cx="33070" cy="8740"/>
          </a:xfrm>
          <a:custGeom xmlns:a="http://schemas.openxmlformats.org/drawingml/2006/main">
            <a:pathLst>
              <a:path w="40571" h="10722">
                <a:moveTo>
                  <a:pt x="21784" y="0"/>
                </a:moveTo>
                <a:lnTo>
                  <a:pt x="40571" y="0"/>
                </a:lnTo>
                <a:lnTo>
                  <a:pt x="40571" y="10722"/>
                </a:lnTo>
                <a:lnTo>
                  <a:pt x="0" y="10722"/>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28C3C4B8-74C8-48F2-9287-7D6A1683D7B8}"/>
              </a:ext>
            </a:extLst>
          </p:cNvPr>
          <p:cNvSpPr>
            <a:spLocks xmlns:a="http://schemas.openxmlformats.org/drawingml/2006/main" noGrp="1"/>
          </p:cNvSpPr>
          <p:nvPr/>
        </p:nvSpPr>
        <p:spPr>
          <a:xfrm xmlns:a="http://schemas.openxmlformats.org/drawingml/2006/main">
            <a:off x="5176907" y="4710502"/>
            <a:ext cx="44343" cy="40597"/>
          </a:xfrm>
          <a:custGeom xmlns:a="http://schemas.openxmlformats.org/drawingml/2006/main">
            <a:pathLst>
              <a:path w="54401" h="49805">
                <a:moveTo>
                  <a:pt x="34923" y="17409"/>
                </a:moveTo>
                <a:lnTo>
                  <a:pt x="54401" y="35509"/>
                </a:lnTo>
                <a:lnTo>
                  <a:pt x="46564" y="27900"/>
                </a:lnTo>
                <a:lnTo>
                  <a:pt x="41377" y="37238"/>
                </a:lnTo>
                <a:lnTo>
                  <a:pt x="42415" y="45309"/>
                </a:lnTo>
                <a:lnTo>
                  <a:pt x="53710" y="42426"/>
                </a:lnTo>
                <a:lnTo>
                  <a:pt x="23397" y="49805"/>
                </a:lnTo>
                <a:lnTo>
                  <a:pt x="34692" y="44040"/>
                </a:lnTo>
                <a:lnTo>
                  <a:pt x="26624" y="18677"/>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6127FA43-FB79-4114-AFC2-BB2E461762AF}"/>
              </a:ext>
            </a:extLst>
          </p:cNvPr>
          <p:cNvSpPr>
            <a:spLocks xmlns:a="http://schemas.openxmlformats.org/drawingml/2006/main" noGrp="1"/>
          </p:cNvSpPr>
          <p:nvPr/>
        </p:nvSpPr>
        <p:spPr>
          <a:xfrm xmlns:a="http://schemas.openxmlformats.org/drawingml/2006/main">
            <a:off x="5048104" y="5054541"/>
            <a:ext cx="21890" cy="22836"/>
          </a:xfrm>
          <a:custGeom xmlns:a="http://schemas.openxmlformats.org/drawingml/2006/main">
            <a:pathLst>
              <a:path w="26855" h="28015">
                <a:moveTo>
                  <a:pt x="14753" y="26401"/>
                </a:moveTo>
                <a:lnTo>
                  <a:pt x="5878" y="28015"/>
                </a:lnTo>
                <a:lnTo>
                  <a:pt x="0" y="23980"/>
                </a:lnTo>
                <a:lnTo>
                  <a:pt x="7376" y="18562"/>
                </a:lnTo>
                <a:lnTo>
                  <a:pt x="9221" y="10145"/>
                </a:lnTo>
                <a:lnTo>
                  <a:pt x="26855"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2BE9AA56-99AF-4E3D-BE83-79B8BD299778}"/>
              </a:ext>
            </a:extLst>
          </p:cNvPr>
          <p:cNvSpPr>
            <a:spLocks xmlns:a="http://schemas.openxmlformats.org/drawingml/2006/main" noGrp="1"/>
          </p:cNvSpPr>
          <p:nvPr/>
        </p:nvSpPr>
        <p:spPr>
          <a:xfrm xmlns:a="http://schemas.openxmlformats.org/drawingml/2006/main">
            <a:off x="4341240" y="3098565"/>
            <a:ext cx="15220" cy="22836"/>
          </a:xfrm>
          <a:custGeom xmlns:a="http://schemas.openxmlformats.org/drawingml/2006/main">
            <a:pathLst>
              <a:path w="18672" h="28015">
                <a:moveTo>
                  <a:pt x="9682" y="28015"/>
                </a:moveTo>
                <a:lnTo>
                  <a:pt x="0" y="24902"/>
                </a:lnTo>
                <a:lnTo>
                  <a:pt x="11065" y="0"/>
                </a:lnTo>
                <a:lnTo>
                  <a:pt x="18672" y="15103"/>
                </a:lnTo>
                <a:lnTo>
                  <a:pt x="18326" y="21098"/>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5179CD05-E537-4051-B789-72132001971D}"/>
              </a:ext>
            </a:extLst>
          </p:cNvPr>
          <p:cNvSpPr>
            <a:spLocks xmlns:a="http://schemas.openxmlformats.org/drawingml/2006/main" noGrp="1"/>
          </p:cNvSpPr>
          <p:nvPr/>
        </p:nvSpPr>
        <p:spPr>
          <a:xfrm xmlns:a="http://schemas.openxmlformats.org/drawingml/2006/main">
            <a:off x="3828378" y="2426369"/>
            <a:ext cx="4113887" cy="2444359"/>
          </a:xfrm>
          <a:custGeom xmlns:a="http://schemas.openxmlformats.org/drawingml/2006/main">
            <a:pathLst>
              <a:path w="5046998" h="2998788">
                <a:moveTo>
                  <a:pt x="1055641" y="1881866"/>
                </a:moveTo>
                <a:lnTo>
                  <a:pt x="1032128" y="1877139"/>
                </a:lnTo>
                <a:lnTo>
                  <a:pt x="1038352" y="1891435"/>
                </a:lnTo>
                <a:lnTo>
                  <a:pt x="1051376" y="1894663"/>
                </a:lnTo>
                <a:lnTo>
                  <a:pt x="1079730" y="1930057"/>
                </a:lnTo>
                <a:lnTo>
                  <a:pt x="1080075" y="1974212"/>
                </a:lnTo>
                <a:lnTo>
                  <a:pt x="1042847" y="1973175"/>
                </a:lnTo>
                <a:lnTo>
                  <a:pt x="1043078" y="1967756"/>
                </a:lnTo>
                <a:lnTo>
                  <a:pt x="1036278" y="1963145"/>
                </a:lnTo>
                <a:lnTo>
                  <a:pt x="1032589" y="1932362"/>
                </a:lnTo>
                <a:lnTo>
                  <a:pt x="1021986" y="1912187"/>
                </a:lnTo>
                <a:lnTo>
                  <a:pt x="1025443" y="1900773"/>
                </a:lnTo>
                <a:lnTo>
                  <a:pt x="1035816" y="1892357"/>
                </a:lnTo>
                <a:lnTo>
                  <a:pt x="1029938" y="1878176"/>
                </a:lnTo>
                <a:lnTo>
                  <a:pt x="1018067" y="1892588"/>
                </a:lnTo>
                <a:lnTo>
                  <a:pt x="1012535" y="1910112"/>
                </a:lnTo>
                <a:lnTo>
                  <a:pt x="1014840" y="1957957"/>
                </a:lnTo>
                <a:lnTo>
                  <a:pt x="982798" y="1970062"/>
                </a:lnTo>
                <a:lnTo>
                  <a:pt x="958479" y="1968448"/>
                </a:lnTo>
                <a:lnTo>
                  <a:pt x="901081" y="1979170"/>
                </a:lnTo>
                <a:lnTo>
                  <a:pt x="885291" y="1865610"/>
                </a:lnTo>
                <a:lnTo>
                  <a:pt x="878721" y="1862612"/>
                </a:lnTo>
                <a:lnTo>
                  <a:pt x="865121" y="1866302"/>
                </a:lnTo>
                <a:lnTo>
                  <a:pt x="878260" y="1991852"/>
                </a:lnTo>
                <a:lnTo>
                  <a:pt x="857744" y="2001305"/>
                </a:lnTo>
                <a:lnTo>
                  <a:pt x="853825" y="1996694"/>
                </a:lnTo>
                <a:lnTo>
                  <a:pt x="838381" y="2007877"/>
                </a:lnTo>
                <a:lnTo>
                  <a:pt x="775912" y="1938473"/>
                </a:lnTo>
                <a:lnTo>
                  <a:pt x="772454" y="1890282"/>
                </a:lnTo>
                <a:lnTo>
                  <a:pt x="727158" y="1895931"/>
                </a:lnTo>
                <a:lnTo>
                  <a:pt x="735341" y="1963836"/>
                </a:lnTo>
                <a:lnTo>
                  <a:pt x="791125" y="2021366"/>
                </a:lnTo>
                <a:lnTo>
                  <a:pt x="787091" y="2019636"/>
                </a:lnTo>
                <a:lnTo>
                  <a:pt x="790319" y="2025055"/>
                </a:lnTo>
                <a:lnTo>
                  <a:pt x="773722" y="2042694"/>
                </a:lnTo>
                <a:lnTo>
                  <a:pt x="701801" y="2099301"/>
                </a:lnTo>
                <a:lnTo>
                  <a:pt x="685780" y="2079933"/>
                </a:lnTo>
                <a:lnTo>
                  <a:pt x="688547" y="2075667"/>
                </a:lnTo>
                <a:lnTo>
                  <a:pt x="680479" y="2062409"/>
                </a:lnTo>
                <a:lnTo>
                  <a:pt x="610172" y="2027361"/>
                </a:lnTo>
                <a:lnTo>
                  <a:pt x="614551" y="2017907"/>
                </a:lnTo>
                <a:lnTo>
                  <a:pt x="599337" y="2005802"/>
                </a:lnTo>
                <a:lnTo>
                  <a:pt x="586659" y="2016408"/>
                </a:lnTo>
                <a:lnTo>
                  <a:pt x="578245" y="2007070"/>
                </a:lnTo>
                <a:lnTo>
                  <a:pt x="589195" y="1997616"/>
                </a:lnTo>
                <a:lnTo>
                  <a:pt x="553811" y="1956919"/>
                </a:lnTo>
                <a:lnTo>
                  <a:pt x="531105" y="1976172"/>
                </a:lnTo>
                <a:lnTo>
                  <a:pt x="508400" y="1949310"/>
                </a:lnTo>
                <a:lnTo>
                  <a:pt x="596917" y="1852813"/>
                </a:lnTo>
                <a:lnTo>
                  <a:pt x="593114" y="1840707"/>
                </a:lnTo>
                <a:lnTo>
                  <a:pt x="580666" y="1836211"/>
                </a:lnTo>
                <a:lnTo>
                  <a:pt x="520732" y="1900888"/>
                </a:lnTo>
                <a:lnTo>
                  <a:pt x="502867" y="1906999"/>
                </a:lnTo>
                <a:lnTo>
                  <a:pt x="473477" y="1878638"/>
                </a:lnTo>
                <a:lnTo>
                  <a:pt x="468405" y="1864226"/>
                </a:lnTo>
                <a:lnTo>
                  <a:pt x="532143" y="1798166"/>
                </a:lnTo>
                <a:lnTo>
                  <a:pt x="534563" y="1792171"/>
                </a:lnTo>
                <a:lnTo>
                  <a:pt x="528109" y="1784562"/>
                </a:lnTo>
                <a:lnTo>
                  <a:pt x="506440" y="1767499"/>
                </a:lnTo>
                <a:lnTo>
                  <a:pt x="468982" y="1808772"/>
                </a:lnTo>
                <a:lnTo>
                  <a:pt x="432445" y="1837479"/>
                </a:lnTo>
                <a:lnTo>
                  <a:pt x="404783" y="1818803"/>
                </a:lnTo>
                <a:lnTo>
                  <a:pt x="368132" y="1782025"/>
                </a:lnTo>
                <a:lnTo>
                  <a:pt x="332402" y="1833214"/>
                </a:lnTo>
                <a:lnTo>
                  <a:pt x="372396" y="1866993"/>
                </a:lnTo>
                <a:lnTo>
                  <a:pt x="453307" y="1961646"/>
                </a:lnTo>
                <a:lnTo>
                  <a:pt x="470134" y="2063561"/>
                </a:lnTo>
                <a:lnTo>
                  <a:pt x="507016" y="2131582"/>
                </a:lnTo>
                <a:lnTo>
                  <a:pt x="512549" y="2150259"/>
                </a:lnTo>
                <a:lnTo>
                  <a:pt x="507132" y="2180695"/>
                </a:lnTo>
                <a:lnTo>
                  <a:pt x="483850" y="2204214"/>
                </a:lnTo>
                <a:lnTo>
                  <a:pt x="462181" y="2209864"/>
                </a:lnTo>
                <a:lnTo>
                  <a:pt x="403631" y="2205828"/>
                </a:lnTo>
                <a:lnTo>
                  <a:pt x="400404" y="2209979"/>
                </a:lnTo>
                <a:lnTo>
                  <a:pt x="392336" y="2316852"/>
                </a:lnTo>
                <a:lnTo>
                  <a:pt x="433943" y="2316852"/>
                </a:lnTo>
                <a:lnTo>
                  <a:pt x="434059" y="2420151"/>
                </a:lnTo>
                <a:lnTo>
                  <a:pt x="134159" y="2420151"/>
                </a:lnTo>
                <a:lnTo>
                  <a:pt x="134159" y="2499355"/>
                </a:lnTo>
                <a:lnTo>
                  <a:pt x="445469" y="2499355"/>
                </a:lnTo>
                <a:lnTo>
                  <a:pt x="445469" y="2568759"/>
                </a:lnTo>
                <a:lnTo>
                  <a:pt x="369860" y="2602539"/>
                </a:lnTo>
                <a:lnTo>
                  <a:pt x="134159" y="2602539"/>
                </a:lnTo>
                <a:lnTo>
                  <a:pt x="134159" y="2681858"/>
                </a:lnTo>
                <a:lnTo>
                  <a:pt x="508745" y="2681858"/>
                </a:lnTo>
                <a:lnTo>
                  <a:pt x="508745" y="2785041"/>
                </a:lnTo>
                <a:lnTo>
                  <a:pt x="134275" y="2785041"/>
                </a:lnTo>
                <a:lnTo>
                  <a:pt x="134275" y="2872661"/>
                </a:lnTo>
                <a:lnTo>
                  <a:pt x="590347" y="2872546"/>
                </a:lnTo>
                <a:lnTo>
                  <a:pt x="609480" y="2923734"/>
                </a:lnTo>
                <a:lnTo>
                  <a:pt x="488230" y="2968582"/>
                </a:lnTo>
                <a:lnTo>
                  <a:pt x="449273" y="2991985"/>
                </a:lnTo>
                <a:lnTo>
                  <a:pt x="423916" y="2998788"/>
                </a:lnTo>
                <a:lnTo>
                  <a:pt x="41608" y="2902752"/>
                </a:lnTo>
                <a:lnTo>
                  <a:pt x="14292" y="2887879"/>
                </a:lnTo>
                <a:lnTo>
                  <a:pt x="1498" y="2864821"/>
                </a:lnTo>
                <a:lnTo>
                  <a:pt x="0" y="2618103"/>
                </a:lnTo>
                <a:lnTo>
                  <a:pt x="77568" y="2618103"/>
                </a:lnTo>
                <a:lnTo>
                  <a:pt x="77683" y="2586859"/>
                </a:lnTo>
                <a:lnTo>
                  <a:pt x="36306" y="2586859"/>
                </a:lnTo>
                <a:lnTo>
                  <a:pt x="36306" y="2511229"/>
                </a:lnTo>
                <a:lnTo>
                  <a:pt x="72497" y="2511229"/>
                </a:lnTo>
                <a:lnTo>
                  <a:pt x="72497" y="2479986"/>
                </a:lnTo>
                <a:lnTo>
                  <a:pt x="46679" y="2479986"/>
                </a:lnTo>
                <a:lnTo>
                  <a:pt x="46679" y="2427299"/>
                </a:lnTo>
                <a:lnTo>
                  <a:pt x="115" y="2427299"/>
                </a:lnTo>
                <a:lnTo>
                  <a:pt x="1383" y="2406662"/>
                </a:lnTo>
                <a:lnTo>
                  <a:pt x="65812" y="2234074"/>
                </a:lnTo>
                <a:lnTo>
                  <a:pt x="82063" y="2218164"/>
                </a:lnTo>
                <a:lnTo>
                  <a:pt x="115718" y="2205713"/>
                </a:lnTo>
                <a:lnTo>
                  <a:pt x="137732" y="2191417"/>
                </a:lnTo>
                <a:lnTo>
                  <a:pt x="154329" y="2171933"/>
                </a:lnTo>
                <a:lnTo>
                  <a:pt x="164357" y="2150259"/>
                </a:lnTo>
                <a:lnTo>
                  <a:pt x="168506" y="2124895"/>
                </a:lnTo>
                <a:lnTo>
                  <a:pt x="165164" y="2098725"/>
                </a:lnTo>
                <a:lnTo>
                  <a:pt x="144302" y="2045461"/>
                </a:lnTo>
                <a:lnTo>
                  <a:pt x="136119" y="2044539"/>
                </a:lnTo>
                <a:lnTo>
                  <a:pt x="138078" y="2032433"/>
                </a:lnTo>
                <a:lnTo>
                  <a:pt x="134390" y="2036930"/>
                </a:lnTo>
                <a:lnTo>
                  <a:pt x="139692" y="2006493"/>
                </a:lnTo>
                <a:lnTo>
                  <a:pt x="141651" y="2011797"/>
                </a:lnTo>
                <a:lnTo>
                  <a:pt x="143495" y="2001536"/>
                </a:lnTo>
                <a:lnTo>
                  <a:pt x="149834" y="2002574"/>
                </a:lnTo>
                <a:lnTo>
                  <a:pt x="297133" y="1608515"/>
                </a:lnTo>
                <a:lnTo>
                  <a:pt x="311425" y="1553637"/>
                </a:lnTo>
                <a:lnTo>
                  <a:pt x="335053" y="1498644"/>
                </a:lnTo>
                <a:lnTo>
                  <a:pt x="329866" y="1490689"/>
                </a:lnTo>
                <a:lnTo>
                  <a:pt x="335629" y="1484579"/>
                </a:lnTo>
                <a:lnTo>
                  <a:pt x="332287" y="1481466"/>
                </a:lnTo>
                <a:lnTo>
                  <a:pt x="345541" y="1467747"/>
                </a:lnTo>
                <a:lnTo>
                  <a:pt x="355107" y="1445035"/>
                </a:lnTo>
                <a:lnTo>
                  <a:pt x="353724" y="1439847"/>
                </a:lnTo>
                <a:lnTo>
                  <a:pt x="342544" y="1444689"/>
                </a:lnTo>
                <a:lnTo>
                  <a:pt x="333554" y="1434774"/>
                </a:lnTo>
                <a:lnTo>
                  <a:pt x="327561" y="1414944"/>
                </a:lnTo>
                <a:lnTo>
                  <a:pt x="331480" y="1395576"/>
                </a:lnTo>
                <a:lnTo>
                  <a:pt x="316612" y="1386007"/>
                </a:lnTo>
                <a:lnTo>
                  <a:pt x="318110" y="1383125"/>
                </a:lnTo>
                <a:lnTo>
                  <a:pt x="332863" y="1392924"/>
                </a:lnTo>
                <a:lnTo>
                  <a:pt x="345195" y="1379435"/>
                </a:lnTo>
                <a:lnTo>
                  <a:pt x="361447" y="1372979"/>
                </a:lnTo>
                <a:lnTo>
                  <a:pt x="369630" y="1376553"/>
                </a:lnTo>
                <a:lnTo>
                  <a:pt x="374701" y="1387044"/>
                </a:lnTo>
                <a:lnTo>
                  <a:pt x="381386" y="1356723"/>
                </a:lnTo>
                <a:lnTo>
                  <a:pt x="397061" y="1319716"/>
                </a:lnTo>
                <a:lnTo>
                  <a:pt x="399827" y="1298963"/>
                </a:lnTo>
                <a:lnTo>
                  <a:pt x="403054" y="1303921"/>
                </a:lnTo>
                <a:lnTo>
                  <a:pt x="424723" y="1286628"/>
                </a:lnTo>
                <a:lnTo>
                  <a:pt x="438669" y="1268527"/>
                </a:lnTo>
                <a:lnTo>
                  <a:pt x="473707" y="1189323"/>
                </a:lnTo>
                <a:lnTo>
                  <a:pt x="499986" y="1150702"/>
                </a:lnTo>
                <a:lnTo>
                  <a:pt x="503098" y="1131333"/>
                </a:lnTo>
                <a:lnTo>
                  <a:pt x="522807" y="1125223"/>
                </a:lnTo>
                <a:lnTo>
                  <a:pt x="521078" y="1111964"/>
                </a:lnTo>
                <a:lnTo>
                  <a:pt x="526725" y="1107468"/>
                </a:lnTo>
                <a:lnTo>
                  <a:pt x="541824" y="1127067"/>
                </a:lnTo>
                <a:lnTo>
                  <a:pt x="541939" y="1108160"/>
                </a:lnTo>
                <a:lnTo>
                  <a:pt x="551851" y="1106200"/>
                </a:lnTo>
                <a:lnTo>
                  <a:pt x="568218" y="1064581"/>
                </a:lnTo>
                <a:lnTo>
                  <a:pt x="593805" y="1020425"/>
                </a:lnTo>
                <a:lnTo>
                  <a:pt x="590693" y="1006129"/>
                </a:lnTo>
                <a:lnTo>
                  <a:pt x="602680" y="1007858"/>
                </a:lnTo>
                <a:lnTo>
                  <a:pt x="596571" y="997713"/>
                </a:lnTo>
                <a:lnTo>
                  <a:pt x="615935" y="980074"/>
                </a:lnTo>
                <a:lnTo>
                  <a:pt x="623657" y="977998"/>
                </a:lnTo>
                <a:lnTo>
                  <a:pt x="624579" y="987913"/>
                </a:lnTo>
                <a:lnTo>
                  <a:pt x="627691" y="987452"/>
                </a:lnTo>
                <a:lnTo>
                  <a:pt x="630918" y="977422"/>
                </a:lnTo>
                <a:lnTo>
                  <a:pt x="623887" y="965893"/>
                </a:lnTo>
                <a:lnTo>
                  <a:pt x="630687" y="953788"/>
                </a:lnTo>
                <a:lnTo>
                  <a:pt x="644288" y="944334"/>
                </a:lnTo>
                <a:lnTo>
                  <a:pt x="644403" y="924965"/>
                </a:lnTo>
                <a:lnTo>
                  <a:pt x="657427" y="902138"/>
                </a:lnTo>
                <a:lnTo>
                  <a:pt x="653163" y="875160"/>
                </a:lnTo>
                <a:lnTo>
                  <a:pt x="658695" y="846915"/>
                </a:lnTo>
                <a:lnTo>
                  <a:pt x="649474" y="830543"/>
                </a:lnTo>
                <a:lnTo>
                  <a:pt x="656851" y="812904"/>
                </a:lnTo>
                <a:lnTo>
                  <a:pt x="661231" y="816017"/>
                </a:lnTo>
                <a:lnTo>
                  <a:pt x="663305" y="812212"/>
                </a:lnTo>
                <a:lnTo>
                  <a:pt x="657312" y="807947"/>
                </a:lnTo>
                <a:lnTo>
                  <a:pt x="660078" y="799069"/>
                </a:lnTo>
                <a:lnTo>
                  <a:pt x="670566" y="793305"/>
                </a:lnTo>
                <a:lnTo>
                  <a:pt x="660770" y="778317"/>
                </a:lnTo>
                <a:lnTo>
                  <a:pt x="654546" y="752147"/>
                </a:lnTo>
                <a:lnTo>
                  <a:pt x="675522" y="743154"/>
                </a:lnTo>
                <a:lnTo>
                  <a:pt x="684397" y="726553"/>
                </a:lnTo>
                <a:lnTo>
                  <a:pt x="685089" y="713064"/>
                </a:lnTo>
                <a:lnTo>
                  <a:pt x="705028" y="708106"/>
                </a:lnTo>
                <a:lnTo>
                  <a:pt x="718629" y="715139"/>
                </a:lnTo>
                <a:lnTo>
                  <a:pt x="721625" y="705685"/>
                </a:lnTo>
                <a:lnTo>
                  <a:pt x="736378" y="698076"/>
                </a:lnTo>
                <a:lnTo>
                  <a:pt x="739144" y="688853"/>
                </a:lnTo>
                <a:lnTo>
                  <a:pt x="748019" y="681013"/>
                </a:lnTo>
                <a:lnTo>
                  <a:pt x="744677" y="667294"/>
                </a:lnTo>
                <a:lnTo>
                  <a:pt x="747789" y="662798"/>
                </a:lnTo>
                <a:lnTo>
                  <a:pt x="754819" y="657956"/>
                </a:lnTo>
                <a:lnTo>
                  <a:pt x="765538" y="660377"/>
                </a:lnTo>
                <a:lnTo>
                  <a:pt x="772339" y="656918"/>
                </a:lnTo>
                <a:lnTo>
                  <a:pt x="761850" y="647349"/>
                </a:lnTo>
                <a:lnTo>
                  <a:pt x="758738" y="632246"/>
                </a:lnTo>
                <a:lnTo>
                  <a:pt x="765999" y="608266"/>
                </a:lnTo>
                <a:lnTo>
                  <a:pt x="775912" y="611033"/>
                </a:lnTo>
                <a:lnTo>
                  <a:pt x="776718" y="602271"/>
                </a:lnTo>
                <a:lnTo>
                  <a:pt x="767267" y="594085"/>
                </a:lnTo>
                <a:lnTo>
                  <a:pt x="786400" y="583709"/>
                </a:lnTo>
                <a:lnTo>
                  <a:pt x="796773" y="593970"/>
                </a:lnTo>
                <a:lnTo>
                  <a:pt x="791471" y="585439"/>
                </a:lnTo>
                <a:lnTo>
                  <a:pt x="797926" y="577138"/>
                </a:lnTo>
                <a:lnTo>
                  <a:pt x="788820" y="579328"/>
                </a:lnTo>
                <a:lnTo>
                  <a:pt x="781559" y="562150"/>
                </a:lnTo>
                <a:lnTo>
                  <a:pt x="790664" y="525603"/>
                </a:lnTo>
                <a:lnTo>
                  <a:pt x="809451" y="513498"/>
                </a:lnTo>
                <a:lnTo>
                  <a:pt x="820747" y="515112"/>
                </a:lnTo>
                <a:lnTo>
                  <a:pt x="814868" y="512576"/>
                </a:lnTo>
                <a:lnTo>
                  <a:pt x="816713" y="505774"/>
                </a:lnTo>
                <a:lnTo>
                  <a:pt x="834001" y="480180"/>
                </a:lnTo>
                <a:lnTo>
                  <a:pt x="844835" y="486982"/>
                </a:lnTo>
                <a:lnTo>
                  <a:pt x="872497" y="479949"/>
                </a:lnTo>
                <a:lnTo>
                  <a:pt x="894511" y="456545"/>
                </a:lnTo>
                <a:lnTo>
                  <a:pt x="906613" y="464154"/>
                </a:lnTo>
                <a:lnTo>
                  <a:pt x="919983" y="465307"/>
                </a:lnTo>
                <a:lnTo>
                  <a:pt x="923556" y="470380"/>
                </a:lnTo>
                <a:lnTo>
                  <a:pt x="924132" y="452395"/>
                </a:lnTo>
                <a:lnTo>
                  <a:pt x="931509" y="447437"/>
                </a:lnTo>
                <a:lnTo>
                  <a:pt x="946031" y="450320"/>
                </a:lnTo>
                <a:lnTo>
                  <a:pt x="955482" y="434986"/>
                </a:lnTo>
                <a:lnTo>
                  <a:pt x="1009307" y="429106"/>
                </a:lnTo>
                <a:lnTo>
                  <a:pt x="1020948" y="419768"/>
                </a:lnTo>
                <a:lnTo>
                  <a:pt x="1041925" y="412274"/>
                </a:lnTo>
                <a:lnTo>
                  <a:pt x="1041810" y="407432"/>
                </a:lnTo>
                <a:lnTo>
                  <a:pt x="1088028" y="359818"/>
                </a:lnTo>
                <a:lnTo>
                  <a:pt x="1116266" y="343677"/>
                </a:lnTo>
                <a:lnTo>
                  <a:pt x="1161677" y="299175"/>
                </a:lnTo>
                <a:lnTo>
                  <a:pt x="1163060" y="287185"/>
                </a:lnTo>
                <a:lnTo>
                  <a:pt x="1171589" y="292719"/>
                </a:lnTo>
                <a:lnTo>
                  <a:pt x="1200750" y="265050"/>
                </a:lnTo>
                <a:lnTo>
                  <a:pt x="1231754" y="247641"/>
                </a:lnTo>
                <a:lnTo>
                  <a:pt x="1280969" y="233230"/>
                </a:lnTo>
                <a:lnTo>
                  <a:pt x="1288345" y="235766"/>
                </a:lnTo>
                <a:lnTo>
                  <a:pt x="1291687" y="231731"/>
                </a:lnTo>
                <a:lnTo>
                  <a:pt x="1334333" y="224353"/>
                </a:lnTo>
                <a:lnTo>
                  <a:pt x="1402450" y="225852"/>
                </a:lnTo>
                <a:lnTo>
                  <a:pt x="1421928" y="230809"/>
                </a:lnTo>
                <a:lnTo>
                  <a:pt x="1448898" y="252253"/>
                </a:lnTo>
                <a:lnTo>
                  <a:pt x="1450742" y="260784"/>
                </a:lnTo>
                <a:lnTo>
                  <a:pt x="1445325" y="251215"/>
                </a:lnTo>
                <a:lnTo>
                  <a:pt x="1445441" y="258594"/>
                </a:lnTo>
                <a:lnTo>
                  <a:pt x="1439678" y="263897"/>
                </a:lnTo>
                <a:lnTo>
                  <a:pt x="1447400" y="261937"/>
                </a:lnTo>
                <a:lnTo>
                  <a:pt x="1462960" y="272890"/>
                </a:lnTo>
                <a:lnTo>
                  <a:pt x="1447054" y="284073"/>
                </a:lnTo>
                <a:lnTo>
                  <a:pt x="1456160" y="276464"/>
                </a:lnTo>
                <a:lnTo>
                  <a:pt x="1464458" y="276002"/>
                </a:lnTo>
                <a:lnTo>
                  <a:pt x="1456505" y="283035"/>
                </a:lnTo>
                <a:lnTo>
                  <a:pt x="1459733" y="281075"/>
                </a:lnTo>
                <a:lnTo>
                  <a:pt x="1463305" y="285571"/>
                </a:lnTo>
                <a:lnTo>
                  <a:pt x="1463421" y="278539"/>
                </a:lnTo>
                <a:lnTo>
                  <a:pt x="1472872" y="283035"/>
                </a:lnTo>
                <a:lnTo>
                  <a:pt x="1476099" y="294795"/>
                </a:lnTo>
                <a:lnTo>
                  <a:pt x="1485550" y="293757"/>
                </a:lnTo>
                <a:lnTo>
                  <a:pt x="1523700" y="323040"/>
                </a:lnTo>
                <a:lnTo>
                  <a:pt x="1525314" y="330649"/>
                </a:lnTo>
                <a:lnTo>
                  <a:pt x="1508141" y="349903"/>
                </a:lnTo>
                <a:lnTo>
                  <a:pt x="1511022" y="369387"/>
                </a:lnTo>
                <a:lnTo>
                  <a:pt x="1515286" y="369502"/>
                </a:lnTo>
                <a:lnTo>
                  <a:pt x="1516670" y="357281"/>
                </a:lnTo>
                <a:lnTo>
                  <a:pt x="1527158" y="342524"/>
                </a:lnTo>
                <a:lnTo>
                  <a:pt x="1533036" y="367427"/>
                </a:lnTo>
                <a:lnTo>
                  <a:pt x="1573952" y="367311"/>
                </a:lnTo>
                <a:lnTo>
                  <a:pt x="1578908" y="363046"/>
                </a:lnTo>
                <a:lnTo>
                  <a:pt x="1582136" y="369617"/>
                </a:lnTo>
                <a:lnTo>
                  <a:pt x="1581905" y="291797"/>
                </a:lnTo>
                <a:lnTo>
                  <a:pt x="1591933" y="282228"/>
                </a:lnTo>
                <a:lnTo>
                  <a:pt x="1754560" y="315547"/>
                </a:lnTo>
                <a:lnTo>
                  <a:pt x="1799972" y="304594"/>
                </a:lnTo>
                <a:lnTo>
                  <a:pt x="1827634" y="316354"/>
                </a:lnTo>
                <a:lnTo>
                  <a:pt x="1859790" y="306554"/>
                </a:lnTo>
                <a:lnTo>
                  <a:pt x="1857255" y="297100"/>
                </a:lnTo>
                <a:lnTo>
                  <a:pt x="1863363" y="280845"/>
                </a:lnTo>
                <a:lnTo>
                  <a:pt x="1881804" y="265396"/>
                </a:lnTo>
                <a:lnTo>
                  <a:pt x="1891371" y="248218"/>
                </a:lnTo>
                <a:lnTo>
                  <a:pt x="1882726" y="210749"/>
                </a:lnTo>
                <a:lnTo>
                  <a:pt x="1886876" y="208443"/>
                </a:lnTo>
                <a:lnTo>
                  <a:pt x="1903588" y="256864"/>
                </a:lnTo>
                <a:lnTo>
                  <a:pt x="1926294" y="240032"/>
                </a:lnTo>
                <a:lnTo>
                  <a:pt x="1966634" y="224929"/>
                </a:lnTo>
                <a:lnTo>
                  <a:pt x="2040053" y="176738"/>
                </a:lnTo>
                <a:lnTo>
                  <a:pt x="2048927" y="175124"/>
                </a:lnTo>
                <a:lnTo>
                  <a:pt x="2074399" y="148608"/>
                </a:lnTo>
                <a:lnTo>
                  <a:pt x="2117621" y="117710"/>
                </a:lnTo>
                <a:lnTo>
                  <a:pt x="2135370" y="110216"/>
                </a:lnTo>
                <a:lnTo>
                  <a:pt x="2224234" y="45309"/>
                </a:lnTo>
                <a:lnTo>
                  <a:pt x="2238064" y="45770"/>
                </a:lnTo>
                <a:lnTo>
                  <a:pt x="2257658" y="26401"/>
                </a:lnTo>
                <a:lnTo>
                  <a:pt x="2274486" y="20060"/>
                </a:lnTo>
                <a:lnTo>
                  <a:pt x="2339030" y="2306"/>
                </a:lnTo>
                <a:lnTo>
                  <a:pt x="2351247" y="11414"/>
                </a:lnTo>
                <a:lnTo>
                  <a:pt x="2377180" y="4727"/>
                </a:lnTo>
                <a:lnTo>
                  <a:pt x="2439073" y="0"/>
                </a:lnTo>
                <a:lnTo>
                  <a:pt x="2486444" y="17639"/>
                </a:lnTo>
                <a:lnTo>
                  <a:pt x="2494973" y="24557"/>
                </a:lnTo>
                <a:lnTo>
                  <a:pt x="2473074" y="39890"/>
                </a:lnTo>
                <a:lnTo>
                  <a:pt x="2453711" y="66983"/>
                </a:lnTo>
                <a:lnTo>
                  <a:pt x="2463046" y="72747"/>
                </a:lnTo>
                <a:lnTo>
                  <a:pt x="2476071" y="53264"/>
                </a:lnTo>
                <a:lnTo>
                  <a:pt x="2502810" y="41619"/>
                </a:lnTo>
                <a:lnTo>
                  <a:pt x="2499007" y="55454"/>
                </a:lnTo>
                <a:lnTo>
                  <a:pt x="2509034" y="57529"/>
                </a:lnTo>
                <a:lnTo>
                  <a:pt x="2489325" y="92808"/>
                </a:lnTo>
                <a:lnTo>
                  <a:pt x="2495203" y="95921"/>
                </a:lnTo>
                <a:lnTo>
                  <a:pt x="2519407" y="58106"/>
                </a:lnTo>
                <a:lnTo>
                  <a:pt x="2508458" y="77820"/>
                </a:lnTo>
                <a:lnTo>
                  <a:pt x="2512838" y="80818"/>
                </a:lnTo>
                <a:lnTo>
                  <a:pt x="2496241" y="110101"/>
                </a:lnTo>
                <a:lnTo>
                  <a:pt x="2500390" y="112407"/>
                </a:lnTo>
                <a:lnTo>
                  <a:pt x="2516526" y="83008"/>
                </a:lnTo>
                <a:lnTo>
                  <a:pt x="2522404" y="85890"/>
                </a:lnTo>
                <a:lnTo>
                  <a:pt x="2556866" y="25133"/>
                </a:lnTo>
                <a:lnTo>
                  <a:pt x="2634780" y="69865"/>
                </a:lnTo>
                <a:lnTo>
                  <a:pt x="2607694" y="118287"/>
                </a:lnTo>
                <a:lnTo>
                  <a:pt x="2618644" y="124628"/>
                </a:lnTo>
                <a:lnTo>
                  <a:pt x="2645960" y="76437"/>
                </a:lnTo>
                <a:lnTo>
                  <a:pt x="2658407" y="76091"/>
                </a:lnTo>
                <a:lnTo>
                  <a:pt x="2669472" y="68712"/>
                </a:lnTo>
                <a:lnTo>
                  <a:pt x="2816079" y="129585"/>
                </a:lnTo>
                <a:lnTo>
                  <a:pt x="2863681" y="153335"/>
                </a:lnTo>
                <a:lnTo>
                  <a:pt x="2910129" y="183425"/>
                </a:lnTo>
                <a:lnTo>
                  <a:pt x="2908516" y="195415"/>
                </a:lnTo>
                <a:lnTo>
                  <a:pt x="2873823" y="210749"/>
                </a:lnTo>
                <a:lnTo>
                  <a:pt x="2904136" y="284534"/>
                </a:lnTo>
                <a:lnTo>
                  <a:pt x="2916584" y="327075"/>
                </a:lnTo>
                <a:lnTo>
                  <a:pt x="2969832" y="395788"/>
                </a:lnTo>
                <a:lnTo>
                  <a:pt x="2963147" y="401206"/>
                </a:lnTo>
                <a:lnTo>
                  <a:pt x="2972599" y="422650"/>
                </a:lnTo>
                <a:lnTo>
                  <a:pt x="2987928" y="416886"/>
                </a:lnTo>
                <a:lnTo>
                  <a:pt x="2992769" y="427147"/>
                </a:lnTo>
                <a:lnTo>
                  <a:pt x="2981819" y="449743"/>
                </a:lnTo>
                <a:lnTo>
                  <a:pt x="2923153" y="498280"/>
                </a:lnTo>
                <a:lnTo>
                  <a:pt x="2909668" y="502430"/>
                </a:lnTo>
                <a:lnTo>
                  <a:pt x="2905404" y="510039"/>
                </a:lnTo>
                <a:lnTo>
                  <a:pt x="2974673" y="541283"/>
                </a:lnTo>
                <a:lnTo>
                  <a:pt x="2990579" y="532982"/>
                </a:lnTo>
                <a:lnTo>
                  <a:pt x="3010749" y="530100"/>
                </a:lnTo>
                <a:lnTo>
                  <a:pt x="3037027" y="507042"/>
                </a:lnTo>
                <a:lnTo>
                  <a:pt x="3037488" y="494591"/>
                </a:lnTo>
                <a:lnTo>
                  <a:pt x="3045211" y="484676"/>
                </a:lnTo>
                <a:lnTo>
                  <a:pt x="3088317" y="456545"/>
                </a:lnTo>
                <a:lnTo>
                  <a:pt x="3115748" y="447668"/>
                </a:lnTo>
                <a:lnTo>
                  <a:pt x="3144908" y="449743"/>
                </a:lnTo>
                <a:lnTo>
                  <a:pt x="3163810" y="457929"/>
                </a:lnTo>
                <a:lnTo>
                  <a:pt x="3255094" y="518801"/>
                </a:lnTo>
                <a:lnTo>
                  <a:pt x="3236999" y="543934"/>
                </a:lnTo>
                <a:lnTo>
                  <a:pt x="3245297" y="548777"/>
                </a:lnTo>
                <a:lnTo>
                  <a:pt x="3261548" y="522606"/>
                </a:lnTo>
                <a:lnTo>
                  <a:pt x="3355944" y="578175"/>
                </a:lnTo>
                <a:lnTo>
                  <a:pt x="3363782" y="588436"/>
                </a:lnTo>
                <a:lnTo>
                  <a:pt x="3367009" y="603885"/>
                </a:lnTo>
                <a:lnTo>
                  <a:pt x="3351449" y="639509"/>
                </a:lnTo>
                <a:lnTo>
                  <a:pt x="3370466" y="646081"/>
                </a:lnTo>
                <a:lnTo>
                  <a:pt x="3389253" y="614376"/>
                </a:lnTo>
                <a:lnTo>
                  <a:pt x="3436394" y="583594"/>
                </a:lnTo>
                <a:lnTo>
                  <a:pt x="3453913" y="581058"/>
                </a:lnTo>
                <a:lnTo>
                  <a:pt x="3472239" y="585093"/>
                </a:lnTo>
                <a:lnTo>
                  <a:pt x="3483419" y="573449"/>
                </a:lnTo>
                <a:lnTo>
                  <a:pt x="3515230" y="567915"/>
                </a:lnTo>
                <a:lnTo>
                  <a:pt x="3537013" y="572526"/>
                </a:lnTo>
                <a:lnTo>
                  <a:pt x="3552458" y="602501"/>
                </a:lnTo>
                <a:lnTo>
                  <a:pt x="3554647" y="628557"/>
                </a:lnTo>
                <a:lnTo>
                  <a:pt x="3565251" y="627058"/>
                </a:lnTo>
                <a:lnTo>
                  <a:pt x="3571245" y="616567"/>
                </a:lnTo>
                <a:lnTo>
                  <a:pt x="3579889" y="617258"/>
                </a:lnTo>
                <a:lnTo>
                  <a:pt x="3607320" y="642737"/>
                </a:lnTo>
                <a:lnTo>
                  <a:pt x="3606513" y="652883"/>
                </a:lnTo>
                <a:lnTo>
                  <a:pt x="3612276" y="658763"/>
                </a:lnTo>
                <a:lnTo>
                  <a:pt x="3637978" y="669369"/>
                </a:lnTo>
                <a:lnTo>
                  <a:pt x="3662874" y="686778"/>
                </a:lnTo>
                <a:lnTo>
                  <a:pt x="3747819" y="771285"/>
                </a:lnTo>
                <a:lnTo>
                  <a:pt x="3749432" y="788693"/>
                </a:lnTo>
                <a:lnTo>
                  <a:pt x="3735601" y="797455"/>
                </a:lnTo>
                <a:lnTo>
                  <a:pt x="3739174" y="801029"/>
                </a:lnTo>
                <a:lnTo>
                  <a:pt x="3739405" y="819360"/>
                </a:lnTo>
                <a:lnTo>
                  <a:pt x="3788965" y="802413"/>
                </a:lnTo>
                <a:lnTo>
                  <a:pt x="3835529" y="845646"/>
                </a:lnTo>
                <a:lnTo>
                  <a:pt x="3836797" y="855215"/>
                </a:lnTo>
                <a:lnTo>
                  <a:pt x="3811325" y="881386"/>
                </a:lnTo>
                <a:lnTo>
                  <a:pt x="3808674" y="891993"/>
                </a:lnTo>
                <a:lnTo>
                  <a:pt x="3812017" y="896604"/>
                </a:lnTo>
                <a:lnTo>
                  <a:pt x="3825041" y="893722"/>
                </a:lnTo>
                <a:lnTo>
                  <a:pt x="3856045" y="868819"/>
                </a:lnTo>
                <a:lnTo>
                  <a:pt x="3886588" y="895451"/>
                </a:lnTo>
                <a:lnTo>
                  <a:pt x="3890276" y="905251"/>
                </a:lnTo>
                <a:lnTo>
                  <a:pt x="3883592" y="943988"/>
                </a:lnTo>
                <a:lnTo>
                  <a:pt x="3886127" y="957938"/>
                </a:lnTo>
                <a:lnTo>
                  <a:pt x="3896385" y="969236"/>
                </a:lnTo>
                <a:lnTo>
                  <a:pt x="3959546" y="1012009"/>
                </a:lnTo>
                <a:lnTo>
                  <a:pt x="4016944" y="1025959"/>
                </a:lnTo>
                <a:lnTo>
                  <a:pt x="4061779" y="1031031"/>
                </a:lnTo>
                <a:lnTo>
                  <a:pt x="4138425" y="1022385"/>
                </a:lnTo>
                <a:lnTo>
                  <a:pt x="4155253" y="1039447"/>
                </a:lnTo>
                <a:lnTo>
                  <a:pt x="4170121" y="1033914"/>
                </a:lnTo>
                <a:lnTo>
                  <a:pt x="4173579" y="1023422"/>
                </a:lnTo>
                <a:lnTo>
                  <a:pt x="4168507" y="1009357"/>
                </a:lnTo>
                <a:lnTo>
                  <a:pt x="4190176" y="995868"/>
                </a:lnTo>
                <a:lnTo>
                  <a:pt x="4206888" y="975577"/>
                </a:lnTo>
                <a:lnTo>
                  <a:pt x="4230746" y="962204"/>
                </a:lnTo>
                <a:lnTo>
                  <a:pt x="4243540" y="925311"/>
                </a:lnTo>
                <a:lnTo>
                  <a:pt x="4252645" y="923467"/>
                </a:lnTo>
                <a:lnTo>
                  <a:pt x="4259676" y="911246"/>
                </a:lnTo>
                <a:lnTo>
                  <a:pt x="4274890" y="903176"/>
                </a:lnTo>
                <a:lnTo>
                  <a:pt x="4320762" y="899948"/>
                </a:lnTo>
                <a:lnTo>
                  <a:pt x="4330213" y="893030"/>
                </a:lnTo>
                <a:lnTo>
                  <a:pt x="4326179" y="891186"/>
                </a:lnTo>
                <a:lnTo>
                  <a:pt x="4345081" y="887612"/>
                </a:lnTo>
                <a:lnTo>
                  <a:pt x="4341278" y="890148"/>
                </a:lnTo>
                <a:lnTo>
                  <a:pt x="4350498" y="893953"/>
                </a:lnTo>
                <a:lnTo>
                  <a:pt x="4361909" y="894760"/>
                </a:lnTo>
                <a:lnTo>
                  <a:pt x="4362716" y="890724"/>
                </a:lnTo>
                <a:lnTo>
                  <a:pt x="4406629" y="895105"/>
                </a:lnTo>
                <a:lnTo>
                  <a:pt x="4465179" y="912975"/>
                </a:lnTo>
                <a:lnTo>
                  <a:pt x="4487770" y="915050"/>
                </a:lnTo>
                <a:lnTo>
                  <a:pt x="4534564" y="943527"/>
                </a:lnTo>
                <a:lnTo>
                  <a:pt x="4615590" y="1109774"/>
                </a:lnTo>
                <a:lnTo>
                  <a:pt x="4632302" y="1121649"/>
                </a:lnTo>
                <a:lnTo>
                  <a:pt x="4646709" y="1119804"/>
                </a:lnTo>
                <a:lnTo>
                  <a:pt x="4644865" y="1131909"/>
                </a:lnTo>
                <a:lnTo>
                  <a:pt x="4623197" y="1132832"/>
                </a:lnTo>
                <a:lnTo>
                  <a:pt x="4609942" y="1167188"/>
                </a:lnTo>
                <a:lnTo>
                  <a:pt x="4616973" y="1170992"/>
                </a:lnTo>
                <a:lnTo>
                  <a:pt x="4619855" y="1164190"/>
                </a:lnTo>
                <a:lnTo>
                  <a:pt x="4661117" y="1177333"/>
                </a:lnTo>
                <a:lnTo>
                  <a:pt x="4701457" y="1160616"/>
                </a:lnTo>
                <a:lnTo>
                  <a:pt x="4867312" y="1234402"/>
                </a:lnTo>
                <a:lnTo>
                  <a:pt x="4946955" y="1282131"/>
                </a:lnTo>
                <a:lnTo>
                  <a:pt x="5021180" y="1336663"/>
                </a:lnTo>
                <a:lnTo>
                  <a:pt x="5038353" y="1359836"/>
                </a:lnTo>
                <a:lnTo>
                  <a:pt x="5046998" y="1390503"/>
                </a:lnTo>
                <a:lnTo>
                  <a:pt x="5042503" y="1406759"/>
                </a:lnTo>
                <a:lnTo>
                  <a:pt x="5028441" y="1405952"/>
                </a:lnTo>
                <a:lnTo>
                  <a:pt x="5026597" y="1397305"/>
                </a:lnTo>
                <a:lnTo>
                  <a:pt x="5036625" y="1379551"/>
                </a:lnTo>
                <a:lnTo>
                  <a:pt x="5031553" y="1358568"/>
                </a:lnTo>
                <a:lnTo>
                  <a:pt x="5019451" y="1342543"/>
                </a:lnTo>
                <a:lnTo>
                  <a:pt x="4980955" y="1312452"/>
                </a:lnTo>
                <a:lnTo>
                  <a:pt x="4967355" y="1311069"/>
                </a:lnTo>
                <a:lnTo>
                  <a:pt x="4944880" y="1296081"/>
                </a:lnTo>
                <a:lnTo>
                  <a:pt x="4930012" y="1291585"/>
                </a:lnTo>
                <a:lnTo>
                  <a:pt x="4911916" y="1295620"/>
                </a:lnTo>
                <a:lnTo>
                  <a:pt x="4905116" y="1304959"/>
                </a:lnTo>
                <a:lnTo>
                  <a:pt x="4916642" y="1313029"/>
                </a:lnTo>
                <a:lnTo>
                  <a:pt x="4919984" y="1324673"/>
                </a:lnTo>
                <a:lnTo>
                  <a:pt x="4788476" y="1634916"/>
                </a:lnTo>
                <a:lnTo>
                  <a:pt x="4783059" y="1654054"/>
                </a:lnTo>
                <a:lnTo>
                  <a:pt x="4783866" y="1672962"/>
                </a:lnTo>
                <a:lnTo>
                  <a:pt x="4791127" y="1688410"/>
                </a:lnTo>
                <a:lnTo>
                  <a:pt x="4919754" y="1685182"/>
                </a:lnTo>
                <a:lnTo>
                  <a:pt x="4921944" y="1761388"/>
                </a:lnTo>
                <a:lnTo>
                  <a:pt x="4931280" y="1767845"/>
                </a:lnTo>
                <a:lnTo>
                  <a:pt x="4921367" y="1782256"/>
                </a:lnTo>
                <a:lnTo>
                  <a:pt x="4879529" y="1783409"/>
                </a:lnTo>
                <a:lnTo>
                  <a:pt x="4878261" y="1733834"/>
                </a:lnTo>
                <a:lnTo>
                  <a:pt x="4805764" y="1735794"/>
                </a:lnTo>
                <a:lnTo>
                  <a:pt x="4807148" y="1785253"/>
                </a:lnTo>
                <a:lnTo>
                  <a:pt x="4668378" y="1793324"/>
                </a:lnTo>
                <a:lnTo>
                  <a:pt x="4603719" y="1836788"/>
                </a:lnTo>
                <a:lnTo>
                  <a:pt x="4569602" y="1848778"/>
                </a:lnTo>
                <a:lnTo>
                  <a:pt x="4535717" y="1844281"/>
                </a:lnTo>
                <a:lnTo>
                  <a:pt x="4443972" y="1804853"/>
                </a:lnTo>
                <a:lnTo>
                  <a:pt x="4359143" y="1830216"/>
                </a:lnTo>
                <a:lnTo>
                  <a:pt x="4370553" y="1823299"/>
                </a:lnTo>
                <a:lnTo>
                  <a:pt x="4374126" y="1814306"/>
                </a:lnTo>
                <a:lnTo>
                  <a:pt x="4362370" y="1776722"/>
                </a:lnTo>
                <a:lnTo>
                  <a:pt x="4346580" y="1780757"/>
                </a:lnTo>
                <a:lnTo>
                  <a:pt x="4306009" y="1777529"/>
                </a:lnTo>
                <a:lnTo>
                  <a:pt x="4276042" y="1790903"/>
                </a:lnTo>
                <a:lnTo>
                  <a:pt x="4275351" y="1781564"/>
                </a:lnTo>
                <a:lnTo>
                  <a:pt x="4227173" y="1783524"/>
                </a:lnTo>
                <a:lnTo>
                  <a:pt x="4211729" y="1789750"/>
                </a:lnTo>
                <a:lnTo>
                  <a:pt x="4204468" y="1785599"/>
                </a:lnTo>
                <a:lnTo>
                  <a:pt x="4185220" y="1794822"/>
                </a:lnTo>
                <a:lnTo>
                  <a:pt x="4178535" y="1792286"/>
                </a:lnTo>
                <a:lnTo>
                  <a:pt x="4137503" y="1806121"/>
                </a:lnTo>
                <a:lnTo>
                  <a:pt x="4115143" y="1800472"/>
                </a:lnTo>
                <a:lnTo>
                  <a:pt x="4097048" y="1812577"/>
                </a:lnTo>
                <a:lnTo>
                  <a:pt x="4095434" y="1808888"/>
                </a:lnTo>
                <a:lnTo>
                  <a:pt x="4088519" y="1810963"/>
                </a:lnTo>
                <a:lnTo>
                  <a:pt x="4064891" y="1826988"/>
                </a:lnTo>
                <a:lnTo>
                  <a:pt x="4058206" y="1824567"/>
                </a:lnTo>
                <a:lnTo>
                  <a:pt x="4034578" y="1839670"/>
                </a:lnTo>
                <a:lnTo>
                  <a:pt x="4033426" y="1835404"/>
                </a:lnTo>
                <a:lnTo>
                  <a:pt x="4026395" y="1834828"/>
                </a:lnTo>
                <a:lnTo>
                  <a:pt x="4007263" y="1843474"/>
                </a:lnTo>
                <a:lnTo>
                  <a:pt x="4003920" y="1840823"/>
                </a:lnTo>
                <a:lnTo>
                  <a:pt x="3982252" y="1847625"/>
                </a:lnTo>
                <a:lnTo>
                  <a:pt x="3975106" y="1844166"/>
                </a:lnTo>
                <a:lnTo>
                  <a:pt x="3951824" y="1849239"/>
                </a:lnTo>
                <a:lnTo>
                  <a:pt x="3900073" y="1862728"/>
                </a:lnTo>
                <a:lnTo>
                  <a:pt x="3888432" y="1870683"/>
                </a:lnTo>
                <a:lnTo>
                  <a:pt x="3882900" y="1868377"/>
                </a:lnTo>
                <a:lnTo>
                  <a:pt x="3868493" y="1874833"/>
                </a:lnTo>
                <a:lnTo>
                  <a:pt x="3867110" y="1871374"/>
                </a:lnTo>
                <a:lnTo>
                  <a:pt x="3867686" y="1875294"/>
                </a:lnTo>
                <a:lnTo>
                  <a:pt x="3850858" y="1884633"/>
                </a:lnTo>
                <a:lnTo>
                  <a:pt x="3815936" y="1897199"/>
                </a:lnTo>
                <a:lnTo>
                  <a:pt x="3811095" y="1894663"/>
                </a:lnTo>
                <a:lnTo>
                  <a:pt x="3778823" y="1912533"/>
                </a:lnTo>
                <a:lnTo>
                  <a:pt x="3778592" y="1909074"/>
                </a:lnTo>
                <a:lnTo>
                  <a:pt x="3763032" y="1904232"/>
                </a:lnTo>
                <a:lnTo>
                  <a:pt x="3715662" y="1926713"/>
                </a:lnTo>
                <a:lnTo>
                  <a:pt x="3699295" y="1926598"/>
                </a:lnTo>
                <a:lnTo>
                  <a:pt x="3691804" y="1932247"/>
                </a:lnTo>
                <a:lnTo>
                  <a:pt x="3689614" y="1927636"/>
                </a:lnTo>
                <a:lnTo>
                  <a:pt x="3682468" y="1927405"/>
                </a:lnTo>
                <a:lnTo>
                  <a:pt x="3667138" y="1936398"/>
                </a:lnTo>
                <a:lnTo>
                  <a:pt x="3660223" y="1931901"/>
                </a:lnTo>
                <a:lnTo>
                  <a:pt x="3619883" y="1947811"/>
                </a:lnTo>
                <a:lnTo>
                  <a:pt x="3593604" y="1948042"/>
                </a:lnTo>
                <a:lnTo>
                  <a:pt x="3529060" y="1978363"/>
                </a:lnTo>
                <a:lnTo>
                  <a:pt x="3454719" y="1995080"/>
                </a:lnTo>
                <a:lnTo>
                  <a:pt x="3378073" y="2021366"/>
                </a:lnTo>
                <a:lnTo>
                  <a:pt x="3342344" y="2037160"/>
                </a:lnTo>
                <a:lnTo>
                  <a:pt x="3332662" y="2046960"/>
                </a:lnTo>
                <a:lnTo>
                  <a:pt x="3324364" y="2042118"/>
                </a:lnTo>
                <a:lnTo>
                  <a:pt x="3315143" y="2043271"/>
                </a:lnTo>
                <a:lnTo>
                  <a:pt x="3277800" y="2079587"/>
                </a:lnTo>
                <a:lnTo>
                  <a:pt x="3261664" y="2074745"/>
                </a:lnTo>
                <a:lnTo>
                  <a:pt x="3223744" y="2109908"/>
                </a:lnTo>
                <a:lnTo>
                  <a:pt x="3215561" y="2105988"/>
                </a:lnTo>
                <a:lnTo>
                  <a:pt x="3205994" y="2108870"/>
                </a:lnTo>
                <a:lnTo>
                  <a:pt x="3164617" y="2154640"/>
                </a:lnTo>
                <a:lnTo>
                  <a:pt x="3114711" y="2190264"/>
                </a:lnTo>
                <a:lnTo>
                  <a:pt x="3131654" y="2187613"/>
                </a:lnTo>
                <a:lnTo>
                  <a:pt x="3132576" y="2192685"/>
                </a:lnTo>
                <a:lnTo>
                  <a:pt x="3116785" y="2192916"/>
                </a:lnTo>
                <a:lnTo>
                  <a:pt x="3089469" y="2174124"/>
                </a:lnTo>
                <a:lnTo>
                  <a:pt x="3062845" y="2193723"/>
                </a:lnTo>
                <a:lnTo>
                  <a:pt x="3064228" y="2199372"/>
                </a:lnTo>
                <a:lnTo>
                  <a:pt x="3067455" y="2197297"/>
                </a:lnTo>
                <a:lnTo>
                  <a:pt x="3064343" y="2199603"/>
                </a:lnTo>
                <a:lnTo>
                  <a:pt x="3070567" y="2216666"/>
                </a:lnTo>
                <a:lnTo>
                  <a:pt x="3064574" y="2236611"/>
                </a:lnTo>
                <a:lnTo>
                  <a:pt x="2930645" y="2340140"/>
                </a:lnTo>
                <a:lnTo>
                  <a:pt x="2950930" y="2368386"/>
                </a:lnTo>
                <a:lnTo>
                  <a:pt x="2940788" y="2375765"/>
                </a:lnTo>
                <a:lnTo>
                  <a:pt x="2920618" y="2347519"/>
                </a:lnTo>
                <a:lnTo>
                  <a:pt x="2898603" y="2362622"/>
                </a:lnTo>
                <a:lnTo>
                  <a:pt x="2883274" y="2364927"/>
                </a:lnTo>
                <a:lnTo>
                  <a:pt x="2869674" y="2359509"/>
                </a:lnTo>
                <a:lnTo>
                  <a:pt x="2845816" y="2336451"/>
                </a:lnTo>
                <a:lnTo>
                  <a:pt x="2833829" y="2336451"/>
                </a:lnTo>
                <a:lnTo>
                  <a:pt x="2836480" y="2388792"/>
                </a:lnTo>
                <a:lnTo>
                  <a:pt x="2823456" y="2394903"/>
                </a:lnTo>
                <a:lnTo>
                  <a:pt x="2839592" y="2413118"/>
                </a:lnTo>
                <a:lnTo>
                  <a:pt x="2830256" y="2421534"/>
                </a:lnTo>
                <a:lnTo>
                  <a:pt x="2766173" y="2351093"/>
                </a:lnTo>
                <a:lnTo>
                  <a:pt x="2749806" y="2366080"/>
                </a:lnTo>
                <a:lnTo>
                  <a:pt x="2778044" y="2401935"/>
                </a:lnTo>
                <a:lnTo>
                  <a:pt x="2768939" y="2412196"/>
                </a:lnTo>
                <a:lnTo>
                  <a:pt x="2694137" y="2342100"/>
                </a:lnTo>
                <a:lnTo>
                  <a:pt x="2609193" y="2344521"/>
                </a:lnTo>
                <a:lnTo>
                  <a:pt x="2517448" y="2394442"/>
                </a:lnTo>
                <a:lnTo>
                  <a:pt x="2520790" y="2427760"/>
                </a:lnTo>
                <a:lnTo>
                  <a:pt x="2590060" y="2388101"/>
                </a:lnTo>
                <a:lnTo>
                  <a:pt x="2655411" y="2385564"/>
                </a:lnTo>
                <a:lnTo>
                  <a:pt x="2729060" y="2454622"/>
                </a:lnTo>
                <a:lnTo>
                  <a:pt x="2658523" y="2489786"/>
                </a:lnTo>
                <a:lnTo>
                  <a:pt x="2599742" y="2471224"/>
                </a:lnTo>
                <a:lnTo>
                  <a:pt x="2607118" y="2462693"/>
                </a:lnTo>
                <a:lnTo>
                  <a:pt x="2600664" y="2460733"/>
                </a:lnTo>
                <a:lnTo>
                  <a:pt x="2599626" y="2463961"/>
                </a:lnTo>
                <a:lnTo>
                  <a:pt x="2599396" y="2460272"/>
                </a:lnTo>
                <a:lnTo>
                  <a:pt x="2598243" y="2463500"/>
                </a:lnTo>
                <a:lnTo>
                  <a:pt x="2597436" y="2459465"/>
                </a:lnTo>
                <a:lnTo>
                  <a:pt x="2590982" y="2467420"/>
                </a:lnTo>
                <a:lnTo>
                  <a:pt x="2570236" y="2463039"/>
                </a:lnTo>
                <a:lnTo>
                  <a:pt x="2567239" y="2468342"/>
                </a:lnTo>
                <a:lnTo>
                  <a:pt x="2560208" y="2465460"/>
                </a:lnTo>
                <a:lnTo>
                  <a:pt x="2568507" y="2466728"/>
                </a:lnTo>
                <a:lnTo>
                  <a:pt x="2570005" y="2462808"/>
                </a:lnTo>
                <a:lnTo>
                  <a:pt x="2541191" y="2453700"/>
                </a:lnTo>
                <a:lnTo>
                  <a:pt x="2516295" y="2428106"/>
                </a:lnTo>
                <a:lnTo>
                  <a:pt x="2516180" y="2472031"/>
                </a:lnTo>
                <a:lnTo>
                  <a:pt x="2530126" y="2484482"/>
                </a:lnTo>
                <a:lnTo>
                  <a:pt x="2553408" y="2491861"/>
                </a:lnTo>
                <a:lnTo>
                  <a:pt x="2617030" y="2492553"/>
                </a:lnTo>
                <a:lnTo>
                  <a:pt x="2642387" y="2507656"/>
                </a:lnTo>
                <a:lnTo>
                  <a:pt x="2667628" y="2508463"/>
                </a:lnTo>
                <a:lnTo>
                  <a:pt x="2681459" y="2498202"/>
                </a:lnTo>
                <a:lnTo>
                  <a:pt x="2704856" y="2504658"/>
                </a:lnTo>
                <a:lnTo>
                  <a:pt x="2718802" y="2502813"/>
                </a:lnTo>
                <a:lnTo>
                  <a:pt x="2721568" y="2517916"/>
                </a:lnTo>
                <a:lnTo>
                  <a:pt x="2726640" y="2519876"/>
                </a:lnTo>
                <a:lnTo>
                  <a:pt x="2770668" y="2507886"/>
                </a:lnTo>
                <a:lnTo>
                  <a:pt x="2797523" y="2520914"/>
                </a:lnTo>
                <a:lnTo>
                  <a:pt x="2793374" y="2536132"/>
                </a:lnTo>
                <a:lnTo>
                  <a:pt x="2748884" y="2602423"/>
                </a:lnTo>
                <a:lnTo>
                  <a:pt x="2697364" y="2655572"/>
                </a:lnTo>
                <a:lnTo>
                  <a:pt x="2669587" y="2674710"/>
                </a:lnTo>
                <a:lnTo>
                  <a:pt x="2659099" y="2676785"/>
                </a:lnTo>
                <a:lnTo>
                  <a:pt x="2667052" y="2669867"/>
                </a:lnTo>
                <a:lnTo>
                  <a:pt x="2662672" y="2667216"/>
                </a:lnTo>
                <a:lnTo>
                  <a:pt x="2641580" y="2672289"/>
                </a:lnTo>
                <a:lnTo>
                  <a:pt x="2621064" y="2685777"/>
                </a:lnTo>
                <a:lnTo>
                  <a:pt x="2603314" y="2678284"/>
                </a:lnTo>
                <a:lnTo>
                  <a:pt x="2588562" y="2663988"/>
                </a:lnTo>
                <a:lnTo>
                  <a:pt x="2582914" y="2664910"/>
                </a:lnTo>
                <a:lnTo>
                  <a:pt x="2582799" y="2659491"/>
                </a:lnTo>
                <a:lnTo>
                  <a:pt x="2589368" y="2660875"/>
                </a:lnTo>
                <a:lnTo>
                  <a:pt x="2588907" y="2652689"/>
                </a:lnTo>
                <a:lnTo>
                  <a:pt x="2584412" y="2646348"/>
                </a:lnTo>
                <a:lnTo>
                  <a:pt x="2575076" y="2644043"/>
                </a:lnTo>
                <a:lnTo>
                  <a:pt x="2568046" y="2630323"/>
                </a:lnTo>
                <a:lnTo>
                  <a:pt x="2554791" y="2628479"/>
                </a:lnTo>
                <a:lnTo>
                  <a:pt x="2551679" y="2632168"/>
                </a:lnTo>
                <a:lnTo>
                  <a:pt x="2556520" y="2635396"/>
                </a:lnTo>
                <a:lnTo>
                  <a:pt x="2552371" y="2638509"/>
                </a:lnTo>
                <a:lnTo>
                  <a:pt x="2510302" y="2593200"/>
                </a:lnTo>
                <a:lnTo>
                  <a:pt x="2507997" y="2585245"/>
                </a:lnTo>
                <a:lnTo>
                  <a:pt x="2513875" y="2588934"/>
                </a:lnTo>
                <a:lnTo>
                  <a:pt x="2516987" y="2582017"/>
                </a:lnTo>
                <a:lnTo>
                  <a:pt x="2513183" y="2572679"/>
                </a:lnTo>
                <a:lnTo>
                  <a:pt x="2498891" y="2567260"/>
                </a:lnTo>
                <a:lnTo>
                  <a:pt x="2481718" y="2548353"/>
                </a:lnTo>
                <a:lnTo>
                  <a:pt x="2470308" y="2549851"/>
                </a:lnTo>
                <a:lnTo>
                  <a:pt x="2475494" y="2554578"/>
                </a:lnTo>
                <a:lnTo>
                  <a:pt x="2468464" y="2559075"/>
                </a:lnTo>
                <a:lnTo>
                  <a:pt x="2443337" y="2545125"/>
                </a:lnTo>
                <a:lnTo>
                  <a:pt x="2436192" y="2534287"/>
                </a:lnTo>
                <a:lnTo>
                  <a:pt x="2424320" y="2529676"/>
                </a:lnTo>
                <a:lnTo>
                  <a:pt x="2427201" y="2526678"/>
                </a:lnTo>
                <a:lnTo>
                  <a:pt x="2422015" y="2518493"/>
                </a:lnTo>
                <a:lnTo>
                  <a:pt x="2410604" y="2515380"/>
                </a:lnTo>
                <a:lnTo>
                  <a:pt x="2405187" y="2504427"/>
                </a:lnTo>
                <a:lnTo>
                  <a:pt x="2394468" y="2501084"/>
                </a:lnTo>
                <a:lnTo>
                  <a:pt x="2389973" y="2491169"/>
                </a:lnTo>
                <a:lnTo>
                  <a:pt x="2377526" y="2486212"/>
                </a:lnTo>
                <a:lnTo>
                  <a:pt x="2366807" y="2474452"/>
                </a:lnTo>
                <a:lnTo>
                  <a:pt x="2354474" y="2473876"/>
                </a:lnTo>
                <a:lnTo>
                  <a:pt x="2359084" y="2482753"/>
                </a:lnTo>
                <a:lnTo>
                  <a:pt x="2365424" y="2484713"/>
                </a:lnTo>
                <a:lnTo>
                  <a:pt x="2360237" y="2489901"/>
                </a:lnTo>
                <a:lnTo>
                  <a:pt x="2340643" y="2459926"/>
                </a:lnTo>
                <a:lnTo>
                  <a:pt x="2316785" y="2436753"/>
                </a:lnTo>
                <a:lnTo>
                  <a:pt x="2317016" y="2431911"/>
                </a:lnTo>
                <a:lnTo>
                  <a:pt x="2340413" y="2429374"/>
                </a:lnTo>
                <a:lnTo>
                  <a:pt x="2383404" y="2441134"/>
                </a:lnTo>
                <a:lnTo>
                  <a:pt x="2409337" y="2443439"/>
                </a:lnTo>
                <a:lnTo>
                  <a:pt x="2426625" y="2432487"/>
                </a:lnTo>
                <a:lnTo>
                  <a:pt x="2445643" y="2429720"/>
                </a:lnTo>
                <a:lnTo>
                  <a:pt x="2464891" y="2437560"/>
                </a:lnTo>
                <a:lnTo>
                  <a:pt x="2466965" y="2442748"/>
                </a:lnTo>
                <a:lnTo>
                  <a:pt x="2467426" y="2438367"/>
                </a:lnTo>
                <a:lnTo>
                  <a:pt x="2469386" y="2441710"/>
                </a:lnTo>
                <a:lnTo>
                  <a:pt x="2471345" y="2439058"/>
                </a:lnTo>
                <a:lnTo>
                  <a:pt x="2483678" y="2455891"/>
                </a:lnTo>
                <a:lnTo>
                  <a:pt x="2484830" y="2448512"/>
                </a:lnTo>
                <a:lnTo>
                  <a:pt x="2504770" y="2457389"/>
                </a:lnTo>
                <a:lnTo>
                  <a:pt x="2508458" y="2438251"/>
                </a:lnTo>
                <a:lnTo>
                  <a:pt x="2507421" y="2394557"/>
                </a:lnTo>
                <a:lnTo>
                  <a:pt x="2468925" y="2394326"/>
                </a:lnTo>
                <a:lnTo>
                  <a:pt x="2468348" y="2407469"/>
                </a:lnTo>
                <a:lnTo>
                  <a:pt x="2447602" y="2407354"/>
                </a:lnTo>
                <a:lnTo>
                  <a:pt x="2465697" y="2404933"/>
                </a:lnTo>
                <a:lnTo>
                  <a:pt x="2465006" y="2392597"/>
                </a:lnTo>
                <a:lnTo>
                  <a:pt x="2421093" y="2385680"/>
                </a:lnTo>
                <a:lnTo>
                  <a:pt x="2412910" y="2379108"/>
                </a:lnTo>
                <a:lnTo>
                  <a:pt x="2390550" y="2389254"/>
                </a:lnTo>
                <a:lnTo>
                  <a:pt x="2394007" y="2395594"/>
                </a:lnTo>
                <a:lnTo>
                  <a:pt x="2369803" y="2400206"/>
                </a:lnTo>
                <a:lnTo>
                  <a:pt x="2368536" y="2395940"/>
                </a:lnTo>
                <a:lnTo>
                  <a:pt x="2359430" y="2394211"/>
                </a:lnTo>
                <a:lnTo>
                  <a:pt x="2357932" y="2387524"/>
                </a:lnTo>
                <a:lnTo>
                  <a:pt x="2367152" y="2383143"/>
                </a:lnTo>
                <a:lnTo>
                  <a:pt x="2372800" y="2373920"/>
                </a:lnTo>
                <a:lnTo>
                  <a:pt x="2379485" y="2373920"/>
                </a:lnTo>
                <a:lnTo>
                  <a:pt x="2383173" y="2380953"/>
                </a:lnTo>
                <a:lnTo>
                  <a:pt x="2388590" y="2378993"/>
                </a:lnTo>
                <a:lnTo>
                  <a:pt x="2389512" y="2387639"/>
                </a:lnTo>
                <a:lnTo>
                  <a:pt x="2411642" y="2377955"/>
                </a:lnTo>
                <a:lnTo>
                  <a:pt x="2387438" y="2356166"/>
                </a:lnTo>
                <a:lnTo>
                  <a:pt x="2372454" y="2355704"/>
                </a:lnTo>
                <a:lnTo>
                  <a:pt x="2356895" y="2372421"/>
                </a:lnTo>
                <a:lnTo>
                  <a:pt x="2338453" y="2372306"/>
                </a:lnTo>
                <a:lnTo>
                  <a:pt x="2322663" y="2362161"/>
                </a:lnTo>
                <a:lnTo>
                  <a:pt x="2311829" y="2372191"/>
                </a:lnTo>
                <a:lnTo>
                  <a:pt x="2314710" y="2375880"/>
                </a:lnTo>
                <a:lnTo>
                  <a:pt x="2304453" y="2388677"/>
                </a:lnTo>
                <a:lnTo>
                  <a:pt x="2301456" y="2386832"/>
                </a:lnTo>
                <a:lnTo>
                  <a:pt x="2298690" y="2403434"/>
                </a:lnTo>
                <a:lnTo>
                  <a:pt x="2250973" y="2362045"/>
                </a:lnTo>
                <a:lnTo>
                  <a:pt x="2254431" y="2355589"/>
                </a:lnTo>
                <a:lnTo>
                  <a:pt x="2230342" y="2335413"/>
                </a:lnTo>
                <a:lnTo>
                  <a:pt x="2219969" y="2353514"/>
                </a:lnTo>
                <a:lnTo>
                  <a:pt x="2170178" y="2323769"/>
                </a:lnTo>
                <a:lnTo>
                  <a:pt x="2072440" y="2487480"/>
                </a:lnTo>
                <a:lnTo>
                  <a:pt x="1992451" y="2439404"/>
                </a:lnTo>
                <a:lnTo>
                  <a:pt x="2085349" y="2282496"/>
                </a:lnTo>
                <a:lnTo>
                  <a:pt x="1972858" y="2214706"/>
                </a:lnTo>
                <a:lnTo>
                  <a:pt x="1901398" y="2334952"/>
                </a:lnTo>
                <a:lnTo>
                  <a:pt x="1665928" y="2193723"/>
                </a:lnTo>
                <a:lnTo>
                  <a:pt x="1697854" y="2138615"/>
                </a:lnTo>
                <a:lnTo>
                  <a:pt x="1737963" y="2131928"/>
                </a:lnTo>
                <a:lnTo>
                  <a:pt x="1883649" y="2218856"/>
                </a:lnTo>
                <a:lnTo>
                  <a:pt x="1920070" y="2157292"/>
                </a:lnTo>
                <a:lnTo>
                  <a:pt x="1786832" y="2077166"/>
                </a:lnTo>
                <a:lnTo>
                  <a:pt x="1813687" y="2032664"/>
                </a:lnTo>
                <a:lnTo>
                  <a:pt x="1761937" y="1976979"/>
                </a:lnTo>
                <a:lnTo>
                  <a:pt x="1724939" y="2001997"/>
                </a:lnTo>
                <a:lnTo>
                  <a:pt x="1652558" y="2009145"/>
                </a:lnTo>
                <a:lnTo>
                  <a:pt x="1595736" y="1991275"/>
                </a:lnTo>
                <a:lnTo>
                  <a:pt x="1592739" y="1979285"/>
                </a:lnTo>
                <a:lnTo>
                  <a:pt x="1603573" y="1958648"/>
                </a:lnTo>
                <a:lnTo>
                  <a:pt x="1587437" y="1953576"/>
                </a:lnTo>
                <a:lnTo>
                  <a:pt x="1557816" y="1982513"/>
                </a:lnTo>
                <a:lnTo>
                  <a:pt x="1428613" y="1950002"/>
                </a:lnTo>
                <a:lnTo>
                  <a:pt x="1405101" y="1965681"/>
                </a:lnTo>
                <a:lnTo>
                  <a:pt x="1346319" y="1936974"/>
                </a:lnTo>
                <a:lnTo>
                  <a:pt x="1269558" y="1871720"/>
                </a:lnTo>
                <a:lnTo>
                  <a:pt x="1227489" y="1871490"/>
                </a:lnTo>
                <a:lnTo>
                  <a:pt x="1232445" y="1894202"/>
                </a:lnTo>
                <a:lnTo>
                  <a:pt x="1263911" y="1900773"/>
                </a:lnTo>
                <a:lnTo>
                  <a:pt x="1327994" y="1955190"/>
                </a:lnTo>
                <a:lnTo>
                  <a:pt x="1322000" y="1970984"/>
                </a:lnTo>
                <a:lnTo>
                  <a:pt x="1348855" y="1972598"/>
                </a:lnTo>
                <a:lnTo>
                  <a:pt x="1223801" y="1973290"/>
                </a:lnTo>
                <a:lnTo>
                  <a:pt x="1222994" y="2048689"/>
                </a:lnTo>
                <a:lnTo>
                  <a:pt x="1228757" y="2062870"/>
                </a:lnTo>
                <a:lnTo>
                  <a:pt x="1287653" y="2076359"/>
                </a:lnTo>
                <a:lnTo>
                  <a:pt x="1296183" y="2061140"/>
                </a:lnTo>
                <a:lnTo>
                  <a:pt x="1314969" y="2067135"/>
                </a:lnTo>
                <a:lnTo>
                  <a:pt x="1304366" y="2084198"/>
                </a:lnTo>
                <a:lnTo>
                  <a:pt x="1319695" y="2070940"/>
                </a:lnTo>
                <a:lnTo>
                  <a:pt x="1328916" y="2068634"/>
                </a:lnTo>
                <a:lnTo>
                  <a:pt x="1369486" y="2088695"/>
                </a:lnTo>
                <a:lnTo>
                  <a:pt x="1385392" y="2116018"/>
                </a:lnTo>
                <a:lnTo>
                  <a:pt x="1391846" y="2151297"/>
                </a:lnTo>
                <a:lnTo>
                  <a:pt x="1423311" y="2188420"/>
                </a:lnTo>
                <a:lnTo>
                  <a:pt x="1427691" y="2191763"/>
                </a:lnTo>
                <a:lnTo>
                  <a:pt x="1436796" y="2188535"/>
                </a:lnTo>
                <a:lnTo>
                  <a:pt x="1436335" y="2193031"/>
                </a:lnTo>
                <a:lnTo>
                  <a:pt x="1442905" y="2194876"/>
                </a:lnTo>
                <a:lnTo>
                  <a:pt x="1442790" y="2206981"/>
                </a:lnTo>
                <a:lnTo>
                  <a:pt x="1450973" y="2202485"/>
                </a:lnTo>
                <a:lnTo>
                  <a:pt x="1455122" y="2214821"/>
                </a:lnTo>
                <a:lnTo>
                  <a:pt x="1500188" y="2221969"/>
                </a:lnTo>
                <a:lnTo>
                  <a:pt x="1548365" y="2270851"/>
                </a:lnTo>
                <a:lnTo>
                  <a:pt x="1549403" y="2278922"/>
                </a:lnTo>
                <a:lnTo>
                  <a:pt x="1531192" y="2297829"/>
                </a:lnTo>
                <a:lnTo>
                  <a:pt x="1515056" y="2307513"/>
                </a:lnTo>
                <a:lnTo>
                  <a:pt x="1487509" y="2313393"/>
                </a:lnTo>
                <a:lnTo>
                  <a:pt x="1465495" y="2323539"/>
                </a:lnTo>
                <a:lnTo>
                  <a:pt x="1451203" y="2310050"/>
                </a:lnTo>
                <a:lnTo>
                  <a:pt x="1429189" y="2308666"/>
                </a:lnTo>
                <a:lnTo>
                  <a:pt x="1388504" y="2295408"/>
                </a:lnTo>
                <a:lnTo>
                  <a:pt x="1358421" y="2323193"/>
                </a:lnTo>
                <a:lnTo>
                  <a:pt x="1365683" y="2325499"/>
                </a:lnTo>
                <a:lnTo>
                  <a:pt x="1389426" y="2303594"/>
                </a:lnTo>
                <a:lnTo>
                  <a:pt x="1397494" y="2303939"/>
                </a:lnTo>
                <a:lnTo>
                  <a:pt x="1447169" y="2315238"/>
                </a:lnTo>
                <a:lnTo>
                  <a:pt x="1466302" y="2333799"/>
                </a:lnTo>
                <a:lnTo>
                  <a:pt x="1468607" y="2343253"/>
                </a:lnTo>
                <a:lnTo>
                  <a:pt x="1445786" y="2391790"/>
                </a:lnTo>
                <a:lnTo>
                  <a:pt x="1424694" y="2407930"/>
                </a:lnTo>
                <a:lnTo>
                  <a:pt x="1346204" y="2441941"/>
                </a:lnTo>
                <a:lnTo>
                  <a:pt x="1291457" y="2395710"/>
                </a:lnTo>
                <a:lnTo>
                  <a:pt x="1211353" y="2352246"/>
                </a:lnTo>
                <a:lnTo>
                  <a:pt x="1210201" y="2335183"/>
                </a:lnTo>
                <a:lnTo>
                  <a:pt x="1204323" y="2322962"/>
                </a:lnTo>
                <a:lnTo>
                  <a:pt x="1187610" y="2349825"/>
                </a:lnTo>
                <a:lnTo>
                  <a:pt x="1157413" y="2333684"/>
                </a:lnTo>
                <a:lnTo>
                  <a:pt x="1142314" y="2365504"/>
                </a:lnTo>
                <a:lnTo>
                  <a:pt x="1246276" y="2427414"/>
                </a:lnTo>
                <a:lnTo>
                  <a:pt x="1249158" y="2441249"/>
                </a:lnTo>
                <a:lnTo>
                  <a:pt x="1157528" y="2493014"/>
                </a:lnTo>
                <a:lnTo>
                  <a:pt x="1019104" y="2542242"/>
                </a:lnTo>
                <a:lnTo>
                  <a:pt x="976344" y="2390868"/>
                </a:lnTo>
                <a:lnTo>
                  <a:pt x="913644" y="2333108"/>
                </a:lnTo>
                <a:lnTo>
                  <a:pt x="857859" y="2394672"/>
                </a:lnTo>
                <a:lnTo>
                  <a:pt x="924478" y="2456121"/>
                </a:lnTo>
                <a:lnTo>
                  <a:pt x="975998" y="2637471"/>
                </a:lnTo>
                <a:lnTo>
                  <a:pt x="976113" y="2660183"/>
                </a:lnTo>
                <a:lnTo>
                  <a:pt x="968967" y="2675171"/>
                </a:lnTo>
                <a:lnTo>
                  <a:pt x="946723" y="2698690"/>
                </a:lnTo>
                <a:lnTo>
                  <a:pt x="936695" y="2688429"/>
                </a:lnTo>
                <a:lnTo>
                  <a:pt x="886213" y="2742500"/>
                </a:lnTo>
                <a:lnTo>
                  <a:pt x="891284" y="2754259"/>
                </a:lnTo>
                <a:lnTo>
                  <a:pt x="791932" y="2854791"/>
                </a:lnTo>
                <a:lnTo>
                  <a:pt x="780291" y="2860902"/>
                </a:lnTo>
                <a:lnTo>
                  <a:pt x="767267" y="2859172"/>
                </a:lnTo>
                <a:lnTo>
                  <a:pt x="757586" y="2850295"/>
                </a:lnTo>
                <a:lnTo>
                  <a:pt x="738799" y="2810866"/>
                </a:lnTo>
                <a:lnTo>
                  <a:pt x="737185" y="2794495"/>
                </a:lnTo>
                <a:lnTo>
                  <a:pt x="740758" y="2795072"/>
                </a:lnTo>
                <a:lnTo>
                  <a:pt x="742833" y="2809252"/>
                </a:lnTo>
                <a:lnTo>
                  <a:pt x="761389" y="2848105"/>
                </a:lnTo>
                <a:lnTo>
                  <a:pt x="765999" y="2849834"/>
                </a:lnTo>
                <a:lnTo>
                  <a:pt x="810489" y="2806255"/>
                </a:lnTo>
                <a:lnTo>
                  <a:pt x="812794" y="2790691"/>
                </a:lnTo>
                <a:lnTo>
                  <a:pt x="793431" y="2749763"/>
                </a:lnTo>
                <a:lnTo>
                  <a:pt x="785478" y="2744229"/>
                </a:lnTo>
                <a:lnTo>
                  <a:pt x="774644" y="2724053"/>
                </a:lnTo>
                <a:lnTo>
                  <a:pt x="727273" y="2719788"/>
                </a:lnTo>
                <a:lnTo>
                  <a:pt x="684052" y="2630093"/>
                </a:lnTo>
                <a:lnTo>
                  <a:pt x="660654" y="2603115"/>
                </a:lnTo>
                <a:lnTo>
                  <a:pt x="553580" y="2337604"/>
                </a:lnTo>
                <a:lnTo>
                  <a:pt x="553580" y="2281112"/>
                </a:lnTo>
                <a:lnTo>
                  <a:pt x="611555" y="2235688"/>
                </a:lnTo>
                <a:lnTo>
                  <a:pt x="635067" y="2268546"/>
                </a:lnTo>
                <a:lnTo>
                  <a:pt x="819479" y="2139307"/>
                </a:lnTo>
                <a:lnTo>
                  <a:pt x="897393" y="2092614"/>
                </a:lnTo>
                <a:lnTo>
                  <a:pt x="956059" y="2074629"/>
                </a:lnTo>
                <a:lnTo>
                  <a:pt x="1003314" y="2076128"/>
                </a:lnTo>
                <a:lnTo>
                  <a:pt x="1044807" y="2070018"/>
                </a:lnTo>
                <a:lnTo>
                  <a:pt x="1051261" y="2077281"/>
                </a:lnTo>
                <a:lnTo>
                  <a:pt x="990520" y="2144033"/>
                </a:lnTo>
                <a:lnTo>
                  <a:pt x="983374" y="2169858"/>
                </a:lnTo>
                <a:lnTo>
                  <a:pt x="939692" y="2212515"/>
                </a:lnTo>
                <a:lnTo>
                  <a:pt x="905115" y="2239378"/>
                </a:lnTo>
                <a:lnTo>
                  <a:pt x="949258" y="2282957"/>
                </a:lnTo>
                <a:lnTo>
                  <a:pt x="995707" y="2233152"/>
                </a:lnTo>
                <a:lnTo>
                  <a:pt x="1010460" y="2245488"/>
                </a:lnTo>
                <a:lnTo>
                  <a:pt x="1027172" y="2234997"/>
                </a:lnTo>
                <a:lnTo>
                  <a:pt x="1037545" y="2234651"/>
                </a:lnTo>
                <a:lnTo>
                  <a:pt x="1033627" y="2226696"/>
                </a:lnTo>
                <a:lnTo>
                  <a:pt x="1039620" y="2226350"/>
                </a:lnTo>
                <a:lnTo>
                  <a:pt x="1040773" y="2231192"/>
                </a:lnTo>
                <a:lnTo>
                  <a:pt x="1047688" y="2228310"/>
                </a:lnTo>
                <a:lnTo>
                  <a:pt x="1035932" y="2209172"/>
                </a:lnTo>
                <a:lnTo>
                  <a:pt x="1044576" y="2188881"/>
                </a:lnTo>
                <a:lnTo>
                  <a:pt x="1037545" y="2183232"/>
                </a:lnTo>
                <a:lnTo>
                  <a:pt x="1063478" y="2158445"/>
                </a:lnTo>
                <a:lnTo>
                  <a:pt x="1133324" y="2073822"/>
                </a:lnTo>
                <a:lnTo>
                  <a:pt x="1147962" y="2072208"/>
                </a:lnTo>
                <a:lnTo>
                  <a:pt x="1150036" y="2062178"/>
                </a:lnTo>
                <a:lnTo>
                  <a:pt x="1160755" y="2055722"/>
                </a:lnTo>
                <a:lnTo>
                  <a:pt x="1184844" y="2052724"/>
                </a:lnTo>
                <a:lnTo>
                  <a:pt x="1223455" y="2065637"/>
                </a:lnTo>
                <a:lnTo>
                  <a:pt x="1217001" y="2047652"/>
                </a:lnTo>
                <a:lnTo>
                  <a:pt x="1218614" y="1888437"/>
                </a:lnTo>
                <a:lnTo>
                  <a:pt x="1211468" y="1871836"/>
                </a:lnTo>
                <a:lnTo>
                  <a:pt x="1200173" y="1879445"/>
                </a:lnTo>
                <a:lnTo>
                  <a:pt x="1183576" y="1880943"/>
                </a:lnTo>
                <a:lnTo>
                  <a:pt x="1184498" y="1906653"/>
                </a:lnTo>
                <a:lnTo>
                  <a:pt x="1177007" y="1912763"/>
                </a:lnTo>
                <a:lnTo>
                  <a:pt x="1171474" y="1935360"/>
                </a:lnTo>
                <a:lnTo>
                  <a:pt x="1176200" y="1935129"/>
                </a:lnTo>
                <a:lnTo>
                  <a:pt x="1176546" y="1945044"/>
                </a:lnTo>
                <a:lnTo>
                  <a:pt x="1114652" y="1947581"/>
                </a:lnTo>
                <a:lnTo>
                  <a:pt x="1113500" y="1922563"/>
                </a:lnTo>
                <a:lnTo>
                  <a:pt x="1079038" y="1910919"/>
                </a:lnTo>
                <a:lnTo>
                  <a:pt x="1055641" y="1881866"/>
                </a:lnTo>
                <a:lnTo>
                  <a:pt x="1055641" y="1881866"/>
                </a:lnTo>
              </a:path>
            </a:pathLst>
          </a:custGeom>
          <a:noFill xmlns:a="http://schemas.openxmlformats.org/drawingml/2006/main"/>
          <a:ln xmlns:a="http://schemas.openxmlformats.org/drawingml/2006/main" w="3106">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9E951683-E906-480A-8BFA-F455A9D92329}"/>
              </a:ext>
            </a:extLst>
          </p:cNvPr>
          <p:cNvSpPr>
            <a:spLocks xmlns:a="http://schemas.openxmlformats.org/drawingml/2006/main" noGrp="1"/>
          </p:cNvSpPr>
          <p:nvPr/>
        </p:nvSpPr>
        <p:spPr>
          <a:xfrm xmlns:a="http://schemas.openxmlformats.org/drawingml/2006/main">
            <a:off x="6841195" y="2827356"/>
            <a:ext cx="721051" cy="269142"/>
          </a:xfrm>
          <a:custGeom xmlns:a="http://schemas.openxmlformats.org/drawingml/2006/main">
            <a:pathLst>
              <a:path w="884599" h="330188">
                <a:moveTo>
                  <a:pt x="19133" y="97189"/>
                </a:moveTo>
                <a:lnTo>
                  <a:pt x="21553" y="91309"/>
                </a:lnTo>
                <a:lnTo>
                  <a:pt x="13946" y="85890"/>
                </a:lnTo>
                <a:lnTo>
                  <a:pt x="12563" y="72286"/>
                </a:lnTo>
                <a:lnTo>
                  <a:pt x="0" y="65945"/>
                </a:lnTo>
                <a:lnTo>
                  <a:pt x="3112" y="53148"/>
                </a:lnTo>
                <a:lnTo>
                  <a:pt x="115" y="51304"/>
                </a:lnTo>
                <a:lnTo>
                  <a:pt x="32157" y="43464"/>
                </a:lnTo>
                <a:lnTo>
                  <a:pt x="47140" y="23404"/>
                </a:lnTo>
                <a:lnTo>
                  <a:pt x="69270" y="16717"/>
                </a:lnTo>
                <a:lnTo>
                  <a:pt x="84368" y="0"/>
                </a:lnTo>
                <a:lnTo>
                  <a:pt x="137387" y="18331"/>
                </a:lnTo>
                <a:lnTo>
                  <a:pt x="190751" y="43349"/>
                </a:lnTo>
                <a:lnTo>
                  <a:pt x="223253" y="48767"/>
                </a:lnTo>
                <a:lnTo>
                  <a:pt x="250108" y="63063"/>
                </a:lnTo>
                <a:lnTo>
                  <a:pt x="261403" y="74938"/>
                </a:lnTo>
                <a:lnTo>
                  <a:pt x="265898" y="89234"/>
                </a:lnTo>
                <a:lnTo>
                  <a:pt x="310157" y="108602"/>
                </a:lnTo>
                <a:lnTo>
                  <a:pt x="313039" y="102607"/>
                </a:lnTo>
                <a:lnTo>
                  <a:pt x="333785" y="103991"/>
                </a:lnTo>
                <a:lnTo>
                  <a:pt x="341853" y="119901"/>
                </a:lnTo>
                <a:lnTo>
                  <a:pt x="378159" y="117249"/>
                </a:lnTo>
                <a:lnTo>
                  <a:pt x="403515" y="120362"/>
                </a:lnTo>
                <a:lnTo>
                  <a:pt x="433828" y="109064"/>
                </a:lnTo>
                <a:lnTo>
                  <a:pt x="493992" y="103991"/>
                </a:lnTo>
                <a:lnTo>
                  <a:pt x="507593" y="96958"/>
                </a:lnTo>
                <a:lnTo>
                  <a:pt x="535485" y="102723"/>
                </a:lnTo>
                <a:lnTo>
                  <a:pt x="550584" y="114021"/>
                </a:lnTo>
                <a:lnTo>
                  <a:pt x="567872" y="111369"/>
                </a:lnTo>
                <a:lnTo>
                  <a:pt x="604178" y="120708"/>
                </a:lnTo>
                <a:lnTo>
                  <a:pt x="659502" y="117710"/>
                </a:lnTo>
                <a:lnTo>
                  <a:pt x="675177" y="112176"/>
                </a:lnTo>
                <a:lnTo>
                  <a:pt x="683706" y="103645"/>
                </a:lnTo>
                <a:lnTo>
                  <a:pt x="778562" y="100993"/>
                </a:lnTo>
                <a:lnTo>
                  <a:pt x="813601" y="116327"/>
                </a:lnTo>
                <a:lnTo>
                  <a:pt x="839072" y="143996"/>
                </a:lnTo>
                <a:lnTo>
                  <a:pt x="863737" y="202102"/>
                </a:lnTo>
                <a:lnTo>
                  <a:pt x="884599" y="279692"/>
                </a:lnTo>
                <a:lnTo>
                  <a:pt x="879643" y="287762"/>
                </a:lnTo>
                <a:lnTo>
                  <a:pt x="866043" y="291682"/>
                </a:lnTo>
                <a:lnTo>
                  <a:pt x="807377" y="277155"/>
                </a:lnTo>
                <a:lnTo>
                  <a:pt x="718744" y="276694"/>
                </a:lnTo>
                <a:lnTo>
                  <a:pt x="711137" y="292489"/>
                </a:lnTo>
                <a:lnTo>
                  <a:pt x="702723" y="286033"/>
                </a:lnTo>
                <a:lnTo>
                  <a:pt x="705374" y="278423"/>
                </a:lnTo>
                <a:lnTo>
                  <a:pt x="698920" y="276579"/>
                </a:lnTo>
                <a:lnTo>
                  <a:pt x="597148" y="275887"/>
                </a:lnTo>
                <a:lnTo>
                  <a:pt x="556577" y="295486"/>
                </a:lnTo>
                <a:lnTo>
                  <a:pt x="535831" y="283957"/>
                </a:lnTo>
                <a:lnTo>
                  <a:pt x="528915" y="292835"/>
                </a:lnTo>
                <a:lnTo>
                  <a:pt x="510935" y="299752"/>
                </a:lnTo>
                <a:lnTo>
                  <a:pt x="507016" y="294333"/>
                </a:lnTo>
                <a:lnTo>
                  <a:pt x="499064" y="296754"/>
                </a:lnTo>
                <a:lnTo>
                  <a:pt x="481314" y="311050"/>
                </a:lnTo>
                <a:lnTo>
                  <a:pt x="469443" y="314048"/>
                </a:lnTo>
                <a:lnTo>
                  <a:pt x="459069" y="310935"/>
                </a:lnTo>
                <a:lnTo>
                  <a:pt x="413658" y="326960"/>
                </a:lnTo>
                <a:lnTo>
                  <a:pt x="369399" y="330188"/>
                </a:lnTo>
                <a:lnTo>
                  <a:pt x="336782" y="291797"/>
                </a:lnTo>
                <a:lnTo>
                  <a:pt x="328944" y="267471"/>
                </a:lnTo>
                <a:lnTo>
                  <a:pt x="312232" y="257326"/>
                </a:lnTo>
                <a:lnTo>
                  <a:pt x="277770" y="259862"/>
                </a:lnTo>
                <a:lnTo>
                  <a:pt x="256793" y="220318"/>
                </a:lnTo>
                <a:lnTo>
                  <a:pt x="258983" y="209250"/>
                </a:lnTo>
                <a:lnTo>
                  <a:pt x="253912" y="211325"/>
                </a:lnTo>
                <a:lnTo>
                  <a:pt x="233857" y="197260"/>
                </a:lnTo>
                <a:lnTo>
                  <a:pt x="210690" y="195300"/>
                </a:lnTo>
                <a:lnTo>
                  <a:pt x="202392" y="186769"/>
                </a:lnTo>
                <a:lnTo>
                  <a:pt x="169659" y="177315"/>
                </a:lnTo>
                <a:lnTo>
                  <a:pt x="144763" y="159330"/>
                </a:lnTo>
                <a:lnTo>
                  <a:pt x="137387" y="156563"/>
                </a:lnTo>
                <a:lnTo>
                  <a:pt x="139000" y="161059"/>
                </a:lnTo>
                <a:lnTo>
                  <a:pt x="130702" y="160021"/>
                </a:lnTo>
                <a:lnTo>
                  <a:pt x="121481" y="148838"/>
                </a:lnTo>
                <a:lnTo>
                  <a:pt x="92552" y="143420"/>
                </a:lnTo>
                <a:lnTo>
                  <a:pt x="83907" y="125319"/>
                </a:lnTo>
                <a:lnTo>
                  <a:pt x="66388" y="122207"/>
                </a:lnTo>
                <a:lnTo>
                  <a:pt x="59818" y="127971"/>
                </a:lnTo>
                <a:lnTo>
                  <a:pt x="49215" y="125896"/>
                </a:lnTo>
                <a:lnTo>
                  <a:pt x="27431" y="103069"/>
                </a:lnTo>
                <a:lnTo>
                  <a:pt x="22936" y="105028"/>
                </a:lnTo>
                <a:lnTo>
                  <a:pt x="25011" y="97419"/>
                </a:lnTo>
                <a:lnTo>
                  <a:pt x="19133" y="97189"/>
                </a:lnTo>
              </a:path>
            </a:pathLst>
          </a:custGeom>
          <a:noFill xmlns:a="http://schemas.openxmlformats.org/drawingml/2006/main"/>
          <a:ln xmlns:a="http://schemas.openxmlformats.org/drawingml/2006/main" w="3106">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7F8DEC18-0623-48F6-96AE-9B65F70EFC8E}"/>
              </a:ext>
            </a:extLst>
          </p:cNvPr>
          <p:cNvSpPr>
            <a:spLocks xmlns:a="http://schemas.openxmlformats.org/drawingml/2006/main" noGrp="1"/>
          </p:cNvSpPr>
          <p:nvPr/>
        </p:nvSpPr>
        <p:spPr>
          <a:xfrm xmlns:a="http://schemas.openxmlformats.org/drawingml/2006/main">
            <a:off x="6059360" y="4665394"/>
            <a:ext cx="152571" cy="179960"/>
          </a:xfrm>
          <a:custGeom xmlns:a="http://schemas.openxmlformats.org/drawingml/2006/main">
            <a:pathLst>
              <a:path w="187178" h="220779">
                <a:moveTo>
                  <a:pt x="63852" y="18792"/>
                </a:moveTo>
                <a:lnTo>
                  <a:pt x="73419" y="32627"/>
                </a:lnTo>
                <a:lnTo>
                  <a:pt x="79988" y="25709"/>
                </a:lnTo>
                <a:lnTo>
                  <a:pt x="92321" y="26171"/>
                </a:lnTo>
                <a:lnTo>
                  <a:pt x="98545" y="21674"/>
                </a:lnTo>
                <a:lnTo>
                  <a:pt x="91745" y="15679"/>
                </a:lnTo>
                <a:lnTo>
                  <a:pt x="90131" y="18907"/>
                </a:lnTo>
                <a:lnTo>
                  <a:pt x="94165" y="11529"/>
                </a:lnTo>
                <a:lnTo>
                  <a:pt x="168621" y="2075"/>
                </a:lnTo>
                <a:lnTo>
                  <a:pt x="175076" y="6687"/>
                </a:lnTo>
                <a:lnTo>
                  <a:pt x="175076" y="16717"/>
                </a:lnTo>
                <a:lnTo>
                  <a:pt x="163550" y="35624"/>
                </a:lnTo>
                <a:lnTo>
                  <a:pt x="134851" y="46462"/>
                </a:lnTo>
                <a:lnTo>
                  <a:pt x="136349" y="40236"/>
                </a:lnTo>
                <a:lnTo>
                  <a:pt x="125861" y="38968"/>
                </a:lnTo>
                <a:lnTo>
                  <a:pt x="118254" y="46577"/>
                </a:lnTo>
                <a:lnTo>
                  <a:pt x="115833" y="57990"/>
                </a:lnTo>
                <a:lnTo>
                  <a:pt x="126437" y="80011"/>
                </a:lnTo>
                <a:lnTo>
                  <a:pt x="138885" y="80126"/>
                </a:lnTo>
                <a:lnTo>
                  <a:pt x="141421" y="75745"/>
                </a:lnTo>
                <a:lnTo>
                  <a:pt x="137387" y="72978"/>
                </a:lnTo>
                <a:lnTo>
                  <a:pt x="146261" y="76091"/>
                </a:lnTo>
                <a:lnTo>
                  <a:pt x="151563" y="102377"/>
                </a:lnTo>
                <a:lnTo>
                  <a:pt x="174499" y="121976"/>
                </a:lnTo>
                <a:lnTo>
                  <a:pt x="179110" y="134312"/>
                </a:lnTo>
                <a:lnTo>
                  <a:pt x="186717" y="139615"/>
                </a:lnTo>
                <a:lnTo>
                  <a:pt x="187178" y="147109"/>
                </a:lnTo>
                <a:lnTo>
                  <a:pt x="181991" y="142267"/>
                </a:lnTo>
                <a:lnTo>
                  <a:pt x="174154" y="145726"/>
                </a:lnTo>
                <a:lnTo>
                  <a:pt x="169313" y="159676"/>
                </a:lnTo>
                <a:lnTo>
                  <a:pt x="175882" y="164979"/>
                </a:lnTo>
                <a:lnTo>
                  <a:pt x="159285" y="172011"/>
                </a:lnTo>
                <a:lnTo>
                  <a:pt x="163089" y="168783"/>
                </a:lnTo>
                <a:lnTo>
                  <a:pt x="150411" y="162558"/>
                </a:lnTo>
                <a:lnTo>
                  <a:pt x="142227" y="150222"/>
                </a:lnTo>
                <a:lnTo>
                  <a:pt x="122173" y="134658"/>
                </a:lnTo>
                <a:lnTo>
                  <a:pt x="107535" y="113675"/>
                </a:lnTo>
                <a:lnTo>
                  <a:pt x="93589" y="134427"/>
                </a:lnTo>
                <a:lnTo>
                  <a:pt x="96931" y="155179"/>
                </a:lnTo>
                <a:lnTo>
                  <a:pt x="96816" y="148262"/>
                </a:lnTo>
                <a:lnTo>
                  <a:pt x="87480" y="149876"/>
                </a:lnTo>
                <a:lnTo>
                  <a:pt x="91745" y="172703"/>
                </a:lnTo>
                <a:lnTo>
                  <a:pt x="95894" y="174087"/>
                </a:lnTo>
                <a:lnTo>
                  <a:pt x="97392" y="169936"/>
                </a:lnTo>
                <a:lnTo>
                  <a:pt x="98660" y="189305"/>
                </a:lnTo>
                <a:lnTo>
                  <a:pt x="93474" y="188152"/>
                </a:lnTo>
                <a:lnTo>
                  <a:pt x="92206" y="200027"/>
                </a:lnTo>
                <a:lnTo>
                  <a:pt x="96816" y="205100"/>
                </a:lnTo>
                <a:lnTo>
                  <a:pt x="102694" y="202909"/>
                </a:lnTo>
                <a:lnTo>
                  <a:pt x="104193" y="211902"/>
                </a:lnTo>
                <a:lnTo>
                  <a:pt x="96931" y="220779"/>
                </a:lnTo>
                <a:lnTo>
                  <a:pt x="82178" y="205561"/>
                </a:lnTo>
                <a:lnTo>
                  <a:pt x="70883" y="202678"/>
                </a:lnTo>
                <a:lnTo>
                  <a:pt x="57744" y="180082"/>
                </a:lnTo>
                <a:lnTo>
                  <a:pt x="0" y="119209"/>
                </a:lnTo>
                <a:lnTo>
                  <a:pt x="13485" y="107219"/>
                </a:lnTo>
                <a:lnTo>
                  <a:pt x="27316" y="104221"/>
                </a:lnTo>
                <a:lnTo>
                  <a:pt x="35038" y="107104"/>
                </a:lnTo>
                <a:lnTo>
                  <a:pt x="31235" y="107911"/>
                </a:lnTo>
                <a:lnTo>
                  <a:pt x="36998" y="113099"/>
                </a:lnTo>
                <a:lnTo>
                  <a:pt x="42184" y="113214"/>
                </a:lnTo>
                <a:lnTo>
                  <a:pt x="41262" y="109640"/>
                </a:lnTo>
                <a:lnTo>
                  <a:pt x="48984" y="117480"/>
                </a:lnTo>
                <a:lnTo>
                  <a:pt x="62585" y="119785"/>
                </a:lnTo>
                <a:lnTo>
                  <a:pt x="59588" y="126933"/>
                </a:lnTo>
                <a:lnTo>
                  <a:pt x="81256" y="138808"/>
                </a:lnTo>
                <a:lnTo>
                  <a:pt x="85290" y="132352"/>
                </a:lnTo>
                <a:lnTo>
                  <a:pt x="76646" y="125435"/>
                </a:lnTo>
                <a:lnTo>
                  <a:pt x="92552" y="133159"/>
                </a:lnTo>
                <a:lnTo>
                  <a:pt x="104999" y="112868"/>
                </a:lnTo>
                <a:lnTo>
                  <a:pt x="102694" y="102607"/>
                </a:lnTo>
                <a:lnTo>
                  <a:pt x="106613" y="96382"/>
                </a:lnTo>
                <a:lnTo>
                  <a:pt x="102003" y="89234"/>
                </a:lnTo>
                <a:lnTo>
                  <a:pt x="98199" y="92116"/>
                </a:lnTo>
                <a:lnTo>
                  <a:pt x="81372" y="77705"/>
                </a:lnTo>
                <a:lnTo>
                  <a:pt x="91168" y="68943"/>
                </a:lnTo>
                <a:lnTo>
                  <a:pt x="97853" y="74477"/>
                </a:lnTo>
                <a:lnTo>
                  <a:pt x="104308" y="72056"/>
                </a:lnTo>
                <a:lnTo>
                  <a:pt x="103386" y="53148"/>
                </a:lnTo>
                <a:lnTo>
                  <a:pt x="81487" y="54071"/>
                </a:lnTo>
                <a:lnTo>
                  <a:pt x="78605" y="38737"/>
                </a:lnTo>
                <a:lnTo>
                  <a:pt x="57052" y="67214"/>
                </a:lnTo>
                <a:lnTo>
                  <a:pt x="41723" y="69174"/>
                </a:lnTo>
                <a:lnTo>
                  <a:pt x="43682" y="60066"/>
                </a:lnTo>
                <a:lnTo>
                  <a:pt x="66849" y="51188"/>
                </a:lnTo>
                <a:lnTo>
                  <a:pt x="72036" y="34356"/>
                </a:lnTo>
                <a:lnTo>
                  <a:pt x="58205" y="19023"/>
                </a:lnTo>
                <a:lnTo>
                  <a:pt x="53825" y="24902"/>
                </a:lnTo>
                <a:lnTo>
                  <a:pt x="56591" y="26978"/>
                </a:lnTo>
                <a:lnTo>
                  <a:pt x="48869" y="26055"/>
                </a:lnTo>
                <a:lnTo>
                  <a:pt x="26970" y="4381"/>
                </a:lnTo>
                <a:lnTo>
                  <a:pt x="31119" y="0"/>
                </a:lnTo>
                <a:lnTo>
                  <a:pt x="61086" y="9223"/>
                </a:lnTo>
                <a:lnTo>
                  <a:pt x="63852" y="18792"/>
                </a:lnTo>
              </a:path>
            </a:pathLst>
          </a:custGeom>
          <a:noFill xmlns:a="http://schemas.openxmlformats.org/drawingml/2006/main"/>
          <a:ln xmlns:a="http://schemas.openxmlformats.org/drawingml/2006/main" w="3106">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A3470F35-2DA4-4ADA-8047-E6311BE936C1}"/>
              </a:ext>
            </a:extLst>
          </p:cNvPr>
          <p:cNvSpPr>
            <a:spLocks xmlns:a="http://schemas.openxmlformats.org/drawingml/2006/main" noGrp="1"/>
          </p:cNvSpPr>
          <p:nvPr/>
        </p:nvSpPr>
        <p:spPr>
          <a:xfrm xmlns:a="http://schemas.openxmlformats.org/drawingml/2006/main">
            <a:off x="6074016" y="4543040"/>
            <a:ext cx="100149" cy="73206"/>
          </a:xfrm>
          <a:custGeom xmlns:a="http://schemas.openxmlformats.org/drawingml/2006/main">
            <a:pathLst>
              <a:path w="122864" h="89810">
                <a:moveTo>
                  <a:pt x="122864" y="53494"/>
                </a:moveTo>
                <a:lnTo>
                  <a:pt x="120213" y="69174"/>
                </a:lnTo>
                <a:lnTo>
                  <a:pt x="107650" y="76898"/>
                </a:lnTo>
                <a:lnTo>
                  <a:pt x="63507" y="57760"/>
                </a:lnTo>
                <a:lnTo>
                  <a:pt x="49676" y="62487"/>
                </a:lnTo>
                <a:lnTo>
                  <a:pt x="14983" y="89810"/>
                </a:lnTo>
                <a:lnTo>
                  <a:pt x="5302" y="89464"/>
                </a:lnTo>
                <a:lnTo>
                  <a:pt x="0" y="81625"/>
                </a:lnTo>
                <a:lnTo>
                  <a:pt x="5417" y="66176"/>
                </a:lnTo>
                <a:lnTo>
                  <a:pt x="52442" y="34471"/>
                </a:lnTo>
                <a:lnTo>
                  <a:pt x="84829" y="0"/>
                </a:lnTo>
                <a:lnTo>
                  <a:pt x="96125" y="3805"/>
                </a:lnTo>
                <a:lnTo>
                  <a:pt x="109149" y="17063"/>
                </a:lnTo>
                <a:lnTo>
                  <a:pt x="122864" y="53494"/>
                </a:lnTo>
              </a:path>
            </a:pathLst>
          </a:custGeom>
          <a:noFill xmlns:a="http://schemas.openxmlformats.org/drawingml/2006/main"/>
          <a:ln xmlns:a="http://schemas.openxmlformats.org/drawingml/2006/main" w="3106">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16489097-8563-41F7-A3EB-D66903EF147D}"/>
              </a:ext>
            </a:extLst>
          </p:cNvPr>
          <p:cNvSpPr>
            <a:spLocks xmlns:a="http://schemas.openxmlformats.org/drawingml/2006/main" noGrp="1"/>
          </p:cNvSpPr>
          <p:nvPr/>
        </p:nvSpPr>
        <p:spPr>
          <a:xfrm xmlns:a="http://schemas.openxmlformats.org/drawingml/2006/main">
            <a:off x="5985611" y="4643968"/>
            <a:ext cx="49698" cy="68225"/>
          </a:xfrm>
          <a:custGeom xmlns:a="http://schemas.openxmlformats.org/drawingml/2006/main">
            <a:pathLst>
              <a:path w="60971" h="83700">
                <a:moveTo>
                  <a:pt x="60971" y="69865"/>
                </a:moveTo>
                <a:lnTo>
                  <a:pt x="58320" y="81394"/>
                </a:lnTo>
                <a:lnTo>
                  <a:pt x="51866" y="83700"/>
                </a:lnTo>
                <a:lnTo>
                  <a:pt x="21092" y="66291"/>
                </a:lnTo>
                <a:lnTo>
                  <a:pt x="0" y="21674"/>
                </a:lnTo>
                <a:lnTo>
                  <a:pt x="7376" y="0"/>
                </a:lnTo>
                <a:lnTo>
                  <a:pt x="27777" y="6226"/>
                </a:lnTo>
                <a:lnTo>
                  <a:pt x="45988" y="29514"/>
                </a:lnTo>
                <a:lnTo>
                  <a:pt x="60971" y="69865"/>
                </a:lnTo>
              </a:path>
            </a:pathLst>
          </a:custGeom>
          <a:noFill xmlns:a="http://schemas.openxmlformats.org/drawingml/2006/main"/>
          <a:ln xmlns:a="http://schemas.openxmlformats.org/drawingml/2006/main" w="3106">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38462401-BA32-49A9-AD1B-F2FD3C32CE09}"/>
              </a:ext>
            </a:extLst>
          </p:cNvPr>
          <p:cNvSpPr>
            <a:spLocks xmlns:a="http://schemas.openxmlformats.org/drawingml/2006/main" noGrp="1"/>
          </p:cNvSpPr>
          <p:nvPr/>
        </p:nvSpPr>
        <p:spPr>
          <a:xfrm xmlns:a="http://schemas.openxmlformats.org/drawingml/2006/main">
            <a:off x="6198685" y="4731834"/>
            <a:ext cx="44719" cy="43510"/>
          </a:xfrm>
          <a:custGeom xmlns:a="http://schemas.openxmlformats.org/drawingml/2006/main">
            <a:pathLst>
              <a:path w="54862" h="53379">
                <a:moveTo>
                  <a:pt x="29967" y="13258"/>
                </a:moveTo>
                <a:lnTo>
                  <a:pt x="39187" y="10030"/>
                </a:lnTo>
                <a:lnTo>
                  <a:pt x="32964" y="5303"/>
                </a:lnTo>
                <a:lnTo>
                  <a:pt x="38150" y="8416"/>
                </a:lnTo>
                <a:lnTo>
                  <a:pt x="51750" y="29860"/>
                </a:lnTo>
                <a:lnTo>
                  <a:pt x="54862" y="40812"/>
                </a:lnTo>
                <a:lnTo>
                  <a:pt x="45872" y="53379"/>
                </a:lnTo>
                <a:lnTo>
                  <a:pt x="39418" y="50843"/>
                </a:lnTo>
                <a:lnTo>
                  <a:pt x="45642" y="52918"/>
                </a:lnTo>
                <a:lnTo>
                  <a:pt x="52673" y="43695"/>
                </a:lnTo>
                <a:lnTo>
                  <a:pt x="50944" y="46231"/>
                </a:lnTo>
                <a:lnTo>
                  <a:pt x="27892" y="35970"/>
                </a:lnTo>
                <a:lnTo>
                  <a:pt x="27892" y="32742"/>
                </a:lnTo>
                <a:lnTo>
                  <a:pt x="29852" y="39314"/>
                </a:lnTo>
                <a:lnTo>
                  <a:pt x="18672" y="23519"/>
                </a:lnTo>
                <a:lnTo>
                  <a:pt x="24780" y="25018"/>
                </a:lnTo>
                <a:lnTo>
                  <a:pt x="27546" y="19830"/>
                </a:lnTo>
                <a:lnTo>
                  <a:pt x="18095" y="17063"/>
                </a:lnTo>
                <a:lnTo>
                  <a:pt x="13716" y="23173"/>
                </a:lnTo>
                <a:lnTo>
                  <a:pt x="0" y="7033"/>
                </a:lnTo>
                <a:lnTo>
                  <a:pt x="1383" y="1038"/>
                </a:lnTo>
                <a:lnTo>
                  <a:pt x="12563" y="0"/>
                </a:lnTo>
                <a:lnTo>
                  <a:pt x="13139" y="4150"/>
                </a:lnTo>
                <a:lnTo>
                  <a:pt x="29967" y="13258"/>
                </a:lnTo>
              </a:path>
            </a:pathLst>
          </a:custGeom>
          <a:noFill xmlns:a="http://schemas.openxmlformats.org/drawingml/2006/main"/>
          <a:ln xmlns:a="http://schemas.openxmlformats.org/drawingml/2006/main" w="3106">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070A3ABE-56C2-4C76-A91F-F7C30C4C9CCD}"/>
              </a:ext>
            </a:extLst>
          </p:cNvPr>
          <p:cNvSpPr>
            <a:spLocks xmlns:a="http://schemas.openxmlformats.org/drawingml/2006/main" noGrp="1"/>
          </p:cNvSpPr>
          <p:nvPr/>
        </p:nvSpPr>
        <p:spPr>
          <a:xfrm xmlns:a="http://schemas.openxmlformats.org/drawingml/2006/main">
            <a:off x="5967855" y="4824493"/>
            <a:ext cx="30157" cy="30542"/>
          </a:xfrm>
          <a:custGeom xmlns:a="http://schemas.openxmlformats.org/drawingml/2006/main">
            <a:pathLst>
              <a:path w="36998" h="37469">
                <a:moveTo>
                  <a:pt x="17865" y="0"/>
                </a:moveTo>
                <a:lnTo>
                  <a:pt x="32733" y="9108"/>
                </a:lnTo>
                <a:lnTo>
                  <a:pt x="36998" y="17755"/>
                </a:lnTo>
                <a:lnTo>
                  <a:pt x="34692" y="13374"/>
                </a:lnTo>
                <a:lnTo>
                  <a:pt x="29621" y="15103"/>
                </a:lnTo>
                <a:lnTo>
                  <a:pt x="19709" y="32281"/>
                </a:lnTo>
                <a:lnTo>
                  <a:pt x="23858" y="34933"/>
                </a:lnTo>
                <a:lnTo>
                  <a:pt x="10373" y="37469"/>
                </a:lnTo>
                <a:lnTo>
                  <a:pt x="0" y="24211"/>
                </a:lnTo>
                <a:lnTo>
                  <a:pt x="17865" y="0"/>
                </a:lnTo>
              </a:path>
            </a:pathLst>
          </a:custGeom>
          <a:noFill xmlns:a="http://schemas.openxmlformats.org/drawingml/2006/main"/>
          <a:ln xmlns:a="http://schemas.openxmlformats.org/drawingml/2006/main" w="3106">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7FF66521-1347-4B87-90C5-6C9220D1457F}"/>
              </a:ext>
            </a:extLst>
          </p:cNvPr>
          <p:cNvSpPr>
            <a:spLocks xmlns:a="http://schemas.openxmlformats.org/drawingml/2006/main" noGrp="1"/>
          </p:cNvSpPr>
          <p:nvPr/>
        </p:nvSpPr>
        <p:spPr>
          <a:xfrm xmlns:a="http://schemas.openxmlformats.org/drawingml/2006/main">
            <a:off x="5951414" y="4810678"/>
            <a:ext cx="18884" cy="21520"/>
          </a:xfrm>
          <a:custGeom xmlns:a="http://schemas.openxmlformats.org/drawingml/2006/main">
            <a:pathLst>
              <a:path w="23167" h="26401">
                <a:moveTo>
                  <a:pt x="4956" y="0"/>
                </a:moveTo>
                <a:lnTo>
                  <a:pt x="17058" y="2767"/>
                </a:lnTo>
                <a:lnTo>
                  <a:pt x="23167" y="9108"/>
                </a:lnTo>
                <a:lnTo>
                  <a:pt x="9797" y="26401"/>
                </a:lnTo>
                <a:lnTo>
                  <a:pt x="1037" y="17178"/>
                </a:lnTo>
                <a:lnTo>
                  <a:pt x="0" y="5764"/>
                </a:lnTo>
                <a:lnTo>
                  <a:pt x="807" y="9569"/>
                </a:lnTo>
                <a:lnTo>
                  <a:pt x="4956" y="6110"/>
                </a:lnTo>
                <a:lnTo>
                  <a:pt x="4956" y="0"/>
                </a:lnTo>
              </a:path>
            </a:pathLst>
          </a:custGeom>
          <a:noFill xmlns:a="http://schemas.openxmlformats.org/drawingml/2006/main"/>
          <a:ln xmlns:a="http://schemas.openxmlformats.org/drawingml/2006/main" w="3106">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098B8D4C-0B58-4177-B81A-E0E04C1EEB49}"/>
              </a:ext>
            </a:extLst>
          </p:cNvPr>
          <p:cNvSpPr>
            <a:spLocks xmlns:a="http://schemas.openxmlformats.org/drawingml/2006/main" noGrp="1"/>
          </p:cNvSpPr>
          <p:nvPr/>
        </p:nvSpPr>
        <p:spPr>
          <a:xfrm xmlns:a="http://schemas.openxmlformats.org/drawingml/2006/main">
            <a:off x="6195209" y="2596086"/>
            <a:ext cx="141110" cy="163233"/>
          </a:xfrm>
          <a:custGeom xmlns:a="http://schemas.openxmlformats.org/drawingml/2006/main">
            <a:pathLst>
              <a:path w="173116" h="200257">
                <a:moveTo>
                  <a:pt x="169774" y="145956"/>
                </a:moveTo>
                <a:lnTo>
                  <a:pt x="173116" y="159906"/>
                </a:lnTo>
                <a:lnTo>
                  <a:pt x="168506" y="170282"/>
                </a:lnTo>
                <a:lnTo>
                  <a:pt x="136926" y="195185"/>
                </a:lnTo>
                <a:lnTo>
                  <a:pt x="113298" y="200257"/>
                </a:lnTo>
                <a:lnTo>
                  <a:pt x="92206" y="192764"/>
                </a:lnTo>
                <a:lnTo>
                  <a:pt x="69385" y="167631"/>
                </a:lnTo>
                <a:lnTo>
                  <a:pt x="47140" y="127856"/>
                </a:lnTo>
                <a:lnTo>
                  <a:pt x="26279" y="112176"/>
                </a:lnTo>
                <a:lnTo>
                  <a:pt x="24319" y="78627"/>
                </a:lnTo>
                <a:lnTo>
                  <a:pt x="2420" y="34817"/>
                </a:lnTo>
                <a:lnTo>
                  <a:pt x="0" y="15218"/>
                </a:lnTo>
                <a:lnTo>
                  <a:pt x="31580" y="0"/>
                </a:lnTo>
                <a:lnTo>
                  <a:pt x="44835" y="2421"/>
                </a:lnTo>
                <a:lnTo>
                  <a:pt x="100620" y="61680"/>
                </a:lnTo>
                <a:lnTo>
                  <a:pt x="169774" y="145956"/>
                </a:lnTo>
              </a:path>
            </a:pathLst>
          </a:custGeom>
          <a:noFill xmlns:a="http://schemas.openxmlformats.org/drawingml/2006/main"/>
          <a:ln xmlns:a="http://schemas.openxmlformats.org/drawingml/2006/main" w="3106">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32F2D799-BBCE-4D52-B671-69EBBE56C915}"/>
              </a:ext>
            </a:extLst>
          </p:cNvPr>
          <p:cNvSpPr>
            <a:spLocks xmlns:a="http://schemas.openxmlformats.org/drawingml/2006/main" noGrp="1"/>
          </p:cNvSpPr>
          <p:nvPr/>
        </p:nvSpPr>
        <p:spPr>
          <a:xfrm xmlns:a="http://schemas.openxmlformats.org/drawingml/2006/main">
            <a:off x="7618239" y="2710264"/>
            <a:ext cx="447912" cy="774023"/>
          </a:xfrm>
          <a:custGeom xmlns:a="http://schemas.openxmlformats.org/drawingml/2006/main">
            <a:pathLst>
              <a:path w="549507" h="949587">
                <a:moveTo>
                  <a:pt x="518427" y="95114"/>
                </a:moveTo>
                <a:lnTo>
                  <a:pt x="527071" y="106412"/>
                </a:lnTo>
                <a:lnTo>
                  <a:pt x="538021" y="100532"/>
                </a:lnTo>
                <a:lnTo>
                  <a:pt x="549507" y="101690"/>
                </a:lnTo>
                <a:moveTo>
                  <a:pt x="549507" y="949587"/>
                </a:moveTo>
                <a:lnTo>
                  <a:pt x="269702" y="711911"/>
                </a:lnTo>
                <a:lnTo>
                  <a:pt x="143841" y="597544"/>
                </a:lnTo>
                <a:lnTo>
                  <a:pt x="100504" y="532751"/>
                </a:lnTo>
                <a:lnTo>
                  <a:pt x="83446" y="490671"/>
                </a:lnTo>
                <a:lnTo>
                  <a:pt x="74226" y="453432"/>
                </a:lnTo>
                <a:lnTo>
                  <a:pt x="85521" y="444440"/>
                </a:lnTo>
                <a:lnTo>
                  <a:pt x="182337" y="447207"/>
                </a:lnTo>
                <a:lnTo>
                  <a:pt x="206195" y="441558"/>
                </a:lnTo>
                <a:lnTo>
                  <a:pt x="223829" y="431412"/>
                </a:lnTo>
                <a:lnTo>
                  <a:pt x="236738" y="413312"/>
                </a:lnTo>
                <a:lnTo>
                  <a:pt x="235470" y="400861"/>
                </a:lnTo>
                <a:lnTo>
                  <a:pt x="223714" y="389562"/>
                </a:lnTo>
                <a:lnTo>
                  <a:pt x="221755" y="373998"/>
                </a:lnTo>
                <a:lnTo>
                  <a:pt x="242962" y="336183"/>
                </a:lnTo>
                <a:lnTo>
                  <a:pt x="225328" y="327998"/>
                </a:lnTo>
                <a:lnTo>
                  <a:pt x="205965" y="329842"/>
                </a:lnTo>
                <a:lnTo>
                  <a:pt x="178649" y="357973"/>
                </a:lnTo>
                <a:lnTo>
                  <a:pt x="153523" y="368118"/>
                </a:lnTo>
                <a:lnTo>
                  <a:pt x="60741" y="363853"/>
                </a:lnTo>
                <a:lnTo>
                  <a:pt x="45988" y="355321"/>
                </a:lnTo>
                <a:lnTo>
                  <a:pt x="36191" y="342985"/>
                </a:lnTo>
                <a:lnTo>
                  <a:pt x="2075" y="252253"/>
                </a:lnTo>
                <a:lnTo>
                  <a:pt x="0" y="208558"/>
                </a:lnTo>
                <a:lnTo>
                  <a:pt x="19248" y="168668"/>
                </a:lnTo>
                <a:lnTo>
                  <a:pt x="140268" y="59489"/>
                </a:lnTo>
                <a:lnTo>
                  <a:pt x="177381" y="39544"/>
                </a:lnTo>
                <a:lnTo>
                  <a:pt x="314998" y="1268"/>
                </a:lnTo>
                <a:lnTo>
                  <a:pt x="360525" y="0"/>
                </a:lnTo>
                <a:lnTo>
                  <a:pt x="399251" y="11183"/>
                </a:lnTo>
                <a:lnTo>
                  <a:pt x="434404" y="63640"/>
                </a:lnTo>
                <a:lnTo>
                  <a:pt x="512779" y="78397"/>
                </a:lnTo>
                <a:lnTo>
                  <a:pt x="521424" y="85314"/>
                </a:lnTo>
                <a:lnTo>
                  <a:pt x="518427" y="95114"/>
                </a:lnTo>
              </a:path>
            </a:pathLst>
          </a:custGeom>
          <a:noFill xmlns:a="http://schemas.openxmlformats.org/drawingml/2006/main"/>
          <a:ln xmlns:a="http://schemas.openxmlformats.org/drawingml/2006/main" w="3106">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40261E5B-FBAC-4417-9AAD-CADB7F81B674}"/>
              </a:ext>
            </a:extLst>
          </p:cNvPr>
          <p:cNvSpPr>
            <a:spLocks xmlns:a="http://schemas.openxmlformats.org/drawingml/2006/main" noGrp="1"/>
          </p:cNvSpPr>
          <p:nvPr/>
        </p:nvSpPr>
        <p:spPr>
          <a:xfrm xmlns:a="http://schemas.openxmlformats.org/drawingml/2006/main">
            <a:off x="7007201" y="3014364"/>
            <a:ext cx="98270" cy="90779"/>
          </a:xfrm>
          <a:custGeom xmlns:a="http://schemas.openxmlformats.org/drawingml/2006/main">
            <a:pathLst>
              <a:path w="120559" h="111369">
                <a:moveTo>
                  <a:pt x="34116" y="7033"/>
                </a:moveTo>
                <a:lnTo>
                  <a:pt x="63391" y="45655"/>
                </a:lnTo>
                <a:lnTo>
                  <a:pt x="109610" y="60527"/>
                </a:lnTo>
                <a:lnTo>
                  <a:pt x="120559" y="100763"/>
                </a:lnTo>
                <a:lnTo>
                  <a:pt x="115833" y="110678"/>
                </a:lnTo>
                <a:lnTo>
                  <a:pt x="109610" y="111369"/>
                </a:lnTo>
                <a:lnTo>
                  <a:pt x="94626" y="98572"/>
                </a:lnTo>
                <a:lnTo>
                  <a:pt x="8760" y="14757"/>
                </a:lnTo>
                <a:lnTo>
                  <a:pt x="0" y="0"/>
                </a:lnTo>
                <a:lnTo>
                  <a:pt x="34116" y="7033"/>
                </a:lnTo>
              </a:path>
            </a:pathLst>
          </a:custGeom>
          <a:noFill xmlns:a="http://schemas.openxmlformats.org/drawingml/2006/main"/>
          <a:ln xmlns:a="http://schemas.openxmlformats.org/drawingml/2006/main" w="3106">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D8D1F208-0BB7-45D5-834B-49690F47809D}"/>
              </a:ext>
            </a:extLst>
          </p:cNvPr>
          <p:cNvSpPr>
            <a:spLocks xmlns:a="http://schemas.openxmlformats.org/drawingml/2006/main" noGrp="1"/>
          </p:cNvSpPr>
          <p:nvPr/>
        </p:nvSpPr>
        <p:spPr>
          <a:xfrm xmlns:a="http://schemas.openxmlformats.org/drawingml/2006/main">
            <a:off x="5255917" y="4808987"/>
            <a:ext cx="226415" cy="146671"/>
          </a:xfrm>
          <a:custGeom xmlns:a="http://schemas.openxmlformats.org/drawingml/2006/main">
            <a:pathLst>
              <a:path w="277770" h="179938">
                <a:moveTo>
                  <a:pt x="27085" y="48191"/>
                </a:moveTo>
                <a:lnTo>
                  <a:pt x="44605" y="50266"/>
                </a:lnTo>
                <a:lnTo>
                  <a:pt x="38842" y="62371"/>
                </a:lnTo>
                <a:lnTo>
                  <a:pt x="44489" y="82662"/>
                </a:lnTo>
                <a:lnTo>
                  <a:pt x="36767" y="84968"/>
                </a:lnTo>
                <a:lnTo>
                  <a:pt x="49215" y="81164"/>
                </a:lnTo>
                <a:lnTo>
                  <a:pt x="51289" y="84738"/>
                </a:lnTo>
                <a:lnTo>
                  <a:pt x="56130" y="78512"/>
                </a:lnTo>
                <a:lnTo>
                  <a:pt x="60625" y="84161"/>
                </a:lnTo>
                <a:lnTo>
                  <a:pt x="54747" y="99610"/>
                </a:lnTo>
                <a:lnTo>
                  <a:pt x="61778" y="104221"/>
                </a:lnTo>
                <a:lnTo>
                  <a:pt x="45988" y="113560"/>
                </a:lnTo>
                <a:lnTo>
                  <a:pt x="36882" y="107104"/>
                </a:lnTo>
                <a:lnTo>
                  <a:pt x="34231" y="109294"/>
                </a:lnTo>
                <a:lnTo>
                  <a:pt x="45296" y="114597"/>
                </a:lnTo>
                <a:lnTo>
                  <a:pt x="64314" y="107104"/>
                </a:lnTo>
                <a:lnTo>
                  <a:pt x="56015" y="114713"/>
                </a:lnTo>
                <a:lnTo>
                  <a:pt x="66734" y="113214"/>
                </a:lnTo>
                <a:lnTo>
                  <a:pt x="64198" y="128086"/>
                </a:lnTo>
                <a:lnTo>
                  <a:pt x="68348" y="116673"/>
                </a:lnTo>
                <a:lnTo>
                  <a:pt x="95779" y="104683"/>
                </a:lnTo>
                <a:lnTo>
                  <a:pt x="110877" y="103184"/>
                </a:lnTo>
                <a:lnTo>
                  <a:pt x="142573" y="111254"/>
                </a:lnTo>
                <a:lnTo>
                  <a:pt x="180032" y="91655"/>
                </a:lnTo>
                <a:lnTo>
                  <a:pt x="203314" y="84738"/>
                </a:lnTo>
                <a:lnTo>
                  <a:pt x="203314" y="80011"/>
                </a:lnTo>
                <a:lnTo>
                  <a:pt x="262441" y="79088"/>
                </a:lnTo>
                <a:lnTo>
                  <a:pt x="275234" y="131891"/>
                </a:lnTo>
                <a:lnTo>
                  <a:pt x="277770" y="178007"/>
                </a:lnTo>
                <a:lnTo>
                  <a:pt x="277284" y="179938"/>
                </a:lnTo>
                <a:moveTo>
                  <a:pt x="70229" y="179938"/>
                </a:moveTo>
                <a:lnTo>
                  <a:pt x="65005" y="154257"/>
                </a:lnTo>
                <a:lnTo>
                  <a:pt x="59473" y="163134"/>
                </a:lnTo>
                <a:lnTo>
                  <a:pt x="56937" y="154142"/>
                </a:lnTo>
                <a:lnTo>
                  <a:pt x="45181" y="150798"/>
                </a:lnTo>
                <a:lnTo>
                  <a:pt x="57052" y="155986"/>
                </a:lnTo>
                <a:lnTo>
                  <a:pt x="57629" y="165671"/>
                </a:lnTo>
                <a:lnTo>
                  <a:pt x="45988" y="176392"/>
                </a:lnTo>
                <a:lnTo>
                  <a:pt x="37574" y="164633"/>
                </a:lnTo>
                <a:lnTo>
                  <a:pt x="35153" y="174548"/>
                </a:lnTo>
                <a:lnTo>
                  <a:pt x="29865" y="179938"/>
                </a:lnTo>
                <a:moveTo>
                  <a:pt x="18912" y="179938"/>
                </a:moveTo>
                <a:lnTo>
                  <a:pt x="8760" y="162904"/>
                </a:lnTo>
                <a:lnTo>
                  <a:pt x="0" y="128317"/>
                </a:lnTo>
                <a:lnTo>
                  <a:pt x="4495" y="96612"/>
                </a:lnTo>
                <a:lnTo>
                  <a:pt x="13139" y="85429"/>
                </a:lnTo>
                <a:lnTo>
                  <a:pt x="17980" y="59259"/>
                </a:lnTo>
                <a:lnTo>
                  <a:pt x="13139" y="576"/>
                </a:lnTo>
                <a:lnTo>
                  <a:pt x="16482" y="0"/>
                </a:lnTo>
                <a:lnTo>
                  <a:pt x="27085" y="48191"/>
                </a:lnTo>
              </a:path>
            </a:pathLst>
          </a:custGeom>
          <a:noFill xmlns:a="http://schemas.openxmlformats.org/drawingml/2006/main"/>
          <a:ln xmlns:a="http://schemas.openxmlformats.org/drawingml/2006/main" w="3106">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6456497D-D328-4C85-8D50-72F018C2ECF1}"/>
              </a:ext>
            </a:extLst>
          </p:cNvPr>
          <p:cNvSpPr>
            <a:spLocks xmlns:a="http://schemas.openxmlformats.org/drawingml/2006/main" noGrp="1"/>
          </p:cNvSpPr>
          <p:nvPr/>
        </p:nvSpPr>
        <p:spPr>
          <a:xfrm xmlns:a="http://schemas.openxmlformats.org/drawingml/2006/main">
            <a:off x="4781104" y="4845637"/>
            <a:ext cx="249338" cy="101774"/>
          </a:xfrm>
          <a:custGeom xmlns:a="http://schemas.openxmlformats.org/drawingml/2006/main">
            <a:pathLst>
              <a:path w="305893" h="124858">
                <a:moveTo>
                  <a:pt x="180378" y="231"/>
                </a:moveTo>
                <a:lnTo>
                  <a:pt x="205043" y="7840"/>
                </a:lnTo>
                <a:lnTo>
                  <a:pt x="189598" y="3228"/>
                </a:lnTo>
                <a:lnTo>
                  <a:pt x="186140" y="14065"/>
                </a:lnTo>
                <a:lnTo>
                  <a:pt x="197205" y="31359"/>
                </a:lnTo>
                <a:lnTo>
                  <a:pt x="209768" y="38737"/>
                </a:lnTo>
                <a:lnTo>
                  <a:pt x="229708" y="36662"/>
                </a:lnTo>
                <a:lnTo>
                  <a:pt x="246189" y="25364"/>
                </a:lnTo>
                <a:lnTo>
                  <a:pt x="247918" y="22481"/>
                </a:lnTo>
                <a:lnTo>
                  <a:pt x="241925" y="18907"/>
                </a:lnTo>
                <a:lnTo>
                  <a:pt x="255640" y="26055"/>
                </a:lnTo>
                <a:lnTo>
                  <a:pt x="271085" y="62602"/>
                </a:lnTo>
                <a:lnTo>
                  <a:pt x="263824" y="45309"/>
                </a:lnTo>
                <a:lnTo>
                  <a:pt x="254603" y="42542"/>
                </a:lnTo>
                <a:lnTo>
                  <a:pt x="241464" y="48191"/>
                </a:lnTo>
                <a:lnTo>
                  <a:pt x="233626" y="62371"/>
                </a:lnTo>
                <a:lnTo>
                  <a:pt x="245613" y="74938"/>
                </a:lnTo>
                <a:lnTo>
                  <a:pt x="259790" y="76437"/>
                </a:lnTo>
                <a:lnTo>
                  <a:pt x="282726" y="93384"/>
                </a:lnTo>
                <a:lnTo>
                  <a:pt x="291485" y="91540"/>
                </a:lnTo>
                <a:lnTo>
                  <a:pt x="286645" y="84968"/>
                </a:lnTo>
                <a:lnTo>
                  <a:pt x="305893" y="112868"/>
                </a:lnTo>
                <a:lnTo>
                  <a:pt x="284109" y="115520"/>
                </a:lnTo>
                <a:lnTo>
                  <a:pt x="288143" y="109179"/>
                </a:lnTo>
                <a:lnTo>
                  <a:pt x="283878" y="102492"/>
                </a:lnTo>
                <a:lnTo>
                  <a:pt x="261749" y="97189"/>
                </a:lnTo>
                <a:lnTo>
                  <a:pt x="260136" y="117710"/>
                </a:lnTo>
                <a:lnTo>
                  <a:pt x="273736" y="116096"/>
                </a:lnTo>
                <a:lnTo>
                  <a:pt x="228094" y="124858"/>
                </a:lnTo>
                <a:lnTo>
                  <a:pt x="185334" y="116096"/>
                </a:lnTo>
                <a:lnTo>
                  <a:pt x="112491" y="124282"/>
                </a:lnTo>
                <a:lnTo>
                  <a:pt x="7722" y="106758"/>
                </a:lnTo>
                <a:lnTo>
                  <a:pt x="0" y="99264"/>
                </a:lnTo>
                <a:lnTo>
                  <a:pt x="4034" y="87966"/>
                </a:lnTo>
                <a:lnTo>
                  <a:pt x="41032" y="64793"/>
                </a:lnTo>
                <a:lnTo>
                  <a:pt x="77799" y="24441"/>
                </a:lnTo>
                <a:lnTo>
                  <a:pt x="161475" y="0"/>
                </a:lnTo>
                <a:lnTo>
                  <a:pt x="180378" y="231"/>
                </a:lnTo>
              </a:path>
            </a:pathLst>
          </a:custGeom>
          <a:noFill xmlns:a="http://schemas.openxmlformats.org/drawingml/2006/main"/>
          <a:ln xmlns:a="http://schemas.openxmlformats.org/drawingml/2006/main" w="3106">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0AB954DA-D911-4B48-8049-FEE4FC643435}"/>
              </a:ext>
            </a:extLst>
          </p:cNvPr>
          <p:cNvSpPr>
            <a:spLocks xmlns:a="http://schemas.openxmlformats.org/drawingml/2006/main" noGrp="1"/>
          </p:cNvSpPr>
          <p:nvPr/>
        </p:nvSpPr>
        <p:spPr>
          <a:xfrm xmlns:a="http://schemas.openxmlformats.org/drawingml/2006/main">
            <a:off x="5086999" y="4620381"/>
            <a:ext cx="292272" cy="115588"/>
          </a:xfrm>
          <a:custGeom xmlns:a="http://schemas.openxmlformats.org/drawingml/2006/main">
            <a:pathLst>
              <a:path w="358565" h="141806">
                <a:moveTo>
                  <a:pt x="125285" y="14296"/>
                </a:moveTo>
                <a:lnTo>
                  <a:pt x="170696" y="34817"/>
                </a:lnTo>
                <a:lnTo>
                  <a:pt x="176228" y="22366"/>
                </a:lnTo>
                <a:lnTo>
                  <a:pt x="193632" y="8877"/>
                </a:lnTo>
                <a:lnTo>
                  <a:pt x="204351" y="7379"/>
                </a:lnTo>
                <a:lnTo>
                  <a:pt x="209422" y="12221"/>
                </a:lnTo>
                <a:lnTo>
                  <a:pt x="226941" y="65600"/>
                </a:lnTo>
                <a:lnTo>
                  <a:pt x="232589" y="70326"/>
                </a:lnTo>
                <a:lnTo>
                  <a:pt x="275926" y="86813"/>
                </a:lnTo>
                <a:lnTo>
                  <a:pt x="290909" y="82432"/>
                </a:lnTo>
                <a:lnTo>
                  <a:pt x="318225" y="83815"/>
                </a:lnTo>
                <a:lnTo>
                  <a:pt x="347039" y="100532"/>
                </a:lnTo>
                <a:lnTo>
                  <a:pt x="358565" y="113790"/>
                </a:lnTo>
                <a:lnTo>
                  <a:pt x="336897" y="141806"/>
                </a:lnTo>
                <a:lnTo>
                  <a:pt x="278461" y="139385"/>
                </a:lnTo>
                <a:lnTo>
                  <a:pt x="223599" y="127395"/>
                </a:lnTo>
                <a:lnTo>
                  <a:pt x="143610" y="85890"/>
                </a:lnTo>
                <a:lnTo>
                  <a:pt x="64429" y="68597"/>
                </a:lnTo>
                <a:lnTo>
                  <a:pt x="34577" y="68828"/>
                </a:lnTo>
                <a:lnTo>
                  <a:pt x="5648" y="51073"/>
                </a:lnTo>
                <a:lnTo>
                  <a:pt x="0" y="36777"/>
                </a:lnTo>
                <a:lnTo>
                  <a:pt x="3919" y="27669"/>
                </a:lnTo>
                <a:lnTo>
                  <a:pt x="42299" y="6571"/>
                </a:lnTo>
                <a:lnTo>
                  <a:pt x="76300" y="0"/>
                </a:lnTo>
                <a:lnTo>
                  <a:pt x="111223" y="3805"/>
                </a:lnTo>
                <a:lnTo>
                  <a:pt x="125285" y="14296"/>
                </a:lnTo>
              </a:path>
            </a:pathLst>
          </a:custGeom>
          <a:noFill xmlns:a="http://schemas.openxmlformats.org/drawingml/2006/main"/>
          <a:ln xmlns:a="http://schemas.openxmlformats.org/drawingml/2006/main" w="3106">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0688D43A-3A72-4360-AD96-3ADCE9A95BB2}"/>
              </a:ext>
            </a:extLst>
          </p:cNvPr>
          <p:cNvSpPr>
            <a:spLocks xmlns:a="http://schemas.openxmlformats.org/drawingml/2006/main" noGrp="1"/>
          </p:cNvSpPr>
          <p:nvPr/>
        </p:nvSpPr>
        <p:spPr>
          <a:xfrm xmlns:a="http://schemas.openxmlformats.org/drawingml/2006/main">
            <a:off x="5274425" y="4591625"/>
            <a:ext cx="182729" cy="153272"/>
          </a:xfrm>
          <a:custGeom xmlns:a="http://schemas.openxmlformats.org/drawingml/2006/main">
            <a:pathLst>
              <a:path w="224175" h="188037">
                <a:moveTo>
                  <a:pt x="18441" y="0"/>
                </a:moveTo>
                <a:lnTo>
                  <a:pt x="62354" y="7840"/>
                </a:lnTo>
                <a:lnTo>
                  <a:pt x="112952" y="50497"/>
                </a:lnTo>
                <a:lnTo>
                  <a:pt x="125285" y="71364"/>
                </a:lnTo>
                <a:lnTo>
                  <a:pt x="134505" y="76552"/>
                </a:lnTo>
                <a:lnTo>
                  <a:pt x="139231" y="69750"/>
                </a:lnTo>
                <a:lnTo>
                  <a:pt x="143956" y="74016"/>
                </a:lnTo>
                <a:lnTo>
                  <a:pt x="141421" y="76898"/>
                </a:lnTo>
                <a:lnTo>
                  <a:pt x="150756" y="85429"/>
                </a:lnTo>
                <a:lnTo>
                  <a:pt x="153523" y="83008"/>
                </a:lnTo>
                <a:lnTo>
                  <a:pt x="160553" y="89810"/>
                </a:lnTo>
                <a:lnTo>
                  <a:pt x="157902" y="92462"/>
                </a:lnTo>
                <a:lnTo>
                  <a:pt x="166547" y="100993"/>
                </a:lnTo>
                <a:lnTo>
                  <a:pt x="169889" y="97881"/>
                </a:lnTo>
                <a:lnTo>
                  <a:pt x="195476" y="125204"/>
                </a:lnTo>
                <a:lnTo>
                  <a:pt x="201585" y="134427"/>
                </a:lnTo>
                <a:lnTo>
                  <a:pt x="198012" y="147570"/>
                </a:lnTo>
                <a:lnTo>
                  <a:pt x="207924" y="151836"/>
                </a:lnTo>
                <a:lnTo>
                  <a:pt x="224175" y="182503"/>
                </a:lnTo>
                <a:lnTo>
                  <a:pt x="223253" y="188037"/>
                </a:lnTo>
                <a:lnTo>
                  <a:pt x="192364" y="179851"/>
                </a:lnTo>
                <a:lnTo>
                  <a:pt x="157326" y="178122"/>
                </a:lnTo>
                <a:lnTo>
                  <a:pt x="148912" y="145956"/>
                </a:lnTo>
                <a:lnTo>
                  <a:pt x="128627" y="127164"/>
                </a:lnTo>
                <a:lnTo>
                  <a:pt x="86443" y="111024"/>
                </a:lnTo>
                <a:lnTo>
                  <a:pt x="38726" y="106297"/>
                </a:lnTo>
                <a:lnTo>
                  <a:pt x="12563" y="91194"/>
                </a:lnTo>
                <a:lnTo>
                  <a:pt x="0" y="17755"/>
                </a:lnTo>
                <a:lnTo>
                  <a:pt x="5878" y="14411"/>
                </a:lnTo>
                <a:lnTo>
                  <a:pt x="5187" y="5880"/>
                </a:lnTo>
                <a:lnTo>
                  <a:pt x="18441" y="0"/>
                </a:lnTo>
              </a:path>
            </a:pathLst>
          </a:custGeom>
          <a:noFill xmlns:a="http://schemas.openxmlformats.org/drawingml/2006/main"/>
          <a:ln xmlns:a="http://schemas.openxmlformats.org/drawingml/2006/main" w="3106">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C506C420-BF68-421B-B11D-3AB48A2C90ED}"/>
              </a:ext>
            </a:extLst>
          </p:cNvPr>
          <p:cNvSpPr>
            <a:spLocks xmlns:a="http://schemas.openxmlformats.org/drawingml/2006/main" noGrp="1"/>
          </p:cNvSpPr>
          <p:nvPr/>
        </p:nvSpPr>
        <p:spPr>
          <a:xfrm xmlns:a="http://schemas.openxmlformats.org/drawingml/2006/main">
            <a:off x="5577031" y="4869130"/>
            <a:ext cx="89324" cy="86527"/>
          </a:xfrm>
          <a:custGeom xmlns:a="http://schemas.openxmlformats.org/drawingml/2006/main">
            <a:pathLst>
              <a:path w="109585" h="106153">
                <a:moveTo>
                  <a:pt x="13831" y="3228"/>
                </a:moveTo>
                <a:lnTo>
                  <a:pt x="40340" y="28131"/>
                </a:lnTo>
                <a:lnTo>
                  <a:pt x="55093" y="33664"/>
                </a:lnTo>
                <a:lnTo>
                  <a:pt x="75724" y="69865"/>
                </a:lnTo>
                <a:lnTo>
                  <a:pt x="109494" y="104106"/>
                </a:lnTo>
                <a:lnTo>
                  <a:pt x="109585" y="106153"/>
                </a:lnTo>
                <a:moveTo>
                  <a:pt x="72552" y="106153"/>
                </a:moveTo>
                <a:lnTo>
                  <a:pt x="19594" y="72747"/>
                </a:lnTo>
                <a:lnTo>
                  <a:pt x="807" y="33664"/>
                </a:lnTo>
                <a:lnTo>
                  <a:pt x="0" y="3113"/>
                </a:lnTo>
                <a:lnTo>
                  <a:pt x="6685" y="0"/>
                </a:lnTo>
                <a:lnTo>
                  <a:pt x="13831" y="3228"/>
                </a:lnTo>
              </a:path>
            </a:pathLst>
          </a:custGeom>
          <a:noFill xmlns:a="http://schemas.openxmlformats.org/drawingml/2006/main"/>
          <a:ln xmlns:a="http://schemas.openxmlformats.org/drawingml/2006/main" w="3106">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F30483EE-72D4-4235-961C-7567266A0EFA}"/>
              </a:ext>
            </a:extLst>
          </p:cNvPr>
          <p:cNvSpPr>
            <a:spLocks xmlns:a="http://schemas.openxmlformats.org/drawingml/2006/main" noGrp="1"/>
          </p:cNvSpPr>
          <p:nvPr/>
        </p:nvSpPr>
        <p:spPr>
          <a:xfrm xmlns:a="http://schemas.openxmlformats.org/drawingml/2006/main">
            <a:off x="5153326" y="4704770"/>
            <a:ext cx="34479" cy="50182"/>
          </a:xfrm>
          <a:custGeom xmlns:a="http://schemas.openxmlformats.org/drawingml/2006/main">
            <a:pathLst>
              <a:path w="42299" h="61564">
                <a:moveTo>
                  <a:pt x="7492" y="0"/>
                </a:moveTo>
                <a:lnTo>
                  <a:pt x="19478" y="3920"/>
                </a:lnTo>
                <a:lnTo>
                  <a:pt x="3919" y="1268"/>
                </a:lnTo>
                <a:lnTo>
                  <a:pt x="9336" y="23634"/>
                </a:lnTo>
                <a:lnTo>
                  <a:pt x="39879" y="29168"/>
                </a:lnTo>
                <a:lnTo>
                  <a:pt x="30313" y="47730"/>
                </a:lnTo>
                <a:lnTo>
                  <a:pt x="42299" y="55800"/>
                </a:lnTo>
                <a:lnTo>
                  <a:pt x="22129" y="61564"/>
                </a:lnTo>
                <a:lnTo>
                  <a:pt x="2190" y="46807"/>
                </a:lnTo>
                <a:lnTo>
                  <a:pt x="11641" y="50381"/>
                </a:lnTo>
                <a:lnTo>
                  <a:pt x="15099" y="44271"/>
                </a:lnTo>
                <a:lnTo>
                  <a:pt x="7146" y="31935"/>
                </a:lnTo>
                <a:lnTo>
                  <a:pt x="2766" y="31705"/>
                </a:lnTo>
                <a:lnTo>
                  <a:pt x="0" y="38276"/>
                </a:lnTo>
                <a:lnTo>
                  <a:pt x="5648" y="20176"/>
                </a:lnTo>
                <a:lnTo>
                  <a:pt x="1037" y="3343"/>
                </a:lnTo>
                <a:lnTo>
                  <a:pt x="7492" y="0"/>
                </a:lnTo>
              </a:path>
            </a:pathLst>
          </a:custGeom>
          <a:noFill xmlns:a="http://schemas.openxmlformats.org/drawingml/2006/main"/>
          <a:ln xmlns:a="http://schemas.openxmlformats.org/drawingml/2006/main" w="3106">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6AF11603-D3DD-4228-B633-03C239F615F3}"/>
              </a:ext>
            </a:extLst>
          </p:cNvPr>
          <p:cNvSpPr>
            <a:spLocks xmlns:a="http://schemas.openxmlformats.org/drawingml/2006/main" noGrp="1"/>
          </p:cNvSpPr>
          <p:nvPr/>
        </p:nvSpPr>
        <p:spPr>
          <a:xfrm xmlns:a="http://schemas.openxmlformats.org/drawingml/2006/main">
            <a:off x="5176907" y="4710502"/>
            <a:ext cx="44343" cy="40597"/>
          </a:xfrm>
          <a:custGeom xmlns:a="http://schemas.openxmlformats.org/drawingml/2006/main">
            <a:pathLst>
              <a:path w="54401" h="49805">
                <a:moveTo>
                  <a:pt x="34923" y="17409"/>
                </a:moveTo>
                <a:lnTo>
                  <a:pt x="54401" y="35509"/>
                </a:lnTo>
                <a:lnTo>
                  <a:pt x="46564" y="27900"/>
                </a:lnTo>
                <a:lnTo>
                  <a:pt x="41377" y="37238"/>
                </a:lnTo>
                <a:lnTo>
                  <a:pt x="42415" y="45309"/>
                </a:lnTo>
                <a:lnTo>
                  <a:pt x="53710" y="42426"/>
                </a:lnTo>
                <a:lnTo>
                  <a:pt x="23397" y="49805"/>
                </a:lnTo>
                <a:lnTo>
                  <a:pt x="34692" y="44040"/>
                </a:lnTo>
                <a:lnTo>
                  <a:pt x="26624" y="18677"/>
                </a:lnTo>
                <a:lnTo>
                  <a:pt x="0" y="0"/>
                </a:lnTo>
                <a:lnTo>
                  <a:pt x="34923" y="17409"/>
                </a:lnTo>
              </a:path>
            </a:pathLst>
          </a:custGeom>
          <a:noFill xmlns:a="http://schemas.openxmlformats.org/drawingml/2006/main"/>
          <a:ln xmlns:a="http://schemas.openxmlformats.org/drawingml/2006/main" w="3106">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A5583C61-67B8-43EC-9C7F-076F4B7F0C71}"/>
              </a:ext>
            </a:extLst>
          </p:cNvPr>
          <p:cNvSpPr>
            <a:spLocks xmlns:a="http://schemas.openxmlformats.org/drawingml/2006/main" noGrp="1"/>
          </p:cNvSpPr>
          <p:nvPr/>
        </p:nvSpPr>
        <p:spPr>
          <a:xfrm xmlns:a="http://schemas.openxmlformats.org/drawingml/2006/main">
            <a:off x="4341240" y="3098565"/>
            <a:ext cx="15220" cy="22836"/>
          </a:xfrm>
          <a:custGeom xmlns:a="http://schemas.openxmlformats.org/drawingml/2006/main">
            <a:pathLst>
              <a:path w="18672" h="28015">
                <a:moveTo>
                  <a:pt x="9682" y="28015"/>
                </a:moveTo>
                <a:lnTo>
                  <a:pt x="0" y="24902"/>
                </a:lnTo>
                <a:lnTo>
                  <a:pt x="11065" y="0"/>
                </a:lnTo>
                <a:lnTo>
                  <a:pt x="18672" y="15103"/>
                </a:lnTo>
                <a:lnTo>
                  <a:pt x="18326" y="21098"/>
                </a:lnTo>
                <a:lnTo>
                  <a:pt x="9682" y="28015"/>
                </a:lnTo>
              </a:path>
            </a:pathLst>
          </a:custGeom>
          <a:noFill xmlns:a="http://schemas.openxmlformats.org/drawingml/2006/main"/>
          <a:ln xmlns:a="http://schemas.openxmlformats.org/drawingml/2006/main" w="3106">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A9944C17-17CB-4D2A-865A-18D4FF7C76FA}"/>
              </a:ext>
            </a:extLst>
          </p:cNvPr>
          <p:cNvSpPr>
            <a:spLocks xmlns:a="http://schemas.openxmlformats.org/drawingml/2006/main" noGrp="1"/>
          </p:cNvSpPr>
          <p:nvPr/>
        </p:nvSpPr>
        <p:spPr>
          <a:xfrm xmlns:a="http://schemas.openxmlformats.org/drawingml/2006/main">
            <a:off x="3980434"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59" name="Editable chart path">
            <a:extLst xmlns:a="http://schemas.openxmlformats.org/drawingml/2006/main">
              <a:ext uri="{FF2B5EF4-FFF2-40B4-BE49-F238E27FC236}">
                <a16:creationId xmlns:a16="http://schemas.microsoft.com/office/drawing/2014/main" id="{AF12B0BC-C02C-499C-A8B7-5083442F0732}"/>
              </a:ext>
            </a:extLst>
          </p:cNvPr>
          <p:cNvSpPr>
            <a:spLocks xmlns:a="http://schemas.openxmlformats.org/drawingml/2006/main" noGrp="1"/>
          </p:cNvSpPr>
          <p:nvPr/>
        </p:nvSpPr>
        <p:spPr>
          <a:xfrm xmlns:a="http://schemas.openxmlformats.org/drawingml/2006/main">
            <a:off x="4064852"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60" name="Editable chart path">
            <a:extLst xmlns:a="http://schemas.openxmlformats.org/drawingml/2006/main">
              <a:ext uri="{FF2B5EF4-FFF2-40B4-BE49-F238E27FC236}">
                <a16:creationId xmlns:a16="http://schemas.microsoft.com/office/drawing/2014/main" id="{F40CFD63-385F-442C-B07E-430578C4FC66}"/>
              </a:ext>
            </a:extLst>
          </p:cNvPr>
          <p:cNvSpPr>
            <a:spLocks xmlns:a="http://schemas.openxmlformats.org/drawingml/2006/main" noGrp="1"/>
          </p:cNvSpPr>
          <p:nvPr/>
        </p:nvSpPr>
        <p:spPr>
          <a:xfrm xmlns:a="http://schemas.openxmlformats.org/drawingml/2006/main">
            <a:off x="4149271"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61" name="Editable chart path">
            <a:extLst xmlns:a="http://schemas.openxmlformats.org/drawingml/2006/main">
              <a:ext uri="{FF2B5EF4-FFF2-40B4-BE49-F238E27FC236}">
                <a16:creationId xmlns:a16="http://schemas.microsoft.com/office/drawing/2014/main" id="{C82A4A9E-5F98-4F53-8739-1E3D0A2A015F}"/>
              </a:ext>
            </a:extLst>
          </p:cNvPr>
          <p:cNvSpPr>
            <a:spLocks xmlns:a="http://schemas.openxmlformats.org/drawingml/2006/main" noGrp="1"/>
          </p:cNvSpPr>
          <p:nvPr/>
        </p:nvSpPr>
        <p:spPr>
          <a:xfrm xmlns:a="http://schemas.openxmlformats.org/drawingml/2006/main">
            <a:off x="4233689"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62" name="Editable chart path">
            <a:extLst xmlns:a="http://schemas.openxmlformats.org/drawingml/2006/main">
              <a:ext uri="{FF2B5EF4-FFF2-40B4-BE49-F238E27FC236}">
                <a16:creationId xmlns:a16="http://schemas.microsoft.com/office/drawing/2014/main" id="{23D0B9AF-48C3-47BE-AAC9-5E4E98CA3982}"/>
              </a:ext>
            </a:extLst>
          </p:cNvPr>
          <p:cNvSpPr>
            <a:spLocks xmlns:a="http://schemas.openxmlformats.org/drawingml/2006/main" noGrp="1"/>
          </p:cNvSpPr>
          <p:nvPr/>
        </p:nvSpPr>
        <p:spPr>
          <a:xfrm xmlns:a="http://schemas.openxmlformats.org/drawingml/2006/main">
            <a:off x="4318107"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EBD95BEF-E01B-43E3-B47C-F9A278EB1BB1}"/>
              </a:ext>
            </a:extLst>
          </p:cNvPr>
          <p:cNvSpPr>
            <a:spLocks xmlns:a="http://schemas.openxmlformats.org/drawingml/2006/main" noGrp="1"/>
          </p:cNvSpPr>
          <p:nvPr/>
        </p:nvSpPr>
        <p:spPr>
          <a:xfrm xmlns:a="http://schemas.openxmlformats.org/drawingml/2006/main">
            <a:off x="4318107"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0290A6A5-07F1-4A71-A0EF-AA233D32913A}"/>
              </a:ext>
            </a:extLst>
          </p:cNvPr>
          <p:cNvSpPr>
            <a:spLocks xmlns:a="http://schemas.openxmlformats.org/drawingml/2006/main" noGrp="1"/>
          </p:cNvSpPr>
          <p:nvPr/>
        </p:nvSpPr>
        <p:spPr>
          <a:xfrm xmlns:a="http://schemas.openxmlformats.org/drawingml/2006/main">
            <a:off x="4402525"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5AF3F128-40F0-48C3-AB0C-FC080E7CF616}"/>
              </a:ext>
            </a:extLst>
          </p:cNvPr>
          <p:cNvSpPr>
            <a:spLocks xmlns:a="http://schemas.openxmlformats.org/drawingml/2006/main" noGrp="1"/>
          </p:cNvSpPr>
          <p:nvPr/>
        </p:nvSpPr>
        <p:spPr>
          <a:xfrm xmlns:a="http://schemas.openxmlformats.org/drawingml/2006/main">
            <a:off x="4486944"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76F4BA5E-E765-4057-8E74-BD1E24AEE6C8}"/>
              </a:ext>
            </a:extLst>
          </p:cNvPr>
          <p:cNvSpPr>
            <a:spLocks xmlns:a="http://schemas.openxmlformats.org/drawingml/2006/main" noGrp="1"/>
          </p:cNvSpPr>
          <p:nvPr/>
        </p:nvSpPr>
        <p:spPr>
          <a:xfrm xmlns:a="http://schemas.openxmlformats.org/drawingml/2006/main">
            <a:off x="4486944"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0B4C1637-9052-49B3-B489-E0EF41D22724}"/>
              </a:ext>
            </a:extLst>
          </p:cNvPr>
          <p:cNvSpPr>
            <a:spLocks xmlns:a="http://schemas.openxmlformats.org/drawingml/2006/main" noGrp="1"/>
          </p:cNvSpPr>
          <p:nvPr/>
        </p:nvSpPr>
        <p:spPr>
          <a:xfrm xmlns:a="http://schemas.openxmlformats.org/drawingml/2006/main">
            <a:off x="4571362"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46DB0AA4-A261-4DA1-87B3-F2574914E5DD}"/>
              </a:ext>
            </a:extLst>
          </p:cNvPr>
          <p:cNvSpPr>
            <a:spLocks xmlns:a="http://schemas.openxmlformats.org/drawingml/2006/main" noGrp="1"/>
          </p:cNvSpPr>
          <p:nvPr/>
        </p:nvSpPr>
        <p:spPr>
          <a:xfrm xmlns:a="http://schemas.openxmlformats.org/drawingml/2006/main">
            <a:off x="4571362"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A07A1722-DDF8-449C-B7A0-F9B12CFD774B}"/>
              </a:ext>
            </a:extLst>
          </p:cNvPr>
          <p:cNvSpPr>
            <a:spLocks xmlns:a="http://schemas.openxmlformats.org/drawingml/2006/main" noGrp="1"/>
          </p:cNvSpPr>
          <p:nvPr/>
        </p:nvSpPr>
        <p:spPr>
          <a:xfrm xmlns:a="http://schemas.openxmlformats.org/drawingml/2006/main">
            <a:off x="4571362"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CF3363DE-8505-4864-B765-0A5154FA1E3E}"/>
              </a:ext>
            </a:extLst>
          </p:cNvPr>
          <p:cNvSpPr>
            <a:spLocks xmlns:a="http://schemas.openxmlformats.org/drawingml/2006/main" noGrp="1"/>
          </p:cNvSpPr>
          <p:nvPr/>
        </p:nvSpPr>
        <p:spPr>
          <a:xfrm xmlns:a="http://schemas.openxmlformats.org/drawingml/2006/main">
            <a:off x="4655780"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9F375342-966D-4DA0-971A-3C246D5E2DA4}"/>
              </a:ext>
            </a:extLst>
          </p:cNvPr>
          <p:cNvSpPr>
            <a:spLocks xmlns:a="http://schemas.openxmlformats.org/drawingml/2006/main" noGrp="1"/>
          </p:cNvSpPr>
          <p:nvPr/>
        </p:nvSpPr>
        <p:spPr>
          <a:xfrm xmlns:a="http://schemas.openxmlformats.org/drawingml/2006/main">
            <a:off x="4655780"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92D85027-E016-4DD5-A15C-9E537416FE8A}"/>
              </a:ext>
            </a:extLst>
          </p:cNvPr>
          <p:cNvSpPr>
            <a:spLocks xmlns:a="http://schemas.openxmlformats.org/drawingml/2006/main" noGrp="1"/>
          </p:cNvSpPr>
          <p:nvPr/>
        </p:nvSpPr>
        <p:spPr>
          <a:xfrm xmlns:a="http://schemas.openxmlformats.org/drawingml/2006/main">
            <a:off x="4655780"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681F3215-A4B2-4C0B-86F5-44EC5B6B5F8E}"/>
              </a:ext>
            </a:extLst>
          </p:cNvPr>
          <p:cNvSpPr>
            <a:spLocks xmlns:a="http://schemas.openxmlformats.org/drawingml/2006/main" noGrp="1"/>
          </p:cNvSpPr>
          <p:nvPr/>
        </p:nvSpPr>
        <p:spPr>
          <a:xfrm xmlns:a="http://schemas.openxmlformats.org/drawingml/2006/main">
            <a:off x="4655780"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12FECCCF-8FE5-423E-8E89-D45548AD5B41}"/>
              </a:ext>
            </a:extLst>
          </p:cNvPr>
          <p:cNvSpPr>
            <a:spLocks xmlns:a="http://schemas.openxmlformats.org/drawingml/2006/main" noGrp="1"/>
          </p:cNvSpPr>
          <p:nvPr/>
        </p:nvSpPr>
        <p:spPr>
          <a:xfrm xmlns:a="http://schemas.openxmlformats.org/drawingml/2006/main">
            <a:off x="4655780"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041305F5-D318-442A-BF08-CB21AC7C6DBE}"/>
              </a:ext>
            </a:extLst>
          </p:cNvPr>
          <p:cNvSpPr>
            <a:spLocks xmlns:a="http://schemas.openxmlformats.org/drawingml/2006/main" noGrp="1"/>
          </p:cNvSpPr>
          <p:nvPr/>
        </p:nvSpPr>
        <p:spPr>
          <a:xfrm xmlns:a="http://schemas.openxmlformats.org/drawingml/2006/main">
            <a:off x="4740199"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ED123ED9-74F0-4D66-B2DA-A9E5E525BA53}"/>
              </a:ext>
            </a:extLst>
          </p:cNvPr>
          <p:cNvSpPr>
            <a:spLocks xmlns:a="http://schemas.openxmlformats.org/drawingml/2006/main" noGrp="1"/>
          </p:cNvSpPr>
          <p:nvPr/>
        </p:nvSpPr>
        <p:spPr>
          <a:xfrm xmlns:a="http://schemas.openxmlformats.org/drawingml/2006/main">
            <a:off x="4740199"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9D56C208-ED32-467C-8888-C249B9BAB256}"/>
              </a:ext>
            </a:extLst>
          </p:cNvPr>
          <p:cNvSpPr>
            <a:spLocks xmlns:a="http://schemas.openxmlformats.org/drawingml/2006/main" noGrp="1"/>
          </p:cNvSpPr>
          <p:nvPr/>
        </p:nvSpPr>
        <p:spPr>
          <a:xfrm xmlns:a="http://schemas.openxmlformats.org/drawingml/2006/main">
            <a:off x="4740199"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884A574C-D3BD-4DE1-B4F8-10AFDC31FADE}"/>
              </a:ext>
            </a:extLst>
          </p:cNvPr>
          <p:cNvSpPr>
            <a:spLocks xmlns:a="http://schemas.openxmlformats.org/drawingml/2006/main" noGrp="1"/>
          </p:cNvSpPr>
          <p:nvPr/>
        </p:nvSpPr>
        <p:spPr>
          <a:xfrm xmlns:a="http://schemas.openxmlformats.org/drawingml/2006/main">
            <a:off x="4740199"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9841CCED-899C-4D69-A1B7-5FF3BDF2F1B3}"/>
              </a:ext>
            </a:extLst>
          </p:cNvPr>
          <p:cNvSpPr>
            <a:spLocks xmlns:a="http://schemas.openxmlformats.org/drawingml/2006/main" noGrp="1"/>
          </p:cNvSpPr>
          <p:nvPr/>
        </p:nvSpPr>
        <p:spPr>
          <a:xfrm xmlns:a="http://schemas.openxmlformats.org/drawingml/2006/main">
            <a:off x="4740199"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DFF46F7B-B9E3-4530-8E0F-71646724A7DD}"/>
              </a:ext>
            </a:extLst>
          </p:cNvPr>
          <p:cNvSpPr>
            <a:spLocks xmlns:a="http://schemas.openxmlformats.org/drawingml/2006/main" noGrp="1"/>
          </p:cNvSpPr>
          <p:nvPr/>
        </p:nvSpPr>
        <p:spPr>
          <a:xfrm xmlns:a="http://schemas.openxmlformats.org/drawingml/2006/main">
            <a:off x="4824617"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00BA5F1D-ACE6-48A8-97B9-55AC2EADDA42}"/>
              </a:ext>
            </a:extLst>
          </p:cNvPr>
          <p:cNvSpPr>
            <a:spLocks xmlns:a="http://schemas.openxmlformats.org/drawingml/2006/main" noGrp="1"/>
          </p:cNvSpPr>
          <p:nvPr/>
        </p:nvSpPr>
        <p:spPr>
          <a:xfrm xmlns:a="http://schemas.openxmlformats.org/drawingml/2006/main">
            <a:off x="4824617"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2A2DFA85-206E-4940-81DB-CA4437FF10C9}"/>
              </a:ext>
            </a:extLst>
          </p:cNvPr>
          <p:cNvSpPr>
            <a:spLocks xmlns:a="http://schemas.openxmlformats.org/drawingml/2006/main" noGrp="1"/>
          </p:cNvSpPr>
          <p:nvPr/>
        </p:nvSpPr>
        <p:spPr>
          <a:xfrm xmlns:a="http://schemas.openxmlformats.org/drawingml/2006/main">
            <a:off x="4824617"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A5F8C736-0BAB-41CC-B1F7-8859E950D9D5}"/>
              </a:ext>
            </a:extLst>
          </p:cNvPr>
          <p:cNvSpPr>
            <a:spLocks xmlns:a="http://schemas.openxmlformats.org/drawingml/2006/main" noGrp="1"/>
          </p:cNvSpPr>
          <p:nvPr/>
        </p:nvSpPr>
        <p:spPr>
          <a:xfrm xmlns:a="http://schemas.openxmlformats.org/drawingml/2006/main">
            <a:off x="4824617"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CD75F105-BD36-4029-8AB0-EF6D85D87AE6}"/>
              </a:ext>
            </a:extLst>
          </p:cNvPr>
          <p:cNvSpPr>
            <a:spLocks xmlns:a="http://schemas.openxmlformats.org/drawingml/2006/main" noGrp="1"/>
          </p:cNvSpPr>
          <p:nvPr/>
        </p:nvSpPr>
        <p:spPr>
          <a:xfrm xmlns:a="http://schemas.openxmlformats.org/drawingml/2006/main">
            <a:off x="4824617"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7B112FA8-AD83-40D9-8B28-A65C64A33185}"/>
              </a:ext>
            </a:extLst>
          </p:cNvPr>
          <p:cNvSpPr>
            <a:spLocks xmlns:a="http://schemas.openxmlformats.org/drawingml/2006/main" noGrp="1"/>
          </p:cNvSpPr>
          <p:nvPr/>
        </p:nvSpPr>
        <p:spPr>
          <a:xfrm xmlns:a="http://schemas.openxmlformats.org/drawingml/2006/main">
            <a:off x="4824617"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4C0679F9-D3F4-49E4-A8EB-67D102F0A981}"/>
              </a:ext>
            </a:extLst>
          </p:cNvPr>
          <p:cNvSpPr>
            <a:spLocks xmlns:a="http://schemas.openxmlformats.org/drawingml/2006/main" noGrp="1"/>
          </p:cNvSpPr>
          <p:nvPr/>
        </p:nvSpPr>
        <p:spPr>
          <a:xfrm xmlns:a="http://schemas.openxmlformats.org/drawingml/2006/main">
            <a:off x="4909035"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4179A288-C95B-4748-BA94-147F866E794B}"/>
              </a:ext>
            </a:extLst>
          </p:cNvPr>
          <p:cNvSpPr>
            <a:spLocks xmlns:a="http://schemas.openxmlformats.org/drawingml/2006/main" noGrp="1"/>
          </p:cNvSpPr>
          <p:nvPr/>
        </p:nvSpPr>
        <p:spPr>
          <a:xfrm xmlns:a="http://schemas.openxmlformats.org/drawingml/2006/main">
            <a:off x="4909035"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44DB8ECE-3FC6-45AF-8C90-081C3EDE6943}"/>
              </a:ext>
            </a:extLst>
          </p:cNvPr>
          <p:cNvSpPr>
            <a:spLocks xmlns:a="http://schemas.openxmlformats.org/drawingml/2006/main" noGrp="1"/>
          </p:cNvSpPr>
          <p:nvPr/>
        </p:nvSpPr>
        <p:spPr>
          <a:xfrm xmlns:a="http://schemas.openxmlformats.org/drawingml/2006/main">
            <a:off x="4909035"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32536204-CE60-4860-B9E6-725DA1D4EAB7}"/>
              </a:ext>
            </a:extLst>
          </p:cNvPr>
          <p:cNvSpPr>
            <a:spLocks xmlns:a="http://schemas.openxmlformats.org/drawingml/2006/main" noGrp="1"/>
          </p:cNvSpPr>
          <p:nvPr/>
        </p:nvSpPr>
        <p:spPr>
          <a:xfrm xmlns:a="http://schemas.openxmlformats.org/drawingml/2006/main">
            <a:off x="4909035"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A48B1F94-BD28-4094-8F99-9D977DF1D453}"/>
              </a:ext>
            </a:extLst>
          </p:cNvPr>
          <p:cNvSpPr>
            <a:spLocks xmlns:a="http://schemas.openxmlformats.org/drawingml/2006/main" noGrp="1"/>
          </p:cNvSpPr>
          <p:nvPr/>
        </p:nvSpPr>
        <p:spPr>
          <a:xfrm xmlns:a="http://schemas.openxmlformats.org/drawingml/2006/main">
            <a:off x="4993453"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E633CD47-3D09-4CC7-90B6-875DEC91C3B0}"/>
              </a:ext>
            </a:extLst>
          </p:cNvPr>
          <p:cNvSpPr>
            <a:spLocks xmlns:a="http://schemas.openxmlformats.org/drawingml/2006/main" noGrp="1"/>
          </p:cNvSpPr>
          <p:nvPr/>
        </p:nvSpPr>
        <p:spPr>
          <a:xfrm xmlns:a="http://schemas.openxmlformats.org/drawingml/2006/main">
            <a:off x="4993453"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FA2E738B-494C-49CF-933A-6046FC44F77C}"/>
              </a:ext>
            </a:extLst>
          </p:cNvPr>
          <p:cNvSpPr>
            <a:spLocks xmlns:a="http://schemas.openxmlformats.org/drawingml/2006/main" noGrp="1"/>
          </p:cNvSpPr>
          <p:nvPr/>
        </p:nvSpPr>
        <p:spPr>
          <a:xfrm xmlns:a="http://schemas.openxmlformats.org/drawingml/2006/main">
            <a:off x="4993453"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C0C696DE-621F-47CC-AA47-6FC673716CE5}"/>
              </a:ext>
            </a:extLst>
          </p:cNvPr>
          <p:cNvSpPr>
            <a:spLocks xmlns:a="http://schemas.openxmlformats.org/drawingml/2006/main" noGrp="1"/>
          </p:cNvSpPr>
          <p:nvPr/>
        </p:nvSpPr>
        <p:spPr>
          <a:xfrm xmlns:a="http://schemas.openxmlformats.org/drawingml/2006/main">
            <a:off x="4993453"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734771FE-E360-4525-899E-8796038666F2}"/>
              </a:ext>
            </a:extLst>
          </p:cNvPr>
          <p:cNvSpPr>
            <a:spLocks xmlns:a="http://schemas.openxmlformats.org/drawingml/2006/main" noGrp="1"/>
          </p:cNvSpPr>
          <p:nvPr/>
        </p:nvSpPr>
        <p:spPr>
          <a:xfrm xmlns:a="http://schemas.openxmlformats.org/drawingml/2006/main">
            <a:off x="4993453"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5302F617-52C7-4CB8-A392-5C0DCD3056A6}"/>
              </a:ext>
            </a:extLst>
          </p:cNvPr>
          <p:cNvSpPr>
            <a:spLocks xmlns:a="http://schemas.openxmlformats.org/drawingml/2006/main" noGrp="1"/>
          </p:cNvSpPr>
          <p:nvPr/>
        </p:nvSpPr>
        <p:spPr>
          <a:xfrm xmlns:a="http://schemas.openxmlformats.org/drawingml/2006/main">
            <a:off x="5077872"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C8B80068-E302-462B-B226-890D6EC25AEF}"/>
              </a:ext>
            </a:extLst>
          </p:cNvPr>
          <p:cNvSpPr>
            <a:spLocks xmlns:a="http://schemas.openxmlformats.org/drawingml/2006/main" noGrp="1"/>
          </p:cNvSpPr>
          <p:nvPr/>
        </p:nvSpPr>
        <p:spPr>
          <a:xfrm xmlns:a="http://schemas.openxmlformats.org/drawingml/2006/main">
            <a:off x="5077872"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57801EB1-4137-4331-BA83-08AC4B6BD348}"/>
              </a:ext>
            </a:extLst>
          </p:cNvPr>
          <p:cNvSpPr>
            <a:spLocks xmlns:a="http://schemas.openxmlformats.org/drawingml/2006/main" noGrp="1"/>
          </p:cNvSpPr>
          <p:nvPr/>
        </p:nvSpPr>
        <p:spPr>
          <a:xfrm xmlns:a="http://schemas.openxmlformats.org/drawingml/2006/main">
            <a:off x="5077872"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D850CFB6-02D4-4AD1-B195-C4AF3621DDA0}"/>
              </a:ext>
            </a:extLst>
          </p:cNvPr>
          <p:cNvSpPr>
            <a:spLocks xmlns:a="http://schemas.openxmlformats.org/drawingml/2006/main" noGrp="1"/>
          </p:cNvSpPr>
          <p:nvPr/>
        </p:nvSpPr>
        <p:spPr>
          <a:xfrm xmlns:a="http://schemas.openxmlformats.org/drawingml/2006/main">
            <a:off x="5077872"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6AE2351D-7710-4F5D-BAB6-F6677A0C75E5}"/>
              </a:ext>
            </a:extLst>
          </p:cNvPr>
          <p:cNvSpPr>
            <a:spLocks xmlns:a="http://schemas.openxmlformats.org/drawingml/2006/main" noGrp="1"/>
          </p:cNvSpPr>
          <p:nvPr/>
        </p:nvSpPr>
        <p:spPr>
          <a:xfrm xmlns:a="http://schemas.openxmlformats.org/drawingml/2006/main">
            <a:off x="5077872"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86CFCE7A-1340-47D1-81F7-919C248F9AB1}"/>
              </a:ext>
            </a:extLst>
          </p:cNvPr>
          <p:cNvSpPr>
            <a:spLocks xmlns:a="http://schemas.openxmlformats.org/drawingml/2006/main" noGrp="1"/>
          </p:cNvSpPr>
          <p:nvPr/>
        </p:nvSpPr>
        <p:spPr>
          <a:xfrm xmlns:a="http://schemas.openxmlformats.org/drawingml/2006/main">
            <a:off x="5077872"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2CE80030-2A9B-4255-9A1A-C5BC8129E882}"/>
              </a:ext>
            </a:extLst>
          </p:cNvPr>
          <p:cNvSpPr>
            <a:spLocks xmlns:a="http://schemas.openxmlformats.org/drawingml/2006/main" noGrp="1"/>
          </p:cNvSpPr>
          <p:nvPr/>
        </p:nvSpPr>
        <p:spPr>
          <a:xfrm xmlns:a="http://schemas.openxmlformats.org/drawingml/2006/main">
            <a:off x="5077872"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6B362766-D095-4DF0-86C5-4E90860E9779}"/>
              </a:ext>
            </a:extLst>
          </p:cNvPr>
          <p:cNvSpPr>
            <a:spLocks xmlns:a="http://schemas.openxmlformats.org/drawingml/2006/main" noGrp="1"/>
          </p:cNvSpPr>
          <p:nvPr/>
        </p:nvSpPr>
        <p:spPr>
          <a:xfrm xmlns:a="http://schemas.openxmlformats.org/drawingml/2006/main">
            <a:off x="5077872"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34688F24-F896-414A-A881-EDD5FF625B77}"/>
              </a:ext>
            </a:extLst>
          </p:cNvPr>
          <p:cNvSpPr>
            <a:spLocks xmlns:a="http://schemas.openxmlformats.org/drawingml/2006/main" noGrp="1"/>
          </p:cNvSpPr>
          <p:nvPr/>
        </p:nvSpPr>
        <p:spPr>
          <a:xfrm xmlns:a="http://schemas.openxmlformats.org/drawingml/2006/main">
            <a:off x="5162290"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141DA56D-DF1A-4421-94ED-6D3F4148FE0A}"/>
              </a:ext>
            </a:extLst>
          </p:cNvPr>
          <p:cNvSpPr>
            <a:spLocks xmlns:a="http://schemas.openxmlformats.org/drawingml/2006/main" noGrp="1"/>
          </p:cNvSpPr>
          <p:nvPr/>
        </p:nvSpPr>
        <p:spPr>
          <a:xfrm xmlns:a="http://schemas.openxmlformats.org/drawingml/2006/main">
            <a:off x="5162290"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959F90DA-A9F9-4597-963D-6A3FB6769783}"/>
              </a:ext>
            </a:extLst>
          </p:cNvPr>
          <p:cNvSpPr>
            <a:spLocks xmlns:a="http://schemas.openxmlformats.org/drawingml/2006/main" noGrp="1"/>
          </p:cNvSpPr>
          <p:nvPr/>
        </p:nvSpPr>
        <p:spPr>
          <a:xfrm xmlns:a="http://schemas.openxmlformats.org/drawingml/2006/main">
            <a:off x="5162290"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910C7255-9474-4DF0-BC47-FF27300440CF}"/>
              </a:ext>
            </a:extLst>
          </p:cNvPr>
          <p:cNvSpPr>
            <a:spLocks xmlns:a="http://schemas.openxmlformats.org/drawingml/2006/main" noGrp="1"/>
          </p:cNvSpPr>
          <p:nvPr/>
        </p:nvSpPr>
        <p:spPr>
          <a:xfrm xmlns:a="http://schemas.openxmlformats.org/drawingml/2006/main">
            <a:off x="5162290"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48F56F6C-8283-49D7-A7A0-D0C0A0F3D993}"/>
              </a:ext>
            </a:extLst>
          </p:cNvPr>
          <p:cNvSpPr>
            <a:spLocks xmlns:a="http://schemas.openxmlformats.org/drawingml/2006/main" noGrp="1"/>
          </p:cNvSpPr>
          <p:nvPr/>
        </p:nvSpPr>
        <p:spPr>
          <a:xfrm xmlns:a="http://schemas.openxmlformats.org/drawingml/2006/main">
            <a:off x="5162290"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632B7FD5-947E-4E98-8320-7BAB17308713}"/>
              </a:ext>
            </a:extLst>
          </p:cNvPr>
          <p:cNvSpPr>
            <a:spLocks xmlns:a="http://schemas.openxmlformats.org/drawingml/2006/main" noGrp="1"/>
          </p:cNvSpPr>
          <p:nvPr/>
        </p:nvSpPr>
        <p:spPr>
          <a:xfrm xmlns:a="http://schemas.openxmlformats.org/drawingml/2006/main">
            <a:off x="5162290"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04CCFA57-16BE-4FFA-AD75-C885AE78C0DC}"/>
              </a:ext>
            </a:extLst>
          </p:cNvPr>
          <p:cNvSpPr>
            <a:spLocks xmlns:a="http://schemas.openxmlformats.org/drawingml/2006/main" noGrp="1"/>
          </p:cNvSpPr>
          <p:nvPr/>
        </p:nvSpPr>
        <p:spPr>
          <a:xfrm xmlns:a="http://schemas.openxmlformats.org/drawingml/2006/main">
            <a:off x="5162290"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CC392606-AE03-4752-8122-0D577F5D6191}"/>
              </a:ext>
            </a:extLst>
          </p:cNvPr>
          <p:cNvSpPr>
            <a:spLocks xmlns:a="http://schemas.openxmlformats.org/drawingml/2006/main" noGrp="1"/>
          </p:cNvSpPr>
          <p:nvPr/>
        </p:nvSpPr>
        <p:spPr>
          <a:xfrm xmlns:a="http://schemas.openxmlformats.org/drawingml/2006/main">
            <a:off x="5162290"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5E526AB9-1C3F-4511-B5BA-53EBBA5C3139}"/>
              </a:ext>
            </a:extLst>
          </p:cNvPr>
          <p:cNvSpPr>
            <a:spLocks xmlns:a="http://schemas.openxmlformats.org/drawingml/2006/main" noGrp="1"/>
          </p:cNvSpPr>
          <p:nvPr/>
        </p:nvSpPr>
        <p:spPr>
          <a:xfrm xmlns:a="http://schemas.openxmlformats.org/drawingml/2006/main">
            <a:off x="5162290"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D58C6ED5-2219-4B3E-A2A5-945C9D1C3D45}"/>
              </a:ext>
            </a:extLst>
          </p:cNvPr>
          <p:cNvSpPr>
            <a:spLocks xmlns:a="http://schemas.openxmlformats.org/drawingml/2006/main" noGrp="1"/>
          </p:cNvSpPr>
          <p:nvPr/>
        </p:nvSpPr>
        <p:spPr>
          <a:xfrm xmlns:a="http://schemas.openxmlformats.org/drawingml/2006/main">
            <a:off x="5246708"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5ABF4989-0DDD-4512-8D37-2A65F19A3F60}"/>
              </a:ext>
            </a:extLst>
          </p:cNvPr>
          <p:cNvSpPr>
            <a:spLocks xmlns:a="http://schemas.openxmlformats.org/drawingml/2006/main" noGrp="1"/>
          </p:cNvSpPr>
          <p:nvPr/>
        </p:nvSpPr>
        <p:spPr>
          <a:xfrm xmlns:a="http://schemas.openxmlformats.org/drawingml/2006/main">
            <a:off x="5246708"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787B99C1-1FFB-4647-9B78-053A8E124A73}"/>
              </a:ext>
            </a:extLst>
          </p:cNvPr>
          <p:cNvSpPr>
            <a:spLocks xmlns:a="http://schemas.openxmlformats.org/drawingml/2006/main" noGrp="1"/>
          </p:cNvSpPr>
          <p:nvPr/>
        </p:nvSpPr>
        <p:spPr>
          <a:xfrm xmlns:a="http://schemas.openxmlformats.org/drawingml/2006/main">
            <a:off x="5246708"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C2569A8F-0F52-414F-9CA2-B522DCC12182}"/>
              </a:ext>
            </a:extLst>
          </p:cNvPr>
          <p:cNvSpPr>
            <a:spLocks xmlns:a="http://schemas.openxmlformats.org/drawingml/2006/main" noGrp="1"/>
          </p:cNvSpPr>
          <p:nvPr/>
        </p:nvSpPr>
        <p:spPr>
          <a:xfrm xmlns:a="http://schemas.openxmlformats.org/drawingml/2006/main">
            <a:off x="5246708"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81A6FEA2-CA7E-4D18-BD38-D2FE07B2B663}"/>
              </a:ext>
            </a:extLst>
          </p:cNvPr>
          <p:cNvSpPr>
            <a:spLocks xmlns:a="http://schemas.openxmlformats.org/drawingml/2006/main" noGrp="1"/>
          </p:cNvSpPr>
          <p:nvPr/>
        </p:nvSpPr>
        <p:spPr>
          <a:xfrm xmlns:a="http://schemas.openxmlformats.org/drawingml/2006/main">
            <a:off x="5246708"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64195885-73E1-47D9-A653-4572AE169448}"/>
              </a:ext>
            </a:extLst>
          </p:cNvPr>
          <p:cNvSpPr>
            <a:spLocks xmlns:a="http://schemas.openxmlformats.org/drawingml/2006/main" noGrp="1"/>
          </p:cNvSpPr>
          <p:nvPr/>
        </p:nvSpPr>
        <p:spPr>
          <a:xfrm xmlns:a="http://schemas.openxmlformats.org/drawingml/2006/main">
            <a:off x="5246708"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2E0A76F8-235C-4980-8991-79BBDA35B0E9}"/>
              </a:ext>
            </a:extLst>
          </p:cNvPr>
          <p:cNvSpPr>
            <a:spLocks xmlns:a="http://schemas.openxmlformats.org/drawingml/2006/main" noGrp="1"/>
          </p:cNvSpPr>
          <p:nvPr/>
        </p:nvSpPr>
        <p:spPr>
          <a:xfrm xmlns:a="http://schemas.openxmlformats.org/drawingml/2006/main">
            <a:off x="5246708"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56F1DBED-D9EB-4AE0-A23C-6ED0CB65274E}"/>
              </a:ext>
            </a:extLst>
          </p:cNvPr>
          <p:cNvSpPr>
            <a:spLocks xmlns:a="http://schemas.openxmlformats.org/drawingml/2006/main" noGrp="1"/>
          </p:cNvSpPr>
          <p:nvPr/>
        </p:nvSpPr>
        <p:spPr>
          <a:xfrm xmlns:a="http://schemas.openxmlformats.org/drawingml/2006/main">
            <a:off x="5246708"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DB39A232-BFFC-4855-88B8-4E7EDE46778D}"/>
              </a:ext>
            </a:extLst>
          </p:cNvPr>
          <p:cNvSpPr>
            <a:spLocks xmlns:a="http://schemas.openxmlformats.org/drawingml/2006/main" noGrp="1"/>
          </p:cNvSpPr>
          <p:nvPr/>
        </p:nvSpPr>
        <p:spPr>
          <a:xfrm xmlns:a="http://schemas.openxmlformats.org/drawingml/2006/main">
            <a:off x="5246708"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65D5DBC5-8D47-4CF0-9877-ECFD3E84D24D}"/>
              </a:ext>
            </a:extLst>
          </p:cNvPr>
          <p:cNvSpPr>
            <a:spLocks xmlns:a="http://schemas.openxmlformats.org/drawingml/2006/main" noGrp="1"/>
          </p:cNvSpPr>
          <p:nvPr/>
        </p:nvSpPr>
        <p:spPr>
          <a:xfrm xmlns:a="http://schemas.openxmlformats.org/drawingml/2006/main">
            <a:off x="5246708"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3606E1E2-77D1-4A60-B770-6AFE28F93635}"/>
              </a:ext>
            </a:extLst>
          </p:cNvPr>
          <p:cNvSpPr>
            <a:spLocks xmlns:a="http://schemas.openxmlformats.org/drawingml/2006/main" noGrp="1"/>
          </p:cNvSpPr>
          <p:nvPr/>
        </p:nvSpPr>
        <p:spPr>
          <a:xfrm xmlns:a="http://schemas.openxmlformats.org/drawingml/2006/main">
            <a:off x="5331127"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32BFE74E-E558-46D2-B085-BB786E00159E}"/>
              </a:ext>
            </a:extLst>
          </p:cNvPr>
          <p:cNvSpPr>
            <a:spLocks xmlns:a="http://schemas.openxmlformats.org/drawingml/2006/main" noGrp="1"/>
          </p:cNvSpPr>
          <p:nvPr/>
        </p:nvSpPr>
        <p:spPr>
          <a:xfrm xmlns:a="http://schemas.openxmlformats.org/drawingml/2006/main">
            <a:off x="5331127"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2C0F6390-3196-40DE-9291-CA447ED78C48}"/>
              </a:ext>
            </a:extLst>
          </p:cNvPr>
          <p:cNvSpPr>
            <a:spLocks xmlns:a="http://schemas.openxmlformats.org/drawingml/2006/main" noGrp="1"/>
          </p:cNvSpPr>
          <p:nvPr/>
        </p:nvSpPr>
        <p:spPr>
          <a:xfrm xmlns:a="http://schemas.openxmlformats.org/drawingml/2006/main">
            <a:off x="5331127"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6889B883-97D5-490B-8FAC-BEF976CE4227}"/>
              </a:ext>
            </a:extLst>
          </p:cNvPr>
          <p:cNvSpPr>
            <a:spLocks xmlns:a="http://schemas.openxmlformats.org/drawingml/2006/main" noGrp="1"/>
          </p:cNvSpPr>
          <p:nvPr/>
        </p:nvSpPr>
        <p:spPr>
          <a:xfrm xmlns:a="http://schemas.openxmlformats.org/drawingml/2006/main">
            <a:off x="5331127"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B43D189D-E9CE-460E-8F31-0C57BC60834B}"/>
              </a:ext>
            </a:extLst>
          </p:cNvPr>
          <p:cNvSpPr>
            <a:spLocks xmlns:a="http://schemas.openxmlformats.org/drawingml/2006/main" noGrp="1"/>
          </p:cNvSpPr>
          <p:nvPr/>
        </p:nvSpPr>
        <p:spPr>
          <a:xfrm xmlns:a="http://schemas.openxmlformats.org/drawingml/2006/main">
            <a:off x="5331127"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9BE8AC12-B724-4F08-9771-FD84AC212EE6}"/>
              </a:ext>
            </a:extLst>
          </p:cNvPr>
          <p:cNvSpPr>
            <a:spLocks xmlns:a="http://schemas.openxmlformats.org/drawingml/2006/main" noGrp="1"/>
          </p:cNvSpPr>
          <p:nvPr/>
        </p:nvSpPr>
        <p:spPr>
          <a:xfrm xmlns:a="http://schemas.openxmlformats.org/drawingml/2006/main">
            <a:off x="5331127"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3B25004C-2F7E-4B2D-B0D4-1A12CF0770F6}"/>
              </a:ext>
            </a:extLst>
          </p:cNvPr>
          <p:cNvSpPr>
            <a:spLocks xmlns:a="http://schemas.openxmlformats.org/drawingml/2006/main" noGrp="1"/>
          </p:cNvSpPr>
          <p:nvPr/>
        </p:nvSpPr>
        <p:spPr>
          <a:xfrm xmlns:a="http://schemas.openxmlformats.org/drawingml/2006/main">
            <a:off x="5331127"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F3BE55EA-3F03-48E1-9CCB-3DECAAC8E358}"/>
              </a:ext>
            </a:extLst>
          </p:cNvPr>
          <p:cNvSpPr>
            <a:spLocks xmlns:a="http://schemas.openxmlformats.org/drawingml/2006/main" noGrp="1"/>
          </p:cNvSpPr>
          <p:nvPr/>
        </p:nvSpPr>
        <p:spPr>
          <a:xfrm xmlns:a="http://schemas.openxmlformats.org/drawingml/2006/main">
            <a:off x="5331127"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0017EDDF-DC5E-448F-A46D-D1FF4C876CB5}"/>
              </a:ext>
            </a:extLst>
          </p:cNvPr>
          <p:cNvSpPr>
            <a:spLocks xmlns:a="http://schemas.openxmlformats.org/drawingml/2006/main" noGrp="1"/>
          </p:cNvSpPr>
          <p:nvPr/>
        </p:nvSpPr>
        <p:spPr>
          <a:xfrm xmlns:a="http://schemas.openxmlformats.org/drawingml/2006/main">
            <a:off x="5331127"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6312EBE2-8BC8-4654-887C-C52A4F83D20F}"/>
              </a:ext>
            </a:extLst>
          </p:cNvPr>
          <p:cNvSpPr>
            <a:spLocks xmlns:a="http://schemas.openxmlformats.org/drawingml/2006/main" noGrp="1"/>
          </p:cNvSpPr>
          <p:nvPr/>
        </p:nvSpPr>
        <p:spPr>
          <a:xfrm xmlns:a="http://schemas.openxmlformats.org/drawingml/2006/main">
            <a:off x="5331127"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DDDEEC8F-83B0-48E2-834F-16D33AD8D405}"/>
              </a:ext>
            </a:extLst>
          </p:cNvPr>
          <p:cNvSpPr>
            <a:spLocks xmlns:a="http://schemas.openxmlformats.org/drawingml/2006/main" noGrp="1"/>
          </p:cNvSpPr>
          <p:nvPr/>
        </p:nvSpPr>
        <p:spPr>
          <a:xfrm xmlns:a="http://schemas.openxmlformats.org/drawingml/2006/main">
            <a:off x="5331127"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EABC0D4E-4CE6-4005-970C-755BD5850860}"/>
              </a:ext>
            </a:extLst>
          </p:cNvPr>
          <p:cNvSpPr>
            <a:spLocks xmlns:a="http://schemas.openxmlformats.org/drawingml/2006/main" noGrp="1"/>
          </p:cNvSpPr>
          <p:nvPr/>
        </p:nvSpPr>
        <p:spPr>
          <a:xfrm xmlns:a="http://schemas.openxmlformats.org/drawingml/2006/main">
            <a:off x="5331127"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9936B7F0-D174-491D-B853-0994182EE5C5}"/>
              </a:ext>
            </a:extLst>
          </p:cNvPr>
          <p:cNvSpPr>
            <a:spLocks xmlns:a="http://schemas.openxmlformats.org/drawingml/2006/main" noGrp="1"/>
          </p:cNvSpPr>
          <p:nvPr/>
        </p:nvSpPr>
        <p:spPr>
          <a:xfrm xmlns:a="http://schemas.openxmlformats.org/drawingml/2006/main">
            <a:off x="5331127"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F89D9FA9-173D-4CE9-A185-06146E291F8A}"/>
              </a:ext>
            </a:extLst>
          </p:cNvPr>
          <p:cNvSpPr>
            <a:spLocks xmlns:a="http://schemas.openxmlformats.org/drawingml/2006/main" noGrp="1"/>
          </p:cNvSpPr>
          <p:nvPr/>
        </p:nvSpPr>
        <p:spPr>
          <a:xfrm xmlns:a="http://schemas.openxmlformats.org/drawingml/2006/main">
            <a:off x="5331127"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697D99FE-08BC-48A2-91DD-9539A00C937C}"/>
              </a:ext>
            </a:extLst>
          </p:cNvPr>
          <p:cNvSpPr>
            <a:spLocks xmlns:a="http://schemas.openxmlformats.org/drawingml/2006/main" noGrp="1"/>
          </p:cNvSpPr>
          <p:nvPr/>
        </p:nvSpPr>
        <p:spPr>
          <a:xfrm xmlns:a="http://schemas.openxmlformats.org/drawingml/2006/main">
            <a:off x="5331127"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96F9EFF8-1E0C-4CFD-9EA3-CC76BE1E1B09}"/>
              </a:ext>
            </a:extLst>
          </p:cNvPr>
          <p:cNvSpPr>
            <a:spLocks xmlns:a="http://schemas.openxmlformats.org/drawingml/2006/main" noGrp="1"/>
          </p:cNvSpPr>
          <p:nvPr/>
        </p:nvSpPr>
        <p:spPr>
          <a:xfrm xmlns:a="http://schemas.openxmlformats.org/drawingml/2006/main">
            <a:off x="5331127"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3A77C453-25C6-40EA-9B3C-6B7DC23C9ADC}"/>
              </a:ext>
            </a:extLst>
          </p:cNvPr>
          <p:cNvSpPr>
            <a:spLocks xmlns:a="http://schemas.openxmlformats.org/drawingml/2006/main" noGrp="1"/>
          </p:cNvSpPr>
          <p:nvPr/>
        </p:nvSpPr>
        <p:spPr>
          <a:xfrm xmlns:a="http://schemas.openxmlformats.org/drawingml/2006/main">
            <a:off x="5415545"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0A215783-F175-415D-A1AB-36B76AE07FA1}"/>
              </a:ext>
            </a:extLst>
          </p:cNvPr>
          <p:cNvSpPr>
            <a:spLocks xmlns:a="http://schemas.openxmlformats.org/drawingml/2006/main" noGrp="1"/>
          </p:cNvSpPr>
          <p:nvPr/>
        </p:nvSpPr>
        <p:spPr>
          <a:xfrm xmlns:a="http://schemas.openxmlformats.org/drawingml/2006/main">
            <a:off x="5415545"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CC4B1E8B-5286-44F3-80B1-6C64096598FE}"/>
              </a:ext>
            </a:extLst>
          </p:cNvPr>
          <p:cNvSpPr>
            <a:spLocks xmlns:a="http://schemas.openxmlformats.org/drawingml/2006/main" noGrp="1"/>
          </p:cNvSpPr>
          <p:nvPr/>
        </p:nvSpPr>
        <p:spPr>
          <a:xfrm xmlns:a="http://schemas.openxmlformats.org/drawingml/2006/main">
            <a:off x="5415545"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39C4617C-F2AF-4C71-B85E-3CDA5BB9DB05}"/>
              </a:ext>
            </a:extLst>
          </p:cNvPr>
          <p:cNvSpPr>
            <a:spLocks xmlns:a="http://schemas.openxmlformats.org/drawingml/2006/main" noGrp="1"/>
          </p:cNvSpPr>
          <p:nvPr/>
        </p:nvSpPr>
        <p:spPr>
          <a:xfrm xmlns:a="http://schemas.openxmlformats.org/drawingml/2006/main">
            <a:off x="5415545"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F0ADCAA4-E2CD-4D3E-A343-C1061566BBF1}"/>
              </a:ext>
            </a:extLst>
          </p:cNvPr>
          <p:cNvSpPr>
            <a:spLocks xmlns:a="http://schemas.openxmlformats.org/drawingml/2006/main" noGrp="1"/>
          </p:cNvSpPr>
          <p:nvPr/>
        </p:nvSpPr>
        <p:spPr>
          <a:xfrm xmlns:a="http://schemas.openxmlformats.org/drawingml/2006/main">
            <a:off x="5415545"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46A74F6D-D59C-4822-87CA-460BA0E1C011}"/>
              </a:ext>
            </a:extLst>
          </p:cNvPr>
          <p:cNvSpPr>
            <a:spLocks xmlns:a="http://schemas.openxmlformats.org/drawingml/2006/main" noGrp="1"/>
          </p:cNvSpPr>
          <p:nvPr/>
        </p:nvSpPr>
        <p:spPr>
          <a:xfrm xmlns:a="http://schemas.openxmlformats.org/drawingml/2006/main">
            <a:off x="5415545"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420A4715-161B-474A-96DD-DE45B42276F6}"/>
              </a:ext>
            </a:extLst>
          </p:cNvPr>
          <p:cNvSpPr>
            <a:spLocks xmlns:a="http://schemas.openxmlformats.org/drawingml/2006/main" noGrp="1"/>
          </p:cNvSpPr>
          <p:nvPr/>
        </p:nvSpPr>
        <p:spPr>
          <a:xfrm xmlns:a="http://schemas.openxmlformats.org/drawingml/2006/main">
            <a:off x="5415545"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90AC1CD4-B40A-434F-BB11-7C640C4F0961}"/>
              </a:ext>
            </a:extLst>
          </p:cNvPr>
          <p:cNvSpPr>
            <a:spLocks xmlns:a="http://schemas.openxmlformats.org/drawingml/2006/main" noGrp="1"/>
          </p:cNvSpPr>
          <p:nvPr/>
        </p:nvSpPr>
        <p:spPr>
          <a:xfrm xmlns:a="http://schemas.openxmlformats.org/drawingml/2006/main">
            <a:off x="5415545"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E272AD14-1671-4D35-99DF-B987A4A169FA}"/>
              </a:ext>
            </a:extLst>
          </p:cNvPr>
          <p:cNvSpPr>
            <a:spLocks xmlns:a="http://schemas.openxmlformats.org/drawingml/2006/main" noGrp="1"/>
          </p:cNvSpPr>
          <p:nvPr/>
        </p:nvSpPr>
        <p:spPr>
          <a:xfrm xmlns:a="http://schemas.openxmlformats.org/drawingml/2006/main">
            <a:off x="5415545"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1A0BF969-FAA8-451B-ADB4-247507B4CDE2}"/>
              </a:ext>
            </a:extLst>
          </p:cNvPr>
          <p:cNvSpPr>
            <a:spLocks xmlns:a="http://schemas.openxmlformats.org/drawingml/2006/main" noGrp="1"/>
          </p:cNvSpPr>
          <p:nvPr/>
        </p:nvSpPr>
        <p:spPr>
          <a:xfrm xmlns:a="http://schemas.openxmlformats.org/drawingml/2006/main">
            <a:off x="5415545"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B665097F-2B33-44D5-BFC4-64BA925BB47C}"/>
              </a:ext>
            </a:extLst>
          </p:cNvPr>
          <p:cNvSpPr>
            <a:spLocks xmlns:a="http://schemas.openxmlformats.org/drawingml/2006/main" noGrp="1"/>
          </p:cNvSpPr>
          <p:nvPr/>
        </p:nvSpPr>
        <p:spPr>
          <a:xfrm xmlns:a="http://schemas.openxmlformats.org/drawingml/2006/main">
            <a:off x="5415545"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EF7A7EC8-0229-4480-AC7D-7CD75EC23D87}"/>
              </a:ext>
            </a:extLst>
          </p:cNvPr>
          <p:cNvSpPr>
            <a:spLocks xmlns:a="http://schemas.openxmlformats.org/drawingml/2006/main" noGrp="1"/>
          </p:cNvSpPr>
          <p:nvPr/>
        </p:nvSpPr>
        <p:spPr>
          <a:xfrm xmlns:a="http://schemas.openxmlformats.org/drawingml/2006/main">
            <a:off x="5415545"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3D645FBB-F7AC-48BE-9CE6-3455AE733347}"/>
              </a:ext>
            </a:extLst>
          </p:cNvPr>
          <p:cNvSpPr>
            <a:spLocks xmlns:a="http://schemas.openxmlformats.org/drawingml/2006/main" noGrp="1"/>
          </p:cNvSpPr>
          <p:nvPr/>
        </p:nvSpPr>
        <p:spPr>
          <a:xfrm xmlns:a="http://schemas.openxmlformats.org/drawingml/2006/main">
            <a:off x="5415545"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9503E40D-9F7C-4677-BD20-29DF876E1494}"/>
              </a:ext>
            </a:extLst>
          </p:cNvPr>
          <p:cNvSpPr>
            <a:spLocks xmlns:a="http://schemas.openxmlformats.org/drawingml/2006/main" noGrp="1"/>
          </p:cNvSpPr>
          <p:nvPr/>
        </p:nvSpPr>
        <p:spPr>
          <a:xfrm xmlns:a="http://schemas.openxmlformats.org/drawingml/2006/main">
            <a:off x="5499963"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F19A2429-2946-4EAC-99B9-C940A52050B9}"/>
              </a:ext>
            </a:extLst>
          </p:cNvPr>
          <p:cNvSpPr>
            <a:spLocks xmlns:a="http://schemas.openxmlformats.org/drawingml/2006/main" noGrp="1"/>
          </p:cNvSpPr>
          <p:nvPr/>
        </p:nvSpPr>
        <p:spPr>
          <a:xfrm xmlns:a="http://schemas.openxmlformats.org/drawingml/2006/main">
            <a:off x="5499963"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52140CCA-286A-44CC-8352-F106AE12C851}"/>
              </a:ext>
            </a:extLst>
          </p:cNvPr>
          <p:cNvSpPr>
            <a:spLocks xmlns:a="http://schemas.openxmlformats.org/drawingml/2006/main" noGrp="1"/>
          </p:cNvSpPr>
          <p:nvPr/>
        </p:nvSpPr>
        <p:spPr>
          <a:xfrm xmlns:a="http://schemas.openxmlformats.org/drawingml/2006/main">
            <a:off x="5499963"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6168BD07-5210-4A6A-97D5-03F4627AFBAA}"/>
              </a:ext>
            </a:extLst>
          </p:cNvPr>
          <p:cNvSpPr>
            <a:spLocks xmlns:a="http://schemas.openxmlformats.org/drawingml/2006/main" noGrp="1"/>
          </p:cNvSpPr>
          <p:nvPr/>
        </p:nvSpPr>
        <p:spPr>
          <a:xfrm xmlns:a="http://schemas.openxmlformats.org/drawingml/2006/main">
            <a:off x="5499963"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D83A9E0F-0A90-4304-B073-2F38C5C4B60A}"/>
              </a:ext>
            </a:extLst>
          </p:cNvPr>
          <p:cNvSpPr>
            <a:spLocks xmlns:a="http://schemas.openxmlformats.org/drawingml/2006/main" noGrp="1"/>
          </p:cNvSpPr>
          <p:nvPr/>
        </p:nvSpPr>
        <p:spPr>
          <a:xfrm xmlns:a="http://schemas.openxmlformats.org/drawingml/2006/main">
            <a:off x="5499963"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E561E77E-DAAD-42A9-9B53-AB5ED959D05C}"/>
              </a:ext>
            </a:extLst>
          </p:cNvPr>
          <p:cNvSpPr>
            <a:spLocks xmlns:a="http://schemas.openxmlformats.org/drawingml/2006/main" noGrp="1"/>
          </p:cNvSpPr>
          <p:nvPr/>
        </p:nvSpPr>
        <p:spPr>
          <a:xfrm xmlns:a="http://schemas.openxmlformats.org/drawingml/2006/main">
            <a:off x="5499963"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9BFAB1F8-D88D-435F-9C27-32C1F4B79C50}"/>
              </a:ext>
            </a:extLst>
          </p:cNvPr>
          <p:cNvSpPr>
            <a:spLocks xmlns:a="http://schemas.openxmlformats.org/drawingml/2006/main" noGrp="1"/>
          </p:cNvSpPr>
          <p:nvPr/>
        </p:nvSpPr>
        <p:spPr>
          <a:xfrm xmlns:a="http://schemas.openxmlformats.org/drawingml/2006/main">
            <a:off x="5499963"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CF9B1671-0B3F-4CAE-9805-7707683F8BCD}"/>
              </a:ext>
            </a:extLst>
          </p:cNvPr>
          <p:cNvSpPr>
            <a:spLocks xmlns:a="http://schemas.openxmlformats.org/drawingml/2006/main" noGrp="1"/>
          </p:cNvSpPr>
          <p:nvPr/>
        </p:nvSpPr>
        <p:spPr>
          <a:xfrm xmlns:a="http://schemas.openxmlformats.org/drawingml/2006/main">
            <a:off x="5499963"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747AD3EE-954A-4C2B-B597-2934B12CFCDC}"/>
              </a:ext>
            </a:extLst>
          </p:cNvPr>
          <p:cNvSpPr>
            <a:spLocks xmlns:a="http://schemas.openxmlformats.org/drawingml/2006/main" noGrp="1"/>
          </p:cNvSpPr>
          <p:nvPr/>
        </p:nvSpPr>
        <p:spPr>
          <a:xfrm xmlns:a="http://schemas.openxmlformats.org/drawingml/2006/main">
            <a:off x="5499963"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60EB4434-4792-4C72-99C8-3718B1794E3B}"/>
              </a:ext>
            </a:extLst>
          </p:cNvPr>
          <p:cNvSpPr>
            <a:spLocks xmlns:a="http://schemas.openxmlformats.org/drawingml/2006/main" noGrp="1"/>
          </p:cNvSpPr>
          <p:nvPr/>
        </p:nvSpPr>
        <p:spPr>
          <a:xfrm xmlns:a="http://schemas.openxmlformats.org/drawingml/2006/main">
            <a:off x="5499963"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22B56DB9-8891-408B-B587-23B8B00A521D}"/>
              </a:ext>
            </a:extLst>
          </p:cNvPr>
          <p:cNvSpPr>
            <a:spLocks xmlns:a="http://schemas.openxmlformats.org/drawingml/2006/main" noGrp="1"/>
          </p:cNvSpPr>
          <p:nvPr/>
        </p:nvSpPr>
        <p:spPr>
          <a:xfrm xmlns:a="http://schemas.openxmlformats.org/drawingml/2006/main">
            <a:off x="5499963"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C83CD666-921B-471E-92C0-DC5A6763F630}"/>
              </a:ext>
            </a:extLst>
          </p:cNvPr>
          <p:cNvSpPr>
            <a:spLocks xmlns:a="http://schemas.openxmlformats.org/drawingml/2006/main" noGrp="1"/>
          </p:cNvSpPr>
          <p:nvPr/>
        </p:nvSpPr>
        <p:spPr>
          <a:xfrm xmlns:a="http://schemas.openxmlformats.org/drawingml/2006/main">
            <a:off x="5499963"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298B38E6-15BD-4FD7-892E-6D998FC0BC39}"/>
              </a:ext>
            </a:extLst>
          </p:cNvPr>
          <p:cNvSpPr>
            <a:spLocks xmlns:a="http://schemas.openxmlformats.org/drawingml/2006/main" noGrp="1"/>
          </p:cNvSpPr>
          <p:nvPr/>
        </p:nvSpPr>
        <p:spPr>
          <a:xfrm xmlns:a="http://schemas.openxmlformats.org/drawingml/2006/main">
            <a:off x="5584381"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51561D4D-69FC-49AE-8244-4C92A77217C8}"/>
              </a:ext>
            </a:extLst>
          </p:cNvPr>
          <p:cNvSpPr>
            <a:spLocks xmlns:a="http://schemas.openxmlformats.org/drawingml/2006/main" noGrp="1"/>
          </p:cNvSpPr>
          <p:nvPr/>
        </p:nvSpPr>
        <p:spPr>
          <a:xfrm xmlns:a="http://schemas.openxmlformats.org/drawingml/2006/main">
            <a:off x="5584381"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F128709D-91F5-43F7-9BA4-C91ECA65725E}"/>
              </a:ext>
            </a:extLst>
          </p:cNvPr>
          <p:cNvSpPr>
            <a:spLocks xmlns:a="http://schemas.openxmlformats.org/drawingml/2006/main" noGrp="1"/>
          </p:cNvSpPr>
          <p:nvPr/>
        </p:nvSpPr>
        <p:spPr>
          <a:xfrm xmlns:a="http://schemas.openxmlformats.org/drawingml/2006/main">
            <a:off x="5584381"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BA8288F8-1793-44EE-AF2A-87490F5B4FAB}"/>
              </a:ext>
            </a:extLst>
          </p:cNvPr>
          <p:cNvSpPr>
            <a:spLocks xmlns:a="http://schemas.openxmlformats.org/drawingml/2006/main" noGrp="1"/>
          </p:cNvSpPr>
          <p:nvPr/>
        </p:nvSpPr>
        <p:spPr>
          <a:xfrm xmlns:a="http://schemas.openxmlformats.org/drawingml/2006/main">
            <a:off x="5584381"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3836CC74-A2F5-46CD-89B5-11ABDB9E9FFA}"/>
              </a:ext>
            </a:extLst>
          </p:cNvPr>
          <p:cNvSpPr>
            <a:spLocks xmlns:a="http://schemas.openxmlformats.org/drawingml/2006/main" noGrp="1"/>
          </p:cNvSpPr>
          <p:nvPr/>
        </p:nvSpPr>
        <p:spPr>
          <a:xfrm xmlns:a="http://schemas.openxmlformats.org/drawingml/2006/main">
            <a:off x="5584381"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A22390A5-1416-460E-9D7F-F5170CD819F9}"/>
              </a:ext>
            </a:extLst>
          </p:cNvPr>
          <p:cNvSpPr>
            <a:spLocks xmlns:a="http://schemas.openxmlformats.org/drawingml/2006/main" noGrp="1"/>
          </p:cNvSpPr>
          <p:nvPr/>
        </p:nvSpPr>
        <p:spPr>
          <a:xfrm xmlns:a="http://schemas.openxmlformats.org/drawingml/2006/main">
            <a:off x="5584381"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0CC3196B-1D63-453D-820F-994F349BFC44}"/>
              </a:ext>
            </a:extLst>
          </p:cNvPr>
          <p:cNvSpPr>
            <a:spLocks xmlns:a="http://schemas.openxmlformats.org/drawingml/2006/main" noGrp="1"/>
          </p:cNvSpPr>
          <p:nvPr/>
        </p:nvSpPr>
        <p:spPr>
          <a:xfrm xmlns:a="http://schemas.openxmlformats.org/drawingml/2006/main">
            <a:off x="5584381"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1C4196DD-6EC9-4618-A0A3-90518B09B3BF}"/>
              </a:ext>
            </a:extLst>
          </p:cNvPr>
          <p:cNvSpPr>
            <a:spLocks xmlns:a="http://schemas.openxmlformats.org/drawingml/2006/main" noGrp="1"/>
          </p:cNvSpPr>
          <p:nvPr/>
        </p:nvSpPr>
        <p:spPr>
          <a:xfrm xmlns:a="http://schemas.openxmlformats.org/drawingml/2006/main">
            <a:off x="5584381"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5F70429F-CAE3-4D8D-8106-CC589F61FFB0}"/>
              </a:ext>
            </a:extLst>
          </p:cNvPr>
          <p:cNvSpPr>
            <a:spLocks xmlns:a="http://schemas.openxmlformats.org/drawingml/2006/main" noGrp="1"/>
          </p:cNvSpPr>
          <p:nvPr/>
        </p:nvSpPr>
        <p:spPr>
          <a:xfrm xmlns:a="http://schemas.openxmlformats.org/drawingml/2006/main">
            <a:off x="5584381"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1191DD2C-C3F4-4FB9-A10E-D3D3D18DE98B}"/>
              </a:ext>
            </a:extLst>
          </p:cNvPr>
          <p:cNvSpPr>
            <a:spLocks xmlns:a="http://schemas.openxmlformats.org/drawingml/2006/main" noGrp="1"/>
          </p:cNvSpPr>
          <p:nvPr/>
        </p:nvSpPr>
        <p:spPr>
          <a:xfrm xmlns:a="http://schemas.openxmlformats.org/drawingml/2006/main">
            <a:off x="5584381"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41333734-5717-4A25-A28B-83938827C58D}"/>
              </a:ext>
            </a:extLst>
          </p:cNvPr>
          <p:cNvSpPr>
            <a:spLocks xmlns:a="http://schemas.openxmlformats.org/drawingml/2006/main" noGrp="1"/>
          </p:cNvSpPr>
          <p:nvPr/>
        </p:nvSpPr>
        <p:spPr>
          <a:xfrm xmlns:a="http://schemas.openxmlformats.org/drawingml/2006/main">
            <a:off x="5584381"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51A3687F-AD84-4F80-84E6-B85C70F589A4}"/>
              </a:ext>
            </a:extLst>
          </p:cNvPr>
          <p:cNvSpPr>
            <a:spLocks xmlns:a="http://schemas.openxmlformats.org/drawingml/2006/main" noGrp="1"/>
          </p:cNvSpPr>
          <p:nvPr/>
        </p:nvSpPr>
        <p:spPr>
          <a:xfrm xmlns:a="http://schemas.openxmlformats.org/drawingml/2006/main">
            <a:off x="5584381"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14003934-90CB-4E6F-A977-95575ED6C344}"/>
              </a:ext>
            </a:extLst>
          </p:cNvPr>
          <p:cNvSpPr>
            <a:spLocks xmlns:a="http://schemas.openxmlformats.org/drawingml/2006/main" noGrp="1"/>
          </p:cNvSpPr>
          <p:nvPr/>
        </p:nvSpPr>
        <p:spPr>
          <a:xfrm xmlns:a="http://schemas.openxmlformats.org/drawingml/2006/main">
            <a:off x="5584381" y="255122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E5CD61D7-9202-42C3-A9DB-7FA6268053F6}"/>
              </a:ext>
            </a:extLst>
          </p:cNvPr>
          <p:cNvSpPr>
            <a:spLocks xmlns:a="http://schemas.openxmlformats.org/drawingml/2006/main" noGrp="1"/>
          </p:cNvSpPr>
          <p:nvPr/>
        </p:nvSpPr>
        <p:spPr>
          <a:xfrm xmlns:a="http://schemas.openxmlformats.org/drawingml/2006/main">
            <a:off x="5668800"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3C0D8927-33E9-4F91-A62F-D78E43D981FA}"/>
              </a:ext>
            </a:extLst>
          </p:cNvPr>
          <p:cNvSpPr>
            <a:spLocks xmlns:a="http://schemas.openxmlformats.org/drawingml/2006/main" noGrp="1"/>
          </p:cNvSpPr>
          <p:nvPr/>
        </p:nvSpPr>
        <p:spPr>
          <a:xfrm xmlns:a="http://schemas.openxmlformats.org/drawingml/2006/main">
            <a:off x="5668800"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D8EB1CAE-00E1-4BA7-9617-A7BA3E89F2FD}"/>
              </a:ext>
            </a:extLst>
          </p:cNvPr>
          <p:cNvSpPr>
            <a:spLocks xmlns:a="http://schemas.openxmlformats.org/drawingml/2006/main" noGrp="1"/>
          </p:cNvSpPr>
          <p:nvPr/>
        </p:nvSpPr>
        <p:spPr>
          <a:xfrm xmlns:a="http://schemas.openxmlformats.org/drawingml/2006/main">
            <a:off x="5668800"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3849A3D0-A765-41E7-9DE1-FE6E1570689F}"/>
              </a:ext>
            </a:extLst>
          </p:cNvPr>
          <p:cNvSpPr>
            <a:spLocks xmlns:a="http://schemas.openxmlformats.org/drawingml/2006/main" noGrp="1"/>
          </p:cNvSpPr>
          <p:nvPr/>
        </p:nvSpPr>
        <p:spPr>
          <a:xfrm xmlns:a="http://schemas.openxmlformats.org/drawingml/2006/main">
            <a:off x="5668800"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3C94DE8D-0805-4689-B2E3-BC7E33164AF4}"/>
              </a:ext>
            </a:extLst>
          </p:cNvPr>
          <p:cNvSpPr>
            <a:spLocks xmlns:a="http://schemas.openxmlformats.org/drawingml/2006/main" noGrp="1"/>
          </p:cNvSpPr>
          <p:nvPr/>
        </p:nvSpPr>
        <p:spPr>
          <a:xfrm xmlns:a="http://schemas.openxmlformats.org/drawingml/2006/main">
            <a:off x="5668800"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07BE16F3-3D2F-4EFB-AD61-2BD8C2F92ADC}"/>
              </a:ext>
            </a:extLst>
          </p:cNvPr>
          <p:cNvSpPr>
            <a:spLocks xmlns:a="http://schemas.openxmlformats.org/drawingml/2006/main" noGrp="1"/>
          </p:cNvSpPr>
          <p:nvPr/>
        </p:nvSpPr>
        <p:spPr>
          <a:xfrm xmlns:a="http://schemas.openxmlformats.org/drawingml/2006/main">
            <a:off x="5668800"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D728A8A2-1110-440A-810D-6DF88D2F18CB}"/>
              </a:ext>
            </a:extLst>
          </p:cNvPr>
          <p:cNvSpPr>
            <a:spLocks xmlns:a="http://schemas.openxmlformats.org/drawingml/2006/main" noGrp="1"/>
          </p:cNvSpPr>
          <p:nvPr/>
        </p:nvSpPr>
        <p:spPr>
          <a:xfrm xmlns:a="http://schemas.openxmlformats.org/drawingml/2006/main">
            <a:off x="5668800"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F3479F01-97AA-4FAB-9616-C67A7099BEE1}"/>
              </a:ext>
            </a:extLst>
          </p:cNvPr>
          <p:cNvSpPr>
            <a:spLocks xmlns:a="http://schemas.openxmlformats.org/drawingml/2006/main" noGrp="1"/>
          </p:cNvSpPr>
          <p:nvPr/>
        </p:nvSpPr>
        <p:spPr>
          <a:xfrm xmlns:a="http://schemas.openxmlformats.org/drawingml/2006/main">
            <a:off x="5668800"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AFF8FBC3-F0DC-4E0F-895A-3828636A196F}"/>
              </a:ext>
            </a:extLst>
          </p:cNvPr>
          <p:cNvSpPr>
            <a:spLocks xmlns:a="http://schemas.openxmlformats.org/drawingml/2006/main" noGrp="1"/>
          </p:cNvSpPr>
          <p:nvPr/>
        </p:nvSpPr>
        <p:spPr>
          <a:xfrm xmlns:a="http://schemas.openxmlformats.org/drawingml/2006/main">
            <a:off x="5668800"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2869037D-FA0A-4E8C-9CCB-AB6D488EFFCE}"/>
              </a:ext>
            </a:extLst>
          </p:cNvPr>
          <p:cNvSpPr>
            <a:spLocks xmlns:a="http://schemas.openxmlformats.org/drawingml/2006/main" noGrp="1"/>
          </p:cNvSpPr>
          <p:nvPr/>
        </p:nvSpPr>
        <p:spPr>
          <a:xfrm xmlns:a="http://schemas.openxmlformats.org/drawingml/2006/main">
            <a:off x="5668800"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6B05D5EC-2331-44C2-B9F7-371D5D92D17A}"/>
              </a:ext>
            </a:extLst>
          </p:cNvPr>
          <p:cNvSpPr>
            <a:spLocks xmlns:a="http://schemas.openxmlformats.org/drawingml/2006/main" noGrp="1"/>
          </p:cNvSpPr>
          <p:nvPr/>
        </p:nvSpPr>
        <p:spPr>
          <a:xfrm xmlns:a="http://schemas.openxmlformats.org/drawingml/2006/main">
            <a:off x="5668800"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4F7047CA-0A9D-4706-A9DA-BF633C943F81}"/>
              </a:ext>
            </a:extLst>
          </p:cNvPr>
          <p:cNvSpPr>
            <a:spLocks xmlns:a="http://schemas.openxmlformats.org/drawingml/2006/main" noGrp="1"/>
          </p:cNvSpPr>
          <p:nvPr/>
        </p:nvSpPr>
        <p:spPr>
          <a:xfrm xmlns:a="http://schemas.openxmlformats.org/drawingml/2006/main">
            <a:off x="5668800"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CC3F724D-3FA3-43BB-96A9-9EC19EE39F41}"/>
              </a:ext>
            </a:extLst>
          </p:cNvPr>
          <p:cNvSpPr>
            <a:spLocks xmlns:a="http://schemas.openxmlformats.org/drawingml/2006/main" noGrp="1"/>
          </p:cNvSpPr>
          <p:nvPr/>
        </p:nvSpPr>
        <p:spPr>
          <a:xfrm xmlns:a="http://schemas.openxmlformats.org/drawingml/2006/main">
            <a:off x="5668800" y="255122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C2E3DB93-B371-451D-807F-D1D2854DC7D5}"/>
              </a:ext>
            </a:extLst>
          </p:cNvPr>
          <p:cNvSpPr>
            <a:spLocks xmlns:a="http://schemas.openxmlformats.org/drawingml/2006/main" noGrp="1"/>
          </p:cNvSpPr>
          <p:nvPr/>
        </p:nvSpPr>
        <p:spPr>
          <a:xfrm xmlns:a="http://schemas.openxmlformats.org/drawingml/2006/main">
            <a:off x="5753218"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2BAE0923-6AB3-4135-A7E5-0DFFD2543C61}"/>
              </a:ext>
            </a:extLst>
          </p:cNvPr>
          <p:cNvSpPr>
            <a:spLocks xmlns:a="http://schemas.openxmlformats.org/drawingml/2006/main" noGrp="1"/>
          </p:cNvSpPr>
          <p:nvPr/>
        </p:nvSpPr>
        <p:spPr>
          <a:xfrm xmlns:a="http://schemas.openxmlformats.org/drawingml/2006/main">
            <a:off x="5753218"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762DBD7B-2901-404A-854F-4F3708E8D36D}"/>
              </a:ext>
            </a:extLst>
          </p:cNvPr>
          <p:cNvSpPr>
            <a:spLocks xmlns:a="http://schemas.openxmlformats.org/drawingml/2006/main" noGrp="1"/>
          </p:cNvSpPr>
          <p:nvPr/>
        </p:nvSpPr>
        <p:spPr>
          <a:xfrm xmlns:a="http://schemas.openxmlformats.org/drawingml/2006/main">
            <a:off x="5753218"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E5338306-1031-47D8-B760-86C7F50F3E5F}"/>
              </a:ext>
            </a:extLst>
          </p:cNvPr>
          <p:cNvSpPr>
            <a:spLocks xmlns:a="http://schemas.openxmlformats.org/drawingml/2006/main" noGrp="1"/>
          </p:cNvSpPr>
          <p:nvPr/>
        </p:nvSpPr>
        <p:spPr>
          <a:xfrm xmlns:a="http://schemas.openxmlformats.org/drawingml/2006/main">
            <a:off x="5753218"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304DD3D9-FF84-4280-8430-6AB83C46A662}"/>
              </a:ext>
            </a:extLst>
          </p:cNvPr>
          <p:cNvSpPr>
            <a:spLocks xmlns:a="http://schemas.openxmlformats.org/drawingml/2006/main" noGrp="1"/>
          </p:cNvSpPr>
          <p:nvPr/>
        </p:nvSpPr>
        <p:spPr>
          <a:xfrm xmlns:a="http://schemas.openxmlformats.org/drawingml/2006/main">
            <a:off x="5753218"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165E4C05-B484-4F62-B417-9CBA476F08A5}"/>
              </a:ext>
            </a:extLst>
          </p:cNvPr>
          <p:cNvSpPr>
            <a:spLocks xmlns:a="http://schemas.openxmlformats.org/drawingml/2006/main" noGrp="1"/>
          </p:cNvSpPr>
          <p:nvPr/>
        </p:nvSpPr>
        <p:spPr>
          <a:xfrm xmlns:a="http://schemas.openxmlformats.org/drawingml/2006/main">
            <a:off x="5753218"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C896FCDB-7C9C-40EC-A183-83CFAD0E566F}"/>
              </a:ext>
            </a:extLst>
          </p:cNvPr>
          <p:cNvSpPr>
            <a:spLocks xmlns:a="http://schemas.openxmlformats.org/drawingml/2006/main" noGrp="1"/>
          </p:cNvSpPr>
          <p:nvPr/>
        </p:nvSpPr>
        <p:spPr>
          <a:xfrm xmlns:a="http://schemas.openxmlformats.org/drawingml/2006/main">
            <a:off x="5753218"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5469D4E2-F39E-465F-B7C6-EA56943FE278}"/>
              </a:ext>
            </a:extLst>
          </p:cNvPr>
          <p:cNvSpPr>
            <a:spLocks xmlns:a="http://schemas.openxmlformats.org/drawingml/2006/main" noGrp="1"/>
          </p:cNvSpPr>
          <p:nvPr/>
        </p:nvSpPr>
        <p:spPr>
          <a:xfrm xmlns:a="http://schemas.openxmlformats.org/drawingml/2006/main">
            <a:off x="5753218"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1F4043F4-A56F-489F-9A26-E68E67041261}"/>
              </a:ext>
            </a:extLst>
          </p:cNvPr>
          <p:cNvSpPr>
            <a:spLocks xmlns:a="http://schemas.openxmlformats.org/drawingml/2006/main" noGrp="1"/>
          </p:cNvSpPr>
          <p:nvPr/>
        </p:nvSpPr>
        <p:spPr>
          <a:xfrm xmlns:a="http://schemas.openxmlformats.org/drawingml/2006/main">
            <a:off x="5753218"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5C7DE039-B7E8-481C-8F47-01195865D88B}"/>
              </a:ext>
            </a:extLst>
          </p:cNvPr>
          <p:cNvSpPr>
            <a:spLocks xmlns:a="http://schemas.openxmlformats.org/drawingml/2006/main" noGrp="1"/>
          </p:cNvSpPr>
          <p:nvPr/>
        </p:nvSpPr>
        <p:spPr>
          <a:xfrm xmlns:a="http://schemas.openxmlformats.org/drawingml/2006/main">
            <a:off x="5753218"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87C9C01D-2B47-427D-A625-4E0AE324B6B3}"/>
              </a:ext>
            </a:extLst>
          </p:cNvPr>
          <p:cNvSpPr>
            <a:spLocks xmlns:a="http://schemas.openxmlformats.org/drawingml/2006/main" noGrp="1"/>
          </p:cNvSpPr>
          <p:nvPr/>
        </p:nvSpPr>
        <p:spPr>
          <a:xfrm xmlns:a="http://schemas.openxmlformats.org/drawingml/2006/main">
            <a:off x="5753218"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60946534-D9A3-44FC-A18E-2A689F4BC389}"/>
              </a:ext>
            </a:extLst>
          </p:cNvPr>
          <p:cNvSpPr>
            <a:spLocks xmlns:a="http://schemas.openxmlformats.org/drawingml/2006/main" noGrp="1"/>
          </p:cNvSpPr>
          <p:nvPr/>
        </p:nvSpPr>
        <p:spPr>
          <a:xfrm xmlns:a="http://schemas.openxmlformats.org/drawingml/2006/main">
            <a:off x="5753218" y="255122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B3E9AC6B-B9BF-4066-92DD-EC45734839F2}"/>
              </a:ext>
            </a:extLst>
          </p:cNvPr>
          <p:cNvSpPr>
            <a:spLocks xmlns:a="http://schemas.openxmlformats.org/drawingml/2006/main" noGrp="1"/>
          </p:cNvSpPr>
          <p:nvPr/>
        </p:nvSpPr>
        <p:spPr>
          <a:xfrm xmlns:a="http://schemas.openxmlformats.org/drawingml/2006/main">
            <a:off x="5753218" y="246623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F57492F7-5ED7-45CF-83E2-5F29FB673560}"/>
              </a:ext>
            </a:extLst>
          </p:cNvPr>
          <p:cNvSpPr>
            <a:spLocks xmlns:a="http://schemas.openxmlformats.org/drawingml/2006/main" noGrp="1"/>
          </p:cNvSpPr>
          <p:nvPr/>
        </p:nvSpPr>
        <p:spPr>
          <a:xfrm xmlns:a="http://schemas.openxmlformats.org/drawingml/2006/main">
            <a:off x="5837636"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34A42FB2-43F5-4CE5-8B06-8D7CD8E71F8A}"/>
              </a:ext>
            </a:extLst>
          </p:cNvPr>
          <p:cNvSpPr>
            <a:spLocks xmlns:a="http://schemas.openxmlformats.org/drawingml/2006/main" noGrp="1"/>
          </p:cNvSpPr>
          <p:nvPr/>
        </p:nvSpPr>
        <p:spPr>
          <a:xfrm xmlns:a="http://schemas.openxmlformats.org/drawingml/2006/main">
            <a:off x="5837636"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FE5985CF-6444-4F88-9D4F-0B8B83C16844}"/>
              </a:ext>
            </a:extLst>
          </p:cNvPr>
          <p:cNvSpPr>
            <a:spLocks xmlns:a="http://schemas.openxmlformats.org/drawingml/2006/main" noGrp="1"/>
          </p:cNvSpPr>
          <p:nvPr/>
        </p:nvSpPr>
        <p:spPr>
          <a:xfrm xmlns:a="http://schemas.openxmlformats.org/drawingml/2006/main">
            <a:off x="5837636"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32BC4AB1-8F49-46FA-A568-D49BBBEC7C84}"/>
              </a:ext>
            </a:extLst>
          </p:cNvPr>
          <p:cNvSpPr>
            <a:spLocks xmlns:a="http://schemas.openxmlformats.org/drawingml/2006/main" noGrp="1"/>
          </p:cNvSpPr>
          <p:nvPr/>
        </p:nvSpPr>
        <p:spPr>
          <a:xfrm xmlns:a="http://schemas.openxmlformats.org/drawingml/2006/main">
            <a:off x="5837636"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49F1AF49-EECE-4816-A15E-93BAC89E4408}"/>
              </a:ext>
            </a:extLst>
          </p:cNvPr>
          <p:cNvSpPr>
            <a:spLocks xmlns:a="http://schemas.openxmlformats.org/drawingml/2006/main" noGrp="1"/>
          </p:cNvSpPr>
          <p:nvPr/>
        </p:nvSpPr>
        <p:spPr>
          <a:xfrm xmlns:a="http://schemas.openxmlformats.org/drawingml/2006/main">
            <a:off x="5837636"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45D1F286-B8C2-42A2-A626-A2F3DE981821}"/>
              </a:ext>
            </a:extLst>
          </p:cNvPr>
          <p:cNvSpPr>
            <a:spLocks xmlns:a="http://schemas.openxmlformats.org/drawingml/2006/main" noGrp="1"/>
          </p:cNvSpPr>
          <p:nvPr/>
        </p:nvSpPr>
        <p:spPr>
          <a:xfrm xmlns:a="http://schemas.openxmlformats.org/drawingml/2006/main">
            <a:off x="5837636"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7A09265D-A37A-4832-9347-8FBA33137377}"/>
              </a:ext>
            </a:extLst>
          </p:cNvPr>
          <p:cNvSpPr>
            <a:spLocks xmlns:a="http://schemas.openxmlformats.org/drawingml/2006/main" noGrp="1"/>
          </p:cNvSpPr>
          <p:nvPr/>
        </p:nvSpPr>
        <p:spPr>
          <a:xfrm xmlns:a="http://schemas.openxmlformats.org/drawingml/2006/main">
            <a:off x="5837636"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66D729EA-6072-4072-9C54-A820F123A252}"/>
              </a:ext>
            </a:extLst>
          </p:cNvPr>
          <p:cNvSpPr>
            <a:spLocks xmlns:a="http://schemas.openxmlformats.org/drawingml/2006/main" noGrp="1"/>
          </p:cNvSpPr>
          <p:nvPr/>
        </p:nvSpPr>
        <p:spPr>
          <a:xfrm xmlns:a="http://schemas.openxmlformats.org/drawingml/2006/main">
            <a:off x="5837636"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5E787E6C-193D-488A-9832-70459215D77D}"/>
              </a:ext>
            </a:extLst>
          </p:cNvPr>
          <p:cNvSpPr>
            <a:spLocks xmlns:a="http://schemas.openxmlformats.org/drawingml/2006/main" noGrp="1"/>
          </p:cNvSpPr>
          <p:nvPr/>
        </p:nvSpPr>
        <p:spPr>
          <a:xfrm xmlns:a="http://schemas.openxmlformats.org/drawingml/2006/main">
            <a:off x="5837636"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C5B4CD1B-9E30-4EC7-89F4-E6956825F20B}"/>
              </a:ext>
            </a:extLst>
          </p:cNvPr>
          <p:cNvSpPr>
            <a:spLocks xmlns:a="http://schemas.openxmlformats.org/drawingml/2006/main" noGrp="1"/>
          </p:cNvSpPr>
          <p:nvPr/>
        </p:nvSpPr>
        <p:spPr>
          <a:xfrm xmlns:a="http://schemas.openxmlformats.org/drawingml/2006/main">
            <a:off x="5837636"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2BABA73C-E111-4706-8C4E-748BE6183B21}"/>
              </a:ext>
            </a:extLst>
          </p:cNvPr>
          <p:cNvSpPr>
            <a:spLocks xmlns:a="http://schemas.openxmlformats.org/drawingml/2006/main" noGrp="1"/>
          </p:cNvSpPr>
          <p:nvPr/>
        </p:nvSpPr>
        <p:spPr>
          <a:xfrm xmlns:a="http://schemas.openxmlformats.org/drawingml/2006/main">
            <a:off x="5837636"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D2E04BDF-28BF-4E4B-B82F-A4E0C9E22850}"/>
              </a:ext>
            </a:extLst>
          </p:cNvPr>
          <p:cNvSpPr>
            <a:spLocks xmlns:a="http://schemas.openxmlformats.org/drawingml/2006/main" noGrp="1"/>
          </p:cNvSpPr>
          <p:nvPr/>
        </p:nvSpPr>
        <p:spPr>
          <a:xfrm xmlns:a="http://schemas.openxmlformats.org/drawingml/2006/main">
            <a:off x="5837636"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77BB5E4B-BE9F-49A8-9150-D25F0002AAB2}"/>
              </a:ext>
            </a:extLst>
          </p:cNvPr>
          <p:cNvSpPr>
            <a:spLocks xmlns:a="http://schemas.openxmlformats.org/drawingml/2006/main" noGrp="1"/>
          </p:cNvSpPr>
          <p:nvPr/>
        </p:nvSpPr>
        <p:spPr>
          <a:xfrm xmlns:a="http://schemas.openxmlformats.org/drawingml/2006/main">
            <a:off x="5837636"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811CFEA2-E5E4-4B38-B696-C8326E3F4C43}"/>
              </a:ext>
            </a:extLst>
          </p:cNvPr>
          <p:cNvSpPr>
            <a:spLocks xmlns:a="http://schemas.openxmlformats.org/drawingml/2006/main" noGrp="1"/>
          </p:cNvSpPr>
          <p:nvPr/>
        </p:nvSpPr>
        <p:spPr>
          <a:xfrm xmlns:a="http://schemas.openxmlformats.org/drawingml/2006/main">
            <a:off x="5837636"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0475965F-FBFA-4369-9CC9-F58C8F150E4D}"/>
              </a:ext>
            </a:extLst>
          </p:cNvPr>
          <p:cNvSpPr>
            <a:spLocks xmlns:a="http://schemas.openxmlformats.org/drawingml/2006/main" noGrp="1"/>
          </p:cNvSpPr>
          <p:nvPr/>
        </p:nvSpPr>
        <p:spPr>
          <a:xfrm xmlns:a="http://schemas.openxmlformats.org/drawingml/2006/main">
            <a:off x="5837636"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9988A41E-C661-4B1F-9452-7D5D7D1A79B6}"/>
              </a:ext>
            </a:extLst>
          </p:cNvPr>
          <p:cNvSpPr>
            <a:spLocks xmlns:a="http://schemas.openxmlformats.org/drawingml/2006/main" noGrp="1"/>
          </p:cNvSpPr>
          <p:nvPr/>
        </p:nvSpPr>
        <p:spPr>
          <a:xfrm xmlns:a="http://schemas.openxmlformats.org/drawingml/2006/main">
            <a:off x="5837636" y="255122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9FABD37C-FDE2-4CA7-8CF8-06C851AE0CAA}"/>
              </a:ext>
            </a:extLst>
          </p:cNvPr>
          <p:cNvSpPr>
            <a:spLocks xmlns:a="http://schemas.openxmlformats.org/drawingml/2006/main" noGrp="1"/>
          </p:cNvSpPr>
          <p:nvPr/>
        </p:nvSpPr>
        <p:spPr>
          <a:xfrm xmlns:a="http://schemas.openxmlformats.org/drawingml/2006/main">
            <a:off x="5922055"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29EEC0CD-4BD6-4188-8658-C93B9AC2CAEB}"/>
              </a:ext>
            </a:extLst>
          </p:cNvPr>
          <p:cNvSpPr>
            <a:spLocks xmlns:a="http://schemas.openxmlformats.org/drawingml/2006/main" noGrp="1"/>
          </p:cNvSpPr>
          <p:nvPr/>
        </p:nvSpPr>
        <p:spPr>
          <a:xfrm xmlns:a="http://schemas.openxmlformats.org/drawingml/2006/main">
            <a:off x="5922055"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919621AA-D672-4DDE-B1A4-BDFDF700213F}"/>
              </a:ext>
            </a:extLst>
          </p:cNvPr>
          <p:cNvSpPr>
            <a:spLocks xmlns:a="http://schemas.openxmlformats.org/drawingml/2006/main" noGrp="1"/>
          </p:cNvSpPr>
          <p:nvPr/>
        </p:nvSpPr>
        <p:spPr>
          <a:xfrm xmlns:a="http://schemas.openxmlformats.org/drawingml/2006/main">
            <a:off x="5922055"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ED9E1B14-EB74-4987-8373-AE42AAE8DD90}"/>
              </a:ext>
            </a:extLst>
          </p:cNvPr>
          <p:cNvSpPr>
            <a:spLocks xmlns:a="http://schemas.openxmlformats.org/drawingml/2006/main" noGrp="1"/>
          </p:cNvSpPr>
          <p:nvPr/>
        </p:nvSpPr>
        <p:spPr>
          <a:xfrm xmlns:a="http://schemas.openxmlformats.org/drawingml/2006/main">
            <a:off x="5922055"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50BE8BE6-4574-456C-A4EF-1548AAAA1E41}"/>
              </a:ext>
            </a:extLst>
          </p:cNvPr>
          <p:cNvSpPr>
            <a:spLocks xmlns:a="http://schemas.openxmlformats.org/drawingml/2006/main" noGrp="1"/>
          </p:cNvSpPr>
          <p:nvPr/>
        </p:nvSpPr>
        <p:spPr>
          <a:xfrm xmlns:a="http://schemas.openxmlformats.org/drawingml/2006/main">
            <a:off x="5922055"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4533D386-D940-4ABD-9F0D-0561C68BF78B}"/>
              </a:ext>
            </a:extLst>
          </p:cNvPr>
          <p:cNvSpPr>
            <a:spLocks xmlns:a="http://schemas.openxmlformats.org/drawingml/2006/main" noGrp="1"/>
          </p:cNvSpPr>
          <p:nvPr/>
        </p:nvSpPr>
        <p:spPr>
          <a:xfrm xmlns:a="http://schemas.openxmlformats.org/drawingml/2006/main">
            <a:off x="5922055"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CFE89BB1-9FB8-48E6-80F4-455EAF278699}"/>
              </a:ext>
            </a:extLst>
          </p:cNvPr>
          <p:cNvSpPr>
            <a:spLocks xmlns:a="http://schemas.openxmlformats.org/drawingml/2006/main" noGrp="1"/>
          </p:cNvSpPr>
          <p:nvPr/>
        </p:nvSpPr>
        <p:spPr>
          <a:xfrm xmlns:a="http://schemas.openxmlformats.org/drawingml/2006/main">
            <a:off x="5922055"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8B9019C9-B91A-42CF-9FEA-1B4E03879260}"/>
              </a:ext>
            </a:extLst>
          </p:cNvPr>
          <p:cNvSpPr>
            <a:spLocks xmlns:a="http://schemas.openxmlformats.org/drawingml/2006/main" noGrp="1"/>
          </p:cNvSpPr>
          <p:nvPr/>
        </p:nvSpPr>
        <p:spPr>
          <a:xfrm xmlns:a="http://schemas.openxmlformats.org/drawingml/2006/main">
            <a:off x="5922055"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725BCBF4-822A-4E48-909A-1BF21DF1EE09}"/>
              </a:ext>
            </a:extLst>
          </p:cNvPr>
          <p:cNvSpPr>
            <a:spLocks xmlns:a="http://schemas.openxmlformats.org/drawingml/2006/main" noGrp="1"/>
          </p:cNvSpPr>
          <p:nvPr/>
        </p:nvSpPr>
        <p:spPr>
          <a:xfrm xmlns:a="http://schemas.openxmlformats.org/drawingml/2006/main">
            <a:off x="5922055"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603F72EC-E59E-43DD-8910-10940DD93DEF}"/>
              </a:ext>
            </a:extLst>
          </p:cNvPr>
          <p:cNvSpPr>
            <a:spLocks xmlns:a="http://schemas.openxmlformats.org/drawingml/2006/main" noGrp="1"/>
          </p:cNvSpPr>
          <p:nvPr/>
        </p:nvSpPr>
        <p:spPr>
          <a:xfrm xmlns:a="http://schemas.openxmlformats.org/drawingml/2006/main">
            <a:off x="5922055"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B6F85967-9603-4921-84EC-EA196C2C0AAA}"/>
              </a:ext>
            </a:extLst>
          </p:cNvPr>
          <p:cNvSpPr>
            <a:spLocks xmlns:a="http://schemas.openxmlformats.org/drawingml/2006/main" noGrp="1"/>
          </p:cNvSpPr>
          <p:nvPr/>
        </p:nvSpPr>
        <p:spPr>
          <a:xfrm xmlns:a="http://schemas.openxmlformats.org/drawingml/2006/main">
            <a:off x="5922055"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C69A9836-FBA5-4B30-B49C-62A38C435290}"/>
              </a:ext>
            </a:extLst>
          </p:cNvPr>
          <p:cNvSpPr>
            <a:spLocks xmlns:a="http://schemas.openxmlformats.org/drawingml/2006/main" noGrp="1"/>
          </p:cNvSpPr>
          <p:nvPr/>
        </p:nvSpPr>
        <p:spPr>
          <a:xfrm xmlns:a="http://schemas.openxmlformats.org/drawingml/2006/main">
            <a:off x="5922055"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DF081B10-7738-4875-AEE2-F5F111C2C6DB}"/>
              </a:ext>
            </a:extLst>
          </p:cNvPr>
          <p:cNvSpPr>
            <a:spLocks xmlns:a="http://schemas.openxmlformats.org/drawingml/2006/main" noGrp="1"/>
          </p:cNvSpPr>
          <p:nvPr/>
        </p:nvSpPr>
        <p:spPr>
          <a:xfrm xmlns:a="http://schemas.openxmlformats.org/drawingml/2006/main">
            <a:off x="5922055"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799A393D-245A-4FC1-83C8-EBB4114368EC}"/>
              </a:ext>
            </a:extLst>
          </p:cNvPr>
          <p:cNvSpPr>
            <a:spLocks xmlns:a="http://schemas.openxmlformats.org/drawingml/2006/main" noGrp="1"/>
          </p:cNvSpPr>
          <p:nvPr/>
        </p:nvSpPr>
        <p:spPr>
          <a:xfrm xmlns:a="http://schemas.openxmlformats.org/drawingml/2006/main">
            <a:off x="5922055"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632BDAF7-12A0-4FDF-9718-91D2526B28DF}"/>
              </a:ext>
            </a:extLst>
          </p:cNvPr>
          <p:cNvSpPr>
            <a:spLocks xmlns:a="http://schemas.openxmlformats.org/drawingml/2006/main" noGrp="1"/>
          </p:cNvSpPr>
          <p:nvPr/>
        </p:nvSpPr>
        <p:spPr>
          <a:xfrm xmlns:a="http://schemas.openxmlformats.org/drawingml/2006/main">
            <a:off x="5922055"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94C66CE7-0B4B-482E-B734-3FD8A92A2F3F}"/>
              </a:ext>
            </a:extLst>
          </p:cNvPr>
          <p:cNvSpPr>
            <a:spLocks xmlns:a="http://schemas.openxmlformats.org/drawingml/2006/main" noGrp="1"/>
          </p:cNvSpPr>
          <p:nvPr/>
        </p:nvSpPr>
        <p:spPr>
          <a:xfrm xmlns:a="http://schemas.openxmlformats.org/drawingml/2006/main">
            <a:off x="5922055"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E6578977-0ABF-47DC-B673-AA34BC356B32}"/>
              </a:ext>
            </a:extLst>
          </p:cNvPr>
          <p:cNvSpPr>
            <a:spLocks xmlns:a="http://schemas.openxmlformats.org/drawingml/2006/main" noGrp="1"/>
          </p:cNvSpPr>
          <p:nvPr/>
        </p:nvSpPr>
        <p:spPr>
          <a:xfrm xmlns:a="http://schemas.openxmlformats.org/drawingml/2006/main">
            <a:off x="5922055"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1763F6E1-DC6D-4462-B656-101F4AC51FC6}"/>
              </a:ext>
            </a:extLst>
          </p:cNvPr>
          <p:cNvSpPr>
            <a:spLocks xmlns:a="http://schemas.openxmlformats.org/drawingml/2006/main" noGrp="1"/>
          </p:cNvSpPr>
          <p:nvPr/>
        </p:nvSpPr>
        <p:spPr>
          <a:xfrm xmlns:a="http://schemas.openxmlformats.org/drawingml/2006/main">
            <a:off x="5922055"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8D894EB2-80E2-4698-95A7-2085993B9B8B}"/>
              </a:ext>
            </a:extLst>
          </p:cNvPr>
          <p:cNvSpPr>
            <a:spLocks xmlns:a="http://schemas.openxmlformats.org/drawingml/2006/main" noGrp="1"/>
          </p:cNvSpPr>
          <p:nvPr/>
        </p:nvSpPr>
        <p:spPr>
          <a:xfrm xmlns:a="http://schemas.openxmlformats.org/drawingml/2006/main">
            <a:off x="5922055"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AE288407-38C5-492D-8AE4-F1F2D94A6426}"/>
              </a:ext>
            </a:extLst>
          </p:cNvPr>
          <p:cNvSpPr>
            <a:spLocks xmlns:a="http://schemas.openxmlformats.org/drawingml/2006/main" noGrp="1"/>
          </p:cNvSpPr>
          <p:nvPr/>
        </p:nvSpPr>
        <p:spPr>
          <a:xfrm xmlns:a="http://schemas.openxmlformats.org/drawingml/2006/main">
            <a:off x="6006473" y="450592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A805C375-AD30-464E-964D-E5A02E47A058}"/>
              </a:ext>
            </a:extLst>
          </p:cNvPr>
          <p:cNvSpPr>
            <a:spLocks xmlns:a="http://schemas.openxmlformats.org/drawingml/2006/main" noGrp="1"/>
          </p:cNvSpPr>
          <p:nvPr/>
        </p:nvSpPr>
        <p:spPr>
          <a:xfrm xmlns:a="http://schemas.openxmlformats.org/drawingml/2006/main">
            <a:off x="6006473"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2A1160FD-DE89-44C6-9630-9FE59F2F445D}"/>
              </a:ext>
            </a:extLst>
          </p:cNvPr>
          <p:cNvSpPr>
            <a:spLocks xmlns:a="http://schemas.openxmlformats.org/drawingml/2006/main" noGrp="1"/>
          </p:cNvSpPr>
          <p:nvPr/>
        </p:nvSpPr>
        <p:spPr>
          <a:xfrm xmlns:a="http://schemas.openxmlformats.org/drawingml/2006/main">
            <a:off x="6006473"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66D40BC3-B760-45AA-ACBD-169C0ACC558A}"/>
              </a:ext>
            </a:extLst>
          </p:cNvPr>
          <p:cNvSpPr>
            <a:spLocks xmlns:a="http://schemas.openxmlformats.org/drawingml/2006/main" noGrp="1"/>
          </p:cNvSpPr>
          <p:nvPr/>
        </p:nvSpPr>
        <p:spPr>
          <a:xfrm xmlns:a="http://schemas.openxmlformats.org/drawingml/2006/main">
            <a:off x="6006473"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3F015D29-B423-4C63-8983-40828CC3A1E7}"/>
              </a:ext>
            </a:extLst>
          </p:cNvPr>
          <p:cNvSpPr>
            <a:spLocks xmlns:a="http://schemas.openxmlformats.org/drawingml/2006/main" noGrp="1"/>
          </p:cNvSpPr>
          <p:nvPr/>
        </p:nvSpPr>
        <p:spPr>
          <a:xfrm xmlns:a="http://schemas.openxmlformats.org/drawingml/2006/main">
            <a:off x="6006473"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9370387F-4693-4E7F-9393-C19CC0790FE5}"/>
              </a:ext>
            </a:extLst>
          </p:cNvPr>
          <p:cNvSpPr>
            <a:spLocks xmlns:a="http://schemas.openxmlformats.org/drawingml/2006/main" noGrp="1"/>
          </p:cNvSpPr>
          <p:nvPr/>
        </p:nvSpPr>
        <p:spPr>
          <a:xfrm xmlns:a="http://schemas.openxmlformats.org/drawingml/2006/main">
            <a:off x="6006473"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E0E808B0-12BD-41CA-98B6-AEC2230D7613}"/>
              </a:ext>
            </a:extLst>
          </p:cNvPr>
          <p:cNvSpPr>
            <a:spLocks xmlns:a="http://schemas.openxmlformats.org/drawingml/2006/main" noGrp="1"/>
          </p:cNvSpPr>
          <p:nvPr/>
        </p:nvSpPr>
        <p:spPr>
          <a:xfrm xmlns:a="http://schemas.openxmlformats.org/drawingml/2006/main">
            <a:off x="6006473"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84161829-A0D9-41C2-8502-D2353E875FC1}"/>
              </a:ext>
            </a:extLst>
          </p:cNvPr>
          <p:cNvSpPr>
            <a:spLocks xmlns:a="http://schemas.openxmlformats.org/drawingml/2006/main" noGrp="1"/>
          </p:cNvSpPr>
          <p:nvPr/>
        </p:nvSpPr>
        <p:spPr>
          <a:xfrm xmlns:a="http://schemas.openxmlformats.org/drawingml/2006/main">
            <a:off x="6006473"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11A7197E-115B-4260-80A5-F46E6E6A2988}"/>
              </a:ext>
            </a:extLst>
          </p:cNvPr>
          <p:cNvSpPr>
            <a:spLocks xmlns:a="http://schemas.openxmlformats.org/drawingml/2006/main" noGrp="1"/>
          </p:cNvSpPr>
          <p:nvPr/>
        </p:nvSpPr>
        <p:spPr>
          <a:xfrm xmlns:a="http://schemas.openxmlformats.org/drawingml/2006/main">
            <a:off x="6006473"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98B112D2-B768-4271-B0BF-0D255CEE0114}"/>
              </a:ext>
            </a:extLst>
          </p:cNvPr>
          <p:cNvSpPr>
            <a:spLocks xmlns:a="http://schemas.openxmlformats.org/drawingml/2006/main" noGrp="1"/>
          </p:cNvSpPr>
          <p:nvPr/>
        </p:nvSpPr>
        <p:spPr>
          <a:xfrm xmlns:a="http://schemas.openxmlformats.org/drawingml/2006/main">
            <a:off x="6006473"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89D0CD97-7C45-44A8-B0B5-AB9B5DFAE3BD}"/>
              </a:ext>
            </a:extLst>
          </p:cNvPr>
          <p:cNvSpPr>
            <a:spLocks xmlns:a="http://schemas.openxmlformats.org/drawingml/2006/main" noGrp="1"/>
          </p:cNvSpPr>
          <p:nvPr/>
        </p:nvSpPr>
        <p:spPr>
          <a:xfrm xmlns:a="http://schemas.openxmlformats.org/drawingml/2006/main">
            <a:off x="6006473"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808897B5-2DD5-436A-8867-4E5ECD0A9A3E}"/>
              </a:ext>
            </a:extLst>
          </p:cNvPr>
          <p:cNvSpPr>
            <a:spLocks xmlns:a="http://schemas.openxmlformats.org/drawingml/2006/main" noGrp="1"/>
          </p:cNvSpPr>
          <p:nvPr/>
        </p:nvSpPr>
        <p:spPr>
          <a:xfrm xmlns:a="http://schemas.openxmlformats.org/drawingml/2006/main">
            <a:off x="6006473"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AF9DA5BB-D1FF-4F9C-A135-D71F9BC8DC08}"/>
              </a:ext>
            </a:extLst>
          </p:cNvPr>
          <p:cNvSpPr>
            <a:spLocks xmlns:a="http://schemas.openxmlformats.org/drawingml/2006/main" noGrp="1"/>
          </p:cNvSpPr>
          <p:nvPr/>
        </p:nvSpPr>
        <p:spPr>
          <a:xfrm xmlns:a="http://schemas.openxmlformats.org/drawingml/2006/main">
            <a:off x="6006473"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96497D54-2DD3-4C0A-9857-FEACB975430B}"/>
              </a:ext>
            </a:extLst>
          </p:cNvPr>
          <p:cNvSpPr>
            <a:spLocks xmlns:a="http://schemas.openxmlformats.org/drawingml/2006/main" noGrp="1"/>
          </p:cNvSpPr>
          <p:nvPr/>
        </p:nvSpPr>
        <p:spPr>
          <a:xfrm xmlns:a="http://schemas.openxmlformats.org/drawingml/2006/main">
            <a:off x="6006473"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AECC311B-CBB4-4AE3-8AFD-A41C500FF59C}"/>
              </a:ext>
            </a:extLst>
          </p:cNvPr>
          <p:cNvSpPr>
            <a:spLocks xmlns:a="http://schemas.openxmlformats.org/drawingml/2006/main" noGrp="1"/>
          </p:cNvSpPr>
          <p:nvPr/>
        </p:nvSpPr>
        <p:spPr>
          <a:xfrm xmlns:a="http://schemas.openxmlformats.org/drawingml/2006/main">
            <a:off x="6006473"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1CABBE48-0504-44DC-B43C-8D7B791283E2}"/>
              </a:ext>
            </a:extLst>
          </p:cNvPr>
          <p:cNvSpPr>
            <a:spLocks xmlns:a="http://schemas.openxmlformats.org/drawingml/2006/main" noGrp="1"/>
          </p:cNvSpPr>
          <p:nvPr/>
        </p:nvSpPr>
        <p:spPr>
          <a:xfrm xmlns:a="http://schemas.openxmlformats.org/drawingml/2006/main">
            <a:off x="6006473"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0B925933-8ED1-458A-A8E4-B390EAB9091A}"/>
              </a:ext>
            </a:extLst>
          </p:cNvPr>
          <p:cNvSpPr>
            <a:spLocks xmlns:a="http://schemas.openxmlformats.org/drawingml/2006/main" noGrp="1"/>
          </p:cNvSpPr>
          <p:nvPr/>
        </p:nvSpPr>
        <p:spPr>
          <a:xfrm xmlns:a="http://schemas.openxmlformats.org/drawingml/2006/main">
            <a:off x="6006473"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786DF01F-9AFA-4280-ADE8-E33BB1BBF169}"/>
              </a:ext>
            </a:extLst>
          </p:cNvPr>
          <p:cNvSpPr>
            <a:spLocks xmlns:a="http://schemas.openxmlformats.org/drawingml/2006/main" noGrp="1"/>
          </p:cNvSpPr>
          <p:nvPr/>
        </p:nvSpPr>
        <p:spPr>
          <a:xfrm xmlns:a="http://schemas.openxmlformats.org/drawingml/2006/main">
            <a:off x="6006473"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739B8C19-CCC0-4D73-8E0E-05912D8899E6}"/>
              </a:ext>
            </a:extLst>
          </p:cNvPr>
          <p:cNvSpPr>
            <a:spLocks xmlns:a="http://schemas.openxmlformats.org/drawingml/2006/main" noGrp="1"/>
          </p:cNvSpPr>
          <p:nvPr/>
        </p:nvSpPr>
        <p:spPr>
          <a:xfrm xmlns:a="http://schemas.openxmlformats.org/drawingml/2006/main">
            <a:off x="6006473"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3B3A7BBF-1F49-49FF-A199-B2F761BED54C}"/>
              </a:ext>
            </a:extLst>
          </p:cNvPr>
          <p:cNvSpPr>
            <a:spLocks xmlns:a="http://schemas.openxmlformats.org/drawingml/2006/main" noGrp="1"/>
          </p:cNvSpPr>
          <p:nvPr/>
        </p:nvSpPr>
        <p:spPr>
          <a:xfrm xmlns:a="http://schemas.openxmlformats.org/drawingml/2006/main">
            <a:off x="6090891"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73E6E047-9305-4358-B6A5-B0556C091334}"/>
              </a:ext>
            </a:extLst>
          </p:cNvPr>
          <p:cNvSpPr>
            <a:spLocks xmlns:a="http://schemas.openxmlformats.org/drawingml/2006/main" noGrp="1"/>
          </p:cNvSpPr>
          <p:nvPr/>
        </p:nvSpPr>
        <p:spPr>
          <a:xfrm xmlns:a="http://schemas.openxmlformats.org/drawingml/2006/main">
            <a:off x="6090891"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FDA4C9DC-688D-458B-BA28-7A4E9B420FC6}"/>
              </a:ext>
            </a:extLst>
          </p:cNvPr>
          <p:cNvSpPr>
            <a:spLocks xmlns:a="http://schemas.openxmlformats.org/drawingml/2006/main" noGrp="1"/>
          </p:cNvSpPr>
          <p:nvPr/>
        </p:nvSpPr>
        <p:spPr>
          <a:xfrm xmlns:a="http://schemas.openxmlformats.org/drawingml/2006/main">
            <a:off x="6090891"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4C539A8E-CB42-4DE6-A809-249D606461BB}"/>
              </a:ext>
            </a:extLst>
          </p:cNvPr>
          <p:cNvSpPr>
            <a:spLocks xmlns:a="http://schemas.openxmlformats.org/drawingml/2006/main" noGrp="1"/>
          </p:cNvSpPr>
          <p:nvPr/>
        </p:nvSpPr>
        <p:spPr>
          <a:xfrm xmlns:a="http://schemas.openxmlformats.org/drawingml/2006/main">
            <a:off x="6090891"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35E641CA-99E3-4B78-92AE-494A39FFE4F5}"/>
              </a:ext>
            </a:extLst>
          </p:cNvPr>
          <p:cNvSpPr>
            <a:spLocks xmlns:a="http://schemas.openxmlformats.org/drawingml/2006/main" noGrp="1"/>
          </p:cNvSpPr>
          <p:nvPr/>
        </p:nvSpPr>
        <p:spPr>
          <a:xfrm xmlns:a="http://schemas.openxmlformats.org/drawingml/2006/main">
            <a:off x="6090891"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2D1C3B34-7B8C-4045-90F6-2C3FC4443FA1}"/>
              </a:ext>
            </a:extLst>
          </p:cNvPr>
          <p:cNvSpPr>
            <a:spLocks xmlns:a="http://schemas.openxmlformats.org/drawingml/2006/main" noGrp="1"/>
          </p:cNvSpPr>
          <p:nvPr/>
        </p:nvSpPr>
        <p:spPr>
          <a:xfrm xmlns:a="http://schemas.openxmlformats.org/drawingml/2006/main">
            <a:off x="6090891"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54B57446-DEA7-4E30-8468-E9A31A3952D4}"/>
              </a:ext>
            </a:extLst>
          </p:cNvPr>
          <p:cNvSpPr>
            <a:spLocks xmlns:a="http://schemas.openxmlformats.org/drawingml/2006/main" noGrp="1"/>
          </p:cNvSpPr>
          <p:nvPr/>
        </p:nvSpPr>
        <p:spPr>
          <a:xfrm xmlns:a="http://schemas.openxmlformats.org/drawingml/2006/main">
            <a:off x="6090891"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715879E1-983F-4504-9AD9-89A48B08050F}"/>
              </a:ext>
            </a:extLst>
          </p:cNvPr>
          <p:cNvSpPr>
            <a:spLocks xmlns:a="http://schemas.openxmlformats.org/drawingml/2006/main" noGrp="1"/>
          </p:cNvSpPr>
          <p:nvPr/>
        </p:nvSpPr>
        <p:spPr>
          <a:xfrm xmlns:a="http://schemas.openxmlformats.org/drawingml/2006/main">
            <a:off x="6090891"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5CBA4112-2B08-4C4F-82C3-4C21D30F978B}"/>
              </a:ext>
            </a:extLst>
          </p:cNvPr>
          <p:cNvSpPr>
            <a:spLocks xmlns:a="http://schemas.openxmlformats.org/drawingml/2006/main" noGrp="1"/>
          </p:cNvSpPr>
          <p:nvPr/>
        </p:nvSpPr>
        <p:spPr>
          <a:xfrm xmlns:a="http://schemas.openxmlformats.org/drawingml/2006/main">
            <a:off x="6090891"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480AD3C7-17D7-4606-A76D-358090812EE8}"/>
              </a:ext>
            </a:extLst>
          </p:cNvPr>
          <p:cNvSpPr>
            <a:spLocks xmlns:a="http://schemas.openxmlformats.org/drawingml/2006/main" noGrp="1"/>
          </p:cNvSpPr>
          <p:nvPr/>
        </p:nvSpPr>
        <p:spPr>
          <a:xfrm xmlns:a="http://schemas.openxmlformats.org/drawingml/2006/main">
            <a:off x="6090891"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961C5F90-F1D3-4586-8F57-5F2391088E9E}"/>
              </a:ext>
            </a:extLst>
          </p:cNvPr>
          <p:cNvSpPr>
            <a:spLocks xmlns:a="http://schemas.openxmlformats.org/drawingml/2006/main" noGrp="1"/>
          </p:cNvSpPr>
          <p:nvPr/>
        </p:nvSpPr>
        <p:spPr>
          <a:xfrm xmlns:a="http://schemas.openxmlformats.org/drawingml/2006/main">
            <a:off x="6090891"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FD58D38F-BE09-4E00-B301-86A6ECF32204}"/>
              </a:ext>
            </a:extLst>
          </p:cNvPr>
          <p:cNvSpPr>
            <a:spLocks xmlns:a="http://schemas.openxmlformats.org/drawingml/2006/main" noGrp="1"/>
          </p:cNvSpPr>
          <p:nvPr/>
        </p:nvSpPr>
        <p:spPr>
          <a:xfrm xmlns:a="http://schemas.openxmlformats.org/drawingml/2006/main">
            <a:off x="6090891"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058B0C4C-0199-442A-99C2-6E574F42A968}"/>
              </a:ext>
            </a:extLst>
          </p:cNvPr>
          <p:cNvSpPr>
            <a:spLocks xmlns:a="http://schemas.openxmlformats.org/drawingml/2006/main" noGrp="1"/>
          </p:cNvSpPr>
          <p:nvPr/>
        </p:nvSpPr>
        <p:spPr>
          <a:xfrm xmlns:a="http://schemas.openxmlformats.org/drawingml/2006/main">
            <a:off x="6090891"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11675307-37A0-4EF9-AEF5-3D1CFA453717}"/>
              </a:ext>
            </a:extLst>
          </p:cNvPr>
          <p:cNvSpPr>
            <a:spLocks xmlns:a="http://schemas.openxmlformats.org/drawingml/2006/main" noGrp="1"/>
          </p:cNvSpPr>
          <p:nvPr/>
        </p:nvSpPr>
        <p:spPr>
          <a:xfrm xmlns:a="http://schemas.openxmlformats.org/drawingml/2006/main">
            <a:off x="6090891"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A8DE4AD2-9DA2-4F62-B262-1AB46C4AF49B}"/>
              </a:ext>
            </a:extLst>
          </p:cNvPr>
          <p:cNvSpPr>
            <a:spLocks xmlns:a="http://schemas.openxmlformats.org/drawingml/2006/main" noGrp="1"/>
          </p:cNvSpPr>
          <p:nvPr/>
        </p:nvSpPr>
        <p:spPr>
          <a:xfrm xmlns:a="http://schemas.openxmlformats.org/drawingml/2006/main">
            <a:off x="6090891"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A128F655-C3ED-4B32-AAC2-611F0D796FA4}"/>
              </a:ext>
            </a:extLst>
          </p:cNvPr>
          <p:cNvSpPr>
            <a:spLocks xmlns:a="http://schemas.openxmlformats.org/drawingml/2006/main" noGrp="1"/>
          </p:cNvSpPr>
          <p:nvPr/>
        </p:nvSpPr>
        <p:spPr>
          <a:xfrm xmlns:a="http://schemas.openxmlformats.org/drawingml/2006/main">
            <a:off x="6090891"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7B304D3F-5BF7-4EDA-B57A-12AB2DB48ECF}"/>
              </a:ext>
            </a:extLst>
          </p:cNvPr>
          <p:cNvSpPr>
            <a:spLocks xmlns:a="http://schemas.openxmlformats.org/drawingml/2006/main" noGrp="1"/>
          </p:cNvSpPr>
          <p:nvPr/>
        </p:nvSpPr>
        <p:spPr>
          <a:xfrm xmlns:a="http://schemas.openxmlformats.org/drawingml/2006/main">
            <a:off x="6090891"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3543B1AE-D7CF-4408-B0BB-092D5B73B124}"/>
              </a:ext>
            </a:extLst>
          </p:cNvPr>
          <p:cNvSpPr>
            <a:spLocks xmlns:a="http://schemas.openxmlformats.org/drawingml/2006/main" noGrp="1"/>
          </p:cNvSpPr>
          <p:nvPr/>
        </p:nvSpPr>
        <p:spPr>
          <a:xfrm xmlns:a="http://schemas.openxmlformats.org/drawingml/2006/main">
            <a:off x="6175309"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150699BA-B9DD-40F2-A08A-FA52A73FC018}"/>
              </a:ext>
            </a:extLst>
          </p:cNvPr>
          <p:cNvSpPr>
            <a:spLocks xmlns:a="http://schemas.openxmlformats.org/drawingml/2006/main" noGrp="1"/>
          </p:cNvSpPr>
          <p:nvPr/>
        </p:nvSpPr>
        <p:spPr>
          <a:xfrm xmlns:a="http://schemas.openxmlformats.org/drawingml/2006/main">
            <a:off x="6175309"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A2A4265E-70AA-4AC5-9B51-45A09D9CE301}"/>
              </a:ext>
            </a:extLst>
          </p:cNvPr>
          <p:cNvSpPr>
            <a:spLocks xmlns:a="http://schemas.openxmlformats.org/drawingml/2006/main" noGrp="1"/>
          </p:cNvSpPr>
          <p:nvPr/>
        </p:nvSpPr>
        <p:spPr>
          <a:xfrm xmlns:a="http://schemas.openxmlformats.org/drawingml/2006/main">
            <a:off x="6175309"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2B0D592F-EDDE-4797-AC5D-0F047382F7F4}"/>
              </a:ext>
            </a:extLst>
          </p:cNvPr>
          <p:cNvSpPr>
            <a:spLocks xmlns:a="http://schemas.openxmlformats.org/drawingml/2006/main" noGrp="1"/>
          </p:cNvSpPr>
          <p:nvPr/>
        </p:nvSpPr>
        <p:spPr>
          <a:xfrm xmlns:a="http://schemas.openxmlformats.org/drawingml/2006/main">
            <a:off x="6175309"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A1416725-B0CB-476A-A42B-A9AB5D1BCAC8}"/>
              </a:ext>
            </a:extLst>
          </p:cNvPr>
          <p:cNvSpPr>
            <a:spLocks xmlns:a="http://schemas.openxmlformats.org/drawingml/2006/main" noGrp="1"/>
          </p:cNvSpPr>
          <p:nvPr/>
        </p:nvSpPr>
        <p:spPr>
          <a:xfrm xmlns:a="http://schemas.openxmlformats.org/drawingml/2006/main">
            <a:off x="6175309"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DAFB0AB3-80CD-4737-803B-A4AAFD4FC0B4}"/>
              </a:ext>
            </a:extLst>
          </p:cNvPr>
          <p:cNvSpPr>
            <a:spLocks xmlns:a="http://schemas.openxmlformats.org/drawingml/2006/main" noGrp="1"/>
          </p:cNvSpPr>
          <p:nvPr/>
        </p:nvSpPr>
        <p:spPr>
          <a:xfrm xmlns:a="http://schemas.openxmlformats.org/drawingml/2006/main">
            <a:off x="6175309"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13EB836A-448D-43BA-8FD5-700C91731951}"/>
              </a:ext>
            </a:extLst>
          </p:cNvPr>
          <p:cNvSpPr>
            <a:spLocks xmlns:a="http://schemas.openxmlformats.org/drawingml/2006/main" noGrp="1"/>
          </p:cNvSpPr>
          <p:nvPr/>
        </p:nvSpPr>
        <p:spPr>
          <a:xfrm xmlns:a="http://schemas.openxmlformats.org/drawingml/2006/main">
            <a:off x="6175309"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5739F90D-0B28-4E45-91B5-BE59016B5EF4}"/>
              </a:ext>
            </a:extLst>
          </p:cNvPr>
          <p:cNvSpPr>
            <a:spLocks xmlns:a="http://schemas.openxmlformats.org/drawingml/2006/main" noGrp="1"/>
          </p:cNvSpPr>
          <p:nvPr/>
        </p:nvSpPr>
        <p:spPr>
          <a:xfrm xmlns:a="http://schemas.openxmlformats.org/drawingml/2006/main">
            <a:off x="6175309"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EC8B984E-C296-402D-95B4-57B5F9F4678C}"/>
              </a:ext>
            </a:extLst>
          </p:cNvPr>
          <p:cNvSpPr>
            <a:spLocks xmlns:a="http://schemas.openxmlformats.org/drawingml/2006/main" noGrp="1"/>
          </p:cNvSpPr>
          <p:nvPr/>
        </p:nvSpPr>
        <p:spPr>
          <a:xfrm xmlns:a="http://schemas.openxmlformats.org/drawingml/2006/main">
            <a:off x="6175309"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43BBC846-CE2D-419F-9D69-625EA5C8F3DF}"/>
              </a:ext>
            </a:extLst>
          </p:cNvPr>
          <p:cNvSpPr>
            <a:spLocks xmlns:a="http://schemas.openxmlformats.org/drawingml/2006/main" noGrp="1"/>
          </p:cNvSpPr>
          <p:nvPr/>
        </p:nvSpPr>
        <p:spPr>
          <a:xfrm xmlns:a="http://schemas.openxmlformats.org/drawingml/2006/main">
            <a:off x="6175309"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0AA1CB75-354A-45B7-9FC0-99B4ACC307C6}"/>
              </a:ext>
            </a:extLst>
          </p:cNvPr>
          <p:cNvSpPr>
            <a:spLocks xmlns:a="http://schemas.openxmlformats.org/drawingml/2006/main" noGrp="1"/>
          </p:cNvSpPr>
          <p:nvPr/>
        </p:nvSpPr>
        <p:spPr>
          <a:xfrm xmlns:a="http://schemas.openxmlformats.org/drawingml/2006/main">
            <a:off x="6175309"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158E2B22-0838-48EE-A672-48D6EB9FEF0B}"/>
              </a:ext>
            </a:extLst>
          </p:cNvPr>
          <p:cNvSpPr>
            <a:spLocks xmlns:a="http://schemas.openxmlformats.org/drawingml/2006/main" noGrp="1"/>
          </p:cNvSpPr>
          <p:nvPr/>
        </p:nvSpPr>
        <p:spPr>
          <a:xfrm xmlns:a="http://schemas.openxmlformats.org/drawingml/2006/main">
            <a:off x="6175309"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2F8F1B9B-11BD-489E-A61D-29994068E5CF}"/>
              </a:ext>
            </a:extLst>
          </p:cNvPr>
          <p:cNvSpPr>
            <a:spLocks xmlns:a="http://schemas.openxmlformats.org/drawingml/2006/main" noGrp="1"/>
          </p:cNvSpPr>
          <p:nvPr/>
        </p:nvSpPr>
        <p:spPr>
          <a:xfrm xmlns:a="http://schemas.openxmlformats.org/drawingml/2006/main">
            <a:off x="6175309"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CF3DADDA-D7A5-4BA2-84AE-79ED80258D85}"/>
              </a:ext>
            </a:extLst>
          </p:cNvPr>
          <p:cNvSpPr>
            <a:spLocks xmlns:a="http://schemas.openxmlformats.org/drawingml/2006/main" noGrp="1"/>
          </p:cNvSpPr>
          <p:nvPr/>
        </p:nvSpPr>
        <p:spPr>
          <a:xfrm xmlns:a="http://schemas.openxmlformats.org/drawingml/2006/main">
            <a:off x="6175309"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109A0342-929E-4527-8AE0-2FD58310B06B}"/>
              </a:ext>
            </a:extLst>
          </p:cNvPr>
          <p:cNvSpPr>
            <a:spLocks xmlns:a="http://schemas.openxmlformats.org/drawingml/2006/main" noGrp="1"/>
          </p:cNvSpPr>
          <p:nvPr/>
        </p:nvSpPr>
        <p:spPr>
          <a:xfrm xmlns:a="http://schemas.openxmlformats.org/drawingml/2006/main">
            <a:off x="6175309"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2DBDE2A5-C137-406E-812A-B64E1ADA9F44}"/>
              </a:ext>
            </a:extLst>
          </p:cNvPr>
          <p:cNvSpPr>
            <a:spLocks xmlns:a="http://schemas.openxmlformats.org/drawingml/2006/main" noGrp="1"/>
          </p:cNvSpPr>
          <p:nvPr/>
        </p:nvSpPr>
        <p:spPr>
          <a:xfrm xmlns:a="http://schemas.openxmlformats.org/drawingml/2006/main">
            <a:off x="6175309"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B602A058-CB66-456E-92D6-81B7A67CB3F1}"/>
              </a:ext>
            </a:extLst>
          </p:cNvPr>
          <p:cNvSpPr>
            <a:spLocks xmlns:a="http://schemas.openxmlformats.org/drawingml/2006/main" noGrp="1"/>
          </p:cNvSpPr>
          <p:nvPr/>
        </p:nvSpPr>
        <p:spPr>
          <a:xfrm xmlns:a="http://schemas.openxmlformats.org/drawingml/2006/main">
            <a:off x="6175309"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D4F58804-E5F6-4EB7-AC45-E4A8AA2EA1EC}"/>
              </a:ext>
            </a:extLst>
          </p:cNvPr>
          <p:cNvSpPr>
            <a:spLocks xmlns:a="http://schemas.openxmlformats.org/drawingml/2006/main" noGrp="1"/>
          </p:cNvSpPr>
          <p:nvPr/>
        </p:nvSpPr>
        <p:spPr>
          <a:xfrm xmlns:a="http://schemas.openxmlformats.org/drawingml/2006/main">
            <a:off x="6175309"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CE6C2975-E4D3-4FFB-AC6F-9DAE7DEFE563}"/>
              </a:ext>
            </a:extLst>
          </p:cNvPr>
          <p:cNvSpPr>
            <a:spLocks xmlns:a="http://schemas.openxmlformats.org/drawingml/2006/main" noGrp="1"/>
          </p:cNvSpPr>
          <p:nvPr/>
        </p:nvSpPr>
        <p:spPr>
          <a:xfrm xmlns:a="http://schemas.openxmlformats.org/drawingml/2006/main">
            <a:off x="6259728"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55C45677-6529-4340-9B04-3F717662EBD3}"/>
              </a:ext>
            </a:extLst>
          </p:cNvPr>
          <p:cNvSpPr>
            <a:spLocks xmlns:a="http://schemas.openxmlformats.org/drawingml/2006/main" noGrp="1"/>
          </p:cNvSpPr>
          <p:nvPr/>
        </p:nvSpPr>
        <p:spPr>
          <a:xfrm xmlns:a="http://schemas.openxmlformats.org/drawingml/2006/main">
            <a:off x="6259728"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65F97195-2B1A-4EDE-91C5-7FE51CB59738}"/>
              </a:ext>
            </a:extLst>
          </p:cNvPr>
          <p:cNvSpPr>
            <a:spLocks xmlns:a="http://schemas.openxmlformats.org/drawingml/2006/main" noGrp="1"/>
          </p:cNvSpPr>
          <p:nvPr/>
        </p:nvSpPr>
        <p:spPr>
          <a:xfrm xmlns:a="http://schemas.openxmlformats.org/drawingml/2006/main">
            <a:off x="6259728"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05052605-64D1-4AFC-B413-C7F1AF2B5A81}"/>
              </a:ext>
            </a:extLst>
          </p:cNvPr>
          <p:cNvSpPr>
            <a:spLocks xmlns:a="http://schemas.openxmlformats.org/drawingml/2006/main" noGrp="1"/>
          </p:cNvSpPr>
          <p:nvPr/>
        </p:nvSpPr>
        <p:spPr>
          <a:xfrm xmlns:a="http://schemas.openxmlformats.org/drawingml/2006/main">
            <a:off x="6259728"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8114E412-E0C7-4C6B-9C26-F0FE2F7310A4}"/>
              </a:ext>
            </a:extLst>
          </p:cNvPr>
          <p:cNvSpPr>
            <a:spLocks xmlns:a="http://schemas.openxmlformats.org/drawingml/2006/main" noGrp="1"/>
          </p:cNvSpPr>
          <p:nvPr/>
        </p:nvSpPr>
        <p:spPr>
          <a:xfrm xmlns:a="http://schemas.openxmlformats.org/drawingml/2006/main">
            <a:off x="6259728"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A06E7762-0BAE-4219-BD86-E363DBD23FB3}"/>
              </a:ext>
            </a:extLst>
          </p:cNvPr>
          <p:cNvSpPr>
            <a:spLocks xmlns:a="http://schemas.openxmlformats.org/drawingml/2006/main" noGrp="1"/>
          </p:cNvSpPr>
          <p:nvPr/>
        </p:nvSpPr>
        <p:spPr>
          <a:xfrm xmlns:a="http://schemas.openxmlformats.org/drawingml/2006/main">
            <a:off x="6259728"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9C123D0B-0F19-4CDD-A9B8-2EF2503BE385}"/>
              </a:ext>
            </a:extLst>
          </p:cNvPr>
          <p:cNvSpPr>
            <a:spLocks xmlns:a="http://schemas.openxmlformats.org/drawingml/2006/main" noGrp="1"/>
          </p:cNvSpPr>
          <p:nvPr/>
        </p:nvSpPr>
        <p:spPr>
          <a:xfrm xmlns:a="http://schemas.openxmlformats.org/drawingml/2006/main">
            <a:off x="6259728"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589C2E6F-E3DE-4EF3-AED7-A00F7CF0400B}"/>
              </a:ext>
            </a:extLst>
          </p:cNvPr>
          <p:cNvSpPr>
            <a:spLocks xmlns:a="http://schemas.openxmlformats.org/drawingml/2006/main" noGrp="1"/>
          </p:cNvSpPr>
          <p:nvPr/>
        </p:nvSpPr>
        <p:spPr>
          <a:xfrm xmlns:a="http://schemas.openxmlformats.org/drawingml/2006/main">
            <a:off x="6259728"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1BAEEC0B-1780-42C1-8517-365B0908A6DA}"/>
              </a:ext>
            </a:extLst>
          </p:cNvPr>
          <p:cNvSpPr>
            <a:spLocks xmlns:a="http://schemas.openxmlformats.org/drawingml/2006/main" noGrp="1"/>
          </p:cNvSpPr>
          <p:nvPr/>
        </p:nvSpPr>
        <p:spPr>
          <a:xfrm xmlns:a="http://schemas.openxmlformats.org/drawingml/2006/main">
            <a:off x="6259728"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1A2193A7-C267-4BFC-9D43-21AA0DC2B090}"/>
              </a:ext>
            </a:extLst>
          </p:cNvPr>
          <p:cNvSpPr>
            <a:spLocks xmlns:a="http://schemas.openxmlformats.org/drawingml/2006/main" noGrp="1"/>
          </p:cNvSpPr>
          <p:nvPr/>
        </p:nvSpPr>
        <p:spPr>
          <a:xfrm xmlns:a="http://schemas.openxmlformats.org/drawingml/2006/main">
            <a:off x="6259728"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655B11F3-6A8D-4007-AF84-D8FF4A9197B5}"/>
              </a:ext>
            </a:extLst>
          </p:cNvPr>
          <p:cNvSpPr>
            <a:spLocks xmlns:a="http://schemas.openxmlformats.org/drawingml/2006/main" noGrp="1"/>
          </p:cNvSpPr>
          <p:nvPr/>
        </p:nvSpPr>
        <p:spPr>
          <a:xfrm xmlns:a="http://schemas.openxmlformats.org/drawingml/2006/main">
            <a:off x="6259728"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D983C5A1-3B7D-49E0-8025-0C701387F069}"/>
              </a:ext>
            </a:extLst>
          </p:cNvPr>
          <p:cNvSpPr>
            <a:spLocks xmlns:a="http://schemas.openxmlformats.org/drawingml/2006/main" noGrp="1"/>
          </p:cNvSpPr>
          <p:nvPr/>
        </p:nvSpPr>
        <p:spPr>
          <a:xfrm xmlns:a="http://schemas.openxmlformats.org/drawingml/2006/main">
            <a:off x="6259728"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5924CCD8-DEA5-45A0-B48C-FFDA3CBC6E07}"/>
              </a:ext>
            </a:extLst>
          </p:cNvPr>
          <p:cNvSpPr>
            <a:spLocks xmlns:a="http://schemas.openxmlformats.org/drawingml/2006/main" noGrp="1"/>
          </p:cNvSpPr>
          <p:nvPr/>
        </p:nvSpPr>
        <p:spPr>
          <a:xfrm xmlns:a="http://schemas.openxmlformats.org/drawingml/2006/main">
            <a:off x="6259728"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1A1738AA-4D22-434C-AF36-CE11559918B9}"/>
              </a:ext>
            </a:extLst>
          </p:cNvPr>
          <p:cNvSpPr>
            <a:spLocks xmlns:a="http://schemas.openxmlformats.org/drawingml/2006/main" noGrp="1"/>
          </p:cNvSpPr>
          <p:nvPr/>
        </p:nvSpPr>
        <p:spPr>
          <a:xfrm xmlns:a="http://schemas.openxmlformats.org/drawingml/2006/main">
            <a:off x="6259728"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B520BCE0-B67B-451C-B759-BE79312905A8}"/>
              </a:ext>
            </a:extLst>
          </p:cNvPr>
          <p:cNvSpPr>
            <a:spLocks xmlns:a="http://schemas.openxmlformats.org/drawingml/2006/main" noGrp="1"/>
          </p:cNvSpPr>
          <p:nvPr/>
        </p:nvSpPr>
        <p:spPr>
          <a:xfrm xmlns:a="http://schemas.openxmlformats.org/drawingml/2006/main">
            <a:off x="6344146"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1F27664C-6AC7-4F58-A1A1-63B35D122A8D}"/>
              </a:ext>
            </a:extLst>
          </p:cNvPr>
          <p:cNvSpPr>
            <a:spLocks xmlns:a="http://schemas.openxmlformats.org/drawingml/2006/main" noGrp="1"/>
          </p:cNvSpPr>
          <p:nvPr/>
        </p:nvSpPr>
        <p:spPr>
          <a:xfrm xmlns:a="http://schemas.openxmlformats.org/drawingml/2006/main">
            <a:off x="6344146"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FD009B44-4D68-49F4-9DAD-DE435CF1E7FE}"/>
              </a:ext>
            </a:extLst>
          </p:cNvPr>
          <p:cNvSpPr>
            <a:spLocks xmlns:a="http://schemas.openxmlformats.org/drawingml/2006/main" noGrp="1"/>
          </p:cNvSpPr>
          <p:nvPr/>
        </p:nvSpPr>
        <p:spPr>
          <a:xfrm xmlns:a="http://schemas.openxmlformats.org/drawingml/2006/main">
            <a:off x="6344146"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B5DD45CF-B7A0-451A-9A1B-ECA9242A1214}"/>
              </a:ext>
            </a:extLst>
          </p:cNvPr>
          <p:cNvSpPr>
            <a:spLocks xmlns:a="http://schemas.openxmlformats.org/drawingml/2006/main" noGrp="1"/>
          </p:cNvSpPr>
          <p:nvPr/>
        </p:nvSpPr>
        <p:spPr>
          <a:xfrm xmlns:a="http://schemas.openxmlformats.org/drawingml/2006/main">
            <a:off x="6344146"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2501C1CD-5936-4299-B42A-CC4B5E0A8737}"/>
              </a:ext>
            </a:extLst>
          </p:cNvPr>
          <p:cNvSpPr>
            <a:spLocks xmlns:a="http://schemas.openxmlformats.org/drawingml/2006/main" noGrp="1"/>
          </p:cNvSpPr>
          <p:nvPr/>
        </p:nvSpPr>
        <p:spPr>
          <a:xfrm xmlns:a="http://schemas.openxmlformats.org/drawingml/2006/main">
            <a:off x="6344146"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C1AEEB33-0107-49FE-8702-98E71CEE8473}"/>
              </a:ext>
            </a:extLst>
          </p:cNvPr>
          <p:cNvSpPr>
            <a:spLocks xmlns:a="http://schemas.openxmlformats.org/drawingml/2006/main" noGrp="1"/>
          </p:cNvSpPr>
          <p:nvPr/>
        </p:nvSpPr>
        <p:spPr>
          <a:xfrm xmlns:a="http://schemas.openxmlformats.org/drawingml/2006/main">
            <a:off x="6344146"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EB9B7BFC-286E-4C86-BCAF-FA7B98FA2135}"/>
              </a:ext>
            </a:extLst>
          </p:cNvPr>
          <p:cNvSpPr>
            <a:spLocks xmlns:a="http://schemas.openxmlformats.org/drawingml/2006/main" noGrp="1"/>
          </p:cNvSpPr>
          <p:nvPr/>
        </p:nvSpPr>
        <p:spPr>
          <a:xfrm xmlns:a="http://schemas.openxmlformats.org/drawingml/2006/main">
            <a:off x="6344146"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512B1FEA-D5AF-487B-B23C-FC37104A8A4B}"/>
              </a:ext>
            </a:extLst>
          </p:cNvPr>
          <p:cNvSpPr>
            <a:spLocks xmlns:a="http://schemas.openxmlformats.org/drawingml/2006/main" noGrp="1"/>
          </p:cNvSpPr>
          <p:nvPr/>
        </p:nvSpPr>
        <p:spPr>
          <a:xfrm xmlns:a="http://schemas.openxmlformats.org/drawingml/2006/main">
            <a:off x="6344146"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44E181D4-971F-4B43-B440-0B3B36F8B141}"/>
              </a:ext>
            </a:extLst>
          </p:cNvPr>
          <p:cNvSpPr>
            <a:spLocks xmlns:a="http://schemas.openxmlformats.org/drawingml/2006/main" noGrp="1"/>
          </p:cNvSpPr>
          <p:nvPr/>
        </p:nvSpPr>
        <p:spPr>
          <a:xfrm xmlns:a="http://schemas.openxmlformats.org/drawingml/2006/main">
            <a:off x="6344146"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4889ECED-064D-4AEC-8CEA-009B6D9FF720}"/>
              </a:ext>
            </a:extLst>
          </p:cNvPr>
          <p:cNvSpPr>
            <a:spLocks xmlns:a="http://schemas.openxmlformats.org/drawingml/2006/main" noGrp="1"/>
          </p:cNvSpPr>
          <p:nvPr/>
        </p:nvSpPr>
        <p:spPr>
          <a:xfrm xmlns:a="http://schemas.openxmlformats.org/drawingml/2006/main">
            <a:off x="6344146"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4CE5DCDC-B8C1-4813-AD14-3633817F0FAF}"/>
              </a:ext>
            </a:extLst>
          </p:cNvPr>
          <p:cNvSpPr>
            <a:spLocks xmlns:a="http://schemas.openxmlformats.org/drawingml/2006/main" noGrp="1"/>
          </p:cNvSpPr>
          <p:nvPr/>
        </p:nvSpPr>
        <p:spPr>
          <a:xfrm xmlns:a="http://schemas.openxmlformats.org/drawingml/2006/main">
            <a:off x="6344146"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4986B14E-C830-4C4E-9CF2-3C8CE21C004E}"/>
              </a:ext>
            </a:extLst>
          </p:cNvPr>
          <p:cNvSpPr>
            <a:spLocks xmlns:a="http://schemas.openxmlformats.org/drawingml/2006/main" noGrp="1"/>
          </p:cNvSpPr>
          <p:nvPr/>
        </p:nvSpPr>
        <p:spPr>
          <a:xfrm xmlns:a="http://schemas.openxmlformats.org/drawingml/2006/main">
            <a:off x="6344146"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15E10A8A-1B2C-4A3B-AE4D-C1303BE9273C}"/>
              </a:ext>
            </a:extLst>
          </p:cNvPr>
          <p:cNvSpPr>
            <a:spLocks xmlns:a="http://schemas.openxmlformats.org/drawingml/2006/main" noGrp="1"/>
          </p:cNvSpPr>
          <p:nvPr/>
        </p:nvSpPr>
        <p:spPr>
          <a:xfrm xmlns:a="http://schemas.openxmlformats.org/drawingml/2006/main">
            <a:off x="6428564"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9CC5D764-2620-4783-AF5A-AD8B08589489}"/>
              </a:ext>
            </a:extLst>
          </p:cNvPr>
          <p:cNvSpPr>
            <a:spLocks xmlns:a="http://schemas.openxmlformats.org/drawingml/2006/main" noGrp="1"/>
          </p:cNvSpPr>
          <p:nvPr/>
        </p:nvSpPr>
        <p:spPr>
          <a:xfrm xmlns:a="http://schemas.openxmlformats.org/drawingml/2006/main">
            <a:off x="6428564"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E1FAE451-9D62-484B-8549-85E4C80F89BC}"/>
              </a:ext>
            </a:extLst>
          </p:cNvPr>
          <p:cNvSpPr>
            <a:spLocks xmlns:a="http://schemas.openxmlformats.org/drawingml/2006/main" noGrp="1"/>
          </p:cNvSpPr>
          <p:nvPr/>
        </p:nvSpPr>
        <p:spPr>
          <a:xfrm xmlns:a="http://schemas.openxmlformats.org/drawingml/2006/main">
            <a:off x="6428564"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9131E3CF-7CA7-40AC-8D85-37B25D0B8C00}"/>
              </a:ext>
            </a:extLst>
          </p:cNvPr>
          <p:cNvSpPr>
            <a:spLocks xmlns:a="http://schemas.openxmlformats.org/drawingml/2006/main" noGrp="1"/>
          </p:cNvSpPr>
          <p:nvPr/>
        </p:nvSpPr>
        <p:spPr>
          <a:xfrm xmlns:a="http://schemas.openxmlformats.org/drawingml/2006/main">
            <a:off x="6428564"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8E781E87-E250-4534-95DC-DC1A8BEE2ECC}"/>
              </a:ext>
            </a:extLst>
          </p:cNvPr>
          <p:cNvSpPr>
            <a:spLocks xmlns:a="http://schemas.openxmlformats.org/drawingml/2006/main" noGrp="1"/>
          </p:cNvSpPr>
          <p:nvPr/>
        </p:nvSpPr>
        <p:spPr>
          <a:xfrm xmlns:a="http://schemas.openxmlformats.org/drawingml/2006/main">
            <a:off x="6428564"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A3DB7D26-9E36-4018-A20F-4ACED920F8C5}"/>
              </a:ext>
            </a:extLst>
          </p:cNvPr>
          <p:cNvSpPr>
            <a:spLocks xmlns:a="http://schemas.openxmlformats.org/drawingml/2006/main" noGrp="1"/>
          </p:cNvSpPr>
          <p:nvPr/>
        </p:nvSpPr>
        <p:spPr>
          <a:xfrm xmlns:a="http://schemas.openxmlformats.org/drawingml/2006/main">
            <a:off x="6428564"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9C24BC70-EE4A-4C51-A8D8-D77E27BF520B}"/>
              </a:ext>
            </a:extLst>
          </p:cNvPr>
          <p:cNvSpPr>
            <a:spLocks xmlns:a="http://schemas.openxmlformats.org/drawingml/2006/main" noGrp="1"/>
          </p:cNvSpPr>
          <p:nvPr/>
        </p:nvSpPr>
        <p:spPr>
          <a:xfrm xmlns:a="http://schemas.openxmlformats.org/drawingml/2006/main">
            <a:off x="6428564"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E0397529-95C1-44A4-827E-EB1B4F24DFA1}"/>
              </a:ext>
            </a:extLst>
          </p:cNvPr>
          <p:cNvSpPr>
            <a:spLocks xmlns:a="http://schemas.openxmlformats.org/drawingml/2006/main" noGrp="1"/>
          </p:cNvSpPr>
          <p:nvPr/>
        </p:nvSpPr>
        <p:spPr>
          <a:xfrm xmlns:a="http://schemas.openxmlformats.org/drawingml/2006/main">
            <a:off x="6428564"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C8076306-D8F7-460E-9247-74C135E38B16}"/>
              </a:ext>
            </a:extLst>
          </p:cNvPr>
          <p:cNvSpPr>
            <a:spLocks xmlns:a="http://schemas.openxmlformats.org/drawingml/2006/main" noGrp="1"/>
          </p:cNvSpPr>
          <p:nvPr/>
        </p:nvSpPr>
        <p:spPr>
          <a:xfrm xmlns:a="http://schemas.openxmlformats.org/drawingml/2006/main">
            <a:off x="6428564"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57F2BF35-1F15-4371-AB9A-BFCD4C27E064}"/>
              </a:ext>
            </a:extLst>
          </p:cNvPr>
          <p:cNvSpPr>
            <a:spLocks xmlns:a="http://schemas.openxmlformats.org/drawingml/2006/main" noGrp="1"/>
          </p:cNvSpPr>
          <p:nvPr/>
        </p:nvSpPr>
        <p:spPr>
          <a:xfrm xmlns:a="http://schemas.openxmlformats.org/drawingml/2006/main">
            <a:off x="6428564"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D2F09A36-D494-4195-B4ED-678D5E17CAD9}"/>
              </a:ext>
            </a:extLst>
          </p:cNvPr>
          <p:cNvSpPr>
            <a:spLocks xmlns:a="http://schemas.openxmlformats.org/drawingml/2006/main" noGrp="1"/>
          </p:cNvSpPr>
          <p:nvPr/>
        </p:nvSpPr>
        <p:spPr>
          <a:xfrm xmlns:a="http://schemas.openxmlformats.org/drawingml/2006/main">
            <a:off x="6428564"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A6AF004D-3134-4662-A88F-DFF2DA1F5088}"/>
              </a:ext>
            </a:extLst>
          </p:cNvPr>
          <p:cNvSpPr>
            <a:spLocks xmlns:a="http://schemas.openxmlformats.org/drawingml/2006/main" noGrp="1"/>
          </p:cNvSpPr>
          <p:nvPr/>
        </p:nvSpPr>
        <p:spPr>
          <a:xfrm xmlns:a="http://schemas.openxmlformats.org/drawingml/2006/main">
            <a:off x="6428564"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0BD3220D-A532-417B-900B-AA6D2984A339}"/>
              </a:ext>
            </a:extLst>
          </p:cNvPr>
          <p:cNvSpPr>
            <a:spLocks xmlns:a="http://schemas.openxmlformats.org/drawingml/2006/main" noGrp="1"/>
          </p:cNvSpPr>
          <p:nvPr/>
        </p:nvSpPr>
        <p:spPr>
          <a:xfrm xmlns:a="http://schemas.openxmlformats.org/drawingml/2006/main">
            <a:off x="6512983"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157F1D64-2C75-46D9-835D-D1AE80D4FDCA}"/>
              </a:ext>
            </a:extLst>
          </p:cNvPr>
          <p:cNvSpPr>
            <a:spLocks xmlns:a="http://schemas.openxmlformats.org/drawingml/2006/main" noGrp="1"/>
          </p:cNvSpPr>
          <p:nvPr/>
        </p:nvSpPr>
        <p:spPr>
          <a:xfrm xmlns:a="http://schemas.openxmlformats.org/drawingml/2006/main">
            <a:off x="6512983"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861AFFEE-8429-4A13-A3A8-398134DB9FF0}"/>
              </a:ext>
            </a:extLst>
          </p:cNvPr>
          <p:cNvSpPr>
            <a:spLocks xmlns:a="http://schemas.openxmlformats.org/drawingml/2006/main" noGrp="1"/>
          </p:cNvSpPr>
          <p:nvPr/>
        </p:nvSpPr>
        <p:spPr>
          <a:xfrm xmlns:a="http://schemas.openxmlformats.org/drawingml/2006/main">
            <a:off x="6512983"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0C1C964E-1520-420B-8398-87EDF9E12CD6}"/>
              </a:ext>
            </a:extLst>
          </p:cNvPr>
          <p:cNvSpPr>
            <a:spLocks xmlns:a="http://schemas.openxmlformats.org/drawingml/2006/main" noGrp="1"/>
          </p:cNvSpPr>
          <p:nvPr/>
        </p:nvSpPr>
        <p:spPr>
          <a:xfrm xmlns:a="http://schemas.openxmlformats.org/drawingml/2006/main">
            <a:off x="6512983"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2A56E4C4-F2BB-4F9E-8503-35F86D46D937}"/>
              </a:ext>
            </a:extLst>
          </p:cNvPr>
          <p:cNvSpPr>
            <a:spLocks xmlns:a="http://schemas.openxmlformats.org/drawingml/2006/main" noGrp="1"/>
          </p:cNvSpPr>
          <p:nvPr/>
        </p:nvSpPr>
        <p:spPr>
          <a:xfrm xmlns:a="http://schemas.openxmlformats.org/drawingml/2006/main">
            <a:off x="6512983"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36E09589-1A35-4C2F-8503-8E8551D5BBBF}"/>
              </a:ext>
            </a:extLst>
          </p:cNvPr>
          <p:cNvSpPr>
            <a:spLocks xmlns:a="http://schemas.openxmlformats.org/drawingml/2006/main" noGrp="1"/>
          </p:cNvSpPr>
          <p:nvPr/>
        </p:nvSpPr>
        <p:spPr>
          <a:xfrm xmlns:a="http://schemas.openxmlformats.org/drawingml/2006/main">
            <a:off x="6512983"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B6598C89-757D-4AC4-9800-E1BBCCE5E9DB}"/>
              </a:ext>
            </a:extLst>
          </p:cNvPr>
          <p:cNvSpPr>
            <a:spLocks xmlns:a="http://schemas.openxmlformats.org/drawingml/2006/main" noGrp="1"/>
          </p:cNvSpPr>
          <p:nvPr/>
        </p:nvSpPr>
        <p:spPr>
          <a:xfrm xmlns:a="http://schemas.openxmlformats.org/drawingml/2006/main">
            <a:off x="6512983"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7D296AE5-CADE-41DC-AFB2-735127830562}"/>
              </a:ext>
            </a:extLst>
          </p:cNvPr>
          <p:cNvSpPr>
            <a:spLocks xmlns:a="http://schemas.openxmlformats.org/drawingml/2006/main" noGrp="1"/>
          </p:cNvSpPr>
          <p:nvPr/>
        </p:nvSpPr>
        <p:spPr>
          <a:xfrm xmlns:a="http://schemas.openxmlformats.org/drawingml/2006/main">
            <a:off x="6512983"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325A44FA-28B5-43CD-A114-80914C4F5A3C}"/>
              </a:ext>
            </a:extLst>
          </p:cNvPr>
          <p:cNvSpPr>
            <a:spLocks xmlns:a="http://schemas.openxmlformats.org/drawingml/2006/main" noGrp="1"/>
          </p:cNvSpPr>
          <p:nvPr/>
        </p:nvSpPr>
        <p:spPr>
          <a:xfrm xmlns:a="http://schemas.openxmlformats.org/drawingml/2006/main">
            <a:off x="6512983"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D86D3F09-3188-4EA3-9D5F-41A26A7EB86F}"/>
              </a:ext>
            </a:extLst>
          </p:cNvPr>
          <p:cNvSpPr>
            <a:spLocks xmlns:a="http://schemas.openxmlformats.org/drawingml/2006/main" noGrp="1"/>
          </p:cNvSpPr>
          <p:nvPr/>
        </p:nvSpPr>
        <p:spPr>
          <a:xfrm xmlns:a="http://schemas.openxmlformats.org/drawingml/2006/main">
            <a:off x="6512983"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DCFBFDAB-A78F-4478-A47C-C610750897E1}"/>
              </a:ext>
            </a:extLst>
          </p:cNvPr>
          <p:cNvSpPr>
            <a:spLocks xmlns:a="http://schemas.openxmlformats.org/drawingml/2006/main" noGrp="1"/>
          </p:cNvSpPr>
          <p:nvPr/>
        </p:nvSpPr>
        <p:spPr>
          <a:xfrm xmlns:a="http://schemas.openxmlformats.org/drawingml/2006/main">
            <a:off x="6512983"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44727E3C-BC08-4CD9-AA82-4EAB00DA0AB4}"/>
              </a:ext>
            </a:extLst>
          </p:cNvPr>
          <p:cNvSpPr>
            <a:spLocks xmlns:a="http://schemas.openxmlformats.org/drawingml/2006/main" noGrp="1"/>
          </p:cNvSpPr>
          <p:nvPr/>
        </p:nvSpPr>
        <p:spPr>
          <a:xfrm xmlns:a="http://schemas.openxmlformats.org/drawingml/2006/main">
            <a:off x="6512983"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7E4C60F5-AC26-4198-86F8-C93AACF43336}"/>
              </a:ext>
            </a:extLst>
          </p:cNvPr>
          <p:cNvSpPr>
            <a:spLocks xmlns:a="http://schemas.openxmlformats.org/drawingml/2006/main" noGrp="1"/>
          </p:cNvSpPr>
          <p:nvPr/>
        </p:nvSpPr>
        <p:spPr>
          <a:xfrm xmlns:a="http://schemas.openxmlformats.org/drawingml/2006/main">
            <a:off x="6512983"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811F6A55-6430-4018-A1FE-C4318FB088D0}"/>
              </a:ext>
            </a:extLst>
          </p:cNvPr>
          <p:cNvSpPr>
            <a:spLocks xmlns:a="http://schemas.openxmlformats.org/drawingml/2006/main" noGrp="1"/>
          </p:cNvSpPr>
          <p:nvPr/>
        </p:nvSpPr>
        <p:spPr>
          <a:xfrm xmlns:a="http://schemas.openxmlformats.org/drawingml/2006/main">
            <a:off x="6597401"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C3391E00-B1F3-4E26-AE23-BC5EB75F1047}"/>
              </a:ext>
            </a:extLst>
          </p:cNvPr>
          <p:cNvSpPr>
            <a:spLocks xmlns:a="http://schemas.openxmlformats.org/drawingml/2006/main" noGrp="1"/>
          </p:cNvSpPr>
          <p:nvPr/>
        </p:nvSpPr>
        <p:spPr>
          <a:xfrm xmlns:a="http://schemas.openxmlformats.org/drawingml/2006/main">
            <a:off x="6597401"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6FBF9295-20EE-4F71-B718-D4DD5C15A783}"/>
              </a:ext>
            </a:extLst>
          </p:cNvPr>
          <p:cNvSpPr>
            <a:spLocks xmlns:a="http://schemas.openxmlformats.org/drawingml/2006/main" noGrp="1"/>
          </p:cNvSpPr>
          <p:nvPr/>
        </p:nvSpPr>
        <p:spPr>
          <a:xfrm xmlns:a="http://schemas.openxmlformats.org/drawingml/2006/main">
            <a:off x="6597401"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D873566A-6857-4B12-ADD5-C3150CD5FACB}"/>
              </a:ext>
            </a:extLst>
          </p:cNvPr>
          <p:cNvSpPr>
            <a:spLocks xmlns:a="http://schemas.openxmlformats.org/drawingml/2006/main" noGrp="1"/>
          </p:cNvSpPr>
          <p:nvPr/>
        </p:nvSpPr>
        <p:spPr>
          <a:xfrm xmlns:a="http://schemas.openxmlformats.org/drawingml/2006/main">
            <a:off x="6597401"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C4C348DE-BFE1-4ABA-BD8A-097F99EA0C80}"/>
              </a:ext>
            </a:extLst>
          </p:cNvPr>
          <p:cNvSpPr>
            <a:spLocks xmlns:a="http://schemas.openxmlformats.org/drawingml/2006/main" noGrp="1"/>
          </p:cNvSpPr>
          <p:nvPr/>
        </p:nvSpPr>
        <p:spPr>
          <a:xfrm xmlns:a="http://schemas.openxmlformats.org/drawingml/2006/main">
            <a:off x="6597401"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B2C656CC-2591-4C90-8C99-CB3F1FA523DE}"/>
              </a:ext>
            </a:extLst>
          </p:cNvPr>
          <p:cNvSpPr>
            <a:spLocks xmlns:a="http://schemas.openxmlformats.org/drawingml/2006/main" noGrp="1"/>
          </p:cNvSpPr>
          <p:nvPr/>
        </p:nvSpPr>
        <p:spPr>
          <a:xfrm xmlns:a="http://schemas.openxmlformats.org/drawingml/2006/main">
            <a:off x="6597401"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38F58CF4-CC3C-4C7D-998C-C467C7BE9497}"/>
              </a:ext>
            </a:extLst>
          </p:cNvPr>
          <p:cNvSpPr>
            <a:spLocks xmlns:a="http://schemas.openxmlformats.org/drawingml/2006/main" noGrp="1"/>
          </p:cNvSpPr>
          <p:nvPr/>
        </p:nvSpPr>
        <p:spPr>
          <a:xfrm xmlns:a="http://schemas.openxmlformats.org/drawingml/2006/main">
            <a:off x="6597401"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12FD6EC3-80FC-4054-8451-99437C952430}"/>
              </a:ext>
            </a:extLst>
          </p:cNvPr>
          <p:cNvSpPr>
            <a:spLocks xmlns:a="http://schemas.openxmlformats.org/drawingml/2006/main" noGrp="1"/>
          </p:cNvSpPr>
          <p:nvPr/>
        </p:nvSpPr>
        <p:spPr>
          <a:xfrm xmlns:a="http://schemas.openxmlformats.org/drawingml/2006/main">
            <a:off x="6597401"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F4CC1F2D-2A99-47E7-BCCF-1BDE4446D599}"/>
              </a:ext>
            </a:extLst>
          </p:cNvPr>
          <p:cNvSpPr>
            <a:spLocks xmlns:a="http://schemas.openxmlformats.org/drawingml/2006/main" noGrp="1"/>
          </p:cNvSpPr>
          <p:nvPr/>
        </p:nvSpPr>
        <p:spPr>
          <a:xfrm xmlns:a="http://schemas.openxmlformats.org/drawingml/2006/main">
            <a:off x="6597401"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FE8DED4C-D9A9-45F7-9319-253C940F543F}"/>
              </a:ext>
            </a:extLst>
          </p:cNvPr>
          <p:cNvSpPr>
            <a:spLocks xmlns:a="http://schemas.openxmlformats.org/drawingml/2006/main" noGrp="1"/>
          </p:cNvSpPr>
          <p:nvPr/>
        </p:nvSpPr>
        <p:spPr>
          <a:xfrm xmlns:a="http://schemas.openxmlformats.org/drawingml/2006/main">
            <a:off x="6597401"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057A7EFA-AEAC-433B-B5AF-E153F52C2462}"/>
              </a:ext>
            </a:extLst>
          </p:cNvPr>
          <p:cNvSpPr>
            <a:spLocks xmlns:a="http://schemas.openxmlformats.org/drawingml/2006/main" noGrp="1"/>
          </p:cNvSpPr>
          <p:nvPr/>
        </p:nvSpPr>
        <p:spPr>
          <a:xfrm xmlns:a="http://schemas.openxmlformats.org/drawingml/2006/main">
            <a:off x="6597401"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095ABA92-E5D3-4BE9-88AD-83F851BF3BB0}"/>
              </a:ext>
            </a:extLst>
          </p:cNvPr>
          <p:cNvSpPr>
            <a:spLocks xmlns:a="http://schemas.openxmlformats.org/drawingml/2006/main" noGrp="1"/>
          </p:cNvSpPr>
          <p:nvPr/>
        </p:nvSpPr>
        <p:spPr>
          <a:xfrm xmlns:a="http://schemas.openxmlformats.org/drawingml/2006/main">
            <a:off x="6597401"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2177D0FF-FE7C-4348-B22C-9D565B8D1617}"/>
              </a:ext>
            </a:extLst>
          </p:cNvPr>
          <p:cNvSpPr>
            <a:spLocks xmlns:a="http://schemas.openxmlformats.org/drawingml/2006/main" noGrp="1"/>
          </p:cNvSpPr>
          <p:nvPr/>
        </p:nvSpPr>
        <p:spPr>
          <a:xfrm xmlns:a="http://schemas.openxmlformats.org/drawingml/2006/main">
            <a:off x="6597401"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242F4771-E1EF-4403-88C1-63742E227F1B}"/>
              </a:ext>
            </a:extLst>
          </p:cNvPr>
          <p:cNvSpPr>
            <a:spLocks xmlns:a="http://schemas.openxmlformats.org/drawingml/2006/main" noGrp="1"/>
          </p:cNvSpPr>
          <p:nvPr/>
        </p:nvSpPr>
        <p:spPr>
          <a:xfrm xmlns:a="http://schemas.openxmlformats.org/drawingml/2006/main">
            <a:off x="6681819"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0447D6F3-F799-4006-90BB-66389C6FF089}"/>
              </a:ext>
            </a:extLst>
          </p:cNvPr>
          <p:cNvSpPr>
            <a:spLocks xmlns:a="http://schemas.openxmlformats.org/drawingml/2006/main" noGrp="1"/>
          </p:cNvSpPr>
          <p:nvPr/>
        </p:nvSpPr>
        <p:spPr>
          <a:xfrm xmlns:a="http://schemas.openxmlformats.org/drawingml/2006/main">
            <a:off x="6681819"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E340BD47-CF10-4657-A294-3F0F44FDB031}"/>
              </a:ext>
            </a:extLst>
          </p:cNvPr>
          <p:cNvSpPr>
            <a:spLocks xmlns:a="http://schemas.openxmlformats.org/drawingml/2006/main" noGrp="1"/>
          </p:cNvSpPr>
          <p:nvPr/>
        </p:nvSpPr>
        <p:spPr>
          <a:xfrm xmlns:a="http://schemas.openxmlformats.org/drawingml/2006/main">
            <a:off x="6681819"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66E827AB-8ADC-4C5F-B91E-DC3D44D096A1}"/>
              </a:ext>
            </a:extLst>
          </p:cNvPr>
          <p:cNvSpPr>
            <a:spLocks xmlns:a="http://schemas.openxmlformats.org/drawingml/2006/main" noGrp="1"/>
          </p:cNvSpPr>
          <p:nvPr/>
        </p:nvSpPr>
        <p:spPr>
          <a:xfrm xmlns:a="http://schemas.openxmlformats.org/drawingml/2006/main">
            <a:off x="6681819"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23C87821-C928-4E09-A2BC-D72EC97137CE}"/>
              </a:ext>
            </a:extLst>
          </p:cNvPr>
          <p:cNvSpPr>
            <a:spLocks xmlns:a="http://schemas.openxmlformats.org/drawingml/2006/main" noGrp="1"/>
          </p:cNvSpPr>
          <p:nvPr/>
        </p:nvSpPr>
        <p:spPr>
          <a:xfrm xmlns:a="http://schemas.openxmlformats.org/drawingml/2006/main">
            <a:off x="6681819"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A56DFBD1-4589-4B1A-8F77-BE6E730E475D}"/>
              </a:ext>
            </a:extLst>
          </p:cNvPr>
          <p:cNvSpPr>
            <a:spLocks xmlns:a="http://schemas.openxmlformats.org/drawingml/2006/main" noGrp="1"/>
          </p:cNvSpPr>
          <p:nvPr/>
        </p:nvSpPr>
        <p:spPr>
          <a:xfrm xmlns:a="http://schemas.openxmlformats.org/drawingml/2006/main">
            <a:off x="6681819"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EA0B6BA5-4AF1-4451-8EDB-C2B52DE88670}"/>
              </a:ext>
            </a:extLst>
          </p:cNvPr>
          <p:cNvSpPr>
            <a:spLocks xmlns:a="http://schemas.openxmlformats.org/drawingml/2006/main" noGrp="1"/>
          </p:cNvSpPr>
          <p:nvPr/>
        </p:nvSpPr>
        <p:spPr>
          <a:xfrm xmlns:a="http://schemas.openxmlformats.org/drawingml/2006/main">
            <a:off x="6681819"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727CCD15-3950-40E9-93EF-104D956157BF}"/>
              </a:ext>
            </a:extLst>
          </p:cNvPr>
          <p:cNvSpPr>
            <a:spLocks xmlns:a="http://schemas.openxmlformats.org/drawingml/2006/main" noGrp="1"/>
          </p:cNvSpPr>
          <p:nvPr/>
        </p:nvSpPr>
        <p:spPr>
          <a:xfrm xmlns:a="http://schemas.openxmlformats.org/drawingml/2006/main">
            <a:off x="6681819"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96DCB91D-9583-49D7-9F78-E8813B6C5BD8}"/>
              </a:ext>
            </a:extLst>
          </p:cNvPr>
          <p:cNvSpPr>
            <a:spLocks xmlns:a="http://schemas.openxmlformats.org/drawingml/2006/main" noGrp="1"/>
          </p:cNvSpPr>
          <p:nvPr/>
        </p:nvSpPr>
        <p:spPr>
          <a:xfrm xmlns:a="http://schemas.openxmlformats.org/drawingml/2006/main">
            <a:off x="6681819"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7F91E1F9-9B4E-4C72-9107-7B12C60AADC0}"/>
              </a:ext>
            </a:extLst>
          </p:cNvPr>
          <p:cNvSpPr>
            <a:spLocks xmlns:a="http://schemas.openxmlformats.org/drawingml/2006/main" noGrp="1"/>
          </p:cNvSpPr>
          <p:nvPr/>
        </p:nvSpPr>
        <p:spPr>
          <a:xfrm xmlns:a="http://schemas.openxmlformats.org/drawingml/2006/main">
            <a:off x="6681819"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1C2D4130-F050-4CF3-8C2E-7E78257A1022}"/>
              </a:ext>
            </a:extLst>
          </p:cNvPr>
          <p:cNvSpPr>
            <a:spLocks xmlns:a="http://schemas.openxmlformats.org/drawingml/2006/main" noGrp="1"/>
          </p:cNvSpPr>
          <p:nvPr/>
        </p:nvSpPr>
        <p:spPr>
          <a:xfrm xmlns:a="http://schemas.openxmlformats.org/drawingml/2006/main">
            <a:off x="6766237"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53881546-E87F-4BD4-977F-140F701723B9}"/>
              </a:ext>
            </a:extLst>
          </p:cNvPr>
          <p:cNvSpPr>
            <a:spLocks xmlns:a="http://schemas.openxmlformats.org/drawingml/2006/main" noGrp="1"/>
          </p:cNvSpPr>
          <p:nvPr/>
        </p:nvSpPr>
        <p:spPr>
          <a:xfrm xmlns:a="http://schemas.openxmlformats.org/drawingml/2006/main">
            <a:off x="6766237"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4D28DE4D-2F4E-4405-842B-017D27B7E66F}"/>
              </a:ext>
            </a:extLst>
          </p:cNvPr>
          <p:cNvSpPr>
            <a:spLocks xmlns:a="http://schemas.openxmlformats.org/drawingml/2006/main" noGrp="1"/>
          </p:cNvSpPr>
          <p:nvPr/>
        </p:nvSpPr>
        <p:spPr>
          <a:xfrm xmlns:a="http://schemas.openxmlformats.org/drawingml/2006/main">
            <a:off x="6766237"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9473B86D-EC16-4ECE-A3D4-24882D8BC326}"/>
              </a:ext>
            </a:extLst>
          </p:cNvPr>
          <p:cNvSpPr>
            <a:spLocks xmlns:a="http://schemas.openxmlformats.org/drawingml/2006/main" noGrp="1"/>
          </p:cNvSpPr>
          <p:nvPr/>
        </p:nvSpPr>
        <p:spPr>
          <a:xfrm xmlns:a="http://schemas.openxmlformats.org/drawingml/2006/main">
            <a:off x="6766237"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BD709CFB-A48E-406E-83F8-3E868801D3B7}"/>
              </a:ext>
            </a:extLst>
          </p:cNvPr>
          <p:cNvSpPr>
            <a:spLocks xmlns:a="http://schemas.openxmlformats.org/drawingml/2006/main" noGrp="1"/>
          </p:cNvSpPr>
          <p:nvPr/>
        </p:nvSpPr>
        <p:spPr>
          <a:xfrm xmlns:a="http://schemas.openxmlformats.org/drawingml/2006/main">
            <a:off x="6766237"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3C29F49E-352F-4CCF-ABF1-F1641B3141C5}"/>
              </a:ext>
            </a:extLst>
          </p:cNvPr>
          <p:cNvSpPr>
            <a:spLocks xmlns:a="http://schemas.openxmlformats.org/drawingml/2006/main" noGrp="1"/>
          </p:cNvSpPr>
          <p:nvPr/>
        </p:nvSpPr>
        <p:spPr>
          <a:xfrm xmlns:a="http://schemas.openxmlformats.org/drawingml/2006/main">
            <a:off x="6850656"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3BF11105-D074-4A6B-9275-0C600A422F02}"/>
              </a:ext>
            </a:extLst>
          </p:cNvPr>
          <p:cNvSpPr>
            <a:spLocks xmlns:a="http://schemas.openxmlformats.org/drawingml/2006/main" noGrp="1"/>
          </p:cNvSpPr>
          <p:nvPr/>
        </p:nvSpPr>
        <p:spPr>
          <a:xfrm xmlns:a="http://schemas.openxmlformats.org/drawingml/2006/main">
            <a:off x="6850656"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3CC6BC0B-F8A1-4E6D-90FA-1268B9898770}"/>
              </a:ext>
            </a:extLst>
          </p:cNvPr>
          <p:cNvSpPr>
            <a:spLocks xmlns:a="http://schemas.openxmlformats.org/drawingml/2006/main" noGrp="1"/>
          </p:cNvSpPr>
          <p:nvPr/>
        </p:nvSpPr>
        <p:spPr>
          <a:xfrm xmlns:a="http://schemas.openxmlformats.org/drawingml/2006/main">
            <a:off x="6850656"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090F1E33-1C10-4513-8755-D4CC5A5D9A28}"/>
              </a:ext>
            </a:extLst>
          </p:cNvPr>
          <p:cNvSpPr>
            <a:spLocks xmlns:a="http://schemas.openxmlformats.org/drawingml/2006/main" noGrp="1"/>
          </p:cNvSpPr>
          <p:nvPr/>
        </p:nvSpPr>
        <p:spPr>
          <a:xfrm xmlns:a="http://schemas.openxmlformats.org/drawingml/2006/main">
            <a:off x="6850656"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A0AF3422-F44B-4ECA-ABEF-F3F0A7DE8A61}"/>
              </a:ext>
            </a:extLst>
          </p:cNvPr>
          <p:cNvSpPr>
            <a:spLocks xmlns:a="http://schemas.openxmlformats.org/drawingml/2006/main" noGrp="1"/>
          </p:cNvSpPr>
          <p:nvPr/>
        </p:nvSpPr>
        <p:spPr>
          <a:xfrm xmlns:a="http://schemas.openxmlformats.org/drawingml/2006/main">
            <a:off x="6850656"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1B4D6303-A007-46A5-972D-CC42859C672A}"/>
              </a:ext>
            </a:extLst>
          </p:cNvPr>
          <p:cNvSpPr>
            <a:spLocks xmlns:a="http://schemas.openxmlformats.org/drawingml/2006/main" noGrp="1"/>
          </p:cNvSpPr>
          <p:nvPr/>
        </p:nvSpPr>
        <p:spPr>
          <a:xfrm xmlns:a="http://schemas.openxmlformats.org/drawingml/2006/main">
            <a:off x="6850656"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B135671B-F32A-4D6D-9839-D16D7CD7ADCB}"/>
              </a:ext>
            </a:extLst>
          </p:cNvPr>
          <p:cNvSpPr>
            <a:spLocks xmlns:a="http://schemas.openxmlformats.org/drawingml/2006/main" noGrp="1"/>
          </p:cNvSpPr>
          <p:nvPr/>
        </p:nvSpPr>
        <p:spPr>
          <a:xfrm xmlns:a="http://schemas.openxmlformats.org/drawingml/2006/main">
            <a:off x="6850656"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DDCDB72F-3C3B-4D14-8249-8D94E90C8B3D}"/>
              </a:ext>
            </a:extLst>
          </p:cNvPr>
          <p:cNvSpPr>
            <a:spLocks xmlns:a="http://schemas.openxmlformats.org/drawingml/2006/main" noGrp="1"/>
          </p:cNvSpPr>
          <p:nvPr/>
        </p:nvSpPr>
        <p:spPr>
          <a:xfrm xmlns:a="http://schemas.openxmlformats.org/drawingml/2006/main">
            <a:off x="6850656"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FDCB87D2-A78B-48AC-948F-C70FE9F0BE7F}"/>
              </a:ext>
            </a:extLst>
          </p:cNvPr>
          <p:cNvSpPr>
            <a:spLocks xmlns:a="http://schemas.openxmlformats.org/drawingml/2006/main" noGrp="1"/>
          </p:cNvSpPr>
          <p:nvPr/>
        </p:nvSpPr>
        <p:spPr>
          <a:xfrm xmlns:a="http://schemas.openxmlformats.org/drawingml/2006/main">
            <a:off x="6850656"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20B85F47-9555-4D1C-8BD2-7ED1F751958D}"/>
              </a:ext>
            </a:extLst>
          </p:cNvPr>
          <p:cNvSpPr>
            <a:spLocks xmlns:a="http://schemas.openxmlformats.org/drawingml/2006/main" noGrp="1"/>
          </p:cNvSpPr>
          <p:nvPr/>
        </p:nvSpPr>
        <p:spPr>
          <a:xfrm xmlns:a="http://schemas.openxmlformats.org/drawingml/2006/main">
            <a:off x="6935074"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D83256A3-0E44-4010-B3D0-A825E3C34731}"/>
              </a:ext>
            </a:extLst>
          </p:cNvPr>
          <p:cNvSpPr>
            <a:spLocks xmlns:a="http://schemas.openxmlformats.org/drawingml/2006/main" noGrp="1"/>
          </p:cNvSpPr>
          <p:nvPr/>
        </p:nvSpPr>
        <p:spPr>
          <a:xfrm xmlns:a="http://schemas.openxmlformats.org/drawingml/2006/main">
            <a:off x="6935074"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C7A7914B-5D05-43C8-8201-F0E257F7C17C}"/>
              </a:ext>
            </a:extLst>
          </p:cNvPr>
          <p:cNvSpPr>
            <a:spLocks xmlns:a="http://schemas.openxmlformats.org/drawingml/2006/main" noGrp="1"/>
          </p:cNvSpPr>
          <p:nvPr/>
        </p:nvSpPr>
        <p:spPr>
          <a:xfrm xmlns:a="http://schemas.openxmlformats.org/drawingml/2006/main">
            <a:off x="6935074"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F5DFC31F-003E-4FDD-A84E-7BD833864B97}"/>
              </a:ext>
            </a:extLst>
          </p:cNvPr>
          <p:cNvSpPr>
            <a:spLocks xmlns:a="http://schemas.openxmlformats.org/drawingml/2006/main" noGrp="1"/>
          </p:cNvSpPr>
          <p:nvPr/>
        </p:nvSpPr>
        <p:spPr>
          <a:xfrm xmlns:a="http://schemas.openxmlformats.org/drawingml/2006/main">
            <a:off x="6935074"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E1151F8D-5C2C-4B78-8D7E-E39BD856072E}"/>
              </a:ext>
            </a:extLst>
          </p:cNvPr>
          <p:cNvSpPr>
            <a:spLocks xmlns:a="http://schemas.openxmlformats.org/drawingml/2006/main" noGrp="1"/>
          </p:cNvSpPr>
          <p:nvPr/>
        </p:nvSpPr>
        <p:spPr>
          <a:xfrm xmlns:a="http://schemas.openxmlformats.org/drawingml/2006/main">
            <a:off x="6935074"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FCD87615-5188-4EA4-8FEA-D709AC01F93E}"/>
              </a:ext>
            </a:extLst>
          </p:cNvPr>
          <p:cNvSpPr>
            <a:spLocks xmlns:a="http://schemas.openxmlformats.org/drawingml/2006/main" noGrp="1"/>
          </p:cNvSpPr>
          <p:nvPr/>
        </p:nvSpPr>
        <p:spPr>
          <a:xfrm xmlns:a="http://schemas.openxmlformats.org/drawingml/2006/main">
            <a:off x="6935074"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EA392C64-0DCB-4134-A423-1FD4BD848561}"/>
              </a:ext>
            </a:extLst>
          </p:cNvPr>
          <p:cNvSpPr>
            <a:spLocks xmlns:a="http://schemas.openxmlformats.org/drawingml/2006/main" noGrp="1"/>
          </p:cNvSpPr>
          <p:nvPr/>
        </p:nvSpPr>
        <p:spPr>
          <a:xfrm xmlns:a="http://schemas.openxmlformats.org/drawingml/2006/main">
            <a:off x="6935074"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6B787751-3344-4B2E-971B-A71D2BC49C65}"/>
              </a:ext>
            </a:extLst>
          </p:cNvPr>
          <p:cNvSpPr>
            <a:spLocks xmlns:a="http://schemas.openxmlformats.org/drawingml/2006/main" noGrp="1"/>
          </p:cNvSpPr>
          <p:nvPr/>
        </p:nvSpPr>
        <p:spPr>
          <a:xfrm xmlns:a="http://schemas.openxmlformats.org/drawingml/2006/main">
            <a:off x="6935074"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CC942FEA-F461-4866-AD3A-1A9FA757F966}"/>
              </a:ext>
            </a:extLst>
          </p:cNvPr>
          <p:cNvSpPr>
            <a:spLocks xmlns:a="http://schemas.openxmlformats.org/drawingml/2006/main" noGrp="1"/>
          </p:cNvSpPr>
          <p:nvPr/>
        </p:nvSpPr>
        <p:spPr>
          <a:xfrm xmlns:a="http://schemas.openxmlformats.org/drawingml/2006/main">
            <a:off x="6935074"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F4F0511E-6844-4D96-A086-E7D3567B2DA8}"/>
              </a:ext>
            </a:extLst>
          </p:cNvPr>
          <p:cNvSpPr>
            <a:spLocks xmlns:a="http://schemas.openxmlformats.org/drawingml/2006/main" noGrp="1"/>
          </p:cNvSpPr>
          <p:nvPr/>
        </p:nvSpPr>
        <p:spPr>
          <a:xfrm xmlns:a="http://schemas.openxmlformats.org/drawingml/2006/main">
            <a:off x="7019492"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B83D3EA7-0D59-431F-8A7C-17ED9AA82426}"/>
              </a:ext>
            </a:extLst>
          </p:cNvPr>
          <p:cNvSpPr>
            <a:spLocks xmlns:a="http://schemas.openxmlformats.org/drawingml/2006/main" noGrp="1"/>
          </p:cNvSpPr>
          <p:nvPr/>
        </p:nvSpPr>
        <p:spPr>
          <a:xfrm xmlns:a="http://schemas.openxmlformats.org/drawingml/2006/main">
            <a:off x="7019492"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EEBBA62E-0ECF-4178-AEAC-78F3600BF651}"/>
              </a:ext>
            </a:extLst>
          </p:cNvPr>
          <p:cNvSpPr>
            <a:spLocks xmlns:a="http://schemas.openxmlformats.org/drawingml/2006/main" noGrp="1"/>
          </p:cNvSpPr>
          <p:nvPr/>
        </p:nvSpPr>
        <p:spPr>
          <a:xfrm xmlns:a="http://schemas.openxmlformats.org/drawingml/2006/main">
            <a:off x="7019492"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240BC104-1636-403B-93FD-F45B55DAC6C1}"/>
              </a:ext>
            </a:extLst>
          </p:cNvPr>
          <p:cNvSpPr>
            <a:spLocks xmlns:a="http://schemas.openxmlformats.org/drawingml/2006/main" noGrp="1"/>
          </p:cNvSpPr>
          <p:nvPr/>
        </p:nvSpPr>
        <p:spPr>
          <a:xfrm xmlns:a="http://schemas.openxmlformats.org/drawingml/2006/main">
            <a:off x="7019492"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16462115-9FE1-4C96-9156-B39EAB72C3F1}"/>
              </a:ext>
            </a:extLst>
          </p:cNvPr>
          <p:cNvSpPr>
            <a:spLocks xmlns:a="http://schemas.openxmlformats.org/drawingml/2006/main" noGrp="1"/>
          </p:cNvSpPr>
          <p:nvPr/>
        </p:nvSpPr>
        <p:spPr>
          <a:xfrm xmlns:a="http://schemas.openxmlformats.org/drawingml/2006/main">
            <a:off x="7019492"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823D7B45-4979-402B-B2F9-942F624974B9}"/>
              </a:ext>
            </a:extLst>
          </p:cNvPr>
          <p:cNvSpPr>
            <a:spLocks xmlns:a="http://schemas.openxmlformats.org/drawingml/2006/main" noGrp="1"/>
          </p:cNvSpPr>
          <p:nvPr/>
        </p:nvSpPr>
        <p:spPr>
          <a:xfrm xmlns:a="http://schemas.openxmlformats.org/drawingml/2006/main">
            <a:off x="7019492"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DE712829-B202-47B0-8EF7-EFE991B1A80A}"/>
              </a:ext>
            </a:extLst>
          </p:cNvPr>
          <p:cNvSpPr>
            <a:spLocks xmlns:a="http://schemas.openxmlformats.org/drawingml/2006/main" noGrp="1"/>
          </p:cNvSpPr>
          <p:nvPr/>
        </p:nvSpPr>
        <p:spPr>
          <a:xfrm xmlns:a="http://schemas.openxmlformats.org/drawingml/2006/main">
            <a:off x="7019492"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3B552D9E-1487-431C-929C-19496CC8BA7D}"/>
              </a:ext>
            </a:extLst>
          </p:cNvPr>
          <p:cNvSpPr>
            <a:spLocks xmlns:a="http://schemas.openxmlformats.org/drawingml/2006/main" noGrp="1"/>
          </p:cNvSpPr>
          <p:nvPr/>
        </p:nvSpPr>
        <p:spPr>
          <a:xfrm xmlns:a="http://schemas.openxmlformats.org/drawingml/2006/main">
            <a:off x="7019492"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018081AF-A4CF-4927-852D-55A2DC12F790}"/>
              </a:ext>
            </a:extLst>
          </p:cNvPr>
          <p:cNvSpPr>
            <a:spLocks xmlns:a="http://schemas.openxmlformats.org/drawingml/2006/main" noGrp="1"/>
          </p:cNvSpPr>
          <p:nvPr/>
        </p:nvSpPr>
        <p:spPr>
          <a:xfrm xmlns:a="http://schemas.openxmlformats.org/drawingml/2006/main">
            <a:off x="7103910"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F7923CFE-733D-4E37-90A3-2072E937185F}"/>
              </a:ext>
            </a:extLst>
          </p:cNvPr>
          <p:cNvSpPr>
            <a:spLocks xmlns:a="http://schemas.openxmlformats.org/drawingml/2006/main" noGrp="1"/>
          </p:cNvSpPr>
          <p:nvPr/>
        </p:nvSpPr>
        <p:spPr>
          <a:xfrm xmlns:a="http://schemas.openxmlformats.org/drawingml/2006/main">
            <a:off x="7103910"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3A871EFB-F6FE-4B08-9006-E3AD9CBD2798}"/>
              </a:ext>
            </a:extLst>
          </p:cNvPr>
          <p:cNvSpPr>
            <a:spLocks xmlns:a="http://schemas.openxmlformats.org/drawingml/2006/main" noGrp="1"/>
          </p:cNvSpPr>
          <p:nvPr/>
        </p:nvSpPr>
        <p:spPr>
          <a:xfrm xmlns:a="http://schemas.openxmlformats.org/drawingml/2006/main">
            <a:off x="7103910"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6EBD2D85-CF9D-4B2D-A25B-E538ABAB80AD}"/>
              </a:ext>
            </a:extLst>
          </p:cNvPr>
          <p:cNvSpPr>
            <a:spLocks xmlns:a="http://schemas.openxmlformats.org/drawingml/2006/main" noGrp="1"/>
          </p:cNvSpPr>
          <p:nvPr/>
        </p:nvSpPr>
        <p:spPr>
          <a:xfrm xmlns:a="http://schemas.openxmlformats.org/drawingml/2006/main">
            <a:off x="7103910"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90EE1B04-B6FD-4CA0-8AED-34BCECAD5D45}"/>
              </a:ext>
            </a:extLst>
          </p:cNvPr>
          <p:cNvSpPr>
            <a:spLocks xmlns:a="http://schemas.openxmlformats.org/drawingml/2006/main" noGrp="1"/>
          </p:cNvSpPr>
          <p:nvPr/>
        </p:nvSpPr>
        <p:spPr>
          <a:xfrm xmlns:a="http://schemas.openxmlformats.org/drawingml/2006/main">
            <a:off x="7103910"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81396327-D111-453E-A18D-792BEAA70364}"/>
              </a:ext>
            </a:extLst>
          </p:cNvPr>
          <p:cNvSpPr>
            <a:spLocks xmlns:a="http://schemas.openxmlformats.org/drawingml/2006/main" noGrp="1"/>
          </p:cNvSpPr>
          <p:nvPr/>
        </p:nvSpPr>
        <p:spPr>
          <a:xfrm xmlns:a="http://schemas.openxmlformats.org/drawingml/2006/main">
            <a:off x="7103910"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99B027E3-5DDE-4F49-B875-4EAF4B52DE1C}"/>
              </a:ext>
            </a:extLst>
          </p:cNvPr>
          <p:cNvSpPr>
            <a:spLocks xmlns:a="http://schemas.openxmlformats.org/drawingml/2006/main" noGrp="1"/>
          </p:cNvSpPr>
          <p:nvPr/>
        </p:nvSpPr>
        <p:spPr>
          <a:xfrm xmlns:a="http://schemas.openxmlformats.org/drawingml/2006/main">
            <a:off x="7188329"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76834720-965E-4B40-9577-9D610C13FB0E}"/>
              </a:ext>
            </a:extLst>
          </p:cNvPr>
          <p:cNvSpPr>
            <a:spLocks xmlns:a="http://schemas.openxmlformats.org/drawingml/2006/main" noGrp="1"/>
          </p:cNvSpPr>
          <p:nvPr/>
        </p:nvSpPr>
        <p:spPr>
          <a:xfrm xmlns:a="http://schemas.openxmlformats.org/drawingml/2006/main">
            <a:off x="7188329"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36BA2217-5707-4133-8A19-AE407269D61E}"/>
              </a:ext>
            </a:extLst>
          </p:cNvPr>
          <p:cNvSpPr>
            <a:spLocks xmlns:a="http://schemas.openxmlformats.org/drawingml/2006/main" noGrp="1"/>
          </p:cNvSpPr>
          <p:nvPr/>
        </p:nvSpPr>
        <p:spPr>
          <a:xfrm xmlns:a="http://schemas.openxmlformats.org/drawingml/2006/main">
            <a:off x="7188329"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998E2052-F4BC-444F-B6A8-2E09E2AD9087}"/>
              </a:ext>
            </a:extLst>
          </p:cNvPr>
          <p:cNvSpPr>
            <a:spLocks xmlns:a="http://schemas.openxmlformats.org/drawingml/2006/main" noGrp="1"/>
          </p:cNvSpPr>
          <p:nvPr/>
        </p:nvSpPr>
        <p:spPr>
          <a:xfrm xmlns:a="http://schemas.openxmlformats.org/drawingml/2006/main">
            <a:off x="7188329"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398DBF49-815E-46B0-8FC4-2844D9C547E4}"/>
              </a:ext>
            </a:extLst>
          </p:cNvPr>
          <p:cNvSpPr>
            <a:spLocks xmlns:a="http://schemas.openxmlformats.org/drawingml/2006/main" noGrp="1"/>
          </p:cNvSpPr>
          <p:nvPr/>
        </p:nvSpPr>
        <p:spPr>
          <a:xfrm xmlns:a="http://schemas.openxmlformats.org/drawingml/2006/main">
            <a:off x="7188329"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B1D286FA-D31C-4EA9-BA9B-B8E49B129A14}"/>
              </a:ext>
            </a:extLst>
          </p:cNvPr>
          <p:cNvSpPr>
            <a:spLocks xmlns:a="http://schemas.openxmlformats.org/drawingml/2006/main" noGrp="1"/>
          </p:cNvSpPr>
          <p:nvPr/>
        </p:nvSpPr>
        <p:spPr>
          <a:xfrm xmlns:a="http://schemas.openxmlformats.org/drawingml/2006/main">
            <a:off x="7188329"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66FE8CA4-B085-407D-B67D-BE2166650FF1}"/>
              </a:ext>
            </a:extLst>
          </p:cNvPr>
          <p:cNvSpPr>
            <a:spLocks xmlns:a="http://schemas.openxmlformats.org/drawingml/2006/main" noGrp="1"/>
          </p:cNvSpPr>
          <p:nvPr/>
        </p:nvSpPr>
        <p:spPr>
          <a:xfrm xmlns:a="http://schemas.openxmlformats.org/drawingml/2006/main">
            <a:off x="7188329"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D08064F6-D0EB-4812-8669-E1C0AE63E901}"/>
              </a:ext>
            </a:extLst>
          </p:cNvPr>
          <p:cNvSpPr>
            <a:spLocks xmlns:a="http://schemas.openxmlformats.org/drawingml/2006/main" noGrp="1"/>
          </p:cNvSpPr>
          <p:nvPr/>
        </p:nvSpPr>
        <p:spPr>
          <a:xfrm xmlns:a="http://schemas.openxmlformats.org/drawingml/2006/main">
            <a:off x="7272747"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D35BF335-9AF9-41B9-98D7-7CB46E8F763D}"/>
              </a:ext>
            </a:extLst>
          </p:cNvPr>
          <p:cNvSpPr>
            <a:spLocks xmlns:a="http://schemas.openxmlformats.org/drawingml/2006/main" noGrp="1"/>
          </p:cNvSpPr>
          <p:nvPr/>
        </p:nvSpPr>
        <p:spPr>
          <a:xfrm xmlns:a="http://schemas.openxmlformats.org/drawingml/2006/main">
            <a:off x="7272747"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F9CEB2A5-8FBE-4709-BC2F-5ABDE3E99D9F}"/>
              </a:ext>
            </a:extLst>
          </p:cNvPr>
          <p:cNvSpPr>
            <a:spLocks xmlns:a="http://schemas.openxmlformats.org/drawingml/2006/main" noGrp="1"/>
          </p:cNvSpPr>
          <p:nvPr/>
        </p:nvSpPr>
        <p:spPr>
          <a:xfrm xmlns:a="http://schemas.openxmlformats.org/drawingml/2006/main">
            <a:off x="7272747"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16CAD6E4-85F7-4549-8A14-DCB9C2B7CBDA}"/>
              </a:ext>
            </a:extLst>
          </p:cNvPr>
          <p:cNvSpPr>
            <a:spLocks xmlns:a="http://schemas.openxmlformats.org/drawingml/2006/main" noGrp="1"/>
          </p:cNvSpPr>
          <p:nvPr/>
        </p:nvSpPr>
        <p:spPr>
          <a:xfrm xmlns:a="http://schemas.openxmlformats.org/drawingml/2006/main">
            <a:off x="7272747"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95B6E9B7-B0CC-494B-B24E-A2EB77008F43}"/>
              </a:ext>
            </a:extLst>
          </p:cNvPr>
          <p:cNvSpPr>
            <a:spLocks xmlns:a="http://schemas.openxmlformats.org/drawingml/2006/main" noGrp="1"/>
          </p:cNvSpPr>
          <p:nvPr/>
        </p:nvSpPr>
        <p:spPr>
          <a:xfrm xmlns:a="http://schemas.openxmlformats.org/drawingml/2006/main">
            <a:off x="7272747"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6DEEFA55-A6B1-4D1B-8D38-7816ACE4624C}"/>
              </a:ext>
            </a:extLst>
          </p:cNvPr>
          <p:cNvSpPr>
            <a:spLocks xmlns:a="http://schemas.openxmlformats.org/drawingml/2006/main" noGrp="1"/>
          </p:cNvSpPr>
          <p:nvPr/>
        </p:nvSpPr>
        <p:spPr>
          <a:xfrm xmlns:a="http://schemas.openxmlformats.org/drawingml/2006/main">
            <a:off x="7357165"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CD204968-50E2-415D-A2C2-C54EE3074631}"/>
              </a:ext>
            </a:extLst>
          </p:cNvPr>
          <p:cNvSpPr>
            <a:spLocks xmlns:a="http://schemas.openxmlformats.org/drawingml/2006/main" noGrp="1"/>
          </p:cNvSpPr>
          <p:nvPr/>
        </p:nvSpPr>
        <p:spPr>
          <a:xfrm xmlns:a="http://schemas.openxmlformats.org/drawingml/2006/main">
            <a:off x="7357165"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B49B8FC3-0823-4538-A891-21159F23F153}"/>
              </a:ext>
            </a:extLst>
          </p:cNvPr>
          <p:cNvSpPr>
            <a:spLocks xmlns:a="http://schemas.openxmlformats.org/drawingml/2006/main" noGrp="1"/>
          </p:cNvSpPr>
          <p:nvPr/>
        </p:nvSpPr>
        <p:spPr>
          <a:xfrm xmlns:a="http://schemas.openxmlformats.org/drawingml/2006/main">
            <a:off x="7357165"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DCE609E3-EAE9-445F-AF41-3D572CE9F4F5}"/>
              </a:ext>
            </a:extLst>
          </p:cNvPr>
          <p:cNvSpPr>
            <a:spLocks xmlns:a="http://schemas.openxmlformats.org/drawingml/2006/main" noGrp="1"/>
          </p:cNvSpPr>
          <p:nvPr/>
        </p:nvSpPr>
        <p:spPr>
          <a:xfrm xmlns:a="http://schemas.openxmlformats.org/drawingml/2006/main">
            <a:off x="7357165"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AD57AA5E-637B-4A40-9121-C3067E1B0858}"/>
              </a:ext>
            </a:extLst>
          </p:cNvPr>
          <p:cNvSpPr>
            <a:spLocks xmlns:a="http://schemas.openxmlformats.org/drawingml/2006/main" noGrp="1"/>
          </p:cNvSpPr>
          <p:nvPr/>
        </p:nvSpPr>
        <p:spPr>
          <a:xfrm xmlns:a="http://schemas.openxmlformats.org/drawingml/2006/main">
            <a:off x="7357165"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0CC08CD0-649C-49D0-BCED-391716C32DE3}"/>
              </a:ext>
            </a:extLst>
          </p:cNvPr>
          <p:cNvSpPr>
            <a:spLocks xmlns:a="http://schemas.openxmlformats.org/drawingml/2006/main" noGrp="1"/>
          </p:cNvSpPr>
          <p:nvPr/>
        </p:nvSpPr>
        <p:spPr>
          <a:xfrm xmlns:a="http://schemas.openxmlformats.org/drawingml/2006/main">
            <a:off x="7357165"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0D3C174E-07D8-4F3A-8C85-58B0B00366AA}"/>
              </a:ext>
            </a:extLst>
          </p:cNvPr>
          <p:cNvSpPr>
            <a:spLocks xmlns:a="http://schemas.openxmlformats.org/drawingml/2006/main" noGrp="1"/>
          </p:cNvSpPr>
          <p:nvPr/>
        </p:nvSpPr>
        <p:spPr>
          <a:xfrm xmlns:a="http://schemas.openxmlformats.org/drawingml/2006/main">
            <a:off x="7441584"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E1882C61-4C13-4EA7-9330-67AF0B6A2571}"/>
              </a:ext>
            </a:extLst>
          </p:cNvPr>
          <p:cNvSpPr>
            <a:spLocks xmlns:a="http://schemas.openxmlformats.org/drawingml/2006/main" noGrp="1"/>
          </p:cNvSpPr>
          <p:nvPr/>
        </p:nvSpPr>
        <p:spPr>
          <a:xfrm xmlns:a="http://schemas.openxmlformats.org/drawingml/2006/main">
            <a:off x="7441584"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46CDB3D0-8329-4AC0-A70A-A3B17E14C215}"/>
              </a:ext>
            </a:extLst>
          </p:cNvPr>
          <p:cNvSpPr>
            <a:spLocks xmlns:a="http://schemas.openxmlformats.org/drawingml/2006/main" noGrp="1"/>
          </p:cNvSpPr>
          <p:nvPr/>
        </p:nvSpPr>
        <p:spPr>
          <a:xfrm xmlns:a="http://schemas.openxmlformats.org/drawingml/2006/main">
            <a:off x="7526002"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1D4D3939-5B37-4344-9EE4-F5827F7E2325}"/>
              </a:ext>
            </a:extLst>
          </p:cNvPr>
          <p:cNvSpPr>
            <a:spLocks xmlns:a="http://schemas.openxmlformats.org/drawingml/2006/main" noGrp="1"/>
          </p:cNvSpPr>
          <p:nvPr/>
        </p:nvSpPr>
        <p:spPr>
          <a:xfrm xmlns:a="http://schemas.openxmlformats.org/drawingml/2006/main">
            <a:off x="4993453"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1C4BF68F-D975-459A-9025-0C77F7372BC5}"/>
              </a:ext>
            </a:extLst>
          </p:cNvPr>
          <p:cNvSpPr>
            <a:spLocks xmlns:a="http://schemas.openxmlformats.org/drawingml/2006/main" noGrp="1"/>
          </p:cNvSpPr>
          <p:nvPr/>
        </p:nvSpPr>
        <p:spPr>
          <a:xfrm xmlns:a="http://schemas.openxmlformats.org/drawingml/2006/main">
            <a:off x="5077872"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4435A7C2-E7E3-462D-8006-909FEEAD2313}"/>
              </a:ext>
            </a:extLst>
          </p:cNvPr>
          <p:cNvSpPr>
            <a:spLocks xmlns:a="http://schemas.openxmlformats.org/drawingml/2006/main" noGrp="1"/>
          </p:cNvSpPr>
          <p:nvPr/>
        </p:nvSpPr>
        <p:spPr>
          <a:xfrm xmlns:a="http://schemas.openxmlformats.org/drawingml/2006/main">
            <a:off x="5077872"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BA80A613-167E-4EA6-A8D9-D56668F1961E}"/>
              </a:ext>
            </a:extLst>
          </p:cNvPr>
          <p:cNvSpPr>
            <a:spLocks xmlns:a="http://schemas.openxmlformats.org/drawingml/2006/main" noGrp="1"/>
          </p:cNvSpPr>
          <p:nvPr/>
        </p:nvSpPr>
        <p:spPr>
          <a:xfrm xmlns:a="http://schemas.openxmlformats.org/drawingml/2006/main">
            <a:off x="5077872"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85ECB42A-F495-4C8A-B904-312FFB3B4C8A}"/>
              </a:ext>
            </a:extLst>
          </p:cNvPr>
          <p:cNvSpPr>
            <a:spLocks xmlns:a="http://schemas.openxmlformats.org/drawingml/2006/main" noGrp="1"/>
          </p:cNvSpPr>
          <p:nvPr/>
        </p:nvSpPr>
        <p:spPr>
          <a:xfrm xmlns:a="http://schemas.openxmlformats.org/drawingml/2006/main">
            <a:off x="5162290"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47E7CC9B-423F-4638-BA2E-BB512AEF2054}"/>
              </a:ext>
            </a:extLst>
          </p:cNvPr>
          <p:cNvSpPr>
            <a:spLocks xmlns:a="http://schemas.openxmlformats.org/drawingml/2006/main" noGrp="1"/>
          </p:cNvSpPr>
          <p:nvPr/>
        </p:nvSpPr>
        <p:spPr>
          <a:xfrm xmlns:a="http://schemas.openxmlformats.org/drawingml/2006/main">
            <a:off x="5162290"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2C5EAA"/>
          </a:solidFill>
          <a:ln xmlns:a="http://schemas.openxmlformats.org/drawingml/2006/main" w="2329">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8A5F6725-9FEA-49E1-BEC8-5985076C525F}"/>
              </a:ext>
            </a:extLst>
          </p:cNvPr>
          <p:cNvSpPr>
            <a:spLocks xmlns:a="http://schemas.openxmlformats.org/drawingml/2006/main" noGrp="1"/>
          </p:cNvSpPr>
          <p:nvPr/>
        </p:nvSpPr>
        <p:spPr>
          <a:xfrm xmlns:a="http://schemas.openxmlformats.org/drawingml/2006/main">
            <a:off x="5162290"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4CFD0363-145C-4877-AB89-98D66A7A6F0C}"/>
              </a:ext>
            </a:extLst>
          </p:cNvPr>
          <p:cNvSpPr>
            <a:spLocks xmlns:a="http://schemas.openxmlformats.org/drawingml/2006/main" noGrp="1"/>
          </p:cNvSpPr>
          <p:nvPr/>
        </p:nvSpPr>
        <p:spPr>
          <a:xfrm xmlns:a="http://schemas.openxmlformats.org/drawingml/2006/main">
            <a:off x="5246708"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F733D927-40A0-45C6-9862-1E87B4E26836}"/>
              </a:ext>
            </a:extLst>
          </p:cNvPr>
          <p:cNvSpPr>
            <a:spLocks xmlns:a="http://schemas.openxmlformats.org/drawingml/2006/main" noGrp="1"/>
          </p:cNvSpPr>
          <p:nvPr/>
        </p:nvSpPr>
        <p:spPr>
          <a:xfrm xmlns:a="http://schemas.openxmlformats.org/drawingml/2006/main">
            <a:off x="5246708"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C0453C"/>
          </a:solidFill>
          <a:ln xmlns:a="http://schemas.openxmlformats.org/drawingml/2006/main" w="2329">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1ABF7F0C-9455-44E1-AADE-7D0F4A0201CC}"/>
              </a:ext>
            </a:extLst>
          </p:cNvPr>
          <p:cNvSpPr>
            <a:spLocks xmlns:a="http://schemas.openxmlformats.org/drawingml/2006/main" noGrp="1"/>
          </p:cNvSpPr>
          <p:nvPr/>
        </p:nvSpPr>
        <p:spPr>
          <a:xfrm xmlns:a="http://schemas.openxmlformats.org/drawingml/2006/main">
            <a:off x="3896016" y="450592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085D923F-F491-4DE4-80D2-7EA9A078BD41}"/>
              </a:ext>
            </a:extLst>
          </p:cNvPr>
          <p:cNvSpPr>
            <a:spLocks xmlns:a="http://schemas.openxmlformats.org/drawingml/2006/main" noGrp="1"/>
          </p:cNvSpPr>
          <p:nvPr/>
        </p:nvSpPr>
        <p:spPr>
          <a:xfrm xmlns:a="http://schemas.openxmlformats.org/drawingml/2006/main">
            <a:off x="3896016"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411A4ADB-64A8-4F08-95AB-AAF1C81E53FE}"/>
              </a:ext>
            </a:extLst>
          </p:cNvPr>
          <p:cNvSpPr>
            <a:spLocks xmlns:a="http://schemas.openxmlformats.org/drawingml/2006/main" noGrp="1"/>
          </p:cNvSpPr>
          <p:nvPr/>
        </p:nvSpPr>
        <p:spPr>
          <a:xfrm xmlns:a="http://schemas.openxmlformats.org/drawingml/2006/main">
            <a:off x="3896016"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1EC4C70C-3FFA-4CDC-A69B-59117B614C00}"/>
              </a:ext>
            </a:extLst>
          </p:cNvPr>
          <p:cNvSpPr>
            <a:spLocks xmlns:a="http://schemas.openxmlformats.org/drawingml/2006/main" noGrp="1"/>
          </p:cNvSpPr>
          <p:nvPr/>
        </p:nvSpPr>
        <p:spPr>
          <a:xfrm xmlns:a="http://schemas.openxmlformats.org/drawingml/2006/main">
            <a:off x="3896016"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3420BDE2-814B-4619-B780-0E61EB2CC97D}"/>
              </a:ext>
            </a:extLst>
          </p:cNvPr>
          <p:cNvSpPr>
            <a:spLocks xmlns:a="http://schemas.openxmlformats.org/drawingml/2006/main" noGrp="1"/>
          </p:cNvSpPr>
          <p:nvPr/>
        </p:nvSpPr>
        <p:spPr>
          <a:xfrm xmlns:a="http://schemas.openxmlformats.org/drawingml/2006/main">
            <a:off x="3896016"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452B8907-46D4-499B-9FCD-FCFD9093D434}"/>
              </a:ext>
            </a:extLst>
          </p:cNvPr>
          <p:cNvSpPr>
            <a:spLocks xmlns:a="http://schemas.openxmlformats.org/drawingml/2006/main" noGrp="1"/>
          </p:cNvSpPr>
          <p:nvPr/>
        </p:nvSpPr>
        <p:spPr>
          <a:xfrm xmlns:a="http://schemas.openxmlformats.org/drawingml/2006/main">
            <a:off x="3896016"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B4FD9089-3977-4BF2-B7D0-A741089DDA00}"/>
              </a:ext>
            </a:extLst>
          </p:cNvPr>
          <p:cNvSpPr>
            <a:spLocks xmlns:a="http://schemas.openxmlformats.org/drawingml/2006/main" noGrp="1"/>
          </p:cNvSpPr>
          <p:nvPr/>
        </p:nvSpPr>
        <p:spPr>
          <a:xfrm xmlns:a="http://schemas.openxmlformats.org/drawingml/2006/main">
            <a:off x="3896016"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FA89B187-A196-443D-A5B9-D5B2E40AC235}"/>
              </a:ext>
            </a:extLst>
          </p:cNvPr>
          <p:cNvSpPr>
            <a:spLocks xmlns:a="http://schemas.openxmlformats.org/drawingml/2006/main" noGrp="1"/>
          </p:cNvSpPr>
          <p:nvPr/>
        </p:nvSpPr>
        <p:spPr>
          <a:xfrm xmlns:a="http://schemas.openxmlformats.org/drawingml/2006/main">
            <a:off x="3980434"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0B9F4C79-FC12-414A-91D5-3788F4FAF900}"/>
              </a:ext>
            </a:extLst>
          </p:cNvPr>
          <p:cNvSpPr>
            <a:spLocks xmlns:a="http://schemas.openxmlformats.org/drawingml/2006/main" noGrp="1"/>
          </p:cNvSpPr>
          <p:nvPr/>
        </p:nvSpPr>
        <p:spPr>
          <a:xfrm xmlns:a="http://schemas.openxmlformats.org/drawingml/2006/main">
            <a:off x="3980434"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3924410A-3D52-4E87-9CAA-D1A514F00E6E}"/>
              </a:ext>
            </a:extLst>
          </p:cNvPr>
          <p:cNvSpPr>
            <a:spLocks xmlns:a="http://schemas.openxmlformats.org/drawingml/2006/main" noGrp="1"/>
          </p:cNvSpPr>
          <p:nvPr/>
        </p:nvSpPr>
        <p:spPr>
          <a:xfrm xmlns:a="http://schemas.openxmlformats.org/drawingml/2006/main">
            <a:off x="3980434"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50C5CD2C-5614-4C5F-AFDE-F32ABCA15E06}"/>
              </a:ext>
            </a:extLst>
          </p:cNvPr>
          <p:cNvSpPr>
            <a:spLocks xmlns:a="http://schemas.openxmlformats.org/drawingml/2006/main" noGrp="1"/>
          </p:cNvSpPr>
          <p:nvPr/>
        </p:nvSpPr>
        <p:spPr>
          <a:xfrm xmlns:a="http://schemas.openxmlformats.org/drawingml/2006/main">
            <a:off x="3980434"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8BABF0D4-0DF8-4723-8521-0EA24259D893}"/>
              </a:ext>
            </a:extLst>
          </p:cNvPr>
          <p:cNvSpPr>
            <a:spLocks xmlns:a="http://schemas.openxmlformats.org/drawingml/2006/main" noGrp="1"/>
          </p:cNvSpPr>
          <p:nvPr/>
        </p:nvSpPr>
        <p:spPr>
          <a:xfrm xmlns:a="http://schemas.openxmlformats.org/drawingml/2006/main">
            <a:off x="3980434"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02181030-45A7-4F82-B2FA-211AB98E185D}"/>
              </a:ext>
            </a:extLst>
          </p:cNvPr>
          <p:cNvSpPr>
            <a:spLocks xmlns:a="http://schemas.openxmlformats.org/drawingml/2006/main" noGrp="1"/>
          </p:cNvSpPr>
          <p:nvPr/>
        </p:nvSpPr>
        <p:spPr>
          <a:xfrm xmlns:a="http://schemas.openxmlformats.org/drawingml/2006/main">
            <a:off x="3980434"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6BA36A8A-77A9-4432-A801-D26147CDB0AC}"/>
              </a:ext>
            </a:extLst>
          </p:cNvPr>
          <p:cNvSpPr>
            <a:spLocks xmlns:a="http://schemas.openxmlformats.org/drawingml/2006/main" noGrp="1"/>
          </p:cNvSpPr>
          <p:nvPr/>
        </p:nvSpPr>
        <p:spPr>
          <a:xfrm xmlns:a="http://schemas.openxmlformats.org/drawingml/2006/main">
            <a:off x="3980434"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F3561CF5-6399-4B65-8D3C-1A37E32EA262}"/>
              </a:ext>
            </a:extLst>
          </p:cNvPr>
          <p:cNvSpPr>
            <a:spLocks xmlns:a="http://schemas.openxmlformats.org/drawingml/2006/main" noGrp="1"/>
          </p:cNvSpPr>
          <p:nvPr/>
        </p:nvSpPr>
        <p:spPr>
          <a:xfrm xmlns:a="http://schemas.openxmlformats.org/drawingml/2006/main">
            <a:off x="4064852"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62870281-82C0-416F-81EA-931C71D60017}"/>
              </a:ext>
            </a:extLst>
          </p:cNvPr>
          <p:cNvSpPr>
            <a:spLocks xmlns:a="http://schemas.openxmlformats.org/drawingml/2006/main" noGrp="1"/>
          </p:cNvSpPr>
          <p:nvPr/>
        </p:nvSpPr>
        <p:spPr>
          <a:xfrm xmlns:a="http://schemas.openxmlformats.org/drawingml/2006/main">
            <a:off x="4064852"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01A54241-3DE0-42A6-84F0-E3DC05303EB0}"/>
              </a:ext>
            </a:extLst>
          </p:cNvPr>
          <p:cNvSpPr>
            <a:spLocks xmlns:a="http://schemas.openxmlformats.org/drawingml/2006/main" noGrp="1"/>
          </p:cNvSpPr>
          <p:nvPr/>
        </p:nvSpPr>
        <p:spPr>
          <a:xfrm xmlns:a="http://schemas.openxmlformats.org/drawingml/2006/main">
            <a:off x="4064852"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F9A5CFEE-D954-4A8A-9E9D-1BD8CE6F0EF2}"/>
              </a:ext>
            </a:extLst>
          </p:cNvPr>
          <p:cNvSpPr>
            <a:spLocks xmlns:a="http://schemas.openxmlformats.org/drawingml/2006/main" noGrp="1"/>
          </p:cNvSpPr>
          <p:nvPr/>
        </p:nvSpPr>
        <p:spPr>
          <a:xfrm xmlns:a="http://schemas.openxmlformats.org/drawingml/2006/main">
            <a:off x="4064852"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C76DA499-CB3D-4B40-8B82-4840B2E825AE}"/>
              </a:ext>
            </a:extLst>
          </p:cNvPr>
          <p:cNvSpPr>
            <a:spLocks xmlns:a="http://schemas.openxmlformats.org/drawingml/2006/main" noGrp="1"/>
          </p:cNvSpPr>
          <p:nvPr/>
        </p:nvSpPr>
        <p:spPr>
          <a:xfrm xmlns:a="http://schemas.openxmlformats.org/drawingml/2006/main">
            <a:off x="4064852"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3103687D-EDA7-4074-AEE0-C66F533CF250}"/>
              </a:ext>
            </a:extLst>
          </p:cNvPr>
          <p:cNvSpPr>
            <a:spLocks xmlns:a="http://schemas.openxmlformats.org/drawingml/2006/main" noGrp="1"/>
          </p:cNvSpPr>
          <p:nvPr/>
        </p:nvSpPr>
        <p:spPr>
          <a:xfrm xmlns:a="http://schemas.openxmlformats.org/drawingml/2006/main">
            <a:off x="4064852"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C5D29959-58CE-45C0-B61A-076661E498AB}"/>
              </a:ext>
            </a:extLst>
          </p:cNvPr>
          <p:cNvSpPr>
            <a:spLocks xmlns:a="http://schemas.openxmlformats.org/drawingml/2006/main" noGrp="1"/>
          </p:cNvSpPr>
          <p:nvPr/>
        </p:nvSpPr>
        <p:spPr>
          <a:xfrm xmlns:a="http://schemas.openxmlformats.org/drawingml/2006/main">
            <a:off x="4064852"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EF03330E-D78C-4177-8BC4-2D55B375A8AC}"/>
              </a:ext>
            </a:extLst>
          </p:cNvPr>
          <p:cNvSpPr>
            <a:spLocks xmlns:a="http://schemas.openxmlformats.org/drawingml/2006/main" noGrp="1"/>
          </p:cNvSpPr>
          <p:nvPr/>
        </p:nvSpPr>
        <p:spPr>
          <a:xfrm xmlns:a="http://schemas.openxmlformats.org/drawingml/2006/main">
            <a:off x="4064852"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0EFAF62B-13F4-48DC-AC26-BC9272F5653C}"/>
              </a:ext>
            </a:extLst>
          </p:cNvPr>
          <p:cNvSpPr>
            <a:spLocks xmlns:a="http://schemas.openxmlformats.org/drawingml/2006/main" noGrp="1"/>
          </p:cNvSpPr>
          <p:nvPr/>
        </p:nvSpPr>
        <p:spPr>
          <a:xfrm xmlns:a="http://schemas.openxmlformats.org/drawingml/2006/main">
            <a:off x="4064852"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16680F32-394B-4EC3-B4DE-6033AA05CBC3}"/>
              </a:ext>
            </a:extLst>
          </p:cNvPr>
          <p:cNvSpPr>
            <a:spLocks xmlns:a="http://schemas.openxmlformats.org/drawingml/2006/main" noGrp="1"/>
          </p:cNvSpPr>
          <p:nvPr/>
        </p:nvSpPr>
        <p:spPr>
          <a:xfrm xmlns:a="http://schemas.openxmlformats.org/drawingml/2006/main">
            <a:off x="4149271"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4804FB90-0641-4FB1-9EEA-6C80511F5C7D}"/>
              </a:ext>
            </a:extLst>
          </p:cNvPr>
          <p:cNvSpPr>
            <a:spLocks xmlns:a="http://schemas.openxmlformats.org/drawingml/2006/main" noGrp="1"/>
          </p:cNvSpPr>
          <p:nvPr/>
        </p:nvSpPr>
        <p:spPr>
          <a:xfrm xmlns:a="http://schemas.openxmlformats.org/drawingml/2006/main">
            <a:off x="4149271"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4E811A99-0CB7-4EA9-830E-6D94E812B675}"/>
              </a:ext>
            </a:extLst>
          </p:cNvPr>
          <p:cNvSpPr>
            <a:spLocks xmlns:a="http://schemas.openxmlformats.org/drawingml/2006/main" noGrp="1"/>
          </p:cNvSpPr>
          <p:nvPr/>
        </p:nvSpPr>
        <p:spPr>
          <a:xfrm xmlns:a="http://schemas.openxmlformats.org/drawingml/2006/main">
            <a:off x="4149271"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BC3F42AA-E35C-4638-BA69-112B9478A5DC}"/>
              </a:ext>
            </a:extLst>
          </p:cNvPr>
          <p:cNvSpPr>
            <a:spLocks xmlns:a="http://schemas.openxmlformats.org/drawingml/2006/main" noGrp="1"/>
          </p:cNvSpPr>
          <p:nvPr/>
        </p:nvSpPr>
        <p:spPr>
          <a:xfrm xmlns:a="http://schemas.openxmlformats.org/drawingml/2006/main">
            <a:off x="4149271"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490B98C4-C0A4-40BB-8608-499B3203D6CA}"/>
              </a:ext>
            </a:extLst>
          </p:cNvPr>
          <p:cNvSpPr>
            <a:spLocks xmlns:a="http://schemas.openxmlformats.org/drawingml/2006/main" noGrp="1"/>
          </p:cNvSpPr>
          <p:nvPr/>
        </p:nvSpPr>
        <p:spPr>
          <a:xfrm xmlns:a="http://schemas.openxmlformats.org/drawingml/2006/main">
            <a:off x="4149271"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E56012CA-6F83-4F74-84E6-BB4640B58404}"/>
              </a:ext>
            </a:extLst>
          </p:cNvPr>
          <p:cNvSpPr>
            <a:spLocks xmlns:a="http://schemas.openxmlformats.org/drawingml/2006/main" noGrp="1"/>
          </p:cNvSpPr>
          <p:nvPr/>
        </p:nvSpPr>
        <p:spPr>
          <a:xfrm xmlns:a="http://schemas.openxmlformats.org/drawingml/2006/main">
            <a:off x="4149271"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AB0A08CD-594A-4BB9-B4D0-79C5BD16B800}"/>
              </a:ext>
            </a:extLst>
          </p:cNvPr>
          <p:cNvSpPr>
            <a:spLocks xmlns:a="http://schemas.openxmlformats.org/drawingml/2006/main" noGrp="1"/>
          </p:cNvSpPr>
          <p:nvPr/>
        </p:nvSpPr>
        <p:spPr>
          <a:xfrm xmlns:a="http://schemas.openxmlformats.org/drawingml/2006/main">
            <a:off x="4233689"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B2588F5E-B6F3-42B0-A219-AC66747197AC}"/>
              </a:ext>
            </a:extLst>
          </p:cNvPr>
          <p:cNvSpPr>
            <a:spLocks xmlns:a="http://schemas.openxmlformats.org/drawingml/2006/main" noGrp="1"/>
          </p:cNvSpPr>
          <p:nvPr/>
        </p:nvSpPr>
        <p:spPr>
          <a:xfrm xmlns:a="http://schemas.openxmlformats.org/drawingml/2006/main">
            <a:off x="4233689"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E955454E-40DB-4DBC-8D7D-0C07E4316F41}"/>
              </a:ext>
            </a:extLst>
          </p:cNvPr>
          <p:cNvSpPr>
            <a:spLocks xmlns:a="http://schemas.openxmlformats.org/drawingml/2006/main" noGrp="1"/>
          </p:cNvSpPr>
          <p:nvPr/>
        </p:nvSpPr>
        <p:spPr>
          <a:xfrm xmlns:a="http://schemas.openxmlformats.org/drawingml/2006/main">
            <a:off x="4233689"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CA3B47E8-85E6-4AE6-8401-EAE46EFA612B}"/>
              </a:ext>
            </a:extLst>
          </p:cNvPr>
          <p:cNvSpPr>
            <a:spLocks xmlns:a="http://schemas.openxmlformats.org/drawingml/2006/main" noGrp="1"/>
          </p:cNvSpPr>
          <p:nvPr/>
        </p:nvSpPr>
        <p:spPr>
          <a:xfrm xmlns:a="http://schemas.openxmlformats.org/drawingml/2006/main">
            <a:off x="4233689"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A4A9383E-9CF2-466A-B8B5-C6ABE89538B5}"/>
              </a:ext>
            </a:extLst>
          </p:cNvPr>
          <p:cNvSpPr>
            <a:spLocks xmlns:a="http://schemas.openxmlformats.org/drawingml/2006/main" noGrp="1"/>
          </p:cNvSpPr>
          <p:nvPr/>
        </p:nvSpPr>
        <p:spPr>
          <a:xfrm xmlns:a="http://schemas.openxmlformats.org/drawingml/2006/main">
            <a:off x="4318107"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D0E6E740-E0BE-4078-A3E8-61CAE5FBCF22}"/>
              </a:ext>
            </a:extLst>
          </p:cNvPr>
          <p:cNvSpPr>
            <a:spLocks xmlns:a="http://schemas.openxmlformats.org/drawingml/2006/main" noGrp="1"/>
          </p:cNvSpPr>
          <p:nvPr/>
        </p:nvSpPr>
        <p:spPr>
          <a:xfrm xmlns:a="http://schemas.openxmlformats.org/drawingml/2006/main">
            <a:off x="4318107"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F68CA236-A121-4CCF-A133-FDC67C543C09}"/>
              </a:ext>
            </a:extLst>
          </p:cNvPr>
          <p:cNvSpPr>
            <a:spLocks xmlns:a="http://schemas.openxmlformats.org/drawingml/2006/main" noGrp="1"/>
          </p:cNvSpPr>
          <p:nvPr/>
        </p:nvSpPr>
        <p:spPr>
          <a:xfrm xmlns:a="http://schemas.openxmlformats.org/drawingml/2006/main">
            <a:off x="4318107"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66481B8E-FBA3-4EB0-AF10-B5203818EE3E}"/>
              </a:ext>
            </a:extLst>
          </p:cNvPr>
          <p:cNvSpPr>
            <a:spLocks xmlns:a="http://schemas.openxmlformats.org/drawingml/2006/main" noGrp="1"/>
          </p:cNvSpPr>
          <p:nvPr/>
        </p:nvSpPr>
        <p:spPr>
          <a:xfrm xmlns:a="http://schemas.openxmlformats.org/drawingml/2006/main">
            <a:off x="4318107"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0221373D-8C06-4DE1-ADAC-604FDE21AFEE}"/>
              </a:ext>
            </a:extLst>
          </p:cNvPr>
          <p:cNvSpPr>
            <a:spLocks xmlns:a="http://schemas.openxmlformats.org/drawingml/2006/main" noGrp="1"/>
          </p:cNvSpPr>
          <p:nvPr/>
        </p:nvSpPr>
        <p:spPr>
          <a:xfrm xmlns:a="http://schemas.openxmlformats.org/drawingml/2006/main">
            <a:off x="4318107"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828C64EB-F7C5-4252-9FB2-0D1656DA6C48}"/>
              </a:ext>
            </a:extLst>
          </p:cNvPr>
          <p:cNvSpPr>
            <a:spLocks xmlns:a="http://schemas.openxmlformats.org/drawingml/2006/main" noGrp="1"/>
          </p:cNvSpPr>
          <p:nvPr/>
        </p:nvSpPr>
        <p:spPr>
          <a:xfrm xmlns:a="http://schemas.openxmlformats.org/drawingml/2006/main">
            <a:off x="4318107"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C2184D05-C8B7-425B-87C6-B95706F0E259}"/>
              </a:ext>
            </a:extLst>
          </p:cNvPr>
          <p:cNvSpPr>
            <a:spLocks xmlns:a="http://schemas.openxmlformats.org/drawingml/2006/main" noGrp="1"/>
          </p:cNvSpPr>
          <p:nvPr/>
        </p:nvSpPr>
        <p:spPr>
          <a:xfrm xmlns:a="http://schemas.openxmlformats.org/drawingml/2006/main">
            <a:off x="4402525" y="459090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D9665338-BB1B-48B3-86E5-F7C7B5912BF7}"/>
              </a:ext>
            </a:extLst>
          </p:cNvPr>
          <p:cNvSpPr>
            <a:spLocks xmlns:a="http://schemas.openxmlformats.org/drawingml/2006/main" noGrp="1"/>
          </p:cNvSpPr>
          <p:nvPr/>
        </p:nvSpPr>
        <p:spPr>
          <a:xfrm xmlns:a="http://schemas.openxmlformats.org/drawingml/2006/main">
            <a:off x="4402525"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72864525-CE5C-4FF2-8D20-32FAFA7EE457}"/>
              </a:ext>
            </a:extLst>
          </p:cNvPr>
          <p:cNvSpPr>
            <a:spLocks xmlns:a="http://schemas.openxmlformats.org/drawingml/2006/main" noGrp="1"/>
          </p:cNvSpPr>
          <p:nvPr/>
        </p:nvSpPr>
        <p:spPr>
          <a:xfrm xmlns:a="http://schemas.openxmlformats.org/drawingml/2006/main">
            <a:off x="4402525"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7E4F8D6E-8488-4890-9F09-85B55CE9950E}"/>
              </a:ext>
            </a:extLst>
          </p:cNvPr>
          <p:cNvSpPr>
            <a:spLocks xmlns:a="http://schemas.openxmlformats.org/drawingml/2006/main" noGrp="1"/>
          </p:cNvSpPr>
          <p:nvPr/>
        </p:nvSpPr>
        <p:spPr>
          <a:xfrm xmlns:a="http://schemas.openxmlformats.org/drawingml/2006/main">
            <a:off x="4402525"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70B3387C-658E-4EB3-AF43-0F2BFAF6AC31}"/>
              </a:ext>
            </a:extLst>
          </p:cNvPr>
          <p:cNvSpPr>
            <a:spLocks xmlns:a="http://schemas.openxmlformats.org/drawingml/2006/main" noGrp="1"/>
          </p:cNvSpPr>
          <p:nvPr/>
        </p:nvSpPr>
        <p:spPr>
          <a:xfrm xmlns:a="http://schemas.openxmlformats.org/drawingml/2006/main">
            <a:off x="4402525"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A28454D7-B9A3-40F4-9816-A0F0E7DAA00F}"/>
              </a:ext>
            </a:extLst>
          </p:cNvPr>
          <p:cNvSpPr>
            <a:spLocks xmlns:a="http://schemas.openxmlformats.org/drawingml/2006/main" noGrp="1"/>
          </p:cNvSpPr>
          <p:nvPr/>
        </p:nvSpPr>
        <p:spPr>
          <a:xfrm xmlns:a="http://schemas.openxmlformats.org/drawingml/2006/main">
            <a:off x="4402525"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4114E1CD-C8A1-4F2D-954D-651AA38A1006}"/>
              </a:ext>
            </a:extLst>
          </p:cNvPr>
          <p:cNvSpPr>
            <a:spLocks xmlns:a="http://schemas.openxmlformats.org/drawingml/2006/main" noGrp="1"/>
          </p:cNvSpPr>
          <p:nvPr/>
        </p:nvSpPr>
        <p:spPr>
          <a:xfrm xmlns:a="http://schemas.openxmlformats.org/drawingml/2006/main">
            <a:off x="4402525"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D231FA5E-11F7-43F2-8BED-FD4F36CD8B8C}"/>
              </a:ext>
            </a:extLst>
          </p:cNvPr>
          <p:cNvSpPr>
            <a:spLocks xmlns:a="http://schemas.openxmlformats.org/drawingml/2006/main" noGrp="1"/>
          </p:cNvSpPr>
          <p:nvPr/>
        </p:nvSpPr>
        <p:spPr>
          <a:xfrm xmlns:a="http://schemas.openxmlformats.org/drawingml/2006/main">
            <a:off x="4402525"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D0E36CDE-E9D9-43E9-A93F-00D37876DB0F}"/>
              </a:ext>
            </a:extLst>
          </p:cNvPr>
          <p:cNvSpPr>
            <a:spLocks xmlns:a="http://schemas.openxmlformats.org/drawingml/2006/main" noGrp="1"/>
          </p:cNvSpPr>
          <p:nvPr/>
        </p:nvSpPr>
        <p:spPr>
          <a:xfrm xmlns:a="http://schemas.openxmlformats.org/drawingml/2006/main">
            <a:off x="4402525"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C0B9BB2A-378D-47ED-9761-91A9EE5D986C}"/>
              </a:ext>
            </a:extLst>
          </p:cNvPr>
          <p:cNvSpPr>
            <a:spLocks xmlns:a="http://schemas.openxmlformats.org/drawingml/2006/main" noGrp="1"/>
          </p:cNvSpPr>
          <p:nvPr/>
        </p:nvSpPr>
        <p:spPr>
          <a:xfrm xmlns:a="http://schemas.openxmlformats.org/drawingml/2006/main">
            <a:off x="4402525"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3AAAC85E-3432-4DE9-9C20-F1346104BE67}"/>
              </a:ext>
            </a:extLst>
          </p:cNvPr>
          <p:cNvSpPr>
            <a:spLocks xmlns:a="http://schemas.openxmlformats.org/drawingml/2006/main" noGrp="1"/>
          </p:cNvSpPr>
          <p:nvPr/>
        </p:nvSpPr>
        <p:spPr>
          <a:xfrm xmlns:a="http://schemas.openxmlformats.org/drawingml/2006/main">
            <a:off x="4486944" y="459090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A09A5EE3-38C3-448D-A451-21D9953712D7}"/>
              </a:ext>
            </a:extLst>
          </p:cNvPr>
          <p:cNvSpPr>
            <a:spLocks xmlns:a="http://schemas.openxmlformats.org/drawingml/2006/main" noGrp="1"/>
          </p:cNvSpPr>
          <p:nvPr/>
        </p:nvSpPr>
        <p:spPr>
          <a:xfrm xmlns:a="http://schemas.openxmlformats.org/drawingml/2006/main">
            <a:off x="4486944" y="450592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D80C5A48-065E-455E-9162-1B4F45FEDB47}"/>
              </a:ext>
            </a:extLst>
          </p:cNvPr>
          <p:cNvSpPr>
            <a:spLocks xmlns:a="http://schemas.openxmlformats.org/drawingml/2006/main" noGrp="1"/>
          </p:cNvSpPr>
          <p:nvPr/>
        </p:nvSpPr>
        <p:spPr>
          <a:xfrm xmlns:a="http://schemas.openxmlformats.org/drawingml/2006/main">
            <a:off x="4486944"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10DF692A-4287-423A-B8D3-43B772EEB858}"/>
              </a:ext>
            </a:extLst>
          </p:cNvPr>
          <p:cNvSpPr>
            <a:spLocks xmlns:a="http://schemas.openxmlformats.org/drawingml/2006/main" noGrp="1"/>
          </p:cNvSpPr>
          <p:nvPr/>
        </p:nvSpPr>
        <p:spPr>
          <a:xfrm xmlns:a="http://schemas.openxmlformats.org/drawingml/2006/main">
            <a:off x="4486944"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7750E573-8532-4C2C-8419-02AA8C558ADA}"/>
              </a:ext>
            </a:extLst>
          </p:cNvPr>
          <p:cNvSpPr>
            <a:spLocks xmlns:a="http://schemas.openxmlformats.org/drawingml/2006/main" noGrp="1"/>
          </p:cNvSpPr>
          <p:nvPr/>
        </p:nvSpPr>
        <p:spPr>
          <a:xfrm xmlns:a="http://schemas.openxmlformats.org/drawingml/2006/main">
            <a:off x="4486944"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905C5F5E-0ABF-4513-802E-A27707E32194}"/>
              </a:ext>
            </a:extLst>
          </p:cNvPr>
          <p:cNvSpPr>
            <a:spLocks xmlns:a="http://schemas.openxmlformats.org/drawingml/2006/main" noGrp="1"/>
          </p:cNvSpPr>
          <p:nvPr/>
        </p:nvSpPr>
        <p:spPr>
          <a:xfrm xmlns:a="http://schemas.openxmlformats.org/drawingml/2006/main">
            <a:off x="4486944"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DA11C7E2-0972-4E47-AFD2-512ADAD6C1D2}"/>
              </a:ext>
            </a:extLst>
          </p:cNvPr>
          <p:cNvSpPr>
            <a:spLocks xmlns:a="http://schemas.openxmlformats.org/drawingml/2006/main" noGrp="1"/>
          </p:cNvSpPr>
          <p:nvPr/>
        </p:nvSpPr>
        <p:spPr>
          <a:xfrm xmlns:a="http://schemas.openxmlformats.org/drawingml/2006/main">
            <a:off x="4486944"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96449163-48EB-46DB-9664-12A4726AE8F6}"/>
              </a:ext>
            </a:extLst>
          </p:cNvPr>
          <p:cNvSpPr>
            <a:spLocks xmlns:a="http://schemas.openxmlformats.org/drawingml/2006/main" noGrp="1"/>
          </p:cNvSpPr>
          <p:nvPr/>
        </p:nvSpPr>
        <p:spPr>
          <a:xfrm xmlns:a="http://schemas.openxmlformats.org/drawingml/2006/main">
            <a:off x="4486944"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E6EE7DCC-1057-4231-8F4A-17AEDBDECC48}"/>
              </a:ext>
            </a:extLst>
          </p:cNvPr>
          <p:cNvSpPr>
            <a:spLocks xmlns:a="http://schemas.openxmlformats.org/drawingml/2006/main" noGrp="1"/>
          </p:cNvSpPr>
          <p:nvPr/>
        </p:nvSpPr>
        <p:spPr>
          <a:xfrm xmlns:a="http://schemas.openxmlformats.org/drawingml/2006/main">
            <a:off x="4486944"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A1CADE74-7D39-4480-BC31-0FCA2F8F2BAE}"/>
              </a:ext>
            </a:extLst>
          </p:cNvPr>
          <p:cNvSpPr>
            <a:spLocks xmlns:a="http://schemas.openxmlformats.org/drawingml/2006/main" noGrp="1"/>
          </p:cNvSpPr>
          <p:nvPr/>
        </p:nvSpPr>
        <p:spPr>
          <a:xfrm xmlns:a="http://schemas.openxmlformats.org/drawingml/2006/main">
            <a:off x="4486944"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58FDBC90-7AE9-413D-8335-8A7FD9A8AE4F}"/>
              </a:ext>
            </a:extLst>
          </p:cNvPr>
          <p:cNvSpPr>
            <a:spLocks xmlns:a="http://schemas.openxmlformats.org/drawingml/2006/main" noGrp="1"/>
          </p:cNvSpPr>
          <p:nvPr/>
        </p:nvSpPr>
        <p:spPr>
          <a:xfrm xmlns:a="http://schemas.openxmlformats.org/drawingml/2006/main">
            <a:off x="4486944"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90FFF600-2623-4570-B471-4444AA58AC3B}"/>
              </a:ext>
            </a:extLst>
          </p:cNvPr>
          <p:cNvSpPr>
            <a:spLocks xmlns:a="http://schemas.openxmlformats.org/drawingml/2006/main" noGrp="1"/>
          </p:cNvSpPr>
          <p:nvPr/>
        </p:nvSpPr>
        <p:spPr>
          <a:xfrm xmlns:a="http://schemas.openxmlformats.org/drawingml/2006/main">
            <a:off x="4486944"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A5D944F1-AB08-4870-82B1-67CB084D76E5}"/>
              </a:ext>
            </a:extLst>
          </p:cNvPr>
          <p:cNvSpPr>
            <a:spLocks xmlns:a="http://schemas.openxmlformats.org/drawingml/2006/main" noGrp="1"/>
          </p:cNvSpPr>
          <p:nvPr/>
        </p:nvSpPr>
        <p:spPr>
          <a:xfrm xmlns:a="http://schemas.openxmlformats.org/drawingml/2006/main">
            <a:off x="4486944"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50A245B9-E4CA-4250-A336-A327A16E1C3C}"/>
              </a:ext>
            </a:extLst>
          </p:cNvPr>
          <p:cNvSpPr>
            <a:spLocks xmlns:a="http://schemas.openxmlformats.org/drawingml/2006/main" noGrp="1"/>
          </p:cNvSpPr>
          <p:nvPr/>
        </p:nvSpPr>
        <p:spPr>
          <a:xfrm xmlns:a="http://schemas.openxmlformats.org/drawingml/2006/main">
            <a:off x="4571362" y="450592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90FD96F7-5CC8-4016-9FB8-625187442B0F}"/>
              </a:ext>
            </a:extLst>
          </p:cNvPr>
          <p:cNvSpPr>
            <a:spLocks xmlns:a="http://schemas.openxmlformats.org/drawingml/2006/main" noGrp="1"/>
          </p:cNvSpPr>
          <p:nvPr/>
        </p:nvSpPr>
        <p:spPr>
          <a:xfrm xmlns:a="http://schemas.openxmlformats.org/drawingml/2006/main">
            <a:off x="4571362"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1D0E48F9-8EEB-4EDF-B6E6-864F8CB33CA2}"/>
              </a:ext>
            </a:extLst>
          </p:cNvPr>
          <p:cNvSpPr>
            <a:spLocks xmlns:a="http://schemas.openxmlformats.org/drawingml/2006/main" noGrp="1"/>
          </p:cNvSpPr>
          <p:nvPr/>
        </p:nvSpPr>
        <p:spPr>
          <a:xfrm xmlns:a="http://schemas.openxmlformats.org/drawingml/2006/main">
            <a:off x="4571362"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30CC05F8-1592-41E2-A9BB-8B6A11D0823B}"/>
              </a:ext>
            </a:extLst>
          </p:cNvPr>
          <p:cNvSpPr>
            <a:spLocks xmlns:a="http://schemas.openxmlformats.org/drawingml/2006/main" noGrp="1"/>
          </p:cNvSpPr>
          <p:nvPr/>
        </p:nvSpPr>
        <p:spPr>
          <a:xfrm xmlns:a="http://schemas.openxmlformats.org/drawingml/2006/main">
            <a:off x="4571362"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0BFE6ECE-0E7F-4A5C-A7C1-3E5D64DACD2F}"/>
              </a:ext>
            </a:extLst>
          </p:cNvPr>
          <p:cNvSpPr>
            <a:spLocks xmlns:a="http://schemas.openxmlformats.org/drawingml/2006/main" noGrp="1"/>
          </p:cNvSpPr>
          <p:nvPr/>
        </p:nvSpPr>
        <p:spPr>
          <a:xfrm xmlns:a="http://schemas.openxmlformats.org/drawingml/2006/main">
            <a:off x="4571362"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A0AA8216-3D5F-4CBC-9A09-E8D3F744BFCA}"/>
              </a:ext>
            </a:extLst>
          </p:cNvPr>
          <p:cNvSpPr>
            <a:spLocks xmlns:a="http://schemas.openxmlformats.org/drawingml/2006/main" noGrp="1"/>
          </p:cNvSpPr>
          <p:nvPr/>
        </p:nvSpPr>
        <p:spPr>
          <a:xfrm xmlns:a="http://schemas.openxmlformats.org/drawingml/2006/main">
            <a:off x="4571362"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AD6DC5AC-AE69-43B4-AE07-22ED04B46519}"/>
              </a:ext>
            </a:extLst>
          </p:cNvPr>
          <p:cNvSpPr>
            <a:spLocks xmlns:a="http://schemas.openxmlformats.org/drawingml/2006/main" noGrp="1"/>
          </p:cNvSpPr>
          <p:nvPr/>
        </p:nvSpPr>
        <p:spPr>
          <a:xfrm xmlns:a="http://schemas.openxmlformats.org/drawingml/2006/main">
            <a:off x="4571362"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4CF303D1-F5C6-45C7-8BDC-4238EE90A8F0}"/>
              </a:ext>
            </a:extLst>
          </p:cNvPr>
          <p:cNvSpPr>
            <a:spLocks xmlns:a="http://schemas.openxmlformats.org/drawingml/2006/main" noGrp="1"/>
          </p:cNvSpPr>
          <p:nvPr/>
        </p:nvSpPr>
        <p:spPr>
          <a:xfrm xmlns:a="http://schemas.openxmlformats.org/drawingml/2006/main">
            <a:off x="4571362"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13D92244-3698-420F-ADE0-C3ED9665D681}"/>
              </a:ext>
            </a:extLst>
          </p:cNvPr>
          <p:cNvSpPr>
            <a:spLocks xmlns:a="http://schemas.openxmlformats.org/drawingml/2006/main" noGrp="1"/>
          </p:cNvSpPr>
          <p:nvPr/>
        </p:nvSpPr>
        <p:spPr>
          <a:xfrm xmlns:a="http://schemas.openxmlformats.org/drawingml/2006/main">
            <a:off x="4571362"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D5317D30-67A4-4541-9944-079EBD70DA7E}"/>
              </a:ext>
            </a:extLst>
          </p:cNvPr>
          <p:cNvSpPr>
            <a:spLocks xmlns:a="http://schemas.openxmlformats.org/drawingml/2006/main" noGrp="1"/>
          </p:cNvSpPr>
          <p:nvPr/>
        </p:nvSpPr>
        <p:spPr>
          <a:xfrm xmlns:a="http://schemas.openxmlformats.org/drawingml/2006/main">
            <a:off x="4571362"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011FFBBC-951B-459C-94BE-BBAB9228CF88}"/>
              </a:ext>
            </a:extLst>
          </p:cNvPr>
          <p:cNvSpPr>
            <a:spLocks xmlns:a="http://schemas.openxmlformats.org/drawingml/2006/main" noGrp="1"/>
          </p:cNvSpPr>
          <p:nvPr/>
        </p:nvSpPr>
        <p:spPr>
          <a:xfrm xmlns:a="http://schemas.openxmlformats.org/drawingml/2006/main">
            <a:off x="4571362"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615DD6C3-879D-4FE2-A84F-7CFA73C1F614}"/>
              </a:ext>
            </a:extLst>
          </p:cNvPr>
          <p:cNvSpPr>
            <a:spLocks xmlns:a="http://schemas.openxmlformats.org/drawingml/2006/main" noGrp="1"/>
          </p:cNvSpPr>
          <p:nvPr/>
        </p:nvSpPr>
        <p:spPr>
          <a:xfrm xmlns:a="http://schemas.openxmlformats.org/drawingml/2006/main">
            <a:off x="4571362"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7A36504F-271F-4461-80E4-F9E9C3BE2B68}"/>
              </a:ext>
            </a:extLst>
          </p:cNvPr>
          <p:cNvSpPr>
            <a:spLocks xmlns:a="http://schemas.openxmlformats.org/drawingml/2006/main" noGrp="1"/>
          </p:cNvSpPr>
          <p:nvPr/>
        </p:nvSpPr>
        <p:spPr>
          <a:xfrm xmlns:a="http://schemas.openxmlformats.org/drawingml/2006/main">
            <a:off x="4655780"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413EA6E9-8B8B-44AF-9347-3EABB5012949}"/>
              </a:ext>
            </a:extLst>
          </p:cNvPr>
          <p:cNvSpPr>
            <a:spLocks xmlns:a="http://schemas.openxmlformats.org/drawingml/2006/main" noGrp="1"/>
          </p:cNvSpPr>
          <p:nvPr/>
        </p:nvSpPr>
        <p:spPr>
          <a:xfrm xmlns:a="http://schemas.openxmlformats.org/drawingml/2006/main">
            <a:off x="4655780"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6A506451-28A7-4EFC-BB33-D0251DBA1DDF}"/>
              </a:ext>
            </a:extLst>
          </p:cNvPr>
          <p:cNvSpPr>
            <a:spLocks xmlns:a="http://schemas.openxmlformats.org/drawingml/2006/main" noGrp="1"/>
          </p:cNvSpPr>
          <p:nvPr/>
        </p:nvSpPr>
        <p:spPr>
          <a:xfrm xmlns:a="http://schemas.openxmlformats.org/drawingml/2006/main">
            <a:off x="4655780"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F4FF5DD7-0BE5-4939-AFB5-6970A1A6F45D}"/>
              </a:ext>
            </a:extLst>
          </p:cNvPr>
          <p:cNvSpPr>
            <a:spLocks xmlns:a="http://schemas.openxmlformats.org/drawingml/2006/main" noGrp="1"/>
          </p:cNvSpPr>
          <p:nvPr/>
        </p:nvSpPr>
        <p:spPr>
          <a:xfrm xmlns:a="http://schemas.openxmlformats.org/drawingml/2006/main">
            <a:off x="4655780"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C8EC3E04-7EAE-46E1-A5F7-ADDCF8D5B365}"/>
              </a:ext>
            </a:extLst>
          </p:cNvPr>
          <p:cNvSpPr>
            <a:spLocks xmlns:a="http://schemas.openxmlformats.org/drawingml/2006/main" noGrp="1"/>
          </p:cNvSpPr>
          <p:nvPr/>
        </p:nvSpPr>
        <p:spPr>
          <a:xfrm xmlns:a="http://schemas.openxmlformats.org/drawingml/2006/main">
            <a:off x="4655780"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43F3C40E-D8E6-427E-AA33-47BC2AFE9B8C}"/>
              </a:ext>
            </a:extLst>
          </p:cNvPr>
          <p:cNvSpPr>
            <a:spLocks xmlns:a="http://schemas.openxmlformats.org/drawingml/2006/main" noGrp="1"/>
          </p:cNvSpPr>
          <p:nvPr/>
        </p:nvSpPr>
        <p:spPr>
          <a:xfrm xmlns:a="http://schemas.openxmlformats.org/drawingml/2006/main">
            <a:off x="4655780"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5AE3F202-ECFE-4ADA-BD8E-D01968190E02}"/>
              </a:ext>
            </a:extLst>
          </p:cNvPr>
          <p:cNvSpPr>
            <a:spLocks xmlns:a="http://schemas.openxmlformats.org/drawingml/2006/main" noGrp="1"/>
          </p:cNvSpPr>
          <p:nvPr/>
        </p:nvSpPr>
        <p:spPr>
          <a:xfrm xmlns:a="http://schemas.openxmlformats.org/drawingml/2006/main">
            <a:off x="4655780"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8D6AE3F1-D464-4ED3-8EFF-14B4EAF4D2E9}"/>
              </a:ext>
            </a:extLst>
          </p:cNvPr>
          <p:cNvSpPr>
            <a:spLocks xmlns:a="http://schemas.openxmlformats.org/drawingml/2006/main" noGrp="1"/>
          </p:cNvSpPr>
          <p:nvPr/>
        </p:nvSpPr>
        <p:spPr>
          <a:xfrm xmlns:a="http://schemas.openxmlformats.org/drawingml/2006/main">
            <a:off x="4655780"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E0A9222E-381C-4973-97B6-7B99848AEAA6}"/>
              </a:ext>
            </a:extLst>
          </p:cNvPr>
          <p:cNvSpPr>
            <a:spLocks xmlns:a="http://schemas.openxmlformats.org/drawingml/2006/main" noGrp="1"/>
          </p:cNvSpPr>
          <p:nvPr/>
        </p:nvSpPr>
        <p:spPr>
          <a:xfrm xmlns:a="http://schemas.openxmlformats.org/drawingml/2006/main">
            <a:off x="4655780"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59FFA6E9-62E9-40E6-9AED-0D9015CC58D7}"/>
              </a:ext>
            </a:extLst>
          </p:cNvPr>
          <p:cNvSpPr>
            <a:spLocks xmlns:a="http://schemas.openxmlformats.org/drawingml/2006/main" noGrp="1"/>
          </p:cNvSpPr>
          <p:nvPr/>
        </p:nvSpPr>
        <p:spPr>
          <a:xfrm xmlns:a="http://schemas.openxmlformats.org/drawingml/2006/main">
            <a:off x="4655780"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7ABE3114-A682-4C35-BC98-7D32365C5910}"/>
              </a:ext>
            </a:extLst>
          </p:cNvPr>
          <p:cNvSpPr>
            <a:spLocks xmlns:a="http://schemas.openxmlformats.org/drawingml/2006/main" noGrp="1"/>
          </p:cNvSpPr>
          <p:nvPr/>
        </p:nvSpPr>
        <p:spPr>
          <a:xfrm xmlns:a="http://schemas.openxmlformats.org/drawingml/2006/main">
            <a:off x="4655780"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071B0AED-4709-4696-A2A1-2129293A03C0}"/>
              </a:ext>
            </a:extLst>
          </p:cNvPr>
          <p:cNvSpPr>
            <a:spLocks xmlns:a="http://schemas.openxmlformats.org/drawingml/2006/main" noGrp="1"/>
          </p:cNvSpPr>
          <p:nvPr/>
        </p:nvSpPr>
        <p:spPr>
          <a:xfrm xmlns:a="http://schemas.openxmlformats.org/drawingml/2006/main">
            <a:off x="4655780"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5EB73475-BF02-4541-8C41-54D2498E9759}"/>
              </a:ext>
            </a:extLst>
          </p:cNvPr>
          <p:cNvSpPr>
            <a:spLocks xmlns:a="http://schemas.openxmlformats.org/drawingml/2006/main" noGrp="1"/>
          </p:cNvSpPr>
          <p:nvPr/>
        </p:nvSpPr>
        <p:spPr>
          <a:xfrm xmlns:a="http://schemas.openxmlformats.org/drawingml/2006/main">
            <a:off x="4655780"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2AAE18D5-1E62-4A3A-9963-A241FE532DFC}"/>
              </a:ext>
            </a:extLst>
          </p:cNvPr>
          <p:cNvSpPr>
            <a:spLocks xmlns:a="http://schemas.openxmlformats.org/drawingml/2006/main" noGrp="1"/>
          </p:cNvSpPr>
          <p:nvPr/>
        </p:nvSpPr>
        <p:spPr>
          <a:xfrm xmlns:a="http://schemas.openxmlformats.org/drawingml/2006/main">
            <a:off x="4740199"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649C63EB-B1A9-4CEB-ACA8-E56644DD4797}"/>
              </a:ext>
            </a:extLst>
          </p:cNvPr>
          <p:cNvSpPr>
            <a:spLocks xmlns:a="http://schemas.openxmlformats.org/drawingml/2006/main" noGrp="1"/>
          </p:cNvSpPr>
          <p:nvPr/>
        </p:nvSpPr>
        <p:spPr>
          <a:xfrm xmlns:a="http://schemas.openxmlformats.org/drawingml/2006/main">
            <a:off x="4740199"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7662518A-41B2-4267-BB04-3C366D2028BD}"/>
              </a:ext>
            </a:extLst>
          </p:cNvPr>
          <p:cNvSpPr>
            <a:spLocks xmlns:a="http://schemas.openxmlformats.org/drawingml/2006/main" noGrp="1"/>
          </p:cNvSpPr>
          <p:nvPr/>
        </p:nvSpPr>
        <p:spPr>
          <a:xfrm xmlns:a="http://schemas.openxmlformats.org/drawingml/2006/main">
            <a:off x="4740199"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B51BDFD6-E8B2-457A-9D91-22E379AD1094}"/>
              </a:ext>
            </a:extLst>
          </p:cNvPr>
          <p:cNvSpPr>
            <a:spLocks xmlns:a="http://schemas.openxmlformats.org/drawingml/2006/main" noGrp="1"/>
          </p:cNvSpPr>
          <p:nvPr/>
        </p:nvSpPr>
        <p:spPr>
          <a:xfrm xmlns:a="http://schemas.openxmlformats.org/drawingml/2006/main">
            <a:off x="4740199"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C96F7FE5-2295-4EF3-85A3-094A8A9622D4}"/>
              </a:ext>
            </a:extLst>
          </p:cNvPr>
          <p:cNvSpPr>
            <a:spLocks xmlns:a="http://schemas.openxmlformats.org/drawingml/2006/main" noGrp="1"/>
          </p:cNvSpPr>
          <p:nvPr/>
        </p:nvSpPr>
        <p:spPr>
          <a:xfrm xmlns:a="http://schemas.openxmlformats.org/drawingml/2006/main">
            <a:off x="4740199"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27CAB028-03B1-4768-80C4-5CB889570306}"/>
              </a:ext>
            </a:extLst>
          </p:cNvPr>
          <p:cNvSpPr>
            <a:spLocks xmlns:a="http://schemas.openxmlformats.org/drawingml/2006/main" noGrp="1"/>
          </p:cNvSpPr>
          <p:nvPr/>
        </p:nvSpPr>
        <p:spPr>
          <a:xfrm xmlns:a="http://schemas.openxmlformats.org/drawingml/2006/main">
            <a:off x="4740199"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8128DAFF-7709-4994-A38B-21B915810FEC}"/>
              </a:ext>
            </a:extLst>
          </p:cNvPr>
          <p:cNvSpPr>
            <a:spLocks xmlns:a="http://schemas.openxmlformats.org/drawingml/2006/main" noGrp="1"/>
          </p:cNvSpPr>
          <p:nvPr/>
        </p:nvSpPr>
        <p:spPr>
          <a:xfrm xmlns:a="http://schemas.openxmlformats.org/drawingml/2006/main">
            <a:off x="4740199"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4CCA822D-108C-4FDB-AD21-A4AEEC6A1270}"/>
              </a:ext>
            </a:extLst>
          </p:cNvPr>
          <p:cNvSpPr>
            <a:spLocks xmlns:a="http://schemas.openxmlformats.org/drawingml/2006/main" noGrp="1"/>
          </p:cNvSpPr>
          <p:nvPr/>
        </p:nvSpPr>
        <p:spPr>
          <a:xfrm xmlns:a="http://schemas.openxmlformats.org/drawingml/2006/main">
            <a:off x="4740199"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65A78790-FE69-4F6D-B758-36A904CDB1CB}"/>
              </a:ext>
            </a:extLst>
          </p:cNvPr>
          <p:cNvSpPr>
            <a:spLocks xmlns:a="http://schemas.openxmlformats.org/drawingml/2006/main" noGrp="1"/>
          </p:cNvSpPr>
          <p:nvPr/>
        </p:nvSpPr>
        <p:spPr>
          <a:xfrm xmlns:a="http://schemas.openxmlformats.org/drawingml/2006/main">
            <a:off x="4740199"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CAA090FE-5A17-4CDF-960C-AA8EF2537C2D}"/>
              </a:ext>
            </a:extLst>
          </p:cNvPr>
          <p:cNvSpPr>
            <a:spLocks xmlns:a="http://schemas.openxmlformats.org/drawingml/2006/main" noGrp="1"/>
          </p:cNvSpPr>
          <p:nvPr/>
        </p:nvSpPr>
        <p:spPr>
          <a:xfrm xmlns:a="http://schemas.openxmlformats.org/drawingml/2006/main">
            <a:off x="4740199"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0390C770-A63B-4F03-8181-706D0E549FD7}"/>
              </a:ext>
            </a:extLst>
          </p:cNvPr>
          <p:cNvSpPr>
            <a:spLocks xmlns:a="http://schemas.openxmlformats.org/drawingml/2006/main" noGrp="1"/>
          </p:cNvSpPr>
          <p:nvPr/>
        </p:nvSpPr>
        <p:spPr>
          <a:xfrm xmlns:a="http://schemas.openxmlformats.org/drawingml/2006/main">
            <a:off x="4740199"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EEC84999-84DC-4E29-8895-FD27CDBEB746}"/>
              </a:ext>
            </a:extLst>
          </p:cNvPr>
          <p:cNvSpPr>
            <a:spLocks xmlns:a="http://schemas.openxmlformats.org/drawingml/2006/main" noGrp="1"/>
          </p:cNvSpPr>
          <p:nvPr/>
        </p:nvSpPr>
        <p:spPr>
          <a:xfrm xmlns:a="http://schemas.openxmlformats.org/drawingml/2006/main">
            <a:off x="4740199"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8C50B303-AFA9-4376-A348-18ED7F5A9D1C}"/>
              </a:ext>
            </a:extLst>
          </p:cNvPr>
          <p:cNvSpPr>
            <a:spLocks xmlns:a="http://schemas.openxmlformats.org/drawingml/2006/main" noGrp="1"/>
          </p:cNvSpPr>
          <p:nvPr/>
        </p:nvSpPr>
        <p:spPr>
          <a:xfrm xmlns:a="http://schemas.openxmlformats.org/drawingml/2006/main">
            <a:off x="4740199"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1D230E67-76FE-4550-82EC-68D38462B083}"/>
              </a:ext>
            </a:extLst>
          </p:cNvPr>
          <p:cNvSpPr>
            <a:spLocks xmlns:a="http://schemas.openxmlformats.org/drawingml/2006/main" noGrp="1"/>
          </p:cNvSpPr>
          <p:nvPr/>
        </p:nvSpPr>
        <p:spPr>
          <a:xfrm xmlns:a="http://schemas.openxmlformats.org/drawingml/2006/main">
            <a:off x="4740199"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B2021F04-41B9-449B-86B5-95FF6C417F96}"/>
              </a:ext>
            </a:extLst>
          </p:cNvPr>
          <p:cNvSpPr>
            <a:spLocks xmlns:a="http://schemas.openxmlformats.org/drawingml/2006/main" noGrp="1"/>
          </p:cNvSpPr>
          <p:nvPr/>
        </p:nvSpPr>
        <p:spPr>
          <a:xfrm xmlns:a="http://schemas.openxmlformats.org/drawingml/2006/main">
            <a:off x="4824617"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9B08F785-A198-4418-804F-A0D56BA604A1}"/>
              </a:ext>
            </a:extLst>
          </p:cNvPr>
          <p:cNvSpPr>
            <a:spLocks xmlns:a="http://schemas.openxmlformats.org/drawingml/2006/main" noGrp="1"/>
          </p:cNvSpPr>
          <p:nvPr/>
        </p:nvSpPr>
        <p:spPr>
          <a:xfrm xmlns:a="http://schemas.openxmlformats.org/drawingml/2006/main">
            <a:off x="4824617"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E6222D90-36F6-4BE5-9396-A329497ADE88}"/>
              </a:ext>
            </a:extLst>
          </p:cNvPr>
          <p:cNvSpPr>
            <a:spLocks xmlns:a="http://schemas.openxmlformats.org/drawingml/2006/main" noGrp="1"/>
          </p:cNvSpPr>
          <p:nvPr/>
        </p:nvSpPr>
        <p:spPr>
          <a:xfrm xmlns:a="http://schemas.openxmlformats.org/drawingml/2006/main">
            <a:off x="4824617"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6D092419-0BC1-440C-99BF-7CCF32A116AE}"/>
              </a:ext>
            </a:extLst>
          </p:cNvPr>
          <p:cNvSpPr>
            <a:spLocks xmlns:a="http://schemas.openxmlformats.org/drawingml/2006/main" noGrp="1"/>
          </p:cNvSpPr>
          <p:nvPr/>
        </p:nvSpPr>
        <p:spPr>
          <a:xfrm xmlns:a="http://schemas.openxmlformats.org/drawingml/2006/main">
            <a:off x="4824617"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C142A8D3-DC98-4C4F-9EE5-CCEE361BFEAC}"/>
              </a:ext>
            </a:extLst>
          </p:cNvPr>
          <p:cNvSpPr>
            <a:spLocks xmlns:a="http://schemas.openxmlformats.org/drawingml/2006/main" noGrp="1"/>
          </p:cNvSpPr>
          <p:nvPr/>
        </p:nvSpPr>
        <p:spPr>
          <a:xfrm xmlns:a="http://schemas.openxmlformats.org/drawingml/2006/main">
            <a:off x="4824617"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A77D41B7-152B-4F2F-AFC7-F152A55EEF3C}"/>
              </a:ext>
            </a:extLst>
          </p:cNvPr>
          <p:cNvSpPr>
            <a:spLocks xmlns:a="http://schemas.openxmlformats.org/drawingml/2006/main" noGrp="1"/>
          </p:cNvSpPr>
          <p:nvPr/>
        </p:nvSpPr>
        <p:spPr>
          <a:xfrm xmlns:a="http://schemas.openxmlformats.org/drawingml/2006/main">
            <a:off x="4824617"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F00E59C1-38E2-428A-9E3C-A0F5460B7CD7}"/>
              </a:ext>
            </a:extLst>
          </p:cNvPr>
          <p:cNvSpPr>
            <a:spLocks xmlns:a="http://schemas.openxmlformats.org/drawingml/2006/main" noGrp="1"/>
          </p:cNvSpPr>
          <p:nvPr/>
        </p:nvSpPr>
        <p:spPr>
          <a:xfrm xmlns:a="http://schemas.openxmlformats.org/drawingml/2006/main">
            <a:off x="4824617"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8EDF88C9-9CA8-4427-9190-5E45B2D24868}"/>
              </a:ext>
            </a:extLst>
          </p:cNvPr>
          <p:cNvSpPr>
            <a:spLocks xmlns:a="http://schemas.openxmlformats.org/drawingml/2006/main" noGrp="1"/>
          </p:cNvSpPr>
          <p:nvPr/>
        </p:nvSpPr>
        <p:spPr>
          <a:xfrm xmlns:a="http://schemas.openxmlformats.org/drawingml/2006/main">
            <a:off x="4824617"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E3D64E06-B0CD-4A25-B2C5-C43BEEC317FC}"/>
              </a:ext>
            </a:extLst>
          </p:cNvPr>
          <p:cNvSpPr>
            <a:spLocks xmlns:a="http://schemas.openxmlformats.org/drawingml/2006/main" noGrp="1"/>
          </p:cNvSpPr>
          <p:nvPr/>
        </p:nvSpPr>
        <p:spPr>
          <a:xfrm xmlns:a="http://schemas.openxmlformats.org/drawingml/2006/main">
            <a:off x="4824617"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DC5C89F4-83DE-4D4E-8D68-9CA3353CC850}"/>
              </a:ext>
            </a:extLst>
          </p:cNvPr>
          <p:cNvSpPr>
            <a:spLocks xmlns:a="http://schemas.openxmlformats.org/drawingml/2006/main" noGrp="1"/>
          </p:cNvSpPr>
          <p:nvPr/>
        </p:nvSpPr>
        <p:spPr>
          <a:xfrm xmlns:a="http://schemas.openxmlformats.org/drawingml/2006/main">
            <a:off x="4824617"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FD5E1970-7A52-4640-A58C-256D70E2C922}"/>
              </a:ext>
            </a:extLst>
          </p:cNvPr>
          <p:cNvSpPr>
            <a:spLocks xmlns:a="http://schemas.openxmlformats.org/drawingml/2006/main" noGrp="1"/>
          </p:cNvSpPr>
          <p:nvPr/>
        </p:nvSpPr>
        <p:spPr>
          <a:xfrm xmlns:a="http://schemas.openxmlformats.org/drawingml/2006/main">
            <a:off x="4909035"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1BFBD182-969D-428D-BEB4-684C1F00717E}"/>
              </a:ext>
            </a:extLst>
          </p:cNvPr>
          <p:cNvSpPr>
            <a:spLocks xmlns:a="http://schemas.openxmlformats.org/drawingml/2006/main" noGrp="1"/>
          </p:cNvSpPr>
          <p:nvPr/>
        </p:nvSpPr>
        <p:spPr>
          <a:xfrm xmlns:a="http://schemas.openxmlformats.org/drawingml/2006/main">
            <a:off x="4909035"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61C99AD7-8F7B-4351-B0DB-0C7321ED454A}"/>
              </a:ext>
            </a:extLst>
          </p:cNvPr>
          <p:cNvSpPr>
            <a:spLocks xmlns:a="http://schemas.openxmlformats.org/drawingml/2006/main" noGrp="1"/>
          </p:cNvSpPr>
          <p:nvPr/>
        </p:nvSpPr>
        <p:spPr>
          <a:xfrm xmlns:a="http://schemas.openxmlformats.org/drawingml/2006/main">
            <a:off x="4909035"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23F878A1-BCC2-40FD-9355-7A626A48C3F2}"/>
              </a:ext>
            </a:extLst>
          </p:cNvPr>
          <p:cNvSpPr>
            <a:spLocks xmlns:a="http://schemas.openxmlformats.org/drawingml/2006/main" noGrp="1"/>
          </p:cNvSpPr>
          <p:nvPr/>
        </p:nvSpPr>
        <p:spPr>
          <a:xfrm xmlns:a="http://schemas.openxmlformats.org/drawingml/2006/main">
            <a:off x="4909035"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7F96965B-24C0-4B14-94A0-A0D2CBEB6106}"/>
              </a:ext>
            </a:extLst>
          </p:cNvPr>
          <p:cNvSpPr>
            <a:spLocks xmlns:a="http://schemas.openxmlformats.org/drawingml/2006/main" noGrp="1"/>
          </p:cNvSpPr>
          <p:nvPr/>
        </p:nvSpPr>
        <p:spPr>
          <a:xfrm xmlns:a="http://schemas.openxmlformats.org/drawingml/2006/main">
            <a:off x="4909035"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4A97ADDF-E289-4953-A324-DD84A5ABB268}"/>
              </a:ext>
            </a:extLst>
          </p:cNvPr>
          <p:cNvSpPr>
            <a:spLocks xmlns:a="http://schemas.openxmlformats.org/drawingml/2006/main" noGrp="1"/>
          </p:cNvSpPr>
          <p:nvPr/>
        </p:nvSpPr>
        <p:spPr>
          <a:xfrm xmlns:a="http://schemas.openxmlformats.org/drawingml/2006/main">
            <a:off x="4909035"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8767FEF9-EF49-45CF-94E1-D0E6597C8D2E}"/>
              </a:ext>
            </a:extLst>
          </p:cNvPr>
          <p:cNvSpPr>
            <a:spLocks xmlns:a="http://schemas.openxmlformats.org/drawingml/2006/main" noGrp="1"/>
          </p:cNvSpPr>
          <p:nvPr/>
        </p:nvSpPr>
        <p:spPr>
          <a:xfrm xmlns:a="http://schemas.openxmlformats.org/drawingml/2006/main">
            <a:off x="4909035"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DC36EA30-FEA5-4CC4-86A2-4803E2DFE9AF}"/>
              </a:ext>
            </a:extLst>
          </p:cNvPr>
          <p:cNvSpPr>
            <a:spLocks xmlns:a="http://schemas.openxmlformats.org/drawingml/2006/main" noGrp="1"/>
          </p:cNvSpPr>
          <p:nvPr/>
        </p:nvSpPr>
        <p:spPr>
          <a:xfrm xmlns:a="http://schemas.openxmlformats.org/drawingml/2006/main">
            <a:off x="4909035"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56E49EA3-0C89-49EF-86BC-97B406AADE6A}"/>
              </a:ext>
            </a:extLst>
          </p:cNvPr>
          <p:cNvSpPr>
            <a:spLocks xmlns:a="http://schemas.openxmlformats.org/drawingml/2006/main" noGrp="1"/>
          </p:cNvSpPr>
          <p:nvPr/>
        </p:nvSpPr>
        <p:spPr>
          <a:xfrm xmlns:a="http://schemas.openxmlformats.org/drawingml/2006/main">
            <a:off x="4909035"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9490114E-AB5D-4D31-9704-1FD7AA71E020}"/>
              </a:ext>
            </a:extLst>
          </p:cNvPr>
          <p:cNvSpPr>
            <a:spLocks xmlns:a="http://schemas.openxmlformats.org/drawingml/2006/main" noGrp="1"/>
          </p:cNvSpPr>
          <p:nvPr/>
        </p:nvSpPr>
        <p:spPr>
          <a:xfrm xmlns:a="http://schemas.openxmlformats.org/drawingml/2006/main">
            <a:off x="4909035"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5C346FF4-3D87-4C77-9EE5-3BD949B07096}"/>
              </a:ext>
            </a:extLst>
          </p:cNvPr>
          <p:cNvSpPr>
            <a:spLocks xmlns:a="http://schemas.openxmlformats.org/drawingml/2006/main" noGrp="1"/>
          </p:cNvSpPr>
          <p:nvPr/>
        </p:nvSpPr>
        <p:spPr>
          <a:xfrm xmlns:a="http://schemas.openxmlformats.org/drawingml/2006/main">
            <a:off x="4909035"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2113F681-D17E-4731-BC5A-C3FCA1F88AC4}"/>
              </a:ext>
            </a:extLst>
          </p:cNvPr>
          <p:cNvSpPr>
            <a:spLocks xmlns:a="http://schemas.openxmlformats.org/drawingml/2006/main" noGrp="1"/>
          </p:cNvSpPr>
          <p:nvPr/>
        </p:nvSpPr>
        <p:spPr>
          <a:xfrm xmlns:a="http://schemas.openxmlformats.org/drawingml/2006/main">
            <a:off x="4909035"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26FE44F9-7088-4557-9CB5-6F6F456DEF61}"/>
              </a:ext>
            </a:extLst>
          </p:cNvPr>
          <p:cNvSpPr>
            <a:spLocks xmlns:a="http://schemas.openxmlformats.org/drawingml/2006/main" noGrp="1"/>
          </p:cNvSpPr>
          <p:nvPr/>
        </p:nvSpPr>
        <p:spPr>
          <a:xfrm xmlns:a="http://schemas.openxmlformats.org/drawingml/2006/main">
            <a:off x="4993453"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4178FA82-D16D-4208-BC21-AD9FA256F004}"/>
              </a:ext>
            </a:extLst>
          </p:cNvPr>
          <p:cNvSpPr>
            <a:spLocks xmlns:a="http://schemas.openxmlformats.org/drawingml/2006/main" noGrp="1"/>
          </p:cNvSpPr>
          <p:nvPr/>
        </p:nvSpPr>
        <p:spPr>
          <a:xfrm xmlns:a="http://schemas.openxmlformats.org/drawingml/2006/main">
            <a:off x="4993453"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59BA9512-C726-4578-88DF-2598E16DCC74}"/>
              </a:ext>
            </a:extLst>
          </p:cNvPr>
          <p:cNvSpPr>
            <a:spLocks xmlns:a="http://schemas.openxmlformats.org/drawingml/2006/main" noGrp="1"/>
          </p:cNvSpPr>
          <p:nvPr/>
        </p:nvSpPr>
        <p:spPr>
          <a:xfrm xmlns:a="http://schemas.openxmlformats.org/drawingml/2006/main">
            <a:off x="4993453"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CCA88573-5034-4140-96FA-9C8B22198B43}"/>
              </a:ext>
            </a:extLst>
          </p:cNvPr>
          <p:cNvSpPr>
            <a:spLocks xmlns:a="http://schemas.openxmlformats.org/drawingml/2006/main" noGrp="1"/>
          </p:cNvSpPr>
          <p:nvPr/>
        </p:nvSpPr>
        <p:spPr>
          <a:xfrm xmlns:a="http://schemas.openxmlformats.org/drawingml/2006/main">
            <a:off x="4993453"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7C5E63FC-E0F5-402F-8B17-198E7C5E91EA}"/>
              </a:ext>
            </a:extLst>
          </p:cNvPr>
          <p:cNvSpPr>
            <a:spLocks xmlns:a="http://schemas.openxmlformats.org/drawingml/2006/main" noGrp="1"/>
          </p:cNvSpPr>
          <p:nvPr/>
        </p:nvSpPr>
        <p:spPr>
          <a:xfrm xmlns:a="http://schemas.openxmlformats.org/drawingml/2006/main">
            <a:off x="4993453"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5E8D5051-9738-4125-BE10-18E3B6BAD2FE}"/>
              </a:ext>
            </a:extLst>
          </p:cNvPr>
          <p:cNvSpPr>
            <a:spLocks xmlns:a="http://schemas.openxmlformats.org/drawingml/2006/main" noGrp="1"/>
          </p:cNvSpPr>
          <p:nvPr/>
        </p:nvSpPr>
        <p:spPr>
          <a:xfrm xmlns:a="http://schemas.openxmlformats.org/drawingml/2006/main">
            <a:off x="4993453"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6DD147F9-F4F2-468C-9B8A-3F19C01BFBF4}"/>
              </a:ext>
            </a:extLst>
          </p:cNvPr>
          <p:cNvSpPr>
            <a:spLocks xmlns:a="http://schemas.openxmlformats.org/drawingml/2006/main" noGrp="1"/>
          </p:cNvSpPr>
          <p:nvPr/>
        </p:nvSpPr>
        <p:spPr>
          <a:xfrm xmlns:a="http://schemas.openxmlformats.org/drawingml/2006/main">
            <a:off x="4993453"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AA7A46A0-40A2-4B7D-92A3-BB53CB11281E}"/>
              </a:ext>
            </a:extLst>
          </p:cNvPr>
          <p:cNvSpPr>
            <a:spLocks xmlns:a="http://schemas.openxmlformats.org/drawingml/2006/main" noGrp="1"/>
          </p:cNvSpPr>
          <p:nvPr/>
        </p:nvSpPr>
        <p:spPr>
          <a:xfrm xmlns:a="http://schemas.openxmlformats.org/drawingml/2006/main">
            <a:off x="4993453"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C59C9479-A110-4FF8-B251-CB654F6977CD}"/>
              </a:ext>
            </a:extLst>
          </p:cNvPr>
          <p:cNvSpPr>
            <a:spLocks xmlns:a="http://schemas.openxmlformats.org/drawingml/2006/main" noGrp="1"/>
          </p:cNvSpPr>
          <p:nvPr/>
        </p:nvSpPr>
        <p:spPr>
          <a:xfrm xmlns:a="http://schemas.openxmlformats.org/drawingml/2006/main">
            <a:off x="4993453"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157FC045-1C88-4E82-89A1-FE3917752C31}"/>
              </a:ext>
            </a:extLst>
          </p:cNvPr>
          <p:cNvSpPr>
            <a:spLocks xmlns:a="http://schemas.openxmlformats.org/drawingml/2006/main" noGrp="1"/>
          </p:cNvSpPr>
          <p:nvPr/>
        </p:nvSpPr>
        <p:spPr>
          <a:xfrm xmlns:a="http://schemas.openxmlformats.org/drawingml/2006/main">
            <a:off x="4993453" y="263621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3847B768-E181-43A6-9C64-5D390FF43666}"/>
              </a:ext>
            </a:extLst>
          </p:cNvPr>
          <p:cNvSpPr>
            <a:spLocks xmlns:a="http://schemas.openxmlformats.org/drawingml/2006/main" noGrp="1"/>
          </p:cNvSpPr>
          <p:nvPr/>
        </p:nvSpPr>
        <p:spPr>
          <a:xfrm xmlns:a="http://schemas.openxmlformats.org/drawingml/2006/main">
            <a:off x="5077872"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5A91A69D-25BE-44BE-B943-E368ED285464}"/>
              </a:ext>
            </a:extLst>
          </p:cNvPr>
          <p:cNvSpPr>
            <a:spLocks xmlns:a="http://schemas.openxmlformats.org/drawingml/2006/main" noGrp="1"/>
          </p:cNvSpPr>
          <p:nvPr/>
        </p:nvSpPr>
        <p:spPr>
          <a:xfrm xmlns:a="http://schemas.openxmlformats.org/drawingml/2006/main">
            <a:off x="5077872"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7EAA2C9A-F127-40FC-8B36-1D17CB8E8799}"/>
              </a:ext>
            </a:extLst>
          </p:cNvPr>
          <p:cNvSpPr>
            <a:spLocks xmlns:a="http://schemas.openxmlformats.org/drawingml/2006/main" noGrp="1"/>
          </p:cNvSpPr>
          <p:nvPr/>
        </p:nvSpPr>
        <p:spPr>
          <a:xfrm xmlns:a="http://schemas.openxmlformats.org/drawingml/2006/main">
            <a:off x="5077872"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D951FC97-0B48-41F1-9FA4-854E3448302C}"/>
              </a:ext>
            </a:extLst>
          </p:cNvPr>
          <p:cNvSpPr>
            <a:spLocks xmlns:a="http://schemas.openxmlformats.org/drawingml/2006/main" noGrp="1"/>
          </p:cNvSpPr>
          <p:nvPr/>
        </p:nvSpPr>
        <p:spPr>
          <a:xfrm xmlns:a="http://schemas.openxmlformats.org/drawingml/2006/main">
            <a:off x="5077872"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E21F2EDA-70CF-4B3C-BB61-61B97B6838D0}"/>
              </a:ext>
            </a:extLst>
          </p:cNvPr>
          <p:cNvSpPr>
            <a:spLocks xmlns:a="http://schemas.openxmlformats.org/drawingml/2006/main" noGrp="1"/>
          </p:cNvSpPr>
          <p:nvPr/>
        </p:nvSpPr>
        <p:spPr>
          <a:xfrm xmlns:a="http://schemas.openxmlformats.org/drawingml/2006/main">
            <a:off x="5077872"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A286A1B7-C714-4AFC-94B6-6D794E53661E}"/>
              </a:ext>
            </a:extLst>
          </p:cNvPr>
          <p:cNvSpPr>
            <a:spLocks xmlns:a="http://schemas.openxmlformats.org/drawingml/2006/main" noGrp="1"/>
          </p:cNvSpPr>
          <p:nvPr/>
        </p:nvSpPr>
        <p:spPr>
          <a:xfrm xmlns:a="http://schemas.openxmlformats.org/drawingml/2006/main">
            <a:off x="5162290"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1567B0B9-981C-4A39-8085-666BF279D023}"/>
              </a:ext>
            </a:extLst>
          </p:cNvPr>
          <p:cNvSpPr>
            <a:spLocks xmlns:a="http://schemas.openxmlformats.org/drawingml/2006/main" noGrp="1"/>
          </p:cNvSpPr>
          <p:nvPr/>
        </p:nvSpPr>
        <p:spPr>
          <a:xfrm xmlns:a="http://schemas.openxmlformats.org/drawingml/2006/main">
            <a:off x="5162290"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F5920746-59A6-48C9-AEAA-CEDCBA7D1592}"/>
              </a:ext>
            </a:extLst>
          </p:cNvPr>
          <p:cNvSpPr>
            <a:spLocks xmlns:a="http://schemas.openxmlformats.org/drawingml/2006/main" noGrp="1"/>
          </p:cNvSpPr>
          <p:nvPr/>
        </p:nvSpPr>
        <p:spPr>
          <a:xfrm xmlns:a="http://schemas.openxmlformats.org/drawingml/2006/main">
            <a:off x="5162290"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36137FFF-7A6F-4F3F-9064-61BD59A583DA}"/>
              </a:ext>
            </a:extLst>
          </p:cNvPr>
          <p:cNvSpPr>
            <a:spLocks xmlns:a="http://schemas.openxmlformats.org/drawingml/2006/main" noGrp="1"/>
          </p:cNvSpPr>
          <p:nvPr/>
        </p:nvSpPr>
        <p:spPr>
          <a:xfrm xmlns:a="http://schemas.openxmlformats.org/drawingml/2006/main">
            <a:off x="5162290"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54B170D3-DAF6-40DB-B4C1-88DCEC94AD40}"/>
              </a:ext>
            </a:extLst>
          </p:cNvPr>
          <p:cNvSpPr>
            <a:spLocks xmlns:a="http://schemas.openxmlformats.org/drawingml/2006/main" noGrp="1"/>
          </p:cNvSpPr>
          <p:nvPr/>
        </p:nvSpPr>
        <p:spPr>
          <a:xfrm xmlns:a="http://schemas.openxmlformats.org/drawingml/2006/main">
            <a:off x="5246708"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4E9C6A24-2B04-458D-AEAB-BF83956FE917}"/>
              </a:ext>
            </a:extLst>
          </p:cNvPr>
          <p:cNvSpPr>
            <a:spLocks xmlns:a="http://schemas.openxmlformats.org/drawingml/2006/main" noGrp="1"/>
          </p:cNvSpPr>
          <p:nvPr/>
        </p:nvSpPr>
        <p:spPr>
          <a:xfrm xmlns:a="http://schemas.openxmlformats.org/drawingml/2006/main">
            <a:off x="5246708"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4D286CC0-3BB6-422F-BB56-05C82C102883}"/>
              </a:ext>
            </a:extLst>
          </p:cNvPr>
          <p:cNvSpPr>
            <a:spLocks xmlns:a="http://schemas.openxmlformats.org/drawingml/2006/main" noGrp="1"/>
          </p:cNvSpPr>
          <p:nvPr/>
        </p:nvSpPr>
        <p:spPr>
          <a:xfrm xmlns:a="http://schemas.openxmlformats.org/drawingml/2006/main">
            <a:off x="5246708"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46515E3B-D57B-40BF-B32C-DCEEBFF38F04}"/>
              </a:ext>
            </a:extLst>
          </p:cNvPr>
          <p:cNvSpPr>
            <a:spLocks xmlns:a="http://schemas.openxmlformats.org/drawingml/2006/main" noGrp="1"/>
          </p:cNvSpPr>
          <p:nvPr/>
        </p:nvSpPr>
        <p:spPr>
          <a:xfrm xmlns:a="http://schemas.openxmlformats.org/drawingml/2006/main">
            <a:off x="5246708"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1DEEC8FD-DB9F-4561-9712-0091AF3B5FB1}"/>
              </a:ext>
            </a:extLst>
          </p:cNvPr>
          <p:cNvSpPr>
            <a:spLocks xmlns:a="http://schemas.openxmlformats.org/drawingml/2006/main" noGrp="1"/>
          </p:cNvSpPr>
          <p:nvPr/>
        </p:nvSpPr>
        <p:spPr>
          <a:xfrm xmlns:a="http://schemas.openxmlformats.org/drawingml/2006/main">
            <a:off x="5246708"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A834302D-DACA-459F-9A4A-F508847B2D0F}"/>
              </a:ext>
            </a:extLst>
          </p:cNvPr>
          <p:cNvSpPr>
            <a:spLocks xmlns:a="http://schemas.openxmlformats.org/drawingml/2006/main" noGrp="1"/>
          </p:cNvSpPr>
          <p:nvPr/>
        </p:nvSpPr>
        <p:spPr>
          <a:xfrm xmlns:a="http://schemas.openxmlformats.org/drawingml/2006/main">
            <a:off x="5331127"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9BB55B9B-7D21-4856-8B0F-CF377B3CFEC6}"/>
              </a:ext>
            </a:extLst>
          </p:cNvPr>
          <p:cNvSpPr>
            <a:spLocks xmlns:a="http://schemas.openxmlformats.org/drawingml/2006/main" noGrp="1"/>
          </p:cNvSpPr>
          <p:nvPr/>
        </p:nvSpPr>
        <p:spPr>
          <a:xfrm xmlns:a="http://schemas.openxmlformats.org/drawingml/2006/main">
            <a:off x="5331127"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1F46C5A9-153A-41E0-9660-F97B1C7A4CD3}"/>
              </a:ext>
            </a:extLst>
          </p:cNvPr>
          <p:cNvSpPr>
            <a:spLocks xmlns:a="http://schemas.openxmlformats.org/drawingml/2006/main" noGrp="1"/>
          </p:cNvSpPr>
          <p:nvPr/>
        </p:nvSpPr>
        <p:spPr>
          <a:xfrm xmlns:a="http://schemas.openxmlformats.org/drawingml/2006/main">
            <a:off x="5331127"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2846757D-4836-46DC-ABD3-8910F83C511F}"/>
              </a:ext>
            </a:extLst>
          </p:cNvPr>
          <p:cNvSpPr>
            <a:spLocks xmlns:a="http://schemas.openxmlformats.org/drawingml/2006/main" noGrp="1"/>
          </p:cNvSpPr>
          <p:nvPr/>
        </p:nvSpPr>
        <p:spPr>
          <a:xfrm xmlns:a="http://schemas.openxmlformats.org/drawingml/2006/main">
            <a:off x="5331127" y="255122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E29B883A-29DE-4DF6-B229-A5D4F7D16982}"/>
              </a:ext>
            </a:extLst>
          </p:cNvPr>
          <p:cNvSpPr>
            <a:spLocks xmlns:a="http://schemas.openxmlformats.org/drawingml/2006/main" noGrp="1"/>
          </p:cNvSpPr>
          <p:nvPr/>
        </p:nvSpPr>
        <p:spPr>
          <a:xfrm xmlns:a="http://schemas.openxmlformats.org/drawingml/2006/main">
            <a:off x="5415545" y="416597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9A026929-5865-42C8-9615-1E3CB2370FF5}"/>
              </a:ext>
            </a:extLst>
          </p:cNvPr>
          <p:cNvSpPr>
            <a:spLocks xmlns:a="http://schemas.openxmlformats.org/drawingml/2006/main" noGrp="1"/>
          </p:cNvSpPr>
          <p:nvPr/>
        </p:nvSpPr>
        <p:spPr>
          <a:xfrm xmlns:a="http://schemas.openxmlformats.org/drawingml/2006/main">
            <a:off x="5415545"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D2E31E56-47BF-4731-887E-1CB6C5BF171B}"/>
              </a:ext>
            </a:extLst>
          </p:cNvPr>
          <p:cNvSpPr>
            <a:spLocks xmlns:a="http://schemas.openxmlformats.org/drawingml/2006/main" noGrp="1"/>
          </p:cNvSpPr>
          <p:nvPr/>
        </p:nvSpPr>
        <p:spPr>
          <a:xfrm xmlns:a="http://schemas.openxmlformats.org/drawingml/2006/main">
            <a:off x="5415545"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559EB59D-6BC9-48ED-85CF-9357A3F13B47}"/>
              </a:ext>
            </a:extLst>
          </p:cNvPr>
          <p:cNvSpPr>
            <a:spLocks xmlns:a="http://schemas.openxmlformats.org/drawingml/2006/main" noGrp="1"/>
          </p:cNvSpPr>
          <p:nvPr/>
        </p:nvSpPr>
        <p:spPr>
          <a:xfrm xmlns:a="http://schemas.openxmlformats.org/drawingml/2006/main">
            <a:off x="5415545"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DB5033EF-0A2D-43DD-9C92-9971BE3A197F}"/>
              </a:ext>
            </a:extLst>
          </p:cNvPr>
          <p:cNvSpPr>
            <a:spLocks xmlns:a="http://schemas.openxmlformats.org/drawingml/2006/main" noGrp="1"/>
          </p:cNvSpPr>
          <p:nvPr/>
        </p:nvSpPr>
        <p:spPr>
          <a:xfrm xmlns:a="http://schemas.openxmlformats.org/drawingml/2006/main">
            <a:off x="5415545"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941EFB52-2F97-46DA-ADC4-976A801C6ADF}"/>
              </a:ext>
            </a:extLst>
          </p:cNvPr>
          <p:cNvSpPr>
            <a:spLocks xmlns:a="http://schemas.openxmlformats.org/drawingml/2006/main" noGrp="1"/>
          </p:cNvSpPr>
          <p:nvPr/>
        </p:nvSpPr>
        <p:spPr>
          <a:xfrm xmlns:a="http://schemas.openxmlformats.org/drawingml/2006/main">
            <a:off x="5415545" y="255122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0040EC77-EEE8-485C-999E-3A26F2D6AFC2}"/>
              </a:ext>
            </a:extLst>
          </p:cNvPr>
          <p:cNvSpPr>
            <a:spLocks xmlns:a="http://schemas.openxmlformats.org/drawingml/2006/main" noGrp="1"/>
          </p:cNvSpPr>
          <p:nvPr/>
        </p:nvSpPr>
        <p:spPr>
          <a:xfrm xmlns:a="http://schemas.openxmlformats.org/drawingml/2006/main">
            <a:off x="5499963"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A8A99577-896C-41EA-A28C-F451DA9C91FF}"/>
              </a:ext>
            </a:extLst>
          </p:cNvPr>
          <p:cNvSpPr>
            <a:spLocks xmlns:a="http://schemas.openxmlformats.org/drawingml/2006/main" noGrp="1"/>
          </p:cNvSpPr>
          <p:nvPr/>
        </p:nvSpPr>
        <p:spPr>
          <a:xfrm xmlns:a="http://schemas.openxmlformats.org/drawingml/2006/main">
            <a:off x="5499963"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EB9F3AED-E92B-4710-9689-696C55F7272C}"/>
              </a:ext>
            </a:extLst>
          </p:cNvPr>
          <p:cNvSpPr>
            <a:spLocks xmlns:a="http://schemas.openxmlformats.org/drawingml/2006/main" noGrp="1"/>
          </p:cNvSpPr>
          <p:nvPr/>
        </p:nvSpPr>
        <p:spPr>
          <a:xfrm xmlns:a="http://schemas.openxmlformats.org/drawingml/2006/main">
            <a:off x="5499963"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51DA30A7-CD4C-4277-A680-B26C55A9806E}"/>
              </a:ext>
            </a:extLst>
          </p:cNvPr>
          <p:cNvSpPr>
            <a:spLocks xmlns:a="http://schemas.openxmlformats.org/drawingml/2006/main" noGrp="1"/>
          </p:cNvSpPr>
          <p:nvPr/>
        </p:nvSpPr>
        <p:spPr>
          <a:xfrm xmlns:a="http://schemas.openxmlformats.org/drawingml/2006/main">
            <a:off x="5499963" y="255122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C0592B91-D192-4375-A639-CAAC29BC3727}"/>
              </a:ext>
            </a:extLst>
          </p:cNvPr>
          <p:cNvSpPr>
            <a:spLocks xmlns:a="http://schemas.openxmlformats.org/drawingml/2006/main" noGrp="1"/>
          </p:cNvSpPr>
          <p:nvPr/>
        </p:nvSpPr>
        <p:spPr>
          <a:xfrm xmlns:a="http://schemas.openxmlformats.org/drawingml/2006/main">
            <a:off x="5499963" y="246623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9ABE4275-3B20-4588-8345-ADDE1C3B9742}"/>
              </a:ext>
            </a:extLst>
          </p:cNvPr>
          <p:cNvSpPr>
            <a:spLocks xmlns:a="http://schemas.openxmlformats.org/drawingml/2006/main" noGrp="1"/>
          </p:cNvSpPr>
          <p:nvPr/>
        </p:nvSpPr>
        <p:spPr>
          <a:xfrm xmlns:a="http://schemas.openxmlformats.org/drawingml/2006/main">
            <a:off x="5584381"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6333D62E-0E8F-4AF0-BA59-3BBFA6D1D5BD}"/>
              </a:ext>
            </a:extLst>
          </p:cNvPr>
          <p:cNvSpPr>
            <a:spLocks xmlns:a="http://schemas.openxmlformats.org/drawingml/2006/main" noGrp="1"/>
          </p:cNvSpPr>
          <p:nvPr/>
        </p:nvSpPr>
        <p:spPr>
          <a:xfrm xmlns:a="http://schemas.openxmlformats.org/drawingml/2006/main">
            <a:off x="5584381"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D160FC9A-D997-4FE9-9877-3825509F8751}"/>
              </a:ext>
            </a:extLst>
          </p:cNvPr>
          <p:cNvSpPr>
            <a:spLocks xmlns:a="http://schemas.openxmlformats.org/drawingml/2006/main" noGrp="1"/>
          </p:cNvSpPr>
          <p:nvPr/>
        </p:nvSpPr>
        <p:spPr>
          <a:xfrm xmlns:a="http://schemas.openxmlformats.org/drawingml/2006/main">
            <a:off x="5584381" y="246623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8AB5B011-AA34-47C0-BEB6-A154F2DF1317}"/>
              </a:ext>
            </a:extLst>
          </p:cNvPr>
          <p:cNvSpPr>
            <a:spLocks xmlns:a="http://schemas.openxmlformats.org/drawingml/2006/main" noGrp="1"/>
          </p:cNvSpPr>
          <p:nvPr/>
        </p:nvSpPr>
        <p:spPr>
          <a:xfrm xmlns:a="http://schemas.openxmlformats.org/drawingml/2006/main">
            <a:off x="5668800"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015D2CF2-93AE-4B79-8B3B-4C73DDB26E50}"/>
              </a:ext>
            </a:extLst>
          </p:cNvPr>
          <p:cNvSpPr>
            <a:spLocks xmlns:a="http://schemas.openxmlformats.org/drawingml/2006/main" noGrp="1"/>
          </p:cNvSpPr>
          <p:nvPr/>
        </p:nvSpPr>
        <p:spPr>
          <a:xfrm xmlns:a="http://schemas.openxmlformats.org/drawingml/2006/main">
            <a:off x="5668800" y="433594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EACFF68E-2974-44E7-8113-6D562337EDB6}"/>
              </a:ext>
            </a:extLst>
          </p:cNvPr>
          <p:cNvSpPr>
            <a:spLocks xmlns:a="http://schemas.openxmlformats.org/drawingml/2006/main" noGrp="1"/>
          </p:cNvSpPr>
          <p:nvPr/>
        </p:nvSpPr>
        <p:spPr>
          <a:xfrm xmlns:a="http://schemas.openxmlformats.org/drawingml/2006/main">
            <a:off x="5668800"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71521ADB-C14E-4038-AFA7-2ACBD6366987}"/>
              </a:ext>
            </a:extLst>
          </p:cNvPr>
          <p:cNvSpPr>
            <a:spLocks xmlns:a="http://schemas.openxmlformats.org/drawingml/2006/main" noGrp="1"/>
          </p:cNvSpPr>
          <p:nvPr/>
        </p:nvSpPr>
        <p:spPr>
          <a:xfrm xmlns:a="http://schemas.openxmlformats.org/drawingml/2006/main">
            <a:off x="5668800"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C46987FA-357D-4563-8529-61A1ABB72DE4}"/>
              </a:ext>
            </a:extLst>
          </p:cNvPr>
          <p:cNvSpPr>
            <a:spLocks xmlns:a="http://schemas.openxmlformats.org/drawingml/2006/main" noGrp="1"/>
          </p:cNvSpPr>
          <p:nvPr/>
        </p:nvSpPr>
        <p:spPr>
          <a:xfrm xmlns:a="http://schemas.openxmlformats.org/drawingml/2006/main">
            <a:off x="5668800"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9656D11D-9290-427F-A297-020EB5D8F284}"/>
              </a:ext>
            </a:extLst>
          </p:cNvPr>
          <p:cNvSpPr>
            <a:spLocks xmlns:a="http://schemas.openxmlformats.org/drawingml/2006/main" noGrp="1"/>
          </p:cNvSpPr>
          <p:nvPr/>
        </p:nvSpPr>
        <p:spPr>
          <a:xfrm xmlns:a="http://schemas.openxmlformats.org/drawingml/2006/main">
            <a:off x="5668800" y="246623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83789AD5-3413-40A8-A3E7-15E660891544}"/>
              </a:ext>
            </a:extLst>
          </p:cNvPr>
          <p:cNvSpPr>
            <a:spLocks xmlns:a="http://schemas.openxmlformats.org/drawingml/2006/main" noGrp="1"/>
          </p:cNvSpPr>
          <p:nvPr/>
        </p:nvSpPr>
        <p:spPr>
          <a:xfrm xmlns:a="http://schemas.openxmlformats.org/drawingml/2006/main">
            <a:off x="5668800" y="238125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33293742-2C14-4010-A5B1-341CF16DC716}"/>
              </a:ext>
            </a:extLst>
          </p:cNvPr>
          <p:cNvSpPr>
            <a:spLocks xmlns:a="http://schemas.openxmlformats.org/drawingml/2006/main" noGrp="1"/>
          </p:cNvSpPr>
          <p:nvPr/>
        </p:nvSpPr>
        <p:spPr>
          <a:xfrm xmlns:a="http://schemas.openxmlformats.org/drawingml/2006/main">
            <a:off x="5753218"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917D4F54-DF24-4CD8-BA22-3AF0BFA1B0CE}"/>
              </a:ext>
            </a:extLst>
          </p:cNvPr>
          <p:cNvSpPr>
            <a:spLocks xmlns:a="http://schemas.openxmlformats.org/drawingml/2006/main" noGrp="1"/>
          </p:cNvSpPr>
          <p:nvPr/>
        </p:nvSpPr>
        <p:spPr>
          <a:xfrm xmlns:a="http://schemas.openxmlformats.org/drawingml/2006/main">
            <a:off x="5753218"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82DF15C1-F199-4C0A-9176-EE6CF6DF6EE1}"/>
              </a:ext>
            </a:extLst>
          </p:cNvPr>
          <p:cNvSpPr>
            <a:spLocks xmlns:a="http://schemas.openxmlformats.org/drawingml/2006/main" noGrp="1"/>
          </p:cNvSpPr>
          <p:nvPr/>
        </p:nvSpPr>
        <p:spPr>
          <a:xfrm xmlns:a="http://schemas.openxmlformats.org/drawingml/2006/main">
            <a:off x="5753218"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44A5009B-FCE2-42C8-8FD9-042092CA754D}"/>
              </a:ext>
            </a:extLst>
          </p:cNvPr>
          <p:cNvSpPr>
            <a:spLocks xmlns:a="http://schemas.openxmlformats.org/drawingml/2006/main" noGrp="1"/>
          </p:cNvSpPr>
          <p:nvPr/>
        </p:nvSpPr>
        <p:spPr>
          <a:xfrm xmlns:a="http://schemas.openxmlformats.org/drawingml/2006/main">
            <a:off x="5753218"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9CA858E2-FB65-41F2-803E-A39E40030A49}"/>
              </a:ext>
            </a:extLst>
          </p:cNvPr>
          <p:cNvSpPr>
            <a:spLocks xmlns:a="http://schemas.openxmlformats.org/drawingml/2006/main" noGrp="1"/>
          </p:cNvSpPr>
          <p:nvPr/>
        </p:nvSpPr>
        <p:spPr>
          <a:xfrm xmlns:a="http://schemas.openxmlformats.org/drawingml/2006/main">
            <a:off x="5753218"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A67929D5-EB2B-4339-9998-6131D41E6F62}"/>
              </a:ext>
            </a:extLst>
          </p:cNvPr>
          <p:cNvSpPr>
            <a:spLocks xmlns:a="http://schemas.openxmlformats.org/drawingml/2006/main" noGrp="1"/>
          </p:cNvSpPr>
          <p:nvPr/>
        </p:nvSpPr>
        <p:spPr>
          <a:xfrm xmlns:a="http://schemas.openxmlformats.org/drawingml/2006/main">
            <a:off x="5753218"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BEF749BE-B931-473F-A54E-2EE1E2783910}"/>
              </a:ext>
            </a:extLst>
          </p:cNvPr>
          <p:cNvSpPr>
            <a:spLocks xmlns:a="http://schemas.openxmlformats.org/drawingml/2006/main" noGrp="1"/>
          </p:cNvSpPr>
          <p:nvPr/>
        </p:nvSpPr>
        <p:spPr>
          <a:xfrm xmlns:a="http://schemas.openxmlformats.org/drawingml/2006/main">
            <a:off x="5753218"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FB89D2D1-D5C3-46CD-A041-AB1E4B771334}"/>
              </a:ext>
            </a:extLst>
          </p:cNvPr>
          <p:cNvSpPr>
            <a:spLocks xmlns:a="http://schemas.openxmlformats.org/drawingml/2006/main" noGrp="1"/>
          </p:cNvSpPr>
          <p:nvPr/>
        </p:nvSpPr>
        <p:spPr>
          <a:xfrm xmlns:a="http://schemas.openxmlformats.org/drawingml/2006/main">
            <a:off x="5753218" y="238125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FF9FC6FE-A3CD-44C4-90F7-1788AB2073DA}"/>
              </a:ext>
            </a:extLst>
          </p:cNvPr>
          <p:cNvSpPr>
            <a:spLocks xmlns:a="http://schemas.openxmlformats.org/drawingml/2006/main" noGrp="1"/>
          </p:cNvSpPr>
          <p:nvPr/>
        </p:nvSpPr>
        <p:spPr>
          <a:xfrm xmlns:a="http://schemas.openxmlformats.org/drawingml/2006/main">
            <a:off x="5837636" y="450592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CA84B34F-D2B9-4420-A359-6A3CD39A42CF}"/>
              </a:ext>
            </a:extLst>
          </p:cNvPr>
          <p:cNvSpPr>
            <a:spLocks xmlns:a="http://schemas.openxmlformats.org/drawingml/2006/main" noGrp="1"/>
          </p:cNvSpPr>
          <p:nvPr/>
        </p:nvSpPr>
        <p:spPr>
          <a:xfrm xmlns:a="http://schemas.openxmlformats.org/drawingml/2006/main">
            <a:off x="5837636"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AD7491DF-AA6F-40FB-A133-EB5D25609762}"/>
              </a:ext>
            </a:extLst>
          </p:cNvPr>
          <p:cNvSpPr>
            <a:spLocks xmlns:a="http://schemas.openxmlformats.org/drawingml/2006/main" noGrp="1"/>
          </p:cNvSpPr>
          <p:nvPr/>
        </p:nvSpPr>
        <p:spPr>
          <a:xfrm xmlns:a="http://schemas.openxmlformats.org/drawingml/2006/main">
            <a:off x="5837636"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59BA283C-5C8D-445E-A15E-379598E0B49C}"/>
              </a:ext>
            </a:extLst>
          </p:cNvPr>
          <p:cNvSpPr>
            <a:spLocks xmlns:a="http://schemas.openxmlformats.org/drawingml/2006/main" noGrp="1"/>
          </p:cNvSpPr>
          <p:nvPr/>
        </p:nvSpPr>
        <p:spPr>
          <a:xfrm xmlns:a="http://schemas.openxmlformats.org/drawingml/2006/main">
            <a:off x="5837636"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5020EB60-367B-4FCB-8B4E-CE148F21A887}"/>
              </a:ext>
            </a:extLst>
          </p:cNvPr>
          <p:cNvSpPr>
            <a:spLocks xmlns:a="http://schemas.openxmlformats.org/drawingml/2006/main" noGrp="1"/>
          </p:cNvSpPr>
          <p:nvPr/>
        </p:nvSpPr>
        <p:spPr>
          <a:xfrm xmlns:a="http://schemas.openxmlformats.org/drawingml/2006/main">
            <a:off x="5837636"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8B271713-6B8F-45B1-826E-376EC1EB7021}"/>
              </a:ext>
            </a:extLst>
          </p:cNvPr>
          <p:cNvSpPr>
            <a:spLocks xmlns:a="http://schemas.openxmlformats.org/drawingml/2006/main" noGrp="1"/>
          </p:cNvSpPr>
          <p:nvPr/>
        </p:nvSpPr>
        <p:spPr>
          <a:xfrm xmlns:a="http://schemas.openxmlformats.org/drawingml/2006/main">
            <a:off x="5837636"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5D6DEBA2-3103-4E74-8DD6-27E7A15D8EA1}"/>
              </a:ext>
            </a:extLst>
          </p:cNvPr>
          <p:cNvSpPr>
            <a:spLocks xmlns:a="http://schemas.openxmlformats.org/drawingml/2006/main" noGrp="1"/>
          </p:cNvSpPr>
          <p:nvPr/>
        </p:nvSpPr>
        <p:spPr>
          <a:xfrm xmlns:a="http://schemas.openxmlformats.org/drawingml/2006/main">
            <a:off x="5837636"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D6DC4BFB-7F03-41F2-9DF0-68F09DE65E21}"/>
              </a:ext>
            </a:extLst>
          </p:cNvPr>
          <p:cNvSpPr>
            <a:spLocks xmlns:a="http://schemas.openxmlformats.org/drawingml/2006/main" noGrp="1"/>
          </p:cNvSpPr>
          <p:nvPr/>
        </p:nvSpPr>
        <p:spPr>
          <a:xfrm xmlns:a="http://schemas.openxmlformats.org/drawingml/2006/main">
            <a:off x="5837636"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D6909D2A-AC82-46F0-9BEF-5C0D813A9865}"/>
              </a:ext>
            </a:extLst>
          </p:cNvPr>
          <p:cNvSpPr>
            <a:spLocks xmlns:a="http://schemas.openxmlformats.org/drawingml/2006/main" noGrp="1"/>
          </p:cNvSpPr>
          <p:nvPr/>
        </p:nvSpPr>
        <p:spPr>
          <a:xfrm xmlns:a="http://schemas.openxmlformats.org/drawingml/2006/main">
            <a:off x="5837636" y="246623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FC6B4337-E196-4A04-B7D1-971FA8DF3292}"/>
              </a:ext>
            </a:extLst>
          </p:cNvPr>
          <p:cNvSpPr>
            <a:spLocks xmlns:a="http://schemas.openxmlformats.org/drawingml/2006/main" noGrp="1"/>
          </p:cNvSpPr>
          <p:nvPr/>
        </p:nvSpPr>
        <p:spPr>
          <a:xfrm xmlns:a="http://schemas.openxmlformats.org/drawingml/2006/main">
            <a:off x="5837636" y="238125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6B870549-762B-43F8-B72D-8A348FE9F117}"/>
              </a:ext>
            </a:extLst>
          </p:cNvPr>
          <p:cNvSpPr>
            <a:spLocks xmlns:a="http://schemas.openxmlformats.org/drawingml/2006/main" noGrp="1"/>
          </p:cNvSpPr>
          <p:nvPr/>
        </p:nvSpPr>
        <p:spPr>
          <a:xfrm xmlns:a="http://schemas.openxmlformats.org/drawingml/2006/main">
            <a:off x="5922055" y="459090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C629626A-D030-421F-BBF3-20661E6D907E}"/>
              </a:ext>
            </a:extLst>
          </p:cNvPr>
          <p:cNvSpPr>
            <a:spLocks xmlns:a="http://schemas.openxmlformats.org/drawingml/2006/main" noGrp="1"/>
          </p:cNvSpPr>
          <p:nvPr/>
        </p:nvSpPr>
        <p:spPr>
          <a:xfrm xmlns:a="http://schemas.openxmlformats.org/drawingml/2006/main">
            <a:off x="5922055" y="450592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863F8A38-CF83-43AF-9CB2-DD4E07A84F9D}"/>
              </a:ext>
            </a:extLst>
          </p:cNvPr>
          <p:cNvSpPr>
            <a:spLocks xmlns:a="http://schemas.openxmlformats.org/drawingml/2006/main" noGrp="1"/>
          </p:cNvSpPr>
          <p:nvPr/>
        </p:nvSpPr>
        <p:spPr>
          <a:xfrm xmlns:a="http://schemas.openxmlformats.org/drawingml/2006/main">
            <a:off x="5922055"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9774D817-03EA-4E76-83F8-721303E1E3BA}"/>
              </a:ext>
            </a:extLst>
          </p:cNvPr>
          <p:cNvSpPr>
            <a:spLocks xmlns:a="http://schemas.openxmlformats.org/drawingml/2006/main" noGrp="1"/>
          </p:cNvSpPr>
          <p:nvPr/>
        </p:nvSpPr>
        <p:spPr>
          <a:xfrm xmlns:a="http://schemas.openxmlformats.org/drawingml/2006/main">
            <a:off x="5922055"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46CEA2C3-34AB-4979-881B-FFAF5DB90723}"/>
              </a:ext>
            </a:extLst>
          </p:cNvPr>
          <p:cNvSpPr>
            <a:spLocks xmlns:a="http://schemas.openxmlformats.org/drawingml/2006/main" noGrp="1"/>
          </p:cNvSpPr>
          <p:nvPr/>
        </p:nvSpPr>
        <p:spPr>
          <a:xfrm xmlns:a="http://schemas.openxmlformats.org/drawingml/2006/main">
            <a:off x="5922055" y="255122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45CBC5E9-C4A2-420F-8AD0-2CD36B18ED36}"/>
              </a:ext>
            </a:extLst>
          </p:cNvPr>
          <p:cNvSpPr>
            <a:spLocks xmlns:a="http://schemas.openxmlformats.org/drawingml/2006/main" noGrp="1"/>
          </p:cNvSpPr>
          <p:nvPr/>
        </p:nvSpPr>
        <p:spPr>
          <a:xfrm xmlns:a="http://schemas.openxmlformats.org/drawingml/2006/main">
            <a:off x="5922055" y="246623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287A56B5-4E81-4ABF-B511-D9A2D7599D50}"/>
              </a:ext>
            </a:extLst>
          </p:cNvPr>
          <p:cNvSpPr>
            <a:spLocks xmlns:a="http://schemas.openxmlformats.org/drawingml/2006/main" noGrp="1"/>
          </p:cNvSpPr>
          <p:nvPr/>
        </p:nvSpPr>
        <p:spPr>
          <a:xfrm xmlns:a="http://schemas.openxmlformats.org/drawingml/2006/main">
            <a:off x="5922055" y="238125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5E843C78-33BD-4BB4-A952-1ED52FDEE793}"/>
              </a:ext>
            </a:extLst>
          </p:cNvPr>
          <p:cNvSpPr>
            <a:spLocks xmlns:a="http://schemas.openxmlformats.org/drawingml/2006/main" noGrp="1"/>
          </p:cNvSpPr>
          <p:nvPr/>
        </p:nvSpPr>
        <p:spPr>
          <a:xfrm xmlns:a="http://schemas.openxmlformats.org/drawingml/2006/main">
            <a:off x="6006473" y="459090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EAB1B8D7-BAEB-47B4-9029-1F7D66EEF4F0}"/>
              </a:ext>
            </a:extLst>
          </p:cNvPr>
          <p:cNvSpPr>
            <a:spLocks xmlns:a="http://schemas.openxmlformats.org/drawingml/2006/main" noGrp="1"/>
          </p:cNvSpPr>
          <p:nvPr/>
        </p:nvSpPr>
        <p:spPr>
          <a:xfrm xmlns:a="http://schemas.openxmlformats.org/drawingml/2006/main">
            <a:off x="6006473"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E9F67B6D-5BB9-4E5B-98FB-856BBCA39D86}"/>
              </a:ext>
            </a:extLst>
          </p:cNvPr>
          <p:cNvSpPr>
            <a:spLocks xmlns:a="http://schemas.openxmlformats.org/drawingml/2006/main" noGrp="1"/>
          </p:cNvSpPr>
          <p:nvPr/>
        </p:nvSpPr>
        <p:spPr>
          <a:xfrm xmlns:a="http://schemas.openxmlformats.org/drawingml/2006/main">
            <a:off x="6006473"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7D51D3E4-DC58-41EE-86E3-6BD92744D0B8}"/>
              </a:ext>
            </a:extLst>
          </p:cNvPr>
          <p:cNvSpPr>
            <a:spLocks xmlns:a="http://schemas.openxmlformats.org/drawingml/2006/main" noGrp="1"/>
          </p:cNvSpPr>
          <p:nvPr/>
        </p:nvSpPr>
        <p:spPr>
          <a:xfrm xmlns:a="http://schemas.openxmlformats.org/drawingml/2006/main">
            <a:off x="6006473"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24BB5879-825B-48D3-AA1D-0A66D8DE75B4}"/>
              </a:ext>
            </a:extLst>
          </p:cNvPr>
          <p:cNvSpPr>
            <a:spLocks xmlns:a="http://schemas.openxmlformats.org/drawingml/2006/main" noGrp="1"/>
          </p:cNvSpPr>
          <p:nvPr/>
        </p:nvSpPr>
        <p:spPr>
          <a:xfrm xmlns:a="http://schemas.openxmlformats.org/drawingml/2006/main">
            <a:off x="6006473" y="255122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49C63272-4B0F-4A52-B3F1-05756C0E1DED}"/>
              </a:ext>
            </a:extLst>
          </p:cNvPr>
          <p:cNvSpPr>
            <a:spLocks xmlns:a="http://schemas.openxmlformats.org/drawingml/2006/main" noGrp="1"/>
          </p:cNvSpPr>
          <p:nvPr/>
        </p:nvSpPr>
        <p:spPr>
          <a:xfrm xmlns:a="http://schemas.openxmlformats.org/drawingml/2006/main">
            <a:off x="6006473" y="246623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E3B5AB2F-B1C8-4604-8D1E-E8F5C4E1F1F3}"/>
              </a:ext>
            </a:extLst>
          </p:cNvPr>
          <p:cNvSpPr>
            <a:spLocks xmlns:a="http://schemas.openxmlformats.org/drawingml/2006/main" noGrp="1"/>
          </p:cNvSpPr>
          <p:nvPr/>
        </p:nvSpPr>
        <p:spPr>
          <a:xfrm xmlns:a="http://schemas.openxmlformats.org/drawingml/2006/main">
            <a:off x="6090891" y="4505920"/>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CAD16019-94E4-4656-B6C3-748952821166}"/>
              </a:ext>
            </a:extLst>
          </p:cNvPr>
          <p:cNvSpPr>
            <a:spLocks xmlns:a="http://schemas.openxmlformats.org/drawingml/2006/main" noGrp="1"/>
          </p:cNvSpPr>
          <p:nvPr/>
        </p:nvSpPr>
        <p:spPr>
          <a:xfrm xmlns:a="http://schemas.openxmlformats.org/drawingml/2006/main">
            <a:off x="6090891" y="4420933"/>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A10CED95-5C8F-482F-BF0B-35AE578B5131}"/>
              </a:ext>
            </a:extLst>
          </p:cNvPr>
          <p:cNvSpPr>
            <a:spLocks xmlns:a="http://schemas.openxmlformats.org/drawingml/2006/main" noGrp="1"/>
          </p:cNvSpPr>
          <p:nvPr/>
        </p:nvSpPr>
        <p:spPr>
          <a:xfrm xmlns:a="http://schemas.openxmlformats.org/drawingml/2006/main">
            <a:off x="6090891"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766C522A-BA50-4953-BB1B-62198841FCC9}"/>
              </a:ext>
            </a:extLst>
          </p:cNvPr>
          <p:cNvSpPr>
            <a:spLocks xmlns:a="http://schemas.openxmlformats.org/drawingml/2006/main" noGrp="1"/>
          </p:cNvSpPr>
          <p:nvPr/>
        </p:nvSpPr>
        <p:spPr>
          <a:xfrm xmlns:a="http://schemas.openxmlformats.org/drawingml/2006/main">
            <a:off x="6090891"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887946C2-79C2-4609-B12E-31E09312742E}"/>
              </a:ext>
            </a:extLst>
          </p:cNvPr>
          <p:cNvSpPr>
            <a:spLocks xmlns:a="http://schemas.openxmlformats.org/drawingml/2006/main" noGrp="1"/>
          </p:cNvSpPr>
          <p:nvPr/>
        </p:nvSpPr>
        <p:spPr>
          <a:xfrm xmlns:a="http://schemas.openxmlformats.org/drawingml/2006/main">
            <a:off x="6175309"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30E9E02A-35F7-4AF5-B4C7-3F149995476B}"/>
              </a:ext>
            </a:extLst>
          </p:cNvPr>
          <p:cNvSpPr>
            <a:spLocks xmlns:a="http://schemas.openxmlformats.org/drawingml/2006/main" noGrp="1"/>
          </p:cNvSpPr>
          <p:nvPr/>
        </p:nvSpPr>
        <p:spPr>
          <a:xfrm xmlns:a="http://schemas.openxmlformats.org/drawingml/2006/main">
            <a:off x="6259728" y="425095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AC57F23D-CA58-4800-B617-AC3792F6AC30}"/>
              </a:ext>
            </a:extLst>
          </p:cNvPr>
          <p:cNvSpPr>
            <a:spLocks xmlns:a="http://schemas.openxmlformats.org/drawingml/2006/main" noGrp="1"/>
          </p:cNvSpPr>
          <p:nvPr/>
        </p:nvSpPr>
        <p:spPr>
          <a:xfrm xmlns:a="http://schemas.openxmlformats.org/drawingml/2006/main">
            <a:off x="6259728"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13658E62-7526-4407-9EAA-B7858FD43271}"/>
              </a:ext>
            </a:extLst>
          </p:cNvPr>
          <p:cNvSpPr>
            <a:spLocks xmlns:a="http://schemas.openxmlformats.org/drawingml/2006/main" noGrp="1"/>
          </p:cNvSpPr>
          <p:nvPr/>
        </p:nvSpPr>
        <p:spPr>
          <a:xfrm xmlns:a="http://schemas.openxmlformats.org/drawingml/2006/main">
            <a:off x="6259728"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737FEC96-66DF-4333-9A70-D40B3E03CBDE}"/>
              </a:ext>
            </a:extLst>
          </p:cNvPr>
          <p:cNvSpPr>
            <a:spLocks xmlns:a="http://schemas.openxmlformats.org/drawingml/2006/main" noGrp="1"/>
          </p:cNvSpPr>
          <p:nvPr/>
        </p:nvSpPr>
        <p:spPr>
          <a:xfrm xmlns:a="http://schemas.openxmlformats.org/drawingml/2006/main">
            <a:off x="6259728"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BD916151-A451-4178-9CF5-4DD464DE5D70}"/>
              </a:ext>
            </a:extLst>
          </p:cNvPr>
          <p:cNvSpPr>
            <a:spLocks xmlns:a="http://schemas.openxmlformats.org/drawingml/2006/main" noGrp="1"/>
          </p:cNvSpPr>
          <p:nvPr/>
        </p:nvSpPr>
        <p:spPr>
          <a:xfrm xmlns:a="http://schemas.openxmlformats.org/drawingml/2006/main">
            <a:off x="6344146"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DA0D282E-E80B-40BA-BFC0-E6FE8AC4E78D}"/>
              </a:ext>
            </a:extLst>
          </p:cNvPr>
          <p:cNvSpPr>
            <a:spLocks xmlns:a="http://schemas.openxmlformats.org/drawingml/2006/main" noGrp="1"/>
          </p:cNvSpPr>
          <p:nvPr/>
        </p:nvSpPr>
        <p:spPr>
          <a:xfrm xmlns:a="http://schemas.openxmlformats.org/drawingml/2006/main">
            <a:off x="6344146" y="297615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9E5DD26B-679B-4A74-9683-839EAFEA9CEE}"/>
              </a:ext>
            </a:extLst>
          </p:cNvPr>
          <p:cNvSpPr>
            <a:spLocks xmlns:a="http://schemas.openxmlformats.org/drawingml/2006/main" noGrp="1"/>
          </p:cNvSpPr>
          <p:nvPr/>
        </p:nvSpPr>
        <p:spPr>
          <a:xfrm xmlns:a="http://schemas.openxmlformats.org/drawingml/2006/main">
            <a:off x="6344146"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0AAB3D59-DED5-41DB-A422-01AA6F8142A5}"/>
              </a:ext>
            </a:extLst>
          </p:cNvPr>
          <p:cNvSpPr>
            <a:spLocks xmlns:a="http://schemas.openxmlformats.org/drawingml/2006/main" noGrp="1"/>
          </p:cNvSpPr>
          <p:nvPr/>
        </p:nvSpPr>
        <p:spPr>
          <a:xfrm xmlns:a="http://schemas.openxmlformats.org/drawingml/2006/main">
            <a:off x="6344146"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48CBC1AA-2E8F-4524-9100-8D00B76C8F05}"/>
              </a:ext>
            </a:extLst>
          </p:cNvPr>
          <p:cNvSpPr>
            <a:spLocks xmlns:a="http://schemas.openxmlformats.org/drawingml/2006/main" noGrp="1"/>
          </p:cNvSpPr>
          <p:nvPr/>
        </p:nvSpPr>
        <p:spPr>
          <a:xfrm xmlns:a="http://schemas.openxmlformats.org/drawingml/2006/main">
            <a:off x="6344146" y="2721197"/>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D4E946EE-31FD-4308-B1B6-3ED77DB361C9}"/>
              </a:ext>
            </a:extLst>
          </p:cNvPr>
          <p:cNvSpPr>
            <a:spLocks xmlns:a="http://schemas.openxmlformats.org/drawingml/2006/main" noGrp="1"/>
          </p:cNvSpPr>
          <p:nvPr/>
        </p:nvSpPr>
        <p:spPr>
          <a:xfrm xmlns:a="http://schemas.openxmlformats.org/drawingml/2006/main">
            <a:off x="6428564" y="4080986"/>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2F13B855-72D0-426D-AE7E-B0B49D388B77}"/>
              </a:ext>
            </a:extLst>
          </p:cNvPr>
          <p:cNvSpPr>
            <a:spLocks xmlns:a="http://schemas.openxmlformats.org/drawingml/2006/main" noGrp="1"/>
          </p:cNvSpPr>
          <p:nvPr/>
        </p:nvSpPr>
        <p:spPr>
          <a:xfrm xmlns:a="http://schemas.openxmlformats.org/drawingml/2006/main">
            <a:off x="6428564"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C6796170-0862-4FD1-9E2A-E116930FAE07}"/>
              </a:ext>
            </a:extLst>
          </p:cNvPr>
          <p:cNvSpPr>
            <a:spLocks xmlns:a="http://schemas.openxmlformats.org/drawingml/2006/main" noGrp="1"/>
          </p:cNvSpPr>
          <p:nvPr/>
        </p:nvSpPr>
        <p:spPr>
          <a:xfrm xmlns:a="http://schemas.openxmlformats.org/drawingml/2006/main">
            <a:off x="6428564" y="280618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40C7EFC1-8296-4D9A-ADF8-927A378C80B5}"/>
              </a:ext>
            </a:extLst>
          </p:cNvPr>
          <p:cNvSpPr>
            <a:spLocks xmlns:a="http://schemas.openxmlformats.org/drawingml/2006/main" noGrp="1"/>
          </p:cNvSpPr>
          <p:nvPr/>
        </p:nvSpPr>
        <p:spPr>
          <a:xfrm xmlns:a="http://schemas.openxmlformats.org/drawingml/2006/main">
            <a:off x="6512983"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221A7968-E101-4832-BF9C-00E3EBB02F93}"/>
              </a:ext>
            </a:extLst>
          </p:cNvPr>
          <p:cNvSpPr>
            <a:spLocks xmlns:a="http://schemas.openxmlformats.org/drawingml/2006/main" noGrp="1"/>
          </p:cNvSpPr>
          <p:nvPr/>
        </p:nvSpPr>
        <p:spPr>
          <a:xfrm xmlns:a="http://schemas.openxmlformats.org/drawingml/2006/main">
            <a:off x="6681819"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D990F950-2EC5-434B-AB59-2625E298A08C}"/>
              </a:ext>
            </a:extLst>
          </p:cNvPr>
          <p:cNvSpPr>
            <a:spLocks xmlns:a="http://schemas.openxmlformats.org/drawingml/2006/main" noGrp="1"/>
          </p:cNvSpPr>
          <p:nvPr/>
        </p:nvSpPr>
        <p:spPr>
          <a:xfrm xmlns:a="http://schemas.openxmlformats.org/drawingml/2006/main">
            <a:off x="6681819"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3D017B43-EE3B-4BAE-BC99-1289D355262A}"/>
              </a:ext>
            </a:extLst>
          </p:cNvPr>
          <p:cNvSpPr>
            <a:spLocks xmlns:a="http://schemas.openxmlformats.org/drawingml/2006/main" noGrp="1"/>
          </p:cNvSpPr>
          <p:nvPr/>
        </p:nvSpPr>
        <p:spPr>
          <a:xfrm xmlns:a="http://schemas.openxmlformats.org/drawingml/2006/main">
            <a:off x="6681819"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BF21CAFE-5ED0-4E99-B042-DC1A4E5BF43B}"/>
              </a:ext>
            </a:extLst>
          </p:cNvPr>
          <p:cNvSpPr>
            <a:spLocks xmlns:a="http://schemas.openxmlformats.org/drawingml/2006/main" noGrp="1"/>
          </p:cNvSpPr>
          <p:nvPr/>
        </p:nvSpPr>
        <p:spPr>
          <a:xfrm xmlns:a="http://schemas.openxmlformats.org/drawingml/2006/main">
            <a:off x="6681819" y="289117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7602D49F-CAEA-4F0B-9332-35824DC6A19F}"/>
              </a:ext>
            </a:extLst>
          </p:cNvPr>
          <p:cNvSpPr>
            <a:spLocks xmlns:a="http://schemas.openxmlformats.org/drawingml/2006/main" noGrp="1"/>
          </p:cNvSpPr>
          <p:nvPr/>
        </p:nvSpPr>
        <p:spPr>
          <a:xfrm xmlns:a="http://schemas.openxmlformats.org/drawingml/2006/main">
            <a:off x="6766237" y="399599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9607B73D-7BC6-4F90-82F6-BA5276F24674}"/>
              </a:ext>
            </a:extLst>
          </p:cNvPr>
          <p:cNvSpPr>
            <a:spLocks xmlns:a="http://schemas.openxmlformats.org/drawingml/2006/main" noGrp="1"/>
          </p:cNvSpPr>
          <p:nvPr/>
        </p:nvSpPr>
        <p:spPr>
          <a:xfrm xmlns:a="http://schemas.openxmlformats.org/drawingml/2006/main">
            <a:off x="6766237"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A21E567A-FD29-42C2-84DE-7C7E59AE1A84}"/>
              </a:ext>
            </a:extLst>
          </p:cNvPr>
          <p:cNvSpPr>
            <a:spLocks xmlns:a="http://schemas.openxmlformats.org/drawingml/2006/main" noGrp="1"/>
          </p:cNvSpPr>
          <p:nvPr/>
        </p:nvSpPr>
        <p:spPr>
          <a:xfrm xmlns:a="http://schemas.openxmlformats.org/drawingml/2006/main">
            <a:off x="6766237"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12FAFF9B-81C1-4620-8A50-D4E563A42B86}"/>
              </a:ext>
            </a:extLst>
          </p:cNvPr>
          <p:cNvSpPr>
            <a:spLocks xmlns:a="http://schemas.openxmlformats.org/drawingml/2006/main" noGrp="1"/>
          </p:cNvSpPr>
          <p:nvPr/>
        </p:nvSpPr>
        <p:spPr>
          <a:xfrm xmlns:a="http://schemas.openxmlformats.org/drawingml/2006/main">
            <a:off x="6766237"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92002969-1558-4BE6-9E94-153C5F44222D}"/>
              </a:ext>
            </a:extLst>
          </p:cNvPr>
          <p:cNvSpPr>
            <a:spLocks xmlns:a="http://schemas.openxmlformats.org/drawingml/2006/main" noGrp="1"/>
          </p:cNvSpPr>
          <p:nvPr/>
        </p:nvSpPr>
        <p:spPr>
          <a:xfrm xmlns:a="http://schemas.openxmlformats.org/drawingml/2006/main">
            <a:off x="6766237"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2488460E-DCE2-4C87-AF7F-BE7F3E2A0275}"/>
              </a:ext>
            </a:extLst>
          </p:cNvPr>
          <p:cNvSpPr>
            <a:spLocks xmlns:a="http://schemas.openxmlformats.org/drawingml/2006/main" noGrp="1"/>
          </p:cNvSpPr>
          <p:nvPr/>
        </p:nvSpPr>
        <p:spPr>
          <a:xfrm xmlns:a="http://schemas.openxmlformats.org/drawingml/2006/main">
            <a:off x="6766237"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5C9E42AB-2038-4022-BFAD-49A055684DF5}"/>
              </a:ext>
            </a:extLst>
          </p:cNvPr>
          <p:cNvSpPr>
            <a:spLocks xmlns:a="http://schemas.openxmlformats.org/drawingml/2006/main" noGrp="1"/>
          </p:cNvSpPr>
          <p:nvPr/>
        </p:nvSpPr>
        <p:spPr>
          <a:xfrm xmlns:a="http://schemas.openxmlformats.org/drawingml/2006/main">
            <a:off x="6766237"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DEF1A13D-70D4-49C8-A29C-C9D8D3D12365}"/>
              </a:ext>
            </a:extLst>
          </p:cNvPr>
          <p:cNvSpPr>
            <a:spLocks xmlns:a="http://schemas.openxmlformats.org/drawingml/2006/main" noGrp="1"/>
          </p:cNvSpPr>
          <p:nvPr/>
        </p:nvSpPr>
        <p:spPr>
          <a:xfrm xmlns:a="http://schemas.openxmlformats.org/drawingml/2006/main">
            <a:off x="6850656"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ACF20752-B108-4427-81C5-4CB38589D02E}"/>
              </a:ext>
            </a:extLst>
          </p:cNvPr>
          <p:cNvSpPr>
            <a:spLocks xmlns:a="http://schemas.openxmlformats.org/drawingml/2006/main" noGrp="1"/>
          </p:cNvSpPr>
          <p:nvPr/>
        </p:nvSpPr>
        <p:spPr>
          <a:xfrm xmlns:a="http://schemas.openxmlformats.org/drawingml/2006/main">
            <a:off x="6850656" y="3061144"/>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D600DEF1-8305-479B-B91F-1038B8EE00C9}"/>
              </a:ext>
            </a:extLst>
          </p:cNvPr>
          <p:cNvSpPr>
            <a:spLocks xmlns:a="http://schemas.openxmlformats.org/drawingml/2006/main" noGrp="1"/>
          </p:cNvSpPr>
          <p:nvPr/>
        </p:nvSpPr>
        <p:spPr>
          <a:xfrm xmlns:a="http://schemas.openxmlformats.org/drawingml/2006/main">
            <a:off x="6935074"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479F9E1B-6CDE-46A7-9C02-61219D65DDA8}"/>
              </a:ext>
            </a:extLst>
          </p:cNvPr>
          <p:cNvSpPr>
            <a:spLocks xmlns:a="http://schemas.openxmlformats.org/drawingml/2006/main" noGrp="1"/>
          </p:cNvSpPr>
          <p:nvPr/>
        </p:nvSpPr>
        <p:spPr>
          <a:xfrm xmlns:a="http://schemas.openxmlformats.org/drawingml/2006/main">
            <a:off x="7019492"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F8A3F62B-4481-432D-AAC3-7F4D1427381A}"/>
              </a:ext>
            </a:extLst>
          </p:cNvPr>
          <p:cNvSpPr>
            <a:spLocks xmlns:a="http://schemas.openxmlformats.org/drawingml/2006/main" noGrp="1"/>
          </p:cNvSpPr>
          <p:nvPr/>
        </p:nvSpPr>
        <p:spPr>
          <a:xfrm xmlns:a="http://schemas.openxmlformats.org/drawingml/2006/main">
            <a:off x="7103910"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BDDDC650-FD9A-45F3-8FC4-8A122B2F16C9}"/>
              </a:ext>
            </a:extLst>
          </p:cNvPr>
          <p:cNvSpPr>
            <a:spLocks xmlns:a="http://schemas.openxmlformats.org/drawingml/2006/main" noGrp="1"/>
          </p:cNvSpPr>
          <p:nvPr/>
        </p:nvSpPr>
        <p:spPr>
          <a:xfrm xmlns:a="http://schemas.openxmlformats.org/drawingml/2006/main">
            <a:off x="7103910"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EF767B21-5860-4748-BD39-548B55E433E2}"/>
              </a:ext>
            </a:extLst>
          </p:cNvPr>
          <p:cNvSpPr>
            <a:spLocks xmlns:a="http://schemas.openxmlformats.org/drawingml/2006/main" noGrp="1"/>
          </p:cNvSpPr>
          <p:nvPr/>
        </p:nvSpPr>
        <p:spPr>
          <a:xfrm xmlns:a="http://schemas.openxmlformats.org/drawingml/2006/main">
            <a:off x="7188329"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721D61FB-8673-49FE-A763-C70C587A7BDE}"/>
              </a:ext>
            </a:extLst>
          </p:cNvPr>
          <p:cNvSpPr>
            <a:spLocks xmlns:a="http://schemas.openxmlformats.org/drawingml/2006/main" noGrp="1"/>
          </p:cNvSpPr>
          <p:nvPr/>
        </p:nvSpPr>
        <p:spPr>
          <a:xfrm xmlns:a="http://schemas.openxmlformats.org/drawingml/2006/main">
            <a:off x="7188329"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75A9D6F2-A7C9-49DE-96EF-14CAAF988D4F}"/>
              </a:ext>
            </a:extLst>
          </p:cNvPr>
          <p:cNvSpPr>
            <a:spLocks xmlns:a="http://schemas.openxmlformats.org/drawingml/2006/main" noGrp="1"/>
          </p:cNvSpPr>
          <p:nvPr/>
        </p:nvSpPr>
        <p:spPr>
          <a:xfrm xmlns:a="http://schemas.openxmlformats.org/drawingml/2006/main">
            <a:off x="7272747"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F2473657-26F7-4659-BE2B-F0C9BEEFB30B}"/>
              </a:ext>
            </a:extLst>
          </p:cNvPr>
          <p:cNvSpPr>
            <a:spLocks xmlns:a="http://schemas.openxmlformats.org/drawingml/2006/main" noGrp="1"/>
          </p:cNvSpPr>
          <p:nvPr/>
        </p:nvSpPr>
        <p:spPr>
          <a:xfrm xmlns:a="http://schemas.openxmlformats.org/drawingml/2006/main">
            <a:off x="7272747"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9F64E567-125A-4DC3-87E3-D83F810393D2}"/>
              </a:ext>
            </a:extLst>
          </p:cNvPr>
          <p:cNvSpPr>
            <a:spLocks xmlns:a="http://schemas.openxmlformats.org/drawingml/2006/main" noGrp="1"/>
          </p:cNvSpPr>
          <p:nvPr/>
        </p:nvSpPr>
        <p:spPr>
          <a:xfrm xmlns:a="http://schemas.openxmlformats.org/drawingml/2006/main">
            <a:off x="7272747"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DED4440F-CF53-4390-B551-D450DAF61502}"/>
              </a:ext>
            </a:extLst>
          </p:cNvPr>
          <p:cNvSpPr>
            <a:spLocks xmlns:a="http://schemas.openxmlformats.org/drawingml/2006/main" noGrp="1"/>
          </p:cNvSpPr>
          <p:nvPr/>
        </p:nvSpPr>
        <p:spPr>
          <a:xfrm xmlns:a="http://schemas.openxmlformats.org/drawingml/2006/main">
            <a:off x="7272747"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288C8B94-017E-4A15-A78F-C74C028EE842}"/>
              </a:ext>
            </a:extLst>
          </p:cNvPr>
          <p:cNvSpPr>
            <a:spLocks xmlns:a="http://schemas.openxmlformats.org/drawingml/2006/main" noGrp="1"/>
          </p:cNvSpPr>
          <p:nvPr/>
        </p:nvSpPr>
        <p:spPr>
          <a:xfrm xmlns:a="http://schemas.openxmlformats.org/drawingml/2006/main">
            <a:off x="7357165" y="3741039"/>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2D711694-BC0A-4348-9B23-B2531256C907}"/>
              </a:ext>
            </a:extLst>
          </p:cNvPr>
          <p:cNvSpPr>
            <a:spLocks xmlns:a="http://schemas.openxmlformats.org/drawingml/2006/main" noGrp="1"/>
          </p:cNvSpPr>
          <p:nvPr/>
        </p:nvSpPr>
        <p:spPr>
          <a:xfrm xmlns:a="http://schemas.openxmlformats.org/drawingml/2006/main">
            <a:off x="7357165"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58905769-FB97-46C7-88BC-991E3A88FF69}"/>
              </a:ext>
            </a:extLst>
          </p:cNvPr>
          <p:cNvSpPr>
            <a:spLocks xmlns:a="http://schemas.openxmlformats.org/drawingml/2006/main" noGrp="1"/>
          </p:cNvSpPr>
          <p:nvPr/>
        </p:nvSpPr>
        <p:spPr>
          <a:xfrm xmlns:a="http://schemas.openxmlformats.org/drawingml/2006/main">
            <a:off x="7357165"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CF9D64B6-EA7E-4170-876C-CA3945C9F58C}"/>
              </a:ext>
            </a:extLst>
          </p:cNvPr>
          <p:cNvSpPr>
            <a:spLocks xmlns:a="http://schemas.openxmlformats.org/drawingml/2006/main" noGrp="1"/>
          </p:cNvSpPr>
          <p:nvPr/>
        </p:nvSpPr>
        <p:spPr>
          <a:xfrm xmlns:a="http://schemas.openxmlformats.org/drawingml/2006/main">
            <a:off x="7441584"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5FBDC084-ED28-4C77-8785-6115BF478993}"/>
              </a:ext>
            </a:extLst>
          </p:cNvPr>
          <p:cNvSpPr>
            <a:spLocks xmlns:a="http://schemas.openxmlformats.org/drawingml/2006/main" noGrp="1"/>
          </p:cNvSpPr>
          <p:nvPr/>
        </p:nvSpPr>
        <p:spPr>
          <a:xfrm xmlns:a="http://schemas.openxmlformats.org/drawingml/2006/main">
            <a:off x="7441584"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6A9DF7D0-DABD-4168-8F76-CEB618B54395}"/>
              </a:ext>
            </a:extLst>
          </p:cNvPr>
          <p:cNvSpPr>
            <a:spLocks xmlns:a="http://schemas.openxmlformats.org/drawingml/2006/main" noGrp="1"/>
          </p:cNvSpPr>
          <p:nvPr/>
        </p:nvSpPr>
        <p:spPr>
          <a:xfrm xmlns:a="http://schemas.openxmlformats.org/drawingml/2006/main">
            <a:off x="7441584" y="365605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E3A54241-EBB8-4341-842D-DAE61660BDF9}"/>
              </a:ext>
            </a:extLst>
          </p:cNvPr>
          <p:cNvSpPr>
            <a:spLocks xmlns:a="http://schemas.openxmlformats.org/drawingml/2006/main" noGrp="1"/>
          </p:cNvSpPr>
          <p:nvPr/>
        </p:nvSpPr>
        <p:spPr>
          <a:xfrm xmlns:a="http://schemas.openxmlformats.org/drawingml/2006/main">
            <a:off x="7441584" y="357106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5FA68541-87D3-4086-B85E-84ED43DC0DBF}"/>
              </a:ext>
            </a:extLst>
          </p:cNvPr>
          <p:cNvSpPr>
            <a:spLocks xmlns:a="http://schemas.openxmlformats.org/drawingml/2006/main" noGrp="1"/>
          </p:cNvSpPr>
          <p:nvPr/>
        </p:nvSpPr>
        <p:spPr>
          <a:xfrm xmlns:a="http://schemas.openxmlformats.org/drawingml/2006/main">
            <a:off x="7441584"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D3796673-9B7B-4B01-ACCA-E9B35161FA3D}"/>
              </a:ext>
            </a:extLst>
          </p:cNvPr>
          <p:cNvSpPr>
            <a:spLocks xmlns:a="http://schemas.openxmlformats.org/drawingml/2006/main" noGrp="1"/>
          </p:cNvSpPr>
          <p:nvPr/>
        </p:nvSpPr>
        <p:spPr>
          <a:xfrm xmlns:a="http://schemas.openxmlformats.org/drawingml/2006/main">
            <a:off x="7441584" y="323111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D31E8032-FA20-445D-BE74-66D2FEDCF26E}"/>
              </a:ext>
            </a:extLst>
          </p:cNvPr>
          <p:cNvSpPr>
            <a:spLocks xmlns:a="http://schemas.openxmlformats.org/drawingml/2006/main" noGrp="1"/>
          </p:cNvSpPr>
          <p:nvPr/>
        </p:nvSpPr>
        <p:spPr>
          <a:xfrm xmlns:a="http://schemas.openxmlformats.org/drawingml/2006/main">
            <a:off x="7441584"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15674EC6-5605-4ABE-A371-9809393F0BC8}"/>
              </a:ext>
            </a:extLst>
          </p:cNvPr>
          <p:cNvSpPr>
            <a:spLocks xmlns:a="http://schemas.openxmlformats.org/drawingml/2006/main" noGrp="1"/>
          </p:cNvSpPr>
          <p:nvPr/>
        </p:nvSpPr>
        <p:spPr>
          <a:xfrm xmlns:a="http://schemas.openxmlformats.org/drawingml/2006/main">
            <a:off x="7526002" y="3911012"/>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C8B8C698-276E-4585-AC25-15B078F5AD82}"/>
              </a:ext>
            </a:extLst>
          </p:cNvPr>
          <p:cNvSpPr>
            <a:spLocks xmlns:a="http://schemas.openxmlformats.org/drawingml/2006/main" noGrp="1"/>
          </p:cNvSpPr>
          <p:nvPr/>
        </p:nvSpPr>
        <p:spPr>
          <a:xfrm xmlns:a="http://schemas.openxmlformats.org/drawingml/2006/main">
            <a:off x="7526002"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CA5CDD0A-88A7-48CA-9F24-197FE161BC38}"/>
              </a:ext>
            </a:extLst>
          </p:cNvPr>
          <p:cNvSpPr>
            <a:spLocks xmlns:a="http://schemas.openxmlformats.org/drawingml/2006/main" noGrp="1"/>
          </p:cNvSpPr>
          <p:nvPr/>
        </p:nvSpPr>
        <p:spPr>
          <a:xfrm xmlns:a="http://schemas.openxmlformats.org/drawingml/2006/main">
            <a:off x="7526002" y="3486078"/>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16AA72C4-A216-441C-960B-70BFA206EFA1}"/>
              </a:ext>
            </a:extLst>
          </p:cNvPr>
          <p:cNvSpPr>
            <a:spLocks xmlns:a="http://schemas.openxmlformats.org/drawingml/2006/main" noGrp="1"/>
          </p:cNvSpPr>
          <p:nvPr/>
        </p:nvSpPr>
        <p:spPr>
          <a:xfrm xmlns:a="http://schemas.openxmlformats.org/drawingml/2006/main">
            <a:off x="7526002"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D8CFD719-2ACB-42E0-BD0C-CABF3DE70E6A}"/>
              </a:ext>
            </a:extLst>
          </p:cNvPr>
          <p:cNvSpPr>
            <a:spLocks xmlns:a="http://schemas.openxmlformats.org/drawingml/2006/main" noGrp="1"/>
          </p:cNvSpPr>
          <p:nvPr/>
        </p:nvSpPr>
        <p:spPr>
          <a:xfrm xmlns:a="http://schemas.openxmlformats.org/drawingml/2006/main">
            <a:off x="7526002"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89A9FEBB-7190-486B-813B-A4D0B69003AF}"/>
              </a:ext>
            </a:extLst>
          </p:cNvPr>
          <p:cNvSpPr>
            <a:spLocks xmlns:a="http://schemas.openxmlformats.org/drawingml/2006/main" noGrp="1"/>
          </p:cNvSpPr>
          <p:nvPr/>
        </p:nvSpPr>
        <p:spPr>
          <a:xfrm xmlns:a="http://schemas.openxmlformats.org/drawingml/2006/main">
            <a:off x="7526002" y="314613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CB185F52-3ECE-4404-9535-010801CA8B66}"/>
              </a:ext>
            </a:extLst>
          </p:cNvPr>
          <p:cNvSpPr>
            <a:spLocks xmlns:a="http://schemas.openxmlformats.org/drawingml/2006/main" noGrp="1"/>
          </p:cNvSpPr>
          <p:nvPr/>
        </p:nvSpPr>
        <p:spPr>
          <a:xfrm xmlns:a="http://schemas.openxmlformats.org/drawingml/2006/main">
            <a:off x="7610420"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89F92B91-7EBC-43E1-BAAA-6F667DF73A22}"/>
              </a:ext>
            </a:extLst>
          </p:cNvPr>
          <p:cNvSpPr>
            <a:spLocks xmlns:a="http://schemas.openxmlformats.org/drawingml/2006/main" noGrp="1"/>
          </p:cNvSpPr>
          <p:nvPr/>
        </p:nvSpPr>
        <p:spPr>
          <a:xfrm xmlns:a="http://schemas.openxmlformats.org/drawingml/2006/main">
            <a:off x="7610420"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8C124C81-A164-4212-8C9D-AD41DC4C52AB}"/>
              </a:ext>
            </a:extLst>
          </p:cNvPr>
          <p:cNvSpPr>
            <a:spLocks xmlns:a="http://schemas.openxmlformats.org/drawingml/2006/main" noGrp="1"/>
          </p:cNvSpPr>
          <p:nvPr/>
        </p:nvSpPr>
        <p:spPr>
          <a:xfrm xmlns:a="http://schemas.openxmlformats.org/drawingml/2006/main">
            <a:off x="7610420" y="331610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D5E20163-306B-4FCD-87A2-E47A7A77B406}"/>
              </a:ext>
            </a:extLst>
          </p:cNvPr>
          <p:cNvSpPr>
            <a:spLocks xmlns:a="http://schemas.openxmlformats.org/drawingml/2006/main" noGrp="1"/>
          </p:cNvSpPr>
          <p:nvPr/>
        </p:nvSpPr>
        <p:spPr>
          <a:xfrm xmlns:a="http://schemas.openxmlformats.org/drawingml/2006/main">
            <a:off x="7694838" y="3826025"/>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C6446A8A-5759-49DB-84D6-44416EB00E5B}"/>
              </a:ext>
            </a:extLst>
          </p:cNvPr>
          <p:cNvSpPr>
            <a:spLocks xmlns:a="http://schemas.openxmlformats.org/drawingml/2006/main" noGrp="1"/>
          </p:cNvSpPr>
          <p:nvPr/>
        </p:nvSpPr>
        <p:spPr>
          <a:xfrm xmlns:a="http://schemas.openxmlformats.org/drawingml/2006/main">
            <a:off x="7694838" y="3401091"/>
            <a:ext cx="84418" cy="84987"/>
          </a:xfrm>
          <a:custGeom xmlns:a="http://schemas.openxmlformats.org/drawingml/2006/main">
            <a:pathLst>
              <a:path w="103566" h="104263">
                <a:moveTo>
                  <a:pt x="0" y="104263"/>
                </a:moveTo>
                <a:lnTo>
                  <a:pt x="103566" y="104263"/>
                </a:lnTo>
                <a:lnTo>
                  <a:pt x="103566" y="0"/>
                </a:lnTo>
                <a:lnTo>
                  <a:pt x="0" y="0"/>
                </a:lnTo>
                <a:close/>
              </a:path>
            </a:pathLst>
          </a:custGeom>
          <a:solidFill xmlns:a="http://schemas.openxmlformats.org/drawingml/2006/main">
            <a:srgbClr val="E4EAF4"/>
          </a:solidFill>
          <a:ln xmlns:a="http://schemas.openxmlformats.org/drawingml/2006/main" w="2329">
            <a:solidFill>
              <a:srgbClr val="FBFCFE"/>
            </a:solidFill>
            <a:prstDash val="solid"/>
          </a:ln>
        </p:spPr>
      </p:sp>
      <p:sp>
        <p:nvSpPr>
          <p:cNvPr id="697" name="">
            <a:extLst xmlns:a="http://schemas.openxmlformats.org/drawingml/2006/main">
              <a:ext uri="{FF2B5EF4-FFF2-40B4-BE49-F238E27FC236}">
                <a16:creationId xmlns:a16="http://schemas.microsoft.com/office/drawing/2014/main" id="{48368BDC-6867-4BF7-B88B-BD4979604250}"/>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698" name="">
            <a:extLst xmlns:a="http://schemas.openxmlformats.org/drawingml/2006/main">
              <a:ext uri="{FF2B5EF4-FFF2-40B4-BE49-F238E27FC236}">
                <a16:creationId xmlns:a16="http://schemas.microsoft.com/office/drawing/2014/main" id="{419C64D4-5E46-4EF3-9A6F-80D520BA5DA7}"/>
              </a:ext>
            </a:extLst>
          </p:cNvPr>
          <p:cNvSpPr>
            <a:spLocks xmlns:a="http://schemas.openxmlformats.org/drawingml/2006/main" noGrp="1"/>
          </p:cNvSpPr>
          <p:nvPr/>
        </p:nvSpPr>
        <p:spPr>
          <a:xfrm xmlns:a="http://schemas.openxmlformats.org/drawingml/2006/main">
            <a:off x="1466850" y="5334000"/>
            <a:ext cx="293570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Type 1: heavy -23%, just after -15% (n=121)</a:t>
            </a:r>
          </a:p>
        </p:txBody>
      </p:sp>
      <p:sp>
        <p:nvSpPr>
          <p:cNvPr id="699" name="">
            <a:extLst xmlns:a="http://schemas.openxmlformats.org/drawingml/2006/main">
              <a:ext uri="{FF2B5EF4-FFF2-40B4-BE49-F238E27FC236}">
                <a16:creationId xmlns:a16="http://schemas.microsoft.com/office/drawing/2014/main" id="{B8C4D7CE-627C-4483-AB24-C4CA0F9DDD91}"/>
              </a:ext>
            </a:extLst>
          </p:cNvPr>
          <p:cNvSpPr>
            <a:spLocks xmlns:a="http://schemas.openxmlformats.org/drawingml/2006/main" noGrp="1"/>
          </p:cNvSpPr>
          <p:nvPr/>
        </p:nvSpPr>
        <p:spPr>
          <a:xfrm xmlns:a="http://schemas.openxmlformats.org/drawingml/2006/main">
            <a:off x="46121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700" name="">
            <a:extLst xmlns:a="http://schemas.openxmlformats.org/drawingml/2006/main">
              <a:ext uri="{FF2B5EF4-FFF2-40B4-BE49-F238E27FC236}">
                <a16:creationId xmlns:a16="http://schemas.microsoft.com/office/drawing/2014/main" id="{C85A6908-EDBA-4F1E-8655-6C49C662EF4B}"/>
              </a:ext>
            </a:extLst>
          </p:cNvPr>
          <p:cNvSpPr>
            <a:spLocks xmlns:a="http://schemas.openxmlformats.org/drawingml/2006/main" noGrp="1"/>
          </p:cNvSpPr>
          <p:nvPr/>
        </p:nvSpPr>
        <p:spPr>
          <a:xfrm xmlns:a="http://schemas.openxmlformats.org/drawingml/2006/main">
            <a:off x="4840700" y="5334000"/>
            <a:ext cx="2888552"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Type 2: heavy -9%, just after -1% (n=253)</a:t>
            </a:r>
          </a:p>
        </p:txBody>
      </p:sp>
      <p:sp>
        <p:nvSpPr>
          <p:cNvPr id="701" name="">
            <a:extLst xmlns:a="http://schemas.openxmlformats.org/drawingml/2006/main">
              <a:ext uri="{FF2B5EF4-FFF2-40B4-BE49-F238E27FC236}">
                <a16:creationId xmlns:a16="http://schemas.microsoft.com/office/drawing/2014/main" id="{84A38C6B-93C3-414C-BCAE-DBDD4DB1A776}"/>
              </a:ext>
            </a:extLst>
          </p:cNvPr>
          <p:cNvSpPr>
            <a:spLocks xmlns:a="http://schemas.openxmlformats.org/drawingml/2006/main" noGrp="1"/>
          </p:cNvSpPr>
          <p:nvPr/>
        </p:nvSpPr>
        <p:spPr>
          <a:xfrm xmlns:a="http://schemas.openxmlformats.org/drawingml/2006/main">
            <a:off x="7938802" y="5400675"/>
            <a:ext cx="161925" cy="47625"/>
          </a:xfrm>
          <a:prstGeom xmlns:a="http://schemas.openxmlformats.org/drawingml/2006/main" prst="rect">
            <a:avLst/>
          </a:prstGeom>
          <a:solidFill xmlns:a="http://schemas.openxmlformats.org/drawingml/2006/main">
            <a:srgbClr val="E4EAF4"/>
          </a:solidFill>
          <a:ln xmlns:a="http://schemas.openxmlformats.org/drawingml/2006/main" w="0">
            <a:noFill/>
          </a:ln>
        </p:spPr>
      </p:sp>
      <p:sp>
        <p:nvSpPr>
          <p:cNvPr id="702" name="">
            <a:extLst xmlns:a="http://schemas.openxmlformats.org/drawingml/2006/main">
              <a:ext uri="{FF2B5EF4-FFF2-40B4-BE49-F238E27FC236}">
                <a16:creationId xmlns:a16="http://schemas.microsoft.com/office/drawing/2014/main" id="{962D9D87-10BD-499D-95F4-C90B9CF92303}"/>
              </a:ext>
            </a:extLst>
          </p:cNvPr>
          <p:cNvSpPr>
            <a:spLocks xmlns:a="http://schemas.openxmlformats.org/drawingml/2006/main" noGrp="1"/>
          </p:cNvSpPr>
          <p:nvPr/>
        </p:nvSpPr>
        <p:spPr>
          <a:xfrm xmlns:a="http://schemas.openxmlformats.org/drawingml/2006/main">
            <a:off x="8167402" y="5334000"/>
            <a:ext cx="96107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Not analysed</a:t>
            </a:r>
          </a:p>
        </p:txBody>
      </p:sp>
    </p:spTree>
    <p:extLst>
      <p:ext uri="{BB962C8B-B14F-4D97-AF65-F5344CB8AC3E}">
        <p14:creationId xmlns:p14="http://schemas.microsoft.com/office/powerpoint/2010/main" val="597896415"/>
      </p:ext>
    </p:extLst>
  </p:cSld>
</p:sld>
</file>

<file path=ppt/slides/slide69.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WHERE LOW-AVAILABILITY RISK INCREASES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Percentage-point changes in low-availability risk are not percentage changes in taxi counts.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69</a:t>
            </a:r>
            <a:endParaRPr sz="1200"/>
          </a:p>
        </p:txBody>
      </p:sp>
      <p:sp>
        <p:nvSpPr>
          <p:cNvPr id="14" name="">
            <a:extLst xmlns:a="http://schemas.openxmlformats.org/drawingml/2006/main">
              <a:ext uri="{FF2B5EF4-FFF2-40B4-BE49-F238E27FC236}">
                <a16:creationId xmlns:a16="http://schemas.microsoft.com/office/drawing/2014/main" id="{ECC5A9A3-5F1A-4A3C-A739-1D02553EB9ED}"/>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0450F1A2-4F07-41E9-82D3-2AB56507B963}"/>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Where heavy rain most raises the chance of unusually low availability (114 cells with a clear increase)</a:t>
            </a:r>
          </a:p>
        </p:txBody>
      </p:sp>
      <p:sp>
        <p:nvSpPr>
          <p:cNvPr id="16" name="Editable chart path">
            <a:extLst xmlns:a="http://schemas.openxmlformats.org/drawingml/2006/main">
              <a:ext uri="{FF2B5EF4-FFF2-40B4-BE49-F238E27FC236}">
                <a16:creationId xmlns:a16="http://schemas.microsoft.com/office/drawing/2014/main" id="{C36E66A6-C6FC-480C-838A-C26AB3914994}"/>
              </a:ext>
            </a:extLst>
          </p:cNvPr>
          <p:cNvSpPr>
            <a:spLocks xmlns:a="http://schemas.openxmlformats.org/drawingml/2006/main" noGrp="1"/>
          </p:cNvSpPr>
          <p:nvPr/>
        </p:nvSpPr>
        <p:spPr>
          <a:xfrm xmlns:a="http://schemas.openxmlformats.org/drawingml/2006/main">
            <a:off x="4460338" y="2413795"/>
            <a:ext cx="2967394" cy="1763144"/>
          </a:xfrm>
          <a:custGeom xmlns:a="http://schemas.openxmlformats.org/drawingml/2006/main">
            <a:pathLst>
              <a:path w="4156278" h="2469546">
                <a:moveTo>
                  <a:pt x="869336" y="1549745"/>
                </a:moveTo>
                <a:lnTo>
                  <a:pt x="849973" y="1545852"/>
                </a:lnTo>
                <a:lnTo>
                  <a:pt x="855099" y="1557625"/>
                </a:lnTo>
                <a:lnTo>
                  <a:pt x="865824" y="1560283"/>
                </a:lnTo>
                <a:lnTo>
                  <a:pt x="889173" y="1589430"/>
                </a:lnTo>
                <a:lnTo>
                  <a:pt x="889458" y="1625793"/>
                </a:lnTo>
                <a:lnTo>
                  <a:pt x="858800" y="1624939"/>
                </a:lnTo>
                <a:lnTo>
                  <a:pt x="858990" y="1620477"/>
                </a:lnTo>
                <a:lnTo>
                  <a:pt x="853390" y="1616679"/>
                </a:lnTo>
                <a:lnTo>
                  <a:pt x="850353" y="1591329"/>
                </a:lnTo>
                <a:lnTo>
                  <a:pt x="841620" y="1574714"/>
                </a:lnTo>
                <a:lnTo>
                  <a:pt x="844468" y="1565315"/>
                </a:lnTo>
                <a:lnTo>
                  <a:pt x="853010" y="1558384"/>
                </a:lnTo>
                <a:lnTo>
                  <a:pt x="848170" y="1546706"/>
                </a:lnTo>
                <a:lnTo>
                  <a:pt x="838393" y="1558574"/>
                </a:lnTo>
                <a:lnTo>
                  <a:pt x="833837" y="1573005"/>
                </a:lnTo>
                <a:lnTo>
                  <a:pt x="835736" y="1612406"/>
                </a:lnTo>
                <a:lnTo>
                  <a:pt x="809349" y="1622375"/>
                </a:lnTo>
                <a:lnTo>
                  <a:pt x="789322" y="1621046"/>
                </a:lnTo>
                <a:lnTo>
                  <a:pt x="742054" y="1629876"/>
                </a:lnTo>
                <a:lnTo>
                  <a:pt x="729050" y="1536358"/>
                </a:lnTo>
                <a:lnTo>
                  <a:pt x="723640" y="1533889"/>
                </a:lnTo>
                <a:lnTo>
                  <a:pt x="712440" y="1536927"/>
                </a:lnTo>
                <a:lnTo>
                  <a:pt x="723260" y="1640320"/>
                </a:lnTo>
                <a:lnTo>
                  <a:pt x="706365" y="1648105"/>
                </a:lnTo>
                <a:lnTo>
                  <a:pt x="703138" y="1644307"/>
                </a:lnTo>
                <a:lnTo>
                  <a:pt x="690419" y="1653517"/>
                </a:lnTo>
                <a:lnTo>
                  <a:pt x="638975" y="1596361"/>
                </a:lnTo>
                <a:lnTo>
                  <a:pt x="636127" y="1556675"/>
                </a:lnTo>
                <a:lnTo>
                  <a:pt x="598825" y="1561327"/>
                </a:lnTo>
                <a:lnTo>
                  <a:pt x="605564" y="1617249"/>
                </a:lnTo>
                <a:lnTo>
                  <a:pt x="651504" y="1664625"/>
                </a:lnTo>
                <a:lnTo>
                  <a:pt x="648182" y="1663201"/>
                </a:lnTo>
                <a:lnTo>
                  <a:pt x="650839" y="1667663"/>
                </a:lnTo>
                <a:lnTo>
                  <a:pt x="637171" y="1682189"/>
                </a:lnTo>
                <a:lnTo>
                  <a:pt x="577944" y="1728806"/>
                </a:lnTo>
                <a:lnTo>
                  <a:pt x="564750" y="1712856"/>
                </a:lnTo>
                <a:lnTo>
                  <a:pt x="567028" y="1709343"/>
                </a:lnTo>
                <a:lnTo>
                  <a:pt x="560384" y="1698424"/>
                </a:lnTo>
                <a:lnTo>
                  <a:pt x="502485" y="1669562"/>
                </a:lnTo>
                <a:lnTo>
                  <a:pt x="506092" y="1661777"/>
                </a:lnTo>
                <a:lnTo>
                  <a:pt x="493563" y="1651808"/>
                </a:lnTo>
                <a:lnTo>
                  <a:pt x="483123" y="1660542"/>
                </a:lnTo>
                <a:lnTo>
                  <a:pt x="476194" y="1652852"/>
                </a:lnTo>
                <a:lnTo>
                  <a:pt x="485211" y="1645067"/>
                </a:lnTo>
                <a:lnTo>
                  <a:pt x="456072" y="1611552"/>
                </a:lnTo>
                <a:lnTo>
                  <a:pt x="437373" y="1627407"/>
                </a:lnTo>
                <a:lnTo>
                  <a:pt x="418675" y="1605286"/>
                </a:lnTo>
                <a:lnTo>
                  <a:pt x="491570" y="1525819"/>
                </a:lnTo>
                <a:lnTo>
                  <a:pt x="488438" y="1515850"/>
                </a:lnTo>
                <a:lnTo>
                  <a:pt x="478187" y="1512147"/>
                </a:lnTo>
                <a:lnTo>
                  <a:pt x="428831" y="1565410"/>
                </a:lnTo>
                <a:lnTo>
                  <a:pt x="414119" y="1570442"/>
                </a:lnTo>
                <a:lnTo>
                  <a:pt x="389915" y="1547086"/>
                </a:lnTo>
                <a:lnTo>
                  <a:pt x="385739" y="1535218"/>
                </a:lnTo>
                <a:lnTo>
                  <a:pt x="438227" y="1480816"/>
                </a:lnTo>
                <a:lnTo>
                  <a:pt x="440221" y="1475879"/>
                </a:lnTo>
                <a:lnTo>
                  <a:pt x="434905" y="1469613"/>
                </a:lnTo>
                <a:lnTo>
                  <a:pt x="417061" y="1455562"/>
                </a:lnTo>
                <a:lnTo>
                  <a:pt x="386213" y="1489551"/>
                </a:lnTo>
                <a:lnTo>
                  <a:pt x="356125" y="1513192"/>
                </a:lnTo>
                <a:lnTo>
                  <a:pt x="333345" y="1497811"/>
                </a:lnTo>
                <a:lnTo>
                  <a:pt x="303162" y="1467524"/>
                </a:lnTo>
                <a:lnTo>
                  <a:pt x="273738" y="1509679"/>
                </a:lnTo>
                <a:lnTo>
                  <a:pt x="306674" y="1537497"/>
                </a:lnTo>
                <a:lnTo>
                  <a:pt x="373305" y="1615445"/>
                </a:lnTo>
                <a:lnTo>
                  <a:pt x="387162" y="1699374"/>
                </a:lnTo>
                <a:lnTo>
                  <a:pt x="417536" y="1755390"/>
                </a:lnTo>
                <a:lnTo>
                  <a:pt x="422092" y="1770770"/>
                </a:lnTo>
                <a:lnTo>
                  <a:pt x="417631" y="1795835"/>
                </a:lnTo>
                <a:lnTo>
                  <a:pt x="398457" y="1815203"/>
                </a:lnTo>
                <a:lnTo>
                  <a:pt x="380613" y="1819856"/>
                </a:lnTo>
                <a:lnTo>
                  <a:pt x="332396" y="1816533"/>
                </a:lnTo>
                <a:lnTo>
                  <a:pt x="329738" y="1819951"/>
                </a:lnTo>
                <a:lnTo>
                  <a:pt x="323094" y="1907962"/>
                </a:lnTo>
                <a:lnTo>
                  <a:pt x="357359" y="1907962"/>
                </a:lnTo>
                <a:lnTo>
                  <a:pt x="357454" y="1993030"/>
                </a:lnTo>
                <a:lnTo>
                  <a:pt x="110482" y="1993030"/>
                </a:lnTo>
                <a:lnTo>
                  <a:pt x="110482" y="2058256"/>
                </a:lnTo>
                <a:lnTo>
                  <a:pt x="366850" y="2058256"/>
                </a:lnTo>
                <a:lnTo>
                  <a:pt x="366850" y="2115411"/>
                </a:lnTo>
                <a:lnTo>
                  <a:pt x="304586" y="2143229"/>
                </a:lnTo>
                <a:lnTo>
                  <a:pt x="110482" y="2143229"/>
                </a:lnTo>
                <a:lnTo>
                  <a:pt x="110482" y="2208550"/>
                </a:lnTo>
                <a:lnTo>
                  <a:pt x="418959" y="2208550"/>
                </a:lnTo>
                <a:lnTo>
                  <a:pt x="418959" y="2293523"/>
                </a:lnTo>
                <a:lnTo>
                  <a:pt x="110577" y="2293523"/>
                </a:lnTo>
                <a:lnTo>
                  <a:pt x="110577" y="2365679"/>
                </a:lnTo>
                <a:lnTo>
                  <a:pt x="486160" y="2365584"/>
                </a:lnTo>
                <a:lnTo>
                  <a:pt x="501916" y="2407739"/>
                </a:lnTo>
                <a:lnTo>
                  <a:pt x="402064" y="2444671"/>
                </a:lnTo>
                <a:lnTo>
                  <a:pt x="369983" y="2463945"/>
                </a:lnTo>
                <a:lnTo>
                  <a:pt x="349101" y="2469546"/>
                </a:lnTo>
                <a:lnTo>
                  <a:pt x="34265" y="2390459"/>
                </a:lnTo>
                <a:lnTo>
                  <a:pt x="11770" y="2378212"/>
                </a:lnTo>
                <a:lnTo>
                  <a:pt x="1234" y="2359223"/>
                </a:lnTo>
                <a:lnTo>
                  <a:pt x="0" y="2156047"/>
                </a:lnTo>
                <a:lnTo>
                  <a:pt x="63878" y="2156047"/>
                </a:lnTo>
                <a:lnTo>
                  <a:pt x="63973" y="2130317"/>
                </a:lnTo>
                <a:lnTo>
                  <a:pt x="29899" y="2130317"/>
                </a:lnTo>
                <a:lnTo>
                  <a:pt x="29899" y="2068035"/>
                </a:lnTo>
                <a:lnTo>
                  <a:pt x="59702" y="2068035"/>
                </a:lnTo>
                <a:lnTo>
                  <a:pt x="59702" y="2042306"/>
                </a:lnTo>
                <a:lnTo>
                  <a:pt x="38441" y="2042306"/>
                </a:lnTo>
                <a:lnTo>
                  <a:pt x="38441" y="1998917"/>
                </a:lnTo>
                <a:lnTo>
                  <a:pt x="95" y="1998917"/>
                </a:lnTo>
                <a:lnTo>
                  <a:pt x="1139" y="1981922"/>
                </a:lnTo>
                <a:lnTo>
                  <a:pt x="54197" y="1839793"/>
                </a:lnTo>
                <a:lnTo>
                  <a:pt x="67580" y="1826691"/>
                </a:lnTo>
                <a:lnTo>
                  <a:pt x="95296" y="1816438"/>
                </a:lnTo>
                <a:lnTo>
                  <a:pt x="113425" y="1804665"/>
                </a:lnTo>
                <a:lnTo>
                  <a:pt x="127093" y="1788620"/>
                </a:lnTo>
                <a:lnTo>
                  <a:pt x="135350" y="1770770"/>
                </a:lnTo>
                <a:lnTo>
                  <a:pt x="138767" y="1749883"/>
                </a:lnTo>
                <a:lnTo>
                  <a:pt x="136015" y="1728331"/>
                </a:lnTo>
                <a:lnTo>
                  <a:pt x="118835" y="1684468"/>
                </a:lnTo>
                <a:lnTo>
                  <a:pt x="112096" y="1683708"/>
                </a:lnTo>
                <a:lnTo>
                  <a:pt x="113709" y="1673739"/>
                </a:lnTo>
                <a:lnTo>
                  <a:pt x="110672" y="1677442"/>
                </a:lnTo>
                <a:lnTo>
                  <a:pt x="115038" y="1652377"/>
                </a:lnTo>
                <a:lnTo>
                  <a:pt x="116652" y="1656745"/>
                </a:lnTo>
                <a:lnTo>
                  <a:pt x="118170" y="1648295"/>
                </a:lnTo>
                <a:lnTo>
                  <a:pt x="123391" y="1649149"/>
                </a:lnTo>
                <a:lnTo>
                  <a:pt x="244694" y="1324636"/>
                </a:lnTo>
                <a:lnTo>
                  <a:pt x="256463" y="1279444"/>
                </a:lnTo>
                <a:lnTo>
                  <a:pt x="275921" y="1234156"/>
                </a:lnTo>
                <a:lnTo>
                  <a:pt x="271650" y="1227605"/>
                </a:lnTo>
                <a:lnTo>
                  <a:pt x="276395" y="1222573"/>
                </a:lnTo>
                <a:lnTo>
                  <a:pt x="273643" y="1220010"/>
                </a:lnTo>
                <a:lnTo>
                  <a:pt x="284558" y="1208711"/>
                </a:lnTo>
                <a:lnTo>
                  <a:pt x="292436" y="1190008"/>
                </a:lnTo>
                <a:lnTo>
                  <a:pt x="291297" y="1185735"/>
                </a:lnTo>
                <a:lnTo>
                  <a:pt x="282090" y="1189723"/>
                </a:lnTo>
                <a:lnTo>
                  <a:pt x="274687" y="1181558"/>
                </a:lnTo>
                <a:lnTo>
                  <a:pt x="269751" y="1165228"/>
                </a:lnTo>
                <a:lnTo>
                  <a:pt x="272978" y="1149278"/>
                </a:lnTo>
                <a:lnTo>
                  <a:pt x="260734" y="1141397"/>
                </a:lnTo>
                <a:lnTo>
                  <a:pt x="261968" y="1139024"/>
                </a:lnTo>
                <a:lnTo>
                  <a:pt x="274117" y="1147094"/>
                </a:lnTo>
                <a:lnTo>
                  <a:pt x="284274" y="1135986"/>
                </a:lnTo>
                <a:lnTo>
                  <a:pt x="297657" y="1130669"/>
                </a:lnTo>
                <a:lnTo>
                  <a:pt x="304396" y="1133612"/>
                </a:lnTo>
                <a:lnTo>
                  <a:pt x="308572" y="1142252"/>
                </a:lnTo>
                <a:lnTo>
                  <a:pt x="314077" y="1117282"/>
                </a:lnTo>
                <a:lnTo>
                  <a:pt x="326986" y="1086805"/>
                </a:lnTo>
                <a:lnTo>
                  <a:pt x="329264" y="1069716"/>
                </a:lnTo>
                <a:lnTo>
                  <a:pt x="331921" y="1073798"/>
                </a:lnTo>
                <a:lnTo>
                  <a:pt x="349766" y="1059557"/>
                </a:lnTo>
                <a:lnTo>
                  <a:pt x="361250" y="1044651"/>
                </a:lnTo>
                <a:lnTo>
                  <a:pt x="390105" y="979426"/>
                </a:lnTo>
                <a:lnTo>
                  <a:pt x="411746" y="947620"/>
                </a:lnTo>
                <a:lnTo>
                  <a:pt x="414308" y="931670"/>
                </a:lnTo>
                <a:lnTo>
                  <a:pt x="430539" y="926638"/>
                </a:lnTo>
                <a:lnTo>
                  <a:pt x="429115" y="915719"/>
                </a:lnTo>
                <a:lnTo>
                  <a:pt x="433766" y="912017"/>
                </a:lnTo>
                <a:lnTo>
                  <a:pt x="446200" y="928157"/>
                </a:lnTo>
                <a:lnTo>
                  <a:pt x="446295" y="912586"/>
                </a:lnTo>
                <a:lnTo>
                  <a:pt x="454458" y="910972"/>
                </a:lnTo>
                <a:lnTo>
                  <a:pt x="467936" y="876698"/>
                </a:lnTo>
                <a:lnTo>
                  <a:pt x="489007" y="840335"/>
                </a:lnTo>
                <a:lnTo>
                  <a:pt x="486445" y="828562"/>
                </a:lnTo>
                <a:lnTo>
                  <a:pt x="496316" y="829986"/>
                </a:lnTo>
                <a:lnTo>
                  <a:pt x="491285" y="821631"/>
                </a:lnTo>
                <a:lnTo>
                  <a:pt x="507231" y="807105"/>
                </a:lnTo>
                <a:lnTo>
                  <a:pt x="513591" y="805396"/>
                </a:lnTo>
                <a:lnTo>
                  <a:pt x="514350" y="813561"/>
                </a:lnTo>
                <a:lnTo>
                  <a:pt x="516913" y="813182"/>
                </a:lnTo>
                <a:lnTo>
                  <a:pt x="519570" y="804922"/>
                </a:lnTo>
                <a:lnTo>
                  <a:pt x="513780" y="795427"/>
                </a:lnTo>
                <a:lnTo>
                  <a:pt x="519381" y="785458"/>
                </a:lnTo>
                <a:lnTo>
                  <a:pt x="530581" y="777673"/>
                </a:lnTo>
                <a:lnTo>
                  <a:pt x="530676" y="761723"/>
                </a:lnTo>
                <a:lnTo>
                  <a:pt x="541401" y="742924"/>
                </a:lnTo>
                <a:lnTo>
                  <a:pt x="537889" y="720708"/>
                </a:lnTo>
                <a:lnTo>
                  <a:pt x="542445" y="697447"/>
                </a:lnTo>
                <a:lnTo>
                  <a:pt x="534852" y="683965"/>
                </a:lnTo>
                <a:lnTo>
                  <a:pt x="540926" y="669439"/>
                </a:lnTo>
                <a:lnTo>
                  <a:pt x="544533" y="672002"/>
                </a:lnTo>
                <a:lnTo>
                  <a:pt x="546242" y="668869"/>
                </a:lnTo>
                <a:lnTo>
                  <a:pt x="541306" y="665356"/>
                </a:lnTo>
                <a:lnTo>
                  <a:pt x="543584" y="658046"/>
                </a:lnTo>
                <a:lnTo>
                  <a:pt x="552221" y="653299"/>
                </a:lnTo>
                <a:lnTo>
                  <a:pt x="544154" y="640956"/>
                </a:lnTo>
                <a:lnTo>
                  <a:pt x="539028" y="619404"/>
                </a:lnTo>
                <a:lnTo>
                  <a:pt x="556303" y="611999"/>
                </a:lnTo>
                <a:lnTo>
                  <a:pt x="563611" y="598327"/>
                </a:lnTo>
                <a:lnTo>
                  <a:pt x="564181" y="587219"/>
                </a:lnTo>
                <a:lnTo>
                  <a:pt x="580601" y="583136"/>
                </a:lnTo>
                <a:lnTo>
                  <a:pt x="591801" y="588928"/>
                </a:lnTo>
                <a:lnTo>
                  <a:pt x="594269" y="581142"/>
                </a:lnTo>
                <a:lnTo>
                  <a:pt x="606419" y="574876"/>
                </a:lnTo>
                <a:lnTo>
                  <a:pt x="608696" y="567281"/>
                </a:lnTo>
                <a:lnTo>
                  <a:pt x="616005" y="560825"/>
                </a:lnTo>
                <a:lnTo>
                  <a:pt x="613252" y="549527"/>
                </a:lnTo>
                <a:lnTo>
                  <a:pt x="615815" y="545824"/>
                </a:lnTo>
                <a:lnTo>
                  <a:pt x="621605" y="541836"/>
                </a:lnTo>
                <a:lnTo>
                  <a:pt x="630432" y="543830"/>
                </a:lnTo>
                <a:lnTo>
                  <a:pt x="636032" y="540982"/>
                </a:lnTo>
                <a:lnTo>
                  <a:pt x="627395" y="533101"/>
                </a:lnTo>
                <a:lnTo>
                  <a:pt x="624832" y="520664"/>
                </a:lnTo>
                <a:lnTo>
                  <a:pt x="630812" y="500916"/>
                </a:lnTo>
                <a:lnTo>
                  <a:pt x="638975" y="503195"/>
                </a:lnTo>
                <a:lnTo>
                  <a:pt x="639639" y="495979"/>
                </a:lnTo>
                <a:lnTo>
                  <a:pt x="631856" y="489238"/>
                </a:lnTo>
                <a:lnTo>
                  <a:pt x="647612" y="480693"/>
                </a:lnTo>
                <a:lnTo>
                  <a:pt x="656155" y="489143"/>
                </a:lnTo>
                <a:lnTo>
                  <a:pt x="651788" y="482117"/>
                </a:lnTo>
                <a:lnTo>
                  <a:pt x="657104" y="475282"/>
                </a:lnTo>
                <a:lnTo>
                  <a:pt x="649605" y="477085"/>
                </a:lnTo>
                <a:lnTo>
                  <a:pt x="643626" y="462939"/>
                </a:lnTo>
                <a:lnTo>
                  <a:pt x="651124" y="432842"/>
                </a:lnTo>
                <a:lnTo>
                  <a:pt x="666595" y="422873"/>
                </a:lnTo>
                <a:lnTo>
                  <a:pt x="675897" y="424203"/>
                </a:lnTo>
                <a:lnTo>
                  <a:pt x="671056" y="422114"/>
                </a:lnTo>
                <a:lnTo>
                  <a:pt x="672575" y="416512"/>
                </a:lnTo>
                <a:lnTo>
                  <a:pt x="686812" y="395435"/>
                </a:lnTo>
                <a:lnTo>
                  <a:pt x="695734" y="401037"/>
                </a:lnTo>
                <a:lnTo>
                  <a:pt x="718514" y="395245"/>
                </a:lnTo>
                <a:lnTo>
                  <a:pt x="736643" y="375972"/>
                </a:lnTo>
                <a:lnTo>
                  <a:pt x="746609" y="382238"/>
                </a:lnTo>
                <a:lnTo>
                  <a:pt x="757620" y="383187"/>
                </a:lnTo>
                <a:lnTo>
                  <a:pt x="760562" y="387365"/>
                </a:lnTo>
                <a:lnTo>
                  <a:pt x="761037" y="372554"/>
                </a:lnTo>
                <a:lnTo>
                  <a:pt x="767111" y="368471"/>
                </a:lnTo>
                <a:lnTo>
                  <a:pt x="779071" y="370845"/>
                </a:lnTo>
                <a:lnTo>
                  <a:pt x="786854" y="358218"/>
                </a:lnTo>
                <a:lnTo>
                  <a:pt x="831180" y="353376"/>
                </a:lnTo>
                <a:lnTo>
                  <a:pt x="840766" y="345685"/>
                </a:lnTo>
                <a:lnTo>
                  <a:pt x="858041" y="339514"/>
                </a:lnTo>
                <a:lnTo>
                  <a:pt x="857946" y="335526"/>
                </a:lnTo>
                <a:lnTo>
                  <a:pt x="896007" y="296315"/>
                </a:lnTo>
                <a:lnTo>
                  <a:pt x="919262" y="283023"/>
                </a:lnTo>
                <a:lnTo>
                  <a:pt x="956659" y="246375"/>
                </a:lnTo>
                <a:lnTo>
                  <a:pt x="957798" y="236501"/>
                </a:lnTo>
                <a:lnTo>
                  <a:pt x="964821" y="241059"/>
                </a:lnTo>
                <a:lnTo>
                  <a:pt x="988835" y="218273"/>
                </a:lnTo>
                <a:lnTo>
                  <a:pt x="1014368" y="203936"/>
                </a:lnTo>
                <a:lnTo>
                  <a:pt x="1054897" y="192068"/>
                </a:lnTo>
                <a:lnTo>
                  <a:pt x="1060971" y="194157"/>
                </a:lnTo>
                <a:lnTo>
                  <a:pt x="1063724" y="190834"/>
                </a:lnTo>
                <a:lnTo>
                  <a:pt x="1098843" y="184758"/>
                </a:lnTo>
                <a:lnTo>
                  <a:pt x="1154938" y="185992"/>
                </a:lnTo>
                <a:lnTo>
                  <a:pt x="1170979" y="190075"/>
                </a:lnTo>
                <a:lnTo>
                  <a:pt x="1193189" y="207734"/>
                </a:lnTo>
                <a:lnTo>
                  <a:pt x="1194708" y="214760"/>
                </a:lnTo>
                <a:lnTo>
                  <a:pt x="1190247" y="206879"/>
                </a:lnTo>
                <a:lnTo>
                  <a:pt x="1190342" y="212956"/>
                </a:lnTo>
                <a:lnTo>
                  <a:pt x="1185596" y="217323"/>
                </a:lnTo>
                <a:lnTo>
                  <a:pt x="1191955" y="215709"/>
                </a:lnTo>
                <a:lnTo>
                  <a:pt x="1204769" y="224729"/>
                </a:lnTo>
                <a:lnTo>
                  <a:pt x="1191671" y="233938"/>
                </a:lnTo>
                <a:lnTo>
                  <a:pt x="1199169" y="227672"/>
                </a:lnTo>
                <a:lnTo>
                  <a:pt x="1206003" y="227292"/>
                </a:lnTo>
                <a:lnTo>
                  <a:pt x="1199454" y="233084"/>
                </a:lnTo>
                <a:lnTo>
                  <a:pt x="1202112" y="231470"/>
                </a:lnTo>
                <a:lnTo>
                  <a:pt x="1205054" y="235172"/>
                </a:lnTo>
                <a:lnTo>
                  <a:pt x="1205149" y="229381"/>
                </a:lnTo>
                <a:lnTo>
                  <a:pt x="1212932" y="233084"/>
                </a:lnTo>
                <a:lnTo>
                  <a:pt x="1215590" y="242768"/>
                </a:lnTo>
                <a:lnTo>
                  <a:pt x="1223373" y="241913"/>
                </a:lnTo>
                <a:lnTo>
                  <a:pt x="1254790" y="266029"/>
                </a:lnTo>
                <a:lnTo>
                  <a:pt x="1256119" y="272295"/>
                </a:lnTo>
                <a:lnTo>
                  <a:pt x="1241976" y="288150"/>
                </a:lnTo>
                <a:lnTo>
                  <a:pt x="1244349" y="304195"/>
                </a:lnTo>
                <a:lnTo>
                  <a:pt x="1247861" y="304290"/>
                </a:lnTo>
                <a:lnTo>
                  <a:pt x="1249000" y="294226"/>
                </a:lnTo>
                <a:lnTo>
                  <a:pt x="1257637" y="282074"/>
                </a:lnTo>
                <a:lnTo>
                  <a:pt x="1262478" y="302581"/>
                </a:lnTo>
                <a:lnTo>
                  <a:pt x="1296173" y="302486"/>
                </a:lnTo>
                <a:lnTo>
                  <a:pt x="1300255" y="298974"/>
                </a:lnTo>
                <a:lnTo>
                  <a:pt x="1302912" y="304385"/>
                </a:lnTo>
                <a:lnTo>
                  <a:pt x="1302723" y="240299"/>
                </a:lnTo>
                <a:lnTo>
                  <a:pt x="1310980" y="232419"/>
                </a:lnTo>
                <a:lnTo>
                  <a:pt x="1444907" y="259857"/>
                </a:lnTo>
                <a:lnTo>
                  <a:pt x="1482304" y="250838"/>
                </a:lnTo>
                <a:lnTo>
                  <a:pt x="1505083" y="260522"/>
                </a:lnTo>
                <a:lnTo>
                  <a:pt x="1531565" y="252452"/>
                </a:lnTo>
                <a:lnTo>
                  <a:pt x="1529477" y="244667"/>
                </a:lnTo>
                <a:lnTo>
                  <a:pt x="1534507" y="231280"/>
                </a:lnTo>
                <a:lnTo>
                  <a:pt x="1549694" y="218557"/>
                </a:lnTo>
                <a:lnTo>
                  <a:pt x="1557572" y="204411"/>
                </a:lnTo>
                <a:lnTo>
                  <a:pt x="1550453" y="173555"/>
                </a:lnTo>
                <a:lnTo>
                  <a:pt x="1553870" y="171656"/>
                </a:lnTo>
                <a:lnTo>
                  <a:pt x="1567633" y="211532"/>
                </a:lnTo>
                <a:lnTo>
                  <a:pt x="1586332" y="197670"/>
                </a:lnTo>
                <a:lnTo>
                  <a:pt x="1619552" y="185233"/>
                </a:lnTo>
                <a:lnTo>
                  <a:pt x="1680014" y="145547"/>
                </a:lnTo>
                <a:lnTo>
                  <a:pt x="1687322" y="144217"/>
                </a:lnTo>
                <a:lnTo>
                  <a:pt x="1708299" y="122381"/>
                </a:lnTo>
                <a:lnTo>
                  <a:pt x="1743892" y="96936"/>
                </a:lnTo>
                <a:lnTo>
                  <a:pt x="1758509" y="90765"/>
                </a:lnTo>
                <a:lnTo>
                  <a:pt x="1831690" y="37312"/>
                </a:lnTo>
                <a:lnTo>
                  <a:pt x="1843079" y="37692"/>
                </a:lnTo>
                <a:lnTo>
                  <a:pt x="1859215" y="21742"/>
                </a:lnTo>
                <a:lnTo>
                  <a:pt x="1873073" y="16520"/>
                </a:lnTo>
                <a:lnTo>
                  <a:pt x="1926226" y="1899"/>
                </a:lnTo>
                <a:lnTo>
                  <a:pt x="1936287" y="9399"/>
                </a:lnTo>
                <a:lnTo>
                  <a:pt x="1957643" y="3893"/>
                </a:lnTo>
                <a:lnTo>
                  <a:pt x="2008613" y="0"/>
                </a:lnTo>
                <a:lnTo>
                  <a:pt x="2047624" y="14526"/>
                </a:lnTo>
                <a:lnTo>
                  <a:pt x="2054647" y="20223"/>
                </a:lnTo>
                <a:lnTo>
                  <a:pt x="2036613" y="32850"/>
                </a:lnTo>
                <a:lnTo>
                  <a:pt x="2020667" y="55162"/>
                </a:lnTo>
                <a:lnTo>
                  <a:pt x="2028356" y="59909"/>
                </a:lnTo>
                <a:lnTo>
                  <a:pt x="2039081" y="43863"/>
                </a:lnTo>
                <a:lnTo>
                  <a:pt x="2061102" y="34274"/>
                </a:lnTo>
                <a:lnTo>
                  <a:pt x="2057969" y="45667"/>
                </a:lnTo>
                <a:lnTo>
                  <a:pt x="2066227" y="47376"/>
                </a:lnTo>
                <a:lnTo>
                  <a:pt x="2049996" y="76429"/>
                </a:lnTo>
                <a:lnTo>
                  <a:pt x="2054837" y="78992"/>
                </a:lnTo>
                <a:lnTo>
                  <a:pt x="2074769" y="47851"/>
                </a:lnTo>
                <a:lnTo>
                  <a:pt x="2065752" y="64086"/>
                </a:lnTo>
                <a:lnTo>
                  <a:pt x="2069359" y="66555"/>
                </a:lnTo>
                <a:lnTo>
                  <a:pt x="2055691" y="90670"/>
                </a:lnTo>
                <a:lnTo>
                  <a:pt x="2059108" y="92569"/>
                </a:lnTo>
                <a:lnTo>
                  <a:pt x="2072397" y="68359"/>
                </a:lnTo>
                <a:lnTo>
                  <a:pt x="2077237" y="70732"/>
                </a:lnTo>
                <a:lnTo>
                  <a:pt x="2105617" y="20697"/>
                </a:lnTo>
                <a:lnTo>
                  <a:pt x="2169780" y="57535"/>
                </a:lnTo>
                <a:lnTo>
                  <a:pt x="2147475" y="97411"/>
                </a:lnTo>
                <a:lnTo>
                  <a:pt x="2156492" y="102633"/>
                </a:lnTo>
                <a:lnTo>
                  <a:pt x="2178987" y="62947"/>
                </a:lnTo>
                <a:lnTo>
                  <a:pt x="2189238" y="62662"/>
                </a:lnTo>
                <a:lnTo>
                  <a:pt x="2198350" y="56586"/>
                </a:lnTo>
                <a:lnTo>
                  <a:pt x="2319083" y="106715"/>
                </a:lnTo>
                <a:lnTo>
                  <a:pt x="2358284" y="126273"/>
                </a:lnTo>
                <a:lnTo>
                  <a:pt x="2396535" y="151053"/>
                </a:lnTo>
                <a:lnTo>
                  <a:pt x="2395206" y="160927"/>
                </a:lnTo>
                <a:lnTo>
                  <a:pt x="2366636" y="173555"/>
                </a:lnTo>
                <a:lnTo>
                  <a:pt x="2391599" y="234318"/>
                </a:lnTo>
                <a:lnTo>
                  <a:pt x="2401850" y="269352"/>
                </a:lnTo>
                <a:lnTo>
                  <a:pt x="2445701" y="325937"/>
                </a:lnTo>
                <a:lnTo>
                  <a:pt x="2440196" y="330399"/>
                </a:lnTo>
                <a:lnTo>
                  <a:pt x="2447979" y="348059"/>
                </a:lnTo>
                <a:lnTo>
                  <a:pt x="2460603" y="343312"/>
                </a:lnTo>
                <a:lnTo>
                  <a:pt x="2464590" y="351762"/>
                </a:lnTo>
                <a:lnTo>
                  <a:pt x="2455573" y="370370"/>
                </a:lnTo>
                <a:lnTo>
                  <a:pt x="2407260" y="410341"/>
                </a:lnTo>
                <a:lnTo>
                  <a:pt x="2396155" y="413759"/>
                </a:lnTo>
                <a:lnTo>
                  <a:pt x="2392643" y="420025"/>
                </a:lnTo>
                <a:lnTo>
                  <a:pt x="2449688" y="445754"/>
                </a:lnTo>
                <a:lnTo>
                  <a:pt x="2462786" y="438919"/>
                </a:lnTo>
                <a:lnTo>
                  <a:pt x="2479397" y="436545"/>
                </a:lnTo>
                <a:lnTo>
                  <a:pt x="2501037" y="417557"/>
                </a:lnTo>
                <a:lnTo>
                  <a:pt x="2501417" y="407303"/>
                </a:lnTo>
                <a:lnTo>
                  <a:pt x="2507776" y="399138"/>
                </a:lnTo>
                <a:lnTo>
                  <a:pt x="2543275" y="375972"/>
                </a:lnTo>
                <a:lnTo>
                  <a:pt x="2565865" y="368661"/>
                </a:lnTo>
                <a:lnTo>
                  <a:pt x="2589879" y="370370"/>
                </a:lnTo>
                <a:lnTo>
                  <a:pt x="2605445" y="377111"/>
                </a:lnTo>
                <a:lnTo>
                  <a:pt x="2680619" y="427241"/>
                </a:lnTo>
                <a:lnTo>
                  <a:pt x="2665717" y="447938"/>
                </a:lnTo>
                <a:lnTo>
                  <a:pt x="2672551" y="451926"/>
                </a:lnTo>
                <a:lnTo>
                  <a:pt x="2685934" y="430374"/>
                </a:lnTo>
                <a:lnTo>
                  <a:pt x="2763670" y="476136"/>
                </a:lnTo>
                <a:lnTo>
                  <a:pt x="2770124" y="484586"/>
                </a:lnTo>
                <a:lnTo>
                  <a:pt x="2772782" y="497308"/>
                </a:lnTo>
                <a:lnTo>
                  <a:pt x="2759968" y="526645"/>
                </a:lnTo>
                <a:lnTo>
                  <a:pt x="2775629" y="532057"/>
                </a:lnTo>
                <a:lnTo>
                  <a:pt x="2791101" y="505948"/>
                </a:lnTo>
                <a:lnTo>
                  <a:pt x="2829921" y="480598"/>
                </a:lnTo>
                <a:lnTo>
                  <a:pt x="2844349" y="478510"/>
                </a:lnTo>
                <a:lnTo>
                  <a:pt x="2859440" y="481833"/>
                </a:lnTo>
                <a:lnTo>
                  <a:pt x="2868647" y="472243"/>
                </a:lnTo>
                <a:lnTo>
                  <a:pt x="2894844" y="467686"/>
                </a:lnTo>
                <a:lnTo>
                  <a:pt x="2912783" y="471484"/>
                </a:lnTo>
                <a:lnTo>
                  <a:pt x="2925502" y="496169"/>
                </a:lnTo>
                <a:lnTo>
                  <a:pt x="2927305" y="517626"/>
                </a:lnTo>
                <a:lnTo>
                  <a:pt x="2936038" y="516392"/>
                </a:lnTo>
                <a:lnTo>
                  <a:pt x="2940973" y="507752"/>
                </a:lnTo>
                <a:lnTo>
                  <a:pt x="2948092" y="508322"/>
                </a:lnTo>
                <a:lnTo>
                  <a:pt x="2970682" y="529304"/>
                </a:lnTo>
                <a:lnTo>
                  <a:pt x="2970017" y="537659"/>
                </a:lnTo>
                <a:lnTo>
                  <a:pt x="2974763" y="542501"/>
                </a:lnTo>
                <a:lnTo>
                  <a:pt x="2995930" y="551235"/>
                </a:lnTo>
                <a:lnTo>
                  <a:pt x="3016431" y="565572"/>
                </a:lnTo>
                <a:lnTo>
                  <a:pt x="3086385" y="635165"/>
                </a:lnTo>
                <a:lnTo>
                  <a:pt x="3087713" y="649501"/>
                </a:lnTo>
                <a:lnTo>
                  <a:pt x="3076323" y="656716"/>
                </a:lnTo>
                <a:lnTo>
                  <a:pt x="3079266" y="659660"/>
                </a:lnTo>
                <a:lnTo>
                  <a:pt x="3079456" y="674756"/>
                </a:lnTo>
                <a:lnTo>
                  <a:pt x="3120270" y="660799"/>
                </a:lnTo>
                <a:lnTo>
                  <a:pt x="3158616" y="696402"/>
                </a:lnTo>
                <a:lnTo>
                  <a:pt x="3159660" y="704283"/>
                </a:lnTo>
                <a:lnTo>
                  <a:pt x="3138683" y="725835"/>
                </a:lnTo>
                <a:lnTo>
                  <a:pt x="3136500" y="734569"/>
                </a:lnTo>
                <a:lnTo>
                  <a:pt x="3139253" y="738367"/>
                </a:lnTo>
                <a:lnTo>
                  <a:pt x="3149978" y="735993"/>
                </a:lnTo>
                <a:lnTo>
                  <a:pt x="3175511" y="715486"/>
                </a:lnTo>
                <a:lnTo>
                  <a:pt x="3200663" y="737417"/>
                </a:lnTo>
                <a:lnTo>
                  <a:pt x="3203701" y="745488"/>
                </a:lnTo>
                <a:lnTo>
                  <a:pt x="3198196" y="777388"/>
                </a:lnTo>
                <a:lnTo>
                  <a:pt x="3200284" y="788876"/>
                </a:lnTo>
                <a:lnTo>
                  <a:pt x="3208731" y="798181"/>
                </a:lnTo>
                <a:lnTo>
                  <a:pt x="3260745" y="833404"/>
                </a:lnTo>
                <a:lnTo>
                  <a:pt x="3308013" y="844892"/>
                </a:lnTo>
                <a:lnTo>
                  <a:pt x="3344936" y="849070"/>
                </a:lnTo>
                <a:lnTo>
                  <a:pt x="3408055" y="841949"/>
                </a:lnTo>
                <a:lnTo>
                  <a:pt x="3421913" y="856001"/>
                </a:lnTo>
                <a:lnTo>
                  <a:pt x="3434157" y="851443"/>
                </a:lnTo>
                <a:lnTo>
                  <a:pt x="3437004" y="842804"/>
                </a:lnTo>
                <a:lnTo>
                  <a:pt x="3432828" y="831221"/>
                </a:lnTo>
                <a:lnTo>
                  <a:pt x="3450672" y="820112"/>
                </a:lnTo>
                <a:lnTo>
                  <a:pt x="3464435" y="803402"/>
                </a:lnTo>
                <a:lnTo>
                  <a:pt x="3484083" y="792389"/>
                </a:lnTo>
                <a:lnTo>
                  <a:pt x="3494618" y="762008"/>
                </a:lnTo>
                <a:lnTo>
                  <a:pt x="3502117" y="760488"/>
                </a:lnTo>
                <a:lnTo>
                  <a:pt x="3507907" y="750425"/>
                </a:lnTo>
                <a:lnTo>
                  <a:pt x="3520436" y="743779"/>
                </a:lnTo>
                <a:lnTo>
                  <a:pt x="3558212" y="741120"/>
                </a:lnTo>
                <a:lnTo>
                  <a:pt x="3565995" y="735424"/>
                </a:lnTo>
                <a:lnTo>
                  <a:pt x="3562673" y="733905"/>
                </a:lnTo>
                <a:lnTo>
                  <a:pt x="3578239" y="730961"/>
                </a:lnTo>
                <a:lnTo>
                  <a:pt x="3575107" y="733050"/>
                </a:lnTo>
                <a:lnTo>
                  <a:pt x="3582700" y="736183"/>
                </a:lnTo>
                <a:lnTo>
                  <a:pt x="3592097" y="736848"/>
                </a:lnTo>
                <a:lnTo>
                  <a:pt x="3592762" y="733525"/>
                </a:lnTo>
                <a:lnTo>
                  <a:pt x="3628925" y="737133"/>
                </a:lnTo>
                <a:lnTo>
                  <a:pt x="3677142" y="751849"/>
                </a:lnTo>
                <a:lnTo>
                  <a:pt x="3695745" y="753558"/>
                </a:lnTo>
                <a:lnTo>
                  <a:pt x="3734281" y="777008"/>
                </a:lnTo>
                <a:lnTo>
                  <a:pt x="3801007" y="913915"/>
                </a:lnTo>
                <a:lnTo>
                  <a:pt x="3814770" y="923694"/>
                </a:lnTo>
                <a:lnTo>
                  <a:pt x="3826635" y="922175"/>
                </a:lnTo>
                <a:lnTo>
                  <a:pt x="3825116" y="932144"/>
                </a:lnTo>
                <a:lnTo>
                  <a:pt x="3807272" y="932904"/>
                </a:lnTo>
                <a:lnTo>
                  <a:pt x="3796356" y="961197"/>
                </a:lnTo>
                <a:lnTo>
                  <a:pt x="3802146" y="964330"/>
                </a:lnTo>
                <a:lnTo>
                  <a:pt x="3804519" y="958728"/>
                </a:lnTo>
                <a:lnTo>
                  <a:pt x="3838499" y="969552"/>
                </a:lnTo>
                <a:lnTo>
                  <a:pt x="3871720" y="955785"/>
                </a:lnTo>
                <a:lnTo>
                  <a:pt x="4008304" y="1016548"/>
                </a:lnTo>
                <a:lnTo>
                  <a:pt x="4073891" y="1055854"/>
                </a:lnTo>
                <a:lnTo>
                  <a:pt x="4135017" y="1100762"/>
                </a:lnTo>
                <a:lnTo>
                  <a:pt x="4149159" y="1119845"/>
                </a:lnTo>
                <a:lnTo>
                  <a:pt x="4156278" y="1145100"/>
                </a:lnTo>
                <a:lnTo>
                  <a:pt x="4152576" y="1158487"/>
                </a:lnTo>
                <a:lnTo>
                  <a:pt x="4140997" y="1157822"/>
                </a:lnTo>
                <a:lnTo>
                  <a:pt x="4139478" y="1150702"/>
                </a:lnTo>
                <a:lnTo>
                  <a:pt x="4147736" y="1136081"/>
                </a:lnTo>
                <a:lnTo>
                  <a:pt x="4143559" y="1118801"/>
                </a:lnTo>
                <a:lnTo>
                  <a:pt x="4133593" y="1105604"/>
                </a:lnTo>
                <a:lnTo>
                  <a:pt x="4101891" y="1080824"/>
                </a:lnTo>
                <a:lnTo>
                  <a:pt x="4090691" y="1079685"/>
                </a:lnTo>
                <a:lnTo>
                  <a:pt x="4072182" y="1067342"/>
                </a:lnTo>
                <a:lnTo>
                  <a:pt x="4059938" y="1063640"/>
                </a:lnTo>
                <a:lnTo>
                  <a:pt x="4045036" y="1066962"/>
                </a:lnTo>
                <a:lnTo>
                  <a:pt x="4039436" y="1074653"/>
                </a:lnTo>
                <a:lnTo>
                  <a:pt x="4048928" y="1081299"/>
                </a:lnTo>
                <a:lnTo>
                  <a:pt x="4051681" y="1090888"/>
                </a:lnTo>
                <a:lnTo>
                  <a:pt x="3943381" y="1346378"/>
                </a:lnTo>
                <a:lnTo>
                  <a:pt x="3938920" y="1362138"/>
                </a:lnTo>
                <a:lnTo>
                  <a:pt x="3939585" y="1377709"/>
                </a:lnTo>
                <a:lnTo>
                  <a:pt x="3945564" y="1390431"/>
                </a:lnTo>
                <a:lnTo>
                  <a:pt x="4051491" y="1387773"/>
                </a:lnTo>
                <a:lnTo>
                  <a:pt x="4053294" y="1450530"/>
                </a:lnTo>
                <a:lnTo>
                  <a:pt x="4060982" y="1455847"/>
                </a:lnTo>
                <a:lnTo>
                  <a:pt x="4052820" y="1467714"/>
                </a:lnTo>
                <a:lnTo>
                  <a:pt x="4018365" y="1468664"/>
                </a:lnTo>
                <a:lnTo>
                  <a:pt x="4017321" y="1427838"/>
                </a:lnTo>
                <a:lnTo>
                  <a:pt x="3957619" y="1429453"/>
                </a:lnTo>
                <a:lnTo>
                  <a:pt x="3958758" y="1470183"/>
                </a:lnTo>
                <a:lnTo>
                  <a:pt x="3844479" y="1476829"/>
                </a:lnTo>
                <a:lnTo>
                  <a:pt x="3791231" y="1512622"/>
                </a:lnTo>
                <a:lnTo>
                  <a:pt x="3763136" y="1522496"/>
                </a:lnTo>
                <a:lnTo>
                  <a:pt x="3735231" y="1518793"/>
                </a:lnTo>
                <a:lnTo>
                  <a:pt x="3659677" y="1486323"/>
                </a:lnTo>
                <a:lnTo>
                  <a:pt x="3589819" y="1507210"/>
                </a:lnTo>
                <a:lnTo>
                  <a:pt x="3599216" y="1501514"/>
                </a:lnTo>
                <a:lnTo>
                  <a:pt x="3602158" y="1494108"/>
                </a:lnTo>
                <a:lnTo>
                  <a:pt x="3592477" y="1463157"/>
                </a:lnTo>
                <a:lnTo>
                  <a:pt x="3579473" y="1466480"/>
                </a:lnTo>
                <a:lnTo>
                  <a:pt x="3546063" y="1463822"/>
                </a:lnTo>
                <a:lnTo>
                  <a:pt x="3521385" y="1474835"/>
                </a:lnTo>
                <a:lnTo>
                  <a:pt x="3520815" y="1467145"/>
                </a:lnTo>
                <a:lnTo>
                  <a:pt x="3481140" y="1468759"/>
                </a:lnTo>
                <a:lnTo>
                  <a:pt x="3468422" y="1473886"/>
                </a:lnTo>
                <a:lnTo>
                  <a:pt x="3462442" y="1470468"/>
                </a:lnTo>
                <a:lnTo>
                  <a:pt x="3446591" y="1478063"/>
                </a:lnTo>
                <a:lnTo>
                  <a:pt x="3441086" y="1475974"/>
                </a:lnTo>
                <a:lnTo>
                  <a:pt x="3407296" y="1487367"/>
                </a:lnTo>
                <a:lnTo>
                  <a:pt x="3388882" y="1482715"/>
                </a:lnTo>
                <a:lnTo>
                  <a:pt x="3373980" y="1492684"/>
                </a:lnTo>
                <a:lnTo>
                  <a:pt x="3372651" y="1489646"/>
                </a:lnTo>
                <a:lnTo>
                  <a:pt x="3366956" y="1491355"/>
                </a:lnTo>
                <a:lnTo>
                  <a:pt x="3347499" y="1504552"/>
                </a:lnTo>
                <a:lnTo>
                  <a:pt x="3341993" y="1502558"/>
                </a:lnTo>
                <a:lnTo>
                  <a:pt x="3322536" y="1514996"/>
                </a:lnTo>
                <a:lnTo>
                  <a:pt x="3321586" y="1511483"/>
                </a:lnTo>
                <a:lnTo>
                  <a:pt x="3315797" y="1511008"/>
                </a:lnTo>
                <a:lnTo>
                  <a:pt x="3300041" y="1518129"/>
                </a:lnTo>
                <a:lnTo>
                  <a:pt x="3297288" y="1515945"/>
                </a:lnTo>
                <a:lnTo>
                  <a:pt x="3279444" y="1521547"/>
                </a:lnTo>
                <a:lnTo>
                  <a:pt x="3273559" y="1518698"/>
                </a:lnTo>
                <a:lnTo>
                  <a:pt x="3254386" y="1522876"/>
                </a:lnTo>
                <a:lnTo>
                  <a:pt x="3211769" y="1533984"/>
                </a:lnTo>
                <a:lnTo>
                  <a:pt x="3202182" y="1540535"/>
                </a:lnTo>
                <a:lnTo>
                  <a:pt x="3197626" y="1538636"/>
                </a:lnTo>
                <a:lnTo>
                  <a:pt x="3185762" y="1543953"/>
                </a:lnTo>
                <a:lnTo>
                  <a:pt x="3184623" y="1541105"/>
                </a:lnTo>
                <a:lnTo>
                  <a:pt x="3185097" y="1544333"/>
                </a:lnTo>
                <a:lnTo>
                  <a:pt x="3171239" y="1552023"/>
                </a:lnTo>
                <a:lnTo>
                  <a:pt x="3142480" y="1562372"/>
                </a:lnTo>
                <a:lnTo>
                  <a:pt x="3138493" y="1560283"/>
                </a:lnTo>
                <a:lnTo>
                  <a:pt x="3111917" y="1574999"/>
                </a:lnTo>
                <a:lnTo>
                  <a:pt x="3111727" y="1572151"/>
                </a:lnTo>
                <a:lnTo>
                  <a:pt x="3098913" y="1568163"/>
                </a:lnTo>
                <a:lnTo>
                  <a:pt x="3059903" y="1586677"/>
                </a:lnTo>
                <a:lnTo>
                  <a:pt x="3046425" y="1586582"/>
                </a:lnTo>
                <a:lnTo>
                  <a:pt x="3040255" y="1591234"/>
                </a:lnTo>
                <a:lnTo>
                  <a:pt x="3038452" y="1587437"/>
                </a:lnTo>
                <a:lnTo>
                  <a:pt x="3032567" y="1587247"/>
                </a:lnTo>
                <a:lnTo>
                  <a:pt x="3019943" y="1594652"/>
                </a:lnTo>
                <a:lnTo>
                  <a:pt x="3014248" y="1590950"/>
                </a:lnTo>
                <a:lnTo>
                  <a:pt x="2981028" y="1604052"/>
                </a:lnTo>
                <a:lnTo>
                  <a:pt x="2959387" y="1604241"/>
                </a:lnTo>
                <a:lnTo>
                  <a:pt x="2906234" y="1629211"/>
                </a:lnTo>
                <a:lnTo>
                  <a:pt x="2845013" y="1642978"/>
                </a:lnTo>
                <a:lnTo>
                  <a:pt x="2781894" y="1664625"/>
                </a:lnTo>
                <a:lnTo>
                  <a:pt x="2752470" y="1677632"/>
                </a:lnTo>
                <a:lnTo>
                  <a:pt x="2744497" y="1685702"/>
                </a:lnTo>
                <a:lnTo>
                  <a:pt x="2737663" y="1681714"/>
                </a:lnTo>
                <a:lnTo>
                  <a:pt x="2730070" y="1682664"/>
                </a:lnTo>
                <a:lnTo>
                  <a:pt x="2699317" y="1712571"/>
                </a:lnTo>
                <a:lnTo>
                  <a:pt x="2686029" y="1708583"/>
                </a:lnTo>
                <a:lnTo>
                  <a:pt x="2654801" y="1737541"/>
                </a:lnTo>
                <a:lnTo>
                  <a:pt x="2648062" y="1734313"/>
                </a:lnTo>
                <a:lnTo>
                  <a:pt x="2640184" y="1736686"/>
                </a:lnTo>
                <a:lnTo>
                  <a:pt x="2606109" y="1774378"/>
                </a:lnTo>
                <a:lnTo>
                  <a:pt x="2565011" y="1803715"/>
                </a:lnTo>
                <a:lnTo>
                  <a:pt x="2578963" y="1801532"/>
                </a:lnTo>
                <a:lnTo>
                  <a:pt x="2579723" y="1805709"/>
                </a:lnTo>
                <a:lnTo>
                  <a:pt x="2566719" y="1805899"/>
                </a:lnTo>
                <a:lnTo>
                  <a:pt x="2544224" y="1790423"/>
                </a:lnTo>
                <a:lnTo>
                  <a:pt x="2522299" y="1806564"/>
                </a:lnTo>
                <a:lnTo>
                  <a:pt x="2523438" y="1811216"/>
                </a:lnTo>
                <a:lnTo>
                  <a:pt x="2526095" y="1809507"/>
                </a:lnTo>
                <a:lnTo>
                  <a:pt x="2523532" y="1811406"/>
                </a:lnTo>
                <a:lnTo>
                  <a:pt x="2528658" y="1825457"/>
                </a:lnTo>
                <a:lnTo>
                  <a:pt x="2523722" y="1841882"/>
                </a:lnTo>
                <a:lnTo>
                  <a:pt x="2413430" y="1927140"/>
                </a:lnTo>
                <a:lnTo>
                  <a:pt x="2430135" y="1950401"/>
                </a:lnTo>
                <a:lnTo>
                  <a:pt x="2421782" y="1956478"/>
                </a:lnTo>
                <a:lnTo>
                  <a:pt x="2405172" y="1933217"/>
                </a:lnTo>
                <a:lnTo>
                  <a:pt x="2387043" y="1945654"/>
                </a:lnTo>
                <a:lnTo>
                  <a:pt x="2374419" y="1947553"/>
                </a:lnTo>
                <a:lnTo>
                  <a:pt x="2363219" y="1943091"/>
                </a:lnTo>
                <a:lnTo>
                  <a:pt x="2343572" y="1924102"/>
                </a:lnTo>
                <a:lnTo>
                  <a:pt x="2333700" y="1924102"/>
                </a:lnTo>
                <a:lnTo>
                  <a:pt x="2335883" y="1967206"/>
                </a:lnTo>
                <a:lnTo>
                  <a:pt x="2325158" y="1972238"/>
                </a:lnTo>
                <a:lnTo>
                  <a:pt x="2338446" y="1987239"/>
                </a:lnTo>
                <a:lnTo>
                  <a:pt x="2330758" y="1994170"/>
                </a:lnTo>
                <a:lnTo>
                  <a:pt x="2277985" y="1936160"/>
                </a:lnTo>
                <a:lnTo>
                  <a:pt x="2264507" y="1948503"/>
                </a:lnTo>
                <a:lnTo>
                  <a:pt x="2287761" y="1978030"/>
                </a:lnTo>
                <a:lnTo>
                  <a:pt x="2280263" y="1986479"/>
                </a:lnTo>
                <a:lnTo>
                  <a:pt x="2218662" y="1928755"/>
                </a:lnTo>
                <a:lnTo>
                  <a:pt x="2148709" y="1930748"/>
                </a:lnTo>
                <a:lnTo>
                  <a:pt x="2073156" y="1971858"/>
                </a:lnTo>
                <a:lnTo>
                  <a:pt x="2075908" y="1999297"/>
                </a:lnTo>
                <a:lnTo>
                  <a:pt x="2132953" y="1966637"/>
                </a:lnTo>
                <a:lnTo>
                  <a:pt x="2186770" y="1964548"/>
                </a:lnTo>
                <a:lnTo>
                  <a:pt x="2247422" y="2021418"/>
                </a:lnTo>
                <a:lnTo>
                  <a:pt x="2189333" y="2050376"/>
                </a:lnTo>
                <a:lnTo>
                  <a:pt x="2140926" y="2035090"/>
                </a:lnTo>
                <a:lnTo>
                  <a:pt x="2147001" y="2028064"/>
                </a:lnTo>
                <a:lnTo>
                  <a:pt x="2141685" y="2026450"/>
                </a:lnTo>
                <a:lnTo>
                  <a:pt x="2140831" y="2029109"/>
                </a:lnTo>
                <a:lnTo>
                  <a:pt x="2140641" y="2026070"/>
                </a:lnTo>
                <a:lnTo>
                  <a:pt x="2139692" y="2028729"/>
                </a:lnTo>
                <a:lnTo>
                  <a:pt x="2139028" y="2025406"/>
                </a:lnTo>
                <a:lnTo>
                  <a:pt x="2133712" y="2031957"/>
                </a:lnTo>
                <a:lnTo>
                  <a:pt x="2116627" y="2028349"/>
                </a:lnTo>
                <a:lnTo>
                  <a:pt x="2114160" y="2032716"/>
                </a:lnTo>
                <a:lnTo>
                  <a:pt x="2108370" y="2030343"/>
                </a:lnTo>
                <a:lnTo>
                  <a:pt x="2115204" y="2031387"/>
                </a:lnTo>
                <a:lnTo>
                  <a:pt x="2116438" y="2028159"/>
                </a:lnTo>
                <a:lnTo>
                  <a:pt x="2092709" y="2020659"/>
                </a:lnTo>
                <a:lnTo>
                  <a:pt x="2072207" y="1999582"/>
                </a:lnTo>
                <a:lnTo>
                  <a:pt x="2072112" y="2035755"/>
                </a:lnTo>
                <a:lnTo>
                  <a:pt x="2076003" y="2039457"/>
                </a:lnTo>
                <a:lnTo>
                  <a:pt x="2083597" y="2046008"/>
                </a:lnTo>
                <a:lnTo>
                  <a:pt x="2102770" y="2052085"/>
                </a:lnTo>
                <a:lnTo>
                  <a:pt x="2155163" y="2052654"/>
                </a:lnTo>
                <a:lnTo>
                  <a:pt x="2176045" y="2065092"/>
                </a:lnTo>
                <a:lnTo>
                  <a:pt x="2196832" y="2065756"/>
                </a:lnTo>
                <a:lnTo>
                  <a:pt x="2208221" y="2057306"/>
                </a:lnTo>
                <a:lnTo>
                  <a:pt x="2227489" y="2062623"/>
                </a:lnTo>
                <a:lnTo>
                  <a:pt x="2238974" y="2061104"/>
                </a:lnTo>
                <a:lnTo>
                  <a:pt x="2241252" y="2073542"/>
                </a:lnTo>
                <a:lnTo>
                  <a:pt x="2245429" y="2075156"/>
                </a:lnTo>
                <a:lnTo>
                  <a:pt x="2281686" y="2065282"/>
                </a:lnTo>
                <a:lnTo>
                  <a:pt x="2303802" y="2076010"/>
                </a:lnTo>
                <a:lnTo>
                  <a:pt x="2300385" y="2088543"/>
                </a:lnTo>
                <a:lnTo>
                  <a:pt x="2263747" y="2143134"/>
                </a:lnTo>
                <a:lnTo>
                  <a:pt x="2221320" y="2186903"/>
                </a:lnTo>
                <a:lnTo>
                  <a:pt x="2198445" y="2202663"/>
                </a:lnTo>
                <a:lnTo>
                  <a:pt x="2189808" y="2204372"/>
                </a:lnTo>
                <a:lnTo>
                  <a:pt x="2196357" y="2198676"/>
                </a:lnTo>
                <a:lnTo>
                  <a:pt x="2192750" y="2196492"/>
                </a:lnTo>
                <a:lnTo>
                  <a:pt x="2175380" y="2200669"/>
                </a:lnTo>
                <a:lnTo>
                  <a:pt x="2158485" y="2211778"/>
                </a:lnTo>
                <a:lnTo>
                  <a:pt x="2143868" y="2205606"/>
                </a:lnTo>
                <a:lnTo>
                  <a:pt x="2131719" y="2193834"/>
                </a:lnTo>
                <a:lnTo>
                  <a:pt x="2127068" y="2194593"/>
                </a:lnTo>
                <a:lnTo>
                  <a:pt x="2126973" y="2190131"/>
                </a:lnTo>
                <a:lnTo>
                  <a:pt x="2132384" y="2191270"/>
                </a:lnTo>
                <a:lnTo>
                  <a:pt x="2132004" y="2184529"/>
                </a:lnTo>
                <a:lnTo>
                  <a:pt x="2128302" y="2179307"/>
                </a:lnTo>
                <a:lnTo>
                  <a:pt x="2120614" y="2177409"/>
                </a:lnTo>
                <a:lnTo>
                  <a:pt x="2114824" y="2166110"/>
                </a:lnTo>
                <a:lnTo>
                  <a:pt x="2103909" y="2164591"/>
                </a:lnTo>
                <a:lnTo>
                  <a:pt x="2101346" y="2167630"/>
                </a:lnTo>
                <a:lnTo>
                  <a:pt x="2105332" y="2170288"/>
                </a:lnTo>
                <a:lnTo>
                  <a:pt x="2101915" y="2172851"/>
                </a:lnTo>
                <a:lnTo>
                  <a:pt x="2067271" y="2135539"/>
                </a:lnTo>
                <a:lnTo>
                  <a:pt x="2065373" y="2128988"/>
                </a:lnTo>
                <a:lnTo>
                  <a:pt x="2070214" y="2132026"/>
                </a:lnTo>
                <a:lnTo>
                  <a:pt x="2072776" y="2126330"/>
                </a:lnTo>
                <a:lnTo>
                  <a:pt x="2069644" y="2118639"/>
                </a:lnTo>
                <a:lnTo>
                  <a:pt x="2057874" y="2114177"/>
                </a:lnTo>
                <a:lnTo>
                  <a:pt x="2043732" y="2098606"/>
                </a:lnTo>
                <a:lnTo>
                  <a:pt x="2034335" y="2099841"/>
                </a:lnTo>
                <a:lnTo>
                  <a:pt x="2038606" y="2103733"/>
                </a:lnTo>
                <a:lnTo>
                  <a:pt x="2032817" y="2107436"/>
                </a:lnTo>
                <a:lnTo>
                  <a:pt x="2012125" y="2095948"/>
                </a:lnTo>
                <a:lnTo>
                  <a:pt x="2006240" y="2087023"/>
                </a:lnTo>
                <a:lnTo>
                  <a:pt x="1996464" y="2083226"/>
                </a:lnTo>
                <a:lnTo>
                  <a:pt x="1998837" y="2080757"/>
                </a:lnTo>
                <a:lnTo>
                  <a:pt x="1994565" y="2074016"/>
                </a:lnTo>
                <a:lnTo>
                  <a:pt x="1985169" y="2071453"/>
                </a:lnTo>
                <a:lnTo>
                  <a:pt x="1980708" y="2062433"/>
                </a:lnTo>
                <a:lnTo>
                  <a:pt x="1971881" y="2059680"/>
                </a:lnTo>
                <a:lnTo>
                  <a:pt x="1968179" y="2051515"/>
                </a:lnTo>
                <a:lnTo>
                  <a:pt x="1957928" y="2047432"/>
                </a:lnTo>
                <a:lnTo>
                  <a:pt x="1949101" y="2037748"/>
                </a:lnTo>
                <a:lnTo>
                  <a:pt x="1938945" y="2037274"/>
                </a:lnTo>
                <a:lnTo>
                  <a:pt x="1942741" y="2044584"/>
                </a:lnTo>
                <a:lnTo>
                  <a:pt x="1947962" y="2046198"/>
                </a:lnTo>
                <a:lnTo>
                  <a:pt x="1943690" y="2050471"/>
                </a:lnTo>
                <a:lnTo>
                  <a:pt x="1927555" y="2025786"/>
                </a:lnTo>
                <a:lnTo>
                  <a:pt x="1907907" y="2006702"/>
                </a:lnTo>
                <a:lnTo>
                  <a:pt x="1908097" y="2002715"/>
                </a:lnTo>
                <a:lnTo>
                  <a:pt x="1927365" y="2000626"/>
                </a:lnTo>
                <a:lnTo>
                  <a:pt x="1962769" y="2010310"/>
                </a:lnTo>
                <a:lnTo>
                  <a:pt x="1984125" y="2012209"/>
                </a:lnTo>
                <a:lnTo>
                  <a:pt x="1998362" y="2003189"/>
                </a:lnTo>
                <a:lnTo>
                  <a:pt x="2014023" y="2000911"/>
                </a:lnTo>
                <a:lnTo>
                  <a:pt x="2029874" y="2007367"/>
                </a:lnTo>
                <a:lnTo>
                  <a:pt x="2031583" y="2011639"/>
                </a:lnTo>
                <a:lnTo>
                  <a:pt x="2031962" y="2008031"/>
                </a:lnTo>
                <a:lnTo>
                  <a:pt x="2033576" y="2010785"/>
                </a:lnTo>
                <a:lnTo>
                  <a:pt x="2035190" y="2008601"/>
                </a:lnTo>
                <a:lnTo>
                  <a:pt x="2045346" y="2022463"/>
                </a:lnTo>
                <a:lnTo>
                  <a:pt x="2046295" y="2016386"/>
                </a:lnTo>
                <a:lnTo>
                  <a:pt x="2062715" y="2023697"/>
                </a:lnTo>
                <a:lnTo>
                  <a:pt x="2065752" y="2007936"/>
                </a:lnTo>
                <a:lnTo>
                  <a:pt x="2064898" y="1971953"/>
                </a:lnTo>
                <a:lnTo>
                  <a:pt x="2033196" y="1971763"/>
                </a:lnTo>
                <a:lnTo>
                  <a:pt x="2032722" y="1982587"/>
                </a:lnTo>
                <a:lnTo>
                  <a:pt x="2015637" y="1982492"/>
                </a:lnTo>
                <a:lnTo>
                  <a:pt x="2030539" y="1980498"/>
                </a:lnTo>
                <a:lnTo>
                  <a:pt x="2029969" y="1970339"/>
                </a:lnTo>
                <a:lnTo>
                  <a:pt x="1993806" y="1964643"/>
                </a:lnTo>
                <a:lnTo>
                  <a:pt x="1987067" y="1959231"/>
                </a:lnTo>
                <a:lnTo>
                  <a:pt x="1968653" y="1967586"/>
                </a:lnTo>
                <a:lnTo>
                  <a:pt x="1971501" y="1972808"/>
                </a:lnTo>
                <a:lnTo>
                  <a:pt x="1951568" y="1976605"/>
                </a:lnTo>
                <a:lnTo>
                  <a:pt x="1950524" y="1973093"/>
                </a:lnTo>
                <a:lnTo>
                  <a:pt x="1943026" y="1971668"/>
                </a:lnTo>
                <a:lnTo>
                  <a:pt x="1941792" y="1966162"/>
                </a:lnTo>
                <a:lnTo>
                  <a:pt x="1949385" y="1962554"/>
                </a:lnTo>
                <a:lnTo>
                  <a:pt x="1954036" y="1954959"/>
                </a:lnTo>
                <a:lnTo>
                  <a:pt x="1959541" y="1954959"/>
                </a:lnTo>
                <a:lnTo>
                  <a:pt x="1962579" y="1960750"/>
                </a:lnTo>
                <a:lnTo>
                  <a:pt x="1967040" y="1959136"/>
                </a:lnTo>
                <a:lnTo>
                  <a:pt x="1967799" y="1966257"/>
                </a:lnTo>
                <a:lnTo>
                  <a:pt x="1986023" y="1958282"/>
                </a:lnTo>
                <a:lnTo>
                  <a:pt x="1966091" y="1940337"/>
                </a:lnTo>
                <a:lnTo>
                  <a:pt x="1953752" y="1939958"/>
                </a:lnTo>
                <a:lnTo>
                  <a:pt x="1940938" y="1953724"/>
                </a:lnTo>
                <a:lnTo>
                  <a:pt x="1925751" y="1953629"/>
                </a:lnTo>
                <a:lnTo>
                  <a:pt x="1912748" y="1945274"/>
                </a:lnTo>
                <a:lnTo>
                  <a:pt x="1903826" y="1953534"/>
                </a:lnTo>
                <a:lnTo>
                  <a:pt x="1906199" y="1956573"/>
                </a:lnTo>
                <a:lnTo>
                  <a:pt x="1897751" y="1967111"/>
                </a:lnTo>
                <a:lnTo>
                  <a:pt x="1895283" y="1965592"/>
                </a:lnTo>
                <a:lnTo>
                  <a:pt x="1893005" y="1979264"/>
                </a:lnTo>
                <a:lnTo>
                  <a:pt x="1853710" y="1945180"/>
                </a:lnTo>
                <a:lnTo>
                  <a:pt x="1856558" y="1939863"/>
                </a:lnTo>
                <a:lnTo>
                  <a:pt x="1836720" y="1923248"/>
                </a:lnTo>
                <a:lnTo>
                  <a:pt x="1828178" y="1938154"/>
                </a:lnTo>
                <a:lnTo>
                  <a:pt x="1787174" y="1913659"/>
                </a:lnTo>
                <a:lnTo>
                  <a:pt x="1706685" y="2048477"/>
                </a:lnTo>
                <a:lnTo>
                  <a:pt x="1640813" y="2008886"/>
                </a:lnTo>
                <a:lnTo>
                  <a:pt x="1717316" y="1879669"/>
                </a:lnTo>
                <a:lnTo>
                  <a:pt x="1624678" y="1823843"/>
                </a:lnTo>
                <a:lnTo>
                  <a:pt x="1565830" y="1922868"/>
                </a:lnTo>
                <a:lnTo>
                  <a:pt x="1371916" y="1806564"/>
                </a:lnTo>
                <a:lnTo>
                  <a:pt x="1398208" y="1761181"/>
                </a:lnTo>
                <a:lnTo>
                  <a:pt x="1431239" y="1755675"/>
                </a:lnTo>
                <a:lnTo>
                  <a:pt x="1551213" y="1827261"/>
                </a:lnTo>
                <a:lnTo>
                  <a:pt x="1581206" y="1776562"/>
                </a:lnTo>
                <a:lnTo>
                  <a:pt x="1471483" y="1710577"/>
                </a:lnTo>
                <a:lnTo>
                  <a:pt x="1493599" y="1673929"/>
                </a:lnTo>
                <a:lnTo>
                  <a:pt x="1450981" y="1628072"/>
                </a:lnTo>
                <a:lnTo>
                  <a:pt x="1420513" y="1648674"/>
                </a:lnTo>
                <a:lnTo>
                  <a:pt x="1360906" y="1654561"/>
                </a:lnTo>
                <a:lnTo>
                  <a:pt x="1314112" y="1639845"/>
                </a:lnTo>
                <a:lnTo>
                  <a:pt x="1311645" y="1629971"/>
                </a:lnTo>
                <a:lnTo>
                  <a:pt x="1320567" y="1612976"/>
                </a:lnTo>
                <a:lnTo>
                  <a:pt x="1307278" y="1608799"/>
                </a:lnTo>
                <a:lnTo>
                  <a:pt x="1282885" y="1632629"/>
                </a:lnTo>
                <a:lnTo>
                  <a:pt x="1176484" y="1605855"/>
                </a:lnTo>
                <a:lnTo>
                  <a:pt x="1157121" y="1618768"/>
                </a:lnTo>
                <a:lnTo>
                  <a:pt x="1108714" y="1595127"/>
                </a:lnTo>
                <a:lnTo>
                  <a:pt x="1045500" y="1541390"/>
                </a:lnTo>
                <a:lnTo>
                  <a:pt x="1010856" y="1541200"/>
                </a:lnTo>
                <a:lnTo>
                  <a:pt x="1014937" y="1559903"/>
                </a:lnTo>
                <a:lnTo>
                  <a:pt x="1040849" y="1565315"/>
                </a:lnTo>
                <a:lnTo>
                  <a:pt x="1093622" y="1610128"/>
                </a:lnTo>
                <a:lnTo>
                  <a:pt x="1088687" y="1623135"/>
                </a:lnTo>
                <a:lnTo>
                  <a:pt x="1110802" y="1624464"/>
                </a:lnTo>
                <a:lnTo>
                  <a:pt x="1007818" y="1625034"/>
                </a:lnTo>
                <a:lnTo>
                  <a:pt x="1007154" y="1687126"/>
                </a:lnTo>
                <a:lnTo>
                  <a:pt x="1011900" y="1698804"/>
                </a:lnTo>
                <a:lnTo>
                  <a:pt x="1060402" y="1709912"/>
                </a:lnTo>
                <a:lnTo>
                  <a:pt x="1067426" y="1697380"/>
                </a:lnTo>
                <a:lnTo>
                  <a:pt x="1082897" y="1702317"/>
                </a:lnTo>
                <a:lnTo>
                  <a:pt x="1074165" y="1716368"/>
                </a:lnTo>
                <a:lnTo>
                  <a:pt x="1086789" y="1705450"/>
                </a:lnTo>
                <a:lnTo>
                  <a:pt x="1094382" y="1703551"/>
                </a:lnTo>
                <a:lnTo>
                  <a:pt x="1127792" y="1720071"/>
                </a:lnTo>
                <a:lnTo>
                  <a:pt x="1140891" y="1742572"/>
                </a:lnTo>
                <a:lnTo>
                  <a:pt x="1146206" y="1771625"/>
                </a:lnTo>
                <a:lnTo>
                  <a:pt x="1172118" y="1802196"/>
                </a:lnTo>
                <a:lnTo>
                  <a:pt x="1175725" y="1804950"/>
                </a:lnTo>
                <a:lnTo>
                  <a:pt x="1183223" y="1802291"/>
                </a:lnTo>
                <a:lnTo>
                  <a:pt x="1182844" y="1805994"/>
                </a:lnTo>
                <a:lnTo>
                  <a:pt x="1188254" y="1807513"/>
                </a:lnTo>
                <a:lnTo>
                  <a:pt x="1188159" y="1817482"/>
                </a:lnTo>
                <a:lnTo>
                  <a:pt x="1194898" y="1813779"/>
                </a:lnTo>
                <a:lnTo>
                  <a:pt x="1198315" y="1823938"/>
                </a:lnTo>
                <a:lnTo>
                  <a:pt x="1235427" y="1829825"/>
                </a:lnTo>
                <a:lnTo>
                  <a:pt x="1275102" y="1870080"/>
                </a:lnTo>
                <a:lnTo>
                  <a:pt x="1275956" y="1876726"/>
                </a:lnTo>
                <a:lnTo>
                  <a:pt x="1260959" y="1892297"/>
                </a:lnTo>
                <a:lnTo>
                  <a:pt x="1247671" y="1900272"/>
                </a:lnTo>
                <a:lnTo>
                  <a:pt x="1224986" y="1905114"/>
                </a:lnTo>
                <a:lnTo>
                  <a:pt x="1206857" y="1913469"/>
                </a:lnTo>
                <a:lnTo>
                  <a:pt x="1195088" y="1902361"/>
                </a:lnTo>
                <a:lnTo>
                  <a:pt x="1176959" y="1901221"/>
                </a:lnTo>
                <a:lnTo>
                  <a:pt x="1143453" y="1890303"/>
                </a:lnTo>
                <a:lnTo>
                  <a:pt x="1118680" y="1913184"/>
                </a:lnTo>
                <a:lnTo>
                  <a:pt x="1124660" y="1915083"/>
                </a:lnTo>
                <a:lnTo>
                  <a:pt x="1144213" y="1897044"/>
                </a:lnTo>
                <a:lnTo>
                  <a:pt x="1150857" y="1897329"/>
                </a:lnTo>
                <a:lnTo>
                  <a:pt x="1191766" y="1906633"/>
                </a:lnTo>
                <a:lnTo>
                  <a:pt x="1207522" y="1921919"/>
                </a:lnTo>
                <a:lnTo>
                  <a:pt x="1209420" y="1929704"/>
                </a:lnTo>
                <a:lnTo>
                  <a:pt x="1190627" y="1969675"/>
                </a:lnTo>
                <a:lnTo>
                  <a:pt x="1173257" y="1982967"/>
                </a:lnTo>
                <a:lnTo>
                  <a:pt x="1108619" y="2010975"/>
                </a:lnTo>
                <a:lnTo>
                  <a:pt x="1063534" y="1972903"/>
                </a:lnTo>
                <a:lnTo>
                  <a:pt x="997567" y="1937109"/>
                </a:lnTo>
                <a:lnTo>
                  <a:pt x="996618" y="1923058"/>
                </a:lnTo>
                <a:lnTo>
                  <a:pt x="991778" y="1912994"/>
                </a:lnTo>
                <a:lnTo>
                  <a:pt x="978015" y="1935116"/>
                </a:lnTo>
                <a:lnTo>
                  <a:pt x="953147" y="1921824"/>
                </a:lnTo>
                <a:lnTo>
                  <a:pt x="940713" y="1948028"/>
                </a:lnTo>
                <a:lnTo>
                  <a:pt x="1026327" y="1999012"/>
                </a:lnTo>
                <a:lnTo>
                  <a:pt x="1028700" y="2010405"/>
                </a:lnTo>
                <a:lnTo>
                  <a:pt x="953242" y="2053034"/>
                </a:lnTo>
                <a:lnTo>
                  <a:pt x="839248" y="2093574"/>
                </a:lnTo>
                <a:lnTo>
                  <a:pt x="804034" y="1968915"/>
                </a:lnTo>
                <a:lnTo>
                  <a:pt x="752399" y="1921349"/>
                </a:lnTo>
                <a:lnTo>
                  <a:pt x="706460" y="1972048"/>
                </a:lnTo>
                <a:lnTo>
                  <a:pt x="761321" y="2022653"/>
                </a:lnTo>
                <a:lnTo>
                  <a:pt x="803749" y="2171997"/>
                </a:lnTo>
                <a:lnTo>
                  <a:pt x="803844" y="2190701"/>
                </a:lnTo>
                <a:lnTo>
                  <a:pt x="797959" y="2203043"/>
                </a:lnTo>
                <a:lnTo>
                  <a:pt x="779640" y="2222411"/>
                </a:lnTo>
                <a:lnTo>
                  <a:pt x="771383" y="2213961"/>
                </a:lnTo>
                <a:lnTo>
                  <a:pt x="729809" y="2258489"/>
                </a:lnTo>
                <a:lnTo>
                  <a:pt x="733986" y="2268174"/>
                </a:lnTo>
                <a:lnTo>
                  <a:pt x="652168" y="2350963"/>
                </a:lnTo>
                <a:lnTo>
                  <a:pt x="642582" y="2355995"/>
                </a:lnTo>
                <a:lnTo>
                  <a:pt x="631856" y="2354571"/>
                </a:lnTo>
                <a:lnTo>
                  <a:pt x="623883" y="2347261"/>
                </a:lnTo>
                <a:lnTo>
                  <a:pt x="608412" y="2314790"/>
                </a:lnTo>
                <a:lnTo>
                  <a:pt x="607083" y="2301308"/>
                </a:lnTo>
                <a:lnTo>
                  <a:pt x="610025" y="2301783"/>
                </a:lnTo>
                <a:lnTo>
                  <a:pt x="611734" y="2313461"/>
                </a:lnTo>
                <a:lnTo>
                  <a:pt x="627015" y="2345457"/>
                </a:lnTo>
                <a:lnTo>
                  <a:pt x="630812" y="2346881"/>
                </a:lnTo>
                <a:lnTo>
                  <a:pt x="667450" y="2310993"/>
                </a:lnTo>
                <a:lnTo>
                  <a:pt x="669348" y="2298175"/>
                </a:lnTo>
                <a:lnTo>
                  <a:pt x="653402" y="2264471"/>
                </a:lnTo>
                <a:lnTo>
                  <a:pt x="646853" y="2259914"/>
                </a:lnTo>
                <a:lnTo>
                  <a:pt x="637931" y="2243299"/>
                </a:lnTo>
                <a:lnTo>
                  <a:pt x="598920" y="2239786"/>
                </a:lnTo>
                <a:lnTo>
                  <a:pt x="563327" y="2165921"/>
                </a:lnTo>
                <a:lnTo>
                  <a:pt x="544059" y="2143704"/>
                </a:lnTo>
                <a:lnTo>
                  <a:pt x="455882" y="1925052"/>
                </a:lnTo>
                <a:lnTo>
                  <a:pt x="455882" y="1878530"/>
                </a:lnTo>
                <a:lnTo>
                  <a:pt x="503624" y="1841123"/>
                </a:lnTo>
                <a:lnTo>
                  <a:pt x="522987" y="1868181"/>
                </a:lnTo>
                <a:lnTo>
                  <a:pt x="674853" y="1761751"/>
                </a:lnTo>
                <a:lnTo>
                  <a:pt x="739016" y="1723299"/>
                </a:lnTo>
                <a:lnTo>
                  <a:pt x="787328" y="1708488"/>
                </a:lnTo>
                <a:lnTo>
                  <a:pt x="826244" y="1709722"/>
                </a:lnTo>
                <a:lnTo>
                  <a:pt x="860414" y="1704690"/>
                </a:lnTo>
                <a:lnTo>
                  <a:pt x="865729" y="1710672"/>
                </a:lnTo>
                <a:lnTo>
                  <a:pt x="815708" y="1765643"/>
                </a:lnTo>
                <a:lnTo>
                  <a:pt x="809824" y="1786911"/>
                </a:lnTo>
                <a:lnTo>
                  <a:pt x="773850" y="1822039"/>
                </a:lnTo>
                <a:lnTo>
                  <a:pt x="745376" y="1844161"/>
                </a:lnTo>
                <a:lnTo>
                  <a:pt x="781728" y="1880049"/>
                </a:lnTo>
                <a:lnTo>
                  <a:pt x="819980" y="1839034"/>
                </a:lnTo>
                <a:lnTo>
                  <a:pt x="832129" y="1849193"/>
                </a:lnTo>
                <a:lnTo>
                  <a:pt x="845892" y="1840553"/>
                </a:lnTo>
                <a:lnTo>
                  <a:pt x="854434" y="1840268"/>
                </a:lnTo>
                <a:lnTo>
                  <a:pt x="851207" y="1833717"/>
                </a:lnTo>
                <a:lnTo>
                  <a:pt x="856143" y="1833432"/>
                </a:lnTo>
                <a:lnTo>
                  <a:pt x="857092" y="1837420"/>
                </a:lnTo>
                <a:lnTo>
                  <a:pt x="862787" y="1835046"/>
                </a:lnTo>
                <a:lnTo>
                  <a:pt x="853105" y="1819286"/>
                </a:lnTo>
                <a:lnTo>
                  <a:pt x="860224" y="1802576"/>
                </a:lnTo>
                <a:lnTo>
                  <a:pt x="854434" y="1797924"/>
                </a:lnTo>
                <a:lnTo>
                  <a:pt x="875790" y="1777511"/>
                </a:lnTo>
                <a:lnTo>
                  <a:pt x="933309" y="1707824"/>
                </a:lnTo>
                <a:lnTo>
                  <a:pt x="945364" y="1706494"/>
                </a:lnTo>
                <a:lnTo>
                  <a:pt x="947072" y="1698234"/>
                </a:lnTo>
                <a:lnTo>
                  <a:pt x="955899" y="1692918"/>
                </a:lnTo>
                <a:lnTo>
                  <a:pt x="975737" y="1690449"/>
                </a:lnTo>
                <a:lnTo>
                  <a:pt x="1007534" y="1701083"/>
                </a:lnTo>
                <a:lnTo>
                  <a:pt x="1002218" y="1686272"/>
                </a:lnTo>
                <a:lnTo>
                  <a:pt x="1003547" y="1555156"/>
                </a:lnTo>
                <a:lnTo>
                  <a:pt x="997662" y="1541485"/>
                </a:lnTo>
                <a:lnTo>
                  <a:pt x="988361" y="1547751"/>
                </a:lnTo>
                <a:lnTo>
                  <a:pt x="974693" y="1548985"/>
                </a:lnTo>
                <a:lnTo>
                  <a:pt x="975452" y="1570157"/>
                </a:lnTo>
                <a:lnTo>
                  <a:pt x="969282" y="1575189"/>
                </a:lnTo>
                <a:lnTo>
                  <a:pt x="964727" y="1593798"/>
                </a:lnTo>
                <a:lnTo>
                  <a:pt x="968618" y="1593608"/>
                </a:lnTo>
                <a:lnTo>
                  <a:pt x="968903" y="1601773"/>
                </a:lnTo>
                <a:lnTo>
                  <a:pt x="917933" y="1603862"/>
                </a:lnTo>
                <a:lnTo>
                  <a:pt x="916984" y="1583259"/>
                </a:lnTo>
                <a:lnTo>
                  <a:pt x="888604" y="1573670"/>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47009A81-1E9E-4101-B9E0-492978566893}"/>
              </a:ext>
            </a:extLst>
          </p:cNvPr>
          <p:cNvSpPr>
            <a:spLocks xmlns:a="http://schemas.openxmlformats.org/drawingml/2006/main" noGrp="1"/>
          </p:cNvSpPr>
          <p:nvPr/>
        </p:nvSpPr>
        <p:spPr>
          <a:xfrm xmlns:a="http://schemas.openxmlformats.org/drawingml/2006/main">
            <a:off x="6633518" y="2703031"/>
            <a:ext cx="520102" cy="194135"/>
          </a:xfrm>
          <a:custGeom xmlns:a="http://schemas.openxmlformats.org/drawingml/2006/main">
            <a:pathLst>
              <a:path w="728481" h="271915">
                <a:moveTo>
                  <a:pt x="15756" y="80036"/>
                </a:moveTo>
                <a:lnTo>
                  <a:pt x="17749" y="75194"/>
                </a:lnTo>
                <a:lnTo>
                  <a:pt x="11485" y="70732"/>
                </a:lnTo>
                <a:lnTo>
                  <a:pt x="10346" y="59529"/>
                </a:lnTo>
                <a:lnTo>
                  <a:pt x="0" y="54307"/>
                </a:lnTo>
                <a:lnTo>
                  <a:pt x="2563" y="43768"/>
                </a:lnTo>
                <a:lnTo>
                  <a:pt x="95" y="42249"/>
                </a:lnTo>
                <a:lnTo>
                  <a:pt x="26482" y="35793"/>
                </a:lnTo>
                <a:lnTo>
                  <a:pt x="38821" y="19273"/>
                </a:lnTo>
                <a:lnTo>
                  <a:pt x="57045" y="13767"/>
                </a:lnTo>
                <a:lnTo>
                  <a:pt x="69479" y="0"/>
                </a:lnTo>
                <a:lnTo>
                  <a:pt x="113140" y="15096"/>
                </a:lnTo>
                <a:lnTo>
                  <a:pt x="157086" y="35698"/>
                </a:lnTo>
                <a:lnTo>
                  <a:pt x="183852" y="40161"/>
                </a:lnTo>
                <a:lnTo>
                  <a:pt x="205968" y="51933"/>
                </a:lnTo>
                <a:lnTo>
                  <a:pt x="215270" y="61713"/>
                </a:lnTo>
                <a:lnTo>
                  <a:pt x="218971" y="73485"/>
                </a:lnTo>
                <a:lnTo>
                  <a:pt x="255419" y="89436"/>
                </a:lnTo>
                <a:lnTo>
                  <a:pt x="257792" y="84499"/>
                </a:lnTo>
                <a:lnTo>
                  <a:pt x="274877" y="85638"/>
                </a:lnTo>
                <a:lnTo>
                  <a:pt x="281521" y="98740"/>
                </a:lnTo>
                <a:lnTo>
                  <a:pt x="311419" y="96556"/>
                </a:lnTo>
                <a:lnTo>
                  <a:pt x="332301" y="99120"/>
                </a:lnTo>
                <a:lnTo>
                  <a:pt x="357264" y="89815"/>
                </a:lnTo>
                <a:lnTo>
                  <a:pt x="406810" y="85638"/>
                </a:lnTo>
                <a:lnTo>
                  <a:pt x="418010" y="79847"/>
                </a:lnTo>
                <a:lnTo>
                  <a:pt x="440980" y="84594"/>
                </a:lnTo>
                <a:lnTo>
                  <a:pt x="453414" y="93898"/>
                </a:lnTo>
                <a:lnTo>
                  <a:pt x="467651" y="91714"/>
                </a:lnTo>
                <a:lnTo>
                  <a:pt x="497550" y="99405"/>
                </a:lnTo>
                <a:lnTo>
                  <a:pt x="543110" y="96936"/>
                </a:lnTo>
                <a:lnTo>
                  <a:pt x="556018" y="92379"/>
                </a:lnTo>
                <a:lnTo>
                  <a:pt x="563042" y="85353"/>
                </a:lnTo>
                <a:lnTo>
                  <a:pt x="641158" y="83170"/>
                </a:lnTo>
                <a:lnTo>
                  <a:pt x="670012" y="95797"/>
                </a:lnTo>
                <a:lnTo>
                  <a:pt x="690989" y="118583"/>
                </a:lnTo>
                <a:lnTo>
                  <a:pt x="711301" y="166434"/>
                </a:lnTo>
                <a:lnTo>
                  <a:pt x="728481" y="230330"/>
                </a:lnTo>
                <a:lnTo>
                  <a:pt x="724399" y="236976"/>
                </a:lnTo>
                <a:lnTo>
                  <a:pt x="713199" y="240204"/>
                </a:lnTo>
                <a:lnTo>
                  <a:pt x="664887" y="228241"/>
                </a:lnTo>
                <a:lnTo>
                  <a:pt x="591896" y="227862"/>
                </a:lnTo>
                <a:lnTo>
                  <a:pt x="585632" y="240869"/>
                </a:lnTo>
                <a:lnTo>
                  <a:pt x="578703" y="235552"/>
                </a:lnTo>
                <a:lnTo>
                  <a:pt x="580886" y="229286"/>
                </a:lnTo>
                <a:lnTo>
                  <a:pt x="575571" y="227767"/>
                </a:lnTo>
                <a:lnTo>
                  <a:pt x="491760" y="227197"/>
                </a:lnTo>
                <a:lnTo>
                  <a:pt x="458350" y="243337"/>
                </a:lnTo>
                <a:lnTo>
                  <a:pt x="441265" y="233843"/>
                </a:lnTo>
                <a:lnTo>
                  <a:pt x="435570" y="241154"/>
                </a:lnTo>
                <a:lnTo>
                  <a:pt x="420763" y="246850"/>
                </a:lnTo>
                <a:lnTo>
                  <a:pt x="417536" y="242388"/>
                </a:lnTo>
                <a:lnTo>
                  <a:pt x="410986" y="244382"/>
                </a:lnTo>
                <a:lnTo>
                  <a:pt x="396369" y="256155"/>
                </a:lnTo>
                <a:lnTo>
                  <a:pt x="386593" y="258623"/>
                </a:lnTo>
                <a:lnTo>
                  <a:pt x="378051" y="256060"/>
                </a:lnTo>
                <a:lnTo>
                  <a:pt x="340654" y="269257"/>
                </a:lnTo>
                <a:lnTo>
                  <a:pt x="304206" y="271915"/>
                </a:lnTo>
                <a:lnTo>
                  <a:pt x="277345" y="240299"/>
                </a:lnTo>
                <a:lnTo>
                  <a:pt x="270890" y="220266"/>
                </a:lnTo>
                <a:lnTo>
                  <a:pt x="257128" y="211911"/>
                </a:lnTo>
                <a:lnTo>
                  <a:pt x="228748" y="214000"/>
                </a:lnTo>
                <a:lnTo>
                  <a:pt x="211473" y="181435"/>
                </a:lnTo>
                <a:lnTo>
                  <a:pt x="213276" y="172320"/>
                </a:lnTo>
                <a:lnTo>
                  <a:pt x="209100" y="174029"/>
                </a:lnTo>
                <a:lnTo>
                  <a:pt x="192585" y="162446"/>
                </a:lnTo>
                <a:lnTo>
                  <a:pt x="173507" y="160832"/>
                </a:lnTo>
                <a:lnTo>
                  <a:pt x="166673" y="153807"/>
                </a:lnTo>
                <a:lnTo>
                  <a:pt x="139716" y="146021"/>
                </a:lnTo>
                <a:lnTo>
                  <a:pt x="119215" y="131210"/>
                </a:lnTo>
                <a:lnTo>
                  <a:pt x="113140" y="128932"/>
                </a:lnTo>
                <a:lnTo>
                  <a:pt x="114469" y="132635"/>
                </a:lnTo>
                <a:lnTo>
                  <a:pt x="107635" y="131780"/>
                </a:lnTo>
                <a:lnTo>
                  <a:pt x="100041" y="122571"/>
                </a:lnTo>
                <a:lnTo>
                  <a:pt x="76218" y="118108"/>
                </a:lnTo>
                <a:lnTo>
                  <a:pt x="69099" y="103202"/>
                </a:lnTo>
                <a:lnTo>
                  <a:pt x="54672" y="100639"/>
                </a:lnTo>
                <a:lnTo>
                  <a:pt x="49261" y="105386"/>
                </a:lnTo>
                <a:lnTo>
                  <a:pt x="40529" y="103677"/>
                </a:lnTo>
                <a:lnTo>
                  <a:pt x="22590" y="84878"/>
                </a:lnTo>
                <a:lnTo>
                  <a:pt x="18888" y="86493"/>
                </a:lnTo>
                <a:lnTo>
                  <a:pt x="20597" y="80226"/>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C06C3384-551D-411A-8929-326F264298A9}"/>
              </a:ext>
            </a:extLst>
          </p:cNvPr>
          <p:cNvSpPr>
            <a:spLocks xmlns:a="http://schemas.openxmlformats.org/drawingml/2006/main" noGrp="1"/>
          </p:cNvSpPr>
          <p:nvPr/>
        </p:nvSpPr>
        <p:spPr>
          <a:xfrm xmlns:a="http://schemas.openxmlformats.org/drawingml/2006/main">
            <a:off x="6069571" y="4028830"/>
            <a:ext cx="110052" cy="129807"/>
          </a:xfrm>
          <a:custGeom xmlns:a="http://schemas.openxmlformats.org/drawingml/2006/main">
            <a:pathLst>
              <a:path w="154144" h="181815">
                <a:moveTo>
                  <a:pt x="52583" y="15476"/>
                </a:moveTo>
                <a:lnTo>
                  <a:pt x="60462" y="26869"/>
                </a:lnTo>
                <a:lnTo>
                  <a:pt x="65872" y="21172"/>
                </a:lnTo>
                <a:lnTo>
                  <a:pt x="76028" y="21552"/>
                </a:lnTo>
                <a:lnTo>
                  <a:pt x="81153" y="17849"/>
                </a:lnTo>
                <a:lnTo>
                  <a:pt x="75553" y="12912"/>
                </a:lnTo>
                <a:lnTo>
                  <a:pt x="74224" y="15571"/>
                </a:lnTo>
                <a:lnTo>
                  <a:pt x="77546" y="9494"/>
                </a:lnTo>
                <a:lnTo>
                  <a:pt x="138862" y="1709"/>
                </a:lnTo>
                <a:lnTo>
                  <a:pt x="144177" y="5507"/>
                </a:lnTo>
                <a:lnTo>
                  <a:pt x="144177" y="13767"/>
                </a:lnTo>
                <a:lnTo>
                  <a:pt x="134686" y="29337"/>
                </a:lnTo>
                <a:lnTo>
                  <a:pt x="111052" y="38262"/>
                </a:lnTo>
                <a:lnTo>
                  <a:pt x="112286" y="33135"/>
                </a:lnTo>
                <a:lnTo>
                  <a:pt x="103648" y="32091"/>
                </a:lnTo>
                <a:lnTo>
                  <a:pt x="97384" y="38357"/>
                </a:lnTo>
                <a:lnTo>
                  <a:pt x="95391" y="47756"/>
                </a:lnTo>
                <a:lnTo>
                  <a:pt x="104123" y="65890"/>
                </a:lnTo>
                <a:lnTo>
                  <a:pt x="114374" y="65985"/>
                </a:lnTo>
                <a:lnTo>
                  <a:pt x="116462" y="62377"/>
                </a:lnTo>
                <a:lnTo>
                  <a:pt x="113140" y="60099"/>
                </a:lnTo>
                <a:lnTo>
                  <a:pt x="120448" y="62662"/>
                </a:lnTo>
                <a:lnTo>
                  <a:pt x="124815" y="84309"/>
                </a:lnTo>
                <a:lnTo>
                  <a:pt x="143703" y="100449"/>
                </a:lnTo>
                <a:lnTo>
                  <a:pt x="147500" y="110608"/>
                </a:lnTo>
                <a:lnTo>
                  <a:pt x="153764" y="114975"/>
                </a:lnTo>
                <a:lnTo>
                  <a:pt x="154144" y="121146"/>
                </a:lnTo>
                <a:lnTo>
                  <a:pt x="149872" y="117159"/>
                </a:lnTo>
                <a:lnTo>
                  <a:pt x="143418" y="120007"/>
                </a:lnTo>
                <a:lnTo>
                  <a:pt x="139432" y="131495"/>
                </a:lnTo>
                <a:lnTo>
                  <a:pt x="144842" y="135863"/>
                </a:lnTo>
                <a:lnTo>
                  <a:pt x="131174" y="141654"/>
                </a:lnTo>
                <a:lnTo>
                  <a:pt x="134306" y="138996"/>
                </a:lnTo>
                <a:lnTo>
                  <a:pt x="123865" y="133869"/>
                </a:lnTo>
                <a:lnTo>
                  <a:pt x="117126" y="123710"/>
                </a:lnTo>
                <a:lnTo>
                  <a:pt x="100611" y="110893"/>
                </a:lnTo>
                <a:lnTo>
                  <a:pt x="88557" y="93613"/>
                </a:lnTo>
                <a:lnTo>
                  <a:pt x="77072" y="110703"/>
                </a:lnTo>
                <a:lnTo>
                  <a:pt x="79824" y="127792"/>
                </a:lnTo>
                <a:lnTo>
                  <a:pt x="79729" y="122096"/>
                </a:lnTo>
                <a:lnTo>
                  <a:pt x="72041" y="123425"/>
                </a:lnTo>
                <a:lnTo>
                  <a:pt x="75553" y="142224"/>
                </a:lnTo>
                <a:lnTo>
                  <a:pt x="78970" y="143363"/>
                </a:lnTo>
                <a:lnTo>
                  <a:pt x="80204" y="139945"/>
                </a:lnTo>
                <a:lnTo>
                  <a:pt x="81248" y="155895"/>
                </a:lnTo>
                <a:lnTo>
                  <a:pt x="76977" y="154946"/>
                </a:lnTo>
                <a:lnTo>
                  <a:pt x="75933" y="164725"/>
                </a:lnTo>
                <a:lnTo>
                  <a:pt x="79729" y="168903"/>
                </a:lnTo>
                <a:lnTo>
                  <a:pt x="84570" y="167099"/>
                </a:lnTo>
                <a:lnTo>
                  <a:pt x="85804" y="174504"/>
                </a:lnTo>
                <a:lnTo>
                  <a:pt x="79824" y="181815"/>
                </a:lnTo>
                <a:lnTo>
                  <a:pt x="67675" y="169282"/>
                </a:lnTo>
                <a:lnTo>
                  <a:pt x="58373" y="166909"/>
                </a:lnTo>
                <a:lnTo>
                  <a:pt x="47553" y="148300"/>
                </a:lnTo>
                <a:lnTo>
                  <a:pt x="0" y="98170"/>
                </a:lnTo>
                <a:lnTo>
                  <a:pt x="11105" y="88296"/>
                </a:lnTo>
                <a:lnTo>
                  <a:pt x="22495" y="85828"/>
                </a:lnTo>
                <a:lnTo>
                  <a:pt x="28854" y="88201"/>
                </a:lnTo>
                <a:lnTo>
                  <a:pt x="25722" y="88866"/>
                </a:lnTo>
                <a:lnTo>
                  <a:pt x="30468" y="93138"/>
                </a:lnTo>
                <a:lnTo>
                  <a:pt x="34739" y="93233"/>
                </a:lnTo>
                <a:lnTo>
                  <a:pt x="33980" y="90290"/>
                </a:lnTo>
                <a:lnTo>
                  <a:pt x="40339" y="96746"/>
                </a:lnTo>
                <a:lnTo>
                  <a:pt x="51539" y="98645"/>
                </a:lnTo>
                <a:lnTo>
                  <a:pt x="49072" y="104532"/>
                </a:lnTo>
                <a:lnTo>
                  <a:pt x="66916" y="114311"/>
                </a:lnTo>
                <a:lnTo>
                  <a:pt x="70238" y="108994"/>
                </a:lnTo>
                <a:lnTo>
                  <a:pt x="63119" y="103297"/>
                </a:lnTo>
                <a:lnTo>
                  <a:pt x="76218" y="109658"/>
                </a:lnTo>
                <a:lnTo>
                  <a:pt x="86469" y="92949"/>
                </a:lnTo>
                <a:lnTo>
                  <a:pt x="84570" y="84499"/>
                </a:lnTo>
                <a:lnTo>
                  <a:pt x="87797" y="79372"/>
                </a:lnTo>
                <a:lnTo>
                  <a:pt x="84001" y="73485"/>
                </a:lnTo>
                <a:lnTo>
                  <a:pt x="80868" y="75859"/>
                </a:lnTo>
                <a:lnTo>
                  <a:pt x="67011" y="63991"/>
                </a:lnTo>
                <a:lnTo>
                  <a:pt x="75079" y="56776"/>
                </a:lnTo>
                <a:lnTo>
                  <a:pt x="80584" y="61333"/>
                </a:lnTo>
                <a:lnTo>
                  <a:pt x="85899" y="59339"/>
                </a:lnTo>
                <a:lnTo>
                  <a:pt x="85140" y="43768"/>
                </a:lnTo>
                <a:lnTo>
                  <a:pt x="67106" y="44528"/>
                </a:lnTo>
                <a:lnTo>
                  <a:pt x="64733" y="31901"/>
                </a:lnTo>
                <a:lnTo>
                  <a:pt x="46983" y="55351"/>
                </a:lnTo>
                <a:lnTo>
                  <a:pt x="34360" y="56965"/>
                </a:lnTo>
                <a:lnTo>
                  <a:pt x="35973" y="49465"/>
                </a:lnTo>
                <a:lnTo>
                  <a:pt x="55051" y="42154"/>
                </a:lnTo>
                <a:lnTo>
                  <a:pt x="59323" y="28293"/>
                </a:lnTo>
                <a:lnTo>
                  <a:pt x="47933" y="15665"/>
                </a:lnTo>
                <a:lnTo>
                  <a:pt x="44326" y="20508"/>
                </a:lnTo>
                <a:lnTo>
                  <a:pt x="46604" y="22217"/>
                </a:lnTo>
                <a:lnTo>
                  <a:pt x="40244" y="21457"/>
                </a:lnTo>
                <a:lnTo>
                  <a:pt x="22210" y="3608"/>
                </a:lnTo>
                <a:lnTo>
                  <a:pt x="25627" y="0"/>
                </a:lnTo>
                <a:lnTo>
                  <a:pt x="50305" y="7595"/>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46513F1A-60FF-405B-8E07-AA3D6C94DF50}"/>
              </a:ext>
            </a:extLst>
          </p:cNvPr>
          <p:cNvSpPr>
            <a:spLocks xmlns:a="http://schemas.openxmlformats.org/drawingml/2006/main" noGrp="1"/>
          </p:cNvSpPr>
          <p:nvPr/>
        </p:nvSpPr>
        <p:spPr>
          <a:xfrm xmlns:a="http://schemas.openxmlformats.org/drawingml/2006/main">
            <a:off x="6080143" y="3940574"/>
            <a:ext cx="72238" cy="52804"/>
          </a:xfrm>
          <a:custGeom xmlns:a="http://schemas.openxmlformats.org/drawingml/2006/main">
            <a:pathLst>
              <a:path w="101180" h="73960">
                <a:moveTo>
                  <a:pt x="101180" y="44053"/>
                </a:moveTo>
                <a:lnTo>
                  <a:pt x="98997" y="56965"/>
                </a:lnTo>
                <a:lnTo>
                  <a:pt x="88652" y="63327"/>
                </a:lnTo>
                <a:lnTo>
                  <a:pt x="52299" y="47566"/>
                </a:lnTo>
                <a:lnTo>
                  <a:pt x="40909" y="51459"/>
                </a:lnTo>
                <a:lnTo>
                  <a:pt x="12339" y="73960"/>
                </a:lnTo>
                <a:lnTo>
                  <a:pt x="4366" y="73675"/>
                </a:lnTo>
                <a:lnTo>
                  <a:pt x="0" y="67219"/>
                </a:lnTo>
                <a:lnTo>
                  <a:pt x="4461" y="54497"/>
                </a:lnTo>
                <a:lnTo>
                  <a:pt x="43187" y="28388"/>
                </a:lnTo>
                <a:lnTo>
                  <a:pt x="69858" y="0"/>
                </a:lnTo>
                <a:lnTo>
                  <a:pt x="79160" y="3133"/>
                </a:lnTo>
                <a:lnTo>
                  <a:pt x="89885" y="14051"/>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70D0298A-D55D-4954-B87B-DD4923234FE1}"/>
              </a:ext>
            </a:extLst>
          </p:cNvPr>
          <p:cNvSpPr>
            <a:spLocks xmlns:a="http://schemas.openxmlformats.org/drawingml/2006/main" noGrp="1"/>
          </p:cNvSpPr>
          <p:nvPr/>
        </p:nvSpPr>
        <p:spPr>
          <a:xfrm xmlns:a="http://schemas.openxmlformats.org/drawingml/2006/main">
            <a:off x="6016375" y="4013375"/>
            <a:ext cx="35848" cy="49212"/>
          </a:xfrm>
          <a:custGeom xmlns:a="http://schemas.openxmlformats.org/drawingml/2006/main">
            <a:pathLst>
              <a:path w="50211" h="68928">
                <a:moveTo>
                  <a:pt x="50211" y="57535"/>
                </a:moveTo>
                <a:lnTo>
                  <a:pt x="48028" y="67029"/>
                </a:lnTo>
                <a:lnTo>
                  <a:pt x="42712" y="68928"/>
                </a:lnTo>
                <a:lnTo>
                  <a:pt x="17370" y="54592"/>
                </a:lnTo>
                <a:lnTo>
                  <a:pt x="0" y="17849"/>
                </a:lnTo>
                <a:lnTo>
                  <a:pt x="6075" y="0"/>
                </a:lnTo>
                <a:lnTo>
                  <a:pt x="22875" y="5127"/>
                </a:lnTo>
                <a:lnTo>
                  <a:pt x="37872" y="24305"/>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1402A122-FDB6-49CA-B5D0-154CC399657D}"/>
              </a:ext>
            </a:extLst>
          </p:cNvPr>
          <p:cNvSpPr>
            <a:spLocks xmlns:a="http://schemas.openxmlformats.org/drawingml/2006/main" noGrp="1"/>
          </p:cNvSpPr>
          <p:nvPr/>
        </p:nvSpPr>
        <p:spPr>
          <a:xfrm xmlns:a="http://schemas.openxmlformats.org/drawingml/2006/main">
            <a:off x="6170068" y="4076753"/>
            <a:ext cx="32256" cy="31384"/>
          </a:xfrm>
          <a:custGeom xmlns:a="http://schemas.openxmlformats.org/drawingml/2006/main">
            <a:pathLst>
              <a:path w="45180" h="43958">
                <a:moveTo>
                  <a:pt x="24678" y="10918"/>
                </a:moveTo>
                <a:lnTo>
                  <a:pt x="32271" y="8260"/>
                </a:lnTo>
                <a:lnTo>
                  <a:pt x="27146" y="4367"/>
                </a:lnTo>
                <a:lnTo>
                  <a:pt x="31417" y="6931"/>
                </a:lnTo>
                <a:lnTo>
                  <a:pt x="42617" y="24590"/>
                </a:lnTo>
                <a:lnTo>
                  <a:pt x="45180" y="33610"/>
                </a:lnTo>
                <a:lnTo>
                  <a:pt x="37777" y="43958"/>
                </a:lnTo>
                <a:lnTo>
                  <a:pt x="32461" y="41870"/>
                </a:lnTo>
                <a:lnTo>
                  <a:pt x="37587" y="43579"/>
                </a:lnTo>
                <a:lnTo>
                  <a:pt x="43377" y="35983"/>
                </a:lnTo>
                <a:lnTo>
                  <a:pt x="41953" y="38072"/>
                </a:lnTo>
                <a:lnTo>
                  <a:pt x="22970" y="29622"/>
                </a:lnTo>
                <a:lnTo>
                  <a:pt x="22970" y="26964"/>
                </a:lnTo>
                <a:lnTo>
                  <a:pt x="24583" y="32375"/>
                </a:lnTo>
                <a:lnTo>
                  <a:pt x="15376" y="19368"/>
                </a:lnTo>
                <a:lnTo>
                  <a:pt x="20407" y="20602"/>
                </a:lnTo>
                <a:lnTo>
                  <a:pt x="22685" y="16330"/>
                </a:lnTo>
                <a:lnTo>
                  <a:pt x="14902" y="14051"/>
                </a:lnTo>
                <a:lnTo>
                  <a:pt x="11295" y="19083"/>
                </a:lnTo>
                <a:lnTo>
                  <a:pt x="0" y="5791"/>
                </a:lnTo>
                <a:lnTo>
                  <a:pt x="1139" y="854"/>
                </a:lnTo>
                <a:lnTo>
                  <a:pt x="10346" y="0"/>
                </a:lnTo>
                <a:lnTo>
                  <a:pt x="10820" y="3418"/>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C0DE3A8E-EC5F-4700-B9F1-B3E3CE11D28B}"/>
              </a:ext>
            </a:extLst>
          </p:cNvPr>
          <p:cNvSpPr>
            <a:spLocks xmlns:a="http://schemas.openxmlformats.org/drawingml/2006/main" noGrp="1"/>
          </p:cNvSpPr>
          <p:nvPr/>
        </p:nvSpPr>
        <p:spPr>
          <a:xfrm xmlns:a="http://schemas.openxmlformats.org/drawingml/2006/main">
            <a:off x="6003568" y="4143589"/>
            <a:ext cx="21753" cy="22030"/>
          </a:xfrm>
          <a:custGeom xmlns:a="http://schemas.openxmlformats.org/drawingml/2006/main">
            <a:pathLst>
              <a:path w="30468" h="30856">
                <a:moveTo>
                  <a:pt x="14712" y="0"/>
                </a:moveTo>
                <a:lnTo>
                  <a:pt x="26956" y="7500"/>
                </a:lnTo>
                <a:lnTo>
                  <a:pt x="30468" y="14621"/>
                </a:lnTo>
                <a:lnTo>
                  <a:pt x="28570" y="11013"/>
                </a:lnTo>
                <a:lnTo>
                  <a:pt x="24393" y="12437"/>
                </a:lnTo>
                <a:lnTo>
                  <a:pt x="16231" y="26584"/>
                </a:lnTo>
                <a:lnTo>
                  <a:pt x="19648" y="28768"/>
                </a:lnTo>
                <a:lnTo>
                  <a:pt x="8542" y="30856"/>
                </a:lnTo>
                <a:lnTo>
                  <a:pt x="0" y="19938"/>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739F425A-240E-4103-BD5F-297915556364}"/>
              </a:ext>
            </a:extLst>
          </p:cNvPr>
          <p:cNvSpPr>
            <a:spLocks xmlns:a="http://schemas.openxmlformats.org/drawingml/2006/main" noGrp="1"/>
          </p:cNvSpPr>
          <p:nvPr/>
        </p:nvSpPr>
        <p:spPr>
          <a:xfrm xmlns:a="http://schemas.openxmlformats.org/drawingml/2006/main">
            <a:off x="5991709" y="4133625"/>
            <a:ext cx="13621" cy="15523"/>
          </a:xfrm>
          <a:custGeom xmlns:a="http://schemas.openxmlformats.org/drawingml/2006/main">
            <a:pathLst>
              <a:path w="19078" h="21742">
                <a:moveTo>
                  <a:pt x="4081" y="0"/>
                </a:moveTo>
                <a:lnTo>
                  <a:pt x="14048" y="2279"/>
                </a:lnTo>
                <a:lnTo>
                  <a:pt x="19078" y="7500"/>
                </a:lnTo>
                <a:lnTo>
                  <a:pt x="8068" y="21742"/>
                </a:lnTo>
                <a:lnTo>
                  <a:pt x="854" y="14146"/>
                </a:lnTo>
                <a:lnTo>
                  <a:pt x="0" y="4747"/>
                </a:lnTo>
                <a:lnTo>
                  <a:pt x="664" y="7880"/>
                </a:lnTo>
                <a:lnTo>
                  <a:pt x="4081" y="5032"/>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30977D30-4A72-40AD-B36B-28FBEB536088}"/>
              </a:ext>
            </a:extLst>
          </p:cNvPr>
          <p:cNvSpPr>
            <a:spLocks xmlns:a="http://schemas.openxmlformats.org/drawingml/2006/main" noGrp="1"/>
          </p:cNvSpPr>
          <p:nvPr/>
        </p:nvSpPr>
        <p:spPr>
          <a:xfrm xmlns:a="http://schemas.openxmlformats.org/drawingml/2006/main">
            <a:off x="6167561" y="2536214"/>
            <a:ext cx="101784" cy="117742"/>
          </a:xfrm>
          <a:custGeom xmlns:a="http://schemas.openxmlformats.org/drawingml/2006/main">
            <a:pathLst>
              <a:path w="142564" h="164915">
                <a:moveTo>
                  <a:pt x="139811" y="120197"/>
                </a:moveTo>
                <a:lnTo>
                  <a:pt x="142564" y="131685"/>
                </a:lnTo>
                <a:lnTo>
                  <a:pt x="138767" y="140230"/>
                </a:lnTo>
                <a:lnTo>
                  <a:pt x="112760" y="160737"/>
                </a:lnTo>
                <a:lnTo>
                  <a:pt x="93302" y="164915"/>
                </a:lnTo>
                <a:lnTo>
                  <a:pt x="75933" y="158744"/>
                </a:lnTo>
                <a:lnTo>
                  <a:pt x="57139" y="138046"/>
                </a:lnTo>
                <a:lnTo>
                  <a:pt x="38821" y="105291"/>
                </a:lnTo>
                <a:lnTo>
                  <a:pt x="21641" y="92379"/>
                </a:lnTo>
                <a:lnTo>
                  <a:pt x="20027" y="64751"/>
                </a:lnTo>
                <a:lnTo>
                  <a:pt x="1993" y="28673"/>
                </a:lnTo>
                <a:lnTo>
                  <a:pt x="0" y="12532"/>
                </a:lnTo>
                <a:lnTo>
                  <a:pt x="26007" y="0"/>
                </a:lnTo>
                <a:lnTo>
                  <a:pt x="36922" y="1994"/>
                </a:lnTo>
                <a:lnTo>
                  <a:pt x="82862" y="50794"/>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3B176735-76A8-4983-A4BA-04BDCE22C2F7}"/>
              </a:ext>
            </a:extLst>
          </p:cNvPr>
          <p:cNvSpPr>
            <a:spLocks xmlns:a="http://schemas.openxmlformats.org/drawingml/2006/main" noGrp="1"/>
          </p:cNvSpPr>
          <p:nvPr/>
        </p:nvSpPr>
        <p:spPr>
          <a:xfrm xmlns:a="http://schemas.openxmlformats.org/drawingml/2006/main">
            <a:off x="7194008" y="2618572"/>
            <a:ext cx="537653" cy="698113"/>
          </a:xfrm>
          <a:custGeom xmlns:a="http://schemas.openxmlformats.org/drawingml/2006/main">
            <a:pathLst>
              <a:path w="753064" h="977812">
                <a:moveTo>
                  <a:pt x="426932" y="78327"/>
                </a:moveTo>
                <a:lnTo>
                  <a:pt x="434051" y="87632"/>
                </a:lnTo>
                <a:lnTo>
                  <a:pt x="443068" y="82790"/>
                </a:lnTo>
                <a:lnTo>
                  <a:pt x="466607" y="85163"/>
                </a:lnTo>
                <a:lnTo>
                  <a:pt x="517672" y="102633"/>
                </a:lnTo>
                <a:lnTo>
                  <a:pt x="537415" y="112412"/>
                </a:lnTo>
                <a:lnTo>
                  <a:pt x="537984" y="115830"/>
                </a:lnTo>
                <a:lnTo>
                  <a:pt x="540926" y="113931"/>
                </a:lnTo>
                <a:lnTo>
                  <a:pt x="576425" y="127887"/>
                </a:lnTo>
                <a:lnTo>
                  <a:pt x="603666" y="144787"/>
                </a:lnTo>
                <a:lnTo>
                  <a:pt x="652453" y="189410"/>
                </a:lnTo>
                <a:lnTo>
                  <a:pt x="677795" y="204791"/>
                </a:lnTo>
                <a:lnTo>
                  <a:pt x="721267" y="288815"/>
                </a:lnTo>
                <a:lnTo>
                  <a:pt x="721172" y="299923"/>
                </a:lnTo>
                <a:lnTo>
                  <a:pt x="707030" y="313974"/>
                </a:lnTo>
                <a:lnTo>
                  <a:pt x="708263" y="316918"/>
                </a:lnTo>
                <a:lnTo>
                  <a:pt x="735314" y="325652"/>
                </a:lnTo>
                <a:lnTo>
                  <a:pt x="751071" y="347774"/>
                </a:lnTo>
                <a:lnTo>
                  <a:pt x="753064" y="386795"/>
                </a:lnTo>
                <a:lnTo>
                  <a:pt x="745850" y="420975"/>
                </a:lnTo>
                <a:lnTo>
                  <a:pt x="728955" y="457243"/>
                </a:lnTo>
                <a:lnTo>
                  <a:pt x="686717" y="526171"/>
                </a:lnTo>
                <a:lnTo>
                  <a:pt x="668494" y="564053"/>
                </a:lnTo>
                <a:lnTo>
                  <a:pt x="636697" y="654438"/>
                </a:lnTo>
                <a:lnTo>
                  <a:pt x="621700" y="735614"/>
                </a:lnTo>
                <a:lnTo>
                  <a:pt x="622269" y="781376"/>
                </a:lnTo>
                <a:lnTo>
                  <a:pt x="630337" y="814036"/>
                </a:lnTo>
                <a:lnTo>
                  <a:pt x="664792" y="878597"/>
                </a:lnTo>
                <a:lnTo>
                  <a:pt x="711680" y="949804"/>
                </a:lnTo>
                <a:lnTo>
                  <a:pt x="710921" y="965849"/>
                </a:lnTo>
                <a:lnTo>
                  <a:pt x="697823" y="977432"/>
                </a:lnTo>
                <a:lnTo>
                  <a:pt x="686528" y="977812"/>
                </a:lnTo>
                <a:lnTo>
                  <a:pt x="677795" y="973349"/>
                </a:lnTo>
                <a:lnTo>
                  <a:pt x="222104" y="586269"/>
                </a:lnTo>
                <a:lnTo>
                  <a:pt x="118455" y="492086"/>
                </a:lnTo>
                <a:lnTo>
                  <a:pt x="82767" y="438729"/>
                </a:lnTo>
                <a:lnTo>
                  <a:pt x="68719" y="404075"/>
                </a:lnTo>
                <a:lnTo>
                  <a:pt x="61126" y="373408"/>
                </a:lnTo>
                <a:lnTo>
                  <a:pt x="70428" y="366003"/>
                </a:lnTo>
                <a:lnTo>
                  <a:pt x="150157" y="368282"/>
                </a:lnTo>
                <a:lnTo>
                  <a:pt x="169805" y="363629"/>
                </a:lnTo>
                <a:lnTo>
                  <a:pt x="184327" y="355274"/>
                </a:lnTo>
                <a:lnTo>
                  <a:pt x="194958" y="340368"/>
                </a:lnTo>
                <a:lnTo>
                  <a:pt x="193913" y="330115"/>
                </a:lnTo>
                <a:lnTo>
                  <a:pt x="184232" y="320810"/>
                </a:lnTo>
                <a:lnTo>
                  <a:pt x="182618" y="307993"/>
                </a:lnTo>
                <a:lnTo>
                  <a:pt x="200083" y="276852"/>
                </a:lnTo>
                <a:lnTo>
                  <a:pt x="185561" y="270111"/>
                </a:lnTo>
                <a:lnTo>
                  <a:pt x="169615" y="271630"/>
                </a:lnTo>
                <a:lnTo>
                  <a:pt x="147120" y="294796"/>
                </a:lnTo>
                <a:lnTo>
                  <a:pt x="126428" y="303151"/>
                </a:lnTo>
                <a:lnTo>
                  <a:pt x="50021" y="299638"/>
                </a:lnTo>
                <a:lnTo>
                  <a:pt x="37871" y="292612"/>
                </a:lnTo>
                <a:lnTo>
                  <a:pt x="29804" y="282454"/>
                </a:lnTo>
                <a:lnTo>
                  <a:pt x="1708" y="207734"/>
                </a:lnTo>
                <a:lnTo>
                  <a:pt x="0" y="171751"/>
                </a:lnTo>
                <a:lnTo>
                  <a:pt x="15851" y="138901"/>
                </a:lnTo>
                <a:lnTo>
                  <a:pt x="115513" y="48990"/>
                </a:lnTo>
                <a:lnTo>
                  <a:pt x="146076" y="32565"/>
                </a:lnTo>
                <a:lnTo>
                  <a:pt x="259406" y="1044"/>
                </a:lnTo>
                <a:lnTo>
                  <a:pt x="296897" y="0"/>
                </a:lnTo>
                <a:lnTo>
                  <a:pt x="328789" y="9209"/>
                </a:lnTo>
                <a:lnTo>
                  <a:pt x="357739" y="52408"/>
                </a:lnTo>
                <a:lnTo>
                  <a:pt x="422281" y="64561"/>
                </a:lnTo>
                <a:lnTo>
                  <a:pt x="429400" y="70257"/>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53E7A6EC-B9FE-4682-BB51-AD1E7E044579}"/>
              </a:ext>
            </a:extLst>
          </p:cNvPr>
          <p:cNvSpPr>
            <a:spLocks xmlns:a="http://schemas.openxmlformats.org/drawingml/2006/main" noGrp="1"/>
          </p:cNvSpPr>
          <p:nvPr/>
        </p:nvSpPr>
        <p:spPr>
          <a:xfrm xmlns:a="http://schemas.openxmlformats.org/drawingml/2006/main">
            <a:off x="6753260" y="2837923"/>
            <a:ext cx="70883" cy="65480"/>
          </a:xfrm>
          <a:custGeom xmlns:a="http://schemas.openxmlformats.org/drawingml/2006/main">
            <a:pathLst>
              <a:path w="99282" h="91714">
                <a:moveTo>
                  <a:pt x="28095" y="5791"/>
                </a:moveTo>
                <a:lnTo>
                  <a:pt x="52204" y="37597"/>
                </a:lnTo>
                <a:lnTo>
                  <a:pt x="90265" y="49845"/>
                </a:lnTo>
                <a:lnTo>
                  <a:pt x="99282" y="82980"/>
                </a:lnTo>
                <a:lnTo>
                  <a:pt x="95391" y="91145"/>
                </a:lnTo>
                <a:lnTo>
                  <a:pt x="90265" y="91714"/>
                </a:lnTo>
                <a:lnTo>
                  <a:pt x="77926" y="81176"/>
                </a:lnTo>
                <a:lnTo>
                  <a:pt x="7214" y="12153"/>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0EA23C81-549E-471C-AE0B-BC0F785E8DF3}"/>
              </a:ext>
            </a:extLst>
          </p:cNvPr>
          <p:cNvSpPr>
            <a:spLocks xmlns:a="http://schemas.openxmlformats.org/drawingml/2006/main" noGrp="1"/>
          </p:cNvSpPr>
          <p:nvPr/>
        </p:nvSpPr>
        <p:spPr>
          <a:xfrm xmlns:a="http://schemas.openxmlformats.org/drawingml/2006/main">
            <a:off x="5490039" y="4132404"/>
            <a:ext cx="163315" cy="196101"/>
          </a:xfrm>
          <a:custGeom xmlns:a="http://schemas.openxmlformats.org/drawingml/2006/main">
            <a:pathLst>
              <a:path w="228748" h="274668">
                <a:moveTo>
                  <a:pt x="22305" y="39686"/>
                </a:moveTo>
                <a:lnTo>
                  <a:pt x="36733" y="41395"/>
                </a:lnTo>
                <a:lnTo>
                  <a:pt x="31987" y="51364"/>
                </a:lnTo>
                <a:lnTo>
                  <a:pt x="36638" y="68074"/>
                </a:lnTo>
                <a:lnTo>
                  <a:pt x="30278" y="69973"/>
                </a:lnTo>
                <a:lnTo>
                  <a:pt x="40529" y="66839"/>
                </a:lnTo>
                <a:lnTo>
                  <a:pt x="42238" y="69783"/>
                </a:lnTo>
                <a:lnTo>
                  <a:pt x="46224" y="64656"/>
                </a:lnTo>
                <a:lnTo>
                  <a:pt x="49926" y="69308"/>
                </a:lnTo>
                <a:lnTo>
                  <a:pt x="45085" y="82030"/>
                </a:lnTo>
                <a:lnTo>
                  <a:pt x="50875" y="85828"/>
                </a:lnTo>
                <a:lnTo>
                  <a:pt x="37871" y="93518"/>
                </a:lnTo>
                <a:lnTo>
                  <a:pt x="30373" y="88201"/>
                </a:lnTo>
                <a:lnTo>
                  <a:pt x="28190" y="90005"/>
                </a:lnTo>
                <a:lnTo>
                  <a:pt x="37302" y="94373"/>
                </a:lnTo>
                <a:lnTo>
                  <a:pt x="52963" y="88201"/>
                </a:lnTo>
                <a:lnTo>
                  <a:pt x="46129" y="94468"/>
                </a:lnTo>
                <a:lnTo>
                  <a:pt x="54956" y="93233"/>
                </a:lnTo>
                <a:lnTo>
                  <a:pt x="52868" y="105481"/>
                </a:lnTo>
                <a:lnTo>
                  <a:pt x="56285" y="96082"/>
                </a:lnTo>
                <a:lnTo>
                  <a:pt x="78875" y="86208"/>
                </a:lnTo>
                <a:lnTo>
                  <a:pt x="91309" y="84973"/>
                </a:lnTo>
                <a:lnTo>
                  <a:pt x="117411" y="91619"/>
                </a:lnTo>
                <a:lnTo>
                  <a:pt x="148259" y="75479"/>
                </a:lnTo>
                <a:lnTo>
                  <a:pt x="167432" y="69783"/>
                </a:lnTo>
                <a:lnTo>
                  <a:pt x="167432" y="65890"/>
                </a:lnTo>
                <a:lnTo>
                  <a:pt x="216124" y="65130"/>
                </a:lnTo>
                <a:lnTo>
                  <a:pt x="226659" y="108614"/>
                </a:lnTo>
                <a:lnTo>
                  <a:pt x="228748" y="146591"/>
                </a:lnTo>
                <a:lnTo>
                  <a:pt x="224951" y="161687"/>
                </a:lnTo>
                <a:lnTo>
                  <a:pt x="212232" y="177257"/>
                </a:lnTo>
                <a:lnTo>
                  <a:pt x="176069" y="197005"/>
                </a:lnTo>
                <a:lnTo>
                  <a:pt x="167717" y="236786"/>
                </a:lnTo>
                <a:lnTo>
                  <a:pt x="146266" y="257674"/>
                </a:lnTo>
                <a:lnTo>
                  <a:pt x="126713" y="270586"/>
                </a:lnTo>
                <a:lnTo>
                  <a:pt x="105262" y="274668"/>
                </a:lnTo>
                <a:lnTo>
                  <a:pt x="84096" y="267738"/>
                </a:lnTo>
                <a:lnTo>
                  <a:pt x="28000" y="211152"/>
                </a:lnTo>
                <a:lnTo>
                  <a:pt x="27241" y="199094"/>
                </a:lnTo>
                <a:lnTo>
                  <a:pt x="52014" y="168428"/>
                </a:lnTo>
                <a:lnTo>
                  <a:pt x="57994" y="148965"/>
                </a:lnTo>
                <a:lnTo>
                  <a:pt x="53533" y="127033"/>
                </a:lnTo>
                <a:lnTo>
                  <a:pt x="48977" y="134343"/>
                </a:lnTo>
                <a:lnTo>
                  <a:pt x="46889" y="126938"/>
                </a:lnTo>
                <a:lnTo>
                  <a:pt x="37207" y="124185"/>
                </a:lnTo>
                <a:lnTo>
                  <a:pt x="46983" y="128457"/>
                </a:lnTo>
                <a:lnTo>
                  <a:pt x="47458" y="136432"/>
                </a:lnTo>
                <a:lnTo>
                  <a:pt x="37871" y="145262"/>
                </a:lnTo>
                <a:lnTo>
                  <a:pt x="30943" y="135578"/>
                </a:lnTo>
                <a:lnTo>
                  <a:pt x="28949" y="143743"/>
                </a:lnTo>
                <a:lnTo>
                  <a:pt x="18983" y="153902"/>
                </a:lnTo>
                <a:lnTo>
                  <a:pt x="7214" y="134154"/>
                </a:lnTo>
                <a:lnTo>
                  <a:pt x="0" y="105671"/>
                </a:lnTo>
                <a:lnTo>
                  <a:pt x="3702" y="79562"/>
                </a:lnTo>
                <a:lnTo>
                  <a:pt x="10820" y="70352"/>
                </a:lnTo>
                <a:lnTo>
                  <a:pt x="14807" y="48800"/>
                </a:lnTo>
                <a:lnTo>
                  <a:pt x="10820" y="475"/>
                </a:lnTo>
                <a:lnTo>
                  <a:pt x="13573"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64772BF0-A1B8-4972-8E3B-EA3B0DA22A44}"/>
              </a:ext>
            </a:extLst>
          </p:cNvPr>
          <p:cNvSpPr>
            <a:spLocks xmlns:a="http://schemas.openxmlformats.org/drawingml/2006/main" noGrp="1"/>
          </p:cNvSpPr>
          <p:nvPr/>
        </p:nvSpPr>
        <p:spPr>
          <a:xfrm xmlns:a="http://schemas.openxmlformats.org/drawingml/2006/main">
            <a:off x="5147551" y="4158840"/>
            <a:ext cx="179850" cy="73411"/>
          </a:xfrm>
          <a:custGeom xmlns:a="http://schemas.openxmlformats.org/drawingml/2006/main">
            <a:pathLst>
              <a:path w="251907" h="102823">
                <a:moveTo>
                  <a:pt x="148544" y="190"/>
                </a:moveTo>
                <a:lnTo>
                  <a:pt x="168856" y="6456"/>
                </a:lnTo>
                <a:lnTo>
                  <a:pt x="156137" y="2658"/>
                </a:lnTo>
                <a:lnTo>
                  <a:pt x="153289" y="11583"/>
                </a:lnTo>
                <a:lnTo>
                  <a:pt x="162401" y="25824"/>
                </a:lnTo>
                <a:lnTo>
                  <a:pt x="172747" y="31901"/>
                </a:lnTo>
                <a:lnTo>
                  <a:pt x="189168" y="30192"/>
                </a:lnTo>
                <a:lnTo>
                  <a:pt x="202741" y="20887"/>
                </a:lnTo>
                <a:lnTo>
                  <a:pt x="204164" y="18514"/>
                </a:lnTo>
                <a:lnTo>
                  <a:pt x="199229" y="15571"/>
                </a:lnTo>
                <a:lnTo>
                  <a:pt x="210524" y="21457"/>
                </a:lnTo>
                <a:lnTo>
                  <a:pt x="223243" y="51554"/>
                </a:lnTo>
                <a:lnTo>
                  <a:pt x="217263" y="37312"/>
                </a:lnTo>
                <a:lnTo>
                  <a:pt x="209670" y="35034"/>
                </a:lnTo>
                <a:lnTo>
                  <a:pt x="198849" y="39686"/>
                </a:lnTo>
                <a:lnTo>
                  <a:pt x="192395" y="51364"/>
                </a:lnTo>
                <a:lnTo>
                  <a:pt x="202266" y="61713"/>
                </a:lnTo>
                <a:lnTo>
                  <a:pt x="213941" y="62947"/>
                </a:lnTo>
                <a:lnTo>
                  <a:pt x="232829" y="76903"/>
                </a:lnTo>
                <a:lnTo>
                  <a:pt x="240043" y="75384"/>
                </a:lnTo>
                <a:lnTo>
                  <a:pt x="236056" y="69973"/>
                </a:lnTo>
                <a:lnTo>
                  <a:pt x="251907" y="92949"/>
                </a:lnTo>
                <a:lnTo>
                  <a:pt x="233968" y="95132"/>
                </a:lnTo>
                <a:lnTo>
                  <a:pt x="237290" y="89910"/>
                </a:lnTo>
                <a:lnTo>
                  <a:pt x="233778" y="84404"/>
                </a:lnTo>
                <a:lnTo>
                  <a:pt x="215554" y="80036"/>
                </a:lnTo>
                <a:lnTo>
                  <a:pt x="214225" y="96936"/>
                </a:lnTo>
                <a:lnTo>
                  <a:pt x="225426" y="95607"/>
                </a:lnTo>
                <a:lnTo>
                  <a:pt x="187839" y="102823"/>
                </a:lnTo>
                <a:lnTo>
                  <a:pt x="152625" y="95607"/>
                </a:lnTo>
                <a:lnTo>
                  <a:pt x="92638" y="102348"/>
                </a:lnTo>
                <a:lnTo>
                  <a:pt x="6359" y="87917"/>
                </a:lnTo>
                <a:lnTo>
                  <a:pt x="0" y="81745"/>
                </a:lnTo>
                <a:lnTo>
                  <a:pt x="3322" y="72441"/>
                </a:lnTo>
                <a:lnTo>
                  <a:pt x="33790" y="53358"/>
                </a:lnTo>
                <a:lnTo>
                  <a:pt x="64068" y="20128"/>
                </a:lnTo>
                <a:lnTo>
                  <a:pt x="132977"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A23FE8A8-2662-45C2-9B1A-5DDE4292EA6F}"/>
              </a:ext>
            </a:extLst>
          </p:cNvPr>
          <p:cNvSpPr>
            <a:spLocks xmlns:a="http://schemas.openxmlformats.org/drawingml/2006/main" noGrp="1"/>
          </p:cNvSpPr>
          <p:nvPr/>
        </p:nvSpPr>
        <p:spPr>
          <a:xfrm xmlns:a="http://schemas.openxmlformats.org/drawingml/2006/main">
            <a:off x="5368196" y="3996361"/>
            <a:ext cx="210819" cy="83375"/>
          </a:xfrm>
          <a:custGeom xmlns:a="http://schemas.openxmlformats.org/drawingml/2006/main">
            <a:pathLst>
              <a:path w="295284" h="116779">
                <a:moveTo>
                  <a:pt x="103174" y="11773"/>
                </a:moveTo>
                <a:lnTo>
                  <a:pt x="140571" y="28673"/>
                </a:lnTo>
                <a:lnTo>
                  <a:pt x="145127" y="18419"/>
                </a:lnTo>
                <a:lnTo>
                  <a:pt x="159459" y="7311"/>
                </a:lnTo>
                <a:lnTo>
                  <a:pt x="168286" y="6076"/>
                </a:lnTo>
                <a:lnTo>
                  <a:pt x="172462" y="10064"/>
                </a:lnTo>
                <a:lnTo>
                  <a:pt x="186890" y="54022"/>
                </a:lnTo>
                <a:lnTo>
                  <a:pt x="191541" y="57915"/>
                </a:lnTo>
                <a:lnTo>
                  <a:pt x="227229" y="71492"/>
                </a:lnTo>
                <a:lnTo>
                  <a:pt x="239568" y="67884"/>
                </a:lnTo>
                <a:lnTo>
                  <a:pt x="262063" y="69023"/>
                </a:lnTo>
                <a:lnTo>
                  <a:pt x="285792" y="82790"/>
                </a:lnTo>
                <a:lnTo>
                  <a:pt x="295284" y="93708"/>
                </a:lnTo>
                <a:lnTo>
                  <a:pt x="277440" y="116779"/>
                </a:lnTo>
                <a:lnTo>
                  <a:pt x="229317" y="114785"/>
                </a:lnTo>
                <a:lnTo>
                  <a:pt x="184137" y="104911"/>
                </a:lnTo>
                <a:lnTo>
                  <a:pt x="118265" y="70732"/>
                </a:lnTo>
                <a:lnTo>
                  <a:pt x="53058" y="56491"/>
                </a:lnTo>
                <a:lnTo>
                  <a:pt x="28475" y="56681"/>
                </a:lnTo>
                <a:lnTo>
                  <a:pt x="4651" y="42059"/>
                </a:lnTo>
                <a:lnTo>
                  <a:pt x="0" y="30287"/>
                </a:lnTo>
                <a:lnTo>
                  <a:pt x="3227" y="22786"/>
                </a:lnTo>
                <a:lnTo>
                  <a:pt x="34834" y="5412"/>
                </a:lnTo>
                <a:lnTo>
                  <a:pt x="62834" y="0"/>
                </a:lnTo>
                <a:lnTo>
                  <a:pt x="91594" y="3133"/>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B94C1156-531E-4B07-B7D1-55BEB415CF4A}"/>
              </a:ext>
            </a:extLst>
          </p:cNvPr>
          <p:cNvSpPr>
            <a:spLocks xmlns:a="http://schemas.openxmlformats.org/drawingml/2006/main" noGrp="1"/>
          </p:cNvSpPr>
          <p:nvPr/>
        </p:nvSpPr>
        <p:spPr>
          <a:xfrm xmlns:a="http://schemas.openxmlformats.org/drawingml/2006/main">
            <a:off x="5503389" y="3975619"/>
            <a:ext cx="131804" cy="110557"/>
          </a:xfrm>
          <a:custGeom xmlns:a="http://schemas.openxmlformats.org/drawingml/2006/main">
            <a:pathLst>
              <a:path w="184612" h="154851">
                <a:moveTo>
                  <a:pt x="15187" y="0"/>
                </a:moveTo>
                <a:lnTo>
                  <a:pt x="51350" y="6456"/>
                </a:lnTo>
                <a:lnTo>
                  <a:pt x="93018" y="41585"/>
                </a:lnTo>
                <a:lnTo>
                  <a:pt x="103174" y="58769"/>
                </a:lnTo>
                <a:lnTo>
                  <a:pt x="110767" y="63042"/>
                </a:lnTo>
                <a:lnTo>
                  <a:pt x="114659" y="57440"/>
                </a:lnTo>
                <a:lnTo>
                  <a:pt x="118550" y="60953"/>
                </a:lnTo>
                <a:lnTo>
                  <a:pt x="116462" y="63327"/>
                </a:lnTo>
                <a:lnTo>
                  <a:pt x="124150" y="70352"/>
                </a:lnTo>
                <a:lnTo>
                  <a:pt x="126428" y="68359"/>
                </a:lnTo>
                <a:lnTo>
                  <a:pt x="132218" y="73960"/>
                </a:lnTo>
                <a:lnTo>
                  <a:pt x="130035" y="76144"/>
                </a:lnTo>
                <a:lnTo>
                  <a:pt x="137154" y="83170"/>
                </a:lnTo>
                <a:lnTo>
                  <a:pt x="139906" y="80606"/>
                </a:lnTo>
                <a:lnTo>
                  <a:pt x="160978" y="103107"/>
                </a:lnTo>
                <a:lnTo>
                  <a:pt x="166008" y="110703"/>
                </a:lnTo>
                <a:lnTo>
                  <a:pt x="163066" y="121526"/>
                </a:lnTo>
                <a:lnTo>
                  <a:pt x="171229" y="125039"/>
                </a:lnTo>
                <a:lnTo>
                  <a:pt x="184612" y="150294"/>
                </a:lnTo>
                <a:lnTo>
                  <a:pt x="183852" y="154851"/>
                </a:lnTo>
                <a:lnTo>
                  <a:pt x="158415" y="148110"/>
                </a:lnTo>
                <a:lnTo>
                  <a:pt x="129560" y="146686"/>
                </a:lnTo>
                <a:lnTo>
                  <a:pt x="122632" y="120197"/>
                </a:lnTo>
                <a:lnTo>
                  <a:pt x="105926" y="104721"/>
                </a:lnTo>
                <a:lnTo>
                  <a:pt x="71187" y="91430"/>
                </a:lnTo>
                <a:lnTo>
                  <a:pt x="31892" y="87537"/>
                </a:lnTo>
                <a:lnTo>
                  <a:pt x="10346" y="75099"/>
                </a:lnTo>
                <a:lnTo>
                  <a:pt x="0" y="14621"/>
                </a:lnTo>
                <a:lnTo>
                  <a:pt x="4841" y="11868"/>
                </a:lnTo>
                <a:lnTo>
                  <a:pt x="4271" y="4842"/>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27577972-F000-44A6-BAB9-C8713199C74E}"/>
              </a:ext>
            </a:extLst>
          </p:cNvPr>
          <p:cNvSpPr>
            <a:spLocks xmlns:a="http://schemas.openxmlformats.org/drawingml/2006/main" noGrp="1"/>
          </p:cNvSpPr>
          <p:nvPr/>
        </p:nvSpPr>
        <p:spPr>
          <a:xfrm xmlns:a="http://schemas.openxmlformats.org/drawingml/2006/main">
            <a:off x="5215859" y="4301798"/>
            <a:ext cx="98531" cy="82426"/>
          </a:xfrm>
          <a:custGeom xmlns:a="http://schemas.openxmlformats.org/drawingml/2006/main">
            <a:pathLst>
              <a:path w="138008" h="115450">
                <a:moveTo>
                  <a:pt x="91784" y="0"/>
                </a:moveTo>
                <a:lnTo>
                  <a:pt x="114374" y="2184"/>
                </a:lnTo>
                <a:lnTo>
                  <a:pt x="117601" y="7880"/>
                </a:lnTo>
                <a:lnTo>
                  <a:pt x="102319" y="12532"/>
                </a:lnTo>
                <a:lnTo>
                  <a:pt x="100706" y="17374"/>
                </a:lnTo>
                <a:lnTo>
                  <a:pt x="112191" y="9779"/>
                </a:lnTo>
                <a:lnTo>
                  <a:pt x="123201" y="11013"/>
                </a:lnTo>
                <a:lnTo>
                  <a:pt x="137438" y="34749"/>
                </a:lnTo>
                <a:lnTo>
                  <a:pt x="130225" y="41015"/>
                </a:lnTo>
                <a:lnTo>
                  <a:pt x="130984" y="44053"/>
                </a:lnTo>
                <a:lnTo>
                  <a:pt x="132598" y="40825"/>
                </a:lnTo>
                <a:lnTo>
                  <a:pt x="138008" y="41300"/>
                </a:lnTo>
                <a:lnTo>
                  <a:pt x="136204" y="52978"/>
                </a:lnTo>
                <a:lnTo>
                  <a:pt x="126143" y="50699"/>
                </a:lnTo>
                <a:lnTo>
                  <a:pt x="115038" y="59434"/>
                </a:lnTo>
                <a:lnTo>
                  <a:pt x="105736" y="37502"/>
                </a:lnTo>
                <a:lnTo>
                  <a:pt x="105547" y="43294"/>
                </a:lnTo>
                <a:lnTo>
                  <a:pt x="113994" y="54497"/>
                </a:lnTo>
                <a:lnTo>
                  <a:pt x="111052" y="60573"/>
                </a:lnTo>
                <a:lnTo>
                  <a:pt x="105547" y="49560"/>
                </a:lnTo>
                <a:lnTo>
                  <a:pt x="97384" y="47091"/>
                </a:lnTo>
                <a:lnTo>
                  <a:pt x="89980" y="50509"/>
                </a:lnTo>
                <a:lnTo>
                  <a:pt x="98048" y="47661"/>
                </a:lnTo>
                <a:lnTo>
                  <a:pt x="105357" y="50225"/>
                </a:lnTo>
                <a:lnTo>
                  <a:pt x="109248" y="57820"/>
                </a:lnTo>
                <a:lnTo>
                  <a:pt x="106306" y="84404"/>
                </a:lnTo>
                <a:lnTo>
                  <a:pt x="92923" y="83454"/>
                </a:lnTo>
                <a:lnTo>
                  <a:pt x="78306" y="91714"/>
                </a:lnTo>
                <a:lnTo>
                  <a:pt x="72896" y="85543"/>
                </a:lnTo>
                <a:lnTo>
                  <a:pt x="68150" y="85543"/>
                </a:lnTo>
                <a:lnTo>
                  <a:pt x="45560" y="99405"/>
                </a:lnTo>
                <a:lnTo>
                  <a:pt x="46224" y="102348"/>
                </a:lnTo>
                <a:lnTo>
                  <a:pt x="37966" y="104627"/>
                </a:lnTo>
                <a:lnTo>
                  <a:pt x="33790" y="99879"/>
                </a:lnTo>
                <a:lnTo>
                  <a:pt x="18034" y="115450"/>
                </a:lnTo>
                <a:lnTo>
                  <a:pt x="21261" y="108329"/>
                </a:lnTo>
                <a:lnTo>
                  <a:pt x="16705" y="88012"/>
                </a:lnTo>
                <a:lnTo>
                  <a:pt x="6644" y="58390"/>
                </a:lnTo>
                <a:lnTo>
                  <a:pt x="0" y="54592"/>
                </a:lnTo>
                <a:lnTo>
                  <a:pt x="759" y="49750"/>
                </a:lnTo>
                <a:lnTo>
                  <a:pt x="38916" y="44148"/>
                </a:lnTo>
                <a:lnTo>
                  <a:pt x="48882" y="51933"/>
                </a:lnTo>
                <a:lnTo>
                  <a:pt x="51444" y="50035"/>
                </a:lnTo>
                <a:lnTo>
                  <a:pt x="46414" y="38072"/>
                </a:lnTo>
                <a:lnTo>
                  <a:pt x="62455" y="10634"/>
                </a:lnTo>
                <a:lnTo>
                  <a:pt x="75933" y="2943"/>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169F1E4E-F476-409D-B09B-D51C2BFFC663}"/>
              </a:ext>
            </a:extLst>
          </p:cNvPr>
          <p:cNvSpPr>
            <a:spLocks xmlns:a="http://schemas.openxmlformats.org/drawingml/2006/main" noGrp="1"/>
          </p:cNvSpPr>
          <p:nvPr/>
        </p:nvSpPr>
        <p:spPr>
          <a:xfrm xmlns:a="http://schemas.openxmlformats.org/drawingml/2006/main">
            <a:off x="5290536" y="4409169"/>
            <a:ext cx="89790" cy="67581"/>
          </a:xfrm>
          <a:custGeom xmlns:a="http://schemas.openxmlformats.org/drawingml/2006/main">
            <a:pathLst>
              <a:path w="125764" h="94658">
                <a:moveTo>
                  <a:pt x="43946" y="0"/>
                </a:moveTo>
                <a:lnTo>
                  <a:pt x="59987" y="7026"/>
                </a:lnTo>
                <a:lnTo>
                  <a:pt x="63689" y="15286"/>
                </a:lnTo>
                <a:lnTo>
                  <a:pt x="80963" y="7785"/>
                </a:lnTo>
                <a:lnTo>
                  <a:pt x="79635" y="22881"/>
                </a:lnTo>
                <a:lnTo>
                  <a:pt x="82007" y="7595"/>
                </a:lnTo>
                <a:lnTo>
                  <a:pt x="89696" y="5697"/>
                </a:lnTo>
                <a:lnTo>
                  <a:pt x="107255" y="11583"/>
                </a:lnTo>
                <a:lnTo>
                  <a:pt x="111526" y="19843"/>
                </a:lnTo>
                <a:lnTo>
                  <a:pt x="114089" y="16805"/>
                </a:lnTo>
                <a:lnTo>
                  <a:pt x="125764" y="19178"/>
                </a:lnTo>
                <a:lnTo>
                  <a:pt x="125194" y="29052"/>
                </a:lnTo>
                <a:lnTo>
                  <a:pt x="116177" y="41300"/>
                </a:lnTo>
                <a:lnTo>
                  <a:pt x="103933" y="35034"/>
                </a:lnTo>
                <a:lnTo>
                  <a:pt x="98333" y="39686"/>
                </a:lnTo>
                <a:lnTo>
                  <a:pt x="105736" y="37882"/>
                </a:lnTo>
                <a:lnTo>
                  <a:pt x="109913" y="43009"/>
                </a:lnTo>
                <a:lnTo>
                  <a:pt x="108014" y="58959"/>
                </a:lnTo>
                <a:lnTo>
                  <a:pt x="104313" y="61902"/>
                </a:lnTo>
                <a:lnTo>
                  <a:pt x="108394" y="86872"/>
                </a:lnTo>
                <a:lnTo>
                  <a:pt x="93397" y="94658"/>
                </a:lnTo>
                <a:lnTo>
                  <a:pt x="80774" y="92664"/>
                </a:lnTo>
                <a:lnTo>
                  <a:pt x="66726" y="83454"/>
                </a:lnTo>
                <a:lnTo>
                  <a:pt x="62360" y="88391"/>
                </a:lnTo>
                <a:lnTo>
                  <a:pt x="54672" y="88201"/>
                </a:lnTo>
                <a:lnTo>
                  <a:pt x="36448" y="66650"/>
                </a:lnTo>
                <a:lnTo>
                  <a:pt x="27526" y="39971"/>
                </a:lnTo>
                <a:lnTo>
                  <a:pt x="20027" y="34844"/>
                </a:lnTo>
                <a:lnTo>
                  <a:pt x="14142" y="36648"/>
                </a:lnTo>
                <a:lnTo>
                  <a:pt x="854" y="32185"/>
                </a:lnTo>
                <a:lnTo>
                  <a:pt x="0" y="24970"/>
                </a:lnTo>
                <a:lnTo>
                  <a:pt x="12529" y="10254"/>
                </a:lnTo>
                <a:lnTo>
                  <a:pt x="18129" y="12817"/>
                </a:lnTo>
                <a:lnTo>
                  <a:pt x="30183" y="949"/>
                </a:lnTo>
                <a:lnTo>
                  <a:pt x="33126" y="5697"/>
                </a:lnTo>
                <a:lnTo>
                  <a:pt x="34075" y="1994"/>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4CDD48A5-A3EB-463B-82BB-2EF5E244A22E}"/>
              </a:ext>
            </a:extLst>
          </p:cNvPr>
          <p:cNvSpPr>
            <a:spLocks xmlns:a="http://schemas.openxmlformats.org/drawingml/2006/main" noGrp="1"/>
          </p:cNvSpPr>
          <p:nvPr/>
        </p:nvSpPr>
        <p:spPr>
          <a:xfrm xmlns:a="http://schemas.openxmlformats.org/drawingml/2006/main">
            <a:off x="5721662" y="4175787"/>
            <a:ext cx="64716" cy="68869"/>
          </a:xfrm>
          <a:custGeom xmlns:a="http://schemas.openxmlformats.org/drawingml/2006/main">
            <a:pathLst>
              <a:path w="90645" h="96461">
                <a:moveTo>
                  <a:pt x="11390" y="2658"/>
                </a:moveTo>
                <a:lnTo>
                  <a:pt x="33221" y="23166"/>
                </a:lnTo>
                <a:lnTo>
                  <a:pt x="45370" y="27723"/>
                </a:lnTo>
                <a:lnTo>
                  <a:pt x="62360" y="57535"/>
                </a:lnTo>
                <a:lnTo>
                  <a:pt x="90170" y="85733"/>
                </a:lnTo>
                <a:lnTo>
                  <a:pt x="90645" y="96461"/>
                </a:lnTo>
                <a:lnTo>
                  <a:pt x="62645" y="89246"/>
                </a:lnTo>
                <a:lnTo>
                  <a:pt x="16136" y="59909"/>
                </a:lnTo>
                <a:lnTo>
                  <a:pt x="664" y="27723"/>
                </a:lnTo>
                <a:lnTo>
                  <a:pt x="0" y="2563"/>
                </a:lnTo>
                <a:lnTo>
                  <a:pt x="5505"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B37AB7F4-290F-43E1-8F80-7680D49F3242}"/>
              </a:ext>
            </a:extLst>
          </p:cNvPr>
          <p:cNvSpPr>
            <a:spLocks xmlns:a="http://schemas.openxmlformats.org/drawingml/2006/main" noGrp="1"/>
          </p:cNvSpPr>
          <p:nvPr/>
        </p:nvSpPr>
        <p:spPr>
          <a:xfrm xmlns:a="http://schemas.openxmlformats.org/drawingml/2006/main">
            <a:off x="5416039" y="4057231"/>
            <a:ext cx="24870" cy="36197"/>
          </a:xfrm>
          <a:custGeom xmlns:a="http://schemas.openxmlformats.org/drawingml/2006/main">
            <a:pathLst>
              <a:path w="34834" h="50699">
                <a:moveTo>
                  <a:pt x="6170" y="0"/>
                </a:moveTo>
                <a:lnTo>
                  <a:pt x="16041" y="3228"/>
                </a:lnTo>
                <a:lnTo>
                  <a:pt x="3227" y="1044"/>
                </a:lnTo>
                <a:lnTo>
                  <a:pt x="7688" y="19463"/>
                </a:lnTo>
                <a:lnTo>
                  <a:pt x="32841" y="24020"/>
                </a:lnTo>
                <a:lnTo>
                  <a:pt x="24963" y="39306"/>
                </a:lnTo>
                <a:lnTo>
                  <a:pt x="34834" y="45952"/>
                </a:lnTo>
                <a:lnTo>
                  <a:pt x="18224" y="50699"/>
                </a:lnTo>
                <a:lnTo>
                  <a:pt x="1803" y="38547"/>
                </a:lnTo>
                <a:lnTo>
                  <a:pt x="9587" y="41490"/>
                </a:lnTo>
                <a:lnTo>
                  <a:pt x="12434" y="36458"/>
                </a:lnTo>
                <a:lnTo>
                  <a:pt x="5885" y="26299"/>
                </a:lnTo>
                <a:lnTo>
                  <a:pt x="2278" y="26109"/>
                </a:lnTo>
                <a:lnTo>
                  <a:pt x="0" y="31521"/>
                </a:lnTo>
                <a:lnTo>
                  <a:pt x="4651" y="16615"/>
                </a:lnTo>
                <a:lnTo>
                  <a:pt x="854" y="2753"/>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33FD9C18-08F5-4EB9-AB61-D3871762B67C}"/>
              </a:ext>
            </a:extLst>
          </p:cNvPr>
          <p:cNvSpPr>
            <a:spLocks xmlns:a="http://schemas.openxmlformats.org/drawingml/2006/main" noGrp="1"/>
          </p:cNvSpPr>
          <p:nvPr/>
        </p:nvSpPr>
        <p:spPr>
          <a:xfrm xmlns:a="http://schemas.openxmlformats.org/drawingml/2006/main">
            <a:off x="5474453" y="4267906"/>
            <a:ext cx="23854" cy="6304"/>
          </a:xfrm>
          <a:custGeom xmlns:a="http://schemas.openxmlformats.org/drawingml/2006/main">
            <a:pathLst>
              <a:path w="33410" h="8830">
                <a:moveTo>
                  <a:pt x="17939" y="0"/>
                </a:moveTo>
                <a:lnTo>
                  <a:pt x="33410" y="0"/>
                </a:lnTo>
                <a:lnTo>
                  <a:pt x="33410" y="8830"/>
                </a:lnTo>
                <a:lnTo>
                  <a:pt x="0" y="8830"/>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B81831E3-9A5D-4A41-8838-2CC9BF85E497}"/>
              </a:ext>
            </a:extLst>
          </p:cNvPr>
          <p:cNvSpPr>
            <a:spLocks xmlns:a="http://schemas.openxmlformats.org/drawingml/2006/main" noGrp="1"/>
          </p:cNvSpPr>
          <p:nvPr/>
        </p:nvSpPr>
        <p:spPr>
          <a:xfrm xmlns:a="http://schemas.openxmlformats.org/drawingml/2006/main">
            <a:off x="5433048" y="4061366"/>
            <a:ext cx="31985" cy="29283"/>
          </a:xfrm>
          <a:custGeom xmlns:a="http://schemas.openxmlformats.org/drawingml/2006/main">
            <a:pathLst>
              <a:path w="44800" h="41015">
                <a:moveTo>
                  <a:pt x="28760" y="14336"/>
                </a:moveTo>
                <a:lnTo>
                  <a:pt x="44800" y="29242"/>
                </a:lnTo>
                <a:lnTo>
                  <a:pt x="38346" y="22976"/>
                </a:lnTo>
                <a:lnTo>
                  <a:pt x="34075" y="30666"/>
                </a:lnTo>
                <a:lnTo>
                  <a:pt x="34929" y="37312"/>
                </a:lnTo>
                <a:lnTo>
                  <a:pt x="44231" y="34939"/>
                </a:lnTo>
                <a:lnTo>
                  <a:pt x="19268" y="41015"/>
                </a:lnTo>
                <a:lnTo>
                  <a:pt x="28570" y="36268"/>
                </a:lnTo>
                <a:lnTo>
                  <a:pt x="21926" y="15381"/>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41BE2E06-9A0C-4401-86D5-2DB3CB9783DB}"/>
              </a:ext>
            </a:extLst>
          </p:cNvPr>
          <p:cNvSpPr>
            <a:spLocks xmlns:a="http://schemas.openxmlformats.org/drawingml/2006/main" noGrp="1"/>
          </p:cNvSpPr>
          <p:nvPr/>
        </p:nvSpPr>
        <p:spPr>
          <a:xfrm xmlns:a="http://schemas.openxmlformats.org/drawingml/2006/main">
            <a:off x="5340141" y="4309525"/>
            <a:ext cx="15789" cy="16472"/>
          </a:xfrm>
          <a:custGeom xmlns:a="http://schemas.openxmlformats.org/drawingml/2006/main">
            <a:pathLst>
              <a:path w="22115" h="23071">
                <a:moveTo>
                  <a:pt x="12149" y="21742"/>
                </a:moveTo>
                <a:lnTo>
                  <a:pt x="4841" y="23071"/>
                </a:lnTo>
                <a:lnTo>
                  <a:pt x="0" y="19748"/>
                </a:lnTo>
                <a:lnTo>
                  <a:pt x="6075" y="15286"/>
                </a:lnTo>
                <a:lnTo>
                  <a:pt x="7593" y="8355"/>
                </a:lnTo>
                <a:lnTo>
                  <a:pt x="22115"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BEB84B79-5909-4CB2-9ADB-9FFD26EEC879}"/>
              </a:ext>
            </a:extLst>
          </p:cNvPr>
          <p:cNvSpPr>
            <a:spLocks xmlns:a="http://schemas.openxmlformats.org/drawingml/2006/main" noGrp="1"/>
          </p:cNvSpPr>
          <p:nvPr/>
        </p:nvSpPr>
        <p:spPr>
          <a:xfrm xmlns:a="http://schemas.openxmlformats.org/drawingml/2006/main">
            <a:off x="4830271" y="2898658"/>
            <a:ext cx="10978" cy="16472"/>
          </a:xfrm>
          <a:custGeom xmlns:a="http://schemas.openxmlformats.org/drawingml/2006/main">
            <a:pathLst>
              <a:path w="15376" h="23071">
                <a:moveTo>
                  <a:pt x="7973" y="23071"/>
                </a:moveTo>
                <a:lnTo>
                  <a:pt x="0" y="20508"/>
                </a:lnTo>
                <a:lnTo>
                  <a:pt x="9112" y="0"/>
                </a:lnTo>
                <a:lnTo>
                  <a:pt x="15376" y="12437"/>
                </a:lnTo>
                <a:lnTo>
                  <a:pt x="15092" y="17374"/>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BCAE0108-F9F7-4905-B02E-855B5241D6D8}"/>
              </a:ext>
            </a:extLst>
          </p:cNvPr>
          <p:cNvSpPr>
            <a:spLocks xmlns:a="http://schemas.openxmlformats.org/drawingml/2006/main" noGrp="1"/>
          </p:cNvSpPr>
          <p:nvPr/>
        </p:nvSpPr>
        <p:spPr>
          <a:xfrm xmlns:a="http://schemas.openxmlformats.org/drawingml/2006/main">
            <a:off x="4460338" y="2413795"/>
            <a:ext cx="2967394" cy="1763144"/>
          </a:xfrm>
          <a:custGeom xmlns:a="http://schemas.openxmlformats.org/drawingml/2006/main">
            <a:pathLst>
              <a:path w="4156278" h="2469546">
                <a:moveTo>
                  <a:pt x="869336" y="1549745"/>
                </a:moveTo>
                <a:lnTo>
                  <a:pt x="849973" y="1545852"/>
                </a:lnTo>
                <a:lnTo>
                  <a:pt x="855099" y="1557625"/>
                </a:lnTo>
                <a:lnTo>
                  <a:pt x="865824" y="1560283"/>
                </a:lnTo>
                <a:lnTo>
                  <a:pt x="889173" y="1589430"/>
                </a:lnTo>
                <a:lnTo>
                  <a:pt x="889458" y="1625793"/>
                </a:lnTo>
                <a:lnTo>
                  <a:pt x="858800" y="1624939"/>
                </a:lnTo>
                <a:lnTo>
                  <a:pt x="858990" y="1620477"/>
                </a:lnTo>
                <a:lnTo>
                  <a:pt x="853390" y="1616679"/>
                </a:lnTo>
                <a:lnTo>
                  <a:pt x="850353" y="1591329"/>
                </a:lnTo>
                <a:lnTo>
                  <a:pt x="841620" y="1574714"/>
                </a:lnTo>
                <a:lnTo>
                  <a:pt x="844468" y="1565315"/>
                </a:lnTo>
                <a:lnTo>
                  <a:pt x="853010" y="1558384"/>
                </a:lnTo>
                <a:lnTo>
                  <a:pt x="848170" y="1546706"/>
                </a:lnTo>
                <a:lnTo>
                  <a:pt x="838393" y="1558574"/>
                </a:lnTo>
                <a:lnTo>
                  <a:pt x="833837" y="1573005"/>
                </a:lnTo>
                <a:lnTo>
                  <a:pt x="835736" y="1612406"/>
                </a:lnTo>
                <a:lnTo>
                  <a:pt x="809349" y="1622375"/>
                </a:lnTo>
                <a:lnTo>
                  <a:pt x="789322" y="1621046"/>
                </a:lnTo>
                <a:lnTo>
                  <a:pt x="742054" y="1629876"/>
                </a:lnTo>
                <a:lnTo>
                  <a:pt x="729050" y="1536358"/>
                </a:lnTo>
                <a:lnTo>
                  <a:pt x="723640" y="1533889"/>
                </a:lnTo>
                <a:lnTo>
                  <a:pt x="712440" y="1536927"/>
                </a:lnTo>
                <a:lnTo>
                  <a:pt x="723260" y="1640320"/>
                </a:lnTo>
                <a:lnTo>
                  <a:pt x="706365" y="1648105"/>
                </a:lnTo>
                <a:lnTo>
                  <a:pt x="703138" y="1644307"/>
                </a:lnTo>
                <a:lnTo>
                  <a:pt x="690419" y="1653517"/>
                </a:lnTo>
                <a:lnTo>
                  <a:pt x="638975" y="1596361"/>
                </a:lnTo>
                <a:lnTo>
                  <a:pt x="636127" y="1556675"/>
                </a:lnTo>
                <a:lnTo>
                  <a:pt x="598825" y="1561327"/>
                </a:lnTo>
                <a:lnTo>
                  <a:pt x="605564" y="1617249"/>
                </a:lnTo>
                <a:lnTo>
                  <a:pt x="651504" y="1664625"/>
                </a:lnTo>
                <a:lnTo>
                  <a:pt x="648182" y="1663201"/>
                </a:lnTo>
                <a:lnTo>
                  <a:pt x="650839" y="1667663"/>
                </a:lnTo>
                <a:lnTo>
                  <a:pt x="637171" y="1682189"/>
                </a:lnTo>
                <a:lnTo>
                  <a:pt x="577944" y="1728806"/>
                </a:lnTo>
                <a:lnTo>
                  <a:pt x="564750" y="1712856"/>
                </a:lnTo>
                <a:lnTo>
                  <a:pt x="567028" y="1709343"/>
                </a:lnTo>
                <a:lnTo>
                  <a:pt x="560384" y="1698424"/>
                </a:lnTo>
                <a:lnTo>
                  <a:pt x="502485" y="1669562"/>
                </a:lnTo>
                <a:lnTo>
                  <a:pt x="506092" y="1661777"/>
                </a:lnTo>
                <a:lnTo>
                  <a:pt x="493563" y="1651808"/>
                </a:lnTo>
                <a:lnTo>
                  <a:pt x="483123" y="1660542"/>
                </a:lnTo>
                <a:lnTo>
                  <a:pt x="476194" y="1652852"/>
                </a:lnTo>
                <a:lnTo>
                  <a:pt x="485211" y="1645067"/>
                </a:lnTo>
                <a:lnTo>
                  <a:pt x="456072" y="1611552"/>
                </a:lnTo>
                <a:lnTo>
                  <a:pt x="437373" y="1627407"/>
                </a:lnTo>
                <a:lnTo>
                  <a:pt x="418675" y="1605286"/>
                </a:lnTo>
                <a:lnTo>
                  <a:pt x="491570" y="1525819"/>
                </a:lnTo>
                <a:lnTo>
                  <a:pt x="488438" y="1515850"/>
                </a:lnTo>
                <a:lnTo>
                  <a:pt x="478187" y="1512147"/>
                </a:lnTo>
                <a:lnTo>
                  <a:pt x="428831" y="1565410"/>
                </a:lnTo>
                <a:lnTo>
                  <a:pt x="414119" y="1570442"/>
                </a:lnTo>
                <a:lnTo>
                  <a:pt x="389915" y="1547086"/>
                </a:lnTo>
                <a:lnTo>
                  <a:pt x="385739" y="1535218"/>
                </a:lnTo>
                <a:lnTo>
                  <a:pt x="438227" y="1480816"/>
                </a:lnTo>
                <a:lnTo>
                  <a:pt x="440221" y="1475879"/>
                </a:lnTo>
                <a:lnTo>
                  <a:pt x="434905" y="1469613"/>
                </a:lnTo>
                <a:lnTo>
                  <a:pt x="417061" y="1455562"/>
                </a:lnTo>
                <a:lnTo>
                  <a:pt x="386213" y="1489551"/>
                </a:lnTo>
                <a:lnTo>
                  <a:pt x="356125" y="1513192"/>
                </a:lnTo>
                <a:lnTo>
                  <a:pt x="333345" y="1497811"/>
                </a:lnTo>
                <a:lnTo>
                  <a:pt x="303162" y="1467524"/>
                </a:lnTo>
                <a:lnTo>
                  <a:pt x="273738" y="1509679"/>
                </a:lnTo>
                <a:lnTo>
                  <a:pt x="306674" y="1537497"/>
                </a:lnTo>
                <a:lnTo>
                  <a:pt x="373305" y="1615445"/>
                </a:lnTo>
                <a:lnTo>
                  <a:pt x="387162" y="1699374"/>
                </a:lnTo>
                <a:lnTo>
                  <a:pt x="417536" y="1755390"/>
                </a:lnTo>
                <a:lnTo>
                  <a:pt x="422092" y="1770770"/>
                </a:lnTo>
                <a:lnTo>
                  <a:pt x="417631" y="1795835"/>
                </a:lnTo>
                <a:lnTo>
                  <a:pt x="398457" y="1815203"/>
                </a:lnTo>
                <a:lnTo>
                  <a:pt x="380613" y="1819856"/>
                </a:lnTo>
                <a:lnTo>
                  <a:pt x="332396" y="1816533"/>
                </a:lnTo>
                <a:lnTo>
                  <a:pt x="329738" y="1819951"/>
                </a:lnTo>
                <a:lnTo>
                  <a:pt x="323094" y="1907962"/>
                </a:lnTo>
                <a:lnTo>
                  <a:pt x="357359" y="1907962"/>
                </a:lnTo>
                <a:lnTo>
                  <a:pt x="357454" y="1993030"/>
                </a:lnTo>
                <a:lnTo>
                  <a:pt x="110482" y="1993030"/>
                </a:lnTo>
                <a:lnTo>
                  <a:pt x="110482" y="2058256"/>
                </a:lnTo>
                <a:lnTo>
                  <a:pt x="366850" y="2058256"/>
                </a:lnTo>
                <a:lnTo>
                  <a:pt x="366850" y="2115411"/>
                </a:lnTo>
                <a:lnTo>
                  <a:pt x="304586" y="2143229"/>
                </a:lnTo>
                <a:lnTo>
                  <a:pt x="110482" y="2143229"/>
                </a:lnTo>
                <a:lnTo>
                  <a:pt x="110482" y="2208550"/>
                </a:lnTo>
                <a:lnTo>
                  <a:pt x="418959" y="2208550"/>
                </a:lnTo>
                <a:lnTo>
                  <a:pt x="418959" y="2293523"/>
                </a:lnTo>
                <a:lnTo>
                  <a:pt x="110577" y="2293523"/>
                </a:lnTo>
                <a:lnTo>
                  <a:pt x="110577" y="2365679"/>
                </a:lnTo>
                <a:lnTo>
                  <a:pt x="486160" y="2365584"/>
                </a:lnTo>
                <a:lnTo>
                  <a:pt x="501916" y="2407739"/>
                </a:lnTo>
                <a:lnTo>
                  <a:pt x="402064" y="2444671"/>
                </a:lnTo>
                <a:lnTo>
                  <a:pt x="369983" y="2463945"/>
                </a:lnTo>
                <a:lnTo>
                  <a:pt x="349101" y="2469546"/>
                </a:lnTo>
                <a:lnTo>
                  <a:pt x="34265" y="2390459"/>
                </a:lnTo>
                <a:lnTo>
                  <a:pt x="11770" y="2378212"/>
                </a:lnTo>
                <a:lnTo>
                  <a:pt x="1234" y="2359223"/>
                </a:lnTo>
                <a:lnTo>
                  <a:pt x="0" y="2156047"/>
                </a:lnTo>
                <a:lnTo>
                  <a:pt x="63878" y="2156047"/>
                </a:lnTo>
                <a:lnTo>
                  <a:pt x="63973" y="2130317"/>
                </a:lnTo>
                <a:lnTo>
                  <a:pt x="29899" y="2130317"/>
                </a:lnTo>
                <a:lnTo>
                  <a:pt x="29899" y="2068035"/>
                </a:lnTo>
                <a:lnTo>
                  <a:pt x="59702" y="2068035"/>
                </a:lnTo>
                <a:lnTo>
                  <a:pt x="59702" y="2042306"/>
                </a:lnTo>
                <a:lnTo>
                  <a:pt x="38441" y="2042306"/>
                </a:lnTo>
                <a:lnTo>
                  <a:pt x="38441" y="1998917"/>
                </a:lnTo>
                <a:lnTo>
                  <a:pt x="95" y="1998917"/>
                </a:lnTo>
                <a:lnTo>
                  <a:pt x="1139" y="1981922"/>
                </a:lnTo>
                <a:lnTo>
                  <a:pt x="54197" y="1839793"/>
                </a:lnTo>
                <a:lnTo>
                  <a:pt x="67580" y="1826691"/>
                </a:lnTo>
                <a:lnTo>
                  <a:pt x="95296" y="1816438"/>
                </a:lnTo>
                <a:lnTo>
                  <a:pt x="113425" y="1804665"/>
                </a:lnTo>
                <a:lnTo>
                  <a:pt x="127093" y="1788620"/>
                </a:lnTo>
                <a:lnTo>
                  <a:pt x="135350" y="1770770"/>
                </a:lnTo>
                <a:lnTo>
                  <a:pt x="138767" y="1749883"/>
                </a:lnTo>
                <a:lnTo>
                  <a:pt x="136015" y="1728331"/>
                </a:lnTo>
                <a:lnTo>
                  <a:pt x="118835" y="1684468"/>
                </a:lnTo>
                <a:lnTo>
                  <a:pt x="112096" y="1683708"/>
                </a:lnTo>
                <a:lnTo>
                  <a:pt x="113709" y="1673739"/>
                </a:lnTo>
                <a:lnTo>
                  <a:pt x="110672" y="1677442"/>
                </a:lnTo>
                <a:lnTo>
                  <a:pt x="115038" y="1652377"/>
                </a:lnTo>
                <a:lnTo>
                  <a:pt x="116652" y="1656745"/>
                </a:lnTo>
                <a:lnTo>
                  <a:pt x="118170" y="1648295"/>
                </a:lnTo>
                <a:lnTo>
                  <a:pt x="123391" y="1649149"/>
                </a:lnTo>
                <a:lnTo>
                  <a:pt x="244694" y="1324636"/>
                </a:lnTo>
                <a:lnTo>
                  <a:pt x="256463" y="1279444"/>
                </a:lnTo>
                <a:lnTo>
                  <a:pt x="275921" y="1234156"/>
                </a:lnTo>
                <a:lnTo>
                  <a:pt x="271650" y="1227605"/>
                </a:lnTo>
                <a:lnTo>
                  <a:pt x="276395" y="1222573"/>
                </a:lnTo>
                <a:lnTo>
                  <a:pt x="273643" y="1220010"/>
                </a:lnTo>
                <a:lnTo>
                  <a:pt x="284558" y="1208711"/>
                </a:lnTo>
                <a:lnTo>
                  <a:pt x="292436" y="1190008"/>
                </a:lnTo>
                <a:lnTo>
                  <a:pt x="291297" y="1185735"/>
                </a:lnTo>
                <a:lnTo>
                  <a:pt x="282090" y="1189723"/>
                </a:lnTo>
                <a:lnTo>
                  <a:pt x="274687" y="1181558"/>
                </a:lnTo>
                <a:lnTo>
                  <a:pt x="269751" y="1165228"/>
                </a:lnTo>
                <a:lnTo>
                  <a:pt x="272978" y="1149278"/>
                </a:lnTo>
                <a:lnTo>
                  <a:pt x="260734" y="1141397"/>
                </a:lnTo>
                <a:lnTo>
                  <a:pt x="261968" y="1139024"/>
                </a:lnTo>
                <a:lnTo>
                  <a:pt x="274117" y="1147094"/>
                </a:lnTo>
                <a:lnTo>
                  <a:pt x="284274" y="1135986"/>
                </a:lnTo>
                <a:lnTo>
                  <a:pt x="297657" y="1130669"/>
                </a:lnTo>
                <a:lnTo>
                  <a:pt x="304396" y="1133612"/>
                </a:lnTo>
                <a:lnTo>
                  <a:pt x="308572" y="1142252"/>
                </a:lnTo>
                <a:lnTo>
                  <a:pt x="314077" y="1117282"/>
                </a:lnTo>
                <a:lnTo>
                  <a:pt x="326986" y="1086805"/>
                </a:lnTo>
                <a:lnTo>
                  <a:pt x="329264" y="1069716"/>
                </a:lnTo>
                <a:lnTo>
                  <a:pt x="331921" y="1073798"/>
                </a:lnTo>
                <a:lnTo>
                  <a:pt x="349766" y="1059557"/>
                </a:lnTo>
                <a:lnTo>
                  <a:pt x="361250" y="1044651"/>
                </a:lnTo>
                <a:lnTo>
                  <a:pt x="390105" y="979426"/>
                </a:lnTo>
                <a:lnTo>
                  <a:pt x="411746" y="947620"/>
                </a:lnTo>
                <a:lnTo>
                  <a:pt x="414308" y="931670"/>
                </a:lnTo>
                <a:lnTo>
                  <a:pt x="430539" y="926638"/>
                </a:lnTo>
                <a:lnTo>
                  <a:pt x="429115" y="915719"/>
                </a:lnTo>
                <a:lnTo>
                  <a:pt x="433766" y="912017"/>
                </a:lnTo>
                <a:lnTo>
                  <a:pt x="446200" y="928157"/>
                </a:lnTo>
                <a:lnTo>
                  <a:pt x="446295" y="912586"/>
                </a:lnTo>
                <a:lnTo>
                  <a:pt x="454458" y="910972"/>
                </a:lnTo>
                <a:lnTo>
                  <a:pt x="467936" y="876698"/>
                </a:lnTo>
                <a:lnTo>
                  <a:pt x="489007" y="840335"/>
                </a:lnTo>
                <a:lnTo>
                  <a:pt x="486445" y="828562"/>
                </a:lnTo>
                <a:lnTo>
                  <a:pt x="496316" y="829986"/>
                </a:lnTo>
                <a:lnTo>
                  <a:pt x="491285" y="821631"/>
                </a:lnTo>
                <a:lnTo>
                  <a:pt x="507231" y="807105"/>
                </a:lnTo>
                <a:lnTo>
                  <a:pt x="513591" y="805396"/>
                </a:lnTo>
                <a:lnTo>
                  <a:pt x="514350" y="813561"/>
                </a:lnTo>
                <a:lnTo>
                  <a:pt x="516913" y="813182"/>
                </a:lnTo>
                <a:lnTo>
                  <a:pt x="519570" y="804922"/>
                </a:lnTo>
                <a:lnTo>
                  <a:pt x="513780" y="795427"/>
                </a:lnTo>
                <a:lnTo>
                  <a:pt x="519381" y="785458"/>
                </a:lnTo>
                <a:lnTo>
                  <a:pt x="530581" y="777673"/>
                </a:lnTo>
                <a:lnTo>
                  <a:pt x="530676" y="761723"/>
                </a:lnTo>
                <a:lnTo>
                  <a:pt x="541401" y="742924"/>
                </a:lnTo>
                <a:lnTo>
                  <a:pt x="537889" y="720708"/>
                </a:lnTo>
                <a:lnTo>
                  <a:pt x="542445" y="697447"/>
                </a:lnTo>
                <a:lnTo>
                  <a:pt x="534852" y="683965"/>
                </a:lnTo>
                <a:lnTo>
                  <a:pt x="540926" y="669439"/>
                </a:lnTo>
                <a:lnTo>
                  <a:pt x="544533" y="672002"/>
                </a:lnTo>
                <a:lnTo>
                  <a:pt x="546242" y="668869"/>
                </a:lnTo>
                <a:lnTo>
                  <a:pt x="541306" y="665356"/>
                </a:lnTo>
                <a:lnTo>
                  <a:pt x="543584" y="658046"/>
                </a:lnTo>
                <a:lnTo>
                  <a:pt x="552221" y="653299"/>
                </a:lnTo>
                <a:lnTo>
                  <a:pt x="544154" y="640956"/>
                </a:lnTo>
                <a:lnTo>
                  <a:pt x="539028" y="619404"/>
                </a:lnTo>
                <a:lnTo>
                  <a:pt x="556303" y="611999"/>
                </a:lnTo>
                <a:lnTo>
                  <a:pt x="563611" y="598327"/>
                </a:lnTo>
                <a:lnTo>
                  <a:pt x="564181" y="587219"/>
                </a:lnTo>
                <a:lnTo>
                  <a:pt x="580601" y="583136"/>
                </a:lnTo>
                <a:lnTo>
                  <a:pt x="591801" y="588928"/>
                </a:lnTo>
                <a:lnTo>
                  <a:pt x="594269" y="581142"/>
                </a:lnTo>
                <a:lnTo>
                  <a:pt x="606419" y="574876"/>
                </a:lnTo>
                <a:lnTo>
                  <a:pt x="608696" y="567281"/>
                </a:lnTo>
                <a:lnTo>
                  <a:pt x="616005" y="560825"/>
                </a:lnTo>
                <a:lnTo>
                  <a:pt x="613252" y="549527"/>
                </a:lnTo>
                <a:lnTo>
                  <a:pt x="615815" y="545824"/>
                </a:lnTo>
                <a:lnTo>
                  <a:pt x="621605" y="541836"/>
                </a:lnTo>
                <a:lnTo>
                  <a:pt x="630432" y="543830"/>
                </a:lnTo>
                <a:lnTo>
                  <a:pt x="636032" y="540982"/>
                </a:lnTo>
                <a:lnTo>
                  <a:pt x="627395" y="533101"/>
                </a:lnTo>
                <a:lnTo>
                  <a:pt x="624832" y="520664"/>
                </a:lnTo>
                <a:lnTo>
                  <a:pt x="630812" y="500916"/>
                </a:lnTo>
                <a:lnTo>
                  <a:pt x="638975" y="503195"/>
                </a:lnTo>
                <a:lnTo>
                  <a:pt x="639639" y="495979"/>
                </a:lnTo>
                <a:lnTo>
                  <a:pt x="631856" y="489238"/>
                </a:lnTo>
                <a:lnTo>
                  <a:pt x="647612" y="480693"/>
                </a:lnTo>
                <a:lnTo>
                  <a:pt x="656155" y="489143"/>
                </a:lnTo>
                <a:lnTo>
                  <a:pt x="651788" y="482117"/>
                </a:lnTo>
                <a:lnTo>
                  <a:pt x="657104" y="475282"/>
                </a:lnTo>
                <a:lnTo>
                  <a:pt x="649605" y="477085"/>
                </a:lnTo>
                <a:lnTo>
                  <a:pt x="643626" y="462939"/>
                </a:lnTo>
                <a:lnTo>
                  <a:pt x="651124" y="432842"/>
                </a:lnTo>
                <a:lnTo>
                  <a:pt x="666595" y="422873"/>
                </a:lnTo>
                <a:lnTo>
                  <a:pt x="675897" y="424203"/>
                </a:lnTo>
                <a:lnTo>
                  <a:pt x="671056" y="422114"/>
                </a:lnTo>
                <a:lnTo>
                  <a:pt x="672575" y="416512"/>
                </a:lnTo>
                <a:lnTo>
                  <a:pt x="686812" y="395435"/>
                </a:lnTo>
                <a:lnTo>
                  <a:pt x="695734" y="401037"/>
                </a:lnTo>
                <a:lnTo>
                  <a:pt x="718514" y="395245"/>
                </a:lnTo>
                <a:lnTo>
                  <a:pt x="736643" y="375972"/>
                </a:lnTo>
                <a:lnTo>
                  <a:pt x="746609" y="382238"/>
                </a:lnTo>
                <a:lnTo>
                  <a:pt x="757620" y="383187"/>
                </a:lnTo>
                <a:lnTo>
                  <a:pt x="760562" y="387365"/>
                </a:lnTo>
                <a:lnTo>
                  <a:pt x="761037" y="372554"/>
                </a:lnTo>
                <a:lnTo>
                  <a:pt x="767111" y="368471"/>
                </a:lnTo>
                <a:lnTo>
                  <a:pt x="779071" y="370845"/>
                </a:lnTo>
                <a:lnTo>
                  <a:pt x="786854" y="358218"/>
                </a:lnTo>
                <a:lnTo>
                  <a:pt x="831180" y="353376"/>
                </a:lnTo>
                <a:lnTo>
                  <a:pt x="840766" y="345685"/>
                </a:lnTo>
                <a:lnTo>
                  <a:pt x="858041" y="339514"/>
                </a:lnTo>
                <a:lnTo>
                  <a:pt x="857946" y="335526"/>
                </a:lnTo>
                <a:lnTo>
                  <a:pt x="896007" y="296315"/>
                </a:lnTo>
                <a:lnTo>
                  <a:pt x="919262" y="283023"/>
                </a:lnTo>
                <a:lnTo>
                  <a:pt x="956659" y="246375"/>
                </a:lnTo>
                <a:lnTo>
                  <a:pt x="957798" y="236501"/>
                </a:lnTo>
                <a:lnTo>
                  <a:pt x="964821" y="241059"/>
                </a:lnTo>
                <a:lnTo>
                  <a:pt x="988835" y="218273"/>
                </a:lnTo>
                <a:lnTo>
                  <a:pt x="1014368" y="203936"/>
                </a:lnTo>
                <a:lnTo>
                  <a:pt x="1054897" y="192068"/>
                </a:lnTo>
                <a:lnTo>
                  <a:pt x="1060971" y="194157"/>
                </a:lnTo>
                <a:lnTo>
                  <a:pt x="1063724" y="190834"/>
                </a:lnTo>
                <a:lnTo>
                  <a:pt x="1098843" y="184758"/>
                </a:lnTo>
                <a:lnTo>
                  <a:pt x="1154938" y="185992"/>
                </a:lnTo>
                <a:lnTo>
                  <a:pt x="1170979" y="190075"/>
                </a:lnTo>
                <a:lnTo>
                  <a:pt x="1193189" y="207734"/>
                </a:lnTo>
                <a:lnTo>
                  <a:pt x="1194708" y="214760"/>
                </a:lnTo>
                <a:lnTo>
                  <a:pt x="1190247" y="206879"/>
                </a:lnTo>
                <a:lnTo>
                  <a:pt x="1190342" y="212956"/>
                </a:lnTo>
                <a:lnTo>
                  <a:pt x="1185596" y="217323"/>
                </a:lnTo>
                <a:lnTo>
                  <a:pt x="1191955" y="215709"/>
                </a:lnTo>
                <a:lnTo>
                  <a:pt x="1204769" y="224729"/>
                </a:lnTo>
                <a:lnTo>
                  <a:pt x="1191671" y="233938"/>
                </a:lnTo>
                <a:lnTo>
                  <a:pt x="1199169" y="227672"/>
                </a:lnTo>
                <a:lnTo>
                  <a:pt x="1206003" y="227292"/>
                </a:lnTo>
                <a:lnTo>
                  <a:pt x="1199454" y="233084"/>
                </a:lnTo>
                <a:lnTo>
                  <a:pt x="1202112" y="231470"/>
                </a:lnTo>
                <a:lnTo>
                  <a:pt x="1205054" y="235172"/>
                </a:lnTo>
                <a:lnTo>
                  <a:pt x="1205149" y="229381"/>
                </a:lnTo>
                <a:lnTo>
                  <a:pt x="1212932" y="233084"/>
                </a:lnTo>
                <a:lnTo>
                  <a:pt x="1215590" y="242768"/>
                </a:lnTo>
                <a:lnTo>
                  <a:pt x="1223373" y="241913"/>
                </a:lnTo>
                <a:lnTo>
                  <a:pt x="1254790" y="266029"/>
                </a:lnTo>
                <a:lnTo>
                  <a:pt x="1256119" y="272295"/>
                </a:lnTo>
                <a:lnTo>
                  <a:pt x="1241976" y="288150"/>
                </a:lnTo>
                <a:lnTo>
                  <a:pt x="1244349" y="304195"/>
                </a:lnTo>
                <a:lnTo>
                  <a:pt x="1247861" y="304290"/>
                </a:lnTo>
                <a:lnTo>
                  <a:pt x="1249000" y="294226"/>
                </a:lnTo>
                <a:lnTo>
                  <a:pt x="1257637" y="282074"/>
                </a:lnTo>
                <a:lnTo>
                  <a:pt x="1262478" y="302581"/>
                </a:lnTo>
                <a:lnTo>
                  <a:pt x="1296173" y="302486"/>
                </a:lnTo>
                <a:lnTo>
                  <a:pt x="1300255" y="298974"/>
                </a:lnTo>
                <a:lnTo>
                  <a:pt x="1302912" y="304385"/>
                </a:lnTo>
                <a:lnTo>
                  <a:pt x="1302723" y="240299"/>
                </a:lnTo>
                <a:lnTo>
                  <a:pt x="1310980" y="232419"/>
                </a:lnTo>
                <a:lnTo>
                  <a:pt x="1444907" y="259857"/>
                </a:lnTo>
                <a:lnTo>
                  <a:pt x="1482304" y="250838"/>
                </a:lnTo>
                <a:lnTo>
                  <a:pt x="1505083" y="260522"/>
                </a:lnTo>
                <a:lnTo>
                  <a:pt x="1531565" y="252452"/>
                </a:lnTo>
                <a:lnTo>
                  <a:pt x="1529477" y="244667"/>
                </a:lnTo>
                <a:lnTo>
                  <a:pt x="1534507" y="231280"/>
                </a:lnTo>
                <a:lnTo>
                  <a:pt x="1549694" y="218557"/>
                </a:lnTo>
                <a:lnTo>
                  <a:pt x="1557572" y="204411"/>
                </a:lnTo>
                <a:lnTo>
                  <a:pt x="1550453" y="173555"/>
                </a:lnTo>
                <a:lnTo>
                  <a:pt x="1553870" y="171656"/>
                </a:lnTo>
                <a:lnTo>
                  <a:pt x="1567633" y="211532"/>
                </a:lnTo>
                <a:lnTo>
                  <a:pt x="1586332" y="197670"/>
                </a:lnTo>
                <a:lnTo>
                  <a:pt x="1619552" y="185233"/>
                </a:lnTo>
                <a:lnTo>
                  <a:pt x="1680014" y="145547"/>
                </a:lnTo>
                <a:lnTo>
                  <a:pt x="1687322" y="144217"/>
                </a:lnTo>
                <a:lnTo>
                  <a:pt x="1708299" y="122381"/>
                </a:lnTo>
                <a:lnTo>
                  <a:pt x="1743892" y="96936"/>
                </a:lnTo>
                <a:lnTo>
                  <a:pt x="1758509" y="90765"/>
                </a:lnTo>
                <a:lnTo>
                  <a:pt x="1831690" y="37312"/>
                </a:lnTo>
                <a:lnTo>
                  <a:pt x="1843079" y="37692"/>
                </a:lnTo>
                <a:lnTo>
                  <a:pt x="1859215" y="21742"/>
                </a:lnTo>
                <a:lnTo>
                  <a:pt x="1873073" y="16520"/>
                </a:lnTo>
                <a:lnTo>
                  <a:pt x="1926226" y="1899"/>
                </a:lnTo>
                <a:lnTo>
                  <a:pt x="1936287" y="9399"/>
                </a:lnTo>
                <a:lnTo>
                  <a:pt x="1957643" y="3893"/>
                </a:lnTo>
                <a:lnTo>
                  <a:pt x="2008613" y="0"/>
                </a:lnTo>
                <a:lnTo>
                  <a:pt x="2047624" y="14526"/>
                </a:lnTo>
                <a:lnTo>
                  <a:pt x="2054647" y="20223"/>
                </a:lnTo>
                <a:lnTo>
                  <a:pt x="2036613" y="32850"/>
                </a:lnTo>
                <a:lnTo>
                  <a:pt x="2020667" y="55162"/>
                </a:lnTo>
                <a:lnTo>
                  <a:pt x="2028356" y="59909"/>
                </a:lnTo>
                <a:lnTo>
                  <a:pt x="2039081" y="43863"/>
                </a:lnTo>
                <a:lnTo>
                  <a:pt x="2061102" y="34274"/>
                </a:lnTo>
                <a:lnTo>
                  <a:pt x="2057969" y="45667"/>
                </a:lnTo>
                <a:lnTo>
                  <a:pt x="2066227" y="47376"/>
                </a:lnTo>
                <a:lnTo>
                  <a:pt x="2049996" y="76429"/>
                </a:lnTo>
                <a:lnTo>
                  <a:pt x="2054837" y="78992"/>
                </a:lnTo>
                <a:lnTo>
                  <a:pt x="2074769" y="47851"/>
                </a:lnTo>
                <a:lnTo>
                  <a:pt x="2065752" y="64086"/>
                </a:lnTo>
                <a:lnTo>
                  <a:pt x="2069359" y="66555"/>
                </a:lnTo>
                <a:lnTo>
                  <a:pt x="2055691" y="90670"/>
                </a:lnTo>
                <a:lnTo>
                  <a:pt x="2059108" y="92569"/>
                </a:lnTo>
                <a:lnTo>
                  <a:pt x="2072397" y="68359"/>
                </a:lnTo>
                <a:lnTo>
                  <a:pt x="2077237" y="70732"/>
                </a:lnTo>
                <a:lnTo>
                  <a:pt x="2105617" y="20697"/>
                </a:lnTo>
                <a:lnTo>
                  <a:pt x="2169780" y="57535"/>
                </a:lnTo>
                <a:lnTo>
                  <a:pt x="2147475" y="97411"/>
                </a:lnTo>
                <a:lnTo>
                  <a:pt x="2156492" y="102633"/>
                </a:lnTo>
                <a:lnTo>
                  <a:pt x="2178987" y="62947"/>
                </a:lnTo>
                <a:lnTo>
                  <a:pt x="2189238" y="62662"/>
                </a:lnTo>
                <a:lnTo>
                  <a:pt x="2198350" y="56586"/>
                </a:lnTo>
                <a:lnTo>
                  <a:pt x="2319083" y="106715"/>
                </a:lnTo>
                <a:lnTo>
                  <a:pt x="2358284" y="126273"/>
                </a:lnTo>
                <a:lnTo>
                  <a:pt x="2396535" y="151053"/>
                </a:lnTo>
                <a:lnTo>
                  <a:pt x="2395206" y="160927"/>
                </a:lnTo>
                <a:lnTo>
                  <a:pt x="2366636" y="173555"/>
                </a:lnTo>
                <a:lnTo>
                  <a:pt x="2391599" y="234318"/>
                </a:lnTo>
                <a:lnTo>
                  <a:pt x="2401850" y="269352"/>
                </a:lnTo>
                <a:lnTo>
                  <a:pt x="2445701" y="325937"/>
                </a:lnTo>
                <a:lnTo>
                  <a:pt x="2440196" y="330399"/>
                </a:lnTo>
                <a:lnTo>
                  <a:pt x="2447979" y="348059"/>
                </a:lnTo>
                <a:lnTo>
                  <a:pt x="2460603" y="343312"/>
                </a:lnTo>
                <a:lnTo>
                  <a:pt x="2464590" y="351762"/>
                </a:lnTo>
                <a:lnTo>
                  <a:pt x="2455573" y="370370"/>
                </a:lnTo>
                <a:lnTo>
                  <a:pt x="2407260" y="410341"/>
                </a:lnTo>
                <a:lnTo>
                  <a:pt x="2396155" y="413759"/>
                </a:lnTo>
                <a:lnTo>
                  <a:pt x="2392643" y="420025"/>
                </a:lnTo>
                <a:lnTo>
                  <a:pt x="2449688" y="445754"/>
                </a:lnTo>
                <a:lnTo>
                  <a:pt x="2462786" y="438919"/>
                </a:lnTo>
                <a:lnTo>
                  <a:pt x="2479397" y="436545"/>
                </a:lnTo>
                <a:lnTo>
                  <a:pt x="2501037" y="417557"/>
                </a:lnTo>
                <a:lnTo>
                  <a:pt x="2501417" y="407303"/>
                </a:lnTo>
                <a:lnTo>
                  <a:pt x="2507776" y="399138"/>
                </a:lnTo>
                <a:lnTo>
                  <a:pt x="2543275" y="375972"/>
                </a:lnTo>
                <a:lnTo>
                  <a:pt x="2565865" y="368661"/>
                </a:lnTo>
                <a:lnTo>
                  <a:pt x="2589879" y="370370"/>
                </a:lnTo>
                <a:lnTo>
                  <a:pt x="2605445" y="377111"/>
                </a:lnTo>
                <a:lnTo>
                  <a:pt x="2680619" y="427241"/>
                </a:lnTo>
                <a:lnTo>
                  <a:pt x="2665717" y="447938"/>
                </a:lnTo>
                <a:lnTo>
                  <a:pt x="2672551" y="451926"/>
                </a:lnTo>
                <a:lnTo>
                  <a:pt x="2685934" y="430374"/>
                </a:lnTo>
                <a:lnTo>
                  <a:pt x="2763670" y="476136"/>
                </a:lnTo>
                <a:lnTo>
                  <a:pt x="2770124" y="484586"/>
                </a:lnTo>
                <a:lnTo>
                  <a:pt x="2772782" y="497308"/>
                </a:lnTo>
                <a:lnTo>
                  <a:pt x="2759968" y="526645"/>
                </a:lnTo>
                <a:lnTo>
                  <a:pt x="2775629" y="532057"/>
                </a:lnTo>
                <a:lnTo>
                  <a:pt x="2791101" y="505948"/>
                </a:lnTo>
                <a:lnTo>
                  <a:pt x="2829921" y="480598"/>
                </a:lnTo>
                <a:lnTo>
                  <a:pt x="2844349" y="478510"/>
                </a:lnTo>
                <a:lnTo>
                  <a:pt x="2859440" y="481833"/>
                </a:lnTo>
                <a:lnTo>
                  <a:pt x="2868647" y="472243"/>
                </a:lnTo>
                <a:lnTo>
                  <a:pt x="2894844" y="467686"/>
                </a:lnTo>
                <a:lnTo>
                  <a:pt x="2912783" y="471484"/>
                </a:lnTo>
                <a:lnTo>
                  <a:pt x="2925502" y="496169"/>
                </a:lnTo>
                <a:lnTo>
                  <a:pt x="2927305" y="517626"/>
                </a:lnTo>
                <a:lnTo>
                  <a:pt x="2936038" y="516392"/>
                </a:lnTo>
                <a:lnTo>
                  <a:pt x="2940973" y="507752"/>
                </a:lnTo>
                <a:lnTo>
                  <a:pt x="2948092" y="508322"/>
                </a:lnTo>
                <a:lnTo>
                  <a:pt x="2970682" y="529304"/>
                </a:lnTo>
                <a:lnTo>
                  <a:pt x="2970017" y="537659"/>
                </a:lnTo>
                <a:lnTo>
                  <a:pt x="2974763" y="542501"/>
                </a:lnTo>
                <a:lnTo>
                  <a:pt x="2995930" y="551235"/>
                </a:lnTo>
                <a:lnTo>
                  <a:pt x="3016431" y="565572"/>
                </a:lnTo>
                <a:lnTo>
                  <a:pt x="3086385" y="635165"/>
                </a:lnTo>
                <a:lnTo>
                  <a:pt x="3087713" y="649501"/>
                </a:lnTo>
                <a:lnTo>
                  <a:pt x="3076323" y="656716"/>
                </a:lnTo>
                <a:lnTo>
                  <a:pt x="3079266" y="659660"/>
                </a:lnTo>
                <a:lnTo>
                  <a:pt x="3079456" y="674756"/>
                </a:lnTo>
                <a:lnTo>
                  <a:pt x="3120270" y="660799"/>
                </a:lnTo>
                <a:lnTo>
                  <a:pt x="3158616" y="696402"/>
                </a:lnTo>
                <a:lnTo>
                  <a:pt x="3159660" y="704283"/>
                </a:lnTo>
                <a:lnTo>
                  <a:pt x="3138683" y="725835"/>
                </a:lnTo>
                <a:lnTo>
                  <a:pt x="3136500" y="734569"/>
                </a:lnTo>
                <a:lnTo>
                  <a:pt x="3139253" y="738367"/>
                </a:lnTo>
                <a:lnTo>
                  <a:pt x="3149978" y="735993"/>
                </a:lnTo>
                <a:lnTo>
                  <a:pt x="3175511" y="715486"/>
                </a:lnTo>
                <a:lnTo>
                  <a:pt x="3200663" y="737417"/>
                </a:lnTo>
                <a:lnTo>
                  <a:pt x="3203701" y="745488"/>
                </a:lnTo>
                <a:lnTo>
                  <a:pt x="3198196" y="777388"/>
                </a:lnTo>
                <a:lnTo>
                  <a:pt x="3200284" y="788876"/>
                </a:lnTo>
                <a:lnTo>
                  <a:pt x="3208731" y="798181"/>
                </a:lnTo>
                <a:lnTo>
                  <a:pt x="3260745" y="833404"/>
                </a:lnTo>
                <a:lnTo>
                  <a:pt x="3308013" y="844892"/>
                </a:lnTo>
                <a:lnTo>
                  <a:pt x="3344936" y="849070"/>
                </a:lnTo>
                <a:lnTo>
                  <a:pt x="3408055" y="841949"/>
                </a:lnTo>
                <a:lnTo>
                  <a:pt x="3421913" y="856001"/>
                </a:lnTo>
                <a:lnTo>
                  <a:pt x="3434157" y="851443"/>
                </a:lnTo>
                <a:lnTo>
                  <a:pt x="3437004" y="842804"/>
                </a:lnTo>
                <a:lnTo>
                  <a:pt x="3432828" y="831221"/>
                </a:lnTo>
                <a:lnTo>
                  <a:pt x="3450672" y="820112"/>
                </a:lnTo>
                <a:lnTo>
                  <a:pt x="3464435" y="803402"/>
                </a:lnTo>
                <a:lnTo>
                  <a:pt x="3484083" y="792389"/>
                </a:lnTo>
                <a:lnTo>
                  <a:pt x="3494618" y="762008"/>
                </a:lnTo>
                <a:lnTo>
                  <a:pt x="3502117" y="760488"/>
                </a:lnTo>
                <a:lnTo>
                  <a:pt x="3507907" y="750425"/>
                </a:lnTo>
                <a:lnTo>
                  <a:pt x="3520436" y="743779"/>
                </a:lnTo>
                <a:lnTo>
                  <a:pt x="3558212" y="741120"/>
                </a:lnTo>
                <a:lnTo>
                  <a:pt x="3565995" y="735424"/>
                </a:lnTo>
                <a:lnTo>
                  <a:pt x="3562673" y="733905"/>
                </a:lnTo>
                <a:lnTo>
                  <a:pt x="3578239" y="730961"/>
                </a:lnTo>
                <a:lnTo>
                  <a:pt x="3575107" y="733050"/>
                </a:lnTo>
                <a:lnTo>
                  <a:pt x="3582700" y="736183"/>
                </a:lnTo>
                <a:lnTo>
                  <a:pt x="3592097" y="736848"/>
                </a:lnTo>
                <a:lnTo>
                  <a:pt x="3592762" y="733525"/>
                </a:lnTo>
                <a:lnTo>
                  <a:pt x="3628925" y="737133"/>
                </a:lnTo>
                <a:lnTo>
                  <a:pt x="3677142" y="751849"/>
                </a:lnTo>
                <a:lnTo>
                  <a:pt x="3695745" y="753558"/>
                </a:lnTo>
                <a:lnTo>
                  <a:pt x="3734281" y="777008"/>
                </a:lnTo>
                <a:lnTo>
                  <a:pt x="3801007" y="913915"/>
                </a:lnTo>
                <a:lnTo>
                  <a:pt x="3814770" y="923694"/>
                </a:lnTo>
                <a:lnTo>
                  <a:pt x="3826635" y="922175"/>
                </a:lnTo>
                <a:lnTo>
                  <a:pt x="3825116" y="932144"/>
                </a:lnTo>
                <a:lnTo>
                  <a:pt x="3807272" y="932904"/>
                </a:lnTo>
                <a:lnTo>
                  <a:pt x="3796356" y="961197"/>
                </a:lnTo>
                <a:lnTo>
                  <a:pt x="3802146" y="964330"/>
                </a:lnTo>
                <a:lnTo>
                  <a:pt x="3804519" y="958728"/>
                </a:lnTo>
                <a:lnTo>
                  <a:pt x="3838499" y="969552"/>
                </a:lnTo>
                <a:lnTo>
                  <a:pt x="3871720" y="955785"/>
                </a:lnTo>
                <a:lnTo>
                  <a:pt x="4008304" y="1016548"/>
                </a:lnTo>
                <a:lnTo>
                  <a:pt x="4073891" y="1055854"/>
                </a:lnTo>
                <a:lnTo>
                  <a:pt x="4135017" y="1100762"/>
                </a:lnTo>
                <a:lnTo>
                  <a:pt x="4149159" y="1119845"/>
                </a:lnTo>
                <a:lnTo>
                  <a:pt x="4156278" y="1145100"/>
                </a:lnTo>
                <a:lnTo>
                  <a:pt x="4152576" y="1158487"/>
                </a:lnTo>
                <a:lnTo>
                  <a:pt x="4140997" y="1157822"/>
                </a:lnTo>
                <a:lnTo>
                  <a:pt x="4139478" y="1150702"/>
                </a:lnTo>
                <a:lnTo>
                  <a:pt x="4147736" y="1136081"/>
                </a:lnTo>
                <a:lnTo>
                  <a:pt x="4143559" y="1118801"/>
                </a:lnTo>
                <a:lnTo>
                  <a:pt x="4133593" y="1105604"/>
                </a:lnTo>
                <a:lnTo>
                  <a:pt x="4101891" y="1080824"/>
                </a:lnTo>
                <a:lnTo>
                  <a:pt x="4090691" y="1079685"/>
                </a:lnTo>
                <a:lnTo>
                  <a:pt x="4072182" y="1067342"/>
                </a:lnTo>
                <a:lnTo>
                  <a:pt x="4059938" y="1063640"/>
                </a:lnTo>
                <a:lnTo>
                  <a:pt x="4045036" y="1066962"/>
                </a:lnTo>
                <a:lnTo>
                  <a:pt x="4039436" y="1074653"/>
                </a:lnTo>
                <a:lnTo>
                  <a:pt x="4048928" y="1081299"/>
                </a:lnTo>
                <a:lnTo>
                  <a:pt x="4051681" y="1090888"/>
                </a:lnTo>
                <a:lnTo>
                  <a:pt x="3943381" y="1346378"/>
                </a:lnTo>
                <a:lnTo>
                  <a:pt x="3938920" y="1362138"/>
                </a:lnTo>
                <a:lnTo>
                  <a:pt x="3939585" y="1377709"/>
                </a:lnTo>
                <a:lnTo>
                  <a:pt x="3945564" y="1390431"/>
                </a:lnTo>
                <a:lnTo>
                  <a:pt x="4051491" y="1387773"/>
                </a:lnTo>
                <a:lnTo>
                  <a:pt x="4053294" y="1450530"/>
                </a:lnTo>
                <a:lnTo>
                  <a:pt x="4060982" y="1455847"/>
                </a:lnTo>
                <a:lnTo>
                  <a:pt x="4052820" y="1467714"/>
                </a:lnTo>
                <a:lnTo>
                  <a:pt x="4018365" y="1468664"/>
                </a:lnTo>
                <a:lnTo>
                  <a:pt x="4017321" y="1427838"/>
                </a:lnTo>
                <a:lnTo>
                  <a:pt x="3957619" y="1429453"/>
                </a:lnTo>
                <a:lnTo>
                  <a:pt x="3958758" y="1470183"/>
                </a:lnTo>
                <a:lnTo>
                  <a:pt x="3844479" y="1476829"/>
                </a:lnTo>
                <a:lnTo>
                  <a:pt x="3791231" y="1512622"/>
                </a:lnTo>
                <a:lnTo>
                  <a:pt x="3763136" y="1522496"/>
                </a:lnTo>
                <a:lnTo>
                  <a:pt x="3735231" y="1518793"/>
                </a:lnTo>
                <a:lnTo>
                  <a:pt x="3659677" y="1486323"/>
                </a:lnTo>
                <a:lnTo>
                  <a:pt x="3589819" y="1507210"/>
                </a:lnTo>
                <a:lnTo>
                  <a:pt x="3599216" y="1501514"/>
                </a:lnTo>
                <a:lnTo>
                  <a:pt x="3602158" y="1494108"/>
                </a:lnTo>
                <a:lnTo>
                  <a:pt x="3592477" y="1463157"/>
                </a:lnTo>
                <a:lnTo>
                  <a:pt x="3579473" y="1466480"/>
                </a:lnTo>
                <a:lnTo>
                  <a:pt x="3546063" y="1463822"/>
                </a:lnTo>
                <a:lnTo>
                  <a:pt x="3521385" y="1474835"/>
                </a:lnTo>
                <a:lnTo>
                  <a:pt x="3520815" y="1467145"/>
                </a:lnTo>
                <a:lnTo>
                  <a:pt x="3481140" y="1468759"/>
                </a:lnTo>
                <a:lnTo>
                  <a:pt x="3468422" y="1473886"/>
                </a:lnTo>
                <a:lnTo>
                  <a:pt x="3462442" y="1470468"/>
                </a:lnTo>
                <a:lnTo>
                  <a:pt x="3446591" y="1478063"/>
                </a:lnTo>
                <a:lnTo>
                  <a:pt x="3441086" y="1475974"/>
                </a:lnTo>
                <a:lnTo>
                  <a:pt x="3407296" y="1487367"/>
                </a:lnTo>
                <a:lnTo>
                  <a:pt x="3388882" y="1482715"/>
                </a:lnTo>
                <a:lnTo>
                  <a:pt x="3373980" y="1492684"/>
                </a:lnTo>
                <a:lnTo>
                  <a:pt x="3372651" y="1489646"/>
                </a:lnTo>
                <a:lnTo>
                  <a:pt x="3366956" y="1491355"/>
                </a:lnTo>
                <a:lnTo>
                  <a:pt x="3347499" y="1504552"/>
                </a:lnTo>
                <a:lnTo>
                  <a:pt x="3341993" y="1502558"/>
                </a:lnTo>
                <a:lnTo>
                  <a:pt x="3322536" y="1514996"/>
                </a:lnTo>
                <a:lnTo>
                  <a:pt x="3321586" y="1511483"/>
                </a:lnTo>
                <a:lnTo>
                  <a:pt x="3315797" y="1511008"/>
                </a:lnTo>
                <a:lnTo>
                  <a:pt x="3300041" y="1518129"/>
                </a:lnTo>
                <a:lnTo>
                  <a:pt x="3297288" y="1515945"/>
                </a:lnTo>
                <a:lnTo>
                  <a:pt x="3279444" y="1521547"/>
                </a:lnTo>
                <a:lnTo>
                  <a:pt x="3273559" y="1518698"/>
                </a:lnTo>
                <a:lnTo>
                  <a:pt x="3254386" y="1522876"/>
                </a:lnTo>
                <a:lnTo>
                  <a:pt x="3211769" y="1533984"/>
                </a:lnTo>
                <a:lnTo>
                  <a:pt x="3202182" y="1540535"/>
                </a:lnTo>
                <a:lnTo>
                  <a:pt x="3197626" y="1538636"/>
                </a:lnTo>
                <a:lnTo>
                  <a:pt x="3185762" y="1543953"/>
                </a:lnTo>
                <a:lnTo>
                  <a:pt x="3184623" y="1541105"/>
                </a:lnTo>
                <a:lnTo>
                  <a:pt x="3185097" y="1544333"/>
                </a:lnTo>
                <a:lnTo>
                  <a:pt x="3171239" y="1552023"/>
                </a:lnTo>
                <a:lnTo>
                  <a:pt x="3142480" y="1562372"/>
                </a:lnTo>
                <a:lnTo>
                  <a:pt x="3138493" y="1560283"/>
                </a:lnTo>
                <a:lnTo>
                  <a:pt x="3111917" y="1574999"/>
                </a:lnTo>
                <a:lnTo>
                  <a:pt x="3111727" y="1572151"/>
                </a:lnTo>
                <a:lnTo>
                  <a:pt x="3098913" y="1568163"/>
                </a:lnTo>
                <a:lnTo>
                  <a:pt x="3059903" y="1586677"/>
                </a:lnTo>
                <a:lnTo>
                  <a:pt x="3046425" y="1586582"/>
                </a:lnTo>
                <a:lnTo>
                  <a:pt x="3040255" y="1591234"/>
                </a:lnTo>
                <a:lnTo>
                  <a:pt x="3038452" y="1587437"/>
                </a:lnTo>
                <a:lnTo>
                  <a:pt x="3032567" y="1587247"/>
                </a:lnTo>
                <a:lnTo>
                  <a:pt x="3019943" y="1594652"/>
                </a:lnTo>
                <a:lnTo>
                  <a:pt x="3014248" y="1590950"/>
                </a:lnTo>
                <a:lnTo>
                  <a:pt x="2981028" y="1604052"/>
                </a:lnTo>
                <a:lnTo>
                  <a:pt x="2959387" y="1604241"/>
                </a:lnTo>
                <a:lnTo>
                  <a:pt x="2906234" y="1629211"/>
                </a:lnTo>
                <a:lnTo>
                  <a:pt x="2845013" y="1642978"/>
                </a:lnTo>
                <a:lnTo>
                  <a:pt x="2781894" y="1664625"/>
                </a:lnTo>
                <a:lnTo>
                  <a:pt x="2752470" y="1677632"/>
                </a:lnTo>
                <a:lnTo>
                  <a:pt x="2744497" y="1685702"/>
                </a:lnTo>
                <a:lnTo>
                  <a:pt x="2737663" y="1681714"/>
                </a:lnTo>
                <a:lnTo>
                  <a:pt x="2730070" y="1682664"/>
                </a:lnTo>
                <a:lnTo>
                  <a:pt x="2699317" y="1712571"/>
                </a:lnTo>
                <a:lnTo>
                  <a:pt x="2686029" y="1708583"/>
                </a:lnTo>
                <a:lnTo>
                  <a:pt x="2654801" y="1737541"/>
                </a:lnTo>
                <a:lnTo>
                  <a:pt x="2648062" y="1734313"/>
                </a:lnTo>
                <a:lnTo>
                  <a:pt x="2640184" y="1736686"/>
                </a:lnTo>
                <a:lnTo>
                  <a:pt x="2606109" y="1774378"/>
                </a:lnTo>
                <a:lnTo>
                  <a:pt x="2565011" y="1803715"/>
                </a:lnTo>
                <a:lnTo>
                  <a:pt x="2578963" y="1801532"/>
                </a:lnTo>
                <a:lnTo>
                  <a:pt x="2579723" y="1805709"/>
                </a:lnTo>
                <a:lnTo>
                  <a:pt x="2566719" y="1805899"/>
                </a:lnTo>
                <a:lnTo>
                  <a:pt x="2544224" y="1790423"/>
                </a:lnTo>
                <a:lnTo>
                  <a:pt x="2522299" y="1806564"/>
                </a:lnTo>
                <a:lnTo>
                  <a:pt x="2523438" y="1811216"/>
                </a:lnTo>
                <a:lnTo>
                  <a:pt x="2526095" y="1809507"/>
                </a:lnTo>
                <a:lnTo>
                  <a:pt x="2523532" y="1811406"/>
                </a:lnTo>
                <a:lnTo>
                  <a:pt x="2528658" y="1825457"/>
                </a:lnTo>
                <a:lnTo>
                  <a:pt x="2523722" y="1841882"/>
                </a:lnTo>
                <a:lnTo>
                  <a:pt x="2413430" y="1927140"/>
                </a:lnTo>
                <a:lnTo>
                  <a:pt x="2430135" y="1950401"/>
                </a:lnTo>
                <a:lnTo>
                  <a:pt x="2421782" y="1956478"/>
                </a:lnTo>
                <a:lnTo>
                  <a:pt x="2405172" y="1933217"/>
                </a:lnTo>
                <a:lnTo>
                  <a:pt x="2387043" y="1945654"/>
                </a:lnTo>
                <a:lnTo>
                  <a:pt x="2374419" y="1947553"/>
                </a:lnTo>
                <a:lnTo>
                  <a:pt x="2363219" y="1943091"/>
                </a:lnTo>
                <a:lnTo>
                  <a:pt x="2343572" y="1924102"/>
                </a:lnTo>
                <a:lnTo>
                  <a:pt x="2333700" y="1924102"/>
                </a:lnTo>
                <a:lnTo>
                  <a:pt x="2335883" y="1967206"/>
                </a:lnTo>
                <a:lnTo>
                  <a:pt x="2325158" y="1972238"/>
                </a:lnTo>
                <a:lnTo>
                  <a:pt x="2338446" y="1987239"/>
                </a:lnTo>
                <a:lnTo>
                  <a:pt x="2330758" y="1994170"/>
                </a:lnTo>
                <a:lnTo>
                  <a:pt x="2277985" y="1936160"/>
                </a:lnTo>
                <a:lnTo>
                  <a:pt x="2264507" y="1948503"/>
                </a:lnTo>
                <a:lnTo>
                  <a:pt x="2287761" y="1978030"/>
                </a:lnTo>
                <a:lnTo>
                  <a:pt x="2280263" y="1986479"/>
                </a:lnTo>
                <a:lnTo>
                  <a:pt x="2218662" y="1928755"/>
                </a:lnTo>
                <a:lnTo>
                  <a:pt x="2148709" y="1930748"/>
                </a:lnTo>
                <a:lnTo>
                  <a:pt x="2073156" y="1971858"/>
                </a:lnTo>
                <a:lnTo>
                  <a:pt x="2075908" y="1999297"/>
                </a:lnTo>
                <a:lnTo>
                  <a:pt x="2132953" y="1966637"/>
                </a:lnTo>
                <a:lnTo>
                  <a:pt x="2186770" y="1964548"/>
                </a:lnTo>
                <a:lnTo>
                  <a:pt x="2247422" y="2021418"/>
                </a:lnTo>
                <a:lnTo>
                  <a:pt x="2189333" y="2050376"/>
                </a:lnTo>
                <a:lnTo>
                  <a:pt x="2140926" y="2035090"/>
                </a:lnTo>
                <a:lnTo>
                  <a:pt x="2147001" y="2028064"/>
                </a:lnTo>
                <a:lnTo>
                  <a:pt x="2141685" y="2026450"/>
                </a:lnTo>
                <a:lnTo>
                  <a:pt x="2140831" y="2029109"/>
                </a:lnTo>
                <a:lnTo>
                  <a:pt x="2140641" y="2026070"/>
                </a:lnTo>
                <a:lnTo>
                  <a:pt x="2139692" y="2028729"/>
                </a:lnTo>
                <a:lnTo>
                  <a:pt x="2139028" y="2025406"/>
                </a:lnTo>
                <a:lnTo>
                  <a:pt x="2133712" y="2031957"/>
                </a:lnTo>
                <a:lnTo>
                  <a:pt x="2116627" y="2028349"/>
                </a:lnTo>
                <a:lnTo>
                  <a:pt x="2114160" y="2032716"/>
                </a:lnTo>
                <a:lnTo>
                  <a:pt x="2108370" y="2030343"/>
                </a:lnTo>
                <a:lnTo>
                  <a:pt x="2115204" y="2031387"/>
                </a:lnTo>
                <a:lnTo>
                  <a:pt x="2116438" y="2028159"/>
                </a:lnTo>
                <a:lnTo>
                  <a:pt x="2092709" y="2020659"/>
                </a:lnTo>
                <a:lnTo>
                  <a:pt x="2072207" y="1999582"/>
                </a:lnTo>
                <a:lnTo>
                  <a:pt x="2072112" y="2035755"/>
                </a:lnTo>
                <a:lnTo>
                  <a:pt x="2083597" y="2046008"/>
                </a:lnTo>
                <a:lnTo>
                  <a:pt x="2102770" y="2052085"/>
                </a:lnTo>
                <a:lnTo>
                  <a:pt x="2155163" y="2052654"/>
                </a:lnTo>
                <a:lnTo>
                  <a:pt x="2176045" y="2065092"/>
                </a:lnTo>
                <a:lnTo>
                  <a:pt x="2196832" y="2065756"/>
                </a:lnTo>
                <a:lnTo>
                  <a:pt x="2208221" y="2057306"/>
                </a:lnTo>
                <a:lnTo>
                  <a:pt x="2227489" y="2062623"/>
                </a:lnTo>
                <a:lnTo>
                  <a:pt x="2238974" y="2061104"/>
                </a:lnTo>
                <a:lnTo>
                  <a:pt x="2241252" y="2073542"/>
                </a:lnTo>
                <a:lnTo>
                  <a:pt x="2245429" y="2075156"/>
                </a:lnTo>
                <a:lnTo>
                  <a:pt x="2281686" y="2065282"/>
                </a:lnTo>
                <a:lnTo>
                  <a:pt x="2303802" y="2076010"/>
                </a:lnTo>
                <a:lnTo>
                  <a:pt x="2300385" y="2088543"/>
                </a:lnTo>
                <a:lnTo>
                  <a:pt x="2263747" y="2143134"/>
                </a:lnTo>
                <a:lnTo>
                  <a:pt x="2221320" y="2186903"/>
                </a:lnTo>
                <a:lnTo>
                  <a:pt x="2198445" y="2202663"/>
                </a:lnTo>
                <a:lnTo>
                  <a:pt x="2189808" y="2204372"/>
                </a:lnTo>
                <a:lnTo>
                  <a:pt x="2196357" y="2198676"/>
                </a:lnTo>
                <a:lnTo>
                  <a:pt x="2192750" y="2196492"/>
                </a:lnTo>
                <a:lnTo>
                  <a:pt x="2175380" y="2200669"/>
                </a:lnTo>
                <a:lnTo>
                  <a:pt x="2158485" y="2211778"/>
                </a:lnTo>
                <a:lnTo>
                  <a:pt x="2143868" y="2205606"/>
                </a:lnTo>
                <a:lnTo>
                  <a:pt x="2131719" y="2193834"/>
                </a:lnTo>
                <a:lnTo>
                  <a:pt x="2127068" y="2194593"/>
                </a:lnTo>
                <a:lnTo>
                  <a:pt x="2126973" y="2190131"/>
                </a:lnTo>
                <a:lnTo>
                  <a:pt x="2132384" y="2191270"/>
                </a:lnTo>
                <a:lnTo>
                  <a:pt x="2132004" y="2184529"/>
                </a:lnTo>
                <a:lnTo>
                  <a:pt x="2128302" y="2179307"/>
                </a:lnTo>
                <a:lnTo>
                  <a:pt x="2120614" y="2177409"/>
                </a:lnTo>
                <a:lnTo>
                  <a:pt x="2114824" y="2166110"/>
                </a:lnTo>
                <a:lnTo>
                  <a:pt x="2103909" y="2164591"/>
                </a:lnTo>
                <a:lnTo>
                  <a:pt x="2101346" y="2167630"/>
                </a:lnTo>
                <a:lnTo>
                  <a:pt x="2105332" y="2170288"/>
                </a:lnTo>
                <a:lnTo>
                  <a:pt x="2101915" y="2172851"/>
                </a:lnTo>
                <a:lnTo>
                  <a:pt x="2067271" y="2135539"/>
                </a:lnTo>
                <a:lnTo>
                  <a:pt x="2065373" y="2128988"/>
                </a:lnTo>
                <a:lnTo>
                  <a:pt x="2070214" y="2132026"/>
                </a:lnTo>
                <a:lnTo>
                  <a:pt x="2072776" y="2126330"/>
                </a:lnTo>
                <a:lnTo>
                  <a:pt x="2069644" y="2118639"/>
                </a:lnTo>
                <a:lnTo>
                  <a:pt x="2057874" y="2114177"/>
                </a:lnTo>
                <a:lnTo>
                  <a:pt x="2043732" y="2098606"/>
                </a:lnTo>
                <a:lnTo>
                  <a:pt x="2034335" y="2099841"/>
                </a:lnTo>
                <a:lnTo>
                  <a:pt x="2038606" y="2103733"/>
                </a:lnTo>
                <a:lnTo>
                  <a:pt x="2032817" y="2107436"/>
                </a:lnTo>
                <a:lnTo>
                  <a:pt x="2012125" y="2095948"/>
                </a:lnTo>
                <a:lnTo>
                  <a:pt x="2006240" y="2087023"/>
                </a:lnTo>
                <a:lnTo>
                  <a:pt x="1996464" y="2083226"/>
                </a:lnTo>
                <a:lnTo>
                  <a:pt x="1998837" y="2080757"/>
                </a:lnTo>
                <a:lnTo>
                  <a:pt x="1994565" y="2074016"/>
                </a:lnTo>
                <a:lnTo>
                  <a:pt x="1985169" y="2071453"/>
                </a:lnTo>
                <a:lnTo>
                  <a:pt x="1980708" y="2062433"/>
                </a:lnTo>
                <a:lnTo>
                  <a:pt x="1971881" y="2059680"/>
                </a:lnTo>
                <a:lnTo>
                  <a:pt x="1968179" y="2051515"/>
                </a:lnTo>
                <a:lnTo>
                  <a:pt x="1957928" y="2047432"/>
                </a:lnTo>
                <a:lnTo>
                  <a:pt x="1949101" y="2037748"/>
                </a:lnTo>
                <a:lnTo>
                  <a:pt x="1938945" y="2037274"/>
                </a:lnTo>
                <a:lnTo>
                  <a:pt x="1942741" y="2044584"/>
                </a:lnTo>
                <a:lnTo>
                  <a:pt x="1947962" y="2046198"/>
                </a:lnTo>
                <a:lnTo>
                  <a:pt x="1943690" y="2050471"/>
                </a:lnTo>
                <a:lnTo>
                  <a:pt x="1927555" y="2025786"/>
                </a:lnTo>
                <a:lnTo>
                  <a:pt x="1907907" y="2006702"/>
                </a:lnTo>
                <a:lnTo>
                  <a:pt x="1908097" y="2002715"/>
                </a:lnTo>
                <a:lnTo>
                  <a:pt x="1927365" y="2000626"/>
                </a:lnTo>
                <a:lnTo>
                  <a:pt x="1962769" y="2010310"/>
                </a:lnTo>
                <a:lnTo>
                  <a:pt x="1984125" y="2012209"/>
                </a:lnTo>
                <a:lnTo>
                  <a:pt x="1998362" y="2003189"/>
                </a:lnTo>
                <a:lnTo>
                  <a:pt x="2014023" y="2000911"/>
                </a:lnTo>
                <a:lnTo>
                  <a:pt x="2029874" y="2007367"/>
                </a:lnTo>
                <a:lnTo>
                  <a:pt x="2031583" y="2011639"/>
                </a:lnTo>
                <a:lnTo>
                  <a:pt x="2031962" y="2008031"/>
                </a:lnTo>
                <a:lnTo>
                  <a:pt x="2033576" y="2010785"/>
                </a:lnTo>
                <a:lnTo>
                  <a:pt x="2035190" y="2008601"/>
                </a:lnTo>
                <a:lnTo>
                  <a:pt x="2045346" y="2022463"/>
                </a:lnTo>
                <a:lnTo>
                  <a:pt x="2046295" y="2016386"/>
                </a:lnTo>
                <a:lnTo>
                  <a:pt x="2062715" y="2023697"/>
                </a:lnTo>
                <a:lnTo>
                  <a:pt x="2065752" y="2007936"/>
                </a:lnTo>
                <a:lnTo>
                  <a:pt x="2064898" y="1971953"/>
                </a:lnTo>
                <a:lnTo>
                  <a:pt x="2033196" y="1971763"/>
                </a:lnTo>
                <a:lnTo>
                  <a:pt x="2032722" y="1982587"/>
                </a:lnTo>
                <a:lnTo>
                  <a:pt x="2015637" y="1982492"/>
                </a:lnTo>
                <a:lnTo>
                  <a:pt x="2030539" y="1980498"/>
                </a:lnTo>
                <a:lnTo>
                  <a:pt x="2029969" y="1970339"/>
                </a:lnTo>
                <a:lnTo>
                  <a:pt x="1993806" y="1964643"/>
                </a:lnTo>
                <a:lnTo>
                  <a:pt x="1987067" y="1959231"/>
                </a:lnTo>
                <a:lnTo>
                  <a:pt x="1968653" y="1967586"/>
                </a:lnTo>
                <a:lnTo>
                  <a:pt x="1971501" y="1972808"/>
                </a:lnTo>
                <a:lnTo>
                  <a:pt x="1951568" y="1976605"/>
                </a:lnTo>
                <a:lnTo>
                  <a:pt x="1950524" y="1973093"/>
                </a:lnTo>
                <a:lnTo>
                  <a:pt x="1943026" y="1971668"/>
                </a:lnTo>
                <a:lnTo>
                  <a:pt x="1941792" y="1966162"/>
                </a:lnTo>
                <a:lnTo>
                  <a:pt x="1949385" y="1962554"/>
                </a:lnTo>
                <a:lnTo>
                  <a:pt x="1954036" y="1954959"/>
                </a:lnTo>
                <a:lnTo>
                  <a:pt x="1959541" y="1954959"/>
                </a:lnTo>
                <a:lnTo>
                  <a:pt x="1962579" y="1960750"/>
                </a:lnTo>
                <a:lnTo>
                  <a:pt x="1967040" y="1959136"/>
                </a:lnTo>
                <a:lnTo>
                  <a:pt x="1967799" y="1966257"/>
                </a:lnTo>
                <a:lnTo>
                  <a:pt x="1986023" y="1958282"/>
                </a:lnTo>
                <a:lnTo>
                  <a:pt x="1966091" y="1940337"/>
                </a:lnTo>
                <a:lnTo>
                  <a:pt x="1953752" y="1939958"/>
                </a:lnTo>
                <a:lnTo>
                  <a:pt x="1940938" y="1953724"/>
                </a:lnTo>
                <a:lnTo>
                  <a:pt x="1925751" y="1953629"/>
                </a:lnTo>
                <a:lnTo>
                  <a:pt x="1912748" y="1945274"/>
                </a:lnTo>
                <a:lnTo>
                  <a:pt x="1903826" y="1953534"/>
                </a:lnTo>
                <a:lnTo>
                  <a:pt x="1906199" y="1956573"/>
                </a:lnTo>
                <a:lnTo>
                  <a:pt x="1897751" y="1967111"/>
                </a:lnTo>
                <a:lnTo>
                  <a:pt x="1895283" y="1965592"/>
                </a:lnTo>
                <a:lnTo>
                  <a:pt x="1893005" y="1979264"/>
                </a:lnTo>
                <a:lnTo>
                  <a:pt x="1853710" y="1945180"/>
                </a:lnTo>
                <a:lnTo>
                  <a:pt x="1856558" y="1939863"/>
                </a:lnTo>
                <a:lnTo>
                  <a:pt x="1836720" y="1923248"/>
                </a:lnTo>
                <a:lnTo>
                  <a:pt x="1828178" y="1938154"/>
                </a:lnTo>
                <a:lnTo>
                  <a:pt x="1787174" y="1913659"/>
                </a:lnTo>
                <a:lnTo>
                  <a:pt x="1706685" y="2048477"/>
                </a:lnTo>
                <a:lnTo>
                  <a:pt x="1640813" y="2008886"/>
                </a:lnTo>
                <a:lnTo>
                  <a:pt x="1717316" y="1879669"/>
                </a:lnTo>
                <a:lnTo>
                  <a:pt x="1624678" y="1823843"/>
                </a:lnTo>
                <a:lnTo>
                  <a:pt x="1565830" y="1922868"/>
                </a:lnTo>
                <a:lnTo>
                  <a:pt x="1371916" y="1806564"/>
                </a:lnTo>
                <a:lnTo>
                  <a:pt x="1398208" y="1761181"/>
                </a:lnTo>
                <a:lnTo>
                  <a:pt x="1431239" y="1755675"/>
                </a:lnTo>
                <a:lnTo>
                  <a:pt x="1551213" y="1827261"/>
                </a:lnTo>
                <a:lnTo>
                  <a:pt x="1581206" y="1776562"/>
                </a:lnTo>
                <a:lnTo>
                  <a:pt x="1471483" y="1710577"/>
                </a:lnTo>
                <a:lnTo>
                  <a:pt x="1493599" y="1673929"/>
                </a:lnTo>
                <a:lnTo>
                  <a:pt x="1450981" y="1628072"/>
                </a:lnTo>
                <a:lnTo>
                  <a:pt x="1420513" y="1648674"/>
                </a:lnTo>
                <a:lnTo>
                  <a:pt x="1360906" y="1654561"/>
                </a:lnTo>
                <a:lnTo>
                  <a:pt x="1314112" y="1639845"/>
                </a:lnTo>
                <a:lnTo>
                  <a:pt x="1311645" y="1629971"/>
                </a:lnTo>
                <a:lnTo>
                  <a:pt x="1320567" y="1612976"/>
                </a:lnTo>
                <a:lnTo>
                  <a:pt x="1307278" y="1608799"/>
                </a:lnTo>
                <a:lnTo>
                  <a:pt x="1282885" y="1632629"/>
                </a:lnTo>
                <a:lnTo>
                  <a:pt x="1176484" y="1605855"/>
                </a:lnTo>
                <a:lnTo>
                  <a:pt x="1157121" y="1618768"/>
                </a:lnTo>
                <a:lnTo>
                  <a:pt x="1108714" y="1595127"/>
                </a:lnTo>
                <a:lnTo>
                  <a:pt x="1045500" y="1541390"/>
                </a:lnTo>
                <a:lnTo>
                  <a:pt x="1010856" y="1541200"/>
                </a:lnTo>
                <a:lnTo>
                  <a:pt x="1014937" y="1559903"/>
                </a:lnTo>
                <a:lnTo>
                  <a:pt x="1040849" y="1565315"/>
                </a:lnTo>
                <a:lnTo>
                  <a:pt x="1093622" y="1610128"/>
                </a:lnTo>
                <a:lnTo>
                  <a:pt x="1088687" y="1623135"/>
                </a:lnTo>
                <a:lnTo>
                  <a:pt x="1110802" y="1624464"/>
                </a:lnTo>
                <a:lnTo>
                  <a:pt x="1007818" y="1625034"/>
                </a:lnTo>
                <a:lnTo>
                  <a:pt x="1007154" y="1687126"/>
                </a:lnTo>
                <a:lnTo>
                  <a:pt x="1011900" y="1698804"/>
                </a:lnTo>
                <a:lnTo>
                  <a:pt x="1060402" y="1709912"/>
                </a:lnTo>
                <a:lnTo>
                  <a:pt x="1067426" y="1697380"/>
                </a:lnTo>
                <a:lnTo>
                  <a:pt x="1082897" y="1702317"/>
                </a:lnTo>
                <a:lnTo>
                  <a:pt x="1074165" y="1716368"/>
                </a:lnTo>
                <a:lnTo>
                  <a:pt x="1086789" y="1705450"/>
                </a:lnTo>
                <a:lnTo>
                  <a:pt x="1094382" y="1703551"/>
                </a:lnTo>
                <a:lnTo>
                  <a:pt x="1127792" y="1720071"/>
                </a:lnTo>
                <a:lnTo>
                  <a:pt x="1140891" y="1742572"/>
                </a:lnTo>
                <a:lnTo>
                  <a:pt x="1146206" y="1771625"/>
                </a:lnTo>
                <a:lnTo>
                  <a:pt x="1175725" y="1804950"/>
                </a:lnTo>
                <a:lnTo>
                  <a:pt x="1183223" y="1802291"/>
                </a:lnTo>
                <a:lnTo>
                  <a:pt x="1182844" y="1805994"/>
                </a:lnTo>
                <a:lnTo>
                  <a:pt x="1188254" y="1807513"/>
                </a:lnTo>
                <a:lnTo>
                  <a:pt x="1188159" y="1817482"/>
                </a:lnTo>
                <a:lnTo>
                  <a:pt x="1194898" y="1813779"/>
                </a:lnTo>
                <a:lnTo>
                  <a:pt x="1198315" y="1823938"/>
                </a:lnTo>
                <a:lnTo>
                  <a:pt x="1235427" y="1829825"/>
                </a:lnTo>
                <a:lnTo>
                  <a:pt x="1275102" y="1870080"/>
                </a:lnTo>
                <a:lnTo>
                  <a:pt x="1275956" y="1876726"/>
                </a:lnTo>
                <a:lnTo>
                  <a:pt x="1260959" y="1892297"/>
                </a:lnTo>
                <a:lnTo>
                  <a:pt x="1247671" y="1900272"/>
                </a:lnTo>
                <a:lnTo>
                  <a:pt x="1224986" y="1905114"/>
                </a:lnTo>
                <a:lnTo>
                  <a:pt x="1206857" y="1913469"/>
                </a:lnTo>
                <a:lnTo>
                  <a:pt x="1195088" y="1902361"/>
                </a:lnTo>
                <a:lnTo>
                  <a:pt x="1176959" y="1901221"/>
                </a:lnTo>
                <a:lnTo>
                  <a:pt x="1143453" y="1890303"/>
                </a:lnTo>
                <a:lnTo>
                  <a:pt x="1118680" y="1913184"/>
                </a:lnTo>
                <a:lnTo>
                  <a:pt x="1124660" y="1915083"/>
                </a:lnTo>
                <a:lnTo>
                  <a:pt x="1144213" y="1897044"/>
                </a:lnTo>
                <a:lnTo>
                  <a:pt x="1150857" y="1897329"/>
                </a:lnTo>
                <a:lnTo>
                  <a:pt x="1191766" y="1906633"/>
                </a:lnTo>
                <a:lnTo>
                  <a:pt x="1207522" y="1921919"/>
                </a:lnTo>
                <a:lnTo>
                  <a:pt x="1209420" y="1929704"/>
                </a:lnTo>
                <a:lnTo>
                  <a:pt x="1190627" y="1969675"/>
                </a:lnTo>
                <a:lnTo>
                  <a:pt x="1173257" y="1982967"/>
                </a:lnTo>
                <a:lnTo>
                  <a:pt x="1108619" y="2010975"/>
                </a:lnTo>
                <a:lnTo>
                  <a:pt x="1063534" y="1972903"/>
                </a:lnTo>
                <a:lnTo>
                  <a:pt x="997567" y="1937109"/>
                </a:lnTo>
                <a:lnTo>
                  <a:pt x="996618" y="1923058"/>
                </a:lnTo>
                <a:lnTo>
                  <a:pt x="991778" y="1912994"/>
                </a:lnTo>
                <a:lnTo>
                  <a:pt x="978015" y="1935116"/>
                </a:lnTo>
                <a:lnTo>
                  <a:pt x="953147" y="1921824"/>
                </a:lnTo>
                <a:lnTo>
                  <a:pt x="940713" y="1948028"/>
                </a:lnTo>
                <a:lnTo>
                  <a:pt x="1026327" y="1999012"/>
                </a:lnTo>
                <a:lnTo>
                  <a:pt x="1028700" y="2010405"/>
                </a:lnTo>
                <a:lnTo>
                  <a:pt x="953242" y="2053034"/>
                </a:lnTo>
                <a:lnTo>
                  <a:pt x="839248" y="2093574"/>
                </a:lnTo>
                <a:lnTo>
                  <a:pt x="804034" y="1968915"/>
                </a:lnTo>
                <a:lnTo>
                  <a:pt x="752399" y="1921349"/>
                </a:lnTo>
                <a:lnTo>
                  <a:pt x="706460" y="1972048"/>
                </a:lnTo>
                <a:lnTo>
                  <a:pt x="761321" y="2022653"/>
                </a:lnTo>
                <a:lnTo>
                  <a:pt x="803749" y="2171997"/>
                </a:lnTo>
                <a:lnTo>
                  <a:pt x="803844" y="2190701"/>
                </a:lnTo>
                <a:lnTo>
                  <a:pt x="797959" y="2203043"/>
                </a:lnTo>
                <a:lnTo>
                  <a:pt x="779640" y="2222411"/>
                </a:lnTo>
                <a:lnTo>
                  <a:pt x="771383" y="2213961"/>
                </a:lnTo>
                <a:lnTo>
                  <a:pt x="729809" y="2258489"/>
                </a:lnTo>
                <a:lnTo>
                  <a:pt x="733986" y="2268174"/>
                </a:lnTo>
                <a:lnTo>
                  <a:pt x="652168" y="2350963"/>
                </a:lnTo>
                <a:lnTo>
                  <a:pt x="642582" y="2355995"/>
                </a:lnTo>
                <a:lnTo>
                  <a:pt x="631856" y="2354571"/>
                </a:lnTo>
                <a:lnTo>
                  <a:pt x="623883" y="2347261"/>
                </a:lnTo>
                <a:lnTo>
                  <a:pt x="608412" y="2314790"/>
                </a:lnTo>
                <a:lnTo>
                  <a:pt x="607083" y="2301308"/>
                </a:lnTo>
                <a:lnTo>
                  <a:pt x="610025" y="2301783"/>
                </a:lnTo>
                <a:lnTo>
                  <a:pt x="611734" y="2313461"/>
                </a:lnTo>
                <a:lnTo>
                  <a:pt x="627015" y="2345457"/>
                </a:lnTo>
                <a:lnTo>
                  <a:pt x="630812" y="2346881"/>
                </a:lnTo>
                <a:lnTo>
                  <a:pt x="667450" y="2310993"/>
                </a:lnTo>
                <a:lnTo>
                  <a:pt x="669348" y="2298175"/>
                </a:lnTo>
                <a:lnTo>
                  <a:pt x="653402" y="2264471"/>
                </a:lnTo>
                <a:lnTo>
                  <a:pt x="646853" y="2259914"/>
                </a:lnTo>
                <a:lnTo>
                  <a:pt x="637931" y="2243299"/>
                </a:lnTo>
                <a:lnTo>
                  <a:pt x="598920" y="2239786"/>
                </a:lnTo>
                <a:lnTo>
                  <a:pt x="563327" y="2165921"/>
                </a:lnTo>
                <a:lnTo>
                  <a:pt x="544059" y="2143704"/>
                </a:lnTo>
                <a:lnTo>
                  <a:pt x="455882" y="1925052"/>
                </a:lnTo>
                <a:lnTo>
                  <a:pt x="455882" y="1878530"/>
                </a:lnTo>
                <a:lnTo>
                  <a:pt x="503624" y="1841123"/>
                </a:lnTo>
                <a:lnTo>
                  <a:pt x="522987" y="1868181"/>
                </a:lnTo>
                <a:lnTo>
                  <a:pt x="674853" y="1761751"/>
                </a:lnTo>
                <a:lnTo>
                  <a:pt x="739016" y="1723299"/>
                </a:lnTo>
                <a:lnTo>
                  <a:pt x="787328" y="1708488"/>
                </a:lnTo>
                <a:lnTo>
                  <a:pt x="826244" y="1709722"/>
                </a:lnTo>
                <a:lnTo>
                  <a:pt x="860414" y="1704690"/>
                </a:lnTo>
                <a:lnTo>
                  <a:pt x="865729" y="1710672"/>
                </a:lnTo>
                <a:lnTo>
                  <a:pt x="815708" y="1765643"/>
                </a:lnTo>
                <a:lnTo>
                  <a:pt x="809824" y="1786911"/>
                </a:lnTo>
                <a:lnTo>
                  <a:pt x="773850" y="1822039"/>
                </a:lnTo>
                <a:lnTo>
                  <a:pt x="745376" y="1844161"/>
                </a:lnTo>
                <a:lnTo>
                  <a:pt x="781728" y="1880049"/>
                </a:lnTo>
                <a:lnTo>
                  <a:pt x="819980" y="1839034"/>
                </a:lnTo>
                <a:lnTo>
                  <a:pt x="832129" y="1849193"/>
                </a:lnTo>
                <a:lnTo>
                  <a:pt x="845892" y="1840553"/>
                </a:lnTo>
                <a:lnTo>
                  <a:pt x="854434" y="1840268"/>
                </a:lnTo>
                <a:lnTo>
                  <a:pt x="851207" y="1833717"/>
                </a:lnTo>
                <a:lnTo>
                  <a:pt x="856143" y="1833432"/>
                </a:lnTo>
                <a:lnTo>
                  <a:pt x="857092" y="1837420"/>
                </a:lnTo>
                <a:lnTo>
                  <a:pt x="862787" y="1835046"/>
                </a:lnTo>
                <a:lnTo>
                  <a:pt x="853105" y="1819286"/>
                </a:lnTo>
                <a:lnTo>
                  <a:pt x="860224" y="1802576"/>
                </a:lnTo>
                <a:lnTo>
                  <a:pt x="854434" y="1797924"/>
                </a:lnTo>
                <a:lnTo>
                  <a:pt x="875790" y="1777511"/>
                </a:lnTo>
                <a:lnTo>
                  <a:pt x="933309" y="1707824"/>
                </a:lnTo>
                <a:lnTo>
                  <a:pt x="945364" y="1706494"/>
                </a:lnTo>
                <a:lnTo>
                  <a:pt x="947072" y="1698234"/>
                </a:lnTo>
                <a:lnTo>
                  <a:pt x="955899" y="1692918"/>
                </a:lnTo>
                <a:lnTo>
                  <a:pt x="975737" y="1690449"/>
                </a:lnTo>
                <a:lnTo>
                  <a:pt x="1007534" y="1701083"/>
                </a:lnTo>
                <a:lnTo>
                  <a:pt x="1002218" y="1686272"/>
                </a:lnTo>
                <a:lnTo>
                  <a:pt x="1003547" y="1555156"/>
                </a:lnTo>
                <a:lnTo>
                  <a:pt x="997662" y="1541485"/>
                </a:lnTo>
                <a:lnTo>
                  <a:pt x="988361" y="1547751"/>
                </a:lnTo>
                <a:lnTo>
                  <a:pt x="974693" y="1548985"/>
                </a:lnTo>
                <a:lnTo>
                  <a:pt x="975452" y="1570157"/>
                </a:lnTo>
                <a:lnTo>
                  <a:pt x="969282" y="1575189"/>
                </a:lnTo>
                <a:lnTo>
                  <a:pt x="964727" y="1593798"/>
                </a:lnTo>
                <a:lnTo>
                  <a:pt x="968618" y="1593608"/>
                </a:lnTo>
                <a:lnTo>
                  <a:pt x="968903" y="1601773"/>
                </a:lnTo>
                <a:lnTo>
                  <a:pt x="917933" y="1603862"/>
                </a:lnTo>
                <a:lnTo>
                  <a:pt x="916984" y="1583259"/>
                </a:lnTo>
                <a:lnTo>
                  <a:pt x="888604" y="1573670"/>
                </a:lnTo>
                <a:lnTo>
                  <a:pt x="869336" y="1549745"/>
                </a:lnTo>
                <a:lnTo>
                  <a:pt x="869336" y="1549745"/>
                </a:lnTo>
              </a:path>
            </a:pathLst>
          </a:custGeom>
          <a:noFill xmlns:a="http://schemas.openxmlformats.org/drawingml/2006/main"/>
          <a:ln xmlns:a="http://schemas.openxmlformats.org/drawingml/2006/main" w="2720">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35FD4A06-BAB4-463D-BD2E-6D13956E3D7B}"/>
              </a:ext>
            </a:extLst>
          </p:cNvPr>
          <p:cNvSpPr>
            <a:spLocks xmlns:a="http://schemas.openxmlformats.org/drawingml/2006/main" noGrp="1"/>
          </p:cNvSpPr>
          <p:nvPr/>
        </p:nvSpPr>
        <p:spPr>
          <a:xfrm xmlns:a="http://schemas.openxmlformats.org/drawingml/2006/main">
            <a:off x="6633518" y="2703031"/>
            <a:ext cx="520102" cy="194135"/>
          </a:xfrm>
          <a:custGeom xmlns:a="http://schemas.openxmlformats.org/drawingml/2006/main">
            <a:pathLst>
              <a:path w="728481" h="271915">
                <a:moveTo>
                  <a:pt x="15756" y="80036"/>
                </a:moveTo>
                <a:lnTo>
                  <a:pt x="17749" y="75194"/>
                </a:lnTo>
                <a:lnTo>
                  <a:pt x="11485" y="70732"/>
                </a:lnTo>
                <a:lnTo>
                  <a:pt x="10346" y="59529"/>
                </a:lnTo>
                <a:lnTo>
                  <a:pt x="0" y="54307"/>
                </a:lnTo>
                <a:lnTo>
                  <a:pt x="2563" y="43768"/>
                </a:lnTo>
                <a:lnTo>
                  <a:pt x="95" y="42249"/>
                </a:lnTo>
                <a:lnTo>
                  <a:pt x="26482" y="35793"/>
                </a:lnTo>
                <a:lnTo>
                  <a:pt x="38821" y="19273"/>
                </a:lnTo>
                <a:lnTo>
                  <a:pt x="57045" y="13767"/>
                </a:lnTo>
                <a:lnTo>
                  <a:pt x="69479" y="0"/>
                </a:lnTo>
                <a:lnTo>
                  <a:pt x="113140" y="15096"/>
                </a:lnTo>
                <a:lnTo>
                  <a:pt x="157086" y="35698"/>
                </a:lnTo>
                <a:lnTo>
                  <a:pt x="183852" y="40161"/>
                </a:lnTo>
                <a:lnTo>
                  <a:pt x="205968" y="51933"/>
                </a:lnTo>
                <a:lnTo>
                  <a:pt x="215270" y="61713"/>
                </a:lnTo>
                <a:lnTo>
                  <a:pt x="218971" y="73485"/>
                </a:lnTo>
                <a:lnTo>
                  <a:pt x="255419" y="89436"/>
                </a:lnTo>
                <a:lnTo>
                  <a:pt x="257792" y="84499"/>
                </a:lnTo>
                <a:lnTo>
                  <a:pt x="274877" y="85638"/>
                </a:lnTo>
                <a:lnTo>
                  <a:pt x="281521" y="98740"/>
                </a:lnTo>
                <a:lnTo>
                  <a:pt x="311419" y="96556"/>
                </a:lnTo>
                <a:lnTo>
                  <a:pt x="332301" y="99120"/>
                </a:lnTo>
                <a:lnTo>
                  <a:pt x="357264" y="89815"/>
                </a:lnTo>
                <a:lnTo>
                  <a:pt x="406810" y="85638"/>
                </a:lnTo>
                <a:lnTo>
                  <a:pt x="418010" y="79847"/>
                </a:lnTo>
                <a:lnTo>
                  <a:pt x="440980" y="84594"/>
                </a:lnTo>
                <a:lnTo>
                  <a:pt x="453414" y="93898"/>
                </a:lnTo>
                <a:lnTo>
                  <a:pt x="467651" y="91714"/>
                </a:lnTo>
                <a:lnTo>
                  <a:pt x="497550" y="99405"/>
                </a:lnTo>
                <a:lnTo>
                  <a:pt x="543110" y="96936"/>
                </a:lnTo>
                <a:lnTo>
                  <a:pt x="556018" y="92379"/>
                </a:lnTo>
                <a:lnTo>
                  <a:pt x="563042" y="85353"/>
                </a:lnTo>
                <a:lnTo>
                  <a:pt x="641158" y="83170"/>
                </a:lnTo>
                <a:lnTo>
                  <a:pt x="670012" y="95797"/>
                </a:lnTo>
                <a:lnTo>
                  <a:pt x="690989" y="118583"/>
                </a:lnTo>
                <a:lnTo>
                  <a:pt x="711301" y="166434"/>
                </a:lnTo>
                <a:lnTo>
                  <a:pt x="728481" y="230330"/>
                </a:lnTo>
                <a:lnTo>
                  <a:pt x="724399" y="236976"/>
                </a:lnTo>
                <a:lnTo>
                  <a:pt x="713199" y="240204"/>
                </a:lnTo>
                <a:lnTo>
                  <a:pt x="664887" y="228241"/>
                </a:lnTo>
                <a:lnTo>
                  <a:pt x="591896" y="227862"/>
                </a:lnTo>
                <a:lnTo>
                  <a:pt x="585632" y="240869"/>
                </a:lnTo>
                <a:lnTo>
                  <a:pt x="578703" y="235552"/>
                </a:lnTo>
                <a:lnTo>
                  <a:pt x="580886" y="229286"/>
                </a:lnTo>
                <a:lnTo>
                  <a:pt x="575571" y="227767"/>
                </a:lnTo>
                <a:lnTo>
                  <a:pt x="491760" y="227197"/>
                </a:lnTo>
                <a:lnTo>
                  <a:pt x="458350" y="243337"/>
                </a:lnTo>
                <a:lnTo>
                  <a:pt x="441265" y="233843"/>
                </a:lnTo>
                <a:lnTo>
                  <a:pt x="435570" y="241154"/>
                </a:lnTo>
                <a:lnTo>
                  <a:pt x="420763" y="246850"/>
                </a:lnTo>
                <a:lnTo>
                  <a:pt x="417536" y="242388"/>
                </a:lnTo>
                <a:lnTo>
                  <a:pt x="410986" y="244382"/>
                </a:lnTo>
                <a:lnTo>
                  <a:pt x="396369" y="256155"/>
                </a:lnTo>
                <a:lnTo>
                  <a:pt x="386593" y="258623"/>
                </a:lnTo>
                <a:lnTo>
                  <a:pt x="378051" y="256060"/>
                </a:lnTo>
                <a:lnTo>
                  <a:pt x="340654" y="269257"/>
                </a:lnTo>
                <a:lnTo>
                  <a:pt x="304206" y="271915"/>
                </a:lnTo>
                <a:lnTo>
                  <a:pt x="277345" y="240299"/>
                </a:lnTo>
                <a:lnTo>
                  <a:pt x="270890" y="220266"/>
                </a:lnTo>
                <a:lnTo>
                  <a:pt x="257128" y="211911"/>
                </a:lnTo>
                <a:lnTo>
                  <a:pt x="228748" y="214000"/>
                </a:lnTo>
                <a:lnTo>
                  <a:pt x="211473" y="181435"/>
                </a:lnTo>
                <a:lnTo>
                  <a:pt x="213276" y="172320"/>
                </a:lnTo>
                <a:lnTo>
                  <a:pt x="209100" y="174029"/>
                </a:lnTo>
                <a:lnTo>
                  <a:pt x="192585" y="162446"/>
                </a:lnTo>
                <a:lnTo>
                  <a:pt x="173507" y="160832"/>
                </a:lnTo>
                <a:lnTo>
                  <a:pt x="166673" y="153807"/>
                </a:lnTo>
                <a:lnTo>
                  <a:pt x="139716" y="146021"/>
                </a:lnTo>
                <a:lnTo>
                  <a:pt x="119215" y="131210"/>
                </a:lnTo>
                <a:lnTo>
                  <a:pt x="113140" y="128932"/>
                </a:lnTo>
                <a:lnTo>
                  <a:pt x="114469" y="132635"/>
                </a:lnTo>
                <a:lnTo>
                  <a:pt x="107635" y="131780"/>
                </a:lnTo>
                <a:lnTo>
                  <a:pt x="100041" y="122571"/>
                </a:lnTo>
                <a:lnTo>
                  <a:pt x="76218" y="118108"/>
                </a:lnTo>
                <a:lnTo>
                  <a:pt x="69099" y="103202"/>
                </a:lnTo>
                <a:lnTo>
                  <a:pt x="54672" y="100639"/>
                </a:lnTo>
                <a:lnTo>
                  <a:pt x="49261" y="105386"/>
                </a:lnTo>
                <a:lnTo>
                  <a:pt x="40529" y="103677"/>
                </a:lnTo>
                <a:lnTo>
                  <a:pt x="22590" y="84878"/>
                </a:lnTo>
                <a:lnTo>
                  <a:pt x="18888" y="86493"/>
                </a:lnTo>
                <a:lnTo>
                  <a:pt x="20597" y="80226"/>
                </a:lnTo>
                <a:lnTo>
                  <a:pt x="15756" y="80036"/>
                </a:lnTo>
              </a:path>
            </a:pathLst>
          </a:custGeom>
          <a:noFill xmlns:a="http://schemas.openxmlformats.org/drawingml/2006/main"/>
          <a:ln xmlns:a="http://schemas.openxmlformats.org/drawingml/2006/main" w="2720">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7E8981A6-4F9A-45C6-90BA-B21FE7375806}"/>
              </a:ext>
            </a:extLst>
          </p:cNvPr>
          <p:cNvSpPr>
            <a:spLocks xmlns:a="http://schemas.openxmlformats.org/drawingml/2006/main" noGrp="1"/>
          </p:cNvSpPr>
          <p:nvPr/>
        </p:nvSpPr>
        <p:spPr>
          <a:xfrm xmlns:a="http://schemas.openxmlformats.org/drawingml/2006/main">
            <a:off x="6069571" y="4028830"/>
            <a:ext cx="110052" cy="129807"/>
          </a:xfrm>
          <a:custGeom xmlns:a="http://schemas.openxmlformats.org/drawingml/2006/main">
            <a:pathLst>
              <a:path w="154144" h="181815">
                <a:moveTo>
                  <a:pt x="52583" y="15476"/>
                </a:moveTo>
                <a:lnTo>
                  <a:pt x="60462" y="26869"/>
                </a:lnTo>
                <a:lnTo>
                  <a:pt x="65872" y="21172"/>
                </a:lnTo>
                <a:lnTo>
                  <a:pt x="76028" y="21552"/>
                </a:lnTo>
                <a:lnTo>
                  <a:pt x="81153" y="17849"/>
                </a:lnTo>
                <a:lnTo>
                  <a:pt x="75553" y="12912"/>
                </a:lnTo>
                <a:lnTo>
                  <a:pt x="74224" y="15571"/>
                </a:lnTo>
                <a:lnTo>
                  <a:pt x="77546" y="9494"/>
                </a:lnTo>
                <a:lnTo>
                  <a:pt x="138862" y="1709"/>
                </a:lnTo>
                <a:lnTo>
                  <a:pt x="144177" y="5507"/>
                </a:lnTo>
                <a:lnTo>
                  <a:pt x="144177" y="13767"/>
                </a:lnTo>
                <a:lnTo>
                  <a:pt x="134686" y="29337"/>
                </a:lnTo>
                <a:lnTo>
                  <a:pt x="111052" y="38262"/>
                </a:lnTo>
                <a:lnTo>
                  <a:pt x="112286" y="33135"/>
                </a:lnTo>
                <a:lnTo>
                  <a:pt x="103648" y="32091"/>
                </a:lnTo>
                <a:lnTo>
                  <a:pt x="97384" y="38357"/>
                </a:lnTo>
                <a:lnTo>
                  <a:pt x="95391" y="47756"/>
                </a:lnTo>
                <a:lnTo>
                  <a:pt x="104123" y="65890"/>
                </a:lnTo>
                <a:lnTo>
                  <a:pt x="114374" y="65985"/>
                </a:lnTo>
                <a:lnTo>
                  <a:pt x="116462" y="62377"/>
                </a:lnTo>
                <a:lnTo>
                  <a:pt x="113140" y="60099"/>
                </a:lnTo>
                <a:lnTo>
                  <a:pt x="120448" y="62662"/>
                </a:lnTo>
                <a:lnTo>
                  <a:pt x="124815" y="84309"/>
                </a:lnTo>
                <a:lnTo>
                  <a:pt x="143703" y="100449"/>
                </a:lnTo>
                <a:lnTo>
                  <a:pt x="147500" y="110608"/>
                </a:lnTo>
                <a:lnTo>
                  <a:pt x="153764" y="114975"/>
                </a:lnTo>
                <a:lnTo>
                  <a:pt x="154144" y="121146"/>
                </a:lnTo>
                <a:lnTo>
                  <a:pt x="149872" y="117159"/>
                </a:lnTo>
                <a:lnTo>
                  <a:pt x="143418" y="120007"/>
                </a:lnTo>
                <a:lnTo>
                  <a:pt x="139432" y="131495"/>
                </a:lnTo>
                <a:lnTo>
                  <a:pt x="144842" y="135863"/>
                </a:lnTo>
                <a:lnTo>
                  <a:pt x="131174" y="141654"/>
                </a:lnTo>
                <a:lnTo>
                  <a:pt x="134306" y="138996"/>
                </a:lnTo>
                <a:lnTo>
                  <a:pt x="123865" y="133869"/>
                </a:lnTo>
                <a:lnTo>
                  <a:pt x="117126" y="123710"/>
                </a:lnTo>
                <a:lnTo>
                  <a:pt x="100611" y="110893"/>
                </a:lnTo>
                <a:lnTo>
                  <a:pt x="88557" y="93613"/>
                </a:lnTo>
                <a:lnTo>
                  <a:pt x="77072" y="110703"/>
                </a:lnTo>
                <a:lnTo>
                  <a:pt x="79824" y="127792"/>
                </a:lnTo>
                <a:lnTo>
                  <a:pt x="79729" y="122096"/>
                </a:lnTo>
                <a:lnTo>
                  <a:pt x="72041" y="123425"/>
                </a:lnTo>
                <a:lnTo>
                  <a:pt x="75553" y="142224"/>
                </a:lnTo>
                <a:lnTo>
                  <a:pt x="78970" y="143363"/>
                </a:lnTo>
                <a:lnTo>
                  <a:pt x="80204" y="139945"/>
                </a:lnTo>
                <a:lnTo>
                  <a:pt x="81248" y="155895"/>
                </a:lnTo>
                <a:lnTo>
                  <a:pt x="76977" y="154946"/>
                </a:lnTo>
                <a:lnTo>
                  <a:pt x="75933" y="164725"/>
                </a:lnTo>
                <a:lnTo>
                  <a:pt x="79729" y="168903"/>
                </a:lnTo>
                <a:lnTo>
                  <a:pt x="84570" y="167099"/>
                </a:lnTo>
                <a:lnTo>
                  <a:pt x="85804" y="174504"/>
                </a:lnTo>
                <a:lnTo>
                  <a:pt x="79824" y="181815"/>
                </a:lnTo>
                <a:lnTo>
                  <a:pt x="67675" y="169282"/>
                </a:lnTo>
                <a:lnTo>
                  <a:pt x="58373" y="166909"/>
                </a:lnTo>
                <a:lnTo>
                  <a:pt x="47553" y="148300"/>
                </a:lnTo>
                <a:lnTo>
                  <a:pt x="0" y="98170"/>
                </a:lnTo>
                <a:lnTo>
                  <a:pt x="11105" y="88296"/>
                </a:lnTo>
                <a:lnTo>
                  <a:pt x="22495" y="85828"/>
                </a:lnTo>
                <a:lnTo>
                  <a:pt x="28854" y="88201"/>
                </a:lnTo>
                <a:lnTo>
                  <a:pt x="25722" y="88866"/>
                </a:lnTo>
                <a:lnTo>
                  <a:pt x="30468" y="93138"/>
                </a:lnTo>
                <a:lnTo>
                  <a:pt x="34739" y="93233"/>
                </a:lnTo>
                <a:lnTo>
                  <a:pt x="33980" y="90290"/>
                </a:lnTo>
                <a:lnTo>
                  <a:pt x="40339" y="96746"/>
                </a:lnTo>
                <a:lnTo>
                  <a:pt x="51539" y="98645"/>
                </a:lnTo>
                <a:lnTo>
                  <a:pt x="49072" y="104532"/>
                </a:lnTo>
                <a:lnTo>
                  <a:pt x="66916" y="114311"/>
                </a:lnTo>
                <a:lnTo>
                  <a:pt x="70238" y="108994"/>
                </a:lnTo>
                <a:lnTo>
                  <a:pt x="63119" y="103297"/>
                </a:lnTo>
                <a:lnTo>
                  <a:pt x="76218" y="109658"/>
                </a:lnTo>
                <a:lnTo>
                  <a:pt x="86469" y="92949"/>
                </a:lnTo>
                <a:lnTo>
                  <a:pt x="84570" y="84499"/>
                </a:lnTo>
                <a:lnTo>
                  <a:pt x="87797" y="79372"/>
                </a:lnTo>
                <a:lnTo>
                  <a:pt x="84001" y="73485"/>
                </a:lnTo>
                <a:lnTo>
                  <a:pt x="80868" y="75859"/>
                </a:lnTo>
                <a:lnTo>
                  <a:pt x="67011" y="63991"/>
                </a:lnTo>
                <a:lnTo>
                  <a:pt x="75079" y="56776"/>
                </a:lnTo>
                <a:lnTo>
                  <a:pt x="80584" y="61333"/>
                </a:lnTo>
                <a:lnTo>
                  <a:pt x="85899" y="59339"/>
                </a:lnTo>
                <a:lnTo>
                  <a:pt x="85140" y="43768"/>
                </a:lnTo>
                <a:lnTo>
                  <a:pt x="67106" y="44528"/>
                </a:lnTo>
                <a:lnTo>
                  <a:pt x="64733" y="31901"/>
                </a:lnTo>
                <a:lnTo>
                  <a:pt x="46983" y="55351"/>
                </a:lnTo>
                <a:lnTo>
                  <a:pt x="34360" y="56965"/>
                </a:lnTo>
                <a:lnTo>
                  <a:pt x="35973" y="49465"/>
                </a:lnTo>
                <a:lnTo>
                  <a:pt x="55051" y="42154"/>
                </a:lnTo>
                <a:lnTo>
                  <a:pt x="59323" y="28293"/>
                </a:lnTo>
                <a:lnTo>
                  <a:pt x="47933" y="15665"/>
                </a:lnTo>
                <a:lnTo>
                  <a:pt x="44326" y="20508"/>
                </a:lnTo>
                <a:lnTo>
                  <a:pt x="46604" y="22217"/>
                </a:lnTo>
                <a:lnTo>
                  <a:pt x="40244" y="21457"/>
                </a:lnTo>
                <a:lnTo>
                  <a:pt x="22210" y="3608"/>
                </a:lnTo>
                <a:lnTo>
                  <a:pt x="25627" y="0"/>
                </a:lnTo>
                <a:lnTo>
                  <a:pt x="50305" y="7595"/>
                </a:lnTo>
                <a:lnTo>
                  <a:pt x="52583" y="15476"/>
                </a:lnTo>
              </a:path>
            </a:pathLst>
          </a:custGeom>
          <a:noFill xmlns:a="http://schemas.openxmlformats.org/drawingml/2006/main"/>
          <a:ln xmlns:a="http://schemas.openxmlformats.org/drawingml/2006/main" w="2720">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0EFCFD0E-2848-41D9-9DD5-9FEDCCBF33FD}"/>
              </a:ext>
            </a:extLst>
          </p:cNvPr>
          <p:cNvSpPr>
            <a:spLocks xmlns:a="http://schemas.openxmlformats.org/drawingml/2006/main" noGrp="1"/>
          </p:cNvSpPr>
          <p:nvPr/>
        </p:nvSpPr>
        <p:spPr>
          <a:xfrm xmlns:a="http://schemas.openxmlformats.org/drawingml/2006/main">
            <a:off x="6080143" y="3940574"/>
            <a:ext cx="72238" cy="52804"/>
          </a:xfrm>
          <a:custGeom xmlns:a="http://schemas.openxmlformats.org/drawingml/2006/main">
            <a:pathLst>
              <a:path w="101180" h="73960">
                <a:moveTo>
                  <a:pt x="101180" y="44053"/>
                </a:moveTo>
                <a:lnTo>
                  <a:pt x="98997" y="56965"/>
                </a:lnTo>
                <a:lnTo>
                  <a:pt x="88652" y="63327"/>
                </a:lnTo>
                <a:lnTo>
                  <a:pt x="52299" y="47566"/>
                </a:lnTo>
                <a:lnTo>
                  <a:pt x="40909" y="51459"/>
                </a:lnTo>
                <a:lnTo>
                  <a:pt x="12339" y="73960"/>
                </a:lnTo>
                <a:lnTo>
                  <a:pt x="4366" y="73675"/>
                </a:lnTo>
                <a:lnTo>
                  <a:pt x="0" y="67219"/>
                </a:lnTo>
                <a:lnTo>
                  <a:pt x="4461" y="54497"/>
                </a:lnTo>
                <a:lnTo>
                  <a:pt x="43187" y="28388"/>
                </a:lnTo>
                <a:lnTo>
                  <a:pt x="69858" y="0"/>
                </a:lnTo>
                <a:lnTo>
                  <a:pt x="79160" y="3133"/>
                </a:lnTo>
                <a:lnTo>
                  <a:pt x="89885" y="14051"/>
                </a:lnTo>
                <a:lnTo>
                  <a:pt x="101180" y="44053"/>
                </a:lnTo>
              </a:path>
            </a:pathLst>
          </a:custGeom>
          <a:noFill xmlns:a="http://schemas.openxmlformats.org/drawingml/2006/main"/>
          <a:ln xmlns:a="http://schemas.openxmlformats.org/drawingml/2006/main" w="2720">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7717E844-23AD-4590-9AE0-2D3FC21A803C}"/>
              </a:ext>
            </a:extLst>
          </p:cNvPr>
          <p:cNvSpPr>
            <a:spLocks xmlns:a="http://schemas.openxmlformats.org/drawingml/2006/main" noGrp="1"/>
          </p:cNvSpPr>
          <p:nvPr/>
        </p:nvSpPr>
        <p:spPr>
          <a:xfrm xmlns:a="http://schemas.openxmlformats.org/drawingml/2006/main">
            <a:off x="6016375" y="4013375"/>
            <a:ext cx="35848" cy="49212"/>
          </a:xfrm>
          <a:custGeom xmlns:a="http://schemas.openxmlformats.org/drawingml/2006/main">
            <a:pathLst>
              <a:path w="50211" h="68928">
                <a:moveTo>
                  <a:pt x="50211" y="57535"/>
                </a:moveTo>
                <a:lnTo>
                  <a:pt x="48028" y="67029"/>
                </a:lnTo>
                <a:lnTo>
                  <a:pt x="42712" y="68928"/>
                </a:lnTo>
                <a:lnTo>
                  <a:pt x="17370" y="54592"/>
                </a:lnTo>
                <a:lnTo>
                  <a:pt x="0" y="17849"/>
                </a:lnTo>
                <a:lnTo>
                  <a:pt x="6075" y="0"/>
                </a:lnTo>
                <a:lnTo>
                  <a:pt x="22875" y="5127"/>
                </a:lnTo>
                <a:lnTo>
                  <a:pt x="37872" y="24305"/>
                </a:lnTo>
                <a:lnTo>
                  <a:pt x="50211" y="57535"/>
                </a:lnTo>
              </a:path>
            </a:pathLst>
          </a:custGeom>
          <a:noFill xmlns:a="http://schemas.openxmlformats.org/drawingml/2006/main"/>
          <a:ln xmlns:a="http://schemas.openxmlformats.org/drawingml/2006/main" w="2720">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DB49A3DE-E51C-4D3F-A6C1-94D0A0B5C2E7}"/>
              </a:ext>
            </a:extLst>
          </p:cNvPr>
          <p:cNvSpPr>
            <a:spLocks xmlns:a="http://schemas.openxmlformats.org/drawingml/2006/main" noGrp="1"/>
          </p:cNvSpPr>
          <p:nvPr/>
        </p:nvSpPr>
        <p:spPr>
          <a:xfrm xmlns:a="http://schemas.openxmlformats.org/drawingml/2006/main">
            <a:off x="6170068" y="4076753"/>
            <a:ext cx="32256" cy="31384"/>
          </a:xfrm>
          <a:custGeom xmlns:a="http://schemas.openxmlformats.org/drawingml/2006/main">
            <a:pathLst>
              <a:path w="45180" h="43958">
                <a:moveTo>
                  <a:pt x="24678" y="10918"/>
                </a:moveTo>
                <a:lnTo>
                  <a:pt x="32271" y="8260"/>
                </a:lnTo>
                <a:lnTo>
                  <a:pt x="27146" y="4367"/>
                </a:lnTo>
                <a:lnTo>
                  <a:pt x="31417" y="6931"/>
                </a:lnTo>
                <a:lnTo>
                  <a:pt x="42617" y="24590"/>
                </a:lnTo>
                <a:lnTo>
                  <a:pt x="45180" y="33610"/>
                </a:lnTo>
                <a:lnTo>
                  <a:pt x="37777" y="43958"/>
                </a:lnTo>
                <a:lnTo>
                  <a:pt x="32461" y="41870"/>
                </a:lnTo>
                <a:lnTo>
                  <a:pt x="37587" y="43579"/>
                </a:lnTo>
                <a:lnTo>
                  <a:pt x="43377" y="35983"/>
                </a:lnTo>
                <a:lnTo>
                  <a:pt x="41953" y="38072"/>
                </a:lnTo>
                <a:lnTo>
                  <a:pt x="22970" y="29622"/>
                </a:lnTo>
                <a:lnTo>
                  <a:pt x="22970" y="26964"/>
                </a:lnTo>
                <a:lnTo>
                  <a:pt x="24583" y="32375"/>
                </a:lnTo>
                <a:lnTo>
                  <a:pt x="15376" y="19368"/>
                </a:lnTo>
                <a:lnTo>
                  <a:pt x="20407" y="20602"/>
                </a:lnTo>
                <a:lnTo>
                  <a:pt x="22685" y="16330"/>
                </a:lnTo>
                <a:lnTo>
                  <a:pt x="14902" y="14051"/>
                </a:lnTo>
                <a:lnTo>
                  <a:pt x="11295" y="19083"/>
                </a:lnTo>
                <a:lnTo>
                  <a:pt x="0" y="5791"/>
                </a:lnTo>
                <a:lnTo>
                  <a:pt x="1139" y="854"/>
                </a:lnTo>
                <a:lnTo>
                  <a:pt x="10346" y="0"/>
                </a:lnTo>
                <a:lnTo>
                  <a:pt x="10820" y="3418"/>
                </a:lnTo>
                <a:lnTo>
                  <a:pt x="24678" y="10918"/>
                </a:lnTo>
              </a:path>
            </a:pathLst>
          </a:custGeom>
          <a:noFill xmlns:a="http://schemas.openxmlformats.org/drawingml/2006/main"/>
          <a:ln xmlns:a="http://schemas.openxmlformats.org/drawingml/2006/main" w="2720">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58030EEB-5333-4813-9293-6ED6A4708E96}"/>
              </a:ext>
            </a:extLst>
          </p:cNvPr>
          <p:cNvSpPr>
            <a:spLocks xmlns:a="http://schemas.openxmlformats.org/drawingml/2006/main" noGrp="1"/>
          </p:cNvSpPr>
          <p:nvPr/>
        </p:nvSpPr>
        <p:spPr>
          <a:xfrm xmlns:a="http://schemas.openxmlformats.org/drawingml/2006/main">
            <a:off x="6003568" y="4143589"/>
            <a:ext cx="21753" cy="22030"/>
          </a:xfrm>
          <a:custGeom xmlns:a="http://schemas.openxmlformats.org/drawingml/2006/main">
            <a:pathLst>
              <a:path w="30468" h="30856">
                <a:moveTo>
                  <a:pt x="14712" y="0"/>
                </a:moveTo>
                <a:lnTo>
                  <a:pt x="26956" y="7500"/>
                </a:lnTo>
                <a:lnTo>
                  <a:pt x="30468" y="14621"/>
                </a:lnTo>
                <a:lnTo>
                  <a:pt x="28570" y="11013"/>
                </a:lnTo>
                <a:lnTo>
                  <a:pt x="24393" y="12437"/>
                </a:lnTo>
                <a:lnTo>
                  <a:pt x="16231" y="26584"/>
                </a:lnTo>
                <a:lnTo>
                  <a:pt x="19648" y="28768"/>
                </a:lnTo>
                <a:lnTo>
                  <a:pt x="8542" y="30856"/>
                </a:lnTo>
                <a:lnTo>
                  <a:pt x="0" y="19938"/>
                </a:lnTo>
                <a:lnTo>
                  <a:pt x="14712" y="0"/>
                </a:lnTo>
              </a:path>
            </a:pathLst>
          </a:custGeom>
          <a:noFill xmlns:a="http://schemas.openxmlformats.org/drawingml/2006/main"/>
          <a:ln xmlns:a="http://schemas.openxmlformats.org/drawingml/2006/main" w="2720">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D3AF12C6-6373-4F05-8B28-10EF15852BA9}"/>
              </a:ext>
            </a:extLst>
          </p:cNvPr>
          <p:cNvSpPr>
            <a:spLocks xmlns:a="http://schemas.openxmlformats.org/drawingml/2006/main" noGrp="1"/>
          </p:cNvSpPr>
          <p:nvPr/>
        </p:nvSpPr>
        <p:spPr>
          <a:xfrm xmlns:a="http://schemas.openxmlformats.org/drawingml/2006/main">
            <a:off x="5991709" y="4133625"/>
            <a:ext cx="13621" cy="15523"/>
          </a:xfrm>
          <a:custGeom xmlns:a="http://schemas.openxmlformats.org/drawingml/2006/main">
            <a:pathLst>
              <a:path w="19078" h="21742">
                <a:moveTo>
                  <a:pt x="4081" y="0"/>
                </a:moveTo>
                <a:lnTo>
                  <a:pt x="14048" y="2279"/>
                </a:lnTo>
                <a:lnTo>
                  <a:pt x="19078" y="7500"/>
                </a:lnTo>
                <a:lnTo>
                  <a:pt x="8068" y="21742"/>
                </a:lnTo>
                <a:lnTo>
                  <a:pt x="854" y="14146"/>
                </a:lnTo>
                <a:lnTo>
                  <a:pt x="0" y="4747"/>
                </a:lnTo>
                <a:lnTo>
                  <a:pt x="664" y="7880"/>
                </a:lnTo>
                <a:lnTo>
                  <a:pt x="4081" y="5032"/>
                </a:lnTo>
                <a:lnTo>
                  <a:pt x="4081" y="0"/>
                </a:lnTo>
              </a:path>
            </a:pathLst>
          </a:custGeom>
          <a:noFill xmlns:a="http://schemas.openxmlformats.org/drawingml/2006/main"/>
          <a:ln xmlns:a="http://schemas.openxmlformats.org/drawingml/2006/main" w="2720">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C1AB8083-8C5A-4D28-921A-5350EC8D30FD}"/>
              </a:ext>
            </a:extLst>
          </p:cNvPr>
          <p:cNvSpPr>
            <a:spLocks xmlns:a="http://schemas.openxmlformats.org/drawingml/2006/main" noGrp="1"/>
          </p:cNvSpPr>
          <p:nvPr/>
        </p:nvSpPr>
        <p:spPr>
          <a:xfrm xmlns:a="http://schemas.openxmlformats.org/drawingml/2006/main">
            <a:off x="6167561" y="2536214"/>
            <a:ext cx="101784" cy="117742"/>
          </a:xfrm>
          <a:custGeom xmlns:a="http://schemas.openxmlformats.org/drawingml/2006/main">
            <a:pathLst>
              <a:path w="142564" h="164915">
                <a:moveTo>
                  <a:pt x="139811" y="120197"/>
                </a:moveTo>
                <a:lnTo>
                  <a:pt x="142564" y="131685"/>
                </a:lnTo>
                <a:lnTo>
                  <a:pt x="138767" y="140230"/>
                </a:lnTo>
                <a:lnTo>
                  <a:pt x="112760" y="160737"/>
                </a:lnTo>
                <a:lnTo>
                  <a:pt x="93302" y="164915"/>
                </a:lnTo>
                <a:lnTo>
                  <a:pt x="75933" y="158744"/>
                </a:lnTo>
                <a:lnTo>
                  <a:pt x="57139" y="138046"/>
                </a:lnTo>
                <a:lnTo>
                  <a:pt x="38821" y="105291"/>
                </a:lnTo>
                <a:lnTo>
                  <a:pt x="21641" y="92379"/>
                </a:lnTo>
                <a:lnTo>
                  <a:pt x="20027" y="64751"/>
                </a:lnTo>
                <a:lnTo>
                  <a:pt x="1993" y="28673"/>
                </a:lnTo>
                <a:lnTo>
                  <a:pt x="0" y="12532"/>
                </a:lnTo>
                <a:lnTo>
                  <a:pt x="26007" y="0"/>
                </a:lnTo>
                <a:lnTo>
                  <a:pt x="36922" y="1994"/>
                </a:lnTo>
                <a:lnTo>
                  <a:pt x="82862" y="50794"/>
                </a:lnTo>
                <a:lnTo>
                  <a:pt x="139811" y="120197"/>
                </a:lnTo>
              </a:path>
            </a:pathLst>
          </a:custGeom>
          <a:noFill xmlns:a="http://schemas.openxmlformats.org/drawingml/2006/main"/>
          <a:ln xmlns:a="http://schemas.openxmlformats.org/drawingml/2006/main" w="2720">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A473EF7A-729C-4FB7-AD98-985E7DD3368D}"/>
              </a:ext>
            </a:extLst>
          </p:cNvPr>
          <p:cNvSpPr>
            <a:spLocks xmlns:a="http://schemas.openxmlformats.org/drawingml/2006/main" noGrp="1"/>
          </p:cNvSpPr>
          <p:nvPr/>
        </p:nvSpPr>
        <p:spPr>
          <a:xfrm xmlns:a="http://schemas.openxmlformats.org/drawingml/2006/main">
            <a:off x="7194008" y="2618572"/>
            <a:ext cx="336366" cy="569594"/>
          </a:xfrm>
          <a:custGeom xmlns:a="http://schemas.openxmlformats.org/drawingml/2006/main">
            <a:pathLst>
              <a:path w="471131" h="797801">
                <a:moveTo>
                  <a:pt x="426932" y="78327"/>
                </a:moveTo>
                <a:lnTo>
                  <a:pt x="434051" y="87632"/>
                </a:lnTo>
                <a:lnTo>
                  <a:pt x="443068" y="82790"/>
                </a:lnTo>
                <a:lnTo>
                  <a:pt x="466607" y="85163"/>
                </a:lnTo>
                <a:lnTo>
                  <a:pt x="471131" y="86711"/>
                </a:lnTo>
                <a:moveTo>
                  <a:pt x="471131" y="797801"/>
                </a:moveTo>
                <a:lnTo>
                  <a:pt x="222104" y="586269"/>
                </a:lnTo>
                <a:lnTo>
                  <a:pt x="118455" y="492086"/>
                </a:lnTo>
                <a:lnTo>
                  <a:pt x="82767" y="438729"/>
                </a:lnTo>
                <a:lnTo>
                  <a:pt x="68719" y="404075"/>
                </a:lnTo>
                <a:lnTo>
                  <a:pt x="61126" y="373408"/>
                </a:lnTo>
                <a:lnTo>
                  <a:pt x="70428" y="366003"/>
                </a:lnTo>
                <a:lnTo>
                  <a:pt x="150157" y="368282"/>
                </a:lnTo>
                <a:lnTo>
                  <a:pt x="169805" y="363629"/>
                </a:lnTo>
                <a:lnTo>
                  <a:pt x="184327" y="355274"/>
                </a:lnTo>
                <a:lnTo>
                  <a:pt x="194958" y="340368"/>
                </a:lnTo>
                <a:lnTo>
                  <a:pt x="193913" y="330115"/>
                </a:lnTo>
                <a:lnTo>
                  <a:pt x="184232" y="320810"/>
                </a:lnTo>
                <a:lnTo>
                  <a:pt x="182618" y="307993"/>
                </a:lnTo>
                <a:lnTo>
                  <a:pt x="200083" y="276852"/>
                </a:lnTo>
                <a:lnTo>
                  <a:pt x="185561" y="270111"/>
                </a:lnTo>
                <a:lnTo>
                  <a:pt x="169615" y="271630"/>
                </a:lnTo>
                <a:lnTo>
                  <a:pt x="147120" y="294796"/>
                </a:lnTo>
                <a:lnTo>
                  <a:pt x="126428" y="303151"/>
                </a:lnTo>
                <a:lnTo>
                  <a:pt x="50021" y="299638"/>
                </a:lnTo>
                <a:lnTo>
                  <a:pt x="37871" y="292612"/>
                </a:lnTo>
                <a:lnTo>
                  <a:pt x="29804" y="282454"/>
                </a:lnTo>
                <a:lnTo>
                  <a:pt x="1708" y="207734"/>
                </a:lnTo>
                <a:lnTo>
                  <a:pt x="0" y="171751"/>
                </a:lnTo>
                <a:lnTo>
                  <a:pt x="15851" y="138901"/>
                </a:lnTo>
                <a:lnTo>
                  <a:pt x="115513" y="48990"/>
                </a:lnTo>
                <a:lnTo>
                  <a:pt x="146076" y="32565"/>
                </a:lnTo>
                <a:lnTo>
                  <a:pt x="259406" y="1044"/>
                </a:lnTo>
                <a:lnTo>
                  <a:pt x="296897" y="0"/>
                </a:lnTo>
                <a:lnTo>
                  <a:pt x="328789" y="9209"/>
                </a:lnTo>
                <a:lnTo>
                  <a:pt x="357739" y="52408"/>
                </a:lnTo>
                <a:lnTo>
                  <a:pt x="422281" y="64561"/>
                </a:lnTo>
                <a:lnTo>
                  <a:pt x="429400" y="70257"/>
                </a:lnTo>
                <a:lnTo>
                  <a:pt x="426932" y="78327"/>
                </a:lnTo>
              </a:path>
            </a:pathLst>
          </a:custGeom>
          <a:noFill xmlns:a="http://schemas.openxmlformats.org/drawingml/2006/main"/>
          <a:ln xmlns:a="http://schemas.openxmlformats.org/drawingml/2006/main" w="2720">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A71D9069-76C5-463F-9B2F-A24E7BE876C4}"/>
              </a:ext>
            </a:extLst>
          </p:cNvPr>
          <p:cNvSpPr>
            <a:spLocks xmlns:a="http://schemas.openxmlformats.org/drawingml/2006/main" noGrp="1"/>
          </p:cNvSpPr>
          <p:nvPr/>
        </p:nvSpPr>
        <p:spPr>
          <a:xfrm xmlns:a="http://schemas.openxmlformats.org/drawingml/2006/main">
            <a:off x="6753260" y="2837923"/>
            <a:ext cx="70883" cy="65480"/>
          </a:xfrm>
          <a:custGeom xmlns:a="http://schemas.openxmlformats.org/drawingml/2006/main">
            <a:pathLst>
              <a:path w="99282" h="91714">
                <a:moveTo>
                  <a:pt x="28095" y="5791"/>
                </a:moveTo>
                <a:lnTo>
                  <a:pt x="52204" y="37597"/>
                </a:lnTo>
                <a:lnTo>
                  <a:pt x="90265" y="49845"/>
                </a:lnTo>
                <a:lnTo>
                  <a:pt x="99282" y="82980"/>
                </a:lnTo>
                <a:lnTo>
                  <a:pt x="95391" y="91145"/>
                </a:lnTo>
                <a:lnTo>
                  <a:pt x="90265" y="91714"/>
                </a:lnTo>
                <a:lnTo>
                  <a:pt x="77926" y="81176"/>
                </a:lnTo>
                <a:lnTo>
                  <a:pt x="7214" y="12153"/>
                </a:lnTo>
                <a:lnTo>
                  <a:pt x="0" y="0"/>
                </a:lnTo>
                <a:lnTo>
                  <a:pt x="28095" y="5791"/>
                </a:lnTo>
              </a:path>
            </a:pathLst>
          </a:custGeom>
          <a:noFill xmlns:a="http://schemas.openxmlformats.org/drawingml/2006/main"/>
          <a:ln xmlns:a="http://schemas.openxmlformats.org/drawingml/2006/main" w="2720">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C5290E11-6926-43CA-B163-49280FB1B7D3}"/>
              </a:ext>
            </a:extLst>
          </p:cNvPr>
          <p:cNvSpPr>
            <a:spLocks xmlns:a="http://schemas.openxmlformats.org/drawingml/2006/main" noGrp="1"/>
          </p:cNvSpPr>
          <p:nvPr/>
        </p:nvSpPr>
        <p:spPr>
          <a:xfrm xmlns:a="http://schemas.openxmlformats.org/drawingml/2006/main">
            <a:off x="5490039" y="4132404"/>
            <a:ext cx="163315" cy="196101"/>
          </a:xfrm>
          <a:custGeom xmlns:a="http://schemas.openxmlformats.org/drawingml/2006/main">
            <a:pathLst>
              <a:path w="228748" h="274668">
                <a:moveTo>
                  <a:pt x="22305" y="39686"/>
                </a:moveTo>
                <a:lnTo>
                  <a:pt x="36733" y="41395"/>
                </a:lnTo>
                <a:lnTo>
                  <a:pt x="31987" y="51364"/>
                </a:lnTo>
                <a:lnTo>
                  <a:pt x="36638" y="68074"/>
                </a:lnTo>
                <a:lnTo>
                  <a:pt x="30278" y="69973"/>
                </a:lnTo>
                <a:lnTo>
                  <a:pt x="40529" y="66839"/>
                </a:lnTo>
                <a:lnTo>
                  <a:pt x="42238" y="69783"/>
                </a:lnTo>
                <a:lnTo>
                  <a:pt x="46224" y="64656"/>
                </a:lnTo>
                <a:lnTo>
                  <a:pt x="49926" y="69308"/>
                </a:lnTo>
                <a:lnTo>
                  <a:pt x="45085" y="82030"/>
                </a:lnTo>
                <a:lnTo>
                  <a:pt x="50875" y="85828"/>
                </a:lnTo>
                <a:lnTo>
                  <a:pt x="37871" y="93518"/>
                </a:lnTo>
                <a:lnTo>
                  <a:pt x="30373" y="88201"/>
                </a:lnTo>
                <a:lnTo>
                  <a:pt x="28190" y="90005"/>
                </a:lnTo>
                <a:lnTo>
                  <a:pt x="37302" y="94373"/>
                </a:lnTo>
                <a:lnTo>
                  <a:pt x="52963" y="88201"/>
                </a:lnTo>
                <a:lnTo>
                  <a:pt x="46129" y="94468"/>
                </a:lnTo>
                <a:lnTo>
                  <a:pt x="54956" y="93233"/>
                </a:lnTo>
                <a:lnTo>
                  <a:pt x="52868" y="105481"/>
                </a:lnTo>
                <a:lnTo>
                  <a:pt x="56285" y="96082"/>
                </a:lnTo>
                <a:lnTo>
                  <a:pt x="78875" y="86208"/>
                </a:lnTo>
                <a:lnTo>
                  <a:pt x="91309" y="84973"/>
                </a:lnTo>
                <a:lnTo>
                  <a:pt x="117411" y="91619"/>
                </a:lnTo>
                <a:lnTo>
                  <a:pt x="148259" y="75479"/>
                </a:lnTo>
                <a:lnTo>
                  <a:pt x="167432" y="69783"/>
                </a:lnTo>
                <a:lnTo>
                  <a:pt x="167432" y="65890"/>
                </a:lnTo>
                <a:lnTo>
                  <a:pt x="216124" y="65130"/>
                </a:lnTo>
                <a:lnTo>
                  <a:pt x="226659" y="108614"/>
                </a:lnTo>
                <a:lnTo>
                  <a:pt x="228748" y="146591"/>
                </a:lnTo>
                <a:lnTo>
                  <a:pt x="224951" y="161687"/>
                </a:lnTo>
                <a:lnTo>
                  <a:pt x="212232" y="177257"/>
                </a:lnTo>
                <a:lnTo>
                  <a:pt x="176069" y="197005"/>
                </a:lnTo>
                <a:lnTo>
                  <a:pt x="167717" y="236786"/>
                </a:lnTo>
                <a:lnTo>
                  <a:pt x="146266" y="257674"/>
                </a:lnTo>
                <a:lnTo>
                  <a:pt x="126713" y="270586"/>
                </a:lnTo>
                <a:lnTo>
                  <a:pt x="105262" y="274668"/>
                </a:lnTo>
                <a:lnTo>
                  <a:pt x="84096" y="267738"/>
                </a:lnTo>
                <a:lnTo>
                  <a:pt x="28000" y="211152"/>
                </a:lnTo>
                <a:lnTo>
                  <a:pt x="27241" y="199094"/>
                </a:lnTo>
                <a:lnTo>
                  <a:pt x="52014" y="168428"/>
                </a:lnTo>
                <a:lnTo>
                  <a:pt x="57994" y="148965"/>
                </a:lnTo>
                <a:lnTo>
                  <a:pt x="53533" y="127033"/>
                </a:lnTo>
                <a:lnTo>
                  <a:pt x="48977" y="134343"/>
                </a:lnTo>
                <a:lnTo>
                  <a:pt x="46889" y="126938"/>
                </a:lnTo>
                <a:lnTo>
                  <a:pt x="37207" y="124185"/>
                </a:lnTo>
                <a:lnTo>
                  <a:pt x="46983" y="128457"/>
                </a:lnTo>
                <a:lnTo>
                  <a:pt x="47458" y="136432"/>
                </a:lnTo>
                <a:lnTo>
                  <a:pt x="37871" y="145262"/>
                </a:lnTo>
                <a:lnTo>
                  <a:pt x="30943" y="135578"/>
                </a:lnTo>
                <a:lnTo>
                  <a:pt x="28949" y="143743"/>
                </a:lnTo>
                <a:lnTo>
                  <a:pt x="18983" y="153902"/>
                </a:lnTo>
                <a:lnTo>
                  <a:pt x="7214" y="134154"/>
                </a:lnTo>
                <a:lnTo>
                  <a:pt x="0" y="105671"/>
                </a:lnTo>
                <a:lnTo>
                  <a:pt x="3702" y="79562"/>
                </a:lnTo>
                <a:lnTo>
                  <a:pt x="10820" y="70352"/>
                </a:lnTo>
                <a:lnTo>
                  <a:pt x="14807" y="48800"/>
                </a:lnTo>
                <a:lnTo>
                  <a:pt x="10820" y="475"/>
                </a:lnTo>
                <a:lnTo>
                  <a:pt x="13573" y="0"/>
                </a:lnTo>
                <a:lnTo>
                  <a:pt x="22305" y="39686"/>
                </a:lnTo>
              </a:path>
            </a:pathLst>
          </a:custGeom>
          <a:noFill xmlns:a="http://schemas.openxmlformats.org/drawingml/2006/main"/>
          <a:ln xmlns:a="http://schemas.openxmlformats.org/drawingml/2006/main" w="2720">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4DA4A3FE-8A1C-448D-9B12-C63D2DE00334}"/>
              </a:ext>
            </a:extLst>
          </p:cNvPr>
          <p:cNvSpPr>
            <a:spLocks xmlns:a="http://schemas.openxmlformats.org/drawingml/2006/main" noGrp="1"/>
          </p:cNvSpPr>
          <p:nvPr/>
        </p:nvSpPr>
        <p:spPr>
          <a:xfrm xmlns:a="http://schemas.openxmlformats.org/drawingml/2006/main">
            <a:off x="5147551" y="4158840"/>
            <a:ext cx="179850" cy="73411"/>
          </a:xfrm>
          <a:custGeom xmlns:a="http://schemas.openxmlformats.org/drawingml/2006/main">
            <a:pathLst>
              <a:path w="251907" h="102823">
                <a:moveTo>
                  <a:pt x="148544" y="190"/>
                </a:moveTo>
                <a:lnTo>
                  <a:pt x="168856" y="6456"/>
                </a:lnTo>
                <a:lnTo>
                  <a:pt x="156137" y="2658"/>
                </a:lnTo>
                <a:lnTo>
                  <a:pt x="153289" y="11583"/>
                </a:lnTo>
                <a:lnTo>
                  <a:pt x="162401" y="25824"/>
                </a:lnTo>
                <a:lnTo>
                  <a:pt x="172747" y="31901"/>
                </a:lnTo>
                <a:lnTo>
                  <a:pt x="189168" y="30192"/>
                </a:lnTo>
                <a:lnTo>
                  <a:pt x="202741" y="20887"/>
                </a:lnTo>
                <a:lnTo>
                  <a:pt x="204164" y="18514"/>
                </a:lnTo>
                <a:lnTo>
                  <a:pt x="199229" y="15571"/>
                </a:lnTo>
                <a:lnTo>
                  <a:pt x="210524" y="21457"/>
                </a:lnTo>
                <a:lnTo>
                  <a:pt x="223243" y="51554"/>
                </a:lnTo>
                <a:lnTo>
                  <a:pt x="217263" y="37312"/>
                </a:lnTo>
                <a:lnTo>
                  <a:pt x="209670" y="35034"/>
                </a:lnTo>
                <a:lnTo>
                  <a:pt x="198849" y="39686"/>
                </a:lnTo>
                <a:lnTo>
                  <a:pt x="192395" y="51364"/>
                </a:lnTo>
                <a:lnTo>
                  <a:pt x="202266" y="61713"/>
                </a:lnTo>
                <a:lnTo>
                  <a:pt x="213941" y="62947"/>
                </a:lnTo>
                <a:lnTo>
                  <a:pt x="232829" y="76903"/>
                </a:lnTo>
                <a:lnTo>
                  <a:pt x="240043" y="75384"/>
                </a:lnTo>
                <a:lnTo>
                  <a:pt x="236056" y="69973"/>
                </a:lnTo>
                <a:lnTo>
                  <a:pt x="251907" y="92949"/>
                </a:lnTo>
                <a:lnTo>
                  <a:pt x="233968" y="95132"/>
                </a:lnTo>
                <a:lnTo>
                  <a:pt x="237290" y="89910"/>
                </a:lnTo>
                <a:lnTo>
                  <a:pt x="233778" y="84404"/>
                </a:lnTo>
                <a:lnTo>
                  <a:pt x="215554" y="80036"/>
                </a:lnTo>
                <a:lnTo>
                  <a:pt x="214225" y="96936"/>
                </a:lnTo>
                <a:lnTo>
                  <a:pt x="225426" y="95607"/>
                </a:lnTo>
                <a:lnTo>
                  <a:pt x="187839" y="102823"/>
                </a:lnTo>
                <a:lnTo>
                  <a:pt x="152625" y="95607"/>
                </a:lnTo>
                <a:lnTo>
                  <a:pt x="92638" y="102348"/>
                </a:lnTo>
                <a:lnTo>
                  <a:pt x="6359" y="87917"/>
                </a:lnTo>
                <a:lnTo>
                  <a:pt x="0" y="81745"/>
                </a:lnTo>
                <a:lnTo>
                  <a:pt x="3322" y="72441"/>
                </a:lnTo>
                <a:lnTo>
                  <a:pt x="33790" y="53358"/>
                </a:lnTo>
                <a:lnTo>
                  <a:pt x="64068" y="20128"/>
                </a:lnTo>
                <a:lnTo>
                  <a:pt x="132977" y="0"/>
                </a:lnTo>
                <a:lnTo>
                  <a:pt x="148544" y="190"/>
                </a:lnTo>
              </a:path>
            </a:pathLst>
          </a:custGeom>
          <a:noFill xmlns:a="http://schemas.openxmlformats.org/drawingml/2006/main"/>
          <a:ln xmlns:a="http://schemas.openxmlformats.org/drawingml/2006/main" w="2720">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6040DD2A-E5FA-4562-8709-DB8FD705F292}"/>
              </a:ext>
            </a:extLst>
          </p:cNvPr>
          <p:cNvSpPr>
            <a:spLocks xmlns:a="http://schemas.openxmlformats.org/drawingml/2006/main" noGrp="1"/>
          </p:cNvSpPr>
          <p:nvPr/>
        </p:nvSpPr>
        <p:spPr>
          <a:xfrm xmlns:a="http://schemas.openxmlformats.org/drawingml/2006/main">
            <a:off x="5368196" y="3996361"/>
            <a:ext cx="210819" cy="83375"/>
          </a:xfrm>
          <a:custGeom xmlns:a="http://schemas.openxmlformats.org/drawingml/2006/main">
            <a:pathLst>
              <a:path w="295284" h="116779">
                <a:moveTo>
                  <a:pt x="103174" y="11773"/>
                </a:moveTo>
                <a:lnTo>
                  <a:pt x="140571" y="28673"/>
                </a:lnTo>
                <a:lnTo>
                  <a:pt x="145127" y="18419"/>
                </a:lnTo>
                <a:lnTo>
                  <a:pt x="159459" y="7311"/>
                </a:lnTo>
                <a:lnTo>
                  <a:pt x="168286" y="6076"/>
                </a:lnTo>
                <a:lnTo>
                  <a:pt x="172462" y="10064"/>
                </a:lnTo>
                <a:lnTo>
                  <a:pt x="186890" y="54022"/>
                </a:lnTo>
                <a:lnTo>
                  <a:pt x="191541" y="57915"/>
                </a:lnTo>
                <a:lnTo>
                  <a:pt x="227229" y="71492"/>
                </a:lnTo>
                <a:lnTo>
                  <a:pt x="239568" y="67884"/>
                </a:lnTo>
                <a:lnTo>
                  <a:pt x="262063" y="69023"/>
                </a:lnTo>
                <a:lnTo>
                  <a:pt x="285792" y="82790"/>
                </a:lnTo>
                <a:lnTo>
                  <a:pt x="295284" y="93708"/>
                </a:lnTo>
                <a:lnTo>
                  <a:pt x="277440" y="116779"/>
                </a:lnTo>
                <a:lnTo>
                  <a:pt x="229317" y="114785"/>
                </a:lnTo>
                <a:lnTo>
                  <a:pt x="184137" y="104911"/>
                </a:lnTo>
                <a:lnTo>
                  <a:pt x="118265" y="70732"/>
                </a:lnTo>
                <a:lnTo>
                  <a:pt x="53058" y="56491"/>
                </a:lnTo>
                <a:lnTo>
                  <a:pt x="28475" y="56681"/>
                </a:lnTo>
                <a:lnTo>
                  <a:pt x="4651" y="42059"/>
                </a:lnTo>
                <a:lnTo>
                  <a:pt x="0" y="30287"/>
                </a:lnTo>
                <a:lnTo>
                  <a:pt x="3227" y="22786"/>
                </a:lnTo>
                <a:lnTo>
                  <a:pt x="34834" y="5412"/>
                </a:lnTo>
                <a:lnTo>
                  <a:pt x="62834" y="0"/>
                </a:lnTo>
                <a:lnTo>
                  <a:pt x="91594" y="3133"/>
                </a:lnTo>
                <a:lnTo>
                  <a:pt x="103174" y="11773"/>
                </a:lnTo>
              </a:path>
            </a:pathLst>
          </a:custGeom>
          <a:noFill xmlns:a="http://schemas.openxmlformats.org/drawingml/2006/main"/>
          <a:ln xmlns:a="http://schemas.openxmlformats.org/drawingml/2006/main" w="2720">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F4AE9AF3-66E4-426B-AF2D-D09569F460CC}"/>
              </a:ext>
            </a:extLst>
          </p:cNvPr>
          <p:cNvSpPr>
            <a:spLocks xmlns:a="http://schemas.openxmlformats.org/drawingml/2006/main" noGrp="1"/>
          </p:cNvSpPr>
          <p:nvPr/>
        </p:nvSpPr>
        <p:spPr>
          <a:xfrm xmlns:a="http://schemas.openxmlformats.org/drawingml/2006/main">
            <a:off x="5503389" y="3975619"/>
            <a:ext cx="131804" cy="110557"/>
          </a:xfrm>
          <a:custGeom xmlns:a="http://schemas.openxmlformats.org/drawingml/2006/main">
            <a:pathLst>
              <a:path w="184612" h="154851">
                <a:moveTo>
                  <a:pt x="15187" y="0"/>
                </a:moveTo>
                <a:lnTo>
                  <a:pt x="51350" y="6456"/>
                </a:lnTo>
                <a:lnTo>
                  <a:pt x="93018" y="41585"/>
                </a:lnTo>
                <a:lnTo>
                  <a:pt x="103174" y="58769"/>
                </a:lnTo>
                <a:lnTo>
                  <a:pt x="110767" y="63042"/>
                </a:lnTo>
                <a:lnTo>
                  <a:pt x="114659" y="57440"/>
                </a:lnTo>
                <a:lnTo>
                  <a:pt x="118550" y="60953"/>
                </a:lnTo>
                <a:lnTo>
                  <a:pt x="116462" y="63327"/>
                </a:lnTo>
                <a:lnTo>
                  <a:pt x="124150" y="70352"/>
                </a:lnTo>
                <a:lnTo>
                  <a:pt x="126428" y="68359"/>
                </a:lnTo>
                <a:lnTo>
                  <a:pt x="132218" y="73960"/>
                </a:lnTo>
                <a:lnTo>
                  <a:pt x="130035" y="76144"/>
                </a:lnTo>
                <a:lnTo>
                  <a:pt x="137154" y="83170"/>
                </a:lnTo>
                <a:lnTo>
                  <a:pt x="139906" y="80606"/>
                </a:lnTo>
                <a:lnTo>
                  <a:pt x="160978" y="103107"/>
                </a:lnTo>
                <a:lnTo>
                  <a:pt x="166008" y="110703"/>
                </a:lnTo>
                <a:lnTo>
                  <a:pt x="163066" y="121526"/>
                </a:lnTo>
                <a:lnTo>
                  <a:pt x="171229" y="125039"/>
                </a:lnTo>
                <a:lnTo>
                  <a:pt x="184612" y="150294"/>
                </a:lnTo>
                <a:lnTo>
                  <a:pt x="183852" y="154851"/>
                </a:lnTo>
                <a:lnTo>
                  <a:pt x="158415" y="148110"/>
                </a:lnTo>
                <a:lnTo>
                  <a:pt x="129560" y="146686"/>
                </a:lnTo>
                <a:lnTo>
                  <a:pt x="122632" y="120197"/>
                </a:lnTo>
                <a:lnTo>
                  <a:pt x="105926" y="104721"/>
                </a:lnTo>
                <a:lnTo>
                  <a:pt x="71187" y="91430"/>
                </a:lnTo>
                <a:lnTo>
                  <a:pt x="31892" y="87537"/>
                </a:lnTo>
                <a:lnTo>
                  <a:pt x="10346" y="75099"/>
                </a:lnTo>
                <a:lnTo>
                  <a:pt x="0" y="14621"/>
                </a:lnTo>
                <a:lnTo>
                  <a:pt x="4841" y="11868"/>
                </a:lnTo>
                <a:lnTo>
                  <a:pt x="4271" y="4842"/>
                </a:lnTo>
                <a:lnTo>
                  <a:pt x="15187" y="0"/>
                </a:lnTo>
              </a:path>
            </a:pathLst>
          </a:custGeom>
          <a:noFill xmlns:a="http://schemas.openxmlformats.org/drawingml/2006/main"/>
          <a:ln xmlns:a="http://schemas.openxmlformats.org/drawingml/2006/main" w="2720">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37A786F3-CE42-43BB-BAC0-795F2AB5E439}"/>
              </a:ext>
            </a:extLst>
          </p:cNvPr>
          <p:cNvSpPr>
            <a:spLocks xmlns:a="http://schemas.openxmlformats.org/drawingml/2006/main" noGrp="1"/>
          </p:cNvSpPr>
          <p:nvPr/>
        </p:nvSpPr>
        <p:spPr>
          <a:xfrm xmlns:a="http://schemas.openxmlformats.org/drawingml/2006/main">
            <a:off x="5215859" y="4301798"/>
            <a:ext cx="98531" cy="82426"/>
          </a:xfrm>
          <a:custGeom xmlns:a="http://schemas.openxmlformats.org/drawingml/2006/main">
            <a:pathLst>
              <a:path w="138008" h="115450">
                <a:moveTo>
                  <a:pt x="91784" y="0"/>
                </a:moveTo>
                <a:lnTo>
                  <a:pt x="114374" y="2184"/>
                </a:lnTo>
                <a:lnTo>
                  <a:pt x="117601" y="7880"/>
                </a:lnTo>
                <a:lnTo>
                  <a:pt x="102319" y="12532"/>
                </a:lnTo>
                <a:lnTo>
                  <a:pt x="100706" y="17374"/>
                </a:lnTo>
                <a:lnTo>
                  <a:pt x="112191" y="9779"/>
                </a:lnTo>
                <a:lnTo>
                  <a:pt x="123201" y="11013"/>
                </a:lnTo>
                <a:lnTo>
                  <a:pt x="137438" y="34749"/>
                </a:lnTo>
                <a:lnTo>
                  <a:pt x="130225" y="41015"/>
                </a:lnTo>
                <a:lnTo>
                  <a:pt x="130984" y="44053"/>
                </a:lnTo>
                <a:lnTo>
                  <a:pt x="132598" y="40825"/>
                </a:lnTo>
                <a:lnTo>
                  <a:pt x="138008" y="41300"/>
                </a:lnTo>
                <a:lnTo>
                  <a:pt x="136204" y="52978"/>
                </a:lnTo>
                <a:lnTo>
                  <a:pt x="126143" y="50699"/>
                </a:lnTo>
                <a:lnTo>
                  <a:pt x="115038" y="59434"/>
                </a:lnTo>
                <a:lnTo>
                  <a:pt x="105736" y="37502"/>
                </a:lnTo>
                <a:lnTo>
                  <a:pt x="105547" y="43294"/>
                </a:lnTo>
                <a:lnTo>
                  <a:pt x="113994" y="54497"/>
                </a:lnTo>
                <a:lnTo>
                  <a:pt x="111052" y="60573"/>
                </a:lnTo>
                <a:lnTo>
                  <a:pt x="105547" y="49560"/>
                </a:lnTo>
                <a:lnTo>
                  <a:pt x="97384" y="47091"/>
                </a:lnTo>
                <a:lnTo>
                  <a:pt x="89980" y="50509"/>
                </a:lnTo>
                <a:lnTo>
                  <a:pt x="98048" y="47661"/>
                </a:lnTo>
                <a:lnTo>
                  <a:pt x="105357" y="50225"/>
                </a:lnTo>
                <a:lnTo>
                  <a:pt x="109248" y="57820"/>
                </a:lnTo>
                <a:lnTo>
                  <a:pt x="106306" y="84404"/>
                </a:lnTo>
                <a:lnTo>
                  <a:pt x="92923" y="83454"/>
                </a:lnTo>
                <a:lnTo>
                  <a:pt x="78306" y="91714"/>
                </a:lnTo>
                <a:lnTo>
                  <a:pt x="72896" y="85543"/>
                </a:lnTo>
                <a:lnTo>
                  <a:pt x="68150" y="85543"/>
                </a:lnTo>
                <a:lnTo>
                  <a:pt x="45560" y="99405"/>
                </a:lnTo>
                <a:lnTo>
                  <a:pt x="46224" y="102348"/>
                </a:lnTo>
                <a:lnTo>
                  <a:pt x="37966" y="104627"/>
                </a:lnTo>
                <a:lnTo>
                  <a:pt x="33790" y="99879"/>
                </a:lnTo>
                <a:lnTo>
                  <a:pt x="18034" y="115450"/>
                </a:lnTo>
                <a:lnTo>
                  <a:pt x="21261" y="108329"/>
                </a:lnTo>
                <a:lnTo>
                  <a:pt x="16705" y="88012"/>
                </a:lnTo>
                <a:lnTo>
                  <a:pt x="6644" y="58390"/>
                </a:lnTo>
                <a:lnTo>
                  <a:pt x="0" y="54592"/>
                </a:lnTo>
                <a:lnTo>
                  <a:pt x="759" y="49750"/>
                </a:lnTo>
                <a:lnTo>
                  <a:pt x="38916" y="44148"/>
                </a:lnTo>
                <a:lnTo>
                  <a:pt x="48882" y="51933"/>
                </a:lnTo>
                <a:lnTo>
                  <a:pt x="51444" y="50035"/>
                </a:lnTo>
                <a:lnTo>
                  <a:pt x="46414" y="38072"/>
                </a:lnTo>
                <a:lnTo>
                  <a:pt x="62455" y="10634"/>
                </a:lnTo>
                <a:lnTo>
                  <a:pt x="75933" y="2943"/>
                </a:lnTo>
                <a:lnTo>
                  <a:pt x="91784" y="0"/>
                </a:lnTo>
              </a:path>
            </a:pathLst>
          </a:custGeom>
          <a:noFill xmlns:a="http://schemas.openxmlformats.org/drawingml/2006/main"/>
          <a:ln xmlns:a="http://schemas.openxmlformats.org/drawingml/2006/main" w="2720">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1532F268-F4D9-404F-BF42-0AC4FFF47359}"/>
              </a:ext>
            </a:extLst>
          </p:cNvPr>
          <p:cNvSpPr>
            <a:spLocks xmlns:a="http://schemas.openxmlformats.org/drawingml/2006/main" noGrp="1"/>
          </p:cNvSpPr>
          <p:nvPr/>
        </p:nvSpPr>
        <p:spPr>
          <a:xfrm xmlns:a="http://schemas.openxmlformats.org/drawingml/2006/main">
            <a:off x="5290536" y="4409169"/>
            <a:ext cx="89790" cy="67581"/>
          </a:xfrm>
          <a:custGeom xmlns:a="http://schemas.openxmlformats.org/drawingml/2006/main">
            <a:pathLst>
              <a:path w="125764" h="94658">
                <a:moveTo>
                  <a:pt x="43946" y="0"/>
                </a:moveTo>
                <a:lnTo>
                  <a:pt x="59987" y="7026"/>
                </a:lnTo>
                <a:lnTo>
                  <a:pt x="63689" y="15286"/>
                </a:lnTo>
                <a:lnTo>
                  <a:pt x="80963" y="7785"/>
                </a:lnTo>
                <a:lnTo>
                  <a:pt x="79635" y="22881"/>
                </a:lnTo>
                <a:lnTo>
                  <a:pt x="82007" y="7595"/>
                </a:lnTo>
                <a:lnTo>
                  <a:pt x="89696" y="5697"/>
                </a:lnTo>
                <a:lnTo>
                  <a:pt x="107255" y="11583"/>
                </a:lnTo>
                <a:lnTo>
                  <a:pt x="111526" y="19843"/>
                </a:lnTo>
                <a:lnTo>
                  <a:pt x="114089" y="16805"/>
                </a:lnTo>
                <a:lnTo>
                  <a:pt x="125764" y="19178"/>
                </a:lnTo>
                <a:lnTo>
                  <a:pt x="125194" y="29052"/>
                </a:lnTo>
                <a:lnTo>
                  <a:pt x="116177" y="41300"/>
                </a:lnTo>
                <a:lnTo>
                  <a:pt x="103933" y="35034"/>
                </a:lnTo>
                <a:lnTo>
                  <a:pt x="98333" y="39686"/>
                </a:lnTo>
                <a:lnTo>
                  <a:pt x="105736" y="37882"/>
                </a:lnTo>
                <a:lnTo>
                  <a:pt x="109913" y="43009"/>
                </a:lnTo>
                <a:lnTo>
                  <a:pt x="108014" y="58959"/>
                </a:lnTo>
                <a:lnTo>
                  <a:pt x="104313" y="61902"/>
                </a:lnTo>
                <a:lnTo>
                  <a:pt x="108394" y="86872"/>
                </a:lnTo>
                <a:lnTo>
                  <a:pt x="93397" y="94658"/>
                </a:lnTo>
                <a:lnTo>
                  <a:pt x="80774" y="92664"/>
                </a:lnTo>
                <a:lnTo>
                  <a:pt x="66726" y="83454"/>
                </a:lnTo>
                <a:lnTo>
                  <a:pt x="62360" y="88391"/>
                </a:lnTo>
                <a:lnTo>
                  <a:pt x="54672" y="88201"/>
                </a:lnTo>
                <a:lnTo>
                  <a:pt x="36448" y="66650"/>
                </a:lnTo>
                <a:lnTo>
                  <a:pt x="27526" y="39971"/>
                </a:lnTo>
                <a:lnTo>
                  <a:pt x="20027" y="34844"/>
                </a:lnTo>
                <a:lnTo>
                  <a:pt x="14142" y="36648"/>
                </a:lnTo>
                <a:lnTo>
                  <a:pt x="854" y="32185"/>
                </a:lnTo>
                <a:lnTo>
                  <a:pt x="0" y="24970"/>
                </a:lnTo>
                <a:lnTo>
                  <a:pt x="12529" y="10254"/>
                </a:lnTo>
                <a:lnTo>
                  <a:pt x="18129" y="12817"/>
                </a:lnTo>
                <a:lnTo>
                  <a:pt x="30183" y="949"/>
                </a:lnTo>
                <a:lnTo>
                  <a:pt x="33126" y="5697"/>
                </a:lnTo>
                <a:lnTo>
                  <a:pt x="34075" y="1994"/>
                </a:lnTo>
                <a:lnTo>
                  <a:pt x="43946" y="0"/>
                </a:lnTo>
              </a:path>
            </a:pathLst>
          </a:custGeom>
          <a:noFill xmlns:a="http://schemas.openxmlformats.org/drawingml/2006/main"/>
          <a:ln xmlns:a="http://schemas.openxmlformats.org/drawingml/2006/main" w="2720">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6903F1BF-C0AF-4F44-B848-D2A2A4D0D9AB}"/>
              </a:ext>
            </a:extLst>
          </p:cNvPr>
          <p:cNvSpPr>
            <a:spLocks xmlns:a="http://schemas.openxmlformats.org/drawingml/2006/main" noGrp="1"/>
          </p:cNvSpPr>
          <p:nvPr/>
        </p:nvSpPr>
        <p:spPr>
          <a:xfrm xmlns:a="http://schemas.openxmlformats.org/drawingml/2006/main">
            <a:off x="5721662" y="4175787"/>
            <a:ext cx="64716" cy="68869"/>
          </a:xfrm>
          <a:custGeom xmlns:a="http://schemas.openxmlformats.org/drawingml/2006/main">
            <a:pathLst>
              <a:path w="90645" h="96461">
                <a:moveTo>
                  <a:pt x="11390" y="2658"/>
                </a:moveTo>
                <a:lnTo>
                  <a:pt x="33221" y="23166"/>
                </a:lnTo>
                <a:lnTo>
                  <a:pt x="45370" y="27723"/>
                </a:lnTo>
                <a:lnTo>
                  <a:pt x="62360" y="57535"/>
                </a:lnTo>
                <a:lnTo>
                  <a:pt x="90170" y="85733"/>
                </a:lnTo>
                <a:lnTo>
                  <a:pt x="90645" y="96461"/>
                </a:lnTo>
                <a:lnTo>
                  <a:pt x="62645" y="89246"/>
                </a:lnTo>
                <a:lnTo>
                  <a:pt x="16136" y="59909"/>
                </a:lnTo>
                <a:lnTo>
                  <a:pt x="664" y="27723"/>
                </a:lnTo>
                <a:lnTo>
                  <a:pt x="0" y="2563"/>
                </a:lnTo>
                <a:lnTo>
                  <a:pt x="5505" y="0"/>
                </a:lnTo>
                <a:lnTo>
                  <a:pt x="11390" y="2658"/>
                </a:lnTo>
              </a:path>
            </a:pathLst>
          </a:custGeom>
          <a:noFill xmlns:a="http://schemas.openxmlformats.org/drawingml/2006/main"/>
          <a:ln xmlns:a="http://schemas.openxmlformats.org/drawingml/2006/main" w="2720">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A7830C18-356C-40C3-B6FE-CBF551B85251}"/>
              </a:ext>
            </a:extLst>
          </p:cNvPr>
          <p:cNvSpPr>
            <a:spLocks xmlns:a="http://schemas.openxmlformats.org/drawingml/2006/main" noGrp="1"/>
          </p:cNvSpPr>
          <p:nvPr/>
        </p:nvSpPr>
        <p:spPr>
          <a:xfrm xmlns:a="http://schemas.openxmlformats.org/drawingml/2006/main">
            <a:off x="5416039" y="4057231"/>
            <a:ext cx="24870" cy="36197"/>
          </a:xfrm>
          <a:custGeom xmlns:a="http://schemas.openxmlformats.org/drawingml/2006/main">
            <a:pathLst>
              <a:path w="34834" h="50699">
                <a:moveTo>
                  <a:pt x="6170" y="0"/>
                </a:moveTo>
                <a:lnTo>
                  <a:pt x="16041" y="3228"/>
                </a:lnTo>
                <a:lnTo>
                  <a:pt x="3227" y="1044"/>
                </a:lnTo>
                <a:lnTo>
                  <a:pt x="7688" y="19463"/>
                </a:lnTo>
                <a:lnTo>
                  <a:pt x="32841" y="24020"/>
                </a:lnTo>
                <a:lnTo>
                  <a:pt x="24963" y="39306"/>
                </a:lnTo>
                <a:lnTo>
                  <a:pt x="34834" y="45952"/>
                </a:lnTo>
                <a:lnTo>
                  <a:pt x="18224" y="50699"/>
                </a:lnTo>
                <a:lnTo>
                  <a:pt x="1803" y="38547"/>
                </a:lnTo>
                <a:lnTo>
                  <a:pt x="9587" y="41490"/>
                </a:lnTo>
                <a:lnTo>
                  <a:pt x="12434" y="36458"/>
                </a:lnTo>
                <a:lnTo>
                  <a:pt x="5885" y="26299"/>
                </a:lnTo>
                <a:lnTo>
                  <a:pt x="2278" y="26109"/>
                </a:lnTo>
                <a:lnTo>
                  <a:pt x="0" y="31521"/>
                </a:lnTo>
                <a:lnTo>
                  <a:pt x="4651" y="16615"/>
                </a:lnTo>
                <a:lnTo>
                  <a:pt x="854" y="2753"/>
                </a:lnTo>
                <a:lnTo>
                  <a:pt x="6170" y="0"/>
                </a:lnTo>
              </a:path>
            </a:pathLst>
          </a:custGeom>
          <a:noFill xmlns:a="http://schemas.openxmlformats.org/drawingml/2006/main"/>
          <a:ln xmlns:a="http://schemas.openxmlformats.org/drawingml/2006/main" w="2720">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BEBF7B3E-EF9F-45FD-BD84-32BA01BD29ED}"/>
              </a:ext>
            </a:extLst>
          </p:cNvPr>
          <p:cNvSpPr>
            <a:spLocks xmlns:a="http://schemas.openxmlformats.org/drawingml/2006/main" noGrp="1"/>
          </p:cNvSpPr>
          <p:nvPr/>
        </p:nvSpPr>
        <p:spPr>
          <a:xfrm xmlns:a="http://schemas.openxmlformats.org/drawingml/2006/main">
            <a:off x="5474453" y="4267906"/>
            <a:ext cx="23854" cy="6304"/>
          </a:xfrm>
          <a:custGeom xmlns:a="http://schemas.openxmlformats.org/drawingml/2006/main">
            <a:pathLst>
              <a:path w="33410" h="8830">
                <a:moveTo>
                  <a:pt x="17939" y="0"/>
                </a:moveTo>
                <a:lnTo>
                  <a:pt x="33410" y="0"/>
                </a:lnTo>
                <a:lnTo>
                  <a:pt x="33410" y="8830"/>
                </a:lnTo>
                <a:lnTo>
                  <a:pt x="0" y="8830"/>
                </a:lnTo>
                <a:lnTo>
                  <a:pt x="0" y="0"/>
                </a:lnTo>
                <a:lnTo>
                  <a:pt x="17939" y="0"/>
                </a:lnTo>
              </a:path>
            </a:pathLst>
          </a:custGeom>
          <a:noFill xmlns:a="http://schemas.openxmlformats.org/drawingml/2006/main"/>
          <a:ln xmlns:a="http://schemas.openxmlformats.org/drawingml/2006/main" w="2720">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7AB99AB0-8BCF-4966-A137-0692B96C0DDC}"/>
              </a:ext>
            </a:extLst>
          </p:cNvPr>
          <p:cNvSpPr>
            <a:spLocks xmlns:a="http://schemas.openxmlformats.org/drawingml/2006/main" noGrp="1"/>
          </p:cNvSpPr>
          <p:nvPr/>
        </p:nvSpPr>
        <p:spPr>
          <a:xfrm xmlns:a="http://schemas.openxmlformats.org/drawingml/2006/main">
            <a:off x="5433048" y="4061366"/>
            <a:ext cx="31985" cy="29283"/>
          </a:xfrm>
          <a:custGeom xmlns:a="http://schemas.openxmlformats.org/drawingml/2006/main">
            <a:pathLst>
              <a:path w="44800" h="41015">
                <a:moveTo>
                  <a:pt x="28760" y="14336"/>
                </a:moveTo>
                <a:lnTo>
                  <a:pt x="44800" y="29242"/>
                </a:lnTo>
                <a:lnTo>
                  <a:pt x="38346" y="22976"/>
                </a:lnTo>
                <a:lnTo>
                  <a:pt x="34075" y="30666"/>
                </a:lnTo>
                <a:lnTo>
                  <a:pt x="34929" y="37312"/>
                </a:lnTo>
                <a:lnTo>
                  <a:pt x="44231" y="34939"/>
                </a:lnTo>
                <a:lnTo>
                  <a:pt x="19268" y="41015"/>
                </a:lnTo>
                <a:lnTo>
                  <a:pt x="28570" y="36268"/>
                </a:lnTo>
                <a:lnTo>
                  <a:pt x="21926" y="15381"/>
                </a:lnTo>
                <a:lnTo>
                  <a:pt x="0" y="0"/>
                </a:lnTo>
                <a:lnTo>
                  <a:pt x="28760" y="14336"/>
                </a:lnTo>
              </a:path>
            </a:pathLst>
          </a:custGeom>
          <a:noFill xmlns:a="http://schemas.openxmlformats.org/drawingml/2006/main"/>
          <a:ln xmlns:a="http://schemas.openxmlformats.org/drawingml/2006/main" w="2720">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ECC507A6-135D-4288-AFC4-491ED3C60BE5}"/>
              </a:ext>
            </a:extLst>
          </p:cNvPr>
          <p:cNvSpPr>
            <a:spLocks xmlns:a="http://schemas.openxmlformats.org/drawingml/2006/main" noGrp="1"/>
          </p:cNvSpPr>
          <p:nvPr/>
        </p:nvSpPr>
        <p:spPr>
          <a:xfrm xmlns:a="http://schemas.openxmlformats.org/drawingml/2006/main">
            <a:off x="5340141" y="4309525"/>
            <a:ext cx="15789" cy="16472"/>
          </a:xfrm>
          <a:custGeom xmlns:a="http://schemas.openxmlformats.org/drawingml/2006/main">
            <a:pathLst>
              <a:path w="22115" h="23071">
                <a:moveTo>
                  <a:pt x="12149" y="21742"/>
                </a:moveTo>
                <a:lnTo>
                  <a:pt x="4841" y="23071"/>
                </a:lnTo>
                <a:lnTo>
                  <a:pt x="0" y="19748"/>
                </a:lnTo>
                <a:lnTo>
                  <a:pt x="6075" y="15286"/>
                </a:lnTo>
                <a:lnTo>
                  <a:pt x="7593" y="8355"/>
                </a:lnTo>
                <a:lnTo>
                  <a:pt x="22115" y="0"/>
                </a:lnTo>
                <a:lnTo>
                  <a:pt x="12149" y="21742"/>
                </a:lnTo>
              </a:path>
            </a:pathLst>
          </a:custGeom>
          <a:noFill xmlns:a="http://schemas.openxmlformats.org/drawingml/2006/main"/>
          <a:ln xmlns:a="http://schemas.openxmlformats.org/drawingml/2006/main" w="2720">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219CD1FC-1146-4BAC-8C4A-CF1416FAF598}"/>
              </a:ext>
            </a:extLst>
          </p:cNvPr>
          <p:cNvSpPr>
            <a:spLocks xmlns:a="http://schemas.openxmlformats.org/drawingml/2006/main" noGrp="1"/>
          </p:cNvSpPr>
          <p:nvPr/>
        </p:nvSpPr>
        <p:spPr>
          <a:xfrm xmlns:a="http://schemas.openxmlformats.org/drawingml/2006/main">
            <a:off x="4830271" y="2898658"/>
            <a:ext cx="10978" cy="16472"/>
          </a:xfrm>
          <a:custGeom xmlns:a="http://schemas.openxmlformats.org/drawingml/2006/main">
            <a:pathLst>
              <a:path w="15376" h="23071">
                <a:moveTo>
                  <a:pt x="7973" y="23071"/>
                </a:moveTo>
                <a:lnTo>
                  <a:pt x="0" y="20508"/>
                </a:lnTo>
                <a:lnTo>
                  <a:pt x="9112" y="0"/>
                </a:lnTo>
                <a:lnTo>
                  <a:pt x="15376" y="12437"/>
                </a:lnTo>
                <a:lnTo>
                  <a:pt x="15092" y="17374"/>
                </a:lnTo>
                <a:lnTo>
                  <a:pt x="7973" y="23071"/>
                </a:lnTo>
              </a:path>
            </a:pathLst>
          </a:custGeom>
          <a:noFill xmlns:a="http://schemas.openxmlformats.org/drawingml/2006/main"/>
          <a:ln xmlns:a="http://schemas.openxmlformats.org/drawingml/2006/main" w="2720">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DEA9040B-FBEE-4103-B79E-CA8DDB31A98D}"/>
              </a:ext>
            </a:extLst>
          </p:cNvPr>
          <p:cNvSpPr>
            <a:spLocks xmlns:a="http://schemas.openxmlformats.org/drawingml/2006/main" noGrp="1"/>
          </p:cNvSpPr>
          <p:nvPr/>
        </p:nvSpPr>
        <p:spPr>
          <a:xfrm xmlns:a="http://schemas.openxmlformats.org/drawingml/2006/main">
            <a:off x="499626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92BEC32A-4642-40E5-AB74-22E155B86526}"/>
              </a:ext>
            </a:extLst>
          </p:cNvPr>
          <p:cNvSpPr>
            <a:spLocks xmlns:a="http://schemas.openxmlformats.org/drawingml/2006/main" noGrp="1"/>
          </p:cNvSpPr>
          <p:nvPr/>
        </p:nvSpPr>
        <p:spPr>
          <a:xfrm xmlns:a="http://schemas.openxmlformats.org/drawingml/2006/main">
            <a:off x="5057153"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888F6566-6CC6-4F9A-A383-B3261E7A5457}"/>
              </a:ext>
            </a:extLst>
          </p:cNvPr>
          <p:cNvSpPr>
            <a:spLocks xmlns:a="http://schemas.openxmlformats.org/drawingml/2006/main" noGrp="1"/>
          </p:cNvSpPr>
          <p:nvPr/>
        </p:nvSpPr>
        <p:spPr>
          <a:xfrm xmlns:a="http://schemas.openxmlformats.org/drawingml/2006/main">
            <a:off x="5118045"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39602B62-DF32-47A9-90C6-84D6A5F25C3F}"/>
              </a:ext>
            </a:extLst>
          </p:cNvPr>
          <p:cNvSpPr>
            <a:spLocks xmlns:a="http://schemas.openxmlformats.org/drawingml/2006/main" noGrp="1"/>
          </p:cNvSpPr>
          <p:nvPr/>
        </p:nvSpPr>
        <p:spPr>
          <a:xfrm xmlns:a="http://schemas.openxmlformats.org/drawingml/2006/main">
            <a:off x="5178937"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7EDCE8DC-E206-46DA-AD43-8255D9B22339}"/>
              </a:ext>
            </a:extLst>
          </p:cNvPr>
          <p:cNvSpPr>
            <a:spLocks xmlns:a="http://schemas.openxmlformats.org/drawingml/2006/main" noGrp="1"/>
          </p:cNvSpPr>
          <p:nvPr/>
        </p:nvSpPr>
        <p:spPr>
          <a:xfrm xmlns:a="http://schemas.openxmlformats.org/drawingml/2006/main">
            <a:off x="517893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C93DE45D-6E30-49D4-8508-88265F70A72F}"/>
              </a:ext>
            </a:extLst>
          </p:cNvPr>
          <p:cNvSpPr>
            <a:spLocks xmlns:a="http://schemas.openxmlformats.org/drawingml/2006/main" noGrp="1"/>
          </p:cNvSpPr>
          <p:nvPr/>
        </p:nvSpPr>
        <p:spPr>
          <a:xfrm xmlns:a="http://schemas.openxmlformats.org/drawingml/2006/main">
            <a:off x="523982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0E856244-658D-462A-B99D-FD8B2D17CDC4}"/>
              </a:ext>
            </a:extLst>
          </p:cNvPr>
          <p:cNvSpPr>
            <a:spLocks xmlns:a="http://schemas.openxmlformats.org/drawingml/2006/main" noGrp="1"/>
          </p:cNvSpPr>
          <p:nvPr/>
        </p:nvSpPr>
        <p:spPr>
          <a:xfrm xmlns:a="http://schemas.openxmlformats.org/drawingml/2006/main">
            <a:off x="530072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C826260D-69E7-48D1-AD9F-57C9C89103E5}"/>
              </a:ext>
            </a:extLst>
          </p:cNvPr>
          <p:cNvSpPr>
            <a:spLocks xmlns:a="http://schemas.openxmlformats.org/drawingml/2006/main" noGrp="1"/>
          </p:cNvSpPr>
          <p:nvPr/>
        </p:nvSpPr>
        <p:spPr>
          <a:xfrm xmlns:a="http://schemas.openxmlformats.org/drawingml/2006/main">
            <a:off x="530072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7DC5150D-AD55-493F-A5D8-5283D3561D80}"/>
              </a:ext>
            </a:extLst>
          </p:cNvPr>
          <p:cNvSpPr>
            <a:spLocks xmlns:a="http://schemas.openxmlformats.org/drawingml/2006/main" noGrp="1"/>
          </p:cNvSpPr>
          <p:nvPr/>
        </p:nvSpPr>
        <p:spPr>
          <a:xfrm xmlns:a="http://schemas.openxmlformats.org/drawingml/2006/main">
            <a:off x="536161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BD4198CC-BB68-49C1-AF59-4E91505B2C0B}"/>
              </a:ext>
            </a:extLst>
          </p:cNvPr>
          <p:cNvSpPr>
            <a:spLocks xmlns:a="http://schemas.openxmlformats.org/drawingml/2006/main" noGrp="1"/>
          </p:cNvSpPr>
          <p:nvPr/>
        </p:nvSpPr>
        <p:spPr>
          <a:xfrm xmlns:a="http://schemas.openxmlformats.org/drawingml/2006/main">
            <a:off x="5361612"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26F77270-11EE-4791-8A09-A53A5997B095}"/>
              </a:ext>
            </a:extLst>
          </p:cNvPr>
          <p:cNvSpPr>
            <a:spLocks xmlns:a="http://schemas.openxmlformats.org/drawingml/2006/main" noGrp="1"/>
          </p:cNvSpPr>
          <p:nvPr/>
        </p:nvSpPr>
        <p:spPr>
          <a:xfrm xmlns:a="http://schemas.openxmlformats.org/drawingml/2006/main">
            <a:off x="5361612"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1A82BDF7-F0A0-4AC7-90AD-FE0B01F59DDB}"/>
              </a:ext>
            </a:extLst>
          </p:cNvPr>
          <p:cNvSpPr>
            <a:spLocks xmlns:a="http://schemas.openxmlformats.org/drawingml/2006/main" noGrp="1"/>
          </p:cNvSpPr>
          <p:nvPr/>
        </p:nvSpPr>
        <p:spPr>
          <a:xfrm xmlns:a="http://schemas.openxmlformats.org/drawingml/2006/main">
            <a:off x="5361612"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FF55A121-63BF-4641-85A8-8445A65FC1DE}"/>
              </a:ext>
            </a:extLst>
          </p:cNvPr>
          <p:cNvSpPr>
            <a:spLocks xmlns:a="http://schemas.openxmlformats.org/drawingml/2006/main" noGrp="1"/>
          </p:cNvSpPr>
          <p:nvPr/>
        </p:nvSpPr>
        <p:spPr>
          <a:xfrm xmlns:a="http://schemas.openxmlformats.org/drawingml/2006/main">
            <a:off x="5361612"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37697A09-40FB-488C-BE5C-2F121CFDE0B2}"/>
              </a:ext>
            </a:extLst>
          </p:cNvPr>
          <p:cNvSpPr>
            <a:spLocks xmlns:a="http://schemas.openxmlformats.org/drawingml/2006/main" noGrp="1"/>
          </p:cNvSpPr>
          <p:nvPr/>
        </p:nvSpPr>
        <p:spPr>
          <a:xfrm xmlns:a="http://schemas.openxmlformats.org/drawingml/2006/main">
            <a:off x="542250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D48CAC9B-FFA9-45B6-8AD1-676BDCFAB892}"/>
              </a:ext>
            </a:extLst>
          </p:cNvPr>
          <p:cNvSpPr>
            <a:spLocks xmlns:a="http://schemas.openxmlformats.org/drawingml/2006/main" noGrp="1"/>
          </p:cNvSpPr>
          <p:nvPr/>
        </p:nvSpPr>
        <p:spPr>
          <a:xfrm xmlns:a="http://schemas.openxmlformats.org/drawingml/2006/main">
            <a:off x="5422504"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6A3C010E-FFB8-4A9E-8D71-9EF3839CDA45}"/>
              </a:ext>
            </a:extLst>
          </p:cNvPr>
          <p:cNvSpPr>
            <a:spLocks xmlns:a="http://schemas.openxmlformats.org/drawingml/2006/main" noGrp="1"/>
          </p:cNvSpPr>
          <p:nvPr/>
        </p:nvSpPr>
        <p:spPr>
          <a:xfrm xmlns:a="http://schemas.openxmlformats.org/drawingml/2006/main">
            <a:off x="5422504"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BAAA21AA-2284-4AF0-909F-4751E657B998}"/>
              </a:ext>
            </a:extLst>
          </p:cNvPr>
          <p:cNvSpPr>
            <a:spLocks xmlns:a="http://schemas.openxmlformats.org/drawingml/2006/main" noGrp="1"/>
          </p:cNvSpPr>
          <p:nvPr/>
        </p:nvSpPr>
        <p:spPr>
          <a:xfrm xmlns:a="http://schemas.openxmlformats.org/drawingml/2006/main">
            <a:off x="5422504"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56ABE429-B919-4867-A4D1-334E74D5DA66}"/>
              </a:ext>
            </a:extLst>
          </p:cNvPr>
          <p:cNvSpPr>
            <a:spLocks xmlns:a="http://schemas.openxmlformats.org/drawingml/2006/main" noGrp="1"/>
          </p:cNvSpPr>
          <p:nvPr/>
        </p:nvSpPr>
        <p:spPr>
          <a:xfrm xmlns:a="http://schemas.openxmlformats.org/drawingml/2006/main">
            <a:off x="548339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9A40B95C-AB20-4952-AC71-A35152C39A6B}"/>
              </a:ext>
            </a:extLst>
          </p:cNvPr>
          <p:cNvSpPr>
            <a:spLocks xmlns:a="http://schemas.openxmlformats.org/drawingml/2006/main" noGrp="1"/>
          </p:cNvSpPr>
          <p:nvPr/>
        </p:nvSpPr>
        <p:spPr>
          <a:xfrm xmlns:a="http://schemas.openxmlformats.org/drawingml/2006/main">
            <a:off x="548339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49E66A4E-3C7D-448C-A0C4-00174AA298D2}"/>
              </a:ext>
            </a:extLst>
          </p:cNvPr>
          <p:cNvSpPr>
            <a:spLocks xmlns:a="http://schemas.openxmlformats.org/drawingml/2006/main" noGrp="1"/>
          </p:cNvSpPr>
          <p:nvPr/>
        </p:nvSpPr>
        <p:spPr>
          <a:xfrm xmlns:a="http://schemas.openxmlformats.org/drawingml/2006/main">
            <a:off x="5483396"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FC3505C5-D540-497E-BFDB-3D97A9B7BAA7}"/>
              </a:ext>
            </a:extLst>
          </p:cNvPr>
          <p:cNvSpPr>
            <a:spLocks xmlns:a="http://schemas.openxmlformats.org/drawingml/2006/main" noGrp="1"/>
          </p:cNvSpPr>
          <p:nvPr/>
        </p:nvSpPr>
        <p:spPr>
          <a:xfrm xmlns:a="http://schemas.openxmlformats.org/drawingml/2006/main">
            <a:off x="5544288"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4E374698-20DC-4337-B3A8-587ED25FF004}"/>
              </a:ext>
            </a:extLst>
          </p:cNvPr>
          <p:cNvSpPr>
            <a:spLocks xmlns:a="http://schemas.openxmlformats.org/drawingml/2006/main" noGrp="1"/>
          </p:cNvSpPr>
          <p:nvPr/>
        </p:nvSpPr>
        <p:spPr>
          <a:xfrm xmlns:a="http://schemas.openxmlformats.org/drawingml/2006/main">
            <a:off x="5544288"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350A16F9-6558-4316-AE52-18A41BBA6625}"/>
              </a:ext>
            </a:extLst>
          </p:cNvPr>
          <p:cNvSpPr>
            <a:spLocks xmlns:a="http://schemas.openxmlformats.org/drawingml/2006/main" noGrp="1"/>
          </p:cNvSpPr>
          <p:nvPr/>
        </p:nvSpPr>
        <p:spPr>
          <a:xfrm xmlns:a="http://schemas.openxmlformats.org/drawingml/2006/main">
            <a:off x="5544288"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6735B7F9-D59F-473B-A944-615780776DF8}"/>
              </a:ext>
            </a:extLst>
          </p:cNvPr>
          <p:cNvSpPr>
            <a:spLocks xmlns:a="http://schemas.openxmlformats.org/drawingml/2006/main" noGrp="1"/>
          </p:cNvSpPr>
          <p:nvPr/>
        </p:nvSpPr>
        <p:spPr>
          <a:xfrm xmlns:a="http://schemas.openxmlformats.org/drawingml/2006/main">
            <a:off x="5544288"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87B110A2-4100-44A3-A74C-3CAFF13ED765}"/>
              </a:ext>
            </a:extLst>
          </p:cNvPr>
          <p:cNvSpPr>
            <a:spLocks xmlns:a="http://schemas.openxmlformats.org/drawingml/2006/main" noGrp="1"/>
          </p:cNvSpPr>
          <p:nvPr/>
        </p:nvSpPr>
        <p:spPr>
          <a:xfrm xmlns:a="http://schemas.openxmlformats.org/drawingml/2006/main">
            <a:off x="5544288"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E648A506-B314-4C13-8215-11C4A27DDB30}"/>
              </a:ext>
            </a:extLst>
          </p:cNvPr>
          <p:cNvSpPr>
            <a:spLocks xmlns:a="http://schemas.openxmlformats.org/drawingml/2006/main" noGrp="1"/>
          </p:cNvSpPr>
          <p:nvPr/>
        </p:nvSpPr>
        <p:spPr>
          <a:xfrm xmlns:a="http://schemas.openxmlformats.org/drawingml/2006/main">
            <a:off x="5605180"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47870FFC-9503-4EBE-822A-2F04018D66DA}"/>
              </a:ext>
            </a:extLst>
          </p:cNvPr>
          <p:cNvSpPr>
            <a:spLocks xmlns:a="http://schemas.openxmlformats.org/drawingml/2006/main" noGrp="1"/>
          </p:cNvSpPr>
          <p:nvPr/>
        </p:nvSpPr>
        <p:spPr>
          <a:xfrm xmlns:a="http://schemas.openxmlformats.org/drawingml/2006/main">
            <a:off x="5605180"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C1F33C4B-69F9-431A-856E-5BE99850EE0F}"/>
              </a:ext>
            </a:extLst>
          </p:cNvPr>
          <p:cNvSpPr>
            <a:spLocks xmlns:a="http://schemas.openxmlformats.org/drawingml/2006/main" noGrp="1"/>
          </p:cNvSpPr>
          <p:nvPr/>
        </p:nvSpPr>
        <p:spPr>
          <a:xfrm xmlns:a="http://schemas.openxmlformats.org/drawingml/2006/main">
            <a:off x="5605180"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675ADE22-A9A7-4ECD-9EE2-F4AF18AAC535}"/>
              </a:ext>
            </a:extLst>
          </p:cNvPr>
          <p:cNvSpPr>
            <a:spLocks xmlns:a="http://schemas.openxmlformats.org/drawingml/2006/main" noGrp="1"/>
          </p:cNvSpPr>
          <p:nvPr/>
        </p:nvSpPr>
        <p:spPr>
          <a:xfrm xmlns:a="http://schemas.openxmlformats.org/drawingml/2006/main">
            <a:off x="5666072"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51AD4119-90FE-445A-8CEC-077252005F74}"/>
              </a:ext>
            </a:extLst>
          </p:cNvPr>
          <p:cNvSpPr>
            <a:spLocks xmlns:a="http://schemas.openxmlformats.org/drawingml/2006/main" noGrp="1"/>
          </p:cNvSpPr>
          <p:nvPr/>
        </p:nvSpPr>
        <p:spPr>
          <a:xfrm xmlns:a="http://schemas.openxmlformats.org/drawingml/2006/main">
            <a:off x="566607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0ABB4E87-907E-4BBC-9690-5A6BE429BA20}"/>
              </a:ext>
            </a:extLst>
          </p:cNvPr>
          <p:cNvSpPr>
            <a:spLocks xmlns:a="http://schemas.openxmlformats.org/drawingml/2006/main" noGrp="1"/>
          </p:cNvSpPr>
          <p:nvPr/>
        </p:nvSpPr>
        <p:spPr>
          <a:xfrm xmlns:a="http://schemas.openxmlformats.org/drawingml/2006/main">
            <a:off x="566607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BA8B7ABC-B16D-414A-892B-842A0D418C3D}"/>
              </a:ext>
            </a:extLst>
          </p:cNvPr>
          <p:cNvSpPr>
            <a:spLocks xmlns:a="http://schemas.openxmlformats.org/drawingml/2006/main" noGrp="1"/>
          </p:cNvSpPr>
          <p:nvPr/>
        </p:nvSpPr>
        <p:spPr>
          <a:xfrm xmlns:a="http://schemas.openxmlformats.org/drawingml/2006/main">
            <a:off x="5666072"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62AA35E5-D90C-4A53-AEE8-AD3B6C198E1C}"/>
              </a:ext>
            </a:extLst>
          </p:cNvPr>
          <p:cNvSpPr>
            <a:spLocks xmlns:a="http://schemas.openxmlformats.org/drawingml/2006/main" noGrp="1"/>
          </p:cNvSpPr>
          <p:nvPr/>
        </p:nvSpPr>
        <p:spPr>
          <a:xfrm xmlns:a="http://schemas.openxmlformats.org/drawingml/2006/main">
            <a:off x="5666072"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F1FF4B28-6655-4041-B97F-3CA3578A202A}"/>
              </a:ext>
            </a:extLst>
          </p:cNvPr>
          <p:cNvSpPr>
            <a:spLocks xmlns:a="http://schemas.openxmlformats.org/drawingml/2006/main" noGrp="1"/>
          </p:cNvSpPr>
          <p:nvPr/>
        </p:nvSpPr>
        <p:spPr>
          <a:xfrm xmlns:a="http://schemas.openxmlformats.org/drawingml/2006/main">
            <a:off x="5666072"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8802C36C-1C3F-456C-93B0-C965E5AA8DC3}"/>
              </a:ext>
            </a:extLst>
          </p:cNvPr>
          <p:cNvSpPr>
            <a:spLocks xmlns:a="http://schemas.openxmlformats.org/drawingml/2006/main" noGrp="1"/>
          </p:cNvSpPr>
          <p:nvPr/>
        </p:nvSpPr>
        <p:spPr>
          <a:xfrm xmlns:a="http://schemas.openxmlformats.org/drawingml/2006/main">
            <a:off x="572696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4B2ACE39-FFDE-480F-A277-D1B83A7D690A}"/>
              </a:ext>
            </a:extLst>
          </p:cNvPr>
          <p:cNvSpPr>
            <a:spLocks xmlns:a="http://schemas.openxmlformats.org/drawingml/2006/main" noGrp="1"/>
          </p:cNvSpPr>
          <p:nvPr/>
        </p:nvSpPr>
        <p:spPr>
          <a:xfrm xmlns:a="http://schemas.openxmlformats.org/drawingml/2006/main">
            <a:off x="5726964"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DF9D62AA-F3AE-4FA2-B767-E604D1FBEBF6}"/>
              </a:ext>
            </a:extLst>
          </p:cNvPr>
          <p:cNvSpPr>
            <a:spLocks xmlns:a="http://schemas.openxmlformats.org/drawingml/2006/main" noGrp="1"/>
          </p:cNvSpPr>
          <p:nvPr/>
        </p:nvSpPr>
        <p:spPr>
          <a:xfrm xmlns:a="http://schemas.openxmlformats.org/drawingml/2006/main">
            <a:off x="5726964"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31611DA6-421B-43F5-9B98-9B20DD9472D6}"/>
              </a:ext>
            </a:extLst>
          </p:cNvPr>
          <p:cNvSpPr>
            <a:spLocks xmlns:a="http://schemas.openxmlformats.org/drawingml/2006/main" noGrp="1"/>
          </p:cNvSpPr>
          <p:nvPr/>
        </p:nvSpPr>
        <p:spPr>
          <a:xfrm xmlns:a="http://schemas.openxmlformats.org/drawingml/2006/main">
            <a:off x="5726964"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F98FD669-F7C4-40C8-A466-B6DB6165CBAC}"/>
              </a:ext>
            </a:extLst>
          </p:cNvPr>
          <p:cNvSpPr>
            <a:spLocks xmlns:a="http://schemas.openxmlformats.org/drawingml/2006/main" noGrp="1"/>
          </p:cNvSpPr>
          <p:nvPr/>
        </p:nvSpPr>
        <p:spPr>
          <a:xfrm xmlns:a="http://schemas.openxmlformats.org/drawingml/2006/main">
            <a:off x="5726964"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A54423FA-7CDD-4221-85C5-2DDC383838DD}"/>
              </a:ext>
            </a:extLst>
          </p:cNvPr>
          <p:cNvSpPr>
            <a:spLocks xmlns:a="http://schemas.openxmlformats.org/drawingml/2006/main" noGrp="1"/>
          </p:cNvSpPr>
          <p:nvPr/>
        </p:nvSpPr>
        <p:spPr>
          <a:xfrm xmlns:a="http://schemas.openxmlformats.org/drawingml/2006/main">
            <a:off x="5787856"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328F6052-4C48-45A1-94B4-1F2227AAE020}"/>
              </a:ext>
            </a:extLst>
          </p:cNvPr>
          <p:cNvSpPr>
            <a:spLocks xmlns:a="http://schemas.openxmlformats.org/drawingml/2006/main" noGrp="1"/>
          </p:cNvSpPr>
          <p:nvPr/>
        </p:nvSpPr>
        <p:spPr>
          <a:xfrm xmlns:a="http://schemas.openxmlformats.org/drawingml/2006/main">
            <a:off x="5787856"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D3F25BD4-5ECA-4DE1-A0D4-F8208382C5D3}"/>
              </a:ext>
            </a:extLst>
          </p:cNvPr>
          <p:cNvSpPr>
            <a:spLocks xmlns:a="http://schemas.openxmlformats.org/drawingml/2006/main" noGrp="1"/>
          </p:cNvSpPr>
          <p:nvPr/>
        </p:nvSpPr>
        <p:spPr>
          <a:xfrm xmlns:a="http://schemas.openxmlformats.org/drawingml/2006/main">
            <a:off x="5787856"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D9A2F210-B387-48AD-B3A8-8B2ADA516BD7}"/>
              </a:ext>
            </a:extLst>
          </p:cNvPr>
          <p:cNvSpPr>
            <a:spLocks xmlns:a="http://schemas.openxmlformats.org/drawingml/2006/main" noGrp="1"/>
          </p:cNvSpPr>
          <p:nvPr/>
        </p:nvSpPr>
        <p:spPr>
          <a:xfrm xmlns:a="http://schemas.openxmlformats.org/drawingml/2006/main">
            <a:off x="584874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4564F2AC-1074-4951-BEFA-0123BBF24FED}"/>
              </a:ext>
            </a:extLst>
          </p:cNvPr>
          <p:cNvSpPr>
            <a:spLocks xmlns:a="http://schemas.openxmlformats.org/drawingml/2006/main" noGrp="1"/>
          </p:cNvSpPr>
          <p:nvPr/>
        </p:nvSpPr>
        <p:spPr>
          <a:xfrm xmlns:a="http://schemas.openxmlformats.org/drawingml/2006/main">
            <a:off x="584874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F06F29CC-BEFF-4407-A97F-31B8CBD9961B}"/>
              </a:ext>
            </a:extLst>
          </p:cNvPr>
          <p:cNvSpPr>
            <a:spLocks xmlns:a="http://schemas.openxmlformats.org/drawingml/2006/main" noGrp="1"/>
          </p:cNvSpPr>
          <p:nvPr/>
        </p:nvSpPr>
        <p:spPr>
          <a:xfrm xmlns:a="http://schemas.openxmlformats.org/drawingml/2006/main">
            <a:off x="5848747"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D8E86EBA-8934-431C-B61D-8D2B66AFF96B}"/>
              </a:ext>
            </a:extLst>
          </p:cNvPr>
          <p:cNvSpPr>
            <a:spLocks xmlns:a="http://schemas.openxmlformats.org/drawingml/2006/main" noGrp="1"/>
          </p:cNvSpPr>
          <p:nvPr/>
        </p:nvSpPr>
        <p:spPr>
          <a:xfrm xmlns:a="http://schemas.openxmlformats.org/drawingml/2006/main">
            <a:off x="5848747"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2202FE53-D95C-47E6-8A19-D0B6C7722AEC}"/>
              </a:ext>
            </a:extLst>
          </p:cNvPr>
          <p:cNvSpPr>
            <a:spLocks xmlns:a="http://schemas.openxmlformats.org/drawingml/2006/main" noGrp="1"/>
          </p:cNvSpPr>
          <p:nvPr/>
        </p:nvSpPr>
        <p:spPr>
          <a:xfrm xmlns:a="http://schemas.openxmlformats.org/drawingml/2006/main">
            <a:off x="5909639"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AFCC1B73-5979-42DD-ACB3-FB0674C2BBAE}"/>
              </a:ext>
            </a:extLst>
          </p:cNvPr>
          <p:cNvSpPr>
            <a:spLocks xmlns:a="http://schemas.openxmlformats.org/drawingml/2006/main" noGrp="1"/>
          </p:cNvSpPr>
          <p:nvPr/>
        </p:nvSpPr>
        <p:spPr>
          <a:xfrm xmlns:a="http://schemas.openxmlformats.org/drawingml/2006/main">
            <a:off x="5909639"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19E11DFF-2A7C-4D24-97DE-469426E95AD5}"/>
              </a:ext>
            </a:extLst>
          </p:cNvPr>
          <p:cNvSpPr>
            <a:spLocks xmlns:a="http://schemas.openxmlformats.org/drawingml/2006/main" noGrp="1"/>
          </p:cNvSpPr>
          <p:nvPr/>
        </p:nvSpPr>
        <p:spPr>
          <a:xfrm xmlns:a="http://schemas.openxmlformats.org/drawingml/2006/main">
            <a:off x="5909639"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8DBFB29D-A291-42E7-A74A-4A1645D0B1FC}"/>
              </a:ext>
            </a:extLst>
          </p:cNvPr>
          <p:cNvSpPr>
            <a:spLocks xmlns:a="http://schemas.openxmlformats.org/drawingml/2006/main" noGrp="1"/>
          </p:cNvSpPr>
          <p:nvPr/>
        </p:nvSpPr>
        <p:spPr>
          <a:xfrm xmlns:a="http://schemas.openxmlformats.org/drawingml/2006/main">
            <a:off x="5909639"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F42646A0-FEE0-4A1E-82C7-110E457D3DBA}"/>
              </a:ext>
            </a:extLst>
          </p:cNvPr>
          <p:cNvSpPr>
            <a:spLocks xmlns:a="http://schemas.openxmlformats.org/drawingml/2006/main" noGrp="1"/>
          </p:cNvSpPr>
          <p:nvPr/>
        </p:nvSpPr>
        <p:spPr>
          <a:xfrm xmlns:a="http://schemas.openxmlformats.org/drawingml/2006/main">
            <a:off x="5909639"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E234DC31-CDF7-4F1B-A837-4651DC81A590}"/>
              </a:ext>
            </a:extLst>
          </p:cNvPr>
          <p:cNvSpPr>
            <a:spLocks xmlns:a="http://schemas.openxmlformats.org/drawingml/2006/main" noGrp="1"/>
          </p:cNvSpPr>
          <p:nvPr/>
        </p:nvSpPr>
        <p:spPr>
          <a:xfrm xmlns:a="http://schemas.openxmlformats.org/drawingml/2006/main">
            <a:off x="5909639"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9479AFFA-4A9C-4FAF-857B-347BC231C830}"/>
              </a:ext>
            </a:extLst>
          </p:cNvPr>
          <p:cNvSpPr>
            <a:spLocks xmlns:a="http://schemas.openxmlformats.org/drawingml/2006/main" noGrp="1"/>
          </p:cNvSpPr>
          <p:nvPr/>
        </p:nvSpPr>
        <p:spPr>
          <a:xfrm xmlns:a="http://schemas.openxmlformats.org/drawingml/2006/main">
            <a:off x="5909639"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4CFDC93E-2489-47A9-ACB0-EF02CA73EB03}"/>
              </a:ext>
            </a:extLst>
          </p:cNvPr>
          <p:cNvSpPr>
            <a:spLocks xmlns:a="http://schemas.openxmlformats.org/drawingml/2006/main" noGrp="1"/>
          </p:cNvSpPr>
          <p:nvPr/>
        </p:nvSpPr>
        <p:spPr>
          <a:xfrm xmlns:a="http://schemas.openxmlformats.org/drawingml/2006/main">
            <a:off x="5909639"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7AE13975-273E-4E02-A740-C3B2DBA43712}"/>
              </a:ext>
            </a:extLst>
          </p:cNvPr>
          <p:cNvSpPr>
            <a:spLocks xmlns:a="http://schemas.openxmlformats.org/drawingml/2006/main" noGrp="1"/>
          </p:cNvSpPr>
          <p:nvPr/>
        </p:nvSpPr>
        <p:spPr>
          <a:xfrm xmlns:a="http://schemas.openxmlformats.org/drawingml/2006/main">
            <a:off x="5970531"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A1A090AB-1BBF-406A-B1CE-F92279B917B2}"/>
              </a:ext>
            </a:extLst>
          </p:cNvPr>
          <p:cNvSpPr>
            <a:spLocks xmlns:a="http://schemas.openxmlformats.org/drawingml/2006/main" noGrp="1"/>
          </p:cNvSpPr>
          <p:nvPr/>
        </p:nvSpPr>
        <p:spPr>
          <a:xfrm xmlns:a="http://schemas.openxmlformats.org/drawingml/2006/main">
            <a:off x="5970531"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0FCBFCC8-F5D1-4289-BCB0-A6BED8F6A8D0}"/>
              </a:ext>
            </a:extLst>
          </p:cNvPr>
          <p:cNvSpPr>
            <a:spLocks xmlns:a="http://schemas.openxmlformats.org/drawingml/2006/main" noGrp="1"/>
          </p:cNvSpPr>
          <p:nvPr/>
        </p:nvSpPr>
        <p:spPr>
          <a:xfrm xmlns:a="http://schemas.openxmlformats.org/drawingml/2006/main">
            <a:off x="597053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5A8D703D-4843-4F9A-87C3-4D317509FD48}"/>
              </a:ext>
            </a:extLst>
          </p:cNvPr>
          <p:cNvSpPr>
            <a:spLocks xmlns:a="http://schemas.openxmlformats.org/drawingml/2006/main" noGrp="1"/>
          </p:cNvSpPr>
          <p:nvPr/>
        </p:nvSpPr>
        <p:spPr>
          <a:xfrm xmlns:a="http://schemas.openxmlformats.org/drawingml/2006/main">
            <a:off x="5970531"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52E4F55E-18F8-47DD-B8EF-A2C36EADF032}"/>
              </a:ext>
            </a:extLst>
          </p:cNvPr>
          <p:cNvSpPr>
            <a:spLocks xmlns:a="http://schemas.openxmlformats.org/drawingml/2006/main" noGrp="1"/>
          </p:cNvSpPr>
          <p:nvPr/>
        </p:nvSpPr>
        <p:spPr>
          <a:xfrm xmlns:a="http://schemas.openxmlformats.org/drawingml/2006/main">
            <a:off x="597053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20D2662A-EC2C-4294-9278-BD62381C7D4C}"/>
              </a:ext>
            </a:extLst>
          </p:cNvPr>
          <p:cNvSpPr>
            <a:spLocks xmlns:a="http://schemas.openxmlformats.org/drawingml/2006/main" noGrp="1"/>
          </p:cNvSpPr>
          <p:nvPr/>
        </p:nvSpPr>
        <p:spPr>
          <a:xfrm xmlns:a="http://schemas.openxmlformats.org/drawingml/2006/main">
            <a:off x="5970531"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5A353A1A-7B60-4FB8-B3F9-0CAF36226629}"/>
              </a:ext>
            </a:extLst>
          </p:cNvPr>
          <p:cNvSpPr>
            <a:spLocks xmlns:a="http://schemas.openxmlformats.org/drawingml/2006/main" noGrp="1"/>
          </p:cNvSpPr>
          <p:nvPr/>
        </p:nvSpPr>
        <p:spPr>
          <a:xfrm xmlns:a="http://schemas.openxmlformats.org/drawingml/2006/main">
            <a:off x="5970531"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0192494C-0F0C-4007-BCD6-3BA5F1F4F39D}"/>
              </a:ext>
            </a:extLst>
          </p:cNvPr>
          <p:cNvSpPr>
            <a:spLocks xmlns:a="http://schemas.openxmlformats.org/drawingml/2006/main" noGrp="1"/>
          </p:cNvSpPr>
          <p:nvPr/>
        </p:nvSpPr>
        <p:spPr>
          <a:xfrm xmlns:a="http://schemas.openxmlformats.org/drawingml/2006/main">
            <a:off x="5970531"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1647513E-DB60-4391-86F9-E6EC2D7591D7}"/>
              </a:ext>
            </a:extLst>
          </p:cNvPr>
          <p:cNvSpPr>
            <a:spLocks xmlns:a="http://schemas.openxmlformats.org/drawingml/2006/main" noGrp="1"/>
          </p:cNvSpPr>
          <p:nvPr/>
        </p:nvSpPr>
        <p:spPr>
          <a:xfrm xmlns:a="http://schemas.openxmlformats.org/drawingml/2006/main">
            <a:off x="5970531"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22F966B6-AB2B-4727-82FA-CD65183889C8}"/>
              </a:ext>
            </a:extLst>
          </p:cNvPr>
          <p:cNvSpPr>
            <a:spLocks xmlns:a="http://schemas.openxmlformats.org/drawingml/2006/main" noGrp="1"/>
          </p:cNvSpPr>
          <p:nvPr/>
        </p:nvSpPr>
        <p:spPr>
          <a:xfrm xmlns:a="http://schemas.openxmlformats.org/drawingml/2006/main">
            <a:off x="6031423"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8C3B44F0-AA95-4784-B8EA-C29B0EC8D48D}"/>
              </a:ext>
            </a:extLst>
          </p:cNvPr>
          <p:cNvSpPr>
            <a:spLocks xmlns:a="http://schemas.openxmlformats.org/drawingml/2006/main" noGrp="1"/>
          </p:cNvSpPr>
          <p:nvPr/>
        </p:nvSpPr>
        <p:spPr>
          <a:xfrm xmlns:a="http://schemas.openxmlformats.org/drawingml/2006/main">
            <a:off x="6031423"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756819AB-6098-45A4-B478-85E38F346D4F}"/>
              </a:ext>
            </a:extLst>
          </p:cNvPr>
          <p:cNvSpPr>
            <a:spLocks xmlns:a="http://schemas.openxmlformats.org/drawingml/2006/main" noGrp="1"/>
          </p:cNvSpPr>
          <p:nvPr/>
        </p:nvSpPr>
        <p:spPr>
          <a:xfrm xmlns:a="http://schemas.openxmlformats.org/drawingml/2006/main">
            <a:off x="6031423"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DBB9CC91-7F0A-47D1-A07A-F00B7DB783F4}"/>
              </a:ext>
            </a:extLst>
          </p:cNvPr>
          <p:cNvSpPr>
            <a:spLocks xmlns:a="http://schemas.openxmlformats.org/drawingml/2006/main" noGrp="1"/>
          </p:cNvSpPr>
          <p:nvPr/>
        </p:nvSpPr>
        <p:spPr>
          <a:xfrm xmlns:a="http://schemas.openxmlformats.org/drawingml/2006/main">
            <a:off x="6031423"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802614C5-E29E-43A7-9B73-4319A5226C79}"/>
              </a:ext>
            </a:extLst>
          </p:cNvPr>
          <p:cNvSpPr>
            <a:spLocks xmlns:a="http://schemas.openxmlformats.org/drawingml/2006/main" noGrp="1"/>
          </p:cNvSpPr>
          <p:nvPr/>
        </p:nvSpPr>
        <p:spPr>
          <a:xfrm xmlns:a="http://schemas.openxmlformats.org/drawingml/2006/main">
            <a:off x="6031423"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92B36E38-3035-4055-8830-6EA13E917F76}"/>
              </a:ext>
            </a:extLst>
          </p:cNvPr>
          <p:cNvSpPr>
            <a:spLocks xmlns:a="http://schemas.openxmlformats.org/drawingml/2006/main" noGrp="1"/>
          </p:cNvSpPr>
          <p:nvPr/>
        </p:nvSpPr>
        <p:spPr>
          <a:xfrm xmlns:a="http://schemas.openxmlformats.org/drawingml/2006/main">
            <a:off x="6031423"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8F40C38C-9285-4CC2-99DF-09E9425734E6}"/>
              </a:ext>
            </a:extLst>
          </p:cNvPr>
          <p:cNvSpPr>
            <a:spLocks xmlns:a="http://schemas.openxmlformats.org/drawingml/2006/main" noGrp="1"/>
          </p:cNvSpPr>
          <p:nvPr/>
        </p:nvSpPr>
        <p:spPr>
          <a:xfrm xmlns:a="http://schemas.openxmlformats.org/drawingml/2006/main">
            <a:off x="6031423"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B024808E-A01C-48BE-9736-D663E5A87F90}"/>
              </a:ext>
            </a:extLst>
          </p:cNvPr>
          <p:cNvSpPr>
            <a:spLocks xmlns:a="http://schemas.openxmlformats.org/drawingml/2006/main" noGrp="1"/>
          </p:cNvSpPr>
          <p:nvPr/>
        </p:nvSpPr>
        <p:spPr>
          <a:xfrm xmlns:a="http://schemas.openxmlformats.org/drawingml/2006/main">
            <a:off x="6031423"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CF9C44CE-5230-4C7D-B4F8-60B5D6AFF0BE}"/>
              </a:ext>
            </a:extLst>
          </p:cNvPr>
          <p:cNvSpPr>
            <a:spLocks xmlns:a="http://schemas.openxmlformats.org/drawingml/2006/main" noGrp="1"/>
          </p:cNvSpPr>
          <p:nvPr/>
        </p:nvSpPr>
        <p:spPr>
          <a:xfrm xmlns:a="http://schemas.openxmlformats.org/drawingml/2006/main">
            <a:off x="6031423"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D0C48275-AF27-4247-9C18-2FF9965EC97C}"/>
              </a:ext>
            </a:extLst>
          </p:cNvPr>
          <p:cNvSpPr>
            <a:spLocks xmlns:a="http://schemas.openxmlformats.org/drawingml/2006/main" noGrp="1"/>
          </p:cNvSpPr>
          <p:nvPr/>
        </p:nvSpPr>
        <p:spPr>
          <a:xfrm xmlns:a="http://schemas.openxmlformats.org/drawingml/2006/main">
            <a:off x="6031423"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2BD60255-0055-4CA1-BE3C-C11F80FA0C81}"/>
              </a:ext>
            </a:extLst>
          </p:cNvPr>
          <p:cNvSpPr>
            <a:spLocks xmlns:a="http://schemas.openxmlformats.org/drawingml/2006/main" noGrp="1"/>
          </p:cNvSpPr>
          <p:nvPr/>
        </p:nvSpPr>
        <p:spPr>
          <a:xfrm xmlns:a="http://schemas.openxmlformats.org/drawingml/2006/main">
            <a:off x="6031423"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A3221E84-E506-4C3B-B713-18691C507EAA}"/>
              </a:ext>
            </a:extLst>
          </p:cNvPr>
          <p:cNvSpPr>
            <a:spLocks xmlns:a="http://schemas.openxmlformats.org/drawingml/2006/main" noGrp="1"/>
          </p:cNvSpPr>
          <p:nvPr/>
        </p:nvSpPr>
        <p:spPr>
          <a:xfrm xmlns:a="http://schemas.openxmlformats.org/drawingml/2006/main">
            <a:off x="6031423"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EF4D7D3A-8DFB-4424-92DD-780BE58DEBBC}"/>
              </a:ext>
            </a:extLst>
          </p:cNvPr>
          <p:cNvSpPr>
            <a:spLocks xmlns:a="http://schemas.openxmlformats.org/drawingml/2006/main" noGrp="1"/>
          </p:cNvSpPr>
          <p:nvPr/>
        </p:nvSpPr>
        <p:spPr>
          <a:xfrm xmlns:a="http://schemas.openxmlformats.org/drawingml/2006/main">
            <a:off x="6031423"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B375A98F-70E2-46BA-92CB-EC9ED9D309E1}"/>
              </a:ext>
            </a:extLst>
          </p:cNvPr>
          <p:cNvSpPr>
            <a:spLocks xmlns:a="http://schemas.openxmlformats.org/drawingml/2006/main" noGrp="1"/>
          </p:cNvSpPr>
          <p:nvPr/>
        </p:nvSpPr>
        <p:spPr>
          <a:xfrm xmlns:a="http://schemas.openxmlformats.org/drawingml/2006/main">
            <a:off x="6031423"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8C82603D-0B92-4E3C-8205-B62A44F0419D}"/>
              </a:ext>
            </a:extLst>
          </p:cNvPr>
          <p:cNvSpPr>
            <a:spLocks xmlns:a="http://schemas.openxmlformats.org/drawingml/2006/main" noGrp="1"/>
          </p:cNvSpPr>
          <p:nvPr/>
        </p:nvSpPr>
        <p:spPr>
          <a:xfrm xmlns:a="http://schemas.openxmlformats.org/drawingml/2006/main">
            <a:off x="6092315"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74B327E0-19C6-492F-A8D1-2F4961AA3684}"/>
              </a:ext>
            </a:extLst>
          </p:cNvPr>
          <p:cNvSpPr>
            <a:spLocks xmlns:a="http://schemas.openxmlformats.org/drawingml/2006/main" noGrp="1"/>
          </p:cNvSpPr>
          <p:nvPr/>
        </p:nvSpPr>
        <p:spPr>
          <a:xfrm xmlns:a="http://schemas.openxmlformats.org/drawingml/2006/main">
            <a:off x="6092315"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D6654C32-80C5-4525-96D2-C072BAF52C15}"/>
              </a:ext>
            </a:extLst>
          </p:cNvPr>
          <p:cNvSpPr>
            <a:spLocks xmlns:a="http://schemas.openxmlformats.org/drawingml/2006/main" noGrp="1"/>
          </p:cNvSpPr>
          <p:nvPr/>
        </p:nvSpPr>
        <p:spPr>
          <a:xfrm xmlns:a="http://schemas.openxmlformats.org/drawingml/2006/main">
            <a:off x="6092315"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EE3A743A-5F5E-418F-AF45-F3C8FDCA70FA}"/>
              </a:ext>
            </a:extLst>
          </p:cNvPr>
          <p:cNvSpPr>
            <a:spLocks xmlns:a="http://schemas.openxmlformats.org/drawingml/2006/main" noGrp="1"/>
          </p:cNvSpPr>
          <p:nvPr/>
        </p:nvSpPr>
        <p:spPr>
          <a:xfrm xmlns:a="http://schemas.openxmlformats.org/drawingml/2006/main">
            <a:off x="6092315"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0175628F-06E3-4B19-911F-799FA21718C6}"/>
              </a:ext>
            </a:extLst>
          </p:cNvPr>
          <p:cNvSpPr>
            <a:spLocks xmlns:a="http://schemas.openxmlformats.org/drawingml/2006/main" noGrp="1"/>
          </p:cNvSpPr>
          <p:nvPr/>
        </p:nvSpPr>
        <p:spPr>
          <a:xfrm xmlns:a="http://schemas.openxmlformats.org/drawingml/2006/main">
            <a:off x="6092315"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950345B1-0358-463D-9046-BE6427B17905}"/>
              </a:ext>
            </a:extLst>
          </p:cNvPr>
          <p:cNvSpPr>
            <a:spLocks xmlns:a="http://schemas.openxmlformats.org/drawingml/2006/main" noGrp="1"/>
          </p:cNvSpPr>
          <p:nvPr/>
        </p:nvSpPr>
        <p:spPr>
          <a:xfrm xmlns:a="http://schemas.openxmlformats.org/drawingml/2006/main">
            <a:off x="6092315"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9412FE6F-5434-49D5-9509-1DC2FDEDC3B5}"/>
              </a:ext>
            </a:extLst>
          </p:cNvPr>
          <p:cNvSpPr>
            <a:spLocks xmlns:a="http://schemas.openxmlformats.org/drawingml/2006/main" noGrp="1"/>
          </p:cNvSpPr>
          <p:nvPr/>
        </p:nvSpPr>
        <p:spPr>
          <a:xfrm xmlns:a="http://schemas.openxmlformats.org/drawingml/2006/main">
            <a:off x="6092315"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F3E0B1BB-4F09-480D-A6A7-33D442254296}"/>
              </a:ext>
            </a:extLst>
          </p:cNvPr>
          <p:cNvSpPr>
            <a:spLocks xmlns:a="http://schemas.openxmlformats.org/drawingml/2006/main" noGrp="1"/>
          </p:cNvSpPr>
          <p:nvPr/>
        </p:nvSpPr>
        <p:spPr>
          <a:xfrm xmlns:a="http://schemas.openxmlformats.org/drawingml/2006/main">
            <a:off x="6092315"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5F3E76FB-99A1-41CC-9C3E-7A3CF9A54CFD}"/>
              </a:ext>
            </a:extLst>
          </p:cNvPr>
          <p:cNvSpPr>
            <a:spLocks xmlns:a="http://schemas.openxmlformats.org/drawingml/2006/main" noGrp="1"/>
          </p:cNvSpPr>
          <p:nvPr/>
        </p:nvSpPr>
        <p:spPr>
          <a:xfrm xmlns:a="http://schemas.openxmlformats.org/drawingml/2006/main">
            <a:off x="6092315"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5C9EFAA2-C385-4930-AB29-8B1EFCA167AA}"/>
              </a:ext>
            </a:extLst>
          </p:cNvPr>
          <p:cNvSpPr>
            <a:spLocks xmlns:a="http://schemas.openxmlformats.org/drawingml/2006/main" noGrp="1"/>
          </p:cNvSpPr>
          <p:nvPr/>
        </p:nvSpPr>
        <p:spPr>
          <a:xfrm xmlns:a="http://schemas.openxmlformats.org/drawingml/2006/main">
            <a:off x="6092315"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8C5CAAD9-834A-4038-8380-C4AF380FBFCF}"/>
              </a:ext>
            </a:extLst>
          </p:cNvPr>
          <p:cNvSpPr>
            <a:spLocks xmlns:a="http://schemas.openxmlformats.org/drawingml/2006/main" noGrp="1"/>
          </p:cNvSpPr>
          <p:nvPr/>
        </p:nvSpPr>
        <p:spPr>
          <a:xfrm xmlns:a="http://schemas.openxmlformats.org/drawingml/2006/main">
            <a:off x="6092315"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8D2548E2-3EFA-47C9-9922-AC33E88860C1}"/>
              </a:ext>
            </a:extLst>
          </p:cNvPr>
          <p:cNvSpPr>
            <a:spLocks xmlns:a="http://schemas.openxmlformats.org/drawingml/2006/main" noGrp="1"/>
          </p:cNvSpPr>
          <p:nvPr/>
        </p:nvSpPr>
        <p:spPr>
          <a:xfrm xmlns:a="http://schemas.openxmlformats.org/drawingml/2006/main">
            <a:off x="6092315"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EC4B61F0-8214-4C8A-B009-E547827DE2FA}"/>
              </a:ext>
            </a:extLst>
          </p:cNvPr>
          <p:cNvSpPr>
            <a:spLocks xmlns:a="http://schemas.openxmlformats.org/drawingml/2006/main" noGrp="1"/>
          </p:cNvSpPr>
          <p:nvPr/>
        </p:nvSpPr>
        <p:spPr>
          <a:xfrm xmlns:a="http://schemas.openxmlformats.org/drawingml/2006/main">
            <a:off x="6092315"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A0CF200C-EE94-4825-894C-2D18BF6B96A2}"/>
              </a:ext>
            </a:extLst>
          </p:cNvPr>
          <p:cNvSpPr>
            <a:spLocks xmlns:a="http://schemas.openxmlformats.org/drawingml/2006/main" noGrp="1"/>
          </p:cNvSpPr>
          <p:nvPr/>
        </p:nvSpPr>
        <p:spPr>
          <a:xfrm xmlns:a="http://schemas.openxmlformats.org/drawingml/2006/main">
            <a:off x="6092315"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488A3C7B-3065-4F02-9F87-66CDEB669707}"/>
              </a:ext>
            </a:extLst>
          </p:cNvPr>
          <p:cNvSpPr>
            <a:spLocks xmlns:a="http://schemas.openxmlformats.org/drawingml/2006/main" noGrp="1"/>
          </p:cNvSpPr>
          <p:nvPr/>
        </p:nvSpPr>
        <p:spPr>
          <a:xfrm xmlns:a="http://schemas.openxmlformats.org/drawingml/2006/main">
            <a:off x="615320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334C1958-CB9D-44AF-BD77-2DD56F9C2D3A}"/>
              </a:ext>
            </a:extLst>
          </p:cNvPr>
          <p:cNvSpPr>
            <a:spLocks xmlns:a="http://schemas.openxmlformats.org/drawingml/2006/main" noGrp="1"/>
          </p:cNvSpPr>
          <p:nvPr/>
        </p:nvSpPr>
        <p:spPr>
          <a:xfrm xmlns:a="http://schemas.openxmlformats.org/drawingml/2006/main">
            <a:off x="615320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C1F1C0C4-5884-4F4D-83E1-EEFF80B40CE0}"/>
              </a:ext>
            </a:extLst>
          </p:cNvPr>
          <p:cNvSpPr>
            <a:spLocks xmlns:a="http://schemas.openxmlformats.org/drawingml/2006/main" noGrp="1"/>
          </p:cNvSpPr>
          <p:nvPr/>
        </p:nvSpPr>
        <p:spPr>
          <a:xfrm xmlns:a="http://schemas.openxmlformats.org/drawingml/2006/main">
            <a:off x="6153207"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76B78410-D531-406B-B90B-DB44CAD770FE}"/>
              </a:ext>
            </a:extLst>
          </p:cNvPr>
          <p:cNvSpPr>
            <a:spLocks xmlns:a="http://schemas.openxmlformats.org/drawingml/2006/main" noGrp="1"/>
          </p:cNvSpPr>
          <p:nvPr/>
        </p:nvSpPr>
        <p:spPr>
          <a:xfrm xmlns:a="http://schemas.openxmlformats.org/drawingml/2006/main">
            <a:off x="6153207"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E294C82B-190C-46F2-BC49-43EFD0DF4783}"/>
              </a:ext>
            </a:extLst>
          </p:cNvPr>
          <p:cNvSpPr>
            <a:spLocks xmlns:a="http://schemas.openxmlformats.org/drawingml/2006/main" noGrp="1"/>
          </p:cNvSpPr>
          <p:nvPr/>
        </p:nvSpPr>
        <p:spPr>
          <a:xfrm xmlns:a="http://schemas.openxmlformats.org/drawingml/2006/main">
            <a:off x="615320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6BDBFA4E-EA75-41C0-895C-55EE487F9CC5}"/>
              </a:ext>
            </a:extLst>
          </p:cNvPr>
          <p:cNvSpPr>
            <a:spLocks xmlns:a="http://schemas.openxmlformats.org/drawingml/2006/main" noGrp="1"/>
          </p:cNvSpPr>
          <p:nvPr/>
        </p:nvSpPr>
        <p:spPr>
          <a:xfrm xmlns:a="http://schemas.openxmlformats.org/drawingml/2006/main">
            <a:off x="615320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F2F30C45-41A0-4911-887F-17416F95FC1D}"/>
              </a:ext>
            </a:extLst>
          </p:cNvPr>
          <p:cNvSpPr>
            <a:spLocks xmlns:a="http://schemas.openxmlformats.org/drawingml/2006/main" noGrp="1"/>
          </p:cNvSpPr>
          <p:nvPr/>
        </p:nvSpPr>
        <p:spPr>
          <a:xfrm xmlns:a="http://schemas.openxmlformats.org/drawingml/2006/main">
            <a:off x="615320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78137D06-993D-415E-9B40-4AFAC298D08D}"/>
              </a:ext>
            </a:extLst>
          </p:cNvPr>
          <p:cNvSpPr>
            <a:spLocks xmlns:a="http://schemas.openxmlformats.org/drawingml/2006/main" noGrp="1"/>
          </p:cNvSpPr>
          <p:nvPr/>
        </p:nvSpPr>
        <p:spPr>
          <a:xfrm xmlns:a="http://schemas.openxmlformats.org/drawingml/2006/main">
            <a:off x="615320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2D02C99C-6156-4BB7-B228-275B1FAD505E}"/>
              </a:ext>
            </a:extLst>
          </p:cNvPr>
          <p:cNvSpPr>
            <a:spLocks xmlns:a="http://schemas.openxmlformats.org/drawingml/2006/main" noGrp="1"/>
          </p:cNvSpPr>
          <p:nvPr/>
        </p:nvSpPr>
        <p:spPr>
          <a:xfrm xmlns:a="http://schemas.openxmlformats.org/drawingml/2006/main">
            <a:off x="6153207"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FE65E5DF-FF4F-418B-9F0E-E644EEAA4D9A}"/>
              </a:ext>
            </a:extLst>
          </p:cNvPr>
          <p:cNvSpPr>
            <a:spLocks xmlns:a="http://schemas.openxmlformats.org/drawingml/2006/main" noGrp="1"/>
          </p:cNvSpPr>
          <p:nvPr/>
        </p:nvSpPr>
        <p:spPr>
          <a:xfrm xmlns:a="http://schemas.openxmlformats.org/drawingml/2006/main">
            <a:off x="6153207"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618F333E-4295-4295-A717-D8550806925D}"/>
              </a:ext>
            </a:extLst>
          </p:cNvPr>
          <p:cNvSpPr>
            <a:spLocks xmlns:a="http://schemas.openxmlformats.org/drawingml/2006/main" noGrp="1"/>
          </p:cNvSpPr>
          <p:nvPr/>
        </p:nvSpPr>
        <p:spPr>
          <a:xfrm xmlns:a="http://schemas.openxmlformats.org/drawingml/2006/main">
            <a:off x="6153207"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2BBBDA50-047E-407F-8118-BB34F9E8C7AC}"/>
              </a:ext>
            </a:extLst>
          </p:cNvPr>
          <p:cNvSpPr>
            <a:spLocks xmlns:a="http://schemas.openxmlformats.org/drawingml/2006/main" noGrp="1"/>
          </p:cNvSpPr>
          <p:nvPr/>
        </p:nvSpPr>
        <p:spPr>
          <a:xfrm xmlns:a="http://schemas.openxmlformats.org/drawingml/2006/main">
            <a:off x="6214099"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A5E1456F-4EC9-4FE9-81AC-8517228B2B2C}"/>
              </a:ext>
            </a:extLst>
          </p:cNvPr>
          <p:cNvSpPr>
            <a:spLocks xmlns:a="http://schemas.openxmlformats.org/drawingml/2006/main" noGrp="1"/>
          </p:cNvSpPr>
          <p:nvPr/>
        </p:nvSpPr>
        <p:spPr>
          <a:xfrm xmlns:a="http://schemas.openxmlformats.org/drawingml/2006/main">
            <a:off x="621409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4D5C7C30-97A7-4F4A-AA8B-77A59F971A6F}"/>
              </a:ext>
            </a:extLst>
          </p:cNvPr>
          <p:cNvSpPr>
            <a:spLocks xmlns:a="http://schemas.openxmlformats.org/drawingml/2006/main" noGrp="1"/>
          </p:cNvSpPr>
          <p:nvPr/>
        </p:nvSpPr>
        <p:spPr>
          <a:xfrm xmlns:a="http://schemas.openxmlformats.org/drawingml/2006/main">
            <a:off x="621409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C2A1FA0B-1345-4D93-A900-1FBB01B7167E}"/>
              </a:ext>
            </a:extLst>
          </p:cNvPr>
          <p:cNvSpPr>
            <a:spLocks xmlns:a="http://schemas.openxmlformats.org/drawingml/2006/main" noGrp="1"/>
          </p:cNvSpPr>
          <p:nvPr/>
        </p:nvSpPr>
        <p:spPr>
          <a:xfrm xmlns:a="http://schemas.openxmlformats.org/drawingml/2006/main">
            <a:off x="621409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F605FEC7-DDDB-4D40-A1EE-3E986F1B1776}"/>
              </a:ext>
            </a:extLst>
          </p:cNvPr>
          <p:cNvSpPr>
            <a:spLocks xmlns:a="http://schemas.openxmlformats.org/drawingml/2006/main" noGrp="1"/>
          </p:cNvSpPr>
          <p:nvPr/>
        </p:nvSpPr>
        <p:spPr>
          <a:xfrm xmlns:a="http://schemas.openxmlformats.org/drawingml/2006/main">
            <a:off x="621409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184EB3E8-7A67-470B-8314-12F256FFFA12}"/>
              </a:ext>
            </a:extLst>
          </p:cNvPr>
          <p:cNvSpPr>
            <a:spLocks xmlns:a="http://schemas.openxmlformats.org/drawingml/2006/main" noGrp="1"/>
          </p:cNvSpPr>
          <p:nvPr/>
        </p:nvSpPr>
        <p:spPr>
          <a:xfrm xmlns:a="http://schemas.openxmlformats.org/drawingml/2006/main">
            <a:off x="6214099"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84205239-5003-4F21-8447-F004A7392AC5}"/>
              </a:ext>
            </a:extLst>
          </p:cNvPr>
          <p:cNvSpPr>
            <a:spLocks xmlns:a="http://schemas.openxmlformats.org/drawingml/2006/main" noGrp="1"/>
          </p:cNvSpPr>
          <p:nvPr/>
        </p:nvSpPr>
        <p:spPr>
          <a:xfrm xmlns:a="http://schemas.openxmlformats.org/drawingml/2006/main">
            <a:off x="6274991"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5BB61DA9-082D-4BCE-8700-A6FA8391170A}"/>
              </a:ext>
            </a:extLst>
          </p:cNvPr>
          <p:cNvSpPr>
            <a:spLocks xmlns:a="http://schemas.openxmlformats.org/drawingml/2006/main" noGrp="1"/>
          </p:cNvSpPr>
          <p:nvPr/>
        </p:nvSpPr>
        <p:spPr>
          <a:xfrm xmlns:a="http://schemas.openxmlformats.org/drawingml/2006/main">
            <a:off x="627499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1156F22B-D17A-4CDE-916D-B2D39EE80979}"/>
              </a:ext>
            </a:extLst>
          </p:cNvPr>
          <p:cNvSpPr>
            <a:spLocks xmlns:a="http://schemas.openxmlformats.org/drawingml/2006/main" noGrp="1"/>
          </p:cNvSpPr>
          <p:nvPr/>
        </p:nvSpPr>
        <p:spPr>
          <a:xfrm xmlns:a="http://schemas.openxmlformats.org/drawingml/2006/main">
            <a:off x="627499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F567776F-0D76-46F0-A66D-4EB981055840}"/>
              </a:ext>
            </a:extLst>
          </p:cNvPr>
          <p:cNvSpPr>
            <a:spLocks xmlns:a="http://schemas.openxmlformats.org/drawingml/2006/main" noGrp="1"/>
          </p:cNvSpPr>
          <p:nvPr/>
        </p:nvSpPr>
        <p:spPr>
          <a:xfrm xmlns:a="http://schemas.openxmlformats.org/drawingml/2006/main">
            <a:off x="627499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6A055A81-6E3E-4DEB-A3DC-991D97062B22}"/>
              </a:ext>
            </a:extLst>
          </p:cNvPr>
          <p:cNvSpPr>
            <a:spLocks xmlns:a="http://schemas.openxmlformats.org/drawingml/2006/main" noGrp="1"/>
          </p:cNvSpPr>
          <p:nvPr/>
        </p:nvSpPr>
        <p:spPr>
          <a:xfrm xmlns:a="http://schemas.openxmlformats.org/drawingml/2006/main">
            <a:off x="627499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06D4242A-14E5-4863-BB84-73A4916C464C}"/>
              </a:ext>
            </a:extLst>
          </p:cNvPr>
          <p:cNvSpPr>
            <a:spLocks xmlns:a="http://schemas.openxmlformats.org/drawingml/2006/main" noGrp="1"/>
          </p:cNvSpPr>
          <p:nvPr/>
        </p:nvSpPr>
        <p:spPr>
          <a:xfrm xmlns:a="http://schemas.openxmlformats.org/drawingml/2006/main">
            <a:off x="627499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6ABCF320-A802-45E8-B58E-0E84D46037AF}"/>
              </a:ext>
            </a:extLst>
          </p:cNvPr>
          <p:cNvSpPr>
            <a:spLocks xmlns:a="http://schemas.openxmlformats.org/drawingml/2006/main" noGrp="1"/>
          </p:cNvSpPr>
          <p:nvPr/>
        </p:nvSpPr>
        <p:spPr>
          <a:xfrm xmlns:a="http://schemas.openxmlformats.org/drawingml/2006/main">
            <a:off x="6274991"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B545BD5D-B178-4E3E-97DA-89E9E646B75D}"/>
              </a:ext>
            </a:extLst>
          </p:cNvPr>
          <p:cNvSpPr>
            <a:spLocks xmlns:a="http://schemas.openxmlformats.org/drawingml/2006/main" noGrp="1"/>
          </p:cNvSpPr>
          <p:nvPr/>
        </p:nvSpPr>
        <p:spPr>
          <a:xfrm xmlns:a="http://schemas.openxmlformats.org/drawingml/2006/main">
            <a:off x="633588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117FAC77-31C5-4E85-AEF5-42EB75C4B5B3}"/>
              </a:ext>
            </a:extLst>
          </p:cNvPr>
          <p:cNvSpPr>
            <a:spLocks xmlns:a="http://schemas.openxmlformats.org/drawingml/2006/main" noGrp="1"/>
          </p:cNvSpPr>
          <p:nvPr/>
        </p:nvSpPr>
        <p:spPr>
          <a:xfrm xmlns:a="http://schemas.openxmlformats.org/drawingml/2006/main">
            <a:off x="633588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2AEFDC52-512A-4FE8-90EE-02C948B1AFFC}"/>
              </a:ext>
            </a:extLst>
          </p:cNvPr>
          <p:cNvSpPr>
            <a:spLocks xmlns:a="http://schemas.openxmlformats.org/drawingml/2006/main" noGrp="1"/>
          </p:cNvSpPr>
          <p:nvPr/>
        </p:nvSpPr>
        <p:spPr>
          <a:xfrm xmlns:a="http://schemas.openxmlformats.org/drawingml/2006/main">
            <a:off x="633588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BED9F51C-AECD-4E9C-95B3-9E6137564788}"/>
              </a:ext>
            </a:extLst>
          </p:cNvPr>
          <p:cNvSpPr>
            <a:spLocks xmlns:a="http://schemas.openxmlformats.org/drawingml/2006/main" noGrp="1"/>
          </p:cNvSpPr>
          <p:nvPr/>
        </p:nvSpPr>
        <p:spPr>
          <a:xfrm xmlns:a="http://schemas.openxmlformats.org/drawingml/2006/main">
            <a:off x="633588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9E292CE7-9450-46F8-9EED-5D5EFEC15693}"/>
              </a:ext>
            </a:extLst>
          </p:cNvPr>
          <p:cNvSpPr>
            <a:spLocks xmlns:a="http://schemas.openxmlformats.org/drawingml/2006/main" noGrp="1"/>
          </p:cNvSpPr>
          <p:nvPr/>
        </p:nvSpPr>
        <p:spPr>
          <a:xfrm xmlns:a="http://schemas.openxmlformats.org/drawingml/2006/main">
            <a:off x="6335882"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DD4C458D-4111-46B0-89B6-17728215A764}"/>
              </a:ext>
            </a:extLst>
          </p:cNvPr>
          <p:cNvSpPr>
            <a:spLocks xmlns:a="http://schemas.openxmlformats.org/drawingml/2006/main" noGrp="1"/>
          </p:cNvSpPr>
          <p:nvPr/>
        </p:nvSpPr>
        <p:spPr>
          <a:xfrm xmlns:a="http://schemas.openxmlformats.org/drawingml/2006/main">
            <a:off x="6335882"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1005930C-70B9-4EF8-B70B-90AF9790635E}"/>
              </a:ext>
            </a:extLst>
          </p:cNvPr>
          <p:cNvSpPr>
            <a:spLocks xmlns:a="http://schemas.openxmlformats.org/drawingml/2006/main" noGrp="1"/>
          </p:cNvSpPr>
          <p:nvPr/>
        </p:nvSpPr>
        <p:spPr>
          <a:xfrm xmlns:a="http://schemas.openxmlformats.org/drawingml/2006/main">
            <a:off x="6335882"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F7119F06-0352-40EB-929A-BBF6972A69F4}"/>
              </a:ext>
            </a:extLst>
          </p:cNvPr>
          <p:cNvSpPr>
            <a:spLocks xmlns:a="http://schemas.openxmlformats.org/drawingml/2006/main" noGrp="1"/>
          </p:cNvSpPr>
          <p:nvPr/>
        </p:nvSpPr>
        <p:spPr>
          <a:xfrm xmlns:a="http://schemas.openxmlformats.org/drawingml/2006/main">
            <a:off x="6335882"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5DBAF509-7611-4021-810D-477E72A91709}"/>
              </a:ext>
            </a:extLst>
          </p:cNvPr>
          <p:cNvSpPr>
            <a:spLocks xmlns:a="http://schemas.openxmlformats.org/drawingml/2006/main" noGrp="1"/>
          </p:cNvSpPr>
          <p:nvPr/>
        </p:nvSpPr>
        <p:spPr>
          <a:xfrm xmlns:a="http://schemas.openxmlformats.org/drawingml/2006/main">
            <a:off x="639677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E1E76068-968B-4568-8882-E0142934E1F5}"/>
              </a:ext>
            </a:extLst>
          </p:cNvPr>
          <p:cNvSpPr>
            <a:spLocks xmlns:a="http://schemas.openxmlformats.org/drawingml/2006/main" noGrp="1"/>
          </p:cNvSpPr>
          <p:nvPr/>
        </p:nvSpPr>
        <p:spPr>
          <a:xfrm xmlns:a="http://schemas.openxmlformats.org/drawingml/2006/main">
            <a:off x="639677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D7967D84-1336-475B-B7B9-6F31E971F7F5}"/>
              </a:ext>
            </a:extLst>
          </p:cNvPr>
          <p:cNvSpPr>
            <a:spLocks xmlns:a="http://schemas.openxmlformats.org/drawingml/2006/main" noGrp="1"/>
          </p:cNvSpPr>
          <p:nvPr/>
        </p:nvSpPr>
        <p:spPr>
          <a:xfrm xmlns:a="http://schemas.openxmlformats.org/drawingml/2006/main">
            <a:off x="639677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E875F0D3-7F83-4D56-8B47-74862D4C3D58}"/>
              </a:ext>
            </a:extLst>
          </p:cNvPr>
          <p:cNvSpPr>
            <a:spLocks xmlns:a="http://schemas.openxmlformats.org/drawingml/2006/main" noGrp="1"/>
          </p:cNvSpPr>
          <p:nvPr/>
        </p:nvSpPr>
        <p:spPr>
          <a:xfrm xmlns:a="http://schemas.openxmlformats.org/drawingml/2006/main">
            <a:off x="6396774"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9B2A85FA-AA10-4D90-A314-3B6466077D8A}"/>
              </a:ext>
            </a:extLst>
          </p:cNvPr>
          <p:cNvSpPr>
            <a:spLocks xmlns:a="http://schemas.openxmlformats.org/drawingml/2006/main" noGrp="1"/>
          </p:cNvSpPr>
          <p:nvPr/>
        </p:nvSpPr>
        <p:spPr>
          <a:xfrm xmlns:a="http://schemas.openxmlformats.org/drawingml/2006/main">
            <a:off x="6396774"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60F022A0-AA33-49E8-8659-DD6E01DEE6FE}"/>
              </a:ext>
            </a:extLst>
          </p:cNvPr>
          <p:cNvSpPr>
            <a:spLocks xmlns:a="http://schemas.openxmlformats.org/drawingml/2006/main" noGrp="1"/>
          </p:cNvSpPr>
          <p:nvPr/>
        </p:nvSpPr>
        <p:spPr>
          <a:xfrm xmlns:a="http://schemas.openxmlformats.org/drawingml/2006/main">
            <a:off x="6396774"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44856E0B-4F51-472C-AC85-D95425F5A7C7}"/>
              </a:ext>
            </a:extLst>
          </p:cNvPr>
          <p:cNvSpPr>
            <a:spLocks xmlns:a="http://schemas.openxmlformats.org/drawingml/2006/main" noGrp="1"/>
          </p:cNvSpPr>
          <p:nvPr/>
        </p:nvSpPr>
        <p:spPr>
          <a:xfrm xmlns:a="http://schemas.openxmlformats.org/drawingml/2006/main">
            <a:off x="6396774"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42B932FC-858E-4466-A392-AFEF3620FA96}"/>
              </a:ext>
            </a:extLst>
          </p:cNvPr>
          <p:cNvSpPr>
            <a:spLocks xmlns:a="http://schemas.openxmlformats.org/drawingml/2006/main" noGrp="1"/>
          </p:cNvSpPr>
          <p:nvPr/>
        </p:nvSpPr>
        <p:spPr>
          <a:xfrm xmlns:a="http://schemas.openxmlformats.org/drawingml/2006/main">
            <a:off x="6396774"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6F29FC2A-E8B2-4071-84FA-F4CAB4F416CF}"/>
              </a:ext>
            </a:extLst>
          </p:cNvPr>
          <p:cNvSpPr>
            <a:spLocks xmlns:a="http://schemas.openxmlformats.org/drawingml/2006/main" noGrp="1"/>
          </p:cNvSpPr>
          <p:nvPr/>
        </p:nvSpPr>
        <p:spPr>
          <a:xfrm xmlns:a="http://schemas.openxmlformats.org/drawingml/2006/main">
            <a:off x="645766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DBA7A07C-886F-4AB3-B4D3-3E839EC0BE95}"/>
              </a:ext>
            </a:extLst>
          </p:cNvPr>
          <p:cNvSpPr>
            <a:spLocks xmlns:a="http://schemas.openxmlformats.org/drawingml/2006/main" noGrp="1"/>
          </p:cNvSpPr>
          <p:nvPr/>
        </p:nvSpPr>
        <p:spPr>
          <a:xfrm xmlns:a="http://schemas.openxmlformats.org/drawingml/2006/main">
            <a:off x="645766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6815B41E-20F1-45F5-99E5-2D05A67D2DE4}"/>
              </a:ext>
            </a:extLst>
          </p:cNvPr>
          <p:cNvSpPr>
            <a:spLocks xmlns:a="http://schemas.openxmlformats.org/drawingml/2006/main" noGrp="1"/>
          </p:cNvSpPr>
          <p:nvPr/>
        </p:nvSpPr>
        <p:spPr>
          <a:xfrm xmlns:a="http://schemas.openxmlformats.org/drawingml/2006/main">
            <a:off x="6457666"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83584CD0-B89B-47F5-B8DA-3194DCD6AE29}"/>
              </a:ext>
            </a:extLst>
          </p:cNvPr>
          <p:cNvSpPr>
            <a:spLocks xmlns:a="http://schemas.openxmlformats.org/drawingml/2006/main" noGrp="1"/>
          </p:cNvSpPr>
          <p:nvPr/>
        </p:nvSpPr>
        <p:spPr>
          <a:xfrm xmlns:a="http://schemas.openxmlformats.org/drawingml/2006/main">
            <a:off x="6457666"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05792614-3ACB-4742-832D-97A1565F64C0}"/>
              </a:ext>
            </a:extLst>
          </p:cNvPr>
          <p:cNvSpPr>
            <a:spLocks xmlns:a="http://schemas.openxmlformats.org/drawingml/2006/main" noGrp="1"/>
          </p:cNvSpPr>
          <p:nvPr/>
        </p:nvSpPr>
        <p:spPr>
          <a:xfrm xmlns:a="http://schemas.openxmlformats.org/drawingml/2006/main">
            <a:off x="6457666"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A5F35F41-00FF-46BE-9BEA-FF07D03AC883}"/>
              </a:ext>
            </a:extLst>
          </p:cNvPr>
          <p:cNvSpPr>
            <a:spLocks xmlns:a="http://schemas.openxmlformats.org/drawingml/2006/main" noGrp="1"/>
          </p:cNvSpPr>
          <p:nvPr/>
        </p:nvSpPr>
        <p:spPr>
          <a:xfrm xmlns:a="http://schemas.openxmlformats.org/drawingml/2006/main">
            <a:off x="6457666"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816766CA-AC02-49D9-9D66-1FDA8B29C154}"/>
              </a:ext>
            </a:extLst>
          </p:cNvPr>
          <p:cNvSpPr>
            <a:spLocks xmlns:a="http://schemas.openxmlformats.org/drawingml/2006/main" noGrp="1"/>
          </p:cNvSpPr>
          <p:nvPr/>
        </p:nvSpPr>
        <p:spPr>
          <a:xfrm xmlns:a="http://schemas.openxmlformats.org/drawingml/2006/main">
            <a:off x="6518558"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C445A221-DC4F-4430-8056-5B20DB3D544B}"/>
              </a:ext>
            </a:extLst>
          </p:cNvPr>
          <p:cNvSpPr>
            <a:spLocks xmlns:a="http://schemas.openxmlformats.org/drawingml/2006/main" noGrp="1"/>
          </p:cNvSpPr>
          <p:nvPr/>
        </p:nvSpPr>
        <p:spPr>
          <a:xfrm xmlns:a="http://schemas.openxmlformats.org/drawingml/2006/main">
            <a:off x="6518558"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FB11EBAB-DB99-406F-A020-DD0FAC953C72}"/>
              </a:ext>
            </a:extLst>
          </p:cNvPr>
          <p:cNvSpPr>
            <a:spLocks xmlns:a="http://schemas.openxmlformats.org/drawingml/2006/main" noGrp="1"/>
          </p:cNvSpPr>
          <p:nvPr/>
        </p:nvSpPr>
        <p:spPr>
          <a:xfrm xmlns:a="http://schemas.openxmlformats.org/drawingml/2006/main">
            <a:off x="6518558"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BD528CC8-9709-4475-97EC-E2C752E2A778}"/>
              </a:ext>
            </a:extLst>
          </p:cNvPr>
          <p:cNvSpPr>
            <a:spLocks xmlns:a="http://schemas.openxmlformats.org/drawingml/2006/main" noGrp="1"/>
          </p:cNvSpPr>
          <p:nvPr/>
        </p:nvSpPr>
        <p:spPr>
          <a:xfrm xmlns:a="http://schemas.openxmlformats.org/drawingml/2006/main">
            <a:off x="6518558"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AF91B140-EA19-4D93-A9E9-37020A01A950}"/>
              </a:ext>
            </a:extLst>
          </p:cNvPr>
          <p:cNvSpPr>
            <a:spLocks xmlns:a="http://schemas.openxmlformats.org/drawingml/2006/main" noGrp="1"/>
          </p:cNvSpPr>
          <p:nvPr/>
        </p:nvSpPr>
        <p:spPr>
          <a:xfrm xmlns:a="http://schemas.openxmlformats.org/drawingml/2006/main">
            <a:off x="6579450"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502C915D-0580-4B75-B648-A7FACF5B8273}"/>
              </a:ext>
            </a:extLst>
          </p:cNvPr>
          <p:cNvSpPr>
            <a:spLocks xmlns:a="http://schemas.openxmlformats.org/drawingml/2006/main" noGrp="1"/>
          </p:cNvSpPr>
          <p:nvPr/>
        </p:nvSpPr>
        <p:spPr>
          <a:xfrm xmlns:a="http://schemas.openxmlformats.org/drawingml/2006/main">
            <a:off x="6579450"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3E3C07A5-8C30-42A1-80C1-3C99CD416EF0}"/>
              </a:ext>
            </a:extLst>
          </p:cNvPr>
          <p:cNvSpPr>
            <a:spLocks xmlns:a="http://schemas.openxmlformats.org/drawingml/2006/main" noGrp="1"/>
          </p:cNvSpPr>
          <p:nvPr/>
        </p:nvSpPr>
        <p:spPr>
          <a:xfrm xmlns:a="http://schemas.openxmlformats.org/drawingml/2006/main">
            <a:off x="664034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90738BD1-FE71-4953-8486-2DA8208CB743}"/>
              </a:ext>
            </a:extLst>
          </p:cNvPr>
          <p:cNvSpPr>
            <a:spLocks xmlns:a="http://schemas.openxmlformats.org/drawingml/2006/main" noGrp="1"/>
          </p:cNvSpPr>
          <p:nvPr/>
        </p:nvSpPr>
        <p:spPr>
          <a:xfrm xmlns:a="http://schemas.openxmlformats.org/drawingml/2006/main">
            <a:off x="664034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8B6C6A8D-EDEA-4264-80CB-A7F0235718D2}"/>
              </a:ext>
            </a:extLst>
          </p:cNvPr>
          <p:cNvSpPr>
            <a:spLocks xmlns:a="http://schemas.openxmlformats.org/drawingml/2006/main" noGrp="1"/>
          </p:cNvSpPr>
          <p:nvPr/>
        </p:nvSpPr>
        <p:spPr>
          <a:xfrm xmlns:a="http://schemas.openxmlformats.org/drawingml/2006/main">
            <a:off x="664034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F1F1DCA7-8CBB-482C-98EA-FF5E45E01D86}"/>
              </a:ext>
            </a:extLst>
          </p:cNvPr>
          <p:cNvSpPr>
            <a:spLocks xmlns:a="http://schemas.openxmlformats.org/drawingml/2006/main" noGrp="1"/>
          </p:cNvSpPr>
          <p:nvPr/>
        </p:nvSpPr>
        <p:spPr>
          <a:xfrm xmlns:a="http://schemas.openxmlformats.org/drawingml/2006/main">
            <a:off x="664034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84422233-F8BC-41D0-9988-C6FF3CA8BE40}"/>
              </a:ext>
            </a:extLst>
          </p:cNvPr>
          <p:cNvSpPr>
            <a:spLocks xmlns:a="http://schemas.openxmlformats.org/drawingml/2006/main" noGrp="1"/>
          </p:cNvSpPr>
          <p:nvPr/>
        </p:nvSpPr>
        <p:spPr>
          <a:xfrm xmlns:a="http://schemas.openxmlformats.org/drawingml/2006/main">
            <a:off x="670123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51713C99-436F-4AB4-94B9-F4F26C4DE10C}"/>
              </a:ext>
            </a:extLst>
          </p:cNvPr>
          <p:cNvSpPr>
            <a:spLocks xmlns:a="http://schemas.openxmlformats.org/drawingml/2006/main" noGrp="1"/>
          </p:cNvSpPr>
          <p:nvPr/>
        </p:nvSpPr>
        <p:spPr>
          <a:xfrm xmlns:a="http://schemas.openxmlformats.org/drawingml/2006/main">
            <a:off x="670123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9E3A9615-8DCA-4AE3-BAC0-9554DD412AAC}"/>
              </a:ext>
            </a:extLst>
          </p:cNvPr>
          <p:cNvSpPr>
            <a:spLocks xmlns:a="http://schemas.openxmlformats.org/drawingml/2006/main" noGrp="1"/>
          </p:cNvSpPr>
          <p:nvPr/>
        </p:nvSpPr>
        <p:spPr>
          <a:xfrm xmlns:a="http://schemas.openxmlformats.org/drawingml/2006/main">
            <a:off x="670123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492F58D0-7523-4F66-A2E7-799458AB9BD4}"/>
              </a:ext>
            </a:extLst>
          </p:cNvPr>
          <p:cNvSpPr>
            <a:spLocks xmlns:a="http://schemas.openxmlformats.org/drawingml/2006/main" noGrp="1"/>
          </p:cNvSpPr>
          <p:nvPr/>
        </p:nvSpPr>
        <p:spPr>
          <a:xfrm xmlns:a="http://schemas.openxmlformats.org/drawingml/2006/main">
            <a:off x="6701234"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349DCDF0-40AB-420F-969B-1C9809EB8F18}"/>
              </a:ext>
            </a:extLst>
          </p:cNvPr>
          <p:cNvSpPr>
            <a:spLocks xmlns:a="http://schemas.openxmlformats.org/drawingml/2006/main" noGrp="1"/>
          </p:cNvSpPr>
          <p:nvPr/>
        </p:nvSpPr>
        <p:spPr>
          <a:xfrm xmlns:a="http://schemas.openxmlformats.org/drawingml/2006/main">
            <a:off x="670123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8EBC4348-FAC5-48D3-8728-6D38026CE4F6}"/>
              </a:ext>
            </a:extLst>
          </p:cNvPr>
          <p:cNvSpPr>
            <a:spLocks xmlns:a="http://schemas.openxmlformats.org/drawingml/2006/main" noGrp="1"/>
          </p:cNvSpPr>
          <p:nvPr/>
        </p:nvSpPr>
        <p:spPr>
          <a:xfrm xmlns:a="http://schemas.openxmlformats.org/drawingml/2006/main">
            <a:off x="6701234"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62CF1F41-72F5-44AA-A3D0-4E09C457B9CA}"/>
              </a:ext>
            </a:extLst>
          </p:cNvPr>
          <p:cNvSpPr>
            <a:spLocks xmlns:a="http://schemas.openxmlformats.org/drawingml/2006/main" noGrp="1"/>
          </p:cNvSpPr>
          <p:nvPr/>
        </p:nvSpPr>
        <p:spPr>
          <a:xfrm xmlns:a="http://schemas.openxmlformats.org/drawingml/2006/main">
            <a:off x="6762126"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ACF28A3A-193C-4045-9448-D8BF22046D29}"/>
              </a:ext>
            </a:extLst>
          </p:cNvPr>
          <p:cNvSpPr>
            <a:spLocks xmlns:a="http://schemas.openxmlformats.org/drawingml/2006/main" noGrp="1"/>
          </p:cNvSpPr>
          <p:nvPr/>
        </p:nvSpPr>
        <p:spPr>
          <a:xfrm xmlns:a="http://schemas.openxmlformats.org/drawingml/2006/main">
            <a:off x="6762126"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5A335F14-D431-41D5-8724-E0C36F456F0F}"/>
              </a:ext>
            </a:extLst>
          </p:cNvPr>
          <p:cNvSpPr>
            <a:spLocks xmlns:a="http://schemas.openxmlformats.org/drawingml/2006/main" noGrp="1"/>
          </p:cNvSpPr>
          <p:nvPr/>
        </p:nvSpPr>
        <p:spPr>
          <a:xfrm xmlns:a="http://schemas.openxmlformats.org/drawingml/2006/main">
            <a:off x="6762126"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0A405637-36E3-4D86-9086-37C82144D0FB}"/>
              </a:ext>
            </a:extLst>
          </p:cNvPr>
          <p:cNvSpPr>
            <a:spLocks xmlns:a="http://schemas.openxmlformats.org/drawingml/2006/main" noGrp="1"/>
          </p:cNvSpPr>
          <p:nvPr/>
        </p:nvSpPr>
        <p:spPr>
          <a:xfrm xmlns:a="http://schemas.openxmlformats.org/drawingml/2006/main">
            <a:off x="6762126"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9A420830-5367-4B46-971C-9A907916B078}"/>
              </a:ext>
            </a:extLst>
          </p:cNvPr>
          <p:cNvSpPr>
            <a:spLocks xmlns:a="http://schemas.openxmlformats.org/drawingml/2006/main" noGrp="1"/>
          </p:cNvSpPr>
          <p:nvPr/>
        </p:nvSpPr>
        <p:spPr>
          <a:xfrm xmlns:a="http://schemas.openxmlformats.org/drawingml/2006/main">
            <a:off x="6823017"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44CFC024-F11D-4443-A980-DFB16F943207}"/>
              </a:ext>
            </a:extLst>
          </p:cNvPr>
          <p:cNvSpPr>
            <a:spLocks xmlns:a="http://schemas.openxmlformats.org/drawingml/2006/main" noGrp="1"/>
          </p:cNvSpPr>
          <p:nvPr/>
        </p:nvSpPr>
        <p:spPr>
          <a:xfrm xmlns:a="http://schemas.openxmlformats.org/drawingml/2006/main">
            <a:off x="682301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630BF1F1-0464-4065-89E8-73B7195238E8}"/>
              </a:ext>
            </a:extLst>
          </p:cNvPr>
          <p:cNvSpPr>
            <a:spLocks xmlns:a="http://schemas.openxmlformats.org/drawingml/2006/main" noGrp="1"/>
          </p:cNvSpPr>
          <p:nvPr/>
        </p:nvSpPr>
        <p:spPr>
          <a:xfrm xmlns:a="http://schemas.openxmlformats.org/drawingml/2006/main">
            <a:off x="6823017"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B9A8359D-AC5B-40AA-B0AD-369ACBD6E406}"/>
              </a:ext>
            </a:extLst>
          </p:cNvPr>
          <p:cNvSpPr>
            <a:spLocks xmlns:a="http://schemas.openxmlformats.org/drawingml/2006/main" noGrp="1"/>
          </p:cNvSpPr>
          <p:nvPr/>
        </p:nvSpPr>
        <p:spPr>
          <a:xfrm xmlns:a="http://schemas.openxmlformats.org/drawingml/2006/main">
            <a:off x="6823017"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F2C101A9-24A6-4558-B852-5A0BC144EA3C}"/>
              </a:ext>
            </a:extLst>
          </p:cNvPr>
          <p:cNvSpPr>
            <a:spLocks xmlns:a="http://schemas.openxmlformats.org/drawingml/2006/main" noGrp="1"/>
          </p:cNvSpPr>
          <p:nvPr/>
        </p:nvSpPr>
        <p:spPr>
          <a:xfrm xmlns:a="http://schemas.openxmlformats.org/drawingml/2006/main">
            <a:off x="688390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211CB8C6-ADC2-4854-A48B-8AF79CAABF93}"/>
              </a:ext>
            </a:extLst>
          </p:cNvPr>
          <p:cNvSpPr>
            <a:spLocks xmlns:a="http://schemas.openxmlformats.org/drawingml/2006/main" noGrp="1"/>
          </p:cNvSpPr>
          <p:nvPr/>
        </p:nvSpPr>
        <p:spPr>
          <a:xfrm xmlns:a="http://schemas.openxmlformats.org/drawingml/2006/main">
            <a:off x="688390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2B7C68EF-F810-4A63-9E1B-A38F256362A4}"/>
              </a:ext>
            </a:extLst>
          </p:cNvPr>
          <p:cNvSpPr>
            <a:spLocks xmlns:a="http://schemas.openxmlformats.org/drawingml/2006/main" noGrp="1"/>
          </p:cNvSpPr>
          <p:nvPr/>
        </p:nvSpPr>
        <p:spPr>
          <a:xfrm xmlns:a="http://schemas.openxmlformats.org/drawingml/2006/main">
            <a:off x="688390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635C"/>
          </a:solidFill>
          <a:ln xmlns:a="http://schemas.openxmlformats.org/drawingml/2006/main" w="2040">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40E6D66A-E972-4B67-BB49-C60671200AB5}"/>
              </a:ext>
            </a:extLst>
          </p:cNvPr>
          <p:cNvSpPr>
            <a:spLocks xmlns:a="http://schemas.openxmlformats.org/drawingml/2006/main" noGrp="1"/>
          </p:cNvSpPr>
          <p:nvPr/>
        </p:nvSpPr>
        <p:spPr>
          <a:xfrm xmlns:a="http://schemas.openxmlformats.org/drawingml/2006/main">
            <a:off x="694480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C0C6F462-ACDB-4994-AD93-C667FE9D0FDA}"/>
              </a:ext>
            </a:extLst>
          </p:cNvPr>
          <p:cNvSpPr>
            <a:spLocks xmlns:a="http://schemas.openxmlformats.org/drawingml/2006/main" noGrp="1"/>
          </p:cNvSpPr>
          <p:nvPr/>
        </p:nvSpPr>
        <p:spPr>
          <a:xfrm xmlns:a="http://schemas.openxmlformats.org/drawingml/2006/main">
            <a:off x="700569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C4C59812-FD4A-43AC-BA71-3CBA75CAFC08}"/>
              </a:ext>
            </a:extLst>
          </p:cNvPr>
          <p:cNvSpPr>
            <a:spLocks xmlns:a="http://schemas.openxmlformats.org/drawingml/2006/main" noGrp="1"/>
          </p:cNvSpPr>
          <p:nvPr/>
        </p:nvSpPr>
        <p:spPr>
          <a:xfrm xmlns:a="http://schemas.openxmlformats.org/drawingml/2006/main">
            <a:off x="7005693"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FB110CC9-EE16-4AE5-B7F6-C3C4F15A7F83}"/>
              </a:ext>
            </a:extLst>
          </p:cNvPr>
          <p:cNvSpPr>
            <a:spLocks xmlns:a="http://schemas.openxmlformats.org/drawingml/2006/main" noGrp="1"/>
          </p:cNvSpPr>
          <p:nvPr/>
        </p:nvSpPr>
        <p:spPr>
          <a:xfrm xmlns:a="http://schemas.openxmlformats.org/drawingml/2006/main">
            <a:off x="700569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3C3A3BB2-4CC8-405D-96A3-D11A846BFE65}"/>
              </a:ext>
            </a:extLst>
          </p:cNvPr>
          <p:cNvSpPr>
            <a:spLocks xmlns:a="http://schemas.openxmlformats.org/drawingml/2006/main" noGrp="1"/>
          </p:cNvSpPr>
          <p:nvPr/>
        </p:nvSpPr>
        <p:spPr>
          <a:xfrm xmlns:a="http://schemas.openxmlformats.org/drawingml/2006/main">
            <a:off x="7005693"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539EC328-9803-4150-8687-08E6134D93E2}"/>
              </a:ext>
            </a:extLst>
          </p:cNvPr>
          <p:cNvSpPr>
            <a:spLocks xmlns:a="http://schemas.openxmlformats.org/drawingml/2006/main" noGrp="1"/>
          </p:cNvSpPr>
          <p:nvPr/>
        </p:nvSpPr>
        <p:spPr>
          <a:xfrm xmlns:a="http://schemas.openxmlformats.org/drawingml/2006/main">
            <a:off x="536161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6D5B5833-2113-46F0-A70B-4A62C65FFB71}"/>
              </a:ext>
            </a:extLst>
          </p:cNvPr>
          <p:cNvSpPr>
            <a:spLocks xmlns:a="http://schemas.openxmlformats.org/drawingml/2006/main" noGrp="1"/>
          </p:cNvSpPr>
          <p:nvPr/>
        </p:nvSpPr>
        <p:spPr>
          <a:xfrm xmlns:a="http://schemas.openxmlformats.org/drawingml/2006/main">
            <a:off x="536161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7B7B3"/>
          </a:solidFill>
          <a:ln xmlns:a="http://schemas.openxmlformats.org/drawingml/2006/main" w="2040">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64BBF25A-DE61-447B-BEAB-01B452E05D61}"/>
              </a:ext>
            </a:extLst>
          </p:cNvPr>
          <p:cNvSpPr>
            <a:spLocks xmlns:a="http://schemas.openxmlformats.org/drawingml/2006/main" noGrp="1"/>
          </p:cNvSpPr>
          <p:nvPr/>
        </p:nvSpPr>
        <p:spPr>
          <a:xfrm xmlns:a="http://schemas.openxmlformats.org/drawingml/2006/main">
            <a:off x="5422504"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51F78091-8E37-451A-A17D-EEC4E79D14D1}"/>
              </a:ext>
            </a:extLst>
          </p:cNvPr>
          <p:cNvSpPr>
            <a:spLocks xmlns:a="http://schemas.openxmlformats.org/drawingml/2006/main" noGrp="1"/>
          </p:cNvSpPr>
          <p:nvPr/>
        </p:nvSpPr>
        <p:spPr>
          <a:xfrm xmlns:a="http://schemas.openxmlformats.org/drawingml/2006/main">
            <a:off x="5483396"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D88C86"/>
          </a:solidFill>
          <a:ln xmlns:a="http://schemas.openxmlformats.org/drawingml/2006/main" w="2040">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61220031-0697-4309-A995-5674FEED0D6B}"/>
              </a:ext>
            </a:extLst>
          </p:cNvPr>
          <p:cNvSpPr>
            <a:spLocks xmlns:a="http://schemas.openxmlformats.org/drawingml/2006/main" noGrp="1"/>
          </p:cNvSpPr>
          <p:nvPr/>
        </p:nvSpPr>
        <p:spPr>
          <a:xfrm xmlns:a="http://schemas.openxmlformats.org/drawingml/2006/main">
            <a:off x="505715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D4AB6930-D09D-4FAF-AF61-A179951A0F72}"/>
              </a:ext>
            </a:extLst>
          </p:cNvPr>
          <p:cNvSpPr>
            <a:spLocks xmlns:a="http://schemas.openxmlformats.org/drawingml/2006/main" noGrp="1"/>
          </p:cNvSpPr>
          <p:nvPr/>
        </p:nvSpPr>
        <p:spPr>
          <a:xfrm xmlns:a="http://schemas.openxmlformats.org/drawingml/2006/main">
            <a:off x="505715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CD6FACD5-5F78-40F2-A6A0-72B510470F4A}"/>
              </a:ext>
            </a:extLst>
          </p:cNvPr>
          <p:cNvSpPr>
            <a:spLocks xmlns:a="http://schemas.openxmlformats.org/drawingml/2006/main" noGrp="1"/>
          </p:cNvSpPr>
          <p:nvPr/>
        </p:nvSpPr>
        <p:spPr>
          <a:xfrm xmlns:a="http://schemas.openxmlformats.org/drawingml/2006/main">
            <a:off x="5118045"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4E88D977-B300-4A3E-8676-5D92F9D5EFDD}"/>
              </a:ext>
            </a:extLst>
          </p:cNvPr>
          <p:cNvSpPr>
            <a:spLocks xmlns:a="http://schemas.openxmlformats.org/drawingml/2006/main" noGrp="1"/>
          </p:cNvSpPr>
          <p:nvPr/>
        </p:nvSpPr>
        <p:spPr>
          <a:xfrm xmlns:a="http://schemas.openxmlformats.org/drawingml/2006/main">
            <a:off x="5483396"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0453C"/>
          </a:solidFill>
          <a:ln xmlns:a="http://schemas.openxmlformats.org/drawingml/2006/main" w="2040">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B6FAAEC2-1399-4B58-ADEE-891DCF7DA67E}"/>
              </a:ext>
            </a:extLst>
          </p:cNvPr>
          <p:cNvSpPr>
            <a:spLocks xmlns:a="http://schemas.openxmlformats.org/drawingml/2006/main" noGrp="1"/>
          </p:cNvSpPr>
          <p:nvPr/>
        </p:nvSpPr>
        <p:spPr>
          <a:xfrm xmlns:a="http://schemas.openxmlformats.org/drawingml/2006/main">
            <a:off x="572696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75A3338F-B389-457D-B544-3BFABE1D3DC4}"/>
              </a:ext>
            </a:extLst>
          </p:cNvPr>
          <p:cNvSpPr>
            <a:spLocks xmlns:a="http://schemas.openxmlformats.org/drawingml/2006/main" noGrp="1"/>
          </p:cNvSpPr>
          <p:nvPr/>
        </p:nvSpPr>
        <p:spPr>
          <a:xfrm xmlns:a="http://schemas.openxmlformats.org/drawingml/2006/main">
            <a:off x="5909639"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FC328EB0-7906-4197-BD62-8FFC7EC1C09F}"/>
              </a:ext>
            </a:extLst>
          </p:cNvPr>
          <p:cNvSpPr>
            <a:spLocks xmlns:a="http://schemas.openxmlformats.org/drawingml/2006/main" noGrp="1"/>
          </p:cNvSpPr>
          <p:nvPr/>
        </p:nvSpPr>
        <p:spPr>
          <a:xfrm xmlns:a="http://schemas.openxmlformats.org/drawingml/2006/main">
            <a:off x="621409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30CEE768-6650-49A2-B505-95B8D1AC9B69}"/>
              </a:ext>
            </a:extLst>
          </p:cNvPr>
          <p:cNvSpPr>
            <a:spLocks xmlns:a="http://schemas.openxmlformats.org/drawingml/2006/main" noGrp="1"/>
          </p:cNvSpPr>
          <p:nvPr/>
        </p:nvSpPr>
        <p:spPr>
          <a:xfrm xmlns:a="http://schemas.openxmlformats.org/drawingml/2006/main">
            <a:off x="633588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8A8124D0-50F8-485E-A3A4-B9990E81DD0F}"/>
              </a:ext>
            </a:extLst>
          </p:cNvPr>
          <p:cNvSpPr>
            <a:spLocks xmlns:a="http://schemas.openxmlformats.org/drawingml/2006/main" noGrp="1"/>
          </p:cNvSpPr>
          <p:nvPr/>
        </p:nvSpPr>
        <p:spPr>
          <a:xfrm xmlns:a="http://schemas.openxmlformats.org/drawingml/2006/main">
            <a:off x="645766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E53900A3-19AD-4E99-AC98-9C94F7ABE6AA}"/>
              </a:ext>
            </a:extLst>
          </p:cNvPr>
          <p:cNvSpPr>
            <a:spLocks xmlns:a="http://schemas.openxmlformats.org/drawingml/2006/main" noGrp="1"/>
          </p:cNvSpPr>
          <p:nvPr/>
        </p:nvSpPr>
        <p:spPr>
          <a:xfrm xmlns:a="http://schemas.openxmlformats.org/drawingml/2006/main">
            <a:off x="645766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0C1CE3EC-52F0-48EF-BFDA-81513363DBC2}"/>
              </a:ext>
            </a:extLst>
          </p:cNvPr>
          <p:cNvSpPr>
            <a:spLocks xmlns:a="http://schemas.openxmlformats.org/drawingml/2006/main" noGrp="1"/>
          </p:cNvSpPr>
          <p:nvPr/>
        </p:nvSpPr>
        <p:spPr>
          <a:xfrm xmlns:a="http://schemas.openxmlformats.org/drawingml/2006/main">
            <a:off x="6518558"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4AD5BDC1-A4BB-4B3C-827B-97F8E44A6343}"/>
              </a:ext>
            </a:extLst>
          </p:cNvPr>
          <p:cNvSpPr>
            <a:spLocks xmlns:a="http://schemas.openxmlformats.org/drawingml/2006/main" noGrp="1"/>
          </p:cNvSpPr>
          <p:nvPr/>
        </p:nvSpPr>
        <p:spPr>
          <a:xfrm xmlns:a="http://schemas.openxmlformats.org/drawingml/2006/main">
            <a:off x="6701234"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78D7135C-B3E3-4927-969A-17DDDE49E8FA}"/>
              </a:ext>
            </a:extLst>
          </p:cNvPr>
          <p:cNvSpPr>
            <a:spLocks xmlns:a="http://schemas.openxmlformats.org/drawingml/2006/main" noGrp="1"/>
          </p:cNvSpPr>
          <p:nvPr/>
        </p:nvSpPr>
        <p:spPr>
          <a:xfrm xmlns:a="http://schemas.openxmlformats.org/drawingml/2006/main">
            <a:off x="688390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D431C81B-1147-49EA-8D37-7FFCC191A1C5}"/>
              </a:ext>
            </a:extLst>
          </p:cNvPr>
          <p:cNvSpPr>
            <a:spLocks xmlns:a="http://schemas.openxmlformats.org/drawingml/2006/main" noGrp="1"/>
          </p:cNvSpPr>
          <p:nvPr/>
        </p:nvSpPr>
        <p:spPr>
          <a:xfrm xmlns:a="http://schemas.openxmlformats.org/drawingml/2006/main">
            <a:off x="5483396"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DF4C52DE-74EE-416B-97CC-E3A798A54019}"/>
              </a:ext>
            </a:extLst>
          </p:cNvPr>
          <p:cNvSpPr>
            <a:spLocks xmlns:a="http://schemas.openxmlformats.org/drawingml/2006/main" noGrp="1"/>
          </p:cNvSpPr>
          <p:nvPr/>
        </p:nvSpPr>
        <p:spPr>
          <a:xfrm xmlns:a="http://schemas.openxmlformats.org/drawingml/2006/main">
            <a:off x="603142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141372A2-0BB0-49F0-B300-1AD9207F2611}"/>
              </a:ext>
            </a:extLst>
          </p:cNvPr>
          <p:cNvSpPr>
            <a:spLocks xmlns:a="http://schemas.openxmlformats.org/drawingml/2006/main" noGrp="1"/>
          </p:cNvSpPr>
          <p:nvPr/>
        </p:nvSpPr>
        <p:spPr>
          <a:xfrm xmlns:a="http://schemas.openxmlformats.org/drawingml/2006/main">
            <a:off x="682301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F1ED6555-85DD-454E-B77C-04B3CF0CE24A}"/>
              </a:ext>
            </a:extLst>
          </p:cNvPr>
          <p:cNvSpPr>
            <a:spLocks xmlns:a="http://schemas.openxmlformats.org/drawingml/2006/main" noGrp="1"/>
          </p:cNvSpPr>
          <p:nvPr/>
        </p:nvSpPr>
        <p:spPr>
          <a:xfrm xmlns:a="http://schemas.openxmlformats.org/drawingml/2006/main">
            <a:off x="523982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45831F96-84D7-42C7-A029-FAFA6EC59693}"/>
              </a:ext>
            </a:extLst>
          </p:cNvPr>
          <p:cNvSpPr>
            <a:spLocks xmlns:a="http://schemas.openxmlformats.org/drawingml/2006/main" noGrp="1"/>
          </p:cNvSpPr>
          <p:nvPr/>
        </p:nvSpPr>
        <p:spPr>
          <a:xfrm xmlns:a="http://schemas.openxmlformats.org/drawingml/2006/main">
            <a:off x="627499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385019F8-B067-48C4-A44A-3A449DDEAB22}"/>
              </a:ext>
            </a:extLst>
          </p:cNvPr>
          <p:cNvSpPr>
            <a:spLocks xmlns:a="http://schemas.openxmlformats.org/drawingml/2006/main" noGrp="1"/>
          </p:cNvSpPr>
          <p:nvPr/>
        </p:nvSpPr>
        <p:spPr>
          <a:xfrm xmlns:a="http://schemas.openxmlformats.org/drawingml/2006/main">
            <a:off x="6640342"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677F5A84-3750-42BA-B6D7-2FCE9734A3EB}"/>
              </a:ext>
            </a:extLst>
          </p:cNvPr>
          <p:cNvSpPr>
            <a:spLocks xmlns:a="http://schemas.openxmlformats.org/drawingml/2006/main" noGrp="1"/>
          </p:cNvSpPr>
          <p:nvPr/>
        </p:nvSpPr>
        <p:spPr>
          <a:xfrm xmlns:a="http://schemas.openxmlformats.org/drawingml/2006/main">
            <a:off x="6701234"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D2EAE896-4346-479D-A5B0-15B4B55E8A51}"/>
              </a:ext>
            </a:extLst>
          </p:cNvPr>
          <p:cNvSpPr>
            <a:spLocks xmlns:a="http://schemas.openxmlformats.org/drawingml/2006/main" noGrp="1"/>
          </p:cNvSpPr>
          <p:nvPr/>
        </p:nvSpPr>
        <p:spPr>
          <a:xfrm xmlns:a="http://schemas.openxmlformats.org/drawingml/2006/main">
            <a:off x="688390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3016A90C-D023-4D80-82F1-74083CFB8FA3}"/>
              </a:ext>
            </a:extLst>
          </p:cNvPr>
          <p:cNvSpPr>
            <a:spLocks xmlns:a="http://schemas.openxmlformats.org/drawingml/2006/main" noGrp="1"/>
          </p:cNvSpPr>
          <p:nvPr/>
        </p:nvSpPr>
        <p:spPr>
          <a:xfrm xmlns:a="http://schemas.openxmlformats.org/drawingml/2006/main">
            <a:off x="5544288"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8E585D66-31C2-4F80-BD51-16F7C6740349}"/>
              </a:ext>
            </a:extLst>
          </p:cNvPr>
          <p:cNvSpPr>
            <a:spLocks xmlns:a="http://schemas.openxmlformats.org/drawingml/2006/main" noGrp="1"/>
          </p:cNvSpPr>
          <p:nvPr/>
        </p:nvSpPr>
        <p:spPr>
          <a:xfrm xmlns:a="http://schemas.openxmlformats.org/drawingml/2006/main">
            <a:off x="5848747"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D189BC76-4D1C-46BD-8C8C-BE871302422F}"/>
              </a:ext>
            </a:extLst>
          </p:cNvPr>
          <p:cNvSpPr>
            <a:spLocks xmlns:a="http://schemas.openxmlformats.org/drawingml/2006/main" noGrp="1"/>
          </p:cNvSpPr>
          <p:nvPr/>
        </p:nvSpPr>
        <p:spPr>
          <a:xfrm xmlns:a="http://schemas.openxmlformats.org/drawingml/2006/main">
            <a:off x="615320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BD8E69AE-86D5-4937-A236-9A924F856D42}"/>
              </a:ext>
            </a:extLst>
          </p:cNvPr>
          <p:cNvSpPr>
            <a:spLocks xmlns:a="http://schemas.openxmlformats.org/drawingml/2006/main" noGrp="1"/>
          </p:cNvSpPr>
          <p:nvPr/>
        </p:nvSpPr>
        <p:spPr>
          <a:xfrm xmlns:a="http://schemas.openxmlformats.org/drawingml/2006/main">
            <a:off x="6640342"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5E519EAC-75F7-4691-A604-B4687EEAC601}"/>
              </a:ext>
            </a:extLst>
          </p:cNvPr>
          <p:cNvSpPr>
            <a:spLocks xmlns:a="http://schemas.openxmlformats.org/drawingml/2006/main" noGrp="1"/>
          </p:cNvSpPr>
          <p:nvPr/>
        </p:nvSpPr>
        <p:spPr>
          <a:xfrm xmlns:a="http://schemas.openxmlformats.org/drawingml/2006/main">
            <a:off x="676212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5C13D181-8C67-4CFC-8121-839A2B5FBCCC}"/>
              </a:ext>
            </a:extLst>
          </p:cNvPr>
          <p:cNvSpPr>
            <a:spLocks xmlns:a="http://schemas.openxmlformats.org/drawingml/2006/main" noGrp="1"/>
          </p:cNvSpPr>
          <p:nvPr/>
        </p:nvSpPr>
        <p:spPr>
          <a:xfrm xmlns:a="http://schemas.openxmlformats.org/drawingml/2006/main">
            <a:off x="530072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AAD5A8B6-7F8F-400C-80DA-BC0C73342980}"/>
              </a:ext>
            </a:extLst>
          </p:cNvPr>
          <p:cNvSpPr>
            <a:spLocks xmlns:a="http://schemas.openxmlformats.org/drawingml/2006/main" noGrp="1"/>
          </p:cNvSpPr>
          <p:nvPr/>
        </p:nvSpPr>
        <p:spPr>
          <a:xfrm xmlns:a="http://schemas.openxmlformats.org/drawingml/2006/main">
            <a:off x="6031423"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0180AC6F-6963-4E37-9156-DD7E012F5CA2}"/>
              </a:ext>
            </a:extLst>
          </p:cNvPr>
          <p:cNvSpPr>
            <a:spLocks xmlns:a="http://schemas.openxmlformats.org/drawingml/2006/main" noGrp="1"/>
          </p:cNvSpPr>
          <p:nvPr/>
        </p:nvSpPr>
        <p:spPr>
          <a:xfrm xmlns:a="http://schemas.openxmlformats.org/drawingml/2006/main">
            <a:off x="621409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8FEDCFD2-DCFD-4F16-B4C5-5BF70DCF2DFC}"/>
              </a:ext>
            </a:extLst>
          </p:cNvPr>
          <p:cNvSpPr>
            <a:spLocks xmlns:a="http://schemas.openxmlformats.org/drawingml/2006/main" noGrp="1"/>
          </p:cNvSpPr>
          <p:nvPr/>
        </p:nvSpPr>
        <p:spPr>
          <a:xfrm xmlns:a="http://schemas.openxmlformats.org/drawingml/2006/main">
            <a:off x="627499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0987FDB4-1A93-4875-A3BB-AE97A127608F}"/>
              </a:ext>
            </a:extLst>
          </p:cNvPr>
          <p:cNvSpPr>
            <a:spLocks xmlns:a="http://schemas.openxmlformats.org/drawingml/2006/main" noGrp="1"/>
          </p:cNvSpPr>
          <p:nvPr/>
        </p:nvSpPr>
        <p:spPr>
          <a:xfrm xmlns:a="http://schemas.openxmlformats.org/drawingml/2006/main">
            <a:off x="633588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F9701798-B6F9-440B-85C5-CFA70755EF67}"/>
              </a:ext>
            </a:extLst>
          </p:cNvPr>
          <p:cNvSpPr>
            <a:spLocks xmlns:a="http://schemas.openxmlformats.org/drawingml/2006/main" noGrp="1"/>
          </p:cNvSpPr>
          <p:nvPr/>
        </p:nvSpPr>
        <p:spPr>
          <a:xfrm xmlns:a="http://schemas.openxmlformats.org/drawingml/2006/main">
            <a:off x="645766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0C496C74-5C0E-4799-96A5-B3D465D013AC}"/>
              </a:ext>
            </a:extLst>
          </p:cNvPr>
          <p:cNvSpPr>
            <a:spLocks xmlns:a="http://schemas.openxmlformats.org/drawingml/2006/main" noGrp="1"/>
          </p:cNvSpPr>
          <p:nvPr/>
        </p:nvSpPr>
        <p:spPr>
          <a:xfrm xmlns:a="http://schemas.openxmlformats.org/drawingml/2006/main">
            <a:off x="5544288"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EA39BA77-723C-426A-B852-B7A49BAAE843}"/>
              </a:ext>
            </a:extLst>
          </p:cNvPr>
          <p:cNvSpPr>
            <a:spLocks xmlns:a="http://schemas.openxmlformats.org/drawingml/2006/main" noGrp="1"/>
          </p:cNvSpPr>
          <p:nvPr/>
        </p:nvSpPr>
        <p:spPr>
          <a:xfrm xmlns:a="http://schemas.openxmlformats.org/drawingml/2006/main">
            <a:off x="603142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331DA66A-48BE-4C89-B277-512383D4D8BC}"/>
              </a:ext>
            </a:extLst>
          </p:cNvPr>
          <p:cNvSpPr>
            <a:spLocks xmlns:a="http://schemas.openxmlformats.org/drawingml/2006/main" noGrp="1"/>
          </p:cNvSpPr>
          <p:nvPr/>
        </p:nvSpPr>
        <p:spPr>
          <a:xfrm xmlns:a="http://schemas.openxmlformats.org/drawingml/2006/main">
            <a:off x="6335882"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BE54F117-C35A-4366-B82E-7AAFE111EAB5}"/>
              </a:ext>
            </a:extLst>
          </p:cNvPr>
          <p:cNvSpPr>
            <a:spLocks xmlns:a="http://schemas.openxmlformats.org/drawingml/2006/main" noGrp="1"/>
          </p:cNvSpPr>
          <p:nvPr/>
        </p:nvSpPr>
        <p:spPr>
          <a:xfrm xmlns:a="http://schemas.openxmlformats.org/drawingml/2006/main">
            <a:off x="688390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78DBFC32-CC80-4F0C-8C6D-E27DF03E41BA}"/>
              </a:ext>
            </a:extLst>
          </p:cNvPr>
          <p:cNvSpPr>
            <a:spLocks xmlns:a="http://schemas.openxmlformats.org/drawingml/2006/main" noGrp="1"/>
          </p:cNvSpPr>
          <p:nvPr/>
        </p:nvSpPr>
        <p:spPr>
          <a:xfrm xmlns:a="http://schemas.openxmlformats.org/drawingml/2006/main">
            <a:off x="536161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7E0CBEC5-38BC-4EBA-99FC-F9EFC9E18B10}"/>
              </a:ext>
            </a:extLst>
          </p:cNvPr>
          <p:cNvSpPr>
            <a:spLocks xmlns:a="http://schemas.openxmlformats.org/drawingml/2006/main" noGrp="1"/>
          </p:cNvSpPr>
          <p:nvPr/>
        </p:nvSpPr>
        <p:spPr>
          <a:xfrm xmlns:a="http://schemas.openxmlformats.org/drawingml/2006/main">
            <a:off x="5787856"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3298CEB3-4A3B-4599-9A8B-CBBAD765343B}"/>
              </a:ext>
            </a:extLst>
          </p:cNvPr>
          <p:cNvSpPr>
            <a:spLocks xmlns:a="http://schemas.openxmlformats.org/drawingml/2006/main" noGrp="1"/>
          </p:cNvSpPr>
          <p:nvPr/>
        </p:nvSpPr>
        <p:spPr>
          <a:xfrm xmlns:a="http://schemas.openxmlformats.org/drawingml/2006/main">
            <a:off x="6518558"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0B5C6F4C-ADCA-4AF0-8B1E-8A11CF532F7D}"/>
              </a:ext>
            </a:extLst>
          </p:cNvPr>
          <p:cNvSpPr>
            <a:spLocks xmlns:a="http://schemas.openxmlformats.org/drawingml/2006/main" noGrp="1"/>
          </p:cNvSpPr>
          <p:nvPr/>
        </p:nvSpPr>
        <p:spPr>
          <a:xfrm xmlns:a="http://schemas.openxmlformats.org/drawingml/2006/main">
            <a:off x="5118045"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DB7850CE-CE1B-43B2-B089-AE76FFC0B9F9}"/>
              </a:ext>
            </a:extLst>
          </p:cNvPr>
          <p:cNvSpPr>
            <a:spLocks xmlns:a="http://schemas.openxmlformats.org/drawingml/2006/main" noGrp="1"/>
          </p:cNvSpPr>
          <p:nvPr/>
        </p:nvSpPr>
        <p:spPr>
          <a:xfrm xmlns:a="http://schemas.openxmlformats.org/drawingml/2006/main">
            <a:off x="523982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9DFE7D1D-AD31-4FEB-9BFE-D496CF9994EC}"/>
              </a:ext>
            </a:extLst>
          </p:cNvPr>
          <p:cNvSpPr>
            <a:spLocks xmlns:a="http://schemas.openxmlformats.org/drawingml/2006/main" noGrp="1"/>
          </p:cNvSpPr>
          <p:nvPr/>
        </p:nvSpPr>
        <p:spPr>
          <a:xfrm xmlns:a="http://schemas.openxmlformats.org/drawingml/2006/main">
            <a:off x="5544288"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6ED9B2C9-B773-4A05-B3A1-2EC74BC93E47}"/>
              </a:ext>
            </a:extLst>
          </p:cNvPr>
          <p:cNvSpPr>
            <a:spLocks xmlns:a="http://schemas.openxmlformats.org/drawingml/2006/main" noGrp="1"/>
          </p:cNvSpPr>
          <p:nvPr/>
        </p:nvSpPr>
        <p:spPr>
          <a:xfrm xmlns:a="http://schemas.openxmlformats.org/drawingml/2006/main">
            <a:off x="5605180"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542ACC77-439E-46D7-8B7E-C1FC354F8954}"/>
              </a:ext>
            </a:extLst>
          </p:cNvPr>
          <p:cNvSpPr>
            <a:spLocks xmlns:a="http://schemas.openxmlformats.org/drawingml/2006/main" noGrp="1"/>
          </p:cNvSpPr>
          <p:nvPr/>
        </p:nvSpPr>
        <p:spPr>
          <a:xfrm xmlns:a="http://schemas.openxmlformats.org/drawingml/2006/main">
            <a:off x="5726964"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ADC51C78-FAD9-40E5-96FF-9D7FC5D6F7D3}"/>
              </a:ext>
            </a:extLst>
          </p:cNvPr>
          <p:cNvSpPr>
            <a:spLocks xmlns:a="http://schemas.openxmlformats.org/drawingml/2006/main" noGrp="1"/>
          </p:cNvSpPr>
          <p:nvPr/>
        </p:nvSpPr>
        <p:spPr>
          <a:xfrm xmlns:a="http://schemas.openxmlformats.org/drawingml/2006/main">
            <a:off x="578785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75E7C438-B409-468E-896D-6A8328F3EFF5}"/>
              </a:ext>
            </a:extLst>
          </p:cNvPr>
          <p:cNvSpPr>
            <a:spLocks xmlns:a="http://schemas.openxmlformats.org/drawingml/2006/main" noGrp="1"/>
          </p:cNvSpPr>
          <p:nvPr/>
        </p:nvSpPr>
        <p:spPr>
          <a:xfrm xmlns:a="http://schemas.openxmlformats.org/drawingml/2006/main">
            <a:off x="5787856"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9EBF35CB-8529-4BDF-8F62-FB0D290D0C7A}"/>
              </a:ext>
            </a:extLst>
          </p:cNvPr>
          <p:cNvSpPr>
            <a:spLocks xmlns:a="http://schemas.openxmlformats.org/drawingml/2006/main" noGrp="1"/>
          </p:cNvSpPr>
          <p:nvPr/>
        </p:nvSpPr>
        <p:spPr>
          <a:xfrm xmlns:a="http://schemas.openxmlformats.org/drawingml/2006/main">
            <a:off x="639677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1389B51E-F996-4312-9859-4A864C35E787}"/>
              </a:ext>
            </a:extLst>
          </p:cNvPr>
          <p:cNvSpPr>
            <a:spLocks xmlns:a="http://schemas.openxmlformats.org/drawingml/2006/main" noGrp="1"/>
          </p:cNvSpPr>
          <p:nvPr/>
        </p:nvSpPr>
        <p:spPr>
          <a:xfrm xmlns:a="http://schemas.openxmlformats.org/drawingml/2006/main">
            <a:off x="6579450"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701A2F03-0A40-48B6-8D1F-C56068AA61FA}"/>
              </a:ext>
            </a:extLst>
          </p:cNvPr>
          <p:cNvSpPr>
            <a:spLocks xmlns:a="http://schemas.openxmlformats.org/drawingml/2006/main" noGrp="1"/>
          </p:cNvSpPr>
          <p:nvPr/>
        </p:nvSpPr>
        <p:spPr>
          <a:xfrm xmlns:a="http://schemas.openxmlformats.org/drawingml/2006/main">
            <a:off x="4509126"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3C8659CF-BCE3-42E9-8C4A-6F69B6A5CBBB}"/>
              </a:ext>
            </a:extLst>
          </p:cNvPr>
          <p:cNvSpPr>
            <a:spLocks xmlns:a="http://schemas.openxmlformats.org/drawingml/2006/main" noGrp="1"/>
          </p:cNvSpPr>
          <p:nvPr/>
        </p:nvSpPr>
        <p:spPr>
          <a:xfrm xmlns:a="http://schemas.openxmlformats.org/drawingml/2006/main">
            <a:off x="4509126"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F62AD38E-A892-4441-8FFE-8B0B185DCF84}"/>
              </a:ext>
            </a:extLst>
          </p:cNvPr>
          <p:cNvSpPr>
            <a:spLocks xmlns:a="http://schemas.openxmlformats.org/drawingml/2006/main" noGrp="1"/>
          </p:cNvSpPr>
          <p:nvPr/>
        </p:nvSpPr>
        <p:spPr>
          <a:xfrm xmlns:a="http://schemas.openxmlformats.org/drawingml/2006/main">
            <a:off x="4509126"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955D7C81-EA40-4C5C-9E41-A3B4095CDA92}"/>
              </a:ext>
            </a:extLst>
          </p:cNvPr>
          <p:cNvSpPr>
            <a:spLocks xmlns:a="http://schemas.openxmlformats.org/drawingml/2006/main" noGrp="1"/>
          </p:cNvSpPr>
          <p:nvPr/>
        </p:nvSpPr>
        <p:spPr>
          <a:xfrm xmlns:a="http://schemas.openxmlformats.org/drawingml/2006/main">
            <a:off x="4509126"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683943D9-8984-410F-B8CC-50F152C0D0B2}"/>
              </a:ext>
            </a:extLst>
          </p:cNvPr>
          <p:cNvSpPr>
            <a:spLocks xmlns:a="http://schemas.openxmlformats.org/drawingml/2006/main" noGrp="1"/>
          </p:cNvSpPr>
          <p:nvPr/>
        </p:nvSpPr>
        <p:spPr>
          <a:xfrm xmlns:a="http://schemas.openxmlformats.org/drawingml/2006/main">
            <a:off x="4509126"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D335CA3B-4594-4F62-BF69-4B22883A89DD}"/>
              </a:ext>
            </a:extLst>
          </p:cNvPr>
          <p:cNvSpPr>
            <a:spLocks xmlns:a="http://schemas.openxmlformats.org/drawingml/2006/main" noGrp="1"/>
          </p:cNvSpPr>
          <p:nvPr/>
        </p:nvSpPr>
        <p:spPr>
          <a:xfrm xmlns:a="http://schemas.openxmlformats.org/drawingml/2006/main">
            <a:off x="4509126"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E6B3AA61-E3C1-47BE-8E27-70B209C656AD}"/>
              </a:ext>
            </a:extLst>
          </p:cNvPr>
          <p:cNvSpPr>
            <a:spLocks xmlns:a="http://schemas.openxmlformats.org/drawingml/2006/main" noGrp="1"/>
          </p:cNvSpPr>
          <p:nvPr/>
        </p:nvSpPr>
        <p:spPr>
          <a:xfrm xmlns:a="http://schemas.openxmlformats.org/drawingml/2006/main">
            <a:off x="450912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54E86361-D0BB-4805-91F4-C8FB7D3AD4EF}"/>
              </a:ext>
            </a:extLst>
          </p:cNvPr>
          <p:cNvSpPr>
            <a:spLocks xmlns:a="http://schemas.openxmlformats.org/drawingml/2006/main" noGrp="1"/>
          </p:cNvSpPr>
          <p:nvPr/>
        </p:nvSpPr>
        <p:spPr>
          <a:xfrm xmlns:a="http://schemas.openxmlformats.org/drawingml/2006/main">
            <a:off x="4570018"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6E83286A-F458-45B5-A346-063AAB2D28D0}"/>
              </a:ext>
            </a:extLst>
          </p:cNvPr>
          <p:cNvSpPr>
            <a:spLocks xmlns:a="http://schemas.openxmlformats.org/drawingml/2006/main" noGrp="1"/>
          </p:cNvSpPr>
          <p:nvPr/>
        </p:nvSpPr>
        <p:spPr>
          <a:xfrm xmlns:a="http://schemas.openxmlformats.org/drawingml/2006/main">
            <a:off x="4570018"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A872F451-D8FC-4517-BB4A-3BFA75AFA9EB}"/>
              </a:ext>
            </a:extLst>
          </p:cNvPr>
          <p:cNvSpPr>
            <a:spLocks xmlns:a="http://schemas.openxmlformats.org/drawingml/2006/main" noGrp="1"/>
          </p:cNvSpPr>
          <p:nvPr/>
        </p:nvSpPr>
        <p:spPr>
          <a:xfrm xmlns:a="http://schemas.openxmlformats.org/drawingml/2006/main">
            <a:off x="4570018"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A4C17A04-233C-46B5-8452-A30BCF85ED51}"/>
              </a:ext>
            </a:extLst>
          </p:cNvPr>
          <p:cNvSpPr>
            <a:spLocks xmlns:a="http://schemas.openxmlformats.org/drawingml/2006/main" noGrp="1"/>
          </p:cNvSpPr>
          <p:nvPr/>
        </p:nvSpPr>
        <p:spPr>
          <a:xfrm xmlns:a="http://schemas.openxmlformats.org/drawingml/2006/main">
            <a:off x="4570018"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6990B1C6-04AB-44FC-ABC7-E25090A0C77C}"/>
              </a:ext>
            </a:extLst>
          </p:cNvPr>
          <p:cNvSpPr>
            <a:spLocks xmlns:a="http://schemas.openxmlformats.org/drawingml/2006/main" noGrp="1"/>
          </p:cNvSpPr>
          <p:nvPr/>
        </p:nvSpPr>
        <p:spPr>
          <a:xfrm xmlns:a="http://schemas.openxmlformats.org/drawingml/2006/main">
            <a:off x="4570018"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F402CED0-AE8B-467D-9B01-88E586E29635}"/>
              </a:ext>
            </a:extLst>
          </p:cNvPr>
          <p:cNvSpPr>
            <a:spLocks xmlns:a="http://schemas.openxmlformats.org/drawingml/2006/main" noGrp="1"/>
          </p:cNvSpPr>
          <p:nvPr/>
        </p:nvSpPr>
        <p:spPr>
          <a:xfrm xmlns:a="http://schemas.openxmlformats.org/drawingml/2006/main">
            <a:off x="4570018"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F6F76B1A-1408-42A8-A135-5FDC6A9DEAB0}"/>
              </a:ext>
            </a:extLst>
          </p:cNvPr>
          <p:cNvSpPr>
            <a:spLocks xmlns:a="http://schemas.openxmlformats.org/drawingml/2006/main" noGrp="1"/>
          </p:cNvSpPr>
          <p:nvPr/>
        </p:nvSpPr>
        <p:spPr>
          <a:xfrm xmlns:a="http://schemas.openxmlformats.org/drawingml/2006/main">
            <a:off x="4570018"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8276DA41-3261-4F20-BB17-EBEF8940828B}"/>
              </a:ext>
            </a:extLst>
          </p:cNvPr>
          <p:cNvSpPr>
            <a:spLocks xmlns:a="http://schemas.openxmlformats.org/drawingml/2006/main" noGrp="1"/>
          </p:cNvSpPr>
          <p:nvPr/>
        </p:nvSpPr>
        <p:spPr>
          <a:xfrm xmlns:a="http://schemas.openxmlformats.org/drawingml/2006/main">
            <a:off x="4630910"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483263FC-A8FE-4B5B-BD9C-84B52FDB532C}"/>
              </a:ext>
            </a:extLst>
          </p:cNvPr>
          <p:cNvSpPr>
            <a:spLocks xmlns:a="http://schemas.openxmlformats.org/drawingml/2006/main" noGrp="1"/>
          </p:cNvSpPr>
          <p:nvPr/>
        </p:nvSpPr>
        <p:spPr>
          <a:xfrm xmlns:a="http://schemas.openxmlformats.org/drawingml/2006/main">
            <a:off x="4630910"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9E2564F2-7C2A-45DA-991F-3C5537C6E1BE}"/>
              </a:ext>
            </a:extLst>
          </p:cNvPr>
          <p:cNvSpPr>
            <a:spLocks xmlns:a="http://schemas.openxmlformats.org/drawingml/2006/main" noGrp="1"/>
          </p:cNvSpPr>
          <p:nvPr/>
        </p:nvSpPr>
        <p:spPr>
          <a:xfrm xmlns:a="http://schemas.openxmlformats.org/drawingml/2006/main">
            <a:off x="4630910"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541370BA-7A44-4DB8-9392-53B800E72AFE}"/>
              </a:ext>
            </a:extLst>
          </p:cNvPr>
          <p:cNvSpPr>
            <a:spLocks xmlns:a="http://schemas.openxmlformats.org/drawingml/2006/main" noGrp="1"/>
          </p:cNvSpPr>
          <p:nvPr/>
        </p:nvSpPr>
        <p:spPr>
          <a:xfrm xmlns:a="http://schemas.openxmlformats.org/drawingml/2006/main">
            <a:off x="4630910"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0A1AEF95-17D8-40AB-82FC-337B0B7EBA63}"/>
              </a:ext>
            </a:extLst>
          </p:cNvPr>
          <p:cNvSpPr>
            <a:spLocks xmlns:a="http://schemas.openxmlformats.org/drawingml/2006/main" noGrp="1"/>
          </p:cNvSpPr>
          <p:nvPr/>
        </p:nvSpPr>
        <p:spPr>
          <a:xfrm xmlns:a="http://schemas.openxmlformats.org/drawingml/2006/main">
            <a:off x="4630910"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B868AB85-CD0C-4448-BC75-AF141CD3D6D9}"/>
              </a:ext>
            </a:extLst>
          </p:cNvPr>
          <p:cNvSpPr>
            <a:spLocks xmlns:a="http://schemas.openxmlformats.org/drawingml/2006/main" noGrp="1"/>
          </p:cNvSpPr>
          <p:nvPr/>
        </p:nvSpPr>
        <p:spPr>
          <a:xfrm xmlns:a="http://schemas.openxmlformats.org/drawingml/2006/main">
            <a:off x="4630910"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0EC74E01-9B8E-41E0-9DA0-4208516CC60D}"/>
              </a:ext>
            </a:extLst>
          </p:cNvPr>
          <p:cNvSpPr>
            <a:spLocks xmlns:a="http://schemas.openxmlformats.org/drawingml/2006/main" noGrp="1"/>
          </p:cNvSpPr>
          <p:nvPr/>
        </p:nvSpPr>
        <p:spPr>
          <a:xfrm xmlns:a="http://schemas.openxmlformats.org/drawingml/2006/main">
            <a:off x="4630910"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AD17D892-7B30-4C4F-B7D5-4400BE9CC2BC}"/>
              </a:ext>
            </a:extLst>
          </p:cNvPr>
          <p:cNvSpPr>
            <a:spLocks xmlns:a="http://schemas.openxmlformats.org/drawingml/2006/main" noGrp="1"/>
          </p:cNvSpPr>
          <p:nvPr/>
        </p:nvSpPr>
        <p:spPr>
          <a:xfrm xmlns:a="http://schemas.openxmlformats.org/drawingml/2006/main">
            <a:off x="4630910"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4A864BA5-1E2E-416E-925C-201ED35C5077}"/>
              </a:ext>
            </a:extLst>
          </p:cNvPr>
          <p:cNvSpPr>
            <a:spLocks xmlns:a="http://schemas.openxmlformats.org/drawingml/2006/main" noGrp="1"/>
          </p:cNvSpPr>
          <p:nvPr/>
        </p:nvSpPr>
        <p:spPr>
          <a:xfrm xmlns:a="http://schemas.openxmlformats.org/drawingml/2006/main">
            <a:off x="4630910"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20BD1425-4901-490C-AFC5-CB52FF0BE2E7}"/>
              </a:ext>
            </a:extLst>
          </p:cNvPr>
          <p:cNvSpPr>
            <a:spLocks xmlns:a="http://schemas.openxmlformats.org/drawingml/2006/main" noGrp="1"/>
          </p:cNvSpPr>
          <p:nvPr/>
        </p:nvSpPr>
        <p:spPr>
          <a:xfrm xmlns:a="http://schemas.openxmlformats.org/drawingml/2006/main">
            <a:off x="4691802"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53D4D2E3-E9E8-47F4-A2EE-D00F6235F24F}"/>
              </a:ext>
            </a:extLst>
          </p:cNvPr>
          <p:cNvSpPr>
            <a:spLocks xmlns:a="http://schemas.openxmlformats.org/drawingml/2006/main" noGrp="1"/>
          </p:cNvSpPr>
          <p:nvPr/>
        </p:nvSpPr>
        <p:spPr>
          <a:xfrm xmlns:a="http://schemas.openxmlformats.org/drawingml/2006/main">
            <a:off x="469180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8F61F87F-C483-40DD-A3AC-CEA4444EBC55}"/>
              </a:ext>
            </a:extLst>
          </p:cNvPr>
          <p:cNvSpPr>
            <a:spLocks xmlns:a="http://schemas.openxmlformats.org/drawingml/2006/main" noGrp="1"/>
          </p:cNvSpPr>
          <p:nvPr/>
        </p:nvSpPr>
        <p:spPr>
          <a:xfrm xmlns:a="http://schemas.openxmlformats.org/drawingml/2006/main">
            <a:off x="469180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041521FD-3CF1-4612-8D98-D133BA0078A9}"/>
              </a:ext>
            </a:extLst>
          </p:cNvPr>
          <p:cNvSpPr>
            <a:spLocks xmlns:a="http://schemas.openxmlformats.org/drawingml/2006/main" noGrp="1"/>
          </p:cNvSpPr>
          <p:nvPr/>
        </p:nvSpPr>
        <p:spPr>
          <a:xfrm xmlns:a="http://schemas.openxmlformats.org/drawingml/2006/main">
            <a:off x="469180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9ADB5A1A-3E44-4C99-B7A2-D5B3DDABE788}"/>
              </a:ext>
            </a:extLst>
          </p:cNvPr>
          <p:cNvSpPr>
            <a:spLocks xmlns:a="http://schemas.openxmlformats.org/drawingml/2006/main" noGrp="1"/>
          </p:cNvSpPr>
          <p:nvPr/>
        </p:nvSpPr>
        <p:spPr>
          <a:xfrm xmlns:a="http://schemas.openxmlformats.org/drawingml/2006/main">
            <a:off x="469180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BAF420A6-F65C-458F-81A2-6A525B8C7A35}"/>
              </a:ext>
            </a:extLst>
          </p:cNvPr>
          <p:cNvSpPr>
            <a:spLocks xmlns:a="http://schemas.openxmlformats.org/drawingml/2006/main" noGrp="1"/>
          </p:cNvSpPr>
          <p:nvPr/>
        </p:nvSpPr>
        <p:spPr>
          <a:xfrm xmlns:a="http://schemas.openxmlformats.org/drawingml/2006/main">
            <a:off x="469180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AAB287BE-7275-4CE7-8606-E508501412C1}"/>
              </a:ext>
            </a:extLst>
          </p:cNvPr>
          <p:cNvSpPr>
            <a:spLocks xmlns:a="http://schemas.openxmlformats.org/drawingml/2006/main" noGrp="1"/>
          </p:cNvSpPr>
          <p:nvPr/>
        </p:nvSpPr>
        <p:spPr>
          <a:xfrm xmlns:a="http://schemas.openxmlformats.org/drawingml/2006/main">
            <a:off x="475269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9E6CE77D-4D6A-49DD-A36F-D2D327706B99}"/>
              </a:ext>
            </a:extLst>
          </p:cNvPr>
          <p:cNvSpPr>
            <a:spLocks xmlns:a="http://schemas.openxmlformats.org/drawingml/2006/main" noGrp="1"/>
          </p:cNvSpPr>
          <p:nvPr/>
        </p:nvSpPr>
        <p:spPr>
          <a:xfrm xmlns:a="http://schemas.openxmlformats.org/drawingml/2006/main">
            <a:off x="475269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CFEC9688-75DD-403D-AF62-DCF899C43601}"/>
              </a:ext>
            </a:extLst>
          </p:cNvPr>
          <p:cNvSpPr>
            <a:spLocks xmlns:a="http://schemas.openxmlformats.org/drawingml/2006/main" noGrp="1"/>
          </p:cNvSpPr>
          <p:nvPr/>
        </p:nvSpPr>
        <p:spPr>
          <a:xfrm xmlns:a="http://schemas.openxmlformats.org/drawingml/2006/main">
            <a:off x="475269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C53FDD54-54DA-4ADA-9363-89688C4B7533}"/>
              </a:ext>
            </a:extLst>
          </p:cNvPr>
          <p:cNvSpPr>
            <a:spLocks xmlns:a="http://schemas.openxmlformats.org/drawingml/2006/main" noGrp="1"/>
          </p:cNvSpPr>
          <p:nvPr/>
        </p:nvSpPr>
        <p:spPr>
          <a:xfrm xmlns:a="http://schemas.openxmlformats.org/drawingml/2006/main">
            <a:off x="475269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0E8E8FEB-79B8-4144-B278-C69F4E60EB35}"/>
              </a:ext>
            </a:extLst>
          </p:cNvPr>
          <p:cNvSpPr>
            <a:spLocks xmlns:a="http://schemas.openxmlformats.org/drawingml/2006/main" noGrp="1"/>
          </p:cNvSpPr>
          <p:nvPr/>
        </p:nvSpPr>
        <p:spPr>
          <a:xfrm xmlns:a="http://schemas.openxmlformats.org/drawingml/2006/main">
            <a:off x="4813586"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BD72D065-2E3B-4923-BD76-0E53E332A009}"/>
              </a:ext>
            </a:extLst>
          </p:cNvPr>
          <p:cNvSpPr>
            <a:spLocks xmlns:a="http://schemas.openxmlformats.org/drawingml/2006/main" noGrp="1"/>
          </p:cNvSpPr>
          <p:nvPr/>
        </p:nvSpPr>
        <p:spPr>
          <a:xfrm xmlns:a="http://schemas.openxmlformats.org/drawingml/2006/main">
            <a:off x="4813586"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985B4E4F-F03C-473F-8372-04072E361351}"/>
              </a:ext>
            </a:extLst>
          </p:cNvPr>
          <p:cNvSpPr>
            <a:spLocks xmlns:a="http://schemas.openxmlformats.org/drawingml/2006/main" noGrp="1"/>
          </p:cNvSpPr>
          <p:nvPr/>
        </p:nvSpPr>
        <p:spPr>
          <a:xfrm xmlns:a="http://schemas.openxmlformats.org/drawingml/2006/main">
            <a:off x="4813586"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23EACDF4-5CC7-48A8-804E-44162E9B0885}"/>
              </a:ext>
            </a:extLst>
          </p:cNvPr>
          <p:cNvSpPr>
            <a:spLocks xmlns:a="http://schemas.openxmlformats.org/drawingml/2006/main" noGrp="1"/>
          </p:cNvSpPr>
          <p:nvPr/>
        </p:nvSpPr>
        <p:spPr>
          <a:xfrm xmlns:a="http://schemas.openxmlformats.org/drawingml/2006/main">
            <a:off x="4813586"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2B890ABC-9378-493D-BACF-D34A9E159ED4}"/>
              </a:ext>
            </a:extLst>
          </p:cNvPr>
          <p:cNvSpPr>
            <a:spLocks xmlns:a="http://schemas.openxmlformats.org/drawingml/2006/main" noGrp="1"/>
          </p:cNvSpPr>
          <p:nvPr/>
        </p:nvSpPr>
        <p:spPr>
          <a:xfrm xmlns:a="http://schemas.openxmlformats.org/drawingml/2006/main">
            <a:off x="481358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2D3B84CC-8C9C-4848-845A-75984BF2F0CF}"/>
              </a:ext>
            </a:extLst>
          </p:cNvPr>
          <p:cNvSpPr>
            <a:spLocks xmlns:a="http://schemas.openxmlformats.org/drawingml/2006/main" noGrp="1"/>
          </p:cNvSpPr>
          <p:nvPr/>
        </p:nvSpPr>
        <p:spPr>
          <a:xfrm xmlns:a="http://schemas.openxmlformats.org/drawingml/2006/main">
            <a:off x="481358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A4DAB467-B2A4-40B9-A403-1E2A4A155F5B}"/>
              </a:ext>
            </a:extLst>
          </p:cNvPr>
          <p:cNvSpPr>
            <a:spLocks xmlns:a="http://schemas.openxmlformats.org/drawingml/2006/main" noGrp="1"/>
          </p:cNvSpPr>
          <p:nvPr/>
        </p:nvSpPr>
        <p:spPr>
          <a:xfrm xmlns:a="http://schemas.openxmlformats.org/drawingml/2006/main">
            <a:off x="4874477" y="397510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221328E2-25BE-4B7D-AE09-3390AC0E379C}"/>
              </a:ext>
            </a:extLst>
          </p:cNvPr>
          <p:cNvSpPr>
            <a:spLocks xmlns:a="http://schemas.openxmlformats.org/drawingml/2006/main" noGrp="1"/>
          </p:cNvSpPr>
          <p:nvPr/>
        </p:nvSpPr>
        <p:spPr>
          <a:xfrm xmlns:a="http://schemas.openxmlformats.org/drawingml/2006/main">
            <a:off x="4874477"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31F6D306-1646-4F4C-828E-D3C74C549C80}"/>
              </a:ext>
            </a:extLst>
          </p:cNvPr>
          <p:cNvSpPr>
            <a:spLocks xmlns:a="http://schemas.openxmlformats.org/drawingml/2006/main" noGrp="1"/>
          </p:cNvSpPr>
          <p:nvPr/>
        </p:nvSpPr>
        <p:spPr>
          <a:xfrm xmlns:a="http://schemas.openxmlformats.org/drawingml/2006/main">
            <a:off x="4874477"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4CBFEA53-3EA5-4510-BA7E-72B9827019B9}"/>
              </a:ext>
            </a:extLst>
          </p:cNvPr>
          <p:cNvSpPr>
            <a:spLocks xmlns:a="http://schemas.openxmlformats.org/drawingml/2006/main" noGrp="1"/>
          </p:cNvSpPr>
          <p:nvPr/>
        </p:nvSpPr>
        <p:spPr>
          <a:xfrm xmlns:a="http://schemas.openxmlformats.org/drawingml/2006/main">
            <a:off x="487447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4BA630A4-3A64-42A5-B007-DCC858224E91}"/>
              </a:ext>
            </a:extLst>
          </p:cNvPr>
          <p:cNvSpPr>
            <a:spLocks xmlns:a="http://schemas.openxmlformats.org/drawingml/2006/main" noGrp="1"/>
          </p:cNvSpPr>
          <p:nvPr/>
        </p:nvSpPr>
        <p:spPr>
          <a:xfrm xmlns:a="http://schemas.openxmlformats.org/drawingml/2006/main">
            <a:off x="487447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EBF68285-0D19-444A-8928-9F078F6AA55A}"/>
              </a:ext>
            </a:extLst>
          </p:cNvPr>
          <p:cNvSpPr>
            <a:spLocks xmlns:a="http://schemas.openxmlformats.org/drawingml/2006/main" noGrp="1"/>
          </p:cNvSpPr>
          <p:nvPr/>
        </p:nvSpPr>
        <p:spPr>
          <a:xfrm xmlns:a="http://schemas.openxmlformats.org/drawingml/2006/main">
            <a:off x="4874477"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35E5E6BB-262C-459C-B780-211000D290BF}"/>
              </a:ext>
            </a:extLst>
          </p:cNvPr>
          <p:cNvSpPr>
            <a:spLocks xmlns:a="http://schemas.openxmlformats.org/drawingml/2006/main" noGrp="1"/>
          </p:cNvSpPr>
          <p:nvPr/>
        </p:nvSpPr>
        <p:spPr>
          <a:xfrm xmlns:a="http://schemas.openxmlformats.org/drawingml/2006/main">
            <a:off x="4874477"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A504840F-6FF7-44A1-A667-2EF113E56C09}"/>
              </a:ext>
            </a:extLst>
          </p:cNvPr>
          <p:cNvSpPr>
            <a:spLocks xmlns:a="http://schemas.openxmlformats.org/drawingml/2006/main" noGrp="1"/>
          </p:cNvSpPr>
          <p:nvPr/>
        </p:nvSpPr>
        <p:spPr>
          <a:xfrm xmlns:a="http://schemas.openxmlformats.org/drawingml/2006/main">
            <a:off x="487447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7AA9082C-2A74-46E3-A40B-22969C6574D1}"/>
              </a:ext>
            </a:extLst>
          </p:cNvPr>
          <p:cNvSpPr>
            <a:spLocks xmlns:a="http://schemas.openxmlformats.org/drawingml/2006/main" noGrp="1"/>
          </p:cNvSpPr>
          <p:nvPr/>
        </p:nvSpPr>
        <p:spPr>
          <a:xfrm xmlns:a="http://schemas.openxmlformats.org/drawingml/2006/main">
            <a:off x="487447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774331AD-8C2B-4D23-8063-BB1F1D53AF03}"/>
              </a:ext>
            </a:extLst>
          </p:cNvPr>
          <p:cNvSpPr>
            <a:spLocks xmlns:a="http://schemas.openxmlformats.org/drawingml/2006/main" noGrp="1"/>
          </p:cNvSpPr>
          <p:nvPr/>
        </p:nvSpPr>
        <p:spPr>
          <a:xfrm xmlns:a="http://schemas.openxmlformats.org/drawingml/2006/main">
            <a:off x="487447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69475354-D6EC-4A06-9D24-BEDB2E898276}"/>
              </a:ext>
            </a:extLst>
          </p:cNvPr>
          <p:cNvSpPr>
            <a:spLocks xmlns:a="http://schemas.openxmlformats.org/drawingml/2006/main" noGrp="1"/>
          </p:cNvSpPr>
          <p:nvPr/>
        </p:nvSpPr>
        <p:spPr>
          <a:xfrm xmlns:a="http://schemas.openxmlformats.org/drawingml/2006/main">
            <a:off x="4935369" y="397510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1ABFED10-D214-4CD0-A392-19FA767B7FE6}"/>
              </a:ext>
            </a:extLst>
          </p:cNvPr>
          <p:cNvSpPr>
            <a:spLocks xmlns:a="http://schemas.openxmlformats.org/drawingml/2006/main" noGrp="1"/>
          </p:cNvSpPr>
          <p:nvPr/>
        </p:nvSpPr>
        <p:spPr>
          <a:xfrm xmlns:a="http://schemas.openxmlformats.org/drawingml/2006/main">
            <a:off x="4935369"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09AB4F7D-CD66-4604-8C71-7788AB6B0242}"/>
              </a:ext>
            </a:extLst>
          </p:cNvPr>
          <p:cNvSpPr>
            <a:spLocks xmlns:a="http://schemas.openxmlformats.org/drawingml/2006/main" noGrp="1"/>
          </p:cNvSpPr>
          <p:nvPr/>
        </p:nvSpPr>
        <p:spPr>
          <a:xfrm xmlns:a="http://schemas.openxmlformats.org/drawingml/2006/main">
            <a:off x="4935369"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71CF921D-A52C-488B-A700-5199D6EC1559}"/>
              </a:ext>
            </a:extLst>
          </p:cNvPr>
          <p:cNvSpPr>
            <a:spLocks xmlns:a="http://schemas.openxmlformats.org/drawingml/2006/main" noGrp="1"/>
          </p:cNvSpPr>
          <p:nvPr/>
        </p:nvSpPr>
        <p:spPr>
          <a:xfrm xmlns:a="http://schemas.openxmlformats.org/drawingml/2006/main">
            <a:off x="4935369"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AE7F8566-985C-40B6-9DCD-2F522C04533F}"/>
              </a:ext>
            </a:extLst>
          </p:cNvPr>
          <p:cNvSpPr>
            <a:spLocks xmlns:a="http://schemas.openxmlformats.org/drawingml/2006/main" noGrp="1"/>
          </p:cNvSpPr>
          <p:nvPr/>
        </p:nvSpPr>
        <p:spPr>
          <a:xfrm xmlns:a="http://schemas.openxmlformats.org/drawingml/2006/main">
            <a:off x="4935369"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6831A21E-0323-4156-9A19-875F570FDDB6}"/>
              </a:ext>
            </a:extLst>
          </p:cNvPr>
          <p:cNvSpPr>
            <a:spLocks xmlns:a="http://schemas.openxmlformats.org/drawingml/2006/main" noGrp="1"/>
          </p:cNvSpPr>
          <p:nvPr/>
        </p:nvSpPr>
        <p:spPr>
          <a:xfrm xmlns:a="http://schemas.openxmlformats.org/drawingml/2006/main">
            <a:off x="4935369"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B49F72EF-1505-4B8B-8E39-4B435CEE3774}"/>
              </a:ext>
            </a:extLst>
          </p:cNvPr>
          <p:cNvSpPr>
            <a:spLocks xmlns:a="http://schemas.openxmlformats.org/drawingml/2006/main" noGrp="1"/>
          </p:cNvSpPr>
          <p:nvPr/>
        </p:nvSpPr>
        <p:spPr>
          <a:xfrm xmlns:a="http://schemas.openxmlformats.org/drawingml/2006/main">
            <a:off x="4935369"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C65B2B59-7F93-4C60-ABBF-AB871E99FD74}"/>
              </a:ext>
            </a:extLst>
          </p:cNvPr>
          <p:cNvSpPr>
            <a:spLocks xmlns:a="http://schemas.openxmlformats.org/drawingml/2006/main" noGrp="1"/>
          </p:cNvSpPr>
          <p:nvPr/>
        </p:nvSpPr>
        <p:spPr>
          <a:xfrm xmlns:a="http://schemas.openxmlformats.org/drawingml/2006/main">
            <a:off x="4935369"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DC9CF90A-2DD8-46E2-B79C-BA9FB38434DC}"/>
              </a:ext>
            </a:extLst>
          </p:cNvPr>
          <p:cNvSpPr>
            <a:spLocks xmlns:a="http://schemas.openxmlformats.org/drawingml/2006/main" noGrp="1"/>
          </p:cNvSpPr>
          <p:nvPr/>
        </p:nvSpPr>
        <p:spPr>
          <a:xfrm xmlns:a="http://schemas.openxmlformats.org/drawingml/2006/main">
            <a:off x="493536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6028CF41-1F07-4521-BD3A-D8AC9CFDF597}"/>
              </a:ext>
            </a:extLst>
          </p:cNvPr>
          <p:cNvSpPr>
            <a:spLocks xmlns:a="http://schemas.openxmlformats.org/drawingml/2006/main" noGrp="1"/>
          </p:cNvSpPr>
          <p:nvPr/>
        </p:nvSpPr>
        <p:spPr>
          <a:xfrm xmlns:a="http://schemas.openxmlformats.org/drawingml/2006/main">
            <a:off x="493536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5BE402B6-DC12-4E41-96B9-76E89622079E}"/>
              </a:ext>
            </a:extLst>
          </p:cNvPr>
          <p:cNvSpPr>
            <a:spLocks xmlns:a="http://schemas.openxmlformats.org/drawingml/2006/main" noGrp="1"/>
          </p:cNvSpPr>
          <p:nvPr/>
        </p:nvSpPr>
        <p:spPr>
          <a:xfrm xmlns:a="http://schemas.openxmlformats.org/drawingml/2006/main">
            <a:off x="493536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F714E160-1A73-4FCC-AD64-B5B2E54A541B}"/>
              </a:ext>
            </a:extLst>
          </p:cNvPr>
          <p:cNvSpPr>
            <a:spLocks xmlns:a="http://schemas.openxmlformats.org/drawingml/2006/main" noGrp="1"/>
          </p:cNvSpPr>
          <p:nvPr/>
        </p:nvSpPr>
        <p:spPr>
          <a:xfrm xmlns:a="http://schemas.openxmlformats.org/drawingml/2006/main">
            <a:off x="493536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0CCD4871-52ED-4EA1-8EBF-FAD3E9D6B42E}"/>
              </a:ext>
            </a:extLst>
          </p:cNvPr>
          <p:cNvSpPr>
            <a:spLocks xmlns:a="http://schemas.openxmlformats.org/drawingml/2006/main" noGrp="1"/>
          </p:cNvSpPr>
          <p:nvPr/>
        </p:nvSpPr>
        <p:spPr>
          <a:xfrm xmlns:a="http://schemas.openxmlformats.org/drawingml/2006/main">
            <a:off x="493536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AC16C5CE-ABA6-4A75-8A2F-FA51AFF92A80}"/>
              </a:ext>
            </a:extLst>
          </p:cNvPr>
          <p:cNvSpPr>
            <a:spLocks xmlns:a="http://schemas.openxmlformats.org/drawingml/2006/main" noGrp="1"/>
          </p:cNvSpPr>
          <p:nvPr/>
        </p:nvSpPr>
        <p:spPr>
          <a:xfrm xmlns:a="http://schemas.openxmlformats.org/drawingml/2006/main">
            <a:off x="4996261"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8A69EC7B-D98F-4D26-934B-B4B351853FAA}"/>
              </a:ext>
            </a:extLst>
          </p:cNvPr>
          <p:cNvSpPr>
            <a:spLocks xmlns:a="http://schemas.openxmlformats.org/drawingml/2006/main" noGrp="1"/>
          </p:cNvSpPr>
          <p:nvPr/>
        </p:nvSpPr>
        <p:spPr>
          <a:xfrm xmlns:a="http://schemas.openxmlformats.org/drawingml/2006/main">
            <a:off x="4996261"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A1A6AC10-211F-4025-A97A-BE2ED4C5CBC1}"/>
              </a:ext>
            </a:extLst>
          </p:cNvPr>
          <p:cNvSpPr>
            <a:spLocks xmlns:a="http://schemas.openxmlformats.org/drawingml/2006/main" noGrp="1"/>
          </p:cNvSpPr>
          <p:nvPr/>
        </p:nvSpPr>
        <p:spPr>
          <a:xfrm xmlns:a="http://schemas.openxmlformats.org/drawingml/2006/main">
            <a:off x="4996261"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602D4D43-24AE-4F43-A345-066F88E4D0B7}"/>
              </a:ext>
            </a:extLst>
          </p:cNvPr>
          <p:cNvSpPr>
            <a:spLocks xmlns:a="http://schemas.openxmlformats.org/drawingml/2006/main" noGrp="1"/>
          </p:cNvSpPr>
          <p:nvPr/>
        </p:nvSpPr>
        <p:spPr>
          <a:xfrm xmlns:a="http://schemas.openxmlformats.org/drawingml/2006/main">
            <a:off x="4996261"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838E5342-6269-4655-B5DE-227C5CFF21E9}"/>
              </a:ext>
            </a:extLst>
          </p:cNvPr>
          <p:cNvSpPr>
            <a:spLocks xmlns:a="http://schemas.openxmlformats.org/drawingml/2006/main" noGrp="1"/>
          </p:cNvSpPr>
          <p:nvPr/>
        </p:nvSpPr>
        <p:spPr>
          <a:xfrm xmlns:a="http://schemas.openxmlformats.org/drawingml/2006/main">
            <a:off x="499626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9CE678DF-6511-4807-A087-443A8C9EE705}"/>
              </a:ext>
            </a:extLst>
          </p:cNvPr>
          <p:cNvSpPr>
            <a:spLocks xmlns:a="http://schemas.openxmlformats.org/drawingml/2006/main" noGrp="1"/>
          </p:cNvSpPr>
          <p:nvPr/>
        </p:nvSpPr>
        <p:spPr>
          <a:xfrm xmlns:a="http://schemas.openxmlformats.org/drawingml/2006/main">
            <a:off x="4996261"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93FD5D9B-9E33-4697-AC3B-DA21CBC93AE2}"/>
              </a:ext>
            </a:extLst>
          </p:cNvPr>
          <p:cNvSpPr>
            <a:spLocks xmlns:a="http://schemas.openxmlformats.org/drawingml/2006/main" noGrp="1"/>
          </p:cNvSpPr>
          <p:nvPr/>
        </p:nvSpPr>
        <p:spPr>
          <a:xfrm xmlns:a="http://schemas.openxmlformats.org/drawingml/2006/main">
            <a:off x="499626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9E819C6C-00B2-48CB-BD57-B403F94D5C46}"/>
              </a:ext>
            </a:extLst>
          </p:cNvPr>
          <p:cNvSpPr>
            <a:spLocks xmlns:a="http://schemas.openxmlformats.org/drawingml/2006/main" noGrp="1"/>
          </p:cNvSpPr>
          <p:nvPr/>
        </p:nvSpPr>
        <p:spPr>
          <a:xfrm xmlns:a="http://schemas.openxmlformats.org/drawingml/2006/main">
            <a:off x="499626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04FFFBBA-6E17-4C25-AA37-44C9120BE5A3}"/>
              </a:ext>
            </a:extLst>
          </p:cNvPr>
          <p:cNvSpPr>
            <a:spLocks xmlns:a="http://schemas.openxmlformats.org/drawingml/2006/main" noGrp="1"/>
          </p:cNvSpPr>
          <p:nvPr/>
        </p:nvSpPr>
        <p:spPr>
          <a:xfrm xmlns:a="http://schemas.openxmlformats.org/drawingml/2006/main">
            <a:off x="499626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F2B5F99A-6557-42A3-AADB-443B8C6EDE34}"/>
              </a:ext>
            </a:extLst>
          </p:cNvPr>
          <p:cNvSpPr>
            <a:spLocks xmlns:a="http://schemas.openxmlformats.org/drawingml/2006/main" noGrp="1"/>
          </p:cNvSpPr>
          <p:nvPr/>
        </p:nvSpPr>
        <p:spPr>
          <a:xfrm xmlns:a="http://schemas.openxmlformats.org/drawingml/2006/main">
            <a:off x="499626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FB8B457B-15C6-437C-B6FF-413D6614F7C5}"/>
              </a:ext>
            </a:extLst>
          </p:cNvPr>
          <p:cNvSpPr>
            <a:spLocks xmlns:a="http://schemas.openxmlformats.org/drawingml/2006/main" noGrp="1"/>
          </p:cNvSpPr>
          <p:nvPr/>
        </p:nvSpPr>
        <p:spPr>
          <a:xfrm xmlns:a="http://schemas.openxmlformats.org/drawingml/2006/main">
            <a:off x="499626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664D96FD-5EBF-471B-80F5-689467AE7B94}"/>
              </a:ext>
            </a:extLst>
          </p:cNvPr>
          <p:cNvSpPr>
            <a:spLocks xmlns:a="http://schemas.openxmlformats.org/drawingml/2006/main" noGrp="1"/>
          </p:cNvSpPr>
          <p:nvPr/>
        </p:nvSpPr>
        <p:spPr>
          <a:xfrm xmlns:a="http://schemas.openxmlformats.org/drawingml/2006/main">
            <a:off x="499626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9410ADD2-63D6-4AD5-8BA6-8167A27D6652}"/>
              </a:ext>
            </a:extLst>
          </p:cNvPr>
          <p:cNvSpPr>
            <a:spLocks xmlns:a="http://schemas.openxmlformats.org/drawingml/2006/main" noGrp="1"/>
          </p:cNvSpPr>
          <p:nvPr/>
        </p:nvSpPr>
        <p:spPr>
          <a:xfrm xmlns:a="http://schemas.openxmlformats.org/drawingml/2006/main">
            <a:off x="5057153"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2CB73B32-CCB9-44A0-BFBA-7B0C73E15270}"/>
              </a:ext>
            </a:extLst>
          </p:cNvPr>
          <p:cNvSpPr>
            <a:spLocks xmlns:a="http://schemas.openxmlformats.org/drawingml/2006/main" noGrp="1"/>
          </p:cNvSpPr>
          <p:nvPr/>
        </p:nvSpPr>
        <p:spPr>
          <a:xfrm xmlns:a="http://schemas.openxmlformats.org/drawingml/2006/main">
            <a:off x="5057153"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CC46CE42-0DC6-41EF-8DAD-39423FDE0414}"/>
              </a:ext>
            </a:extLst>
          </p:cNvPr>
          <p:cNvSpPr>
            <a:spLocks xmlns:a="http://schemas.openxmlformats.org/drawingml/2006/main" noGrp="1"/>
          </p:cNvSpPr>
          <p:nvPr/>
        </p:nvSpPr>
        <p:spPr>
          <a:xfrm xmlns:a="http://schemas.openxmlformats.org/drawingml/2006/main">
            <a:off x="5057153"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2E15C092-C4C1-41FA-A5E6-DBDA497DA682}"/>
              </a:ext>
            </a:extLst>
          </p:cNvPr>
          <p:cNvSpPr>
            <a:spLocks xmlns:a="http://schemas.openxmlformats.org/drawingml/2006/main" noGrp="1"/>
          </p:cNvSpPr>
          <p:nvPr/>
        </p:nvSpPr>
        <p:spPr>
          <a:xfrm xmlns:a="http://schemas.openxmlformats.org/drawingml/2006/main">
            <a:off x="5057153"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02053630-B70E-4B85-9526-7BE6ED7211BB}"/>
              </a:ext>
            </a:extLst>
          </p:cNvPr>
          <p:cNvSpPr>
            <a:spLocks xmlns:a="http://schemas.openxmlformats.org/drawingml/2006/main" noGrp="1"/>
          </p:cNvSpPr>
          <p:nvPr/>
        </p:nvSpPr>
        <p:spPr>
          <a:xfrm xmlns:a="http://schemas.openxmlformats.org/drawingml/2006/main">
            <a:off x="5057153"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99098CD1-69E3-4343-9DCE-3081B7C8E91F}"/>
              </a:ext>
            </a:extLst>
          </p:cNvPr>
          <p:cNvSpPr>
            <a:spLocks xmlns:a="http://schemas.openxmlformats.org/drawingml/2006/main" noGrp="1"/>
          </p:cNvSpPr>
          <p:nvPr/>
        </p:nvSpPr>
        <p:spPr>
          <a:xfrm xmlns:a="http://schemas.openxmlformats.org/drawingml/2006/main">
            <a:off x="5057153"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8FA9C283-C214-444B-BA74-541A2F8DFA0C}"/>
              </a:ext>
            </a:extLst>
          </p:cNvPr>
          <p:cNvSpPr>
            <a:spLocks xmlns:a="http://schemas.openxmlformats.org/drawingml/2006/main" noGrp="1"/>
          </p:cNvSpPr>
          <p:nvPr/>
        </p:nvSpPr>
        <p:spPr>
          <a:xfrm xmlns:a="http://schemas.openxmlformats.org/drawingml/2006/main">
            <a:off x="5057153"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E46F40DD-1154-4FDE-BAF6-38E9D4123DAC}"/>
              </a:ext>
            </a:extLst>
          </p:cNvPr>
          <p:cNvSpPr>
            <a:spLocks xmlns:a="http://schemas.openxmlformats.org/drawingml/2006/main" noGrp="1"/>
          </p:cNvSpPr>
          <p:nvPr/>
        </p:nvSpPr>
        <p:spPr>
          <a:xfrm xmlns:a="http://schemas.openxmlformats.org/drawingml/2006/main">
            <a:off x="5057153"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DA741164-B6A6-48A2-B0B6-48ED601768B9}"/>
              </a:ext>
            </a:extLst>
          </p:cNvPr>
          <p:cNvSpPr>
            <a:spLocks xmlns:a="http://schemas.openxmlformats.org/drawingml/2006/main" noGrp="1"/>
          </p:cNvSpPr>
          <p:nvPr/>
        </p:nvSpPr>
        <p:spPr>
          <a:xfrm xmlns:a="http://schemas.openxmlformats.org/drawingml/2006/main">
            <a:off x="5057153"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E2D51A19-877E-4BE1-8DCF-D17F13577020}"/>
              </a:ext>
            </a:extLst>
          </p:cNvPr>
          <p:cNvSpPr>
            <a:spLocks xmlns:a="http://schemas.openxmlformats.org/drawingml/2006/main" noGrp="1"/>
          </p:cNvSpPr>
          <p:nvPr/>
        </p:nvSpPr>
        <p:spPr>
          <a:xfrm xmlns:a="http://schemas.openxmlformats.org/drawingml/2006/main">
            <a:off x="5057153"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81808735-19A2-47B0-9073-5DE1B12825DD}"/>
              </a:ext>
            </a:extLst>
          </p:cNvPr>
          <p:cNvSpPr>
            <a:spLocks xmlns:a="http://schemas.openxmlformats.org/drawingml/2006/main" noGrp="1"/>
          </p:cNvSpPr>
          <p:nvPr/>
        </p:nvSpPr>
        <p:spPr>
          <a:xfrm xmlns:a="http://schemas.openxmlformats.org/drawingml/2006/main">
            <a:off x="5057153"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F8566694-F67E-4243-9D4C-DB8AC34871D0}"/>
              </a:ext>
            </a:extLst>
          </p:cNvPr>
          <p:cNvSpPr>
            <a:spLocks xmlns:a="http://schemas.openxmlformats.org/drawingml/2006/main" noGrp="1"/>
          </p:cNvSpPr>
          <p:nvPr/>
        </p:nvSpPr>
        <p:spPr>
          <a:xfrm xmlns:a="http://schemas.openxmlformats.org/drawingml/2006/main">
            <a:off x="5057153"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6D070B65-26ED-4337-BFB0-034A402AA517}"/>
              </a:ext>
            </a:extLst>
          </p:cNvPr>
          <p:cNvSpPr>
            <a:spLocks xmlns:a="http://schemas.openxmlformats.org/drawingml/2006/main" noGrp="1"/>
          </p:cNvSpPr>
          <p:nvPr/>
        </p:nvSpPr>
        <p:spPr>
          <a:xfrm xmlns:a="http://schemas.openxmlformats.org/drawingml/2006/main">
            <a:off x="5057153"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18E101C6-8491-459F-A734-5BC1F40F2233}"/>
              </a:ext>
            </a:extLst>
          </p:cNvPr>
          <p:cNvSpPr>
            <a:spLocks xmlns:a="http://schemas.openxmlformats.org/drawingml/2006/main" noGrp="1"/>
          </p:cNvSpPr>
          <p:nvPr/>
        </p:nvSpPr>
        <p:spPr>
          <a:xfrm xmlns:a="http://schemas.openxmlformats.org/drawingml/2006/main">
            <a:off x="5118045"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D85D51A6-203A-42BD-92B0-C8248B14A440}"/>
              </a:ext>
            </a:extLst>
          </p:cNvPr>
          <p:cNvSpPr>
            <a:spLocks xmlns:a="http://schemas.openxmlformats.org/drawingml/2006/main" noGrp="1"/>
          </p:cNvSpPr>
          <p:nvPr/>
        </p:nvSpPr>
        <p:spPr>
          <a:xfrm xmlns:a="http://schemas.openxmlformats.org/drawingml/2006/main">
            <a:off x="5118045"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F4D7AB7B-F70A-497C-8980-4B5C574B9663}"/>
              </a:ext>
            </a:extLst>
          </p:cNvPr>
          <p:cNvSpPr>
            <a:spLocks xmlns:a="http://schemas.openxmlformats.org/drawingml/2006/main" noGrp="1"/>
          </p:cNvSpPr>
          <p:nvPr/>
        </p:nvSpPr>
        <p:spPr>
          <a:xfrm xmlns:a="http://schemas.openxmlformats.org/drawingml/2006/main">
            <a:off x="5118045"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A290D8CE-A08D-415C-8F13-B3189DAB700E}"/>
              </a:ext>
            </a:extLst>
          </p:cNvPr>
          <p:cNvSpPr>
            <a:spLocks xmlns:a="http://schemas.openxmlformats.org/drawingml/2006/main" noGrp="1"/>
          </p:cNvSpPr>
          <p:nvPr/>
        </p:nvSpPr>
        <p:spPr>
          <a:xfrm xmlns:a="http://schemas.openxmlformats.org/drawingml/2006/main">
            <a:off x="5118045"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B90F0C87-D85A-4295-A56E-C78A4B3BD742}"/>
              </a:ext>
            </a:extLst>
          </p:cNvPr>
          <p:cNvSpPr>
            <a:spLocks xmlns:a="http://schemas.openxmlformats.org/drawingml/2006/main" noGrp="1"/>
          </p:cNvSpPr>
          <p:nvPr/>
        </p:nvSpPr>
        <p:spPr>
          <a:xfrm xmlns:a="http://schemas.openxmlformats.org/drawingml/2006/main">
            <a:off x="5118045"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C90690AF-2B69-467B-A0AB-078E27D91CA6}"/>
              </a:ext>
            </a:extLst>
          </p:cNvPr>
          <p:cNvSpPr>
            <a:spLocks xmlns:a="http://schemas.openxmlformats.org/drawingml/2006/main" noGrp="1"/>
          </p:cNvSpPr>
          <p:nvPr/>
        </p:nvSpPr>
        <p:spPr>
          <a:xfrm xmlns:a="http://schemas.openxmlformats.org/drawingml/2006/main">
            <a:off x="5118045"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4E3A37A5-EEE0-4E87-8240-B23405CA3257}"/>
              </a:ext>
            </a:extLst>
          </p:cNvPr>
          <p:cNvSpPr>
            <a:spLocks xmlns:a="http://schemas.openxmlformats.org/drawingml/2006/main" noGrp="1"/>
          </p:cNvSpPr>
          <p:nvPr/>
        </p:nvSpPr>
        <p:spPr>
          <a:xfrm xmlns:a="http://schemas.openxmlformats.org/drawingml/2006/main">
            <a:off x="5118045"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0D26620E-04C7-45E0-8FC7-9CAEAE58949A}"/>
              </a:ext>
            </a:extLst>
          </p:cNvPr>
          <p:cNvSpPr>
            <a:spLocks xmlns:a="http://schemas.openxmlformats.org/drawingml/2006/main" noGrp="1"/>
          </p:cNvSpPr>
          <p:nvPr/>
        </p:nvSpPr>
        <p:spPr>
          <a:xfrm xmlns:a="http://schemas.openxmlformats.org/drawingml/2006/main">
            <a:off x="5118045"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7B9C3250-4F79-4066-B3DA-0B05A5B3D7F4}"/>
              </a:ext>
            </a:extLst>
          </p:cNvPr>
          <p:cNvSpPr>
            <a:spLocks xmlns:a="http://schemas.openxmlformats.org/drawingml/2006/main" noGrp="1"/>
          </p:cNvSpPr>
          <p:nvPr/>
        </p:nvSpPr>
        <p:spPr>
          <a:xfrm xmlns:a="http://schemas.openxmlformats.org/drawingml/2006/main">
            <a:off x="5118045"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E1FDD127-448E-48D6-9F01-6855E60D9DC5}"/>
              </a:ext>
            </a:extLst>
          </p:cNvPr>
          <p:cNvSpPr>
            <a:spLocks xmlns:a="http://schemas.openxmlformats.org/drawingml/2006/main" noGrp="1"/>
          </p:cNvSpPr>
          <p:nvPr/>
        </p:nvSpPr>
        <p:spPr>
          <a:xfrm xmlns:a="http://schemas.openxmlformats.org/drawingml/2006/main">
            <a:off x="5118045"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55452ED2-BF85-47D0-982C-C300E514E2BD}"/>
              </a:ext>
            </a:extLst>
          </p:cNvPr>
          <p:cNvSpPr>
            <a:spLocks xmlns:a="http://schemas.openxmlformats.org/drawingml/2006/main" noGrp="1"/>
          </p:cNvSpPr>
          <p:nvPr/>
        </p:nvSpPr>
        <p:spPr>
          <a:xfrm xmlns:a="http://schemas.openxmlformats.org/drawingml/2006/main">
            <a:off x="5118045"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CD94620C-BAFE-4B36-805B-5E2D3A2B1B45}"/>
              </a:ext>
            </a:extLst>
          </p:cNvPr>
          <p:cNvSpPr>
            <a:spLocks xmlns:a="http://schemas.openxmlformats.org/drawingml/2006/main" noGrp="1"/>
          </p:cNvSpPr>
          <p:nvPr/>
        </p:nvSpPr>
        <p:spPr>
          <a:xfrm xmlns:a="http://schemas.openxmlformats.org/drawingml/2006/main">
            <a:off x="5118045"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77340117-88D2-4BCC-ABBB-BB6D4FB0D417}"/>
              </a:ext>
            </a:extLst>
          </p:cNvPr>
          <p:cNvSpPr>
            <a:spLocks xmlns:a="http://schemas.openxmlformats.org/drawingml/2006/main" noGrp="1"/>
          </p:cNvSpPr>
          <p:nvPr/>
        </p:nvSpPr>
        <p:spPr>
          <a:xfrm xmlns:a="http://schemas.openxmlformats.org/drawingml/2006/main">
            <a:off x="5118045"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A10F37D2-D920-4F16-8752-FD63EAC2D231}"/>
              </a:ext>
            </a:extLst>
          </p:cNvPr>
          <p:cNvSpPr>
            <a:spLocks xmlns:a="http://schemas.openxmlformats.org/drawingml/2006/main" noGrp="1"/>
          </p:cNvSpPr>
          <p:nvPr/>
        </p:nvSpPr>
        <p:spPr>
          <a:xfrm xmlns:a="http://schemas.openxmlformats.org/drawingml/2006/main">
            <a:off x="5118045"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5F9910C6-FF1D-443F-BC4F-ECEAE124FD82}"/>
              </a:ext>
            </a:extLst>
          </p:cNvPr>
          <p:cNvSpPr>
            <a:spLocks xmlns:a="http://schemas.openxmlformats.org/drawingml/2006/main" noGrp="1"/>
          </p:cNvSpPr>
          <p:nvPr/>
        </p:nvSpPr>
        <p:spPr>
          <a:xfrm xmlns:a="http://schemas.openxmlformats.org/drawingml/2006/main">
            <a:off x="517893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3EAEB915-3CCA-4729-BA02-445B81E5A44C}"/>
              </a:ext>
            </a:extLst>
          </p:cNvPr>
          <p:cNvSpPr>
            <a:spLocks xmlns:a="http://schemas.openxmlformats.org/drawingml/2006/main" noGrp="1"/>
          </p:cNvSpPr>
          <p:nvPr/>
        </p:nvSpPr>
        <p:spPr>
          <a:xfrm xmlns:a="http://schemas.openxmlformats.org/drawingml/2006/main">
            <a:off x="517893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C9A43056-ECEE-4B15-9FA7-E0215064D379}"/>
              </a:ext>
            </a:extLst>
          </p:cNvPr>
          <p:cNvSpPr>
            <a:spLocks xmlns:a="http://schemas.openxmlformats.org/drawingml/2006/main" noGrp="1"/>
          </p:cNvSpPr>
          <p:nvPr/>
        </p:nvSpPr>
        <p:spPr>
          <a:xfrm xmlns:a="http://schemas.openxmlformats.org/drawingml/2006/main">
            <a:off x="5178937"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3A475A9B-7E5E-4B4F-9F56-9A4506A69AE6}"/>
              </a:ext>
            </a:extLst>
          </p:cNvPr>
          <p:cNvSpPr>
            <a:spLocks xmlns:a="http://schemas.openxmlformats.org/drawingml/2006/main" noGrp="1"/>
          </p:cNvSpPr>
          <p:nvPr/>
        </p:nvSpPr>
        <p:spPr>
          <a:xfrm xmlns:a="http://schemas.openxmlformats.org/drawingml/2006/main">
            <a:off x="5178937"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0E4390FC-C3A5-4393-A0F9-EBABFECA16DA}"/>
              </a:ext>
            </a:extLst>
          </p:cNvPr>
          <p:cNvSpPr>
            <a:spLocks xmlns:a="http://schemas.openxmlformats.org/drawingml/2006/main" noGrp="1"/>
          </p:cNvSpPr>
          <p:nvPr/>
        </p:nvSpPr>
        <p:spPr>
          <a:xfrm xmlns:a="http://schemas.openxmlformats.org/drawingml/2006/main">
            <a:off x="517893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E6065944-B1B5-45CD-8AC3-9DCD919239F5}"/>
              </a:ext>
            </a:extLst>
          </p:cNvPr>
          <p:cNvSpPr>
            <a:spLocks xmlns:a="http://schemas.openxmlformats.org/drawingml/2006/main" noGrp="1"/>
          </p:cNvSpPr>
          <p:nvPr/>
        </p:nvSpPr>
        <p:spPr>
          <a:xfrm xmlns:a="http://schemas.openxmlformats.org/drawingml/2006/main">
            <a:off x="5178937"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24C08701-E1AE-4281-83DE-772892FE26A0}"/>
              </a:ext>
            </a:extLst>
          </p:cNvPr>
          <p:cNvSpPr>
            <a:spLocks xmlns:a="http://schemas.openxmlformats.org/drawingml/2006/main" noGrp="1"/>
          </p:cNvSpPr>
          <p:nvPr/>
        </p:nvSpPr>
        <p:spPr>
          <a:xfrm xmlns:a="http://schemas.openxmlformats.org/drawingml/2006/main">
            <a:off x="5178937"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7DAD0ACF-13B2-43F8-A063-A98C58A19F26}"/>
              </a:ext>
            </a:extLst>
          </p:cNvPr>
          <p:cNvSpPr>
            <a:spLocks xmlns:a="http://schemas.openxmlformats.org/drawingml/2006/main" noGrp="1"/>
          </p:cNvSpPr>
          <p:nvPr/>
        </p:nvSpPr>
        <p:spPr>
          <a:xfrm xmlns:a="http://schemas.openxmlformats.org/drawingml/2006/main">
            <a:off x="5178937"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3D499DD9-6991-45F6-B976-9B4DCDC6928C}"/>
              </a:ext>
            </a:extLst>
          </p:cNvPr>
          <p:cNvSpPr>
            <a:spLocks xmlns:a="http://schemas.openxmlformats.org/drawingml/2006/main" noGrp="1"/>
          </p:cNvSpPr>
          <p:nvPr/>
        </p:nvSpPr>
        <p:spPr>
          <a:xfrm xmlns:a="http://schemas.openxmlformats.org/drawingml/2006/main">
            <a:off x="5178937"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3E9EECB1-F878-4913-9DD5-D9F129934373}"/>
              </a:ext>
            </a:extLst>
          </p:cNvPr>
          <p:cNvSpPr>
            <a:spLocks xmlns:a="http://schemas.openxmlformats.org/drawingml/2006/main" noGrp="1"/>
          </p:cNvSpPr>
          <p:nvPr/>
        </p:nvSpPr>
        <p:spPr>
          <a:xfrm xmlns:a="http://schemas.openxmlformats.org/drawingml/2006/main">
            <a:off x="5178937"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C80205E2-86DF-44BB-9297-E027C9BEAD09}"/>
              </a:ext>
            </a:extLst>
          </p:cNvPr>
          <p:cNvSpPr>
            <a:spLocks xmlns:a="http://schemas.openxmlformats.org/drawingml/2006/main" noGrp="1"/>
          </p:cNvSpPr>
          <p:nvPr/>
        </p:nvSpPr>
        <p:spPr>
          <a:xfrm xmlns:a="http://schemas.openxmlformats.org/drawingml/2006/main">
            <a:off x="5239829"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89302768-23DB-476F-BC65-71311BCA78A1}"/>
              </a:ext>
            </a:extLst>
          </p:cNvPr>
          <p:cNvSpPr>
            <a:spLocks xmlns:a="http://schemas.openxmlformats.org/drawingml/2006/main" noGrp="1"/>
          </p:cNvSpPr>
          <p:nvPr/>
        </p:nvSpPr>
        <p:spPr>
          <a:xfrm xmlns:a="http://schemas.openxmlformats.org/drawingml/2006/main">
            <a:off x="5239829"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07C27260-01AD-48E2-84EC-125DD50980A3}"/>
              </a:ext>
            </a:extLst>
          </p:cNvPr>
          <p:cNvSpPr>
            <a:spLocks xmlns:a="http://schemas.openxmlformats.org/drawingml/2006/main" noGrp="1"/>
          </p:cNvSpPr>
          <p:nvPr/>
        </p:nvSpPr>
        <p:spPr>
          <a:xfrm xmlns:a="http://schemas.openxmlformats.org/drawingml/2006/main">
            <a:off x="5239829"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8B933273-782D-46A2-9054-38E5DBB78A7C}"/>
              </a:ext>
            </a:extLst>
          </p:cNvPr>
          <p:cNvSpPr>
            <a:spLocks xmlns:a="http://schemas.openxmlformats.org/drawingml/2006/main" noGrp="1"/>
          </p:cNvSpPr>
          <p:nvPr/>
        </p:nvSpPr>
        <p:spPr>
          <a:xfrm xmlns:a="http://schemas.openxmlformats.org/drawingml/2006/main">
            <a:off x="5239829"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3905846B-F862-450C-8986-42FF011CDFB8}"/>
              </a:ext>
            </a:extLst>
          </p:cNvPr>
          <p:cNvSpPr>
            <a:spLocks xmlns:a="http://schemas.openxmlformats.org/drawingml/2006/main" noGrp="1"/>
          </p:cNvSpPr>
          <p:nvPr/>
        </p:nvSpPr>
        <p:spPr>
          <a:xfrm xmlns:a="http://schemas.openxmlformats.org/drawingml/2006/main">
            <a:off x="523982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C7D1C137-53A2-4FBE-842D-7D51416C8FA8}"/>
              </a:ext>
            </a:extLst>
          </p:cNvPr>
          <p:cNvSpPr>
            <a:spLocks xmlns:a="http://schemas.openxmlformats.org/drawingml/2006/main" noGrp="1"/>
          </p:cNvSpPr>
          <p:nvPr/>
        </p:nvSpPr>
        <p:spPr>
          <a:xfrm xmlns:a="http://schemas.openxmlformats.org/drawingml/2006/main">
            <a:off x="523982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AA013F7C-7FE3-48AA-89D1-E81611B1F9BB}"/>
              </a:ext>
            </a:extLst>
          </p:cNvPr>
          <p:cNvSpPr>
            <a:spLocks xmlns:a="http://schemas.openxmlformats.org/drawingml/2006/main" noGrp="1"/>
          </p:cNvSpPr>
          <p:nvPr/>
        </p:nvSpPr>
        <p:spPr>
          <a:xfrm xmlns:a="http://schemas.openxmlformats.org/drawingml/2006/main">
            <a:off x="5239829"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A83BDD47-797E-4077-9068-4F050BA8B73E}"/>
              </a:ext>
            </a:extLst>
          </p:cNvPr>
          <p:cNvSpPr>
            <a:spLocks xmlns:a="http://schemas.openxmlformats.org/drawingml/2006/main" noGrp="1"/>
          </p:cNvSpPr>
          <p:nvPr/>
        </p:nvSpPr>
        <p:spPr>
          <a:xfrm xmlns:a="http://schemas.openxmlformats.org/drawingml/2006/main">
            <a:off x="5239829"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06A414E6-5AA2-4215-B06A-704174DDB071}"/>
              </a:ext>
            </a:extLst>
          </p:cNvPr>
          <p:cNvSpPr>
            <a:spLocks xmlns:a="http://schemas.openxmlformats.org/drawingml/2006/main" noGrp="1"/>
          </p:cNvSpPr>
          <p:nvPr/>
        </p:nvSpPr>
        <p:spPr>
          <a:xfrm xmlns:a="http://schemas.openxmlformats.org/drawingml/2006/main">
            <a:off x="5239829"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10A14618-D8AA-471C-99A1-8D3D04EE9015}"/>
              </a:ext>
            </a:extLst>
          </p:cNvPr>
          <p:cNvSpPr>
            <a:spLocks xmlns:a="http://schemas.openxmlformats.org/drawingml/2006/main" noGrp="1"/>
          </p:cNvSpPr>
          <p:nvPr/>
        </p:nvSpPr>
        <p:spPr>
          <a:xfrm xmlns:a="http://schemas.openxmlformats.org/drawingml/2006/main">
            <a:off x="5239829"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6D193D32-11F0-4A4D-B3B1-8CA665618873}"/>
              </a:ext>
            </a:extLst>
          </p:cNvPr>
          <p:cNvSpPr>
            <a:spLocks xmlns:a="http://schemas.openxmlformats.org/drawingml/2006/main" noGrp="1"/>
          </p:cNvSpPr>
          <p:nvPr/>
        </p:nvSpPr>
        <p:spPr>
          <a:xfrm xmlns:a="http://schemas.openxmlformats.org/drawingml/2006/main">
            <a:off x="5239829"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F081AC88-B4AE-4A0E-8403-AF5FFC542109}"/>
              </a:ext>
            </a:extLst>
          </p:cNvPr>
          <p:cNvSpPr>
            <a:spLocks xmlns:a="http://schemas.openxmlformats.org/drawingml/2006/main" noGrp="1"/>
          </p:cNvSpPr>
          <p:nvPr/>
        </p:nvSpPr>
        <p:spPr>
          <a:xfrm xmlns:a="http://schemas.openxmlformats.org/drawingml/2006/main">
            <a:off x="5239829"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B6CAED09-CE18-4D57-BE61-817ED13EAB25}"/>
              </a:ext>
            </a:extLst>
          </p:cNvPr>
          <p:cNvSpPr>
            <a:spLocks xmlns:a="http://schemas.openxmlformats.org/drawingml/2006/main" noGrp="1"/>
          </p:cNvSpPr>
          <p:nvPr/>
        </p:nvSpPr>
        <p:spPr>
          <a:xfrm xmlns:a="http://schemas.openxmlformats.org/drawingml/2006/main">
            <a:off x="530072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208E2C93-E8E6-402F-96FD-92B8F2FD906F}"/>
              </a:ext>
            </a:extLst>
          </p:cNvPr>
          <p:cNvSpPr>
            <a:spLocks xmlns:a="http://schemas.openxmlformats.org/drawingml/2006/main" noGrp="1"/>
          </p:cNvSpPr>
          <p:nvPr/>
        </p:nvSpPr>
        <p:spPr>
          <a:xfrm xmlns:a="http://schemas.openxmlformats.org/drawingml/2006/main">
            <a:off x="5300721"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44ABA76D-F92D-4D52-8A97-19B02D4D41B1}"/>
              </a:ext>
            </a:extLst>
          </p:cNvPr>
          <p:cNvSpPr>
            <a:spLocks xmlns:a="http://schemas.openxmlformats.org/drawingml/2006/main" noGrp="1"/>
          </p:cNvSpPr>
          <p:nvPr/>
        </p:nvSpPr>
        <p:spPr>
          <a:xfrm xmlns:a="http://schemas.openxmlformats.org/drawingml/2006/main">
            <a:off x="530072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7618E1B5-567A-47CC-85C8-39DF2F12A9A8}"/>
              </a:ext>
            </a:extLst>
          </p:cNvPr>
          <p:cNvSpPr>
            <a:spLocks xmlns:a="http://schemas.openxmlformats.org/drawingml/2006/main" noGrp="1"/>
          </p:cNvSpPr>
          <p:nvPr/>
        </p:nvSpPr>
        <p:spPr>
          <a:xfrm xmlns:a="http://schemas.openxmlformats.org/drawingml/2006/main">
            <a:off x="530072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E2601A40-EC3E-4C9E-9268-A978B1965176}"/>
              </a:ext>
            </a:extLst>
          </p:cNvPr>
          <p:cNvSpPr>
            <a:spLocks xmlns:a="http://schemas.openxmlformats.org/drawingml/2006/main" noGrp="1"/>
          </p:cNvSpPr>
          <p:nvPr/>
        </p:nvSpPr>
        <p:spPr>
          <a:xfrm xmlns:a="http://schemas.openxmlformats.org/drawingml/2006/main">
            <a:off x="530072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3E3C1D4D-109F-4CBE-9ECF-1E57CB76789B}"/>
              </a:ext>
            </a:extLst>
          </p:cNvPr>
          <p:cNvSpPr>
            <a:spLocks xmlns:a="http://schemas.openxmlformats.org/drawingml/2006/main" noGrp="1"/>
          </p:cNvSpPr>
          <p:nvPr/>
        </p:nvSpPr>
        <p:spPr>
          <a:xfrm xmlns:a="http://schemas.openxmlformats.org/drawingml/2006/main">
            <a:off x="5300721"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B6CB98CF-544A-49A5-949A-317575A6FC0F}"/>
              </a:ext>
            </a:extLst>
          </p:cNvPr>
          <p:cNvSpPr>
            <a:spLocks xmlns:a="http://schemas.openxmlformats.org/drawingml/2006/main" noGrp="1"/>
          </p:cNvSpPr>
          <p:nvPr/>
        </p:nvSpPr>
        <p:spPr>
          <a:xfrm xmlns:a="http://schemas.openxmlformats.org/drawingml/2006/main">
            <a:off x="5300721"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C67B6872-2D23-4806-99E4-AAD3BDAEF38C}"/>
              </a:ext>
            </a:extLst>
          </p:cNvPr>
          <p:cNvSpPr>
            <a:spLocks xmlns:a="http://schemas.openxmlformats.org/drawingml/2006/main" noGrp="1"/>
          </p:cNvSpPr>
          <p:nvPr/>
        </p:nvSpPr>
        <p:spPr>
          <a:xfrm xmlns:a="http://schemas.openxmlformats.org/drawingml/2006/main">
            <a:off x="5300721"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1CBA9355-3C51-495E-AB10-A7B9DC6F6E57}"/>
              </a:ext>
            </a:extLst>
          </p:cNvPr>
          <p:cNvSpPr>
            <a:spLocks xmlns:a="http://schemas.openxmlformats.org/drawingml/2006/main" noGrp="1"/>
          </p:cNvSpPr>
          <p:nvPr/>
        </p:nvSpPr>
        <p:spPr>
          <a:xfrm xmlns:a="http://schemas.openxmlformats.org/drawingml/2006/main">
            <a:off x="5300721"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A3BC33D1-94EF-4453-A44B-21A49D979D1F}"/>
              </a:ext>
            </a:extLst>
          </p:cNvPr>
          <p:cNvSpPr>
            <a:spLocks xmlns:a="http://schemas.openxmlformats.org/drawingml/2006/main" noGrp="1"/>
          </p:cNvSpPr>
          <p:nvPr/>
        </p:nvSpPr>
        <p:spPr>
          <a:xfrm xmlns:a="http://schemas.openxmlformats.org/drawingml/2006/main">
            <a:off x="5300721"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9E9FBC06-2CEE-439E-9FF3-0D6F8DA6D2B4}"/>
              </a:ext>
            </a:extLst>
          </p:cNvPr>
          <p:cNvSpPr>
            <a:spLocks xmlns:a="http://schemas.openxmlformats.org/drawingml/2006/main" noGrp="1"/>
          </p:cNvSpPr>
          <p:nvPr/>
        </p:nvSpPr>
        <p:spPr>
          <a:xfrm xmlns:a="http://schemas.openxmlformats.org/drawingml/2006/main">
            <a:off x="536161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62BBABF5-33D3-4618-94B6-3F17430C011C}"/>
              </a:ext>
            </a:extLst>
          </p:cNvPr>
          <p:cNvSpPr>
            <a:spLocks xmlns:a="http://schemas.openxmlformats.org/drawingml/2006/main" noGrp="1"/>
          </p:cNvSpPr>
          <p:nvPr/>
        </p:nvSpPr>
        <p:spPr>
          <a:xfrm xmlns:a="http://schemas.openxmlformats.org/drawingml/2006/main">
            <a:off x="5361612"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D6581075-89F4-4FFE-827F-47748DC6C5AE}"/>
              </a:ext>
            </a:extLst>
          </p:cNvPr>
          <p:cNvSpPr>
            <a:spLocks xmlns:a="http://schemas.openxmlformats.org/drawingml/2006/main" noGrp="1"/>
          </p:cNvSpPr>
          <p:nvPr/>
        </p:nvSpPr>
        <p:spPr>
          <a:xfrm xmlns:a="http://schemas.openxmlformats.org/drawingml/2006/main">
            <a:off x="5361612"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2BDDBEC2-3736-4448-8C7A-FE6B668AC1A2}"/>
              </a:ext>
            </a:extLst>
          </p:cNvPr>
          <p:cNvSpPr>
            <a:spLocks xmlns:a="http://schemas.openxmlformats.org/drawingml/2006/main" noGrp="1"/>
          </p:cNvSpPr>
          <p:nvPr/>
        </p:nvSpPr>
        <p:spPr>
          <a:xfrm xmlns:a="http://schemas.openxmlformats.org/drawingml/2006/main">
            <a:off x="5361612"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8087CC0C-9221-4BE0-80A9-46968919A7BD}"/>
              </a:ext>
            </a:extLst>
          </p:cNvPr>
          <p:cNvSpPr>
            <a:spLocks xmlns:a="http://schemas.openxmlformats.org/drawingml/2006/main" noGrp="1"/>
          </p:cNvSpPr>
          <p:nvPr/>
        </p:nvSpPr>
        <p:spPr>
          <a:xfrm xmlns:a="http://schemas.openxmlformats.org/drawingml/2006/main">
            <a:off x="5361612"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24F87AAF-ACAA-4094-A1C0-715888A7E5A2}"/>
              </a:ext>
            </a:extLst>
          </p:cNvPr>
          <p:cNvSpPr>
            <a:spLocks xmlns:a="http://schemas.openxmlformats.org/drawingml/2006/main" noGrp="1"/>
          </p:cNvSpPr>
          <p:nvPr/>
        </p:nvSpPr>
        <p:spPr>
          <a:xfrm xmlns:a="http://schemas.openxmlformats.org/drawingml/2006/main">
            <a:off x="542250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0A000886-BC45-46A7-B80A-BA8B70A6274B}"/>
              </a:ext>
            </a:extLst>
          </p:cNvPr>
          <p:cNvSpPr>
            <a:spLocks xmlns:a="http://schemas.openxmlformats.org/drawingml/2006/main" noGrp="1"/>
          </p:cNvSpPr>
          <p:nvPr/>
        </p:nvSpPr>
        <p:spPr>
          <a:xfrm xmlns:a="http://schemas.openxmlformats.org/drawingml/2006/main">
            <a:off x="5422504"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EC9C92CB-5109-4473-8B97-98DCFAD9415B}"/>
              </a:ext>
            </a:extLst>
          </p:cNvPr>
          <p:cNvSpPr>
            <a:spLocks xmlns:a="http://schemas.openxmlformats.org/drawingml/2006/main" noGrp="1"/>
          </p:cNvSpPr>
          <p:nvPr/>
        </p:nvSpPr>
        <p:spPr>
          <a:xfrm xmlns:a="http://schemas.openxmlformats.org/drawingml/2006/main">
            <a:off x="5422504"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B199D6B6-B9F6-4FAC-831F-44B833D946E0}"/>
              </a:ext>
            </a:extLst>
          </p:cNvPr>
          <p:cNvSpPr>
            <a:spLocks xmlns:a="http://schemas.openxmlformats.org/drawingml/2006/main" noGrp="1"/>
          </p:cNvSpPr>
          <p:nvPr/>
        </p:nvSpPr>
        <p:spPr>
          <a:xfrm xmlns:a="http://schemas.openxmlformats.org/drawingml/2006/main">
            <a:off x="5422504"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4C864791-F782-477A-B50E-330163A7B9B4}"/>
              </a:ext>
            </a:extLst>
          </p:cNvPr>
          <p:cNvSpPr>
            <a:spLocks xmlns:a="http://schemas.openxmlformats.org/drawingml/2006/main" noGrp="1"/>
          </p:cNvSpPr>
          <p:nvPr/>
        </p:nvSpPr>
        <p:spPr>
          <a:xfrm xmlns:a="http://schemas.openxmlformats.org/drawingml/2006/main">
            <a:off x="5483396"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8B0012FC-FC5E-40DD-BC05-F0E7FE0D9DAA}"/>
              </a:ext>
            </a:extLst>
          </p:cNvPr>
          <p:cNvSpPr>
            <a:spLocks xmlns:a="http://schemas.openxmlformats.org/drawingml/2006/main" noGrp="1"/>
          </p:cNvSpPr>
          <p:nvPr/>
        </p:nvSpPr>
        <p:spPr>
          <a:xfrm xmlns:a="http://schemas.openxmlformats.org/drawingml/2006/main">
            <a:off x="5483396"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77AC982D-8516-4C2D-9395-952529E27CB5}"/>
              </a:ext>
            </a:extLst>
          </p:cNvPr>
          <p:cNvSpPr>
            <a:spLocks xmlns:a="http://schemas.openxmlformats.org/drawingml/2006/main" noGrp="1"/>
          </p:cNvSpPr>
          <p:nvPr/>
        </p:nvSpPr>
        <p:spPr>
          <a:xfrm xmlns:a="http://schemas.openxmlformats.org/drawingml/2006/main">
            <a:off x="5483396"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645DA67B-6285-457A-A4BE-B088988A295C}"/>
              </a:ext>
            </a:extLst>
          </p:cNvPr>
          <p:cNvSpPr>
            <a:spLocks xmlns:a="http://schemas.openxmlformats.org/drawingml/2006/main" noGrp="1"/>
          </p:cNvSpPr>
          <p:nvPr/>
        </p:nvSpPr>
        <p:spPr>
          <a:xfrm xmlns:a="http://schemas.openxmlformats.org/drawingml/2006/main">
            <a:off x="5483396"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07335722-C5C4-4BC8-A538-9FC84DE39429}"/>
              </a:ext>
            </a:extLst>
          </p:cNvPr>
          <p:cNvSpPr>
            <a:spLocks xmlns:a="http://schemas.openxmlformats.org/drawingml/2006/main" noGrp="1"/>
          </p:cNvSpPr>
          <p:nvPr/>
        </p:nvSpPr>
        <p:spPr>
          <a:xfrm xmlns:a="http://schemas.openxmlformats.org/drawingml/2006/main">
            <a:off x="5483396"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8B61F56A-33D3-44B3-8D59-D7790D02327E}"/>
              </a:ext>
            </a:extLst>
          </p:cNvPr>
          <p:cNvSpPr>
            <a:spLocks xmlns:a="http://schemas.openxmlformats.org/drawingml/2006/main" noGrp="1"/>
          </p:cNvSpPr>
          <p:nvPr/>
        </p:nvSpPr>
        <p:spPr>
          <a:xfrm xmlns:a="http://schemas.openxmlformats.org/drawingml/2006/main">
            <a:off x="5544288"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A56D7A12-2895-4CB6-AA61-C06A95731D4F}"/>
              </a:ext>
            </a:extLst>
          </p:cNvPr>
          <p:cNvSpPr>
            <a:spLocks xmlns:a="http://schemas.openxmlformats.org/drawingml/2006/main" noGrp="1"/>
          </p:cNvSpPr>
          <p:nvPr/>
        </p:nvSpPr>
        <p:spPr>
          <a:xfrm xmlns:a="http://schemas.openxmlformats.org/drawingml/2006/main">
            <a:off x="5544288"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AB4DF9EA-593B-48B7-B3CE-9F31DDCE769D}"/>
              </a:ext>
            </a:extLst>
          </p:cNvPr>
          <p:cNvSpPr>
            <a:spLocks xmlns:a="http://schemas.openxmlformats.org/drawingml/2006/main" noGrp="1"/>
          </p:cNvSpPr>
          <p:nvPr/>
        </p:nvSpPr>
        <p:spPr>
          <a:xfrm xmlns:a="http://schemas.openxmlformats.org/drawingml/2006/main">
            <a:off x="5544288"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3CB2278E-BDF5-4DAE-93E2-78DF02D31A1E}"/>
              </a:ext>
            </a:extLst>
          </p:cNvPr>
          <p:cNvSpPr>
            <a:spLocks xmlns:a="http://schemas.openxmlformats.org/drawingml/2006/main" noGrp="1"/>
          </p:cNvSpPr>
          <p:nvPr/>
        </p:nvSpPr>
        <p:spPr>
          <a:xfrm xmlns:a="http://schemas.openxmlformats.org/drawingml/2006/main">
            <a:off x="5544288"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CA7E4C0E-E799-4430-84DF-1D245874A155}"/>
              </a:ext>
            </a:extLst>
          </p:cNvPr>
          <p:cNvSpPr>
            <a:spLocks xmlns:a="http://schemas.openxmlformats.org/drawingml/2006/main" noGrp="1"/>
          </p:cNvSpPr>
          <p:nvPr/>
        </p:nvSpPr>
        <p:spPr>
          <a:xfrm xmlns:a="http://schemas.openxmlformats.org/drawingml/2006/main">
            <a:off x="5605180"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7D4E9AF3-3FA9-4226-B4C6-181A8BD2FF1B}"/>
              </a:ext>
            </a:extLst>
          </p:cNvPr>
          <p:cNvSpPr>
            <a:spLocks xmlns:a="http://schemas.openxmlformats.org/drawingml/2006/main" noGrp="1"/>
          </p:cNvSpPr>
          <p:nvPr/>
        </p:nvSpPr>
        <p:spPr>
          <a:xfrm xmlns:a="http://schemas.openxmlformats.org/drawingml/2006/main">
            <a:off x="5605180"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BA664380-8D7F-4C6A-BD5B-B6D78BE3DD8B}"/>
              </a:ext>
            </a:extLst>
          </p:cNvPr>
          <p:cNvSpPr>
            <a:spLocks xmlns:a="http://schemas.openxmlformats.org/drawingml/2006/main" noGrp="1"/>
          </p:cNvSpPr>
          <p:nvPr/>
        </p:nvSpPr>
        <p:spPr>
          <a:xfrm xmlns:a="http://schemas.openxmlformats.org/drawingml/2006/main">
            <a:off x="5605180"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7BDFA295-792D-4216-972E-BCF00DFEE694}"/>
              </a:ext>
            </a:extLst>
          </p:cNvPr>
          <p:cNvSpPr>
            <a:spLocks xmlns:a="http://schemas.openxmlformats.org/drawingml/2006/main" noGrp="1"/>
          </p:cNvSpPr>
          <p:nvPr/>
        </p:nvSpPr>
        <p:spPr>
          <a:xfrm xmlns:a="http://schemas.openxmlformats.org/drawingml/2006/main">
            <a:off x="5605180"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2EAF5BD2-92CC-4A79-AEBF-D18B0EBE7602}"/>
              </a:ext>
            </a:extLst>
          </p:cNvPr>
          <p:cNvSpPr>
            <a:spLocks xmlns:a="http://schemas.openxmlformats.org/drawingml/2006/main" noGrp="1"/>
          </p:cNvSpPr>
          <p:nvPr/>
        </p:nvSpPr>
        <p:spPr>
          <a:xfrm xmlns:a="http://schemas.openxmlformats.org/drawingml/2006/main">
            <a:off x="5605180"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9ADF9406-F959-4740-8827-B69616F6FE53}"/>
              </a:ext>
            </a:extLst>
          </p:cNvPr>
          <p:cNvSpPr>
            <a:spLocks xmlns:a="http://schemas.openxmlformats.org/drawingml/2006/main" noGrp="1"/>
          </p:cNvSpPr>
          <p:nvPr/>
        </p:nvSpPr>
        <p:spPr>
          <a:xfrm xmlns:a="http://schemas.openxmlformats.org/drawingml/2006/main">
            <a:off x="5605180"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447A226B-4B07-4BA3-BE6D-CB254276AB3D}"/>
              </a:ext>
            </a:extLst>
          </p:cNvPr>
          <p:cNvSpPr>
            <a:spLocks xmlns:a="http://schemas.openxmlformats.org/drawingml/2006/main" noGrp="1"/>
          </p:cNvSpPr>
          <p:nvPr/>
        </p:nvSpPr>
        <p:spPr>
          <a:xfrm xmlns:a="http://schemas.openxmlformats.org/drawingml/2006/main">
            <a:off x="5666072"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638CCC8C-B27A-4F4D-A593-4F5F86BF76C6}"/>
              </a:ext>
            </a:extLst>
          </p:cNvPr>
          <p:cNvSpPr>
            <a:spLocks xmlns:a="http://schemas.openxmlformats.org/drawingml/2006/main" noGrp="1"/>
          </p:cNvSpPr>
          <p:nvPr/>
        </p:nvSpPr>
        <p:spPr>
          <a:xfrm xmlns:a="http://schemas.openxmlformats.org/drawingml/2006/main">
            <a:off x="566607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E7505A18-EE08-4890-B831-7A6D9A3A5641}"/>
              </a:ext>
            </a:extLst>
          </p:cNvPr>
          <p:cNvSpPr>
            <a:spLocks xmlns:a="http://schemas.openxmlformats.org/drawingml/2006/main" noGrp="1"/>
          </p:cNvSpPr>
          <p:nvPr/>
        </p:nvSpPr>
        <p:spPr>
          <a:xfrm xmlns:a="http://schemas.openxmlformats.org/drawingml/2006/main">
            <a:off x="5666072"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64286EE4-7A5D-473E-BD30-E9FF4C6006AD}"/>
              </a:ext>
            </a:extLst>
          </p:cNvPr>
          <p:cNvSpPr>
            <a:spLocks xmlns:a="http://schemas.openxmlformats.org/drawingml/2006/main" noGrp="1"/>
          </p:cNvSpPr>
          <p:nvPr/>
        </p:nvSpPr>
        <p:spPr>
          <a:xfrm xmlns:a="http://schemas.openxmlformats.org/drawingml/2006/main">
            <a:off x="5666072"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D6301CED-B4ED-42AF-B7DF-748FCB686D26}"/>
              </a:ext>
            </a:extLst>
          </p:cNvPr>
          <p:cNvSpPr>
            <a:spLocks xmlns:a="http://schemas.openxmlformats.org/drawingml/2006/main" noGrp="1"/>
          </p:cNvSpPr>
          <p:nvPr/>
        </p:nvSpPr>
        <p:spPr>
          <a:xfrm xmlns:a="http://schemas.openxmlformats.org/drawingml/2006/main">
            <a:off x="5666072"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6D9FBF6B-5AD5-41BA-95E8-E1B59739E936}"/>
              </a:ext>
            </a:extLst>
          </p:cNvPr>
          <p:cNvSpPr>
            <a:spLocks xmlns:a="http://schemas.openxmlformats.org/drawingml/2006/main" noGrp="1"/>
          </p:cNvSpPr>
          <p:nvPr/>
        </p:nvSpPr>
        <p:spPr>
          <a:xfrm xmlns:a="http://schemas.openxmlformats.org/drawingml/2006/main">
            <a:off x="572696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413DCB69-3A82-4FFE-8046-324D35908DF7}"/>
              </a:ext>
            </a:extLst>
          </p:cNvPr>
          <p:cNvSpPr>
            <a:spLocks xmlns:a="http://schemas.openxmlformats.org/drawingml/2006/main" noGrp="1"/>
          </p:cNvSpPr>
          <p:nvPr/>
        </p:nvSpPr>
        <p:spPr>
          <a:xfrm xmlns:a="http://schemas.openxmlformats.org/drawingml/2006/main">
            <a:off x="572696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05905DBD-2E32-4368-8D4D-F6CAF2770C3E}"/>
              </a:ext>
            </a:extLst>
          </p:cNvPr>
          <p:cNvSpPr>
            <a:spLocks xmlns:a="http://schemas.openxmlformats.org/drawingml/2006/main" noGrp="1"/>
          </p:cNvSpPr>
          <p:nvPr/>
        </p:nvSpPr>
        <p:spPr>
          <a:xfrm xmlns:a="http://schemas.openxmlformats.org/drawingml/2006/main">
            <a:off x="5726964"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3A834448-9FAA-4D22-96DE-AF44FCE1E206}"/>
              </a:ext>
            </a:extLst>
          </p:cNvPr>
          <p:cNvSpPr>
            <a:spLocks xmlns:a="http://schemas.openxmlformats.org/drawingml/2006/main" noGrp="1"/>
          </p:cNvSpPr>
          <p:nvPr/>
        </p:nvSpPr>
        <p:spPr>
          <a:xfrm xmlns:a="http://schemas.openxmlformats.org/drawingml/2006/main">
            <a:off x="5787856"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A5E13F9D-0253-474B-8D01-796F4AD7F1E9}"/>
              </a:ext>
            </a:extLst>
          </p:cNvPr>
          <p:cNvSpPr>
            <a:spLocks xmlns:a="http://schemas.openxmlformats.org/drawingml/2006/main" noGrp="1"/>
          </p:cNvSpPr>
          <p:nvPr/>
        </p:nvSpPr>
        <p:spPr>
          <a:xfrm xmlns:a="http://schemas.openxmlformats.org/drawingml/2006/main">
            <a:off x="5787856"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34B4E224-6339-42EB-B30B-C512C2BC5199}"/>
              </a:ext>
            </a:extLst>
          </p:cNvPr>
          <p:cNvSpPr>
            <a:spLocks xmlns:a="http://schemas.openxmlformats.org/drawingml/2006/main" noGrp="1"/>
          </p:cNvSpPr>
          <p:nvPr/>
        </p:nvSpPr>
        <p:spPr>
          <a:xfrm xmlns:a="http://schemas.openxmlformats.org/drawingml/2006/main">
            <a:off x="5787856"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60B9D2BD-6CE2-47AF-8EFA-6D683105A46A}"/>
              </a:ext>
            </a:extLst>
          </p:cNvPr>
          <p:cNvSpPr>
            <a:spLocks xmlns:a="http://schemas.openxmlformats.org/drawingml/2006/main" noGrp="1"/>
          </p:cNvSpPr>
          <p:nvPr/>
        </p:nvSpPr>
        <p:spPr>
          <a:xfrm xmlns:a="http://schemas.openxmlformats.org/drawingml/2006/main">
            <a:off x="5787856"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31051211-759A-40A3-ADC2-5255E3BA5CCE}"/>
              </a:ext>
            </a:extLst>
          </p:cNvPr>
          <p:cNvSpPr>
            <a:spLocks xmlns:a="http://schemas.openxmlformats.org/drawingml/2006/main" noGrp="1"/>
          </p:cNvSpPr>
          <p:nvPr/>
        </p:nvSpPr>
        <p:spPr>
          <a:xfrm xmlns:a="http://schemas.openxmlformats.org/drawingml/2006/main">
            <a:off x="5787856"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D039965A-96DE-4A73-B8B9-782D827D1AFA}"/>
              </a:ext>
            </a:extLst>
          </p:cNvPr>
          <p:cNvSpPr>
            <a:spLocks xmlns:a="http://schemas.openxmlformats.org/drawingml/2006/main" noGrp="1"/>
          </p:cNvSpPr>
          <p:nvPr/>
        </p:nvSpPr>
        <p:spPr>
          <a:xfrm xmlns:a="http://schemas.openxmlformats.org/drawingml/2006/main">
            <a:off x="5787856"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1C557814-CDA5-4015-A7F9-F0F864C16FDF}"/>
              </a:ext>
            </a:extLst>
          </p:cNvPr>
          <p:cNvSpPr>
            <a:spLocks xmlns:a="http://schemas.openxmlformats.org/drawingml/2006/main" noGrp="1"/>
          </p:cNvSpPr>
          <p:nvPr/>
        </p:nvSpPr>
        <p:spPr>
          <a:xfrm xmlns:a="http://schemas.openxmlformats.org/drawingml/2006/main">
            <a:off x="5787856" y="238125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239FA1C2-7F43-4BA4-A00C-E80539690360}"/>
              </a:ext>
            </a:extLst>
          </p:cNvPr>
          <p:cNvSpPr>
            <a:spLocks xmlns:a="http://schemas.openxmlformats.org/drawingml/2006/main" noGrp="1"/>
          </p:cNvSpPr>
          <p:nvPr/>
        </p:nvSpPr>
        <p:spPr>
          <a:xfrm xmlns:a="http://schemas.openxmlformats.org/drawingml/2006/main">
            <a:off x="584874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ECB71078-D9B2-4E8D-94CE-E70CEB9FE643}"/>
              </a:ext>
            </a:extLst>
          </p:cNvPr>
          <p:cNvSpPr>
            <a:spLocks xmlns:a="http://schemas.openxmlformats.org/drawingml/2006/main" noGrp="1"/>
          </p:cNvSpPr>
          <p:nvPr/>
        </p:nvSpPr>
        <p:spPr>
          <a:xfrm xmlns:a="http://schemas.openxmlformats.org/drawingml/2006/main">
            <a:off x="5848747"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9AFE4BED-4E8E-489C-9499-5DE378C5A9DF}"/>
              </a:ext>
            </a:extLst>
          </p:cNvPr>
          <p:cNvSpPr>
            <a:spLocks xmlns:a="http://schemas.openxmlformats.org/drawingml/2006/main" noGrp="1"/>
          </p:cNvSpPr>
          <p:nvPr/>
        </p:nvSpPr>
        <p:spPr>
          <a:xfrm xmlns:a="http://schemas.openxmlformats.org/drawingml/2006/main">
            <a:off x="5848747"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2595963D-8012-4722-9572-6BBFDD30CF76}"/>
              </a:ext>
            </a:extLst>
          </p:cNvPr>
          <p:cNvSpPr>
            <a:spLocks xmlns:a="http://schemas.openxmlformats.org/drawingml/2006/main" noGrp="1"/>
          </p:cNvSpPr>
          <p:nvPr/>
        </p:nvSpPr>
        <p:spPr>
          <a:xfrm xmlns:a="http://schemas.openxmlformats.org/drawingml/2006/main">
            <a:off x="5848747"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ABA3BE3C-0869-46B0-8B68-F6C80EC97195}"/>
              </a:ext>
            </a:extLst>
          </p:cNvPr>
          <p:cNvSpPr>
            <a:spLocks xmlns:a="http://schemas.openxmlformats.org/drawingml/2006/main" noGrp="1"/>
          </p:cNvSpPr>
          <p:nvPr/>
        </p:nvSpPr>
        <p:spPr>
          <a:xfrm xmlns:a="http://schemas.openxmlformats.org/drawingml/2006/main">
            <a:off x="5848747"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E7522851-6FCE-4497-AC7E-EF5A43A09096}"/>
              </a:ext>
            </a:extLst>
          </p:cNvPr>
          <p:cNvSpPr>
            <a:spLocks xmlns:a="http://schemas.openxmlformats.org/drawingml/2006/main" noGrp="1"/>
          </p:cNvSpPr>
          <p:nvPr/>
        </p:nvSpPr>
        <p:spPr>
          <a:xfrm xmlns:a="http://schemas.openxmlformats.org/drawingml/2006/main">
            <a:off x="5848747"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7A7C98CC-3598-475B-97A4-8FA672D05DAB}"/>
              </a:ext>
            </a:extLst>
          </p:cNvPr>
          <p:cNvSpPr>
            <a:spLocks xmlns:a="http://schemas.openxmlformats.org/drawingml/2006/main" noGrp="1"/>
          </p:cNvSpPr>
          <p:nvPr/>
        </p:nvSpPr>
        <p:spPr>
          <a:xfrm xmlns:a="http://schemas.openxmlformats.org/drawingml/2006/main">
            <a:off x="5848747"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9F089FCF-79F5-474A-9633-22012A26B0BD}"/>
              </a:ext>
            </a:extLst>
          </p:cNvPr>
          <p:cNvSpPr>
            <a:spLocks xmlns:a="http://schemas.openxmlformats.org/drawingml/2006/main" noGrp="1"/>
          </p:cNvSpPr>
          <p:nvPr/>
        </p:nvSpPr>
        <p:spPr>
          <a:xfrm xmlns:a="http://schemas.openxmlformats.org/drawingml/2006/main">
            <a:off x="5848747" y="238125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CFE92F68-DEA2-4595-B545-3205C6D7C0B9}"/>
              </a:ext>
            </a:extLst>
          </p:cNvPr>
          <p:cNvSpPr>
            <a:spLocks xmlns:a="http://schemas.openxmlformats.org/drawingml/2006/main" noGrp="1"/>
          </p:cNvSpPr>
          <p:nvPr/>
        </p:nvSpPr>
        <p:spPr>
          <a:xfrm xmlns:a="http://schemas.openxmlformats.org/drawingml/2006/main">
            <a:off x="5909639"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4B777E28-E81C-4D68-8E81-208925117CDE}"/>
              </a:ext>
            </a:extLst>
          </p:cNvPr>
          <p:cNvSpPr>
            <a:spLocks xmlns:a="http://schemas.openxmlformats.org/drawingml/2006/main" noGrp="1"/>
          </p:cNvSpPr>
          <p:nvPr/>
        </p:nvSpPr>
        <p:spPr>
          <a:xfrm xmlns:a="http://schemas.openxmlformats.org/drawingml/2006/main">
            <a:off x="590963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E0FC9DDC-C64B-4FEA-814B-B014A4D35788}"/>
              </a:ext>
            </a:extLst>
          </p:cNvPr>
          <p:cNvSpPr>
            <a:spLocks xmlns:a="http://schemas.openxmlformats.org/drawingml/2006/main" noGrp="1"/>
          </p:cNvSpPr>
          <p:nvPr/>
        </p:nvSpPr>
        <p:spPr>
          <a:xfrm xmlns:a="http://schemas.openxmlformats.org/drawingml/2006/main">
            <a:off x="590963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2C2A5DB9-3206-4FA4-9EBC-7AB3EDA2BD71}"/>
              </a:ext>
            </a:extLst>
          </p:cNvPr>
          <p:cNvSpPr>
            <a:spLocks xmlns:a="http://schemas.openxmlformats.org/drawingml/2006/main" noGrp="1"/>
          </p:cNvSpPr>
          <p:nvPr/>
        </p:nvSpPr>
        <p:spPr>
          <a:xfrm xmlns:a="http://schemas.openxmlformats.org/drawingml/2006/main">
            <a:off x="5909639"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EA270CB9-A7C9-4E7B-B4D3-B23D24456469}"/>
              </a:ext>
            </a:extLst>
          </p:cNvPr>
          <p:cNvSpPr>
            <a:spLocks xmlns:a="http://schemas.openxmlformats.org/drawingml/2006/main" noGrp="1"/>
          </p:cNvSpPr>
          <p:nvPr/>
        </p:nvSpPr>
        <p:spPr>
          <a:xfrm xmlns:a="http://schemas.openxmlformats.org/drawingml/2006/main">
            <a:off x="590963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8A261AB6-1EEA-434B-8092-043D8CFB3344}"/>
              </a:ext>
            </a:extLst>
          </p:cNvPr>
          <p:cNvSpPr>
            <a:spLocks xmlns:a="http://schemas.openxmlformats.org/drawingml/2006/main" noGrp="1"/>
          </p:cNvSpPr>
          <p:nvPr/>
        </p:nvSpPr>
        <p:spPr>
          <a:xfrm xmlns:a="http://schemas.openxmlformats.org/drawingml/2006/main">
            <a:off x="590963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536E381D-7022-4DF8-8787-0431816E6C08}"/>
              </a:ext>
            </a:extLst>
          </p:cNvPr>
          <p:cNvSpPr>
            <a:spLocks xmlns:a="http://schemas.openxmlformats.org/drawingml/2006/main" noGrp="1"/>
          </p:cNvSpPr>
          <p:nvPr/>
        </p:nvSpPr>
        <p:spPr>
          <a:xfrm xmlns:a="http://schemas.openxmlformats.org/drawingml/2006/main">
            <a:off x="5909639"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B07D47D2-928E-43D4-843A-EF7CB565EC6D}"/>
              </a:ext>
            </a:extLst>
          </p:cNvPr>
          <p:cNvSpPr>
            <a:spLocks xmlns:a="http://schemas.openxmlformats.org/drawingml/2006/main" noGrp="1"/>
          </p:cNvSpPr>
          <p:nvPr/>
        </p:nvSpPr>
        <p:spPr>
          <a:xfrm xmlns:a="http://schemas.openxmlformats.org/drawingml/2006/main">
            <a:off x="5909639"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3BF8B615-7E20-4065-8A03-3C87542BF689}"/>
              </a:ext>
            </a:extLst>
          </p:cNvPr>
          <p:cNvSpPr>
            <a:spLocks xmlns:a="http://schemas.openxmlformats.org/drawingml/2006/main" noGrp="1"/>
          </p:cNvSpPr>
          <p:nvPr/>
        </p:nvSpPr>
        <p:spPr>
          <a:xfrm xmlns:a="http://schemas.openxmlformats.org/drawingml/2006/main">
            <a:off x="5909639"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B5CA2855-E630-4F3E-BBB6-684E3AB016F1}"/>
              </a:ext>
            </a:extLst>
          </p:cNvPr>
          <p:cNvSpPr>
            <a:spLocks xmlns:a="http://schemas.openxmlformats.org/drawingml/2006/main" noGrp="1"/>
          </p:cNvSpPr>
          <p:nvPr/>
        </p:nvSpPr>
        <p:spPr>
          <a:xfrm xmlns:a="http://schemas.openxmlformats.org/drawingml/2006/main">
            <a:off x="5909639" y="238125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7D7A0B40-F75F-4D74-B39D-3FF7B005DEAF}"/>
              </a:ext>
            </a:extLst>
          </p:cNvPr>
          <p:cNvSpPr>
            <a:spLocks xmlns:a="http://schemas.openxmlformats.org/drawingml/2006/main" noGrp="1"/>
          </p:cNvSpPr>
          <p:nvPr/>
        </p:nvSpPr>
        <p:spPr>
          <a:xfrm xmlns:a="http://schemas.openxmlformats.org/drawingml/2006/main">
            <a:off x="5970531" y="397510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A074E67A-7369-4291-A57F-EBE0DF10FD0D}"/>
              </a:ext>
            </a:extLst>
          </p:cNvPr>
          <p:cNvSpPr>
            <a:spLocks xmlns:a="http://schemas.openxmlformats.org/drawingml/2006/main" noGrp="1"/>
          </p:cNvSpPr>
          <p:nvPr/>
        </p:nvSpPr>
        <p:spPr>
          <a:xfrm xmlns:a="http://schemas.openxmlformats.org/drawingml/2006/main">
            <a:off x="5970531"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BA5330B1-A5AA-4D9D-9FC4-E690F8CBBED1}"/>
              </a:ext>
            </a:extLst>
          </p:cNvPr>
          <p:cNvSpPr>
            <a:spLocks xmlns:a="http://schemas.openxmlformats.org/drawingml/2006/main" noGrp="1"/>
          </p:cNvSpPr>
          <p:nvPr/>
        </p:nvSpPr>
        <p:spPr>
          <a:xfrm xmlns:a="http://schemas.openxmlformats.org/drawingml/2006/main">
            <a:off x="5970531"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E106F7D1-CCB6-44E9-AC46-476D5E77A63D}"/>
              </a:ext>
            </a:extLst>
          </p:cNvPr>
          <p:cNvSpPr>
            <a:spLocks xmlns:a="http://schemas.openxmlformats.org/drawingml/2006/main" noGrp="1"/>
          </p:cNvSpPr>
          <p:nvPr/>
        </p:nvSpPr>
        <p:spPr>
          <a:xfrm xmlns:a="http://schemas.openxmlformats.org/drawingml/2006/main">
            <a:off x="597053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CC8EFC0E-EE74-46B7-8FE8-3567C01CE039}"/>
              </a:ext>
            </a:extLst>
          </p:cNvPr>
          <p:cNvSpPr>
            <a:spLocks xmlns:a="http://schemas.openxmlformats.org/drawingml/2006/main" noGrp="1"/>
          </p:cNvSpPr>
          <p:nvPr/>
        </p:nvSpPr>
        <p:spPr>
          <a:xfrm xmlns:a="http://schemas.openxmlformats.org/drawingml/2006/main">
            <a:off x="5970531"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4821C860-2B39-45D6-BE31-5F0C4D0A2268}"/>
              </a:ext>
            </a:extLst>
          </p:cNvPr>
          <p:cNvSpPr>
            <a:spLocks xmlns:a="http://schemas.openxmlformats.org/drawingml/2006/main" noGrp="1"/>
          </p:cNvSpPr>
          <p:nvPr/>
        </p:nvSpPr>
        <p:spPr>
          <a:xfrm xmlns:a="http://schemas.openxmlformats.org/drawingml/2006/main">
            <a:off x="5970531"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117084B6-265E-4EFF-95BE-85540C46B183}"/>
              </a:ext>
            </a:extLst>
          </p:cNvPr>
          <p:cNvSpPr>
            <a:spLocks xmlns:a="http://schemas.openxmlformats.org/drawingml/2006/main" noGrp="1"/>
          </p:cNvSpPr>
          <p:nvPr/>
        </p:nvSpPr>
        <p:spPr>
          <a:xfrm xmlns:a="http://schemas.openxmlformats.org/drawingml/2006/main">
            <a:off x="5970531" y="238125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D91F8F0D-75B8-4A05-8814-2A17D196AEE4}"/>
              </a:ext>
            </a:extLst>
          </p:cNvPr>
          <p:cNvSpPr>
            <a:spLocks xmlns:a="http://schemas.openxmlformats.org/drawingml/2006/main" noGrp="1"/>
          </p:cNvSpPr>
          <p:nvPr/>
        </p:nvSpPr>
        <p:spPr>
          <a:xfrm xmlns:a="http://schemas.openxmlformats.org/drawingml/2006/main">
            <a:off x="6031423" y="397510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5A4A6633-0E3B-4487-9623-EDE641FE1D0D}"/>
              </a:ext>
            </a:extLst>
          </p:cNvPr>
          <p:cNvSpPr>
            <a:spLocks xmlns:a="http://schemas.openxmlformats.org/drawingml/2006/main" noGrp="1"/>
          </p:cNvSpPr>
          <p:nvPr/>
        </p:nvSpPr>
        <p:spPr>
          <a:xfrm xmlns:a="http://schemas.openxmlformats.org/drawingml/2006/main">
            <a:off x="6031423"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DED68F97-C325-49F1-9154-4B5594B32CCF}"/>
              </a:ext>
            </a:extLst>
          </p:cNvPr>
          <p:cNvSpPr>
            <a:spLocks xmlns:a="http://schemas.openxmlformats.org/drawingml/2006/main" noGrp="1"/>
          </p:cNvSpPr>
          <p:nvPr/>
        </p:nvSpPr>
        <p:spPr>
          <a:xfrm xmlns:a="http://schemas.openxmlformats.org/drawingml/2006/main">
            <a:off x="6031423"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58D9B91D-7E01-413A-B2C6-E54CD22CB4B8}"/>
              </a:ext>
            </a:extLst>
          </p:cNvPr>
          <p:cNvSpPr>
            <a:spLocks xmlns:a="http://schemas.openxmlformats.org/drawingml/2006/main" noGrp="1"/>
          </p:cNvSpPr>
          <p:nvPr/>
        </p:nvSpPr>
        <p:spPr>
          <a:xfrm xmlns:a="http://schemas.openxmlformats.org/drawingml/2006/main">
            <a:off x="6031423"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0A7009D7-2A47-4A3A-9C98-CAE2284DE6C5}"/>
              </a:ext>
            </a:extLst>
          </p:cNvPr>
          <p:cNvSpPr>
            <a:spLocks xmlns:a="http://schemas.openxmlformats.org/drawingml/2006/main" noGrp="1"/>
          </p:cNvSpPr>
          <p:nvPr/>
        </p:nvSpPr>
        <p:spPr>
          <a:xfrm xmlns:a="http://schemas.openxmlformats.org/drawingml/2006/main">
            <a:off x="6031423"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62C242E4-2E3B-4DC4-B23E-B7D0199D8EE9}"/>
              </a:ext>
            </a:extLst>
          </p:cNvPr>
          <p:cNvSpPr>
            <a:spLocks xmlns:a="http://schemas.openxmlformats.org/drawingml/2006/main" noGrp="1"/>
          </p:cNvSpPr>
          <p:nvPr/>
        </p:nvSpPr>
        <p:spPr>
          <a:xfrm xmlns:a="http://schemas.openxmlformats.org/drawingml/2006/main">
            <a:off x="6031423"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312D6309-30E0-4CD7-9A4B-B23B9D4E0E65}"/>
              </a:ext>
            </a:extLst>
          </p:cNvPr>
          <p:cNvSpPr>
            <a:spLocks xmlns:a="http://schemas.openxmlformats.org/drawingml/2006/main" noGrp="1"/>
          </p:cNvSpPr>
          <p:nvPr/>
        </p:nvSpPr>
        <p:spPr>
          <a:xfrm xmlns:a="http://schemas.openxmlformats.org/drawingml/2006/main">
            <a:off x="6092315"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DB638C07-3472-4F5B-AA6E-3E2B13317582}"/>
              </a:ext>
            </a:extLst>
          </p:cNvPr>
          <p:cNvSpPr>
            <a:spLocks xmlns:a="http://schemas.openxmlformats.org/drawingml/2006/main" noGrp="1"/>
          </p:cNvSpPr>
          <p:nvPr/>
        </p:nvSpPr>
        <p:spPr>
          <a:xfrm xmlns:a="http://schemas.openxmlformats.org/drawingml/2006/main">
            <a:off x="6092315"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9196E197-06ED-44A4-A419-DBEC966B9B2E}"/>
              </a:ext>
            </a:extLst>
          </p:cNvPr>
          <p:cNvSpPr>
            <a:spLocks xmlns:a="http://schemas.openxmlformats.org/drawingml/2006/main" noGrp="1"/>
          </p:cNvSpPr>
          <p:nvPr/>
        </p:nvSpPr>
        <p:spPr>
          <a:xfrm xmlns:a="http://schemas.openxmlformats.org/drawingml/2006/main">
            <a:off x="6092315"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3DB68E5F-CFE4-4C0F-9AE1-B3F10A62EDAF}"/>
              </a:ext>
            </a:extLst>
          </p:cNvPr>
          <p:cNvSpPr>
            <a:spLocks xmlns:a="http://schemas.openxmlformats.org/drawingml/2006/main" noGrp="1"/>
          </p:cNvSpPr>
          <p:nvPr/>
        </p:nvSpPr>
        <p:spPr>
          <a:xfrm xmlns:a="http://schemas.openxmlformats.org/drawingml/2006/main">
            <a:off x="6092315"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F1A4A02C-81C5-4A87-96BA-DF4B863C640F}"/>
              </a:ext>
            </a:extLst>
          </p:cNvPr>
          <p:cNvSpPr>
            <a:spLocks xmlns:a="http://schemas.openxmlformats.org/drawingml/2006/main" noGrp="1"/>
          </p:cNvSpPr>
          <p:nvPr/>
        </p:nvSpPr>
        <p:spPr>
          <a:xfrm xmlns:a="http://schemas.openxmlformats.org/drawingml/2006/main">
            <a:off x="6153207"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8B20199C-81AA-4ADC-8EB0-2A7DE04FC230}"/>
              </a:ext>
            </a:extLst>
          </p:cNvPr>
          <p:cNvSpPr>
            <a:spLocks xmlns:a="http://schemas.openxmlformats.org/drawingml/2006/main" noGrp="1"/>
          </p:cNvSpPr>
          <p:nvPr/>
        </p:nvSpPr>
        <p:spPr>
          <a:xfrm xmlns:a="http://schemas.openxmlformats.org/drawingml/2006/main">
            <a:off x="6214099"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3979312A-40FC-4FE1-921B-3849A096B969}"/>
              </a:ext>
            </a:extLst>
          </p:cNvPr>
          <p:cNvSpPr>
            <a:spLocks xmlns:a="http://schemas.openxmlformats.org/drawingml/2006/main" noGrp="1"/>
          </p:cNvSpPr>
          <p:nvPr/>
        </p:nvSpPr>
        <p:spPr>
          <a:xfrm xmlns:a="http://schemas.openxmlformats.org/drawingml/2006/main">
            <a:off x="6214099"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E98220A4-3783-49E1-8A27-F1C550C385EC}"/>
              </a:ext>
            </a:extLst>
          </p:cNvPr>
          <p:cNvSpPr>
            <a:spLocks xmlns:a="http://schemas.openxmlformats.org/drawingml/2006/main" noGrp="1"/>
          </p:cNvSpPr>
          <p:nvPr/>
        </p:nvSpPr>
        <p:spPr>
          <a:xfrm xmlns:a="http://schemas.openxmlformats.org/drawingml/2006/main">
            <a:off x="6214099"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9F6D1433-B4E5-40C1-9EBA-B281DBDE4F66}"/>
              </a:ext>
            </a:extLst>
          </p:cNvPr>
          <p:cNvSpPr>
            <a:spLocks xmlns:a="http://schemas.openxmlformats.org/drawingml/2006/main" noGrp="1"/>
          </p:cNvSpPr>
          <p:nvPr/>
        </p:nvSpPr>
        <p:spPr>
          <a:xfrm xmlns:a="http://schemas.openxmlformats.org/drawingml/2006/main">
            <a:off x="6214099"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C3FE433B-370D-41F9-BA57-512E88ABB3F7}"/>
              </a:ext>
            </a:extLst>
          </p:cNvPr>
          <p:cNvSpPr>
            <a:spLocks xmlns:a="http://schemas.openxmlformats.org/drawingml/2006/main" noGrp="1"/>
          </p:cNvSpPr>
          <p:nvPr/>
        </p:nvSpPr>
        <p:spPr>
          <a:xfrm xmlns:a="http://schemas.openxmlformats.org/drawingml/2006/main">
            <a:off x="6274991"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A157A5D1-3126-4A11-9D3A-53F2D91B60E0}"/>
              </a:ext>
            </a:extLst>
          </p:cNvPr>
          <p:cNvSpPr>
            <a:spLocks xmlns:a="http://schemas.openxmlformats.org/drawingml/2006/main" noGrp="1"/>
          </p:cNvSpPr>
          <p:nvPr/>
        </p:nvSpPr>
        <p:spPr>
          <a:xfrm xmlns:a="http://schemas.openxmlformats.org/drawingml/2006/main">
            <a:off x="6274991"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445ECCFD-267C-41E5-9654-E3E4B3E7B68F}"/>
              </a:ext>
            </a:extLst>
          </p:cNvPr>
          <p:cNvSpPr>
            <a:spLocks xmlns:a="http://schemas.openxmlformats.org/drawingml/2006/main" noGrp="1"/>
          </p:cNvSpPr>
          <p:nvPr/>
        </p:nvSpPr>
        <p:spPr>
          <a:xfrm xmlns:a="http://schemas.openxmlformats.org/drawingml/2006/main">
            <a:off x="6274991"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889ABEA6-591D-4358-8E02-E50328267E7E}"/>
              </a:ext>
            </a:extLst>
          </p:cNvPr>
          <p:cNvSpPr>
            <a:spLocks xmlns:a="http://schemas.openxmlformats.org/drawingml/2006/main" noGrp="1"/>
          </p:cNvSpPr>
          <p:nvPr/>
        </p:nvSpPr>
        <p:spPr>
          <a:xfrm xmlns:a="http://schemas.openxmlformats.org/drawingml/2006/main">
            <a:off x="6274991"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A2DD904D-A16C-47D4-85AB-3211DE300F28}"/>
              </a:ext>
            </a:extLst>
          </p:cNvPr>
          <p:cNvSpPr>
            <a:spLocks xmlns:a="http://schemas.openxmlformats.org/drawingml/2006/main" noGrp="1"/>
          </p:cNvSpPr>
          <p:nvPr/>
        </p:nvSpPr>
        <p:spPr>
          <a:xfrm xmlns:a="http://schemas.openxmlformats.org/drawingml/2006/main">
            <a:off x="6274991"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BF08ACAF-8A3B-42A6-94B4-D8E36EBEE7CE}"/>
              </a:ext>
            </a:extLst>
          </p:cNvPr>
          <p:cNvSpPr>
            <a:spLocks xmlns:a="http://schemas.openxmlformats.org/drawingml/2006/main" noGrp="1"/>
          </p:cNvSpPr>
          <p:nvPr/>
        </p:nvSpPr>
        <p:spPr>
          <a:xfrm xmlns:a="http://schemas.openxmlformats.org/drawingml/2006/main">
            <a:off x="6335882"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D960A909-C5A3-4D8C-B344-44DB9D5DF50B}"/>
              </a:ext>
            </a:extLst>
          </p:cNvPr>
          <p:cNvSpPr>
            <a:spLocks xmlns:a="http://schemas.openxmlformats.org/drawingml/2006/main" noGrp="1"/>
          </p:cNvSpPr>
          <p:nvPr/>
        </p:nvSpPr>
        <p:spPr>
          <a:xfrm xmlns:a="http://schemas.openxmlformats.org/drawingml/2006/main">
            <a:off x="6335882"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1CFFB657-094C-4BA6-92EC-7CE125B6C5CE}"/>
              </a:ext>
            </a:extLst>
          </p:cNvPr>
          <p:cNvSpPr>
            <a:spLocks xmlns:a="http://schemas.openxmlformats.org/drawingml/2006/main" noGrp="1"/>
          </p:cNvSpPr>
          <p:nvPr/>
        </p:nvSpPr>
        <p:spPr>
          <a:xfrm xmlns:a="http://schemas.openxmlformats.org/drawingml/2006/main">
            <a:off x="6335882"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B263241A-3ECC-4E7F-8BCA-B24D1235F0B8}"/>
              </a:ext>
            </a:extLst>
          </p:cNvPr>
          <p:cNvSpPr>
            <a:spLocks xmlns:a="http://schemas.openxmlformats.org/drawingml/2006/main" noGrp="1"/>
          </p:cNvSpPr>
          <p:nvPr/>
        </p:nvSpPr>
        <p:spPr>
          <a:xfrm xmlns:a="http://schemas.openxmlformats.org/drawingml/2006/main">
            <a:off x="6396774"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3093B130-C26B-4BDA-A89D-856D7FF7A574}"/>
              </a:ext>
            </a:extLst>
          </p:cNvPr>
          <p:cNvSpPr>
            <a:spLocks xmlns:a="http://schemas.openxmlformats.org/drawingml/2006/main" noGrp="1"/>
          </p:cNvSpPr>
          <p:nvPr/>
        </p:nvSpPr>
        <p:spPr>
          <a:xfrm xmlns:a="http://schemas.openxmlformats.org/drawingml/2006/main">
            <a:off x="6518558"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18358B94-B0FC-43B5-8CF6-741B8EC180A7}"/>
              </a:ext>
            </a:extLst>
          </p:cNvPr>
          <p:cNvSpPr>
            <a:spLocks xmlns:a="http://schemas.openxmlformats.org/drawingml/2006/main" noGrp="1"/>
          </p:cNvSpPr>
          <p:nvPr/>
        </p:nvSpPr>
        <p:spPr>
          <a:xfrm xmlns:a="http://schemas.openxmlformats.org/drawingml/2006/main">
            <a:off x="6518558"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BCD39157-1248-4446-A384-F7FD0BD509DF}"/>
              </a:ext>
            </a:extLst>
          </p:cNvPr>
          <p:cNvSpPr>
            <a:spLocks xmlns:a="http://schemas.openxmlformats.org/drawingml/2006/main" noGrp="1"/>
          </p:cNvSpPr>
          <p:nvPr/>
        </p:nvSpPr>
        <p:spPr>
          <a:xfrm xmlns:a="http://schemas.openxmlformats.org/drawingml/2006/main">
            <a:off x="6518558"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10A2AC4F-8596-4B9A-A2EA-F750D556C35C}"/>
              </a:ext>
            </a:extLst>
          </p:cNvPr>
          <p:cNvSpPr>
            <a:spLocks xmlns:a="http://schemas.openxmlformats.org/drawingml/2006/main" noGrp="1"/>
          </p:cNvSpPr>
          <p:nvPr/>
        </p:nvSpPr>
        <p:spPr>
          <a:xfrm xmlns:a="http://schemas.openxmlformats.org/drawingml/2006/main">
            <a:off x="6518558"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96C9B308-85CE-4FE7-B8C7-5D020013283C}"/>
              </a:ext>
            </a:extLst>
          </p:cNvPr>
          <p:cNvSpPr>
            <a:spLocks xmlns:a="http://schemas.openxmlformats.org/drawingml/2006/main" noGrp="1"/>
          </p:cNvSpPr>
          <p:nvPr/>
        </p:nvSpPr>
        <p:spPr>
          <a:xfrm xmlns:a="http://schemas.openxmlformats.org/drawingml/2006/main">
            <a:off x="6579450"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DAFD6AAE-87B2-4A74-AC85-C89165452D94}"/>
              </a:ext>
            </a:extLst>
          </p:cNvPr>
          <p:cNvSpPr>
            <a:spLocks xmlns:a="http://schemas.openxmlformats.org/drawingml/2006/main" noGrp="1"/>
          </p:cNvSpPr>
          <p:nvPr/>
        </p:nvSpPr>
        <p:spPr>
          <a:xfrm xmlns:a="http://schemas.openxmlformats.org/drawingml/2006/main">
            <a:off x="6579450"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D08B9327-6975-47FD-B9FE-B8D091B969E9}"/>
              </a:ext>
            </a:extLst>
          </p:cNvPr>
          <p:cNvSpPr>
            <a:spLocks xmlns:a="http://schemas.openxmlformats.org/drawingml/2006/main" noGrp="1"/>
          </p:cNvSpPr>
          <p:nvPr/>
        </p:nvSpPr>
        <p:spPr>
          <a:xfrm xmlns:a="http://schemas.openxmlformats.org/drawingml/2006/main">
            <a:off x="6579450"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6C364495-003B-4A52-A06E-3544FBE08841}"/>
              </a:ext>
            </a:extLst>
          </p:cNvPr>
          <p:cNvSpPr>
            <a:spLocks xmlns:a="http://schemas.openxmlformats.org/drawingml/2006/main" noGrp="1"/>
          </p:cNvSpPr>
          <p:nvPr/>
        </p:nvSpPr>
        <p:spPr>
          <a:xfrm xmlns:a="http://schemas.openxmlformats.org/drawingml/2006/main">
            <a:off x="6579450"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EE171D22-9999-40CF-A52C-07455011813F}"/>
              </a:ext>
            </a:extLst>
          </p:cNvPr>
          <p:cNvSpPr>
            <a:spLocks xmlns:a="http://schemas.openxmlformats.org/drawingml/2006/main" noGrp="1"/>
          </p:cNvSpPr>
          <p:nvPr/>
        </p:nvSpPr>
        <p:spPr>
          <a:xfrm xmlns:a="http://schemas.openxmlformats.org/drawingml/2006/main">
            <a:off x="6579450"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7F861E76-4654-46A6-B09D-75A01D6A82EB}"/>
              </a:ext>
            </a:extLst>
          </p:cNvPr>
          <p:cNvSpPr>
            <a:spLocks xmlns:a="http://schemas.openxmlformats.org/drawingml/2006/main" noGrp="1"/>
          </p:cNvSpPr>
          <p:nvPr/>
        </p:nvSpPr>
        <p:spPr>
          <a:xfrm xmlns:a="http://schemas.openxmlformats.org/drawingml/2006/main">
            <a:off x="6579450"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6994739B-3136-4106-85A0-448BFB84260D}"/>
              </a:ext>
            </a:extLst>
          </p:cNvPr>
          <p:cNvSpPr>
            <a:spLocks xmlns:a="http://schemas.openxmlformats.org/drawingml/2006/main" noGrp="1"/>
          </p:cNvSpPr>
          <p:nvPr/>
        </p:nvSpPr>
        <p:spPr>
          <a:xfrm xmlns:a="http://schemas.openxmlformats.org/drawingml/2006/main">
            <a:off x="6579450"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8F68DC0F-1731-493B-B95B-A3C2643215E7}"/>
              </a:ext>
            </a:extLst>
          </p:cNvPr>
          <p:cNvSpPr>
            <a:spLocks xmlns:a="http://schemas.openxmlformats.org/drawingml/2006/main" noGrp="1"/>
          </p:cNvSpPr>
          <p:nvPr/>
        </p:nvSpPr>
        <p:spPr>
          <a:xfrm xmlns:a="http://schemas.openxmlformats.org/drawingml/2006/main">
            <a:off x="6640342"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3C380A32-CD2A-4C38-982B-D360E1E630F3}"/>
              </a:ext>
            </a:extLst>
          </p:cNvPr>
          <p:cNvSpPr>
            <a:spLocks xmlns:a="http://schemas.openxmlformats.org/drawingml/2006/main" noGrp="1"/>
          </p:cNvSpPr>
          <p:nvPr/>
        </p:nvSpPr>
        <p:spPr>
          <a:xfrm xmlns:a="http://schemas.openxmlformats.org/drawingml/2006/main">
            <a:off x="6640342"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E05CECEB-7341-4BE0-B819-2CA53D328489}"/>
              </a:ext>
            </a:extLst>
          </p:cNvPr>
          <p:cNvSpPr>
            <a:spLocks xmlns:a="http://schemas.openxmlformats.org/drawingml/2006/main" noGrp="1"/>
          </p:cNvSpPr>
          <p:nvPr/>
        </p:nvSpPr>
        <p:spPr>
          <a:xfrm xmlns:a="http://schemas.openxmlformats.org/drawingml/2006/main">
            <a:off x="6701234"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59FDAAA2-01E7-48E9-8B68-E23ADDD59744}"/>
              </a:ext>
            </a:extLst>
          </p:cNvPr>
          <p:cNvSpPr>
            <a:spLocks xmlns:a="http://schemas.openxmlformats.org/drawingml/2006/main" noGrp="1"/>
          </p:cNvSpPr>
          <p:nvPr/>
        </p:nvSpPr>
        <p:spPr>
          <a:xfrm xmlns:a="http://schemas.openxmlformats.org/drawingml/2006/main">
            <a:off x="6762126"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E0EB5A64-8BCC-4702-BF7F-706D27EFFBC5}"/>
              </a:ext>
            </a:extLst>
          </p:cNvPr>
          <p:cNvSpPr>
            <a:spLocks xmlns:a="http://schemas.openxmlformats.org/drawingml/2006/main" noGrp="1"/>
          </p:cNvSpPr>
          <p:nvPr/>
        </p:nvSpPr>
        <p:spPr>
          <a:xfrm xmlns:a="http://schemas.openxmlformats.org/drawingml/2006/main">
            <a:off x="682301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1B79B32F-89F8-4893-8C71-E7E2EF68F6A8}"/>
              </a:ext>
            </a:extLst>
          </p:cNvPr>
          <p:cNvSpPr>
            <a:spLocks xmlns:a="http://schemas.openxmlformats.org/drawingml/2006/main" noGrp="1"/>
          </p:cNvSpPr>
          <p:nvPr/>
        </p:nvSpPr>
        <p:spPr>
          <a:xfrm xmlns:a="http://schemas.openxmlformats.org/drawingml/2006/main">
            <a:off x="6823017"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702CF43C-4261-42AA-B8CB-81672E3F6B53}"/>
              </a:ext>
            </a:extLst>
          </p:cNvPr>
          <p:cNvSpPr>
            <a:spLocks xmlns:a="http://schemas.openxmlformats.org/drawingml/2006/main" noGrp="1"/>
          </p:cNvSpPr>
          <p:nvPr/>
        </p:nvSpPr>
        <p:spPr>
          <a:xfrm xmlns:a="http://schemas.openxmlformats.org/drawingml/2006/main">
            <a:off x="6883909"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87CC6114-15DF-4C12-93A0-3D705387FB8B}"/>
              </a:ext>
            </a:extLst>
          </p:cNvPr>
          <p:cNvSpPr>
            <a:spLocks xmlns:a="http://schemas.openxmlformats.org/drawingml/2006/main" noGrp="1"/>
          </p:cNvSpPr>
          <p:nvPr/>
        </p:nvSpPr>
        <p:spPr>
          <a:xfrm xmlns:a="http://schemas.openxmlformats.org/drawingml/2006/main">
            <a:off x="6883909"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E408EA4E-91D6-41F4-9A05-93D28F40D6BF}"/>
              </a:ext>
            </a:extLst>
          </p:cNvPr>
          <p:cNvSpPr>
            <a:spLocks xmlns:a="http://schemas.openxmlformats.org/drawingml/2006/main" noGrp="1"/>
          </p:cNvSpPr>
          <p:nvPr/>
        </p:nvSpPr>
        <p:spPr>
          <a:xfrm xmlns:a="http://schemas.openxmlformats.org/drawingml/2006/main">
            <a:off x="694480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88652C71-8A41-449E-B84C-4CA9FAB790F2}"/>
              </a:ext>
            </a:extLst>
          </p:cNvPr>
          <p:cNvSpPr>
            <a:spLocks xmlns:a="http://schemas.openxmlformats.org/drawingml/2006/main" noGrp="1"/>
          </p:cNvSpPr>
          <p:nvPr/>
        </p:nvSpPr>
        <p:spPr>
          <a:xfrm xmlns:a="http://schemas.openxmlformats.org/drawingml/2006/main">
            <a:off x="694480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747499B5-0C68-4484-8CBA-10035E4BA008}"/>
              </a:ext>
            </a:extLst>
          </p:cNvPr>
          <p:cNvSpPr>
            <a:spLocks xmlns:a="http://schemas.openxmlformats.org/drawingml/2006/main" noGrp="1"/>
          </p:cNvSpPr>
          <p:nvPr/>
        </p:nvSpPr>
        <p:spPr>
          <a:xfrm xmlns:a="http://schemas.openxmlformats.org/drawingml/2006/main">
            <a:off x="694480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FDF2B5E1-4152-4E92-AB8F-D1F3588806B4}"/>
              </a:ext>
            </a:extLst>
          </p:cNvPr>
          <p:cNvSpPr>
            <a:spLocks xmlns:a="http://schemas.openxmlformats.org/drawingml/2006/main" noGrp="1"/>
          </p:cNvSpPr>
          <p:nvPr/>
        </p:nvSpPr>
        <p:spPr>
          <a:xfrm xmlns:a="http://schemas.openxmlformats.org/drawingml/2006/main">
            <a:off x="694480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D0A7DFCE-12DA-4766-B432-637DBB099FAA}"/>
              </a:ext>
            </a:extLst>
          </p:cNvPr>
          <p:cNvSpPr>
            <a:spLocks xmlns:a="http://schemas.openxmlformats.org/drawingml/2006/main" noGrp="1"/>
          </p:cNvSpPr>
          <p:nvPr/>
        </p:nvSpPr>
        <p:spPr>
          <a:xfrm xmlns:a="http://schemas.openxmlformats.org/drawingml/2006/main">
            <a:off x="7005693"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0BDA1C82-3500-4B83-876B-F5405146FAD7}"/>
              </a:ext>
            </a:extLst>
          </p:cNvPr>
          <p:cNvSpPr>
            <a:spLocks xmlns:a="http://schemas.openxmlformats.org/drawingml/2006/main" noGrp="1"/>
          </p:cNvSpPr>
          <p:nvPr/>
        </p:nvSpPr>
        <p:spPr>
          <a:xfrm xmlns:a="http://schemas.openxmlformats.org/drawingml/2006/main">
            <a:off x="7005693"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6F804D7C-9F79-476D-A2C6-5FB8A33BC5A7}"/>
              </a:ext>
            </a:extLst>
          </p:cNvPr>
          <p:cNvSpPr>
            <a:spLocks xmlns:a="http://schemas.openxmlformats.org/drawingml/2006/main" noGrp="1"/>
          </p:cNvSpPr>
          <p:nvPr/>
        </p:nvSpPr>
        <p:spPr>
          <a:xfrm xmlns:a="http://schemas.openxmlformats.org/drawingml/2006/main">
            <a:off x="7005693"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D4BC1E6B-2CC8-4020-8A6D-CD2246CC5826}"/>
              </a:ext>
            </a:extLst>
          </p:cNvPr>
          <p:cNvSpPr>
            <a:spLocks xmlns:a="http://schemas.openxmlformats.org/drawingml/2006/main" noGrp="1"/>
          </p:cNvSpPr>
          <p:nvPr/>
        </p:nvSpPr>
        <p:spPr>
          <a:xfrm xmlns:a="http://schemas.openxmlformats.org/drawingml/2006/main">
            <a:off x="7066585"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07C00A23-1370-46C1-8912-B9FBD0FE584A}"/>
              </a:ext>
            </a:extLst>
          </p:cNvPr>
          <p:cNvSpPr>
            <a:spLocks xmlns:a="http://schemas.openxmlformats.org/drawingml/2006/main" noGrp="1"/>
          </p:cNvSpPr>
          <p:nvPr/>
        </p:nvSpPr>
        <p:spPr>
          <a:xfrm xmlns:a="http://schemas.openxmlformats.org/drawingml/2006/main">
            <a:off x="7066585"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954EADCC-C63C-4928-AF97-B00DC31158BB}"/>
              </a:ext>
            </a:extLst>
          </p:cNvPr>
          <p:cNvSpPr>
            <a:spLocks xmlns:a="http://schemas.openxmlformats.org/drawingml/2006/main" noGrp="1"/>
          </p:cNvSpPr>
          <p:nvPr/>
        </p:nvSpPr>
        <p:spPr>
          <a:xfrm xmlns:a="http://schemas.openxmlformats.org/drawingml/2006/main">
            <a:off x="7066585"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DE61431F-0367-4BDA-9977-8381671834A0}"/>
              </a:ext>
            </a:extLst>
          </p:cNvPr>
          <p:cNvSpPr>
            <a:spLocks xmlns:a="http://schemas.openxmlformats.org/drawingml/2006/main" noGrp="1"/>
          </p:cNvSpPr>
          <p:nvPr/>
        </p:nvSpPr>
        <p:spPr>
          <a:xfrm xmlns:a="http://schemas.openxmlformats.org/drawingml/2006/main">
            <a:off x="7066585"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F93635B9-DE2D-4F81-A91B-6ECD23AB2CA9}"/>
              </a:ext>
            </a:extLst>
          </p:cNvPr>
          <p:cNvSpPr>
            <a:spLocks xmlns:a="http://schemas.openxmlformats.org/drawingml/2006/main" noGrp="1"/>
          </p:cNvSpPr>
          <p:nvPr/>
        </p:nvSpPr>
        <p:spPr>
          <a:xfrm xmlns:a="http://schemas.openxmlformats.org/drawingml/2006/main">
            <a:off x="7066585"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4684D245-5F4F-4E4B-BD24-4EE59CC07844}"/>
              </a:ext>
            </a:extLst>
          </p:cNvPr>
          <p:cNvSpPr>
            <a:spLocks xmlns:a="http://schemas.openxmlformats.org/drawingml/2006/main" noGrp="1"/>
          </p:cNvSpPr>
          <p:nvPr/>
        </p:nvSpPr>
        <p:spPr>
          <a:xfrm xmlns:a="http://schemas.openxmlformats.org/drawingml/2006/main">
            <a:off x="7066585"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B036E1BB-7CC6-4DA0-B0D1-8DB4C5AE301E}"/>
              </a:ext>
            </a:extLst>
          </p:cNvPr>
          <p:cNvSpPr>
            <a:spLocks xmlns:a="http://schemas.openxmlformats.org/drawingml/2006/main" noGrp="1"/>
          </p:cNvSpPr>
          <p:nvPr/>
        </p:nvSpPr>
        <p:spPr>
          <a:xfrm xmlns:a="http://schemas.openxmlformats.org/drawingml/2006/main">
            <a:off x="7066585"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7DBBFF64-8A2F-4654-863A-CE499D2DB9B5}"/>
              </a:ext>
            </a:extLst>
          </p:cNvPr>
          <p:cNvSpPr>
            <a:spLocks xmlns:a="http://schemas.openxmlformats.org/drawingml/2006/main" noGrp="1"/>
          </p:cNvSpPr>
          <p:nvPr/>
        </p:nvSpPr>
        <p:spPr>
          <a:xfrm xmlns:a="http://schemas.openxmlformats.org/drawingml/2006/main">
            <a:off x="712747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7E80EB4F-ADE5-4FE3-A018-234CDC0316AF}"/>
              </a:ext>
            </a:extLst>
          </p:cNvPr>
          <p:cNvSpPr>
            <a:spLocks xmlns:a="http://schemas.openxmlformats.org/drawingml/2006/main" noGrp="1"/>
          </p:cNvSpPr>
          <p:nvPr/>
        </p:nvSpPr>
        <p:spPr>
          <a:xfrm xmlns:a="http://schemas.openxmlformats.org/drawingml/2006/main">
            <a:off x="712747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A3F8E611-5D52-44C6-B427-8FE8E801B3F7}"/>
              </a:ext>
            </a:extLst>
          </p:cNvPr>
          <p:cNvSpPr>
            <a:spLocks xmlns:a="http://schemas.openxmlformats.org/drawingml/2006/main" noGrp="1"/>
          </p:cNvSpPr>
          <p:nvPr/>
        </p:nvSpPr>
        <p:spPr>
          <a:xfrm xmlns:a="http://schemas.openxmlformats.org/drawingml/2006/main">
            <a:off x="712747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2289E057-F2E0-40BC-A0A4-B36DDE9EBD9F}"/>
              </a:ext>
            </a:extLst>
          </p:cNvPr>
          <p:cNvSpPr>
            <a:spLocks xmlns:a="http://schemas.openxmlformats.org/drawingml/2006/main" noGrp="1"/>
          </p:cNvSpPr>
          <p:nvPr/>
        </p:nvSpPr>
        <p:spPr>
          <a:xfrm xmlns:a="http://schemas.openxmlformats.org/drawingml/2006/main">
            <a:off x="7127477"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51C13A55-0B6E-430F-AC22-4EE319FCA721}"/>
              </a:ext>
            </a:extLst>
          </p:cNvPr>
          <p:cNvSpPr>
            <a:spLocks xmlns:a="http://schemas.openxmlformats.org/drawingml/2006/main" noGrp="1"/>
          </p:cNvSpPr>
          <p:nvPr/>
        </p:nvSpPr>
        <p:spPr>
          <a:xfrm xmlns:a="http://schemas.openxmlformats.org/drawingml/2006/main">
            <a:off x="7127477"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2FB4E40E-364E-497F-9994-A1D574EE54C9}"/>
              </a:ext>
            </a:extLst>
          </p:cNvPr>
          <p:cNvSpPr>
            <a:spLocks xmlns:a="http://schemas.openxmlformats.org/drawingml/2006/main" noGrp="1"/>
          </p:cNvSpPr>
          <p:nvPr/>
        </p:nvSpPr>
        <p:spPr>
          <a:xfrm xmlns:a="http://schemas.openxmlformats.org/drawingml/2006/main">
            <a:off x="7127477"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3F734415-A150-44EC-9381-E06003B7C98F}"/>
              </a:ext>
            </a:extLst>
          </p:cNvPr>
          <p:cNvSpPr>
            <a:spLocks xmlns:a="http://schemas.openxmlformats.org/drawingml/2006/main" noGrp="1"/>
          </p:cNvSpPr>
          <p:nvPr/>
        </p:nvSpPr>
        <p:spPr>
          <a:xfrm xmlns:a="http://schemas.openxmlformats.org/drawingml/2006/main">
            <a:off x="718836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850CD14D-47B6-4B17-8B4E-FDC514045096}"/>
              </a:ext>
            </a:extLst>
          </p:cNvPr>
          <p:cNvSpPr>
            <a:spLocks xmlns:a="http://schemas.openxmlformats.org/drawingml/2006/main" noGrp="1"/>
          </p:cNvSpPr>
          <p:nvPr/>
        </p:nvSpPr>
        <p:spPr>
          <a:xfrm xmlns:a="http://schemas.openxmlformats.org/drawingml/2006/main">
            <a:off x="718836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C4EE8AFC-AA24-40EB-978C-B0CB92084E47}"/>
              </a:ext>
            </a:extLst>
          </p:cNvPr>
          <p:cNvSpPr>
            <a:spLocks xmlns:a="http://schemas.openxmlformats.org/drawingml/2006/main" noGrp="1"/>
          </p:cNvSpPr>
          <p:nvPr/>
        </p:nvSpPr>
        <p:spPr>
          <a:xfrm xmlns:a="http://schemas.openxmlformats.org/drawingml/2006/main">
            <a:off x="718836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8C5DA492-336F-4BF7-A7AF-D39B5BBEEFC0}"/>
              </a:ext>
            </a:extLst>
          </p:cNvPr>
          <p:cNvSpPr>
            <a:spLocks xmlns:a="http://schemas.openxmlformats.org/drawingml/2006/main" noGrp="1"/>
          </p:cNvSpPr>
          <p:nvPr/>
        </p:nvSpPr>
        <p:spPr>
          <a:xfrm xmlns:a="http://schemas.openxmlformats.org/drawingml/2006/main">
            <a:off x="724926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A749519D-6073-40EA-AEB3-E9F050113FD1}"/>
              </a:ext>
            </a:extLst>
          </p:cNvPr>
          <p:cNvSpPr>
            <a:spLocks xmlns:a="http://schemas.openxmlformats.org/drawingml/2006/main" noGrp="1"/>
          </p:cNvSpPr>
          <p:nvPr/>
        </p:nvSpPr>
        <p:spPr>
          <a:xfrm xmlns:a="http://schemas.openxmlformats.org/drawingml/2006/main">
            <a:off x="724926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42B47EA5-634F-4ADA-B432-E3D2E2504F53}"/>
              </a:ext>
            </a:extLst>
          </p:cNvPr>
          <p:cNvSpPr>
            <a:spLocks xmlns:a="http://schemas.openxmlformats.org/drawingml/2006/main" noGrp="1"/>
          </p:cNvSpPr>
          <p:nvPr/>
        </p:nvSpPr>
        <p:spPr>
          <a:xfrm xmlns:a="http://schemas.openxmlformats.org/drawingml/2006/main">
            <a:off x="4570018"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E4D84B31-1065-4B36-853B-30AEBBD0431F}"/>
              </a:ext>
            </a:extLst>
          </p:cNvPr>
          <p:cNvSpPr>
            <a:spLocks xmlns:a="http://schemas.openxmlformats.org/drawingml/2006/main" noGrp="1"/>
          </p:cNvSpPr>
          <p:nvPr/>
        </p:nvSpPr>
        <p:spPr>
          <a:xfrm xmlns:a="http://schemas.openxmlformats.org/drawingml/2006/main">
            <a:off x="4630910"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2CEF568E-546C-4043-A080-6F530C56D990}"/>
              </a:ext>
            </a:extLst>
          </p:cNvPr>
          <p:cNvSpPr>
            <a:spLocks xmlns:a="http://schemas.openxmlformats.org/drawingml/2006/main" noGrp="1"/>
          </p:cNvSpPr>
          <p:nvPr/>
        </p:nvSpPr>
        <p:spPr>
          <a:xfrm xmlns:a="http://schemas.openxmlformats.org/drawingml/2006/main">
            <a:off x="469180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EF69707B-3187-445E-9225-E7507BF578FC}"/>
              </a:ext>
            </a:extLst>
          </p:cNvPr>
          <p:cNvSpPr>
            <a:spLocks xmlns:a="http://schemas.openxmlformats.org/drawingml/2006/main" noGrp="1"/>
          </p:cNvSpPr>
          <p:nvPr/>
        </p:nvSpPr>
        <p:spPr>
          <a:xfrm xmlns:a="http://schemas.openxmlformats.org/drawingml/2006/main">
            <a:off x="475269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FC49B959-9684-4747-BF0D-D1B8E5DA5F3F}"/>
              </a:ext>
            </a:extLst>
          </p:cNvPr>
          <p:cNvSpPr>
            <a:spLocks xmlns:a="http://schemas.openxmlformats.org/drawingml/2006/main" noGrp="1"/>
          </p:cNvSpPr>
          <p:nvPr/>
        </p:nvSpPr>
        <p:spPr>
          <a:xfrm xmlns:a="http://schemas.openxmlformats.org/drawingml/2006/main">
            <a:off x="481358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828047A2-E350-4B2C-BDD5-3FF34B2D2E0F}"/>
              </a:ext>
            </a:extLst>
          </p:cNvPr>
          <p:cNvSpPr>
            <a:spLocks xmlns:a="http://schemas.openxmlformats.org/drawingml/2006/main" noGrp="1"/>
          </p:cNvSpPr>
          <p:nvPr/>
        </p:nvSpPr>
        <p:spPr>
          <a:xfrm xmlns:a="http://schemas.openxmlformats.org/drawingml/2006/main">
            <a:off x="481358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39252C82-AB4B-4F73-B214-D5ABC742756A}"/>
              </a:ext>
            </a:extLst>
          </p:cNvPr>
          <p:cNvSpPr>
            <a:spLocks xmlns:a="http://schemas.openxmlformats.org/drawingml/2006/main" noGrp="1"/>
          </p:cNvSpPr>
          <p:nvPr/>
        </p:nvSpPr>
        <p:spPr>
          <a:xfrm xmlns:a="http://schemas.openxmlformats.org/drawingml/2006/main">
            <a:off x="487447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93D399C0-34A3-48CB-9215-2D08E30C2C62}"/>
              </a:ext>
            </a:extLst>
          </p:cNvPr>
          <p:cNvSpPr>
            <a:spLocks xmlns:a="http://schemas.openxmlformats.org/drawingml/2006/main" noGrp="1"/>
          </p:cNvSpPr>
          <p:nvPr/>
        </p:nvSpPr>
        <p:spPr>
          <a:xfrm xmlns:a="http://schemas.openxmlformats.org/drawingml/2006/main">
            <a:off x="493536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825F80EF-765A-4E31-8339-9441C3942EBA}"/>
              </a:ext>
            </a:extLst>
          </p:cNvPr>
          <p:cNvSpPr>
            <a:spLocks xmlns:a="http://schemas.openxmlformats.org/drawingml/2006/main" noGrp="1"/>
          </p:cNvSpPr>
          <p:nvPr/>
        </p:nvSpPr>
        <p:spPr>
          <a:xfrm xmlns:a="http://schemas.openxmlformats.org/drawingml/2006/main">
            <a:off x="493536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4534469D-B4F1-4B05-93AD-9031417F8513}"/>
              </a:ext>
            </a:extLst>
          </p:cNvPr>
          <p:cNvSpPr>
            <a:spLocks xmlns:a="http://schemas.openxmlformats.org/drawingml/2006/main" noGrp="1"/>
          </p:cNvSpPr>
          <p:nvPr/>
        </p:nvSpPr>
        <p:spPr>
          <a:xfrm xmlns:a="http://schemas.openxmlformats.org/drawingml/2006/main">
            <a:off x="499626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7D8C03AC-1F2E-40C7-ADDE-66DB85FAA89A}"/>
              </a:ext>
            </a:extLst>
          </p:cNvPr>
          <p:cNvSpPr>
            <a:spLocks xmlns:a="http://schemas.openxmlformats.org/drawingml/2006/main" noGrp="1"/>
          </p:cNvSpPr>
          <p:nvPr/>
        </p:nvSpPr>
        <p:spPr>
          <a:xfrm xmlns:a="http://schemas.openxmlformats.org/drawingml/2006/main">
            <a:off x="499626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CDC30818-69ED-48BF-A3A1-0BBC5E67E2D4}"/>
              </a:ext>
            </a:extLst>
          </p:cNvPr>
          <p:cNvSpPr>
            <a:spLocks xmlns:a="http://schemas.openxmlformats.org/drawingml/2006/main" noGrp="1"/>
          </p:cNvSpPr>
          <p:nvPr/>
        </p:nvSpPr>
        <p:spPr>
          <a:xfrm xmlns:a="http://schemas.openxmlformats.org/drawingml/2006/main">
            <a:off x="5057153"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7CD6249E-9ED7-4D55-8A3F-FA6083A2AD37}"/>
              </a:ext>
            </a:extLst>
          </p:cNvPr>
          <p:cNvSpPr>
            <a:spLocks xmlns:a="http://schemas.openxmlformats.org/drawingml/2006/main" noGrp="1"/>
          </p:cNvSpPr>
          <p:nvPr/>
        </p:nvSpPr>
        <p:spPr>
          <a:xfrm xmlns:a="http://schemas.openxmlformats.org/drawingml/2006/main">
            <a:off x="5057153"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02FAF754-543E-4D26-92EA-ED4227CC8C13}"/>
              </a:ext>
            </a:extLst>
          </p:cNvPr>
          <p:cNvSpPr>
            <a:spLocks xmlns:a="http://schemas.openxmlformats.org/drawingml/2006/main" noGrp="1"/>
          </p:cNvSpPr>
          <p:nvPr/>
        </p:nvSpPr>
        <p:spPr>
          <a:xfrm xmlns:a="http://schemas.openxmlformats.org/drawingml/2006/main">
            <a:off x="505715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6A3002C1-2593-45A3-90A6-037B72F4715D}"/>
              </a:ext>
            </a:extLst>
          </p:cNvPr>
          <p:cNvSpPr>
            <a:spLocks xmlns:a="http://schemas.openxmlformats.org/drawingml/2006/main" noGrp="1"/>
          </p:cNvSpPr>
          <p:nvPr/>
        </p:nvSpPr>
        <p:spPr>
          <a:xfrm xmlns:a="http://schemas.openxmlformats.org/drawingml/2006/main">
            <a:off x="505715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0B2D909F-F4C9-44BE-ACC5-B6714D9ABCA6}"/>
              </a:ext>
            </a:extLst>
          </p:cNvPr>
          <p:cNvSpPr>
            <a:spLocks xmlns:a="http://schemas.openxmlformats.org/drawingml/2006/main" noGrp="1"/>
          </p:cNvSpPr>
          <p:nvPr/>
        </p:nvSpPr>
        <p:spPr>
          <a:xfrm xmlns:a="http://schemas.openxmlformats.org/drawingml/2006/main">
            <a:off x="5118045"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DE6521EB-539D-4570-8AAB-B2288940EAC3}"/>
              </a:ext>
            </a:extLst>
          </p:cNvPr>
          <p:cNvSpPr>
            <a:spLocks xmlns:a="http://schemas.openxmlformats.org/drawingml/2006/main" noGrp="1"/>
          </p:cNvSpPr>
          <p:nvPr/>
        </p:nvSpPr>
        <p:spPr>
          <a:xfrm xmlns:a="http://schemas.openxmlformats.org/drawingml/2006/main">
            <a:off x="5118045"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DECC6A9C-1BDE-461B-8B74-1E3AB36F8316}"/>
              </a:ext>
            </a:extLst>
          </p:cNvPr>
          <p:cNvSpPr>
            <a:spLocks xmlns:a="http://schemas.openxmlformats.org/drawingml/2006/main" noGrp="1"/>
          </p:cNvSpPr>
          <p:nvPr/>
        </p:nvSpPr>
        <p:spPr>
          <a:xfrm xmlns:a="http://schemas.openxmlformats.org/drawingml/2006/main">
            <a:off x="5118045"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809ADADF-A4D4-4239-B703-20C523D01171}"/>
              </a:ext>
            </a:extLst>
          </p:cNvPr>
          <p:cNvSpPr>
            <a:spLocks xmlns:a="http://schemas.openxmlformats.org/drawingml/2006/main" noGrp="1"/>
          </p:cNvSpPr>
          <p:nvPr/>
        </p:nvSpPr>
        <p:spPr>
          <a:xfrm xmlns:a="http://schemas.openxmlformats.org/drawingml/2006/main">
            <a:off x="5118045"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5F37F757-3CB2-475D-A116-8926556D3A3F}"/>
              </a:ext>
            </a:extLst>
          </p:cNvPr>
          <p:cNvSpPr>
            <a:spLocks xmlns:a="http://schemas.openxmlformats.org/drawingml/2006/main" noGrp="1"/>
          </p:cNvSpPr>
          <p:nvPr/>
        </p:nvSpPr>
        <p:spPr>
          <a:xfrm xmlns:a="http://schemas.openxmlformats.org/drawingml/2006/main">
            <a:off x="517893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73A55986-311B-4886-8069-9C558D69F77A}"/>
              </a:ext>
            </a:extLst>
          </p:cNvPr>
          <p:cNvSpPr>
            <a:spLocks xmlns:a="http://schemas.openxmlformats.org/drawingml/2006/main" noGrp="1"/>
          </p:cNvSpPr>
          <p:nvPr/>
        </p:nvSpPr>
        <p:spPr>
          <a:xfrm xmlns:a="http://schemas.openxmlformats.org/drawingml/2006/main">
            <a:off x="517893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7C61E2B8-ABB0-4ABA-AAF9-9A131DF15E00}"/>
              </a:ext>
            </a:extLst>
          </p:cNvPr>
          <p:cNvSpPr>
            <a:spLocks xmlns:a="http://schemas.openxmlformats.org/drawingml/2006/main" noGrp="1"/>
          </p:cNvSpPr>
          <p:nvPr/>
        </p:nvSpPr>
        <p:spPr>
          <a:xfrm xmlns:a="http://schemas.openxmlformats.org/drawingml/2006/main">
            <a:off x="517893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A6DE864B-6806-4CBA-8C7D-86FA9141644A}"/>
              </a:ext>
            </a:extLst>
          </p:cNvPr>
          <p:cNvSpPr>
            <a:spLocks xmlns:a="http://schemas.openxmlformats.org/drawingml/2006/main" noGrp="1"/>
          </p:cNvSpPr>
          <p:nvPr/>
        </p:nvSpPr>
        <p:spPr>
          <a:xfrm xmlns:a="http://schemas.openxmlformats.org/drawingml/2006/main">
            <a:off x="517893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8150D0EF-78DB-4037-BA72-19402DEA8A3D}"/>
              </a:ext>
            </a:extLst>
          </p:cNvPr>
          <p:cNvSpPr>
            <a:spLocks xmlns:a="http://schemas.openxmlformats.org/drawingml/2006/main" noGrp="1"/>
          </p:cNvSpPr>
          <p:nvPr/>
        </p:nvSpPr>
        <p:spPr>
          <a:xfrm xmlns:a="http://schemas.openxmlformats.org/drawingml/2006/main">
            <a:off x="5178937"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4308F07F-FF9A-45EF-AABA-78F0D156AF4F}"/>
              </a:ext>
            </a:extLst>
          </p:cNvPr>
          <p:cNvSpPr>
            <a:spLocks xmlns:a="http://schemas.openxmlformats.org/drawingml/2006/main" noGrp="1"/>
          </p:cNvSpPr>
          <p:nvPr/>
        </p:nvSpPr>
        <p:spPr>
          <a:xfrm xmlns:a="http://schemas.openxmlformats.org/drawingml/2006/main">
            <a:off x="523982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5DE42387-2744-471D-852C-0BDD0ADE80EB}"/>
              </a:ext>
            </a:extLst>
          </p:cNvPr>
          <p:cNvSpPr>
            <a:spLocks xmlns:a="http://schemas.openxmlformats.org/drawingml/2006/main" noGrp="1"/>
          </p:cNvSpPr>
          <p:nvPr/>
        </p:nvSpPr>
        <p:spPr>
          <a:xfrm xmlns:a="http://schemas.openxmlformats.org/drawingml/2006/main">
            <a:off x="523982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CCDCA699-A0D6-4740-9078-8F0628F142BA}"/>
              </a:ext>
            </a:extLst>
          </p:cNvPr>
          <p:cNvSpPr>
            <a:spLocks xmlns:a="http://schemas.openxmlformats.org/drawingml/2006/main" noGrp="1"/>
          </p:cNvSpPr>
          <p:nvPr/>
        </p:nvSpPr>
        <p:spPr>
          <a:xfrm xmlns:a="http://schemas.openxmlformats.org/drawingml/2006/main">
            <a:off x="523982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9D1A2E8F-212A-4DD5-8505-8941D4A2678A}"/>
              </a:ext>
            </a:extLst>
          </p:cNvPr>
          <p:cNvSpPr>
            <a:spLocks xmlns:a="http://schemas.openxmlformats.org/drawingml/2006/main" noGrp="1"/>
          </p:cNvSpPr>
          <p:nvPr/>
        </p:nvSpPr>
        <p:spPr>
          <a:xfrm xmlns:a="http://schemas.openxmlformats.org/drawingml/2006/main">
            <a:off x="530072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69836D24-9607-48DE-A7F6-521BC6B99EE8}"/>
              </a:ext>
            </a:extLst>
          </p:cNvPr>
          <p:cNvSpPr>
            <a:spLocks xmlns:a="http://schemas.openxmlformats.org/drawingml/2006/main" noGrp="1"/>
          </p:cNvSpPr>
          <p:nvPr/>
        </p:nvSpPr>
        <p:spPr>
          <a:xfrm xmlns:a="http://schemas.openxmlformats.org/drawingml/2006/main">
            <a:off x="530072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4DFF5E62-932F-4746-A66D-2F213FAFCE0E}"/>
              </a:ext>
            </a:extLst>
          </p:cNvPr>
          <p:cNvSpPr>
            <a:spLocks xmlns:a="http://schemas.openxmlformats.org/drawingml/2006/main" noGrp="1"/>
          </p:cNvSpPr>
          <p:nvPr/>
        </p:nvSpPr>
        <p:spPr>
          <a:xfrm xmlns:a="http://schemas.openxmlformats.org/drawingml/2006/main">
            <a:off x="530072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6D955AD0-E27E-4504-9263-657994016D04}"/>
              </a:ext>
            </a:extLst>
          </p:cNvPr>
          <p:cNvSpPr>
            <a:spLocks xmlns:a="http://schemas.openxmlformats.org/drawingml/2006/main" noGrp="1"/>
          </p:cNvSpPr>
          <p:nvPr/>
        </p:nvSpPr>
        <p:spPr>
          <a:xfrm xmlns:a="http://schemas.openxmlformats.org/drawingml/2006/main">
            <a:off x="530072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9CCFEB04-A4E9-493F-9C5C-5FF243F930AF}"/>
              </a:ext>
            </a:extLst>
          </p:cNvPr>
          <p:cNvSpPr>
            <a:spLocks xmlns:a="http://schemas.openxmlformats.org/drawingml/2006/main" noGrp="1"/>
          </p:cNvSpPr>
          <p:nvPr/>
        </p:nvSpPr>
        <p:spPr>
          <a:xfrm xmlns:a="http://schemas.openxmlformats.org/drawingml/2006/main">
            <a:off x="536161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6F58DC04-7ED6-4D1C-9D7A-DF67212B644A}"/>
              </a:ext>
            </a:extLst>
          </p:cNvPr>
          <p:cNvSpPr>
            <a:spLocks xmlns:a="http://schemas.openxmlformats.org/drawingml/2006/main" noGrp="1"/>
          </p:cNvSpPr>
          <p:nvPr/>
        </p:nvSpPr>
        <p:spPr>
          <a:xfrm xmlns:a="http://schemas.openxmlformats.org/drawingml/2006/main">
            <a:off x="536161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9D331BCB-9994-47D1-818E-0C7A356C8A03}"/>
              </a:ext>
            </a:extLst>
          </p:cNvPr>
          <p:cNvSpPr>
            <a:spLocks xmlns:a="http://schemas.openxmlformats.org/drawingml/2006/main" noGrp="1"/>
          </p:cNvSpPr>
          <p:nvPr/>
        </p:nvSpPr>
        <p:spPr>
          <a:xfrm xmlns:a="http://schemas.openxmlformats.org/drawingml/2006/main">
            <a:off x="536161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7C373A43-6374-49E6-9C49-DE45757472DD}"/>
              </a:ext>
            </a:extLst>
          </p:cNvPr>
          <p:cNvSpPr>
            <a:spLocks xmlns:a="http://schemas.openxmlformats.org/drawingml/2006/main" noGrp="1"/>
          </p:cNvSpPr>
          <p:nvPr/>
        </p:nvSpPr>
        <p:spPr>
          <a:xfrm xmlns:a="http://schemas.openxmlformats.org/drawingml/2006/main">
            <a:off x="536161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0151B9E7-6751-4C96-9738-679D540247E6}"/>
              </a:ext>
            </a:extLst>
          </p:cNvPr>
          <p:cNvSpPr>
            <a:spLocks xmlns:a="http://schemas.openxmlformats.org/drawingml/2006/main" noGrp="1"/>
          </p:cNvSpPr>
          <p:nvPr/>
        </p:nvSpPr>
        <p:spPr>
          <a:xfrm xmlns:a="http://schemas.openxmlformats.org/drawingml/2006/main">
            <a:off x="5361612"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B5A8F601-9DFE-4177-93A2-5F953DC89701}"/>
              </a:ext>
            </a:extLst>
          </p:cNvPr>
          <p:cNvSpPr>
            <a:spLocks xmlns:a="http://schemas.openxmlformats.org/drawingml/2006/main" noGrp="1"/>
          </p:cNvSpPr>
          <p:nvPr/>
        </p:nvSpPr>
        <p:spPr>
          <a:xfrm xmlns:a="http://schemas.openxmlformats.org/drawingml/2006/main">
            <a:off x="542250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3AFA235A-5E72-4D0E-B282-BF533464F1A2}"/>
              </a:ext>
            </a:extLst>
          </p:cNvPr>
          <p:cNvSpPr>
            <a:spLocks xmlns:a="http://schemas.openxmlformats.org/drawingml/2006/main" noGrp="1"/>
          </p:cNvSpPr>
          <p:nvPr/>
        </p:nvSpPr>
        <p:spPr>
          <a:xfrm xmlns:a="http://schemas.openxmlformats.org/drawingml/2006/main">
            <a:off x="542250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8B4142DB-3BDE-4F9A-9513-34B2BFF3A860}"/>
              </a:ext>
            </a:extLst>
          </p:cNvPr>
          <p:cNvSpPr>
            <a:spLocks xmlns:a="http://schemas.openxmlformats.org/drawingml/2006/main" noGrp="1"/>
          </p:cNvSpPr>
          <p:nvPr/>
        </p:nvSpPr>
        <p:spPr>
          <a:xfrm xmlns:a="http://schemas.openxmlformats.org/drawingml/2006/main">
            <a:off x="542250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345B3E0A-15DD-4B3C-8F64-D56FA7A1E1F7}"/>
              </a:ext>
            </a:extLst>
          </p:cNvPr>
          <p:cNvSpPr>
            <a:spLocks xmlns:a="http://schemas.openxmlformats.org/drawingml/2006/main" noGrp="1"/>
          </p:cNvSpPr>
          <p:nvPr/>
        </p:nvSpPr>
        <p:spPr>
          <a:xfrm xmlns:a="http://schemas.openxmlformats.org/drawingml/2006/main">
            <a:off x="542250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84C4F4DE-1579-4BE6-BC9B-3AF32538B256}"/>
              </a:ext>
            </a:extLst>
          </p:cNvPr>
          <p:cNvSpPr>
            <a:spLocks xmlns:a="http://schemas.openxmlformats.org/drawingml/2006/main" noGrp="1"/>
          </p:cNvSpPr>
          <p:nvPr/>
        </p:nvSpPr>
        <p:spPr>
          <a:xfrm xmlns:a="http://schemas.openxmlformats.org/drawingml/2006/main">
            <a:off x="542250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75B98A59-4C0E-4196-9F6F-03A794BB58EE}"/>
              </a:ext>
            </a:extLst>
          </p:cNvPr>
          <p:cNvSpPr>
            <a:spLocks xmlns:a="http://schemas.openxmlformats.org/drawingml/2006/main" noGrp="1"/>
          </p:cNvSpPr>
          <p:nvPr/>
        </p:nvSpPr>
        <p:spPr>
          <a:xfrm xmlns:a="http://schemas.openxmlformats.org/drawingml/2006/main">
            <a:off x="5422504"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138D7BE3-C1CB-4D63-9ADA-6DB8AE2A3413}"/>
              </a:ext>
            </a:extLst>
          </p:cNvPr>
          <p:cNvSpPr>
            <a:spLocks xmlns:a="http://schemas.openxmlformats.org/drawingml/2006/main" noGrp="1"/>
          </p:cNvSpPr>
          <p:nvPr/>
        </p:nvSpPr>
        <p:spPr>
          <a:xfrm xmlns:a="http://schemas.openxmlformats.org/drawingml/2006/main">
            <a:off x="5422504"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5D136BFE-28D0-4979-91DD-059A204C3742}"/>
              </a:ext>
            </a:extLst>
          </p:cNvPr>
          <p:cNvSpPr>
            <a:spLocks xmlns:a="http://schemas.openxmlformats.org/drawingml/2006/main" noGrp="1"/>
          </p:cNvSpPr>
          <p:nvPr/>
        </p:nvSpPr>
        <p:spPr>
          <a:xfrm xmlns:a="http://schemas.openxmlformats.org/drawingml/2006/main">
            <a:off x="5422504"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1DD9FCFF-9D14-4A64-8F43-22138FEC6BC6}"/>
              </a:ext>
            </a:extLst>
          </p:cNvPr>
          <p:cNvSpPr>
            <a:spLocks xmlns:a="http://schemas.openxmlformats.org/drawingml/2006/main" noGrp="1"/>
          </p:cNvSpPr>
          <p:nvPr/>
        </p:nvSpPr>
        <p:spPr>
          <a:xfrm xmlns:a="http://schemas.openxmlformats.org/drawingml/2006/main">
            <a:off x="548339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B4788681-A05D-4B30-89CE-681366BE9475}"/>
              </a:ext>
            </a:extLst>
          </p:cNvPr>
          <p:cNvSpPr>
            <a:spLocks xmlns:a="http://schemas.openxmlformats.org/drawingml/2006/main" noGrp="1"/>
          </p:cNvSpPr>
          <p:nvPr/>
        </p:nvSpPr>
        <p:spPr>
          <a:xfrm xmlns:a="http://schemas.openxmlformats.org/drawingml/2006/main">
            <a:off x="548339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3803DAF0-4941-41C4-AA5A-C3ACF3E573A5}"/>
              </a:ext>
            </a:extLst>
          </p:cNvPr>
          <p:cNvSpPr>
            <a:spLocks xmlns:a="http://schemas.openxmlformats.org/drawingml/2006/main" noGrp="1"/>
          </p:cNvSpPr>
          <p:nvPr/>
        </p:nvSpPr>
        <p:spPr>
          <a:xfrm xmlns:a="http://schemas.openxmlformats.org/drawingml/2006/main">
            <a:off x="548339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BBFE652A-FA3E-4A46-84AD-37FA9A93D924}"/>
              </a:ext>
            </a:extLst>
          </p:cNvPr>
          <p:cNvSpPr>
            <a:spLocks xmlns:a="http://schemas.openxmlformats.org/drawingml/2006/main" noGrp="1"/>
          </p:cNvSpPr>
          <p:nvPr/>
        </p:nvSpPr>
        <p:spPr>
          <a:xfrm xmlns:a="http://schemas.openxmlformats.org/drawingml/2006/main">
            <a:off x="548339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1E815124-6727-41EB-87A0-48B7C16CF98C}"/>
              </a:ext>
            </a:extLst>
          </p:cNvPr>
          <p:cNvSpPr>
            <a:spLocks xmlns:a="http://schemas.openxmlformats.org/drawingml/2006/main" noGrp="1"/>
          </p:cNvSpPr>
          <p:nvPr/>
        </p:nvSpPr>
        <p:spPr>
          <a:xfrm xmlns:a="http://schemas.openxmlformats.org/drawingml/2006/main">
            <a:off x="5483396"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FA17B22D-EED1-4FE5-AF0D-E04369C7DDDD}"/>
              </a:ext>
            </a:extLst>
          </p:cNvPr>
          <p:cNvSpPr>
            <a:spLocks xmlns:a="http://schemas.openxmlformats.org/drawingml/2006/main" noGrp="1"/>
          </p:cNvSpPr>
          <p:nvPr/>
        </p:nvSpPr>
        <p:spPr>
          <a:xfrm xmlns:a="http://schemas.openxmlformats.org/drawingml/2006/main">
            <a:off x="5483396"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898888A1-01FF-4EEC-B3BC-4593D16E6B40}"/>
              </a:ext>
            </a:extLst>
          </p:cNvPr>
          <p:cNvSpPr>
            <a:spLocks xmlns:a="http://schemas.openxmlformats.org/drawingml/2006/main" noGrp="1"/>
          </p:cNvSpPr>
          <p:nvPr/>
        </p:nvSpPr>
        <p:spPr>
          <a:xfrm xmlns:a="http://schemas.openxmlformats.org/drawingml/2006/main">
            <a:off x="5483396"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6F506D76-0925-49EE-8C36-8771E8FB5FA1}"/>
              </a:ext>
            </a:extLst>
          </p:cNvPr>
          <p:cNvSpPr>
            <a:spLocks xmlns:a="http://schemas.openxmlformats.org/drawingml/2006/main" noGrp="1"/>
          </p:cNvSpPr>
          <p:nvPr/>
        </p:nvSpPr>
        <p:spPr>
          <a:xfrm xmlns:a="http://schemas.openxmlformats.org/drawingml/2006/main">
            <a:off x="5483396"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FA522EB7-802C-4DF1-BA88-D19E8371923A}"/>
              </a:ext>
            </a:extLst>
          </p:cNvPr>
          <p:cNvSpPr>
            <a:spLocks xmlns:a="http://schemas.openxmlformats.org/drawingml/2006/main" noGrp="1"/>
          </p:cNvSpPr>
          <p:nvPr/>
        </p:nvSpPr>
        <p:spPr>
          <a:xfrm xmlns:a="http://schemas.openxmlformats.org/drawingml/2006/main">
            <a:off x="5544288"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F5C52559-5D6A-430B-8CD7-25451EFD45B5}"/>
              </a:ext>
            </a:extLst>
          </p:cNvPr>
          <p:cNvSpPr>
            <a:spLocks xmlns:a="http://schemas.openxmlformats.org/drawingml/2006/main" noGrp="1"/>
          </p:cNvSpPr>
          <p:nvPr/>
        </p:nvSpPr>
        <p:spPr>
          <a:xfrm xmlns:a="http://schemas.openxmlformats.org/drawingml/2006/main">
            <a:off x="5544288"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4B526D6E-01E8-4333-B576-DE447E13D479}"/>
              </a:ext>
            </a:extLst>
          </p:cNvPr>
          <p:cNvSpPr>
            <a:spLocks xmlns:a="http://schemas.openxmlformats.org/drawingml/2006/main" noGrp="1"/>
          </p:cNvSpPr>
          <p:nvPr/>
        </p:nvSpPr>
        <p:spPr>
          <a:xfrm xmlns:a="http://schemas.openxmlformats.org/drawingml/2006/main">
            <a:off x="5544288"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0654376F-A59E-41B5-BAC5-0CE77368ED5A}"/>
              </a:ext>
            </a:extLst>
          </p:cNvPr>
          <p:cNvSpPr>
            <a:spLocks xmlns:a="http://schemas.openxmlformats.org/drawingml/2006/main" noGrp="1"/>
          </p:cNvSpPr>
          <p:nvPr/>
        </p:nvSpPr>
        <p:spPr>
          <a:xfrm xmlns:a="http://schemas.openxmlformats.org/drawingml/2006/main">
            <a:off x="5544288"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619ABB31-E6A2-4273-B2F8-708D6BA37FEA}"/>
              </a:ext>
            </a:extLst>
          </p:cNvPr>
          <p:cNvSpPr>
            <a:spLocks xmlns:a="http://schemas.openxmlformats.org/drawingml/2006/main" noGrp="1"/>
          </p:cNvSpPr>
          <p:nvPr/>
        </p:nvSpPr>
        <p:spPr>
          <a:xfrm xmlns:a="http://schemas.openxmlformats.org/drawingml/2006/main">
            <a:off x="5544288"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669E1995-E00A-4A98-8D38-357B0B6257DD}"/>
              </a:ext>
            </a:extLst>
          </p:cNvPr>
          <p:cNvSpPr>
            <a:spLocks xmlns:a="http://schemas.openxmlformats.org/drawingml/2006/main" noGrp="1"/>
          </p:cNvSpPr>
          <p:nvPr/>
        </p:nvSpPr>
        <p:spPr>
          <a:xfrm xmlns:a="http://schemas.openxmlformats.org/drawingml/2006/main">
            <a:off x="5544288"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5916A5B3-7609-4945-A91E-E6C1E30125DE}"/>
              </a:ext>
            </a:extLst>
          </p:cNvPr>
          <p:cNvSpPr>
            <a:spLocks xmlns:a="http://schemas.openxmlformats.org/drawingml/2006/main" noGrp="1"/>
          </p:cNvSpPr>
          <p:nvPr/>
        </p:nvSpPr>
        <p:spPr>
          <a:xfrm xmlns:a="http://schemas.openxmlformats.org/drawingml/2006/main">
            <a:off x="5544288"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4549C1D9-F9D7-4A89-97A2-4FDFB50D34DC}"/>
              </a:ext>
            </a:extLst>
          </p:cNvPr>
          <p:cNvSpPr>
            <a:spLocks xmlns:a="http://schemas.openxmlformats.org/drawingml/2006/main" noGrp="1"/>
          </p:cNvSpPr>
          <p:nvPr/>
        </p:nvSpPr>
        <p:spPr>
          <a:xfrm xmlns:a="http://schemas.openxmlformats.org/drawingml/2006/main">
            <a:off x="5544288"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2ED2CA0D-DBAB-497D-8012-0CC336430351}"/>
              </a:ext>
            </a:extLst>
          </p:cNvPr>
          <p:cNvSpPr>
            <a:spLocks xmlns:a="http://schemas.openxmlformats.org/drawingml/2006/main" noGrp="1"/>
          </p:cNvSpPr>
          <p:nvPr/>
        </p:nvSpPr>
        <p:spPr>
          <a:xfrm xmlns:a="http://schemas.openxmlformats.org/drawingml/2006/main">
            <a:off x="5544288"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DC71F405-E940-4FAC-A457-48BBA720E7B4}"/>
              </a:ext>
            </a:extLst>
          </p:cNvPr>
          <p:cNvSpPr>
            <a:spLocks xmlns:a="http://schemas.openxmlformats.org/drawingml/2006/main" noGrp="1"/>
          </p:cNvSpPr>
          <p:nvPr/>
        </p:nvSpPr>
        <p:spPr>
          <a:xfrm xmlns:a="http://schemas.openxmlformats.org/drawingml/2006/main">
            <a:off x="5544288"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3541E45D-7530-48ED-A334-31490DA77DB3}"/>
              </a:ext>
            </a:extLst>
          </p:cNvPr>
          <p:cNvSpPr>
            <a:spLocks xmlns:a="http://schemas.openxmlformats.org/drawingml/2006/main" noGrp="1"/>
          </p:cNvSpPr>
          <p:nvPr/>
        </p:nvSpPr>
        <p:spPr>
          <a:xfrm xmlns:a="http://schemas.openxmlformats.org/drawingml/2006/main">
            <a:off x="5544288"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DF25129C-160F-4188-AA58-F88671FB3492}"/>
              </a:ext>
            </a:extLst>
          </p:cNvPr>
          <p:cNvSpPr>
            <a:spLocks xmlns:a="http://schemas.openxmlformats.org/drawingml/2006/main" noGrp="1"/>
          </p:cNvSpPr>
          <p:nvPr/>
        </p:nvSpPr>
        <p:spPr>
          <a:xfrm xmlns:a="http://schemas.openxmlformats.org/drawingml/2006/main">
            <a:off x="5605180"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6B4ECD19-6A20-4F46-BFD4-17A859E599E4}"/>
              </a:ext>
            </a:extLst>
          </p:cNvPr>
          <p:cNvSpPr>
            <a:spLocks xmlns:a="http://schemas.openxmlformats.org/drawingml/2006/main" noGrp="1"/>
          </p:cNvSpPr>
          <p:nvPr/>
        </p:nvSpPr>
        <p:spPr>
          <a:xfrm xmlns:a="http://schemas.openxmlformats.org/drawingml/2006/main">
            <a:off x="5605180"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F4409B24-7732-45AE-A1EA-42251C8D15A8}"/>
              </a:ext>
            </a:extLst>
          </p:cNvPr>
          <p:cNvSpPr>
            <a:spLocks xmlns:a="http://schemas.openxmlformats.org/drawingml/2006/main" noGrp="1"/>
          </p:cNvSpPr>
          <p:nvPr/>
        </p:nvSpPr>
        <p:spPr>
          <a:xfrm xmlns:a="http://schemas.openxmlformats.org/drawingml/2006/main">
            <a:off x="5605180"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6D6B8088-7D41-4A69-9FC5-53E76B3C8F54}"/>
              </a:ext>
            </a:extLst>
          </p:cNvPr>
          <p:cNvSpPr>
            <a:spLocks xmlns:a="http://schemas.openxmlformats.org/drawingml/2006/main" noGrp="1"/>
          </p:cNvSpPr>
          <p:nvPr/>
        </p:nvSpPr>
        <p:spPr>
          <a:xfrm xmlns:a="http://schemas.openxmlformats.org/drawingml/2006/main">
            <a:off x="5605180"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9CD2FC50-1E86-49EC-841B-EC1ADA491E71}"/>
              </a:ext>
            </a:extLst>
          </p:cNvPr>
          <p:cNvSpPr>
            <a:spLocks xmlns:a="http://schemas.openxmlformats.org/drawingml/2006/main" noGrp="1"/>
          </p:cNvSpPr>
          <p:nvPr/>
        </p:nvSpPr>
        <p:spPr>
          <a:xfrm xmlns:a="http://schemas.openxmlformats.org/drawingml/2006/main">
            <a:off x="5605180"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83946C75-8D4D-461C-A4D2-27F2E10CD033}"/>
              </a:ext>
            </a:extLst>
          </p:cNvPr>
          <p:cNvSpPr>
            <a:spLocks xmlns:a="http://schemas.openxmlformats.org/drawingml/2006/main" noGrp="1"/>
          </p:cNvSpPr>
          <p:nvPr/>
        </p:nvSpPr>
        <p:spPr>
          <a:xfrm xmlns:a="http://schemas.openxmlformats.org/drawingml/2006/main">
            <a:off x="5605180"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3927BE30-4E71-457B-B559-F8C001AA1FBA}"/>
              </a:ext>
            </a:extLst>
          </p:cNvPr>
          <p:cNvSpPr>
            <a:spLocks xmlns:a="http://schemas.openxmlformats.org/drawingml/2006/main" noGrp="1"/>
          </p:cNvSpPr>
          <p:nvPr/>
        </p:nvSpPr>
        <p:spPr>
          <a:xfrm xmlns:a="http://schemas.openxmlformats.org/drawingml/2006/main">
            <a:off x="5605180"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61AA7E05-3199-4B28-8C8B-90CD320C83C8}"/>
              </a:ext>
            </a:extLst>
          </p:cNvPr>
          <p:cNvSpPr>
            <a:spLocks xmlns:a="http://schemas.openxmlformats.org/drawingml/2006/main" noGrp="1"/>
          </p:cNvSpPr>
          <p:nvPr/>
        </p:nvSpPr>
        <p:spPr>
          <a:xfrm xmlns:a="http://schemas.openxmlformats.org/drawingml/2006/main">
            <a:off x="5605180"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1C0740D9-8BD2-42C6-ADFF-2EBCCE0EDAAB}"/>
              </a:ext>
            </a:extLst>
          </p:cNvPr>
          <p:cNvSpPr>
            <a:spLocks xmlns:a="http://schemas.openxmlformats.org/drawingml/2006/main" noGrp="1"/>
          </p:cNvSpPr>
          <p:nvPr/>
        </p:nvSpPr>
        <p:spPr>
          <a:xfrm xmlns:a="http://schemas.openxmlformats.org/drawingml/2006/main">
            <a:off x="5605180"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74A3F48F-0B5D-4FEE-9301-084B5E75224C}"/>
              </a:ext>
            </a:extLst>
          </p:cNvPr>
          <p:cNvSpPr>
            <a:spLocks xmlns:a="http://schemas.openxmlformats.org/drawingml/2006/main" noGrp="1"/>
          </p:cNvSpPr>
          <p:nvPr/>
        </p:nvSpPr>
        <p:spPr>
          <a:xfrm xmlns:a="http://schemas.openxmlformats.org/drawingml/2006/main">
            <a:off x="5605180"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55200351-0C65-40CB-960B-408EB15AF447}"/>
              </a:ext>
            </a:extLst>
          </p:cNvPr>
          <p:cNvSpPr>
            <a:spLocks xmlns:a="http://schemas.openxmlformats.org/drawingml/2006/main" noGrp="1"/>
          </p:cNvSpPr>
          <p:nvPr/>
        </p:nvSpPr>
        <p:spPr>
          <a:xfrm xmlns:a="http://schemas.openxmlformats.org/drawingml/2006/main">
            <a:off x="5605180"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C259C295-5297-47F5-A3F6-2FE13FF76980}"/>
              </a:ext>
            </a:extLst>
          </p:cNvPr>
          <p:cNvSpPr>
            <a:spLocks xmlns:a="http://schemas.openxmlformats.org/drawingml/2006/main" noGrp="1"/>
          </p:cNvSpPr>
          <p:nvPr/>
        </p:nvSpPr>
        <p:spPr>
          <a:xfrm xmlns:a="http://schemas.openxmlformats.org/drawingml/2006/main">
            <a:off x="5666072"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11012666-807A-4936-B703-882D1642CED0}"/>
              </a:ext>
            </a:extLst>
          </p:cNvPr>
          <p:cNvSpPr>
            <a:spLocks xmlns:a="http://schemas.openxmlformats.org/drawingml/2006/main" noGrp="1"/>
          </p:cNvSpPr>
          <p:nvPr/>
        </p:nvSpPr>
        <p:spPr>
          <a:xfrm xmlns:a="http://schemas.openxmlformats.org/drawingml/2006/main">
            <a:off x="5666072"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B03E26A8-0421-4F0D-8EFB-6EC172D21A4F}"/>
              </a:ext>
            </a:extLst>
          </p:cNvPr>
          <p:cNvSpPr>
            <a:spLocks xmlns:a="http://schemas.openxmlformats.org/drawingml/2006/main" noGrp="1"/>
          </p:cNvSpPr>
          <p:nvPr/>
        </p:nvSpPr>
        <p:spPr>
          <a:xfrm xmlns:a="http://schemas.openxmlformats.org/drawingml/2006/main">
            <a:off x="566607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3218802C-460B-4884-A612-DE94AE878874}"/>
              </a:ext>
            </a:extLst>
          </p:cNvPr>
          <p:cNvSpPr>
            <a:spLocks xmlns:a="http://schemas.openxmlformats.org/drawingml/2006/main" noGrp="1"/>
          </p:cNvSpPr>
          <p:nvPr/>
        </p:nvSpPr>
        <p:spPr>
          <a:xfrm xmlns:a="http://schemas.openxmlformats.org/drawingml/2006/main">
            <a:off x="5666072"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2C7B6AA7-7B75-4145-AF45-862000C36D76}"/>
              </a:ext>
            </a:extLst>
          </p:cNvPr>
          <p:cNvSpPr>
            <a:spLocks xmlns:a="http://schemas.openxmlformats.org/drawingml/2006/main" noGrp="1"/>
          </p:cNvSpPr>
          <p:nvPr/>
        </p:nvSpPr>
        <p:spPr>
          <a:xfrm xmlns:a="http://schemas.openxmlformats.org/drawingml/2006/main">
            <a:off x="566607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BF5146DF-B7E7-4E02-8499-606E4B9506BA}"/>
              </a:ext>
            </a:extLst>
          </p:cNvPr>
          <p:cNvSpPr>
            <a:spLocks xmlns:a="http://schemas.openxmlformats.org/drawingml/2006/main" noGrp="1"/>
          </p:cNvSpPr>
          <p:nvPr/>
        </p:nvSpPr>
        <p:spPr>
          <a:xfrm xmlns:a="http://schemas.openxmlformats.org/drawingml/2006/main">
            <a:off x="566607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64DF2B87-C956-4D8D-82EC-42278B0436B8}"/>
              </a:ext>
            </a:extLst>
          </p:cNvPr>
          <p:cNvSpPr>
            <a:spLocks xmlns:a="http://schemas.openxmlformats.org/drawingml/2006/main" noGrp="1"/>
          </p:cNvSpPr>
          <p:nvPr/>
        </p:nvSpPr>
        <p:spPr>
          <a:xfrm xmlns:a="http://schemas.openxmlformats.org/drawingml/2006/main">
            <a:off x="566607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A6D45801-E968-43FA-A297-B43BA684CAE2}"/>
              </a:ext>
            </a:extLst>
          </p:cNvPr>
          <p:cNvSpPr>
            <a:spLocks xmlns:a="http://schemas.openxmlformats.org/drawingml/2006/main" noGrp="1"/>
          </p:cNvSpPr>
          <p:nvPr/>
        </p:nvSpPr>
        <p:spPr>
          <a:xfrm xmlns:a="http://schemas.openxmlformats.org/drawingml/2006/main">
            <a:off x="5666072"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5F19C209-EA80-489D-A1B2-0D08EAEA8886}"/>
              </a:ext>
            </a:extLst>
          </p:cNvPr>
          <p:cNvSpPr>
            <a:spLocks xmlns:a="http://schemas.openxmlformats.org/drawingml/2006/main" noGrp="1"/>
          </p:cNvSpPr>
          <p:nvPr/>
        </p:nvSpPr>
        <p:spPr>
          <a:xfrm xmlns:a="http://schemas.openxmlformats.org/drawingml/2006/main">
            <a:off x="5666072"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49BB402B-4DB4-40DE-94C6-9939827BE87D}"/>
              </a:ext>
            </a:extLst>
          </p:cNvPr>
          <p:cNvSpPr>
            <a:spLocks xmlns:a="http://schemas.openxmlformats.org/drawingml/2006/main" noGrp="1"/>
          </p:cNvSpPr>
          <p:nvPr/>
        </p:nvSpPr>
        <p:spPr>
          <a:xfrm xmlns:a="http://schemas.openxmlformats.org/drawingml/2006/main">
            <a:off x="5726964"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E790526A-1CAC-4A9E-A9A6-BA17028D4B33}"/>
              </a:ext>
            </a:extLst>
          </p:cNvPr>
          <p:cNvSpPr>
            <a:spLocks xmlns:a="http://schemas.openxmlformats.org/drawingml/2006/main" noGrp="1"/>
          </p:cNvSpPr>
          <p:nvPr/>
        </p:nvSpPr>
        <p:spPr>
          <a:xfrm xmlns:a="http://schemas.openxmlformats.org/drawingml/2006/main">
            <a:off x="5726964"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8AD972E7-D116-445D-88F9-84D1F242F7EF}"/>
              </a:ext>
            </a:extLst>
          </p:cNvPr>
          <p:cNvSpPr>
            <a:spLocks xmlns:a="http://schemas.openxmlformats.org/drawingml/2006/main" noGrp="1"/>
          </p:cNvSpPr>
          <p:nvPr/>
        </p:nvSpPr>
        <p:spPr>
          <a:xfrm xmlns:a="http://schemas.openxmlformats.org/drawingml/2006/main">
            <a:off x="5726964"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7E677467-4BEA-4A19-9085-EB8F1D720722}"/>
              </a:ext>
            </a:extLst>
          </p:cNvPr>
          <p:cNvSpPr>
            <a:spLocks xmlns:a="http://schemas.openxmlformats.org/drawingml/2006/main" noGrp="1"/>
          </p:cNvSpPr>
          <p:nvPr/>
        </p:nvSpPr>
        <p:spPr>
          <a:xfrm xmlns:a="http://schemas.openxmlformats.org/drawingml/2006/main">
            <a:off x="572696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D0C6BF5A-446F-4D5D-B52A-8A7EFE1FF0F8}"/>
              </a:ext>
            </a:extLst>
          </p:cNvPr>
          <p:cNvSpPr>
            <a:spLocks xmlns:a="http://schemas.openxmlformats.org/drawingml/2006/main" noGrp="1"/>
          </p:cNvSpPr>
          <p:nvPr/>
        </p:nvSpPr>
        <p:spPr>
          <a:xfrm xmlns:a="http://schemas.openxmlformats.org/drawingml/2006/main">
            <a:off x="572696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2552AEEA-2A9B-4CCF-8DAD-6DBD3964F880}"/>
              </a:ext>
            </a:extLst>
          </p:cNvPr>
          <p:cNvSpPr>
            <a:spLocks xmlns:a="http://schemas.openxmlformats.org/drawingml/2006/main" noGrp="1"/>
          </p:cNvSpPr>
          <p:nvPr/>
        </p:nvSpPr>
        <p:spPr>
          <a:xfrm xmlns:a="http://schemas.openxmlformats.org/drawingml/2006/main">
            <a:off x="572696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864DD39F-02D2-47EA-8072-90DFC08D7E06}"/>
              </a:ext>
            </a:extLst>
          </p:cNvPr>
          <p:cNvSpPr>
            <a:spLocks xmlns:a="http://schemas.openxmlformats.org/drawingml/2006/main" noGrp="1"/>
          </p:cNvSpPr>
          <p:nvPr/>
        </p:nvSpPr>
        <p:spPr>
          <a:xfrm xmlns:a="http://schemas.openxmlformats.org/drawingml/2006/main">
            <a:off x="5726964"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6F7F2AEB-56FB-4573-BE6E-37AFADAB5DDF}"/>
              </a:ext>
            </a:extLst>
          </p:cNvPr>
          <p:cNvSpPr>
            <a:spLocks xmlns:a="http://schemas.openxmlformats.org/drawingml/2006/main" noGrp="1"/>
          </p:cNvSpPr>
          <p:nvPr/>
        </p:nvSpPr>
        <p:spPr>
          <a:xfrm xmlns:a="http://schemas.openxmlformats.org/drawingml/2006/main">
            <a:off x="5726964"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DD0962C1-D576-44ED-B2B1-1A43C8AECF66}"/>
              </a:ext>
            </a:extLst>
          </p:cNvPr>
          <p:cNvSpPr>
            <a:spLocks xmlns:a="http://schemas.openxmlformats.org/drawingml/2006/main" noGrp="1"/>
          </p:cNvSpPr>
          <p:nvPr/>
        </p:nvSpPr>
        <p:spPr>
          <a:xfrm xmlns:a="http://schemas.openxmlformats.org/drawingml/2006/main">
            <a:off x="5726964"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364CD4C2-2F3C-4DE6-B661-8C2BF36C1F1C}"/>
              </a:ext>
            </a:extLst>
          </p:cNvPr>
          <p:cNvSpPr>
            <a:spLocks xmlns:a="http://schemas.openxmlformats.org/drawingml/2006/main" noGrp="1"/>
          </p:cNvSpPr>
          <p:nvPr/>
        </p:nvSpPr>
        <p:spPr>
          <a:xfrm xmlns:a="http://schemas.openxmlformats.org/drawingml/2006/main">
            <a:off x="5787856"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4E909F74-1F7A-4177-98E6-73B5A91DC766}"/>
              </a:ext>
            </a:extLst>
          </p:cNvPr>
          <p:cNvSpPr>
            <a:spLocks xmlns:a="http://schemas.openxmlformats.org/drawingml/2006/main" noGrp="1"/>
          </p:cNvSpPr>
          <p:nvPr/>
        </p:nvSpPr>
        <p:spPr>
          <a:xfrm xmlns:a="http://schemas.openxmlformats.org/drawingml/2006/main">
            <a:off x="5787856"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9083AAFF-D83D-4816-9DCA-97BA00E2AD3A}"/>
              </a:ext>
            </a:extLst>
          </p:cNvPr>
          <p:cNvSpPr>
            <a:spLocks xmlns:a="http://schemas.openxmlformats.org/drawingml/2006/main" noGrp="1"/>
          </p:cNvSpPr>
          <p:nvPr/>
        </p:nvSpPr>
        <p:spPr>
          <a:xfrm xmlns:a="http://schemas.openxmlformats.org/drawingml/2006/main">
            <a:off x="578785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0DD50EA6-F1FD-4D8E-AAFC-037C1EC4E5BE}"/>
              </a:ext>
            </a:extLst>
          </p:cNvPr>
          <p:cNvSpPr>
            <a:spLocks xmlns:a="http://schemas.openxmlformats.org/drawingml/2006/main" noGrp="1"/>
          </p:cNvSpPr>
          <p:nvPr/>
        </p:nvSpPr>
        <p:spPr>
          <a:xfrm xmlns:a="http://schemas.openxmlformats.org/drawingml/2006/main">
            <a:off x="578785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F8FDF8C5-55C8-430E-90BA-405E3BC77E42}"/>
              </a:ext>
            </a:extLst>
          </p:cNvPr>
          <p:cNvSpPr>
            <a:spLocks xmlns:a="http://schemas.openxmlformats.org/drawingml/2006/main" noGrp="1"/>
          </p:cNvSpPr>
          <p:nvPr/>
        </p:nvSpPr>
        <p:spPr>
          <a:xfrm xmlns:a="http://schemas.openxmlformats.org/drawingml/2006/main">
            <a:off x="578785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746705BD-7566-494E-82E8-561623955A1C}"/>
              </a:ext>
            </a:extLst>
          </p:cNvPr>
          <p:cNvSpPr>
            <a:spLocks xmlns:a="http://schemas.openxmlformats.org/drawingml/2006/main" noGrp="1"/>
          </p:cNvSpPr>
          <p:nvPr/>
        </p:nvSpPr>
        <p:spPr>
          <a:xfrm xmlns:a="http://schemas.openxmlformats.org/drawingml/2006/main">
            <a:off x="578785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63940638-BD53-42DF-B8A9-6BA5C2AAE609}"/>
              </a:ext>
            </a:extLst>
          </p:cNvPr>
          <p:cNvSpPr>
            <a:spLocks xmlns:a="http://schemas.openxmlformats.org/drawingml/2006/main" noGrp="1"/>
          </p:cNvSpPr>
          <p:nvPr/>
        </p:nvSpPr>
        <p:spPr>
          <a:xfrm xmlns:a="http://schemas.openxmlformats.org/drawingml/2006/main">
            <a:off x="578785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4C411830-24E8-48F4-93A0-C792818D598C}"/>
              </a:ext>
            </a:extLst>
          </p:cNvPr>
          <p:cNvSpPr>
            <a:spLocks xmlns:a="http://schemas.openxmlformats.org/drawingml/2006/main" noGrp="1"/>
          </p:cNvSpPr>
          <p:nvPr/>
        </p:nvSpPr>
        <p:spPr>
          <a:xfrm xmlns:a="http://schemas.openxmlformats.org/drawingml/2006/main">
            <a:off x="5787856"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94846877-B0DC-48B8-9D8B-C8EB66887BE0}"/>
              </a:ext>
            </a:extLst>
          </p:cNvPr>
          <p:cNvSpPr>
            <a:spLocks xmlns:a="http://schemas.openxmlformats.org/drawingml/2006/main" noGrp="1"/>
          </p:cNvSpPr>
          <p:nvPr/>
        </p:nvSpPr>
        <p:spPr>
          <a:xfrm xmlns:a="http://schemas.openxmlformats.org/drawingml/2006/main">
            <a:off x="5787856"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2A5B1D41-C199-4858-B1F5-59B219A47F23}"/>
              </a:ext>
            </a:extLst>
          </p:cNvPr>
          <p:cNvSpPr>
            <a:spLocks xmlns:a="http://schemas.openxmlformats.org/drawingml/2006/main" noGrp="1"/>
          </p:cNvSpPr>
          <p:nvPr/>
        </p:nvSpPr>
        <p:spPr>
          <a:xfrm xmlns:a="http://schemas.openxmlformats.org/drawingml/2006/main">
            <a:off x="5787856"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67BAB384-4BE1-4513-A9FB-56B8895F5938}"/>
              </a:ext>
            </a:extLst>
          </p:cNvPr>
          <p:cNvSpPr>
            <a:spLocks xmlns:a="http://schemas.openxmlformats.org/drawingml/2006/main" noGrp="1"/>
          </p:cNvSpPr>
          <p:nvPr/>
        </p:nvSpPr>
        <p:spPr>
          <a:xfrm xmlns:a="http://schemas.openxmlformats.org/drawingml/2006/main">
            <a:off x="5787856"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D403FB39-0BF5-46FF-93BE-A084115C88AF}"/>
              </a:ext>
            </a:extLst>
          </p:cNvPr>
          <p:cNvSpPr>
            <a:spLocks xmlns:a="http://schemas.openxmlformats.org/drawingml/2006/main" noGrp="1"/>
          </p:cNvSpPr>
          <p:nvPr/>
        </p:nvSpPr>
        <p:spPr>
          <a:xfrm xmlns:a="http://schemas.openxmlformats.org/drawingml/2006/main">
            <a:off x="5848747" y="385249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8BE5E9F1-4978-4FD7-89EC-590D0CB355F9}"/>
              </a:ext>
            </a:extLst>
          </p:cNvPr>
          <p:cNvSpPr>
            <a:spLocks xmlns:a="http://schemas.openxmlformats.org/drawingml/2006/main" noGrp="1"/>
          </p:cNvSpPr>
          <p:nvPr/>
        </p:nvSpPr>
        <p:spPr>
          <a:xfrm xmlns:a="http://schemas.openxmlformats.org/drawingml/2006/main">
            <a:off x="5848747"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0B6973BE-438E-402F-BAF7-4308AF88B4F1}"/>
              </a:ext>
            </a:extLst>
          </p:cNvPr>
          <p:cNvSpPr>
            <a:spLocks xmlns:a="http://schemas.openxmlformats.org/drawingml/2006/main" noGrp="1"/>
          </p:cNvSpPr>
          <p:nvPr/>
        </p:nvSpPr>
        <p:spPr>
          <a:xfrm xmlns:a="http://schemas.openxmlformats.org/drawingml/2006/main">
            <a:off x="584874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2920C25E-5C5C-47B6-BFE6-9F88391AD2FE}"/>
              </a:ext>
            </a:extLst>
          </p:cNvPr>
          <p:cNvSpPr>
            <a:spLocks xmlns:a="http://schemas.openxmlformats.org/drawingml/2006/main" noGrp="1"/>
          </p:cNvSpPr>
          <p:nvPr/>
        </p:nvSpPr>
        <p:spPr>
          <a:xfrm xmlns:a="http://schemas.openxmlformats.org/drawingml/2006/main">
            <a:off x="5848747"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9EF9D073-D582-44E7-8E46-47D3A7F60B42}"/>
              </a:ext>
            </a:extLst>
          </p:cNvPr>
          <p:cNvSpPr>
            <a:spLocks xmlns:a="http://schemas.openxmlformats.org/drawingml/2006/main" noGrp="1"/>
          </p:cNvSpPr>
          <p:nvPr/>
        </p:nvSpPr>
        <p:spPr>
          <a:xfrm xmlns:a="http://schemas.openxmlformats.org/drawingml/2006/main">
            <a:off x="5848747"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75DF0358-A4A7-49E1-AC1B-51AC242E0E0D}"/>
              </a:ext>
            </a:extLst>
          </p:cNvPr>
          <p:cNvSpPr>
            <a:spLocks xmlns:a="http://schemas.openxmlformats.org/drawingml/2006/main" noGrp="1"/>
          </p:cNvSpPr>
          <p:nvPr/>
        </p:nvSpPr>
        <p:spPr>
          <a:xfrm xmlns:a="http://schemas.openxmlformats.org/drawingml/2006/main">
            <a:off x="5848747"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394E5E2A-4581-4D49-AE38-78CB7D64EF8D}"/>
              </a:ext>
            </a:extLst>
          </p:cNvPr>
          <p:cNvSpPr>
            <a:spLocks xmlns:a="http://schemas.openxmlformats.org/drawingml/2006/main" noGrp="1"/>
          </p:cNvSpPr>
          <p:nvPr/>
        </p:nvSpPr>
        <p:spPr>
          <a:xfrm xmlns:a="http://schemas.openxmlformats.org/drawingml/2006/main">
            <a:off x="5848747"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8C9F5963-D039-4F4E-958B-6921762301F2}"/>
              </a:ext>
            </a:extLst>
          </p:cNvPr>
          <p:cNvSpPr>
            <a:spLocks xmlns:a="http://schemas.openxmlformats.org/drawingml/2006/main" noGrp="1"/>
          </p:cNvSpPr>
          <p:nvPr/>
        </p:nvSpPr>
        <p:spPr>
          <a:xfrm xmlns:a="http://schemas.openxmlformats.org/drawingml/2006/main">
            <a:off x="5848747"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3563E10B-8082-4E79-BE4D-36CEAE674085}"/>
              </a:ext>
            </a:extLst>
          </p:cNvPr>
          <p:cNvSpPr>
            <a:spLocks xmlns:a="http://schemas.openxmlformats.org/drawingml/2006/main" noGrp="1"/>
          </p:cNvSpPr>
          <p:nvPr/>
        </p:nvSpPr>
        <p:spPr>
          <a:xfrm xmlns:a="http://schemas.openxmlformats.org/drawingml/2006/main">
            <a:off x="584874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35E2E3B7-2163-40B1-B91B-866A590D00FE}"/>
              </a:ext>
            </a:extLst>
          </p:cNvPr>
          <p:cNvSpPr>
            <a:spLocks xmlns:a="http://schemas.openxmlformats.org/drawingml/2006/main" noGrp="1"/>
          </p:cNvSpPr>
          <p:nvPr/>
        </p:nvSpPr>
        <p:spPr>
          <a:xfrm xmlns:a="http://schemas.openxmlformats.org/drawingml/2006/main">
            <a:off x="5848747"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A98FB099-C35B-43CD-9A3F-8FD150C163AE}"/>
              </a:ext>
            </a:extLst>
          </p:cNvPr>
          <p:cNvSpPr>
            <a:spLocks xmlns:a="http://schemas.openxmlformats.org/drawingml/2006/main" noGrp="1"/>
          </p:cNvSpPr>
          <p:nvPr/>
        </p:nvSpPr>
        <p:spPr>
          <a:xfrm xmlns:a="http://schemas.openxmlformats.org/drawingml/2006/main">
            <a:off x="5848747"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3E5277E8-5888-4FD8-AC2C-1E862415D0CD}"/>
              </a:ext>
            </a:extLst>
          </p:cNvPr>
          <p:cNvSpPr>
            <a:spLocks xmlns:a="http://schemas.openxmlformats.org/drawingml/2006/main" noGrp="1"/>
          </p:cNvSpPr>
          <p:nvPr/>
        </p:nvSpPr>
        <p:spPr>
          <a:xfrm xmlns:a="http://schemas.openxmlformats.org/drawingml/2006/main">
            <a:off x="5848747" y="250385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4B8D6DDC-8010-416F-9D91-DFD3E153898F}"/>
              </a:ext>
            </a:extLst>
          </p:cNvPr>
          <p:cNvSpPr>
            <a:spLocks xmlns:a="http://schemas.openxmlformats.org/drawingml/2006/main" noGrp="1"/>
          </p:cNvSpPr>
          <p:nvPr/>
        </p:nvSpPr>
        <p:spPr>
          <a:xfrm xmlns:a="http://schemas.openxmlformats.org/drawingml/2006/main">
            <a:off x="5848747" y="244255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E0D64D06-4F15-4D29-8D99-31816EAA2B02}"/>
              </a:ext>
            </a:extLst>
          </p:cNvPr>
          <p:cNvSpPr>
            <a:spLocks xmlns:a="http://schemas.openxmlformats.org/drawingml/2006/main" noGrp="1"/>
          </p:cNvSpPr>
          <p:nvPr/>
        </p:nvSpPr>
        <p:spPr>
          <a:xfrm xmlns:a="http://schemas.openxmlformats.org/drawingml/2006/main">
            <a:off x="5909639"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02AB52EA-5685-4F48-AE61-831230FAD1BD}"/>
              </a:ext>
            </a:extLst>
          </p:cNvPr>
          <p:cNvSpPr>
            <a:spLocks xmlns:a="http://schemas.openxmlformats.org/drawingml/2006/main" noGrp="1"/>
          </p:cNvSpPr>
          <p:nvPr/>
        </p:nvSpPr>
        <p:spPr>
          <a:xfrm xmlns:a="http://schemas.openxmlformats.org/drawingml/2006/main">
            <a:off x="5909639"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35B2C150-489A-458D-8083-79F4A1957D4F}"/>
              </a:ext>
            </a:extLst>
          </p:cNvPr>
          <p:cNvSpPr>
            <a:spLocks xmlns:a="http://schemas.openxmlformats.org/drawingml/2006/main" noGrp="1"/>
          </p:cNvSpPr>
          <p:nvPr/>
        </p:nvSpPr>
        <p:spPr>
          <a:xfrm xmlns:a="http://schemas.openxmlformats.org/drawingml/2006/main">
            <a:off x="5909639"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A11BE092-21EA-4205-B35D-F4AFDAE5373B}"/>
              </a:ext>
            </a:extLst>
          </p:cNvPr>
          <p:cNvSpPr>
            <a:spLocks xmlns:a="http://schemas.openxmlformats.org/drawingml/2006/main" noGrp="1"/>
          </p:cNvSpPr>
          <p:nvPr/>
        </p:nvSpPr>
        <p:spPr>
          <a:xfrm xmlns:a="http://schemas.openxmlformats.org/drawingml/2006/main">
            <a:off x="5909639"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7A12F640-AE96-4476-A5F4-A11C7CF9E273}"/>
              </a:ext>
            </a:extLst>
          </p:cNvPr>
          <p:cNvSpPr>
            <a:spLocks xmlns:a="http://schemas.openxmlformats.org/drawingml/2006/main" noGrp="1"/>
          </p:cNvSpPr>
          <p:nvPr/>
        </p:nvSpPr>
        <p:spPr>
          <a:xfrm xmlns:a="http://schemas.openxmlformats.org/drawingml/2006/main">
            <a:off x="590963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D7344E60-1D77-4668-9F7B-75F6AED21EB3}"/>
              </a:ext>
            </a:extLst>
          </p:cNvPr>
          <p:cNvSpPr>
            <a:spLocks xmlns:a="http://schemas.openxmlformats.org/drawingml/2006/main" noGrp="1"/>
          </p:cNvSpPr>
          <p:nvPr/>
        </p:nvSpPr>
        <p:spPr>
          <a:xfrm xmlns:a="http://schemas.openxmlformats.org/drawingml/2006/main">
            <a:off x="590963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A9269EB5-615A-4517-A3DC-3AB5A2A6B9FF}"/>
              </a:ext>
            </a:extLst>
          </p:cNvPr>
          <p:cNvSpPr>
            <a:spLocks xmlns:a="http://schemas.openxmlformats.org/drawingml/2006/main" noGrp="1"/>
          </p:cNvSpPr>
          <p:nvPr/>
        </p:nvSpPr>
        <p:spPr>
          <a:xfrm xmlns:a="http://schemas.openxmlformats.org/drawingml/2006/main">
            <a:off x="5909639"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3315D7AA-11FE-442B-AD0F-71A06EC6694B}"/>
              </a:ext>
            </a:extLst>
          </p:cNvPr>
          <p:cNvSpPr>
            <a:spLocks xmlns:a="http://schemas.openxmlformats.org/drawingml/2006/main" noGrp="1"/>
          </p:cNvSpPr>
          <p:nvPr/>
        </p:nvSpPr>
        <p:spPr>
          <a:xfrm xmlns:a="http://schemas.openxmlformats.org/drawingml/2006/main">
            <a:off x="5909639"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DB321925-689F-4C50-B53D-465D17FC084D}"/>
              </a:ext>
            </a:extLst>
          </p:cNvPr>
          <p:cNvSpPr>
            <a:spLocks xmlns:a="http://schemas.openxmlformats.org/drawingml/2006/main" noGrp="1"/>
          </p:cNvSpPr>
          <p:nvPr/>
        </p:nvSpPr>
        <p:spPr>
          <a:xfrm xmlns:a="http://schemas.openxmlformats.org/drawingml/2006/main">
            <a:off x="5909639"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D9BFA7D6-8B59-4D73-82A1-0C29D2EF925A}"/>
              </a:ext>
            </a:extLst>
          </p:cNvPr>
          <p:cNvSpPr>
            <a:spLocks xmlns:a="http://schemas.openxmlformats.org/drawingml/2006/main" noGrp="1"/>
          </p:cNvSpPr>
          <p:nvPr/>
        </p:nvSpPr>
        <p:spPr>
          <a:xfrm xmlns:a="http://schemas.openxmlformats.org/drawingml/2006/main">
            <a:off x="5909639"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28E4DAF4-2ACA-402D-8F2D-FDDDAEF938B8}"/>
              </a:ext>
            </a:extLst>
          </p:cNvPr>
          <p:cNvSpPr>
            <a:spLocks xmlns:a="http://schemas.openxmlformats.org/drawingml/2006/main" noGrp="1"/>
          </p:cNvSpPr>
          <p:nvPr/>
        </p:nvSpPr>
        <p:spPr>
          <a:xfrm xmlns:a="http://schemas.openxmlformats.org/drawingml/2006/main">
            <a:off x="5909639"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57999371-C1F7-474D-9D47-09CEDE45C612}"/>
              </a:ext>
            </a:extLst>
          </p:cNvPr>
          <p:cNvSpPr>
            <a:spLocks xmlns:a="http://schemas.openxmlformats.org/drawingml/2006/main" noGrp="1"/>
          </p:cNvSpPr>
          <p:nvPr/>
        </p:nvSpPr>
        <p:spPr>
          <a:xfrm xmlns:a="http://schemas.openxmlformats.org/drawingml/2006/main">
            <a:off x="5970531"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232E6A5B-F735-4844-81D3-A0EC3EF50CFF}"/>
              </a:ext>
            </a:extLst>
          </p:cNvPr>
          <p:cNvSpPr>
            <a:spLocks xmlns:a="http://schemas.openxmlformats.org/drawingml/2006/main" noGrp="1"/>
          </p:cNvSpPr>
          <p:nvPr/>
        </p:nvSpPr>
        <p:spPr>
          <a:xfrm xmlns:a="http://schemas.openxmlformats.org/drawingml/2006/main">
            <a:off x="5970531"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586DA54A-89B6-44DA-931A-575F65CD5AD7}"/>
              </a:ext>
            </a:extLst>
          </p:cNvPr>
          <p:cNvSpPr>
            <a:spLocks xmlns:a="http://schemas.openxmlformats.org/drawingml/2006/main" noGrp="1"/>
          </p:cNvSpPr>
          <p:nvPr/>
        </p:nvSpPr>
        <p:spPr>
          <a:xfrm xmlns:a="http://schemas.openxmlformats.org/drawingml/2006/main">
            <a:off x="5970531" y="360728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943D3880-06DA-4459-82C7-355A5CB9E8C8}"/>
              </a:ext>
            </a:extLst>
          </p:cNvPr>
          <p:cNvSpPr>
            <a:spLocks xmlns:a="http://schemas.openxmlformats.org/drawingml/2006/main" noGrp="1"/>
          </p:cNvSpPr>
          <p:nvPr/>
        </p:nvSpPr>
        <p:spPr>
          <a:xfrm xmlns:a="http://schemas.openxmlformats.org/drawingml/2006/main">
            <a:off x="597053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4F412AEA-8C15-4834-85A4-588F64BAB805}"/>
              </a:ext>
            </a:extLst>
          </p:cNvPr>
          <p:cNvSpPr>
            <a:spLocks xmlns:a="http://schemas.openxmlformats.org/drawingml/2006/main" noGrp="1"/>
          </p:cNvSpPr>
          <p:nvPr/>
        </p:nvSpPr>
        <p:spPr>
          <a:xfrm xmlns:a="http://schemas.openxmlformats.org/drawingml/2006/main">
            <a:off x="5970531"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736324E6-E2CF-458E-8AD5-0C2A4C39FF21}"/>
              </a:ext>
            </a:extLst>
          </p:cNvPr>
          <p:cNvSpPr>
            <a:spLocks xmlns:a="http://schemas.openxmlformats.org/drawingml/2006/main" noGrp="1"/>
          </p:cNvSpPr>
          <p:nvPr/>
        </p:nvSpPr>
        <p:spPr>
          <a:xfrm xmlns:a="http://schemas.openxmlformats.org/drawingml/2006/main">
            <a:off x="597053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3361D058-96C9-47F2-A419-379650D189FB}"/>
              </a:ext>
            </a:extLst>
          </p:cNvPr>
          <p:cNvSpPr>
            <a:spLocks xmlns:a="http://schemas.openxmlformats.org/drawingml/2006/main" noGrp="1"/>
          </p:cNvSpPr>
          <p:nvPr/>
        </p:nvSpPr>
        <p:spPr>
          <a:xfrm xmlns:a="http://schemas.openxmlformats.org/drawingml/2006/main">
            <a:off x="597053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4D14B1FE-EBFA-4D60-9598-923D749E7AC3}"/>
              </a:ext>
            </a:extLst>
          </p:cNvPr>
          <p:cNvSpPr>
            <a:spLocks xmlns:a="http://schemas.openxmlformats.org/drawingml/2006/main" noGrp="1"/>
          </p:cNvSpPr>
          <p:nvPr/>
        </p:nvSpPr>
        <p:spPr>
          <a:xfrm xmlns:a="http://schemas.openxmlformats.org/drawingml/2006/main">
            <a:off x="597053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B9A81307-DA51-4967-BEDD-9350A45E20A5}"/>
              </a:ext>
            </a:extLst>
          </p:cNvPr>
          <p:cNvSpPr>
            <a:spLocks xmlns:a="http://schemas.openxmlformats.org/drawingml/2006/main" noGrp="1"/>
          </p:cNvSpPr>
          <p:nvPr/>
        </p:nvSpPr>
        <p:spPr>
          <a:xfrm xmlns:a="http://schemas.openxmlformats.org/drawingml/2006/main">
            <a:off x="597053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07797349-521D-497D-8AA8-BAF33E9B6221}"/>
              </a:ext>
            </a:extLst>
          </p:cNvPr>
          <p:cNvSpPr>
            <a:spLocks xmlns:a="http://schemas.openxmlformats.org/drawingml/2006/main" noGrp="1"/>
          </p:cNvSpPr>
          <p:nvPr/>
        </p:nvSpPr>
        <p:spPr>
          <a:xfrm xmlns:a="http://schemas.openxmlformats.org/drawingml/2006/main">
            <a:off x="597053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A8B470B8-6EF4-4A9F-A708-9F9D1B174CC2}"/>
              </a:ext>
            </a:extLst>
          </p:cNvPr>
          <p:cNvSpPr>
            <a:spLocks xmlns:a="http://schemas.openxmlformats.org/drawingml/2006/main" noGrp="1"/>
          </p:cNvSpPr>
          <p:nvPr/>
        </p:nvSpPr>
        <p:spPr>
          <a:xfrm xmlns:a="http://schemas.openxmlformats.org/drawingml/2006/main">
            <a:off x="597053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C7899FCB-C78B-49EB-BE67-84C01E7AE590}"/>
              </a:ext>
            </a:extLst>
          </p:cNvPr>
          <p:cNvSpPr>
            <a:spLocks xmlns:a="http://schemas.openxmlformats.org/drawingml/2006/main" noGrp="1"/>
          </p:cNvSpPr>
          <p:nvPr/>
        </p:nvSpPr>
        <p:spPr>
          <a:xfrm xmlns:a="http://schemas.openxmlformats.org/drawingml/2006/main">
            <a:off x="597053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E0CC0E6E-C699-486B-B0C6-143DFDE74865}"/>
              </a:ext>
            </a:extLst>
          </p:cNvPr>
          <p:cNvSpPr>
            <a:spLocks xmlns:a="http://schemas.openxmlformats.org/drawingml/2006/main" noGrp="1"/>
          </p:cNvSpPr>
          <p:nvPr/>
        </p:nvSpPr>
        <p:spPr>
          <a:xfrm xmlns:a="http://schemas.openxmlformats.org/drawingml/2006/main">
            <a:off x="5970531"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D76E520A-7F11-4A9C-BAE2-1C8D91A7C2EE}"/>
              </a:ext>
            </a:extLst>
          </p:cNvPr>
          <p:cNvSpPr>
            <a:spLocks xmlns:a="http://schemas.openxmlformats.org/drawingml/2006/main" noGrp="1"/>
          </p:cNvSpPr>
          <p:nvPr/>
        </p:nvSpPr>
        <p:spPr>
          <a:xfrm xmlns:a="http://schemas.openxmlformats.org/drawingml/2006/main">
            <a:off x="5970531"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9FA541AB-FB0F-48F9-871D-CF0C8B084FB0}"/>
              </a:ext>
            </a:extLst>
          </p:cNvPr>
          <p:cNvSpPr>
            <a:spLocks xmlns:a="http://schemas.openxmlformats.org/drawingml/2006/main" noGrp="1"/>
          </p:cNvSpPr>
          <p:nvPr/>
        </p:nvSpPr>
        <p:spPr>
          <a:xfrm xmlns:a="http://schemas.openxmlformats.org/drawingml/2006/main">
            <a:off x="6031423" y="391379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ACC33BAC-8F1E-44B3-A8E4-382D41A9CD6B}"/>
              </a:ext>
            </a:extLst>
          </p:cNvPr>
          <p:cNvSpPr>
            <a:spLocks xmlns:a="http://schemas.openxmlformats.org/drawingml/2006/main" noGrp="1"/>
          </p:cNvSpPr>
          <p:nvPr/>
        </p:nvSpPr>
        <p:spPr>
          <a:xfrm xmlns:a="http://schemas.openxmlformats.org/drawingml/2006/main">
            <a:off x="6031423"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E4360A3D-047C-4914-9A9E-F757BE532088}"/>
              </a:ext>
            </a:extLst>
          </p:cNvPr>
          <p:cNvSpPr>
            <a:spLocks xmlns:a="http://schemas.openxmlformats.org/drawingml/2006/main" noGrp="1"/>
          </p:cNvSpPr>
          <p:nvPr/>
        </p:nvSpPr>
        <p:spPr>
          <a:xfrm xmlns:a="http://schemas.openxmlformats.org/drawingml/2006/main">
            <a:off x="603142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2166498B-F46E-4197-A3A1-1E50D9617510}"/>
              </a:ext>
            </a:extLst>
          </p:cNvPr>
          <p:cNvSpPr>
            <a:spLocks xmlns:a="http://schemas.openxmlformats.org/drawingml/2006/main" noGrp="1"/>
          </p:cNvSpPr>
          <p:nvPr/>
        </p:nvSpPr>
        <p:spPr>
          <a:xfrm xmlns:a="http://schemas.openxmlformats.org/drawingml/2006/main">
            <a:off x="603142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19942F62-9DE2-41A9-BDC5-C3059C22302F}"/>
              </a:ext>
            </a:extLst>
          </p:cNvPr>
          <p:cNvSpPr>
            <a:spLocks xmlns:a="http://schemas.openxmlformats.org/drawingml/2006/main" noGrp="1"/>
          </p:cNvSpPr>
          <p:nvPr/>
        </p:nvSpPr>
        <p:spPr>
          <a:xfrm xmlns:a="http://schemas.openxmlformats.org/drawingml/2006/main">
            <a:off x="6031423"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FC256C48-85A3-49A0-990E-ECCE9CAB12EA}"/>
              </a:ext>
            </a:extLst>
          </p:cNvPr>
          <p:cNvSpPr>
            <a:spLocks xmlns:a="http://schemas.openxmlformats.org/drawingml/2006/main" noGrp="1"/>
          </p:cNvSpPr>
          <p:nvPr/>
        </p:nvSpPr>
        <p:spPr>
          <a:xfrm xmlns:a="http://schemas.openxmlformats.org/drawingml/2006/main">
            <a:off x="6031423"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495E6863-8C20-4EA1-B90A-492B9B49AA10}"/>
              </a:ext>
            </a:extLst>
          </p:cNvPr>
          <p:cNvSpPr>
            <a:spLocks xmlns:a="http://schemas.openxmlformats.org/drawingml/2006/main" noGrp="1"/>
          </p:cNvSpPr>
          <p:nvPr/>
        </p:nvSpPr>
        <p:spPr>
          <a:xfrm xmlns:a="http://schemas.openxmlformats.org/drawingml/2006/main">
            <a:off x="6031423"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EF08AA6D-5996-49E9-B535-9DDB3F17A155}"/>
              </a:ext>
            </a:extLst>
          </p:cNvPr>
          <p:cNvSpPr>
            <a:spLocks xmlns:a="http://schemas.openxmlformats.org/drawingml/2006/main" noGrp="1"/>
          </p:cNvSpPr>
          <p:nvPr/>
        </p:nvSpPr>
        <p:spPr>
          <a:xfrm xmlns:a="http://schemas.openxmlformats.org/drawingml/2006/main">
            <a:off x="6031423" y="262645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4EAA06CA-7761-4906-8551-C42756519886}"/>
              </a:ext>
            </a:extLst>
          </p:cNvPr>
          <p:cNvSpPr>
            <a:spLocks xmlns:a="http://schemas.openxmlformats.org/drawingml/2006/main" noGrp="1"/>
          </p:cNvSpPr>
          <p:nvPr/>
        </p:nvSpPr>
        <p:spPr>
          <a:xfrm xmlns:a="http://schemas.openxmlformats.org/drawingml/2006/main">
            <a:off x="6031423" y="256515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98D9D2F8-E092-4295-8DBF-ABE2B8EFA587}"/>
              </a:ext>
            </a:extLst>
          </p:cNvPr>
          <p:cNvSpPr>
            <a:spLocks xmlns:a="http://schemas.openxmlformats.org/drawingml/2006/main" noGrp="1"/>
          </p:cNvSpPr>
          <p:nvPr/>
        </p:nvSpPr>
        <p:spPr>
          <a:xfrm xmlns:a="http://schemas.openxmlformats.org/drawingml/2006/main">
            <a:off x="6092315"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9E41B085-500F-45AB-AC61-4939943589F2}"/>
              </a:ext>
            </a:extLst>
          </p:cNvPr>
          <p:cNvSpPr>
            <a:spLocks xmlns:a="http://schemas.openxmlformats.org/drawingml/2006/main" noGrp="1"/>
          </p:cNvSpPr>
          <p:nvPr/>
        </p:nvSpPr>
        <p:spPr>
          <a:xfrm xmlns:a="http://schemas.openxmlformats.org/drawingml/2006/main">
            <a:off x="6092315"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4ABD1936-8352-47D7-ACEE-C3B5CB84C312}"/>
              </a:ext>
            </a:extLst>
          </p:cNvPr>
          <p:cNvSpPr>
            <a:spLocks xmlns:a="http://schemas.openxmlformats.org/drawingml/2006/main" noGrp="1"/>
          </p:cNvSpPr>
          <p:nvPr/>
        </p:nvSpPr>
        <p:spPr>
          <a:xfrm xmlns:a="http://schemas.openxmlformats.org/drawingml/2006/main">
            <a:off x="6092315"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01" name="Editable chart path">
            <a:extLst xmlns:a="http://schemas.openxmlformats.org/drawingml/2006/main">
              <a:ext uri="{FF2B5EF4-FFF2-40B4-BE49-F238E27FC236}">
                <a16:creationId xmlns:a16="http://schemas.microsoft.com/office/drawing/2014/main" id="{BB1A318A-FB11-47AE-8EC7-671705EC1269}"/>
              </a:ext>
            </a:extLst>
          </p:cNvPr>
          <p:cNvSpPr>
            <a:spLocks xmlns:a="http://schemas.openxmlformats.org/drawingml/2006/main" noGrp="1"/>
          </p:cNvSpPr>
          <p:nvPr/>
        </p:nvSpPr>
        <p:spPr>
          <a:xfrm xmlns:a="http://schemas.openxmlformats.org/drawingml/2006/main">
            <a:off x="6092315"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02" name="Editable chart path">
            <a:extLst xmlns:a="http://schemas.openxmlformats.org/drawingml/2006/main">
              <a:ext uri="{FF2B5EF4-FFF2-40B4-BE49-F238E27FC236}">
                <a16:creationId xmlns:a16="http://schemas.microsoft.com/office/drawing/2014/main" id="{68EE489B-6220-4EF3-AF55-96455C23E3D7}"/>
              </a:ext>
            </a:extLst>
          </p:cNvPr>
          <p:cNvSpPr>
            <a:spLocks xmlns:a="http://schemas.openxmlformats.org/drawingml/2006/main" noGrp="1"/>
          </p:cNvSpPr>
          <p:nvPr/>
        </p:nvSpPr>
        <p:spPr>
          <a:xfrm xmlns:a="http://schemas.openxmlformats.org/drawingml/2006/main">
            <a:off x="6092315"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03" name="Editable chart path">
            <a:extLst xmlns:a="http://schemas.openxmlformats.org/drawingml/2006/main">
              <a:ext uri="{FF2B5EF4-FFF2-40B4-BE49-F238E27FC236}">
                <a16:creationId xmlns:a16="http://schemas.microsoft.com/office/drawing/2014/main" id="{671DC0E1-C678-4DC9-B2EE-5EA6A11F74F0}"/>
              </a:ext>
            </a:extLst>
          </p:cNvPr>
          <p:cNvSpPr>
            <a:spLocks xmlns:a="http://schemas.openxmlformats.org/drawingml/2006/main" noGrp="1"/>
          </p:cNvSpPr>
          <p:nvPr/>
        </p:nvSpPr>
        <p:spPr>
          <a:xfrm xmlns:a="http://schemas.openxmlformats.org/drawingml/2006/main">
            <a:off x="6092315"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04" name="Editable chart path">
            <a:extLst xmlns:a="http://schemas.openxmlformats.org/drawingml/2006/main">
              <a:ext uri="{FF2B5EF4-FFF2-40B4-BE49-F238E27FC236}">
                <a16:creationId xmlns:a16="http://schemas.microsoft.com/office/drawing/2014/main" id="{56B53E39-C8EE-4951-B3E2-1ACD10C68438}"/>
              </a:ext>
            </a:extLst>
          </p:cNvPr>
          <p:cNvSpPr>
            <a:spLocks xmlns:a="http://schemas.openxmlformats.org/drawingml/2006/main" noGrp="1"/>
          </p:cNvSpPr>
          <p:nvPr/>
        </p:nvSpPr>
        <p:spPr>
          <a:xfrm xmlns:a="http://schemas.openxmlformats.org/drawingml/2006/main">
            <a:off x="6092315"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05" name="Editable chart path">
            <a:extLst xmlns:a="http://schemas.openxmlformats.org/drawingml/2006/main">
              <a:ext uri="{FF2B5EF4-FFF2-40B4-BE49-F238E27FC236}">
                <a16:creationId xmlns:a16="http://schemas.microsoft.com/office/drawing/2014/main" id="{68A083F7-9F77-4E0A-AA89-66C6A8AE5F29}"/>
              </a:ext>
            </a:extLst>
          </p:cNvPr>
          <p:cNvSpPr>
            <a:spLocks xmlns:a="http://schemas.openxmlformats.org/drawingml/2006/main" noGrp="1"/>
          </p:cNvSpPr>
          <p:nvPr/>
        </p:nvSpPr>
        <p:spPr>
          <a:xfrm xmlns:a="http://schemas.openxmlformats.org/drawingml/2006/main">
            <a:off x="6092315"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06" name="Editable chart path">
            <a:extLst xmlns:a="http://schemas.openxmlformats.org/drawingml/2006/main">
              <a:ext uri="{FF2B5EF4-FFF2-40B4-BE49-F238E27FC236}">
                <a16:creationId xmlns:a16="http://schemas.microsoft.com/office/drawing/2014/main" id="{3480CAEA-34F7-4886-8B28-904ED6693A03}"/>
              </a:ext>
            </a:extLst>
          </p:cNvPr>
          <p:cNvSpPr>
            <a:spLocks xmlns:a="http://schemas.openxmlformats.org/drawingml/2006/main" noGrp="1"/>
          </p:cNvSpPr>
          <p:nvPr/>
        </p:nvSpPr>
        <p:spPr>
          <a:xfrm xmlns:a="http://schemas.openxmlformats.org/drawingml/2006/main">
            <a:off x="6153207" y="379119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07" name="Editable chart path">
            <a:extLst xmlns:a="http://schemas.openxmlformats.org/drawingml/2006/main">
              <a:ext uri="{FF2B5EF4-FFF2-40B4-BE49-F238E27FC236}">
                <a16:creationId xmlns:a16="http://schemas.microsoft.com/office/drawing/2014/main" id="{44C5FD0A-4770-4E70-B7FF-7AC2C6569F7E}"/>
              </a:ext>
            </a:extLst>
          </p:cNvPr>
          <p:cNvSpPr>
            <a:spLocks xmlns:a="http://schemas.openxmlformats.org/drawingml/2006/main" noGrp="1"/>
          </p:cNvSpPr>
          <p:nvPr/>
        </p:nvSpPr>
        <p:spPr>
          <a:xfrm xmlns:a="http://schemas.openxmlformats.org/drawingml/2006/main">
            <a:off x="6153207" y="372989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08" name="Editable chart path">
            <a:extLst xmlns:a="http://schemas.openxmlformats.org/drawingml/2006/main">
              <a:ext uri="{FF2B5EF4-FFF2-40B4-BE49-F238E27FC236}">
                <a16:creationId xmlns:a16="http://schemas.microsoft.com/office/drawing/2014/main" id="{3F8EA531-A17B-44AB-9353-DF64D9EBFBCD}"/>
              </a:ext>
            </a:extLst>
          </p:cNvPr>
          <p:cNvSpPr>
            <a:spLocks xmlns:a="http://schemas.openxmlformats.org/drawingml/2006/main" noGrp="1"/>
          </p:cNvSpPr>
          <p:nvPr/>
        </p:nvSpPr>
        <p:spPr>
          <a:xfrm xmlns:a="http://schemas.openxmlformats.org/drawingml/2006/main">
            <a:off x="6153207"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09" name="Editable chart path">
            <a:extLst xmlns:a="http://schemas.openxmlformats.org/drawingml/2006/main">
              <a:ext uri="{FF2B5EF4-FFF2-40B4-BE49-F238E27FC236}">
                <a16:creationId xmlns:a16="http://schemas.microsoft.com/office/drawing/2014/main" id="{CF0B8AF1-07D4-4090-91DF-22FF653089CA}"/>
              </a:ext>
            </a:extLst>
          </p:cNvPr>
          <p:cNvSpPr>
            <a:spLocks xmlns:a="http://schemas.openxmlformats.org/drawingml/2006/main" noGrp="1"/>
          </p:cNvSpPr>
          <p:nvPr/>
        </p:nvSpPr>
        <p:spPr>
          <a:xfrm xmlns:a="http://schemas.openxmlformats.org/drawingml/2006/main">
            <a:off x="6153207"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10" name="Editable chart path">
            <a:extLst xmlns:a="http://schemas.openxmlformats.org/drawingml/2006/main">
              <a:ext uri="{FF2B5EF4-FFF2-40B4-BE49-F238E27FC236}">
                <a16:creationId xmlns:a16="http://schemas.microsoft.com/office/drawing/2014/main" id="{19AC0C27-17AB-4FAA-B016-26C20FF5622E}"/>
              </a:ext>
            </a:extLst>
          </p:cNvPr>
          <p:cNvSpPr>
            <a:spLocks xmlns:a="http://schemas.openxmlformats.org/drawingml/2006/main" noGrp="1"/>
          </p:cNvSpPr>
          <p:nvPr/>
        </p:nvSpPr>
        <p:spPr>
          <a:xfrm xmlns:a="http://schemas.openxmlformats.org/drawingml/2006/main">
            <a:off x="6153207"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11" name="Editable chart path">
            <a:extLst xmlns:a="http://schemas.openxmlformats.org/drawingml/2006/main">
              <a:ext uri="{FF2B5EF4-FFF2-40B4-BE49-F238E27FC236}">
                <a16:creationId xmlns:a16="http://schemas.microsoft.com/office/drawing/2014/main" id="{E5C6F7A3-A1B9-45E6-BA27-8CC9DE6F2F28}"/>
              </a:ext>
            </a:extLst>
          </p:cNvPr>
          <p:cNvSpPr>
            <a:spLocks xmlns:a="http://schemas.openxmlformats.org/drawingml/2006/main" noGrp="1"/>
          </p:cNvSpPr>
          <p:nvPr/>
        </p:nvSpPr>
        <p:spPr>
          <a:xfrm xmlns:a="http://schemas.openxmlformats.org/drawingml/2006/main">
            <a:off x="6153207"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12" name="Editable chart path">
            <a:extLst xmlns:a="http://schemas.openxmlformats.org/drawingml/2006/main">
              <a:ext uri="{FF2B5EF4-FFF2-40B4-BE49-F238E27FC236}">
                <a16:creationId xmlns:a16="http://schemas.microsoft.com/office/drawing/2014/main" id="{5034FA9F-95E2-402A-8C2F-88929AE11E33}"/>
              </a:ext>
            </a:extLst>
          </p:cNvPr>
          <p:cNvSpPr>
            <a:spLocks xmlns:a="http://schemas.openxmlformats.org/drawingml/2006/main" noGrp="1"/>
          </p:cNvSpPr>
          <p:nvPr/>
        </p:nvSpPr>
        <p:spPr>
          <a:xfrm xmlns:a="http://schemas.openxmlformats.org/drawingml/2006/main">
            <a:off x="6153207"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13" name="Editable chart path">
            <a:extLst xmlns:a="http://schemas.openxmlformats.org/drawingml/2006/main">
              <a:ext uri="{FF2B5EF4-FFF2-40B4-BE49-F238E27FC236}">
                <a16:creationId xmlns:a16="http://schemas.microsoft.com/office/drawing/2014/main" id="{8A1C9ACF-05FA-4D16-82ED-F11EA3A644F8}"/>
              </a:ext>
            </a:extLst>
          </p:cNvPr>
          <p:cNvSpPr>
            <a:spLocks xmlns:a="http://schemas.openxmlformats.org/drawingml/2006/main" noGrp="1"/>
          </p:cNvSpPr>
          <p:nvPr/>
        </p:nvSpPr>
        <p:spPr>
          <a:xfrm xmlns:a="http://schemas.openxmlformats.org/drawingml/2006/main">
            <a:off x="6153207" y="2687760"/>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14" name="Editable chart path">
            <a:extLst xmlns:a="http://schemas.openxmlformats.org/drawingml/2006/main">
              <a:ext uri="{FF2B5EF4-FFF2-40B4-BE49-F238E27FC236}">
                <a16:creationId xmlns:a16="http://schemas.microsoft.com/office/drawing/2014/main" id="{5CEFE64F-C283-46D1-A054-126D9884EA7D}"/>
              </a:ext>
            </a:extLst>
          </p:cNvPr>
          <p:cNvSpPr>
            <a:spLocks xmlns:a="http://schemas.openxmlformats.org/drawingml/2006/main" noGrp="1"/>
          </p:cNvSpPr>
          <p:nvPr/>
        </p:nvSpPr>
        <p:spPr>
          <a:xfrm xmlns:a="http://schemas.openxmlformats.org/drawingml/2006/main">
            <a:off x="6214099" y="366859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15" name="Editable chart path">
            <a:extLst xmlns:a="http://schemas.openxmlformats.org/drawingml/2006/main">
              <a:ext uri="{FF2B5EF4-FFF2-40B4-BE49-F238E27FC236}">
                <a16:creationId xmlns:a16="http://schemas.microsoft.com/office/drawing/2014/main" id="{0CD30543-450C-4D73-816C-316F0359CBA8}"/>
              </a:ext>
            </a:extLst>
          </p:cNvPr>
          <p:cNvSpPr>
            <a:spLocks xmlns:a="http://schemas.openxmlformats.org/drawingml/2006/main" noGrp="1"/>
          </p:cNvSpPr>
          <p:nvPr/>
        </p:nvSpPr>
        <p:spPr>
          <a:xfrm xmlns:a="http://schemas.openxmlformats.org/drawingml/2006/main">
            <a:off x="6214099"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16" name="Editable chart path">
            <a:extLst xmlns:a="http://schemas.openxmlformats.org/drawingml/2006/main">
              <a:ext uri="{FF2B5EF4-FFF2-40B4-BE49-F238E27FC236}">
                <a16:creationId xmlns:a16="http://schemas.microsoft.com/office/drawing/2014/main" id="{640CC4B1-BB30-4E33-A7D2-4CA37F1E25CD}"/>
              </a:ext>
            </a:extLst>
          </p:cNvPr>
          <p:cNvSpPr>
            <a:spLocks xmlns:a="http://schemas.openxmlformats.org/drawingml/2006/main" noGrp="1"/>
          </p:cNvSpPr>
          <p:nvPr/>
        </p:nvSpPr>
        <p:spPr>
          <a:xfrm xmlns:a="http://schemas.openxmlformats.org/drawingml/2006/main">
            <a:off x="621409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17" name="Editable chart path">
            <a:extLst xmlns:a="http://schemas.openxmlformats.org/drawingml/2006/main">
              <a:ext uri="{FF2B5EF4-FFF2-40B4-BE49-F238E27FC236}">
                <a16:creationId xmlns:a16="http://schemas.microsoft.com/office/drawing/2014/main" id="{C0A4F887-4D60-4275-A424-4E8D249B6F08}"/>
              </a:ext>
            </a:extLst>
          </p:cNvPr>
          <p:cNvSpPr>
            <a:spLocks xmlns:a="http://schemas.openxmlformats.org/drawingml/2006/main" noGrp="1"/>
          </p:cNvSpPr>
          <p:nvPr/>
        </p:nvSpPr>
        <p:spPr>
          <a:xfrm xmlns:a="http://schemas.openxmlformats.org/drawingml/2006/main">
            <a:off x="621409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18" name="Editable chart path">
            <a:extLst xmlns:a="http://schemas.openxmlformats.org/drawingml/2006/main">
              <a:ext uri="{FF2B5EF4-FFF2-40B4-BE49-F238E27FC236}">
                <a16:creationId xmlns:a16="http://schemas.microsoft.com/office/drawing/2014/main" id="{E0A80540-B06E-4ED7-BDD5-E674695DA889}"/>
              </a:ext>
            </a:extLst>
          </p:cNvPr>
          <p:cNvSpPr>
            <a:spLocks xmlns:a="http://schemas.openxmlformats.org/drawingml/2006/main" noGrp="1"/>
          </p:cNvSpPr>
          <p:nvPr/>
        </p:nvSpPr>
        <p:spPr>
          <a:xfrm xmlns:a="http://schemas.openxmlformats.org/drawingml/2006/main">
            <a:off x="621409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19" name="Editable chart path">
            <a:extLst xmlns:a="http://schemas.openxmlformats.org/drawingml/2006/main">
              <a:ext uri="{FF2B5EF4-FFF2-40B4-BE49-F238E27FC236}">
                <a16:creationId xmlns:a16="http://schemas.microsoft.com/office/drawing/2014/main" id="{68B29662-58B6-4620-B1B4-21469EED48CB}"/>
              </a:ext>
            </a:extLst>
          </p:cNvPr>
          <p:cNvSpPr>
            <a:spLocks xmlns:a="http://schemas.openxmlformats.org/drawingml/2006/main" noGrp="1"/>
          </p:cNvSpPr>
          <p:nvPr/>
        </p:nvSpPr>
        <p:spPr>
          <a:xfrm xmlns:a="http://schemas.openxmlformats.org/drawingml/2006/main">
            <a:off x="621409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20" name="Editable chart path">
            <a:extLst xmlns:a="http://schemas.openxmlformats.org/drawingml/2006/main">
              <a:ext uri="{FF2B5EF4-FFF2-40B4-BE49-F238E27FC236}">
                <a16:creationId xmlns:a16="http://schemas.microsoft.com/office/drawing/2014/main" id="{92358B38-23FA-457C-9A08-8E324ABD01AC}"/>
              </a:ext>
            </a:extLst>
          </p:cNvPr>
          <p:cNvSpPr>
            <a:spLocks xmlns:a="http://schemas.openxmlformats.org/drawingml/2006/main" noGrp="1"/>
          </p:cNvSpPr>
          <p:nvPr/>
        </p:nvSpPr>
        <p:spPr>
          <a:xfrm xmlns:a="http://schemas.openxmlformats.org/drawingml/2006/main">
            <a:off x="621409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21" name="Editable chart path">
            <a:extLst xmlns:a="http://schemas.openxmlformats.org/drawingml/2006/main">
              <a:ext uri="{FF2B5EF4-FFF2-40B4-BE49-F238E27FC236}">
                <a16:creationId xmlns:a16="http://schemas.microsoft.com/office/drawing/2014/main" id="{85BB8247-297F-4374-BF94-09846D72E31A}"/>
              </a:ext>
            </a:extLst>
          </p:cNvPr>
          <p:cNvSpPr>
            <a:spLocks xmlns:a="http://schemas.openxmlformats.org/drawingml/2006/main" noGrp="1"/>
          </p:cNvSpPr>
          <p:nvPr/>
        </p:nvSpPr>
        <p:spPr>
          <a:xfrm xmlns:a="http://schemas.openxmlformats.org/drawingml/2006/main">
            <a:off x="6214099"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22" name="Editable chart path">
            <a:extLst xmlns:a="http://schemas.openxmlformats.org/drawingml/2006/main">
              <a:ext uri="{FF2B5EF4-FFF2-40B4-BE49-F238E27FC236}">
                <a16:creationId xmlns:a16="http://schemas.microsoft.com/office/drawing/2014/main" id="{0ADE5851-1B8E-41C6-8F23-D2312DA28F1D}"/>
              </a:ext>
            </a:extLst>
          </p:cNvPr>
          <p:cNvSpPr>
            <a:spLocks xmlns:a="http://schemas.openxmlformats.org/drawingml/2006/main" noGrp="1"/>
          </p:cNvSpPr>
          <p:nvPr/>
        </p:nvSpPr>
        <p:spPr>
          <a:xfrm xmlns:a="http://schemas.openxmlformats.org/drawingml/2006/main">
            <a:off x="6214099"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23" name="Editable chart path">
            <a:extLst xmlns:a="http://schemas.openxmlformats.org/drawingml/2006/main">
              <a:ext uri="{FF2B5EF4-FFF2-40B4-BE49-F238E27FC236}">
                <a16:creationId xmlns:a16="http://schemas.microsoft.com/office/drawing/2014/main" id="{0264A8F2-9F95-417C-918D-87355882CC9D}"/>
              </a:ext>
            </a:extLst>
          </p:cNvPr>
          <p:cNvSpPr>
            <a:spLocks xmlns:a="http://schemas.openxmlformats.org/drawingml/2006/main" noGrp="1"/>
          </p:cNvSpPr>
          <p:nvPr/>
        </p:nvSpPr>
        <p:spPr>
          <a:xfrm xmlns:a="http://schemas.openxmlformats.org/drawingml/2006/main">
            <a:off x="6214099"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24" name="Editable chart path">
            <a:extLst xmlns:a="http://schemas.openxmlformats.org/drawingml/2006/main">
              <a:ext uri="{FF2B5EF4-FFF2-40B4-BE49-F238E27FC236}">
                <a16:creationId xmlns:a16="http://schemas.microsoft.com/office/drawing/2014/main" id="{A6148073-C0F3-4BBA-B5DC-BB35F9DFEF7E}"/>
              </a:ext>
            </a:extLst>
          </p:cNvPr>
          <p:cNvSpPr>
            <a:spLocks xmlns:a="http://schemas.openxmlformats.org/drawingml/2006/main" noGrp="1"/>
          </p:cNvSpPr>
          <p:nvPr/>
        </p:nvSpPr>
        <p:spPr>
          <a:xfrm xmlns:a="http://schemas.openxmlformats.org/drawingml/2006/main">
            <a:off x="6214099"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25" name="Editable chart path">
            <a:extLst xmlns:a="http://schemas.openxmlformats.org/drawingml/2006/main">
              <a:ext uri="{FF2B5EF4-FFF2-40B4-BE49-F238E27FC236}">
                <a16:creationId xmlns:a16="http://schemas.microsoft.com/office/drawing/2014/main" id="{D7EDD58F-8FAA-4A38-8A73-5B70F37E9573}"/>
              </a:ext>
            </a:extLst>
          </p:cNvPr>
          <p:cNvSpPr>
            <a:spLocks xmlns:a="http://schemas.openxmlformats.org/drawingml/2006/main" noGrp="1"/>
          </p:cNvSpPr>
          <p:nvPr/>
        </p:nvSpPr>
        <p:spPr>
          <a:xfrm xmlns:a="http://schemas.openxmlformats.org/drawingml/2006/main">
            <a:off x="6274991"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26" name="Editable chart path">
            <a:extLst xmlns:a="http://schemas.openxmlformats.org/drawingml/2006/main">
              <a:ext uri="{FF2B5EF4-FFF2-40B4-BE49-F238E27FC236}">
                <a16:creationId xmlns:a16="http://schemas.microsoft.com/office/drawing/2014/main" id="{6BD939F8-8F60-420C-9DFF-7F314649054F}"/>
              </a:ext>
            </a:extLst>
          </p:cNvPr>
          <p:cNvSpPr>
            <a:spLocks xmlns:a="http://schemas.openxmlformats.org/drawingml/2006/main" noGrp="1"/>
          </p:cNvSpPr>
          <p:nvPr/>
        </p:nvSpPr>
        <p:spPr>
          <a:xfrm xmlns:a="http://schemas.openxmlformats.org/drawingml/2006/main">
            <a:off x="627499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27" name="Editable chart path">
            <a:extLst xmlns:a="http://schemas.openxmlformats.org/drawingml/2006/main">
              <a:ext uri="{FF2B5EF4-FFF2-40B4-BE49-F238E27FC236}">
                <a16:creationId xmlns:a16="http://schemas.microsoft.com/office/drawing/2014/main" id="{CC1A2C92-B78D-47B9-BB1C-9A28CA8074CA}"/>
              </a:ext>
            </a:extLst>
          </p:cNvPr>
          <p:cNvSpPr>
            <a:spLocks xmlns:a="http://schemas.openxmlformats.org/drawingml/2006/main" noGrp="1"/>
          </p:cNvSpPr>
          <p:nvPr/>
        </p:nvSpPr>
        <p:spPr>
          <a:xfrm xmlns:a="http://schemas.openxmlformats.org/drawingml/2006/main">
            <a:off x="627499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28" name="Editable chart path">
            <a:extLst xmlns:a="http://schemas.openxmlformats.org/drawingml/2006/main">
              <a:ext uri="{FF2B5EF4-FFF2-40B4-BE49-F238E27FC236}">
                <a16:creationId xmlns:a16="http://schemas.microsoft.com/office/drawing/2014/main" id="{F3F10B4B-6BB9-4FBF-9ED0-4863CBD8AA36}"/>
              </a:ext>
            </a:extLst>
          </p:cNvPr>
          <p:cNvSpPr>
            <a:spLocks xmlns:a="http://schemas.openxmlformats.org/drawingml/2006/main" noGrp="1"/>
          </p:cNvSpPr>
          <p:nvPr/>
        </p:nvSpPr>
        <p:spPr>
          <a:xfrm xmlns:a="http://schemas.openxmlformats.org/drawingml/2006/main">
            <a:off x="627499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29" name="Editable chart path">
            <a:extLst xmlns:a="http://schemas.openxmlformats.org/drawingml/2006/main">
              <a:ext uri="{FF2B5EF4-FFF2-40B4-BE49-F238E27FC236}">
                <a16:creationId xmlns:a16="http://schemas.microsoft.com/office/drawing/2014/main" id="{604990D6-E1D8-41B1-A8E2-E4102AFBBAA3}"/>
              </a:ext>
            </a:extLst>
          </p:cNvPr>
          <p:cNvSpPr>
            <a:spLocks xmlns:a="http://schemas.openxmlformats.org/drawingml/2006/main" noGrp="1"/>
          </p:cNvSpPr>
          <p:nvPr/>
        </p:nvSpPr>
        <p:spPr>
          <a:xfrm xmlns:a="http://schemas.openxmlformats.org/drawingml/2006/main">
            <a:off x="6274991"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30" name="Editable chart path">
            <a:extLst xmlns:a="http://schemas.openxmlformats.org/drawingml/2006/main">
              <a:ext uri="{FF2B5EF4-FFF2-40B4-BE49-F238E27FC236}">
                <a16:creationId xmlns:a16="http://schemas.microsoft.com/office/drawing/2014/main" id="{516F74A8-D81C-42BE-8BE4-A3613984A627}"/>
              </a:ext>
            </a:extLst>
          </p:cNvPr>
          <p:cNvSpPr>
            <a:spLocks xmlns:a="http://schemas.openxmlformats.org/drawingml/2006/main" noGrp="1"/>
          </p:cNvSpPr>
          <p:nvPr/>
        </p:nvSpPr>
        <p:spPr>
          <a:xfrm xmlns:a="http://schemas.openxmlformats.org/drawingml/2006/main">
            <a:off x="6274991"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31" name="Editable chart path">
            <a:extLst xmlns:a="http://schemas.openxmlformats.org/drawingml/2006/main">
              <a:ext uri="{FF2B5EF4-FFF2-40B4-BE49-F238E27FC236}">
                <a16:creationId xmlns:a16="http://schemas.microsoft.com/office/drawing/2014/main" id="{1B4FAC3B-73D6-4CA7-9C50-84FE447F14F2}"/>
              </a:ext>
            </a:extLst>
          </p:cNvPr>
          <p:cNvSpPr>
            <a:spLocks xmlns:a="http://schemas.openxmlformats.org/drawingml/2006/main" noGrp="1"/>
          </p:cNvSpPr>
          <p:nvPr/>
        </p:nvSpPr>
        <p:spPr>
          <a:xfrm xmlns:a="http://schemas.openxmlformats.org/drawingml/2006/main">
            <a:off x="627499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32" name="Editable chart path">
            <a:extLst xmlns:a="http://schemas.openxmlformats.org/drawingml/2006/main">
              <a:ext uri="{FF2B5EF4-FFF2-40B4-BE49-F238E27FC236}">
                <a16:creationId xmlns:a16="http://schemas.microsoft.com/office/drawing/2014/main" id="{B358F927-8056-46F1-9C76-2A39D3078CB0}"/>
              </a:ext>
            </a:extLst>
          </p:cNvPr>
          <p:cNvSpPr>
            <a:spLocks xmlns:a="http://schemas.openxmlformats.org/drawingml/2006/main" noGrp="1"/>
          </p:cNvSpPr>
          <p:nvPr/>
        </p:nvSpPr>
        <p:spPr>
          <a:xfrm xmlns:a="http://schemas.openxmlformats.org/drawingml/2006/main">
            <a:off x="6274991"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33" name="Editable chart path">
            <a:extLst xmlns:a="http://schemas.openxmlformats.org/drawingml/2006/main">
              <a:ext uri="{FF2B5EF4-FFF2-40B4-BE49-F238E27FC236}">
                <a16:creationId xmlns:a16="http://schemas.microsoft.com/office/drawing/2014/main" id="{6936BC45-B3E5-479B-A58D-8585821A459D}"/>
              </a:ext>
            </a:extLst>
          </p:cNvPr>
          <p:cNvSpPr>
            <a:spLocks xmlns:a="http://schemas.openxmlformats.org/drawingml/2006/main" noGrp="1"/>
          </p:cNvSpPr>
          <p:nvPr/>
        </p:nvSpPr>
        <p:spPr>
          <a:xfrm xmlns:a="http://schemas.openxmlformats.org/drawingml/2006/main">
            <a:off x="6335882"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34" name="Editable chart path">
            <a:extLst xmlns:a="http://schemas.openxmlformats.org/drawingml/2006/main">
              <a:ext uri="{FF2B5EF4-FFF2-40B4-BE49-F238E27FC236}">
                <a16:creationId xmlns:a16="http://schemas.microsoft.com/office/drawing/2014/main" id="{A68E95C8-B741-452F-B068-D1338EB3C57C}"/>
              </a:ext>
            </a:extLst>
          </p:cNvPr>
          <p:cNvSpPr>
            <a:spLocks xmlns:a="http://schemas.openxmlformats.org/drawingml/2006/main" noGrp="1"/>
          </p:cNvSpPr>
          <p:nvPr/>
        </p:nvSpPr>
        <p:spPr>
          <a:xfrm xmlns:a="http://schemas.openxmlformats.org/drawingml/2006/main">
            <a:off x="633588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35" name="Editable chart path">
            <a:extLst xmlns:a="http://schemas.openxmlformats.org/drawingml/2006/main">
              <a:ext uri="{FF2B5EF4-FFF2-40B4-BE49-F238E27FC236}">
                <a16:creationId xmlns:a16="http://schemas.microsoft.com/office/drawing/2014/main" id="{71BC9025-65C7-409B-AAD9-615B4E85469C}"/>
              </a:ext>
            </a:extLst>
          </p:cNvPr>
          <p:cNvSpPr>
            <a:spLocks xmlns:a="http://schemas.openxmlformats.org/drawingml/2006/main" noGrp="1"/>
          </p:cNvSpPr>
          <p:nvPr/>
        </p:nvSpPr>
        <p:spPr>
          <a:xfrm xmlns:a="http://schemas.openxmlformats.org/drawingml/2006/main">
            <a:off x="633588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36" name="Editable chart path">
            <a:extLst xmlns:a="http://schemas.openxmlformats.org/drawingml/2006/main">
              <a:ext uri="{FF2B5EF4-FFF2-40B4-BE49-F238E27FC236}">
                <a16:creationId xmlns:a16="http://schemas.microsoft.com/office/drawing/2014/main" id="{49582C26-B872-465F-A962-D06F7AC77A55}"/>
              </a:ext>
            </a:extLst>
          </p:cNvPr>
          <p:cNvSpPr>
            <a:spLocks xmlns:a="http://schemas.openxmlformats.org/drawingml/2006/main" noGrp="1"/>
          </p:cNvSpPr>
          <p:nvPr/>
        </p:nvSpPr>
        <p:spPr>
          <a:xfrm xmlns:a="http://schemas.openxmlformats.org/drawingml/2006/main">
            <a:off x="633588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37" name="Editable chart path">
            <a:extLst xmlns:a="http://schemas.openxmlformats.org/drawingml/2006/main">
              <a:ext uri="{FF2B5EF4-FFF2-40B4-BE49-F238E27FC236}">
                <a16:creationId xmlns:a16="http://schemas.microsoft.com/office/drawing/2014/main" id="{9A4D1211-56D6-4A0A-A660-3A142973C163}"/>
              </a:ext>
            </a:extLst>
          </p:cNvPr>
          <p:cNvSpPr>
            <a:spLocks xmlns:a="http://schemas.openxmlformats.org/drawingml/2006/main" noGrp="1"/>
          </p:cNvSpPr>
          <p:nvPr/>
        </p:nvSpPr>
        <p:spPr>
          <a:xfrm xmlns:a="http://schemas.openxmlformats.org/drawingml/2006/main">
            <a:off x="6335882" y="2871666"/>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38" name="Editable chart path">
            <a:extLst xmlns:a="http://schemas.openxmlformats.org/drawingml/2006/main">
              <a:ext uri="{FF2B5EF4-FFF2-40B4-BE49-F238E27FC236}">
                <a16:creationId xmlns:a16="http://schemas.microsoft.com/office/drawing/2014/main" id="{9048E42A-B72F-4205-AE67-0DD2CE0D29A8}"/>
              </a:ext>
            </a:extLst>
          </p:cNvPr>
          <p:cNvSpPr>
            <a:spLocks xmlns:a="http://schemas.openxmlformats.org/drawingml/2006/main" noGrp="1"/>
          </p:cNvSpPr>
          <p:nvPr/>
        </p:nvSpPr>
        <p:spPr>
          <a:xfrm xmlns:a="http://schemas.openxmlformats.org/drawingml/2006/main">
            <a:off x="6396774"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39" name="Editable chart path">
            <a:extLst xmlns:a="http://schemas.openxmlformats.org/drawingml/2006/main">
              <a:ext uri="{FF2B5EF4-FFF2-40B4-BE49-F238E27FC236}">
                <a16:creationId xmlns:a16="http://schemas.microsoft.com/office/drawing/2014/main" id="{8A4078EE-BAF4-40B7-A75A-BEFD1FE63177}"/>
              </a:ext>
            </a:extLst>
          </p:cNvPr>
          <p:cNvSpPr>
            <a:spLocks xmlns:a="http://schemas.openxmlformats.org/drawingml/2006/main" noGrp="1"/>
          </p:cNvSpPr>
          <p:nvPr/>
        </p:nvSpPr>
        <p:spPr>
          <a:xfrm xmlns:a="http://schemas.openxmlformats.org/drawingml/2006/main">
            <a:off x="639677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40" name="Editable chart path">
            <a:extLst xmlns:a="http://schemas.openxmlformats.org/drawingml/2006/main">
              <a:ext uri="{FF2B5EF4-FFF2-40B4-BE49-F238E27FC236}">
                <a16:creationId xmlns:a16="http://schemas.microsoft.com/office/drawing/2014/main" id="{8B0FE320-1793-4FF4-8335-8E01ACD1337E}"/>
              </a:ext>
            </a:extLst>
          </p:cNvPr>
          <p:cNvSpPr>
            <a:spLocks xmlns:a="http://schemas.openxmlformats.org/drawingml/2006/main" noGrp="1"/>
          </p:cNvSpPr>
          <p:nvPr/>
        </p:nvSpPr>
        <p:spPr>
          <a:xfrm xmlns:a="http://schemas.openxmlformats.org/drawingml/2006/main">
            <a:off x="6396774"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41" name="Editable chart path">
            <a:extLst xmlns:a="http://schemas.openxmlformats.org/drawingml/2006/main">
              <a:ext uri="{FF2B5EF4-FFF2-40B4-BE49-F238E27FC236}">
                <a16:creationId xmlns:a16="http://schemas.microsoft.com/office/drawing/2014/main" id="{037E0B59-878C-483B-AF8D-21C8A2AE7C72}"/>
              </a:ext>
            </a:extLst>
          </p:cNvPr>
          <p:cNvSpPr>
            <a:spLocks xmlns:a="http://schemas.openxmlformats.org/drawingml/2006/main" noGrp="1"/>
          </p:cNvSpPr>
          <p:nvPr/>
        </p:nvSpPr>
        <p:spPr>
          <a:xfrm xmlns:a="http://schemas.openxmlformats.org/drawingml/2006/main">
            <a:off x="6396774"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42" name="Editable chart path">
            <a:extLst xmlns:a="http://schemas.openxmlformats.org/drawingml/2006/main">
              <a:ext uri="{FF2B5EF4-FFF2-40B4-BE49-F238E27FC236}">
                <a16:creationId xmlns:a16="http://schemas.microsoft.com/office/drawing/2014/main" id="{5B3BA536-FDED-40E2-B8A9-70CF3E3FCE4E}"/>
              </a:ext>
            </a:extLst>
          </p:cNvPr>
          <p:cNvSpPr>
            <a:spLocks xmlns:a="http://schemas.openxmlformats.org/drawingml/2006/main" noGrp="1"/>
          </p:cNvSpPr>
          <p:nvPr/>
        </p:nvSpPr>
        <p:spPr>
          <a:xfrm xmlns:a="http://schemas.openxmlformats.org/drawingml/2006/main">
            <a:off x="6396774"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43" name="Editable chart path">
            <a:extLst xmlns:a="http://schemas.openxmlformats.org/drawingml/2006/main">
              <a:ext uri="{FF2B5EF4-FFF2-40B4-BE49-F238E27FC236}">
                <a16:creationId xmlns:a16="http://schemas.microsoft.com/office/drawing/2014/main" id="{E2BABF0D-EBE5-4675-9088-872492869B7B}"/>
              </a:ext>
            </a:extLst>
          </p:cNvPr>
          <p:cNvSpPr>
            <a:spLocks xmlns:a="http://schemas.openxmlformats.org/drawingml/2006/main" noGrp="1"/>
          </p:cNvSpPr>
          <p:nvPr/>
        </p:nvSpPr>
        <p:spPr>
          <a:xfrm xmlns:a="http://schemas.openxmlformats.org/drawingml/2006/main">
            <a:off x="639677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44" name="Editable chart path">
            <a:extLst xmlns:a="http://schemas.openxmlformats.org/drawingml/2006/main">
              <a:ext uri="{FF2B5EF4-FFF2-40B4-BE49-F238E27FC236}">
                <a16:creationId xmlns:a16="http://schemas.microsoft.com/office/drawing/2014/main" id="{5825A66E-C5CB-4121-A687-84EAE9F58C06}"/>
              </a:ext>
            </a:extLst>
          </p:cNvPr>
          <p:cNvSpPr>
            <a:spLocks xmlns:a="http://schemas.openxmlformats.org/drawingml/2006/main" noGrp="1"/>
          </p:cNvSpPr>
          <p:nvPr/>
        </p:nvSpPr>
        <p:spPr>
          <a:xfrm xmlns:a="http://schemas.openxmlformats.org/drawingml/2006/main">
            <a:off x="6396774"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45" name="Editable chart path">
            <a:extLst xmlns:a="http://schemas.openxmlformats.org/drawingml/2006/main">
              <a:ext uri="{FF2B5EF4-FFF2-40B4-BE49-F238E27FC236}">
                <a16:creationId xmlns:a16="http://schemas.microsoft.com/office/drawing/2014/main" id="{00F84561-595B-4C97-9C07-E41E2A3076E7}"/>
              </a:ext>
            </a:extLst>
          </p:cNvPr>
          <p:cNvSpPr>
            <a:spLocks xmlns:a="http://schemas.openxmlformats.org/drawingml/2006/main" noGrp="1"/>
          </p:cNvSpPr>
          <p:nvPr/>
        </p:nvSpPr>
        <p:spPr>
          <a:xfrm xmlns:a="http://schemas.openxmlformats.org/drawingml/2006/main">
            <a:off x="6396774"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46" name="Editable chart path">
            <a:extLst xmlns:a="http://schemas.openxmlformats.org/drawingml/2006/main">
              <a:ext uri="{FF2B5EF4-FFF2-40B4-BE49-F238E27FC236}">
                <a16:creationId xmlns:a16="http://schemas.microsoft.com/office/drawing/2014/main" id="{28ADF2A5-829B-433A-93D8-CBC00230D9C0}"/>
              </a:ext>
            </a:extLst>
          </p:cNvPr>
          <p:cNvSpPr>
            <a:spLocks xmlns:a="http://schemas.openxmlformats.org/drawingml/2006/main" noGrp="1"/>
          </p:cNvSpPr>
          <p:nvPr/>
        </p:nvSpPr>
        <p:spPr>
          <a:xfrm xmlns:a="http://schemas.openxmlformats.org/drawingml/2006/main">
            <a:off x="6457666"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47" name="Editable chart path">
            <a:extLst xmlns:a="http://schemas.openxmlformats.org/drawingml/2006/main">
              <a:ext uri="{FF2B5EF4-FFF2-40B4-BE49-F238E27FC236}">
                <a16:creationId xmlns:a16="http://schemas.microsoft.com/office/drawing/2014/main" id="{C6A50EAE-6C5F-4034-8808-3664F15F616B}"/>
              </a:ext>
            </a:extLst>
          </p:cNvPr>
          <p:cNvSpPr>
            <a:spLocks xmlns:a="http://schemas.openxmlformats.org/drawingml/2006/main" noGrp="1"/>
          </p:cNvSpPr>
          <p:nvPr/>
        </p:nvSpPr>
        <p:spPr>
          <a:xfrm xmlns:a="http://schemas.openxmlformats.org/drawingml/2006/main">
            <a:off x="645766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48" name="Editable chart path">
            <a:extLst xmlns:a="http://schemas.openxmlformats.org/drawingml/2006/main">
              <a:ext uri="{FF2B5EF4-FFF2-40B4-BE49-F238E27FC236}">
                <a16:creationId xmlns:a16="http://schemas.microsoft.com/office/drawing/2014/main" id="{968E39A9-FC35-4A13-8C0C-847BB974A9A1}"/>
              </a:ext>
            </a:extLst>
          </p:cNvPr>
          <p:cNvSpPr>
            <a:spLocks xmlns:a="http://schemas.openxmlformats.org/drawingml/2006/main" noGrp="1"/>
          </p:cNvSpPr>
          <p:nvPr/>
        </p:nvSpPr>
        <p:spPr>
          <a:xfrm xmlns:a="http://schemas.openxmlformats.org/drawingml/2006/main">
            <a:off x="645766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49" name="Editable chart path">
            <a:extLst xmlns:a="http://schemas.openxmlformats.org/drawingml/2006/main">
              <a:ext uri="{FF2B5EF4-FFF2-40B4-BE49-F238E27FC236}">
                <a16:creationId xmlns:a16="http://schemas.microsoft.com/office/drawing/2014/main" id="{E09FB434-EEBA-4992-84A0-EF7781713CDA}"/>
              </a:ext>
            </a:extLst>
          </p:cNvPr>
          <p:cNvSpPr>
            <a:spLocks xmlns:a="http://schemas.openxmlformats.org/drawingml/2006/main" noGrp="1"/>
          </p:cNvSpPr>
          <p:nvPr/>
        </p:nvSpPr>
        <p:spPr>
          <a:xfrm xmlns:a="http://schemas.openxmlformats.org/drawingml/2006/main">
            <a:off x="645766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50" name="Editable chart path">
            <a:extLst xmlns:a="http://schemas.openxmlformats.org/drawingml/2006/main">
              <a:ext uri="{FF2B5EF4-FFF2-40B4-BE49-F238E27FC236}">
                <a16:creationId xmlns:a16="http://schemas.microsoft.com/office/drawing/2014/main" id="{2C6CE3EB-E2B6-45FD-A83B-66B513ECEAE3}"/>
              </a:ext>
            </a:extLst>
          </p:cNvPr>
          <p:cNvSpPr>
            <a:spLocks xmlns:a="http://schemas.openxmlformats.org/drawingml/2006/main" noGrp="1"/>
          </p:cNvSpPr>
          <p:nvPr/>
        </p:nvSpPr>
        <p:spPr>
          <a:xfrm xmlns:a="http://schemas.openxmlformats.org/drawingml/2006/main">
            <a:off x="6457666"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51" name="Editable chart path">
            <a:extLst xmlns:a="http://schemas.openxmlformats.org/drawingml/2006/main">
              <a:ext uri="{FF2B5EF4-FFF2-40B4-BE49-F238E27FC236}">
                <a16:creationId xmlns:a16="http://schemas.microsoft.com/office/drawing/2014/main" id="{E1708B1E-D888-41AD-B714-02DD062DB7CE}"/>
              </a:ext>
            </a:extLst>
          </p:cNvPr>
          <p:cNvSpPr>
            <a:spLocks xmlns:a="http://schemas.openxmlformats.org/drawingml/2006/main" noGrp="1"/>
          </p:cNvSpPr>
          <p:nvPr/>
        </p:nvSpPr>
        <p:spPr>
          <a:xfrm xmlns:a="http://schemas.openxmlformats.org/drawingml/2006/main">
            <a:off x="6457666"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52" name="Editable chart path">
            <a:extLst xmlns:a="http://schemas.openxmlformats.org/drawingml/2006/main">
              <a:ext uri="{FF2B5EF4-FFF2-40B4-BE49-F238E27FC236}">
                <a16:creationId xmlns:a16="http://schemas.microsoft.com/office/drawing/2014/main" id="{162560F8-08CC-4953-812E-89C4C0575D80}"/>
              </a:ext>
            </a:extLst>
          </p:cNvPr>
          <p:cNvSpPr>
            <a:spLocks xmlns:a="http://schemas.openxmlformats.org/drawingml/2006/main" noGrp="1"/>
          </p:cNvSpPr>
          <p:nvPr/>
        </p:nvSpPr>
        <p:spPr>
          <a:xfrm xmlns:a="http://schemas.openxmlformats.org/drawingml/2006/main">
            <a:off x="6457666"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53" name="Editable chart path">
            <a:extLst xmlns:a="http://schemas.openxmlformats.org/drawingml/2006/main">
              <a:ext uri="{FF2B5EF4-FFF2-40B4-BE49-F238E27FC236}">
                <a16:creationId xmlns:a16="http://schemas.microsoft.com/office/drawing/2014/main" id="{974DC89B-2F80-4F24-BB0B-D4903DE25FFC}"/>
              </a:ext>
            </a:extLst>
          </p:cNvPr>
          <p:cNvSpPr>
            <a:spLocks xmlns:a="http://schemas.openxmlformats.org/drawingml/2006/main" noGrp="1"/>
          </p:cNvSpPr>
          <p:nvPr/>
        </p:nvSpPr>
        <p:spPr>
          <a:xfrm xmlns:a="http://schemas.openxmlformats.org/drawingml/2006/main">
            <a:off x="6457666"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54" name="Editable chart path">
            <a:extLst xmlns:a="http://schemas.openxmlformats.org/drawingml/2006/main">
              <a:ext uri="{FF2B5EF4-FFF2-40B4-BE49-F238E27FC236}">
                <a16:creationId xmlns:a16="http://schemas.microsoft.com/office/drawing/2014/main" id="{F54B70B1-6C18-4D26-8718-9E4D23E3F9A2}"/>
              </a:ext>
            </a:extLst>
          </p:cNvPr>
          <p:cNvSpPr>
            <a:spLocks xmlns:a="http://schemas.openxmlformats.org/drawingml/2006/main" noGrp="1"/>
          </p:cNvSpPr>
          <p:nvPr/>
        </p:nvSpPr>
        <p:spPr>
          <a:xfrm xmlns:a="http://schemas.openxmlformats.org/drawingml/2006/main">
            <a:off x="6457666"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55" name="Editable chart path">
            <a:extLst xmlns:a="http://schemas.openxmlformats.org/drawingml/2006/main">
              <a:ext uri="{FF2B5EF4-FFF2-40B4-BE49-F238E27FC236}">
                <a16:creationId xmlns:a16="http://schemas.microsoft.com/office/drawing/2014/main" id="{434ED782-4A3E-4AB5-B193-4F7B421EA265}"/>
              </a:ext>
            </a:extLst>
          </p:cNvPr>
          <p:cNvSpPr>
            <a:spLocks xmlns:a="http://schemas.openxmlformats.org/drawingml/2006/main" noGrp="1"/>
          </p:cNvSpPr>
          <p:nvPr/>
        </p:nvSpPr>
        <p:spPr>
          <a:xfrm xmlns:a="http://schemas.openxmlformats.org/drawingml/2006/main">
            <a:off x="6457666" y="2749062"/>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56" name="Editable chart path">
            <a:extLst xmlns:a="http://schemas.openxmlformats.org/drawingml/2006/main">
              <a:ext uri="{FF2B5EF4-FFF2-40B4-BE49-F238E27FC236}">
                <a16:creationId xmlns:a16="http://schemas.microsoft.com/office/drawing/2014/main" id="{AD4D69C1-2C2D-42E0-B486-70A14556F8B6}"/>
              </a:ext>
            </a:extLst>
          </p:cNvPr>
          <p:cNvSpPr>
            <a:spLocks xmlns:a="http://schemas.openxmlformats.org/drawingml/2006/main" noGrp="1"/>
          </p:cNvSpPr>
          <p:nvPr/>
        </p:nvSpPr>
        <p:spPr>
          <a:xfrm xmlns:a="http://schemas.openxmlformats.org/drawingml/2006/main">
            <a:off x="6518558" y="354598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57" name="Editable chart path">
            <a:extLst xmlns:a="http://schemas.openxmlformats.org/drawingml/2006/main">
              <a:ext uri="{FF2B5EF4-FFF2-40B4-BE49-F238E27FC236}">
                <a16:creationId xmlns:a16="http://schemas.microsoft.com/office/drawing/2014/main" id="{602FC7A9-63D6-4124-9592-6D972F637588}"/>
              </a:ext>
            </a:extLst>
          </p:cNvPr>
          <p:cNvSpPr>
            <a:spLocks xmlns:a="http://schemas.openxmlformats.org/drawingml/2006/main" noGrp="1"/>
          </p:cNvSpPr>
          <p:nvPr/>
        </p:nvSpPr>
        <p:spPr>
          <a:xfrm xmlns:a="http://schemas.openxmlformats.org/drawingml/2006/main">
            <a:off x="6518558"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58" name="Editable chart path">
            <a:extLst xmlns:a="http://schemas.openxmlformats.org/drawingml/2006/main">
              <a:ext uri="{FF2B5EF4-FFF2-40B4-BE49-F238E27FC236}">
                <a16:creationId xmlns:a16="http://schemas.microsoft.com/office/drawing/2014/main" id="{60813022-241F-4D53-8F36-EBBA1976D2E8}"/>
              </a:ext>
            </a:extLst>
          </p:cNvPr>
          <p:cNvSpPr>
            <a:spLocks xmlns:a="http://schemas.openxmlformats.org/drawingml/2006/main" noGrp="1"/>
          </p:cNvSpPr>
          <p:nvPr/>
        </p:nvSpPr>
        <p:spPr>
          <a:xfrm xmlns:a="http://schemas.openxmlformats.org/drawingml/2006/main">
            <a:off x="6518558"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59" name="Editable chart path">
            <a:extLst xmlns:a="http://schemas.openxmlformats.org/drawingml/2006/main">
              <a:ext uri="{FF2B5EF4-FFF2-40B4-BE49-F238E27FC236}">
                <a16:creationId xmlns:a16="http://schemas.microsoft.com/office/drawing/2014/main" id="{7E6DDFB8-2103-4F93-B38B-3DA1C1C2A837}"/>
              </a:ext>
            </a:extLst>
          </p:cNvPr>
          <p:cNvSpPr>
            <a:spLocks xmlns:a="http://schemas.openxmlformats.org/drawingml/2006/main" noGrp="1"/>
          </p:cNvSpPr>
          <p:nvPr/>
        </p:nvSpPr>
        <p:spPr>
          <a:xfrm xmlns:a="http://schemas.openxmlformats.org/drawingml/2006/main">
            <a:off x="6518558"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60" name="Editable chart path">
            <a:extLst xmlns:a="http://schemas.openxmlformats.org/drawingml/2006/main">
              <a:ext uri="{FF2B5EF4-FFF2-40B4-BE49-F238E27FC236}">
                <a16:creationId xmlns:a16="http://schemas.microsoft.com/office/drawing/2014/main" id="{03620454-D494-43BC-8EC3-97D85046E4A5}"/>
              </a:ext>
            </a:extLst>
          </p:cNvPr>
          <p:cNvSpPr>
            <a:spLocks xmlns:a="http://schemas.openxmlformats.org/drawingml/2006/main" noGrp="1"/>
          </p:cNvSpPr>
          <p:nvPr/>
        </p:nvSpPr>
        <p:spPr>
          <a:xfrm xmlns:a="http://schemas.openxmlformats.org/drawingml/2006/main">
            <a:off x="6518558"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61" name="Editable chart path">
            <a:extLst xmlns:a="http://schemas.openxmlformats.org/drawingml/2006/main">
              <a:ext uri="{FF2B5EF4-FFF2-40B4-BE49-F238E27FC236}">
                <a16:creationId xmlns:a16="http://schemas.microsoft.com/office/drawing/2014/main" id="{95B6F477-81AC-48B8-8E34-C4C3913E6DF0}"/>
              </a:ext>
            </a:extLst>
          </p:cNvPr>
          <p:cNvSpPr>
            <a:spLocks xmlns:a="http://schemas.openxmlformats.org/drawingml/2006/main" noGrp="1"/>
          </p:cNvSpPr>
          <p:nvPr/>
        </p:nvSpPr>
        <p:spPr>
          <a:xfrm xmlns:a="http://schemas.openxmlformats.org/drawingml/2006/main">
            <a:off x="6518558"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62" name="Editable chart path">
            <a:extLst xmlns:a="http://schemas.openxmlformats.org/drawingml/2006/main">
              <a:ext uri="{FF2B5EF4-FFF2-40B4-BE49-F238E27FC236}">
                <a16:creationId xmlns:a16="http://schemas.microsoft.com/office/drawing/2014/main" id="{55CDB6EE-74DD-4E5E-A660-8544698B5CC2}"/>
              </a:ext>
            </a:extLst>
          </p:cNvPr>
          <p:cNvSpPr>
            <a:spLocks xmlns:a="http://schemas.openxmlformats.org/drawingml/2006/main" noGrp="1"/>
          </p:cNvSpPr>
          <p:nvPr/>
        </p:nvSpPr>
        <p:spPr>
          <a:xfrm xmlns:a="http://schemas.openxmlformats.org/drawingml/2006/main">
            <a:off x="6518558"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63" name="Editable chart path">
            <a:extLst xmlns:a="http://schemas.openxmlformats.org/drawingml/2006/main">
              <a:ext uri="{FF2B5EF4-FFF2-40B4-BE49-F238E27FC236}">
                <a16:creationId xmlns:a16="http://schemas.microsoft.com/office/drawing/2014/main" id="{E7DD70C3-549C-4E9E-949C-9CD4F363AC68}"/>
              </a:ext>
            </a:extLst>
          </p:cNvPr>
          <p:cNvSpPr>
            <a:spLocks xmlns:a="http://schemas.openxmlformats.org/drawingml/2006/main" noGrp="1"/>
          </p:cNvSpPr>
          <p:nvPr/>
        </p:nvSpPr>
        <p:spPr>
          <a:xfrm xmlns:a="http://schemas.openxmlformats.org/drawingml/2006/main">
            <a:off x="6518558" y="2810364"/>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64" name="Editable chart path">
            <a:extLst xmlns:a="http://schemas.openxmlformats.org/drawingml/2006/main">
              <a:ext uri="{FF2B5EF4-FFF2-40B4-BE49-F238E27FC236}">
                <a16:creationId xmlns:a16="http://schemas.microsoft.com/office/drawing/2014/main" id="{7EA87430-402F-4927-810D-55ED2DED3D5F}"/>
              </a:ext>
            </a:extLst>
          </p:cNvPr>
          <p:cNvSpPr>
            <a:spLocks xmlns:a="http://schemas.openxmlformats.org/drawingml/2006/main" noGrp="1"/>
          </p:cNvSpPr>
          <p:nvPr/>
        </p:nvSpPr>
        <p:spPr>
          <a:xfrm xmlns:a="http://schemas.openxmlformats.org/drawingml/2006/main">
            <a:off x="6579450"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65" name="Editable chart path">
            <a:extLst xmlns:a="http://schemas.openxmlformats.org/drawingml/2006/main">
              <a:ext uri="{FF2B5EF4-FFF2-40B4-BE49-F238E27FC236}">
                <a16:creationId xmlns:a16="http://schemas.microsoft.com/office/drawing/2014/main" id="{73B28DFB-D4EF-402A-B7A6-439C78062632}"/>
              </a:ext>
            </a:extLst>
          </p:cNvPr>
          <p:cNvSpPr>
            <a:spLocks xmlns:a="http://schemas.openxmlformats.org/drawingml/2006/main" noGrp="1"/>
          </p:cNvSpPr>
          <p:nvPr/>
        </p:nvSpPr>
        <p:spPr>
          <a:xfrm xmlns:a="http://schemas.openxmlformats.org/drawingml/2006/main">
            <a:off x="6579450"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66" name="Editable chart path">
            <a:extLst xmlns:a="http://schemas.openxmlformats.org/drawingml/2006/main">
              <a:ext uri="{FF2B5EF4-FFF2-40B4-BE49-F238E27FC236}">
                <a16:creationId xmlns:a16="http://schemas.microsoft.com/office/drawing/2014/main" id="{37AF485B-2AAA-46CC-BE48-B71901F74B50}"/>
              </a:ext>
            </a:extLst>
          </p:cNvPr>
          <p:cNvSpPr>
            <a:spLocks xmlns:a="http://schemas.openxmlformats.org/drawingml/2006/main" noGrp="1"/>
          </p:cNvSpPr>
          <p:nvPr/>
        </p:nvSpPr>
        <p:spPr>
          <a:xfrm xmlns:a="http://schemas.openxmlformats.org/drawingml/2006/main">
            <a:off x="6579450"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67" name="Editable chart path">
            <a:extLst xmlns:a="http://schemas.openxmlformats.org/drawingml/2006/main">
              <a:ext uri="{FF2B5EF4-FFF2-40B4-BE49-F238E27FC236}">
                <a16:creationId xmlns:a16="http://schemas.microsoft.com/office/drawing/2014/main" id="{C2A1EB77-3C6F-4EF3-830E-4FFF21662E79}"/>
              </a:ext>
            </a:extLst>
          </p:cNvPr>
          <p:cNvSpPr>
            <a:spLocks xmlns:a="http://schemas.openxmlformats.org/drawingml/2006/main" noGrp="1"/>
          </p:cNvSpPr>
          <p:nvPr/>
        </p:nvSpPr>
        <p:spPr>
          <a:xfrm xmlns:a="http://schemas.openxmlformats.org/drawingml/2006/main">
            <a:off x="6579450"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68" name="Editable chart path">
            <a:extLst xmlns:a="http://schemas.openxmlformats.org/drawingml/2006/main">
              <a:ext uri="{FF2B5EF4-FFF2-40B4-BE49-F238E27FC236}">
                <a16:creationId xmlns:a16="http://schemas.microsoft.com/office/drawing/2014/main" id="{1FF3E419-4B5E-493A-ABC3-6F46DBF33EA6}"/>
              </a:ext>
            </a:extLst>
          </p:cNvPr>
          <p:cNvSpPr>
            <a:spLocks xmlns:a="http://schemas.openxmlformats.org/drawingml/2006/main" noGrp="1"/>
          </p:cNvSpPr>
          <p:nvPr/>
        </p:nvSpPr>
        <p:spPr>
          <a:xfrm xmlns:a="http://schemas.openxmlformats.org/drawingml/2006/main">
            <a:off x="6640342"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69" name="Editable chart path">
            <a:extLst xmlns:a="http://schemas.openxmlformats.org/drawingml/2006/main">
              <a:ext uri="{FF2B5EF4-FFF2-40B4-BE49-F238E27FC236}">
                <a16:creationId xmlns:a16="http://schemas.microsoft.com/office/drawing/2014/main" id="{0B2C41A1-275A-4E68-89BB-97BF985603E2}"/>
              </a:ext>
            </a:extLst>
          </p:cNvPr>
          <p:cNvSpPr>
            <a:spLocks xmlns:a="http://schemas.openxmlformats.org/drawingml/2006/main" noGrp="1"/>
          </p:cNvSpPr>
          <p:nvPr/>
        </p:nvSpPr>
        <p:spPr>
          <a:xfrm xmlns:a="http://schemas.openxmlformats.org/drawingml/2006/main">
            <a:off x="6640342"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70" name="Editable chart path">
            <a:extLst xmlns:a="http://schemas.openxmlformats.org/drawingml/2006/main">
              <a:ext uri="{FF2B5EF4-FFF2-40B4-BE49-F238E27FC236}">
                <a16:creationId xmlns:a16="http://schemas.microsoft.com/office/drawing/2014/main" id="{C17AE2F0-E49B-4A99-83CD-C17A1D4D6D0C}"/>
              </a:ext>
            </a:extLst>
          </p:cNvPr>
          <p:cNvSpPr>
            <a:spLocks xmlns:a="http://schemas.openxmlformats.org/drawingml/2006/main" noGrp="1"/>
          </p:cNvSpPr>
          <p:nvPr/>
        </p:nvSpPr>
        <p:spPr>
          <a:xfrm xmlns:a="http://schemas.openxmlformats.org/drawingml/2006/main">
            <a:off x="6640342"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71" name="Editable chart path">
            <a:extLst xmlns:a="http://schemas.openxmlformats.org/drawingml/2006/main">
              <a:ext uri="{FF2B5EF4-FFF2-40B4-BE49-F238E27FC236}">
                <a16:creationId xmlns:a16="http://schemas.microsoft.com/office/drawing/2014/main" id="{105CBCA2-8419-4DD4-96B9-0B1E37E2694C}"/>
              </a:ext>
            </a:extLst>
          </p:cNvPr>
          <p:cNvSpPr>
            <a:spLocks xmlns:a="http://schemas.openxmlformats.org/drawingml/2006/main" noGrp="1"/>
          </p:cNvSpPr>
          <p:nvPr/>
        </p:nvSpPr>
        <p:spPr>
          <a:xfrm xmlns:a="http://schemas.openxmlformats.org/drawingml/2006/main">
            <a:off x="6640342"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72" name="Editable chart path">
            <a:extLst xmlns:a="http://schemas.openxmlformats.org/drawingml/2006/main">
              <a:ext uri="{FF2B5EF4-FFF2-40B4-BE49-F238E27FC236}">
                <a16:creationId xmlns:a16="http://schemas.microsoft.com/office/drawing/2014/main" id="{3ECE3DB7-BABB-425F-B312-86274FB71F2E}"/>
              </a:ext>
            </a:extLst>
          </p:cNvPr>
          <p:cNvSpPr>
            <a:spLocks xmlns:a="http://schemas.openxmlformats.org/drawingml/2006/main" noGrp="1"/>
          </p:cNvSpPr>
          <p:nvPr/>
        </p:nvSpPr>
        <p:spPr>
          <a:xfrm xmlns:a="http://schemas.openxmlformats.org/drawingml/2006/main">
            <a:off x="6640342"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73" name="Editable chart path">
            <a:extLst xmlns:a="http://schemas.openxmlformats.org/drawingml/2006/main">
              <a:ext uri="{FF2B5EF4-FFF2-40B4-BE49-F238E27FC236}">
                <a16:creationId xmlns:a16="http://schemas.microsoft.com/office/drawing/2014/main" id="{C15F5594-2ED3-4AE4-801A-A2C911A5752B}"/>
              </a:ext>
            </a:extLst>
          </p:cNvPr>
          <p:cNvSpPr>
            <a:spLocks xmlns:a="http://schemas.openxmlformats.org/drawingml/2006/main" noGrp="1"/>
          </p:cNvSpPr>
          <p:nvPr/>
        </p:nvSpPr>
        <p:spPr>
          <a:xfrm xmlns:a="http://schemas.openxmlformats.org/drawingml/2006/main">
            <a:off x="6640342"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74" name="Editable chart path">
            <a:extLst xmlns:a="http://schemas.openxmlformats.org/drawingml/2006/main">
              <a:ext uri="{FF2B5EF4-FFF2-40B4-BE49-F238E27FC236}">
                <a16:creationId xmlns:a16="http://schemas.microsoft.com/office/drawing/2014/main" id="{5E4C5C30-BDBB-4BC9-B3D6-C098A7482244}"/>
              </a:ext>
            </a:extLst>
          </p:cNvPr>
          <p:cNvSpPr>
            <a:spLocks xmlns:a="http://schemas.openxmlformats.org/drawingml/2006/main" noGrp="1"/>
          </p:cNvSpPr>
          <p:nvPr/>
        </p:nvSpPr>
        <p:spPr>
          <a:xfrm xmlns:a="http://schemas.openxmlformats.org/drawingml/2006/main">
            <a:off x="6640342"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75" name="Editable chart path">
            <a:extLst xmlns:a="http://schemas.openxmlformats.org/drawingml/2006/main">
              <a:ext uri="{FF2B5EF4-FFF2-40B4-BE49-F238E27FC236}">
                <a16:creationId xmlns:a16="http://schemas.microsoft.com/office/drawing/2014/main" id="{79D5260F-4ABF-408D-A367-0A0EA8EF03C5}"/>
              </a:ext>
            </a:extLst>
          </p:cNvPr>
          <p:cNvSpPr>
            <a:spLocks xmlns:a="http://schemas.openxmlformats.org/drawingml/2006/main" noGrp="1"/>
          </p:cNvSpPr>
          <p:nvPr/>
        </p:nvSpPr>
        <p:spPr>
          <a:xfrm xmlns:a="http://schemas.openxmlformats.org/drawingml/2006/main">
            <a:off x="6640342"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76" name="Editable chart path">
            <a:extLst xmlns:a="http://schemas.openxmlformats.org/drawingml/2006/main">
              <a:ext uri="{FF2B5EF4-FFF2-40B4-BE49-F238E27FC236}">
                <a16:creationId xmlns:a16="http://schemas.microsoft.com/office/drawing/2014/main" id="{26CA3EC3-6C41-4D60-88AF-92781A4B3F4F}"/>
              </a:ext>
            </a:extLst>
          </p:cNvPr>
          <p:cNvSpPr>
            <a:spLocks xmlns:a="http://schemas.openxmlformats.org/drawingml/2006/main" noGrp="1"/>
          </p:cNvSpPr>
          <p:nvPr/>
        </p:nvSpPr>
        <p:spPr>
          <a:xfrm xmlns:a="http://schemas.openxmlformats.org/drawingml/2006/main">
            <a:off x="6701234"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77" name="Editable chart path">
            <a:extLst xmlns:a="http://schemas.openxmlformats.org/drawingml/2006/main">
              <a:ext uri="{FF2B5EF4-FFF2-40B4-BE49-F238E27FC236}">
                <a16:creationId xmlns:a16="http://schemas.microsoft.com/office/drawing/2014/main" id="{34FDF78E-CF84-4BD4-928D-0F8C6013DC5D}"/>
              </a:ext>
            </a:extLst>
          </p:cNvPr>
          <p:cNvSpPr>
            <a:spLocks xmlns:a="http://schemas.openxmlformats.org/drawingml/2006/main" noGrp="1"/>
          </p:cNvSpPr>
          <p:nvPr/>
        </p:nvSpPr>
        <p:spPr>
          <a:xfrm xmlns:a="http://schemas.openxmlformats.org/drawingml/2006/main">
            <a:off x="6701234"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78" name="Editable chart path">
            <a:extLst xmlns:a="http://schemas.openxmlformats.org/drawingml/2006/main">
              <a:ext uri="{FF2B5EF4-FFF2-40B4-BE49-F238E27FC236}">
                <a16:creationId xmlns:a16="http://schemas.microsoft.com/office/drawing/2014/main" id="{B5DDB7D6-2EAE-475A-98F4-083B9BBA029D}"/>
              </a:ext>
            </a:extLst>
          </p:cNvPr>
          <p:cNvSpPr>
            <a:spLocks xmlns:a="http://schemas.openxmlformats.org/drawingml/2006/main" noGrp="1"/>
          </p:cNvSpPr>
          <p:nvPr/>
        </p:nvSpPr>
        <p:spPr>
          <a:xfrm xmlns:a="http://schemas.openxmlformats.org/drawingml/2006/main">
            <a:off x="6701234"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79" name="Editable chart path">
            <a:extLst xmlns:a="http://schemas.openxmlformats.org/drawingml/2006/main">
              <a:ext uri="{FF2B5EF4-FFF2-40B4-BE49-F238E27FC236}">
                <a16:creationId xmlns:a16="http://schemas.microsoft.com/office/drawing/2014/main" id="{B5662B65-ECE8-4B0C-B21B-8FEBBEB50DD0}"/>
              </a:ext>
            </a:extLst>
          </p:cNvPr>
          <p:cNvSpPr>
            <a:spLocks xmlns:a="http://schemas.openxmlformats.org/drawingml/2006/main" noGrp="1"/>
          </p:cNvSpPr>
          <p:nvPr/>
        </p:nvSpPr>
        <p:spPr>
          <a:xfrm xmlns:a="http://schemas.openxmlformats.org/drawingml/2006/main">
            <a:off x="6701234"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80" name="Editable chart path">
            <a:extLst xmlns:a="http://schemas.openxmlformats.org/drawingml/2006/main">
              <a:ext uri="{FF2B5EF4-FFF2-40B4-BE49-F238E27FC236}">
                <a16:creationId xmlns:a16="http://schemas.microsoft.com/office/drawing/2014/main" id="{7C540D02-81CB-4A0C-843B-7C485D01B76D}"/>
              </a:ext>
            </a:extLst>
          </p:cNvPr>
          <p:cNvSpPr>
            <a:spLocks xmlns:a="http://schemas.openxmlformats.org/drawingml/2006/main" noGrp="1"/>
          </p:cNvSpPr>
          <p:nvPr/>
        </p:nvSpPr>
        <p:spPr>
          <a:xfrm xmlns:a="http://schemas.openxmlformats.org/drawingml/2006/main">
            <a:off x="6701234"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81" name="Editable chart path">
            <a:extLst xmlns:a="http://schemas.openxmlformats.org/drawingml/2006/main">
              <a:ext uri="{FF2B5EF4-FFF2-40B4-BE49-F238E27FC236}">
                <a16:creationId xmlns:a16="http://schemas.microsoft.com/office/drawing/2014/main" id="{3B73418E-5849-42CD-BF96-0B30B1ADF642}"/>
              </a:ext>
            </a:extLst>
          </p:cNvPr>
          <p:cNvSpPr>
            <a:spLocks xmlns:a="http://schemas.openxmlformats.org/drawingml/2006/main" noGrp="1"/>
          </p:cNvSpPr>
          <p:nvPr/>
        </p:nvSpPr>
        <p:spPr>
          <a:xfrm xmlns:a="http://schemas.openxmlformats.org/drawingml/2006/main">
            <a:off x="6762126" y="348468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82" name="Editable chart path">
            <a:extLst xmlns:a="http://schemas.openxmlformats.org/drawingml/2006/main">
              <a:ext uri="{FF2B5EF4-FFF2-40B4-BE49-F238E27FC236}">
                <a16:creationId xmlns:a16="http://schemas.microsoft.com/office/drawing/2014/main" id="{A1B51613-A536-4BC7-BD58-563098B88923}"/>
              </a:ext>
            </a:extLst>
          </p:cNvPr>
          <p:cNvSpPr>
            <a:spLocks xmlns:a="http://schemas.openxmlformats.org/drawingml/2006/main" noGrp="1"/>
          </p:cNvSpPr>
          <p:nvPr/>
        </p:nvSpPr>
        <p:spPr>
          <a:xfrm xmlns:a="http://schemas.openxmlformats.org/drawingml/2006/main">
            <a:off x="6762126"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83" name="Editable chart path">
            <a:extLst xmlns:a="http://schemas.openxmlformats.org/drawingml/2006/main">
              <a:ext uri="{FF2B5EF4-FFF2-40B4-BE49-F238E27FC236}">
                <a16:creationId xmlns:a16="http://schemas.microsoft.com/office/drawing/2014/main" id="{32910F87-D38A-40DC-BBE7-79E60A2B7FB7}"/>
              </a:ext>
            </a:extLst>
          </p:cNvPr>
          <p:cNvSpPr>
            <a:spLocks xmlns:a="http://schemas.openxmlformats.org/drawingml/2006/main" noGrp="1"/>
          </p:cNvSpPr>
          <p:nvPr/>
        </p:nvSpPr>
        <p:spPr>
          <a:xfrm xmlns:a="http://schemas.openxmlformats.org/drawingml/2006/main">
            <a:off x="6762126"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84" name="Editable chart path">
            <a:extLst xmlns:a="http://schemas.openxmlformats.org/drawingml/2006/main">
              <a:ext uri="{FF2B5EF4-FFF2-40B4-BE49-F238E27FC236}">
                <a16:creationId xmlns:a16="http://schemas.microsoft.com/office/drawing/2014/main" id="{B0991033-5894-4B16-A57B-CD1B34EA103D}"/>
              </a:ext>
            </a:extLst>
          </p:cNvPr>
          <p:cNvSpPr>
            <a:spLocks xmlns:a="http://schemas.openxmlformats.org/drawingml/2006/main" noGrp="1"/>
          </p:cNvSpPr>
          <p:nvPr/>
        </p:nvSpPr>
        <p:spPr>
          <a:xfrm xmlns:a="http://schemas.openxmlformats.org/drawingml/2006/main">
            <a:off x="6762126"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85" name="Editable chart path">
            <a:extLst xmlns:a="http://schemas.openxmlformats.org/drawingml/2006/main">
              <a:ext uri="{FF2B5EF4-FFF2-40B4-BE49-F238E27FC236}">
                <a16:creationId xmlns:a16="http://schemas.microsoft.com/office/drawing/2014/main" id="{06D70AAA-88A4-405A-B0FD-7F5E67F9BB57}"/>
              </a:ext>
            </a:extLst>
          </p:cNvPr>
          <p:cNvSpPr>
            <a:spLocks xmlns:a="http://schemas.openxmlformats.org/drawingml/2006/main" noGrp="1"/>
          </p:cNvSpPr>
          <p:nvPr/>
        </p:nvSpPr>
        <p:spPr>
          <a:xfrm xmlns:a="http://schemas.openxmlformats.org/drawingml/2006/main">
            <a:off x="6762126"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86" name="Editable chart path">
            <a:extLst xmlns:a="http://schemas.openxmlformats.org/drawingml/2006/main">
              <a:ext uri="{FF2B5EF4-FFF2-40B4-BE49-F238E27FC236}">
                <a16:creationId xmlns:a16="http://schemas.microsoft.com/office/drawing/2014/main" id="{C60DCF0F-9D8C-42CF-B45E-9A6E28780AA2}"/>
              </a:ext>
            </a:extLst>
          </p:cNvPr>
          <p:cNvSpPr>
            <a:spLocks xmlns:a="http://schemas.openxmlformats.org/drawingml/2006/main" noGrp="1"/>
          </p:cNvSpPr>
          <p:nvPr/>
        </p:nvSpPr>
        <p:spPr>
          <a:xfrm xmlns:a="http://schemas.openxmlformats.org/drawingml/2006/main">
            <a:off x="6762126"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87" name="Editable chart path">
            <a:extLst xmlns:a="http://schemas.openxmlformats.org/drawingml/2006/main">
              <a:ext uri="{FF2B5EF4-FFF2-40B4-BE49-F238E27FC236}">
                <a16:creationId xmlns:a16="http://schemas.microsoft.com/office/drawing/2014/main" id="{8C4CEBD9-246E-4526-966E-71D90DA75132}"/>
              </a:ext>
            </a:extLst>
          </p:cNvPr>
          <p:cNvSpPr>
            <a:spLocks xmlns:a="http://schemas.openxmlformats.org/drawingml/2006/main" noGrp="1"/>
          </p:cNvSpPr>
          <p:nvPr/>
        </p:nvSpPr>
        <p:spPr>
          <a:xfrm xmlns:a="http://schemas.openxmlformats.org/drawingml/2006/main">
            <a:off x="6823017"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88" name="Editable chart path">
            <a:extLst xmlns:a="http://schemas.openxmlformats.org/drawingml/2006/main">
              <a:ext uri="{FF2B5EF4-FFF2-40B4-BE49-F238E27FC236}">
                <a16:creationId xmlns:a16="http://schemas.microsoft.com/office/drawing/2014/main" id="{6F7A2BF1-18F3-408F-BE3B-848B0CA598E2}"/>
              </a:ext>
            </a:extLst>
          </p:cNvPr>
          <p:cNvSpPr>
            <a:spLocks xmlns:a="http://schemas.openxmlformats.org/drawingml/2006/main" noGrp="1"/>
          </p:cNvSpPr>
          <p:nvPr/>
        </p:nvSpPr>
        <p:spPr>
          <a:xfrm xmlns:a="http://schemas.openxmlformats.org/drawingml/2006/main">
            <a:off x="6823017"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89" name="Editable chart path">
            <a:extLst xmlns:a="http://schemas.openxmlformats.org/drawingml/2006/main">
              <a:ext uri="{FF2B5EF4-FFF2-40B4-BE49-F238E27FC236}">
                <a16:creationId xmlns:a16="http://schemas.microsoft.com/office/drawing/2014/main" id="{1BD46723-1598-48B6-BCDC-E11DCA591BB0}"/>
              </a:ext>
            </a:extLst>
          </p:cNvPr>
          <p:cNvSpPr>
            <a:spLocks xmlns:a="http://schemas.openxmlformats.org/drawingml/2006/main" noGrp="1"/>
          </p:cNvSpPr>
          <p:nvPr/>
        </p:nvSpPr>
        <p:spPr>
          <a:xfrm xmlns:a="http://schemas.openxmlformats.org/drawingml/2006/main">
            <a:off x="6883909"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90" name="Editable chart path">
            <a:extLst xmlns:a="http://schemas.openxmlformats.org/drawingml/2006/main">
              <a:ext uri="{FF2B5EF4-FFF2-40B4-BE49-F238E27FC236}">
                <a16:creationId xmlns:a16="http://schemas.microsoft.com/office/drawing/2014/main" id="{F5A6F133-9942-43C3-BD03-25D3508886F0}"/>
              </a:ext>
            </a:extLst>
          </p:cNvPr>
          <p:cNvSpPr>
            <a:spLocks xmlns:a="http://schemas.openxmlformats.org/drawingml/2006/main" noGrp="1"/>
          </p:cNvSpPr>
          <p:nvPr/>
        </p:nvSpPr>
        <p:spPr>
          <a:xfrm xmlns:a="http://schemas.openxmlformats.org/drawingml/2006/main">
            <a:off x="6883909"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91" name="Editable chart path">
            <a:extLst xmlns:a="http://schemas.openxmlformats.org/drawingml/2006/main">
              <a:ext uri="{FF2B5EF4-FFF2-40B4-BE49-F238E27FC236}">
                <a16:creationId xmlns:a16="http://schemas.microsoft.com/office/drawing/2014/main" id="{5DDFE06E-1A89-44D7-B8EE-872D01D0ED59}"/>
              </a:ext>
            </a:extLst>
          </p:cNvPr>
          <p:cNvSpPr>
            <a:spLocks xmlns:a="http://schemas.openxmlformats.org/drawingml/2006/main" noGrp="1"/>
          </p:cNvSpPr>
          <p:nvPr/>
        </p:nvSpPr>
        <p:spPr>
          <a:xfrm xmlns:a="http://schemas.openxmlformats.org/drawingml/2006/main">
            <a:off x="6883909"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92" name="Editable chart path">
            <a:extLst xmlns:a="http://schemas.openxmlformats.org/drawingml/2006/main">
              <a:ext uri="{FF2B5EF4-FFF2-40B4-BE49-F238E27FC236}">
                <a16:creationId xmlns:a16="http://schemas.microsoft.com/office/drawing/2014/main" id="{A55ED050-7C55-44F1-923F-B9441BC63849}"/>
              </a:ext>
            </a:extLst>
          </p:cNvPr>
          <p:cNvSpPr>
            <a:spLocks xmlns:a="http://schemas.openxmlformats.org/drawingml/2006/main" noGrp="1"/>
          </p:cNvSpPr>
          <p:nvPr/>
        </p:nvSpPr>
        <p:spPr>
          <a:xfrm xmlns:a="http://schemas.openxmlformats.org/drawingml/2006/main">
            <a:off x="6883909"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93" name="Editable chart path">
            <a:extLst xmlns:a="http://schemas.openxmlformats.org/drawingml/2006/main">
              <a:ext uri="{FF2B5EF4-FFF2-40B4-BE49-F238E27FC236}">
                <a16:creationId xmlns:a16="http://schemas.microsoft.com/office/drawing/2014/main" id="{D577A8AD-03F0-4888-9C58-67978B60A925}"/>
              </a:ext>
            </a:extLst>
          </p:cNvPr>
          <p:cNvSpPr>
            <a:spLocks xmlns:a="http://schemas.openxmlformats.org/drawingml/2006/main" noGrp="1"/>
          </p:cNvSpPr>
          <p:nvPr/>
        </p:nvSpPr>
        <p:spPr>
          <a:xfrm xmlns:a="http://schemas.openxmlformats.org/drawingml/2006/main">
            <a:off x="6883909"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94" name="Editable chart path">
            <a:extLst xmlns:a="http://schemas.openxmlformats.org/drawingml/2006/main">
              <a:ext uri="{FF2B5EF4-FFF2-40B4-BE49-F238E27FC236}">
                <a16:creationId xmlns:a16="http://schemas.microsoft.com/office/drawing/2014/main" id="{573738EF-6EB7-4C7F-860F-56E619868CCF}"/>
              </a:ext>
            </a:extLst>
          </p:cNvPr>
          <p:cNvSpPr>
            <a:spLocks xmlns:a="http://schemas.openxmlformats.org/drawingml/2006/main" noGrp="1"/>
          </p:cNvSpPr>
          <p:nvPr/>
        </p:nvSpPr>
        <p:spPr>
          <a:xfrm xmlns:a="http://schemas.openxmlformats.org/drawingml/2006/main">
            <a:off x="6883909"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95" name="Editable chart path">
            <a:extLst xmlns:a="http://schemas.openxmlformats.org/drawingml/2006/main">
              <a:ext uri="{FF2B5EF4-FFF2-40B4-BE49-F238E27FC236}">
                <a16:creationId xmlns:a16="http://schemas.microsoft.com/office/drawing/2014/main" id="{2BFF7D13-C926-4443-B451-77A99122A7CA}"/>
              </a:ext>
            </a:extLst>
          </p:cNvPr>
          <p:cNvSpPr>
            <a:spLocks xmlns:a="http://schemas.openxmlformats.org/drawingml/2006/main" noGrp="1"/>
          </p:cNvSpPr>
          <p:nvPr/>
        </p:nvSpPr>
        <p:spPr>
          <a:xfrm xmlns:a="http://schemas.openxmlformats.org/drawingml/2006/main">
            <a:off x="6944801" y="336208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96" name="Editable chart path">
            <a:extLst xmlns:a="http://schemas.openxmlformats.org/drawingml/2006/main">
              <a:ext uri="{FF2B5EF4-FFF2-40B4-BE49-F238E27FC236}">
                <a16:creationId xmlns:a16="http://schemas.microsoft.com/office/drawing/2014/main" id="{684DFEC8-47BF-4859-839E-4DE5320F6293}"/>
              </a:ext>
            </a:extLst>
          </p:cNvPr>
          <p:cNvSpPr>
            <a:spLocks xmlns:a="http://schemas.openxmlformats.org/drawingml/2006/main" noGrp="1"/>
          </p:cNvSpPr>
          <p:nvPr/>
        </p:nvSpPr>
        <p:spPr>
          <a:xfrm xmlns:a="http://schemas.openxmlformats.org/drawingml/2006/main">
            <a:off x="6944801"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797" name="Editable chart path">
            <a:extLst xmlns:a="http://schemas.openxmlformats.org/drawingml/2006/main">
              <a:ext uri="{FF2B5EF4-FFF2-40B4-BE49-F238E27FC236}">
                <a16:creationId xmlns:a16="http://schemas.microsoft.com/office/drawing/2014/main" id="{FA4D39F5-ABC0-4CB4-81CB-DCC8A09B4355}"/>
              </a:ext>
            </a:extLst>
          </p:cNvPr>
          <p:cNvSpPr>
            <a:spLocks xmlns:a="http://schemas.openxmlformats.org/drawingml/2006/main" noGrp="1"/>
          </p:cNvSpPr>
          <p:nvPr/>
        </p:nvSpPr>
        <p:spPr>
          <a:xfrm xmlns:a="http://schemas.openxmlformats.org/drawingml/2006/main">
            <a:off x="6944801"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98" name="Editable chart path">
            <a:extLst xmlns:a="http://schemas.openxmlformats.org/drawingml/2006/main">
              <a:ext uri="{FF2B5EF4-FFF2-40B4-BE49-F238E27FC236}">
                <a16:creationId xmlns:a16="http://schemas.microsoft.com/office/drawing/2014/main" id="{2561542F-DCC7-42D4-B8D4-108999B8DADB}"/>
              </a:ext>
            </a:extLst>
          </p:cNvPr>
          <p:cNvSpPr>
            <a:spLocks xmlns:a="http://schemas.openxmlformats.org/drawingml/2006/main" noGrp="1"/>
          </p:cNvSpPr>
          <p:nvPr/>
        </p:nvSpPr>
        <p:spPr>
          <a:xfrm xmlns:a="http://schemas.openxmlformats.org/drawingml/2006/main">
            <a:off x="6944801" y="3055571"/>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799" name="Editable chart path">
            <a:extLst xmlns:a="http://schemas.openxmlformats.org/drawingml/2006/main">
              <a:ext uri="{FF2B5EF4-FFF2-40B4-BE49-F238E27FC236}">
                <a16:creationId xmlns:a16="http://schemas.microsoft.com/office/drawing/2014/main" id="{781343CD-5EB5-4B1C-B8A9-C742854FA322}"/>
              </a:ext>
            </a:extLst>
          </p:cNvPr>
          <p:cNvSpPr>
            <a:spLocks xmlns:a="http://schemas.openxmlformats.org/drawingml/2006/main" noGrp="1"/>
          </p:cNvSpPr>
          <p:nvPr/>
        </p:nvSpPr>
        <p:spPr>
          <a:xfrm xmlns:a="http://schemas.openxmlformats.org/drawingml/2006/main">
            <a:off x="6944801"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800" name="Editable chart path">
            <a:extLst xmlns:a="http://schemas.openxmlformats.org/drawingml/2006/main">
              <a:ext uri="{FF2B5EF4-FFF2-40B4-BE49-F238E27FC236}">
                <a16:creationId xmlns:a16="http://schemas.microsoft.com/office/drawing/2014/main" id="{95B407F1-C8A4-4C1C-A473-1287CA53A885}"/>
              </a:ext>
            </a:extLst>
          </p:cNvPr>
          <p:cNvSpPr>
            <a:spLocks xmlns:a="http://schemas.openxmlformats.org/drawingml/2006/main" noGrp="1"/>
          </p:cNvSpPr>
          <p:nvPr/>
        </p:nvSpPr>
        <p:spPr>
          <a:xfrm xmlns:a="http://schemas.openxmlformats.org/drawingml/2006/main">
            <a:off x="7005693" y="342338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801" name="Editable chart path">
            <a:extLst xmlns:a="http://schemas.openxmlformats.org/drawingml/2006/main">
              <a:ext uri="{FF2B5EF4-FFF2-40B4-BE49-F238E27FC236}">
                <a16:creationId xmlns:a16="http://schemas.microsoft.com/office/drawing/2014/main" id="{02D7FD56-2E13-40FC-90B1-C073B6BA3BF0}"/>
              </a:ext>
            </a:extLst>
          </p:cNvPr>
          <p:cNvSpPr>
            <a:spLocks xmlns:a="http://schemas.openxmlformats.org/drawingml/2006/main" noGrp="1"/>
          </p:cNvSpPr>
          <p:nvPr/>
        </p:nvSpPr>
        <p:spPr>
          <a:xfrm xmlns:a="http://schemas.openxmlformats.org/drawingml/2006/main">
            <a:off x="7005693" y="330077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802" name="Editable chart path">
            <a:extLst xmlns:a="http://schemas.openxmlformats.org/drawingml/2006/main">
              <a:ext uri="{FF2B5EF4-FFF2-40B4-BE49-F238E27FC236}">
                <a16:creationId xmlns:a16="http://schemas.microsoft.com/office/drawing/2014/main" id="{94E6F301-54B4-44A5-AF2D-DDC0173B5EE9}"/>
              </a:ext>
            </a:extLst>
          </p:cNvPr>
          <p:cNvSpPr>
            <a:spLocks xmlns:a="http://schemas.openxmlformats.org/drawingml/2006/main" noGrp="1"/>
          </p:cNvSpPr>
          <p:nvPr/>
        </p:nvSpPr>
        <p:spPr>
          <a:xfrm xmlns:a="http://schemas.openxmlformats.org/drawingml/2006/main">
            <a:off x="7005693" y="3239477"/>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803" name="Editable chart path">
            <a:extLst xmlns:a="http://schemas.openxmlformats.org/drawingml/2006/main">
              <a:ext uri="{FF2B5EF4-FFF2-40B4-BE49-F238E27FC236}">
                <a16:creationId xmlns:a16="http://schemas.microsoft.com/office/drawing/2014/main" id="{D8D0DEE5-95BE-4C4B-BF5C-187605A71F02}"/>
              </a:ext>
            </a:extLst>
          </p:cNvPr>
          <p:cNvSpPr>
            <a:spLocks xmlns:a="http://schemas.openxmlformats.org/drawingml/2006/main" noGrp="1"/>
          </p:cNvSpPr>
          <p:nvPr/>
        </p:nvSpPr>
        <p:spPr>
          <a:xfrm xmlns:a="http://schemas.openxmlformats.org/drawingml/2006/main">
            <a:off x="7005693"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CADBF4"/>
          </a:solidFill>
          <a:ln xmlns:a="http://schemas.openxmlformats.org/drawingml/2006/main" w="2040">
            <a:solidFill>
              <a:srgbClr val="FBFCFE"/>
            </a:solidFill>
            <a:prstDash val="solid"/>
          </a:ln>
        </p:spPr>
      </p:sp>
      <p:sp>
        <p:nvSpPr>
          <p:cNvPr id="804" name="Editable chart path">
            <a:extLst xmlns:a="http://schemas.openxmlformats.org/drawingml/2006/main">
              <a:ext uri="{FF2B5EF4-FFF2-40B4-BE49-F238E27FC236}">
                <a16:creationId xmlns:a16="http://schemas.microsoft.com/office/drawing/2014/main" id="{FFFF1FA8-C57C-482A-97FB-952857F8395C}"/>
              </a:ext>
            </a:extLst>
          </p:cNvPr>
          <p:cNvSpPr>
            <a:spLocks xmlns:a="http://schemas.openxmlformats.org/drawingml/2006/main" noGrp="1"/>
          </p:cNvSpPr>
          <p:nvPr/>
        </p:nvSpPr>
        <p:spPr>
          <a:xfrm xmlns:a="http://schemas.openxmlformats.org/drawingml/2006/main">
            <a:off x="7005693" y="2932968"/>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805" name="Editable chart path">
            <a:extLst xmlns:a="http://schemas.openxmlformats.org/drawingml/2006/main">
              <a:ext uri="{FF2B5EF4-FFF2-40B4-BE49-F238E27FC236}">
                <a16:creationId xmlns:a16="http://schemas.microsoft.com/office/drawing/2014/main" id="{964DCAC9-4F49-4682-B171-537464C94F77}"/>
              </a:ext>
            </a:extLst>
          </p:cNvPr>
          <p:cNvSpPr>
            <a:spLocks xmlns:a="http://schemas.openxmlformats.org/drawingml/2006/main" noGrp="1"/>
          </p:cNvSpPr>
          <p:nvPr/>
        </p:nvSpPr>
        <p:spPr>
          <a:xfrm xmlns:a="http://schemas.openxmlformats.org/drawingml/2006/main">
            <a:off x="7066585" y="3178175"/>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806" name="Editable chart path">
            <a:extLst xmlns:a="http://schemas.openxmlformats.org/drawingml/2006/main">
              <a:ext uri="{FF2B5EF4-FFF2-40B4-BE49-F238E27FC236}">
                <a16:creationId xmlns:a16="http://schemas.microsoft.com/office/drawing/2014/main" id="{D07B5426-AFCD-492C-919A-4877CD20278D}"/>
              </a:ext>
            </a:extLst>
          </p:cNvPr>
          <p:cNvSpPr>
            <a:spLocks xmlns:a="http://schemas.openxmlformats.org/drawingml/2006/main" noGrp="1"/>
          </p:cNvSpPr>
          <p:nvPr/>
        </p:nvSpPr>
        <p:spPr>
          <a:xfrm xmlns:a="http://schemas.openxmlformats.org/drawingml/2006/main">
            <a:off x="7066585" y="3116873"/>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807" name="Editable chart path">
            <a:extLst xmlns:a="http://schemas.openxmlformats.org/drawingml/2006/main">
              <a:ext uri="{FF2B5EF4-FFF2-40B4-BE49-F238E27FC236}">
                <a16:creationId xmlns:a16="http://schemas.microsoft.com/office/drawing/2014/main" id="{9BCE4FBA-8046-4C28-A04D-FE390E08C94D}"/>
              </a:ext>
            </a:extLst>
          </p:cNvPr>
          <p:cNvSpPr>
            <a:spLocks xmlns:a="http://schemas.openxmlformats.org/drawingml/2006/main" noGrp="1"/>
          </p:cNvSpPr>
          <p:nvPr/>
        </p:nvSpPr>
        <p:spPr>
          <a:xfrm xmlns:a="http://schemas.openxmlformats.org/drawingml/2006/main">
            <a:off x="7127477" y="2994269"/>
            <a:ext cx="60892" cy="61302"/>
          </a:xfrm>
          <a:custGeom xmlns:a="http://schemas.openxmlformats.org/drawingml/2006/main">
            <a:pathLst>
              <a:path w="85288" h="85863">
                <a:moveTo>
                  <a:pt x="0" y="85863"/>
                </a:moveTo>
                <a:lnTo>
                  <a:pt x="85288" y="85863"/>
                </a:lnTo>
                <a:lnTo>
                  <a:pt x="85288" y="0"/>
                </a:lnTo>
                <a:lnTo>
                  <a:pt x="0" y="0"/>
                </a:lnTo>
                <a:close/>
              </a:path>
            </a:pathLst>
          </a:custGeom>
          <a:solidFill xmlns:a="http://schemas.openxmlformats.org/drawingml/2006/main">
            <a:srgbClr val="E4EAF4"/>
          </a:solidFill>
          <a:ln xmlns:a="http://schemas.openxmlformats.org/drawingml/2006/main" w="2040">
            <a:solidFill>
              <a:srgbClr val="FBFCFE"/>
            </a:solidFill>
            <a:prstDash val="solid"/>
          </a:ln>
        </p:spPr>
      </p:sp>
      <p:sp>
        <p:nvSpPr>
          <p:cNvPr id="808" name="">
            <a:extLst xmlns:a="http://schemas.openxmlformats.org/drawingml/2006/main">
              <a:ext uri="{FF2B5EF4-FFF2-40B4-BE49-F238E27FC236}">
                <a16:creationId xmlns:a16="http://schemas.microsoft.com/office/drawing/2014/main" id="{C1B00D9B-FE93-42FD-9C94-713EB4F1452D}"/>
              </a:ext>
            </a:extLst>
          </p:cNvPr>
          <p:cNvSpPr>
            <a:spLocks xmlns:a="http://schemas.openxmlformats.org/drawingml/2006/main" noGrp="1"/>
          </p:cNvSpPr>
          <p:nvPr/>
        </p:nvSpPr>
        <p:spPr>
          <a:xfrm xmlns:a="http://schemas.openxmlformats.org/drawingml/2006/main">
            <a:off x="1238250" y="4638675"/>
            <a:ext cx="161925" cy="47625"/>
          </a:xfrm>
          <a:prstGeom xmlns:a="http://schemas.openxmlformats.org/drawingml/2006/main" prst="rect">
            <a:avLst/>
          </a:prstGeom>
          <a:solidFill xmlns:a="http://schemas.openxmlformats.org/drawingml/2006/main">
            <a:srgbClr val="CADBF4"/>
          </a:solidFill>
          <a:ln xmlns:a="http://schemas.openxmlformats.org/drawingml/2006/main" w="0">
            <a:noFill/>
          </a:ln>
        </p:spPr>
      </p:sp>
      <p:sp>
        <p:nvSpPr>
          <p:cNvPr id="809" name="">
            <a:extLst xmlns:a="http://schemas.openxmlformats.org/drawingml/2006/main">
              <a:ext uri="{FF2B5EF4-FFF2-40B4-BE49-F238E27FC236}">
                <a16:creationId xmlns:a16="http://schemas.microsoft.com/office/drawing/2014/main" id="{A7438324-075E-4552-8F37-257A7C346992}"/>
              </a:ext>
            </a:extLst>
          </p:cNvPr>
          <p:cNvSpPr>
            <a:spLocks xmlns:a="http://schemas.openxmlformats.org/drawingml/2006/main" noGrp="1"/>
          </p:cNvSpPr>
          <p:nvPr/>
        </p:nvSpPr>
        <p:spPr>
          <a:xfrm xmlns:a="http://schemas.openxmlformats.org/drawingml/2006/main">
            <a:off x="1466850" y="4572000"/>
            <a:ext cx="179755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Tested, no clear increase</a:t>
            </a:r>
          </a:p>
        </p:txBody>
      </p:sp>
      <p:sp>
        <p:nvSpPr>
          <p:cNvPr id="810" name="">
            <a:extLst xmlns:a="http://schemas.openxmlformats.org/drawingml/2006/main">
              <a:ext uri="{FF2B5EF4-FFF2-40B4-BE49-F238E27FC236}">
                <a16:creationId xmlns:a16="http://schemas.microsoft.com/office/drawing/2014/main" id="{AFF3CCB1-2F21-4D8F-A6DE-226A2017EC04}"/>
              </a:ext>
            </a:extLst>
          </p:cNvPr>
          <p:cNvSpPr>
            <a:spLocks xmlns:a="http://schemas.openxmlformats.org/drawingml/2006/main" noGrp="1"/>
          </p:cNvSpPr>
          <p:nvPr/>
        </p:nvSpPr>
        <p:spPr>
          <a:xfrm xmlns:a="http://schemas.openxmlformats.org/drawingml/2006/main">
            <a:off x="3473958" y="4638675"/>
            <a:ext cx="161925" cy="47625"/>
          </a:xfrm>
          <a:prstGeom xmlns:a="http://schemas.openxmlformats.org/drawingml/2006/main" prst="rect">
            <a:avLst/>
          </a:prstGeom>
          <a:solidFill xmlns:a="http://schemas.openxmlformats.org/drawingml/2006/main">
            <a:srgbClr val="E4EAF4"/>
          </a:solidFill>
          <a:ln xmlns:a="http://schemas.openxmlformats.org/drawingml/2006/main" w="0">
            <a:noFill/>
          </a:ln>
        </p:spPr>
      </p:sp>
      <p:sp>
        <p:nvSpPr>
          <p:cNvPr id="811" name="">
            <a:extLst xmlns:a="http://schemas.openxmlformats.org/drawingml/2006/main">
              <a:ext uri="{FF2B5EF4-FFF2-40B4-BE49-F238E27FC236}">
                <a16:creationId xmlns:a16="http://schemas.microsoft.com/office/drawing/2014/main" id="{BD3DBC7A-DF79-4E08-8CCD-F83186826E25}"/>
              </a:ext>
            </a:extLst>
          </p:cNvPr>
          <p:cNvSpPr>
            <a:spLocks xmlns:a="http://schemas.openxmlformats.org/drawingml/2006/main" noGrp="1"/>
          </p:cNvSpPr>
          <p:nvPr/>
        </p:nvSpPr>
        <p:spPr>
          <a:xfrm xmlns:a="http://schemas.openxmlformats.org/drawingml/2006/main">
            <a:off x="3702558" y="4572000"/>
            <a:ext cx="3003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Expected &lt; 4 taxis or &lt; 50 heavy-rain rows</a:t>
            </a:r>
          </a:p>
        </p:txBody>
      </p:sp>
      <p:sp>
        <p:nvSpPr>
          <p:cNvPr id="812" name="">
            <a:extLst xmlns:a="http://schemas.openxmlformats.org/drawingml/2006/main">
              <a:ext uri="{FF2B5EF4-FFF2-40B4-BE49-F238E27FC236}">
                <a16:creationId xmlns:a16="http://schemas.microsoft.com/office/drawing/2014/main" id="{937BACF4-EFE7-4E11-B5D2-C7FF03541675}"/>
              </a:ext>
            </a:extLst>
          </p:cNvPr>
          <p:cNvSpPr>
            <a:spLocks xmlns:a="http://schemas.openxmlformats.org/drawingml/2006/main" noGrp="1"/>
          </p:cNvSpPr>
          <p:nvPr/>
        </p:nvSpPr>
        <p:spPr>
          <a:xfrm xmlns:a="http://schemas.openxmlformats.org/drawingml/2006/main">
            <a:off x="6915436" y="4638675"/>
            <a:ext cx="161925" cy="47625"/>
          </a:xfrm>
          <a:prstGeom xmlns:a="http://schemas.openxmlformats.org/drawingml/2006/main" prst="rect">
            <a:avLst/>
          </a:prstGeom>
          <a:solidFill xmlns:a="http://schemas.openxmlformats.org/drawingml/2006/main">
            <a:srgbClr val="E4EAF4"/>
          </a:solidFill>
          <a:ln xmlns:a="http://schemas.openxmlformats.org/drawingml/2006/main" w="0">
            <a:noFill/>
          </a:ln>
        </p:spPr>
      </p:sp>
      <p:sp>
        <p:nvSpPr>
          <p:cNvPr id="813" name="">
            <a:extLst xmlns:a="http://schemas.openxmlformats.org/drawingml/2006/main">
              <a:ext uri="{FF2B5EF4-FFF2-40B4-BE49-F238E27FC236}">
                <a16:creationId xmlns:a16="http://schemas.microsoft.com/office/drawing/2014/main" id="{0FFEA952-CE41-4B50-B309-AF3FC37EF4E3}"/>
              </a:ext>
            </a:extLst>
          </p:cNvPr>
          <p:cNvSpPr>
            <a:spLocks xmlns:a="http://schemas.openxmlformats.org/drawingml/2006/main" noGrp="1"/>
          </p:cNvSpPr>
          <p:nvPr/>
        </p:nvSpPr>
        <p:spPr>
          <a:xfrm xmlns:a="http://schemas.openxmlformats.org/drawingml/2006/main">
            <a:off x="7144036" y="4572000"/>
            <a:ext cx="1917763"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Not analysed (mean &lt; 0.5)</a:t>
            </a:r>
          </a:p>
        </p:txBody>
      </p:sp>
      <p:sp>
        <p:nvSpPr>
          <p:cNvPr id="814" name="Editable chart path">
            <a:extLst xmlns:a="http://schemas.openxmlformats.org/drawingml/2006/main">
              <a:ext uri="{FF2B5EF4-FFF2-40B4-BE49-F238E27FC236}">
                <a16:creationId xmlns:a16="http://schemas.microsoft.com/office/drawing/2014/main" id="{4DDDF103-03A4-468C-97FE-F8F06DAFE8F2}"/>
              </a:ext>
            </a:extLst>
          </p:cNvPr>
          <p:cNvSpPr>
            <a:spLocks xmlns:a="http://schemas.openxmlformats.org/drawingml/2006/main" noGrp="1"/>
          </p:cNvSpPr>
          <p:nvPr/>
        </p:nvSpPr>
        <p:spPr>
          <a:xfrm xmlns:a="http://schemas.openxmlformats.org/drawingml/2006/main">
            <a:off x="7477011" y="5143500"/>
            <a:ext cx="139959" cy="146957"/>
          </a:xfrm>
          <a:custGeom xmlns:a="http://schemas.openxmlformats.org/drawingml/2006/main">
            <a:pathLst>
              <a:path w="126395" h="132715">
                <a:moveTo>
                  <a:pt x="0" y="132715"/>
                </a:moveTo>
                <a:lnTo>
                  <a:pt x="126395" y="66358"/>
                </a:lnTo>
                <a:lnTo>
                  <a:pt x="0" y="0"/>
                </a:lnTo>
              </a:path>
            </a:pathLst>
          </a:custGeom>
          <a:solidFill xmlns:a="http://schemas.openxmlformats.org/drawingml/2006/main">
            <a:srgbClr val="C0453C"/>
          </a:solidFill>
          <a:ln xmlns:a="http://schemas.openxmlformats.org/drawingml/2006/main" w="0">
            <a:noFill/>
            <a:prstDash val="solid"/>
          </a:ln>
        </p:spPr>
      </p:sp>
      <p:sp>
        <p:nvSpPr>
          <p:cNvPr id="815" name="Editable chart path">
            <a:extLst xmlns:a="http://schemas.openxmlformats.org/drawingml/2006/main">
              <a:ext uri="{FF2B5EF4-FFF2-40B4-BE49-F238E27FC236}">
                <a16:creationId xmlns:a16="http://schemas.microsoft.com/office/drawing/2014/main" id="{93CC7499-73E0-4A97-A867-598DA34E84A4}"/>
              </a:ext>
            </a:extLst>
          </p:cNvPr>
          <p:cNvSpPr>
            <a:spLocks xmlns:a="http://schemas.openxmlformats.org/drawingml/2006/main" noGrp="1"/>
          </p:cNvSpPr>
          <p:nvPr/>
        </p:nvSpPr>
        <p:spPr>
          <a:xfrm xmlns:a="http://schemas.openxmlformats.org/drawingml/2006/main">
            <a:off x="4677830" y="5143500"/>
            <a:ext cx="466530" cy="146957"/>
          </a:xfrm>
          <a:custGeom xmlns:a="http://schemas.openxmlformats.org/drawingml/2006/main">
            <a:pathLst>
              <a:path w="421318" h="132715">
                <a:moveTo>
                  <a:pt x="0" y="132715"/>
                </a:moveTo>
                <a:lnTo>
                  <a:pt x="0" y="0"/>
                </a:lnTo>
                <a:lnTo>
                  <a:pt x="421318" y="0"/>
                </a:lnTo>
                <a:lnTo>
                  <a:pt x="421318" y="132715"/>
                </a:lnTo>
                <a:lnTo>
                  <a:pt x="0" y="132715"/>
                </a:lnTo>
              </a:path>
            </a:pathLst>
          </a:custGeom>
          <a:solidFill xmlns:a="http://schemas.openxmlformats.org/drawingml/2006/main">
            <a:srgbClr val="F4DFDE"/>
          </a:solidFill>
          <a:ln xmlns:a="http://schemas.openxmlformats.org/drawingml/2006/main" w="0">
            <a:noFill/>
            <a:prstDash val="solid"/>
          </a:ln>
        </p:spPr>
      </p:sp>
      <p:sp>
        <p:nvSpPr>
          <p:cNvPr id="816" name="Editable chart path">
            <a:extLst xmlns:a="http://schemas.openxmlformats.org/drawingml/2006/main">
              <a:ext uri="{FF2B5EF4-FFF2-40B4-BE49-F238E27FC236}">
                <a16:creationId xmlns:a16="http://schemas.microsoft.com/office/drawing/2014/main" id="{BFF1B14E-8A02-4DA3-A0BD-D1412B3A73D7}"/>
              </a:ext>
            </a:extLst>
          </p:cNvPr>
          <p:cNvSpPr>
            <a:spLocks xmlns:a="http://schemas.openxmlformats.org/drawingml/2006/main" noGrp="1"/>
          </p:cNvSpPr>
          <p:nvPr/>
        </p:nvSpPr>
        <p:spPr>
          <a:xfrm xmlns:a="http://schemas.openxmlformats.org/drawingml/2006/main">
            <a:off x="5144360" y="5143500"/>
            <a:ext cx="466530" cy="146957"/>
          </a:xfrm>
          <a:custGeom xmlns:a="http://schemas.openxmlformats.org/drawingml/2006/main">
            <a:pathLst>
              <a:path w="421318" h="132715">
                <a:moveTo>
                  <a:pt x="0" y="132715"/>
                </a:moveTo>
                <a:lnTo>
                  <a:pt x="0" y="0"/>
                </a:lnTo>
                <a:lnTo>
                  <a:pt x="421318" y="0"/>
                </a:lnTo>
                <a:lnTo>
                  <a:pt x="421318" y="132715"/>
                </a:lnTo>
                <a:lnTo>
                  <a:pt x="0" y="132715"/>
                </a:lnTo>
              </a:path>
            </a:pathLst>
          </a:custGeom>
          <a:solidFill xmlns:a="http://schemas.openxmlformats.org/drawingml/2006/main">
            <a:srgbClr val="E7B7B3"/>
          </a:solidFill>
          <a:ln xmlns:a="http://schemas.openxmlformats.org/drawingml/2006/main" w="0">
            <a:noFill/>
            <a:prstDash val="solid"/>
          </a:ln>
        </p:spPr>
      </p:sp>
      <p:sp>
        <p:nvSpPr>
          <p:cNvPr id="817" name="Editable chart path">
            <a:extLst xmlns:a="http://schemas.openxmlformats.org/drawingml/2006/main">
              <a:ext uri="{FF2B5EF4-FFF2-40B4-BE49-F238E27FC236}">
                <a16:creationId xmlns:a16="http://schemas.microsoft.com/office/drawing/2014/main" id="{EA310604-CC05-47D9-A530-7F52B3AE0B3E}"/>
              </a:ext>
            </a:extLst>
          </p:cNvPr>
          <p:cNvSpPr>
            <a:spLocks xmlns:a="http://schemas.openxmlformats.org/drawingml/2006/main" noGrp="1"/>
          </p:cNvSpPr>
          <p:nvPr/>
        </p:nvSpPr>
        <p:spPr>
          <a:xfrm xmlns:a="http://schemas.openxmlformats.org/drawingml/2006/main">
            <a:off x="5610890" y="5143500"/>
            <a:ext cx="466530" cy="146957"/>
          </a:xfrm>
          <a:custGeom xmlns:a="http://schemas.openxmlformats.org/drawingml/2006/main">
            <a:pathLst>
              <a:path w="421318" h="132715">
                <a:moveTo>
                  <a:pt x="0" y="132715"/>
                </a:moveTo>
                <a:lnTo>
                  <a:pt x="0" y="0"/>
                </a:lnTo>
                <a:lnTo>
                  <a:pt x="421318" y="0"/>
                </a:lnTo>
                <a:lnTo>
                  <a:pt x="421318" y="132715"/>
                </a:lnTo>
                <a:lnTo>
                  <a:pt x="0" y="132715"/>
                </a:lnTo>
              </a:path>
            </a:pathLst>
          </a:custGeom>
          <a:solidFill xmlns:a="http://schemas.openxmlformats.org/drawingml/2006/main">
            <a:srgbClr val="D88C86"/>
          </a:solidFill>
          <a:ln xmlns:a="http://schemas.openxmlformats.org/drawingml/2006/main" w="0">
            <a:noFill/>
            <a:prstDash val="solid"/>
          </a:ln>
        </p:spPr>
      </p:sp>
      <p:sp>
        <p:nvSpPr>
          <p:cNvPr id="818" name="Editable chart path">
            <a:extLst xmlns:a="http://schemas.openxmlformats.org/drawingml/2006/main">
              <a:ext uri="{FF2B5EF4-FFF2-40B4-BE49-F238E27FC236}">
                <a16:creationId xmlns:a16="http://schemas.microsoft.com/office/drawing/2014/main" id="{96DB2D79-DE1C-40B4-BF7F-C3777A97D143}"/>
              </a:ext>
            </a:extLst>
          </p:cNvPr>
          <p:cNvSpPr>
            <a:spLocks xmlns:a="http://schemas.openxmlformats.org/drawingml/2006/main" noGrp="1"/>
          </p:cNvSpPr>
          <p:nvPr/>
        </p:nvSpPr>
        <p:spPr>
          <a:xfrm xmlns:a="http://schemas.openxmlformats.org/drawingml/2006/main">
            <a:off x="6077421" y="5143500"/>
            <a:ext cx="466530" cy="146957"/>
          </a:xfrm>
          <a:custGeom xmlns:a="http://schemas.openxmlformats.org/drawingml/2006/main">
            <a:pathLst>
              <a:path w="421318" h="132715">
                <a:moveTo>
                  <a:pt x="0" y="132715"/>
                </a:moveTo>
                <a:lnTo>
                  <a:pt x="0" y="0"/>
                </a:lnTo>
                <a:lnTo>
                  <a:pt x="421318" y="0"/>
                </a:lnTo>
                <a:lnTo>
                  <a:pt x="421318" y="132715"/>
                </a:lnTo>
                <a:lnTo>
                  <a:pt x="0" y="132715"/>
                </a:lnTo>
              </a:path>
            </a:pathLst>
          </a:custGeom>
          <a:solidFill xmlns:a="http://schemas.openxmlformats.org/drawingml/2006/main">
            <a:srgbClr val="CA635C"/>
          </a:solidFill>
          <a:ln xmlns:a="http://schemas.openxmlformats.org/drawingml/2006/main" w="0">
            <a:noFill/>
            <a:prstDash val="solid"/>
          </a:ln>
        </p:spPr>
      </p:sp>
      <p:sp>
        <p:nvSpPr>
          <p:cNvPr id="819" name="Editable chart path">
            <a:extLst xmlns:a="http://schemas.openxmlformats.org/drawingml/2006/main">
              <a:ext uri="{FF2B5EF4-FFF2-40B4-BE49-F238E27FC236}">
                <a16:creationId xmlns:a16="http://schemas.microsoft.com/office/drawing/2014/main" id="{CBAB4101-41B1-4DE6-BE3B-DC0BF902BA58}"/>
              </a:ext>
            </a:extLst>
          </p:cNvPr>
          <p:cNvSpPr>
            <a:spLocks xmlns:a="http://schemas.openxmlformats.org/drawingml/2006/main" noGrp="1"/>
          </p:cNvSpPr>
          <p:nvPr/>
        </p:nvSpPr>
        <p:spPr>
          <a:xfrm xmlns:a="http://schemas.openxmlformats.org/drawingml/2006/main">
            <a:off x="6543951" y="5143500"/>
            <a:ext cx="466530" cy="146957"/>
          </a:xfrm>
          <a:custGeom xmlns:a="http://schemas.openxmlformats.org/drawingml/2006/main">
            <a:pathLst>
              <a:path w="421318" h="132715">
                <a:moveTo>
                  <a:pt x="0" y="132715"/>
                </a:moveTo>
                <a:lnTo>
                  <a:pt x="0" y="0"/>
                </a:lnTo>
                <a:lnTo>
                  <a:pt x="421318" y="0"/>
                </a:lnTo>
                <a:lnTo>
                  <a:pt x="421318" y="132715"/>
                </a:lnTo>
                <a:lnTo>
                  <a:pt x="0" y="132715"/>
                </a:lnTo>
              </a:path>
            </a:pathLst>
          </a:custGeom>
          <a:solidFill xmlns:a="http://schemas.openxmlformats.org/drawingml/2006/main">
            <a:srgbClr val="C0453C"/>
          </a:solidFill>
          <a:ln xmlns:a="http://schemas.openxmlformats.org/drawingml/2006/main" w="0">
            <a:noFill/>
            <a:prstDash val="solid"/>
          </a:ln>
        </p:spPr>
      </p:sp>
      <p:sp>
        <p:nvSpPr>
          <p:cNvPr id="820" name="Editable chart path">
            <a:extLst xmlns:a="http://schemas.openxmlformats.org/drawingml/2006/main">
              <a:ext uri="{FF2B5EF4-FFF2-40B4-BE49-F238E27FC236}">
                <a16:creationId xmlns:a16="http://schemas.microsoft.com/office/drawing/2014/main" id="{593FEB0E-22E5-4671-8CFA-2B3F7D81005E}"/>
              </a:ext>
            </a:extLst>
          </p:cNvPr>
          <p:cNvSpPr>
            <a:spLocks xmlns:a="http://schemas.openxmlformats.org/drawingml/2006/main" noGrp="1"/>
          </p:cNvSpPr>
          <p:nvPr/>
        </p:nvSpPr>
        <p:spPr>
          <a:xfrm xmlns:a="http://schemas.openxmlformats.org/drawingml/2006/main">
            <a:off x="7010481" y="5143500"/>
            <a:ext cx="466530" cy="146957"/>
          </a:xfrm>
          <a:custGeom xmlns:a="http://schemas.openxmlformats.org/drawingml/2006/main">
            <a:pathLst>
              <a:path w="421318" h="132715">
                <a:moveTo>
                  <a:pt x="0" y="132715"/>
                </a:moveTo>
                <a:lnTo>
                  <a:pt x="0" y="0"/>
                </a:lnTo>
                <a:lnTo>
                  <a:pt x="421318" y="0"/>
                </a:lnTo>
                <a:lnTo>
                  <a:pt x="421318" y="132715"/>
                </a:lnTo>
                <a:lnTo>
                  <a:pt x="0" y="132715"/>
                </a:lnTo>
              </a:path>
            </a:pathLst>
          </a:custGeom>
          <a:solidFill xmlns:a="http://schemas.openxmlformats.org/drawingml/2006/main">
            <a:srgbClr val="C0453C"/>
          </a:solidFill>
          <a:ln xmlns:a="http://schemas.openxmlformats.org/drawingml/2006/main" w="0">
            <a:noFill/>
            <a:prstDash val="solid"/>
          </a:ln>
        </p:spPr>
      </p:sp>
      <p:sp>
        <p:nvSpPr>
          <p:cNvPr id="821" name="Editable chart path">
            <a:extLst xmlns:a="http://schemas.openxmlformats.org/drawingml/2006/main">
              <a:ext uri="{FF2B5EF4-FFF2-40B4-BE49-F238E27FC236}">
                <a16:creationId xmlns:a16="http://schemas.microsoft.com/office/drawing/2014/main" id="{55F99159-A649-43DB-8AEA-66C84FACCA2F}"/>
              </a:ext>
            </a:extLst>
          </p:cNvPr>
          <p:cNvSpPr>
            <a:spLocks xmlns:a="http://schemas.openxmlformats.org/drawingml/2006/main" noGrp="1"/>
          </p:cNvSpPr>
          <p:nvPr/>
        </p:nvSpPr>
        <p:spPr>
          <a:xfrm xmlns:a="http://schemas.openxmlformats.org/drawingml/2006/main">
            <a:off x="4677830" y="5290457"/>
            <a:ext cx="95" cy="3691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438">
            <a:solidFill>
              <a:srgbClr val="5A6683"/>
            </a:solidFill>
            <a:prstDash val="solid"/>
          </a:ln>
        </p:spPr>
      </p:sp>
      <p:sp>
        <p:nvSpPr>
          <p:cNvPr id="822" name="">
            <a:extLst xmlns:a="http://schemas.openxmlformats.org/drawingml/2006/main">
              <a:ext uri="{FF2B5EF4-FFF2-40B4-BE49-F238E27FC236}">
                <a16:creationId xmlns:a16="http://schemas.microsoft.com/office/drawing/2014/main" id="{E4AB4A86-D71D-425B-A0C1-1BC199556E25}"/>
              </a:ext>
            </a:extLst>
          </p:cNvPr>
          <p:cNvSpPr>
            <a:spLocks xmlns:a="http://schemas.openxmlformats.org/drawingml/2006/main" noGrp="1"/>
          </p:cNvSpPr>
          <p:nvPr/>
        </p:nvSpPr>
        <p:spPr>
          <a:xfrm xmlns:a="http://schemas.openxmlformats.org/drawingml/2006/main" rot="0">
            <a:off x="4571116" y="5307936"/>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a:t>
            </a:r>
          </a:p>
        </p:txBody>
      </p:sp>
      <p:sp>
        <p:nvSpPr>
          <p:cNvPr id="823" name="Editable chart path">
            <a:extLst xmlns:a="http://schemas.openxmlformats.org/drawingml/2006/main">
              <a:ext uri="{FF2B5EF4-FFF2-40B4-BE49-F238E27FC236}">
                <a16:creationId xmlns:a16="http://schemas.microsoft.com/office/drawing/2014/main" id="{8FB9153C-A45C-4BB5-BE8C-FF65D5FDB674}"/>
              </a:ext>
            </a:extLst>
          </p:cNvPr>
          <p:cNvSpPr>
            <a:spLocks xmlns:a="http://schemas.openxmlformats.org/drawingml/2006/main" noGrp="1"/>
          </p:cNvSpPr>
          <p:nvPr/>
        </p:nvSpPr>
        <p:spPr>
          <a:xfrm xmlns:a="http://schemas.openxmlformats.org/drawingml/2006/main">
            <a:off x="5144360" y="5290457"/>
            <a:ext cx="95" cy="3691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438">
            <a:solidFill>
              <a:srgbClr val="5A6683"/>
            </a:solidFill>
            <a:prstDash val="solid"/>
          </a:ln>
        </p:spPr>
      </p:sp>
      <p:sp>
        <p:nvSpPr>
          <p:cNvPr id="824" name="">
            <a:extLst xmlns:a="http://schemas.openxmlformats.org/drawingml/2006/main">
              <a:ext uri="{FF2B5EF4-FFF2-40B4-BE49-F238E27FC236}">
                <a16:creationId xmlns:a16="http://schemas.microsoft.com/office/drawing/2014/main" id="{B50E0AD0-C935-4B19-ACE6-BE8362695084}"/>
              </a:ext>
            </a:extLst>
          </p:cNvPr>
          <p:cNvSpPr>
            <a:spLocks xmlns:a="http://schemas.openxmlformats.org/drawingml/2006/main" noGrp="1"/>
          </p:cNvSpPr>
          <p:nvPr/>
        </p:nvSpPr>
        <p:spPr>
          <a:xfrm xmlns:a="http://schemas.openxmlformats.org/drawingml/2006/main" rot="0">
            <a:off x="5041123" y="5307936"/>
            <a:ext cx="2020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825" name="Editable chart path">
            <a:extLst xmlns:a="http://schemas.openxmlformats.org/drawingml/2006/main">
              <a:ext uri="{FF2B5EF4-FFF2-40B4-BE49-F238E27FC236}">
                <a16:creationId xmlns:a16="http://schemas.microsoft.com/office/drawing/2014/main" id="{2EF9E880-A04D-4DFF-9B94-FCD54E9FAB28}"/>
              </a:ext>
            </a:extLst>
          </p:cNvPr>
          <p:cNvSpPr>
            <a:spLocks xmlns:a="http://schemas.openxmlformats.org/drawingml/2006/main" noGrp="1"/>
          </p:cNvSpPr>
          <p:nvPr/>
        </p:nvSpPr>
        <p:spPr>
          <a:xfrm xmlns:a="http://schemas.openxmlformats.org/drawingml/2006/main">
            <a:off x="5610890" y="5290457"/>
            <a:ext cx="95" cy="3691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438">
            <a:solidFill>
              <a:srgbClr val="5A6683"/>
            </a:solidFill>
            <a:prstDash val="solid"/>
          </a:ln>
        </p:spPr>
      </p:sp>
      <p:sp>
        <p:nvSpPr>
          <p:cNvPr id="826" name="">
            <a:extLst xmlns:a="http://schemas.openxmlformats.org/drawingml/2006/main">
              <a:ext uri="{FF2B5EF4-FFF2-40B4-BE49-F238E27FC236}">
                <a16:creationId xmlns:a16="http://schemas.microsoft.com/office/drawing/2014/main" id="{A7B14CF5-6400-465F-8606-9855535B7BBE}"/>
              </a:ext>
            </a:extLst>
          </p:cNvPr>
          <p:cNvSpPr>
            <a:spLocks xmlns:a="http://schemas.openxmlformats.org/drawingml/2006/main" noGrp="1"/>
          </p:cNvSpPr>
          <p:nvPr/>
        </p:nvSpPr>
        <p:spPr>
          <a:xfrm xmlns:a="http://schemas.openxmlformats.org/drawingml/2006/main" rot="0">
            <a:off x="5504176" y="5307936"/>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827" name="Editable chart path">
            <a:extLst xmlns:a="http://schemas.openxmlformats.org/drawingml/2006/main">
              <a:ext uri="{FF2B5EF4-FFF2-40B4-BE49-F238E27FC236}">
                <a16:creationId xmlns:a16="http://schemas.microsoft.com/office/drawing/2014/main" id="{689D228E-5EA8-49FD-9470-80796F3D3F23}"/>
              </a:ext>
            </a:extLst>
          </p:cNvPr>
          <p:cNvSpPr>
            <a:spLocks xmlns:a="http://schemas.openxmlformats.org/drawingml/2006/main" noGrp="1"/>
          </p:cNvSpPr>
          <p:nvPr/>
        </p:nvSpPr>
        <p:spPr>
          <a:xfrm xmlns:a="http://schemas.openxmlformats.org/drawingml/2006/main">
            <a:off x="6077421" y="5290457"/>
            <a:ext cx="95" cy="3691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438">
            <a:solidFill>
              <a:srgbClr val="5A6683"/>
            </a:solidFill>
            <a:prstDash val="solid"/>
          </a:ln>
        </p:spPr>
      </p:sp>
      <p:sp>
        <p:nvSpPr>
          <p:cNvPr id="828" name="">
            <a:extLst xmlns:a="http://schemas.openxmlformats.org/drawingml/2006/main">
              <a:ext uri="{FF2B5EF4-FFF2-40B4-BE49-F238E27FC236}">
                <a16:creationId xmlns:a16="http://schemas.microsoft.com/office/drawing/2014/main" id="{582AD193-775C-4C9E-AD8D-BFC9EE33AC1B}"/>
              </a:ext>
            </a:extLst>
          </p:cNvPr>
          <p:cNvSpPr>
            <a:spLocks xmlns:a="http://schemas.openxmlformats.org/drawingml/2006/main" noGrp="1"/>
          </p:cNvSpPr>
          <p:nvPr/>
        </p:nvSpPr>
        <p:spPr>
          <a:xfrm xmlns:a="http://schemas.openxmlformats.org/drawingml/2006/main" rot="0">
            <a:off x="5948370" y="5307936"/>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829" name="Editable chart path">
            <a:extLst xmlns:a="http://schemas.openxmlformats.org/drawingml/2006/main">
              <a:ext uri="{FF2B5EF4-FFF2-40B4-BE49-F238E27FC236}">
                <a16:creationId xmlns:a16="http://schemas.microsoft.com/office/drawing/2014/main" id="{87B4D33F-8E4C-4D73-803F-354E2393EDB6}"/>
              </a:ext>
            </a:extLst>
          </p:cNvPr>
          <p:cNvSpPr>
            <a:spLocks xmlns:a="http://schemas.openxmlformats.org/drawingml/2006/main" noGrp="1"/>
          </p:cNvSpPr>
          <p:nvPr/>
        </p:nvSpPr>
        <p:spPr>
          <a:xfrm xmlns:a="http://schemas.openxmlformats.org/drawingml/2006/main">
            <a:off x="6543951" y="5290457"/>
            <a:ext cx="95" cy="3691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438">
            <a:solidFill>
              <a:srgbClr val="5A6683"/>
            </a:solidFill>
            <a:prstDash val="solid"/>
          </a:ln>
        </p:spPr>
      </p:sp>
      <p:sp>
        <p:nvSpPr>
          <p:cNvPr id="830" name="">
            <a:extLst xmlns:a="http://schemas.openxmlformats.org/drawingml/2006/main">
              <a:ext uri="{FF2B5EF4-FFF2-40B4-BE49-F238E27FC236}">
                <a16:creationId xmlns:a16="http://schemas.microsoft.com/office/drawing/2014/main" id="{83C3EEDE-F36A-4A70-A535-0B98193E43EB}"/>
              </a:ext>
            </a:extLst>
          </p:cNvPr>
          <p:cNvSpPr>
            <a:spLocks xmlns:a="http://schemas.openxmlformats.org/drawingml/2006/main" noGrp="1"/>
          </p:cNvSpPr>
          <p:nvPr/>
        </p:nvSpPr>
        <p:spPr>
          <a:xfrm xmlns:a="http://schemas.openxmlformats.org/drawingml/2006/main" rot="0">
            <a:off x="6414900" y="5307936"/>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a:t>
            </a:r>
          </a:p>
        </p:txBody>
      </p:sp>
      <p:sp>
        <p:nvSpPr>
          <p:cNvPr id="831" name="Editable chart path">
            <a:extLst xmlns:a="http://schemas.openxmlformats.org/drawingml/2006/main">
              <a:ext uri="{FF2B5EF4-FFF2-40B4-BE49-F238E27FC236}">
                <a16:creationId xmlns:a16="http://schemas.microsoft.com/office/drawing/2014/main" id="{3219A3AA-B99F-4457-B9BB-B53989845E88}"/>
              </a:ext>
            </a:extLst>
          </p:cNvPr>
          <p:cNvSpPr>
            <a:spLocks xmlns:a="http://schemas.openxmlformats.org/drawingml/2006/main" noGrp="1"/>
          </p:cNvSpPr>
          <p:nvPr/>
        </p:nvSpPr>
        <p:spPr>
          <a:xfrm xmlns:a="http://schemas.openxmlformats.org/drawingml/2006/main">
            <a:off x="7010481" y="5290457"/>
            <a:ext cx="95" cy="3691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438">
            <a:solidFill>
              <a:srgbClr val="5A6683"/>
            </a:solidFill>
            <a:prstDash val="solid"/>
          </a:ln>
        </p:spPr>
      </p:sp>
      <p:sp>
        <p:nvSpPr>
          <p:cNvPr id="832" name="">
            <a:extLst xmlns:a="http://schemas.openxmlformats.org/drawingml/2006/main">
              <a:ext uri="{FF2B5EF4-FFF2-40B4-BE49-F238E27FC236}">
                <a16:creationId xmlns:a16="http://schemas.microsoft.com/office/drawing/2014/main" id="{9031E238-F53D-463F-8F20-BCB97A8DE318}"/>
              </a:ext>
            </a:extLst>
          </p:cNvPr>
          <p:cNvSpPr>
            <a:spLocks xmlns:a="http://schemas.openxmlformats.org/drawingml/2006/main" noGrp="1"/>
          </p:cNvSpPr>
          <p:nvPr/>
        </p:nvSpPr>
        <p:spPr>
          <a:xfrm xmlns:a="http://schemas.openxmlformats.org/drawingml/2006/main" rot="0">
            <a:off x="6863666" y="5307936"/>
            <a:ext cx="2896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20.0</a:t>
            </a:r>
          </a:p>
        </p:txBody>
      </p:sp>
      <p:sp>
        <p:nvSpPr>
          <p:cNvPr id="833" name="Editable chart path">
            <a:extLst xmlns:a="http://schemas.openxmlformats.org/drawingml/2006/main">
              <a:ext uri="{FF2B5EF4-FFF2-40B4-BE49-F238E27FC236}">
                <a16:creationId xmlns:a16="http://schemas.microsoft.com/office/drawing/2014/main" id="{5AD3A928-D3DB-4AD2-97E9-66E2866C86C1}"/>
              </a:ext>
            </a:extLst>
          </p:cNvPr>
          <p:cNvSpPr>
            <a:spLocks xmlns:a="http://schemas.openxmlformats.org/drawingml/2006/main" noGrp="1"/>
          </p:cNvSpPr>
          <p:nvPr/>
        </p:nvSpPr>
        <p:spPr>
          <a:xfrm xmlns:a="http://schemas.openxmlformats.org/drawingml/2006/main">
            <a:off x="7477011" y="5290457"/>
            <a:ext cx="95" cy="36915"/>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438">
            <a:solidFill>
              <a:srgbClr val="5A6683"/>
            </a:solidFill>
            <a:prstDash val="solid"/>
          </a:ln>
        </p:spPr>
      </p:sp>
      <p:sp>
        <p:nvSpPr>
          <p:cNvPr id="834" name="">
            <a:extLst xmlns:a="http://schemas.openxmlformats.org/drawingml/2006/main">
              <a:ext uri="{FF2B5EF4-FFF2-40B4-BE49-F238E27FC236}">
                <a16:creationId xmlns:a16="http://schemas.microsoft.com/office/drawing/2014/main" id="{7E3B55E3-28C1-47EB-B6CA-D823754CD2FC}"/>
              </a:ext>
            </a:extLst>
          </p:cNvPr>
          <p:cNvSpPr>
            <a:spLocks xmlns:a="http://schemas.openxmlformats.org/drawingml/2006/main" noGrp="1"/>
          </p:cNvSpPr>
          <p:nvPr/>
        </p:nvSpPr>
        <p:spPr>
          <a:xfrm xmlns:a="http://schemas.openxmlformats.org/drawingml/2006/main" rot="0">
            <a:off x="7329195" y="5307936"/>
            <a:ext cx="29165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30.0</a:t>
            </a:r>
          </a:p>
        </p:txBody>
      </p:sp>
      <p:sp>
        <p:nvSpPr>
          <p:cNvPr id="835" name="Editable chart path">
            <a:extLst xmlns:a="http://schemas.openxmlformats.org/drawingml/2006/main">
              <a:ext uri="{FF2B5EF4-FFF2-40B4-BE49-F238E27FC236}">
                <a16:creationId xmlns:a16="http://schemas.microsoft.com/office/drawing/2014/main" id="{4660A545-A374-475D-8A19-2B2D1E6BDD1B}"/>
              </a:ext>
            </a:extLst>
          </p:cNvPr>
          <p:cNvSpPr>
            <a:spLocks xmlns:a="http://schemas.openxmlformats.org/drawingml/2006/main" noGrp="1"/>
          </p:cNvSpPr>
          <p:nvPr/>
        </p:nvSpPr>
        <p:spPr>
          <a:xfrm xmlns:a="http://schemas.openxmlformats.org/drawingml/2006/main">
            <a:off x="4677830" y="5143500"/>
            <a:ext cx="2939139" cy="146957"/>
          </a:xfrm>
          <a:custGeom xmlns:a="http://schemas.openxmlformats.org/drawingml/2006/main">
            <a:pathLst>
              <a:path w="2654303" h="132715">
                <a:moveTo>
                  <a:pt x="0" y="132715"/>
                </a:moveTo>
                <a:lnTo>
                  <a:pt x="0" y="66358"/>
                </a:lnTo>
                <a:lnTo>
                  <a:pt x="0" y="0"/>
                </a:lnTo>
                <a:lnTo>
                  <a:pt x="2527908" y="0"/>
                </a:lnTo>
                <a:lnTo>
                  <a:pt x="2654303" y="66358"/>
                </a:lnTo>
                <a:lnTo>
                  <a:pt x="2527908" y="132715"/>
                </a:lnTo>
                <a:lnTo>
                  <a:pt x="0" y="132715"/>
                </a:lnTo>
                <a:close/>
              </a:path>
            </a:pathLst>
          </a:custGeom>
          <a:noFill xmlns:a="http://schemas.openxmlformats.org/drawingml/2006/main"/>
          <a:ln xmlns:a="http://schemas.openxmlformats.org/drawingml/2006/main" w="8438">
            <a:solidFill>
              <a:srgbClr val="5A6683"/>
            </a:solidFill>
            <a:prstDash val="solid"/>
          </a:ln>
        </p:spPr>
      </p:sp>
      <p:sp>
        <p:nvSpPr>
          <p:cNvPr id="836" name="">
            <a:extLst xmlns:a="http://schemas.openxmlformats.org/drawingml/2006/main">
              <a:ext uri="{FF2B5EF4-FFF2-40B4-BE49-F238E27FC236}">
                <a16:creationId xmlns:a16="http://schemas.microsoft.com/office/drawing/2014/main" id="{C5380F72-4AB8-49C3-B5B6-6EF05831AA3C}"/>
              </a:ext>
            </a:extLst>
          </p:cNvPr>
          <p:cNvSpPr>
            <a:spLocks xmlns:a="http://schemas.openxmlformats.org/drawingml/2006/main" noGrp="1"/>
          </p:cNvSpPr>
          <p:nvPr/>
        </p:nvSpPr>
        <p:spPr>
          <a:xfrm xmlns:a="http://schemas.openxmlformats.org/drawingml/2006/main">
            <a:off x="1095375" y="5572125"/>
            <a:ext cx="10001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Extra chance of low availability in heavy rain (percentage points)</a:t>
            </a:r>
          </a:p>
        </p:txBody>
      </p:sp>
    </p:spTree>
    <p:extLst>
      <p:ext uri="{BB962C8B-B14F-4D97-AF65-F5344CB8AC3E}">
        <p14:creationId xmlns:p14="http://schemas.microsoft.com/office/powerpoint/2010/main" val="597896415"/>
      </p:ext>
    </p:extLst>
  </p:cSld>
</p:sld>
</file>

<file path=ppt/slides/slide70.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WEATHER GAIN ACROSS SCALES AND LABELS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All registered secondary comparisons appear. None reaches the saved materiality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70</a:t>
            </a:r>
            <a:endParaRPr sz="1200"/>
          </a:p>
        </p:txBody>
      </p:sp>
      <p:sp>
        <p:nvSpPr>
          <p:cNvPr id="14" name="">
            <a:extLst xmlns:a="http://schemas.openxmlformats.org/drawingml/2006/main">
              <a:ext uri="{FF2B5EF4-FFF2-40B4-BE49-F238E27FC236}">
                <a16:creationId xmlns:a16="http://schemas.microsoft.com/office/drawing/2014/main" id="{8DAC7423-D19E-46F6-AA9C-3E80630D56F6}"/>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130CC416-A269-4FA8-A09C-BEB689E75433}"/>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Label: deficit &gt;= 50%</a:t>
            </a:r>
          </a:p>
        </p:txBody>
      </p:sp>
      <p:sp>
        <p:nvSpPr>
          <p:cNvPr id="16" name="">
            <a:extLst xmlns:a="http://schemas.openxmlformats.org/drawingml/2006/main">
              <a:ext uri="{FF2B5EF4-FFF2-40B4-BE49-F238E27FC236}">
                <a16:creationId xmlns:a16="http://schemas.microsoft.com/office/drawing/2014/main" id="{68BFD6D7-E779-4BF8-824A-D9F0A328D9BD}"/>
              </a:ext>
            </a:extLst>
          </p:cNvPr>
          <p:cNvSpPr>
            <a:spLocks xmlns:a="http://schemas.openxmlformats.org/drawingml/2006/main" noGrp="1"/>
          </p:cNvSpPr>
          <p:nvPr/>
        </p:nvSpPr>
        <p:spPr>
          <a:xfrm xmlns:a="http://schemas.openxmlformats.org/drawingml/2006/main">
            <a:off x="1000125" y="2352675"/>
            <a:ext cx="5000625" cy="4476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PR-AUC gain from weather, test year (dashed: pre-registered</a:t>
            </a:r>
          </a:p>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materiality, 0.01)</a:t>
            </a:r>
          </a:p>
        </p:txBody>
      </p:sp>
      <p:sp>
        <p:nvSpPr>
          <p:cNvPr id="17" name="Editable chart path">
            <a:extLst xmlns:a="http://schemas.openxmlformats.org/drawingml/2006/main">
              <a:ext uri="{FF2B5EF4-FFF2-40B4-BE49-F238E27FC236}">
                <a16:creationId xmlns:a16="http://schemas.microsoft.com/office/drawing/2014/main" id="{5A9045A2-2B6E-4109-A5CE-5141A853D02C}"/>
              </a:ext>
            </a:extLst>
          </p:cNvPr>
          <p:cNvSpPr>
            <a:spLocks xmlns:a="http://schemas.openxmlformats.org/drawingml/2006/main" noGrp="1"/>
          </p:cNvSpPr>
          <p:nvPr/>
        </p:nvSpPr>
        <p:spPr>
          <a:xfrm xmlns:a="http://schemas.openxmlformats.org/drawingml/2006/main">
            <a:off x="2519783" y="5017471"/>
            <a:ext cx="95" cy="3003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18" name="">
            <a:extLst xmlns:a="http://schemas.openxmlformats.org/drawingml/2006/main">
              <a:ext uri="{FF2B5EF4-FFF2-40B4-BE49-F238E27FC236}">
                <a16:creationId xmlns:a16="http://schemas.microsoft.com/office/drawing/2014/main" id="{1F8E60B5-9A15-44F4-9B06-097DED3E0B54}"/>
              </a:ext>
            </a:extLst>
          </p:cNvPr>
          <p:cNvSpPr>
            <a:spLocks xmlns:a="http://schemas.openxmlformats.org/drawingml/2006/main" noGrp="1"/>
          </p:cNvSpPr>
          <p:nvPr/>
        </p:nvSpPr>
        <p:spPr>
          <a:xfrm xmlns:a="http://schemas.openxmlformats.org/drawingml/2006/main" rot="0">
            <a:off x="2278030" y="4993004"/>
            <a:ext cx="4793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 min</a:t>
            </a:r>
          </a:p>
        </p:txBody>
      </p:sp>
      <p:sp>
        <p:nvSpPr>
          <p:cNvPr id="19" name="">
            <a:extLst xmlns:a="http://schemas.openxmlformats.org/drawingml/2006/main">
              <a:ext uri="{FF2B5EF4-FFF2-40B4-BE49-F238E27FC236}">
                <a16:creationId xmlns:a16="http://schemas.microsoft.com/office/drawing/2014/main" id="{B5CBDF67-A189-41ED-8CC6-1F1CA2395577}"/>
              </a:ext>
            </a:extLst>
          </p:cNvPr>
          <p:cNvSpPr>
            <a:spLocks xmlns:a="http://schemas.openxmlformats.org/drawingml/2006/main" noGrp="1"/>
          </p:cNvSpPr>
          <p:nvPr/>
        </p:nvSpPr>
        <p:spPr>
          <a:xfrm xmlns:a="http://schemas.openxmlformats.org/drawingml/2006/main" rot="0">
            <a:off x="2433680" y="5069792"/>
            <a:ext cx="1678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all</a:t>
            </a:r>
          </a:p>
        </p:txBody>
      </p:sp>
      <p:sp>
        <p:nvSpPr>
          <p:cNvPr id="20" name="Editable chart path">
            <a:extLst xmlns:a="http://schemas.openxmlformats.org/drawingml/2006/main">
              <a:ext uri="{FF2B5EF4-FFF2-40B4-BE49-F238E27FC236}">
                <a16:creationId xmlns:a16="http://schemas.microsoft.com/office/drawing/2014/main" id="{3AC08ACF-6DC0-47EC-9C07-46EDBA6D0669}"/>
              </a:ext>
            </a:extLst>
          </p:cNvPr>
          <p:cNvSpPr>
            <a:spLocks xmlns:a="http://schemas.openxmlformats.org/drawingml/2006/main" noGrp="1"/>
          </p:cNvSpPr>
          <p:nvPr/>
        </p:nvSpPr>
        <p:spPr>
          <a:xfrm xmlns:a="http://schemas.openxmlformats.org/drawingml/2006/main">
            <a:off x="3016251" y="5017471"/>
            <a:ext cx="95" cy="3003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21" name="">
            <a:extLst xmlns:a="http://schemas.openxmlformats.org/drawingml/2006/main">
              <a:ext uri="{FF2B5EF4-FFF2-40B4-BE49-F238E27FC236}">
                <a16:creationId xmlns:a16="http://schemas.microsoft.com/office/drawing/2014/main" id="{3FBD266F-5844-42E0-B35A-6B864F2DFD2E}"/>
              </a:ext>
            </a:extLst>
          </p:cNvPr>
          <p:cNvSpPr>
            <a:spLocks xmlns:a="http://schemas.openxmlformats.org/drawingml/2006/main" noGrp="1"/>
          </p:cNvSpPr>
          <p:nvPr/>
        </p:nvSpPr>
        <p:spPr>
          <a:xfrm xmlns:a="http://schemas.openxmlformats.org/drawingml/2006/main" rot="0">
            <a:off x="2774498" y="4993004"/>
            <a:ext cx="4793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 min</a:t>
            </a:r>
          </a:p>
        </p:txBody>
      </p:sp>
      <p:sp>
        <p:nvSpPr>
          <p:cNvPr id="22" name="">
            <a:extLst xmlns:a="http://schemas.openxmlformats.org/drawingml/2006/main">
              <a:ext uri="{FF2B5EF4-FFF2-40B4-BE49-F238E27FC236}">
                <a16:creationId xmlns:a16="http://schemas.microsoft.com/office/drawing/2014/main" id="{C9AFF571-4D90-4BE2-A5D8-3AEE150ECF7E}"/>
              </a:ext>
            </a:extLst>
          </p:cNvPr>
          <p:cNvSpPr>
            <a:spLocks xmlns:a="http://schemas.openxmlformats.org/drawingml/2006/main" noGrp="1"/>
          </p:cNvSpPr>
          <p:nvPr/>
        </p:nvSpPr>
        <p:spPr>
          <a:xfrm xmlns:a="http://schemas.openxmlformats.org/drawingml/2006/main" rot="0">
            <a:off x="2839259" y="5069792"/>
            <a:ext cx="35347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rainy</a:t>
            </a:r>
          </a:p>
        </p:txBody>
      </p:sp>
      <p:sp>
        <p:nvSpPr>
          <p:cNvPr id="23" name="Editable chart path">
            <a:extLst xmlns:a="http://schemas.openxmlformats.org/drawingml/2006/main">
              <a:ext uri="{FF2B5EF4-FFF2-40B4-BE49-F238E27FC236}">
                <a16:creationId xmlns:a16="http://schemas.microsoft.com/office/drawing/2014/main" id="{B2DCCF29-9EFF-4F2E-B8BE-95CAE4C0D3BC}"/>
              </a:ext>
            </a:extLst>
          </p:cNvPr>
          <p:cNvSpPr>
            <a:spLocks xmlns:a="http://schemas.openxmlformats.org/drawingml/2006/main" noGrp="1"/>
          </p:cNvSpPr>
          <p:nvPr/>
        </p:nvSpPr>
        <p:spPr>
          <a:xfrm xmlns:a="http://schemas.openxmlformats.org/drawingml/2006/main">
            <a:off x="3512720" y="5017471"/>
            <a:ext cx="95" cy="3003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24" name="">
            <a:extLst xmlns:a="http://schemas.openxmlformats.org/drawingml/2006/main">
              <a:ext uri="{FF2B5EF4-FFF2-40B4-BE49-F238E27FC236}">
                <a16:creationId xmlns:a16="http://schemas.microsoft.com/office/drawing/2014/main" id="{E4AD8F27-43D8-495B-8BE8-6833677C6D13}"/>
              </a:ext>
            </a:extLst>
          </p:cNvPr>
          <p:cNvSpPr>
            <a:spLocks xmlns:a="http://schemas.openxmlformats.org/drawingml/2006/main" noGrp="1"/>
          </p:cNvSpPr>
          <p:nvPr/>
        </p:nvSpPr>
        <p:spPr>
          <a:xfrm xmlns:a="http://schemas.openxmlformats.org/drawingml/2006/main" rot="0">
            <a:off x="3267728" y="4993004"/>
            <a:ext cx="4858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 min</a:t>
            </a:r>
          </a:p>
        </p:txBody>
      </p:sp>
      <p:sp>
        <p:nvSpPr>
          <p:cNvPr id="25" name="">
            <a:extLst xmlns:a="http://schemas.openxmlformats.org/drawingml/2006/main">
              <a:ext uri="{FF2B5EF4-FFF2-40B4-BE49-F238E27FC236}">
                <a16:creationId xmlns:a16="http://schemas.microsoft.com/office/drawing/2014/main" id="{418A4B88-67EC-4338-8B35-434D506E8DBB}"/>
              </a:ext>
            </a:extLst>
          </p:cNvPr>
          <p:cNvSpPr>
            <a:spLocks xmlns:a="http://schemas.openxmlformats.org/drawingml/2006/main" noGrp="1"/>
          </p:cNvSpPr>
          <p:nvPr/>
        </p:nvSpPr>
        <p:spPr>
          <a:xfrm xmlns:a="http://schemas.openxmlformats.org/drawingml/2006/main" rot="0">
            <a:off x="3426617" y="5069792"/>
            <a:ext cx="1678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all</a:t>
            </a:r>
          </a:p>
        </p:txBody>
      </p:sp>
      <p:sp>
        <p:nvSpPr>
          <p:cNvPr id="26" name="Editable chart path">
            <a:extLst xmlns:a="http://schemas.openxmlformats.org/drawingml/2006/main">
              <a:ext uri="{FF2B5EF4-FFF2-40B4-BE49-F238E27FC236}">
                <a16:creationId xmlns:a16="http://schemas.microsoft.com/office/drawing/2014/main" id="{22A72531-9F74-45D9-8D97-473EE34F840C}"/>
              </a:ext>
            </a:extLst>
          </p:cNvPr>
          <p:cNvSpPr>
            <a:spLocks xmlns:a="http://schemas.openxmlformats.org/drawingml/2006/main" noGrp="1"/>
          </p:cNvSpPr>
          <p:nvPr/>
        </p:nvSpPr>
        <p:spPr>
          <a:xfrm xmlns:a="http://schemas.openxmlformats.org/drawingml/2006/main">
            <a:off x="4009188" y="5017471"/>
            <a:ext cx="95" cy="3003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27" name="">
            <a:extLst xmlns:a="http://schemas.openxmlformats.org/drawingml/2006/main">
              <a:ext uri="{FF2B5EF4-FFF2-40B4-BE49-F238E27FC236}">
                <a16:creationId xmlns:a16="http://schemas.microsoft.com/office/drawing/2014/main" id="{9A58D719-7AB3-4A0E-84CE-681CB10FB5B7}"/>
              </a:ext>
            </a:extLst>
          </p:cNvPr>
          <p:cNvSpPr>
            <a:spLocks xmlns:a="http://schemas.openxmlformats.org/drawingml/2006/main" noGrp="1"/>
          </p:cNvSpPr>
          <p:nvPr/>
        </p:nvSpPr>
        <p:spPr>
          <a:xfrm xmlns:a="http://schemas.openxmlformats.org/drawingml/2006/main" rot="0">
            <a:off x="3764196" y="4993004"/>
            <a:ext cx="4858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 min</a:t>
            </a:r>
          </a:p>
        </p:txBody>
      </p:sp>
      <p:sp>
        <p:nvSpPr>
          <p:cNvPr id="28" name="">
            <a:extLst xmlns:a="http://schemas.openxmlformats.org/drawingml/2006/main">
              <a:ext uri="{FF2B5EF4-FFF2-40B4-BE49-F238E27FC236}">
                <a16:creationId xmlns:a16="http://schemas.microsoft.com/office/drawing/2014/main" id="{3971E60C-9539-428D-8C31-58E9F354035A}"/>
              </a:ext>
            </a:extLst>
          </p:cNvPr>
          <p:cNvSpPr>
            <a:spLocks xmlns:a="http://schemas.openxmlformats.org/drawingml/2006/main" noGrp="1"/>
          </p:cNvSpPr>
          <p:nvPr/>
        </p:nvSpPr>
        <p:spPr>
          <a:xfrm xmlns:a="http://schemas.openxmlformats.org/drawingml/2006/main" rot="0">
            <a:off x="3832195" y="5069792"/>
            <a:ext cx="35347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rainy</a:t>
            </a:r>
          </a:p>
        </p:txBody>
      </p:sp>
      <p:sp>
        <p:nvSpPr>
          <p:cNvPr id="29" name="Editable chart path">
            <a:extLst xmlns:a="http://schemas.openxmlformats.org/drawingml/2006/main">
              <a:ext uri="{FF2B5EF4-FFF2-40B4-BE49-F238E27FC236}">
                <a16:creationId xmlns:a16="http://schemas.microsoft.com/office/drawing/2014/main" id="{7C4CD3CB-FC11-4164-9451-EF384B772717}"/>
              </a:ext>
            </a:extLst>
          </p:cNvPr>
          <p:cNvSpPr>
            <a:spLocks xmlns:a="http://schemas.openxmlformats.org/drawingml/2006/main" noGrp="1"/>
          </p:cNvSpPr>
          <p:nvPr/>
        </p:nvSpPr>
        <p:spPr>
          <a:xfrm xmlns:a="http://schemas.openxmlformats.org/drawingml/2006/main">
            <a:off x="4505656" y="5017471"/>
            <a:ext cx="95" cy="3003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30" name="">
            <a:extLst xmlns:a="http://schemas.openxmlformats.org/drawingml/2006/main">
              <a:ext uri="{FF2B5EF4-FFF2-40B4-BE49-F238E27FC236}">
                <a16:creationId xmlns:a16="http://schemas.microsoft.com/office/drawing/2014/main" id="{175E8501-E4FC-4C5A-8F7A-F8EE1A710FCA}"/>
              </a:ext>
            </a:extLst>
          </p:cNvPr>
          <p:cNvSpPr>
            <a:spLocks xmlns:a="http://schemas.openxmlformats.org/drawingml/2006/main" noGrp="1"/>
          </p:cNvSpPr>
          <p:nvPr/>
        </p:nvSpPr>
        <p:spPr>
          <a:xfrm xmlns:a="http://schemas.openxmlformats.org/drawingml/2006/main" rot="0">
            <a:off x="4242519" y="4993004"/>
            <a:ext cx="5221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 min</a:t>
            </a:r>
          </a:p>
        </p:txBody>
      </p:sp>
      <p:sp>
        <p:nvSpPr>
          <p:cNvPr id="31" name="">
            <a:extLst xmlns:a="http://schemas.openxmlformats.org/drawingml/2006/main">
              <a:ext uri="{FF2B5EF4-FFF2-40B4-BE49-F238E27FC236}">
                <a16:creationId xmlns:a16="http://schemas.microsoft.com/office/drawing/2014/main" id="{AF43FE3C-9E53-4CB8-B724-37173C7C7564}"/>
              </a:ext>
            </a:extLst>
          </p:cNvPr>
          <p:cNvSpPr>
            <a:spLocks xmlns:a="http://schemas.openxmlformats.org/drawingml/2006/main" noGrp="1"/>
          </p:cNvSpPr>
          <p:nvPr/>
        </p:nvSpPr>
        <p:spPr>
          <a:xfrm xmlns:a="http://schemas.openxmlformats.org/drawingml/2006/main" rot="0">
            <a:off x="4419554" y="5069792"/>
            <a:ext cx="1678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all</a:t>
            </a:r>
          </a:p>
        </p:txBody>
      </p:sp>
      <p:sp>
        <p:nvSpPr>
          <p:cNvPr id="32" name="Editable chart path">
            <a:extLst xmlns:a="http://schemas.openxmlformats.org/drawingml/2006/main">
              <a:ext uri="{FF2B5EF4-FFF2-40B4-BE49-F238E27FC236}">
                <a16:creationId xmlns:a16="http://schemas.microsoft.com/office/drawing/2014/main" id="{600EBC32-3A40-4537-9B39-B8B4BB577598}"/>
              </a:ext>
            </a:extLst>
          </p:cNvPr>
          <p:cNvSpPr>
            <a:spLocks xmlns:a="http://schemas.openxmlformats.org/drawingml/2006/main" noGrp="1"/>
          </p:cNvSpPr>
          <p:nvPr/>
        </p:nvSpPr>
        <p:spPr>
          <a:xfrm xmlns:a="http://schemas.openxmlformats.org/drawingml/2006/main">
            <a:off x="5002124" y="5017471"/>
            <a:ext cx="95" cy="3003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33" name="">
            <a:extLst xmlns:a="http://schemas.openxmlformats.org/drawingml/2006/main">
              <a:ext uri="{FF2B5EF4-FFF2-40B4-BE49-F238E27FC236}">
                <a16:creationId xmlns:a16="http://schemas.microsoft.com/office/drawing/2014/main" id="{073D633B-B4D3-42CC-9453-CBD2B3C828E9}"/>
              </a:ext>
            </a:extLst>
          </p:cNvPr>
          <p:cNvSpPr>
            <a:spLocks xmlns:a="http://schemas.openxmlformats.org/drawingml/2006/main" noGrp="1"/>
          </p:cNvSpPr>
          <p:nvPr/>
        </p:nvSpPr>
        <p:spPr>
          <a:xfrm xmlns:a="http://schemas.openxmlformats.org/drawingml/2006/main" rot="0">
            <a:off x="4738988" y="4993004"/>
            <a:ext cx="5221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 min</a:t>
            </a:r>
          </a:p>
        </p:txBody>
      </p:sp>
      <p:sp>
        <p:nvSpPr>
          <p:cNvPr id="34" name="">
            <a:extLst xmlns:a="http://schemas.openxmlformats.org/drawingml/2006/main">
              <a:ext uri="{FF2B5EF4-FFF2-40B4-BE49-F238E27FC236}">
                <a16:creationId xmlns:a16="http://schemas.microsoft.com/office/drawing/2014/main" id="{DA340763-2D25-442D-91B8-BAEBA3764D5D}"/>
              </a:ext>
            </a:extLst>
          </p:cNvPr>
          <p:cNvSpPr>
            <a:spLocks xmlns:a="http://schemas.openxmlformats.org/drawingml/2006/main" noGrp="1"/>
          </p:cNvSpPr>
          <p:nvPr/>
        </p:nvSpPr>
        <p:spPr>
          <a:xfrm xmlns:a="http://schemas.openxmlformats.org/drawingml/2006/main" rot="0">
            <a:off x="4825132" y="5069792"/>
            <a:ext cx="35347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rainy</a:t>
            </a:r>
          </a:p>
        </p:txBody>
      </p:sp>
      <p:sp>
        <p:nvSpPr>
          <p:cNvPr id="35" name="Editable chart path">
            <a:extLst xmlns:a="http://schemas.openxmlformats.org/drawingml/2006/main">
              <a:ext uri="{FF2B5EF4-FFF2-40B4-BE49-F238E27FC236}">
                <a16:creationId xmlns:a16="http://schemas.microsoft.com/office/drawing/2014/main" id="{9F753CC5-0243-44BA-8928-BD38317DB430}"/>
              </a:ext>
            </a:extLst>
          </p:cNvPr>
          <p:cNvSpPr>
            <a:spLocks xmlns:a="http://schemas.openxmlformats.org/drawingml/2006/main" noGrp="1"/>
          </p:cNvSpPr>
          <p:nvPr/>
        </p:nvSpPr>
        <p:spPr>
          <a:xfrm xmlns:a="http://schemas.openxmlformats.org/drawingml/2006/main">
            <a:off x="2259137" y="4837956"/>
            <a:ext cx="3003633"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5149">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BE463725-7ED5-4C68-9D34-E7707AA893E4}"/>
              </a:ext>
            </a:extLst>
          </p:cNvPr>
          <p:cNvSpPr>
            <a:spLocks xmlns:a="http://schemas.openxmlformats.org/drawingml/2006/main" noGrp="1"/>
          </p:cNvSpPr>
          <p:nvPr/>
        </p:nvSpPr>
        <p:spPr>
          <a:xfrm xmlns:a="http://schemas.openxmlformats.org/drawingml/2006/main">
            <a:off x="2229100" y="4837956"/>
            <a:ext cx="3003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37" name="">
            <a:extLst xmlns:a="http://schemas.openxmlformats.org/drawingml/2006/main">
              <a:ext uri="{FF2B5EF4-FFF2-40B4-BE49-F238E27FC236}">
                <a16:creationId xmlns:a16="http://schemas.microsoft.com/office/drawing/2014/main" id="{090C7AED-B596-4D32-A555-8244A378BBDD}"/>
              </a:ext>
            </a:extLst>
          </p:cNvPr>
          <p:cNvSpPr>
            <a:spLocks xmlns:a="http://schemas.openxmlformats.org/drawingml/2006/main" noGrp="1"/>
          </p:cNvSpPr>
          <p:nvPr/>
        </p:nvSpPr>
        <p:spPr>
          <a:xfrm xmlns:a="http://schemas.openxmlformats.org/drawingml/2006/main" rot="0">
            <a:off x="1777110" y="4728004"/>
            <a:ext cx="41871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−0.010</a:t>
            </a:r>
          </a:p>
        </p:txBody>
      </p:sp>
      <p:sp>
        <p:nvSpPr>
          <p:cNvPr id="38" name="Editable chart path">
            <a:extLst xmlns:a="http://schemas.openxmlformats.org/drawingml/2006/main">
              <a:ext uri="{FF2B5EF4-FFF2-40B4-BE49-F238E27FC236}">
                <a16:creationId xmlns:a16="http://schemas.microsoft.com/office/drawing/2014/main" id="{EDD8E26A-8882-4782-94D3-F32A25DEE1F4}"/>
              </a:ext>
            </a:extLst>
          </p:cNvPr>
          <p:cNvSpPr>
            <a:spLocks xmlns:a="http://schemas.openxmlformats.org/drawingml/2006/main" noGrp="1"/>
          </p:cNvSpPr>
          <p:nvPr/>
        </p:nvSpPr>
        <p:spPr>
          <a:xfrm xmlns:a="http://schemas.openxmlformats.org/drawingml/2006/main">
            <a:off x="2259137" y="4371442"/>
            <a:ext cx="3003633"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5149">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0CF0CCDE-2789-45F2-88A6-C80A85CB5257}"/>
              </a:ext>
            </a:extLst>
          </p:cNvPr>
          <p:cNvSpPr>
            <a:spLocks xmlns:a="http://schemas.openxmlformats.org/drawingml/2006/main" noGrp="1"/>
          </p:cNvSpPr>
          <p:nvPr/>
        </p:nvSpPr>
        <p:spPr>
          <a:xfrm xmlns:a="http://schemas.openxmlformats.org/drawingml/2006/main">
            <a:off x="2229100" y="4371442"/>
            <a:ext cx="3003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40" name="">
            <a:extLst xmlns:a="http://schemas.openxmlformats.org/drawingml/2006/main">
              <a:ext uri="{FF2B5EF4-FFF2-40B4-BE49-F238E27FC236}">
                <a16:creationId xmlns:a16="http://schemas.microsoft.com/office/drawing/2014/main" id="{52B87141-685F-4557-B8FB-FD75E4271669}"/>
              </a:ext>
            </a:extLst>
          </p:cNvPr>
          <p:cNvSpPr>
            <a:spLocks xmlns:a="http://schemas.openxmlformats.org/drawingml/2006/main" noGrp="1"/>
          </p:cNvSpPr>
          <p:nvPr/>
        </p:nvSpPr>
        <p:spPr>
          <a:xfrm xmlns:a="http://schemas.openxmlformats.org/drawingml/2006/main" rot="0">
            <a:off x="1733766" y="4261489"/>
            <a:ext cx="46167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−0.005</a:t>
            </a:r>
          </a:p>
        </p:txBody>
      </p:sp>
      <p:sp>
        <p:nvSpPr>
          <p:cNvPr id="41" name="Editable chart path">
            <a:extLst xmlns:a="http://schemas.openxmlformats.org/drawingml/2006/main">
              <a:ext uri="{FF2B5EF4-FFF2-40B4-BE49-F238E27FC236}">
                <a16:creationId xmlns:a16="http://schemas.microsoft.com/office/drawing/2014/main" id="{7B1FECC9-A101-481F-959B-FB3C5BBF5BB5}"/>
              </a:ext>
            </a:extLst>
          </p:cNvPr>
          <p:cNvSpPr>
            <a:spLocks xmlns:a="http://schemas.openxmlformats.org/drawingml/2006/main" noGrp="1"/>
          </p:cNvSpPr>
          <p:nvPr/>
        </p:nvSpPr>
        <p:spPr>
          <a:xfrm xmlns:a="http://schemas.openxmlformats.org/drawingml/2006/main">
            <a:off x="2259137" y="3904927"/>
            <a:ext cx="3003633"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5149">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566FDFE5-A97E-403C-A661-307EB5782922}"/>
              </a:ext>
            </a:extLst>
          </p:cNvPr>
          <p:cNvSpPr>
            <a:spLocks xmlns:a="http://schemas.openxmlformats.org/drawingml/2006/main" noGrp="1"/>
          </p:cNvSpPr>
          <p:nvPr/>
        </p:nvSpPr>
        <p:spPr>
          <a:xfrm xmlns:a="http://schemas.openxmlformats.org/drawingml/2006/main">
            <a:off x="2229100" y="3904927"/>
            <a:ext cx="3003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43" name="">
            <a:extLst xmlns:a="http://schemas.openxmlformats.org/drawingml/2006/main">
              <a:ext uri="{FF2B5EF4-FFF2-40B4-BE49-F238E27FC236}">
                <a16:creationId xmlns:a16="http://schemas.microsoft.com/office/drawing/2014/main" id="{4FBCBA85-D93D-4114-8D74-F9B5FB17B61D}"/>
              </a:ext>
            </a:extLst>
          </p:cNvPr>
          <p:cNvSpPr>
            <a:spLocks xmlns:a="http://schemas.openxmlformats.org/drawingml/2006/main" noGrp="1"/>
          </p:cNvSpPr>
          <p:nvPr/>
        </p:nvSpPr>
        <p:spPr>
          <a:xfrm xmlns:a="http://schemas.openxmlformats.org/drawingml/2006/main" rot="0">
            <a:off x="1811114" y="3794974"/>
            <a:ext cx="3847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0.000</a:t>
            </a:r>
          </a:p>
        </p:txBody>
      </p:sp>
      <p:sp>
        <p:nvSpPr>
          <p:cNvPr id="44" name="Editable chart path">
            <a:extLst xmlns:a="http://schemas.openxmlformats.org/drawingml/2006/main">
              <a:ext uri="{FF2B5EF4-FFF2-40B4-BE49-F238E27FC236}">
                <a16:creationId xmlns:a16="http://schemas.microsoft.com/office/drawing/2014/main" id="{422F85D0-1136-4A1A-B40E-3ECC20FBB066}"/>
              </a:ext>
            </a:extLst>
          </p:cNvPr>
          <p:cNvSpPr>
            <a:spLocks xmlns:a="http://schemas.openxmlformats.org/drawingml/2006/main" noGrp="1"/>
          </p:cNvSpPr>
          <p:nvPr/>
        </p:nvSpPr>
        <p:spPr>
          <a:xfrm xmlns:a="http://schemas.openxmlformats.org/drawingml/2006/main">
            <a:off x="2259137" y="3438412"/>
            <a:ext cx="3003633"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5149">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361DA36C-2D70-4DA2-A88E-F466AFA577A1}"/>
              </a:ext>
            </a:extLst>
          </p:cNvPr>
          <p:cNvSpPr>
            <a:spLocks xmlns:a="http://schemas.openxmlformats.org/drawingml/2006/main" noGrp="1"/>
          </p:cNvSpPr>
          <p:nvPr/>
        </p:nvSpPr>
        <p:spPr>
          <a:xfrm xmlns:a="http://schemas.openxmlformats.org/drawingml/2006/main">
            <a:off x="2229100" y="3438412"/>
            <a:ext cx="3003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46" name="">
            <a:extLst xmlns:a="http://schemas.openxmlformats.org/drawingml/2006/main">
              <a:ext uri="{FF2B5EF4-FFF2-40B4-BE49-F238E27FC236}">
                <a16:creationId xmlns:a16="http://schemas.microsoft.com/office/drawing/2014/main" id="{76ED2A1A-FA51-49B6-81E2-5F05FE90D386}"/>
              </a:ext>
            </a:extLst>
          </p:cNvPr>
          <p:cNvSpPr>
            <a:spLocks xmlns:a="http://schemas.openxmlformats.org/drawingml/2006/main" noGrp="1"/>
          </p:cNvSpPr>
          <p:nvPr/>
        </p:nvSpPr>
        <p:spPr>
          <a:xfrm xmlns:a="http://schemas.openxmlformats.org/drawingml/2006/main" rot="0">
            <a:off x="1810728" y="3328460"/>
            <a:ext cx="3847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0.005</a:t>
            </a:r>
          </a:p>
        </p:txBody>
      </p:sp>
      <p:sp>
        <p:nvSpPr>
          <p:cNvPr id="47" name="Editable chart path">
            <a:extLst xmlns:a="http://schemas.openxmlformats.org/drawingml/2006/main">
              <a:ext uri="{FF2B5EF4-FFF2-40B4-BE49-F238E27FC236}">
                <a16:creationId xmlns:a16="http://schemas.microsoft.com/office/drawing/2014/main" id="{A89EA917-59BD-4B0D-B920-17FFBAE24B5D}"/>
              </a:ext>
            </a:extLst>
          </p:cNvPr>
          <p:cNvSpPr>
            <a:spLocks xmlns:a="http://schemas.openxmlformats.org/drawingml/2006/main" noGrp="1"/>
          </p:cNvSpPr>
          <p:nvPr/>
        </p:nvSpPr>
        <p:spPr>
          <a:xfrm xmlns:a="http://schemas.openxmlformats.org/drawingml/2006/main">
            <a:off x="2259137" y="2971898"/>
            <a:ext cx="3003633"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5149">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B9FF652A-CF5F-4A38-BCE7-7836E3BBB8E4}"/>
              </a:ext>
            </a:extLst>
          </p:cNvPr>
          <p:cNvSpPr>
            <a:spLocks xmlns:a="http://schemas.openxmlformats.org/drawingml/2006/main" noGrp="1"/>
          </p:cNvSpPr>
          <p:nvPr/>
        </p:nvSpPr>
        <p:spPr>
          <a:xfrm xmlns:a="http://schemas.openxmlformats.org/drawingml/2006/main">
            <a:off x="2229100" y="2971898"/>
            <a:ext cx="3003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6866">
            <a:solidFill>
              <a:srgbClr val="5A6683"/>
            </a:solidFill>
            <a:prstDash val="solid"/>
          </a:ln>
        </p:spPr>
      </p:sp>
      <p:sp>
        <p:nvSpPr>
          <p:cNvPr id="49" name="">
            <a:extLst xmlns:a="http://schemas.openxmlformats.org/drawingml/2006/main">
              <a:ext uri="{FF2B5EF4-FFF2-40B4-BE49-F238E27FC236}">
                <a16:creationId xmlns:a16="http://schemas.microsoft.com/office/drawing/2014/main" id="{F27B564B-4214-43D8-8C55-ABEFBFE254EC}"/>
              </a:ext>
            </a:extLst>
          </p:cNvPr>
          <p:cNvSpPr>
            <a:spLocks xmlns:a="http://schemas.openxmlformats.org/drawingml/2006/main" noGrp="1"/>
          </p:cNvSpPr>
          <p:nvPr/>
        </p:nvSpPr>
        <p:spPr>
          <a:xfrm xmlns:a="http://schemas.openxmlformats.org/drawingml/2006/main" rot="0">
            <a:off x="1854072" y="2861945"/>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0.010</a:t>
            </a:r>
          </a:p>
        </p:txBody>
      </p:sp>
      <p:sp>
        <p:nvSpPr>
          <p:cNvPr id="50" name="Editable chart path">
            <a:extLst xmlns:a="http://schemas.openxmlformats.org/drawingml/2006/main">
              <a:ext uri="{FF2B5EF4-FFF2-40B4-BE49-F238E27FC236}">
                <a16:creationId xmlns:a16="http://schemas.microsoft.com/office/drawing/2014/main" id="{3571BE69-C2FD-46BF-97EA-84F65DFFB32D}"/>
              </a:ext>
            </a:extLst>
          </p:cNvPr>
          <p:cNvSpPr>
            <a:spLocks xmlns:a="http://schemas.openxmlformats.org/drawingml/2006/main" noGrp="1"/>
          </p:cNvSpPr>
          <p:nvPr/>
        </p:nvSpPr>
        <p:spPr>
          <a:xfrm xmlns:a="http://schemas.openxmlformats.org/drawingml/2006/main">
            <a:off x="2395666" y="3801361"/>
            <a:ext cx="95" cy="80241"/>
          </a:xfrm>
          <a:custGeom xmlns:a="http://schemas.openxmlformats.org/drawingml/2006/main">
            <a:pathLst>
              <a:path w="95" h="89057">
                <a:moveTo>
                  <a:pt x="0" y="89057"/>
                </a:moveTo>
                <a:lnTo>
                  <a:pt x="0" y="0"/>
                </a:lnTo>
              </a:path>
            </a:pathLst>
          </a:custGeom>
          <a:noFill xmlns:a="http://schemas.openxmlformats.org/drawingml/2006/main"/>
          <a:ln xmlns:a="http://schemas.openxmlformats.org/drawingml/2006/main" w="12873">
            <a:solidFill>
              <a:srgbClr val="BBD2F3"/>
            </a:solidFill>
            <a:prstDash val="solid"/>
          </a:ln>
        </p:spPr>
      </p:sp>
      <p:sp>
        <p:nvSpPr>
          <p:cNvPr id="51" name="Editable chart path">
            <a:extLst xmlns:a="http://schemas.openxmlformats.org/drawingml/2006/main">
              <a:ext uri="{FF2B5EF4-FFF2-40B4-BE49-F238E27FC236}">
                <a16:creationId xmlns:a16="http://schemas.microsoft.com/office/drawing/2014/main" id="{0BE9F4B4-DB57-44B4-946B-C32E59209F2F}"/>
              </a:ext>
            </a:extLst>
          </p:cNvPr>
          <p:cNvSpPr>
            <a:spLocks xmlns:a="http://schemas.openxmlformats.org/drawingml/2006/main" noGrp="1"/>
          </p:cNvSpPr>
          <p:nvPr/>
        </p:nvSpPr>
        <p:spPr>
          <a:xfrm xmlns:a="http://schemas.openxmlformats.org/drawingml/2006/main">
            <a:off x="2378502" y="3881601"/>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52" name="Editable chart path">
            <a:extLst xmlns:a="http://schemas.openxmlformats.org/drawingml/2006/main">
              <a:ext uri="{FF2B5EF4-FFF2-40B4-BE49-F238E27FC236}">
                <a16:creationId xmlns:a16="http://schemas.microsoft.com/office/drawing/2014/main" id="{DA03CDA4-DD3E-444C-9435-49DA5DF0A0CA}"/>
              </a:ext>
            </a:extLst>
          </p:cNvPr>
          <p:cNvSpPr>
            <a:spLocks xmlns:a="http://schemas.openxmlformats.org/drawingml/2006/main" noGrp="1"/>
          </p:cNvSpPr>
          <p:nvPr/>
        </p:nvSpPr>
        <p:spPr>
          <a:xfrm xmlns:a="http://schemas.openxmlformats.org/drawingml/2006/main">
            <a:off x="2378502" y="3801361"/>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53" name="Editable chart path">
            <a:extLst xmlns:a="http://schemas.openxmlformats.org/drawingml/2006/main">
              <a:ext uri="{FF2B5EF4-FFF2-40B4-BE49-F238E27FC236}">
                <a16:creationId xmlns:a16="http://schemas.microsoft.com/office/drawing/2014/main" id="{DFF3BD74-CBEF-49BB-BD2D-6E4BEEDC9C27}"/>
              </a:ext>
            </a:extLst>
          </p:cNvPr>
          <p:cNvSpPr>
            <a:spLocks xmlns:a="http://schemas.openxmlformats.org/drawingml/2006/main" noGrp="1"/>
          </p:cNvSpPr>
          <p:nvPr/>
        </p:nvSpPr>
        <p:spPr>
          <a:xfrm xmlns:a="http://schemas.openxmlformats.org/drawingml/2006/main">
            <a:off x="2519783" y="3712723"/>
            <a:ext cx="95" cy="229525"/>
          </a:xfrm>
          <a:custGeom xmlns:a="http://schemas.openxmlformats.org/drawingml/2006/main">
            <a:pathLst>
              <a:path w="95" h="254744">
                <a:moveTo>
                  <a:pt x="0" y="254744"/>
                </a:moveTo>
                <a:lnTo>
                  <a:pt x="0" y="0"/>
                </a:lnTo>
              </a:path>
            </a:pathLst>
          </a:custGeom>
          <a:noFill xmlns:a="http://schemas.openxmlformats.org/drawingml/2006/main"/>
          <a:ln xmlns:a="http://schemas.openxmlformats.org/drawingml/2006/main" w="12873">
            <a:solidFill>
              <a:srgbClr val="2C5EAA"/>
            </a:solidFill>
            <a:prstDash val="solid"/>
          </a:ln>
        </p:spPr>
      </p:sp>
      <p:sp>
        <p:nvSpPr>
          <p:cNvPr id="54" name="Editable chart path">
            <a:extLst xmlns:a="http://schemas.openxmlformats.org/drawingml/2006/main">
              <a:ext uri="{FF2B5EF4-FFF2-40B4-BE49-F238E27FC236}">
                <a16:creationId xmlns:a16="http://schemas.microsoft.com/office/drawing/2014/main" id="{A1B40AA6-B3DA-4ADD-8FC5-383745DF332A}"/>
              </a:ext>
            </a:extLst>
          </p:cNvPr>
          <p:cNvSpPr>
            <a:spLocks xmlns:a="http://schemas.openxmlformats.org/drawingml/2006/main" noGrp="1"/>
          </p:cNvSpPr>
          <p:nvPr/>
        </p:nvSpPr>
        <p:spPr>
          <a:xfrm xmlns:a="http://schemas.openxmlformats.org/drawingml/2006/main">
            <a:off x="2502619" y="3942248"/>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55" name="Editable chart path">
            <a:extLst xmlns:a="http://schemas.openxmlformats.org/drawingml/2006/main">
              <a:ext uri="{FF2B5EF4-FFF2-40B4-BE49-F238E27FC236}">
                <a16:creationId xmlns:a16="http://schemas.microsoft.com/office/drawing/2014/main" id="{D83A0839-F367-449E-9C54-AF968CE036CF}"/>
              </a:ext>
            </a:extLst>
          </p:cNvPr>
          <p:cNvSpPr>
            <a:spLocks xmlns:a="http://schemas.openxmlformats.org/drawingml/2006/main" noGrp="1"/>
          </p:cNvSpPr>
          <p:nvPr/>
        </p:nvSpPr>
        <p:spPr>
          <a:xfrm xmlns:a="http://schemas.openxmlformats.org/drawingml/2006/main">
            <a:off x="2502619" y="3712723"/>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56" name="Editable chart path">
            <a:extLst xmlns:a="http://schemas.openxmlformats.org/drawingml/2006/main">
              <a:ext uri="{FF2B5EF4-FFF2-40B4-BE49-F238E27FC236}">
                <a16:creationId xmlns:a16="http://schemas.microsoft.com/office/drawing/2014/main" id="{7BDE5D26-7437-413C-908A-6D659775A4B1}"/>
              </a:ext>
            </a:extLst>
          </p:cNvPr>
          <p:cNvSpPr>
            <a:spLocks xmlns:a="http://schemas.openxmlformats.org/drawingml/2006/main" noGrp="1"/>
          </p:cNvSpPr>
          <p:nvPr/>
        </p:nvSpPr>
        <p:spPr>
          <a:xfrm xmlns:a="http://schemas.openxmlformats.org/drawingml/2006/main">
            <a:off x="2643900" y="3880668"/>
            <a:ext cx="95" cy="262181"/>
          </a:xfrm>
          <a:custGeom xmlns:a="http://schemas.openxmlformats.org/drawingml/2006/main">
            <a:pathLst>
              <a:path w="95" h="290988">
                <a:moveTo>
                  <a:pt x="0" y="290988"/>
                </a:moveTo>
                <a:lnTo>
                  <a:pt x="0" y="0"/>
                </a:lnTo>
              </a:path>
            </a:pathLst>
          </a:custGeom>
          <a:noFill xmlns:a="http://schemas.openxmlformats.org/drawingml/2006/main"/>
          <a:ln xmlns:a="http://schemas.openxmlformats.org/drawingml/2006/main" w="12873">
            <a:solidFill>
              <a:srgbClr val="14295B"/>
            </a:solidFill>
            <a:prstDash val="solid"/>
          </a:ln>
        </p:spPr>
      </p:sp>
      <p:sp>
        <p:nvSpPr>
          <p:cNvPr id="57" name="Editable chart path">
            <a:extLst xmlns:a="http://schemas.openxmlformats.org/drawingml/2006/main">
              <a:ext uri="{FF2B5EF4-FFF2-40B4-BE49-F238E27FC236}">
                <a16:creationId xmlns:a16="http://schemas.microsoft.com/office/drawing/2014/main" id="{81540931-8C68-4AC7-AF90-85F19F95D833}"/>
              </a:ext>
            </a:extLst>
          </p:cNvPr>
          <p:cNvSpPr>
            <a:spLocks xmlns:a="http://schemas.openxmlformats.org/drawingml/2006/main" noGrp="1"/>
          </p:cNvSpPr>
          <p:nvPr/>
        </p:nvSpPr>
        <p:spPr>
          <a:xfrm xmlns:a="http://schemas.openxmlformats.org/drawingml/2006/main">
            <a:off x="2626736" y="4142850"/>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58" name="Editable chart path">
            <a:extLst xmlns:a="http://schemas.openxmlformats.org/drawingml/2006/main">
              <a:ext uri="{FF2B5EF4-FFF2-40B4-BE49-F238E27FC236}">
                <a16:creationId xmlns:a16="http://schemas.microsoft.com/office/drawing/2014/main" id="{DCD86282-8BE2-44C4-A9D8-57604602194C}"/>
              </a:ext>
            </a:extLst>
          </p:cNvPr>
          <p:cNvSpPr>
            <a:spLocks xmlns:a="http://schemas.openxmlformats.org/drawingml/2006/main" noGrp="1"/>
          </p:cNvSpPr>
          <p:nvPr/>
        </p:nvSpPr>
        <p:spPr>
          <a:xfrm xmlns:a="http://schemas.openxmlformats.org/drawingml/2006/main">
            <a:off x="2626736" y="3880668"/>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59" name="Editable chart path">
            <a:extLst xmlns:a="http://schemas.openxmlformats.org/drawingml/2006/main">
              <a:ext uri="{FF2B5EF4-FFF2-40B4-BE49-F238E27FC236}">
                <a16:creationId xmlns:a16="http://schemas.microsoft.com/office/drawing/2014/main" id="{79EEEAD4-DD9E-4058-9EAA-B9F8B551FAB5}"/>
              </a:ext>
            </a:extLst>
          </p:cNvPr>
          <p:cNvSpPr>
            <a:spLocks xmlns:a="http://schemas.openxmlformats.org/drawingml/2006/main" noGrp="1"/>
          </p:cNvSpPr>
          <p:nvPr/>
        </p:nvSpPr>
        <p:spPr>
          <a:xfrm xmlns:a="http://schemas.openxmlformats.org/drawingml/2006/main">
            <a:off x="2892134" y="3682866"/>
            <a:ext cx="95" cy="290172"/>
          </a:xfrm>
          <a:custGeom xmlns:a="http://schemas.openxmlformats.org/drawingml/2006/main">
            <a:pathLst>
              <a:path w="95" h="322055">
                <a:moveTo>
                  <a:pt x="0" y="322055"/>
                </a:moveTo>
                <a:lnTo>
                  <a:pt x="0" y="0"/>
                </a:lnTo>
              </a:path>
            </a:pathLst>
          </a:custGeom>
          <a:noFill xmlns:a="http://schemas.openxmlformats.org/drawingml/2006/main"/>
          <a:ln xmlns:a="http://schemas.openxmlformats.org/drawingml/2006/main" w="12873">
            <a:solidFill>
              <a:srgbClr val="BBD2F3"/>
            </a:solidFill>
            <a:prstDash val="solid"/>
          </a:ln>
        </p:spPr>
      </p:sp>
      <p:sp>
        <p:nvSpPr>
          <p:cNvPr id="60" name="Editable chart path">
            <a:extLst xmlns:a="http://schemas.openxmlformats.org/drawingml/2006/main">
              <a:ext uri="{FF2B5EF4-FFF2-40B4-BE49-F238E27FC236}">
                <a16:creationId xmlns:a16="http://schemas.microsoft.com/office/drawing/2014/main" id="{9280D9F9-BF73-4A72-A788-216B60439FCE}"/>
              </a:ext>
            </a:extLst>
          </p:cNvPr>
          <p:cNvSpPr>
            <a:spLocks xmlns:a="http://schemas.openxmlformats.org/drawingml/2006/main" noGrp="1"/>
          </p:cNvSpPr>
          <p:nvPr/>
        </p:nvSpPr>
        <p:spPr>
          <a:xfrm xmlns:a="http://schemas.openxmlformats.org/drawingml/2006/main">
            <a:off x="2874970" y="3973038"/>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61" name="Editable chart path">
            <a:extLst xmlns:a="http://schemas.openxmlformats.org/drawingml/2006/main">
              <a:ext uri="{FF2B5EF4-FFF2-40B4-BE49-F238E27FC236}">
                <a16:creationId xmlns:a16="http://schemas.microsoft.com/office/drawing/2014/main" id="{F005C2F8-8BE1-48A0-BD7B-0A907D27A081}"/>
              </a:ext>
            </a:extLst>
          </p:cNvPr>
          <p:cNvSpPr>
            <a:spLocks xmlns:a="http://schemas.openxmlformats.org/drawingml/2006/main" noGrp="1"/>
          </p:cNvSpPr>
          <p:nvPr/>
        </p:nvSpPr>
        <p:spPr>
          <a:xfrm xmlns:a="http://schemas.openxmlformats.org/drawingml/2006/main">
            <a:off x="2874970" y="3682866"/>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62" name="Editable chart path">
            <a:extLst xmlns:a="http://schemas.openxmlformats.org/drawingml/2006/main">
              <a:ext uri="{FF2B5EF4-FFF2-40B4-BE49-F238E27FC236}">
                <a16:creationId xmlns:a16="http://schemas.microsoft.com/office/drawing/2014/main" id="{5A38B82F-BAAD-4727-A45F-EC51D545636B}"/>
              </a:ext>
            </a:extLst>
          </p:cNvPr>
          <p:cNvSpPr>
            <a:spLocks xmlns:a="http://schemas.openxmlformats.org/drawingml/2006/main" noGrp="1"/>
          </p:cNvSpPr>
          <p:nvPr/>
        </p:nvSpPr>
        <p:spPr>
          <a:xfrm xmlns:a="http://schemas.openxmlformats.org/drawingml/2006/main">
            <a:off x="3016251" y="4066341"/>
            <a:ext cx="95" cy="484242"/>
          </a:xfrm>
          <a:custGeom xmlns:a="http://schemas.openxmlformats.org/drawingml/2006/main">
            <a:pathLst>
              <a:path w="95" h="537448">
                <a:moveTo>
                  <a:pt x="0" y="537448"/>
                </a:moveTo>
                <a:lnTo>
                  <a:pt x="0" y="0"/>
                </a:lnTo>
              </a:path>
            </a:pathLst>
          </a:custGeom>
          <a:noFill xmlns:a="http://schemas.openxmlformats.org/drawingml/2006/main"/>
          <a:ln xmlns:a="http://schemas.openxmlformats.org/drawingml/2006/main" w="12873">
            <a:solidFill>
              <a:srgbClr val="2C5EAA"/>
            </a:solidFill>
            <a:prstDash val="solid"/>
          </a:ln>
        </p:spPr>
      </p:sp>
      <p:sp>
        <p:nvSpPr>
          <p:cNvPr id="63" name="Editable chart path">
            <a:extLst xmlns:a="http://schemas.openxmlformats.org/drawingml/2006/main">
              <a:ext uri="{FF2B5EF4-FFF2-40B4-BE49-F238E27FC236}">
                <a16:creationId xmlns:a16="http://schemas.microsoft.com/office/drawing/2014/main" id="{00BF9044-9594-47FE-98ED-73B9FCED6E8E}"/>
              </a:ext>
            </a:extLst>
          </p:cNvPr>
          <p:cNvSpPr>
            <a:spLocks xmlns:a="http://schemas.openxmlformats.org/drawingml/2006/main" noGrp="1"/>
          </p:cNvSpPr>
          <p:nvPr/>
        </p:nvSpPr>
        <p:spPr>
          <a:xfrm xmlns:a="http://schemas.openxmlformats.org/drawingml/2006/main">
            <a:off x="2999087" y="4550583"/>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64" name="Editable chart path">
            <a:extLst xmlns:a="http://schemas.openxmlformats.org/drawingml/2006/main">
              <a:ext uri="{FF2B5EF4-FFF2-40B4-BE49-F238E27FC236}">
                <a16:creationId xmlns:a16="http://schemas.microsoft.com/office/drawing/2014/main" id="{C9EDCF9E-4288-4389-9D95-D2AC6990D12B}"/>
              </a:ext>
            </a:extLst>
          </p:cNvPr>
          <p:cNvSpPr>
            <a:spLocks xmlns:a="http://schemas.openxmlformats.org/drawingml/2006/main" noGrp="1"/>
          </p:cNvSpPr>
          <p:nvPr/>
        </p:nvSpPr>
        <p:spPr>
          <a:xfrm xmlns:a="http://schemas.openxmlformats.org/drawingml/2006/main">
            <a:off x="2999087" y="4066341"/>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65" name="Editable chart path">
            <a:extLst xmlns:a="http://schemas.openxmlformats.org/drawingml/2006/main">
              <a:ext uri="{FF2B5EF4-FFF2-40B4-BE49-F238E27FC236}">
                <a16:creationId xmlns:a16="http://schemas.microsoft.com/office/drawing/2014/main" id="{06D75999-2130-4657-B7A3-9F38ECD7D7CD}"/>
              </a:ext>
            </a:extLst>
          </p:cNvPr>
          <p:cNvSpPr>
            <a:spLocks xmlns:a="http://schemas.openxmlformats.org/drawingml/2006/main" noGrp="1"/>
          </p:cNvSpPr>
          <p:nvPr/>
        </p:nvSpPr>
        <p:spPr>
          <a:xfrm xmlns:a="http://schemas.openxmlformats.org/drawingml/2006/main">
            <a:off x="3140368" y="3490662"/>
            <a:ext cx="95" cy="746423"/>
          </a:xfrm>
          <a:custGeom xmlns:a="http://schemas.openxmlformats.org/drawingml/2006/main">
            <a:pathLst>
              <a:path w="95" h="828436">
                <a:moveTo>
                  <a:pt x="0" y="828436"/>
                </a:moveTo>
                <a:lnTo>
                  <a:pt x="0" y="0"/>
                </a:lnTo>
              </a:path>
            </a:pathLst>
          </a:custGeom>
          <a:noFill xmlns:a="http://schemas.openxmlformats.org/drawingml/2006/main"/>
          <a:ln xmlns:a="http://schemas.openxmlformats.org/drawingml/2006/main" w="12873">
            <a:solidFill>
              <a:srgbClr val="14295B"/>
            </a:solidFill>
            <a:prstDash val="solid"/>
          </a:ln>
        </p:spPr>
      </p:sp>
      <p:sp>
        <p:nvSpPr>
          <p:cNvPr id="66" name="Editable chart path">
            <a:extLst xmlns:a="http://schemas.openxmlformats.org/drawingml/2006/main">
              <a:ext uri="{FF2B5EF4-FFF2-40B4-BE49-F238E27FC236}">
                <a16:creationId xmlns:a16="http://schemas.microsoft.com/office/drawing/2014/main" id="{923B682C-8A52-4044-88AE-87D9BD7D9530}"/>
              </a:ext>
            </a:extLst>
          </p:cNvPr>
          <p:cNvSpPr>
            <a:spLocks xmlns:a="http://schemas.openxmlformats.org/drawingml/2006/main" noGrp="1"/>
          </p:cNvSpPr>
          <p:nvPr/>
        </p:nvSpPr>
        <p:spPr>
          <a:xfrm xmlns:a="http://schemas.openxmlformats.org/drawingml/2006/main">
            <a:off x="3123204" y="4237086"/>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67" name="Editable chart path">
            <a:extLst xmlns:a="http://schemas.openxmlformats.org/drawingml/2006/main">
              <a:ext uri="{FF2B5EF4-FFF2-40B4-BE49-F238E27FC236}">
                <a16:creationId xmlns:a16="http://schemas.microsoft.com/office/drawing/2014/main" id="{EA6599AB-A7BE-4208-8D44-1CC36E2FD1FD}"/>
              </a:ext>
            </a:extLst>
          </p:cNvPr>
          <p:cNvSpPr>
            <a:spLocks xmlns:a="http://schemas.openxmlformats.org/drawingml/2006/main" noGrp="1"/>
          </p:cNvSpPr>
          <p:nvPr/>
        </p:nvSpPr>
        <p:spPr>
          <a:xfrm xmlns:a="http://schemas.openxmlformats.org/drawingml/2006/main">
            <a:off x="3123204" y="3490662"/>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68" name="Editable chart path">
            <a:extLst xmlns:a="http://schemas.openxmlformats.org/drawingml/2006/main">
              <a:ext uri="{FF2B5EF4-FFF2-40B4-BE49-F238E27FC236}">
                <a16:creationId xmlns:a16="http://schemas.microsoft.com/office/drawing/2014/main" id="{2388F208-18FB-48F0-8E17-B38F214CB23E}"/>
              </a:ext>
            </a:extLst>
          </p:cNvPr>
          <p:cNvSpPr>
            <a:spLocks xmlns:a="http://schemas.openxmlformats.org/drawingml/2006/main" noGrp="1"/>
          </p:cNvSpPr>
          <p:nvPr/>
        </p:nvSpPr>
        <p:spPr>
          <a:xfrm xmlns:a="http://schemas.openxmlformats.org/drawingml/2006/main">
            <a:off x="3388603" y="3736982"/>
            <a:ext cx="95" cy="90504"/>
          </a:xfrm>
          <a:custGeom xmlns:a="http://schemas.openxmlformats.org/drawingml/2006/main">
            <a:pathLst>
              <a:path w="95" h="100448">
                <a:moveTo>
                  <a:pt x="0" y="100448"/>
                </a:moveTo>
                <a:lnTo>
                  <a:pt x="0" y="0"/>
                </a:lnTo>
              </a:path>
            </a:pathLst>
          </a:custGeom>
          <a:noFill xmlns:a="http://schemas.openxmlformats.org/drawingml/2006/main"/>
          <a:ln xmlns:a="http://schemas.openxmlformats.org/drawingml/2006/main" w="12873">
            <a:solidFill>
              <a:srgbClr val="BBD2F3"/>
            </a:solidFill>
            <a:prstDash val="solid"/>
          </a:ln>
        </p:spPr>
      </p:sp>
      <p:sp>
        <p:nvSpPr>
          <p:cNvPr id="69" name="Editable chart path">
            <a:extLst xmlns:a="http://schemas.openxmlformats.org/drawingml/2006/main">
              <a:ext uri="{FF2B5EF4-FFF2-40B4-BE49-F238E27FC236}">
                <a16:creationId xmlns:a16="http://schemas.microsoft.com/office/drawing/2014/main" id="{A265FB70-95B4-4CAE-AB6F-44C11265FEBB}"/>
              </a:ext>
            </a:extLst>
          </p:cNvPr>
          <p:cNvSpPr>
            <a:spLocks xmlns:a="http://schemas.openxmlformats.org/drawingml/2006/main" noGrp="1"/>
          </p:cNvSpPr>
          <p:nvPr/>
        </p:nvSpPr>
        <p:spPr>
          <a:xfrm xmlns:a="http://schemas.openxmlformats.org/drawingml/2006/main">
            <a:off x="3371438" y="3827486"/>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70" name="Editable chart path">
            <a:extLst xmlns:a="http://schemas.openxmlformats.org/drawingml/2006/main">
              <a:ext uri="{FF2B5EF4-FFF2-40B4-BE49-F238E27FC236}">
                <a16:creationId xmlns:a16="http://schemas.microsoft.com/office/drawing/2014/main" id="{B67F680B-9827-4036-A129-F2F5F93DFE18}"/>
              </a:ext>
            </a:extLst>
          </p:cNvPr>
          <p:cNvSpPr>
            <a:spLocks xmlns:a="http://schemas.openxmlformats.org/drawingml/2006/main" noGrp="1"/>
          </p:cNvSpPr>
          <p:nvPr/>
        </p:nvSpPr>
        <p:spPr>
          <a:xfrm xmlns:a="http://schemas.openxmlformats.org/drawingml/2006/main">
            <a:off x="3371438" y="3736982"/>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71" name="Editable chart path">
            <a:extLst xmlns:a="http://schemas.openxmlformats.org/drawingml/2006/main">
              <a:ext uri="{FF2B5EF4-FFF2-40B4-BE49-F238E27FC236}">
                <a16:creationId xmlns:a16="http://schemas.microsoft.com/office/drawing/2014/main" id="{CE84F8C2-919C-4B5B-865E-0476A5B3BF75}"/>
              </a:ext>
            </a:extLst>
          </p:cNvPr>
          <p:cNvSpPr>
            <a:spLocks xmlns:a="http://schemas.openxmlformats.org/drawingml/2006/main" noGrp="1"/>
          </p:cNvSpPr>
          <p:nvPr/>
        </p:nvSpPr>
        <p:spPr>
          <a:xfrm xmlns:a="http://schemas.openxmlformats.org/drawingml/2006/main">
            <a:off x="3512720" y="3817222"/>
            <a:ext cx="95" cy="303235"/>
          </a:xfrm>
          <a:custGeom xmlns:a="http://schemas.openxmlformats.org/drawingml/2006/main">
            <a:pathLst>
              <a:path w="95" h="336552">
                <a:moveTo>
                  <a:pt x="0" y="336552"/>
                </a:moveTo>
                <a:lnTo>
                  <a:pt x="0" y="0"/>
                </a:lnTo>
              </a:path>
            </a:pathLst>
          </a:custGeom>
          <a:noFill xmlns:a="http://schemas.openxmlformats.org/drawingml/2006/main"/>
          <a:ln xmlns:a="http://schemas.openxmlformats.org/drawingml/2006/main" w="12873">
            <a:solidFill>
              <a:srgbClr val="2C5EAA"/>
            </a:solidFill>
            <a:prstDash val="solid"/>
          </a:ln>
        </p:spPr>
      </p:sp>
      <p:sp>
        <p:nvSpPr>
          <p:cNvPr id="72" name="Editable chart path">
            <a:extLst xmlns:a="http://schemas.openxmlformats.org/drawingml/2006/main">
              <a:ext uri="{FF2B5EF4-FFF2-40B4-BE49-F238E27FC236}">
                <a16:creationId xmlns:a16="http://schemas.microsoft.com/office/drawing/2014/main" id="{8E656A48-E561-464B-9979-912033779549}"/>
              </a:ext>
            </a:extLst>
          </p:cNvPr>
          <p:cNvSpPr>
            <a:spLocks xmlns:a="http://schemas.openxmlformats.org/drawingml/2006/main" noGrp="1"/>
          </p:cNvSpPr>
          <p:nvPr/>
        </p:nvSpPr>
        <p:spPr>
          <a:xfrm xmlns:a="http://schemas.openxmlformats.org/drawingml/2006/main">
            <a:off x="3495556" y="4120457"/>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73" name="Editable chart path">
            <a:extLst xmlns:a="http://schemas.openxmlformats.org/drawingml/2006/main">
              <a:ext uri="{FF2B5EF4-FFF2-40B4-BE49-F238E27FC236}">
                <a16:creationId xmlns:a16="http://schemas.microsoft.com/office/drawing/2014/main" id="{70F0C559-8D68-4A11-9500-0601DC643EB3}"/>
              </a:ext>
            </a:extLst>
          </p:cNvPr>
          <p:cNvSpPr>
            <a:spLocks xmlns:a="http://schemas.openxmlformats.org/drawingml/2006/main" noGrp="1"/>
          </p:cNvSpPr>
          <p:nvPr/>
        </p:nvSpPr>
        <p:spPr>
          <a:xfrm xmlns:a="http://schemas.openxmlformats.org/drawingml/2006/main">
            <a:off x="3495556" y="3817222"/>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74" name="Editable chart path">
            <a:extLst xmlns:a="http://schemas.openxmlformats.org/drawingml/2006/main">
              <a:ext uri="{FF2B5EF4-FFF2-40B4-BE49-F238E27FC236}">
                <a16:creationId xmlns:a16="http://schemas.microsoft.com/office/drawing/2014/main" id="{67FE391A-7C8B-4DDA-8B09-528C4725261C}"/>
              </a:ext>
            </a:extLst>
          </p:cNvPr>
          <p:cNvSpPr>
            <a:spLocks xmlns:a="http://schemas.openxmlformats.org/drawingml/2006/main" noGrp="1"/>
          </p:cNvSpPr>
          <p:nvPr/>
        </p:nvSpPr>
        <p:spPr>
          <a:xfrm xmlns:a="http://schemas.openxmlformats.org/drawingml/2006/main">
            <a:off x="3636837" y="3862008"/>
            <a:ext cx="95" cy="442256"/>
          </a:xfrm>
          <a:custGeom xmlns:a="http://schemas.openxmlformats.org/drawingml/2006/main">
            <a:pathLst>
              <a:path w="95" h="490848">
                <a:moveTo>
                  <a:pt x="0" y="490848"/>
                </a:moveTo>
                <a:lnTo>
                  <a:pt x="0" y="0"/>
                </a:lnTo>
              </a:path>
            </a:pathLst>
          </a:custGeom>
          <a:noFill xmlns:a="http://schemas.openxmlformats.org/drawingml/2006/main"/>
          <a:ln xmlns:a="http://schemas.openxmlformats.org/drawingml/2006/main" w="12873">
            <a:solidFill>
              <a:srgbClr val="14295B"/>
            </a:solidFill>
            <a:prstDash val="solid"/>
          </a:ln>
        </p:spPr>
      </p:sp>
      <p:sp>
        <p:nvSpPr>
          <p:cNvPr id="75" name="Editable chart path">
            <a:extLst xmlns:a="http://schemas.openxmlformats.org/drawingml/2006/main">
              <a:ext uri="{FF2B5EF4-FFF2-40B4-BE49-F238E27FC236}">
                <a16:creationId xmlns:a16="http://schemas.microsoft.com/office/drawing/2014/main" id="{EA8EFAB9-72A1-490B-BB2B-B5518F103561}"/>
              </a:ext>
            </a:extLst>
          </p:cNvPr>
          <p:cNvSpPr>
            <a:spLocks xmlns:a="http://schemas.openxmlformats.org/drawingml/2006/main" noGrp="1"/>
          </p:cNvSpPr>
          <p:nvPr/>
        </p:nvSpPr>
        <p:spPr>
          <a:xfrm xmlns:a="http://schemas.openxmlformats.org/drawingml/2006/main">
            <a:off x="3619673" y="4304264"/>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76" name="Editable chart path">
            <a:extLst xmlns:a="http://schemas.openxmlformats.org/drawingml/2006/main">
              <a:ext uri="{FF2B5EF4-FFF2-40B4-BE49-F238E27FC236}">
                <a16:creationId xmlns:a16="http://schemas.microsoft.com/office/drawing/2014/main" id="{50D984CD-2AFB-46E0-A544-13697E034AE3}"/>
              </a:ext>
            </a:extLst>
          </p:cNvPr>
          <p:cNvSpPr>
            <a:spLocks xmlns:a="http://schemas.openxmlformats.org/drawingml/2006/main" noGrp="1"/>
          </p:cNvSpPr>
          <p:nvPr/>
        </p:nvSpPr>
        <p:spPr>
          <a:xfrm xmlns:a="http://schemas.openxmlformats.org/drawingml/2006/main">
            <a:off x="3619673" y="3862008"/>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77" name="Editable chart path">
            <a:extLst xmlns:a="http://schemas.openxmlformats.org/drawingml/2006/main">
              <a:ext uri="{FF2B5EF4-FFF2-40B4-BE49-F238E27FC236}">
                <a16:creationId xmlns:a16="http://schemas.microsoft.com/office/drawing/2014/main" id="{50A73CBF-4300-4D3D-A614-F4A118CD1C1C}"/>
              </a:ext>
            </a:extLst>
          </p:cNvPr>
          <p:cNvSpPr>
            <a:spLocks xmlns:a="http://schemas.openxmlformats.org/drawingml/2006/main" noGrp="1"/>
          </p:cNvSpPr>
          <p:nvPr/>
        </p:nvSpPr>
        <p:spPr>
          <a:xfrm xmlns:a="http://schemas.openxmlformats.org/drawingml/2006/main">
            <a:off x="3885071" y="3472001"/>
            <a:ext cx="95" cy="446921"/>
          </a:xfrm>
          <a:custGeom xmlns:a="http://schemas.openxmlformats.org/drawingml/2006/main">
            <a:pathLst>
              <a:path w="95" h="496026">
                <a:moveTo>
                  <a:pt x="0" y="496026"/>
                </a:moveTo>
                <a:lnTo>
                  <a:pt x="0" y="0"/>
                </a:lnTo>
              </a:path>
            </a:pathLst>
          </a:custGeom>
          <a:noFill xmlns:a="http://schemas.openxmlformats.org/drawingml/2006/main"/>
          <a:ln xmlns:a="http://schemas.openxmlformats.org/drawingml/2006/main" w="12873">
            <a:solidFill>
              <a:srgbClr val="BBD2F3"/>
            </a:solidFill>
            <a:prstDash val="solid"/>
          </a:ln>
        </p:spPr>
      </p:sp>
      <p:sp>
        <p:nvSpPr>
          <p:cNvPr id="78" name="Editable chart path">
            <a:extLst xmlns:a="http://schemas.openxmlformats.org/drawingml/2006/main">
              <a:ext uri="{FF2B5EF4-FFF2-40B4-BE49-F238E27FC236}">
                <a16:creationId xmlns:a16="http://schemas.microsoft.com/office/drawing/2014/main" id="{211BE5DF-3DED-4D1F-9775-ACDCBF7B193E}"/>
              </a:ext>
            </a:extLst>
          </p:cNvPr>
          <p:cNvSpPr>
            <a:spLocks xmlns:a="http://schemas.openxmlformats.org/drawingml/2006/main" noGrp="1"/>
          </p:cNvSpPr>
          <p:nvPr/>
        </p:nvSpPr>
        <p:spPr>
          <a:xfrm xmlns:a="http://schemas.openxmlformats.org/drawingml/2006/main">
            <a:off x="3867907" y="3918923"/>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79" name="Editable chart path">
            <a:extLst xmlns:a="http://schemas.openxmlformats.org/drawingml/2006/main">
              <a:ext uri="{FF2B5EF4-FFF2-40B4-BE49-F238E27FC236}">
                <a16:creationId xmlns:a16="http://schemas.microsoft.com/office/drawing/2014/main" id="{7DCDE210-6F15-4A48-AC97-0A8A4F2D01C0}"/>
              </a:ext>
            </a:extLst>
          </p:cNvPr>
          <p:cNvSpPr>
            <a:spLocks xmlns:a="http://schemas.openxmlformats.org/drawingml/2006/main" noGrp="1"/>
          </p:cNvSpPr>
          <p:nvPr/>
        </p:nvSpPr>
        <p:spPr>
          <a:xfrm xmlns:a="http://schemas.openxmlformats.org/drawingml/2006/main">
            <a:off x="3867907" y="3472001"/>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80" name="Editable chart path">
            <a:extLst xmlns:a="http://schemas.openxmlformats.org/drawingml/2006/main">
              <a:ext uri="{FF2B5EF4-FFF2-40B4-BE49-F238E27FC236}">
                <a16:creationId xmlns:a16="http://schemas.microsoft.com/office/drawing/2014/main" id="{A2232382-CCDF-4649-93D2-C38E084D896F}"/>
              </a:ext>
            </a:extLst>
          </p:cNvPr>
          <p:cNvSpPr>
            <a:spLocks xmlns:a="http://schemas.openxmlformats.org/drawingml/2006/main" noGrp="1"/>
          </p:cNvSpPr>
          <p:nvPr/>
        </p:nvSpPr>
        <p:spPr>
          <a:xfrm xmlns:a="http://schemas.openxmlformats.org/drawingml/2006/main">
            <a:off x="4009188" y="3694995"/>
            <a:ext cx="95" cy="787477"/>
          </a:xfrm>
          <a:custGeom xmlns:a="http://schemas.openxmlformats.org/drawingml/2006/main">
            <a:pathLst>
              <a:path w="95" h="874000">
                <a:moveTo>
                  <a:pt x="0" y="874000"/>
                </a:moveTo>
                <a:lnTo>
                  <a:pt x="0" y="0"/>
                </a:lnTo>
              </a:path>
            </a:pathLst>
          </a:custGeom>
          <a:noFill xmlns:a="http://schemas.openxmlformats.org/drawingml/2006/main"/>
          <a:ln xmlns:a="http://schemas.openxmlformats.org/drawingml/2006/main" w="12873">
            <a:solidFill>
              <a:srgbClr val="2C5EAA"/>
            </a:solidFill>
            <a:prstDash val="solid"/>
          </a:ln>
        </p:spPr>
      </p:sp>
      <p:sp>
        <p:nvSpPr>
          <p:cNvPr id="81" name="Editable chart path">
            <a:extLst xmlns:a="http://schemas.openxmlformats.org/drawingml/2006/main">
              <a:ext uri="{FF2B5EF4-FFF2-40B4-BE49-F238E27FC236}">
                <a16:creationId xmlns:a16="http://schemas.microsoft.com/office/drawing/2014/main" id="{790175A0-FCEF-45E4-894A-FC75F7DC5849}"/>
              </a:ext>
            </a:extLst>
          </p:cNvPr>
          <p:cNvSpPr>
            <a:spLocks xmlns:a="http://schemas.openxmlformats.org/drawingml/2006/main" noGrp="1"/>
          </p:cNvSpPr>
          <p:nvPr/>
        </p:nvSpPr>
        <p:spPr>
          <a:xfrm xmlns:a="http://schemas.openxmlformats.org/drawingml/2006/main">
            <a:off x="3992024" y="4482472"/>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82" name="Editable chart path">
            <a:extLst xmlns:a="http://schemas.openxmlformats.org/drawingml/2006/main">
              <a:ext uri="{FF2B5EF4-FFF2-40B4-BE49-F238E27FC236}">
                <a16:creationId xmlns:a16="http://schemas.microsoft.com/office/drawing/2014/main" id="{286F79C1-50FC-4F32-BCA8-14EF0B6C5226}"/>
              </a:ext>
            </a:extLst>
          </p:cNvPr>
          <p:cNvSpPr>
            <a:spLocks xmlns:a="http://schemas.openxmlformats.org/drawingml/2006/main" noGrp="1"/>
          </p:cNvSpPr>
          <p:nvPr/>
        </p:nvSpPr>
        <p:spPr>
          <a:xfrm xmlns:a="http://schemas.openxmlformats.org/drawingml/2006/main">
            <a:off x="3992024" y="3694995"/>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83" name="Editable chart path">
            <a:extLst xmlns:a="http://schemas.openxmlformats.org/drawingml/2006/main">
              <a:ext uri="{FF2B5EF4-FFF2-40B4-BE49-F238E27FC236}">
                <a16:creationId xmlns:a16="http://schemas.microsoft.com/office/drawing/2014/main" id="{AEA1022F-4D65-4BB1-B84D-584B07940D1B}"/>
              </a:ext>
            </a:extLst>
          </p:cNvPr>
          <p:cNvSpPr>
            <a:spLocks xmlns:a="http://schemas.openxmlformats.org/drawingml/2006/main" noGrp="1"/>
          </p:cNvSpPr>
          <p:nvPr/>
        </p:nvSpPr>
        <p:spPr>
          <a:xfrm xmlns:a="http://schemas.openxmlformats.org/drawingml/2006/main">
            <a:off x="4133305" y="3773370"/>
            <a:ext cx="95" cy="647522"/>
          </a:xfrm>
          <a:custGeom xmlns:a="http://schemas.openxmlformats.org/drawingml/2006/main">
            <a:pathLst>
              <a:path w="95" h="718668">
                <a:moveTo>
                  <a:pt x="0" y="718668"/>
                </a:moveTo>
                <a:lnTo>
                  <a:pt x="0" y="0"/>
                </a:lnTo>
              </a:path>
            </a:pathLst>
          </a:custGeom>
          <a:noFill xmlns:a="http://schemas.openxmlformats.org/drawingml/2006/main"/>
          <a:ln xmlns:a="http://schemas.openxmlformats.org/drawingml/2006/main" w="12873">
            <a:solidFill>
              <a:srgbClr val="14295B"/>
            </a:solidFill>
            <a:prstDash val="solid"/>
          </a:ln>
        </p:spPr>
      </p:sp>
      <p:sp>
        <p:nvSpPr>
          <p:cNvPr id="84" name="Editable chart path">
            <a:extLst xmlns:a="http://schemas.openxmlformats.org/drawingml/2006/main">
              <a:ext uri="{FF2B5EF4-FFF2-40B4-BE49-F238E27FC236}">
                <a16:creationId xmlns:a16="http://schemas.microsoft.com/office/drawing/2014/main" id="{9A9989E5-29DC-46CC-8068-33159FFE9457}"/>
              </a:ext>
            </a:extLst>
          </p:cNvPr>
          <p:cNvSpPr>
            <a:spLocks xmlns:a="http://schemas.openxmlformats.org/drawingml/2006/main" noGrp="1"/>
          </p:cNvSpPr>
          <p:nvPr/>
        </p:nvSpPr>
        <p:spPr>
          <a:xfrm xmlns:a="http://schemas.openxmlformats.org/drawingml/2006/main">
            <a:off x="4116141" y="4420892"/>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85" name="Editable chart path">
            <a:extLst xmlns:a="http://schemas.openxmlformats.org/drawingml/2006/main">
              <a:ext uri="{FF2B5EF4-FFF2-40B4-BE49-F238E27FC236}">
                <a16:creationId xmlns:a16="http://schemas.microsoft.com/office/drawing/2014/main" id="{C543896F-F5E4-4FD2-B775-3F655560D6E8}"/>
              </a:ext>
            </a:extLst>
          </p:cNvPr>
          <p:cNvSpPr>
            <a:spLocks xmlns:a="http://schemas.openxmlformats.org/drawingml/2006/main" noGrp="1"/>
          </p:cNvSpPr>
          <p:nvPr/>
        </p:nvSpPr>
        <p:spPr>
          <a:xfrm xmlns:a="http://schemas.openxmlformats.org/drawingml/2006/main">
            <a:off x="4116141" y="3773370"/>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86" name="Editable chart path">
            <a:extLst xmlns:a="http://schemas.openxmlformats.org/drawingml/2006/main">
              <a:ext uri="{FF2B5EF4-FFF2-40B4-BE49-F238E27FC236}">
                <a16:creationId xmlns:a16="http://schemas.microsoft.com/office/drawing/2014/main" id="{EE03A3AE-61FF-4ACA-8A60-C1CE40AC621D}"/>
              </a:ext>
            </a:extLst>
          </p:cNvPr>
          <p:cNvSpPr>
            <a:spLocks xmlns:a="http://schemas.openxmlformats.org/drawingml/2006/main" noGrp="1"/>
          </p:cNvSpPr>
          <p:nvPr/>
        </p:nvSpPr>
        <p:spPr>
          <a:xfrm xmlns:a="http://schemas.openxmlformats.org/drawingml/2006/main">
            <a:off x="4381539" y="3870405"/>
            <a:ext cx="95" cy="115696"/>
          </a:xfrm>
          <a:custGeom xmlns:a="http://schemas.openxmlformats.org/drawingml/2006/main">
            <a:pathLst>
              <a:path w="95" h="128408">
                <a:moveTo>
                  <a:pt x="0" y="128408"/>
                </a:moveTo>
                <a:lnTo>
                  <a:pt x="0" y="0"/>
                </a:lnTo>
              </a:path>
            </a:pathLst>
          </a:custGeom>
          <a:noFill xmlns:a="http://schemas.openxmlformats.org/drawingml/2006/main"/>
          <a:ln xmlns:a="http://schemas.openxmlformats.org/drawingml/2006/main" w="12873">
            <a:solidFill>
              <a:srgbClr val="BBD2F3"/>
            </a:solidFill>
            <a:prstDash val="solid"/>
          </a:ln>
        </p:spPr>
      </p:sp>
      <p:sp>
        <p:nvSpPr>
          <p:cNvPr id="87" name="Editable chart path">
            <a:extLst xmlns:a="http://schemas.openxmlformats.org/drawingml/2006/main">
              <a:ext uri="{FF2B5EF4-FFF2-40B4-BE49-F238E27FC236}">
                <a16:creationId xmlns:a16="http://schemas.microsoft.com/office/drawing/2014/main" id="{66BA4459-5E1C-4AAD-B46C-2E3A01B5FAB4}"/>
              </a:ext>
            </a:extLst>
          </p:cNvPr>
          <p:cNvSpPr>
            <a:spLocks xmlns:a="http://schemas.openxmlformats.org/drawingml/2006/main" noGrp="1"/>
          </p:cNvSpPr>
          <p:nvPr/>
        </p:nvSpPr>
        <p:spPr>
          <a:xfrm xmlns:a="http://schemas.openxmlformats.org/drawingml/2006/main">
            <a:off x="4364375" y="3986101"/>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88" name="Editable chart path">
            <a:extLst xmlns:a="http://schemas.openxmlformats.org/drawingml/2006/main">
              <a:ext uri="{FF2B5EF4-FFF2-40B4-BE49-F238E27FC236}">
                <a16:creationId xmlns:a16="http://schemas.microsoft.com/office/drawing/2014/main" id="{1FEEA837-0964-4D88-BD4C-F15AAD643F9F}"/>
              </a:ext>
            </a:extLst>
          </p:cNvPr>
          <p:cNvSpPr>
            <a:spLocks xmlns:a="http://schemas.openxmlformats.org/drawingml/2006/main" noGrp="1"/>
          </p:cNvSpPr>
          <p:nvPr/>
        </p:nvSpPr>
        <p:spPr>
          <a:xfrm xmlns:a="http://schemas.openxmlformats.org/drawingml/2006/main">
            <a:off x="4364375" y="3870405"/>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89" name="Editable chart path">
            <a:extLst xmlns:a="http://schemas.openxmlformats.org/drawingml/2006/main">
              <a:ext uri="{FF2B5EF4-FFF2-40B4-BE49-F238E27FC236}">
                <a16:creationId xmlns:a16="http://schemas.microsoft.com/office/drawing/2014/main" id="{068D4516-3C41-4F06-9332-EB8A085B18B8}"/>
              </a:ext>
            </a:extLst>
          </p:cNvPr>
          <p:cNvSpPr>
            <a:spLocks xmlns:a="http://schemas.openxmlformats.org/drawingml/2006/main" noGrp="1"/>
          </p:cNvSpPr>
          <p:nvPr/>
        </p:nvSpPr>
        <p:spPr>
          <a:xfrm xmlns:a="http://schemas.openxmlformats.org/drawingml/2006/main">
            <a:off x="4505656" y="3816289"/>
            <a:ext cx="95" cy="361082"/>
          </a:xfrm>
          <a:custGeom xmlns:a="http://schemas.openxmlformats.org/drawingml/2006/main">
            <a:pathLst>
              <a:path w="95" h="400756">
                <a:moveTo>
                  <a:pt x="0" y="400756"/>
                </a:moveTo>
                <a:lnTo>
                  <a:pt x="0" y="0"/>
                </a:lnTo>
              </a:path>
            </a:pathLst>
          </a:custGeom>
          <a:noFill xmlns:a="http://schemas.openxmlformats.org/drawingml/2006/main"/>
          <a:ln xmlns:a="http://schemas.openxmlformats.org/drawingml/2006/main" w="12873">
            <a:solidFill>
              <a:srgbClr val="2C5EAA"/>
            </a:solidFill>
            <a:prstDash val="solid"/>
          </a:ln>
        </p:spPr>
      </p:sp>
      <p:sp>
        <p:nvSpPr>
          <p:cNvPr id="90" name="Editable chart path">
            <a:extLst xmlns:a="http://schemas.openxmlformats.org/drawingml/2006/main">
              <a:ext uri="{FF2B5EF4-FFF2-40B4-BE49-F238E27FC236}">
                <a16:creationId xmlns:a16="http://schemas.microsoft.com/office/drawing/2014/main" id="{71F4EA81-9976-4013-9F22-4BA1380AAD02}"/>
              </a:ext>
            </a:extLst>
          </p:cNvPr>
          <p:cNvSpPr>
            <a:spLocks xmlns:a="http://schemas.openxmlformats.org/drawingml/2006/main" noGrp="1"/>
          </p:cNvSpPr>
          <p:nvPr/>
        </p:nvSpPr>
        <p:spPr>
          <a:xfrm xmlns:a="http://schemas.openxmlformats.org/drawingml/2006/main">
            <a:off x="4488492" y="4177372"/>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91" name="Editable chart path">
            <a:extLst xmlns:a="http://schemas.openxmlformats.org/drawingml/2006/main">
              <a:ext uri="{FF2B5EF4-FFF2-40B4-BE49-F238E27FC236}">
                <a16:creationId xmlns:a16="http://schemas.microsoft.com/office/drawing/2014/main" id="{36D7D4CE-C12F-42AF-B88F-6EA1557E44F1}"/>
              </a:ext>
            </a:extLst>
          </p:cNvPr>
          <p:cNvSpPr>
            <a:spLocks xmlns:a="http://schemas.openxmlformats.org/drawingml/2006/main" noGrp="1"/>
          </p:cNvSpPr>
          <p:nvPr/>
        </p:nvSpPr>
        <p:spPr>
          <a:xfrm xmlns:a="http://schemas.openxmlformats.org/drawingml/2006/main">
            <a:off x="4488492" y="3816289"/>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92" name="Editable chart path">
            <a:extLst xmlns:a="http://schemas.openxmlformats.org/drawingml/2006/main">
              <a:ext uri="{FF2B5EF4-FFF2-40B4-BE49-F238E27FC236}">
                <a16:creationId xmlns:a16="http://schemas.microsoft.com/office/drawing/2014/main" id="{F921BC64-5AC7-4F50-9262-7E22C8BDFA97}"/>
              </a:ext>
            </a:extLst>
          </p:cNvPr>
          <p:cNvSpPr>
            <a:spLocks xmlns:a="http://schemas.openxmlformats.org/drawingml/2006/main" noGrp="1"/>
          </p:cNvSpPr>
          <p:nvPr/>
        </p:nvSpPr>
        <p:spPr>
          <a:xfrm xmlns:a="http://schemas.openxmlformats.org/drawingml/2006/main">
            <a:off x="4629773" y="3699661"/>
            <a:ext cx="95" cy="361082"/>
          </a:xfrm>
          <a:custGeom xmlns:a="http://schemas.openxmlformats.org/drawingml/2006/main">
            <a:pathLst>
              <a:path w="95" h="400756">
                <a:moveTo>
                  <a:pt x="0" y="400756"/>
                </a:moveTo>
                <a:lnTo>
                  <a:pt x="0" y="0"/>
                </a:lnTo>
              </a:path>
            </a:pathLst>
          </a:custGeom>
          <a:noFill xmlns:a="http://schemas.openxmlformats.org/drawingml/2006/main"/>
          <a:ln xmlns:a="http://schemas.openxmlformats.org/drawingml/2006/main" w="12873">
            <a:solidFill>
              <a:srgbClr val="14295B"/>
            </a:solidFill>
            <a:prstDash val="solid"/>
          </a:ln>
        </p:spPr>
      </p:sp>
      <p:sp>
        <p:nvSpPr>
          <p:cNvPr id="93" name="Editable chart path">
            <a:extLst xmlns:a="http://schemas.openxmlformats.org/drawingml/2006/main">
              <a:ext uri="{FF2B5EF4-FFF2-40B4-BE49-F238E27FC236}">
                <a16:creationId xmlns:a16="http://schemas.microsoft.com/office/drawing/2014/main" id="{7D5D7815-57B6-4AC8-918C-37E0B1B153F0}"/>
              </a:ext>
            </a:extLst>
          </p:cNvPr>
          <p:cNvSpPr>
            <a:spLocks xmlns:a="http://schemas.openxmlformats.org/drawingml/2006/main" noGrp="1"/>
          </p:cNvSpPr>
          <p:nvPr/>
        </p:nvSpPr>
        <p:spPr>
          <a:xfrm xmlns:a="http://schemas.openxmlformats.org/drawingml/2006/main">
            <a:off x="4612609" y="4060743"/>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94" name="Editable chart path">
            <a:extLst xmlns:a="http://schemas.openxmlformats.org/drawingml/2006/main">
              <a:ext uri="{FF2B5EF4-FFF2-40B4-BE49-F238E27FC236}">
                <a16:creationId xmlns:a16="http://schemas.microsoft.com/office/drawing/2014/main" id="{E3E196CC-B227-431F-B4D5-B0E2DF7BDDA5}"/>
              </a:ext>
            </a:extLst>
          </p:cNvPr>
          <p:cNvSpPr>
            <a:spLocks xmlns:a="http://schemas.openxmlformats.org/drawingml/2006/main" noGrp="1"/>
          </p:cNvSpPr>
          <p:nvPr/>
        </p:nvSpPr>
        <p:spPr>
          <a:xfrm xmlns:a="http://schemas.openxmlformats.org/drawingml/2006/main">
            <a:off x="4612609" y="3699661"/>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95" name="Editable chart path">
            <a:extLst xmlns:a="http://schemas.openxmlformats.org/drawingml/2006/main">
              <a:ext uri="{FF2B5EF4-FFF2-40B4-BE49-F238E27FC236}">
                <a16:creationId xmlns:a16="http://schemas.microsoft.com/office/drawing/2014/main" id="{AEADE681-CCD5-425C-8D06-9889734D4A40}"/>
              </a:ext>
            </a:extLst>
          </p:cNvPr>
          <p:cNvSpPr>
            <a:spLocks xmlns:a="http://schemas.openxmlformats.org/drawingml/2006/main" noGrp="1"/>
          </p:cNvSpPr>
          <p:nvPr/>
        </p:nvSpPr>
        <p:spPr>
          <a:xfrm xmlns:a="http://schemas.openxmlformats.org/drawingml/2006/main">
            <a:off x="4878007" y="3626884"/>
            <a:ext cx="95" cy="431993"/>
          </a:xfrm>
          <a:custGeom xmlns:a="http://schemas.openxmlformats.org/drawingml/2006/main">
            <a:pathLst>
              <a:path w="95" h="479457">
                <a:moveTo>
                  <a:pt x="0" y="479457"/>
                </a:moveTo>
                <a:lnTo>
                  <a:pt x="0" y="0"/>
                </a:lnTo>
              </a:path>
            </a:pathLst>
          </a:custGeom>
          <a:noFill xmlns:a="http://schemas.openxmlformats.org/drawingml/2006/main"/>
          <a:ln xmlns:a="http://schemas.openxmlformats.org/drawingml/2006/main" w="12873">
            <a:solidFill>
              <a:srgbClr val="BBD2F3"/>
            </a:solidFill>
            <a:prstDash val="solid"/>
          </a:ln>
        </p:spPr>
      </p:sp>
      <p:sp>
        <p:nvSpPr>
          <p:cNvPr id="96" name="Editable chart path">
            <a:extLst xmlns:a="http://schemas.openxmlformats.org/drawingml/2006/main">
              <a:ext uri="{FF2B5EF4-FFF2-40B4-BE49-F238E27FC236}">
                <a16:creationId xmlns:a16="http://schemas.microsoft.com/office/drawing/2014/main" id="{7F1E60B3-DD97-4936-B36F-CABF6F960A23}"/>
              </a:ext>
            </a:extLst>
          </p:cNvPr>
          <p:cNvSpPr>
            <a:spLocks xmlns:a="http://schemas.openxmlformats.org/drawingml/2006/main" noGrp="1"/>
          </p:cNvSpPr>
          <p:nvPr/>
        </p:nvSpPr>
        <p:spPr>
          <a:xfrm xmlns:a="http://schemas.openxmlformats.org/drawingml/2006/main">
            <a:off x="4860843" y="4058877"/>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97" name="Editable chart path">
            <a:extLst xmlns:a="http://schemas.openxmlformats.org/drawingml/2006/main">
              <a:ext uri="{FF2B5EF4-FFF2-40B4-BE49-F238E27FC236}">
                <a16:creationId xmlns:a16="http://schemas.microsoft.com/office/drawing/2014/main" id="{0BA7BFA2-4A9A-48A1-8F9C-A18082B647C2}"/>
              </a:ext>
            </a:extLst>
          </p:cNvPr>
          <p:cNvSpPr>
            <a:spLocks xmlns:a="http://schemas.openxmlformats.org/drawingml/2006/main" noGrp="1"/>
          </p:cNvSpPr>
          <p:nvPr/>
        </p:nvSpPr>
        <p:spPr>
          <a:xfrm xmlns:a="http://schemas.openxmlformats.org/drawingml/2006/main">
            <a:off x="4860843" y="3626884"/>
            <a:ext cx="3432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8582">
            <a:solidFill>
              <a:srgbClr val="BBD2F3"/>
            </a:solidFill>
            <a:prstDash val="solid"/>
          </a:ln>
        </p:spPr>
      </p:sp>
      <p:sp>
        <p:nvSpPr>
          <p:cNvPr id="98" name="Editable chart path">
            <a:extLst xmlns:a="http://schemas.openxmlformats.org/drawingml/2006/main">
              <a:ext uri="{FF2B5EF4-FFF2-40B4-BE49-F238E27FC236}">
                <a16:creationId xmlns:a16="http://schemas.microsoft.com/office/drawing/2014/main" id="{E7B0CDE4-7364-4353-8134-A2C271E0A876}"/>
              </a:ext>
            </a:extLst>
          </p:cNvPr>
          <p:cNvSpPr>
            <a:spLocks xmlns:a="http://schemas.openxmlformats.org/drawingml/2006/main" noGrp="1"/>
          </p:cNvSpPr>
          <p:nvPr/>
        </p:nvSpPr>
        <p:spPr>
          <a:xfrm xmlns:a="http://schemas.openxmlformats.org/drawingml/2006/main">
            <a:off x="5002124" y="3806959"/>
            <a:ext cx="95" cy="446921"/>
          </a:xfrm>
          <a:custGeom xmlns:a="http://schemas.openxmlformats.org/drawingml/2006/main">
            <a:pathLst>
              <a:path w="95" h="496026">
                <a:moveTo>
                  <a:pt x="0" y="496026"/>
                </a:moveTo>
                <a:lnTo>
                  <a:pt x="0" y="0"/>
                </a:lnTo>
              </a:path>
            </a:pathLst>
          </a:custGeom>
          <a:noFill xmlns:a="http://schemas.openxmlformats.org/drawingml/2006/main"/>
          <a:ln xmlns:a="http://schemas.openxmlformats.org/drawingml/2006/main" w="12873">
            <a:solidFill>
              <a:srgbClr val="2C5EAA"/>
            </a:solidFill>
            <a:prstDash val="solid"/>
          </a:ln>
        </p:spPr>
      </p:sp>
      <p:sp>
        <p:nvSpPr>
          <p:cNvPr id="99" name="Editable chart path">
            <a:extLst xmlns:a="http://schemas.openxmlformats.org/drawingml/2006/main">
              <a:ext uri="{FF2B5EF4-FFF2-40B4-BE49-F238E27FC236}">
                <a16:creationId xmlns:a16="http://schemas.microsoft.com/office/drawing/2014/main" id="{63B5A3A4-426C-49D1-8065-E84D66E4C0B6}"/>
              </a:ext>
            </a:extLst>
          </p:cNvPr>
          <p:cNvSpPr>
            <a:spLocks xmlns:a="http://schemas.openxmlformats.org/drawingml/2006/main" noGrp="1"/>
          </p:cNvSpPr>
          <p:nvPr/>
        </p:nvSpPr>
        <p:spPr>
          <a:xfrm xmlns:a="http://schemas.openxmlformats.org/drawingml/2006/main">
            <a:off x="4984960" y="4253880"/>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100" name="Editable chart path">
            <a:extLst xmlns:a="http://schemas.openxmlformats.org/drawingml/2006/main">
              <a:ext uri="{FF2B5EF4-FFF2-40B4-BE49-F238E27FC236}">
                <a16:creationId xmlns:a16="http://schemas.microsoft.com/office/drawing/2014/main" id="{EC6FC3EE-4C35-4C30-B61D-5038EDFB2063}"/>
              </a:ext>
            </a:extLst>
          </p:cNvPr>
          <p:cNvSpPr>
            <a:spLocks xmlns:a="http://schemas.openxmlformats.org/drawingml/2006/main" noGrp="1"/>
          </p:cNvSpPr>
          <p:nvPr/>
        </p:nvSpPr>
        <p:spPr>
          <a:xfrm xmlns:a="http://schemas.openxmlformats.org/drawingml/2006/main">
            <a:off x="4984960" y="3806959"/>
            <a:ext cx="3432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8582">
            <a:solidFill>
              <a:srgbClr val="2C5EAA"/>
            </a:solidFill>
            <a:prstDash val="solid"/>
          </a:ln>
        </p:spPr>
      </p:sp>
      <p:sp>
        <p:nvSpPr>
          <p:cNvPr id="101" name="Editable chart path">
            <a:extLst xmlns:a="http://schemas.openxmlformats.org/drawingml/2006/main">
              <a:ext uri="{FF2B5EF4-FFF2-40B4-BE49-F238E27FC236}">
                <a16:creationId xmlns:a16="http://schemas.microsoft.com/office/drawing/2014/main" id="{E22AB412-12A6-4D35-92D1-2AAC196ACDA8}"/>
              </a:ext>
            </a:extLst>
          </p:cNvPr>
          <p:cNvSpPr>
            <a:spLocks xmlns:a="http://schemas.openxmlformats.org/drawingml/2006/main" noGrp="1"/>
          </p:cNvSpPr>
          <p:nvPr/>
        </p:nvSpPr>
        <p:spPr>
          <a:xfrm xmlns:a="http://schemas.openxmlformats.org/drawingml/2006/main">
            <a:off x="5126242" y="3959976"/>
            <a:ext cx="95" cy="786544"/>
          </a:xfrm>
          <a:custGeom xmlns:a="http://schemas.openxmlformats.org/drawingml/2006/main">
            <a:pathLst>
              <a:path w="95" h="872965">
                <a:moveTo>
                  <a:pt x="0" y="872965"/>
                </a:moveTo>
                <a:lnTo>
                  <a:pt x="0" y="0"/>
                </a:lnTo>
              </a:path>
            </a:pathLst>
          </a:custGeom>
          <a:noFill xmlns:a="http://schemas.openxmlformats.org/drawingml/2006/main"/>
          <a:ln xmlns:a="http://schemas.openxmlformats.org/drawingml/2006/main" w="12873">
            <a:solidFill>
              <a:srgbClr val="14295B"/>
            </a:solidFill>
            <a:prstDash val="solid"/>
          </a:ln>
        </p:spPr>
      </p:sp>
      <p:sp>
        <p:nvSpPr>
          <p:cNvPr id="102" name="Editable chart path">
            <a:extLst xmlns:a="http://schemas.openxmlformats.org/drawingml/2006/main">
              <a:ext uri="{FF2B5EF4-FFF2-40B4-BE49-F238E27FC236}">
                <a16:creationId xmlns:a16="http://schemas.microsoft.com/office/drawing/2014/main" id="{C014AFB9-D516-4845-ADC7-6AA52B18C8EC}"/>
              </a:ext>
            </a:extLst>
          </p:cNvPr>
          <p:cNvSpPr>
            <a:spLocks xmlns:a="http://schemas.openxmlformats.org/drawingml/2006/main" noGrp="1"/>
          </p:cNvSpPr>
          <p:nvPr/>
        </p:nvSpPr>
        <p:spPr>
          <a:xfrm xmlns:a="http://schemas.openxmlformats.org/drawingml/2006/main">
            <a:off x="5109077" y="4746520"/>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103" name="Editable chart path">
            <a:extLst xmlns:a="http://schemas.openxmlformats.org/drawingml/2006/main">
              <a:ext uri="{FF2B5EF4-FFF2-40B4-BE49-F238E27FC236}">
                <a16:creationId xmlns:a16="http://schemas.microsoft.com/office/drawing/2014/main" id="{EB1DBFF3-B3B2-4700-8858-4B90425BD632}"/>
              </a:ext>
            </a:extLst>
          </p:cNvPr>
          <p:cNvSpPr>
            <a:spLocks xmlns:a="http://schemas.openxmlformats.org/drawingml/2006/main" noGrp="1"/>
          </p:cNvSpPr>
          <p:nvPr/>
        </p:nvSpPr>
        <p:spPr>
          <a:xfrm xmlns:a="http://schemas.openxmlformats.org/drawingml/2006/main">
            <a:off x="5109077" y="3959976"/>
            <a:ext cx="3432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8582">
            <a:solidFill>
              <a:srgbClr val="14295B"/>
            </a:solidFill>
            <a:prstDash val="solid"/>
          </a:ln>
        </p:spPr>
      </p:sp>
      <p:sp>
        <p:nvSpPr>
          <p:cNvPr id="104" name="Editable chart path">
            <a:extLst xmlns:a="http://schemas.openxmlformats.org/drawingml/2006/main">
              <a:ext uri="{FF2B5EF4-FFF2-40B4-BE49-F238E27FC236}">
                <a16:creationId xmlns:a16="http://schemas.microsoft.com/office/drawing/2014/main" id="{840291F8-5A40-4A50-B1E0-95100B1C9A88}"/>
              </a:ext>
            </a:extLst>
          </p:cNvPr>
          <p:cNvSpPr>
            <a:spLocks xmlns:a="http://schemas.openxmlformats.org/drawingml/2006/main" noGrp="1"/>
          </p:cNvSpPr>
          <p:nvPr/>
        </p:nvSpPr>
        <p:spPr>
          <a:xfrm xmlns:a="http://schemas.openxmlformats.org/drawingml/2006/main">
            <a:off x="2259137" y="3904927"/>
            <a:ext cx="3003633"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6866">
            <a:solidFill>
              <a:srgbClr val="5A6683"/>
            </a:solidFill>
            <a:prstDash val="solid"/>
          </a:ln>
        </p:spPr>
      </p:sp>
      <p:sp>
        <p:nvSpPr>
          <p:cNvPr id="105" name="Editable chart path">
            <a:extLst xmlns:a="http://schemas.openxmlformats.org/drawingml/2006/main">
              <a:ext uri="{FF2B5EF4-FFF2-40B4-BE49-F238E27FC236}">
                <a16:creationId xmlns:a16="http://schemas.microsoft.com/office/drawing/2014/main" id="{75142468-6F41-401B-B795-8E1806B66DCD}"/>
              </a:ext>
            </a:extLst>
          </p:cNvPr>
          <p:cNvSpPr>
            <a:spLocks xmlns:a="http://schemas.openxmlformats.org/drawingml/2006/main" noGrp="1"/>
          </p:cNvSpPr>
          <p:nvPr/>
        </p:nvSpPr>
        <p:spPr>
          <a:xfrm xmlns:a="http://schemas.openxmlformats.org/drawingml/2006/main">
            <a:off x="2259137" y="2971898"/>
            <a:ext cx="3003633"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6866">
            <a:solidFill>
              <a:srgbClr val="5A6683"/>
            </a:solidFill>
            <a:prstDash val="dash"/>
          </a:ln>
        </p:spPr>
      </p:sp>
      <p:sp>
        <p:nvSpPr>
          <p:cNvPr id="106" name="Editable chart path">
            <a:extLst xmlns:a="http://schemas.openxmlformats.org/drawingml/2006/main">
              <a:ext uri="{FF2B5EF4-FFF2-40B4-BE49-F238E27FC236}">
                <a16:creationId xmlns:a16="http://schemas.microsoft.com/office/drawing/2014/main" id="{AC61D1DE-2F66-4186-9E67-B8ABFC1B8B4C}"/>
              </a:ext>
            </a:extLst>
          </p:cNvPr>
          <p:cNvSpPr>
            <a:spLocks xmlns:a="http://schemas.openxmlformats.org/drawingml/2006/main" noGrp="1"/>
          </p:cNvSpPr>
          <p:nvPr/>
        </p:nvSpPr>
        <p:spPr>
          <a:xfrm xmlns:a="http://schemas.openxmlformats.org/drawingml/2006/main">
            <a:off x="2374211" y="3816294"/>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8582">
            <a:solidFill>
              <a:srgbClr val="BBD2F3"/>
            </a:solidFill>
            <a:prstDash val="solid"/>
          </a:ln>
        </p:spPr>
      </p:sp>
      <p:sp>
        <p:nvSpPr>
          <p:cNvPr id="107" name="Editable chart path">
            <a:extLst xmlns:a="http://schemas.openxmlformats.org/drawingml/2006/main">
              <a:ext uri="{FF2B5EF4-FFF2-40B4-BE49-F238E27FC236}">
                <a16:creationId xmlns:a16="http://schemas.microsoft.com/office/drawing/2014/main" id="{8C995F75-1822-4097-B001-C0A11703E1C6}"/>
              </a:ext>
            </a:extLst>
          </p:cNvPr>
          <p:cNvSpPr>
            <a:spLocks xmlns:a="http://schemas.openxmlformats.org/drawingml/2006/main" noGrp="1"/>
          </p:cNvSpPr>
          <p:nvPr/>
        </p:nvSpPr>
        <p:spPr>
          <a:xfrm xmlns:a="http://schemas.openxmlformats.org/drawingml/2006/main">
            <a:off x="2498328" y="3812562"/>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582">
            <a:solidFill>
              <a:srgbClr val="2C5EAA"/>
            </a:solidFill>
            <a:prstDash val="solid"/>
          </a:ln>
        </p:spPr>
      </p:sp>
      <p:sp>
        <p:nvSpPr>
          <p:cNvPr id="108" name="Editable chart path">
            <a:extLst xmlns:a="http://schemas.openxmlformats.org/drawingml/2006/main">
              <a:ext uri="{FF2B5EF4-FFF2-40B4-BE49-F238E27FC236}">
                <a16:creationId xmlns:a16="http://schemas.microsoft.com/office/drawing/2014/main" id="{736D35B0-C748-49F8-A12C-D52D75A183E1}"/>
              </a:ext>
            </a:extLst>
          </p:cNvPr>
          <p:cNvSpPr>
            <a:spLocks xmlns:a="http://schemas.openxmlformats.org/drawingml/2006/main" noGrp="1"/>
          </p:cNvSpPr>
          <p:nvPr/>
        </p:nvSpPr>
        <p:spPr>
          <a:xfrm xmlns:a="http://schemas.openxmlformats.org/drawingml/2006/main">
            <a:off x="2622445" y="3994502"/>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582">
            <a:solidFill>
              <a:srgbClr val="14295B"/>
            </a:solidFill>
            <a:prstDash val="solid"/>
          </a:ln>
        </p:spPr>
      </p:sp>
      <p:sp>
        <p:nvSpPr>
          <p:cNvPr id="109" name="Editable chart path">
            <a:extLst xmlns:a="http://schemas.openxmlformats.org/drawingml/2006/main">
              <a:ext uri="{FF2B5EF4-FFF2-40B4-BE49-F238E27FC236}">
                <a16:creationId xmlns:a16="http://schemas.microsoft.com/office/drawing/2014/main" id="{0EBEF6AA-4483-4A83-96B3-E90A0338484B}"/>
              </a:ext>
            </a:extLst>
          </p:cNvPr>
          <p:cNvSpPr>
            <a:spLocks xmlns:a="http://schemas.openxmlformats.org/drawingml/2006/main" noGrp="1"/>
          </p:cNvSpPr>
          <p:nvPr/>
        </p:nvSpPr>
        <p:spPr>
          <a:xfrm xmlns:a="http://schemas.openxmlformats.org/drawingml/2006/main">
            <a:off x="2870679" y="3809763"/>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8582">
            <a:solidFill>
              <a:srgbClr val="BBD2F3"/>
            </a:solidFill>
            <a:prstDash val="solid"/>
          </a:ln>
        </p:spPr>
      </p:sp>
      <p:sp>
        <p:nvSpPr>
          <p:cNvPr id="110" name="Editable chart path">
            <a:extLst xmlns:a="http://schemas.openxmlformats.org/drawingml/2006/main">
              <a:ext uri="{FF2B5EF4-FFF2-40B4-BE49-F238E27FC236}">
                <a16:creationId xmlns:a16="http://schemas.microsoft.com/office/drawing/2014/main" id="{2C9F719B-DAB3-4ED3-88C5-25D3E956A6BB}"/>
              </a:ext>
            </a:extLst>
          </p:cNvPr>
          <p:cNvSpPr>
            <a:spLocks xmlns:a="http://schemas.openxmlformats.org/drawingml/2006/main" noGrp="1"/>
          </p:cNvSpPr>
          <p:nvPr/>
        </p:nvSpPr>
        <p:spPr>
          <a:xfrm xmlns:a="http://schemas.openxmlformats.org/drawingml/2006/main">
            <a:off x="2994796" y="4290273"/>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582">
            <a:solidFill>
              <a:srgbClr val="2C5EAA"/>
            </a:solidFill>
            <a:prstDash val="solid"/>
          </a:ln>
        </p:spPr>
      </p:sp>
      <p:sp>
        <p:nvSpPr>
          <p:cNvPr id="111" name="Editable chart path">
            <a:extLst xmlns:a="http://schemas.openxmlformats.org/drawingml/2006/main">
              <a:ext uri="{FF2B5EF4-FFF2-40B4-BE49-F238E27FC236}">
                <a16:creationId xmlns:a16="http://schemas.microsoft.com/office/drawing/2014/main" id="{76D6F13B-B65D-436C-BE5F-1AF26A737D1E}"/>
              </a:ext>
            </a:extLst>
          </p:cNvPr>
          <p:cNvSpPr>
            <a:spLocks xmlns:a="http://schemas.openxmlformats.org/drawingml/2006/main" noGrp="1"/>
          </p:cNvSpPr>
          <p:nvPr/>
        </p:nvSpPr>
        <p:spPr>
          <a:xfrm xmlns:a="http://schemas.openxmlformats.org/drawingml/2006/main">
            <a:off x="3118913" y="3852682"/>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582">
            <a:solidFill>
              <a:srgbClr val="14295B"/>
            </a:solidFill>
            <a:prstDash val="solid"/>
          </a:ln>
        </p:spPr>
      </p:sp>
      <p:sp>
        <p:nvSpPr>
          <p:cNvPr id="112" name="Editable chart path">
            <a:extLst xmlns:a="http://schemas.openxmlformats.org/drawingml/2006/main">
              <a:ext uri="{FF2B5EF4-FFF2-40B4-BE49-F238E27FC236}">
                <a16:creationId xmlns:a16="http://schemas.microsoft.com/office/drawing/2014/main" id="{A84254DF-E2B0-47C5-8575-F1F1C0465882}"/>
              </a:ext>
            </a:extLst>
          </p:cNvPr>
          <p:cNvSpPr>
            <a:spLocks xmlns:a="http://schemas.openxmlformats.org/drawingml/2006/main" noGrp="1"/>
          </p:cNvSpPr>
          <p:nvPr/>
        </p:nvSpPr>
        <p:spPr>
          <a:xfrm xmlns:a="http://schemas.openxmlformats.org/drawingml/2006/main">
            <a:off x="3367147" y="3757513"/>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8582">
            <a:solidFill>
              <a:srgbClr val="BBD2F3"/>
            </a:solidFill>
            <a:prstDash val="solid"/>
          </a:ln>
        </p:spPr>
      </p:sp>
      <p:sp>
        <p:nvSpPr>
          <p:cNvPr id="113" name="Editable chart path">
            <a:extLst xmlns:a="http://schemas.openxmlformats.org/drawingml/2006/main">
              <a:ext uri="{FF2B5EF4-FFF2-40B4-BE49-F238E27FC236}">
                <a16:creationId xmlns:a16="http://schemas.microsoft.com/office/drawing/2014/main" id="{D654B466-3480-4188-8818-04DB61E6EAF1}"/>
              </a:ext>
            </a:extLst>
          </p:cNvPr>
          <p:cNvSpPr>
            <a:spLocks xmlns:a="http://schemas.openxmlformats.org/drawingml/2006/main" noGrp="1"/>
          </p:cNvSpPr>
          <p:nvPr/>
        </p:nvSpPr>
        <p:spPr>
          <a:xfrm xmlns:a="http://schemas.openxmlformats.org/drawingml/2006/main">
            <a:off x="3491265" y="3944119"/>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582">
            <a:solidFill>
              <a:srgbClr val="2C5EAA"/>
            </a:solidFill>
            <a:prstDash val="solid"/>
          </a:ln>
        </p:spPr>
      </p:sp>
      <p:sp>
        <p:nvSpPr>
          <p:cNvPr id="114" name="Editable chart path">
            <a:extLst xmlns:a="http://schemas.openxmlformats.org/drawingml/2006/main">
              <a:ext uri="{FF2B5EF4-FFF2-40B4-BE49-F238E27FC236}">
                <a16:creationId xmlns:a16="http://schemas.microsoft.com/office/drawing/2014/main" id="{96BB7DF1-925F-4375-BD5E-58FB1DF7BFB2}"/>
              </a:ext>
            </a:extLst>
          </p:cNvPr>
          <p:cNvSpPr>
            <a:spLocks xmlns:a="http://schemas.openxmlformats.org/drawingml/2006/main" noGrp="1"/>
          </p:cNvSpPr>
          <p:nvPr/>
        </p:nvSpPr>
        <p:spPr>
          <a:xfrm xmlns:a="http://schemas.openxmlformats.org/drawingml/2006/main">
            <a:off x="3615382" y="4035556"/>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582">
            <a:solidFill>
              <a:srgbClr val="14295B"/>
            </a:solidFill>
            <a:prstDash val="solid"/>
          </a:ln>
        </p:spPr>
      </p:sp>
      <p:sp>
        <p:nvSpPr>
          <p:cNvPr id="115" name="Editable chart path">
            <a:extLst xmlns:a="http://schemas.openxmlformats.org/drawingml/2006/main">
              <a:ext uri="{FF2B5EF4-FFF2-40B4-BE49-F238E27FC236}">
                <a16:creationId xmlns:a16="http://schemas.microsoft.com/office/drawing/2014/main" id="{1ABBEFAF-66D7-480E-AF83-EF9138B331C4}"/>
              </a:ext>
            </a:extLst>
          </p:cNvPr>
          <p:cNvSpPr>
            <a:spLocks xmlns:a="http://schemas.openxmlformats.org/drawingml/2006/main" noGrp="1"/>
          </p:cNvSpPr>
          <p:nvPr/>
        </p:nvSpPr>
        <p:spPr>
          <a:xfrm xmlns:a="http://schemas.openxmlformats.org/drawingml/2006/main">
            <a:off x="3863616" y="3686603"/>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8582">
            <a:solidFill>
              <a:srgbClr val="BBD2F3"/>
            </a:solidFill>
            <a:prstDash val="solid"/>
          </a:ln>
        </p:spPr>
      </p:sp>
      <p:sp>
        <p:nvSpPr>
          <p:cNvPr id="116" name="Editable chart path">
            <a:extLst xmlns:a="http://schemas.openxmlformats.org/drawingml/2006/main">
              <a:ext uri="{FF2B5EF4-FFF2-40B4-BE49-F238E27FC236}">
                <a16:creationId xmlns:a16="http://schemas.microsoft.com/office/drawing/2014/main" id="{654475EB-7526-4CAC-8383-2B3CD2ABD962}"/>
              </a:ext>
            </a:extLst>
          </p:cNvPr>
          <p:cNvSpPr>
            <a:spLocks xmlns:a="http://schemas.openxmlformats.org/drawingml/2006/main" noGrp="1"/>
          </p:cNvSpPr>
          <p:nvPr/>
        </p:nvSpPr>
        <p:spPr>
          <a:xfrm xmlns:a="http://schemas.openxmlformats.org/drawingml/2006/main">
            <a:off x="3987733" y="4094337"/>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582">
            <a:solidFill>
              <a:srgbClr val="2C5EAA"/>
            </a:solidFill>
            <a:prstDash val="solid"/>
          </a:ln>
        </p:spPr>
      </p:sp>
      <p:sp>
        <p:nvSpPr>
          <p:cNvPr id="117" name="Editable chart path">
            <a:extLst xmlns:a="http://schemas.openxmlformats.org/drawingml/2006/main">
              <a:ext uri="{FF2B5EF4-FFF2-40B4-BE49-F238E27FC236}">
                <a16:creationId xmlns:a16="http://schemas.microsoft.com/office/drawing/2014/main" id="{6C5D3E86-8720-492E-8A61-42022CA94761}"/>
              </a:ext>
            </a:extLst>
          </p:cNvPr>
          <p:cNvSpPr>
            <a:spLocks xmlns:a="http://schemas.openxmlformats.org/drawingml/2006/main" noGrp="1"/>
          </p:cNvSpPr>
          <p:nvPr/>
        </p:nvSpPr>
        <p:spPr>
          <a:xfrm xmlns:a="http://schemas.openxmlformats.org/drawingml/2006/main">
            <a:off x="4111850" y="4066346"/>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582">
            <a:solidFill>
              <a:srgbClr val="14295B"/>
            </a:solidFill>
            <a:prstDash val="solid"/>
          </a:ln>
        </p:spPr>
      </p:sp>
      <p:sp>
        <p:nvSpPr>
          <p:cNvPr id="118" name="Editable chart path">
            <a:extLst xmlns:a="http://schemas.openxmlformats.org/drawingml/2006/main">
              <a:ext uri="{FF2B5EF4-FFF2-40B4-BE49-F238E27FC236}">
                <a16:creationId xmlns:a16="http://schemas.microsoft.com/office/drawing/2014/main" id="{8EA1C2AF-E991-45ED-A42D-E5941BC8DD2C}"/>
              </a:ext>
            </a:extLst>
          </p:cNvPr>
          <p:cNvSpPr>
            <a:spLocks xmlns:a="http://schemas.openxmlformats.org/drawingml/2006/main" noGrp="1"/>
          </p:cNvSpPr>
          <p:nvPr/>
        </p:nvSpPr>
        <p:spPr>
          <a:xfrm xmlns:a="http://schemas.openxmlformats.org/drawingml/2006/main">
            <a:off x="4360084" y="3906798"/>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8582">
            <a:solidFill>
              <a:srgbClr val="BBD2F3"/>
            </a:solidFill>
            <a:prstDash val="solid"/>
          </a:ln>
        </p:spPr>
      </p:sp>
      <p:sp>
        <p:nvSpPr>
          <p:cNvPr id="119" name="Editable chart path">
            <a:extLst xmlns:a="http://schemas.openxmlformats.org/drawingml/2006/main">
              <a:ext uri="{FF2B5EF4-FFF2-40B4-BE49-F238E27FC236}">
                <a16:creationId xmlns:a16="http://schemas.microsoft.com/office/drawing/2014/main" id="{87E5C2F7-1238-4D12-B257-1E37647096C4}"/>
              </a:ext>
            </a:extLst>
          </p:cNvPr>
          <p:cNvSpPr>
            <a:spLocks xmlns:a="http://schemas.openxmlformats.org/drawingml/2006/main" noGrp="1"/>
          </p:cNvSpPr>
          <p:nvPr/>
        </p:nvSpPr>
        <p:spPr>
          <a:xfrm xmlns:a="http://schemas.openxmlformats.org/drawingml/2006/main">
            <a:off x="4484201" y="3955315"/>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582">
            <a:solidFill>
              <a:srgbClr val="2C5EAA"/>
            </a:solidFill>
            <a:prstDash val="solid"/>
          </a:ln>
        </p:spPr>
      </p:sp>
      <p:sp>
        <p:nvSpPr>
          <p:cNvPr id="120" name="Editable chart path">
            <a:extLst xmlns:a="http://schemas.openxmlformats.org/drawingml/2006/main">
              <a:ext uri="{FF2B5EF4-FFF2-40B4-BE49-F238E27FC236}">
                <a16:creationId xmlns:a16="http://schemas.microsoft.com/office/drawing/2014/main" id="{8F6E0ABD-7FA1-4F6E-986E-CC737C18F79B}"/>
              </a:ext>
            </a:extLst>
          </p:cNvPr>
          <p:cNvSpPr>
            <a:spLocks xmlns:a="http://schemas.openxmlformats.org/drawingml/2006/main" noGrp="1"/>
          </p:cNvSpPr>
          <p:nvPr/>
        </p:nvSpPr>
        <p:spPr>
          <a:xfrm xmlns:a="http://schemas.openxmlformats.org/drawingml/2006/main">
            <a:off x="4608318" y="3835887"/>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582">
            <a:solidFill>
              <a:srgbClr val="14295B"/>
            </a:solidFill>
            <a:prstDash val="solid"/>
          </a:ln>
        </p:spPr>
      </p:sp>
      <p:sp>
        <p:nvSpPr>
          <p:cNvPr id="121" name="Editable chart path">
            <a:extLst xmlns:a="http://schemas.openxmlformats.org/drawingml/2006/main">
              <a:ext uri="{FF2B5EF4-FFF2-40B4-BE49-F238E27FC236}">
                <a16:creationId xmlns:a16="http://schemas.microsoft.com/office/drawing/2014/main" id="{F0DB86BB-AD5A-4978-B031-05AD534198B1}"/>
              </a:ext>
            </a:extLst>
          </p:cNvPr>
          <p:cNvSpPr>
            <a:spLocks xmlns:a="http://schemas.openxmlformats.org/drawingml/2006/main" noGrp="1"/>
          </p:cNvSpPr>
          <p:nvPr/>
        </p:nvSpPr>
        <p:spPr>
          <a:xfrm xmlns:a="http://schemas.openxmlformats.org/drawingml/2006/main">
            <a:off x="4856552" y="3816294"/>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8582">
            <a:solidFill>
              <a:srgbClr val="BBD2F3"/>
            </a:solidFill>
            <a:prstDash val="solid"/>
          </a:ln>
        </p:spPr>
      </p:sp>
      <p:sp>
        <p:nvSpPr>
          <p:cNvPr id="122" name="Editable chart path">
            <a:extLst xmlns:a="http://schemas.openxmlformats.org/drawingml/2006/main">
              <a:ext uri="{FF2B5EF4-FFF2-40B4-BE49-F238E27FC236}">
                <a16:creationId xmlns:a16="http://schemas.microsoft.com/office/drawing/2014/main" id="{64264C30-9CF6-4F83-9C61-857918F1380D}"/>
              </a:ext>
            </a:extLst>
          </p:cNvPr>
          <p:cNvSpPr>
            <a:spLocks xmlns:a="http://schemas.openxmlformats.org/drawingml/2006/main" noGrp="1"/>
          </p:cNvSpPr>
          <p:nvPr/>
        </p:nvSpPr>
        <p:spPr>
          <a:xfrm xmlns:a="http://schemas.openxmlformats.org/drawingml/2006/main">
            <a:off x="4980669" y="4035556"/>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8582">
            <a:solidFill>
              <a:srgbClr val="2C5EAA"/>
            </a:solidFill>
            <a:prstDash val="solid"/>
          </a:ln>
        </p:spPr>
      </p:sp>
      <p:sp>
        <p:nvSpPr>
          <p:cNvPr id="123" name="Editable chart path">
            <a:extLst xmlns:a="http://schemas.openxmlformats.org/drawingml/2006/main">
              <a:ext uri="{FF2B5EF4-FFF2-40B4-BE49-F238E27FC236}">
                <a16:creationId xmlns:a16="http://schemas.microsoft.com/office/drawing/2014/main" id="{5E10FF5F-D2FF-4886-99CB-9D7C61DBC5C8}"/>
              </a:ext>
            </a:extLst>
          </p:cNvPr>
          <p:cNvSpPr>
            <a:spLocks xmlns:a="http://schemas.openxmlformats.org/drawingml/2006/main" noGrp="1"/>
          </p:cNvSpPr>
          <p:nvPr/>
        </p:nvSpPr>
        <p:spPr>
          <a:xfrm xmlns:a="http://schemas.openxmlformats.org/drawingml/2006/main">
            <a:off x="5104786" y="4406901"/>
            <a:ext cx="42910" cy="42910"/>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8582">
            <a:solidFill>
              <a:srgbClr val="14295B"/>
            </a:solidFill>
            <a:prstDash val="solid"/>
          </a:ln>
        </p:spPr>
      </p:sp>
      <p:sp>
        <p:nvSpPr>
          <p:cNvPr id="124" name="Editable chart path">
            <a:extLst xmlns:a="http://schemas.openxmlformats.org/drawingml/2006/main">
              <a:ext uri="{FF2B5EF4-FFF2-40B4-BE49-F238E27FC236}">
                <a16:creationId xmlns:a16="http://schemas.microsoft.com/office/drawing/2014/main" id="{B0BDB1C3-8675-4D47-B5AD-6B8D9D0100D2}"/>
              </a:ext>
            </a:extLst>
          </p:cNvPr>
          <p:cNvSpPr>
            <a:spLocks xmlns:a="http://schemas.openxmlformats.org/drawingml/2006/main" noGrp="1"/>
          </p:cNvSpPr>
          <p:nvPr/>
        </p:nvSpPr>
        <p:spPr>
          <a:xfrm xmlns:a="http://schemas.openxmlformats.org/drawingml/2006/main">
            <a:off x="2259137" y="2874489"/>
            <a:ext cx="95" cy="2142982"/>
          </a:xfrm>
          <a:custGeom xmlns:a="http://schemas.openxmlformats.org/drawingml/2006/main">
            <a:pathLst>
              <a:path w="95" h="2378440">
                <a:moveTo>
                  <a:pt x="0" y="2378440"/>
                </a:moveTo>
                <a:lnTo>
                  <a:pt x="0" y="0"/>
                </a:lnTo>
              </a:path>
            </a:pathLst>
          </a:custGeom>
          <a:noFill xmlns:a="http://schemas.openxmlformats.org/drawingml/2006/main"/>
          <a:ln xmlns:a="http://schemas.openxmlformats.org/drawingml/2006/main" w="6866">
            <a:solidFill>
              <a:srgbClr val="5A6683"/>
            </a:solidFill>
            <a:prstDash val="solid"/>
          </a:ln>
        </p:spPr>
      </p:sp>
      <p:sp>
        <p:nvSpPr>
          <p:cNvPr id="125" name="Editable chart path">
            <a:extLst xmlns:a="http://schemas.openxmlformats.org/drawingml/2006/main">
              <a:ext uri="{FF2B5EF4-FFF2-40B4-BE49-F238E27FC236}">
                <a16:creationId xmlns:a16="http://schemas.microsoft.com/office/drawing/2014/main" id="{D7AB46F6-4585-4A41-9675-3FFAE4074E8B}"/>
              </a:ext>
            </a:extLst>
          </p:cNvPr>
          <p:cNvSpPr>
            <a:spLocks xmlns:a="http://schemas.openxmlformats.org/drawingml/2006/main" noGrp="1"/>
          </p:cNvSpPr>
          <p:nvPr/>
        </p:nvSpPr>
        <p:spPr>
          <a:xfrm xmlns:a="http://schemas.openxmlformats.org/drawingml/2006/main">
            <a:off x="2259137" y="5017471"/>
            <a:ext cx="3003633"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6866">
            <a:solidFill>
              <a:srgbClr val="5A6683"/>
            </a:solidFill>
            <a:prstDash val="solid"/>
          </a:ln>
        </p:spPr>
      </p:sp>
      <p:sp>
        <p:nvSpPr>
          <p:cNvPr id="126" name="">
            <a:extLst xmlns:a="http://schemas.openxmlformats.org/drawingml/2006/main">
              <a:ext uri="{FF2B5EF4-FFF2-40B4-BE49-F238E27FC236}">
                <a16:creationId xmlns:a16="http://schemas.microsoft.com/office/drawing/2014/main" id="{548B5E96-3078-4EF4-B043-135B3262803B}"/>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BBD2F3"/>
          </a:solidFill>
          <a:ln xmlns:a="http://schemas.openxmlformats.org/drawingml/2006/main" w="0">
            <a:noFill/>
          </a:ln>
        </p:spPr>
      </p:sp>
      <p:sp>
        <p:nvSpPr>
          <p:cNvPr id="127" name="">
            <a:extLst xmlns:a="http://schemas.openxmlformats.org/drawingml/2006/main">
              <a:ext uri="{FF2B5EF4-FFF2-40B4-BE49-F238E27FC236}">
                <a16:creationId xmlns:a16="http://schemas.microsoft.com/office/drawing/2014/main" id="{7364C002-2F1B-4DB4-8A68-726E2B6D3FAD}"/>
              </a:ext>
            </a:extLst>
          </p:cNvPr>
          <p:cNvSpPr>
            <a:spLocks xmlns:a="http://schemas.openxmlformats.org/drawingml/2006/main" noGrp="1"/>
          </p:cNvSpPr>
          <p:nvPr/>
        </p:nvSpPr>
        <p:spPr>
          <a:xfrm xmlns:a="http://schemas.openxmlformats.org/drawingml/2006/main">
            <a:off x="1371600" y="5334000"/>
            <a:ext cx="68199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 km cells</a:t>
            </a:r>
          </a:p>
        </p:txBody>
      </p:sp>
      <p:sp>
        <p:nvSpPr>
          <p:cNvPr id="128" name="">
            <a:extLst xmlns:a="http://schemas.openxmlformats.org/drawingml/2006/main">
              <a:ext uri="{FF2B5EF4-FFF2-40B4-BE49-F238E27FC236}">
                <a16:creationId xmlns:a16="http://schemas.microsoft.com/office/drawing/2014/main" id="{ADA21A11-06C0-4ED5-94A7-F7040D38307E}"/>
              </a:ext>
            </a:extLst>
          </p:cNvPr>
          <p:cNvSpPr>
            <a:spLocks xmlns:a="http://schemas.openxmlformats.org/drawingml/2006/main" noGrp="1"/>
          </p:cNvSpPr>
          <p:nvPr/>
        </p:nvSpPr>
        <p:spPr>
          <a:xfrm xmlns:a="http://schemas.openxmlformats.org/drawingml/2006/main">
            <a:off x="226314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29" name="">
            <a:extLst xmlns:a="http://schemas.openxmlformats.org/drawingml/2006/main">
              <a:ext uri="{FF2B5EF4-FFF2-40B4-BE49-F238E27FC236}">
                <a16:creationId xmlns:a16="http://schemas.microsoft.com/office/drawing/2014/main" id="{405EC9F2-131E-46E5-9FF3-BD6709091640}"/>
              </a:ext>
            </a:extLst>
          </p:cNvPr>
          <p:cNvSpPr>
            <a:spLocks xmlns:a="http://schemas.openxmlformats.org/drawingml/2006/main" noGrp="1"/>
          </p:cNvSpPr>
          <p:nvPr/>
        </p:nvSpPr>
        <p:spPr>
          <a:xfrm xmlns:a="http://schemas.openxmlformats.org/drawingml/2006/main">
            <a:off x="2491740" y="5334000"/>
            <a:ext cx="85629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2 km blocks</a:t>
            </a:r>
          </a:p>
        </p:txBody>
      </p:sp>
      <p:sp>
        <p:nvSpPr>
          <p:cNvPr id="130" name="">
            <a:extLst xmlns:a="http://schemas.openxmlformats.org/drawingml/2006/main">
              <a:ext uri="{FF2B5EF4-FFF2-40B4-BE49-F238E27FC236}">
                <a16:creationId xmlns:a16="http://schemas.microsoft.com/office/drawing/2014/main" id="{A4C52E11-E561-44BA-A16A-F4CAE2DBC2E2}"/>
              </a:ext>
            </a:extLst>
          </p:cNvPr>
          <p:cNvSpPr>
            <a:spLocks xmlns:a="http://schemas.openxmlformats.org/drawingml/2006/main" noGrp="1"/>
          </p:cNvSpPr>
          <p:nvPr/>
        </p:nvSpPr>
        <p:spPr>
          <a:xfrm xmlns:a="http://schemas.openxmlformats.org/drawingml/2006/main">
            <a:off x="3557588" y="5400675"/>
            <a:ext cx="161925" cy="47625"/>
          </a:xfrm>
          <a:prstGeom xmlns:a="http://schemas.openxmlformats.org/drawingml/2006/main" prst="rect">
            <a:avLst/>
          </a:prstGeom>
          <a:solidFill xmlns:a="http://schemas.openxmlformats.org/drawingml/2006/main">
            <a:srgbClr val="14295B"/>
          </a:solidFill>
          <a:ln xmlns:a="http://schemas.openxmlformats.org/drawingml/2006/main" w="0">
            <a:noFill/>
          </a:ln>
        </p:spPr>
      </p:sp>
      <p:sp>
        <p:nvSpPr>
          <p:cNvPr id="131" name="">
            <a:extLst xmlns:a="http://schemas.openxmlformats.org/drawingml/2006/main">
              <a:ext uri="{FF2B5EF4-FFF2-40B4-BE49-F238E27FC236}">
                <a16:creationId xmlns:a16="http://schemas.microsoft.com/office/drawing/2014/main" id="{F6B44B4F-013D-4FE5-BA5E-001559C6AA0D}"/>
              </a:ext>
            </a:extLst>
          </p:cNvPr>
          <p:cNvSpPr>
            <a:spLocks xmlns:a="http://schemas.openxmlformats.org/drawingml/2006/main" noGrp="1"/>
          </p:cNvSpPr>
          <p:nvPr/>
        </p:nvSpPr>
        <p:spPr>
          <a:xfrm xmlns:a="http://schemas.openxmlformats.org/drawingml/2006/main">
            <a:off x="3786188" y="5334000"/>
            <a:ext cx="108737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Planning areas</a:t>
            </a:r>
          </a:p>
        </p:txBody>
      </p:sp>
      <p:sp>
        <p:nvSpPr>
          <p:cNvPr id="132" name="">
            <a:extLst xmlns:a="http://schemas.openxmlformats.org/drawingml/2006/main">
              <a:ext uri="{FF2B5EF4-FFF2-40B4-BE49-F238E27FC236}">
                <a16:creationId xmlns:a16="http://schemas.microsoft.com/office/drawing/2014/main" id="{38491069-D40C-423B-930E-73C6F005ABD4}"/>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Label: below NB 5th percentile</a:t>
            </a:r>
          </a:p>
        </p:txBody>
      </p:sp>
      <p:sp>
        <p:nvSpPr>
          <p:cNvPr id="133" name="Editable chart path">
            <a:extLst xmlns:a="http://schemas.openxmlformats.org/drawingml/2006/main">
              <a:ext uri="{FF2B5EF4-FFF2-40B4-BE49-F238E27FC236}">
                <a16:creationId xmlns:a16="http://schemas.microsoft.com/office/drawing/2014/main" id="{C7DCC21B-DB13-49BA-BB26-EA8B013C318C}"/>
              </a:ext>
            </a:extLst>
          </p:cNvPr>
          <p:cNvSpPr>
            <a:spLocks xmlns:a="http://schemas.openxmlformats.org/drawingml/2006/main" noGrp="1"/>
          </p:cNvSpPr>
          <p:nvPr/>
        </p:nvSpPr>
        <p:spPr>
          <a:xfrm xmlns:a="http://schemas.openxmlformats.org/drawingml/2006/main">
            <a:off x="7207178" y="4975551"/>
            <a:ext cx="95" cy="363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34" name="">
            <a:extLst xmlns:a="http://schemas.openxmlformats.org/drawingml/2006/main">
              <a:ext uri="{FF2B5EF4-FFF2-40B4-BE49-F238E27FC236}">
                <a16:creationId xmlns:a16="http://schemas.microsoft.com/office/drawing/2014/main" id="{595FB8A4-CBF7-41F8-8A59-9BF6D8F62E9E}"/>
              </a:ext>
            </a:extLst>
          </p:cNvPr>
          <p:cNvSpPr>
            <a:spLocks xmlns:a="http://schemas.openxmlformats.org/drawingml/2006/main" noGrp="1"/>
          </p:cNvSpPr>
          <p:nvPr/>
        </p:nvSpPr>
        <p:spPr>
          <a:xfrm xmlns:a="http://schemas.openxmlformats.org/drawingml/2006/main" rot="0">
            <a:off x="6964992" y="4976831"/>
            <a:ext cx="4793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 min</a:t>
            </a:r>
          </a:p>
        </p:txBody>
      </p:sp>
      <p:sp>
        <p:nvSpPr>
          <p:cNvPr id="135" name="">
            <a:extLst xmlns:a="http://schemas.openxmlformats.org/drawingml/2006/main">
              <a:ext uri="{FF2B5EF4-FFF2-40B4-BE49-F238E27FC236}">
                <a16:creationId xmlns:a16="http://schemas.microsoft.com/office/drawing/2014/main" id="{AA872574-373F-4A6F-88EF-385D566F3D25}"/>
              </a:ext>
            </a:extLst>
          </p:cNvPr>
          <p:cNvSpPr>
            <a:spLocks xmlns:a="http://schemas.openxmlformats.org/drawingml/2006/main" noGrp="1"/>
          </p:cNvSpPr>
          <p:nvPr/>
        </p:nvSpPr>
        <p:spPr>
          <a:xfrm xmlns:a="http://schemas.openxmlformats.org/drawingml/2006/main" rot="0">
            <a:off x="7120615" y="5069791"/>
            <a:ext cx="1678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all</a:t>
            </a:r>
          </a:p>
        </p:txBody>
      </p:sp>
      <p:sp>
        <p:nvSpPr>
          <p:cNvPr id="136" name="Editable chart path">
            <a:extLst xmlns:a="http://schemas.openxmlformats.org/drawingml/2006/main">
              <a:ext uri="{FF2B5EF4-FFF2-40B4-BE49-F238E27FC236}">
                <a16:creationId xmlns:a16="http://schemas.microsoft.com/office/drawing/2014/main" id="{0DF977B2-2845-4C39-9F73-605337259779}"/>
              </a:ext>
            </a:extLst>
          </p:cNvPr>
          <p:cNvSpPr>
            <a:spLocks xmlns:a="http://schemas.openxmlformats.org/drawingml/2006/main" noGrp="1"/>
          </p:cNvSpPr>
          <p:nvPr/>
        </p:nvSpPr>
        <p:spPr>
          <a:xfrm xmlns:a="http://schemas.openxmlformats.org/drawingml/2006/main">
            <a:off x="7808205" y="4975551"/>
            <a:ext cx="95" cy="363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37" name="">
            <a:extLst xmlns:a="http://schemas.openxmlformats.org/drawingml/2006/main">
              <a:ext uri="{FF2B5EF4-FFF2-40B4-BE49-F238E27FC236}">
                <a16:creationId xmlns:a16="http://schemas.microsoft.com/office/drawing/2014/main" id="{08DEA34F-D955-4DFD-96E4-B0137DA147CD}"/>
              </a:ext>
            </a:extLst>
          </p:cNvPr>
          <p:cNvSpPr>
            <a:spLocks xmlns:a="http://schemas.openxmlformats.org/drawingml/2006/main" noGrp="1"/>
          </p:cNvSpPr>
          <p:nvPr/>
        </p:nvSpPr>
        <p:spPr>
          <a:xfrm xmlns:a="http://schemas.openxmlformats.org/drawingml/2006/main" rot="0">
            <a:off x="7566018" y="4976831"/>
            <a:ext cx="47939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 min</a:t>
            </a:r>
          </a:p>
        </p:txBody>
      </p:sp>
      <p:sp>
        <p:nvSpPr>
          <p:cNvPr id="138" name="">
            <a:extLst xmlns:a="http://schemas.openxmlformats.org/drawingml/2006/main">
              <a:ext uri="{FF2B5EF4-FFF2-40B4-BE49-F238E27FC236}">
                <a16:creationId xmlns:a16="http://schemas.microsoft.com/office/drawing/2014/main" id="{56CB8F17-A582-4F62-AD2A-27A993790EFC}"/>
              </a:ext>
            </a:extLst>
          </p:cNvPr>
          <p:cNvSpPr>
            <a:spLocks xmlns:a="http://schemas.openxmlformats.org/drawingml/2006/main" noGrp="1"/>
          </p:cNvSpPr>
          <p:nvPr/>
        </p:nvSpPr>
        <p:spPr>
          <a:xfrm xmlns:a="http://schemas.openxmlformats.org/drawingml/2006/main" rot="0">
            <a:off x="7631158" y="5069791"/>
            <a:ext cx="35347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rainy</a:t>
            </a:r>
          </a:p>
        </p:txBody>
      </p:sp>
      <p:sp>
        <p:nvSpPr>
          <p:cNvPr id="139" name="Editable chart path">
            <a:extLst xmlns:a="http://schemas.openxmlformats.org/drawingml/2006/main">
              <a:ext uri="{FF2B5EF4-FFF2-40B4-BE49-F238E27FC236}">
                <a16:creationId xmlns:a16="http://schemas.microsoft.com/office/drawing/2014/main" id="{15A5BEE4-7162-4A0D-B1B2-1D4A5288E0A0}"/>
              </a:ext>
            </a:extLst>
          </p:cNvPr>
          <p:cNvSpPr>
            <a:spLocks xmlns:a="http://schemas.openxmlformats.org/drawingml/2006/main" noGrp="1"/>
          </p:cNvSpPr>
          <p:nvPr/>
        </p:nvSpPr>
        <p:spPr>
          <a:xfrm xmlns:a="http://schemas.openxmlformats.org/drawingml/2006/main">
            <a:off x="8409231" y="4975551"/>
            <a:ext cx="95" cy="363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40" name="">
            <a:extLst xmlns:a="http://schemas.openxmlformats.org/drawingml/2006/main">
              <a:ext uri="{FF2B5EF4-FFF2-40B4-BE49-F238E27FC236}">
                <a16:creationId xmlns:a16="http://schemas.microsoft.com/office/drawing/2014/main" id="{0C44BBEF-B1AE-4E6C-A709-17F3E8B00B4A}"/>
              </a:ext>
            </a:extLst>
          </p:cNvPr>
          <p:cNvSpPr>
            <a:spLocks xmlns:a="http://schemas.openxmlformats.org/drawingml/2006/main" noGrp="1"/>
          </p:cNvSpPr>
          <p:nvPr/>
        </p:nvSpPr>
        <p:spPr>
          <a:xfrm xmlns:a="http://schemas.openxmlformats.org/drawingml/2006/main" rot="0">
            <a:off x="8163806" y="4976831"/>
            <a:ext cx="4858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 min</a:t>
            </a:r>
          </a:p>
        </p:txBody>
      </p:sp>
      <p:sp>
        <p:nvSpPr>
          <p:cNvPr id="141" name="">
            <a:extLst xmlns:a="http://schemas.openxmlformats.org/drawingml/2006/main">
              <a:ext uri="{FF2B5EF4-FFF2-40B4-BE49-F238E27FC236}">
                <a16:creationId xmlns:a16="http://schemas.microsoft.com/office/drawing/2014/main" id="{4E38BB6D-849C-4807-8F6B-F7BA56B45CF7}"/>
              </a:ext>
            </a:extLst>
          </p:cNvPr>
          <p:cNvSpPr>
            <a:spLocks xmlns:a="http://schemas.openxmlformats.org/drawingml/2006/main" noGrp="1"/>
          </p:cNvSpPr>
          <p:nvPr/>
        </p:nvSpPr>
        <p:spPr>
          <a:xfrm xmlns:a="http://schemas.openxmlformats.org/drawingml/2006/main" rot="0">
            <a:off x="8322668" y="5069791"/>
            <a:ext cx="1678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all</a:t>
            </a:r>
          </a:p>
        </p:txBody>
      </p:sp>
      <p:sp>
        <p:nvSpPr>
          <p:cNvPr id="142" name="Editable chart path">
            <a:extLst xmlns:a="http://schemas.openxmlformats.org/drawingml/2006/main">
              <a:ext uri="{FF2B5EF4-FFF2-40B4-BE49-F238E27FC236}">
                <a16:creationId xmlns:a16="http://schemas.microsoft.com/office/drawing/2014/main" id="{45D790E7-7C5D-4BDF-905F-29D65FE9D1C5}"/>
              </a:ext>
            </a:extLst>
          </p:cNvPr>
          <p:cNvSpPr>
            <a:spLocks xmlns:a="http://schemas.openxmlformats.org/drawingml/2006/main" noGrp="1"/>
          </p:cNvSpPr>
          <p:nvPr/>
        </p:nvSpPr>
        <p:spPr>
          <a:xfrm xmlns:a="http://schemas.openxmlformats.org/drawingml/2006/main">
            <a:off x="9010257" y="4975551"/>
            <a:ext cx="95" cy="363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43" name="">
            <a:extLst xmlns:a="http://schemas.openxmlformats.org/drawingml/2006/main">
              <a:ext uri="{FF2B5EF4-FFF2-40B4-BE49-F238E27FC236}">
                <a16:creationId xmlns:a16="http://schemas.microsoft.com/office/drawing/2014/main" id="{DF32315B-4962-45AA-9E4F-638AEE4DA394}"/>
              </a:ext>
            </a:extLst>
          </p:cNvPr>
          <p:cNvSpPr>
            <a:spLocks xmlns:a="http://schemas.openxmlformats.org/drawingml/2006/main" noGrp="1"/>
          </p:cNvSpPr>
          <p:nvPr/>
        </p:nvSpPr>
        <p:spPr>
          <a:xfrm xmlns:a="http://schemas.openxmlformats.org/drawingml/2006/main" rot="0">
            <a:off x="8764832" y="4976831"/>
            <a:ext cx="48587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60 min</a:t>
            </a:r>
          </a:p>
        </p:txBody>
      </p:sp>
      <p:sp>
        <p:nvSpPr>
          <p:cNvPr id="144" name="">
            <a:extLst xmlns:a="http://schemas.openxmlformats.org/drawingml/2006/main">
              <a:ext uri="{FF2B5EF4-FFF2-40B4-BE49-F238E27FC236}">
                <a16:creationId xmlns:a16="http://schemas.microsoft.com/office/drawing/2014/main" id="{A0D01D51-2560-4E2B-BC9E-EFDC54BFF84E}"/>
              </a:ext>
            </a:extLst>
          </p:cNvPr>
          <p:cNvSpPr>
            <a:spLocks xmlns:a="http://schemas.openxmlformats.org/drawingml/2006/main" noGrp="1"/>
          </p:cNvSpPr>
          <p:nvPr/>
        </p:nvSpPr>
        <p:spPr>
          <a:xfrm xmlns:a="http://schemas.openxmlformats.org/drawingml/2006/main" rot="0">
            <a:off x="8833210" y="5069791"/>
            <a:ext cx="35347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rainy</a:t>
            </a:r>
          </a:p>
        </p:txBody>
      </p:sp>
      <p:sp>
        <p:nvSpPr>
          <p:cNvPr id="145" name="Editable chart path">
            <a:extLst xmlns:a="http://schemas.openxmlformats.org/drawingml/2006/main">
              <a:ext uri="{FF2B5EF4-FFF2-40B4-BE49-F238E27FC236}">
                <a16:creationId xmlns:a16="http://schemas.microsoft.com/office/drawing/2014/main" id="{AB83C1DB-ED4F-437D-90DE-1374EB737028}"/>
              </a:ext>
            </a:extLst>
          </p:cNvPr>
          <p:cNvSpPr>
            <a:spLocks xmlns:a="http://schemas.openxmlformats.org/drawingml/2006/main" noGrp="1"/>
          </p:cNvSpPr>
          <p:nvPr/>
        </p:nvSpPr>
        <p:spPr>
          <a:xfrm xmlns:a="http://schemas.openxmlformats.org/drawingml/2006/main">
            <a:off x="9611283" y="4975551"/>
            <a:ext cx="95" cy="363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46" name="">
            <a:extLst xmlns:a="http://schemas.openxmlformats.org/drawingml/2006/main">
              <a:ext uri="{FF2B5EF4-FFF2-40B4-BE49-F238E27FC236}">
                <a16:creationId xmlns:a16="http://schemas.microsoft.com/office/drawing/2014/main" id="{8AB1C0E0-F0EE-4C15-A933-8664DAFF7C66}"/>
              </a:ext>
            </a:extLst>
          </p:cNvPr>
          <p:cNvSpPr>
            <a:spLocks xmlns:a="http://schemas.openxmlformats.org/drawingml/2006/main" noGrp="1"/>
          </p:cNvSpPr>
          <p:nvPr/>
        </p:nvSpPr>
        <p:spPr>
          <a:xfrm xmlns:a="http://schemas.openxmlformats.org/drawingml/2006/main" rot="0">
            <a:off x="9347713" y="4976831"/>
            <a:ext cx="5221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 min</a:t>
            </a:r>
          </a:p>
        </p:txBody>
      </p:sp>
      <p:sp>
        <p:nvSpPr>
          <p:cNvPr id="147" name="">
            <a:extLst xmlns:a="http://schemas.openxmlformats.org/drawingml/2006/main">
              <a:ext uri="{FF2B5EF4-FFF2-40B4-BE49-F238E27FC236}">
                <a16:creationId xmlns:a16="http://schemas.microsoft.com/office/drawing/2014/main" id="{249AF948-109B-4B5F-B9EC-768781AC93BE}"/>
              </a:ext>
            </a:extLst>
          </p:cNvPr>
          <p:cNvSpPr>
            <a:spLocks xmlns:a="http://schemas.openxmlformats.org/drawingml/2006/main" noGrp="1"/>
          </p:cNvSpPr>
          <p:nvPr/>
        </p:nvSpPr>
        <p:spPr>
          <a:xfrm xmlns:a="http://schemas.openxmlformats.org/drawingml/2006/main" rot="0">
            <a:off x="9524720" y="5069791"/>
            <a:ext cx="16783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all</a:t>
            </a:r>
          </a:p>
        </p:txBody>
      </p:sp>
      <p:sp>
        <p:nvSpPr>
          <p:cNvPr id="148" name="Editable chart path">
            <a:extLst xmlns:a="http://schemas.openxmlformats.org/drawingml/2006/main">
              <a:ext uri="{FF2B5EF4-FFF2-40B4-BE49-F238E27FC236}">
                <a16:creationId xmlns:a16="http://schemas.microsoft.com/office/drawing/2014/main" id="{6DC67ACF-6481-4CAF-8521-796122BB6412}"/>
              </a:ext>
            </a:extLst>
          </p:cNvPr>
          <p:cNvSpPr>
            <a:spLocks xmlns:a="http://schemas.openxmlformats.org/drawingml/2006/main" noGrp="1"/>
          </p:cNvSpPr>
          <p:nvPr/>
        </p:nvSpPr>
        <p:spPr>
          <a:xfrm xmlns:a="http://schemas.openxmlformats.org/drawingml/2006/main">
            <a:off x="10212310" y="4975551"/>
            <a:ext cx="95" cy="3636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49" name="">
            <a:extLst xmlns:a="http://schemas.openxmlformats.org/drawingml/2006/main">
              <a:ext uri="{FF2B5EF4-FFF2-40B4-BE49-F238E27FC236}">
                <a16:creationId xmlns:a16="http://schemas.microsoft.com/office/drawing/2014/main" id="{98A7C063-E493-41CD-BA1F-924F7A361B44}"/>
              </a:ext>
            </a:extLst>
          </p:cNvPr>
          <p:cNvSpPr>
            <a:spLocks xmlns:a="http://schemas.openxmlformats.org/drawingml/2006/main" noGrp="1"/>
          </p:cNvSpPr>
          <p:nvPr/>
        </p:nvSpPr>
        <p:spPr>
          <a:xfrm xmlns:a="http://schemas.openxmlformats.org/drawingml/2006/main" rot="0">
            <a:off x="9948740" y="4976831"/>
            <a:ext cx="52216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 min</a:t>
            </a:r>
          </a:p>
        </p:txBody>
      </p:sp>
      <p:sp>
        <p:nvSpPr>
          <p:cNvPr id="150" name="">
            <a:extLst xmlns:a="http://schemas.openxmlformats.org/drawingml/2006/main">
              <a:ext uri="{FF2B5EF4-FFF2-40B4-BE49-F238E27FC236}">
                <a16:creationId xmlns:a16="http://schemas.microsoft.com/office/drawing/2014/main" id="{E904EF10-73BA-435B-A641-703F4AC3C897}"/>
              </a:ext>
            </a:extLst>
          </p:cNvPr>
          <p:cNvSpPr>
            <a:spLocks xmlns:a="http://schemas.openxmlformats.org/drawingml/2006/main" noGrp="1"/>
          </p:cNvSpPr>
          <p:nvPr/>
        </p:nvSpPr>
        <p:spPr>
          <a:xfrm xmlns:a="http://schemas.openxmlformats.org/drawingml/2006/main" rot="0">
            <a:off x="10035263" y="5069791"/>
            <a:ext cx="35347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rainy</a:t>
            </a:r>
          </a:p>
        </p:txBody>
      </p:sp>
      <p:sp>
        <p:nvSpPr>
          <p:cNvPr id="151" name="Editable chart path">
            <a:extLst xmlns:a="http://schemas.openxmlformats.org/drawingml/2006/main">
              <a:ext uri="{FF2B5EF4-FFF2-40B4-BE49-F238E27FC236}">
                <a16:creationId xmlns:a16="http://schemas.microsoft.com/office/drawing/2014/main" id="{DA204E71-2E3A-4CAE-A707-07F46372EBD3}"/>
              </a:ext>
            </a:extLst>
          </p:cNvPr>
          <p:cNvSpPr>
            <a:spLocks xmlns:a="http://schemas.openxmlformats.org/drawingml/2006/main" noGrp="1"/>
          </p:cNvSpPr>
          <p:nvPr/>
        </p:nvSpPr>
        <p:spPr>
          <a:xfrm xmlns:a="http://schemas.openxmlformats.org/drawingml/2006/main">
            <a:off x="6891640" y="4758230"/>
            <a:ext cx="3636209"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6234">
            <a:solidFill>
              <a:srgbClr val="E4EAF4"/>
            </a:solidFill>
            <a:prstDash val="solid"/>
          </a:ln>
        </p:spPr>
      </p:sp>
      <p:sp>
        <p:nvSpPr>
          <p:cNvPr id="152" name="Editable chart path">
            <a:extLst xmlns:a="http://schemas.openxmlformats.org/drawingml/2006/main">
              <a:ext uri="{FF2B5EF4-FFF2-40B4-BE49-F238E27FC236}">
                <a16:creationId xmlns:a16="http://schemas.microsoft.com/office/drawing/2014/main" id="{C5DB27C2-A3D3-471A-90BC-BAD4433D36D4}"/>
              </a:ext>
            </a:extLst>
          </p:cNvPr>
          <p:cNvSpPr>
            <a:spLocks xmlns:a="http://schemas.openxmlformats.org/drawingml/2006/main" noGrp="1"/>
          </p:cNvSpPr>
          <p:nvPr/>
        </p:nvSpPr>
        <p:spPr>
          <a:xfrm xmlns:a="http://schemas.openxmlformats.org/drawingml/2006/main">
            <a:off x="6855276" y="4758230"/>
            <a:ext cx="3636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53" name="Editable chart path">
            <a:extLst xmlns:a="http://schemas.openxmlformats.org/drawingml/2006/main">
              <a:ext uri="{FF2B5EF4-FFF2-40B4-BE49-F238E27FC236}">
                <a16:creationId xmlns:a16="http://schemas.microsoft.com/office/drawing/2014/main" id="{62BEE2F6-9F93-4E81-AFF1-E0F90CED3B2D}"/>
              </a:ext>
            </a:extLst>
          </p:cNvPr>
          <p:cNvSpPr>
            <a:spLocks xmlns:a="http://schemas.openxmlformats.org/drawingml/2006/main" noGrp="1"/>
          </p:cNvSpPr>
          <p:nvPr/>
        </p:nvSpPr>
        <p:spPr>
          <a:xfrm xmlns:a="http://schemas.openxmlformats.org/drawingml/2006/main">
            <a:off x="6891640" y="4193466"/>
            <a:ext cx="3636209"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6234">
            <a:solidFill>
              <a:srgbClr val="E4EAF4"/>
            </a:solidFill>
            <a:prstDash val="solid"/>
          </a:ln>
        </p:spPr>
      </p:sp>
      <p:sp>
        <p:nvSpPr>
          <p:cNvPr id="154" name="Editable chart path">
            <a:extLst xmlns:a="http://schemas.openxmlformats.org/drawingml/2006/main">
              <a:ext uri="{FF2B5EF4-FFF2-40B4-BE49-F238E27FC236}">
                <a16:creationId xmlns:a16="http://schemas.microsoft.com/office/drawing/2014/main" id="{B7C02116-D0F4-401A-93CB-5284C1F9B6FC}"/>
              </a:ext>
            </a:extLst>
          </p:cNvPr>
          <p:cNvSpPr>
            <a:spLocks xmlns:a="http://schemas.openxmlformats.org/drawingml/2006/main" noGrp="1"/>
          </p:cNvSpPr>
          <p:nvPr/>
        </p:nvSpPr>
        <p:spPr>
          <a:xfrm xmlns:a="http://schemas.openxmlformats.org/drawingml/2006/main">
            <a:off x="6855276" y="4193466"/>
            <a:ext cx="3636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55" name="Editable chart path">
            <a:extLst xmlns:a="http://schemas.openxmlformats.org/drawingml/2006/main">
              <a:ext uri="{FF2B5EF4-FFF2-40B4-BE49-F238E27FC236}">
                <a16:creationId xmlns:a16="http://schemas.microsoft.com/office/drawing/2014/main" id="{B67EB522-9D6E-4FF6-B6B6-C29F3133A7E1}"/>
              </a:ext>
            </a:extLst>
          </p:cNvPr>
          <p:cNvSpPr>
            <a:spLocks xmlns:a="http://schemas.openxmlformats.org/drawingml/2006/main" noGrp="1"/>
          </p:cNvSpPr>
          <p:nvPr/>
        </p:nvSpPr>
        <p:spPr>
          <a:xfrm xmlns:a="http://schemas.openxmlformats.org/drawingml/2006/main">
            <a:off x="6891640" y="3628701"/>
            <a:ext cx="3636209"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6234">
            <a:solidFill>
              <a:srgbClr val="E4EAF4"/>
            </a:solidFill>
            <a:prstDash val="solid"/>
          </a:ln>
        </p:spPr>
      </p:sp>
      <p:sp>
        <p:nvSpPr>
          <p:cNvPr id="156" name="Editable chart path">
            <a:extLst xmlns:a="http://schemas.openxmlformats.org/drawingml/2006/main">
              <a:ext uri="{FF2B5EF4-FFF2-40B4-BE49-F238E27FC236}">
                <a16:creationId xmlns:a16="http://schemas.microsoft.com/office/drawing/2014/main" id="{790DEB96-462C-4B89-9D1B-4BA34D20CB63}"/>
              </a:ext>
            </a:extLst>
          </p:cNvPr>
          <p:cNvSpPr>
            <a:spLocks xmlns:a="http://schemas.openxmlformats.org/drawingml/2006/main" noGrp="1"/>
          </p:cNvSpPr>
          <p:nvPr/>
        </p:nvSpPr>
        <p:spPr>
          <a:xfrm xmlns:a="http://schemas.openxmlformats.org/drawingml/2006/main">
            <a:off x="6855276" y="3628701"/>
            <a:ext cx="3636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57" name="Editable chart path">
            <a:extLst xmlns:a="http://schemas.openxmlformats.org/drawingml/2006/main">
              <a:ext uri="{FF2B5EF4-FFF2-40B4-BE49-F238E27FC236}">
                <a16:creationId xmlns:a16="http://schemas.microsoft.com/office/drawing/2014/main" id="{09A13472-0826-44F5-B242-3D077694E305}"/>
              </a:ext>
            </a:extLst>
          </p:cNvPr>
          <p:cNvSpPr>
            <a:spLocks xmlns:a="http://schemas.openxmlformats.org/drawingml/2006/main" noGrp="1"/>
          </p:cNvSpPr>
          <p:nvPr/>
        </p:nvSpPr>
        <p:spPr>
          <a:xfrm xmlns:a="http://schemas.openxmlformats.org/drawingml/2006/main">
            <a:off x="6891640" y="3063937"/>
            <a:ext cx="3636209"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6234">
            <a:solidFill>
              <a:srgbClr val="E4EAF4"/>
            </a:solidFill>
            <a:prstDash val="solid"/>
          </a:ln>
        </p:spPr>
      </p:sp>
      <p:sp>
        <p:nvSpPr>
          <p:cNvPr id="158" name="Editable chart path">
            <a:extLst xmlns:a="http://schemas.openxmlformats.org/drawingml/2006/main">
              <a:ext uri="{FF2B5EF4-FFF2-40B4-BE49-F238E27FC236}">
                <a16:creationId xmlns:a16="http://schemas.microsoft.com/office/drawing/2014/main" id="{97BA8112-5E35-49C5-A6F7-2A1B97B2D523}"/>
              </a:ext>
            </a:extLst>
          </p:cNvPr>
          <p:cNvSpPr>
            <a:spLocks xmlns:a="http://schemas.openxmlformats.org/drawingml/2006/main" noGrp="1"/>
          </p:cNvSpPr>
          <p:nvPr/>
        </p:nvSpPr>
        <p:spPr>
          <a:xfrm xmlns:a="http://schemas.openxmlformats.org/drawingml/2006/main">
            <a:off x="6855276" y="3063937"/>
            <a:ext cx="3636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59" name="Editable chart path">
            <a:extLst xmlns:a="http://schemas.openxmlformats.org/drawingml/2006/main">
              <a:ext uri="{FF2B5EF4-FFF2-40B4-BE49-F238E27FC236}">
                <a16:creationId xmlns:a16="http://schemas.microsoft.com/office/drawing/2014/main" id="{15F07761-8903-411F-B723-32CA0657541B}"/>
              </a:ext>
            </a:extLst>
          </p:cNvPr>
          <p:cNvSpPr>
            <a:spLocks xmlns:a="http://schemas.openxmlformats.org/drawingml/2006/main" noGrp="1"/>
          </p:cNvSpPr>
          <p:nvPr/>
        </p:nvSpPr>
        <p:spPr>
          <a:xfrm xmlns:a="http://schemas.openxmlformats.org/drawingml/2006/main">
            <a:off x="6891640" y="2499173"/>
            <a:ext cx="3636209"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6234">
            <a:solidFill>
              <a:srgbClr val="E4EAF4"/>
            </a:solidFill>
            <a:prstDash val="solid"/>
          </a:ln>
        </p:spPr>
      </p:sp>
      <p:sp>
        <p:nvSpPr>
          <p:cNvPr id="160" name="Editable chart path">
            <a:extLst xmlns:a="http://schemas.openxmlformats.org/drawingml/2006/main">
              <a:ext uri="{FF2B5EF4-FFF2-40B4-BE49-F238E27FC236}">
                <a16:creationId xmlns:a16="http://schemas.microsoft.com/office/drawing/2014/main" id="{083D600F-E42F-4C99-8F29-CC79A68DBE5C}"/>
              </a:ext>
            </a:extLst>
          </p:cNvPr>
          <p:cNvSpPr>
            <a:spLocks xmlns:a="http://schemas.openxmlformats.org/drawingml/2006/main" noGrp="1"/>
          </p:cNvSpPr>
          <p:nvPr/>
        </p:nvSpPr>
        <p:spPr>
          <a:xfrm xmlns:a="http://schemas.openxmlformats.org/drawingml/2006/main">
            <a:off x="6855276" y="2499173"/>
            <a:ext cx="3636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312">
            <a:solidFill>
              <a:srgbClr val="5A6683"/>
            </a:solidFill>
            <a:prstDash val="solid"/>
          </a:ln>
        </p:spPr>
      </p:sp>
      <p:sp>
        <p:nvSpPr>
          <p:cNvPr id="161" name="Editable chart path">
            <a:extLst xmlns:a="http://schemas.openxmlformats.org/drawingml/2006/main">
              <a:ext uri="{FF2B5EF4-FFF2-40B4-BE49-F238E27FC236}">
                <a16:creationId xmlns:a16="http://schemas.microsoft.com/office/drawing/2014/main" id="{0092EA18-7FF2-4EA3-A163-61D171440F9D}"/>
              </a:ext>
            </a:extLst>
          </p:cNvPr>
          <p:cNvSpPr>
            <a:spLocks xmlns:a="http://schemas.openxmlformats.org/drawingml/2006/main" noGrp="1"/>
          </p:cNvSpPr>
          <p:nvPr/>
        </p:nvSpPr>
        <p:spPr>
          <a:xfrm xmlns:a="http://schemas.openxmlformats.org/drawingml/2006/main">
            <a:off x="7056922" y="3377946"/>
            <a:ext cx="95" cy="120860"/>
          </a:xfrm>
          <a:custGeom xmlns:a="http://schemas.openxmlformats.org/drawingml/2006/main">
            <a:pathLst>
              <a:path w="95" h="110803">
                <a:moveTo>
                  <a:pt x="0" y="110803"/>
                </a:moveTo>
                <a:lnTo>
                  <a:pt x="0" y="0"/>
                </a:lnTo>
              </a:path>
            </a:pathLst>
          </a:custGeom>
          <a:noFill xmlns:a="http://schemas.openxmlformats.org/drawingml/2006/main"/>
          <a:ln xmlns:a="http://schemas.openxmlformats.org/drawingml/2006/main" w="15584">
            <a:solidFill>
              <a:srgbClr val="BBD2F3"/>
            </a:solidFill>
            <a:prstDash val="solid"/>
          </a:ln>
        </p:spPr>
      </p:sp>
      <p:sp>
        <p:nvSpPr>
          <p:cNvPr id="162" name="Editable chart path">
            <a:extLst xmlns:a="http://schemas.openxmlformats.org/drawingml/2006/main">
              <a:ext uri="{FF2B5EF4-FFF2-40B4-BE49-F238E27FC236}">
                <a16:creationId xmlns:a16="http://schemas.microsoft.com/office/drawing/2014/main" id="{7C963E3A-84C6-4F1D-9416-5D54E77A6EC2}"/>
              </a:ext>
            </a:extLst>
          </p:cNvPr>
          <p:cNvSpPr>
            <a:spLocks xmlns:a="http://schemas.openxmlformats.org/drawingml/2006/main" noGrp="1"/>
          </p:cNvSpPr>
          <p:nvPr/>
        </p:nvSpPr>
        <p:spPr>
          <a:xfrm xmlns:a="http://schemas.openxmlformats.org/drawingml/2006/main">
            <a:off x="7036143" y="3498806"/>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163" name="Editable chart path">
            <a:extLst xmlns:a="http://schemas.openxmlformats.org/drawingml/2006/main">
              <a:ext uri="{FF2B5EF4-FFF2-40B4-BE49-F238E27FC236}">
                <a16:creationId xmlns:a16="http://schemas.microsoft.com/office/drawing/2014/main" id="{05D95E08-6763-4402-87DC-3C0D39524766}"/>
              </a:ext>
            </a:extLst>
          </p:cNvPr>
          <p:cNvSpPr>
            <a:spLocks xmlns:a="http://schemas.openxmlformats.org/drawingml/2006/main" noGrp="1"/>
          </p:cNvSpPr>
          <p:nvPr/>
        </p:nvSpPr>
        <p:spPr>
          <a:xfrm xmlns:a="http://schemas.openxmlformats.org/drawingml/2006/main">
            <a:off x="7036143" y="3377946"/>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164" name="Editable chart path">
            <a:extLst xmlns:a="http://schemas.openxmlformats.org/drawingml/2006/main">
              <a:ext uri="{FF2B5EF4-FFF2-40B4-BE49-F238E27FC236}">
                <a16:creationId xmlns:a16="http://schemas.microsoft.com/office/drawing/2014/main" id="{F46D82A2-C17B-4FC9-81CB-631AD14E1247}"/>
              </a:ext>
            </a:extLst>
          </p:cNvPr>
          <p:cNvSpPr>
            <a:spLocks xmlns:a="http://schemas.openxmlformats.org/drawingml/2006/main" noGrp="1"/>
          </p:cNvSpPr>
          <p:nvPr/>
        </p:nvSpPr>
        <p:spPr>
          <a:xfrm xmlns:a="http://schemas.openxmlformats.org/drawingml/2006/main">
            <a:off x="7207178" y="3687437"/>
            <a:ext cx="95" cy="219129"/>
          </a:xfrm>
          <a:custGeom xmlns:a="http://schemas.openxmlformats.org/drawingml/2006/main">
            <a:pathLst>
              <a:path w="95" h="200896">
                <a:moveTo>
                  <a:pt x="0" y="200896"/>
                </a:moveTo>
                <a:lnTo>
                  <a:pt x="0" y="0"/>
                </a:lnTo>
              </a:path>
            </a:pathLst>
          </a:custGeom>
          <a:noFill xmlns:a="http://schemas.openxmlformats.org/drawingml/2006/main"/>
          <a:ln xmlns:a="http://schemas.openxmlformats.org/drawingml/2006/main" w="15584">
            <a:solidFill>
              <a:srgbClr val="2C5EAA"/>
            </a:solidFill>
            <a:prstDash val="solid"/>
          </a:ln>
        </p:spPr>
      </p:sp>
      <p:sp>
        <p:nvSpPr>
          <p:cNvPr id="165" name="Editable chart path">
            <a:extLst xmlns:a="http://schemas.openxmlformats.org/drawingml/2006/main">
              <a:ext uri="{FF2B5EF4-FFF2-40B4-BE49-F238E27FC236}">
                <a16:creationId xmlns:a16="http://schemas.microsoft.com/office/drawing/2014/main" id="{E24BC1D9-F9BE-4D77-AB24-20535A4BD219}"/>
              </a:ext>
            </a:extLst>
          </p:cNvPr>
          <p:cNvSpPr>
            <a:spLocks xmlns:a="http://schemas.openxmlformats.org/drawingml/2006/main" noGrp="1"/>
          </p:cNvSpPr>
          <p:nvPr/>
        </p:nvSpPr>
        <p:spPr>
          <a:xfrm xmlns:a="http://schemas.openxmlformats.org/drawingml/2006/main">
            <a:off x="7186399" y="3906566"/>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166" name="Editable chart path">
            <a:extLst xmlns:a="http://schemas.openxmlformats.org/drawingml/2006/main">
              <a:ext uri="{FF2B5EF4-FFF2-40B4-BE49-F238E27FC236}">
                <a16:creationId xmlns:a16="http://schemas.microsoft.com/office/drawing/2014/main" id="{BDD8BD6F-51BC-4B6E-A6D9-598505D0826C}"/>
              </a:ext>
            </a:extLst>
          </p:cNvPr>
          <p:cNvSpPr>
            <a:spLocks xmlns:a="http://schemas.openxmlformats.org/drawingml/2006/main" noGrp="1"/>
          </p:cNvSpPr>
          <p:nvPr/>
        </p:nvSpPr>
        <p:spPr>
          <a:xfrm xmlns:a="http://schemas.openxmlformats.org/drawingml/2006/main">
            <a:off x="7186399" y="3687437"/>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167" name="Editable chart path">
            <a:extLst xmlns:a="http://schemas.openxmlformats.org/drawingml/2006/main">
              <a:ext uri="{FF2B5EF4-FFF2-40B4-BE49-F238E27FC236}">
                <a16:creationId xmlns:a16="http://schemas.microsoft.com/office/drawing/2014/main" id="{CB570BAB-D7CA-417E-96BD-60EC19F81E58}"/>
              </a:ext>
            </a:extLst>
          </p:cNvPr>
          <p:cNvSpPr>
            <a:spLocks xmlns:a="http://schemas.openxmlformats.org/drawingml/2006/main" noGrp="1"/>
          </p:cNvSpPr>
          <p:nvPr/>
        </p:nvSpPr>
        <p:spPr>
          <a:xfrm xmlns:a="http://schemas.openxmlformats.org/drawingml/2006/main">
            <a:off x="7357435" y="3899788"/>
            <a:ext cx="95" cy="435998"/>
          </a:xfrm>
          <a:custGeom xmlns:a="http://schemas.openxmlformats.org/drawingml/2006/main">
            <a:pathLst>
              <a:path w="95" h="399720">
                <a:moveTo>
                  <a:pt x="0" y="399720"/>
                </a:moveTo>
                <a:lnTo>
                  <a:pt x="0" y="0"/>
                </a:lnTo>
              </a:path>
            </a:pathLst>
          </a:custGeom>
          <a:noFill xmlns:a="http://schemas.openxmlformats.org/drawingml/2006/main"/>
          <a:ln xmlns:a="http://schemas.openxmlformats.org/drawingml/2006/main" w="15584">
            <a:solidFill>
              <a:srgbClr val="14295B"/>
            </a:solidFill>
            <a:prstDash val="solid"/>
          </a:ln>
        </p:spPr>
      </p:sp>
      <p:sp>
        <p:nvSpPr>
          <p:cNvPr id="168" name="Editable chart path">
            <a:extLst xmlns:a="http://schemas.openxmlformats.org/drawingml/2006/main">
              <a:ext uri="{FF2B5EF4-FFF2-40B4-BE49-F238E27FC236}">
                <a16:creationId xmlns:a16="http://schemas.microsoft.com/office/drawing/2014/main" id="{E4BB4553-D0D6-43FE-A680-ED3F7B12DE15}"/>
              </a:ext>
            </a:extLst>
          </p:cNvPr>
          <p:cNvSpPr>
            <a:spLocks xmlns:a="http://schemas.openxmlformats.org/drawingml/2006/main" noGrp="1"/>
          </p:cNvSpPr>
          <p:nvPr/>
        </p:nvSpPr>
        <p:spPr>
          <a:xfrm xmlns:a="http://schemas.openxmlformats.org/drawingml/2006/main">
            <a:off x="7336656" y="4335786"/>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169" name="Editable chart path">
            <a:extLst xmlns:a="http://schemas.openxmlformats.org/drawingml/2006/main">
              <a:ext uri="{FF2B5EF4-FFF2-40B4-BE49-F238E27FC236}">
                <a16:creationId xmlns:a16="http://schemas.microsoft.com/office/drawing/2014/main" id="{8F75D360-B6C1-49D1-B328-DB6456FBC728}"/>
              </a:ext>
            </a:extLst>
          </p:cNvPr>
          <p:cNvSpPr>
            <a:spLocks xmlns:a="http://schemas.openxmlformats.org/drawingml/2006/main" noGrp="1"/>
          </p:cNvSpPr>
          <p:nvPr/>
        </p:nvSpPr>
        <p:spPr>
          <a:xfrm xmlns:a="http://schemas.openxmlformats.org/drawingml/2006/main">
            <a:off x="7336656" y="3899788"/>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170" name="Editable chart path">
            <a:extLst xmlns:a="http://schemas.openxmlformats.org/drawingml/2006/main">
              <a:ext uri="{FF2B5EF4-FFF2-40B4-BE49-F238E27FC236}">
                <a16:creationId xmlns:a16="http://schemas.microsoft.com/office/drawing/2014/main" id="{B5B3AF1F-FF26-45D2-9B82-DDD9ACA31459}"/>
              </a:ext>
            </a:extLst>
          </p:cNvPr>
          <p:cNvSpPr>
            <a:spLocks xmlns:a="http://schemas.openxmlformats.org/drawingml/2006/main" noGrp="1"/>
          </p:cNvSpPr>
          <p:nvPr/>
        </p:nvSpPr>
        <p:spPr>
          <a:xfrm xmlns:a="http://schemas.openxmlformats.org/drawingml/2006/main">
            <a:off x="7657948" y="3270641"/>
            <a:ext cx="95" cy="387428"/>
          </a:xfrm>
          <a:custGeom xmlns:a="http://schemas.openxmlformats.org/drawingml/2006/main">
            <a:pathLst>
              <a:path w="95" h="355192">
                <a:moveTo>
                  <a:pt x="0" y="355192"/>
                </a:moveTo>
                <a:lnTo>
                  <a:pt x="0" y="0"/>
                </a:lnTo>
              </a:path>
            </a:pathLst>
          </a:custGeom>
          <a:noFill xmlns:a="http://schemas.openxmlformats.org/drawingml/2006/main"/>
          <a:ln xmlns:a="http://schemas.openxmlformats.org/drawingml/2006/main" w="15584">
            <a:solidFill>
              <a:srgbClr val="BBD2F3"/>
            </a:solidFill>
            <a:prstDash val="solid"/>
          </a:ln>
        </p:spPr>
      </p:sp>
      <p:sp>
        <p:nvSpPr>
          <p:cNvPr id="171" name="Editable chart path">
            <a:extLst xmlns:a="http://schemas.openxmlformats.org/drawingml/2006/main">
              <a:ext uri="{FF2B5EF4-FFF2-40B4-BE49-F238E27FC236}">
                <a16:creationId xmlns:a16="http://schemas.microsoft.com/office/drawing/2014/main" id="{CEEE5241-6C0B-4C0A-B002-62FE2FD3796B}"/>
              </a:ext>
            </a:extLst>
          </p:cNvPr>
          <p:cNvSpPr>
            <a:spLocks xmlns:a="http://schemas.openxmlformats.org/drawingml/2006/main" noGrp="1"/>
          </p:cNvSpPr>
          <p:nvPr/>
        </p:nvSpPr>
        <p:spPr>
          <a:xfrm xmlns:a="http://schemas.openxmlformats.org/drawingml/2006/main">
            <a:off x="7637169" y="3658069"/>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172" name="Editable chart path">
            <a:extLst xmlns:a="http://schemas.openxmlformats.org/drawingml/2006/main">
              <a:ext uri="{FF2B5EF4-FFF2-40B4-BE49-F238E27FC236}">
                <a16:creationId xmlns:a16="http://schemas.microsoft.com/office/drawing/2014/main" id="{50C7A159-FE86-4D9F-A3AB-DA37C3CA0506}"/>
              </a:ext>
            </a:extLst>
          </p:cNvPr>
          <p:cNvSpPr>
            <a:spLocks xmlns:a="http://schemas.openxmlformats.org/drawingml/2006/main" noGrp="1"/>
          </p:cNvSpPr>
          <p:nvPr/>
        </p:nvSpPr>
        <p:spPr>
          <a:xfrm xmlns:a="http://schemas.openxmlformats.org/drawingml/2006/main">
            <a:off x="7637169" y="3270641"/>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173" name="Editable chart path">
            <a:extLst xmlns:a="http://schemas.openxmlformats.org/drawingml/2006/main">
              <a:ext uri="{FF2B5EF4-FFF2-40B4-BE49-F238E27FC236}">
                <a16:creationId xmlns:a16="http://schemas.microsoft.com/office/drawing/2014/main" id="{EC415741-D365-4927-82AC-34E967D590CC}"/>
              </a:ext>
            </a:extLst>
          </p:cNvPr>
          <p:cNvSpPr>
            <a:spLocks xmlns:a="http://schemas.openxmlformats.org/drawingml/2006/main" noGrp="1"/>
          </p:cNvSpPr>
          <p:nvPr/>
        </p:nvSpPr>
        <p:spPr>
          <a:xfrm xmlns:a="http://schemas.openxmlformats.org/drawingml/2006/main">
            <a:off x="7808205" y="3615147"/>
            <a:ext cx="95" cy="663033"/>
          </a:xfrm>
          <a:custGeom xmlns:a="http://schemas.openxmlformats.org/drawingml/2006/main">
            <a:pathLst>
              <a:path w="95" h="607865">
                <a:moveTo>
                  <a:pt x="0" y="607865"/>
                </a:moveTo>
                <a:lnTo>
                  <a:pt x="0" y="0"/>
                </a:lnTo>
              </a:path>
            </a:pathLst>
          </a:custGeom>
          <a:noFill xmlns:a="http://schemas.openxmlformats.org/drawingml/2006/main"/>
          <a:ln xmlns:a="http://schemas.openxmlformats.org/drawingml/2006/main" w="15584">
            <a:solidFill>
              <a:srgbClr val="2C5EAA"/>
            </a:solidFill>
            <a:prstDash val="solid"/>
          </a:ln>
        </p:spPr>
      </p:sp>
      <p:sp>
        <p:nvSpPr>
          <p:cNvPr id="174" name="Editable chart path">
            <a:extLst xmlns:a="http://schemas.openxmlformats.org/drawingml/2006/main">
              <a:ext uri="{FF2B5EF4-FFF2-40B4-BE49-F238E27FC236}">
                <a16:creationId xmlns:a16="http://schemas.microsoft.com/office/drawing/2014/main" id="{D39D7DD5-C044-49EF-B4F1-57AA898B9FD2}"/>
              </a:ext>
            </a:extLst>
          </p:cNvPr>
          <p:cNvSpPr>
            <a:spLocks xmlns:a="http://schemas.openxmlformats.org/drawingml/2006/main" noGrp="1"/>
          </p:cNvSpPr>
          <p:nvPr/>
        </p:nvSpPr>
        <p:spPr>
          <a:xfrm xmlns:a="http://schemas.openxmlformats.org/drawingml/2006/main">
            <a:off x="7787426" y="4278180"/>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175" name="Editable chart path">
            <a:extLst xmlns:a="http://schemas.openxmlformats.org/drawingml/2006/main">
              <a:ext uri="{FF2B5EF4-FFF2-40B4-BE49-F238E27FC236}">
                <a16:creationId xmlns:a16="http://schemas.microsoft.com/office/drawing/2014/main" id="{80A30AC0-BE3B-4AD2-8349-55EFBD46E2DD}"/>
              </a:ext>
            </a:extLst>
          </p:cNvPr>
          <p:cNvSpPr>
            <a:spLocks xmlns:a="http://schemas.openxmlformats.org/drawingml/2006/main" noGrp="1"/>
          </p:cNvSpPr>
          <p:nvPr/>
        </p:nvSpPr>
        <p:spPr>
          <a:xfrm xmlns:a="http://schemas.openxmlformats.org/drawingml/2006/main">
            <a:off x="7787426" y="3615147"/>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176" name="Editable chart path">
            <a:extLst xmlns:a="http://schemas.openxmlformats.org/drawingml/2006/main">
              <a:ext uri="{FF2B5EF4-FFF2-40B4-BE49-F238E27FC236}">
                <a16:creationId xmlns:a16="http://schemas.microsoft.com/office/drawing/2014/main" id="{28AC17C6-9A07-46BA-9326-3D1A4ADBAA2E}"/>
              </a:ext>
            </a:extLst>
          </p:cNvPr>
          <p:cNvSpPr>
            <a:spLocks xmlns:a="http://schemas.openxmlformats.org/drawingml/2006/main" noGrp="1"/>
          </p:cNvSpPr>
          <p:nvPr/>
        </p:nvSpPr>
        <p:spPr>
          <a:xfrm xmlns:a="http://schemas.openxmlformats.org/drawingml/2006/main">
            <a:off x="7958461" y="4047757"/>
            <a:ext cx="95" cy="809872"/>
          </a:xfrm>
          <a:custGeom xmlns:a="http://schemas.openxmlformats.org/drawingml/2006/main">
            <a:pathLst>
              <a:path w="95" h="742486">
                <a:moveTo>
                  <a:pt x="0" y="742486"/>
                </a:moveTo>
                <a:lnTo>
                  <a:pt x="0" y="0"/>
                </a:lnTo>
              </a:path>
            </a:pathLst>
          </a:custGeom>
          <a:noFill xmlns:a="http://schemas.openxmlformats.org/drawingml/2006/main"/>
          <a:ln xmlns:a="http://schemas.openxmlformats.org/drawingml/2006/main" w="15584">
            <a:solidFill>
              <a:srgbClr val="14295B"/>
            </a:solidFill>
            <a:prstDash val="solid"/>
          </a:ln>
        </p:spPr>
      </p:sp>
      <p:sp>
        <p:nvSpPr>
          <p:cNvPr id="177" name="Editable chart path">
            <a:extLst xmlns:a="http://schemas.openxmlformats.org/drawingml/2006/main">
              <a:ext uri="{FF2B5EF4-FFF2-40B4-BE49-F238E27FC236}">
                <a16:creationId xmlns:a16="http://schemas.microsoft.com/office/drawing/2014/main" id="{1F9F0649-102D-4CCE-97D4-9684EEA4A86C}"/>
              </a:ext>
            </a:extLst>
          </p:cNvPr>
          <p:cNvSpPr>
            <a:spLocks xmlns:a="http://schemas.openxmlformats.org/drawingml/2006/main" noGrp="1"/>
          </p:cNvSpPr>
          <p:nvPr/>
        </p:nvSpPr>
        <p:spPr>
          <a:xfrm xmlns:a="http://schemas.openxmlformats.org/drawingml/2006/main">
            <a:off x="7937682" y="4857629"/>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178" name="Editable chart path">
            <a:extLst xmlns:a="http://schemas.openxmlformats.org/drawingml/2006/main">
              <a:ext uri="{FF2B5EF4-FFF2-40B4-BE49-F238E27FC236}">
                <a16:creationId xmlns:a16="http://schemas.microsoft.com/office/drawing/2014/main" id="{972D0E80-907D-400D-A099-78AC89A1BC8C}"/>
              </a:ext>
            </a:extLst>
          </p:cNvPr>
          <p:cNvSpPr>
            <a:spLocks xmlns:a="http://schemas.openxmlformats.org/drawingml/2006/main" noGrp="1"/>
          </p:cNvSpPr>
          <p:nvPr/>
        </p:nvSpPr>
        <p:spPr>
          <a:xfrm xmlns:a="http://schemas.openxmlformats.org/drawingml/2006/main">
            <a:off x="7937682" y="4047757"/>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179" name="Editable chart path">
            <a:extLst xmlns:a="http://schemas.openxmlformats.org/drawingml/2006/main">
              <a:ext uri="{FF2B5EF4-FFF2-40B4-BE49-F238E27FC236}">
                <a16:creationId xmlns:a16="http://schemas.microsoft.com/office/drawing/2014/main" id="{4A7B26DB-3099-443C-9A56-8914C0F85955}"/>
              </a:ext>
            </a:extLst>
          </p:cNvPr>
          <p:cNvSpPr>
            <a:spLocks xmlns:a="http://schemas.openxmlformats.org/drawingml/2006/main" noGrp="1"/>
          </p:cNvSpPr>
          <p:nvPr/>
        </p:nvSpPr>
        <p:spPr>
          <a:xfrm xmlns:a="http://schemas.openxmlformats.org/drawingml/2006/main">
            <a:off x="8258974" y="3363262"/>
            <a:ext cx="95" cy="185243"/>
          </a:xfrm>
          <a:custGeom xmlns:a="http://schemas.openxmlformats.org/drawingml/2006/main">
            <a:pathLst>
              <a:path w="95" h="169829">
                <a:moveTo>
                  <a:pt x="0" y="169829"/>
                </a:moveTo>
                <a:lnTo>
                  <a:pt x="0" y="0"/>
                </a:lnTo>
              </a:path>
            </a:pathLst>
          </a:custGeom>
          <a:noFill xmlns:a="http://schemas.openxmlformats.org/drawingml/2006/main"/>
          <a:ln xmlns:a="http://schemas.openxmlformats.org/drawingml/2006/main" w="15584">
            <a:solidFill>
              <a:srgbClr val="BBD2F3"/>
            </a:solidFill>
            <a:prstDash val="solid"/>
          </a:ln>
        </p:spPr>
      </p:sp>
      <p:sp>
        <p:nvSpPr>
          <p:cNvPr id="180" name="Editable chart path">
            <a:extLst xmlns:a="http://schemas.openxmlformats.org/drawingml/2006/main">
              <a:ext uri="{FF2B5EF4-FFF2-40B4-BE49-F238E27FC236}">
                <a16:creationId xmlns:a16="http://schemas.microsoft.com/office/drawing/2014/main" id="{B343D746-C533-4175-9DAA-D92814286F1C}"/>
              </a:ext>
            </a:extLst>
          </p:cNvPr>
          <p:cNvSpPr>
            <a:spLocks xmlns:a="http://schemas.openxmlformats.org/drawingml/2006/main" noGrp="1"/>
          </p:cNvSpPr>
          <p:nvPr/>
        </p:nvSpPr>
        <p:spPr>
          <a:xfrm xmlns:a="http://schemas.openxmlformats.org/drawingml/2006/main">
            <a:off x="8238195" y="3548505"/>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181" name="Editable chart path">
            <a:extLst xmlns:a="http://schemas.openxmlformats.org/drawingml/2006/main">
              <a:ext uri="{FF2B5EF4-FFF2-40B4-BE49-F238E27FC236}">
                <a16:creationId xmlns:a16="http://schemas.microsoft.com/office/drawing/2014/main" id="{00CCF2C8-542E-4BF7-A5C2-91A3B6A28413}"/>
              </a:ext>
            </a:extLst>
          </p:cNvPr>
          <p:cNvSpPr>
            <a:spLocks xmlns:a="http://schemas.openxmlformats.org/drawingml/2006/main" noGrp="1"/>
          </p:cNvSpPr>
          <p:nvPr/>
        </p:nvSpPr>
        <p:spPr>
          <a:xfrm xmlns:a="http://schemas.openxmlformats.org/drawingml/2006/main">
            <a:off x="8238195" y="3363262"/>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182" name="Editable chart path">
            <a:extLst xmlns:a="http://schemas.openxmlformats.org/drawingml/2006/main">
              <a:ext uri="{FF2B5EF4-FFF2-40B4-BE49-F238E27FC236}">
                <a16:creationId xmlns:a16="http://schemas.microsoft.com/office/drawing/2014/main" id="{0BE6A22F-F282-4137-9BAD-724CBF92A7B6}"/>
              </a:ext>
            </a:extLst>
          </p:cNvPr>
          <p:cNvSpPr>
            <a:spLocks xmlns:a="http://schemas.openxmlformats.org/drawingml/2006/main" noGrp="1"/>
          </p:cNvSpPr>
          <p:nvPr/>
        </p:nvSpPr>
        <p:spPr>
          <a:xfrm xmlns:a="http://schemas.openxmlformats.org/drawingml/2006/main">
            <a:off x="8409231" y="3713416"/>
            <a:ext cx="95" cy="207833"/>
          </a:xfrm>
          <a:custGeom xmlns:a="http://schemas.openxmlformats.org/drawingml/2006/main">
            <a:pathLst>
              <a:path w="95" h="190540">
                <a:moveTo>
                  <a:pt x="0" y="190540"/>
                </a:moveTo>
                <a:lnTo>
                  <a:pt x="0" y="0"/>
                </a:lnTo>
              </a:path>
            </a:pathLst>
          </a:custGeom>
          <a:noFill xmlns:a="http://schemas.openxmlformats.org/drawingml/2006/main"/>
          <a:ln xmlns:a="http://schemas.openxmlformats.org/drawingml/2006/main" w="15584">
            <a:solidFill>
              <a:srgbClr val="2C5EAA"/>
            </a:solidFill>
            <a:prstDash val="solid"/>
          </a:ln>
        </p:spPr>
      </p:sp>
      <p:sp>
        <p:nvSpPr>
          <p:cNvPr id="183" name="Editable chart path">
            <a:extLst xmlns:a="http://schemas.openxmlformats.org/drawingml/2006/main">
              <a:ext uri="{FF2B5EF4-FFF2-40B4-BE49-F238E27FC236}">
                <a16:creationId xmlns:a16="http://schemas.microsoft.com/office/drawing/2014/main" id="{51DE8CB3-7501-4909-8BB2-0A7AC8032B43}"/>
              </a:ext>
            </a:extLst>
          </p:cNvPr>
          <p:cNvSpPr>
            <a:spLocks xmlns:a="http://schemas.openxmlformats.org/drawingml/2006/main" noGrp="1"/>
          </p:cNvSpPr>
          <p:nvPr/>
        </p:nvSpPr>
        <p:spPr>
          <a:xfrm xmlns:a="http://schemas.openxmlformats.org/drawingml/2006/main">
            <a:off x="8388452" y="3921249"/>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184" name="Editable chart path">
            <a:extLst xmlns:a="http://schemas.openxmlformats.org/drawingml/2006/main">
              <a:ext uri="{FF2B5EF4-FFF2-40B4-BE49-F238E27FC236}">
                <a16:creationId xmlns:a16="http://schemas.microsoft.com/office/drawing/2014/main" id="{5BCC66C2-06D2-4B87-BBE3-CF95AF0F0EBF}"/>
              </a:ext>
            </a:extLst>
          </p:cNvPr>
          <p:cNvSpPr>
            <a:spLocks xmlns:a="http://schemas.openxmlformats.org/drawingml/2006/main" noGrp="1"/>
          </p:cNvSpPr>
          <p:nvPr/>
        </p:nvSpPr>
        <p:spPr>
          <a:xfrm xmlns:a="http://schemas.openxmlformats.org/drawingml/2006/main">
            <a:off x="8388452" y="3713416"/>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185" name="Editable chart path">
            <a:extLst xmlns:a="http://schemas.openxmlformats.org/drawingml/2006/main">
              <a:ext uri="{FF2B5EF4-FFF2-40B4-BE49-F238E27FC236}">
                <a16:creationId xmlns:a16="http://schemas.microsoft.com/office/drawing/2014/main" id="{21ED0185-6A70-46B3-965D-AE512C2086E0}"/>
              </a:ext>
            </a:extLst>
          </p:cNvPr>
          <p:cNvSpPr>
            <a:spLocks xmlns:a="http://schemas.openxmlformats.org/drawingml/2006/main" noGrp="1"/>
          </p:cNvSpPr>
          <p:nvPr/>
        </p:nvSpPr>
        <p:spPr>
          <a:xfrm xmlns:a="http://schemas.openxmlformats.org/drawingml/2006/main">
            <a:off x="8559487" y="3756338"/>
            <a:ext cx="95" cy="396465"/>
          </a:xfrm>
          <a:custGeom xmlns:a="http://schemas.openxmlformats.org/drawingml/2006/main">
            <a:pathLst>
              <a:path w="95" h="363476">
                <a:moveTo>
                  <a:pt x="0" y="363476"/>
                </a:moveTo>
                <a:lnTo>
                  <a:pt x="0" y="0"/>
                </a:lnTo>
              </a:path>
            </a:pathLst>
          </a:custGeom>
          <a:noFill xmlns:a="http://schemas.openxmlformats.org/drawingml/2006/main"/>
          <a:ln xmlns:a="http://schemas.openxmlformats.org/drawingml/2006/main" w="15584">
            <a:solidFill>
              <a:srgbClr val="14295B"/>
            </a:solidFill>
            <a:prstDash val="solid"/>
          </a:ln>
        </p:spPr>
      </p:sp>
      <p:sp>
        <p:nvSpPr>
          <p:cNvPr id="186" name="Editable chart path">
            <a:extLst xmlns:a="http://schemas.openxmlformats.org/drawingml/2006/main">
              <a:ext uri="{FF2B5EF4-FFF2-40B4-BE49-F238E27FC236}">
                <a16:creationId xmlns:a16="http://schemas.microsoft.com/office/drawing/2014/main" id="{EA1E59E7-B429-4ACD-B757-94CDBD4FA5CA}"/>
              </a:ext>
            </a:extLst>
          </p:cNvPr>
          <p:cNvSpPr>
            <a:spLocks xmlns:a="http://schemas.openxmlformats.org/drawingml/2006/main" noGrp="1"/>
          </p:cNvSpPr>
          <p:nvPr/>
        </p:nvSpPr>
        <p:spPr>
          <a:xfrm xmlns:a="http://schemas.openxmlformats.org/drawingml/2006/main">
            <a:off x="8538709" y="4152803"/>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187" name="Editable chart path">
            <a:extLst xmlns:a="http://schemas.openxmlformats.org/drawingml/2006/main">
              <a:ext uri="{FF2B5EF4-FFF2-40B4-BE49-F238E27FC236}">
                <a16:creationId xmlns:a16="http://schemas.microsoft.com/office/drawing/2014/main" id="{1B27D811-53DC-4BC8-9DA2-5BD01ABC7643}"/>
              </a:ext>
            </a:extLst>
          </p:cNvPr>
          <p:cNvSpPr>
            <a:spLocks xmlns:a="http://schemas.openxmlformats.org/drawingml/2006/main" noGrp="1"/>
          </p:cNvSpPr>
          <p:nvPr/>
        </p:nvSpPr>
        <p:spPr>
          <a:xfrm xmlns:a="http://schemas.openxmlformats.org/drawingml/2006/main">
            <a:off x="8538709" y="3756338"/>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188" name="Editable chart path">
            <a:extLst xmlns:a="http://schemas.openxmlformats.org/drawingml/2006/main">
              <a:ext uri="{FF2B5EF4-FFF2-40B4-BE49-F238E27FC236}">
                <a16:creationId xmlns:a16="http://schemas.microsoft.com/office/drawing/2014/main" id="{95689BBE-B9FB-4C61-9D5E-71035241A537}"/>
              </a:ext>
            </a:extLst>
          </p:cNvPr>
          <p:cNvSpPr>
            <a:spLocks xmlns:a="http://schemas.openxmlformats.org/drawingml/2006/main" noGrp="1"/>
          </p:cNvSpPr>
          <p:nvPr/>
        </p:nvSpPr>
        <p:spPr>
          <a:xfrm xmlns:a="http://schemas.openxmlformats.org/drawingml/2006/main">
            <a:off x="8860001" y="3336154"/>
            <a:ext cx="95" cy="364838"/>
          </a:xfrm>
          <a:custGeom xmlns:a="http://schemas.openxmlformats.org/drawingml/2006/main">
            <a:pathLst>
              <a:path w="95" h="334481">
                <a:moveTo>
                  <a:pt x="0" y="334481"/>
                </a:moveTo>
                <a:lnTo>
                  <a:pt x="0" y="0"/>
                </a:lnTo>
              </a:path>
            </a:pathLst>
          </a:custGeom>
          <a:noFill xmlns:a="http://schemas.openxmlformats.org/drawingml/2006/main"/>
          <a:ln xmlns:a="http://schemas.openxmlformats.org/drawingml/2006/main" w="15584">
            <a:solidFill>
              <a:srgbClr val="BBD2F3"/>
            </a:solidFill>
            <a:prstDash val="solid"/>
          </a:ln>
        </p:spPr>
      </p:sp>
      <p:sp>
        <p:nvSpPr>
          <p:cNvPr id="189" name="Editable chart path">
            <a:extLst xmlns:a="http://schemas.openxmlformats.org/drawingml/2006/main">
              <a:ext uri="{FF2B5EF4-FFF2-40B4-BE49-F238E27FC236}">
                <a16:creationId xmlns:a16="http://schemas.microsoft.com/office/drawing/2014/main" id="{2F452413-76A8-4CF3-AAA4-F3F33BB4030F}"/>
              </a:ext>
            </a:extLst>
          </p:cNvPr>
          <p:cNvSpPr>
            <a:spLocks xmlns:a="http://schemas.openxmlformats.org/drawingml/2006/main" noGrp="1"/>
          </p:cNvSpPr>
          <p:nvPr/>
        </p:nvSpPr>
        <p:spPr>
          <a:xfrm xmlns:a="http://schemas.openxmlformats.org/drawingml/2006/main">
            <a:off x="8839222" y="3700991"/>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190" name="Editable chart path">
            <a:extLst xmlns:a="http://schemas.openxmlformats.org/drawingml/2006/main">
              <a:ext uri="{FF2B5EF4-FFF2-40B4-BE49-F238E27FC236}">
                <a16:creationId xmlns:a16="http://schemas.microsoft.com/office/drawing/2014/main" id="{A4000133-331D-45FF-9483-DD4492029D9D}"/>
              </a:ext>
            </a:extLst>
          </p:cNvPr>
          <p:cNvSpPr>
            <a:spLocks xmlns:a="http://schemas.openxmlformats.org/drawingml/2006/main" noGrp="1"/>
          </p:cNvSpPr>
          <p:nvPr/>
        </p:nvSpPr>
        <p:spPr>
          <a:xfrm xmlns:a="http://schemas.openxmlformats.org/drawingml/2006/main">
            <a:off x="8839222" y="3336154"/>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191" name="Editable chart path">
            <a:extLst xmlns:a="http://schemas.openxmlformats.org/drawingml/2006/main">
              <a:ext uri="{FF2B5EF4-FFF2-40B4-BE49-F238E27FC236}">
                <a16:creationId xmlns:a16="http://schemas.microsoft.com/office/drawing/2014/main" id="{1256139F-54D1-498B-BE72-5FD606629960}"/>
              </a:ext>
            </a:extLst>
          </p:cNvPr>
          <p:cNvSpPr>
            <a:spLocks xmlns:a="http://schemas.openxmlformats.org/drawingml/2006/main" noGrp="1"/>
          </p:cNvSpPr>
          <p:nvPr/>
        </p:nvSpPr>
        <p:spPr>
          <a:xfrm xmlns:a="http://schemas.openxmlformats.org/drawingml/2006/main">
            <a:off x="9010257" y="3505583"/>
            <a:ext cx="95" cy="603168"/>
          </a:xfrm>
          <a:custGeom xmlns:a="http://schemas.openxmlformats.org/drawingml/2006/main">
            <a:pathLst>
              <a:path w="95" h="552981">
                <a:moveTo>
                  <a:pt x="0" y="552981"/>
                </a:moveTo>
                <a:lnTo>
                  <a:pt x="0" y="0"/>
                </a:lnTo>
              </a:path>
            </a:pathLst>
          </a:custGeom>
          <a:noFill xmlns:a="http://schemas.openxmlformats.org/drawingml/2006/main"/>
          <a:ln xmlns:a="http://schemas.openxmlformats.org/drawingml/2006/main" w="15584">
            <a:solidFill>
              <a:srgbClr val="2C5EAA"/>
            </a:solidFill>
            <a:prstDash val="solid"/>
          </a:ln>
        </p:spPr>
      </p:sp>
      <p:sp>
        <p:nvSpPr>
          <p:cNvPr id="192" name="Editable chart path">
            <a:extLst xmlns:a="http://schemas.openxmlformats.org/drawingml/2006/main">
              <a:ext uri="{FF2B5EF4-FFF2-40B4-BE49-F238E27FC236}">
                <a16:creationId xmlns:a16="http://schemas.microsoft.com/office/drawing/2014/main" id="{BAC8F9F3-8243-4104-80DF-793287C9F4A6}"/>
              </a:ext>
            </a:extLst>
          </p:cNvPr>
          <p:cNvSpPr>
            <a:spLocks xmlns:a="http://schemas.openxmlformats.org/drawingml/2006/main" noGrp="1"/>
          </p:cNvSpPr>
          <p:nvPr/>
        </p:nvSpPr>
        <p:spPr>
          <a:xfrm xmlns:a="http://schemas.openxmlformats.org/drawingml/2006/main">
            <a:off x="8989478" y="4108751"/>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193" name="Editable chart path">
            <a:extLst xmlns:a="http://schemas.openxmlformats.org/drawingml/2006/main">
              <a:ext uri="{FF2B5EF4-FFF2-40B4-BE49-F238E27FC236}">
                <a16:creationId xmlns:a16="http://schemas.microsoft.com/office/drawing/2014/main" id="{77D65359-0813-46FA-BBA1-C360E2E469D1}"/>
              </a:ext>
            </a:extLst>
          </p:cNvPr>
          <p:cNvSpPr>
            <a:spLocks xmlns:a="http://schemas.openxmlformats.org/drawingml/2006/main" noGrp="1"/>
          </p:cNvSpPr>
          <p:nvPr/>
        </p:nvSpPr>
        <p:spPr>
          <a:xfrm xmlns:a="http://schemas.openxmlformats.org/drawingml/2006/main">
            <a:off x="8989478" y="3505583"/>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194" name="Editable chart path">
            <a:extLst xmlns:a="http://schemas.openxmlformats.org/drawingml/2006/main">
              <a:ext uri="{FF2B5EF4-FFF2-40B4-BE49-F238E27FC236}">
                <a16:creationId xmlns:a16="http://schemas.microsoft.com/office/drawing/2014/main" id="{1D51D2AF-4FEE-4434-A6C4-8D6BE212308A}"/>
              </a:ext>
            </a:extLst>
          </p:cNvPr>
          <p:cNvSpPr>
            <a:spLocks xmlns:a="http://schemas.openxmlformats.org/drawingml/2006/main" noGrp="1"/>
          </p:cNvSpPr>
          <p:nvPr/>
        </p:nvSpPr>
        <p:spPr>
          <a:xfrm xmlns:a="http://schemas.openxmlformats.org/drawingml/2006/main">
            <a:off x="9160514" y="3564318"/>
            <a:ext cx="95" cy="990597"/>
          </a:xfrm>
          <a:custGeom xmlns:a="http://schemas.openxmlformats.org/drawingml/2006/main">
            <a:pathLst>
              <a:path w="95" h="908173">
                <a:moveTo>
                  <a:pt x="0" y="908173"/>
                </a:moveTo>
                <a:lnTo>
                  <a:pt x="0" y="0"/>
                </a:lnTo>
              </a:path>
            </a:pathLst>
          </a:custGeom>
          <a:noFill xmlns:a="http://schemas.openxmlformats.org/drawingml/2006/main"/>
          <a:ln xmlns:a="http://schemas.openxmlformats.org/drawingml/2006/main" w="15584">
            <a:solidFill>
              <a:srgbClr val="14295B"/>
            </a:solidFill>
            <a:prstDash val="solid"/>
          </a:ln>
        </p:spPr>
      </p:sp>
      <p:sp>
        <p:nvSpPr>
          <p:cNvPr id="195" name="Editable chart path">
            <a:extLst xmlns:a="http://schemas.openxmlformats.org/drawingml/2006/main">
              <a:ext uri="{FF2B5EF4-FFF2-40B4-BE49-F238E27FC236}">
                <a16:creationId xmlns:a16="http://schemas.microsoft.com/office/drawing/2014/main" id="{220B4E5D-72F3-421F-B3EB-20B5275F53B6}"/>
              </a:ext>
            </a:extLst>
          </p:cNvPr>
          <p:cNvSpPr>
            <a:spLocks xmlns:a="http://schemas.openxmlformats.org/drawingml/2006/main" noGrp="1"/>
          </p:cNvSpPr>
          <p:nvPr/>
        </p:nvSpPr>
        <p:spPr>
          <a:xfrm xmlns:a="http://schemas.openxmlformats.org/drawingml/2006/main">
            <a:off x="9139735" y="4554915"/>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196" name="Editable chart path">
            <a:extLst xmlns:a="http://schemas.openxmlformats.org/drawingml/2006/main">
              <a:ext uri="{FF2B5EF4-FFF2-40B4-BE49-F238E27FC236}">
                <a16:creationId xmlns:a16="http://schemas.microsoft.com/office/drawing/2014/main" id="{4F2A5A0A-1873-4C0F-8E09-910AE5CAB88C}"/>
              </a:ext>
            </a:extLst>
          </p:cNvPr>
          <p:cNvSpPr>
            <a:spLocks xmlns:a="http://schemas.openxmlformats.org/drawingml/2006/main" noGrp="1"/>
          </p:cNvSpPr>
          <p:nvPr/>
        </p:nvSpPr>
        <p:spPr>
          <a:xfrm xmlns:a="http://schemas.openxmlformats.org/drawingml/2006/main">
            <a:off x="9139735" y="3564318"/>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197" name="Editable chart path">
            <a:extLst xmlns:a="http://schemas.openxmlformats.org/drawingml/2006/main">
              <a:ext uri="{FF2B5EF4-FFF2-40B4-BE49-F238E27FC236}">
                <a16:creationId xmlns:a16="http://schemas.microsoft.com/office/drawing/2014/main" id="{B2D034D8-9D2B-48F4-95BB-4BD76A784F13}"/>
              </a:ext>
            </a:extLst>
          </p:cNvPr>
          <p:cNvSpPr>
            <a:spLocks xmlns:a="http://schemas.openxmlformats.org/drawingml/2006/main" noGrp="1"/>
          </p:cNvSpPr>
          <p:nvPr/>
        </p:nvSpPr>
        <p:spPr>
          <a:xfrm xmlns:a="http://schemas.openxmlformats.org/drawingml/2006/main">
            <a:off x="9461027" y="3585779"/>
            <a:ext cx="95" cy="120860"/>
          </a:xfrm>
          <a:custGeom xmlns:a="http://schemas.openxmlformats.org/drawingml/2006/main">
            <a:pathLst>
              <a:path w="95" h="110803">
                <a:moveTo>
                  <a:pt x="0" y="110803"/>
                </a:moveTo>
                <a:lnTo>
                  <a:pt x="0" y="0"/>
                </a:lnTo>
              </a:path>
            </a:pathLst>
          </a:custGeom>
          <a:noFill xmlns:a="http://schemas.openxmlformats.org/drawingml/2006/main"/>
          <a:ln xmlns:a="http://schemas.openxmlformats.org/drawingml/2006/main" w="15584">
            <a:solidFill>
              <a:srgbClr val="BBD2F3"/>
            </a:solidFill>
            <a:prstDash val="solid"/>
          </a:ln>
        </p:spPr>
      </p:sp>
      <p:sp>
        <p:nvSpPr>
          <p:cNvPr id="198" name="Editable chart path">
            <a:extLst xmlns:a="http://schemas.openxmlformats.org/drawingml/2006/main">
              <a:ext uri="{FF2B5EF4-FFF2-40B4-BE49-F238E27FC236}">
                <a16:creationId xmlns:a16="http://schemas.microsoft.com/office/drawing/2014/main" id="{1622FE4E-782E-475D-ABF8-72DC82D6E29B}"/>
              </a:ext>
            </a:extLst>
          </p:cNvPr>
          <p:cNvSpPr>
            <a:spLocks xmlns:a="http://schemas.openxmlformats.org/drawingml/2006/main" noGrp="1"/>
          </p:cNvSpPr>
          <p:nvPr/>
        </p:nvSpPr>
        <p:spPr>
          <a:xfrm xmlns:a="http://schemas.openxmlformats.org/drawingml/2006/main">
            <a:off x="9440248" y="3706639"/>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199" name="Editable chart path">
            <a:extLst xmlns:a="http://schemas.openxmlformats.org/drawingml/2006/main">
              <a:ext uri="{FF2B5EF4-FFF2-40B4-BE49-F238E27FC236}">
                <a16:creationId xmlns:a16="http://schemas.microsoft.com/office/drawing/2014/main" id="{0B16386A-A10D-44DF-A7DD-5A3505CC1653}"/>
              </a:ext>
            </a:extLst>
          </p:cNvPr>
          <p:cNvSpPr>
            <a:spLocks xmlns:a="http://schemas.openxmlformats.org/drawingml/2006/main" noGrp="1"/>
          </p:cNvSpPr>
          <p:nvPr/>
        </p:nvSpPr>
        <p:spPr>
          <a:xfrm xmlns:a="http://schemas.openxmlformats.org/drawingml/2006/main">
            <a:off x="9440248" y="3585779"/>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200" name="Editable chart path">
            <a:extLst xmlns:a="http://schemas.openxmlformats.org/drawingml/2006/main">
              <a:ext uri="{FF2B5EF4-FFF2-40B4-BE49-F238E27FC236}">
                <a16:creationId xmlns:a16="http://schemas.microsoft.com/office/drawing/2014/main" id="{029C32D2-5F62-4A2B-A471-AEA4801D72CB}"/>
              </a:ext>
            </a:extLst>
          </p:cNvPr>
          <p:cNvSpPr>
            <a:spLocks xmlns:a="http://schemas.openxmlformats.org/drawingml/2006/main" noGrp="1"/>
          </p:cNvSpPr>
          <p:nvPr/>
        </p:nvSpPr>
        <p:spPr>
          <a:xfrm xmlns:a="http://schemas.openxmlformats.org/drawingml/2006/main">
            <a:off x="9611283" y="3589168"/>
            <a:ext cx="95" cy="238331"/>
          </a:xfrm>
          <a:custGeom xmlns:a="http://schemas.openxmlformats.org/drawingml/2006/main">
            <a:pathLst>
              <a:path w="95" h="218500">
                <a:moveTo>
                  <a:pt x="0" y="218500"/>
                </a:moveTo>
                <a:lnTo>
                  <a:pt x="0" y="0"/>
                </a:lnTo>
              </a:path>
            </a:pathLst>
          </a:custGeom>
          <a:noFill xmlns:a="http://schemas.openxmlformats.org/drawingml/2006/main"/>
          <a:ln xmlns:a="http://schemas.openxmlformats.org/drawingml/2006/main" w="15584">
            <a:solidFill>
              <a:srgbClr val="2C5EAA"/>
            </a:solidFill>
            <a:prstDash val="solid"/>
          </a:ln>
        </p:spPr>
      </p:sp>
      <p:sp>
        <p:nvSpPr>
          <p:cNvPr id="201" name="Editable chart path">
            <a:extLst xmlns:a="http://schemas.openxmlformats.org/drawingml/2006/main">
              <a:ext uri="{FF2B5EF4-FFF2-40B4-BE49-F238E27FC236}">
                <a16:creationId xmlns:a16="http://schemas.microsoft.com/office/drawing/2014/main" id="{268FC9BC-120B-4AB3-97F9-77FD2A44C2BF}"/>
              </a:ext>
            </a:extLst>
          </p:cNvPr>
          <p:cNvSpPr>
            <a:spLocks xmlns:a="http://schemas.openxmlformats.org/drawingml/2006/main" noGrp="1"/>
          </p:cNvSpPr>
          <p:nvPr/>
        </p:nvSpPr>
        <p:spPr>
          <a:xfrm xmlns:a="http://schemas.openxmlformats.org/drawingml/2006/main">
            <a:off x="9590505" y="3827499"/>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202" name="Editable chart path">
            <a:extLst xmlns:a="http://schemas.openxmlformats.org/drawingml/2006/main">
              <a:ext uri="{FF2B5EF4-FFF2-40B4-BE49-F238E27FC236}">
                <a16:creationId xmlns:a16="http://schemas.microsoft.com/office/drawing/2014/main" id="{8CF934E3-E057-432C-A6CB-330EB855325D}"/>
              </a:ext>
            </a:extLst>
          </p:cNvPr>
          <p:cNvSpPr>
            <a:spLocks xmlns:a="http://schemas.openxmlformats.org/drawingml/2006/main" noGrp="1"/>
          </p:cNvSpPr>
          <p:nvPr/>
        </p:nvSpPr>
        <p:spPr>
          <a:xfrm xmlns:a="http://schemas.openxmlformats.org/drawingml/2006/main">
            <a:off x="9590505" y="3589168"/>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203" name="Editable chart path">
            <a:extLst xmlns:a="http://schemas.openxmlformats.org/drawingml/2006/main">
              <a:ext uri="{FF2B5EF4-FFF2-40B4-BE49-F238E27FC236}">
                <a16:creationId xmlns:a16="http://schemas.microsoft.com/office/drawing/2014/main" id="{D37F0870-97FC-4DD7-8F6E-6844DFFC5FA8}"/>
              </a:ext>
            </a:extLst>
          </p:cNvPr>
          <p:cNvSpPr>
            <a:spLocks xmlns:a="http://schemas.openxmlformats.org/drawingml/2006/main" noGrp="1"/>
          </p:cNvSpPr>
          <p:nvPr/>
        </p:nvSpPr>
        <p:spPr>
          <a:xfrm xmlns:a="http://schemas.openxmlformats.org/drawingml/2006/main">
            <a:off x="9761540" y="3336154"/>
            <a:ext cx="95" cy="639313"/>
          </a:xfrm>
          <a:custGeom xmlns:a="http://schemas.openxmlformats.org/drawingml/2006/main">
            <a:pathLst>
              <a:path w="95" h="586119">
                <a:moveTo>
                  <a:pt x="0" y="586119"/>
                </a:moveTo>
                <a:lnTo>
                  <a:pt x="0" y="0"/>
                </a:lnTo>
              </a:path>
            </a:pathLst>
          </a:custGeom>
          <a:noFill xmlns:a="http://schemas.openxmlformats.org/drawingml/2006/main"/>
          <a:ln xmlns:a="http://schemas.openxmlformats.org/drawingml/2006/main" w="15584">
            <a:solidFill>
              <a:srgbClr val="14295B"/>
            </a:solidFill>
            <a:prstDash val="solid"/>
          </a:ln>
        </p:spPr>
      </p:sp>
      <p:sp>
        <p:nvSpPr>
          <p:cNvPr id="204" name="Editable chart path">
            <a:extLst xmlns:a="http://schemas.openxmlformats.org/drawingml/2006/main">
              <a:ext uri="{FF2B5EF4-FFF2-40B4-BE49-F238E27FC236}">
                <a16:creationId xmlns:a16="http://schemas.microsoft.com/office/drawing/2014/main" id="{76B02D8D-27A0-42B1-8989-A76659B6B4B7}"/>
              </a:ext>
            </a:extLst>
          </p:cNvPr>
          <p:cNvSpPr>
            <a:spLocks xmlns:a="http://schemas.openxmlformats.org/drawingml/2006/main" noGrp="1"/>
          </p:cNvSpPr>
          <p:nvPr/>
        </p:nvSpPr>
        <p:spPr>
          <a:xfrm xmlns:a="http://schemas.openxmlformats.org/drawingml/2006/main">
            <a:off x="9740761" y="3975467"/>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205" name="Editable chart path">
            <a:extLst xmlns:a="http://schemas.openxmlformats.org/drawingml/2006/main">
              <a:ext uri="{FF2B5EF4-FFF2-40B4-BE49-F238E27FC236}">
                <a16:creationId xmlns:a16="http://schemas.microsoft.com/office/drawing/2014/main" id="{54284790-052C-407C-9978-FED42B4923A1}"/>
              </a:ext>
            </a:extLst>
          </p:cNvPr>
          <p:cNvSpPr>
            <a:spLocks xmlns:a="http://schemas.openxmlformats.org/drawingml/2006/main" noGrp="1"/>
          </p:cNvSpPr>
          <p:nvPr/>
        </p:nvSpPr>
        <p:spPr>
          <a:xfrm xmlns:a="http://schemas.openxmlformats.org/drawingml/2006/main">
            <a:off x="9740761" y="3336154"/>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206" name="Editable chart path">
            <a:extLst xmlns:a="http://schemas.openxmlformats.org/drawingml/2006/main">
              <a:ext uri="{FF2B5EF4-FFF2-40B4-BE49-F238E27FC236}">
                <a16:creationId xmlns:a16="http://schemas.microsoft.com/office/drawing/2014/main" id="{242FD088-F03F-4640-B812-14324ECF4E74}"/>
              </a:ext>
            </a:extLst>
          </p:cNvPr>
          <p:cNvSpPr>
            <a:spLocks xmlns:a="http://schemas.openxmlformats.org/drawingml/2006/main" noGrp="1"/>
          </p:cNvSpPr>
          <p:nvPr/>
        </p:nvSpPr>
        <p:spPr>
          <a:xfrm xmlns:a="http://schemas.openxmlformats.org/drawingml/2006/main">
            <a:off x="10062053" y="3470567"/>
            <a:ext cx="95" cy="347895"/>
          </a:xfrm>
          <a:custGeom xmlns:a="http://schemas.openxmlformats.org/drawingml/2006/main">
            <a:pathLst>
              <a:path w="95" h="318948">
                <a:moveTo>
                  <a:pt x="0" y="318948"/>
                </a:moveTo>
                <a:lnTo>
                  <a:pt x="0" y="0"/>
                </a:lnTo>
              </a:path>
            </a:pathLst>
          </a:custGeom>
          <a:noFill xmlns:a="http://schemas.openxmlformats.org/drawingml/2006/main"/>
          <a:ln xmlns:a="http://schemas.openxmlformats.org/drawingml/2006/main" w="15584">
            <a:solidFill>
              <a:srgbClr val="BBD2F3"/>
            </a:solidFill>
            <a:prstDash val="solid"/>
          </a:ln>
        </p:spPr>
      </p:sp>
      <p:sp>
        <p:nvSpPr>
          <p:cNvPr id="207" name="Editable chart path">
            <a:extLst xmlns:a="http://schemas.openxmlformats.org/drawingml/2006/main">
              <a:ext uri="{FF2B5EF4-FFF2-40B4-BE49-F238E27FC236}">
                <a16:creationId xmlns:a16="http://schemas.microsoft.com/office/drawing/2014/main" id="{58B1BDE9-E9F6-4CBC-9966-96849D6264B9}"/>
              </a:ext>
            </a:extLst>
          </p:cNvPr>
          <p:cNvSpPr>
            <a:spLocks xmlns:a="http://schemas.openxmlformats.org/drawingml/2006/main" noGrp="1"/>
          </p:cNvSpPr>
          <p:nvPr/>
        </p:nvSpPr>
        <p:spPr>
          <a:xfrm xmlns:a="http://schemas.openxmlformats.org/drawingml/2006/main">
            <a:off x="10041274" y="3818462"/>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208" name="Editable chart path">
            <a:extLst xmlns:a="http://schemas.openxmlformats.org/drawingml/2006/main">
              <a:ext uri="{FF2B5EF4-FFF2-40B4-BE49-F238E27FC236}">
                <a16:creationId xmlns:a16="http://schemas.microsoft.com/office/drawing/2014/main" id="{450AED9B-E564-48B7-B974-FCA45186817E}"/>
              </a:ext>
            </a:extLst>
          </p:cNvPr>
          <p:cNvSpPr>
            <a:spLocks xmlns:a="http://schemas.openxmlformats.org/drawingml/2006/main" noGrp="1"/>
          </p:cNvSpPr>
          <p:nvPr/>
        </p:nvSpPr>
        <p:spPr>
          <a:xfrm xmlns:a="http://schemas.openxmlformats.org/drawingml/2006/main">
            <a:off x="10041274" y="3470567"/>
            <a:ext cx="41558" cy="95"/>
          </a:xfrm>
          <a:custGeom xmlns:a="http://schemas.openxmlformats.org/drawingml/2006/main">
            <a:pathLst>
              <a:path w="38100" h="95">
                <a:moveTo>
                  <a:pt x="38100" y="0"/>
                </a:moveTo>
                <a:lnTo>
                  <a:pt x="0" y="0"/>
                </a:lnTo>
              </a:path>
            </a:pathLst>
          </a:custGeom>
          <a:solidFill xmlns:a="http://schemas.openxmlformats.org/drawingml/2006/main">
            <a:srgbClr val="BBD2F3"/>
          </a:solidFill>
          <a:ln xmlns:a="http://schemas.openxmlformats.org/drawingml/2006/main" w="10389">
            <a:solidFill>
              <a:srgbClr val="BBD2F3"/>
            </a:solidFill>
            <a:prstDash val="solid"/>
          </a:ln>
        </p:spPr>
      </p:sp>
      <p:sp>
        <p:nvSpPr>
          <p:cNvPr id="209" name="Editable chart path">
            <a:extLst xmlns:a="http://schemas.openxmlformats.org/drawingml/2006/main">
              <a:ext uri="{FF2B5EF4-FFF2-40B4-BE49-F238E27FC236}">
                <a16:creationId xmlns:a16="http://schemas.microsoft.com/office/drawing/2014/main" id="{08E11BC4-4FE4-4135-AEC9-A29DCCBB2590}"/>
              </a:ext>
            </a:extLst>
          </p:cNvPr>
          <p:cNvSpPr>
            <a:spLocks xmlns:a="http://schemas.openxmlformats.org/drawingml/2006/main" noGrp="1"/>
          </p:cNvSpPr>
          <p:nvPr/>
        </p:nvSpPr>
        <p:spPr>
          <a:xfrm xmlns:a="http://schemas.openxmlformats.org/drawingml/2006/main">
            <a:off x="10212310" y="3425386"/>
            <a:ext cx="95" cy="457459"/>
          </a:xfrm>
          <a:custGeom xmlns:a="http://schemas.openxmlformats.org/drawingml/2006/main">
            <a:pathLst>
              <a:path w="95" h="419396">
                <a:moveTo>
                  <a:pt x="0" y="419396"/>
                </a:moveTo>
                <a:lnTo>
                  <a:pt x="0" y="0"/>
                </a:lnTo>
              </a:path>
            </a:pathLst>
          </a:custGeom>
          <a:noFill xmlns:a="http://schemas.openxmlformats.org/drawingml/2006/main"/>
          <a:ln xmlns:a="http://schemas.openxmlformats.org/drawingml/2006/main" w="15584">
            <a:solidFill>
              <a:srgbClr val="2C5EAA"/>
            </a:solidFill>
            <a:prstDash val="solid"/>
          </a:ln>
        </p:spPr>
      </p:sp>
      <p:sp>
        <p:nvSpPr>
          <p:cNvPr id="210" name="Editable chart path">
            <a:extLst xmlns:a="http://schemas.openxmlformats.org/drawingml/2006/main">
              <a:ext uri="{FF2B5EF4-FFF2-40B4-BE49-F238E27FC236}">
                <a16:creationId xmlns:a16="http://schemas.microsoft.com/office/drawing/2014/main" id="{67F63A91-1DAB-477E-B699-19BBF91EC579}"/>
              </a:ext>
            </a:extLst>
          </p:cNvPr>
          <p:cNvSpPr>
            <a:spLocks xmlns:a="http://schemas.openxmlformats.org/drawingml/2006/main" noGrp="1"/>
          </p:cNvSpPr>
          <p:nvPr/>
        </p:nvSpPr>
        <p:spPr>
          <a:xfrm xmlns:a="http://schemas.openxmlformats.org/drawingml/2006/main">
            <a:off x="10191531" y="3882845"/>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211" name="Editable chart path">
            <a:extLst xmlns:a="http://schemas.openxmlformats.org/drawingml/2006/main">
              <a:ext uri="{FF2B5EF4-FFF2-40B4-BE49-F238E27FC236}">
                <a16:creationId xmlns:a16="http://schemas.microsoft.com/office/drawing/2014/main" id="{D0E96E55-9CED-4B87-9EFB-AC28693DACFD}"/>
              </a:ext>
            </a:extLst>
          </p:cNvPr>
          <p:cNvSpPr>
            <a:spLocks xmlns:a="http://schemas.openxmlformats.org/drawingml/2006/main" noGrp="1"/>
          </p:cNvSpPr>
          <p:nvPr/>
        </p:nvSpPr>
        <p:spPr>
          <a:xfrm xmlns:a="http://schemas.openxmlformats.org/drawingml/2006/main">
            <a:off x="10191531" y="3425386"/>
            <a:ext cx="41558" cy="95"/>
          </a:xfrm>
          <a:custGeom xmlns:a="http://schemas.openxmlformats.org/drawingml/2006/main">
            <a:pathLst>
              <a:path w="38100" h="95">
                <a:moveTo>
                  <a:pt x="38100" y="0"/>
                </a:moveTo>
                <a:lnTo>
                  <a:pt x="0" y="0"/>
                </a:lnTo>
              </a:path>
            </a:pathLst>
          </a:custGeom>
          <a:solidFill xmlns:a="http://schemas.openxmlformats.org/drawingml/2006/main">
            <a:srgbClr val="2C5EAA"/>
          </a:solidFill>
          <a:ln xmlns:a="http://schemas.openxmlformats.org/drawingml/2006/main" w="10389">
            <a:solidFill>
              <a:srgbClr val="2C5EAA"/>
            </a:solidFill>
            <a:prstDash val="solid"/>
          </a:ln>
        </p:spPr>
      </p:sp>
      <p:sp>
        <p:nvSpPr>
          <p:cNvPr id="212" name="Editable chart path">
            <a:extLst xmlns:a="http://schemas.openxmlformats.org/drawingml/2006/main">
              <a:ext uri="{FF2B5EF4-FFF2-40B4-BE49-F238E27FC236}">
                <a16:creationId xmlns:a16="http://schemas.microsoft.com/office/drawing/2014/main" id="{CFEFB400-17DD-4848-9E1E-E43432354022}"/>
              </a:ext>
            </a:extLst>
          </p:cNvPr>
          <p:cNvSpPr>
            <a:spLocks xmlns:a="http://schemas.openxmlformats.org/drawingml/2006/main" noGrp="1"/>
          </p:cNvSpPr>
          <p:nvPr/>
        </p:nvSpPr>
        <p:spPr>
          <a:xfrm xmlns:a="http://schemas.openxmlformats.org/drawingml/2006/main">
            <a:off x="10362566" y="3636608"/>
            <a:ext cx="95" cy="983819"/>
          </a:xfrm>
          <a:custGeom xmlns:a="http://schemas.openxmlformats.org/drawingml/2006/main">
            <a:pathLst>
              <a:path w="95" h="901960">
                <a:moveTo>
                  <a:pt x="0" y="901960"/>
                </a:moveTo>
                <a:lnTo>
                  <a:pt x="0" y="0"/>
                </a:lnTo>
              </a:path>
            </a:pathLst>
          </a:custGeom>
          <a:noFill xmlns:a="http://schemas.openxmlformats.org/drawingml/2006/main"/>
          <a:ln xmlns:a="http://schemas.openxmlformats.org/drawingml/2006/main" w="15584">
            <a:solidFill>
              <a:srgbClr val="14295B"/>
            </a:solidFill>
            <a:prstDash val="solid"/>
          </a:ln>
        </p:spPr>
      </p:sp>
      <p:sp>
        <p:nvSpPr>
          <p:cNvPr id="213" name="Editable chart path">
            <a:extLst xmlns:a="http://schemas.openxmlformats.org/drawingml/2006/main">
              <a:ext uri="{FF2B5EF4-FFF2-40B4-BE49-F238E27FC236}">
                <a16:creationId xmlns:a16="http://schemas.microsoft.com/office/drawing/2014/main" id="{41E9F49E-9A47-4DEC-9B90-3B6A59C27880}"/>
              </a:ext>
            </a:extLst>
          </p:cNvPr>
          <p:cNvSpPr>
            <a:spLocks xmlns:a="http://schemas.openxmlformats.org/drawingml/2006/main" noGrp="1"/>
          </p:cNvSpPr>
          <p:nvPr/>
        </p:nvSpPr>
        <p:spPr>
          <a:xfrm xmlns:a="http://schemas.openxmlformats.org/drawingml/2006/main">
            <a:off x="10341787" y="4620428"/>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214" name="Editable chart path">
            <a:extLst xmlns:a="http://schemas.openxmlformats.org/drawingml/2006/main">
              <a:ext uri="{FF2B5EF4-FFF2-40B4-BE49-F238E27FC236}">
                <a16:creationId xmlns:a16="http://schemas.microsoft.com/office/drawing/2014/main" id="{CB255BA9-DB4A-48A5-9EE4-D221209947D2}"/>
              </a:ext>
            </a:extLst>
          </p:cNvPr>
          <p:cNvSpPr>
            <a:spLocks xmlns:a="http://schemas.openxmlformats.org/drawingml/2006/main" noGrp="1"/>
          </p:cNvSpPr>
          <p:nvPr/>
        </p:nvSpPr>
        <p:spPr>
          <a:xfrm xmlns:a="http://schemas.openxmlformats.org/drawingml/2006/main">
            <a:off x="10341787" y="3636608"/>
            <a:ext cx="41558" cy="95"/>
          </a:xfrm>
          <a:custGeom xmlns:a="http://schemas.openxmlformats.org/drawingml/2006/main">
            <a:pathLst>
              <a:path w="38100" h="95">
                <a:moveTo>
                  <a:pt x="38100" y="0"/>
                </a:moveTo>
                <a:lnTo>
                  <a:pt x="0" y="0"/>
                </a:lnTo>
              </a:path>
            </a:pathLst>
          </a:custGeom>
          <a:solidFill xmlns:a="http://schemas.openxmlformats.org/drawingml/2006/main">
            <a:srgbClr val="14295B"/>
          </a:solidFill>
          <a:ln xmlns:a="http://schemas.openxmlformats.org/drawingml/2006/main" w="10389">
            <a:solidFill>
              <a:srgbClr val="14295B"/>
            </a:solidFill>
            <a:prstDash val="solid"/>
          </a:ln>
        </p:spPr>
      </p:sp>
      <p:sp>
        <p:nvSpPr>
          <p:cNvPr id="215" name="Editable chart path">
            <a:extLst xmlns:a="http://schemas.openxmlformats.org/drawingml/2006/main">
              <a:ext uri="{FF2B5EF4-FFF2-40B4-BE49-F238E27FC236}">
                <a16:creationId xmlns:a16="http://schemas.microsoft.com/office/drawing/2014/main" id="{888AACD9-6FEF-4757-A029-FC00D02539FD}"/>
              </a:ext>
            </a:extLst>
          </p:cNvPr>
          <p:cNvSpPr>
            <a:spLocks xmlns:a="http://schemas.openxmlformats.org/drawingml/2006/main" noGrp="1"/>
          </p:cNvSpPr>
          <p:nvPr/>
        </p:nvSpPr>
        <p:spPr>
          <a:xfrm xmlns:a="http://schemas.openxmlformats.org/drawingml/2006/main">
            <a:off x="6891640" y="3628701"/>
            <a:ext cx="3636209"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8312">
            <a:solidFill>
              <a:srgbClr val="5A6683"/>
            </a:solidFill>
            <a:prstDash val="solid"/>
          </a:ln>
        </p:spPr>
      </p:sp>
      <p:sp>
        <p:nvSpPr>
          <p:cNvPr id="216" name="Editable chart path">
            <a:extLst xmlns:a="http://schemas.openxmlformats.org/drawingml/2006/main">
              <a:ext uri="{FF2B5EF4-FFF2-40B4-BE49-F238E27FC236}">
                <a16:creationId xmlns:a16="http://schemas.microsoft.com/office/drawing/2014/main" id="{89B0707D-81D4-40CF-A4A9-5D9A1719797E}"/>
              </a:ext>
            </a:extLst>
          </p:cNvPr>
          <p:cNvSpPr>
            <a:spLocks xmlns:a="http://schemas.openxmlformats.org/drawingml/2006/main" noGrp="1"/>
          </p:cNvSpPr>
          <p:nvPr/>
        </p:nvSpPr>
        <p:spPr>
          <a:xfrm xmlns:a="http://schemas.openxmlformats.org/drawingml/2006/main">
            <a:off x="6891640" y="2499173"/>
            <a:ext cx="3636209"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8312">
            <a:solidFill>
              <a:srgbClr val="5A6683"/>
            </a:solidFill>
            <a:prstDash val="dash"/>
          </a:ln>
        </p:spPr>
      </p:sp>
      <p:sp>
        <p:nvSpPr>
          <p:cNvPr id="217" name="Editable chart path">
            <a:extLst xmlns:a="http://schemas.openxmlformats.org/drawingml/2006/main">
              <a:ext uri="{FF2B5EF4-FFF2-40B4-BE49-F238E27FC236}">
                <a16:creationId xmlns:a16="http://schemas.microsoft.com/office/drawing/2014/main" id="{B5514774-3500-4ADB-8C3B-0E1A516E1378}"/>
              </a:ext>
            </a:extLst>
          </p:cNvPr>
          <p:cNvSpPr>
            <a:spLocks xmlns:a="http://schemas.openxmlformats.org/drawingml/2006/main" noGrp="1"/>
          </p:cNvSpPr>
          <p:nvPr/>
        </p:nvSpPr>
        <p:spPr>
          <a:xfrm xmlns:a="http://schemas.openxmlformats.org/drawingml/2006/main">
            <a:off x="7030948" y="3394895"/>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10389">
            <a:solidFill>
              <a:srgbClr val="BBD2F3"/>
            </a:solidFill>
            <a:prstDash val="solid"/>
          </a:ln>
        </p:spPr>
      </p:sp>
      <p:sp>
        <p:nvSpPr>
          <p:cNvPr id="218" name="Editable chart path">
            <a:extLst xmlns:a="http://schemas.openxmlformats.org/drawingml/2006/main">
              <a:ext uri="{FF2B5EF4-FFF2-40B4-BE49-F238E27FC236}">
                <a16:creationId xmlns:a16="http://schemas.microsoft.com/office/drawing/2014/main" id="{278F2E3B-1B7B-48AA-A5CE-01043A54F799}"/>
              </a:ext>
            </a:extLst>
          </p:cNvPr>
          <p:cNvSpPr>
            <a:spLocks xmlns:a="http://schemas.openxmlformats.org/drawingml/2006/main" noGrp="1"/>
          </p:cNvSpPr>
          <p:nvPr/>
        </p:nvSpPr>
        <p:spPr>
          <a:xfrm xmlns:a="http://schemas.openxmlformats.org/drawingml/2006/main">
            <a:off x="7181205" y="3784582"/>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389">
            <a:solidFill>
              <a:srgbClr val="2C5EAA"/>
            </a:solidFill>
            <a:prstDash val="solid"/>
          </a:ln>
        </p:spPr>
      </p:sp>
      <p:sp>
        <p:nvSpPr>
          <p:cNvPr id="219" name="Editable chart path">
            <a:extLst xmlns:a="http://schemas.openxmlformats.org/drawingml/2006/main">
              <a:ext uri="{FF2B5EF4-FFF2-40B4-BE49-F238E27FC236}">
                <a16:creationId xmlns:a16="http://schemas.microsoft.com/office/drawing/2014/main" id="{C8DA2399-809F-4CBE-BAAC-8A732F05EFB5}"/>
              </a:ext>
            </a:extLst>
          </p:cNvPr>
          <p:cNvSpPr>
            <a:spLocks xmlns:a="http://schemas.openxmlformats.org/drawingml/2006/main" noGrp="1"/>
          </p:cNvSpPr>
          <p:nvPr/>
        </p:nvSpPr>
        <p:spPr>
          <a:xfrm xmlns:a="http://schemas.openxmlformats.org/drawingml/2006/main">
            <a:off x="7331461" y="4060187"/>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389">
            <a:solidFill>
              <a:srgbClr val="14295B"/>
            </a:solidFill>
            <a:prstDash val="solid"/>
          </a:ln>
        </p:spPr>
      </p:sp>
      <p:sp>
        <p:nvSpPr>
          <p:cNvPr id="220" name="Editable chart path">
            <a:extLst xmlns:a="http://schemas.openxmlformats.org/drawingml/2006/main">
              <a:ext uri="{FF2B5EF4-FFF2-40B4-BE49-F238E27FC236}">
                <a16:creationId xmlns:a16="http://schemas.microsoft.com/office/drawing/2014/main" id="{B34A1DC3-5A8C-4FF6-A7A6-2AFB8DEEBC00}"/>
              </a:ext>
            </a:extLst>
          </p:cNvPr>
          <p:cNvSpPr>
            <a:spLocks xmlns:a="http://schemas.openxmlformats.org/drawingml/2006/main" noGrp="1"/>
          </p:cNvSpPr>
          <p:nvPr/>
        </p:nvSpPr>
        <p:spPr>
          <a:xfrm xmlns:a="http://schemas.openxmlformats.org/drawingml/2006/main">
            <a:off x="7631974" y="3412967"/>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10389">
            <a:solidFill>
              <a:srgbClr val="BBD2F3"/>
            </a:solidFill>
            <a:prstDash val="solid"/>
          </a:ln>
        </p:spPr>
      </p:sp>
      <p:sp>
        <p:nvSpPr>
          <p:cNvPr id="221" name="Editable chart path">
            <a:extLst xmlns:a="http://schemas.openxmlformats.org/drawingml/2006/main">
              <a:ext uri="{FF2B5EF4-FFF2-40B4-BE49-F238E27FC236}">
                <a16:creationId xmlns:a16="http://schemas.microsoft.com/office/drawing/2014/main" id="{F3D6ACC5-79C7-4A3A-A44E-77EA2C129FB1}"/>
              </a:ext>
            </a:extLst>
          </p:cNvPr>
          <p:cNvSpPr>
            <a:spLocks xmlns:a="http://schemas.openxmlformats.org/drawingml/2006/main" noGrp="1"/>
          </p:cNvSpPr>
          <p:nvPr/>
        </p:nvSpPr>
        <p:spPr>
          <a:xfrm xmlns:a="http://schemas.openxmlformats.org/drawingml/2006/main">
            <a:off x="7782231" y="3948364"/>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389">
            <a:solidFill>
              <a:srgbClr val="2C5EAA"/>
            </a:solidFill>
            <a:prstDash val="solid"/>
          </a:ln>
        </p:spPr>
      </p:sp>
      <p:sp>
        <p:nvSpPr>
          <p:cNvPr id="222" name="Editable chart path">
            <a:extLst xmlns:a="http://schemas.openxmlformats.org/drawingml/2006/main">
              <a:ext uri="{FF2B5EF4-FFF2-40B4-BE49-F238E27FC236}">
                <a16:creationId xmlns:a16="http://schemas.microsoft.com/office/drawing/2014/main" id="{A0805742-D3EE-4BDD-951F-FDE17D1EA843}"/>
              </a:ext>
            </a:extLst>
          </p:cNvPr>
          <p:cNvSpPr>
            <a:spLocks xmlns:a="http://schemas.openxmlformats.org/drawingml/2006/main" noGrp="1"/>
          </p:cNvSpPr>
          <p:nvPr/>
        </p:nvSpPr>
        <p:spPr>
          <a:xfrm xmlns:a="http://schemas.openxmlformats.org/drawingml/2006/main">
            <a:off x="7932488" y="4432931"/>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389">
            <a:solidFill>
              <a:srgbClr val="14295B"/>
            </a:solidFill>
            <a:prstDash val="solid"/>
          </a:ln>
        </p:spPr>
      </p:sp>
      <p:sp>
        <p:nvSpPr>
          <p:cNvPr id="223" name="Editable chart path">
            <a:extLst xmlns:a="http://schemas.openxmlformats.org/drawingml/2006/main">
              <a:ext uri="{FF2B5EF4-FFF2-40B4-BE49-F238E27FC236}">
                <a16:creationId xmlns:a16="http://schemas.microsoft.com/office/drawing/2014/main" id="{56329603-22C4-4275-9945-11A1D2D912BF}"/>
              </a:ext>
            </a:extLst>
          </p:cNvPr>
          <p:cNvSpPr>
            <a:spLocks xmlns:a="http://schemas.openxmlformats.org/drawingml/2006/main" noGrp="1"/>
          </p:cNvSpPr>
          <p:nvPr/>
        </p:nvSpPr>
        <p:spPr>
          <a:xfrm xmlns:a="http://schemas.openxmlformats.org/drawingml/2006/main">
            <a:off x="8233001" y="3396024"/>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10389">
            <a:solidFill>
              <a:srgbClr val="BBD2F3"/>
            </a:solidFill>
            <a:prstDash val="solid"/>
          </a:ln>
        </p:spPr>
      </p:sp>
      <p:sp>
        <p:nvSpPr>
          <p:cNvPr id="224" name="Editable chart path">
            <a:extLst xmlns:a="http://schemas.openxmlformats.org/drawingml/2006/main">
              <a:ext uri="{FF2B5EF4-FFF2-40B4-BE49-F238E27FC236}">
                <a16:creationId xmlns:a16="http://schemas.microsoft.com/office/drawing/2014/main" id="{9A0ED581-D5CA-48EE-A174-C7DA82779145}"/>
              </a:ext>
            </a:extLst>
          </p:cNvPr>
          <p:cNvSpPr>
            <a:spLocks xmlns:a="http://schemas.openxmlformats.org/drawingml/2006/main" noGrp="1"/>
          </p:cNvSpPr>
          <p:nvPr/>
        </p:nvSpPr>
        <p:spPr>
          <a:xfrm xmlns:a="http://schemas.openxmlformats.org/drawingml/2006/main">
            <a:off x="8383257" y="3797007"/>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389">
            <a:solidFill>
              <a:srgbClr val="2C5EAA"/>
            </a:solidFill>
            <a:prstDash val="solid"/>
          </a:ln>
        </p:spPr>
      </p:sp>
      <p:sp>
        <p:nvSpPr>
          <p:cNvPr id="225" name="Editable chart path">
            <a:extLst xmlns:a="http://schemas.openxmlformats.org/drawingml/2006/main">
              <a:ext uri="{FF2B5EF4-FFF2-40B4-BE49-F238E27FC236}">
                <a16:creationId xmlns:a16="http://schemas.microsoft.com/office/drawing/2014/main" id="{979C65B0-5E53-4358-B1A2-1E1D347738FE}"/>
              </a:ext>
            </a:extLst>
          </p:cNvPr>
          <p:cNvSpPr>
            <a:spLocks xmlns:a="http://schemas.openxmlformats.org/drawingml/2006/main" noGrp="1"/>
          </p:cNvSpPr>
          <p:nvPr/>
        </p:nvSpPr>
        <p:spPr>
          <a:xfrm xmlns:a="http://schemas.openxmlformats.org/drawingml/2006/main">
            <a:off x="8533514" y="3912219"/>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389">
            <a:solidFill>
              <a:srgbClr val="14295B"/>
            </a:solidFill>
            <a:prstDash val="solid"/>
          </a:ln>
        </p:spPr>
      </p:sp>
      <p:sp>
        <p:nvSpPr>
          <p:cNvPr id="226" name="Editable chart path">
            <a:extLst xmlns:a="http://schemas.openxmlformats.org/drawingml/2006/main">
              <a:ext uri="{FF2B5EF4-FFF2-40B4-BE49-F238E27FC236}">
                <a16:creationId xmlns:a16="http://schemas.microsoft.com/office/drawing/2014/main" id="{D4CBEAF5-96F7-41ED-8C04-B7366A16098F}"/>
              </a:ext>
            </a:extLst>
          </p:cNvPr>
          <p:cNvSpPr>
            <a:spLocks xmlns:a="http://schemas.openxmlformats.org/drawingml/2006/main" noGrp="1"/>
          </p:cNvSpPr>
          <p:nvPr/>
        </p:nvSpPr>
        <p:spPr>
          <a:xfrm xmlns:a="http://schemas.openxmlformats.org/drawingml/2006/main">
            <a:off x="8834027" y="3477350"/>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10389">
            <a:solidFill>
              <a:srgbClr val="BBD2F3"/>
            </a:solidFill>
            <a:prstDash val="solid"/>
          </a:ln>
        </p:spPr>
      </p:sp>
      <p:sp>
        <p:nvSpPr>
          <p:cNvPr id="227" name="Editable chart path">
            <a:extLst xmlns:a="http://schemas.openxmlformats.org/drawingml/2006/main">
              <a:ext uri="{FF2B5EF4-FFF2-40B4-BE49-F238E27FC236}">
                <a16:creationId xmlns:a16="http://schemas.microsoft.com/office/drawing/2014/main" id="{7B4911EC-B7D9-4174-9F35-814604F485E7}"/>
              </a:ext>
            </a:extLst>
          </p:cNvPr>
          <p:cNvSpPr>
            <a:spLocks xmlns:a="http://schemas.openxmlformats.org/drawingml/2006/main" noGrp="1"/>
          </p:cNvSpPr>
          <p:nvPr/>
        </p:nvSpPr>
        <p:spPr>
          <a:xfrm xmlns:a="http://schemas.openxmlformats.org/drawingml/2006/main">
            <a:off x="8984284" y="3793618"/>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389">
            <a:solidFill>
              <a:srgbClr val="2C5EAA"/>
            </a:solidFill>
            <a:prstDash val="solid"/>
          </a:ln>
        </p:spPr>
      </p:sp>
      <p:sp>
        <p:nvSpPr>
          <p:cNvPr id="228" name="Editable chart path">
            <a:extLst xmlns:a="http://schemas.openxmlformats.org/drawingml/2006/main">
              <a:ext uri="{FF2B5EF4-FFF2-40B4-BE49-F238E27FC236}">
                <a16:creationId xmlns:a16="http://schemas.microsoft.com/office/drawing/2014/main" id="{9F3A92CF-F321-4116-879C-CD06ECDF9470}"/>
              </a:ext>
            </a:extLst>
          </p:cNvPr>
          <p:cNvSpPr>
            <a:spLocks xmlns:a="http://schemas.openxmlformats.org/drawingml/2006/main" noGrp="1"/>
          </p:cNvSpPr>
          <p:nvPr/>
        </p:nvSpPr>
        <p:spPr>
          <a:xfrm xmlns:a="http://schemas.openxmlformats.org/drawingml/2006/main">
            <a:off x="9134540" y="3964177"/>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389">
            <a:solidFill>
              <a:srgbClr val="14295B"/>
            </a:solidFill>
            <a:prstDash val="solid"/>
          </a:ln>
        </p:spPr>
      </p:sp>
      <p:sp>
        <p:nvSpPr>
          <p:cNvPr id="229" name="Editable chart path">
            <a:extLst xmlns:a="http://schemas.openxmlformats.org/drawingml/2006/main">
              <a:ext uri="{FF2B5EF4-FFF2-40B4-BE49-F238E27FC236}">
                <a16:creationId xmlns:a16="http://schemas.microsoft.com/office/drawing/2014/main" id="{FED5F9BB-FDAD-4EEA-B183-39F2E91EE60F}"/>
              </a:ext>
            </a:extLst>
          </p:cNvPr>
          <p:cNvSpPr>
            <a:spLocks xmlns:a="http://schemas.openxmlformats.org/drawingml/2006/main" noGrp="1"/>
          </p:cNvSpPr>
          <p:nvPr/>
        </p:nvSpPr>
        <p:spPr>
          <a:xfrm xmlns:a="http://schemas.openxmlformats.org/drawingml/2006/main">
            <a:off x="9435053" y="3602728"/>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10389">
            <a:solidFill>
              <a:srgbClr val="BBD2F3"/>
            </a:solidFill>
            <a:prstDash val="solid"/>
          </a:ln>
        </p:spPr>
      </p:sp>
      <p:sp>
        <p:nvSpPr>
          <p:cNvPr id="230" name="Editable chart path">
            <a:extLst xmlns:a="http://schemas.openxmlformats.org/drawingml/2006/main">
              <a:ext uri="{FF2B5EF4-FFF2-40B4-BE49-F238E27FC236}">
                <a16:creationId xmlns:a16="http://schemas.microsoft.com/office/drawing/2014/main" id="{208774C9-436A-4753-9A0D-28EED642FD00}"/>
              </a:ext>
            </a:extLst>
          </p:cNvPr>
          <p:cNvSpPr>
            <a:spLocks xmlns:a="http://schemas.openxmlformats.org/drawingml/2006/main" noGrp="1"/>
          </p:cNvSpPr>
          <p:nvPr/>
        </p:nvSpPr>
        <p:spPr>
          <a:xfrm xmlns:a="http://schemas.openxmlformats.org/drawingml/2006/main">
            <a:off x="9585310" y="3687442"/>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389">
            <a:solidFill>
              <a:srgbClr val="2C5EAA"/>
            </a:solidFill>
            <a:prstDash val="solid"/>
          </a:ln>
        </p:spPr>
      </p:sp>
      <p:sp>
        <p:nvSpPr>
          <p:cNvPr id="231" name="Editable chart path">
            <a:extLst xmlns:a="http://schemas.openxmlformats.org/drawingml/2006/main">
              <a:ext uri="{FF2B5EF4-FFF2-40B4-BE49-F238E27FC236}">
                <a16:creationId xmlns:a16="http://schemas.microsoft.com/office/drawing/2014/main" id="{E2EBB4E7-3F41-4962-A564-BF2EC851F6D2}"/>
              </a:ext>
            </a:extLst>
          </p:cNvPr>
          <p:cNvSpPr>
            <a:spLocks xmlns:a="http://schemas.openxmlformats.org/drawingml/2006/main" noGrp="1"/>
          </p:cNvSpPr>
          <p:nvPr/>
        </p:nvSpPr>
        <p:spPr>
          <a:xfrm xmlns:a="http://schemas.openxmlformats.org/drawingml/2006/main">
            <a:off x="9735566" y="3581267"/>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389">
            <a:solidFill>
              <a:srgbClr val="14295B"/>
            </a:solidFill>
            <a:prstDash val="solid"/>
          </a:ln>
        </p:spPr>
      </p:sp>
      <p:sp>
        <p:nvSpPr>
          <p:cNvPr id="232" name="Editable chart path">
            <a:extLst xmlns:a="http://schemas.openxmlformats.org/drawingml/2006/main">
              <a:ext uri="{FF2B5EF4-FFF2-40B4-BE49-F238E27FC236}">
                <a16:creationId xmlns:a16="http://schemas.microsoft.com/office/drawing/2014/main" id="{A0DE2CB2-D7BF-454C-98B5-83B14EED55BA}"/>
              </a:ext>
            </a:extLst>
          </p:cNvPr>
          <p:cNvSpPr>
            <a:spLocks xmlns:a="http://schemas.openxmlformats.org/drawingml/2006/main" noGrp="1"/>
          </p:cNvSpPr>
          <p:nvPr/>
        </p:nvSpPr>
        <p:spPr>
          <a:xfrm xmlns:a="http://schemas.openxmlformats.org/drawingml/2006/main">
            <a:off x="10036080" y="3616282"/>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BBD2F3"/>
          </a:solidFill>
          <a:ln xmlns:a="http://schemas.openxmlformats.org/drawingml/2006/main" w="10389">
            <a:solidFill>
              <a:srgbClr val="BBD2F3"/>
            </a:solidFill>
            <a:prstDash val="solid"/>
          </a:ln>
        </p:spPr>
      </p:sp>
      <p:sp>
        <p:nvSpPr>
          <p:cNvPr id="233" name="Editable chart path">
            <a:extLst xmlns:a="http://schemas.openxmlformats.org/drawingml/2006/main">
              <a:ext uri="{FF2B5EF4-FFF2-40B4-BE49-F238E27FC236}">
                <a16:creationId xmlns:a16="http://schemas.microsoft.com/office/drawing/2014/main" id="{814F86A6-E11F-4128-93AC-BEF318A930DE}"/>
              </a:ext>
            </a:extLst>
          </p:cNvPr>
          <p:cNvSpPr>
            <a:spLocks xmlns:a="http://schemas.openxmlformats.org/drawingml/2006/main" noGrp="1"/>
          </p:cNvSpPr>
          <p:nvPr/>
        </p:nvSpPr>
        <p:spPr>
          <a:xfrm xmlns:a="http://schemas.openxmlformats.org/drawingml/2006/main">
            <a:off x="10186336" y="3659204"/>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2C5EAA"/>
          </a:solidFill>
          <a:ln xmlns:a="http://schemas.openxmlformats.org/drawingml/2006/main" w="10389">
            <a:solidFill>
              <a:srgbClr val="2C5EAA"/>
            </a:solidFill>
            <a:prstDash val="solid"/>
          </a:ln>
        </p:spPr>
      </p:sp>
      <p:sp>
        <p:nvSpPr>
          <p:cNvPr id="234" name="Editable chart path">
            <a:extLst xmlns:a="http://schemas.openxmlformats.org/drawingml/2006/main">
              <a:ext uri="{FF2B5EF4-FFF2-40B4-BE49-F238E27FC236}">
                <a16:creationId xmlns:a16="http://schemas.microsoft.com/office/drawing/2014/main" id="{CC90BB14-42B1-4F21-A9A9-48CA31BA90F3}"/>
              </a:ext>
            </a:extLst>
          </p:cNvPr>
          <p:cNvSpPr>
            <a:spLocks xmlns:a="http://schemas.openxmlformats.org/drawingml/2006/main" noGrp="1"/>
          </p:cNvSpPr>
          <p:nvPr/>
        </p:nvSpPr>
        <p:spPr>
          <a:xfrm xmlns:a="http://schemas.openxmlformats.org/drawingml/2006/main">
            <a:off x="10336593" y="4079389"/>
            <a:ext cx="51947" cy="51947"/>
          </a:xfrm>
          <a:custGeom xmlns:a="http://schemas.openxmlformats.org/drawingml/2006/main">
            <a:pathLst>
              <a:path w="47625" h="47625">
                <a:moveTo>
                  <a:pt x="23813" y="47625"/>
                </a:moveTo>
                <a:cubicBezTo>
                  <a:pt x="30128" y="47625"/>
                  <a:pt x="36185" y="45116"/>
                  <a:pt x="40650" y="40650"/>
                </a:cubicBezTo>
                <a:cubicBezTo>
                  <a:pt x="45116" y="36185"/>
                  <a:pt x="47625" y="30128"/>
                  <a:pt x="47625" y="23813"/>
                </a:cubicBezTo>
                <a:cubicBezTo>
                  <a:pt x="47625" y="17497"/>
                  <a:pt x="45116" y="11440"/>
                  <a:pt x="40650" y="6975"/>
                </a:cubicBezTo>
                <a:cubicBezTo>
                  <a:pt x="36185" y="2509"/>
                  <a:pt x="30128" y="0"/>
                  <a:pt x="23813" y="0"/>
                </a:cubicBezTo>
                <a:cubicBezTo>
                  <a:pt x="17497" y="0"/>
                  <a:pt x="11440" y="2509"/>
                  <a:pt x="6975" y="6975"/>
                </a:cubicBezTo>
                <a:cubicBezTo>
                  <a:pt x="2509" y="11440"/>
                  <a:pt x="0" y="17497"/>
                  <a:pt x="0" y="23813"/>
                </a:cubicBezTo>
                <a:cubicBezTo>
                  <a:pt x="0" y="30128"/>
                  <a:pt x="2509" y="36185"/>
                  <a:pt x="6975" y="40650"/>
                </a:cubicBezTo>
                <a:cubicBezTo>
                  <a:pt x="11440" y="45116"/>
                  <a:pt x="17497" y="47625"/>
                  <a:pt x="23813" y="47625"/>
                </a:cubicBezTo>
                <a:close/>
              </a:path>
            </a:pathLst>
          </a:custGeom>
          <a:solidFill xmlns:a="http://schemas.openxmlformats.org/drawingml/2006/main">
            <a:srgbClr val="14295B"/>
          </a:solidFill>
          <a:ln xmlns:a="http://schemas.openxmlformats.org/drawingml/2006/main" w="10389">
            <a:solidFill>
              <a:srgbClr val="14295B"/>
            </a:solidFill>
            <a:prstDash val="solid"/>
          </a:ln>
        </p:spPr>
      </p:sp>
      <p:sp>
        <p:nvSpPr>
          <p:cNvPr id="235" name="Editable chart path">
            <a:extLst xmlns:a="http://schemas.openxmlformats.org/drawingml/2006/main">
              <a:ext uri="{FF2B5EF4-FFF2-40B4-BE49-F238E27FC236}">
                <a16:creationId xmlns:a16="http://schemas.microsoft.com/office/drawing/2014/main" id="{72BE1FDC-5F94-4D31-8746-E56B37E0C5E0}"/>
              </a:ext>
            </a:extLst>
          </p:cNvPr>
          <p:cNvSpPr>
            <a:spLocks xmlns:a="http://schemas.openxmlformats.org/drawingml/2006/main" noGrp="1"/>
          </p:cNvSpPr>
          <p:nvPr/>
        </p:nvSpPr>
        <p:spPr>
          <a:xfrm xmlns:a="http://schemas.openxmlformats.org/drawingml/2006/main">
            <a:off x="6891640" y="2381250"/>
            <a:ext cx="95" cy="2594301"/>
          </a:xfrm>
          <a:custGeom xmlns:a="http://schemas.openxmlformats.org/drawingml/2006/main">
            <a:pathLst>
              <a:path w="95" h="2378440">
                <a:moveTo>
                  <a:pt x="0" y="2378440"/>
                </a:moveTo>
                <a:lnTo>
                  <a:pt x="0" y="0"/>
                </a:lnTo>
              </a:path>
            </a:pathLst>
          </a:custGeom>
          <a:noFill xmlns:a="http://schemas.openxmlformats.org/drawingml/2006/main"/>
          <a:ln xmlns:a="http://schemas.openxmlformats.org/drawingml/2006/main" w="8312">
            <a:solidFill>
              <a:srgbClr val="5A6683"/>
            </a:solidFill>
            <a:prstDash val="solid"/>
          </a:ln>
        </p:spPr>
      </p:sp>
      <p:sp>
        <p:nvSpPr>
          <p:cNvPr id="236" name="Editable chart path">
            <a:extLst xmlns:a="http://schemas.openxmlformats.org/drawingml/2006/main">
              <a:ext uri="{FF2B5EF4-FFF2-40B4-BE49-F238E27FC236}">
                <a16:creationId xmlns:a16="http://schemas.microsoft.com/office/drawing/2014/main" id="{2257BE4E-CB45-4A09-ADBB-B8F13B0B391F}"/>
              </a:ext>
            </a:extLst>
          </p:cNvPr>
          <p:cNvSpPr>
            <a:spLocks xmlns:a="http://schemas.openxmlformats.org/drawingml/2006/main" noGrp="1"/>
          </p:cNvSpPr>
          <p:nvPr/>
        </p:nvSpPr>
        <p:spPr>
          <a:xfrm xmlns:a="http://schemas.openxmlformats.org/drawingml/2006/main">
            <a:off x="6891640" y="4975551"/>
            <a:ext cx="3636209" cy="95"/>
          </a:xfrm>
          <a:custGeom xmlns:a="http://schemas.openxmlformats.org/drawingml/2006/main">
            <a:pathLst>
              <a:path w="3333655" h="95">
                <a:moveTo>
                  <a:pt x="0" y="0"/>
                </a:moveTo>
                <a:lnTo>
                  <a:pt x="3333655" y="0"/>
                </a:lnTo>
              </a:path>
            </a:pathLst>
          </a:custGeom>
          <a:noFill xmlns:a="http://schemas.openxmlformats.org/drawingml/2006/main"/>
          <a:ln xmlns:a="http://schemas.openxmlformats.org/drawingml/2006/main" w="8312">
            <a:solidFill>
              <a:srgbClr val="5A6683"/>
            </a:solidFill>
            <a:prstDash val="solid"/>
          </a:ln>
        </p:spPr>
      </p:sp>
      <p:sp>
        <p:nvSpPr>
          <p:cNvPr id="237" name="">
            <a:extLst xmlns:a="http://schemas.openxmlformats.org/drawingml/2006/main">
              <a:ext uri="{FF2B5EF4-FFF2-40B4-BE49-F238E27FC236}">
                <a16:creationId xmlns:a16="http://schemas.microsoft.com/office/drawing/2014/main" id="{A48D2685-DDDD-4DB3-813B-340C68B719F9}"/>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BBD2F3"/>
          </a:solidFill>
          <a:ln xmlns:a="http://schemas.openxmlformats.org/drawingml/2006/main" w="0">
            <a:noFill/>
          </a:ln>
        </p:spPr>
      </p:sp>
      <p:sp>
        <p:nvSpPr>
          <p:cNvPr id="238" name="">
            <a:extLst xmlns:a="http://schemas.openxmlformats.org/drawingml/2006/main">
              <a:ext uri="{FF2B5EF4-FFF2-40B4-BE49-F238E27FC236}">
                <a16:creationId xmlns:a16="http://schemas.microsoft.com/office/drawing/2014/main" id="{1F32DF5C-F02E-45A9-BB37-E1771185B052}"/>
              </a:ext>
            </a:extLst>
          </p:cNvPr>
          <p:cNvSpPr>
            <a:spLocks xmlns:a="http://schemas.openxmlformats.org/drawingml/2006/main" noGrp="1"/>
          </p:cNvSpPr>
          <p:nvPr/>
        </p:nvSpPr>
        <p:spPr>
          <a:xfrm xmlns:a="http://schemas.openxmlformats.org/drawingml/2006/main">
            <a:off x="6562725" y="5334000"/>
            <a:ext cx="68199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 km cells</a:t>
            </a:r>
          </a:p>
        </p:txBody>
      </p:sp>
      <p:sp>
        <p:nvSpPr>
          <p:cNvPr id="239" name="">
            <a:extLst xmlns:a="http://schemas.openxmlformats.org/drawingml/2006/main">
              <a:ext uri="{FF2B5EF4-FFF2-40B4-BE49-F238E27FC236}">
                <a16:creationId xmlns:a16="http://schemas.microsoft.com/office/drawing/2014/main" id="{06C37C63-BB55-4B80-BC8F-477C8D6E99CD}"/>
              </a:ext>
            </a:extLst>
          </p:cNvPr>
          <p:cNvSpPr>
            <a:spLocks xmlns:a="http://schemas.openxmlformats.org/drawingml/2006/main" noGrp="1"/>
          </p:cNvSpPr>
          <p:nvPr/>
        </p:nvSpPr>
        <p:spPr>
          <a:xfrm xmlns:a="http://schemas.openxmlformats.org/drawingml/2006/main">
            <a:off x="745426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240" name="">
            <a:extLst xmlns:a="http://schemas.openxmlformats.org/drawingml/2006/main">
              <a:ext uri="{FF2B5EF4-FFF2-40B4-BE49-F238E27FC236}">
                <a16:creationId xmlns:a16="http://schemas.microsoft.com/office/drawing/2014/main" id="{6FE8FC2E-7F95-4EA5-AABD-3C584A737540}"/>
              </a:ext>
            </a:extLst>
          </p:cNvPr>
          <p:cNvSpPr>
            <a:spLocks xmlns:a="http://schemas.openxmlformats.org/drawingml/2006/main" noGrp="1"/>
          </p:cNvSpPr>
          <p:nvPr/>
        </p:nvSpPr>
        <p:spPr>
          <a:xfrm xmlns:a="http://schemas.openxmlformats.org/drawingml/2006/main">
            <a:off x="7682865" y="5334000"/>
            <a:ext cx="85629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2 km blocks</a:t>
            </a:r>
          </a:p>
        </p:txBody>
      </p:sp>
      <p:sp>
        <p:nvSpPr>
          <p:cNvPr id="241" name="">
            <a:extLst xmlns:a="http://schemas.openxmlformats.org/drawingml/2006/main">
              <a:ext uri="{FF2B5EF4-FFF2-40B4-BE49-F238E27FC236}">
                <a16:creationId xmlns:a16="http://schemas.microsoft.com/office/drawing/2014/main" id="{DAC14E03-04F4-439C-A78A-A9A17D08EF13}"/>
              </a:ext>
            </a:extLst>
          </p:cNvPr>
          <p:cNvSpPr>
            <a:spLocks xmlns:a="http://schemas.openxmlformats.org/drawingml/2006/main" noGrp="1"/>
          </p:cNvSpPr>
          <p:nvPr/>
        </p:nvSpPr>
        <p:spPr>
          <a:xfrm xmlns:a="http://schemas.openxmlformats.org/drawingml/2006/main">
            <a:off x="8748713" y="5400675"/>
            <a:ext cx="161925" cy="47625"/>
          </a:xfrm>
          <a:prstGeom xmlns:a="http://schemas.openxmlformats.org/drawingml/2006/main" prst="rect">
            <a:avLst/>
          </a:prstGeom>
          <a:solidFill xmlns:a="http://schemas.openxmlformats.org/drawingml/2006/main">
            <a:srgbClr val="14295B"/>
          </a:solidFill>
          <a:ln xmlns:a="http://schemas.openxmlformats.org/drawingml/2006/main" w="0">
            <a:noFill/>
          </a:ln>
        </p:spPr>
      </p:sp>
      <p:sp>
        <p:nvSpPr>
          <p:cNvPr id="242" name="">
            <a:extLst xmlns:a="http://schemas.openxmlformats.org/drawingml/2006/main">
              <a:ext uri="{FF2B5EF4-FFF2-40B4-BE49-F238E27FC236}">
                <a16:creationId xmlns:a16="http://schemas.microsoft.com/office/drawing/2014/main" id="{46CFE329-4B2E-4B3C-AFE8-27485196C9AE}"/>
              </a:ext>
            </a:extLst>
          </p:cNvPr>
          <p:cNvSpPr>
            <a:spLocks xmlns:a="http://schemas.openxmlformats.org/drawingml/2006/main" noGrp="1"/>
          </p:cNvSpPr>
          <p:nvPr/>
        </p:nvSpPr>
        <p:spPr>
          <a:xfrm xmlns:a="http://schemas.openxmlformats.org/drawingml/2006/main">
            <a:off x="8977313" y="5334000"/>
            <a:ext cx="108737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Planning areas</a:t>
            </a:r>
          </a:p>
        </p:txBody>
      </p:sp>
    </p:spTree>
    <p:extLst>
      <p:ext uri="{BB962C8B-B14F-4D97-AF65-F5344CB8AC3E}">
        <p14:creationId xmlns:p14="http://schemas.microsoft.com/office/powerpoint/2010/main" val="597896415"/>
      </p:ext>
    </p:extLst>
  </p:cSld>
</p:sld>
</file>

<file path=ppt/slides/slide71.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REGIONAL FORECASTING ON OCTOBER 2026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Two storm onsets fail the minimum-eight-onset power rule. Storm gains remain descriptive.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71</a:t>
            </a:r>
            <a:endParaRPr sz="1200"/>
          </a:p>
        </p:txBody>
      </p:sp>
      <p:sp>
        <p:nvSpPr>
          <p:cNvPr id="14" name="">
            <a:extLst xmlns:a="http://schemas.openxmlformats.org/drawingml/2006/main">
              <a:ext uri="{FF2B5EF4-FFF2-40B4-BE49-F238E27FC236}">
                <a16:creationId xmlns:a16="http://schemas.microsoft.com/office/drawing/2014/main" id="{1FF8316D-EC29-46BB-86AB-A8F7C2EFB1CD}"/>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30EFCD70-282E-434B-8EE9-CCB20EEF4FB0}"/>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30 min: log-relative vacant count</a:t>
            </a:r>
          </a:p>
        </p:txBody>
      </p:sp>
      <p:sp>
        <p:nvSpPr>
          <p:cNvPr id="16" name="Editable chart path">
            <a:extLst xmlns:a="http://schemas.openxmlformats.org/drawingml/2006/main">
              <a:ext uri="{FF2B5EF4-FFF2-40B4-BE49-F238E27FC236}">
                <a16:creationId xmlns:a16="http://schemas.microsoft.com/office/drawing/2014/main" id="{DA7DAA0E-BDFF-41D1-B51A-25D863BA0F11}"/>
              </a:ext>
            </a:extLst>
          </p:cNvPr>
          <p:cNvSpPr>
            <a:spLocks xmlns:a="http://schemas.openxmlformats.org/drawingml/2006/main" noGrp="1"/>
          </p:cNvSpPr>
          <p:nvPr/>
        </p:nvSpPr>
        <p:spPr>
          <a:xfrm xmlns:a="http://schemas.openxmlformats.org/drawingml/2006/main">
            <a:off x="2481025"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17" name="">
            <a:extLst xmlns:a="http://schemas.openxmlformats.org/drawingml/2006/main">
              <a:ext uri="{FF2B5EF4-FFF2-40B4-BE49-F238E27FC236}">
                <a16:creationId xmlns:a16="http://schemas.microsoft.com/office/drawing/2014/main" id="{0C25A35A-6CEA-4C87-B551-4CD46861543F}"/>
              </a:ext>
            </a:extLst>
          </p:cNvPr>
          <p:cNvSpPr>
            <a:spLocks xmlns:a="http://schemas.openxmlformats.org/drawingml/2006/main" noGrp="1"/>
          </p:cNvSpPr>
          <p:nvPr/>
        </p:nvSpPr>
        <p:spPr>
          <a:xfrm xmlns:a="http://schemas.openxmlformats.org/drawingml/2006/main" rot="0">
            <a:off x="2394330" y="4843121"/>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18" name="Editable chart path">
            <a:extLst xmlns:a="http://schemas.openxmlformats.org/drawingml/2006/main">
              <a:ext uri="{FF2B5EF4-FFF2-40B4-BE49-F238E27FC236}">
                <a16:creationId xmlns:a16="http://schemas.microsoft.com/office/drawing/2014/main" id="{AC952E1F-1C63-40E6-840B-F5420D75E53C}"/>
              </a:ext>
            </a:extLst>
          </p:cNvPr>
          <p:cNvSpPr>
            <a:spLocks xmlns:a="http://schemas.openxmlformats.org/drawingml/2006/main" noGrp="1"/>
          </p:cNvSpPr>
          <p:nvPr/>
        </p:nvSpPr>
        <p:spPr>
          <a:xfrm xmlns:a="http://schemas.openxmlformats.org/drawingml/2006/main">
            <a:off x="3235690"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19" name="">
            <a:extLst xmlns:a="http://schemas.openxmlformats.org/drawingml/2006/main">
              <a:ext uri="{FF2B5EF4-FFF2-40B4-BE49-F238E27FC236}">
                <a16:creationId xmlns:a16="http://schemas.microsoft.com/office/drawing/2014/main" id="{766EF29D-EC71-4410-AC2F-F16E98C74F14}"/>
              </a:ext>
            </a:extLst>
          </p:cNvPr>
          <p:cNvSpPr>
            <a:spLocks xmlns:a="http://schemas.openxmlformats.org/drawingml/2006/main" noGrp="1"/>
          </p:cNvSpPr>
          <p:nvPr/>
        </p:nvSpPr>
        <p:spPr>
          <a:xfrm xmlns:a="http://schemas.openxmlformats.org/drawingml/2006/main" rot="0">
            <a:off x="3187690" y="4843121"/>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A4777793-8A43-4819-BCAD-AE009847C92A}"/>
              </a:ext>
            </a:extLst>
          </p:cNvPr>
          <p:cNvSpPr>
            <a:spLocks xmlns:a="http://schemas.openxmlformats.org/drawingml/2006/main" noGrp="1"/>
          </p:cNvSpPr>
          <p:nvPr/>
        </p:nvSpPr>
        <p:spPr>
          <a:xfrm xmlns:a="http://schemas.openxmlformats.org/drawingml/2006/main">
            <a:off x="3990354"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21" name="">
            <a:extLst xmlns:a="http://schemas.openxmlformats.org/drawingml/2006/main">
              <a:ext uri="{FF2B5EF4-FFF2-40B4-BE49-F238E27FC236}">
                <a16:creationId xmlns:a16="http://schemas.microsoft.com/office/drawing/2014/main" id="{9F284DA3-B779-4330-93FA-162F93574CB5}"/>
              </a:ext>
            </a:extLst>
          </p:cNvPr>
          <p:cNvSpPr>
            <a:spLocks xmlns:a="http://schemas.openxmlformats.org/drawingml/2006/main" noGrp="1"/>
          </p:cNvSpPr>
          <p:nvPr/>
        </p:nvSpPr>
        <p:spPr>
          <a:xfrm xmlns:a="http://schemas.openxmlformats.org/drawingml/2006/main" rot="0">
            <a:off x="3942139" y="4843121"/>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22" name="Editable chart path">
            <a:extLst xmlns:a="http://schemas.openxmlformats.org/drawingml/2006/main">
              <a:ext uri="{FF2B5EF4-FFF2-40B4-BE49-F238E27FC236}">
                <a16:creationId xmlns:a16="http://schemas.microsoft.com/office/drawing/2014/main" id="{BBCC1F43-E78E-4825-A65A-9CF2FCFAAA8B}"/>
              </a:ext>
            </a:extLst>
          </p:cNvPr>
          <p:cNvSpPr>
            <a:spLocks xmlns:a="http://schemas.openxmlformats.org/drawingml/2006/main" noGrp="1"/>
          </p:cNvSpPr>
          <p:nvPr/>
        </p:nvSpPr>
        <p:spPr>
          <a:xfrm xmlns:a="http://schemas.openxmlformats.org/drawingml/2006/main">
            <a:off x="4745018"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23" name="">
            <a:extLst xmlns:a="http://schemas.openxmlformats.org/drawingml/2006/main">
              <a:ext uri="{FF2B5EF4-FFF2-40B4-BE49-F238E27FC236}">
                <a16:creationId xmlns:a16="http://schemas.microsoft.com/office/drawing/2014/main" id="{F117FEBA-ADD2-4639-8DEA-15F551070C47}"/>
              </a:ext>
            </a:extLst>
          </p:cNvPr>
          <p:cNvSpPr>
            <a:spLocks xmlns:a="http://schemas.openxmlformats.org/drawingml/2006/main" noGrp="1"/>
          </p:cNvSpPr>
          <p:nvPr/>
        </p:nvSpPr>
        <p:spPr>
          <a:xfrm xmlns:a="http://schemas.openxmlformats.org/drawingml/2006/main" rot="0">
            <a:off x="4674683" y="4843121"/>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4" name="Editable chart path">
            <a:extLst xmlns:a="http://schemas.openxmlformats.org/drawingml/2006/main">
              <a:ext uri="{FF2B5EF4-FFF2-40B4-BE49-F238E27FC236}">
                <a16:creationId xmlns:a16="http://schemas.microsoft.com/office/drawing/2014/main" id="{3F813614-EC8A-4312-8B16-35E03D6725DD}"/>
              </a:ext>
            </a:extLst>
          </p:cNvPr>
          <p:cNvSpPr>
            <a:spLocks xmlns:a="http://schemas.openxmlformats.org/drawingml/2006/main" noGrp="1"/>
          </p:cNvSpPr>
          <p:nvPr/>
        </p:nvSpPr>
        <p:spPr>
          <a:xfrm xmlns:a="http://schemas.openxmlformats.org/drawingml/2006/main">
            <a:off x="5499683"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25" name="">
            <a:extLst xmlns:a="http://schemas.openxmlformats.org/drawingml/2006/main">
              <a:ext uri="{FF2B5EF4-FFF2-40B4-BE49-F238E27FC236}">
                <a16:creationId xmlns:a16="http://schemas.microsoft.com/office/drawing/2014/main" id="{C9F1320A-50FD-4792-BAFF-6CE0A08039AC}"/>
              </a:ext>
            </a:extLst>
          </p:cNvPr>
          <p:cNvSpPr>
            <a:spLocks xmlns:a="http://schemas.openxmlformats.org/drawingml/2006/main" noGrp="1"/>
          </p:cNvSpPr>
          <p:nvPr/>
        </p:nvSpPr>
        <p:spPr>
          <a:xfrm xmlns:a="http://schemas.openxmlformats.org/drawingml/2006/main" rot="0">
            <a:off x="5429132" y="4843121"/>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26" name="">
            <a:extLst xmlns:a="http://schemas.openxmlformats.org/drawingml/2006/main">
              <a:ext uri="{FF2B5EF4-FFF2-40B4-BE49-F238E27FC236}">
                <a16:creationId xmlns:a16="http://schemas.microsoft.com/office/drawing/2014/main" id="{9D692B56-907E-4088-A8E5-E11EBD093CC6}"/>
              </a:ext>
            </a:extLst>
          </p:cNvPr>
          <p:cNvSpPr>
            <a:spLocks xmlns:a="http://schemas.openxmlformats.org/drawingml/2006/main" noGrp="1"/>
          </p:cNvSpPr>
          <p:nvPr/>
        </p:nvSpPr>
        <p:spPr>
          <a:xfrm xmlns:a="http://schemas.openxmlformats.org/drawingml/2006/main" rot="0">
            <a:off x="3042627" y="4981717"/>
            <a:ext cx="18606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Weather gain: % lower MAE</a:t>
            </a:r>
          </a:p>
        </p:txBody>
      </p:sp>
      <p:sp>
        <p:nvSpPr>
          <p:cNvPr id="27" name="Editable chart path">
            <a:extLst xmlns:a="http://schemas.openxmlformats.org/drawingml/2006/main">
              <a:ext uri="{FF2B5EF4-FFF2-40B4-BE49-F238E27FC236}">
                <a16:creationId xmlns:a16="http://schemas.microsoft.com/office/drawing/2014/main" id="{353526C1-D418-4C7F-8BB9-201A4C15353A}"/>
              </a:ext>
            </a:extLst>
          </p:cNvPr>
          <p:cNvSpPr>
            <a:spLocks xmlns:a="http://schemas.openxmlformats.org/drawingml/2006/main" noGrp="1"/>
          </p:cNvSpPr>
          <p:nvPr/>
        </p:nvSpPr>
        <p:spPr>
          <a:xfrm xmlns:a="http://schemas.openxmlformats.org/drawingml/2006/main">
            <a:off x="1948293" y="263874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8D694EDE-D60C-4778-A19E-FED5E070DD31}"/>
              </a:ext>
            </a:extLst>
          </p:cNvPr>
          <p:cNvSpPr>
            <a:spLocks xmlns:a="http://schemas.openxmlformats.org/drawingml/2006/main" noGrp="1"/>
          </p:cNvSpPr>
          <p:nvPr/>
        </p:nvSpPr>
        <p:spPr>
          <a:xfrm xmlns:a="http://schemas.openxmlformats.org/drawingml/2006/main">
            <a:off x="1914804" y="263874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29" name="">
            <a:extLst xmlns:a="http://schemas.openxmlformats.org/drawingml/2006/main">
              <a:ext uri="{FF2B5EF4-FFF2-40B4-BE49-F238E27FC236}">
                <a16:creationId xmlns:a16="http://schemas.microsoft.com/office/drawing/2014/main" id="{C9C8FFC5-C8B8-4016-90B5-39BF6F020449}"/>
              </a:ext>
            </a:extLst>
          </p:cNvPr>
          <p:cNvSpPr>
            <a:spLocks xmlns:a="http://schemas.openxmlformats.org/drawingml/2006/main" noGrp="1"/>
          </p:cNvSpPr>
          <p:nvPr/>
        </p:nvSpPr>
        <p:spPr>
          <a:xfrm xmlns:a="http://schemas.openxmlformats.org/drawingml/2006/main" rot="0">
            <a:off x="1395959" y="2533017"/>
            <a:ext cx="47958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Pooled</a:t>
            </a:r>
          </a:p>
        </p:txBody>
      </p:sp>
      <p:sp>
        <p:nvSpPr>
          <p:cNvPr id="30" name="Editable chart path">
            <a:extLst xmlns:a="http://schemas.openxmlformats.org/drawingml/2006/main">
              <a:ext uri="{FF2B5EF4-FFF2-40B4-BE49-F238E27FC236}">
                <a16:creationId xmlns:a16="http://schemas.microsoft.com/office/drawing/2014/main" id="{3DAE85F4-D295-4579-90D2-A5FDE6D3B5F7}"/>
              </a:ext>
            </a:extLst>
          </p:cNvPr>
          <p:cNvSpPr>
            <a:spLocks xmlns:a="http://schemas.openxmlformats.org/drawingml/2006/main" noGrp="1"/>
          </p:cNvSpPr>
          <p:nvPr/>
        </p:nvSpPr>
        <p:spPr>
          <a:xfrm xmlns:a="http://schemas.openxmlformats.org/drawingml/2006/main">
            <a:off x="1948293" y="297753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31" name="Editable chart path">
            <a:extLst xmlns:a="http://schemas.openxmlformats.org/drawingml/2006/main">
              <a:ext uri="{FF2B5EF4-FFF2-40B4-BE49-F238E27FC236}">
                <a16:creationId xmlns:a16="http://schemas.microsoft.com/office/drawing/2014/main" id="{FB4154BD-A5B4-4EFD-B90B-473E21CFF18E}"/>
              </a:ext>
            </a:extLst>
          </p:cNvPr>
          <p:cNvSpPr>
            <a:spLocks xmlns:a="http://schemas.openxmlformats.org/drawingml/2006/main" noGrp="1"/>
          </p:cNvSpPr>
          <p:nvPr/>
        </p:nvSpPr>
        <p:spPr>
          <a:xfrm xmlns:a="http://schemas.openxmlformats.org/drawingml/2006/main">
            <a:off x="1914804" y="297753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32" name="">
            <a:extLst xmlns:a="http://schemas.openxmlformats.org/drawingml/2006/main">
              <a:ext uri="{FF2B5EF4-FFF2-40B4-BE49-F238E27FC236}">
                <a16:creationId xmlns:a16="http://schemas.microsoft.com/office/drawing/2014/main" id="{66311CF6-F2CA-4B86-AF8B-D438B700B6D3}"/>
              </a:ext>
            </a:extLst>
          </p:cNvPr>
          <p:cNvSpPr>
            <a:spLocks xmlns:a="http://schemas.openxmlformats.org/drawingml/2006/main" noGrp="1"/>
          </p:cNvSpPr>
          <p:nvPr/>
        </p:nvSpPr>
        <p:spPr>
          <a:xfrm xmlns:a="http://schemas.openxmlformats.org/drawingml/2006/main" rot="0">
            <a:off x="995627" y="2871807"/>
            <a:ext cx="8843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 Area</a:t>
            </a:r>
          </a:p>
        </p:txBody>
      </p:sp>
      <p:sp>
        <p:nvSpPr>
          <p:cNvPr id="33" name="Editable chart path">
            <a:extLst xmlns:a="http://schemas.openxmlformats.org/drawingml/2006/main">
              <a:ext uri="{FF2B5EF4-FFF2-40B4-BE49-F238E27FC236}">
                <a16:creationId xmlns:a16="http://schemas.microsoft.com/office/drawing/2014/main" id="{4075C4D7-7186-4D5A-B730-41EE3A2BEE32}"/>
              </a:ext>
            </a:extLst>
          </p:cNvPr>
          <p:cNvSpPr>
            <a:spLocks xmlns:a="http://schemas.openxmlformats.org/drawingml/2006/main" noGrp="1"/>
          </p:cNvSpPr>
          <p:nvPr/>
        </p:nvSpPr>
        <p:spPr>
          <a:xfrm xmlns:a="http://schemas.openxmlformats.org/drawingml/2006/main">
            <a:off x="1948293" y="331632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1442D020-34F9-40A5-B356-DB584134DA79}"/>
              </a:ext>
            </a:extLst>
          </p:cNvPr>
          <p:cNvSpPr>
            <a:spLocks xmlns:a="http://schemas.openxmlformats.org/drawingml/2006/main" noGrp="1"/>
          </p:cNvSpPr>
          <p:nvPr/>
        </p:nvSpPr>
        <p:spPr>
          <a:xfrm xmlns:a="http://schemas.openxmlformats.org/drawingml/2006/main">
            <a:off x="1914804" y="331632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35" name="">
            <a:extLst xmlns:a="http://schemas.openxmlformats.org/drawingml/2006/main">
              <a:ext uri="{FF2B5EF4-FFF2-40B4-BE49-F238E27FC236}">
                <a16:creationId xmlns:a16="http://schemas.microsoft.com/office/drawing/2014/main" id="{0BB270CC-83C8-4CF3-A788-2CC405360CAE}"/>
              </a:ext>
            </a:extLst>
          </p:cNvPr>
          <p:cNvSpPr>
            <a:spLocks xmlns:a="http://schemas.openxmlformats.org/drawingml/2006/main" noGrp="1"/>
          </p:cNvSpPr>
          <p:nvPr/>
        </p:nvSpPr>
        <p:spPr>
          <a:xfrm xmlns:a="http://schemas.openxmlformats.org/drawingml/2006/main" rot="0">
            <a:off x="1355397" y="3210597"/>
            <a:ext cx="520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a:t>
            </a:r>
          </a:p>
        </p:txBody>
      </p:sp>
      <p:sp>
        <p:nvSpPr>
          <p:cNvPr id="36" name="Editable chart path">
            <a:extLst xmlns:a="http://schemas.openxmlformats.org/drawingml/2006/main">
              <a:ext uri="{FF2B5EF4-FFF2-40B4-BE49-F238E27FC236}">
                <a16:creationId xmlns:a16="http://schemas.microsoft.com/office/drawing/2014/main" id="{D8BDD2CD-4FE3-4A0F-8767-2DE045C2F37C}"/>
              </a:ext>
            </a:extLst>
          </p:cNvPr>
          <p:cNvSpPr>
            <a:spLocks xmlns:a="http://schemas.openxmlformats.org/drawingml/2006/main" noGrp="1"/>
          </p:cNvSpPr>
          <p:nvPr/>
        </p:nvSpPr>
        <p:spPr>
          <a:xfrm xmlns:a="http://schemas.openxmlformats.org/drawingml/2006/main">
            <a:off x="1948293" y="365511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66951380-5C25-4201-BD63-43FDA5A9DECF}"/>
              </a:ext>
            </a:extLst>
          </p:cNvPr>
          <p:cNvSpPr>
            <a:spLocks xmlns:a="http://schemas.openxmlformats.org/drawingml/2006/main" noGrp="1"/>
          </p:cNvSpPr>
          <p:nvPr/>
        </p:nvSpPr>
        <p:spPr>
          <a:xfrm xmlns:a="http://schemas.openxmlformats.org/drawingml/2006/main">
            <a:off x="1914804" y="365511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38" name="">
            <a:extLst xmlns:a="http://schemas.openxmlformats.org/drawingml/2006/main">
              <a:ext uri="{FF2B5EF4-FFF2-40B4-BE49-F238E27FC236}">
                <a16:creationId xmlns:a16="http://schemas.microsoft.com/office/drawing/2014/main" id="{1FAB8E83-C720-4341-A813-F981FE5FFE7B}"/>
              </a:ext>
            </a:extLst>
          </p:cNvPr>
          <p:cNvSpPr>
            <a:spLocks xmlns:a="http://schemas.openxmlformats.org/drawingml/2006/main" noGrp="1"/>
          </p:cNvSpPr>
          <p:nvPr/>
        </p:nvSpPr>
        <p:spPr>
          <a:xfrm xmlns:a="http://schemas.openxmlformats.org/drawingml/2006/main" rot="0">
            <a:off x="1584314" y="3549387"/>
            <a:ext cx="2944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East</a:t>
            </a:r>
          </a:p>
        </p:txBody>
      </p:sp>
      <p:sp>
        <p:nvSpPr>
          <p:cNvPr id="39" name="Editable chart path">
            <a:extLst xmlns:a="http://schemas.openxmlformats.org/drawingml/2006/main">
              <a:ext uri="{FF2B5EF4-FFF2-40B4-BE49-F238E27FC236}">
                <a16:creationId xmlns:a16="http://schemas.microsoft.com/office/drawing/2014/main" id="{1BB3421B-B6C1-49CA-BFFD-BC4B9B50C69E}"/>
              </a:ext>
            </a:extLst>
          </p:cNvPr>
          <p:cNvSpPr>
            <a:spLocks xmlns:a="http://schemas.openxmlformats.org/drawingml/2006/main" noGrp="1"/>
          </p:cNvSpPr>
          <p:nvPr/>
        </p:nvSpPr>
        <p:spPr>
          <a:xfrm xmlns:a="http://schemas.openxmlformats.org/drawingml/2006/main">
            <a:off x="1948293" y="399390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7B8C9F43-4BC0-4BFE-B774-A5623F843453}"/>
              </a:ext>
            </a:extLst>
          </p:cNvPr>
          <p:cNvSpPr>
            <a:spLocks xmlns:a="http://schemas.openxmlformats.org/drawingml/2006/main" noGrp="1"/>
          </p:cNvSpPr>
          <p:nvPr/>
        </p:nvSpPr>
        <p:spPr>
          <a:xfrm xmlns:a="http://schemas.openxmlformats.org/drawingml/2006/main">
            <a:off x="1914804" y="399390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41" name="">
            <a:extLst xmlns:a="http://schemas.openxmlformats.org/drawingml/2006/main">
              <a:ext uri="{FF2B5EF4-FFF2-40B4-BE49-F238E27FC236}">
                <a16:creationId xmlns:a16="http://schemas.microsoft.com/office/drawing/2014/main" id="{CE0FFBC7-9495-4284-8781-B49AE95585DB}"/>
              </a:ext>
            </a:extLst>
          </p:cNvPr>
          <p:cNvSpPr>
            <a:spLocks xmlns:a="http://schemas.openxmlformats.org/drawingml/2006/main" noGrp="1"/>
          </p:cNvSpPr>
          <p:nvPr/>
        </p:nvSpPr>
        <p:spPr>
          <a:xfrm xmlns:a="http://schemas.openxmlformats.org/drawingml/2006/main" rot="0">
            <a:off x="1491288" y="3888177"/>
            <a:ext cx="38452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North</a:t>
            </a:r>
          </a:p>
        </p:txBody>
      </p:sp>
      <p:sp>
        <p:nvSpPr>
          <p:cNvPr id="42" name="Editable chart path">
            <a:extLst xmlns:a="http://schemas.openxmlformats.org/drawingml/2006/main">
              <a:ext uri="{FF2B5EF4-FFF2-40B4-BE49-F238E27FC236}">
                <a16:creationId xmlns:a16="http://schemas.microsoft.com/office/drawing/2014/main" id="{D47DA9A4-9D9D-48DF-A64D-12C6E58D6514}"/>
              </a:ext>
            </a:extLst>
          </p:cNvPr>
          <p:cNvSpPr>
            <a:spLocks xmlns:a="http://schemas.openxmlformats.org/drawingml/2006/main" noGrp="1"/>
          </p:cNvSpPr>
          <p:nvPr/>
        </p:nvSpPr>
        <p:spPr>
          <a:xfrm xmlns:a="http://schemas.openxmlformats.org/drawingml/2006/main">
            <a:off x="1948293" y="433269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D00B82DF-45B0-4A95-AC1F-B4528E5EB7FD}"/>
              </a:ext>
            </a:extLst>
          </p:cNvPr>
          <p:cNvSpPr>
            <a:spLocks xmlns:a="http://schemas.openxmlformats.org/drawingml/2006/main" noGrp="1"/>
          </p:cNvSpPr>
          <p:nvPr/>
        </p:nvSpPr>
        <p:spPr>
          <a:xfrm xmlns:a="http://schemas.openxmlformats.org/drawingml/2006/main">
            <a:off x="1914804" y="433269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44" name="">
            <a:extLst xmlns:a="http://schemas.openxmlformats.org/drawingml/2006/main">
              <a:ext uri="{FF2B5EF4-FFF2-40B4-BE49-F238E27FC236}">
                <a16:creationId xmlns:a16="http://schemas.microsoft.com/office/drawing/2014/main" id="{E56B308B-F1FE-43A7-B836-E543C3FACDD1}"/>
              </a:ext>
            </a:extLst>
          </p:cNvPr>
          <p:cNvSpPr>
            <a:spLocks xmlns:a="http://schemas.openxmlformats.org/drawingml/2006/main" noGrp="1"/>
          </p:cNvSpPr>
          <p:nvPr/>
        </p:nvSpPr>
        <p:spPr>
          <a:xfrm xmlns:a="http://schemas.openxmlformats.org/drawingml/2006/main" rot="0">
            <a:off x="1127685" y="4226967"/>
            <a:ext cx="75104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North-East</a:t>
            </a:r>
          </a:p>
        </p:txBody>
      </p:sp>
      <p:sp>
        <p:nvSpPr>
          <p:cNvPr id="45" name="Editable chart path">
            <a:extLst xmlns:a="http://schemas.openxmlformats.org/drawingml/2006/main">
              <a:ext uri="{FF2B5EF4-FFF2-40B4-BE49-F238E27FC236}">
                <a16:creationId xmlns:a16="http://schemas.microsoft.com/office/drawing/2014/main" id="{F3B5EF36-BDF4-45A0-9EDC-77F9D875816A}"/>
              </a:ext>
            </a:extLst>
          </p:cNvPr>
          <p:cNvSpPr>
            <a:spLocks xmlns:a="http://schemas.openxmlformats.org/drawingml/2006/main" noGrp="1"/>
          </p:cNvSpPr>
          <p:nvPr/>
        </p:nvSpPr>
        <p:spPr>
          <a:xfrm xmlns:a="http://schemas.openxmlformats.org/drawingml/2006/main">
            <a:off x="1948293" y="467148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33B2177E-709A-455C-A99C-A270AAD3F0B1}"/>
              </a:ext>
            </a:extLst>
          </p:cNvPr>
          <p:cNvSpPr>
            <a:spLocks xmlns:a="http://schemas.openxmlformats.org/drawingml/2006/main" noGrp="1"/>
          </p:cNvSpPr>
          <p:nvPr/>
        </p:nvSpPr>
        <p:spPr>
          <a:xfrm xmlns:a="http://schemas.openxmlformats.org/drawingml/2006/main">
            <a:off x="1914804" y="467148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47" name="">
            <a:extLst xmlns:a="http://schemas.openxmlformats.org/drawingml/2006/main">
              <a:ext uri="{FF2B5EF4-FFF2-40B4-BE49-F238E27FC236}">
                <a16:creationId xmlns:a16="http://schemas.microsoft.com/office/drawing/2014/main" id="{E1444396-87F8-4DB9-9BF9-EB057EDCB201}"/>
              </a:ext>
            </a:extLst>
          </p:cNvPr>
          <p:cNvSpPr>
            <a:spLocks xmlns:a="http://schemas.openxmlformats.org/drawingml/2006/main" noGrp="1"/>
          </p:cNvSpPr>
          <p:nvPr/>
        </p:nvSpPr>
        <p:spPr>
          <a:xfrm xmlns:a="http://schemas.openxmlformats.org/drawingml/2006/main" rot="0">
            <a:off x="1527450" y="4565757"/>
            <a:ext cx="35128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West</a:t>
            </a:r>
          </a:p>
        </p:txBody>
      </p:sp>
      <p:sp>
        <p:nvSpPr>
          <p:cNvPr id="48" name="Editable chart path">
            <a:extLst xmlns:a="http://schemas.openxmlformats.org/drawingml/2006/main">
              <a:ext uri="{FF2B5EF4-FFF2-40B4-BE49-F238E27FC236}">
                <a16:creationId xmlns:a16="http://schemas.microsoft.com/office/drawing/2014/main" id="{8F81DFA5-13C6-4670-A35E-4A5D7EDC3CCC}"/>
              </a:ext>
            </a:extLst>
          </p:cNvPr>
          <p:cNvSpPr>
            <a:spLocks xmlns:a="http://schemas.openxmlformats.org/drawingml/2006/main" noGrp="1"/>
          </p:cNvSpPr>
          <p:nvPr/>
        </p:nvSpPr>
        <p:spPr>
          <a:xfrm xmlns:a="http://schemas.openxmlformats.org/drawingml/2006/main">
            <a:off x="3207061" y="2594703"/>
            <a:ext cx="76215" cy="95"/>
          </a:xfrm>
          <a:custGeom xmlns:a="http://schemas.openxmlformats.org/drawingml/2006/main">
            <a:pathLst>
              <a:path w="75871" h="95">
                <a:moveTo>
                  <a:pt x="0" y="0"/>
                </a:moveTo>
                <a:lnTo>
                  <a:pt x="75871" y="0"/>
                </a:lnTo>
              </a:path>
            </a:pathLst>
          </a:custGeom>
          <a:noFill xmlns:a="http://schemas.openxmlformats.org/drawingml/2006/main"/>
          <a:ln xmlns:a="http://schemas.openxmlformats.org/drawingml/2006/main" w="10525">
            <a:solidFill>
              <a:srgbClr val="2C5EAA"/>
            </a:solidFill>
            <a:prstDash val="solid"/>
          </a:ln>
        </p:spPr>
      </p:sp>
      <p:sp>
        <p:nvSpPr>
          <p:cNvPr id="49" name="Editable chart path">
            <a:extLst xmlns:a="http://schemas.openxmlformats.org/drawingml/2006/main">
              <a:ext uri="{FF2B5EF4-FFF2-40B4-BE49-F238E27FC236}">
                <a16:creationId xmlns:a16="http://schemas.microsoft.com/office/drawing/2014/main" id="{5A2B7197-D6EA-4B81-BC09-BC71B816FED9}"/>
              </a:ext>
            </a:extLst>
          </p:cNvPr>
          <p:cNvSpPr>
            <a:spLocks xmlns:a="http://schemas.openxmlformats.org/drawingml/2006/main" noGrp="1"/>
          </p:cNvSpPr>
          <p:nvPr/>
        </p:nvSpPr>
        <p:spPr>
          <a:xfrm xmlns:a="http://schemas.openxmlformats.org/drawingml/2006/main">
            <a:off x="3204513" y="2933493"/>
            <a:ext cx="193744" cy="95"/>
          </a:xfrm>
          <a:custGeom xmlns:a="http://schemas.openxmlformats.org/drawingml/2006/main">
            <a:pathLst>
              <a:path w="192867" h="95">
                <a:moveTo>
                  <a:pt x="0" y="0"/>
                </a:moveTo>
                <a:lnTo>
                  <a:pt x="192867" y="0"/>
                </a:lnTo>
              </a:path>
            </a:pathLst>
          </a:custGeom>
          <a:noFill xmlns:a="http://schemas.openxmlformats.org/drawingml/2006/main"/>
          <a:ln xmlns:a="http://schemas.openxmlformats.org/drawingml/2006/main" w="10525">
            <a:solidFill>
              <a:srgbClr val="2C5EAA"/>
            </a:solidFill>
            <a:prstDash val="solid"/>
          </a:ln>
        </p:spPr>
      </p:sp>
      <p:sp>
        <p:nvSpPr>
          <p:cNvPr id="50" name="Editable chart path">
            <a:extLst xmlns:a="http://schemas.openxmlformats.org/drawingml/2006/main">
              <a:ext uri="{FF2B5EF4-FFF2-40B4-BE49-F238E27FC236}">
                <a16:creationId xmlns:a16="http://schemas.microsoft.com/office/drawing/2014/main" id="{FC0FB537-CFDD-4C5F-B228-1C236FE29611}"/>
              </a:ext>
            </a:extLst>
          </p:cNvPr>
          <p:cNvSpPr>
            <a:spLocks xmlns:a="http://schemas.openxmlformats.org/drawingml/2006/main" noGrp="1"/>
          </p:cNvSpPr>
          <p:nvPr/>
        </p:nvSpPr>
        <p:spPr>
          <a:xfrm xmlns:a="http://schemas.openxmlformats.org/drawingml/2006/main">
            <a:off x="3160614" y="3272283"/>
            <a:ext cx="139665" cy="95"/>
          </a:xfrm>
          <a:custGeom xmlns:a="http://schemas.openxmlformats.org/drawingml/2006/main">
            <a:pathLst>
              <a:path w="139033" h="95">
                <a:moveTo>
                  <a:pt x="0" y="0"/>
                </a:moveTo>
                <a:lnTo>
                  <a:pt x="139033" y="0"/>
                </a:lnTo>
              </a:path>
            </a:pathLst>
          </a:custGeom>
          <a:noFill xmlns:a="http://schemas.openxmlformats.org/drawingml/2006/main"/>
          <a:ln xmlns:a="http://schemas.openxmlformats.org/drawingml/2006/main" w="10525">
            <a:solidFill>
              <a:srgbClr val="2C5EAA"/>
            </a:solidFill>
            <a:prstDash val="solid"/>
          </a:ln>
        </p:spPr>
      </p:sp>
      <p:sp>
        <p:nvSpPr>
          <p:cNvPr id="51" name="Editable chart path">
            <a:extLst xmlns:a="http://schemas.openxmlformats.org/drawingml/2006/main">
              <a:ext uri="{FF2B5EF4-FFF2-40B4-BE49-F238E27FC236}">
                <a16:creationId xmlns:a16="http://schemas.microsoft.com/office/drawing/2014/main" id="{EB5B551E-53B2-4752-A7D5-090720905C09}"/>
              </a:ext>
            </a:extLst>
          </p:cNvPr>
          <p:cNvSpPr>
            <a:spLocks xmlns:a="http://schemas.openxmlformats.org/drawingml/2006/main" noGrp="1"/>
          </p:cNvSpPr>
          <p:nvPr/>
        </p:nvSpPr>
        <p:spPr>
          <a:xfrm xmlns:a="http://schemas.openxmlformats.org/drawingml/2006/main">
            <a:off x="3252474" y="3611073"/>
            <a:ext cx="130245" cy="95"/>
          </a:xfrm>
          <a:custGeom xmlns:a="http://schemas.openxmlformats.org/drawingml/2006/main">
            <a:pathLst>
              <a:path w="129655" h="95">
                <a:moveTo>
                  <a:pt x="0" y="0"/>
                </a:moveTo>
                <a:lnTo>
                  <a:pt x="129655" y="0"/>
                </a:lnTo>
              </a:path>
            </a:pathLst>
          </a:custGeom>
          <a:noFill xmlns:a="http://schemas.openxmlformats.org/drawingml/2006/main"/>
          <a:ln xmlns:a="http://schemas.openxmlformats.org/drawingml/2006/main" w="10525">
            <a:solidFill>
              <a:srgbClr val="2C5EAA"/>
            </a:solidFill>
            <a:prstDash val="solid"/>
          </a:ln>
        </p:spPr>
      </p:sp>
      <p:sp>
        <p:nvSpPr>
          <p:cNvPr id="52" name="Editable chart path">
            <a:extLst xmlns:a="http://schemas.openxmlformats.org/drawingml/2006/main">
              <a:ext uri="{FF2B5EF4-FFF2-40B4-BE49-F238E27FC236}">
                <a16:creationId xmlns:a16="http://schemas.microsoft.com/office/drawing/2014/main" id="{3BA786FC-7F95-40E9-BCAD-7B12F8BB3B26}"/>
              </a:ext>
            </a:extLst>
          </p:cNvPr>
          <p:cNvSpPr>
            <a:spLocks xmlns:a="http://schemas.openxmlformats.org/drawingml/2006/main" noGrp="1"/>
          </p:cNvSpPr>
          <p:nvPr/>
        </p:nvSpPr>
        <p:spPr>
          <a:xfrm xmlns:a="http://schemas.openxmlformats.org/drawingml/2006/main">
            <a:off x="3153020" y="3949863"/>
            <a:ext cx="126728" cy="95"/>
          </a:xfrm>
          <a:custGeom xmlns:a="http://schemas.openxmlformats.org/drawingml/2006/main">
            <a:pathLst>
              <a:path w="126155" h="95">
                <a:moveTo>
                  <a:pt x="0" y="0"/>
                </a:moveTo>
                <a:lnTo>
                  <a:pt x="126155" y="0"/>
                </a:lnTo>
              </a:path>
            </a:pathLst>
          </a:custGeom>
          <a:noFill xmlns:a="http://schemas.openxmlformats.org/drawingml/2006/main"/>
          <a:ln xmlns:a="http://schemas.openxmlformats.org/drawingml/2006/main" w="10525">
            <a:solidFill>
              <a:srgbClr val="2C5EAA"/>
            </a:solidFill>
            <a:prstDash val="solid"/>
          </a:ln>
        </p:spPr>
      </p:sp>
      <p:sp>
        <p:nvSpPr>
          <p:cNvPr id="53" name="Editable chart path">
            <a:extLst xmlns:a="http://schemas.openxmlformats.org/drawingml/2006/main">
              <a:ext uri="{FF2B5EF4-FFF2-40B4-BE49-F238E27FC236}">
                <a16:creationId xmlns:a16="http://schemas.microsoft.com/office/drawing/2014/main" id="{3DDE1D4F-EE42-4FC0-8EA6-468FA5253422}"/>
              </a:ext>
            </a:extLst>
          </p:cNvPr>
          <p:cNvSpPr>
            <a:spLocks xmlns:a="http://schemas.openxmlformats.org/drawingml/2006/main" noGrp="1"/>
          </p:cNvSpPr>
          <p:nvPr/>
        </p:nvSpPr>
        <p:spPr>
          <a:xfrm xmlns:a="http://schemas.openxmlformats.org/drawingml/2006/main">
            <a:off x="3139241" y="4288653"/>
            <a:ext cx="113823" cy="95"/>
          </a:xfrm>
          <a:custGeom xmlns:a="http://schemas.openxmlformats.org/drawingml/2006/main">
            <a:pathLst>
              <a:path w="113308" h="95">
                <a:moveTo>
                  <a:pt x="0" y="0"/>
                </a:moveTo>
                <a:lnTo>
                  <a:pt x="113308" y="0"/>
                </a:lnTo>
              </a:path>
            </a:pathLst>
          </a:custGeom>
          <a:noFill xmlns:a="http://schemas.openxmlformats.org/drawingml/2006/main"/>
          <a:ln xmlns:a="http://schemas.openxmlformats.org/drawingml/2006/main" w="10525">
            <a:solidFill>
              <a:srgbClr val="2C5EAA"/>
            </a:solidFill>
            <a:prstDash val="solid"/>
          </a:ln>
        </p:spPr>
      </p:sp>
      <p:sp>
        <p:nvSpPr>
          <p:cNvPr id="54" name="Editable chart path">
            <a:extLst xmlns:a="http://schemas.openxmlformats.org/drawingml/2006/main">
              <a:ext uri="{FF2B5EF4-FFF2-40B4-BE49-F238E27FC236}">
                <a16:creationId xmlns:a16="http://schemas.microsoft.com/office/drawing/2014/main" id="{6FB4C9D7-454A-4F77-882A-1A9AE746C551}"/>
              </a:ext>
            </a:extLst>
          </p:cNvPr>
          <p:cNvSpPr>
            <a:spLocks xmlns:a="http://schemas.openxmlformats.org/drawingml/2006/main" noGrp="1"/>
          </p:cNvSpPr>
          <p:nvPr/>
        </p:nvSpPr>
        <p:spPr>
          <a:xfrm xmlns:a="http://schemas.openxmlformats.org/drawingml/2006/main">
            <a:off x="3155732" y="4627443"/>
            <a:ext cx="116569" cy="95"/>
          </a:xfrm>
          <a:custGeom xmlns:a="http://schemas.openxmlformats.org/drawingml/2006/main">
            <a:pathLst>
              <a:path w="116042" h="95">
                <a:moveTo>
                  <a:pt x="0" y="0"/>
                </a:moveTo>
                <a:lnTo>
                  <a:pt x="116042" y="0"/>
                </a:lnTo>
              </a:path>
            </a:pathLst>
          </a:custGeom>
          <a:noFill xmlns:a="http://schemas.openxmlformats.org/drawingml/2006/main"/>
          <a:ln xmlns:a="http://schemas.openxmlformats.org/drawingml/2006/main" w="10525">
            <a:solidFill>
              <a:srgbClr val="2C5EAA"/>
            </a:solidFill>
            <a:prstDash val="solid"/>
          </a:ln>
        </p:spPr>
      </p:sp>
      <p:sp>
        <p:nvSpPr>
          <p:cNvPr id="55" name="Editable chart path">
            <a:extLst xmlns:a="http://schemas.openxmlformats.org/drawingml/2006/main">
              <a:ext uri="{FF2B5EF4-FFF2-40B4-BE49-F238E27FC236}">
                <a16:creationId xmlns:a16="http://schemas.microsoft.com/office/drawing/2014/main" id="{13733810-A87A-4453-8472-9AE43E5A2E29}"/>
              </a:ext>
            </a:extLst>
          </p:cNvPr>
          <p:cNvSpPr>
            <a:spLocks xmlns:a="http://schemas.openxmlformats.org/drawingml/2006/main" noGrp="1"/>
          </p:cNvSpPr>
          <p:nvPr/>
        </p:nvSpPr>
        <p:spPr>
          <a:xfrm xmlns:a="http://schemas.openxmlformats.org/drawingml/2006/main">
            <a:off x="3224378" y="257556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56" name="Editable chart path">
            <a:extLst xmlns:a="http://schemas.openxmlformats.org/drawingml/2006/main">
              <a:ext uri="{FF2B5EF4-FFF2-40B4-BE49-F238E27FC236}">
                <a16:creationId xmlns:a16="http://schemas.microsoft.com/office/drawing/2014/main" id="{11501BE1-AD28-4767-AD98-389517417224}"/>
              </a:ext>
            </a:extLst>
          </p:cNvPr>
          <p:cNvSpPr>
            <a:spLocks xmlns:a="http://schemas.openxmlformats.org/drawingml/2006/main" noGrp="1"/>
          </p:cNvSpPr>
          <p:nvPr/>
        </p:nvSpPr>
        <p:spPr>
          <a:xfrm xmlns:a="http://schemas.openxmlformats.org/drawingml/2006/main">
            <a:off x="3277219" y="291435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57" name="Editable chart path">
            <a:extLst xmlns:a="http://schemas.openxmlformats.org/drawingml/2006/main">
              <a:ext uri="{FF2B5EF4-FFF2-40B4-BE49-F238E27FC236}">
                <a16:creationId xmlns:a16="http://schemas.microsoft.com/office/drawing/2014/main" id="{40932A16-6D84-4DFC-A9F9-C543D16C32E9}"/>
              </a:ext>
            </a:extLst>
          </p:cNvPr>
          <p:cNvSpPr>
            <a:spLocks xmlns:a="http://schemas.openxmlformats.org/drawingml/2006/main" noGrp="1"/>
          </p:cNvSpPr>
          <p:nvPr/>
        </p:nvSpPr>
        <p:spPr>
          <a:xfrm xmlns:a="http://schemas.openxmlformats.org/drawingml/2006/main">
            <a:off x="3210020" y="325314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58" name="Editable chart path">
            <a:extLst xmlns:a="http://schemas.openxmlformats.org/drawingml/2006/main">
              <a:ext uri="{FF2B5EF4-FFF2-40B4-BE49-F238E27FC236}">
                <a16:creationId xmlns:a16="http://schemas.microsoft.com/office/drawing/2014/main" id="{BA15E17A-173E-4419-9568-61D2F35AD726}"/>
              </a:ext>
            </a:extLst>
          </p:cNvPr>
          <p:cNvSpPr>
            <a:spLocks xmlns:a="http://schemas.openxmlformats.org/drawingml/2006/main" noGrp="1"/>
          </p:cNvSpPr>
          <p:nvPr/>
        </p:nvSpPr>
        <p:spPr>
          <a:xfrm xmlns:a="http://schemas.openxmlformats.org/drawingml/2006/main">
            <a:off x="3297034" y="359193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59" name="Editable chart path">
            <a:extLst xmlns:a="http://schemas.openxmlformats.org/drawingml/2006/main">
              <a:ext uri="{FF2B5EF4-FFF2-40B4-BE49-F238E27FC236}">
                <a16:creationId xmlns:a16="http://schemas.microsoft.com/office/drawing/2014/main" id="{209C5916-8A7C-4709-8AFA-DAD5ACC70A2C}"/>
              </a:ext>
            </a:extLst>
          </p:cNvPr>
          <p:cNvSpPr>
            <a:spLocks xmlns:a="http://schemas.openxmlformats.org/drawingml/2006/main" noGrp="1"/>
          </p:cNvSpPr>
          <p:nvPr/>
        </p:nvSpPr>
        <p:spPr>
          <a:xfrm xmlns:a="http://schemas.openxmlformats.org/drawingml/2006/main">
            <a:off x="3199453" y="393072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60" name="Editable chart path">
            <a:extLst xmlns:a="http://schemas.openxmlformats.org/drawingml/2006/main">
              <a:ext uri="{FF2B5EF4-FFF2-40B4-BE49-F238E27FC236}">
                <a16:creationId xmlns:a16="http://schemas.microsoft.com/office/drawing/2014/main" id="{000BB64C-8ACE-4339-958E-7228DE087D5F}"/>
              </a:ext>
            </a:extLst>
          </p:cNvPr>
          <p:cNvSpPr>
            <a:spLocks xmlns:a="http://schemas.openxmlformats.org/drawingml/2006/main" noGrp="1"/>
          </p:cNvSpPr>
          <p:nvPr/>
        </p:nvSpPr>
        <p:spPr>
          <a:xfrm xmlns:a="http://schemas.openxmlformats.org/drawingml/2006/main">
            <a:off x="3179086" y="426951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61" name="Editable chart path">
            <a:extLst xmlns:a="http://schemas.openxmlformats.org/drawingml/2006/main">
              <a:ext uri="{FF2B5EF4-FFF2-40B4-BE49-F238E27FC236}">
                <a16:creationId xmlns:a16="http://schemas.microsoft.com/office/drawing/2014/main" id="{3A5219E8-7372-4BDD-9B0A-9DCD5F7AFE39}"/>
              </a:ext>
            </a:extLst>
          </p:cNvPr>
          <p:cNvSpPr>
            <a:spLocks xmlns:a="http://schemas.openxmlformats.org/drawingml/2006/main" noGrp="1"/>
          </p:cNvSpPr>
          <p:nvPr/>
        </p:nvSpPr>
        <p:spPr>
          <a:xfrm xmlns:a="http://schemas.openxmlformats.org/drawingml/2006/main">
            <a:off x="3193575" y="460830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62" name="Editable chart path">
            <a:extLst xmlns:a="http://schemas.openxmlformats.org/drawingml/2006/main">
              <a:ext uri="{FF2B5EF4-FFF2-40B4-BE49-F238E27FC236}">
                <a16:creationId xmlns:a16="http://schemas.microsoft.com/office/drawing/2014/main" id="{8F73D123-A2F3-47E0-8D84-0F783A0FE0BF}"/>
              </a:ext>
            </a:extLst>
          </p:cNvPr>
          <p:cNvSpPr>
            <a:spLocks xmlns:a="http://schemas.openxmlformats.org/drawingml/2006/main" noGrp="1"/>
          </p:cNvSpPr>
          <p:nvPr/>
        </p:nvSpPr>
        <p:spPr>
          <a:xfrm xmlns:a="http://schemas.openxmlformats.org/drawingml/2006/main">
            <a:off x="3298403" y="2682788"/>
            <a:ext cx="928053" cy="95"/>
          </a:xfrm>
          <a:custGeom xmlns:a="http://schemas.openxmlformats.org/drawingml/2006/main">
            <a:pathLst>
              <a:path w="923856" h="95">
                <a:moveTo>
                  <a:pt x="0" y="0"/>
                </a:moveTo>
                <a:lnTo>
                  <a:pt x="923856" y="0"/>
                </a:lnTo>
              </a:path>
            </a:pathLst>
          </a:custGeom>
          <a:noFill xmlns:a="http://schemas.openxmlformats.org/drawingml/2006/main"/>
          <a:ln xmlns:a="http://schemas.openxmlformats.org/drawingml/2006/main" w="10525">
            <a:solidFill>
              <a:srgbClr val="C0453C"/>
            </a:solidFill>
            <a:prstDash val="solid"/>
          </a:ln>
        </p:spPr>
      </p:sp>
      <p:sp>
        <p:nvSpPr>
          <p:cNvPr id="63" name="Editable chart path">
            <a:extLst xmlns:a="http://schemas.openxmlformats.org/drawingml/2006/main">
              <a:ext uri="{FF2B5EF4-FFF2-40B4-BE49-F238E27FC236}">
                <a16:creationId xmlns:a16="http://schemas.microsoft.com/office/drawing/2014/main" id="{F958DA35-7C35-4AC1-8F26-E94B46E5828A}"/>
              </a:ext>
            </a:extLst>
          </p:cNvPr>
          <p:cNvSpPr>
            <a:spLocks xmlns:a="http://schemas.openxmlformats.org/drawingml/2006/main" noGrp="1"/>
          </p:cNvSpPr>
          <p:nvPr/>
        </p:nvSpPr>
        <p:spPr>
          <a:xfrm xmlns:a="http://schemas.openxmlformats.org/drawingml/2006/main">
            <a:off x="4002814" y="3021578"/>
            <a:ext cx="28305" cy="95"/>
          </a:xfrm>
          <a:custGeom xmlns:a="http://schemas.openxmlformats.org/drawingml/2006/main">
            <a:pathLst>
              <a:path w="28177" h="95">
                <a:moveTo>
                  <a:pt x="0" y="0"/>
                </a:moveTo>
                <a:lnTo>
                  <a:pt x="28177" y="0"/>
                </a:lnTo>
              </a:path>
            </a:pathLst>
          </a:custGeom>
          <a:noFill xmlns:a="http://schemas.openxmlformats.org/drawingml/2006/main"/>
          <a:ln xmlns:a="http://schemas.openxmlformats.org/drawingml/2006/main" w="10525">
            <a:solidFill>
              <a:srgbClr val="C0453C"/>
            </a:solidFill>
            <a:prstDash val="solid"/>
          </a:ln>
        </p:spPr>
      </p:sp>
      <p:sp>
        <p:nvSpPr>
          <p:cNvPr id="64" name="Editable chart path">
            <a:extLst xmlns:a="http://schemas.openxmlformats.org/drawingml/2006/main">
              <a:ext uri="{FF2B5EF4-FFF2-40B4-BE49-F238E27FC236}">
                <a16:creationId xmlns:a16="http://schemas.microsoft.com/office/drawing/2014/main" id="{597DEE5A-F78C-4B44-8055-61F269A0032E}"/>
              </a:ext>
            </a:extLst>
          </p:cNvPr>
          <p:cNvSpPr>
            <a:spLocks xmlns:a="http://schemas.openxmlformats.org/drawingml/2006/main" noGrp="1"/>
          </p:cNvSpPr>
          <p:nvPr/>
        </p:nvSpPr>
        <p:spPr>
          <a:xfrm xmlns:a="http://schemas.openxmlformats.org/drawingml/2006/main">
            <a:off x="2840500" y="3360368"/>
            <a:ext cx="1533052" cy="95"/>
          </a:xfrm>
          <a:custGeom xmlns:a="http://schemas.openxmlformats.org/drawingml/2006/main">
            <a:pathLst>
              <a:path w="1526118" h="95">
                <a:moveTo>
                  <a:pt x="0" y="0"/>
                </a:moveTo>
                <a:lnTo>
                  <a:pt x="1526118" y="0"/>
                </a:lnTo>
              </a:path>
            </a:pathLst>
          </a:custGeom>
          <a:noFill xmlns:a="http://schemas.openxmlformats.org/drawingml/2006/main"/>
          <a:ln xmlns:a="http://schemas.openxmlformats.org/drawingml/2006/main" w="10525">
            <a:solidFill>
              <a:srgbClr val="C0453C"/>
            </a:solidFill>
            <a:prstDash val="solid"/>
          </a:ln>
        </p:spPr>
      </p:sp>
      <p:sp>
        <p:nvSpPr>
          <p:cNvPr id="65" name="Editable chart path">
            <a:extLst xmlns:a="http://schemas.openxmlformats.org/drawingml/2006/main">
              <a:ext uri="{FF2B5EF4-FFF2-40B4-BE49-F238E27FC236}">
                <a16:creationId xmlns:a16="http://schemas.microsoft.com/office/drawing/2014/main" id="{6EF12A8B-D7DE-4929-A811-4271A46BBE5F}"/>
              </a:ext>
            </a:extLst>
          </p:cNvPr>
          <p:cNvSpPr>
            <a:spLocks xmlns:a="http://schemas.openxmlformats.org/drawingml/2006/main" noGrp="1"/>
          </p:cNvSpPr>
          <p:nvPr/>
        </p:nvSpPr>
        <p:spPr>
          <a:xfrm xmlns:a="http://schemas.openxmlformats.org/drawingml/2006/main">
            <a:off x="4110959" y="3699158"/>
            <a:ext cx="428798" cy="95"/>
          </a:xfrm>
          <a:custGeom xmlns:a="http://schemas.openxmlformats.org/drawingml/2006/main">
            <a:pathLst>
              <a:path w="426858" h="95">
                <a:moveTo>
                  <a:pt x="0" y="0"/>
                </a:moveTo>
                <a:lnTo>
                  <a:pt x="426858" y="0"/>
                </a:lnTo>
              </a:path>
            </a:pathLst>
          </a:custGeom>
          <a:noFill xmlns:a="http://schemas.openxmlformats.org/drawingml/2006/main"/>
          <a:ln xmlns:a="http://schemas.openxmlformats.org/drawingml/2006/main" w="10525">
            <a:solidFill>
              <a:srgbClr val="C0453C"/>
            </a:solidFill>
            <a:prstDash val="solid"/>
          </a:ln>
        </p:spPr>
      </p:sp>
      <p:sp>
        <p:nvSpPr>
          <p:cNvPr id="66" name="Editable chart path">
            <a:extLst xmlns:a="http://schemas.openxmlformats.org/drawingml/2006/main">
              <a:ext uri="{FF2B5EF4-FFF2-40B4-BE49-F238E27FC236}">
                <a16:creationId xmlns:a16="http://schemas.microsoft.com/office/drawing/2014/main" id="{47AC7313-7707-4405-8FAB-7BDF6DE0A48F}"/>
              </a:ext>
            </a:extLst>
          </p:cNvPr>
          <p:cNvSpPr>
            <a:spLocks xmlns:a="http://schemas.openxmlformats.org/drawingml/2006/main" noGrp="1"/>
          </p:cNvSpPr>
          <p:nvPr/>
        </p:nvSpPr>
        <p:spPr>
          <a:xfrm xmlns:a="http://schemas.openxmlformats.org/drawingml/2006/main">
            <a:off x="2891658" y="4037948"/>
            <a:ext cx="493765" cy="95"/>
          </a:xfrm>
          <a:custGeom xmlns:a="http://schemas.openxmlformats.org/drawingml/2006/main">
            <a:pathLst>
              <a:path w="491532" h="95">
                <a:moveTo>
                  <a:pt x="0" y="0"/>
                </a:moveTo>
                <a:lnTo>
                  <a:pt x="491532" y="0"/>
                </a:lnTo>
              </a:path>
            </a:pathLst>
          </a:custGeom>
          <a:noFill xmlns:a="http://schemas.openxmlformats.org/drawingml/2006/main"/>
          <a:ln xmlns:a="http://schemas.openxmlformats.org/drawingml/2006/main" w="10525">
            <a:solidFill>
              <a:srgbClr val="C0453C"/>
            </a:solidFill>
            <a:prstDash val="solid"/>
          </a:ln>
        </p:spPr>
      </p:sp>
      <p:sp>
        <p:nvSpPr>
          <p:cNvPr id="67" name="Editable chart path">
            <a:extLst xmlns:a="http://schemas.openxmlformats.org/drawingml/2006/main">
              <a:ext uri="{FF2B5EF4-FFF2-40B4-BE49-F238E27FC236}">
                <a16:creationId xmlns:a16="http://schemas.microsoft.com/office/drawing/2014/main" id="{18DF29DB-BC7D-4FC3-AEC9-E5951689F434}"/>
              </a:ext>
            </a:extLst>
          </p:cNvPr>
          <p:cNvSpPr>
            <a:spLocks xmlns:a="http://schemas.openxmlformats.org/drawingml/2006/main" noGrp="1"/>
          </p:cNvSpPr>
          <p:nvPr/>
        </p:nvSpPr>
        <p:spPr>
          <a:xfrm xmlns:a="http://schemas.openxmlformats.org/drawingml/2006/main">
            <a:off x="2132496" y="4376738"/>
            <a:ext cx="2359015" cy="95"/>
          </a:xfrm>
          <a:custGeom xmlns:a="http://schemas.openxmlformats.org/drawingml/2006/main">
            <a:pathLst>
              <a:path w="2348347" h="95">
                <a:moveTo>
                  <a:pt x="0" y="0"/>
                </a:moveTo>
                <a:lnTo>
                  <a:pt x="2348347" y="0"/>
                </a:lnTo>
              </a:path>
            </a:pathLst>
          </a:custGeom>
          <a:noFill xmlns:a="http://schemas.openxmlformats.org/drawingml/2006/main"/>
          <a:ln xmlns:a="http://schemas.openxmlformats.org/drawingml/2006/main" w="10525">
            <a:solidFill>
              <a:srgbClr val="C0453C"/>
            </a:solidFill>
            <a:prstDash val="solid"/>
          </a:ln>
        </p:spPr>
      </p:sp>
      <p:sp>
        <p:nvSpPr>
          <p:cNvPr id="68" name="Editable chart path">
            <a:extLst xmlns:a="http://schemas.openxmlformats.org/drawingml/2006/main">
              <a:ext uri="{FF2B5EF4-FFF2-40B4-BE49-F238E27FC236}">
                <a16:creationId xmlns:a16="http://schemas.microsoft.com/office/drawing/2014/main" id="{E8F49B9E-D403-4F33-801E-F2240391D575}"/>
              </a:ext>
            </a:extLst>
          </p:cNvPr>
          <p:cNvSpPr>
            <a:spLocks xmlns:a="http://schemas.openxmlformats.org/drawingml/2006/main" noGrp="1"/>
          </p:cNvSpPr>
          <p:nvPr/>
        </p:nvSpPr>
        <p:spPr>
          <a:xfrm xmlns:a="http://schemas.openxmlformats.org/drawingml/2006/main">
            <a:off x="3164524" y="4715528"/>
            <a:ext cx="2652023" cy="95"/>
          </a:xfrm>
          <a:custGeom xmlns:a="http://schemas.openxmlformats.org/drawingml/2006/main">
            <a:pathLst>
              <a:path w="2640029" h="95">
                <a:moveTo>
                  <a:pt x="0" y="0"/>
                </a:moveTo>
                <a:lnTo>
                  <a:pt x="2640029" y="0"/>
                </a:lnTo>
              </a:path>
            </a:pathLst>
          </a:custGeom>
          <a:noFill xmlns:a="http://schemas.openxmlformats.org/drawingml/2006/main"/>
          <a:ln xmlns:a="http://schemas.openxmlformats.org/drawingml/2006/main" w="10525">
            <a:solidFill>
              <a:srgbClr val="C0453C"/>
            </a:solidFill>
            <a:prstDash val="solid"/>
          </a:ln>
        </p:spPr>
      </p:sp>
      <p:sp>
        <p:nvSpPr>
          <p:cNvPr id="69" name="Editable chart path">
            <a:extLst xmlns:a="http://schemas.openxmlformats.org/drawingml/2006/main">
              <a:ext uri="{FF2B5EF4-FFF2-40B4-BE49-F238E27FC236}">
                <a16:creationId xmlns:a16="http://schemas.microsoft.com/office/drawing/2014/main" id="{313EA6E4-3B28-4A2D-8AD3-A038FF16B75C}"/>
              </a:ext>
            </a:extLst>
          </p:cNvPr>
          <p:cNvSpPr>
            <a:spLocks xmlns:a="http://schemas.openxmlformats.org/drawingml/2006/main" noGrp="1"/>
          </p:cNvSpPr>
          <p:nvPr/>
        </p:nvSpPr>
        <p:spPr>
          <a:xfrm xmlns:a="http://schemas.openxmlformats.org/drawingml/2006/main">
            <a:off x="3762594" y="266365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0" name="Editable chart path">
            <a:extLst xmlns:a="http://schemas.openxmlformats.org/drawingml/2006/main">
              <a:ext uri="{FF2B5EF4-FFF2-40B4-BE49-F238E27FC236}">
                <a16:creationId xmlns:a16="http://schemas.microsoft.com/office/drawing/2014/main" id="{8EFA65CA-7758-42D8-917C-056196E3C79C}"/>
              </a:ext>
            </a:extLst>
          </p:cNvPr>
          <p:cNvSpPr>
            <a:spLocks xmlns:a="http://schemas.openxmlformats.org/drawingml/2006/main" noGrp="1"/>
          </p:cNvSpPr>
          <p:nvPr/>
        </p:nvSpPr>
        <p:spPr>
          <a:xfrm xmlns:a="http://schemas.openxmlformats.org/drawingml/2006/main">
            <a:off x="3995575" y="300244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1" name="Editable chart path">
            <a:extLst xmlns:a="http://schemas.openxmlformats.org/drawingml/2006/main">
              <a:ext uri="{FF2B5EF4-FFF2-40B4-BE49-F238E27FC236}">
                <a16:creationId xmlns:a16="http://schemas.microsoft.com/office/drawing/2014/main" id="{D9D5D928-3D65-46D4-B7C3-69F3BEE9D67C}"/>
              </a:ext>
            </a:extLst>
          </p:cNvPr>
          <p:cNvSpPr>
            <a:spLocks xmlns:a="http://schemas.openxmlformats.org/drawingml/2006/main" noGrp="1"/>
          </p:cNvSpPr>
          <p:nvPr/>
        </p:nvSpPr>
        <p:spPr>
          <a:xfrm xmlns:a="http://schemas.openxmlformats.org/drawingml/2006/main">
            <a:off x="3605190" y="334123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2" name="Editable chart path">
            <a:extLst xmlns:a="http://schemas.openxmlformats.org/drawingml/2006/main">
              <a:ext uri="{FF2B5EF4-FFF2-40B4-BE49-F238E27FC236}">
                <a16:creationId xmlns:a16="http://schemas.microsoft.com/office/drawing/2014/main" id="{73B3FF54-CAF9-4E83-8E10-6A5B70BC1385}"/>
              </a:ext>
            </a:extLst>
          </p:cNvPr>
          <p:cNvSpPr>
            <a:spLocks xmlns:a="http://schemas.openxmlformats.org/drawingml/2006/main" noGrp="1"/>
          </p:cNvSpPr>
          <p:nvPr/>
        </p:nvSpPr>
        <p:spPr>
          <a:xfrm xmlns:a="http://schemas.openxmlformats.org/drawingml/2006/main">
            <a:off x="4280761" y="368002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3" name="Editable chart path">
            <a:extLst xmlns:a="http://schemas.openxmlformats.org/drawingml/2006/main">
              <a:ext uri="{FF2B5EF4-FFF2-40B4-BE49-F238E27FC236}">
                <a16:creationId xmlns:a16="http://schemas.microsoft.com/office/drawing/2014/main" id="{72A3A51B-A20A-4D0E-B972-F7C2C5EFAB9C}"/>
              </a:ext>
            </a:extLst>
          </p:cNvPr>
          <p:cNvSpPr>
            <a:spLocks xmlns:a="http://schemas.openxmlformats.org/drawingml/2006/main" noGrp="1"/>
          </p:cNvSpPr>
          <p:nvPr/>
        </p:nvSpPr>
        <p:spPr>
          <a:xfrm xmlns:a="http://schemas.openxmlformats.org/drawingml/2006/main">
            <a:off x="3095502" y="401881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4" name="Editable chart path">
            <a:extLst xmlns:a="http://schemas.openxmlformats.org/drawingml/2006/main">
              <a:ext uri="{FF2B5EF4-FFF2-40B4-BE49-F238E27FC236}">
                <a16:creationId xmlns:a16="http://schemas.microsoft.com/office/drawing/2014/main" id="{67479383-BC68-4115-83A2-CF7ED7ECD1CF}"/>
              </a:ext>
            </a:extLst>
          </p:cNvPr>
          <p:cNvSpPr>
            <a:spLocks xmlns:a="http://schemas.openxmlformats.org/drawingml/2006/main" noGrp="1"/>
          </p:cNvSpPr>
          <p:nvPr/>
        </p:nvSpPr>
        <p:spPr>
          <a:xfrm xmlns:a="http://schemas.openxmlformats.org/drawingml/2006/main">
            <a:off x="3692074" y="435760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5" name="Editable chart path">
            <a:extLst xmlns:a="http://schemas.openxmlformats.org/drawingml/2006/main">
              <a:ext uri="{FF2B5EF4-FFF2-40B4-BE49-F238E27FC236}">
                <a16:creationId xmlns:a16="http://schemas.microsoft.com/office/drawing/2014/main" id="{B8E7697E-7CDB-4263-AC1F-DEC73D332BF0}"/>
              </a:ext>
            </a:extLst>
          </p:cNvPr>
          <p:cNvSpPr>
            <a:spLocks xmlns:a="http://schemas.openxmlformats.org/drawingml/2006/main" noGrp="1"/>
          </p:cNvSpPr>
          <p:nvPr/>
        </p:nvSpPr>
        <p:spPr>
          <a:xfrm xmlns:a="http://schemas.openxmlformats.org/drawingml/2006/main">
            <a:off x="4307647" y="469639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6" name="Editable chart path">
            <a:extLst xmlns:a="http://schemas.openxmlformats.org/drawingml/2006/main">
              <a:ext uri="{FF2B5EF4-FFF2-40B4-BE49-F238E27FC236}">
                <a16:creationId xmlns:a16="http://schemas.microsoft.com/office/drawing/2014/main" id="{28264D8F-67FE-496E-A325-64FEE1DAED1D}"/>
              </a:ext>
            </a:extLst>
          </p:cNvPr>
          <p:cNvSpPr>
            <a:spLocks xmlns:a="http://schemas.openxmlformats.org/drawingml/2006/main" noGrp="1"/>
          </p:cNvSpPr>
          <p:nvPr/>
        </p:nvSpPr>
        <p:spPr>
          <a:xfrm xmlns:a="http://schemas.openxmlformats.org/drawingml/2006/main">
            <a:off x="3235690" y="2469350"/>
            <a:ext cx="95" cy="2371530"/>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655">
            <a:solidFill>
              <a:srgbClr val="5A6683"/>
            </a:solidFill>
            <a:prstDash val="solid"/>
          </a:ln>
        </p:spPr>
      </p:sp>
      <p:sp>
        <p:nvSpPr>
          <p:cNvPr id="77" name="Editable chart path">
            <a:extLst xmlns:a="http://schemas.openxmlformats.org/drawingml/2006/main">
              <a:ext uri="{FF2B5EF4-FFF2-40B4-BE49-F238E27FC236}">
                <a16:creationId xmlns:a16="http://schemas.microsoft.com/office/drawing/2014/main" id="{585A642D-DB84-4795-91C9-9BE4B96DDDAC}"/>
              </a:ext>
            </a:extLst>
          </p:cNvPr>
          <p:cNvSpPr>
            <a:spLocks xmlns:a="http://schemas.openxmlformats.org/drawingml/2006/main" noGrp="1"/>
          </p:cNvSpPr>
          <p:nvPr/>
        </p:nvSpPr>
        <p:spPr>
          <a:xfrm xmlns:a="http://schemas.openxmlformats.org/drawingml/2006/main">
            <a:off x="3990354" y="2469350"/>
            <a:ext cx="95" cy="2371530"/>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6698">
            <a:solidFill>
              <a:srgbClr val="5A6683"/>
            </a:solidFill>
            <a:prstDash val="dash"/>
          </a:ln>
        </p:spPr>
      </p:sp>
      <p:sp>
        <p:nvSpPr>
          <p:cNvPr id="78" name="Editable chart path">
            <a:extLst xmlns:a="http://schemas.openxmlformats.org/drawingml/2006/main">
              <a:ext uri="{FF2B5EF4-FFF2-40B4-BE49-F238E27FC236}">
                <a16:creationId xmlns:a16="http://schemas.microsoft.com/office/drawing/2014/main" id="{D27A198F-5F3B-42E7-8339-8BF60FBE8C83}"/>
              </a:ext>
            </a:extLst>
          </p:cNvPr>
          <p:cNvSpPr>
            <a:spLocks xmlns:a="http://schemas.openxmlformats.org/drawingml/2006/main" noGrp="1"/>
          </p:cNvSpPr>
          <p:nvPr/>
        </p:nvSpPr>
        <p:spPr>
          <a:xfrm xmlns:a="http://schemas.openxmlformats.org/drawingml/2006/main">
            <a:off x="1948293" y="2469350"/>
            <a:ext cx="95" cy="2371530"/>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655">
            <a:solidFill>
              <a:srgbClr val="5A6683"/>
            </a:solidFill>
            <a:prstDash val="solid"/>
          </a:ln>
        </p:spPr>
      </p:sp>
      <p:sp>
        <p:nvSpPr>
          <p:cNvPr id="79" name="Editable chart path">
            <a:extLst xmlns:a="http://schemas.openxmlformats.org/drawingml/2006/main">
              <a:ext uri="{FF2B5EF4-FFF2-40B4-BE49-F238E27FC236}">
                <a16:creationId xmlns:a16="http://schemas.microsoft.com/office/drawing/2014/main" id="{461FD0DC-B5C9-4B55-ABBF-ECAD8E18DE2C}"/>
              </a:ext>
            </a:extLst>
          </p:cNvPr>
          <p:cNvSpPr>
            <a:spLocks xmlns:a="http://schemas.openxmlformats.org/drawingml/2006/main" noGrp="1"/>
          </p:cNvSpPr>
          <p:nvPr/>
        </p:nvSpPr>
        <p:spPr>
          <a:xfrm xmlns:a="http://schemas.openxmlformats.org/drawingml/2006/main">
            <a:off x="1948293" y="4840880"/>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7655">
            <a:solidFill>
              <a:srgbClr val="5A6683"/>
            </a:solidFill>
            <a:prstDash val="solid"/>
          </a:ln>
        </p:spPr>
      </p:sp>
      <p:sp>
        <p:nvSpPr>
          <p:cNvPr id="80" name="">
            <a:extLst xmlns:a="http://schemas.openxmlformats.org/drawingml/2006/main">
              <a:ext uri="{FF2B5EF4-FFF2-40B4-BE49-F238E27FC236}">
                <a16:creationId xmlns:a16="http://schemas.microsoft.com/office/drawing/2014/main" id="{D8AAB973-0ED6-4AC3-88FD-24D1BD966E5B}"/>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1" name="">
            <a:extLst xmlns:a="http://schemas.openxmlformats.org/drawingml/2006/main">
              <a:ext uri="{FF2B5EF4-FFF2-40B4-BE49-F238E27FC236}">
                <a16:creationId xmlns:a16="http://schemas.microsoft.com/office/drawing/2014/main" id="{4E8BC61B-015D-4E7C-BD61-D973C3F25CB3}"/>
              </a:ext>
            </a:extLst>
          </p:cNvPr>
          <p:cNvSpPr>
            <a:spLocks xmlns:a="http://schemas.openxmlformats.org/drawingml/2006/main" noGrp="1"/>
          </p:cNvSpPr>
          <p:nvPr/>
        </p:nvSpPr>
        <p:spPr>
          <a:xfrm xmlns:a="http://schemas.openxmlformats.org/drawingml/2006/main">
            <a:off x="1371600" y="5334000"/>
            <a:ext cx="6213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times</a:t>
            </a:r>
          </a:p>
        </p:txBody>
      </p:sp>
      <p:sp>
        <p:nvSpPr>
          <p:cNvPr id="82" name="">
            <a:extLst xmlns:a="http://schemas.openxmlformats.org/drawingml/2006/main">
              <a:ext uri="{FF2B5EF4-FFF2-40B4-BE49-F238E27FC236}">
                <a16:creationId xmlns:a16="http://schemas.microsoft.com/office/drawing/2014/main" id="{859B20EF-D3CC-43C9-AC91-31F4ADE76C70}"/>
              </a:ext>
            </a:extLst>
          </p:cNvPr>
          <p:cNvSpPr>
            <a:spLocks xmlns:a="http://schemas.openxmlformats.org/drawingml/2006/main" noGrp="1"/>
          </p:cNvSpPr>
          <p:nvPr/>
        </p:nvSpPr>
        <p:spPr>
          <a:xfrm xmlns:a="http://schemas.openxmlformats.org/drawingml/2006/main">
            <a:off x="2202466"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83" name="">
            <a:extLst xmlns:a="http://schemas.openxmlformats.org/drawingml/2006/main">
              <a:ext uri="{FF2B5EF4-FFF2-40B4-BE49-F238E27FC236}">
                <a16:creationId xmlns:a16="http://schemas.microsoft.com/office/drawing/2014/main" id="{17ECEC80-86BA-494B-9685-CE845EC0221B}"/>
              </a:ext>
            </a:extLst>
          </p:cNvPr>
          <p:cNvSpPr>
            <a:spLocks xmlns:a="http://schemas.openxmlformats.org/drawingml/2006/main" noGrp="1"/>
          </p:cNvSpPr>
          <p:nvPr/>
        </p:nvSpPr>
        <p:spPr>
          <a:xfrm xmlns:a="http://schemas.openxmlformats.org/drawingml/2006/main">
            <a:off x="2431066" y="5334000"/>
            <a:ext cx="110851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Storm windows</a:t>
            </a:r>
          </a:p>
        </p:txBody>
      </p:sp>
      <p:sp>
        <p:nvSpPr>
          <p:cNvPr id="84" name="">
            <a:extLst xmlns:a="http://schemas.openxmlformats.org/drawingml/2006/main">
              <a:ext uri="{FF2B5EF4-FFF2-40B4-BE49-F238E27FC236}">
                <a16:creationId xmlns:a16="http://schemas.microsoft.com/office/drawing/2014/main" id="{264076F2-3B1B-4807-B00D-134408695C3D}"/>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60 min: log-relative vacant count</a:t>
            </a:r>
          </a:p>
        </p:txBody>
      </p:sp>
      <p:sp>
        <p:nvSpPr>
          <p:cNvPr id="85" name="Editable chart path">
            <a:extLst xmlns:a="http://schemas.openxmlformats.org/drawingml/2006/main">
              <a:ext uri="{FF2B5EF4-FFF2-40B4-BE49-F238E27FC236}">
                <a16:creationId xmlns:a16="http://schemas.microsoft.com/office/drawing/2014/main" id="{465FE3EF-41C2-4FF0-AB78-9078829CC79B}"/>
              </a:ext>
            </a:extLst>
          </p:cNvPr>
          <p:cNvSpPr>
            <a:spLocks xmlns:a="http://schemas.openxmlformats.org/drawingml/2006/main" noGrp="1"/>
          </p:cNvSpPr>
          <p:nvPr/>
        </p:nvSpPr>
        <p:spPr>
          <a:xfrm xmlns:a="http://schemas.openxmlformats.org/drawingml/2006/main">
            <a:off x="6769354"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86" name="">
            <a:extLst xmlns:a="http://schemas.openxmlformats.org/drawingml/2006/main">
              <a:ext uri="{FF2B5EF4-FFF2-40B4-BE49-F238E27FC236}">
                <a16:creationId xmlns:a16="http://schemas.microsoft.com/office/drawing/2014/main" id="{DB6FFE0E-E438-42A5-9A37-7AF36B7AAA82}"/>
              </a:ext>
            </a:extLst>
          </p:cNvPr>
          <p:cNvSpPr>
            <a:spLocks xmlns:a="http://schemas.openxmlformats.org/drawingml/2006/main" noGrp="1"/>
          </p:cNvSpPr>
          <p:nvPr/>
        </p:nvSpPr>
        <p:spPr>
          <a:xfrm xmlns:a="http://schemas.openxmlformats.org/drawingml/2006/main" rot="0">
            <a:off x="6660418" y="4922012"/>
            <a:ext cx="2140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87" name="Editable chart path">
            <a:extLst xmlns:a="http://schemas.openxmlformats.org/drawingml/2006/main">
              <a:ext uri="{FF2B5EF4-FFF2-40B4-BE49-F238E27FC236}">
                <a16:creationId xmlns:a16="http://schemas.microsoft.com/office/drawing/2014/main" id="{442DE83C-73FA-47E4-A3E5-5A4A9E66C89A}"/>
              </a:ext>
            </a:extLst>
          </p:cNvPr>
          <p:cNvSpPr>
            <a:spLocks xmlns:a="http://schemas.openxmlformats.org/drawingml/2006/main" noGrp="1"/>
          </p:cNvSpPr>
          <p:nvPr/>
        </p:nvSpPr>
        <p:spPr>
          <a:xfrm xmlns:a="http://schemas.openxmlformats.org/drawingml/2006/main">
            <a:off x="7374143"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88" name="">
            <a:extLst xmlns:a="http://schemas.openxmlformats.org/drawingml/2006/main">
              <a:ext uri="{FF2B5EF4-FFF2-40B4-BE49-F238E27FC236}">
                <a16:creationId xmlns:a16="http://schemas.microsoft.com/office/drawing/2014/main" id="{0893492E-CE52-4541-BC9B-BC73CFD3AE60}"/>
              </a:ext>
            </a:extLst>
          </p:cNvPr>
          <p:cNvSpPr>
            <a:spLocks xmlns:a="http://schemas.openxmlformats.org/drawingml/2006/main" noGrp="1"/>
          </p:cNvSpPr>
          <p:nvPr/>
        </p:nvSpPr>
        <p:spPr>
          <a:xfrm xmlns:a="http://schemas.openxmlformats.org/drawingml/2006/main" rot="0">
            <a:off x="7287314" y="4922012"/>
            <a:ext cx="1693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89" name="Editable chart path">
            <a:extLst xmlns:a="http://schemas.openxmlformats.org/drawingml/2006/main">
              <a:ext uri="{FF2B5EF4-FFF2-40B4-BE49-F238E27FC236}">
                <a16:creationId xmlns:a16="http://schemas.microsoft.com/office/drawing/2014/main" id="{E3A838DA-3F34-46C5-A9C5-617F3A8227E1}"/>
              </a:ext>
            </a:extLst>
          </p:cNvPr>
          <p:cNvSpPr>
            <a:spLocks xmlns:a="http://schemas.openxmlformats.org/drawingml/2006/main" noGrp="1"/>
          </p:cNvSpPr>
          <p:nvPr/>
        </p:nvSpPr>
        <p:spPr>
          <a:xfrm xmlns:a="http://schemas.openxmlformats.org/drawingml/2006/main">
            <a:off x="7978932"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0" name="">
            <a:extLst xmlns:a="http://schemas.openxmlformats.org/drawingml/2006/main">
              <a:ext uri="{FF2B5EF4-FFF2-40B4-BE49-F238E27FC236}">
                <a16:creationId xmlns:a16="http://schemas.microsoft.com/office/drawing/2014/main" id="{9EBBFF75-BC0A-483E-8833-C6633EF22941}"/>
              </a:ext>
            </a:extLst>
          </p:cNvPr>
          <p:cNvSpPr>
            <a:spLocks xmlns:a="http://schemas.openxmlformats.org/drawingml/2006/main" noGrp="1"/>
          </p:cNvSpPr>
          <p:nvPr/>
        </p:nvSpPr>
        <p:spPr>
          <a:xfrm xmlns:a="http://schemas.openxmlformats.org/drawingml/2006/main" rot="0">
            <a:off x="7930813" y="4922012"/>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91" name="Editable chart path">
            <a:extLst xmlns:a="http://schemas.openxmlformats.org/drawingml/2006/main">
              <a:ext uri="{FF2B5EF4-FFF2-40B4-BE49-F238E27FC236}">
                <a16:creationId xmlns:a16="http://schemas.microsoft.com/office/drawing/2014/main" id="{E174E36A-57A7-4C5F-A250-F862DD89B65A}"/>
              </a:ext>
            </a:extLst>
          </p:cNvPr>
          <p:cNvSpPr>
            <a:spLocks xmlns:a="http://schemas.openxmlformats.org/drawingml/2006/main" noGrp="1"/>
          </p:cNvSpPr>
          <p:nvPr/>
        </p:nvSpPr>
        <p:spPr>
          <a:xfrm xmlns:a="http://schemas.openxmlformats.org/drawingml/2006/main">
            <a:off x="8583720"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2" name="">
            <a:extLst xmlns:a="http://schemas.openxmlformats.org/drawingml/2006/main">
              <a:ext uri="{FF2B5EF4-FFF2-40B4-BE49-F238E27FC236}">
                <a16:creationId xmlns:a16="http://schemas.microsoft.com/office/drawing/2014/main" id="{ACD7CE1D-14DC-4A3A-A6B2-6E6E2D4FE31B}"/>
              </a:ext>
            </a:extLst>
          </p:cNvPr>
          <p:cNvSpPr>
            <a:spLocks xmlns:a="http://schemas.openxmlformats.org/drawingml/2006/main" noGrp="1"/>
          </p:cNvSpPr>
          <p:nvPr/>
        </p:nvSpPr>
        <p:spPr>
          <a:xfrm xmlns:a="http://schemas.openxmlformats.org/drawingml/2006/main" rot="0">
            <a:off x="8535372" y="4922012"/>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93" name="Editable chart path">
            <a:extLst xmlns:a="http://schemas.openxmlformats.org/drawingml/2006/main">
              <a:ext uri="{FF2B5EF4-FFF2-40B4-BE49-F238E27FC236}">
                <a16:creationId xmlns:a16="http://schemas.microsoft.com/office/drawing/2014/main" id="{FC6AE006-FA1F-4B7F-9A5B-BE8BB9E913B3}"/>
              </a:ext>
            </a:extLst>
          </p:cNvPr>
          <p:cNvSpPr>
            <a:spLocks xmlns:a="http://schemas.openxmlformats.org/drawingml/2006/main" noGrp="1"/>
          </p:cNvSpPr>
          <p:nvPr/>
        </p:nvSpPr>
        <p:spPr>
          <a:xfrm xmlns:a="http://schemas.openxmlformats.org/drawingml/2006/main">
            <a:off x="9188509"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4" name="">
            <a:extLst xmlns:a="http://schemas.openxmlformats.org/drawingml/2006/main">
              <a:ext uri="{FF2B5EF4-FFF2-40B4-BE49-F238E27FC236}">
                <a16:creationId xmlns:a16="http://schemas.microsoft.com/office/drawing/2014/main" id="{8B9F6C95-6087-428A-A238-98774D18C11B}"/>
              </a:ext>
            </a:extLst>
          </p:cNvPr>
          <p:cNvSpPr>
            <a:spLocks xmlns:a="http://schemas.openxmlformats.org/drawingml/2006/main" noGrp="1"/>
          </p:cNvSpPr>
          <p:nvPr/>
        </p:nvSpPr>
        <p:spPr>
          <a:xfrm xmlns:a="http://schemas.openxmlformats.org/drawingml/2006/main" rot="0">
            <a:off x="9118054" y="4922012"/>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95" name="Editable chart path">
            <a:extLst xmlns:a="http://schemas.openxmlformats.org/drawingml/2006/main">
              <a:ext uri="{FF2B5EF4-FFF2-40B4-BE49-F238E27FC236}">
                <a16:creationId xmlns:a16="http://schemas.microsoft.com/office/drawing/2014/main" id="{51A52CF5-6C29-4B72-B9DD-C252E7D9CA0F}"/>
              </a:ext>
            </a:extLst>
          </p:cNvPr>
          <p:cNvSpPr>
            <a:spLocks xmlns:a="http://schemas.openxmlformats.org/drawingml/2006/main" noGrp="1"/>
          </p:cNvSpPr>
          <p:nvPr/>
        </p:nvSpPr>
        <p:spPr>
          <a:xfrm xmlns:a="http://schemas.openxmlformats.org/drawingml/2006/main">
            <a:off x="9793298"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6" name="">
            <a:extLst xmlns:a="http://schemas.openxmlformats.org/drawingml/2006/main">
              <a:ext uri="{FF2B5EF4-FFF2-40B4-BE49-F238E27FC236}">
                <a16:creationId xmlns:a16="http://schemas.microsoft.com/office/drawing/2014/main" id="{B5DC5F49-6725-427A-868D-0F8031D60558}"/>
              </a:ext>
            </a:extLst>
          </p:cNvPr>
          <p:cNvSpPr>
            <a:spLocks xmlns:a="http://schemas.openxmlformats.org/drawingml/2006/main" noGrp="1"/>
          </p:cNvSpPr>
          <p:nvPr/>
        </p:nvSpPr>
        <p:spPr>
          <a:xfrm xmlns:a="http://schemas.openxmlformats.org/drawingml/2006/main" rot="0">
            <a:off x="9722613" y="4922012"/>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97" name="Editable chart path">
            <a:extLst xmlns:a="http://schemas.openxmlformats.org/drawingml/2006/main">
              <a:ext uri="{FF2B5EF4-FFF2-40B4-BE49-F238E27FC236}">
                <a16:creationId xmlns:a16="http://schemas.microsoft.com/office/drawing/2014/main" id="{EA41A420-2698-455F-B0F2-FE933AD85C6E}"/>
              </a:ext>
            </a:extLst>
          </p:cNvPr>
          <p:cNvSpPr>
            <a:spLocks xmlns:a="http://schemas.openxmlformats.org/drawingml/2006/main" noGrp="1"/>
          </p:cNvSpPr>
          <p:nvPr/>
        </p:nvSpPr>
        <p:spPr>
          <a:xfrm xmlns:a="http://schemas.openxmlformats.org/drawingml/2006/main">
            <a:off x="10398086"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8" name="">
            <a:extLst xmlns:a="http://schemas.openxmlformats.org/drawingml/2006/main">
              <a:ext uri="{FF2B5EF4-FFF2-40B4-BE49-F238E27FC236}">
                <a16:creationId xmlns:a16="http://schemas.microsoft.com/office/drawing/2014/main" id="{0632B8B1-9669-4C10-87BB-5F7A8E5AEDC0}"/>
              </a:ext>
            </a:extLst>
          </p:cNvPr>
          <p:cNvSpPr>
            <a:spLocks xmlns:a="http://schemas.openxmlformats.org/drawingml/2006/main" noGrp="1"/>
          </p:cNvSpPr>
          <p:nvPr/>
        </p:nvSpPr>
        <p:spPr>
          <a:xfrm xmlns:a="http://schemas.openxmlformats.org/drawingml/2006/main" rot="0">
            <a:off x="10309820" y="4922012"/>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99" name="">
            <a:extLst xmlns:a="http://schemas.openxmlformats.org/drawingml/2006/main">
              <a:ext uri="{FF2B5EF4-FFF2-40B4-BE49-F238E27FC236}">
                <a16:creationId xmlns:a16="http://schemas.microsoft.com/office/drawing/2014/main" id="{7CC6EE54-5233-4C78-866A-AC87F82D7CEB}"/>
              </a:ext>
            </a:extLst>
          </p:cNvPr>
          <p:cNvSpPr>
            <a:spLocks xmlns:a="http://schemas.openxmlformats.org/drawingml/2006/main" noGrp="1"/>
          </p:cNvSpPr>
          <p:nvPr/>
        </p:nvSpPr>
        <p:spPr>
          <a:xfrm xmlns:a="http://schemas.openxmlformats.org/drawingml/2006/main" rot="0">
            <a:off x="7777417" y="5069791"/>
            <a:ext cx="18606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Weather gain: % lower MAE</a:t>
            </a:r>
          </a:p>
        </p:txBody>
      </p:sp>
      <p:sp>
        <p:nvSpPr>
          <p:cNvPr id="100" name="Editable chart path">
            <a:extLst xmlns:a="http://schemas.openxmlformats.org/drawingml/2006/main">
              <a:ext uri="{FF2B5EF4-FFF2-40B4-BE49-F238E27FC236}">
                <a16:creationId xmlns:a16="http://schemas.microsoft.com/office/drawing/2014/main" id="{D6A9F4EE-25F0-4717-BAC2-54ACB1C3D14E}"/>
              </a:ext>
            </a:extLst>
          </p:cNvPr>
          <p:cNvSpPr>
            <a:spLocks xmlns:a="http://schemas.openxmlformats.org/drawingml/2006/main" noGrp="1"/>
          </p:cNvSpPr>
          <p:nvPr/>
        </p:nvSpPr>
        <p:spPr>
          <a:xfrm xmlns:a="http://schemas.openxmlformats.org/drawingml/2006/main">
            <a:off x="6548943" y="2561868"/>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1" name="Editable chart path">
            <a:extLst xmlns:a="http://schemas.openxmlformats.org/drawingml/2006/main">
              <a:ext uri="{FF2B5EF4-FFF2-40B4-BE49-F238E27FC236}">
                <a16:creationId xmlns:a16="http://schemas.microsoft.com/office/drawing/2014/main" id="{00A716BA-C0F7-4077-AD20-ECFA1F9B99B5}"/>
              </a:ext>
            </a:extLst>
          </p:cNvPr>
          <p:cNvSpPr>
            <a:spLocks xmlns:a="http://schemas.openxmlformats.org/drawingml/2006/main" noGrp="1"/>
          </p:cNvSpPr>
          <p:nvPr/>
        </p:nvSpPr>
        <p:spPr>
          <a:xfrm xmlns:a="http://schemas.openxmlformats.org/drawingml/2006/main">
            <a:off x="6513235" y="2561868"/>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2" name="Editable chart path">
            <a:extLst xmlns:a="http://schemas.openxmlformats.org/drawingml/2006/main">
              <a:ext uri="{FF2B5EF4-FFF2-40B4-BE49-F238E27FC236}">
                <a16:creationId xmlns:a16="http://schemas.microsoft.com/office/drawing/2014/main" id="{59F59DA4-B1D9-45C9-B68E-7CA668E74843}"/>
              </a:ext>
            </a:extLst>
          </p:cNvPr>
          <p:cNvSpPr>
            <a:spLocks xmlns:a="http://schemas.openxmlformats.org/drawingml/2006/main" noGrp="1"/>
          </p:cNvSpPr>
          <p:nvPr/>
        </p:nvSpPr>
        <p:spPr>
          <a:xfrm xmlns:a="http://schemas.openxmlformats.org/drawingml/2006/main">
            <a:off x="6548943" y="2923104"/>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3" name="Editable chart path">
            <a:extLst xmlns:a="http://schemas.openxmlformats.org/drawingml/2006/main">
              <a:ext uri="{FF2B5EF4-FFF2-40B4-BE49-F238E27FC236}">
                <a16:creationId xmlns:a16="http://schemas.microsoft.com/office/drawing/2014/main" id="{B22BC168-935F-4CD9-9CA7-C4D1D156D19D}"/>
              </a:ext>
            </a:extLst>
          </p:cNvPr>
          <p:cNvSpPr>
            <a:spLocks xmlns:a="http://schemas.openxmlformats.org/drawingml/2006/main" noGrp="1"/>
          </p:cNvSpPr>
          <p:nvPr/>
        </p:nvSpPr>
        <p:spPr>
          <a:xfrm xmlns:a="http://schemas.openxmlformats.org/drawingml/2006/main">
            <a:off x="6513235" y="2923104"/>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4" name="Editable chart path">
            <a:extLst xmlns:a="http://schemas.openxmlformats.org/drawingml/2006/main">
              <a:ext uri="{FF2B5EF4-FFF2-40B4-BE49-F238E27FC236}">
                <a16:creationId xmlns:a16="http://schemas.microsoft.com/office/drawing/2014/main" id="{28170947-CA64-4652-98EF-22EA4EF10908}"/>
              </a:ext>
            </a:extLst>
          </p:cNvPr>
          <p:cNvSpPr>
            <a:spLocks xmlns:a="http://schemas.openxmlformats.org/drawingml/2006/main" noGrp="1"/>
          </p:cNvSpPr>
          <p:nvPr/>
        </p:nvSpPr>
        <p:spPr>
          <a:xfrm xmlns:a="http://schemas.openxmlformats.org/drawingml/2006/main">
            <a:off x="6548943" y="3284340"/>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5" name="Editable chart path">
            <a:extLst xmlns:a="http://schemas.openxmlformats.org/drawingml/2006/main">
              <a:ext uri="{FF2B5EF4-FFF2-40B4-BE49-F238E27FC236}">
                <a16:creationId xmlns:a16="http://schemas.microsoft.com/office/drawing/2014/main" id="{5F735CAB-688C-4DBC-B1E1-E2A87F1C5A9B}"/>
              </a:ext>
            </a:extLst>
          </p:cNvPr>
          <p:cNvSpPr>
            <a:spLocks xmlns:a="http://schemas.openxmlformats.org/drawingml/2006/main" noGrp="1"/>
          </p:cNvSpPr>
          <p:nvPr/>
        </p:nvSpPr>
        <p:spPr>
          <a:xfrm xmlns:a="http://schemas.openxmlformats.org/drawingml/2006/main">
            <a:off x="6513235" y="3284340"/>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6" name="Editable chart path">
            <a:extLst xmlns:a="http://schemas.openxmlformats.org/drawingml/2006/main">
              <a:ext uri="{FF2B5EF4-FFF2-40B4-BE49-F238E27FC236}">
                <a16:creationId xmlns:a16="http://schemas.microsoft.com/office/drawing/2014/main" id="{787417FD-976F-44BC-9FD9-F88EA9EFB2BE}"/>
              </a:ext>
            </a:extLst>
          </p:cNvPr>
          <p:cNvSpPr>
            <a:spLocks xmlns:a="http://schemas.openxmlformats.org/drawingml/2006/main" noGrp="1"/>
          </p:cNvSpPr>
          <p:nvPr/>
        </p:nvSpPr>
        <p:spPr>
          <a:xfrm xmlns:a="http://schemas.openxmlformats.org/drawingml/2006/main">
            <a:off x="6548943" y="3645576"/>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7" name="Editable chart path">
            <a:extLst xmlns:a="http://schemas.openxmlformats.org/drawingml/2006/main">
              <a:ext uri="{FF2B5EF4-FFF2-40B4-BE49-F238E27FC236}">
                <a16:creationId xmlns:a16="http://schemas.microsoft.com/office/drawing/2014/main" id="{B02D1BD7-F2D1-4B80-BD70-4119A6D52285}"/>
              </a:ext>
            </a:extLst>
          </p:cNvPr>
          <p:cNvSpPr>
            <a:spLocks xmlns:a="http://schemas.openxmlformats.org/drawingml/2006/main" noGrp="1"/>
          </p:cNvSpPr>
          <p:nvPr/>
        </p:nvSpPr>
        <p:spPr>
          <a:xfrm xmlns:a="http://schemas.openxmlformats.org/drawingml/2006/main">
            <a:off x="6513235" y="3645576"/>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8" name="Editable chart path">
            <a:extLst xmlns:a="http://schemas.openxmlformats.org/drawingml/2006/main">
              <a:ext uri="{FF2B5EF4-FFF2-40B4-BE49-F238E27FC236}">
                <a16:creationId xmlns:a16="http://schemas.microsoft.com/office/drawing/2014/main" id="{AFB364EE-22D4-4F4B-8C63-64A293979EA4}"/>
              </a:ext>
            </a:extLst>
          </p:cNvPr>
          <p:cNvSpPr>
            <a:spLocks xmlns:a="http://schemas.openxmlformats.org/drawingml/2006/main" noGrp="1"/>
          </p:cNvSpPr>
          <p:nvPr/>
        </p:nvSpPr>
        <p:spPr>
          <a:xfrm xmlns:a="http://schemas.openxmlformats.org/drawingml/2006/main">
            <a:off x="6548943" y="4006812"/>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9" name="Editable chart path">
            <a:extLst xmlns:a="http://schemas.openxmlformats.org/drawingml/2006/main">
              <a:ext uri="{FF2B5EF4-FFF2-40B4-BE49-F238E27FC236}">
                <a16:creationId xmlns:a16="http://schemas.microsoft.com/office/drawing/2014/main" id="{E50EB808-A9B2-4FEC-BB87-BA5B79420498}"/>
              </a:ext>
            </a:extLst>
          </p:cNvPr>
          <p:cNvSpPr>
            <a:spLocks xmlns:a="http://schemas.openxmlformats.org/drawingml/2006/main" noGrp="1"/>
          </p:cNvSpPr>
          <p:nvPr/>
        </p:nvSpPr>
        <p:spPr>
          <a:xfrm xmlns:a="http://schemas.openxmlformats.org/drawingml/2006/main">
            <a:off x="6513235" y="4006812"/>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0" name="Editable chart path">
            <a:extLst xmlns:a="http://schemas.openxmlformats.org/drawingml/2006/main">
              <a:ext uri="{FF2B5EF4-FFF2-40B4-BE49-F238E27FC236}">
                <a16:creationId xmlns:a16="http://schemas.microsoft.com/office/drawing/2014/main" id="{5E619445-709C-4D53-9D7B-0812957EE03B}"/>
              </a:ext>
            </a:extLst>
          </p:cNvPr>
          <p:cNvSpPr>
            <a:spLocks xmlns:a="http://schemas.openxmlformats.org/drawingml/2006/main" noGrp="1"/>
          </p:cNvSpPr>
          <p:nvPr/>
        </p:nvSpPr>
        <p:spPr>
          <a:xfrm xmlns:a="http://schemas.openxmlformats.org/drawingml/2006/main">
            <a:off x="6548943" y="4368048"/>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11" name="Editable chart path">
            <a:extLst xmlns:a="http://schemas.openxmlformats.org/drawingml/2006/main">
              <a:ext uri="{FF2B5EF4-FFF2-40B4-BE49-F238E27FC236}">
                <a16:creationId xmlns:a16="http://schemas.microsoft.com/office/drawing/2014/main" id="{23478A3E-DDF9-4D1F-AB54-28098A003A63}"/>
              </a:ext>
            </a:extLst>
          </p:cNvPr>
          <p:cNvSpPr>
            <a:spLocks xmlns:a="http://schemas.openxmlformats.org/drawingml/2006/main" noGrp="1"/>
          </p:cNvSpPr>
          <p:nvPr/>
        </p:nvSpPr>
        <p:spPr>
          <a:xfrm xmlns:a="http://schemas.openxmlformats.org/drawingml/2006/main">
            <a:off x="6513235" y="4368048"/>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2" name="Editable chart path">
            <a:extLst xmlns:a="http://schemas.openxmlformats.org/drawingml/2006/main">
              <a:ext uri="{FF2B5EF4-FFF2-40B4-BE49-F238E27FC236}">
                <a16:creationId xmlns:a16="http://schemas.microsoft.com/office/drawing/2014/main" id="{D802E8DE-8D8A-4C98-A289-233FF2735012}"/>
              </a:ext>
            </a:extLst>
          </p:cNvPr>
          <p:cNvSpPr>
            <a:spLocks xmlns:a="http://schemas.openxmlformats.org/drawingml/2006/main" noGrp="1"/>
          </p:cNvSpPr>
          <p:nvPr/>
        </p:nvSpPr>
        <p:spPr>
          <a:xfrm xmlns:a="http://schemas.openxmlformats.org/drawingml/2006/main">
            <a:off x="6548943" y="4729284"/>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13" name="Editable chart path">
            <a:extLst xmlns:a="http://schemas.openxmlformats.org/drawingml/2006/main">
              <a:ext uri="{FF2B5EF4-FFF2-40B4-BE49-F238E27FC236}">
                <a16:creationId xmlns:a16="http://schemas.microsoft.com/office/drawing/2014/main" id="{2F8B629F-20BD-48F4-8564-B396C33494AD}"/>
              </a:ext>
            </a:extLst>
          </p:cNvPr>
          <p:cNvSpPr>
            <a:spLocks xmlns:a="http://schemas.openxmlformats.org/drawingml/2006/main" noGrp="1"/>
          </p:cNvSpPr>
          <p:nvPr/>
        </p:nvSpPr>
        <p:spPr>
          <a:xfrm xmlns:a="http://schemas.openxmlformats.org/drawingml/2006/main">
            <a:off x="6513235" y="4729284"/>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4" name="Editable chart path">
            <a:extLst xmlns:a="http://schemas.openxmlformats.org/drawingml/2006/main">
              <a:ext uri="{FF2B5EF4-FFF2-40B4-BE49-F238E27FC236}">
                <a16:creationId xmlns:a16="http://schemas.microsoft.com/office/drawing/2014/main" id="{4772A9ED-06C5-4B60-A0BE-8F7A841DF468}"/>
              </a:ext>
            </a:extLst>
          </p:cNvPr>
          <p:cNvSpPr>
            <a:spLocks xmlns:a="http://schemas.openxmlformats.org/drawingml/2006/main" noGrp="1"/>
          </p:cNvSpPr>
          <p:nvPr/>
        </p:nvSpPr>
        <p:spPr>
          <a:xfrm xmlns:a="http://schemas.openxmlformats.org/drawingml/2006/main">
            <a:off x="7938677" y="2514907"/>
            <a:ext cx="61020" cy="95"/>
          </a:xfrm>
          <a:custGeom xmlns:a="http://schemas.openxmlformats.org/drawingml/2006/main">
            <a:pathLst>
              <a:path w="56970" h="95">
                <a:moveTo>
                  <a:pt x="0" y="0"/>
                </a:moveTo>
                <a:lnTo>
                  <a:pt x="56970" y="0"/>
                </a:lnTo>
              </a:path>
            </a:pathLst>
          </a:custGeom>
          <a:noFill xmlns:a="http://schemas.openxmlformats.org/drawingml/2006/main"/>
          <a:ln xmlns:a="http://schemas.openxmlformats.org/drawingml/2006/main" w="11222">
            <a:solidFill>
              <a:srgbClr val="2C5EAA"/>
            </a:solidFill>
            <a:prstDash val="solid"/>
          </a:ln>
        </p:spPr>
      </p:sp>
      <p:sp>
        <p:nvSpPr>
          <p:cNvPr id="115" name="Editable chart path">
            <a:extLst xmlns:a="http://schemas.openxmlformats.org/drawingml/2006/main">
              <a:ext uri="{FF2B5EF4-FFF2-40B4-BE49-F238E27FC236}">
                <a16:creationId xmlns:a16="http://schemas.microsoft.com/office/drawing/2014/main" id="{CD03BE7A-E4AE-4728-BDEB-CCC4FBEC7FA6}"/>
              </a:ext>
            </a:extLst>
          </p:cNvPr>
          <p:cNvSpPr>
            <a:spLocks xmlns:a="http://schemas.openxmlformats.org/drawingml/2006/main" noGrp="1"/>
          </p:cNvSpPr>
          <p:nvPr/>
        </p:nvSpPr>
        <p:spPr>
          <a:xfrm xmlns:a="http://schemas.openxmlformats.org/drawingml/2006/main">
            <a:off x="7904749" y="2876143"/>
            <a:ext cx="162289" cy="95"/>
          </a:xfrm>
          <a:custGeom xmlns:a="http://schemas.openxmlformats.org/drawingml/2006/main">
            <a:pathLst>
              <a:path w="151517" h="95">
                <a:moveTo>
                  <a:pt x="0" y="0"/>
                </a:moveTo>
                <a:lnTo>
                  <a:pt x="151517" y="0"/>
                </a:lnTo>
              </a:path>
            </a:pathLst>
          </a:custGeom>
          <a:noFill xmlns:a="http://schemas.openxmlformats.org/drawingml/2006/main"/>
          <a:ln xmlns:a="http://schemas.openxmlformats.org/drawingml/2006/main" w="11222">
            <a:solidFill>
              <a:srgbClr val="2C5EAA"/>
            </a:solidFill>
            <a:prstDash val="solid"/>
          </a:ln>
        </p:spPr>
      </p:sp>
      <p:sp>
        <p:nvSpPr>
          <p:cNvPr id="116" name="Editable chart path">
            <a:extLst xmlns:a="http://schemas.openxmlformats.org/drawingml/2006/main">
              <a:ext uri="{FF2B5EF4-FFF2-40B4-BE49-F238E27FC236}">
                <a16:creationId xmlns:a16="http://schemas.microsoft.com/office/drawing/2014/main" id="{54A0426A-5321-4BC1-BB40-5B6CFCD18358}"/>
              </a:ext>
            </a:extLst>
          </p:cNvPr>
          <p:cNvSpPr>
            <a:spLocks xmlns:a="http://schemas.openxmlformats.org/drawingml/2006/main" noGrp="1"/>
          </p:cNvSpPr>
          <p:nvPr/>
        </p:nvSpPr>
        <p:spPr>
          <a:xfrm xmlns:a="http://schemas.openxmlformats.org/drawingml/2006/main">
            <a:off x="7874101" y="3237379"/>
            <a:ext cx="142251" cy="95"/>
          </a:xfrm>
          <a:custGeom xmlns:a="http://schemas.openxmlformats.org/drawingml/2006/main">
            <a:pathLst>
              <a:path w="132809" h="95">
                <a:moveTo>
                  <a:pt x="0" y="0"/>
                </a:moveTo>
                <a:lnTo>
                  <a:pt x="132809" y="0"/>
                </a:lnTo>
              </a:path>
            </a:pathLst>
          </a:custGeom>
          <a:noFill xmlns:a="http://schemas.openxmlformats.org/drawingml/2006/main"/>
          <a:ln xmlns:a="http://schemas.openxmlformats.org/drawingml/2006/main" w="11222">
            <a:solidFill>
              <a:srgbClr val="2C5EAA"/>
            </a:solidFill>
            <a:prstDash val="solid"/>
          </a:ln>
        </p:spPr>
      </p:sp>
      <p:sp>
        <p:nvSpPr>
          <p:cNvPr id="117" name="Editable chart path">
            <a:extLst xmlns:a="http://schemas.openxmlformats.org/drawingml/2006/main">
              <a:ext uri="{FF2B5EF4-FFF2-40B4-BE49-F238E27FC236}">
                <a16:creationId xmlns:a16="http://schemas.microsoft.com/office/drawing/2014/main" id="{7020DC2A-D031-4007-B823-5B862602D48C}"/>
              </a:ext>
            </a:extLst>
          </p:cNvPr>
          <p:cNvSpPr>
            <a:spLocks xmlns:a="http://schemas.openxmlformats.org/drawingml/2006/main" noGrp="1"/>
          </p:cNvSpPr>
          <p:nvPr/>
        </p:nvSpPr>
        <p:spPr>
          <a:xfrm xmlns:a="http://schemas.openxmlformats.org/drawingml/2006/main">
            <a:off x="7962176" y="3598615"/>
            <a:ext cx="177520" cy="95"/>
          </a:xfrm>
          <a:custGeom xmlns:a="http://schemas.openxmlformats.org/drawingml/2006/main">
            <a:pathLst>
              <a:path w="165736" h="95">
                <a:moveTo>
                  <a:pt x="0" y="0"/>
                </a:moveTo>
                <a:lnTo>
                  <a:pt x="165736" y="0"/>
                </a:lnTo>
              </a:path>
            </a:pathLst>
          </a:custGeom>
          <a:noFill xmlns:a="http://schemas.openxmlformats.org/drawingml/2006/main"/>
          <a:ln xmlns:a="http://schemas.openxmlformats.org/drawingml/2006/main" w="11222">
            <a:solidFill>
              <a:srgbClr val="2C5EAA"/>
            </a:solidFill>
            <a:prstDash val="solid"/>
          </a:ln>
        </p:spPr>
      </p:sp>
      <p:sp>
        <p:nvSpPr>
          <p:cNvPr id="118" name="Editable chart path">
            <a:extLst xmlns:a="http://schemas.openxmlformats.org/drawingml/2006/main">
              <a:ext uri="{FF2B5EF4-FFF2-40B4-BE49-F238E27FC236}">
                <a16:creationId xmlns:a16="http://schemas.microsoft.com/office/drawing/2014/main" id="{4C9ECC16-603E-4B2E-BA6F-45DEAFF3CE0B}"/>
              </a:ext>
            </a:extLst>
          </p:cNvPr>
          <p:cNvSpPr>
            <a:spLocks xmlns:a="http://schemas.openxmlformats.org/drawingml/2006/main" noGrp="1"/>
          </p:cNvSpPr>
          <p:nvPr/>
        </p:nvSpPr>
        <p:spPr>
          <a:xfrm xmlns:a="http://schemas.openxmlformats.org/drawingml/2006/main">
            <a:off x="7916967" y="3959851"/>
            <a:ext cx="118610" cy="95"/>
          </a:xfrm>
          <a:custGeom xmlns:a="http://schemas.openxmlformats.org/drawingml/2006/main">
            <a:pathLst>
              <a:path w="110737" h="95">
                <a:moveTo>
                  <a:pt x="0" y="0"/>
                </a:moveTo>
                <a:lnTo>
                  <a:pt x="110737" y="0"/>
                </a:lnTo>
              </a:path>
            </a:pathLst>
          </a:custGeom>
          <a:noFill xmlns:a="http://schemas.openxmlformats.org/drawingml/2006/main"/>
          <a:ln xmlns:a="http://schemas.openxmlformats.org/drawingml/2006/main" w="11222">
            <a:solidFill>
              <a:srgbClr val="2C5EAA"/>
            </a:solidFill>
            <a:prstDash val="solid"/>
          </a:ln>
        </p:spPr>
      </p:sp>
      <p:sp>
        <p:nvSpPr>
          <p:cNvPr id="119" name="Editable chart path">
            <a:extLst xmlns:a="http://schemas.openxmlformats.org/drawingml/2006/main">
              <a:ext uri="{FF2B5EF4-FFF2-40B4-BE49-F238E27FC236}">
                <a16:creationId xmlns:a16="http://schemas.microsoft.com/office/drawing/2014/main" id="{7F5A6B84-8DCC-4806-AF50-5D08FD0DA94D}"/>
              </a:ext>
            </a:extLst>
          </p:cNvPr>
          <p:cNvSpPr>
            <a:spLocks xmlns:a="http://schemas.openxmlformats.org/drawingml/2006/main" noGrp="1"/>
          </p:cNvSpPr>
          <p:nvPr/>
        </p:nvSpPr>
        <p:spPr>
          <a:xfrm xmlns:a="http://schemas.openxmlformats.org/drawingml/2006/main">
            <a:off x="7905942" y="4321088"/>
            <a:ext cx="95144" cy="95"/>
          </a:xfrm>
          <a:custGeom xmlns:a="http://schemas.openxmlformats.org/drawingml/2006/main">
            <a:pathLst>
              <a:path w="88828" h="95">
                <a:moveTo>
                  <a:pt x="0" y="0"/>
                </a:moveTo>
                <a:lnTo>
                  <a:pt x="88828" y="0"/>
                </a:lnTo>
              </a:path>
            </a:pathLst>
          </a:custGeom>
          <a:noFill xmlns:a="http://schemas.openxmlformats.org/drawingml/2006/main"/>
          <a:ln xmlns:a="http://schemas.openxmlformats.org/drawingml/2006/main" w="11222">
            <a:solidFill>
              <a:srgbClr val="2C5EAA"/>
            </a:solidFill>
            <a:prstDash val="solid"/>
          </a:ln>
        </p:spPr>
      </p:sp>
      <p:sp>
        <p:nvSpPr>
          <p:cNvPr id="120" name="Editable chart path">
            <a:extLst xmlns:a="http://schemas.openxmlformats.org/drawingml/2006/main">
              <a:ext uri="{FF2B5EF4-FFF2-40B4-BE49-F238E27FC236}">
                <a16:creationId xmlns:a16="http://schemas.microsoft.com/office/drawing/2014/main" id="{5E8AD3CD-4823-4FDA-8124-DA7772217189}"/>
              </a:ext>
            </a:extLst>
          </p:cNvPr>
          <p:cNvSpPr>
            <a:spLocks xmlns:a="http://schemas.openxmlformats.org/drawingml/2006/main" noGrp="1"/>
          </p:cNvSpPr>
          <p:nvPr/>
        </p:nvSpPr>
        <p:spPr>
          <a:xfrm xmlns:a="http://schemas.openxmlformats.org/drawingml/2006/main">
            <a:off x="7850123" y="4682324"/>
            <a:ext cx="89459" cy="95"/>
          </a:xfrm>
          <a:custGeom xmlns:a="http://schemas.openxmlformats.org/drawingml/2006/main">
            <a:pathLst>
              <a:path w="83521" h="95">
                <a:moveTo>
                  <a:pt x="0" y="0"/>
                </a:moveTo>
                <a:lnTo>
                  <a:pt x="83521" y="0"/>
                </a:lnTo>
              </a:path>
            </a:pathLst>
          </a:custGeom>
          <a:noFill xmlns:a="http://schemas.openxmlformats.org/drawingml/2006/main"/>
          <a:ln xmlns:a="http://schemas.openxmlformats.org/drawingml/2006/main" w="11222">
            <a:solidFill>
              <a:srgbClr val="2C5EAA"/>
            </a:solidFill>
            <a:prstDash val="solid"/>
          </a:ln>
        </p:spPr>
      </p:sp>
      <p:sp>
        <p:nvSpPr>
          <p:cNvPr id="121" name="Editable chart path">
            <a:extLst xmlns:a="http://schemas.openxmlformats.org/drawingml/2006/main">
              <a:ext uri="{FF2B5EF4-FFF2-40B4-BE49-F238E27FC236}">
                <a16:creationId xmlns:a16="http://schemas.microsoft.com/office/drawing/2014/main" id="{B0069F34-FDC1-4987-9950-BED49FAA6941}"/>
              </a:ext>
            </a:extLst>
          </p:cNvPr>
          <p:cNvSpPr>
            <a:spLocks xmlns:a="http://schemas.openxmlformats.org/drawingml/2006/main" noGrp="1"/>
          </p:cNvSpPr>
          <p:nvPr/>
        </p:nvSpPr>
        <p:spPr>
          <a:xfrm xmlns:a="http://schemas.openxmlformats.org/drawingml/2006/main">
            <a:off x="7946902" y="2494503"/>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2" name="Editable chart path">
            <a:extLst xmlns:a="http://schemas.openxmlformats.org/drawingml/2006/main">
              <a:ext uri="{FF2B5EF4-FFF2-40B4-BE49-F238E27FC236}">
                <a16:creationId xmlns:a16="http://schemas.microsoft.com/office/drawing/2014/main" id="{E890836A-FB2A-441B-ACBE-04716CC3540A}"/>
              </a:ext>
            </a:extLst>
          </p:cNvPr>
          <p:cNvSpPr>
            <a:spLocks xmlns:a="http://schemas.openxmlformats.org/drawingml/2006/main" noGrp="1"/>
          </p:cNvSpPr>
          <p:nvPr/>
        </p:nvSpPr>
        <p:spPr>
          <a:xfrm xmlns:a="http://schemas.openxmlformats.org/drawingml/2006/main">
            <a:off x="7965953" y="2855739"/>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3" name="Editable chart path">
            <a:extLst xmlns:a="http://schemas.openxmlformats.org/drawingml/2006/main">
              <a:ext uri="{FF2B5EF4-FFF2-40B4-BE49-F238E27FC236}">
                <a16:creationId xmlns:a16="http://schemas.microsoft.com/office/drawing/2014/main" id="{A21DBA3E-8E67-4972-A032-6DB354B27C51}"/>
              </a:ext>
            </a:extLst>
          </p:cNvPr>
          <p:cNvSpPr>
            <a:spLocks xmlns:a="http://schemas.openxmlformats.org/drawingml/2006/main" noGrp="1"/>
          </p:cNvSpPr>
          <p:nvPr/>
        </p:nvSpPr>
        <p:spPr>
          <a:xfrm xmlns:a="http://schemas.openxmlformats.org/drawingml/2006/main">
            <a:off x="7923313" y="3216975"/>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4" name="Editable chart path">
            <a:extLst xmlns:a="http://schemas.openxmlformats.org/drawingml/2006/main">
              <a:ext uri="{FF2B5EF4-FFF2-40B4-BE49-F238E27FC236}">
                <a16:creationId xmlns:a16="http://schemas.microsoft.com/office/drawing/2014/main" id="{CC91D046-16E9-4A19-81FD-18B04A4CBB90}"/>
              </a:ext>
            </a:extLst>
          </p:cNvPr>
          <p:cNvSpPr>
            <a:spLocks xmlns:a="http://schemas.openxmlformats.org/drawingml/2006/main" noGrp="1"/>
          </p:cNvSpPr>
          <p:nvPr/>
        </p:nvSpPr>
        <p:spPr>
          <a:xfrm xmlns:a="http://schemas.openxmlformats.org/drawingml/2006/main">
            <a:off x="8027626" y="3578211"/>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5" name="Editable chart path">
            <a:extLst xmlns:a="http://schemas.openxmlformats.org/drawingml/2006/main">
              <a:ext uri="{FF2B5EF4-FFF2-40B4-BE49-F238E27FC236}">
                <a16:creationId xmlns:a16="http://schemas.microsoft.com/office/drawing/2014/main" id="{FBA83B03-FEA4-4BB4-BD48-FAF19DCB653E}"/>
              </a:ext>
            </a:extLst>
          </p:cNvPr>
          <p:cNvSpPr>
            <a:spLocks xmlns:a="http://schemas.openxmlformats.org/drawingml/2006/main" noGrp="1"/>
          </p:cNvSpPr>
          <p:nvPr/>
        </p:nvSpPr>
        <p:spPr>
          <a:xfrm xmlns:a="http://schemas.openxmlformats.org/drawingml/2006/main">
            <a:off x="7956049" y="3939447"/>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6" name="Editable chart path">
            <a:extLst xmlns:a="http://schemas.openxmlformats.org/drawingml/2006/main">
              <a:ext uri="{FF2B5EF4-FFF2-40B4-BE49-F238E27FC236}">
                <a16:creationId xmlns:a16="http://schemas.microsoft.com/office/drawing/2014/main" id="{9A6B5A84-8C1E-403F-A5BA-0A5E60DA1EA9}"/>
              </a:ext>
            </a:extLst>
          </p:cNvPr>
          <p:cNvSpPr>
            <a:spLocks xmlns:a="http://schemas.openxmlformats.org/drawingml/2006/main" noGrp="1"/>
          </p:cNvSpPr>
          <p:nvPr/>
        </p:nvSpPr>
        <p:spPr>
          <a:xfrm xmlns:a="http://schemas.openxmlformats.org/drawingml/2006/main">
            <a:off x="7931059" y="4300683"/>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7" name="Editable chart path">
            <a:extLst xmlns:a="http://schemas.openxmlformats.org/drawingml/2006/main">
              <a:ext uri="{FF2B5EF4-FFF2-40B4-BE49-F238E27FC236}">
                <a16:creationId xmlns:a16="http://schemas.microsoft.com/office/drawing/2014/main" id="{8A6189BD-2B85-41BC-95C9-391EB0F817E7}"/>
              </a:ext>
            </a:extLst>
          </p:cNvPr>
          <p:cNvSpPr>
            <a:spLocks xmlns:a="http://schemas.openxmlformats.org/drawingml/2006/main" noGrp="1"/>
          </p:cNvSpPr>
          <p:nvPr/>
        </p:nvSpPr>
        <p:spPr>
          <a:xfrm xmlns:a="http://schemas.openxmlformats.org/drawingml/2006/main">
            <a:off x="7875971" y="4661919"/>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8" name="Editable chart path">
            <a:extLst xmlns:a="http://schemas.openxmlformats.org/drawingml/2006/main">
              <a:ext uri="{FF2B5EF4-FFF2-40B4-BE49-F238E27FC236}">
                <a16:creationId xmlns:a16="http://schemas.microsoft.com/office/drawing/2014/main" id="{4FFAB27A-687E-4859-8D6E-86DAB5AC5E9E}"/>
              </a:ext>
            </a:extLst>
          </p:cNvPr>
          <p:cNvSpPr>
            <a:spLocks xmlns:a="http://schemas.openxmlformats.org/drawingml/2006/main" noGrp="1"/>
          </p:cNvSpPr>
          <p:nvPr/>
        </p:nvSpPr>
        <p:spPr>
          <a:xfrm xmlns:a="http://schemas.openxmlformats.org/drawingml/2006/main">
            <a:off x="8091971" y="2608829"/>
            <a:ext cx="364779" cy="95"/>
          </a:xfrm>
          <a:custGeom xmlns:a="http://schemas.openxmlformats.org/drawingml/2006/main">
            <a:pathLst>
              <a:path w="340565" h="95">
                <a:moveTo>
                  <a:pt x="0" y="0"/>
                </a:moveTo>
                <a:lnTo>
                  <a:pt x="340565" y="0"/>
                </a:lnTo>
              </a:path>
            </a:pathLst>
          </a:custGeom>
          <a:noFill xmlns:a="http://schemas.openxmlformats.org/drawingml/2006/main"/>
          <a:ln xmlns:a="http://schemas.openxmlformats.org/drawingml/2006/main" w="11222">
            <a:solidFill>
              <a:srgbClr val="C0453C"/>
            </a:solidFill>
            <a:prstDash val="solid"/>
          </a:ln>
        </p:spPr>
      </p:sp>
      <p:sp>
        <p:nvSpPr>
          <p:cNvPr id="129" name="Editable chart path">
            <a:extLst xmlns:a="http://schemas.openxmlformats.org/drawingml/2006/main">
              <a:ext uri="{FF2B5EF4-FFF2-40B4-BE49-F238E27FC236}">
                <a16:creationId xmlns:a16="http://schemas.microsoft.com/office/drawing/2014/main" id="{BEA4C7C2-DA65-49A6-AE7A-D0C56CF61B8F}"/>
              </a:ext>
            </a:extLst>
          </p:cNvPr>
          <p:cNvSpPr>
            <a:spLocks xmlns:a="http://schemas.openxmlformats.org/drawingml/2006/main" noGrp="1"/>
          </p:cNvSpPr>
          <p:nvPr/>
        </p:nvSpPr>
        <p:spPr>
          <a:xfrm xmlns:a="http://schemas.openxmlformats.org/drawingml/2006/main">
            <a:off x="7827750" y="2970065"/>
            <a:ext cx="216326" cy="95"/>
          </a:xfrm>
          <a:custGeom xmlns:a="http://schemas.openxmlformats.org/drawingml/2006/main">
            <a:pathLst>
              <a:path w="201966" h="95">
                <a:moveTo>
                  <a:pt x="0" y="0"/>
                </a:moveTo>
                <a:lnTo>
                  <a:pt x="201966" y="0"/>
                </a:lnTo>
              </a:path>
            </a:pathLst>
          </a:custGeom>
          <a:noFill xmlns:a="http://schemas.openxmlformats.org/drawingml/2006/main"/>
          <a:ln xmlns:a="http://schemas.openxmlformats.org/drawingml/2006/main" w="11222">
            <a:solidFill>
              <a:srgbClr val="C0453C"/>
            </a:solidFill>
            <a:prstDash val="solid"/>
          </a:ln>
        </p:spPr>
      </p:sp>
      <p:sp>
        <p:nvSpPr>
          <p:cNvPr id="130" name="Editable chart path">
            <a:extLst xmlns:a="http://schemas.openxmlformats.org/drawingml/2006/main">
              <a:ext uri="{FF2B5EF4-FFF2-40B4-BE49-F238E27FC236}">
                <a16:creationId xmlns:a16="http://schemas.microsoft.com/office/drawing/2014/main" id="{89318DFD-7FC3-4F03-9CF8-71CE0CB3AAFE}"/>
              </a:ext>
            </a:extLst>
          </p:cNvPr>
          <p:cNvSpPr>
            <a:spLocks xmlns:a="http://schemas.openxmlformats.org/drawingml/2006/main" noGrp="1"/>
          </p:cNvSpPr>
          <p:nvPr/>
        </p:nvSpPr>
        <p:spPr>
          <a:xfrm xmlns:a="http://schemas.openxmlformats.org/drawingml/2006/main">
            <a:off x="7408800" y="3331301"/>
            <a:ext cx="575681" cy="95"/>
          </a:xfrm>
          <a:custGeom xmlns:a="http://schemas.openxmlformats.org/drawingml/2006/main">
            <a:pathLst>
              <a:path w="537468" h="95">
                <a:moveTo>
                  <a:pt x="0" y="0"/>
                </a:moveTo>
                <a:lnTo>
                  <a:pt x="537468" y="0"/>
                </a:lnTo>
              </a:path>
            </a:pathLst>
          </a:custGeom>
          <a:noFill xmlns:a="http://schemas.openxmlformats.org/drawingml/2006/main"/>
          <a:ln xmlns:a="http://schemas.openxmlformats.org/drawingml/2006/main" w="11222">
            <a:solidFill>
              <a:srgbClr val="C0453C"/>
            </a:solidFill>
            <a:prstDash val="solid"/>
          </a:ln>
        </p:spPr>
      </p:sp>
      <p:sp>
        <p:nvSpPr>
          <p:cNvPr id="131" name="Editable chart path">
            <a:extLst xmlns:a="http://schemas.openxmlformats.org/drawingml/2006/main">
              <a:ext uri="{FF2B5EF4-FFF2-40B4-BE49-F238E27FC236}">
                <a16:creationId xmlns:a16="http://schemas.microsoft.com/office/drawing/2014/main" id="{52BDE3BD-D3E0-4659-8430-20C206F812DF}"/>
              </a:ext>
            </a:extLst>
          </p:cNvPr>
          <p:cNvSpPr>
            <a:spLocks xmlns:a="http://schemas.openxmlformats.org/drawingml/2006/main" noGrp="1"/>
          </p:cNvSpPr>
          <p:nvPr/>
        </p:nvSpPr>
        <p:spPr>
          <a:xfrm xmlns:a="http://schemas.openxmlformats.org/drawingml/2006/main">
            <a:off x="9873670" y="3692537"/>
            <a:ext cx="799812" cy="95"/>
          </a:xfrm>
          <a:custGeom xmlns:a="http://schemas.openxmlformats.org/drawingml/2006/main">
            <a:pathLst>
              <a:path w="746722" h="95">
                <a:moveTo>
                  <a:pt x="0" y="0"/>
                </a:moveTo>
                <a:lnTo>
                  <a:pt x="746722" y="0"/>
                </a:lnTo>
              </a:path>
            </a:pathLst>
          </a:custGeom>
          <a:noFill xmlns:a="http://schemas.openxmlformats.org/drawingml/2006/main"/>
          <a:ln xmlns:a="http://schemas.openxmlformats.org/drawingml/2006/main" w="11222">
            <a:solidFill>
              <a:srgbClr val="C0453C"/>
            </a:solidFill>
            <a:prstDash val="solid"/>
          </a:ln>
        </p:spPr>
      </p:sp>
      <p:sp>
        <p:nvSpPr>
          <p:cNvPr id="132" name="Editable chart path">
            <a:extLst xmlns:a="http://schemas.openxmlformats.org/drawingml/2006/main">
              <a:ext uri="{FF2B5EF4-FFF2-40B4-BE49-F238E27FC236}">
                <a16:creationId xmlns:a16="http://schemas.microsoft.com/office/drawing/2014/main" id="{5228E1F1-5186-4E0A-B9AF-C1C9D90F3F01}"/>
              </a:ext>
            </a:extLst>
          </p:cNvPr>
          <p:cNvSpPr>
            <a:spLocks xmlns:a="http://schemas.openxmlformats.org/drawingml/2006/main" noGrp="1"/>
          </p:cNvSpPr>
          <p:nvPr/>
        </p:nvSpPr>
        <p:spPr>
          <a:xfrm xmlns:a="http://schemas.openxmlformats.org/drawingml/2006/main">
            <a:off x="6745350" y="4053773"/>
            <a:ext cx="2456417" cy="95"/>
          </a:xfrm>
          <a:custGeom xmlns:a="http://schemas.openxmlformats.org/drawingml/2006/main">
            <a:pathLst>
              <a:path w="2293364" h="95">
                <a:moveTo>
                  <a:pt x="0" y="0"/>
                </a:moveTo>
                <a:lnTo>
                  <a:pt x="2293364" y="0"/>
                </a:lnTo>
              </a:path>
            </a:pathLst>
          </a:custGeom>
          <a:noFill xmlns:a="http://schemas.openxmlformats.org/drawingml/2006/main"/>
          <a:ln xmlns:a="http://schemas.openxmlformats.org/drawingml/2006/main" w="11222">
            <a:solidFill>
              <a:srgbClr val="C0453C"/>
            </a:solidFill>
            <a:prstDash val="solid"/>
          </a:ln>
        </p:spPr>
      </p:sp>
      <p:sp>
        <p:nvSpPr>
          <p:cNvPr id="133" name="Editable chart path">
            <a:extLst xmlns:a="http://schemas.openxmlformats.org/drawingml/2006/main">
              <a:ext uri="{FF2B5EF4-FFF2-40B4-BE49-F238E27FC236}">
                <a16:creationId xmlns:a16="http://schemas.microsoft.com/office/drawing/2014/main" id="{7E825839-8781-4412-830D-7E5019959510}"/>
              </a:ext>
            </a:extLst>
          </p:cNvPr>
          <p:cNvSpPr>
            <a:spLocks xmlns:a="http://schemas.openxmlformats.org/drawingml/2006/main" noGrp="1"/>
          </p:cNvSpPr>
          <p:nvPr/>
        </p:nvSpPr>
        <p:spPr>
          <a:xfrm xmlns:a="http://schemas.openxmlformats.org/drawingml/2006/main">
            <a:off x="8562075" y="4415009"/>
            <a:ext cx="627221" cy="95"/>
          </a:xfrm>
          <a:custGeom xmlns:a="http://schemas.openxmlformats.org/drawingml/2006/main">
            <a:pathLst>
              <a:path w="585587" h="95">
                <a:moveTo>
                  <a:pt x="0" y="0"/>
                </a:moveTo>
                <a:lnTo>
                  <a:pt x="585587" y="0"/>
                </a:lnTo>
              </a:path>
            </a:pathLst>
          </a:custGeom>
          <a:noFill xmlns:a="http://schemas.openxmlformats.org/drawingml/2006/main"/>
          <a:ln xmlns:a="http://schemas.openxmlformats.org/drawingml/2006/main" w="11222">
            <a:solidFill>
              <a:srgbClr val="C0453C"/>
            </a:solidFill>
            <a:prstDash val="solid"/>
          </a:ln>
        </p:spPr>
      </p:sp>
      <p:sp>
        <p:nvSpPr>
          <p:cNvPr id="134" name="Editable chart path">
            <a:extLst xmlns:a="http://schemas.openxmlformats.org/drawingml/2006/main">
              <a:ext uri="{FF2B5EF4-FFF2-40B4-BE49-F238E27FC236}">
                <a16:creationId xmlns:a16="http://schemas.microsoft.com/office/drawing/2014/main" id="{88DBD25C-D7FD-4522-A139-1D5CF506D61C}"/>
              </a:ext>
            </a:extLst>
          </p:cNvPr>
          <p:cNvSpPr>
            <a:spLocks xmlns:a="http://schemas.openxmlformats.org/drawingml/2006/main" noGrp="1"/>
          </p:cNvSpPr>
          <p:nvPr/>
        </p:nvSpPr>
        <p:spPr>
          <a:xfrm xmlns:a="http://schemas.openxmlformats.org/drawingml/2006/main">
            <a:off x="8347752" y="4776245"/>
            <a:ext cx="883911" cy="95"/>
          </a:xfrm>
          <a:custGeom xmlns:a="http://schemas.openxmlformats.org/drawingml/2006/main">
            <a:pathLst>
              <a:path w="825238" h="95">
                <a:moveTo>
                  <a:pt x="0" y="0"/>
                </a:moveTo>
                <a:lnTo>
                  <a:pt x="825238" y="0"/>
                </a:lnTo>
              </a:path>
            </a:pathLst>
          </a:custGeom>
          <a:noFill xmlns:a="http://schemas.openxmlformats.org/drawingml/2006/main"/>
          <a:ln xmlns:a="http://schemas.openxmlformats.org/drawingml/2006/main" w="11222">
            <a:solidFill>
              <a:srgbClr val="C0453C"/>
            </a:solidFill>
            <a:prstDash val="solid"/>
          </a:ln>
        </p:spPr>
      </p:sp>
      <p:sp>
        <p:nvSpPr>
          <p:cNvPr id="135" name="Editable chart path">
            <a:extLst xmlns:a="http://schemas.openxmlformats.org/drawingml/2006/main">
              <a:ext uri="{FF2B5EF4-FFF2-40B4-BE49-F238E27FC236}">
                <a16:creationId xmlns:a16="http://schemas.microsoft.com/office/drawing/2014/main" id="{F4983069-7F22-490F-9F9D-B63846C0FEF4}"/>
              </a:ext>
            </a:extLst>
          </p:cNvPr>
          <p:cNvSpPr>
            <a:spLocks xmlns:a="http://schemas.openxmlformats.org/drawingml/2006/main" noGrp="1"/>
          </p:cNvSpPr>
          <p:nvPr/>
        </p:nvSpPr>
        <p:spPr>
          <a:xfrm xmlns:a="http://schemas.openxmlformats.org/drawingml/2006/main">
            <a:off x="8232451" y="2588424"/>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6" name="Editable chart path">
            <a:extLst xmlns:a="http://schemas.openxmlformats.org/drawingml/2006/main">
              <a:ext uri="{FF2B5EF4-FFF2-40B4-BE49-F238E27FC236}">
                <a16:creationId xmlns:a16="http://schemas.microsoft.com/office/drawing/2014/main" id="{3D640E03-27CD-4CB5-B2D6-4D4DE3BE3EB9}"/>
              </a:ext>
            </a:extLst>
          </p:cNvPr>
          <p:cNvSpPr>
            <a:spLocks xmlns:a="http://schemas.openxmlformats.org/drawingml/2006/main" noGrp="1"/>
          </p:cNvSpPr>
          <p:nvPr/>
        </p:nvSpPr>
        <p:spPr>
          <a:xfrm xmlns:a="http://schemas.openxmlformats.org/drawingml/2006/main">
            <a:off x="7891996" y="2949660"/>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7" name="Editable chart path">
            <a:extLst xmlns:a="http://schemas.openxmlformats.org/drawingml/2006/main">
              <a:ext uri="{FF2B5EF4-FFF2-40B4-BE49-F238E27FC236}">
                <a16:creationId xmlns:a16="http://schemas.microsoft.com/office/drawing/2014/main" id="{C24231E0-A851-486E-959D-471F1B54F457}"/>
              </a:ext>
            </a:extLst>
          </p:cNvPr>
          <p:cNvSpPr>
            <a:spLocks xmlns:a="http://schemas.openxmlformats.org/drawingml/2006/main" noGrp="1"/>
          </p:cNvSpPr>
          <p:nvPr/>
        </p:nvSpPr>
        <p:spPr>
          <a:xfrm xmlns:a="http://schemas.openxmlformats.org/drawingml/2006/main">
            <a:off x="7697496" y="3310896"/>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8" name="Editable chart path">
            <a:extLst xmlns:a="http://schemas.openxmlformats.org/drawingml/2006/main">
              <a:ext uri="{FF2B5EF4-FFF2-40B4-BE49-F238E27FC236}">
                <a16:creationId xmlns:a16="http://schemas.microsoft.com/office/drawing/2014/main" id="{9C7469C9-5B79-45C3-ABC2-07F5BB661F68}"/>
              </a:ext>
            </a:extLst>
          </p:cNvPr>
          <p:cNvSpPr>
            <a:spLocks xmlns:a="http://schemas.openxmlformats.org/drawingml/2006/main" noGrp="1"/>
          </p:cNvSpPr>
          <p:nvPr/>
        </p:nvSpPr>
        <p:spPr>
          <a:xfrm xmlns:a="http://schemas.openxmlformats.org/drawingml/2006/main">
            <a:off x="10143048" y="3672132"/>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9" name="Editable chart path">
            <a:extLst xmlns:a="http://schemas.openxmlformats.org/drawingml/2006/main">
              <a:ext uri="{FF2B5EF4-FFF2-40B4-BE49-F238E27FC236}">
                <a16:creationId xmlns:a16="http://schemas.microsoft.com/office/drawing/2014/main" id="{DBF49E15-0125-4BD9-89A0-A76E390A24B4}"/>
              </a:ext>
            </a:extLst>
          </p:cNvPr>
          <p:cNvSpPr>
            <a:spLocks xmlns:a="http://schemas.openxmlformats.org/drawingml/2006/main" noGrp="1"/>
          </p:cNvSpPr>
          <p:nvPr/>
        </p:nvSpPr>
        <p:spPr>
          <a:xfrm xmlns:a="http://schemas.openxmlformats.org/drawingml/2006/main">
            <a:off x="7793434" y="4033368"/>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0" name="Editable chart path">
            <a:extLst xmlns:a="http://schemas.openxmlformats.org/drawingml/2006/main">
              <a:ext uri="{FF2B5EF4-FFF2-40B4-BE49-F238E27FC236}">
                <a16:creationId xmlns:a16="http://schemas.microsoft.com/office/drawing/2014/main" id="{7F297856-7817-450C-9700-CB07B781D6A8}"/>
              </a:ext>
            </a:extLst>
          </p:cNvPr>
          <p:cNvSpPr>
            <a:spLocks xmlns:a="http://schemas.openxmlformats.org/drawingml/2006/main" noGrp="1"/>
          </p:cNvSpPr>
          <p:nvPr/>
        </p:nvSpPr>
        <p:spPr>
          <a:xfrm xmlns:a="http://schemas.openxmlformats.org/drawingml/2006/main">
            <a:off x="8721460" y="4394604"/>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1" name="Editable chart path">
            <a:extLst xmlns:a="http://schemas.openxmlformats.org/drawingml/2006/main">
              <a:ext uri="{FF2B5EF4-FFF2-40B4-BE49-F238E27FC236}">
                <a16:creationId xmlns:a16="http://schemas.microsoft.com/office/drawing/2014/main" id="{1883C54A-5E02-4389-804A-44EFAADC2780}"/>
              </a:ext>
            </a:extLst>
          </p:cNvPr>
          <p:cNvSpPr>
            <a:spLocks xmlns:a="http://schemas.openxmlformats.org/drawingml/2006/main" noGrp="1"/>
          </p:cNvSpPr>
          <p:nvPr/>
        </p:nvSpPr>
        <p:spPr>
          <a:xfrm xmlns:a="http://schemas.openxmlformats.org/drawingml/2006/main">
            <a:off x="8737270" y="4755841"/>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2" name="Editable chart path">
            <a:extLst xmlns:a="http://schemas.openxmlformats.org/drawingml/2006/main">
              <a:ext uri="{FF2B5EF4-FFF2-40B4-BE49-F238E27FC236}">
                <a16:creationId xmlns:a16="http://schemas.microsoft.com/office/drawing/2014/main" id="{4B2EF0AA-DF7C-4F44-801B-17895C936E9C}"/>
              </a:ext>
            </a:extLst>
          </p:cNvPr>
          <p:cNvSpPr>
            <a:spLocks xmlns:a="http://schemas.openxmlformats.org/drawingml/2006/main" noGrp="1"/>
          </p:cNvSpPr>
          <p:nvPr/>
        </p:nvSpPr>
        <p:spPr>
          <a:xfrm xmlns:a="http://schemas.openxmlformats.org/drawingml/2006/main">
            <a:off x="7978932"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8162">
            <a:solidFill>
              <a:srgbClr val="5A6683"/>
            </a:solidFill>
            <a:prstDash val="solid"/>
          </a:ln>
        </p:spPr>
      </p:sp>
      <p:sp>
        <p:nvSpPr>
          <p:cNvPr id="143" name="Editable chart path">
            <a:extLst xmlns:a="http://schemas.openxmlformats.org/drawingml/2006/main">
              <a:ext uri="{FF2B5EF4-FFF2-40B4-BE49-F238E27FC236}">
                <a16:creationId xmlns:a16="http://schemas.microsoft.com/office/drawing/2014/main" id="{22CE2A60-78E0-41F4-8FC4-9FD5D26B5E27}"/>
              </a:ext>
            </a:extLst>
          </p:cNvPr>
          <p:cNvSpPr>
            <a:spLocks xmlns:a="http://schemas.openxmlformats.org/drawingml/2006/main" noGrp="1"/>
          </p:cNvSpPr>
          <p:nvPr/>
        </p:nvSpPr>
        <p:spPr>
          <a:xfrm xmlns:a="http://schemas.openxmlformats.org/drawingml/2006/main">
            <a:off x="8583720"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142">
            <a:solidFill>
              <a:srgbClr val="5A6683"/>
            </a:solidFill>
            <a:prstDash val="dash"/>
          </a:ln>
        </p:spPr>
      </p:sp>
      <p:sp>
        <p:nvSpPr>
          <p:cNvPr id="144" name="Editable chart path">
            <a:extLst xmlns:a="http://schemas.openxmlformats.org/drawingml/2006/main">
              <a:ext uri="{FF2B5EF4-FFF2-40B4-BE49-F238E27FC236}">
                <a16:creationId xmlns:a16="http://schemas.microsoft.com/office/drawing/2014/main" id="{B615F26D-C1D5-4A70-9597-C929C4E1FCE2}"/>
              </a:ext>
            </a:extLst>
          </p:cNvPr>
          <p:cNvSpPr>
            <a:spLocks xmlns:a="http://schemas.openxmlformats.org/drawingml/2006/main" noGrp="1"/>
          </p:cNvSpPr>
          <p:nvPr/>
        </p:nvSpPr>
        <p:spPr>
          <a:xfrm xmlns:a="http://schemas.openxmlformats.org/drawingml/2006/main">
            <a:off x="6548943"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8162">
            <a:solidFill>
              <a:srgbClr val="5A6683"/>
            </a:solidFill>
            <a:prstDash val="solid"/>
          </a:ln>
        </p:spPr>
      </p:sp>
      <p:sp>
        <p:nvSpPr>
          <p:cNvPr id="145" name="Editable chart path">
            <a:extLst xmlns:a="http://schemas.openxmlformats.org/drawingml/2006/main">
              <a:ext uri="{FF2B5EF4-FFF2-40B4-BE49-F238E27FC236}">
                <a16:creationId xmlns:a16="http://schemas.microsoft.com/office/drawing/2014/main" id="{A5CE97CE-4C57-492F-B01F-3F677A2B07CC}"/>
              </a:ext>
            </a:extLst>
          </p:cNvPr>
          <p:cNvSpPr>
            <a:spLocks xmlns:a="http://schemas.openxmlformats.org/drawingml/2006/main" noGrp="1"/>
          </p:cNvSpPr>
          <p:nvPr/>
        </p:nvSpPr>
        <p:spPr>
          <a:xfrm xmlns:a="http://schemas.openxmlformats.org/drawingml/2006/main">
            <a:off x="6548943" y="4909902"/>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8162">
            <a:solidFill>
              <a:srgbClr val="5A6683"/>
            </a:solidFill>
            <a:prstDash val="solid"/>
          </a:ln>
        </p:spPr>
      </p:sp>
      <p:sp>
        <p:nvSpPr>
          <p:cNvPr id="146" name="">
            <a:extLst xmlns:a="http://schemas.openxmlformats.org/drawingml/2006/main">
              <a:ext uri="{FF2B5EF4-FFF2-40B4-BE49-F238E27FC236}">
                <a16:creationId xmlns:a16="http://schemas.microsoft.com/office/drawing/2014/main" id="{094A6A7C-07B4-47BC-9FA2-373EC384528E}"/>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47" name="">
            <a:extLst xmlns:a="http://schemas.openxmlformats.org/drawingml/2006/main">
              <a:ext uri="{FF2B5EF4-FFF2-40B4-BE49-F238E27FC236}">
                <a16:creationId xmlns:a16="http://schemas.microsoft.com/office/drawing/2014/main" id="{CC8B16B9-D4DC-4A61-A70F-3D7978C2DC7C}"/>
              </a:ext>
            </a:extLst>
          </p:cNvPr>
          <p:cNvSpPr>
            <a:spLocks xmlns:a="http://schemas.openxmlformats.org/drawingml/2006/main" noGrp="1"/>
          </p:cNvSpPr>
          <p:nvPr/>
        </p:nvSpPr>
        <p:spPr>
          <a:xfrm xmlns:a="http://schemas.openxmlformats.org/drawingml/2006/main">
            <a:off x="6562725" y="5334000"/>
            <a:ext cx="6213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times</a:t>
            </a:r>
          </a:p>
        </p:txBody>
      </p:sp>
      <p:sp>
        <p:nvSpPr>
          <p:cNvPr id="148" name="">
            <a:extLst xmlns:a="http://schemas.openxmlformats.org/drawingml/2006/main">
              <a:ext uri="{FF2B5EF4-FFF2-40B4-BE49-F238E27FC236}">
                <a16:creationId xmlns:a16="http://schemas.microsoft.com/office/drawing/2014/main" id="{8AC65F00-A0CE-40AC-9495-09E928C609E5}"/>
              </a:ext>
            </a:extLst>
          </p:cNvPr>
          <p:cNvSpPr>
            <a:spLocks xmlns:a="http://schemas.openxmlformats.org/drawingml/2006/main" noGrp="1"/>
          </p:cNvSpPr>
          <p:nvPr/>
        </p:nvSpPr>
        <p:spPr>
          <a:xfrm xmlns:a="http://schemas.openxmlformats.org/drawingml/2006/main">
            <a:off x="7393591"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49" name="">
            <a:extLst xmlns:a="http://schemas.openxmlformats.org/drawingml/2006/main">
              <a:ext uri="{FF2B5EF4-FFF2-40B4-BE49-F238E27FC236}">
                <a16:creationId xmlns:a16="http://schemas.microsoft.com/office/drawing/2014/main" id="{337510A6-47A0-4C7F-9AD4-6E74C09D1CFD}"/>
              </a:ext>
            </a:extLst>
          </p:cNvPr>
          <p:cNvSpPr>
            <a:spLocks xmlns:a="http://schemas.openxmlformats.org/drawingml/2006/main" noGrp="1"/>
          </p:cNvSpPr>
          <p:nvPr/>
        </p:nvSpPr>
        <p:spPr>
          <a:xfrm xmlns:a="http://schemas.openxmlformats.org/drawingml/2006/main">
            <a:off x="7622191" y="5334000"/>
            <a:ext cx="110851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Storm windows</a:t>
            </a:r>
          </a:p>
        </p:txBody>
      </p:sp>
    </p:spTree>
    <p:extLst>
      <p:ext uri="{BB962C8B-B14F-4D97-AF65-F5344CB8AC3E}">
        <p14:creationId xmlns:p14="http://schemas.microsoft.com/office/powerpoint/2010/main" val="597896415"/>
      </p:ext>
    </p:extLst>
  </p:cSld>
</p:sld>
</file>

<file path=ppt/slides/slide7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REGIONAL FORECASTING ON OCTOBER 2026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Two storm onsets fail the minimum-eight-onset power rule. Storm gains remain descriptive.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72</a:t>
            </a:r>
            <a:endParaRPr sz="1200"/>
          </a:p>
        </p:txBody>
      </p:sp>
      <p:sp>
        <p:nvSpPr>
          <p:cNvPr id="14" name="">
            <a:extLst xmlns:a="http://schemas.openxmlformats.org/drawingml/2006/main">
              <a:ext uri="{FF2B5EF4-FFF2-40B4-BE49-F238E27FC236}">
                <a16:creationId xmlns:a16="http://schemas.microsoft.com/office/drawing/2014/main" id="{08DF977A-45B3-40BA-B77B-51C8A7C84A91}"/>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E1967D2E-45F6-46DA-9E4B-35F902A0757F}"/>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30 min: 15% regional shortfall</a:t>
            </a:r>
          </a:p>
        </p:txBody>
      </p:sp>
      <p:sp>
        <p:nvSpPr>
          <p:cNvPr id="16" name="Editable chart path">
            <a:extLst xmlns:a="http://schemas.openxmlformats.org/drawingml/2006/main">
              <a:ext uri="{FF2B5EF4-FFF2-40B4-BE49-F238E27FC236}">
                <a16:creationId xmlns:a16="http://schemas.microsoft.com/office/drawing/2014/main" id="{209A3AF5-CC40-4970-82A8-F0B1DD10C55C}"/>
              </a:ext>
            </a:extLst>
          </p:cNvPr>
          <p:cNvSpPr>
            <a:spLocks xmlns:a="http://schemas.openxmlformats.org/drawingml/2006/main" noGrp="1"/>
          </p:cNvSpPr>
          <p:nvPr/>
        </p:nvSpPr>
        <p:spPr>
          <a:xfrm xmlns:a="http://schemas.openxmlformats.org/drawingml/2006/main">
            <a:off x="2204097"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17" name="">
            <a:extLst xmlns:a="http://schemas.openxmlformats.org/drawingml/2006/main">
              <a:ext uri="{FF2B5EF4-FFF2-40B4-BE49-F238E27FC236}">
                <a16:creationId xmlns:a16="http://schemas.microsoft.com/office/drawing/2014/main" id="{75013CC0-6067-4FC9-BEB5-1D396153EE31}"/>
              </a:ext>
            </a:extLst>
          </p:cNvPr>
          <p:cNvSpPr>
            <a:spLocks xmlns:a="http://schemas.openxmlformats.org/drawingml/2006/main" noGrp="1"/>
          </p:cNvSpPr>
          <p:nvPr/>
        </p:nvSpPr>
        <p:spPr>
          <a:xfrm xmlns:a="http://schemas.openxmlformats.org/drawingml/2006/main" rot="0">
            <a:off x="2018124" y="4843121"/>
            <a:ext cx="3666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a:t>
            </a:r>
          </a:p>
        </p:txBody>
      </p:sp>
      <p:sp>
        <p:nvSpPr>
          <p:cNvPr id="18" name="Editable chart path">
            <a:extLst xmlns:a="http://schemas.openxmlformats.org/drawingml/2006/main">
              <a:ext uri="{FF2B5EF4-FFF2-40B4-BE49-F238E27FC236}">
                <a16:creationId xmlns:a16="http://schemas.microsoft.com/office/drawing/2014/main" id="{91D96CB4-7AD9-4BD9-85C8-B9A30FB45950}"/>
              </a:ext>
            </a:extLst>
          </p:cNvPr>
          <p:cNvSpPr>
            <a:spLocks xmlns:a="http://schemas.openxmlformats.org/drawingml/2006/main" noGrp="1"/>
          </p:cNvSpPr>
          <p:nvPr/>
        </p:nvSpPr>
        <p:spPr>
          <a:xfrm xmlns:a="http://schemas.openxmlformats.org/drawingml/2006/main">
            <a:off x="2848509"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19" name="">
            <a:extLst xmlns:a="http://schemas.openxmlformats.org/drawingml/2006/main">
              <a:ext uri="{FF2B5EF4-FFF2-40B4-BE49-F238E27FC236}">
                <a16:creationId xmlns:a16="http://schemas.microsoft.com/office/drawing/2014/main" id="{D538C9C1-23E6-40F6-B387-99A311864CFC}"/>
              </a:ext>
            </a:extLst>
          </p:cNvPr>
          <p:cNvSpPr>
            <a:spLocks xmlns:a="http://schemas.openxmlformats.org/drawingml/2006/main" noGrp="1"/>
          </p:cNvSpPr>
          <p:nvPr/>
        </p:nvSpPr>
        <p:spPr>
          <a:xfrm xmlns:a="http://schemas.openxmlformats.org/drawingml/2006/main" rot="0">
            <a:off x="2698164" y="4843121"/>
            <a:ext cx="2970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a:t>
            </a:r>
          </a:p>
        </p:txBody>
      </p:sp>
      <p:sp>
        <p:nvSpPr>
          <p:cNvPr id="20" name="Editable chart path">
            <a:extLst xmlns:a="http://schemas.openxmlformats.org/drawingml/2006/main">
              <a:ext uri="{FF2B5EF4-FFF2-40B4-BE49-F238E27FC236}">
                <a16:creationId xmlns:a16="http://schemas.microsoft.com/office/drawing/2014/main" id="{64C8BB84-F8D2-4CD4-AC0F-9F157F982F39}"/>
              </a:ext>
            </a:extLst>
          </p:cNvPr>
          <p:cNvSpPr>
            <a:spLocks xmlns:a="http://schemas.openxmlformats.org/drawingml/2006/main" noGrp="1"/>
          </p:cNvSpPr>
          <p:nvPr/>
        </p:nvSpPr>
        <p:spPr>
          <a:xfrm xmlns:a="http://schemas.openxmlformats.org/drawingml/2006/main">
            <a:off x="3492921"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21" name="">
            <a:extLst xmlns:a="http://schemas.openxmlformats.org/drawingml/2006/main">
              <a:ext uri="{FF2B5EF4-FFF2-40B4-BE49-F238E27FC236}">
                <a16:creationId xmlns:a16="http://schemas.microsoft.com/office/drawing/2014/main" id="{33B0D203-9760-4D4A-A168-697A560000F5}"/>
              </a:ext>
            </a:extLst>
          </p:cNvPr>
          <p:cNvSpPr>
            <a:spLocks xmlns:a="http://schemas.openxmlformats.org/drawingml/2006/main" noGrp="1"/>
          </p:cNvSpPr>
          <p:nvPr/>
        </p:nvSpPr>
        <p:spPr>
          <a:xfrm xmlns:a="http://schemas.openxmlformats.org/drawingml/2006/main" rot="0">
            <a:off x="3345429" y="4843121"/>
            <a:ext cx="2896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a:t>
            </a:r>
          </a:p>
        </p:txBody>
      </p:sp>
      <p:sp>
        <p:nvSpPr>
          <p:cNvPr id="22" name="Editable chart path">
            <a:extLst xmlns:a="http://schemas.openxmlformats.org/drawingml/2006/main">
              <a:ext uri="{FF2B5EF4-FFF2-40B4-BE49-F238E27FC236}">
                <a16:creationId xmlns:a16="http://schemas.microsoft.com/office/drawing/2014/main" id="{419993AE-ADF3-44E6-B33F-82FF6F436FE1}"/>
              </a:ext>
            </a:extLst>
          </p:cNvPr>
          <p:cNvSpPr>
            <a:spLocks xmlns:a="http://schemas.openxmlformats.org/drawingml/2006/main" noGrp="1"/>
          </p:cNvSpPr>
          <p:nvPr/>
        </p:nvSpPr>
        <p:spPr>
          <a:xfrm xmlns:a="http://schemas.openxmlformats.org/drawingml/2006/main">
            <a:off x="4137333"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23" name="">
            <a:extLst xmlns:a="http://schemas.openxmlformats.org/drawingml/2006/main">
              <a:ext uri="{FF2B5EF4-FFF2-40B4-BE49-F238E27FC236}">
                <a16:creationId xmlns:a16="http://schemas.microsoft.com/office/drawing/2014/main" id="{B5C1FC2E-8CAD-41F4-A7EB-519459A49EF4}"/>
              </a:ext>
            </a:extLst>
          </p:cNvPr>
          <p:cNvSpPr>
            <a:spLocks xmlns:a="http://schemas.openxmlformats.org/drawingml/2006/main" noGrp="1"/>
          </p:cNvSpPr>
          <p:nvPr/>
        </p:nvSpPr>
        <p:spPr>
          <a:xfrm xmlns:a="http://schemas.openxmlformats.org/drawingml/2006/main" rot="0">
            <a:off x="3986981" y="4843121"/>
            <a:ext cx="2971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0.04</a:t>
            </a:r>
          </a:p>
        </p:txBody>
      </p:sp>
      <p:sp>
        <p:nvSpPr>
          <p:cNvPr id="24" name="Editable chart path">
            <a:extLst xmlns:a="http://schemas.openxmlformats.org/drawingml/2006/main">
              <a:ext uri="{FF2B5EF4-FFF2-40B4-BE49-F238E27FC236}">
                <a16:creationId xmlns:a16="http://schemas.microsoft.com/office/drawing/2014/main" id="{720B126F-FB45-4BBD-AF45-8C42E0CA187D}"/>
              </a:ext>
            </a:extLst>
          </p:cNvPr>
          <p:cNvSpPr>
            <a:spLocks xmlns:a="http://schemas.openxmlformats.org/drawingml/2006/main" noGrp="1"/>
          </p:cNvSpPr>
          <p:nvPr/>
        </p:nvSpPr>
        <p:spPr>
          <a:xfrm xmlns:a="http://schemas.openxmlformats.org/drawingml/2006/main">
            <a:off x="4781745"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25" name="">
            <a:extLst xmlns:a="http://schemas.openxmlformats.org/drawingml/2006/main">
              <a:ext uri="{FF2B5EF4-FFF2-40B4-BE49-F238E27FC236}">
                <a16:creationId xmlns:a16="http://schemas.microsoft.com/office/drawing/2014/main" id="{17704A02-9169-484A-8C77-01CC8F6931F4}"/>
              </a:ext>
            </a:extLst>
          </p:cNvPr>
          <p:cNvSpPr>
            <a:spLocks xmlns:a="http://schemas.openxmlformats.org/drawingml/2006/main" noGrp="1"/>
          </p:cNvSpPr>
          <p:nvPr/>
        </p:nvSpPr>
        <p:spPr>
          <a:xfrm xmlns:a="http://schemas.openxmlformats.org/drawingml/2006/main" rot="0">
            <a:off x="4631139" y="4843121"/>
            <a:ext cx="29803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0.06</a:t>
            </a:r>
          </a:p>
        </p:txBody>
      </p:sp>
      <p:sp>
        <p:nvSpPr>
          <p:cNvPr id="26" name="Editable chart path">
            <a:extLst xmlns:a="http://schemas.openxmlformats.org/drawingml/2006/main">
              <a:ext uri="{FF2B5EF4-FFF2-40B4-BE49-F238E27FC236}">
                <a16:creationId xmlns:a16="http://schemas.microsoft.com/office/drawing/2014/main" id="{6AB6762B-5B7C-4F8D-9E65-5EC33C1670EE}"/>
              </a:ext>
            </a:extLst>
          </p:cNvPr>
          <p:cNvSpPr>
            <a:spLocks xmlns:a="http://schemas.openxmlformats.org/drawingml/2006/main" noGrp="1"/>
          </p:cNvSpPr>
          <p:nvPr/>
        </p:nvSpPr>
        <p:spPr>
          <a:xfrm xmlns:a="http://schemas.openxmlformats.org/drawingml/2006/main">
            <a:off x="5426157" y="4840880"/>
            <a:ext cx="95" cy="3348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27" name="">
            <a:extLst xmlns:a="http://schemas.openxmlformats.org/drawingml/2006/main">
              <a:ext uri="{FF2B5EF4-FFF2-40B4-BE49-F238E27FC236}">
                <a16:creationId xmlns:a16="http://schemas.microsoft.com/office/drawing/2014/main" id="{EBAF2BD9-CBDF-4234-A5BF-ACF3CD0339E0}"/>
              </a:ext>
            </a:extLst>
          </p:cNvPr>
          <p:cNvSpPr>
            <a:spLocks xmlns:a="http://schemas.openxmlformats.org/drawingml/2006/main" noGrp="1"/>
          </p:cNvSpPr>
          <p:nvPr/>
        </p:nvSpPr>
        <p:spPr>
          <a:xfrm xmlns:a="http://schemas.openxmlformats.org/drawingml/2006/main" rot="0">
            <a:off x="5275702" y="4843121"/>
            <a:ext cx="29746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0.08</a:t>
            </a:r>
          </a:p>
        </p:txBody>
      </p:sp>
      <p:sp>
        <p:nvSpPr>
          <p:cNvPr id="28" name="">
            <a:extLst xmlns:a="http://schemas.openxmlformats.org/drawingml/2006/main">
              <a:ext uri="{FF2B5EF4-FFF2-40B4-BE49-F238E27FC236}">
                <a16:creationId xmlns:a16="http://schemas.microsoft.com/office/drawing/2014/main" id="{86C54330-7D4D-4CF6-9507-A9790D407275}"/>
              </a:ext>
            </a:extLst>
          </p:cNvPr>
          <p:cNvSpPr>
            <a:spLocks xmlns:a="http://schemas.openxmlformats.org/drawingml/2006/main" noGrp="1"/>
          </p:cNvSpPr>
          <p:nvPr/>
        </p:nvSpPr>
        <p:spPr>
          <a:xfrm xmlns:a="http://schemas.openxmlformats.org/drawingml/2006/main" rot="0">
            <a:off x="2823667" y="4981717"/>
            <a:ext cx="229981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Weather gain: PR-AUC difference</a:t>
            </a:r>
          </a:p>
        </p:txBody>
      </p:sp>
      <p:sp>
        <p:nvSpPr>
          <p:cNvPr id="29" name="Editable chart path">
            <a:extLst xmlns:a="http://schemas.openxmlformats.org/drawingml/2006/main">
              <a:ext uri="{FF2B5EF4-FFF2-40B4-BE49-F238E27FC236}">
                <a16:creationId xmlns:a16="http://schemas.microsoft.com/office/drawing/2014/main" id="{995EE281-4973-4F18-A2BD-4232634CAA64}"/>
              </a:ext>
            </a:extLst>
          </p:cNvPr>
          <p:cNvSpPr>
            <a:spLocks xmlns:a="http://schemas.openxmlformats.org/drawingml/2006/main" noGrp="1"/>
          </p:cNvSpPr>
          <p:nvPr/>
        </p:nvSpPr>
        <p:spPr>
          <a:xfrm xmlns:a="http://schemas.openxmlformats.org/drawingml/2006/main">
            <a:off x="1948293" y="263874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9E41277C-4E5D-4F4F-85C7-F58A8DABBBAA}"/>
              </a:ext>
            </a:extLst>
          </p:cNvPr>
          <p:cNvSpPr>
            <a:spLocks xmlns:a="http://schemas.openxmlformats.org/drawingml/2006/main" noGrp="1"/>
          </p:cNvSpPr>
          <p:nvPr/>
        </p:nvSpPr>
        <p:spPr>
          <a:xfrm xmlns:a="http://schemas.openxmlformats.org/drawingml/2006/main">
            <a:off x="1914804" y="263874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31" name="">
            <a:extLst xmlns:a="http://schemas.openxmlformats.org/drawingml/2006/main">
              <a:ext uri="{FF2B5EF4-FFF2-40B4-BE49-F238E27FC236}">
                <a16:creationId xmlns:a16="http://schemas.microsoft.com/office/drawing/2014/main" id="{B7135BE9-0E18-4123-861A-724FF66635B9}"/>
              </a:ext>
            </a:extLst>
          </p:cNvPr>
          <p:cNvSpPr>
            <a:spLocks xmlns:a="http://schemas.openxmlformats.org/drawingml/2006/main" noGrp="1"/>
          </p:cNvSpPr>
          <p:nvPr/>
        </p:nvSpPr>
        <p:spPr>
          <a:xfrm xmlns:a="http://schemas.openxmlformats.org/drawingml/2006/main" rot="0">
            <a:off x="1395959" y="2533017"/>
            <a:ext cx="47958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Pooled</a:t>
            </a:r>
          </a:p>
        </p:txBody>
      </p:sp>
      <p:sp>
        <p:nvSpPr>
          <p:cNvPr id="32" name="Editable chart path">
            <a:extLst xmlns:a="http://schemas.openxmlformats.org/drawingml/2006/main">
              <a:ext uri="{FF2B5EF4-FFF2-40B4-BE49-F238E27FC236}">
                <a16:creationId xmlns:a16="http://schemas.microsoft.com/office/drawing/2014/main" id="{41C81458-76FD-450A-88C0-CB55B9AD5848}"/>
              </a:ext>
            </a:extLst>
          </p:cNvPr>
          <p:cNvSpPr>
            <a:spLocks xmlns:a="http://schemas.openxmlformats.org/drawingml/2006/main" noGrp="1"/>
          </p:cNvSpPr>
          <p:nvPr/>
        </p:nvSpPr>
        <p:spPr>
          <a:xfrm xmlns:a="http://schemas.openxmlformats.org/drawingml/2006/main">
            <a:off x="1948293" y="297753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4D7456AA-3A6E-473B-88A9-6EDB11C30579}"/>
              </a:ext>
            </a:extLst>
          </p:cNvPr>
          <p:cNvSpPr>
            <a:spLocks xmlns:a="http://schemas.openxmlformats.org/drawingml/2006/main" noGrp="1"/>
          </p:cNvSpPr>
          <p:nvPr/>
        </p:nvSpPr>
        <p:spPr>
          <a:xfrm xmlns:a="http://schemas.openxmlformats.org/drawingml/2006/main">
            <a:off x="1914804" y="297753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34" name="">
            <a:extLst xmlns:a="http://schemas.openxmlformats.org/drawingml/2006/main">
              <a:ext uri="{FF2B5EF4-FFF2-40B4-BE49-F238E27FC236}">
                <a16:creationId xmlns:a16="http://schemas.microsoft.com/office/drawing/2014/main" id="{CB56EDA4-0FC6-4C18-9C6B-AEDBADB9C10D}"/>
              </a:ext>
            </a:extLst>
          </p:cNvPr>
          <p:cNvSpPr>
            <a:spLocks xmlns:a="http://schemas.openxmlformats.org/drawingml/2006/main" noGrp="1"/>
          </p:cNvSpPr>
          <p:nvPr/>
        </p:nvSpPr>
        <p:spPr>
          <a:xfrm xmlns:a="http://schemas.openxmlformats.org/drawingml/2006/main" rot="0">
            <a:off x="995627" y="2871807"/>
            <a:ext cx="8843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 Area</a:t>
            </a:r>
          </a:p>
        </p:txBody>
      </p:sp>
      <p:sp>
        <p:nvSpPr>
          <p:cNvPr id="35" name="Editable chart path">
            <a:extLst xmlns:a="http://schemas.openxmlformats.org/drawingml/2006/main">
              <a:ext uri="{FF2B5EF4-FFF2-40B4-BE49-F238E27FC236}">
                <a16:creationId xmlns:a16="http://schemas.microsoft.com/office/drawing/2014/main" id="{DE265D26-36BC-4EE8-8B83-20D1D59E13AD}"/>
              </a:ext>
            </a:extLst>
          </p:cNvPr>
          <p:cNvSpPr>
            <a:spLocks xmlns:a="http://schemas.openxmlformats.org/drawingml/2006/main" noGrp="1"/>
          </p:cNvSpPr>
          <p:nvPr/>
        </p:nvSpPr>
        <p:spPr>
          <a:xfrm xmlns:a="http://schemas.openxmlformats.org/drawingml/2006/main">
            <a:off x="1948293" y="331632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6F8A5F6A-5696-4081-B16C-3DCE040D1901}"/>
              </a:ext>
            </a:extLst>
          </p:cNvPr>
          <p:cNvSpPr>
            <a:spLocks xmlns:a="http://schemas.openxmlformats.org/drawingml/2006/main" noGrp="1"/>
          </p:cNvSpPr>
          <p:nvPr/>
        </p:nvSpPr>
        <p:spPr>
          <a:xfrm xmlns:a="http://schemas.openxmlformats.org/drawingml/2006/main">
            <a:off x="1914804" y="331632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37" name="">
            <a:extLst xmlns:a="http://schemas.openxmlformats.org/drawingml/2006/main">
              <a:ext uri="{FF2B5EF4-FFF2-40B4-BE49-F238E27FC236}">
                <a16:creationId xmlns:a16="http://schemas.microsoft.com/office/drawing/2014/main" id="{EBBF7DDA-1103-4F61-BDB8-93BCA3780D77}"/>
              </a:ext>
            </a:extLst>
          </p:cNvPr>
          <p:cNvSpPr>
            <a:spLocks xmlns:a="http://schemas.openxmlformats.org/drawingml/2006/main" noGrp="1"/>
          </p:cNvSpPr>
          <p:nvPr/>
        </p:nvSpPr>
        <p:spPr>
          <a:xfrm xmlns:a="http://schemas.openxmlformats.org/drawingml/2006/main" rot="0">
            <a:off x="1355397" y="3210597"/>
            <a:ext cx="520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a:t>
            </a:r>
          </a:p>
        </p:txBody>
      </p:sp>
      <p:sp>
        <p:nvSpPr>
          <p:cNvPr id="38" name="Editable chart path">
            <a:extLst xmlns:a="http://schemas.openxmlformats.org/drawingml/2006/main">
              <a:ext uri="{FF2B5EF4-FFF2-40B4-BE49-F238E27FC236}">
                <a16:creationId xmlns:a16="http://schemas.microsoft.com/office/drawing/2014/main" id="{39DB85B8-BCB7-47BB-975B-5155EBF7E304}"/>
              </a:ext>
            </a:extLst>
          </p:cNvPr>
          <p:cNvSpPr>
            <a:spLocks xmlns:a="http://schemas.openxmlformats.org/drawingml/2006/main" noGrp="1"/>
          </p:cNvSpPr>
          <p:nvPr/>
        </p:nvSpPr>
        <p:spPr>
          <a:xfrm xmlns:a="http://schemas.openxmlformats.org/drawingml/2006/main">
            <a:off x="1948293" y="365511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A61747BD-6285-4ADC-A61B-F298228D07C8}"/>
              </a:ext>
            </a:extLst>
          </p:cNvPr>
          <p:cNvSpPr>
            <a:spLocks xmlns:a="http://schemas.openxmlformats.org/drawingml/2006/main" noGrp="1"/>
          </p:cNvSpPr>
          <p:nvPr/>
        </p:nvSpPr>
        <p:spPr>
          <a:xfrm xmlns:a="http://schemas.openxmlformats.org/drawingml/2006/main">
            <a:off x="1914804" y="365511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40" name="">
            <a:extLst xmlns:a="http://schemas.openxmlformats.org/drawingml/2006/main">
              <a:ext uri="{FF2B5EF4-FFF2-40B4-BE49-F238E27FC236}">
                <a16:creationId xmlns:a16="http://schemas.microsoft.com/office/drawing/2014/main" id="{26689140-60F5-448E-ABED-2C87578D26AD}"/>
              </a:ext>
            </a:extLst>
          </p:cNvPr>
          <p:cNvSpPr>
            <a:spLocks xmlns:a="http://schemas.openxmlformats.org/drawingml/2006/main" noGrp="1"/>
          </p:cNvSpPr>
          <p:nvPr/>
        </p:nvSpPr>
        <p:spPr>
          <a:xfrm xmlns:a="http://schemas.openxmlformats.org/drawingml/2006/main" rot="0">
            <a:off x="1584314" y="3549387"/>
            <a:ext cx="2944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East</a:t>
            </a:r>
          </a:p>
        </p:txBody>
      </p:sp>
      <p:sp>
        <p:nvSpPr>
          <p:cNvPr id="41" name="Editable chart path">
            <a:extLst xmlns:a="http://schemas.openxmlformats.org/drawingml/2006/main">
              <a:ext uri="{FF2B5EF4-FFF2-40B4-BE49-F238E27FC236}">
                <a16:creationId xmlns:a16="http://schemas.microsoft.com/office/drawing/2014/main" id="{535D84F1-BBD7-42DD-B8E2-1220B199DE9A}"/>
              </a:ext>
            </a:extLst>
          </p:cNvPr>
          <p:cNvSpPr>
            <a:spLocks xmlns:a="http://schemas.openxmlformats.org/drawingml/2006/main" noGrp="1"/>
          </p:cNvSpPr>
          <p:nvPr/>
        </p:nvSpPr>
        <p:spPr>
          <a:xfrm xmlns:a="http://schemas.openxmlformats.org/drawingml/2006/main">
            <a:off x="1948293" y="399390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AF7924EF-03B4-4CA2-A8E3-ECD97542CE4B}"/>
              </a:ext>
            </a:extLst>
          </p:cNvPr>
          <p:cNvSpPr>
            <a:spLocks xmlns:a="http://schemas.openxmlformats.org/drawingml/2006/main" noGrp="1"/>
          </p:cNvSpPr>
          <p:nvPr/>
        </p:nvSpPr>
        <p:spPr>
          <a:xfrm xmlns:a="http://schemas.openxmlformats.org/drawingml/2006/main">
            <a:off x="1914804" y="399390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43" name="">
            <a:extLst xmlns:a="http://schemas.openxmlformats.org/drawingml/2006/main">
              <a:ext uri="{FF2B5EF4-FFF2-40B4-BE49-F238E27FC236}">
                <a16:creationId xmlns:a16="http://schemas.microsoft.com/office/drawing/2014/main" id="{C2648CB4-6899-4773-8A95-891B3876BEEC}"/>
              </a:ext>
            </a:extLst>
          </p:cNvPr>
          <p:cNvSpPr>
            <a:spLocks xmlns:a="http://schemas.openxmlformats.org/drawingml/2006/main" noGrp="1"/>
          </p:cNvSpPr>
          <p:nvPr/>
        </p:nvSpPr>
        <p:spPr>
          <a:xfrm xmlns:a="http://schemas.openxmlformats.org/drawingml/2006/main" rot="0">
            <a:off x="1491288" y="3888177"/>
            <a:ext cx="38452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North</a:t>
            </a:r>
          </a:p>
        </p:txBody>
      </p:sp>
      <p:sp>
        <p:nvSpPr>
          <p:cNvPr id="44" name="Editable chart path">
            <a:extLst xmlns:a="http://schemas.openxmlformats.org/drawingml/2006/main">
              <a:ext uri="{FF2B5EF4-FFF2-40B4-BE49-F238E27FC236}">
                <a16:creationId xmlns:a16="http://schemas.microsoft.com/office/drawing/2014/main" id="{04DCBFF5-B2C5-4C30-ADE8-70056D08C677}"/>
              </a:ext>
            </a:extLst>
          </p:cNvPr>
          <p:cNvSpPr>
            <a:spLocks xmlns:a="http://schemas.openxmlformats.org/drawingml/2006/main" noGrp="1"/>
          </p:cNvSpPr>
          <p:nvPr/>
        </p:nvSpPr>
        <p:spPr>
          <a:xfrm xmlns:a="http://schemas.openxmlformats.org/drawingml/2006/main">
            <a:off x="1948293" y="433269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EDB54765-BB0D-4496-99E1-AEC66DB18DDB}"/>
              </a:ext>
            </a:extLst>
          </p:cNvPr>
          <p:cNvSpPr>
            <a:spLocks xmlns:a="http://schemas.openxmlformats.org/drawingml/2006/main" noGrp="1"/>
          </p:cNvSpPr>
          <p:nvPr/>
        </p:nvSpPr>
        <p:spPr>
          <a:xfrm xmlns:a="http://schemas.openxmlformats.org/drawingml/2006/main">
            <a:off x="1914804" y="433269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46" name="">
            <a:extLst xmlns:a="http://schemas.openxmlformats.org/drawingml/2006/main">
              <a:ext uri="{FF2B5EF4-FFF2-40B4-BE49-F238E27FC236}">
                <a16:creationId xmlns:a16="http://schemas.microsoft.com/office/drawing/2014/main" id="{A924667C-CC4B-475D-B904-C62A5F78359E}"/>
              </a:ext>
            </a:extLst>
          </p:cNvPr>
          <p:cNvSpPr>
            <a:spLocks xmlns:a="http://schemas.openxmlformats.org/drawingml/2006/main" noGrp="1"/>
          </p:cNvSpPr>
          <p:nvPr/>
        </p:nvSpPr>
        <p:spPr>
          <a:xfrm xmlns:a="http://schemas.openxmlformats.org/drawingml/2006/main" rot="0">
            <a:off x="1127685" y="4226967"/>
            <a:ext cx="75104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North-East</a:t>
            </a:r>
          </a:p>
        </p:txBody>
      </p:sp>
      <p:sp>
        <p:nvSpPr>
          <p:cNvPr id="47" name="Editable chart path">
            <a:extLst xmlns:a="http://schemas.openxmlformats.org/drawingml/2006/main">
              <a:ext uri="{FF2B5EF4-FFF2-40B4-BE49-F238E27FC236}">
                <a16:creationId xmlns:a16="http://schemas.microsoft.com/office/drawing/2014/main" id="{970D4F7E-7761-4A53-8F5B-9DB9AD9534A5}"/>
              </a:ext>
            </a:extLst>
          </p:cNvPr>
          <p:cNvSpPr>
            <a:spLocks xmlns:a="http://schemas.openxmlformats.org/drawingml/2006/main" noGrp="1"/>
          </p:cNvSpPr>
          <p:nvPr/>
        </p:nvSpPr>
        <p:spPr>
          <a:xfrm xmlns:a="http://schemas.openxmlformats.org/drawingml/2006/main">
            <a:off x="1948293" y="4671485"/>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5741">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CE39EBB6-B626-4C98-AC46-94C216CC0DBB}"/>
              </a:ext>
            </a:extLst>
          </p:cNvPr>
          <p:cNvSpPr>
            <a:spLocks xmlns:a="http://schemas.openxmlformats.org/drawingml/2006/main" noGrp="1"/>
          </p:cNvSpPr>
          <p:nvPr/>
        </p:nvSpPr>
        <p:spPr>
          <a:xfrm xmlns:a="http://schemas.openxmlformats.org/drawingml/2006/main">
            <a:off x="1914804" y="4671485"/>
            <a:ext cx="33489"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655">
            <a:solidFill>
              <a:srgbClr val="5A6683"/>
            </a:solidFill>
            <a:prstDash val="solid"/>
          </a:ln>
        </p:spPr>
      </p:sp>
      <p:sp>
        <p:nvSpPr>
          <p:cNvPr id="49" name="">
            <a:extLst xmlns:a="http://schemas.openxmlformats.org/drawingml/2006/main">
              <a:ext uri="{FF2B5EF4-FFF2-40B4-BE49-F238E27FC236}">
                <a16:creationId xmlns:a16="http://schemas.microsoft.com/office/drawing/2014/main" id="{FE100FBE-743D-4A0B-BF97-DC2E6676137C}"/>
              </a:ext>
            </a:extLst>
          </p:cNvPr>
          <p:cNvSpPr>
            <a:spLocks xmlns:a="http://schemas.openxmlformats.org/drawingml/2006/main" noGrp="1"/>
          </p:cNvSpPr>
          <p:nvPr/>
        </p:nvSpPr>
        <p:spPr>
          <a:xfrm xmlns:a="http://schemas.openxmlformats.org/drawingml/2006/main" rot="0">
            <a:off x="1527450" y="4565757"/>
            <a:ext cx="35128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West</a:t>
            </a:r>
          </a:p>
        </p:txBody>
      </p:sp>
      <p:sp>
        <p:nvSpPr>
          <p:cNvPr id="50" name="Editable chart path">
            <a:extLst xmlns:a="http://schemas.openxmlformats.org/drawingml/2006/main">
              <a:ext uri="{FF2B5EF4-FFF2-40B4-BE49-F238E27FC236}">
                <a16:creationId xmlns:a16="http://schemas.microsoft.com/office/drawing/2014/main" id="{8D53261D-FF76-4A89-AC0A-859B5FEBC4B6}"/>
              </a:ext>
            </a:extLst>
          </p:cNvPr>
          <p:cNvSpPr>
            <a:spLocks xmlns:a="http://schemas.openxmlformats.org/drawingml/2006/main" noGrp="1"/>
          </p:cNvSpPr>
          <p:nvPr/>
        </p:nvSpPr>
        <p:spPr>
          <a:xfrm xmlns:a="http://schemas.openxmlformats.org/drawingml/2006/main">
            <a:off x="2845097" y="2594703"/>
            <a:ext cx="106762" cy="95"/>
          </a:xfrm>
          <a:custGeom xmlns:a="http://schemas.openxmlformats.org/drawingml/2006/main">
            <a:pathLst>
              <a:path w="106280" h="95">
                <a:moveTo>
                  <a:pt x="0" y="0"/>
                </a:moveTo>
                <a:lnTo>
                  <a:pt x="106280" y="0"/>
                </a:lnTo>
              </a:path>
            </a:pathLst>
          </a:custGeom>
          <a:noFill xmlns:a="http://schemas.openxmlformats.org/drawingml/2006/main"/>
          <a:ln xmlns:a="http://schemas.openxmlformats.org/drawingml/2006/main" w="10525">
            <a:solidFill>
              <a:srgbClr val="2C5EAA"/>
            </a:solidFill>
            <a:prstDash val="solid"/>
          </a:ln>
        </p:spPr>
      </p:sp>
      <p:sp>
        <p:nvSpPr>
          <p:cNvPr id="51" name="Editable chart path">
            <a:extLst xmlns:a="http://schemas.openxmlformats.org/drawingml/2006/main">
              <a:ext uri="{FF2B5EF4-FFF2-40B4-BE49-F238E27FC236}">
                <a16:creationId xmlns:a16="http://schemas.microsoft.com/office/drawing/2014/main" id="{93D902C8-B8D5-4FFF-A339-66326FBF463F}"/>
              </a:ext>
            </a:extLst>
          </p:cNvPr>
          <p:cNvSpPr>
            <a:spLocks xmlns:a="http://schemas.openxmlformats.org/drawingml/2006/main" noGrp="1"/>
          </p:cNvSpPr>
          <p:nvPr/>
        </p:nvSpPr>
        <p:spPr>
          <a:xfrm xmlns:a="http://schemas.openxmlformats.org/drawingml/2006/main">
            <a:off x="2791630" y="2933493"/>
            <a:ext cx="321012" cy="95"/>
          </a:xfrm>
          <a:custGeom xmlns:a="http://schemas.openxmlformats.org/drawingml/2006/main">
            <a:pathLst>
              <a:path w="319560" h="95">
                <a:moveTo>
                  <a:pt x="0" y="0"/>
                </a:moveTo>
                <a:lnTo>
                  <a:pt x="319560" y="0"/>
                </a:lnTo>
              </a:path>
            </a:pathLst>
          </a:custGeom>
          <a:noFill xmlns:a="http://schemas.openxmlformats.org/drawingml/2006/main"/>
          <a:ln xmlns:a="http://schemas.openxmlformats.org/drawingml/2006/main" w="10525">
            <a:solidFill>
              <a:srgbClr val="2C5EAA"/>
            </a:solidFill>
            <a:prstDash val="solid"/>
          </a:ln>
        </p:spPr>
      </p:sp>
      <p:sp>
        <p:nvSpPr>
          <p:cNvPr id="52" name="Editable chart path">
            <a:extLst xmlns:a="http://schemas.openxmlformats.org/drawingml/2006/main">
              <a:ext uri="{FF2B5EF4-FFF2-40B4-BE49-F238E27FC236}">
                <a16:creationId xmlns:a16="http://schemas.microsoft.com/office/drawing/2014/main" id="{85B301AD-911D-4C9A-87E2-0504FC36344B}"/>
              </a:ext>
            </a:extLst>
          </p:cNvPr>
          <p:cNvSpPr>
            <a:spLocks xmlns:a="http://schemas.openxmlformats.org/drawingml/2006/main" noGrp="1"/>
          </p:cNvSpPr>
          <p:nvPr/>
        </p:nvSpPr>
        <p:spPr>
          <a:xfrm xmlns:a="http://schemas.openxmlformats.org/drawingml/2006/main">
            <a:off x="2786591" y="3272283"/>
            <a:ext cx="300965" cy="95"/>
          </a:xfrm>
          <a:custGeom xmlns:a="http://schemas.openxmlformats.org/drawingml/2006/main">
            <a:pathLst>
              <a:path w="299604" h="95">
                <a:moveTo>
                  <a:pt x="0" y="0"/>
                </a:moveTo>
                <a:lnTo>
                  <a:pt x="299604" y="0"/>
                </a:lnTo>
              </a:path>
            </a:pathLst>
          </a:custGeom>
          <a:noFill xmlns:a="http://schemas.openxmlformats.org/drawingml/2006/main"/>
          <a:ln xmlns:a="http://schemas.openxmlformats.org/drawingml/2006/main" w="10525">
            <a:solidFill>
              <a:srgbClr val="2C5EAA"/>
            </a:solidFill>
            <a:prstDash val="solid"/>
          </a:ln>
        </p:spPr>
      </p:sp>
      <p:sp>
        <p:nvSpPr>
          <p:cNvPr id="53" name="Editable chart path">
            <a:extLst xmlns:a="http://schemas.openxmlformats.org/drawingml/2006/main">
              <a:ext uri="{FF2B5EF4-FFF2-40B4-BE49-F238E27FC236}">
                <a16:creationId xmlns:a16="http://schemas.microsoft.com/office/drawing/2014/main" id="{E10B10BA-941C-455F-9E9B-B9803484ED8F}"/>
              </a:ext>
            </a:extLst>
          </p:cNvPr>
          <p:cNvSpPr>
            <a:spLocks xmlns:a="http://schemas.openxmlformats.org/drawingml/2006/main" noGrp="1"/>
          </p:cNvSpPr>
          <p:nvPr/>
        </p:nvSpPr>
        <p:spPr>
          <a:xfrm xmlns:a="http://schemas.openxmlformats.org/drawingml/2006/main">
            <a:off x="2330621" y="3611073"/>
            <a:ext cx="693841" cy="95"/>
          </a:xfrm>
          <a:custGeom xmlns:a="http://schemas.openxmlformats.org/drawingml/2006/main">
            <a:pathLst>
              <a:path w="690703" h="95">
                <a:moveTo>
                  <a:pt x="0" y="0"/>
                </a:moveTo>
                <a:lnTo>
                  <a:pt x="690703" y="0"/>
                </a:lnTo>
              </a:path>
            </a:pathLst>
          </a:custGeom>
          <a:noFill xmlns:a="http://schemas.openxmlformats.org/drawingml/2006/main"/>
          <a:ln xmlns:a="http://schemas.openxmlformats.org/drawingml/2006/main" w="10525">
            <a:solidFill>
              <a:srgbClr val="2C5EAA"/>
            </a:solidFill>
            <a:prstDash val="solid"/>
          </a:ln>
        </p:spPr>
      </p:sp>
      <p:sp>
        <p:nvSpPr>
          <p:cNvPr id="54" name="Editable chart path">
            <a:extLst xmlns:a="http://schemas.openxmlformats.org/drawingml/2006/main">
              <a:ext uri="{FF2B5EF4-FFF2-40B4-BE49-F238E27FC236}">
                <a16:creationId xmlns:a16="http://schemas.microsoft.com/office/drawing/2014/main" id="{5ED950D7-6E6D-47C3-98B6-556F0920FE48}"/>
              </a:ext>
            </a:extLst>
          </p:cNvPr>
          <p:cNvSpPr>
            <a:spLocks xmlns:a="http://schemas.openxmlformats.org/drawingml/2006/main" noGrp="1"/>
          </p:cNvSpPr>
          <p:nvPr/>
        </p:nvSpPr>
        <p:spPr>
          <a:xfrm xmlns:a="http://schemas.openxmlformats.org/drawingml/2006/main">
            <a:off x="2801087" y="3949863"/>
            <a:ext cx="191911" cy="95"/>
          </a:xfrm>
          <a:custGeom xmlns:a="http://schemas.openxmlformats.org/drawingml/2006/main">
            <a:pathLst>
              <a:path w="191043" h="95">
                <a:moveTo>
                  <a:pt x="0" y="0"/>
                </a:moveTo>
                <a:lnTo>
                  <a:pt x="191043" y="0"/>
                </a:lnTo>
              </a:path>
            </a:pathLst>
          </a:custGeom>
          <a:noFill xmlns:a="http://schemas.openxmlformats.org/drawingml/2006/main"/>
          <a:ln xmlns:a="http://schemas.openxmlformats.org/drawingml/2006/main" w="10525">
            <a:solidFill>
              <a:srgbClr val="2C5EAA"/>
            </a:solidFill>
            <a:prstDash val="solid"/>
          </a:ln>
        </p:spPr>
      </p:sp>
      <p:sp>
        <p:nvSpPr>
          <p:cNvPr id="55" name="Editable chart path">
            <a:extLst xmlns:a="http://schemas.openxmlformats.org/drawingml/2006/main">
              <a:ext uri="{FF2B5EF4-FFF2-40B4-BE49-F238E27FC236}">
                <a16:creationId xmlns:a16="http://schemas.microsoft.com/office/drawing/2014/main" id="{0E282EAA-A8A8-41D7-A735-104BE8D7C82A}"/>
              </a:ext>
            </a:extLst>
          </p:cNvPr>
          <p:cNvSpPr>
            <a:spLocks xmlns:a="http://schemas.openxmlformats.org/drawingml/2006/main" noGrp="1"/>
          </p:cNvSpPr>
          <p:nvPr/>
        </p:nvSpPr>
        <p:spPr>
          <a:xfrm xmlns:a="http://schemas.openxmlformats.org/drawingml/2006/main">
            <a:off x="2718140" y="4288653"/>
            <a:ext cx="197199" cy="95"/>
          </a:xfrm>
          <a:custGeom xmlns:a="http://schemas.openxmlformats.org/drawingml/2006/main">
            <a:pathLst>
              <a:path w="196307" h="95">
                <a:moveTo>
                  <a:pt x="0" y="0"/>
                </a:moveTo>
                <a:lnTo>
                  <a:pt x="196307" y="0"/>
                </a:lnTo>
              </a:path>
            </a:pathLst>
          </a:custGeom>
          <a:noFill xmlns:a="http://schemas.openxmlformats.org/drawingml/2006/main"/>
          <a:ln xmlns:a="http://schemas.openxmlformats.org/drawingml/2006/main" w="10525">
            <a:solidFill>
              <a:srgbClr val="2C5EAA"/>
            </a:solidFill>
            <a:prstDash val="solid"/>
          </a:ln>
        </p:spPr>
      </p:sp>
      <p:sp>
        <p:nvSpPr>
          <p:cNvPr id="56" name="Editable chart path">
            <a:extLst xmlns:a="http://schemas.openxmlformats.org/drawingml/2006/main">
              <a:ext uri="{FF2B5EF4-FFF2-40B4-BE49-F238E27FC236}">
                <a16:creationId xmlns:a16="http://schemas.microsoft.com/office/drawing/2014/main" id="{B93A7738-CC41-4CD1-962B-C0F9C11E9191}"/>
              </a:ext>
            </a:extLst>
          </p:cNvPr>
          <p:cNvSpPr>
            <a:spLocks xmlns:a="http://schemas.openxmlformats.org/drawingml/2006/main" noGrp="1"/>
          </p:cNvSpPr>
          <p:nvPr/>
        </p:nvSpPr>
        <p:spPr>
          <a:xfrm xmlns:a="http://schemas.openxmlformats.org/drawingml/2006/main">
            <a:off x="2842809" y="4627443"/>
            <a:ext cx="230425" cy="95"/>
          </a:xfrm>
          <a:custGeom xmlns:a="http://schemas.openxmlformats.org/drawingml/2006/main">
            <a:pathLst>
              <a:path w="229383" h="95">
                <a:moveTo>
                  <a:pt x="0" y="0"/>
                </a:moveTo>
                <a:lnTo>
                  <a:pt x="229383" y="0"/>
                </a:lnTo>
              </a:path>
            </a:pathLst>
          </a:custGeom>
          <a:noFill xmlns:a="http://schemas.openxmlformats.org/drawingml/2006/main"/>
          <a:ln xmlns:a="http://schemas.openxmlformats.org/drawingml/2006/main" w="10525">
            <a:solidFill>
              <a:srgbClr val="2C5EAA"/>
            </a:solidFill>
            <a:prstDash val="solid"/>
          </a:ln>
        </p:spPr>
      </p:sp>
      <p:sp>
        <p:nvSpPr>
          <p:cNvPr id="57" name="Editable chart path">
            <a:extLst xmlns:a="http://schemas.openxmlformats.org/drawingml/2006/main">
              <a:ext uri="{FF2B5EF4-FFF2-40B4-BE49-F238E27FC236}">
                <a16:creationId xmlns:a16="http://schemas.microsoft.com/office/drawing/2014/main" id="{A6DAD6CB-BA68-4F36-92B5-7640FEBD8192}"/>
              </a:ext>
            </a:extLst>
          </p:cNvPr>
          <p:cNvSpPr>
            <a:spLocks xmlns:a="http://schemas.openxmlformats.org/drawingml/2006/main" noGrp="1"/>
          </p:cNvSpPr>
          <p:nvPr/>
        </p:nvSpPr>
        <p:spPr>
          <a:xfrm xmlns:a="http://schemas.openxmlformats.org/drawingml/2006/main">
            <a:off x="2876363" y="257556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58" name="Editable chart path">
            <a:extLst xmlns:a="http://schemas.openxmlformats.org/drawingml/2006/main">
              <a:ext uri="{FF2B5EF4-FFF2-40B4-BE49-F238E27FC236}">
                <a16:creationId xmlns:a16="http://schemas.microsoft.com/office/drawing/2014/main" id="{08689759-34AA-42E9-87B4-602454203DCC}"/>
              </a:ext>
            </a:extLst>
          </p:cNvPr>
          <p:cNvSpPr>
            <a:spLocks xmlns:a="http://schemas.openxmlformats.org/drawingml/2006/main" noGrp="1"/>
          </p:cNvSpPr>
          <p:nvPr/>
        </p:nvSpPr>
        <p:spPr>
          <a:xfrm xmlns:a="http://schemas.openxmlformats.org/drawingml/2006/main">
            <a:off x="2953276" y="291435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59" name="Editable chart path">
            <a:extLst xmlns:a="http://schemas.openxmlformats.org/drawingml/2006/main">
              <a:ext uri="{FF2B5EF4-FFF2-40B4-BE49-F238E27FC236}">
                <a16:creationId xmlns:a16="http://schemas.microsoft.com/office/drawing/2014/main" id="{26CE4598-3919-4C64-91AD-21F2155BEEE7}"/>
              </a:ext>
            </a:extLst>
          </p:cNvPr>
          <p:cNvSpPr>
            <a:spLocks xmlns:a="http://schemas.openxmlformats.org/drawingml/2006/main" noGrp="1"/>
          </p:cNvSpPr>
          <p:nvPr/>
        </p:nvSpPr>
        <p:spPr>
          <a:xfrm xmlns:a="http://schemas.openxmlformats.org/drawingml/2006/main">
            <a:off x="2924956" y="325314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60" name="Editable chart path">
            <a:extLst xmlns:a="http://schemas.openxmlformats.org/drawingml/2006/main">
              <a:ext uri="{FF2B5EF4-FFF2-40B4-BE49-F238E27FC236}">
                <a16:creationId xmlns:a16="http://schemas.microsoft.com/office/drawing/2014/main" id="{CD3CED87-D4FD-4057-AD31-B6868BE88E08}"/>
              </a:ext>
            </a:extLst>
          </p:cNvPr>
          <p:cNvSpPr>
            <a:spLocks xmlns:a="http://schemas.openxmlformats.org/drawingml/2006/main" noGrp="1"/>
          </p:cNvSpPr>
          <p:nvPr/>
        </p:nvSpPr>
        <p:spPr>
          <a:xfrm xmlns:a="http://schemas.openxmlformats.org/drawingml/2006/main">
            <a:off x="2664675" y="359193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61" name="Editable chart path">
            <a:extLst xmlns:a="http://schemas.openxmlformats.org/drawingml/2006/main">
              <a:ext uri="{FF2B5EF4-FFF2-40B4-BE49-F238E27FC236}">
                <a16:creationId xmlns:a16="http://schemas.microsoft.com/office/drawing/2014/main" id="{50EAC82B-0DE1-460E-AD32-F91ECF993D64}"/>
              </a:ext>
            </a:extLst>
          </p:cNvPr>
          <p:cNvSpPr>
            <a:spLocks xmlns:a="http://schemas.openxmlformats.org/drawingml/2006/main" noGrp="1"/>
          </p:cNvSpPr>
          <p:nvPr/>
        </p:nvSpPr>
        <p:spPr>
          <a:xfrm xmlns:a="http://schemas.openxmlformats.org/drawingml/2006/main">
            <a:off x="2866787" y="393072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62" name="Editable chart path">
            <a:extLst xmlns:a="http://schemas.openxmlformats.org/drawingml/2006/main">
              <a:ext uri="{FF2B5EF4-FFF2-40B4-BE49-F238E27FC236}">
                <a16:creationId xmlns:a16="http://schemas.microsoft.com/office/drawing/2014/main" id="{0EC3D4D4-75CB-4F73-A1FF-D9ABB63FBA4F}"/>
              </a:ext>
            </a:extLst>
          </p:cNvPr>
          <p:cNvSpPr>
            <a:spLocks xmlns:a="http://schemas.openxmlformats.org/drawingml/2006/main" noGrp="1"/>
          </p:cNvSpPr>
          <p:nvPr/>
        </p:nvSpPr>
        <p:spPr>
          <a:xfrm xmlns:a="http://schemas.openxmlformats.org/drawingml/2006/main">
            <a:off x="2802047" y="426951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63" name="Editable chart path">
            <a:extLst xmlns:a="http://schemas.openxmlformats.org/drawingml/2006/main">
              <a:ext uri="{FF2B5EF4-FFF2-40B4-BE49-F238E27FC236}">
                <a16:creationId xmlns:a16="http://schemas.microsoft.com/office/drawing/2014/main" id="{C5F8B6AE-A5A6-45CE-8AAF-7DCDD3A2C5C2}"/>
              </a:ext>
            </a:extLst>
          </p:cNvPr>
          <p:cNvSpPr>
            <a:spLocks xmlns:a="http://schemas.openxmlformats.org/drawingml/2006/main" noGrp="1"/>
          </p:cNvSpPr>
          <p:nvPr/>
        </p:nvSpPr>
        <p:spPr>
          <a:xfrm xmlns:a="http://schemas.openxmlformats.org/drawingml/2006/main">
            <a:off x="2930675" y="4608306"/>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568">
            <a:solidFill>
              <a:srgbClr val="2C5EAA"/>
            </a:solidFill>
            <a:prstDash val="solid"/>
          </a:ln>
        </p:spPr>
      </p:sp>
      <p:sp>
        <p:nvSpPr>
          <p:cNvPr id="64" name="Editable chart path">
            <a:extLst xmlns:a="http://schemas.openxmlformats.org/drawingml/2006/main">
              <a:ext uri="{FF2B5EF4-FFF2-40B4-BE49-F238E27FC236}">
                <a16:creationId xmlns:a16="http://schemas.microsoft.com/office/drawing/2014/main" id="{1801E067-0551-4171-9ED5-BEE7B77F3F14}"/>
              </a:ext>
            </a:extLst>
          </p:cNvPr>
          <p:cNvSpPr>
            <a:spLocks xmlns:a="http://schemas.openxmlformats.org/drawingml/2006/main" noGrp="1"/>
          </p:cNvSpPr>
          <p:nvPr/>
        </p:nvSpPr>
        <p:spPr>
          <a:xfrm xmlns:a="http://schemas.openxmlformats.org/drawingml/2006/main">
            <a:off x="2753895" y="2682788"/>
            <a:ext cx="1364505" cy="95"/>
          </a:xfrm>
          <a:custGeom xmlns:a="http://schemas.openxmlformats.org/drawingml/2006/main">
            <a:pathLst>
              <a:path w="1358334" h="95">
                <a:moveTo>
                  <a:pt x="0" y="0"/>
                </a:moveTo>
                <a:lnTo>
                  <a:pt x="1358334" y="0"/>
                </a:lnTo>
              </a:path>
            </a:pathLst>
          </a:custGeom>
          <a:noFill xmlns:a="http://schemas.openxmlformats.org/drawingml/2006/main"/>
          <a:ln xmlns:a="http://schemas.openxmlformats.org/drawingml/2006/main" w="10525">
            <a:solidFill>
              <a:srgbClr val="C0453C"/>
            </a:solidFill>
            <a:prstDash val="solid"/>
          </a:ln>
        </p:spPr>
      </p:sp>
      <p:sp>
        <p:nvSpPr>
          <p:cNvPr id="65" name="Editable chart path">
            <a:extLst xmlns:a="http://schemas.openxmlformats.org/drawingml/2006/main">
              <a:ext uri="{FF2B5EF4-FFF2-40B4-BE49-F238E27FC236}">
                <a16:creationId xmlns:a16="http://schemas.microsoft.com/office/drawing/2014/main" id="{78DDBE1E-3DDA-4B34-AFA5-FD591E1A7172}"/>
              </a:ext>
            </a:extLst>
          </p:cNvPr>
          <p:cNvSpPr>
            <a:spLocks xmlns:a="http://schemas.openxmlformats.org/drawingml/2006/main" noGrp="1"/>
          </p:cNvSpPr>
          <p:nvPr/>
        </p:nvSpPr>
        <p:spPr>
          <a:xfrm xmlns:a="http://schemas.openxmlformats.org/drawingml/2006/main">
            <a:off x="2498174" y="3360368"/>
            <a:ext cx="1961365" cy="95"/>
          </a:xfrm>
          <a:custGeom xmlns:a="http://schemas.openxmlformats.org/drawingml/2006/main">
            <a:pathLst>
              <a:path w="1952495" h="95">
                <a:moveTo>
                  <a:pt x="0" y="0"/>
                </a:moveTo>
                <a:lnTo>
                  <a:pt x="1952495" y="0"/>
                </a:lnTo>
              </a:path>
            </a:pathLst>
          </a:custGeom>
          <a:noFill xmlns:a="http://schemas.openxmlformats.org/drawingml/2006/main"/>
          <a:ln xmlns:a="http://schemas.openxmlformats.org/drawingml/2006/main" w="10525">
            <a:solidFill>
              <a:srgbClr val="C0453C"/>
            </a:solidFill>
            <a:prstDash val="solid"/>
          </a:ln>
        </p:spPr>
      </p:sp>
      <p:sp>
        <p:nvSpPr>
          <p:cNvPr id="66" name="Editable chart path">
            <a:extLst xmlns:a="http://schemas.openxmlformats.org/drawingml/2006/main">
              <a:ext uri="{FF2B5EF4-FFF2-40B4-BE49-F238E27FC236}">
                <a16:creationId xmlns:a16="http://schemas.microsoft.com/office/drawing/2014/main" id="{6CA01660-04BA-47D7-B67E-3D5E3FCA06F8}"/>
              </a:ext>
            </a:extLst>
          </p:cNvPr>
          <p:cNvSpPr>
            <a:spLocks xmlns:a="http://schemas.openxmlformats.org/drawingml/2006/main" noGrp="1"/>
          </p:cNvSpPr>
          <p:nvPr/>
        </p:nvSpPr>
        <p:spPr>
          <a:xfrm xmlns:a="http://schemas.openxmlformats.org/drawingml/2006/main">
            <a:off x="2132496" y="3699158"/>
            <a:ext cx="716013" cy="95"/>
          </a:xfrm>
          <a:custGeom xmlns:a="http://schemas.openxmlformats.org/drawingml/2006/main">
            <a:pathLst>
              <a:path w="712775" h="95">
                <a:moveTo>
                  <a:pt x="0" y="0"/>
                </a:moveTo>
                <a:lnTo>
                  <a:pt x="712775" y="0"/>
                </a:lnTo>
              </a:path>
            </a:pathLst>
          </a:custGeom>
          <a:noFill xmlns:a="http://schemas.openxmlformats.org/drawingml/2006/main"/>
          <a:ln xmlns:a="http://schemas.openxmlformats.org/drawingml/2006/main" w="10525">
            <a:solidFill>
              <a:srgbClr val="C0453C"/>
            </a:solidFill>
            <a:prstDash val="solid"/>
          </a:ln>
        </p:spPr>
      </p:sp>
      <p:sp>
        <p:nvSpPr>
          <p:cNvPr id="67" name="Editable chart path">
            <a:extLst xmlns:a="http://schemas.openxmlformats.org/drawingml/2006/main">
              <a:ext uri="{FF2B5EF4-FFF2-40B4-BE49-F238E27FC236}">
                <a16:creationId xmlns:a16="http://schemas.microsoft.com/office/drawing/2014/main" id="{44ADA663-81FD-496B-B77B-CC8B30798604}"/>
              </a:ext>
            </a:extLst>
          </p:cNvPr>
          <p:cNvSpPr>
            <a:spLocks xmlns:a="http://schemas.openxmlformats.org/drawingml/2006/main" noGrp="1"/>
          </p:cNvSpPr>
          <p:nvPr/>
        </p:nvSpPr>
        <p:spPr>
          <a:xfrm xmlns:a="http://schemas.openxmlformats.org/drawingml/2006/main">
            <a:off x="2848509" y="4037948"/>
            <a:ext cx="2968038" cy="95"/>
          </a:xfrm>
          <a:custGeom xmlns:a="http://schemas.openxmlformats.org/drawingml/2006/main">
            <a:pathLst>
              <a:path w="2954615" h="95">
                <a:moveTo>
                  <a:pt x="0" y="0"/>
                </a:moveTo>
                <a:lnTo>
                  <a:pt x="2954615" y="0"/>
                </a:lnTo>
              </a:path>
            </a:pathLst>
          </a:custGeom>
          <a:noFill xmlns:a="http://schemas.openxmlformats.org/drawingml/2006/main"/>
          <a:ln xmlns:a="http://schemas.openxmlformats.org/drawingml/2006/main" w="10525">
            <a:solidFill>
              <a:srgbClr val="C0453C"/>
            </a:solidFill>
            <a:prstDash val="solid"/>
          </a:ln>
        </p:spPr>
      </p:sp>
      <p:sp>
        <p:nvSpPr>
          <p:cNvPr id="68" name="Editable chart path">
            <a:extLst xmlns:a="http://schemas.openxmlformats.org/drawingml/2006/main">
              <a:ext uri="{FF2B5EF4-FFF2-40B4-BE49-F238E27FC236}">
                <a16:creationId xmlns:a16="http://schemas.microsoft.com/office/drawing/2014/main" id="{4B48172D-CA22-492F-A574-5706382EE4DB}"/>
              </a:ext>
            </a:extLst>
          </p:cNvPr>
          <p:cNvSpPr>
            <a:spLocks xmlns:a="http://schemas.openxmlformats.org/drawingml/2006/main" noGrp="1"/>
          </p:cNvSpPr>
          <p:nvPr/>
        </p:nvSpPr>
        <p:spPr>
          <a:xfrm xmlns:a="http://schemas.openxmlformats.org/drawingml/2006/main">
            <a:off x="2848509" y="4376738"/>
            <a:ext cx="2013788" cy="95"/>
          </a:xfrm>
          <a:custGeom xmlns:a="http://schemas.openxmlformats.org/drawingml/2006/main">
            <a:pathLst>
              <a:path w="2004680" h="95">
                <a:moveTo>
                  <a:pt x="0" y="0"/>
                </a:moveTo>
                <a:lnTo>
                  <a:pt x="2004680" y="0"/>
                </a:lnTo>
              </a:path>
            </a:pathLst>
          </a:custGeom>
          <a:noFill xmlns:a="http://schemas.openxmlformats.org/drawingml/2006/main"/>
          <a:ln xmlns:a="http://schemas.openxmlformats.org/drawingml/2006/main" w="10525">
            <a:solidFill>
              <a:srgbClr val="C0453C"/>
            </a:solidFill>
            <a:prstDash val="solid"/>
          </a:ln>
        </p:spPr>
      </p:sp>
      <p:sp>
        <p:nvSpPr>
          <p:cNvPr id="69" name="Editable chart path">
            <a:extLst xmlns:a="http://schemas.openxmlformats.org/drawingml/2006/main">
              <a:ext uri="{FF2B5EF4-FFF2-40B4-BE49-F238E27FC236}">
                <a16:creationId xmlns:a16="http://schemas.microsoft.com/office/drawing/2014/main" id="{168FF8F6-B3D6-4A80-9AAE-D0FEDAD16C8E}"/>
              </a:ext>
            </a:extLst>
          </p:cNvPr>
          <p:cNvSpPr>
            <a:spLocks xmlns:a="http://schemas.openxmlformats.org/drawingml/2006/main" noGrp="1"/>
          </p:cNvSpPr>
          <p:nvPr/>
        </p:nvSpPr>
        <p:spPr>
          <a:xfrm xmlns:a="http://schemas.openxmlformats.org/drawingml/2006/main">
            <a:off x="3903621" y="266365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0" name="Editable chart path">
            <a:extLst xmlns:a="http://schemas.openxmlformats.org/drawingml/2006/main">
              <a:ext uri="{FF2B5EF4-FFF2-40B4-BE49-F238E27FC236}">
                <a16:creationId xmlns:a16="http://schemas.microsoft.com/office/drawing/2014/main" id="{ABBE9B71-DFE0-417E-B6D5-38A67095994F}"/>
              </a:ext>
            </a:extLst>
          </p:cNvPr>
          <p:cNvSpPr>
            <a:spLocks xmlns:a="http://schemas.openxmlformats.org/drawingml/2006/main" noGrp="1"/>
          </p:cNvSpPr>
          <p:nvPr/>
        </p:nvSpPr>
        <p:spPr>
          <a:xfrm xmlns:a="http://schemas.openxmlformats.org/drawingml/2006/main">
            <a:off x="2829373" y="300244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1" name="Editable chart path">
            <a:extLst xmlns:a="http://schemas.openxmlformats.org/drawingml/2006/main">
              <a:ext uri="{FF2B5EF4-FFF2-40B4-BE49-F238E27FC236}">
                <a16:creationId xmlns:a16="http://schemas.microsoft.com/office/drawing/2014/main" id="{1B162746-1718-45C7-9A82-0CE1C78194C7}"/>
              </a:ext>
            </a:extLst>
          </p:cNvPr>
          <p:cNvSpPr>
            <a:spLocks xmlns:a="http://schemas.openxmlformats.org/drawingml/2006/main" noGrp="1"/>
          </p:cNvSpPr>
          <p:nvPr/>
        </p:nvSpPr>
        <p:spPr>
          <a:xfrm xmlns:a="http://schemas.openxmlformats.org/drawingml/2006/main">
            <a:off x="3059520" y="334123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2" name="Editable chart path">
            <a:extLst xmlns:a="http://schemas.openxmlformats.org/drawingml/2006/main">
              <a:ext uri="{FF2B5EF4-FFF2-40B4-BE49-F238E27FC236}">
                <a16:creationId xmlns:a16="http://schemas.microsoft.com/office/drawing/2014/main" id="{6C9DD436-3912-41D9-90A5-63D4D14C899C}"/>
              </a:ext>
            </a:extLst>
          </p:cNvPr>
          <p:cNvSpPr>
            <a:spLocks xmlns:a="http://schemas.openxmlformats.org/drawingml/2006/main" noGrp="1"/>
          </p:cNvSpPr>
          <p:nvPr/>
        </p:nvSpPr>
        <p:spPr>
          <a:xfrm xmlns:a="http://schemas.openxmlformats.org/drawingml/2006/main">
            <a:off x="2158110" y="368002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3" name="Editable chart path">
            <a:extLst xmlns:a="http://schemas.openxmlformats.org/drawingml/2006/main">
              <a:ext uri="{FF2B5EF4-FFF2-40B4-BE49-F238E27FC236}">
                <a16:creationId xmlns:a16="http://schemas.microsoft.com/office/drawing/2014/main" id="{0C92F9FF-ABE9-4803-8353-9B6E2EE325F7}"/>
              </a:ext>
            </a:extLst>
          </p:cNvPr>
          <p:cNvSpPr>
            <a:spLocks xmlns:a="http://schemas.openxmlformats.org/drawingml/2006/main" noGrp="1"/>
          </p:cNvSpPr>
          <p:nvPr/>
        </p:nvSpPr>
        <p:spPr>
          <a:xfrm xmlns:a="http://schemas.openxmlformats.org/drawingml/2006/main">
            <a:off x="5577190" y="401881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4" name="Editable chart path">
            <a:extLst xmlns:a="http://schemas.openxmlformats.org/drawingml/2006/main">
              <a:ext uri="{FF2B5EF4-FFF2-40B4-BE49-F238E27FC236}">
                <a16:creationId xmlns:a16="http://schemas.microsoft.com/office/drawing/2014/main" id="{34DA878B-7E1C-4AA6-B808-AA7059E12D06}"/>
              </a:ext>
            </a:extLst>
          </p:cNvPr>
          <p:cNvSpPr>
            <a:spLocks xmlns:a="http://schemas.openxmlformats.org/drawingml/2006/main" noGrp="1"/>
          </p:cNvSpPr>
          <p:nvPr/>
        </p:nvSpPr>
        <p:spPr>
          <a:xfrm xmlns:a="http://schemas.openxmlformats.org/drawingml/2006/main">
            <a:off x="3276881" y="435760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5" name="Editable chart path">
            <a:extLst xmlns:a="http://schemas.openxmlformats.org/drawingml/2006/main">
              <a:ext uri="{FF2B5EF4-FFF2-40B4-BE49-F238E27FC236}">
                <a16:creationId xmlns:a16="http://schemas.microsoft.com/office/drawing/2014/main" id="{F42A45A9-BC84-4497-97FF-E741CDAEA615}"/>
              </a:ext>
            </a:extLst>
          </p:cNvPr>
          <p:cNvSpPr>
            <a:spLocks xmlns:a="http://schemas.openxmlformats.org/drawingml/2006/main" noGrp="1"/>
          </p:cNvSpPr>
          <p:nvPr/>
        </p:nvSpPr>
        <p:spPr>
          <a:xfrm xmlns:a="http://schemas.openxmlformats.org/drawingml/2006/main">
            <a:off x="2829373" y="4696391"/>
            <a:ext cx="38273" cy="38273"/>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568">
            <a:solidFill>
              <a:srgbClr val="C0453C"/>
            </a:solidFill>
            <a:prstDash val="solid"/>
          </a:ln>
        </p:spPr>
      </p:sp>
      <p:sp>
        <p:nvSpPr>
          <p:cNvPr id="76" name="Editable chart path">
            <a:extLst xmlns:a="http://schemas.openxmlformats.org/drawingml/2006/main">
              <a:ext uri="{FF2B5EF4-FFF2-40B4-BE49-F238E27FC236}">
                <a16:creationId xmlns:a16="http://schemas.microsoft.com/office/drawing/2014/main" id="{CD519D4A-4EC7-4360-BB16-E99A8E57743A}"/>
              </a:ext>
            </a:extLst>
          </p:cNvPr>
          <p:cNvSpPr>
            <a:spLocks xmlns:a="http://schemas.openxmlformats.org/drawingml/2006/main" noGrp="1"/>
          </p:cNvSpPr>
          <p:nvPr/>
        </p:nvSpPr>
        <p:spPr>
          <a:xfrm xmlns:a="http://schemas.openxmlformats.org/drawingml/2006/main">
            <a:off x="2848509" y="2469350"/>
            <a:ext cx="95" cy="2371530"/>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655">
            <a:solidFill>
              <a:srgbClr val="5A6683"/>
            </a:solidFill>
            <a:prstDash val="solid"/>
          </a:ln>
        </p:spPr>
      </p:sp>
      <p:sp>
        <p:nvSpPr>
          <p:cNvPr id="77" name="Editable chart path">
            <a:extLst xmlns:a="http://schemas.openxmlformats.org/drawingml/2006/main">
              <a:ext uri="{FF2B5EF4-FFF2-40B4-BE49-F238E27FC236}">
                <a16:creationId xmlns:a16="http://schemas.microsoft.com/office/drawing/2014/main" id="{84CE9098-DC8A-4EDE-BE85-7363A4083549}"/>
              </a:ext>
            </a:extLst>
          </p:cNvPr>
          <p:cNvSpPr>
            <a:spLocks xmlns:a="http://schemas.openxmlformats.org/drawingml/2006/main" noGrp="1"/>
          </p:cNvSpPr>
          <p:nvPr/>
        </p:nvSpPr>
        <p:spPr>
          <a:xfrm xmlns:a="http://schemas.openxmlformats.org/drawingml/2006/main">
            <a:off x="3492921" y="2469350"/>
            <a:ext cx="95" cy="2371530"/>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6698">
            <a:solidFill>
              <a:srgbClr val="5A6683"/>
            </a:solidFill>
            <a:prstDash val="dash"/>
          </a:ln>
        </p:spPr>
      </p:sp>
      <p:sp>
        <p:nvSpPr>
          <p:cNvPr id="78" name="Editable chart path">
            <a:extLst xmlns:a="http://schemas.openxmlformats.org/drawingml/2006/main">
              <a:ext uri="{FF2B5EF4-FFF2-40B4-BE49-F238E27FC236}">
                <a16:creationId xmlns:a16="http://schemas.microsoft.com/office/drawing/2014/main" id="{AF53163C-5B92-4908-8266-6F368FE845C3}"/>
              </a:ext>
            </a:extLst>
          </p:cNvPr>
          <p:cNvSpPr>
            <a:spLocks xmlns:a="http://schemas.openxmlformats.org/drawingml/2006/main" noGrp="1"/>
          </p:cNvSpPr>
          <p:nvPr/>
        </p:nvSpPr>
        <p:spPr>
          <a:xfrm xmlns:a="http://schemas.openxmlformats.org/drawingml/2006/main">
            <a:off x="1948293" y="2469350"/>
            <a:ext cx="95" cy="2371530"/>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655">
            <a:solidFill>
              <a:srgbClr val="5A6683"/>
            </a:solidFill>
            <a:prstDash val="solid"/>
          </a:ln>
        </p:spPr>
      </p:sp>
      <p:sp>
        <p:nvSpPr>
          <p:cNvPr id="79" name="Editable chart path">
            <a:extLst xmlns:a="http://schemas.openxmlformats.org/drawingml/2006/main">
              <a:ext uri="{FF2B5EF4-FFF2-40B4-BE49-F238E27FC236}">
                <a16:creationId xmlns:a16="http://schemas.microsoft.com/office/drawing/2014/main" id="{8D5F82B8-1777-412A-8A42-1309FC1384EC}"/>
              </a:ext>
            </a:extLst>
          </p:cNvPr>
          <p:cNvSpPr>
            <a:spLocks xmlns:a="http://schemas.openxmlformats.org/drawingml/2006/main" noGrp="1"/>
          </p:cNvSpPr>
          <p:nvPr/>
        </p:nvSpPr>
        <p:spPr>
          <a:xfrm xmlns:a="http://schemas.openxmlformats.org/drawingml/2006/main">
            <a:off x="1948293" y="4840880"/>
            <a:ext cx="4052457"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7655">
            <a:solidFill>
              <a:srgbClr val="5A6683"/>
            </a:solidFill>
            <a:prstDash val="solid"/>
          </a:ln>
        </p:spPr>
      </p:sp>
      <p:sp>
        <p:nvSpPr>
          <p:cNvPr id="80" name="">
            <a:extLst xmlns:a="http://schemas.openxmlformats.org/drawingml/2006/main">
              <a:ext uri="{FF2B5EF4-FFF2-40B4-BE49-F238E27FC236}">
                <a16:creationId xmlns:a16="http://schemas.microsoft.com/office/drawing/2014/main" id="{B57011AA-FD17-4A5F-A0FD-FF47EA56B777}"/>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1" name="">
            <a:extLst xmlns:a="http://schemas.openxmlformats.org/drawingml/2006/main">
              <a:ext uri="{FF2B5EF4-FFF2-40B4-BE49-F238E27FC236}">
                <a16:creationId xmlns:a16="http://schemas.microsoft.com/office/drawing/2014/main" id="{B2ECD384-7EC1-4158-8A41-71D5257DD5FB}"/>
              </a:ext>
            </a:extLst>
          </p:cNvPr>
          <p:cNvSpPr>
            <a:spLocks xmlns:a="http://schemas.openxmlformats.org/drawingml/2006/main" noGrp="1"/>
          </p:cNvSpPr>
          <p:nvPr/>
        </p:nvSpPr>
        <p:spPr>
          <a:xfrm xmlns:a="http://schemas.openxmlformats.org/drawingml/2006/main">
            <a:off x="1371600" y="5334000"/>
            <a:ext cx="6213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times</a:t>
            </a:r>
          </a:p>
        </p:txBody>
      </p:sp>
      <p:sp>
        <p:nvSpPr>
          <p:cNvPr id="82" name="">
            <a:extLst xmlns:a="http://schemas.openxmlformats.org/drawingml/2006/main">
              <a:ext uri="{FF2B5EF4-FFF2-40B4-BE49-F238E27FC236}">
                <a16:creationId xmlns:a16="http://schemas.microsoft.com/office/drawing/2014/main" id="{7E5C3C91-6562-447C-9D9B-3185F2E754B4}"/>
              </a:ext>
            </a:extLst>
          </p:cNvPr>
          <p:cNvSpPr>
            <a:spLocks xmlns:a="http://schemas.openxmlformats.org/drawingml/2006/main" noGrp="1"/>
          </p:cNvSpPr>
          <p:nvPr/>
        </p:nvSpPr>
        <p:spPr>
          <a:xfrm xmlns:a="http://schemas.openxmlformats.org/drawingml/2006/main">
            <a:off x="2202466"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83" name="">
            <a:extLst xmlns:a="http://schemas.openxmlformats.org/drawingml/2006/main">
              <a:ext uri="{FF2B5EF4-FFF2-40B4-BE49-F238E27FC236}">
                <a16:creationId xmlns:a16="http://schemas.microsoft.com/office/drawing/2014/main" id="{B43056DA-8603-432A-A894-72351E89F270}"/>
              </a:ext>
            </a:extLst>
          </p:cNvPr>
          <p:cNvSpPr>
            <a:spLocks xmlns:a="http://schemas.openxmlformats.org/drawingml/2006/main" noGrp="1"/>
          </p:cNvSpPr>
          <p:nvPr/>
        </p:nvSpPr>
        <p:spPr>
          <a:xfrm xmlns:a="http://schemas.openxmlformats.org/drawingml/2006/main">
            <a:off x="2431066" y="5334000"/>
            <a:ext cx="110851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Storm windows</a:t>
            </a:r>
          </a:p>
        </p:txBody>
      </p:sp>
      <p:sp>
        <p:nvSpPr>
          <p:cNvPr id="84" name="">
            <a:extLst xmlns:a="http://schemas.openxmlformats.org/drawingml/2006/main">
              <a:ext uri="{FF2B5EF4-FFF2-40B4-BE49-F238E27FC236}">
                <a16:creationId xmlns:a16="http://schemas.microsoft.com/office/drawing/2014/main" id="{1901C740-12DA-4D05-A6B7-A763092C3DC8}"/>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60 min: 15% regional shortfall</a:t>
            </a:r>
          </a:p>
        </p:txBody>
      </p:sp>
      <p:sp>
        <p:nvSpPr>
          <p:cNvPr id="85" name="Editable chart path">
            <a:extLst xmlns:a="http://schemas.openxmlformats.org/drawingml/2006/main">
              <a:ext uri="{FF2B5EF4-FFF2-40B4-BE49-F238E27FC236}">
                <a16:creationId xmlns:a16="http://schemas.microsoft.com/office/drawing/2014/main" id="{72961180-7657-4ABC-A3F9-3341E702CC9A}"/>
              </a:ext>
            </a:extLst>
          </p:cNvPr>
          <p:cNvSpPr>
            <a:spLocks xmlns:a="http://schemas.openxmlformats.org/drawingml/2006/main" noGrp="1"/>
          </p:cNvSpPr>
          <p:nvPr/>
        </p:nvSpPr>
        <p:spPr>
          <a:xfrm xmlns:a="http://schemas.openxmlformats.org/drawingml/2006/main">
            <a:off x="6745350"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86" name="">
            <a:extLst xmlns:a="http://schemas.openxmlformats.org/drawingml/2006/main">
              <a:ext uri="{FF2B5EF4-FFF2-40B4-BE49-F238E27FC236}">
                <a16:creationId xmlns:a16="http://schemas.microsoft.com/office/drawing/2014/main" id="{BCABA969-82A2-46A8-8612-C12064CD6080}"/>
              </a:ext>
            </a:extLst>
          </p:cNvPr>
          <p:cNvSpPr>
            <a:spLocks xmlns:a="http://schemas.openxmlformats.org/drawingml/2006/main" noGrp="1"/>
          </p:cNvSpPr>
          <p:nvPr/>
        </p:nvSpPr>
        <p:spPr>
          <a:xfrm xmlns:a="http://schemas.openxmlformats.org/drawingml/2006/main" rot="0">
            <a:off x="6556174" y="4922012"/>
            <a:ext cx="37404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−0.05</a:t>
            </a:r>
          </a:p>
        </p:txBody>
      </p:sp>
      <p:sp>
        <p:nvSpPr>
          <p:cNvPr id="87" name="Editable chart path">
            <a:extLst xmlns:a="http://schemas.openxmlformats.org/drawingml/2006/main">
              <a:ext uri="{FF2B5EF4-FFF2-40B4-BE49-F238E27FC236}">
                <a16:creationId xmlns:a16="http://schemas.microsoft.com/office/drawing/2014/main" id="{830532C0-3611-4C30-B0E0-914B93B526FF}"/>
              </a:ext>
            </a:extLst>
          </p:cNvPr>
          <p:cNvSpPr>
            <a:spLocks xmlns:a="http://schemas.openxmlformats.org/drawingml/2006/main" noGrp="1"/>
          </p:cNvSpPr>
          <p:nvPr/>
        </p:nvSpPr>
        <p:spPr>
          <a:xfrm xmlns:a="http://schemas.openxmlformats.org/drawingml/2006/main">
            <a:off x="7651842"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88" name="">
            <a:extLst xmlns:a="http://schemas.openxmlformats.org/drawingml/2006/main">
              <a:ext uri="{FF2B5EF4-FFF2-40B4-BE49-F238E27FC236}">
                <a16:creationId xmlns:a16="http://schemas.microsoft.com/office/drawing/2014/main" id="{A08D4374-AD4B-459A-9212-055063ADECA3}"/>
              </a:ext>
            </a:extLst>
          </p:cNvPr>
          <p:cNvSpPr>
            <a:spLocks xmlns:a="http://schemas.openxmlformats.org/drawingml/2006/main" noGrp="1"/>
          </p:cNvSpPr>
          <p:nvPr/>
        </p:nvSpPr>
        <p:spPr>
          <a:xfrm xmlns:a="http://schemas.openxmlformats.org/drawingml/2006/main" rot="0">
            <a:off x="7501377" y="4922012"/>
            <a:ext cx="2970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a:t>
            </a:r>
          </a:p>
        </p:txBody>
      </p:sp>
      <p:sp>
        <p:nvSpPr>
          <p:cNvPr id="89" name="Editable chart path">
            <a:extLst xmlns:a="http://schemas.openxmlformats.org/drawingml/2006/main">
              <a:ext uri="{FF2B5EF4-FFF2-40B4-BE49-F238E27FC236}">
                <a16:creationId xmlns:a16="http://schemas.microsoft.com/office/drawing/2014/main" id="{24A105CB-02FE-4B8E-BF97-9D30A90E39A1}"/>
              </a:ext>
            </a:extLst>
          </p:cNvPr>
          <p:cNvSpPr>
            <a:spLocks xmlns:a="http://schemas.openxmlformats.org/drawingml/2006/main" noGrp="1"/>
          </p:cNvSpPr>
          <p:nvPr/>
        </p:nvSpPr>
        <p:spPr>
          <a:xfrm xmlns:a="http://schemas.openxmlformats.org/drawingml/2006/main">
            <a:off x="8558334"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0" name="">
            <a:extLst xmlns:a="http://schemas.openxmlformats.org/drawingml/2006/main">
              <a:ext uri="{FF2B5EF4-FFF2-40B4-BE49-F238E27FC236}">
                <a16:creationId xmlns:a16="http://schemas.microsoft.com/office/drawing/2014/main" id="{539ABDE0-53DD-4DCA-A56E-4DCFA3A5DB5A}"/>
              </a:ext>
            </a:extLst>
          </p:cNvPr>
          <p:cNvSpPr>
            <a:spLocks xmlns:a="http://schemas.openxmlformats.org/drawingml/2006/main" noGrp="1"/>
          </p:cNvSpPr>
          <p:nvPr/>
        </p:nvSpPr>
        <p:spPr>
          <a:xfrm xmlns:a="http://schemas.openxmlformats.org/drawingml/2006/main" rot="0">
            <a:off x="8407640" y="4922012"/>
            <a:ext cx="2970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0.05</a:t>
            </a:r>
          </a:p>
        </p:txBody>
      </p:sp>
      <p:sp>
        <p:nvSpPr>
          <p:cNvPr id="91" name="Editable chart path">
            <a:extLst xmlns:a="http://schemas.openxmlformats.org/drawingml/2006/main">
              <a:ext uri="{FF2B5EF4-FFF2-40B4-BE49-F238E27FC236}">
                <a16:creationId xmlns:a16="http://schemas.microsoft.com/office/drawing/2014/main" id="{9E3F1A41-7251-47BA-A165-703AB7DC473B}"/>
              </a:ext>
            </a:extLst>
          </p:cNvPr>
          <p:cNvSpPr>
            <a:spLocks xmlns:a="http://schemas.openxmlformats.org/drawingml/2006/main" noGrp="1"/>
          </p:cNvSpPr>
          <p:nvPr/>
        </p:nvSpPr>
        <p:spPr>
          <a:xfrm xmlns:a="http://schemas.openxmlformats.org/drawingml/2006/main">
            <a:off x="9464827"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2" name="">
            <a:extLst xmlns:a="http://schemas.openxmlformats.org/drawingml/2006/main">
              <a:ext uri="{FF2B5EF4-FFF2-40B4-BE49-F238E27FC236}">
                <a16:creationId xmlns:a16="http://schemas.microsoft.com/office/drawing/2014/main" id="{E370A00C-57E6-4FFA-AB67-54676C428E1E}"/>
              </a:ext>
            </a:extLst>
          </p:cNvPr>
          <p:cNvSpPr>
            <a:spLocks xmlns:a="http://schemas.openxmlformats.org/drawingml/2006/main" noGrp="1"/>
          </p:cNvSpPr>
          <p:nvPr/>
        </p:nvSpPr>
        <p:spPr>
          <a:xfrm xmlns:a="http://schemas.openxmlformats.org/drawingml/2006/main" rot="0">
            <a:off x="9335841" y="4922012"/>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0.10</a:t>
            </a:r>
          </a:p>
        </p:txBody>
      </p:sp>
      <p:sp>
        <p:nvSpPr>
          <p:cNvPr id="93" name="Editable chart path">
            <a:extLst xmlns:a="http://schemas.openxmlformats.org/drawingml/2006/main">
              <a:ext uri="{FF2B5EF4-FFF2-40B4-BE49-F238E27FC236}">
                <a16:creationId xmlns:a16="http://schemas.microsoft.com/office/drawing/2014/main" id="{56833C8C-223E-444A-B12A-5EEB00143EBF}"/>
              </a:ext>
            </a:extLst>
          </p:cNvPr>
          <p:cNvSpPr>
            <a:spLocks xmlns:a="http://schemas.openxmlformats.org/drawingml/2006/main" noGrp="1"/>
          </p:cNvSpPr>
          <p:nvPr/>
        </p:nvSpPr>
        <p:spPr>
          <a:xfrm xmlns:a="http://schemas.openxmlformats.org/drawingml/2006/main">
            <a:off x="10371319"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4" name="">
            <a:extLst xmlns:a="http://schemas.openxmlformats.org/drawingml/2006/main">
              <a:ext uri="{FF2B5EF4-FFF2-40B4-BE49-F238E27FC236}">
                <a16:creationId xmlns:a16="http://schemas.microsoft.com/office/drawing/2014/main" id="{72DF0D70-5342-4015-84C7-069B7B71C42D}"/>
              </a:ext>
            </a:extLst>
          </p:cNvPr>
          <p:cNvSpPr>
            <a:spLocks xmlns:a="http://schemas.openxmlformats.org/drawingml/2006/main" noGrp="1"/>
          </p:cNvSpPr>
          <p:nvPr/>
        </p:nvSpPr>
        <p:spPr>
          <a:xfrm xmlns:a="http://schemas.openxmlformats.org/drawingml/2006/main" rot="0">
            <a:off x="10242103" y="4922012"/>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0.15</a:t>
            </a:r>
          </a:p>
        </p:txBody>
      </p:sp>
      <p:sp>
        <p:nvSpPr>
          <p:cNvPr id="95" name="">
            <a:extLst xmlns:a="http://schemas.openxmlformats.org/drawingml/2006/main">
              <a:ext uri="{FF2B5EF4-FFF2-40B4-BE49-F238E27FC236}">
                <a16:creationId xmlns:a16="http://schemas.microsoft.com/office/drawing/2014/main" id="{BF229C55-385D-4D1D-9C9F-F343FDDEB419}"/>
              </a:ext>
            </a:extLst>
          </p:cNvPr>
          <p:cNvSpPr>
            <a:spLocks xmlns:a="http://schemas.openxmlformats.org/drawingml/2006/main" noGrp="1"/>
          </p:cNvSpPr>
          <p:nvPr/>
        </p:nvSpPr>
        <p:spPr>
          <a:xfrm xmlns:a="http://schemas.openxmlformats.org/drawingml/2006/main" rot="0">
            <a:off x="7558499" y="5069791"/>
            <a:ext cx="229981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Weather gain: PR-AUC difference</a:t>
            </a:r>
          </a:p>
        </p:txBody>
      </p:sp>
      <p:sp>
        <p:nvSpPr>
          <p:cNvPr id="96" name="Editable chart path">
            <a:extLst xmlns:a="http://schemas.openxmlformats.org/drawingml/2006/main">
              <a:ext uri="{FF2B5EF4-FFF2-40B4-BE49-F238E27FC236}">
                <a16:creationId xmlns:a16="http://schemas.microsoft.com/office/drawing/2014/main" id="{A096A651-FDD7-4231-AEAE-CB8C85B9C292}"/>
              </a:ext>
            </a:extLst>
          </p:cNvPr>
          <p:cNvSpPr>
            <a:spLocks xmlns:a="http://schemas.openxmlformats.org/drawingml/2006/main" noGrp="1"/>
          </p:cNvSpPr>
          <p:nvPr/>
        </p:nvSpPr>
        <p:spPr>
          <a:xfrm xmlns:a="http://schemas.openxmlformats.org/drawingml/2006/main">
            <a:off x="6548943" y="2561868"/>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97" name="Editable chart path">
            <a:extLst xmlns:a="http://schemas.openxmlformats.org/drawingml/2006/main">
              <a:ext uri="{FF2B5EF4-FFF2-40B4-BE49-F238E27FC236}">
                <a16:creationId xmlns:a16="http://schemas.microsoft.com/office/drawing/2014/main" id="{5290F970-E0E9-4CEF-ABA3-C3B24A5BF371}"/>
              </a:ext>
            </a:extLst>
          </p:cNvPr>
          <p:cNvSpPr>
            <a:spLocks xmlns:a="http://schemas.openxmlformats.org/drawingml/2006/main" noGrp="1"/>
          </p:cNvSpPr>
          <p:nvPr/>
        </p:nvSpPr>
        <p:spPr>
          <a:xfrm xmlns:a="http://schemas.openxmlformats.org/drawingml/2006/main">
            <a:off x="6513235" y="2561868"/>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8" name="Editable chart path">
            <a:extLst xmlns:a="http://schemas.openxmlformats.org/drawingml/2006/main">
              <a:ext uri="{FF2B5EF4-FFF2-40B4-BE49-F238E27FC236}">
                <a16:creationId xmlns:a16="http://schemas.microsoft.com/office/drawing/2014/main" id="{FA500D03-AD94-4247-A461-25429846C1EF}"/>
              </a:ext>
            </a:extLst>
          </p:cNvPr>
          <p:cNvSpPr>
            <a:spLocks xmlns:a="http://schemas.openxmlformats.org/drawingml/2006/main" noGrp="1"/>
          </p:cNvSpPr>
          <p:nvPr/>
        </p:nvSpPr>
        <p:spPr>
          <a:xfrm xmlns:a="http://schemas.openxmlformats.org/drawingml/2006/main">
            <a:off x="6548943" y="2923104"/>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99" name="Editable chart path">
            <a:extLst xmlns:a="http://schemas.openxmlformats.org/drawingml/2006/main">
              <a:ext uri="{FF2B5EF4-FFF2-40B4-BE49-F238E27FC236}">
                <a16:creationId xmlns:a16="http://schemas.microsoft.com/office/drawing/2014/main" id="{51BBD1F0-B563-41AD-8E72-A7870EB7194C}"/>
              </a:ext>
            </a:extLst>
          </p:cNvPr>
          <p:cNvSpPr>
            <a:spLocks xmlns:a="http://schemas.openxmlformats.org/drawingml/2006/main" noGrp="1"/>
          </p:cNvSpPr>
          <p:nvPr/>
        </p:nvSpPr>
        <p:spPr>
          <a:xfrm xmlns:a="http://schemas.openxmlformats.org/drawingml/2006/main">
            <a:off x="6513235" y="2923104"/>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0" name="Editable chart path">
            <a:extLst xmlns:a="http://schemas.openxmlformats.org/drawingml/2006/main">
              <a:ext uri="{FF2B5EF4-FFF2-40B4-BE49-F238E27FC236}">
                <a16:creationId xmlns:a16="http://schemas.microsoft.com/office/drawing/2014/main" id="{F62B1D15-0B0B-456C-91BE-2AC261F759DC}"/>
              </a:ext>
            </a:extLst>
          </p:cNvPr>
          <p:cNvSpPr>
            <a:spLocks xmlns:a="http://schemas.openxmlformats.org/drawingml/2006/main" noGrp="1"/>
          </p:cNvSpPr>
          <p:nvPr/>
        </p:nvSpPr>
        <p:spPr>
          <a:xfrm xmlns:a="http://schemas.openxmlformats.org/drawingml/2006/main">
            <a:off x="6548943" y="3284340"/>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1" name="Editable chart path">
            <a:extLst xmlns:a="http://schemas.openxmlformats.org/drawingml/2006/main">
              <a:ext uri="{FF2B5EF4-FFF2-40B4-BE49-F238E27FC236}">
                <a16:creationId xmlns:a16="http://schemas.microsoft.com/office/drawing/2014/main" id="{B05B462A-3EFF-40A2-A39F-B848CC788A54}"/>
              </a:ext>
            </a:extLst>
          </p:cNvPr>
          <p:cNvSpPr>
            <a:spLocks xmlns:a="http://schemas.openxmlformats.org/drawingml/2006/main" noGrp="1"/>
          </p:cNvSpPr>
          <p:nvPr/>
        </p:nvSpPr>
        <p:spPr>
          <a:xfrm xmlns:a="http://schemas.openxmlformats.org/drawingml/2006/main">
            <a:off x="6513235" y="3284340"/>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2" name="Editable chart path">
            <a:extLst xmlns:a="http://schemas.openxmlformats.org/drawingml/2006/main">
              <a:ext uri="{FF2B5EF4-FFF2-40B4-BE49-F238E27FC236}">
                <a16:creationId xmlns:a16="http://schemas.microsoft.com/office/drawing/2014/main" id="{BF8849A0-89E8-43AD-9C53-2AD0CD16F136}"/>
              </a:ext>
            </a:extLst>
          </p:cNvPr>
          <p:cNvSpPr>
            <a:spLocks xmlns:a="http://schemas.openxmlformats.org/drawingml/2006/main" noGrp="1"/>
          </p:cNvSpPr>
          <p:nvPr/>
        </p:nvSpPr>
        <p:spPr>
          <a:xfrm xmlns:a="http://schemas.openxmlformats.org/drawingml/2006/main">
            <a:off x="6548943" y="3645576"/>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3" name="Editable chart path">
            <a:extLst xmlns:a="http://schemas.openxmlformats.org/drawingml/2006/main">
              <a:ext uri="{FF2B5EF4-FFF2-40B4-BE49-F238E27FC236}">
                <a16:creationId xmlns:a16="http://schemas.microsoft.com/office/drawing/2014/main" id="{6580139D-A74D-44D6-A406-3582F5D8B349}"/>
              </a:ext>
            </a:extLst>
          </p:cNvPr>
          <p:cNvSpPr>
            <a:spLocks xmlns:a="http://schemas.openxmlformats.org/drawingml/2006/main" noGrp="1"/>
          </p:cNvSpPr>
          <p:nvPr/>
        </p:nvSpPr>
        <p:spPr>
          <a:xfrm xmlns:a="http://schemas.openxmlformats.org/drawingml/2006/main">
            <a:off x="6513235" y="3645576"/>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4" name="Editable chart path">
            <a:extLst xmlns:a="http://schemas.openxmlformats.org/drawingml/2006/main">
              <a:ext uri="{FF2B5EF4-FFF2-40B4-BE49-F238E27FC236}">
                <a16:creationId xmlns:a16="http://schemas.microsoft.com/office/drawing/2014/main" id="{D9D4505E-8273-4E94-B047-16616328E203}"/>
              </a:ext>
            </a:extLst>
          </p:cNvPr>
          <p:cNvSpPr>
            <a:spLocks xmlns:a="http://schemas.openxmlformats.org/drawingml/2006/main" noGrp="1"/>
          </p:cNvSpPr>
          <p:nvPr/>
        </p:nvSpPr>
        <p:spPr>
          <a:xfrm xmlns:a="http://schemas.openxmlformats.org/drawingml/2006/main">
            <a:off x="6548943" y="4006812"/>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5" name="Editable chart path">
            <a:extLst xmlns:a="http://schemas.openxmlformats.org/drawingml/2006/main">
              <a:ext uri="{FF2B5EF4-FFF2-40B4-BE49-F238E27FC236}">
                <a16:creationId xmlns:a16="http://schemas.microsoft.com/office/drawing/2014/main" id="{32C63074-8E59-4A05-8D3F-D17A445B5BBF}"/>
              </a:ext>
            </a:extLst>
          </p:cNvPr>
          <p:cNvSpPr>
            <a:spLocks xmlns:a="http://schemas.openxmlformats.org/drawingml/2006/main" noGrp="1"/>
          </p:cNvSpPr>
          <p:nvPr/>
        </p:nvSpPr>
        <p:spPr>
          <a:xfrm xmlns:a="http://schemas.openxmlformats.org/drawingml/2006/main">
            <a:off x="6513235" y="4006812"/>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6" name="Editable chart path">
            <a:extLst xmlns:a="http://schemas.openxmlformats.org/drawingml/2006/main">
              <a:ext uri="{FF2B5EF4-FFF2-40B4-BE49-F238E27FC236}">
                <a16:creationId xmlns:a16="http://schemas.microsoft.com/office/drawing/2014/main" id="{0DFDA64F-95C8-4C08-9D95-3D642CE540D7}"/>
              </a:ext>
            </a:extLst>
          </p:cNvPr>
          <p:cNvSpPr>
            <a:spLocks xmlns:a="http://schemas.openxmlformats.org/drawingml/2006/main" noGrp="1"/>
          </p:cNvSpPr>
          <p:nvPr/>
        </p:nvSpPr>
        <p:spPr>
          <a:xfrm xmlns:a="http://schemas.openxmlformats.org/drawingml/2006/main">
            <a:off x="6548943" y="4368048"/>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7" name="Editable chart path">
            <a:extLst xmlns:a="http://schemas.openxmlformats.org/drawingml/2006/main">
              <a:ext uri="{FF2B5EF4-FFF2-40B4-BE49-F238E27FC236}">
                <a16:creationId xmlns:a16="http://schemas.microsoft.com/office/drawing/2014/main" id="{A7735A9D-16F7-40BA-BA94-352BBD155617}"/>
              </a:ext>
            </a:extLst>
          </p:cNvPr>
          <p:cNvSpPr>
            <a:spLocks xmlns:a="http://schemas.openxmlformats.org/drawingml/2006/main" noGrp="1"/>
          </p:cNvSpPr>
          <p:nvPr/>
        </p:nvSpPr>
        <p:spPr>
          <a:xfrm xmlns:a="http://schemas.openxmlformats.org/drawingml/2006/main">
            <a:off x="6513235" y="4368048"/>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8" name="Editable chart path">
            <a:extLst xmlns:a="http://schemas.openxmlformats.org/drawingml/2006/main">
              <a:ext uri="{FF2B5EF4-FFF2-40B4-BE49-F238E27FC236}">
                <a16:creationId xmlns:a16="http://schemas.microsoft.com/office/drawing/2014/main" id="{BFA3C56C-C67F-49FF-B9D5-5AB2CB0012D5}"/>
              </a:ext>
            </a:extLst>
          </p:cNvPr>
          <p:cNvSpPr>
            <a:spLocks xmlns:a="http://schemas.openxmlformats.org/drawingml/2006/main" noGrp="1"/>
          </p:cNvSpPr>
          <p:nvPr/>
        </p:nvSpPr>
        <p:spPr>
          <a:xfrm xmlns:a="http://schemas.openxmlformats.org/drawingml/2006/main">
            <a:off x="6548943" y="4729284"/>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6121">
            <a:solidFill>
              <a:srgbClr val="E4EAF4"/>
            </a:solidFill>
            <a:prstDash val="solid"/>
          </a:ln>
        </p:spPr>
      </p:sp>
      <p:sp>
        <p:nvSpPr>
          <p:cNvPr id="109" name="Editable chart path">
            <a:extLst xmlns:a="http://schemas.openxmlformats.org/drawingml/2006/main">
              <a:ext uri="{FF2B5EF4-FFF2-40B4-BE49-F238E27FC236}">
                <a16:creationId xmlns:a16="http://schemas.microsoft.com/office/drawing/2014/main" id="{26D0E0DC-B223-457A-A52F-B89469320ED0}"/>
              </a:ext>
            </a:extLst>
          </p:cNvPr>
          <p:cNvSpPr>
            <a:spLocks xmlns:a="http://schemas.openxmlformats.org/drawingml/2006/main" noGrp="1"/>
          </p:cNvSpPr>
          <p:nvPr/>
        </p:nvSpPr>
        <p:spPr>
          <a:xfrm xmlns:a="http://schemas.openxmlformats.org/drawingml/2006/main">
            <a:off x="6513235" y="4729284"/>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0" name="Editable chart path">
            <a:extLst xmlns:a="http://schemas.openxmlformats.org/drawingml/2006/main">
              <a:ext uri="{FF2B5EF4-FFF2-40B4-BE49-F238E27FC236}">
                <a16:creationId xmlns:a16="http://schemas.microsoft.com/office/drawing/2014/main" id="{D7DAD886-1A87-4B10-9474-368B8C43EEB5}"/>
              </a:ext>
            </a:extLst>
          </p:cNvPr>
          <p:cNvSpPr>
            <a:spLocks xmlns:a="http://schemas.openxmlformats.org/drawingml/2006/main" noGrp="1"/>
          </p:cNvSpPr>
          <p:nvPr/>
        </p:nvSpPr>
        <p:spPr>
          <a:xfrm xmlns:a="http://schemas.openxmlformats.org/drawingml/2006/main">
            <a:off x="7608574" y="2514907"/>
            <a:ext cx="93252" cy="95"/>
          </a:xfrm>
          <a:custGeom xmlns:a="http://schemas.openxmlformats.org/drawingml/2006/main">
            <a:pathLst>
              <a:path w="87062" h="95">
                <a:moveTo>
                  <a:pt x="0" y="0"/>
                </a:moveTo>
                <a:lnTo>
                  <a:pt x="87062" y="0"/>
                </a:lnTo>
              </a:path>
            </a:pathLst>
          </a:custGeom>
          <a:noFill xmlns:a="http://schemas.openxmlformats.org/drawingml/2006/main"/>
          <a:ln xmlns:a="http://schemas.openxmlformats.org/drawingml/2006/main" w="11222">
            <a:solidFill>
              <a:srgbClr val="2C5EAA"/>
            </a:solidFill>
            <a:prstDash val="solid"/>
          </a:ln>
        </p:spPr>
      </p:sp>
      <p:sp>
        <p:nvSpPr>
          <p:cNvPr id="111" name="Editable chart path">
            <a:extLst xmlns:a="http://schemas.openxmlformats.org/drawingml/2006/main">
              <a:ext uri="{FF2B5EF4-FFF2-40B4-BE49-F238E27FC236}">
                <a16:creationId xmlns:a16="http://schemas.microsoft.com/office/drawing/2014/main" id="{42481129-CF32-43DA-9C6F-BD81930C0EA4}"/>
              </a:ext>
            </a:extLst>
          </p:cNvPr>
          <p:cNvSpPr>
            <a:spLocks xmlns:a="http://schemas.openxmlformats.org/drawingml/2006/main" noGrp="1"/>
          </p:cNvSpPr>
          <p:nvPr/>
        </p:nvSpPr>
        <p:spPr>
          <a:xfrm xmlns:a="http://schemas.openxmlformats.org/drawingml/2006/main">
            <a:off x="7545164" y="2876143"/>
            <a:ext cx="169666" cy="95"/>
          </a:xfrm>
          <a:custGeom xmlns:a="http://schemas.openxmlformats.org/drawingml/2006/main">
            <a:pathLst>
              <a:path w="158404" h="95">
                <a:moveTo>
                  <a:pt x="0" y="0"/>
                </a:moveTo>
                <a:lnTo>
                  <a:pt x="158404" y="0"/>
                </a:lnTo>
              </a:path>
            </a:pathLst>
          </a:custGeom>
          <a:noFill xmlns:a="http://schemas.openxmlformats.org/drawingml/2006/main"/>
          <a:ln xmlns:a="http://schemas.openxmlformats.org/drawingml/2006/main" w="11222">
            <a:solidFill>
              <a:srgbClr val="2C5EAA"/>
            </a:solidFill>
            <a:prstDash val="solid"/>
          </a:ln>
        </p:spPr>
      </p:sp>
      <p:sp>
        <p:nvSpPr>
          <p:cNvPr id="112" name="Editable chart path">
            <a:extLst xmlns:a="http://schemas.openxmlformats.org/drawingml/2006/main">
              <a:ext uri="{FF2B5EF4-FFF2-40B4-BE49-F238E27FC236}">
                <a16:creationId xmlns:a16="http://schemas.microsoft.com/office/drawing/2014/main" id="{A3181162-6F05-471C-B2A5-4138F63E7647}"/>
              </a:ext>
            </a:extLst>
          </p:cNvPr>
          <p:cNvSpPr>
            <a:spLocks xmlns:a="http://schemas.openxmlformats.org/drawingml/2006/main" noGrp="1"/>
          </p:cNvSpPr>
          <p:nvPr/>
        </p:nvSpPr>
        <p:spPr>
          <a:xfrm xmlns:a="http://schemas.openxmlformats.org/drawingml/2006/main">
            <a:off x="7540493" y="3237379"/>
            <a:ext cx="329721" cy="95"/>
          </a:xfrm>
          <a:custGeom xmlns:a="http://schemas.openxmlformats.org/drawingml/2006/main">
            <a:pathLst>
              <a:path w="307835" h="95">
                <a:moveTo>
                  <a:pt x="0" y="0"/>
                </a:moveTo>
                <a:lnTo>
                  <a:pt x="307835" y="0"/>
                </a:lnTo>
              </a:path>
            </a:pathLst>
          </a:custGeom>
          <a:noFill xmlns:a="http://schemas.openxmlformats.org/drawingml/2006/main"/>
          <a:ln xmlns:a="http://schemas.openxmlformats.org/drawingml/2006/main" w="11222">
            <a:solidFill>
              <a:srgbClr val="2C5EAA"/>
            </a:solidFill>
            <a:prstDash val="solid"/>
          </a:ln>
        </p:spPr>
      </p:sp>
      <p:sp>
        <p:nvSpPr>
          <p:cNvPr id="113" name="Editable chart path">
            <a:extLst xmlns:a="http://schemas.openxmlformats.org/drawingml/2006/main">
              <a:ext uri="{FF2B5EF4-FFF2-40B4-BE49-F238E27FC236}">
                <a16:creationId xmlns:a16="http://schemas.microsoft.com/office/drawing/2014/main" id="{88112D12-8C45-4E99-8675-F647538FC1D4}"/>
              </a:ext>
            </a:extLst>
          </p:cNvPr>
          <p:cNvSpPr>
            <a:spLocks xmlns:a="http://schemas.openxmlformats.org/drawingml/2006/main" noGrp="1"/>
          </p:cNvSpPr>
          <p:nvPr/>
        </p:nvSpPr>
        <p:spPr>
          <a:xfrm xmlns:a="http://schemas.openxmlformats.org/drawingml/2006/main">
            <a:off x="7431832" y="3598615"/>
            <a:ext cx="489809" cy="95"/>
          </a:xfrm>
          <a:custGeom xmlns:a="http://schemas.openxmlformats.org/drawingml/2006/main">
            <a:pathLst>
              <a:path w="457296" h="95">
                <a:moveTo>
                  <a:pt x="0" y="0"/>
                </a:moveTo>
                <a:lnTo>
                  <a:pt x="457296" y="0"/>
                </a:lnTo>
              </a:path>
            </a:pathLst>
          </a:custGeom>
          <a:noFill xmlns:a="http://schemas.openxmlformats.org/drawingml/2006/main"/>
          <a:ln xmlns:a="http://schemas.openxmlformats.org/drawingml/2006/main" w="11222">
            <a:solidFill>
              <a:srgbClr val="2C5EAA"/>
            </a:solidFill>
            <a:prstDash val="solid"/>
          </a:ln>
        </p:spPr>
      </p:sp>
      <p:sp>
        <p:nvSpPr>
          <p:cNvPr id="114" name="Editable chart path">
            <a:extLst xmlns:a="http://schemas.openxmlformats.org/drawingml/2006/main">
              <a:ext uri="{FF2B5EF4-FFF2-40B4-BE49-F238E27FC236}">
                <a16:creationId xmlns:a16="http://schemas.microsoft.com/office/drawing/2014/main" id="{51A2B299-3EA6-4473-8FCF-ED946607CC66}"/>
              </a:ext>
            </a:extLst>
          </p:cNvPr>
          <p:cNvSpPr>
            <a:spLocks xmlns:a="http://schemas.openxmlformats.org/drawingml/2006/main" noGrp="1"/>
          </p:cNvSpPr>
          <p:nvPr/>
        </p:nvSpPr>
        <p:spPr>
          <a:xfrm xmlns:a="http://schemas.openxmlformats.org/drawingml/2006/main">
            <a:off x="7543372" y="3959851"/>
            <a:ext cx="128800" cy="95"/>
          </a:xfrm>
          <a:custGeom xmlns:a="http://schemas.openxmlformats.org/drawingml/2006/main">
            <a:pathLst>
              <a:path w="120251" h="95">
                <a:moveTo>
                  <a:pt x="0" y="0"/>
                </a:moveTo>
                <a:lnTo>
                  <a:pt x="120251" y="0"/>
                </a:lnTo>
              </a:path>
            </a:pathLst>
          </a:custGeom>
          <a:noFill xmlns:a="http://schemas.openxmlformats.org/drawingml/2006/main"/>
          <a:ln xmlns:a="http://schemas.openxmlformats.org/drawingml/2006/main" w="11222">
            <a:solidFill>
              <a:srgbClr val="2C5EAA"/>
            </a:solidFill>
            <a:prstDash val="solid"/>
          </a:ln>
        </p:spPr>
      </p:sp>
      <p:sp>
        <p:nvSpPr>
          <p:cNvPr id="115" name="Editable chart path">
            <a:extLst xmlns:a="http://schemas.openxmlformats.org/drawingml/2006/main">
              <a:ext uri="{FF2B5EF4-FFF2-40B4-BE49-F238E27FC236}">
                <a16:creationId xmlns:a16="http://schemas.microsoft.com/office/drawing/2014/main" id="{158812F8-788F-4FA4-989E-04349BA03E31}"/>
              </a:ext>
            </a:extLst>
          </p:cNvPr>
          <p:cNvSpPr>
            <a:spLocks xmlns:a="http://schemas.openxmlformats.org/drawingml/2006/main" noGrp="1"/>
          </p:cNvSpPr>
          <p:nvPr/>
        </p:nvSpPr>
        <p:spPr>
          <a:xfrm xmlns:a="http://schemas.openxmlformats.org/drawingml/2006/main">
            <a:off x="7596345" y="4321088"/>
            <a:ext cx="151990" cy="95"/>
          </a:xfrm>
          <a:custGeom xmlns:a="http://schemas.openxmlformats.org/drawingml/2006/main">
            <a:pathLst>
              <a:path w="141901" h="95">
                <a:moveTo>
                  <a:pt x="0" y="0"/>
                </a:moveTo>
                <a:lnTo>
                  <a:pt x="141901" y="0"/>
                </a:lnTo>
              </a:path>
            </a:pathLst>
          </a:custGeom>
          <a:noFill xmlns:a="http://schemas.openxmlformats.org/drawingml/2006/main"/>
          <a:ln xmlns:a="http://schemas.openxmlformats.org/drawingml/2006/main" w="11222">
            <a:solidFill>
              <a:srgbClr val="2C5EAA"/>
            </a:solidFill>
            <a:prstDash val="solid"/>
          </a:ln>
        </p:spPr>
      </p:sp>
      <p:sp>
        <p:nvSpPr>
          <p:cNvPr id="116" name="Editable chart path">
            <a:extLst xmlns:a="http://schemas.openxmlformats.org/drawingml/2006/main">
              <a:ext uri="{FF2B5EF4-FFF2-40B4-BE49-F238E27FC236}">
                <a16:creationId xmlns:a16="http://schemas.microsoft.com/office/drawing/2014/main" id="{9436C242-28CE-4C41-BC93-09F26CF21E5F}"/>
              </a:ext>
            </a:extLst>
          </p:cNvPr>
          <p:cNvSpPr>
            <a:spLocks xmlns:a="http://schemas.openxmlformats.org/drawingml/2006/main" noGrp="1"/>
          </p:cNvSpPr>
          <p:nvPr/>
        </p:nvSpPr>
        <p:spPr>
          <a:xfrm xmlns:a="http://schemas.openxmlformats.org/drawingml/2006/main">
            <a:off x="7565617" y="4682324"/>
            <a:ext cx="162911" cy="95"/>
          </a:xfrm>
          <a:custGeom xmlns:a="http://schemas.openxmlformats.org/drawingml/2006/main">
            <a:pathLst>
              <a:path w="152097" h="95">
                <a:moveTo>
                  <a:pt x="0" y="0"/>
                </a:moveTo>
                <a:lnTo>
                  <a:pt x="152097" y="0"/>
                </a:lnTo>
              </a:path>
            </a:pathLst>
          </a:custGeom>
          <a:noFill xmlns:a="http://schemas.openxmlformats.org/drawingml/2006/main"/>
          <a:ln xmlns:a="http://schemas.openxmlformats.org/drawingml/2006/main" w="11222">
            <a:solidFill>
              <a:srgbClr val="2C5EAA"/>
            </a:solidFill>
            <a:prstDash val="solid"/>
          </a:ln>
        </p:spPr>
      </p:sp>
      <p:sp>
        <p:nvSpPr>
          <p:cNvPr id="117" name="Editable chart path">
            <a:extLst xmlns:a="http://schemas.openxmlformats.org/drawingml/2006/main">
              <a:ext uri="{FF2B5EF4-FFF2-40B4-BE49-F238E27FC236}">
                <a16:creationId xmlns:a16="http://schemas.microsoft.com/office/drawing/2014/main" id="{42B2D461-B8B9-4768-9855-4596E2B03710}"/>
              </a:ext>
            </a:extLst>
          </p:cNvPr>
          <p:cNvSpPr>
            <a:spLocks xmlns:a="http://schemas.openxmlformats.org/drawingml/2006/main" noGrp="1"/>
          </p:cNvSpPr>
          <p:nvPr/>
        </p:nvSpPr>
        <p:spPr>
          <a:xfrm xmlns:a="http://schemas.openxmlformats.org/drawingml/2006/main">
            <a:off x="7639240" y="2494503"/>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18" name="Editable chart path">
            <a:extLst xmlns:a="http://schemas.openxmlformats.org/drawingml/2006/main">
              <a:ext uri="{FF2B5EF4-FFF2-40B4-BE49-F238E27FC236}">
                <a16:creationId xmlns:a16="http://schemas.microsoft.com/office/drawing/2014/main" id="{B62AABCB-5E5F-4488-BF9A-5870F4054623}"/>
              </a:ext>
            </a:extLst>
          </p:cNvPr>
          <p:cNvSpPr>
            <a:spLocks xmlns:a="http://schemas.openxmlformats.org/drawingml/2006/main" noGrp="1"/>
          </p:cNvSpPr>
          <p:nvPr/>
        </p:nvSpPr>
        <p:spPr>
          <a:xfrm xmlns:a="http://schemas.openxmlformats.org/drawingml/2006/main">
            <a:off x="7608075" y="2855739"/>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19" name="Editable chart path">
            <a:extLst xmlns:a="http://schemas.openxmlformats.org/drawingml/2006/main">
              <a:ext uri="{FF2B5EF4-FFF2-40B4-BE49-F238E27FC236}">
                <a16:creationId xmlns:a16="http://schemas.microsoft.com/office/drawing/2014/main" id="{F6A59696-87B7-4BC3-9E55-59BC2050D0EF}"/>
              </a:ext>
            </a:extLst>
          </p:cNvPr>
          <p:cNvSpPr>
            <a:spLocks xmlns:a="http://schemas.openxmlformats.org/drawingml/2006/main" noGrp="1"/>
          </p:cNvSpPr>
          <p:nvPr/>
        </p:nvSpPr>
        <p:spPr>
          <a:xfrm xmlns:a="http://schemas.openxmlformats.org/drawingml/2006/main">
            <a:off x="7688132" y="3216975"/>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0" name="Editable chart path">
            <a:extLst xmlns:a="http://schemas.openxmlformats.org/drawingml/2006/main">
              <a:ext uri="{FF2B5EF4-FFF2-40B4-BE49-F238E27FC236}">
                <a16:creationId xmlns:a16="http://schemas.microsoft.com/office/drawing/2014/main" id="{7643B12C-B341-4261-BA7B-535E1309DBA9}"/>
              </a:ext>
            </a:extLst>
          </p:cNvPr>
          <p:cNvSpPr>
            <a:spLocks xmlns:a="http://schemas.openxmlformats.org/drawingml/2006/main" noGrp="1"/>
          </p:cNvSpPr>
          <p:nvPr/>
        </p:nvSpPr>
        <p:spPr>
          <a:xfrm xmlns:a="http://schemas.openxmlformats.org/drawingml/2006/main">
            <a:off x="7664540" y="3578211"/>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1" name="Editable chart path">
            <a:extLst xmlns:a="http://schemas.openxmlformats.org/drawingml/2006/main">
              <a:ext uri="{FF2B5EF4-FFF2-40B4-BE49-F238E27FC236}">
                <a16:creationId xmlns:a16="http://schemas.microsoft.com/office/drawing/2014/main" id="{6ADD05FE-24B7-4638-B0B2-22AA4F523E13}"/>
              </a:ext>
            </a:extLst>
          </p:cNvPr>
          <p:cNvSpPr>
            <a:spLocks xmlns:a="http://schemas.openxmlformats.org/drawingml/2006/main" noGrp="1"/>
          </p:cNvSpPr>
          <p:nvPr/>
        </p:nvSpPr>
        <p:spPr>
          <a:xfrm xmlns:a="http://schemas.openxmlformats.org/drawingml/2006/main">
            <a:off x="7586114" y="3939447"/>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2" name="Editable chart path">
            <a:extLst xmlns:a="http://schemas.openxmlformats.org/drawingml/2006/main">
              <a:ext uri="{FF2B5EF4-FFF2-40B4-BE49-F238E27FC236}">
                <a16:creationId xmlns:a16="http://schemas.microsoft.com/office/drawing/2014/main" id="{3E1BAA06-CA3F-4C88-AD73-2CD50D432376}"/>
              </a:ext>
            </a:extLst>
          </p:cNvPr>
          <p:cNvSpPr>
            <a:spLocks xmlns:a="http://schemas.openxmlformats.org/drawingml/2006/main" noGrp="1"/>
          </p:cNvSpPr>
          <p:nvPr/>
        </p:nvSpPr>
        <p:spPr>
          <a:xfrm xmlns:a="http://schemas.openxmlformats.org/drawingml/2006/main">
            <a:off x="7650276" y="4300683"/>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3" name="Editable chart path">
            <a:extLst xmlns:a="http://schemas.openxmlformats.org/drawingml/2006/main">
              <a:ext uri="{FF2B5EF4-FFF2-40B4-BE49-F238E27FC236}">
                <a16:creationId xmlns:a16="http://schemas.microsoft.com/office/drawing/2014/main" id="{48588531-27CB-4828-9FBC-86B7AD0E6AA5}"/>
              </a:ext>
            </a:extLst>
          </p:cNvPr>
          <p:cNvSpPr>
            <a:spLocks xmlns:a="http://schemas.openxmlformats.org/drawingml/2006/main" noGrp="1"/>
          </p:cNvSpPr>
          <p:nvPr/>
        </p:nvSpPr>
        <p:spPr>
          <a:xfrm xmlns:a="http://schemas.openxmlformats.org/drawingml/2006/main">
            <a:off x="7622078" y="4661919"/>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24" name="Editable chart path">
            <a:extLst xmlns:a="http://schemas.openxmlformats.org/drawingml/2006/main">
              <a:ext uri="{FF2B5EF4-FFF2-40B4-BE49-F238E27FC236}">
                <a16:creationId xmlns:a16="http://schemas.microsoft.com/office/drawing/2014/main" id="{324EC896-9F91-4041-AECF-AD578DD3CE22}"/>
              </a:ext>
            </a:extLst>
          </p:cNvPr>
          <p:cNvSpPr>
            <a:spLocks xmlns:a="http://schemas.openxmlformats.org/drawingml/2006/main" noGrp="1"/>
          </p:cNvSpPr>
          <p:nvPr/>
        </p:nvSpPr>
        <p:spPr>
          <a:xfrm xmlns:a="http://schemas.openxmlformats.org/drawingml/2006/main">
            <a:off x="7874895" y="2608829"/>
            <a:ext cx="1202947" cy="95"/>
          </a:xfrm>
          <a:custGeom xmlns:a="http://schemas.openxmlformats.org/drawingml/2006/main">
            <a:pathLst>
              <a:path w="1123097" h="95">
                <a:moveTo>
                  <a:pt x="0" y="0"/>
                </a:moveTo>
                <a:lnTo>
                  <a:pt x="1123097" y="0"/>
                </a:lnTo>
              </a:path>
            </a:pathLst>
          </a:custGeom>
          <a:noFill xmlns:a="http://schemas.openxmlformats.org/drawingml/2006/main"/>
          <a:ln xmlns:a="http://schemas.openxmlformats.org/drawingml/2006/main" w="11222">
            <a:solidFill>
              <a:srgbClr val="C0453C"/>
            </a:solidFill>
            <a:prstDash val="solid"/>
          </a:ln>
        </p:spPr>
      </p:sp>
      <p:sp>
        <p:nvSpPr>
          <p:cNvPr id="125" name="Editable chart path">
            <a:extLst xmlns:a="http://schemas.openxmlformats.org/drawingml/2006/main">
              <a:ext uri="{FF2B5EF4-FFF2-40B4-BE49-F238E27FC236}">
                <a16:creationId xmlns:a16="http://schemas.microsoft.com/office/drawing/2014/main" id="{634683F4-B428-43B1-B4D8-AE2D84B3383F}"/>
              </a:ext>
            </a:extLst>
          </p:cNvPr>
          <p:cNvSpPr>
            <a:spLocks xmlns:a="http://schemas.openxmlformats.org/drawingml/2006/main" noGrp="1"/>
          </p:cNvSpPr>
          <p:nvPr/>
        </p:nvSpPr>
        <p:spPr>
          <a:xfrm xmlns:a="http://schemas.openxmlformats.org/drawingml/2006/main">
            <a:off x="7635360" y="3331301"/>
            <a:ext cx="225373" cy="95"/>
          </a:xfrm>
          <a:custGeom xmlns:a="http://schemas.openxmlformats.org/drawingml/2006/main">
            <a:pathLst>
              <a:path w="210413" h="95">
                <a:moveTo>
                  <a:pt x="0" y="0"/>
                </a:moveTo>
                <a:lnTo>
                  <a:pt x="210413" y="0"/>
                </a:lnTo>
              </a:path>
            </a:pathLst>
          </a:custGeom>
          <a:noFill xmlns:a="http://schemas.openxmlformats.org/drawingml/2006/main"/>
          <a:ln xmlns:a="http://schemas.openxmlformats.org/drawingml/2006/main" w="11222">
            <a:solidFill>
              <a:srgbClr val="C0453C"/>
            </a:solidFill>
            <a:prstDash val="solid"/>
          </a:ln>
        </p:spPr>
      </p:sp>
      <p:sp>
        <p:nvSpPr>
          <p:cNvPr id="126" name="Editable chart path">
            <a:extLst xmlns:a="http://schemas.openxmlformats.org/drawingml/2006/main">
              <a:ext uri="{FF2B5EF4-FFF2-40B4-BE49-F238E27FC236}">
                <a16:creationId xmlns:a16="http://schemas.microsoft.com/office/drawing/2014/main" id="{D7606047-8522-4CF9-A654-9B7EA48B1F7E}"/>
              </a:ext>
            </a:extLst>
          </p:cNvPr>
          <p:cNvSpPr>
            <a:spLocks xmlns:a="http://schemas.openxmlformats.org/drawingml/2006/main" noGrp="1"/>
          </p:cNvSpPr>
          <p:nvPr/>
        </p:nvSpPr>
        <p:spPr>
          <a:xfrm xmlns:a="http://schemas.openxmlformats.org/drawingml/2006/main">
            <a:off x="7651842" y="3692537"/>
            <a:ext cx="3021641" cy="95"/>
          </a:xfrm>
          <a:custGeom xmlns:a="http://schemas.openxmlformats.org/drawingml/2006/main">
            <a:pathLst>
              <a:path w="2821069" h="95">
                <a:moveTo>
                  <a:pt x="0" y="0"/>
                </a:moveTo>
                <a:lnTo>
                  <a:pt x="2821069" y="0"/>
                </a:lnTo>
              </a:path>
            </a:pathLst>
          </a:custGeom>
          <a:noFill xmlns:a="http://schemas.openxmlformats.org/drawingml/2006/main"/>
          <a:ln xmlns:a="http://schemas.openxmlformats.org/drawingml/2006/main" w="11222">
            <a:solidFill>
              <a:srgbClr val="C0453C"/>
            </a:solidFill>
            <a:prstDash val="solid"/>
          </a:ln>
        </p:spPr>
      </p:sp>
      <p:sp>
        <p:nvSpPr>
          <p:cNvPr id="127" name="Editable chart path">
            <a:extLst xmlns:a="http://schemas.openxmlformats.org/drawingml/2006/main">
              <a:ext uri="{FF2B5EF4-FFF2-40B4-BE49-F238E27FC236}">
                <a16:creationId xmlns:a16="http://schemas.microsoft.com/office/drawing/2014/main" id="{433D8437-142D-4F34-962C-4A861B4C282F}"/>
              </a:ext>
            </a:extLst>
          </p:cNvPr>
          <p:cNvSpPr>
            <a:spLocks xmlns:a="http://schemas.openxmlformats.org/drawingml/2006/main" noGrp="1"/>
          </p:cNvSpPr>
          <p:nvPr/>
        </p:nvSpPr>
        <p:spPr>
          <a:xfrm xmlns:a="http://schemas.openxmlformats.org/drawingml/2006/main">
            <a:off x="8784957" y="4053773"/>
            <a:ext cx="578637" cy="95"/>
          </a:xfrm>
          <a:custGeom xmlns:a="http://schemas.openxmlformats.org/drawingml/2006/main">
            <a:pathLst>
              <a:path w="540228" h="95">
                <a:moveTo>
                  <a:pt x="0" y="0"/>
                </a:moveTo>
                <a:lnTo>
                  <a:pt x="540228" y="0"/>
                </a:lnTo>
              </a:path>
            </a:pathLst>
          </a:custGeom>
          <a:noFill xmlns:a="http://schemas.openxmlformats.org/drawingml/2006/main"/>
          <a:ln xmlns:a="http://schemas.openxmlformats.org/drawingml/2006/main" w="11222">
            <a:solidFill>
              <a:srgbClr val="C0453C"/>
            </a:solidFill>
            <a:prstDash val="solid"/>
          </a:ln>
        </p:spPr>
      </p:sp>
      <p:sp>
        <p:nvSpPr>
          <p:cNvPr id="128" name="Editable chart path">
            <a:extLst xmlns:a="http://schemas.openxmlformats.org/drawingml/2006/main">
              <a:ext uri="{FF2B5EF4-FFF2-40B4-BE49-F238E27FC236}">
                <a16:creationId xmlns:a16="http://schemas.microsoft.com/office/drawing/2014/main" id="{64C76F45-152A-4A4C-82DE-A1A7EAEE0EF1}"/>
              </a:ext>
            </a:extLst>
          </p:cNvPr>
          <p:cNvSpPr>
            <a:spLocks xmlns:a="http://schemas.openxmlformats.org/drawingml/2006/main" noGrp="1"/>
          </p:cNvSpPr>
          <p:nvPr/>
        </p:nvSpPr>
        <p:spPr>
          <a:xfrm xmlns:a="http://schemas.openxmlformats.org/drawingml/2006/main">
            <a:off x="7651842" y="4415009"/>
            <a:ext cx="906492" cy="95"/>
          </a:xfrm>
          <a:custGeom xmlns:a="http://schemas.openxmlformats.org/drawingml/2006/main">
            <a:pathLst>
              <a:path w="846321" h="95">
                <a:moveTo>
                  <a:pt x="0" y="0"/>
                </a:moveTo>
                <a:lnTo>
                  <a:pt x="846321" y="0"/>
                </a:lnTo>
              </a:path>
            </a:pathLst>
          </a:custGeom>
          <a:noFill xmlns:a="http://schemas.openxmlformats.org/drawingml/2006/main"/>
          <a:ln xmlns:a="http://schemas.openxmlformats.org/drawingml/2006/main" w="11222">
            <a:solidFill>
              <a:srgbClr val="C0453C"/>
            </a:solidFill>
            <a:prstDash val="solid"/>
          </a:ln>
        </p:spPr>
      </p:sp>
      <p:sp>
        <p:nvSpPr>
          <p:cNvPr id="129" name="Editable chart path">
            <a:extLst xmlns:a="http://schemas.openxmlformats.org/drawingml/2006/main">
              <a:ext uri="{FF2B5EF4-FFF2-40B4-BE49-F238E27FC236}">
                <a16:creationId xmlns:a16="http://schemas.microsoft.com/office/drawing/2014/main" id="{32230951-3EB8-4C21-9202-02E49173E835}"/>
              </a:ext>
            </a:extLst>
          </p:cNvPr>
          <p:cNvSpPr>
            <a:spLocks xmlns:a="http://schemas.openxmlformats.org/drawingml/2006/main" noGrp="1"/>
          </p:cNvSpPr>
          <p:nvPr/>
        </p:nvSpPr>
        <p:spPr>
          <a:xfrm xmlns:a="http://schemas.openxmlformats.org/drawingml/2006/main">
            <a:off x="6745350" y="4776245"/>
            <a:ext cx="3323805" cy="95"/>
          </a:xfrm>
          <a:custGeom xmlns:a="http://schemas.openxmlformats.org/drawingml/2006/main">
            <a:pathLst>
              <a:path w="3103176" h="95">
                <a:moveTo>
                  <a:pt x="0" y="0"/>
                </a:moveTo>
                <a:lnTo>
                  <a:pt x="3103176" y="0"/>
                </a:lnTo>
              </a:path>
            </a:pathLst>
          </a:custGeom>
          <a:noFill xmlns:a="http://schemas.openxmlformats.org/drawingml/2006/main"/>
          <a:ln xmlns:a="http://schemas.openxmlformats.org/drawingml/2006/main" w="11222">
            <a:solidFill>
              <a:srgbClr val="C0453C"/>
            </a:solidFill>
            <a:prstDash val="solid"/>
          </a:ln>
        </p:spPr>
      </p:sp>
      <p:sp>
        <p:nvSpPr>
          <p:cNvPr id="130" name="Editable chart path">
            <a:extLst xmlns:a="http://schemas.openxmlformats.org/drawingml/2006/main">
              <a:ext uri="{FF2B5EF4-FFF2-40B4-BE49-F238E27FC236}">
                <a16:creationId xmlns:a16="http://schemas.microsoft.com/office/drawing/2014/main" id="{29960D00-F2A2-4D7D-9FDB-4301A84A2FCE}"/>
              </a:ext>
            </a:extLst>
          </p:cNvPr>
          <p:cNvSpPr>
            <a:spLocks xmlns:a="http://schemas.openxmlformats.org/drawingml/2006/main" noGrp="1"/>
          </p:cNvSpPr>
          <p:nvPr/>
        </p:nvSpPr>
        <p:spPr>
          <a:xfrm xmlns:a="http://schemas.openxmlformats.org/drawingml/2006/main">
            <a:off x="8062289" y="2588424"/>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1" name="Editable chart path">
            <a:extLst xmlns:a="http://schemas.openxmlformats.org/drawingml/2006/main">
              <a:ext uri="{FF2B5EF4-FFF2-40B4-BE49-F238E27FC236}">
                <a16:creationId xmlns:a16="http://schemas.microsoft.com/office/drawing/2014/main" id="{5D842161-E92E-47AC-BF73-F5E30994DABB}"/>
              </a:ext>
            </a:extLst>
          </p:cNvPr>
          <p:cNvSpPr>
            <a:spLocks xmlns:a="http://schemas.openxmlformats.org/drawingml/2006/main" noGrp="1"/>
          </p:cNvSpPr>
          <p:nvPr/>
        </p:nvSpPr>
        <p:spPr>
          <a:xfrm xmlns:a="http://schemas.openxmlformats.org/drawingml/2006/main">
            <a:off x="7631438" y="2949660"/>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2" name="Editable chart path">
            <a:extLst xmlns:a="http://schemas.openxmlformats.org/drawingml/2006/main">
              <a:ext uri="{FF2B5EF4-FFF2-40B4-BE49-F238E27FC236}">
                <a16:creationId xmlns:a16="http://schemas.microsoft.com/office/drawing/2014/main" id="{ADBE53F9-1ED7-4D50-9649-6A19D67CF2B3}"/>
              </a:ext>
            </a:extLst>
          </p:cNvPr>
          <p:cNvSpPr>
            <a:spLocks xmlns:a="http://schemas.openxmlformats.org/drawingml/2006/main" noGrp="1"/>
          </p:cNvSpPr>
          <p:nvPr/>
        </p:nvSpPr>
        <p:spPr>
          <a:xfrm xmlns:a="http://schemas.openxmlformats.org/drawingml/2006/main">
            <a:off x="7748346" y="3310896"/>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3" name="Editable chart path">
            <a:extLst xmlns:a="http://schemas.openxmlformats.org/drawingml/2006/main">
              <a:ext uri="{FF2B5EF4-FFF2-40B4-BE49-F238E27FC236}">
                <a16:creationId xmlns:a16="http://schemas.microsoft.com/office/drawing/2014/main" id="{CD62B291-6365-460F-BFA6-1B988E2FB349}"/>
              </a:ext>
            </a:extLst>
          </p:cNvPr>
          <p:cNvSpPr>
            <a:spLocks xmlns:a="http://schemas.openxmlformats.org/drawingml/2006/main" noGrp="1"/>
          </p:cNvSpPr>
          <p:nvPr/>
        </p:nvSpPr>
        <p:spPr>
          <a:xfrm xmlns:a="http://schemas.openxmlformats.org/drawingml/2006/main">
            <a:off x="8243614" y="3672132"/>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4" name="Editable chart path">
            <a:extLst xmlns:a="http://schemas.openxmlformats.org/drawingml/2006/main">
              <a:ext uri="{FF2B5EF4-FFF2-40B4-BE49-F238E27FC236}">
                <a16:creationId xmlns:a16="http://schemas.microsoft.com/office/drawing/2014/main" id="{6EDDF589-2545-409D-916D-C9FBC66D2C98}"/>
              </a:ext>
            </a:extLst>
          </p:cNvPr>
          <p:cNvSpPr>
            <a:spLocks xmlns:a="http://schemas.openxmlformats.org/drawingml/2006/main" noGrp="1"/>
          </p:cNvSpPr>
          <p:nvPr/>
        </p:nvSpPr>
        <p:spPr>
          <a:xfrm xmlns:a="http://schemas.openxmlformats.org/drawingml/2006/main">
            <a:off x="9270729" y="4033368"/>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5" name="Editable chart path">
            <a:extLst xmlns:a="http://schemas.openxmlformats.org/drawingml/2006/main">
              <a:ext uri="{FF2B5EF4-FFF2-40B4-BE49-F238E27FC236}">
                <a16:creationId xmlns:a16="http://schemas.microsoft.com/office/drawing/2014/main" id="{25AA6C68-6074-4414-9324-84316F9984CA}"/>
              </a:ext>
            </a:extLst>
          </p:cNvPr>
          <p:cNvSpPr>
            <a:spLocks xmlns:a="http://schemas.openxmlformats.org/drawingml/2006/main" noGrp="1"/>
          </p:cNvSpPr>
          <p:nvPr/>
        </p:nvSpPr>
        <p:spPr>
          <a:xfrm xmlns:a="http://schemas.openxmlformats.org/drawingml/2006/main">
            <a:off x="7810498" y="4394604"/>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6" name="Editable chart path">
            <a:extLst xmlns:a="http://schemas.openxmlformats.org/drawingml/2006/main">
              <a:ext uri="{FF2B5EF4-FFF2-40B4-BE49-F238E27FC236}">
                <a16:creationId xmlns:a16="http://schemas.microsoft.com/office/drawing/2014/main" id="{D91D6FBD-2D04-43B1-8A4A-1A31B99AF64B}"/>
              </a:ext>
            </a:extLst>
          </p:cNvPr>
          <p:cNvSpPr>
            <a:spLocks xmlns:a="http://schemas.openxmlformats.org/drawingml/2006/main" noGrp="1"/>
          </p:cNvSpPr>
          <p:nvPr/>
        </p:nvSpPr>
        <p:spPr>
          <a:xfrm xmlns:a="http://schemas.openxmlformats.org/drawingml/2006/main">
            <a:off x="9279605" y="4755841"/>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37" name="Editable chart path">
            <a:extLst xmlns:a="http://schemas.openxmlformats.org/drawingml/2006/main">
              <a:ext uri="{FF2B5EF4-FFF2-40B4-BE49-F238E27FC236}">
                <a16:creationId xmlns:a16="http://schemas.microsoft.com/office/drawing/2014/main" id="{397DE891-0DF6-4830-8484-6A4A833E809B}"/>
              </a:ext>
            </a:extLst>
          </p:cNvPr>
          <p:cNvSpPr>
            <a:spLocks xmlns:a="http://schemas.openxmlformats.org/drawingml/2006/main" noGrp="1"/>
          </p:cNvSpPr>
          <p:nvPr/>
        </p:nvSpPr>
        <p:spPr>
          <a:xfrm xmlns:a="http://schemas.openxmlformats.org/drawingml/2006/main">
            <a:off x="7651842"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8162">
            <a:solidFill>
              <a:srgbClr val="5A6683"/>
            </a:solidFill>
            <a:prstDash val="solid"/>
          </a:ln>
        </p:spPr>
      </p:sp>
      <p:sp>
        <p:nvSpPr>
          <p:cNvPr id="138" name="Editable chart path">
            <a:extLst xmlns:a="http://schemas.openxmlformats.org/drawingml/2006/main">
              <a:ext uri="{FF2B5EF4-FFF2-40B4-BE49-F238E27FC236}">
                <a16:creationId xmlns:a16="http://schemas.microsoft.com/office/drawing/2014/main" id="{321A3C29-3A40-4FBD-8715-75E1398026AA}"/>
              </a:ext>
            </a:extLst>
          </p:cNvPr>
          <p:cNvSpPr>
            <a:spLocks xmlns:a="http://schemas.openxmlformats.org/drawingml/2006/main" noGrp="1"/>
          </p:cNvSpPr>
          <p:nvPr/>
        </p:nvSpPr>
        <p:spPr>
          <a:xfrm xmlns:a="http://schemas.openxmlformats.org/drawingml/2006/main">
            <a:off x="8014439"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142">
            <a:solidFill>
              <a:srgbClr val="5A6683"/>
            </a:solidFill>
            <a:prstDash val="dash"/>
          </a:ln>
        </p:spPr>
      </p:sp>
      <p:sp>
        <p:nvSpPr>
          <p:cNvPr id="139" name="Editable chart path">
            <a:extLst xmlns:a="http://schemas.openxmlformats.org/drawingml/2006/main">
              <a:ext uri="{FF2B5EF4-FFF2-40B4-BE49-F238E27FC236}">
                <a16:creationId xmlns:a16="http://schemas.microsoft.com/office/drawing/2014/main" id="{46803617-9608-4A00-87B5-067FB000F459}"/>
              </a:ext>
            </a:extLst>
          </p:cNvPr>
          <p:cNvSpPr>
            <a:spLocks xmlns:a="http://schemas.openxmlformats.org/drawingml/2006/main" noGrp="1"/>
          </p:cNvSpPr>
          <p:nvPr/>
        </p:nvSpPr>
        <p:spPr>
          <a:xfrm xmlns:a="http://schemas.openxmlformats.org/drawingml/2006/main">
            <a:off x="6548943"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8162">
            <a:solidFill>
              <a:srgbClr val="5A6683"/>
            </a:solidFill>
            <a:prstDash val="solid"/>
          </a:ln>
        </p:spPr>
      </p:sp>
      <p:sp>
        <p:nvSpPr>
          <p:cNvPr id="140" name="Editable chart path">
            <a:extLst xmlns:a="http://schemas.openxmlformats.org/drawingml/2006/main">
              <a:ext uri="{FF2B5EF4-FFF2-40B4-BE49-F238E27FC236}">
                <a16:creationId xmlns:a16="http://schemas.microsoft.com/office/drawing/2014/main" id="{16E385D3-44F7-47D7-BB68-35DAF3348B0B}"/>
              </a:ext>
            </a:extLst>
          </p:cNvPr>
          <p:cNvSpPr>
            <a:spLocks xmlns:a="http://schemas.openxmlformats.org/drawingml/2006/main" noGrp="1"/>
          </p:cNvSpPr>
          <p:nvPr/>
        </p:nvSpPr>
        <p:spPr>
          <a:xfrm xmlns:a="http://schemas.openxmlformats.org/drawingml/2006/main">
            <a:off x="6548943" y="4909902"/>
            <a:ext cx="4320946" cy="95"/>
          </a:xfrm>
          <a:custGeom xmlns:a="http://schemas.openxmlformats.org/drawingml/2006/main">
            <a:pathLst>
              <a:path w="4034129" h="95">
                <a:moveTo>
                  <a:pt x="0" y="0"/>
                </a:moveTo>
                <a:lnTo>
                  <a:pt x="4034129" y="0"/>
                </a:lnTo>
              </a:path>
            </a:pathLst>
          </a:custGeom>
          <a:noFill xmlns:a="http://schemas.openxmlformats.org/drawingml/2006/main"/>
          <a:ln xmlns:a="http://schemas.openxmlformats.org/drawingml/2006/main" w="8162">
            <a:solidFill>
              <a:srgbClr val="5A6683"/>
            </a:solidFill>
            <a:prstDash val="solid"/>
          </a:ln>
        </p:spPr>
      </p:sp>
      <p:sp>
        <p:nvSpPr>
          <p:cNvPr id="141" name="">
            <a:extLst xmlns:a="http://schemas.openxmlformats.org/drawingml/2006/main">
              <a:ext uri="{FF2B5EF4-FFF2-40B4-BE49-F238E27FC236}">
                <a16:creationId xmlns:a16="http://schemas.microsoft.com/office/drawing/2014/main" id="{18BEA760-F42E-42A1-A51E-C71B7288E8B0}"/>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42" name="">
            <a:extLst xmlns:a="http://schemas.openxmlformats.org/drawingml/2006/main">
              <a:ext uri="{FF2B5EF4-FFF2-40B4-BE49-F238E27FC236}">
                <a16:creationId xmlns:a16="http://schemas.microsoft.com/office/drawing/2014/main" id="{19D7F56F-5776-4A72-BF13-3625D4F6EF68}"/>
              </a:ext>
            </a:extLst>
          </p:cNvPr>
          <p:cNvSpPr>
            <a:spLocks xmlns:a="http://schemas.openxmlformats.org/drawingml/2006/main" noGrp="1"/>
          </p:cNvSpPr>
          <p:nvPr/>
        </p:nvSpPr>
        <p:spPr>
          <a:xfrm xmlns:a="http://schemas.openxmlformats.org/drawingml/2006/main">
            <a:off x="6562725" y="5334000"/>
            <a:ext cx="6213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times</a:t>
            </a:r>
          </a:p>
        </p:txBody>
      </p:sp>
      <p:sp>
        <p:nvSpPr>
          <p:cNvPr id="143" name="">
            <a:extLst xmlns:a="http://schemas.openxmlformats.org/drawingml/2006/main">
              <a:ext uri="{FF2B5EF4-FFF2-40B4-BE49-F238E27FC236}">
                <a16:creationId xmlns:a16="http://schemas.microsoft.com/office/drawing/2014/main" id="{DD8D3250-6D2E-4F2E-9868-93227A24285B}"/>
              </a:ext>
            </a:extLst>
          </p:cNvPr>
          <p:cNvSpPr>
            <a:spLocks xmlns:a="http://schemas.openxmlformats.org/drawingml/2006/main" noGrp="1"/>
          </p:cNvSpPr>
          <p:nvPr/>
        </p:nvSpPr>
        <p:spPr>
          <a:xfrm xmlns:a="http://schemas.openxmlformats.org/drawingml/2006/main">
            <a:off x="7393591"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44" name="">
            <a:extLst xmlns:a="http://schemas.openxmlformats.org/drawingml/2006/main">
              <a:ext uri="{FF2B5EF4-FFF2-40B4-BE49-F238E27FC236}">
                <a16:creationId xmlns:a16="http://schemas.microsoft.com/office/drawing/2014/main" id="{43831BD9-B8E6-434F-8335-795102BB54ED}"/>
              </a:ext>
            </a:extLst>
          </p:cNvPr>
          <p:cNvSpPr>
            <a:spLocks xmlns:a="http://schemas.openxmlformats.org/drawingml/2006/main" noGrp="1"/>
          </p:cNvSpPr>
          <p:nvPr/>
        </p:nvSpPr>
        <p:spPr>
          <a:xfrm xmlns:a="http://schemas.openxmlformats.org/drawingml/2006/main">
            <a:off x="7622191" y="5334000"/>
            <a:ext cx="110851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Storm windows</a:t>
            </a:r>
          </a:p>
        </p:txBody>
      </p:sp>
    </p:spTree>
    <p:extLst>
      <p:ext uri="{BB962C8B-B14F-4D97-AF65-F5344CB8AC3E}">
        <p14:creationId xmlns:p14="http://schemas.microsoft.com/office/powerpoint/2010/main" val="597896415"/>
      </p:ext>
    </p:extLst>
  </p:cSld>
</p:sld>
</file>

<file path=ppt/slides/slide73.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BACKWARD HOLDOUT ON 2019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Forty-nine onsets. The primary 60-minute PR-AUC gain is positive but below +0.02.</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73</a:t>
            </a:r>
            <a:endParaRPr sz="1200"/>
          </a:p>
        </p:txBody>
      </p:sp>
      <p:sp>
        <p:nvSpPr>
          <p:cNvPr id="14" name="">
            <a:extLst xmlns:a="http://schemas.openxmlformats.org/drawingml/2006/main">
              <a:ext uri="{FF2B5EF4-FFF2-40B4-BE49-F238E27FC236}">
                <a16:creationId xmlns:a16="http://schemas.microsoft.com/office/drawing/2014/main" id="{BD5A8F4B-C4DD-41B7-9C39-07F7A420A0DC}"/>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0B5D0578-3FCE-49B6-AC28-FC4C9051FA4B}"/>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30 min: log-relative vacant count</a:t>
            </a:r>
          </a:p>
        </p:txBody>
      </p:sp>
      <p:sp>
        <p:nvSpPr>
          <p:cNvPr id="16" name="Editable chart path">
            <a:extLst xmlns:a="http://schemas.openxmlformats.org/drawingml/2006/main">
              <a:ext uri="{FF2B5EF4-FFF2-40B4-BE49-F238E27FC236}">
                <a16:creationId xmlns:a16="http://schemas.microsoft.com/office/drawing/2014/main" id="{3B968714-3305-4F5D-ACE9-62114CAC6149}"/>
              </a:ext>
            </a:extLst>
          </p:cNvPr>
          <p:cNvSpPr>
            <a:spLocks xmlns:a="http://schemas.openxmlformats.org/drawingml/2006/main" noGrp="1"/>
          </p:cNvSpPr>
          <p:nvPr/>
        </p:nvSpPr>
        <p:spPr>
          <a:xfrm xmlns:a="http://schemas.openxmlformats.org/drawingml/2006/main">
            <a:off x="1983269" y="4850778"/>
            <a:ext cx="95" cy="3380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17" name="">
            <a:extLst xmlns:a="http://schemas.openxmlformats.org/drawingml/2006/main">
              <a:ext uri="{FF2B5EF4-FFF2-40B4-BE49-F238E27FC236}">
                <a16:creationId xmlns:a16="http://schemas.microsoft.com/office/drawing/2014/main" id="{BFE7B215-1358-4B98-BDB2-FA61E268F07B}"/>
              </a:ext>
            </a:extLst>
          </p:cNvPr>
          <p:cNvSpPr>
            <a:spLocks xmlns:a="http://schemas.openxmlformats.org/drawingml/2006/main" noGrp="1"/>
          </p:cNvSpPr>
          <p:nvPr/>
        </p:nvSpPr>
        <p:spPr>
          <a:xfrm xmlns:a="http://schemas.openxmlformats.org/drawingml/2006/main" rot="0">
            <a:off x="1911378" y="4854435"/>
            <a:ext cx="1263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18" name="Editable chart path">
            <a:extLst xmlns:a="http://schemas.openxmlformats.org/drawingml/2006/main">
              <a:ext uri="{FF2B5EF4-FFF2-40B4-BE49-F238E27FC236}">
                <a16:creationId xmlns:a16="http://schemas.microsoft.com/office/drawing/2014/main" id="{DA6B429B-9752-437F-A9F4-270BE1928E76}"/>
              </a:ext>
            </a:extLst>
          </p:cNvPr>
          <p:cNvSpPr>
            <a:spLocks xmlns:a="http://schemas.openxmlformats.org/drawingml/2006/main" noGrp="1"/>
          </p:cNvSpPr>
          <p:nvPr/>
        </p:nvSpPr>
        <p:spPr>
          <a:xfrm xmlns:a="http://schemas.openxmlformats.org/drawingml/2006/main">
            <a:off x="2446213" y="4850778"/>
            <a:ext cx="95" cy="3380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19" name="">
            <a:extLst xmlns:a="http://schemas.openxmlformats.org/drawingml/2006/main">
              <a:ext uri="{FF2B5EF4-FFF2-40B4-BE49-F238E27FC236}">
                <a16:creationId xmlns:a16="http://schemas.microsoft.com/office/drawing/2014/main" id="{7C3F75A0-4C75-4926-8B72-FBB3733476C9}"/>
              </a:ext>
            </a:extLst>
          </p:cNvPr>
          <p:cNvSpPr>
            <a:spLocks xmlns:a="http://schemas.openxmlformats.org/drawingml/2006/main" noGrp="1"/>
          </p:cNvSpPr>
          <p:nvPr/>
        </p:nvSpPr>
        <p:spPr>
          <a:xfrm xmlns:a="http://schemas.openxmlformats.org/drawingml/2006/main" rot="0">
            <a:off x="2398197" y="4854435"/>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8068411A-F04E-4791-B4D9-38A47B357A16}"/>
              </a:ext>
            </a:extLst>
          </p:cNvPr>
          <p:cNvSpPr>
            <a:spLocks xmlns:a="http://schemas.openxmlformats.org/drawingml/2006/main" noGrp="1"/>
          </p:cNvSpPr>
          <p:nvPr/>
        </p:nvSpPr>
        <p:spPr>
          <a:xfrm xmlns:a="http://schemas.openxmlformats.org/drawingml/2006/main">
            <a:off x="2909158" y="4850778"/>
            <a:ext cx="95" cy="3380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21" name="">
            <a:extLst xmlns:a="http://schemas.openxmlformats.org/drawingml/2006/main">
              <a:ext uri="{FF2B5EF4-FFF2-40B4-BE49-F238E27FC236}">
                <a16:creationId xmlns:a16="http://schemas.microsoft.com/office/drawing/2014/main" id="{9D350ECB-E3F8-4813-B852-ED16B256441D}"/>
              </a:ext>
            </a:extLst>
          </p:cNvPr>
          <p:cNvSpPr>
            <a:spLocks xmlns:a="http://schemas.openxmlformats.org/drawingml/2006/main" noGrp="1"/>
          </p:cNvSpPr>
          <p:nvPr/>
        </p:nvSpPr>
        <p:spPr>
          <a:xfrm xmlns:a="http://schemas.openxmlformats.org/drawingml/2006/main" rot="0">
            <a:off x="2875747" y="4854435"/>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22" name="Editable chart path">
            <a:extLst xmlns:a="http://schemas.openxmlformats.org/drawingml/2006/main">
              <a:ext uri="{FF2B5EF4-FFF2-40B4-BE49-F238E27FC236}">
                <a16:creationId xmlns:a16="http://schemas.microsoft.com/office/drawing/2014/main" id="{EF8FA416-C4F7-44F1-8282-82F27E503B84}"/>
              </a:ext>
            </a:extLst>
          </p:cNvPr>
          <p:cNvSpPr>
            <a:spLocks xmlns:a="http://schemas.openxmlformats.org/drawingml/2006/main" noGrp="1"/>
          </p:cNvSpPr>
          <p:nvPr/>
        </p:nvSpPr>
        <p:spPr>
          <a:xfrm xmlns:a="http://schemas.openxmlformats.org/drawingml/2006/main">
            <a:off x="3372102" y="4850778"/>
            <a:ext cx="95" cy="3380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23" name="">
            <a:extLst xmlns:a="http://schemas.openxmlformats.org/drawingml/2006/main">
              <a:ext uri="{FF2B5EF4-FFF2-40B4-BE49-F238E27FC236}">
                <a16:creationId xmlns:a16="http://schemas.microsoft.com/office/drawing/2014/main" id="{F8C7D414-864D-4820-A3A4-9256010904AB}"/>
              </a:ext>
            </a:extLst>
          </p:cNvPr>
          <p:cNvSpPr>
            <a:spLocks xmlns:a="http://schemas.openxmlformats.org/drawingml/2006/main" noGrp="1"/>
          </p:cNvSpPr>
          <p:nvPr/>
        </p:nvSpPr>
        <p:spPr>
          <a:xfrm xmlns:a="http://schemas.openxmlformats.org/drawingml/2006/main" rot="0">
            <a:off x="3326883" y="4854435"/>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24" name="Editable chart path">
            <a:extLst xmlns:a="http://schemas.openxmlformats.org/drawingml/2006/main">
              <a:ext uri="{FF2B5EF4-FFF2-40B4-BE49-F238E27FC236}">
                <a16:creationId xmlns:a16="http://schemas.microsoft.com/office/drawing/2014/main" id="{9466DA89-9A83-4D76-ACBE-2933A373B387}"/>
              </a:ext>
            </a:extLst>
          </p:cNvPr>
          <p:cNvSpPr>
            <a:spLocks xmlns:a="http://schemas.openxmlformats.org/drawingml/2006/main" noGrp="1"/>
          </p:cNvSpPr>
          <p:nvPr/>
        </p:nvSpPr>
        <p:spPr>
          <a:xfrm xmlns:a="http://schemas.openxmlformats.org/drawingml/2006/main">
            <a:off x="3835046" y="4850778"/>
            <a:ext cx="95" cy="3380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25" name="">
            <a:extLst xmlns:a="http://schemas.openxmlformats.org/drawingml/2006/main">
              <a:ext uri="{FF2B5EF4-FFF2-40B4-BE49-F238E27FC236}">
                <a16:creationId xmlns:a16="http://schemas.microsoft.com/office/drawing/2014/main" id="{C906312B-C1DB-437A-AEB0-6FB6F39E24E8}"/>
              </a:ext>
            </a:extLst>
          </p:cNvPr>
          <p:cNvSpPr>
            <a:spLocks xmlns:a="http://schemas.openxmlformats.org/drawingml/2006/main" noGrp="1"/>
          </p:cNvSpPr>
          <p:nvPr/>
        </p:nvSpPr>
        <p:spPr>
          <a:xfrm xmlns:a="http://schemas.openxmlformats.org/drawingml/2006/main" rot="0">
            <a:off x="3789568" y="4854435"/>
            <a:ext cx="8696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a:t>
            </a:r>
          </a:p>
        </p:txBody>
      </p:sp>
      <p:sp>
        <p:nvSpPr>
          <p:cNvPr id="26" name="Editable chart path">
            <a:extLst xmlns:a="http://schemas.openxmlformats.org/drawingml/2006/main">
              <a:ext uri="{FF2B5EF4-FFF2-40B4-BE49-F238E27FC236}">
                <a16:creationId xmlns:a16="http://schemas.microsoft.com/office/drawing/2014/main" id="{F6F0A441-3FD1-4F03-9DE9-70B3E8A1A220}"/>
              </a:ext>
            </a:extLst>
          </p:cNvPr>
          <p:cNvSpPr>
            <a:spLocks xmlns:a="http://schemas.openxmlformats.org/drawingml/2006/main" noGrp="1"/>
          </p:cNvSpPr>
          <p:nvPr/>
        </p:nvSpPr>
        <p:spPr>
          <a:xfrm xmlns:a="http://schemas.openxmlformats.org/drawingml/2006/main">
            <a:off x="4297990" y="4850778"/>
            <a:ext cx="95" cy="3380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27" name="">
            <a:extLst xmlns:a="http://schemas.openxmlformats.org/drawingml/2006/main">
              <a:ext uri="{FF2B5EF4-FFF2-40B4-BE49-F238E27FC236}">
                <a16:creationId xmlns:a16="http://schemas.microsoft.com/office/drawing/2014/main" id="{C9FA373A-9B01-427A-BD14-0EF6D6B38FC3}"/>
              </a:ext>
            </a:extLst>
          </p:cNvPr>
          <p:cNvSpPr>
            <a:spLocks xmlns:a="http://schemas.openxmlformats.org/drawingml/2006/main" noGrp="1"/>
          </p:cNvSpPr>
          <p:nvPr/>
        </p:nvSpPr>
        <p:spPr>
          <a:xfrm xmlns:a="http://schemas.openxmlformats.org/drawingml/2006/main" rot="0">
            <a:off x="4249919" y="4854435"/>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28" name="Editable chart path">
            <a:extLst xmlns:a="http://schemas.openxmlformats.org/drawingml/2006/main">
              <a:ext uri="{FF2B5EF4-FFF2-40B4-BE49-F238E27FC236}">
                <a16:creationId xmlns:a16="http://schemas.microsoft.com/office/drawing/2014/main" id="{9F1DB898-3576-4F37-BBF6-23EFF635FC39}"/>
              </a:ext>
            </a:extLst>
          </p:cNvPr>
          <p:cNvSpPr>
            <a:spLocks xmlns:a="http://schemas.openxmlformats.org/drawingml/2006/main" noGrp="1"/>
          </p:cNvSpPr>
          <p:nvPr/>
        </p:nvSpPr>
        <p:spPr>
          <a:xfrm xmlns:a="http://schemas.openxmlformats.org/drawingml/2006/main">
            <a:off x="4760934" y="4850778"/>
            <a:ext cx="95" cy="3380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29" name="">
            <a:extLst xmlns:a="http://schemas.openxmlformats.org/drawingml/2006/main">
              <a:ext uri="{FF2B5EF4-FFF2-40B4-BE49-F238E27FC236}">
                <a16:creationId xmlns:a16="http://schemas.microsoft.com/office/drawing/2014/main" id="{71E82F1B-84FF-4A07-82C7-EE9DCAC45BD9}"/>
              </a:ext>
            </a:extLst>
          </p:cNvPr>
          <p:cNvSpPr>
            <a:spLocks xmlns:a="http://schemas.openxmlformats.org/drawingml/2006/main" noGrp="1"/>
          </p:cNvSpPr>
          <p:nvPr/>
        </p:nvSpPr>
        <p:spPr>
          <a:xfrm xmlns:a="http://schemas.openxmlformats.org/drawingml/2006/main" rot="0">
            <a:off x="4712701" y="4854435"/>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30" name="Editable chart path">
            <a:extLst xmlns:a="http://schemas.openxmlformats.org/drawingml/2006/main">
              <a:ext uri="{FF2B5EF4-FFF2-40B4-BE49-F238E27FC236}">
                <a16:creationId xmlns:a16="http://schemas.microsoft.com/office/drawing/2014/main" id="{22EB6666-391C-4FC3-9D6D-7FAC711F51C8}"/>
              </a:ext>
            </a:extLst>
          </p:cNvPr>
          <p:cNvSpPr>
            <a:spLocks xmlns:a="http://schemas.openxmlformats.org/drawingml/2006/main" noGrp="1"/>
          </p:cNvSpPr>
          <p:nvPr/>
        </p:nvSpPr>
        <p:spPr>
          <a:xfrm xmlns:a="http://schemas.openxmlformats.org/drawingml/2006/main">
            <a:off x="5223879" y="4850778"/>
            <a:ext cx="95" cy="3380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31" name="">
            <a:extLst xmlns:a="http://schemas.openxmlformats.org/drawingml/2006/main">
              <a:ext uri="{FF2B5EF4-FFF2-40B4-BE49-F238E27FC236}">
                <a16:creationId xmlns:a16="http://schemas.microsoft.com/office/drawing/2014/main" id="{AC77FAF2-D88F-45B6-98EB-90AA7C27D05E}"/>
              </a:ext>
            </a:extLst>
          </p:cNvPr>
          <p:cNvSpPr>
            <a:spLocks xmlns:a="http://schemas.openxmlformats.org/drawingml/2006/main" noGrp="1"/>
          </p:cNvSpPr>
          <p:nvPr/>
        </p:nvSpPr>
        <p:spPr>
          <a:xfrm xmlns:a="http://schemas.openxmlformats.org/drawingml/2006/main" rot="0">
            <a:off x="5175556" y="4854435"/>
            <a:ext cx="9344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32" name="Editable chart path">
            <a:extLst xmlns:a="http://schemas.openxmlformats.org/drawingml/2006/main">
              <a:ext uri="{FF2B5EF4-FFF2-40B4-BE49-F238E27FC236}">
                <a16:creationId xmlns:a16="http://schemas.microsoft.com/office/drawing/2014/main" id="{86F0685F-2E93-4C2A-841B-E7AC4E34D168}"/>
              </a:ext>
            </a:extLst>
          </p:cNvPr>
          <p:cNvSpPr>
            <a:spLocks xmlns:a="http://schemas.openxmlformats.org/drawingml/2006/main" noGrp="1"/>
          </p:cNvSpPr>
          <p:nvPr/>
        </p:nvSpPr>
        <p:spPr>
          <a:xfrm xmlns:a="http://schemas.openxmlformats.org/drawingml/2006/main">
            <a:off x="5686823" y="4850778"/>
            <a:ext cx="95" cy="33807"/>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33" name="">
            <a:extLst xmlns:a="http://schemas.openxmlformats.org/drawingml/2006/main">
              <a:ext uri="{FF2B5EF4-FFF2-40B4-BE49-F238E27FC236}">
                <a16:creationId xmlns:a16="http://schemas.microsoft.com/office/drawing/2014/main" id="{20E77B0F-B2D6-4E77-86DB-1DFCE503AEB4}"/>
              </a:ext>
            </a:extLst>
          </p:cNvPr>
          <p:cNvSpPr>
            <a:spLocks xmlns:a="http://schemas.openxmlformats.org/drawingml/2006/main" noGrp="1"/>
          </p:cNvSpPr>
          <p:nvPr/>
        </p:nvSpPr>
        <p:spPr>
          <a:xfrm xmlns:a="http://schemas.openxmlformats.org/drawingml/2006/main" rot="0">
            <a:off x="5644304" y="4854435"/>
            <a:ext cx="8096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7</a:t>
            </a:r>
          </a:p>
        </p:txBody>
      </p:sp>
      <p:sp>
        <p:nvSpPr>
          <p:cNvPr id="34" name="">
            <a:extLst xmlns:a="http://schemas.openxmlformats.org/drawingml/2006/main">
              <a:ext uri="{FF2B5EF4-FFF2-40B4-BE49-F238E27FC236}">
                <a16:creationId xmlns:a16="http://schemas.microsoft.com/office/drawing/2014/main" id="{BCA5DA3D-2CE6-43F0-82C5-85C2EEFB1A05}"/>
              </a:ext>
            </a:extLst>
          </p:cNvPr>
          <p:cNvSpPr>
            <a:spLocks xmlns:a="http://schemas.openxmlformats.org/drawingml/2006/main" noGrp="1"/>
          </p:cNvSpPr>
          <p:nvPr/>
        </p:nvSpPr>
        <p:spPr>
          <a:xfrm xmlns:a="http://schemas.openxmlformats.org/drawingml/2006/main" rot="0">
            <a:off x="3042820" y="4994349"/>
            <a:ext cx="18606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Weather gain: % lower MAE</a:t>
            </a:r>
          </a:p>
        </p:txBody>
      </p:sp>
      <p:sp>
        <p:nvSpPr>
          <p:cNvPr id="35" name="Editable chart path">
            <a:extLst xmlns:a="http://schemas.openxmlformats.org/drawingml/2006/main">
              <a:ext uri="{FF2B5EF4-FFF2-40B4-BE49-F238E27FC236}">
                <a16:creationId xmlns:a16="http://schemas.microsoft.com/office/drawing/2014/main" id="{71CB0769-0898-4B98-8A62-E9AD77682C94}"/>
              </a:ext>
            </a:extLst>
          </p:cNvPr>
          <p:cNvSpPr>
            <a:spLocks xmlns:a="http://schemas.openxmlformats.org/drawingml/2006/main" noGrp="1"/>
          </p:cNvSpPr>
          <p:nvPr/>
        </p:nvSpPr>
        <p:spPr>
          <a:xfrm xmlns:a="http://schemas.openxmlformats.org/drawingml/2006/main">
            <a:off x="1948709" y="2627711"/>
            <a:ext cx="4052041"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796">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D19BCDCB-23ED-4BAE-9302-63841C019A76}"/>
              </a:ext>
            </a:extLst>
          </p:cNvPr>
          <p:cNvSpPr>
            <a:spLocks xmlns:a="http://schemas.openxmlformats.org/drawingml/2006/main" noGrp="1"/>
          </p:cNvSpPr>
          <p:nvPr/>
        </p:nvSpPr>
        <p:spPr>
          <a:xfrm xmlns:a="http://schemas.openxmlformats.org/drawingml/2006/main">
            <a:off x="1914902" y="2627711"/>
            <a:ext cx="3380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37" name="">
            <a:extLst xmlns:a="http://schemas.openxmlformats.org/drawingml/2006/main">
              <a:ext uri="{FF2B5EF4-FFF2-40B4-BE49-F238E27FC236}">
                <a16:creationId xmlns:a16="http://schemas.microsoft.com/office/drawing/2014/main" id="{AF034CEE-8B50-4FBB-AC97-38F29350833E}"/>
              </a:ext>
            </a:extLst>
          </p:cNvPr>
          <p:cNvSpPr>
            <a:spLocks xmlns:a="http://schemas.openxmlformats.org/drawingml/2006/main" noGrp="1"/>
          </p:cNvSpPr>
          <p:nvPr/>
        </p:nvSpPr>
        <p:spPr>
          <a:xfrm xmlns:a="http://schemas.openxmlformats.org/drawingml/2006/main" rot="0">
            <a:off x="1395684" y="2522372"/>
            <a:ext cx="47958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Pooled</a:t>
            </a:r>
          </a:p>
        </p:txBody>
      </p:sp>
      <p:sp>
        <p:nvSpPr>
          <p:cNvPr id="38" name="Editable chart path">
            <a:extLst xmlns:a="http://schemas.openxmlformats.org/drawingml/2006/main">
              <a:ext uri="{FF2B5EF4-FFF2-40B4-BE49-F238E27FC236}">
                <a16:creationId xmlns:a16="http://schemas.microsoft.com/office/drawing/2014/main" id="{A28CF878-B7AA-432D-A344-72C918ACC437}"/>
              </a:ext>
            </a:extLst>
          </p:cNvPr>
          <p:cNvSpPr>
            <a:spLocks xmlns:a="http://schemas.openxmlformats.org/drawingml/2006/main" noGrp="1"/>
          </p:cNvSpPr>
          <p:nvPr/>
        </p:nvSpPr>
        <p:spPr>
          <a:xfrm xmlns:a="http://schemas.openxmlformats.org/drawingml/2006/main">
            <a:off x="1948709" y="2969721"/>
            <a:ext cx="4052041"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796">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1A2E4B95-0BDF-496B-A3CE-6A12298A96EC}"/>
              </a:ext>
            </a:extLst>
          </p:cNvPr>
          <p:cNvSpPr>
            <a:spLocks xmlns:a="http://schemas.openxmlformats.org/drawingml/2006/main" noGrp="1"/>
          </p:cNvSpPr>
          <p:nvPr/>
        </p:nvSpPr>
        <p:spPr>
          <a:xfrm xmlns:a="http://schemas.openxmlformats.org/drawingml/2006/main">
            <a:off x="1914902" y="2969721"/>
            <a:ext cx="3380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40" name="">
            <a:extLst xmlns:a="http://schemas.openxmlformats.org/drawingml/2006/main">
              <a:ext uri="{FF2B5EF4-FFF2-40B4-BE49-F238E27FC236}">
                <a16:creationId xmlns:a16="http://schemas.microsoft.com/office/drawing/2014/main" id="{C3B1C02C-B0FF-4177-B535-AC8AD892EF66}"/>
              </a:ext>
            </a:extLst>
          </p:cNvPr>
          <p:cNvSpPr>
            <a:spLocks xmlns:a="http://schemas.openxmlformats.org/drawingml/2006/main" noGrp="1"/>
          </p:cNvSpPr>
          <p:nvPr/>
        </p:nvSpPr>
        <p:spPr>
          <a:xfrm xmlns:a="http://schemas.openxmlformats.org/drawingml/2006/main" rot="0">
            <a:off x="995394" y="2864383"/>
            <a:ext cx="8843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 Area</a:t>
            </a:r>
          </a:p>
        </p:txBody>
      </p:sp>
      <p:sp>
        <p:nvSpPr>
          <p:cNvPr id="41" name="Editable chart path">
            <a:extLst xmlns:a="http://schemas.openxmlformats.org/drawingml/2006/main">
              <a:ext uri="{FF2B5EF4-FFF2-40B4-BE49-F238E27FC236}">
                <a16:creationId xmlns:a16="http://schemas.microsoft.com/office/drawing/2014/main" id="{ABAF28EA-5C94-4DE3-8FC6-0D10CFE800C1}"/>
              </a:ext>
            </a:extLst>
          </p:cNvPr>
          <p:cNvSpPr>
            <a:spLocks xmlns:a="http://schemas.openxmlformats.org/drawingml/2006/main" noGrp="1"/>
          </p:cNvSpPr>
          <p:nvPr/>
        </p:nvSpPr>
        <p:spPr>
          <a:xfrm xmlns:a="http://schemas.openxmlformats.org/drawingml/2006/main">
            <a:off x="1948709" y="3311732"/>
            <a:ext cx="4052041"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796">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D110E3F5-A10E-444D-8A6C-D5C3437ADEB3}"/>
              </a:ext>
            </a:extLst>
          </p:cNvPr>
          <p:cNvSpPr>
            <a:spLocks xmlns:a="http://schemas.openxmlformats.org/drawingml/2006/main" noGrp="1"/>
          </p:cNvSpPr>
          <p:nvPr/>
        </p:nvSpPr>
        <p:spPr>
          <a:xfrm xmlns:a="http://schemas.openxmlformats.org/drawingml/2006/main">
            <a:off x="1914902" y="3311732"/>
            <a:ext cx="3380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43" name="">
            <a:extLst xmlns:a="http://schemas.openxmlformats.org/drawingml/2006/main">
              <a:ext uri="{FF2B5EF4-FFF2-40B4-BE49-F238E27FC236}">
                <a16:creationId xmlns:a16="http://schemas.microsoft.com/office/drawing/2014/main" id="{9F5398DD-8FAA-4C76-97D2-8B38C25A5EFA}"/>
              </a:ext>
            </a:extLst>
          </p:cNvPr>
          <p:cNvSpPr>
            <a:spLocks xmlns:a="http://schemas.openxmlformats.org/drawingml/2006/main" noGrp="1"/>
          </p:cNvSpPr>
          <p:nvPr/>
        </p:nvSpPr>
        <p:spPr>
          <a:xfrm xmlns:a="http://schemas.openxmlformats.org/drawingml/2006/main" rot="0">
            <a:off x="1355121" y="3206393"/>
            <a:ext cx="520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a:t>
            </a:r>
          </a:p>
        </p:txBody>
      </p:sp>
      <p:sp>
        <p:nvSpPr>
          <p:cNvPr id="44" name="Editable chart path">
            <a:extLst xmlns:a="http://schemas.openxmlformats.org/drawingml/2006/main">
              <a:ext uri="{FF2B5EF4-FFF2-40B4-BE49-F238E27FC236}">
                <a16:creationId xmlns:a16="http://schemas.microsoft.com/office/drawing/2014/main" id="{A1CE44C0-999A-4BEC-8AF9-DFFDA96F59CB}"/>
              </a:ext>
            </a:extLst>
          </p:cNvPr>
          <p:cNvSpPr>
            <a:spLocks xmlns:a="http://schemas.openxmlformats.org/drawingml/2006/main" noGrp="1"/>
          </p:cNvSpPr>
          <p:nvPr/>
        </p:nvSpPr>
        <p:spPr>
          <a:xfrm xmlns:a="http://schemas.openxmlformats.org/drawingml/2006/main">
            <a:off x="1948709" y="3653742"/>
            <a:ext cx="4052041"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796">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75BBB1FF-7A34-4870-B556-9C05554CC434}"/>
              </a:ext>
            </a:extLst>
          </p:cNvPr>
          <p:cNvSpPr>
            <a:spLocks xmlns:a="http://schemas.openxmlformats.org/drawingml/2006/main" noGrp="1"/>
          </p:cNvSpPr>
          <p:nvPr/>
        </p:nvSpPr>
        <p:spPr>
          <a:xfrm xmlns:a="http://schemas.openxmlformats.org/drawingml/2006/main">
            <a:off x="1914902" y="3653742"/>
            <a:ext cx="3380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46" name="">
            <a:extLst xmlns:a="http://schemas.openxmlformats.org/drawingml/2006/main">
              <a:ext uri="{FF2B5EF4-FFF2-40B4-BE49-F238E27FC236}">
                <a16:creationId xmlns:a16="http://schemas.microsoft.com/office/drawing/2014/main" id="{630723E2-F0CE-4BFD-8013-0A8993B2EFA3}"/>
              </a:ext>
            </a:extLst>
          </p:cNvPr>
          <p:cNvSpPr>
            <a:spLocks xmlns:a="http://schemas.openxmlformats.org/drawingml/2006/main" noGrp="1"/>
          </p:cNvSpPr>
          <p:nvPr/>
        </p:nvSpPr>
        <p:spPr>
          <a:xfrm xmlns:a="http://schemas.openxmlformats.org/drawingml/2006/main" rot="0">
            <a:off x="1584069" y="3548404"/>
            <a:ext cx="2944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East</a:t>
            </a:r>
          </a:p>
        </p:txBody>
      </p:sp>
      <p:sp>
        <p:nvSpPr>
          <p:cNvPr id="47" name="Editable chart path">
            <a:extLst xmlns:a="http://schemas.openxmlformats.org/drawingml/2006/main">
              <a:ext uri="{FF2B5EF4-FFF2-40B4-BE49-F238E27FC236}">
                <a16:creationId xmlns:a16="http://schemas.microsoft.com/office/drawing/2014/main" id="{0ACAA2F8-F2BF-4F7C-9997-3DFFC3602A84}"/>
              </a:ext>
            </a:extLst>
          </p:cNvPr>
          <p:cNvSpPr>
            <a:spLocks xmlns:a="http://schemas.openxmlformats.org/drawingml/2006/main" noGrp="1"/>
          </p:cNvSpPr>
          <p:nvPr/>
        </p:nvSpPr>
        <p:spPr>
          <a:xfrm xmlns:a="http://schemas.openxmlformats.org/drawingml/2006/main">
            <a:off x="1948709" y="3995752"/>
            <a:ext cx="4052041"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796">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0E8281B0-BE52-4148-BE0C-55CD69124FEB}"/>
              </a:ext>
            </a:extLst>
          </p:cNvPr>
          <p:cNvSpPr>
            <a:spLocks xmlns:a="http://schemas.openxmlformats.org/drawingml/2006/main" noGrp="1"/>
          </p:cNvSpPr>
          <p:nvPr/>
        </p:nvSpPr>
        <p:spPr>
          <a:xfrm xmlns:a="http://schemas.openxmlformats.org/drawingml/2006/main">
            <a:off x="1914902" y="3995752"/>
            <a:ext cx="3380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49" name="">
            <a:extLst xmlns:a="http://schemas.openxmlformats.org/drawingml/2006/main">
              <a:ext uri="{FF2B5EF4-FFF2-40B4-BE49-F238E27FC236}">
                <a16:creationId xmlns:a16="http://schemas.microsoft.com/office/drawing/2014/main" id="{384728A6-9473-4449-ACE7-1ECDC7A4B633}"/>
              </a:ext>
            </a:extLst>
          </p:cNvPr>
          <p:cNvSpPr>
            <a:spLocks xmlns:a="http://schemas.openxmlformats.org/drawingml/2006/main" noGrp="1"/>
          </p:cNvSpPr>
          <p:nvPr/>
        </p:nvSpPr>
        <p:spPr>
          <a:xfrm xmlns:a="http://schemas.openxmlformats.org/drawingml/2006/main" rot="0">
            <a:off x="1491015" y="3890414"/>
            <a:ext cx="38452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North</a:t>
            </a:r>
          </a:p>
        </p:txBody>
      </p:sp>
      <p:sp>
        <p:nvSpPr>
          <p:cNvPr id="50" name="Editable chart path">
            <a:extLst xmlns:a="http://schemas.openxmlformats.org/drawingml/2006/main">
              <a:ext uri="{FF2B5EF4-FFF2-40B4-BE49-F238E27FC236}">
                <a16:creationId xmlns:a16="http://schemas.microsoft.com/office/drawing/2014/main" id="{473E216C-ACAE-4815-96EB-3594E70D5C54}"/>
              </a:ext>
            </a:extLst>
          </p:cNvPr>
          <p:cNvSpPr>
            <a:spLocks xmlns:a="http://schemas.openxmlformats.org/drawingml/2006/main" noGrp="1"/>
          </p:cNvSpPr>
          <p:nvPr/>
        </p:nvSpPr>
        <p:spPr>
          <a:xfrm xmlns:a="http://schemas.openxmlformats.org/drawingml/2006/main">
            <a:off x="1948709" y="4337763"/>
            <a:ext cx="4052041"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796">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EBEACD4C-C8EA-43A1-863F-CA06A71D5700}"/>
              </a:ext>
            </a:extLst>
          </p:cNvPr>
          <p:cNvSpPr>
            <a:spLocks xmlns:a="http://schemas.openxmlformats.org/drawingml/2006/main" noGrp="1"/>
          </p:cNvSpPr>
          <p:nvPr/>
        </p:nvSpPr>
        <p:spPr>
          <a:xfrm xmlns:a="http://schemas.openxmlformats.org/drawingml/2006/main">
            <a:off x="1914902" y="4337763"/>
            <a:ext cx="3380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52" name="">
            <a:extLst xmlns:a="http://schemas.openxmlformats.org/drawingml/2006/main">
              <a:ext uri="{FF2B5EF4-FFF2-40B4-BE49-F238E27FC236}">
                <a16:creationId xmlns:a16="http://schemas.microsoft.com/office/drawing/2014/main" id="{97CFDA39-AB48-4828-8D8B-78355F79DE6A}"/>
              </a:ext>
            </a:extLst>
          </p:cNvPr>
          <p:cNvSpPr>
            <a:spLocks xmlns:a="http://schemas.openxmlformats.org/drawingml/2006/main" noGrp="1"/>
          </p:cNvSpPr>
          <p:nvPr/>
        </p:nvSpPr>
        <p:spPr>
          <a:xfrm xmlns:a="http://schemas.openxmlformats.org/drawingml/2006/main" rot="0">
            <a:off x="1127440" y="4232425"/>
            <a:ext cx="75104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North-East</a:t>
            </a:r>
          </a:p>
        </p:txBody>
      </p:sp>
      <p:sp>
        <p:nvSpPr>
          <p:cNvPr id="53" name="Editable chart path">
            <a:extLst xmlns:a="http://schemas.openxmlformats.org/drawingml/2006/main">
              <a:ext uri="{FF2B5EF4-FFF2-40B4-BE49-F238E27FC236}">
                <a16:creationId xmlns:a16="http://schemas.microsoft.com/office/drawing/2014/main" id="{C2C9F94A-D228-405B-AAA3-F4A216777103}"/>
              </a:ext>
            </a:extLst>
          </p:cNvPr>
          <p:cNvSpPr>
            <a:spLocks xmlns:a="http://schemas.openxmlformats.org/drawingml/2006/main" noGrp="1"/>
          </p:cNvSpPr>
          <p:nvPr/>
        </p:nvSpPr>
        <p:spPr>
          <a:xfrm xmlns:a="http://schemas.openxmlformats.org/drawingml/2006/main">
            <a:off x="1948709" y="4679773"/>
            <a:ext cx="4052041"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796">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D063C85C-317E-4464-B393-D6166D8C5E50}"/>
              </a:ext>
            </a:extLst>
          </p:cNvPr>
          <p:cNvSpPr>
            <a:spLocks xmlns:a="http://schemas.openxmlformats.org/drawingml/2006/main" noGrp="1"/>
          </p:cNvSpPr>
          <p:nvPr/>
        </p:nvSpPr>
        <p:spPr>
          <a:xfrm xmlns:a="http://schemas.openxmlformats.org/drawingml/2006/main">
            <a:off x="1914902" y="4679773"/>
            <a:ext cx="33807"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727">
            <a:solidFill>
              <a:srgbClr val="5A6683"/>
            </a:solidFill>
            <a:prstDash val="solid"/>
          </a:ln>
        </p:spPr>
      </p:sp>
      <p:sp>
        <p:nvSpPr>
          <p:cNvPr id="55" name="">
            <a:extLst xmlns:a="http://schemas.openxmlformats.org/drawingml/2006/main">
              <a:ext uri="{FF2B5EF4-FFF2-40B4-BE49-F238E27FC236}">
                <a16:creationId xmlns:a16="http://schemas.microsoft.com/office/drawing/2014/main" id="{D81C026C-876E-41DD-B4C1-C9D1962857DE}"/>
              </a:ext>
            </a:extLst>
          </p:cNvPr>
          <p:cNvSpPr>
            <a:spLocks xmlns:a="http://schemas.openxmlformats.org/drawingml/2006/main" noGrp="1"/>
          </p:cNvSpPr>
          <p:nvPr/>
        </p:nvSpPr>
        <p:spPr>
          <a:xfrm xmlns:a="http://schemas.openxmlformats.org/drawingml/2006/main" rot="0">
            <a:off x="1527205" y="4574435"/>
            <a:ext cx="35128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West</a:t>
            </a:r>
          </a:p>
        </p:txBody>
      </p:sp>
      <p:sp>
        <p:nvSpPr>
          <p:cNvPr id="56" name="Editable chart path">
            <a:extLst xmlns:a="http://schemas.openxmlformats.org/drawingml/2006/main">
              <a:ext uri="{FF2B5EF4-FFF2-40B4-BE49-F238E27FC236}">
                <a16:creationId xmlns:a16="http://schemas.microsoft.com/office/drawing/2014/main" id="{ADCB652C-0402-43CF-94DA-16C24AEDC37C}"/>
              </a:ext>
            </a:extLst>
          </p:cNvPr>
          <p:cNvSpPr>
            <a:spLocks xmlns:a="http://schemas.openxmlformats.org/drawingml/2006/main" noGrp="1"/>
          </p:cNvSpPr>
          <p:nvPr/>
        </p:nvSpPr>
        <p:spPr>
          <a:xfrm xmlns:a="http://schemas.openxmlformats.org/drawingml/2006/main">
            <a:off x="2552017" y="2583249"/>
            <a:ext cx="129584" cy="95"/>
          </a:xfrm>
          <a:custGeom xmlns:a="http://schemas.openxmlformats.org/drawingml/2006/main">
            <a:pathLst>
              <a:path w="127783" h="95">
                <a:moveTo>
                  <a:pt x="0" y="0"/>
                </a:moveTo>
                <a:lnTo>
                  <a:pt x="127783" y="0"/>
                </a:lnTo>
              </a:path>
            </a:pathLst>
          </a:custGeom>
          <a:noFill xmlns:a="http://schemas.openxmlformats.org/drawingml/2006/main"/>
          <a:ln xmlns:a="http://schemas.openxmlformats.org/drawingml/2006/main" w="10625">
            <a:solidFill>
              <a:srgbClr val="2C5EAA"/>
            </a:solidFill>
            <a:prstDash val="solid"/>
          </a:ln>
        </p:spPr>
      </p:sp>
      <p:sp>
        <p:nvSpPr>
          <p:cNvPr id="57" name="Editable chart path">
            <a:extLst xmlns:a="http://schemas.openxmlformats.org/drawingml/2006/main">
              <a:ext uri="{FF2B5EF4-FFF2-40B4-BE49-F238E27FC236}">
                <a16:creationId xmlns:a16="http://schemas.microsoft.com/office/drawing/2014/main" id="{599E32FB-CC37-4592-A015-409996200472}"/>
              </a:ext>
            </a:extLst>
          </p:cNvPr>
          <p:cNvSpPr>
            <a:spLocks xmlns:a="http://schemas.openxmlformats.org/drawingml/2006/main" noGrp="1"/>
          </p:cNvSpPr>
          <p:nvPr/>
        </p:nvSpPr>
        <p:spPr>
          <a:xfrm xmlns:a="http://schemas.openxmlformats.org/drawingml/2006/main">
            <a:off x="2142502" y="2925260"/>
            <a:ext cx="200800" cy="95"/>
          </a:xfrm>
          <a:custGeom xmlns:a="http://schemas.openxmlformats.org/drawingml/2006/main">
            <a:pathLst>
              <a:path w="198010" h="95">
                <a:moveTo>
                  <a:pt x="0" y="0"/>
                </a:moveTo>
                <a:lnTo>
                  <a:pt x="198010" y="0"/>
                </a:lnTo>
              </a:path>
            </a:pathLst>
          </a:custGeom>
          <a:noFill xmlns:a="http://schemas.openxmlformats.org/drawingml/2006/main"/>
          <a:ln xmlns:a="http://schemas.openxmlformats.org/drawingml/2006/main" w="10625">
            <a:solidFill>
              <a:srgbClr val="2C5EAA"/>
            </a:solidFill>
            <a:prstDash val="solid"/>
          </a:ln>
        </p:spPr>
      </p:sp>
      <p:sp>
        <p:nvSpPr>
          <p:cNvPr id="58" name="Editable chart path">
            <a:extLst xmlns:a="http://schemas.openxmlformats.org/drawingml/2006/main">
              <a:ext uri="{FF2B5EF4-FFF2-40B4-BE49-F238E27FC236}">
                <a16:creationId xmlns:a16="http://schemas.microsoft.com/office/drawing/2014/main" id="{2E1C8FE6-F056-4558-99D4-17C05558E2D7}"/>
              </a:ext>
            </a:extLst>
          </p:cNvPr>
          <p:cNvSpPr>
            <a:spLocks xmlns:a="http://schemas.openxmlformats.org/drawingml/2006/main" noGrp="1"/>
          </p:cNvSpPr>
          <p:nvPr/>
        </p:nvSpPr>
        <p:spPr>
          <a:xfrm xmlns:a="http://schemas.openxmlformats.org/drawingml/2006/main">
            <a:off x="2197265" y="3267270"/>
            <a:ext cx="180717" cy="95"/>
          </a:xfrm>
          <a:custGeom xmlns:a="http://schemas.openxmlformats.org/drawingml/2006/main">
            <a:pathLst>
              <a:path w="178206" h="95">
                <a:moveTo>
                  <a:pt x="0" y="0"/>
                </a:moveTo>
                <a:lnTo>
                  <a:pt x="178206" y="0"/>
                </a:lnTo>
              </a:path>
            </a:pathLst>
          </a:custGeom>
          <a:noFill xmlns:a="http://schemas.openxmlformats.org/drawingml/2006/main"/>
          <a:ln xmlns:a="http://schemas.openxmlformats.org/drawingml/2006/main" w="10625">
            <a:solidFill>
              <a:srgbClr val="2C5EAA"/>
            </a:solidFill>
            <a:prstDash val="solid"/>
          </a:ln>
        </p:spPr>
      </p:sp>
      <p:sp>
        <p:nvSpPr>
          <p:cNvPr id="59" name="Editable chart path">
            <a:extLst xmlns:a="http://schemas.openxmlformats.org/drawingml/2006/main">
              <a:ext uri="{FF2B5EF4-FFF2-40B4-BE49-F238E27FC236}">
                <a16:creationId xmlns:a16="http://schemas.microsoft.com/office/drawing/2014/main" id="{61DB249F-7F11-4543-B2F2-191298AFF9ED}"/>
              </a:ext>
            </a:extLst>
          </p:cNvPr>
          <p:cNvSpPr>
            <a:spLocks xmlns:a="http://schemas.openxmlformats.org/drawingml/2006/main" noGrp="1"/>
          </p:cNvSpPr>
          <p:nvPr/>
        </p:nvSpPr>
        <p:spPr>
          <a:xfrm xmlns:a="http://schemas.openxmlformats.org/drawingml/2006/main">
            <a:off x="2132893" y="3609281"/>
            <a:ext cx="175427" cy="95"/>
          </a:xfrm>
          <a:custGeom xmlns:a="http://schemas.openxmlformats.org/drawingml/2006/main">
            <a:pathLst>
              <a:path w="172989" h="95">
                <a:moveTo>
                  <a:pt x="0" y="0"/>
                </a:moveTo>
                <a:lnTo>
                  <a:pt x="172989" y="0"/>
                </a:lnTo>
              </a:path>
            </a:pathLst>
          </a:custGeom>
          <a:noFill xmlns:a="http://schemas.openxmlformats.org/drawingml/2006/main"/>
          <a:ln xmlns:a="http://schemas.openxmlformats.org/drawingml/2006/main" w="10625">
            <a:solidFill>
              <a:srgbClr val="2C5EAA"/>
            </a:solidFill>
            <a:prstDash val="solid"/>
          </a:ln>
        </p:spPr>
      </p:sp>
      <p:sp>
        <p:nvSpPr>
          <p:cNvPr id="60" name="Editable chart path">
            <a:extLst xmlns:a="http://schemas.openxmlformats.org/drawingml/2006/main">
              <a:ext uri="{FF2B5EF4-FFF2-40B4-BE49-F238E27FC236}">
                <a16:creationId xmlns:a16="http://schemas.microsoft.com/office/drawing/2014/main" id="{383B09F2-BC03-4E93-906C-39125EB10A2C}"/>
              </a:ext>
            </a:extLst>
          </p:cNvPr>
          <p:cNvSpPr>
            <a:spLocks xmlns:a="http://schemas.openxmlformats.org/drawingml/2006/main" noGrp="1"/>
          </p:cNvSpPr>
          <p:nvPr/>
        </p:nvSpPr>
        <p:spPr>
          <a:xfrm xmlns:a="http://schemas.openxmlformats.org/drawingml/2006/main">
            <a:off x="2537987" y="3951291"/>
            <a:ext cx="185342" cy="95"/>
          </a:xfrm>
          <a:custGeom xmlns:a="http://schemas.openxmlformats.org/drawingml/2006/main">
            <a:pathLst>
              <a:path w="182767" h="95">
                <a:moveTo>
                  <a:pt x="0" y="0"/>
                </a:moveTo>
                <a:lnTo>
                  <a:pt x="182767" y="0"/>
                </a:lnTo>
              </a:path>
            </a:pathLst>
          </a:custGeom>
          <a:noFill xmlns:a="http://schemas.openxmlformats.org/drawingml/2006/main"/>
          <a:ln xmlns:a="http://schemas.openxmlformats.org/drawingml/2006/main" w="10625">
            <a:solidFill>
              <a:srgbClr val="2C5EAA"/>
            </a:solidFill>
            <a:prstDash val="solid"/>
          </a:ln>
        </p:spPr>
      </p:sp>
      <p:sp>
        <p:nvSpPr>
          <p:cNvPr id="61" name="Editable chart path">
            <a:extLst xmlns:a="http://schemas.openxmlformats.org/drawingml/2006/main">
              <a:ext uri="{FF2B5EF4-FFF2-40B4-BE49-F238E27FC236}">
                <a16:creationId xmlns:a16="http://schemas.microsoft.com/office/drawing/2014/main" id="{3FE9E56F-271D-4A21-B1D5-69395838340F}"/>
              </a:ext>
            </a:extLst>
          </p:cNvPr>
          <p:cNvSpPr>
            <a:spLocks xmlns:a="http://schemas.openxmlformats.org/drawingml/2006/main" noGrp="1"/>
          </p:cNvSpPr>
          <p:nvPr/>
        </p:nvSpPr>
        <p:spPr>
          <a:xfrm xmlns:a="http://schemas.openxmlformats.org/drawingml/2006/main">
            <a:off x="3322632" y="4293301"/>
            <a:ext cx="314352" cy="95"/>
          </a:xfrm>
          <a:custGeom xmlns:a="http://schemas.openxmlformats.org/drawingml/2006/main">
            <a:pathLst>
              <a:path w="309984" h="95">
                <a:moveTo>
                  <a:pt x="0" y="0"/>
                </a:moveTo>
                <a:lnTo>
                  <a:pt x="309984" y="0"/>
                </a:lnTo>
              </a:path>
            </a:pathLst>
          </a:custGeom>
          <a:noFill xmlns:a="http://schemas.openxmlformats.org/drawingml/2006/main"/>
          <a:ln xmlns:a="http://schemas.openxmlformats.org/drawingml/2006/main" w="10625">
            <a:solidFill>
              <a:srgbClr val="2C5EAA"/>
            </a:solidFill>
            <a:prstDash val="solid"/>
          </a:ln>
        </p:spPr>
      </p:sp>
      <p:sp>
        <p:nvSpPr>
          <p:cNvPr id="62" name="Editable chart path">
            <a:extLst xmlns:a="http://schemas.openxmlformats.org/drawingml/2006/main">
              <a:ext uri="{FF2B5EF4-FFF2-40B4-BE49-F238E27FC236}">
                <a16:creationId xmlns:a16="http://schemas.microsoft.com/office/drawing/2014/main" id="{606F3EFA-A9BA-412D-842D-46A882CF0E7B}"/>
              </a:ext>
            </a:extLst>
          </p:cNvPr>
          <p:cNvSpPr>
            <a:spLocks xmlns:a="http://schemas.openxmlformats.org/drawingml/2006/main" noGrp="1"/>
          </p:cNvSpPr>
          <p:nvPr/>
        </p:nvSpPr>
        <p:spPr>
          <a:xfrm xmlns:a="http://schemas.openxmlformats.org/drawingml/2006/main">
            <a:off x="2748482" y="4635312"/>
            <a:ext cx="203485" cy="95"/>
          </a:xfrm>
          <a:custGeom xmlns:a="http://schemas.openxmlformats.org/drawingml/2006/main">
            <a:pathLst>
              <a:path w="200658" h="95">
                <a:moveTo>
                  <a:pt x="0" y="0"/>
                </a:moveTo>
                <a:lnTo>
                  <a:pt x="200658" y="0"/>
                </a:lnTo>
              </a:path>
            </a:pathLst>
          </a:custGeom>
          <a:noFill xmlns:a="http://schemas.openxmlformats.org/drawingml/2006/main"/>
          <a:ln xmlns:a="http://schemas.openxmlformats.org/drawingml/2006/main" w="10625">
            <a:solidFill>
              <a:srgbClr val="2C5EAA"/>
            </a:solidFill>
            <a:prstDash val="solid"/>
          </a:ln>
        </p:spPr>
      </p:sp>
      <p:sp>
        <p:nvSpPr>
          <p:cNvPr id="63" name="Editable chart path">
            <a:extLst xmlns:a="http://schemas.openxmlformats.org/drawingml/2006/main">
              <a:ext uri="{FF2B5EF4-FFF2-40B4-BE49-F238E27FC236}">
                <a16:creationId xmlns:a16="http://schemas.microsoft.com/office/drawing/2014/main" id="{CAFFFE6B-6D3E-42F6-9675-F7DE0B6222D6}"/>
              </a:ext>
            </a:extLst>
          </p:cNvPr>
          <p:cNvSpPr>
            <a:spLocks xmlns:a="http://schemas.openxmlformats.org/drawingml/2006/main" noGrp="1"/>
          </p:cNvSpPr>
          <p:nvPr/>
        </p:nvSpPr>
        <p:spPr>
          <a:xfrm xmlns:a="http://schemas.openxmlformats.org/drawingml/2006/main">
            <a:off x="2595559" y="2563931"/>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659">
            <a:solidFill>
              <a:srgbClr val="2C5EAA"/>
            </a:solidFill>
            <a:prstDash val="solid"/>
          </a:ln>
        </p:spPr>
      </p:sp>
      <p:sp>
        <p:nvSpPr>
          <p:cNvPr id="64" name="Editable chart path">
            <a:extLst xmlns:a="http://schemas.openxmlformats.org/drawingml/2006/main">
              <a:ext uri="{FF2B5EF4-FFF2-40B4-BE49-F238E27FC236}">
                <a16:creationId xmlns:a16="http://schemas.microsoft.com/office/drawing/2014/main" id="{1D0A8434-D17A-4D30-8A7F-E9914BB16599}"/>
              </a:ext>
            </a:extLst>
          </p:cNvPr>
          <p:cNvSpPr>
            <a:spLocks xmlns:a="http://schemas.openxmlformats.org/drawingml/2006/main" noGrp="1"/>
          </p:cNvSpPr>
          <p:nvPr/>
        </p:nvSpPr>
        <p:spPr>
          <a:xfrm xmlns:a="http://schemas.openxmlformats.org/drawingml/2006/main">
            <a:off x="2225987" y="2905941"/>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659">
            <a:solidFill>
              <a:srgbClr val="2C5EAA"/>
            </a:solidFill>
            <a:prstDash val="solid"/>
          </a:ln>
        </p:spPr>
      </p:sp>
      <p:sp>
        <p:nvSpPr>
          <p:cNvPr id="65" name="Editable chart path">
            <a:extLst xmlns:a="http://schemas.openxmlformats.org/drawingml/2006/main">
              <a:ext uri="{FF2B5EF4-FFF2-40B4-BE49-F238E27FC236}">
                <a16:creationId xmlns:a16="http://schemas.microsoft.com/office/drawing/2014/main" id="{AB1F3D84-34AE-4019-9273-B76ED3DBAD16}"/>
              </a:ext>
            </a:extLst>
          </p:cNvPr>
          <p:cNvSpPr>
            <a:spLocks xmlns:a="http://schemas.openxmlformats.org/drawingml/2006/main" noGrp="1"/>
          </p:cNvSpPr>
          <p:nvPr/>
        </p:nvSpPr>
        <p:spPr>
          <a:xfrm xmlns:a="http://schemas.openxmlformats.org/drawingml/2006/main">
            <a:off x="2270629" y="3247952"/>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659">
            <a:solidFill>
              <a:srgbClr val="2C5EAA"/>
            </a:solidFill>
            <a:prstDash val="solid"/>
          </a:ln>
        </p:spPr>
      </p:sp>
      <p:sp>
        <p:nvSpPr>
          <p:cNvPr id="66" name="Editable chart path">
            <a:extLst xmlns:a="http://schemas.openxmlformats.org/drawingml/2006/main">
              <a:ext uri="{FF2B5EF4-FFF2-40B4-BE49-F238E27FC236}">
                <a16:creationId xmlns:a16="http://schemas.microsoft.com/office/drawing/2014/main" id="{FEC3C0EA-FD1B-47B9-B978-6A4C26271912}"/>
              </a:ext>
            </a:extLst>
          </p:cNvPr>
          <p:cNvSpPr>
            <a:spLocks xmlns:a="http://schemas.openxmlformats.org/drawingml/2006/main" noGrp="1"/>
          </p:cNvSpPr>
          <p:nvPr/>
        </p:nvSpPr>
        <p:spPr>
          <a:xfrm xmlns:a="http://schemas.openxmlformats.org/drawingml/2006/main">
            <a:off x="2203917" y="3589962"/>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659">
            <a:solidFill>
              <a:srgbClr val="2C5EAA"/>
            </a:solidFill>
            <a:prstDash val="solid"/>
          </a:ln>
        </p:spPr>
      </p:sp>
      <p:sp>
        <p:nvSpPr>
          <p:cNvPr id="67" name="Editable chart path">
            <a:extLst xmlns:a="http://schemas.openxmlformats.org/drawingml/2006/main">
              <a:ext uri="{FF2B5EF4-FFF2-40B4-BE49-F238E27FC236}">
                <a16:creationId xmlns:a16="http://schemas.microsoft.com/office/drawing/2014/main" id="{70844B04-06DD-47A6-B279-24506EDF894B}"/>
              </a:ext>
            </a:extLst>
          </p:cNvPr>
          <p:cNvSpPr>
            <a:spLocks xmlns:a="http://schemas.openxmlformats.org/drawingml/2006/main" noGrp="1"/>
          </p:cNvSpPr>
          <p:nvPr/>
        </p:nvSpPr>
        <p:spPr>
          <a:xfrm xmlns:a="http://schemas.openxmlformats.org/drawingml/2006/main">
            <a:off x="2609259" y="3931973"/>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659">
            <a:solidFill>
              <a:srgbClr val="2C5EAA"/>
            </a:solidFill>
            <a:prstDash val="solid"/>
          </a:ln>
        </p:spPr>
      </p:sp>
      <p:sp>
        <p:nvSpPr>
          <p:cNvPr id="68" name="Editable chart path">
            <a:extLst xmlns:a="http://schemas.openxmlformats.org/drawingml/2006/main">
              <a:ext uri="{FF2B5EF4-FFF2-40B4-BE49-F238E27FC236}">
                <a16:creationId xmlns:a16="http://schemas.microsoft.com/office/drawing/2014/main" id="{D79F93E1-AE50-42E5-AAEE-BDAA1977E8D7}"/>
              </a:ext>
            </a:extLst>
          </p:cNvPr>
          <p:cNvSpPr>
            <a:spLocks xmlns:a="http://schemas.openxmlformats.org/drawingml/2006/main" noGrp="1"/>
          </p:cNvSpPr>
          <p:nvPr/>
        </p:nvSpPr>
        <p:spPr>
          <a:xfrm xmlns:a="http://schemas.openxmlformats.org/drawingml/2006/main">
            <a:off x="3459644" y="4273983"/>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659">
            <a:solidFill>
              <a:srgbClr val="2C5EAA"/>
            </a:solidFill>
            <a:prstDash val="solid"/>
          </a:ln>
        </p:spPr>
      </p:sp>
      <p:sp>
        <p:nvSpPr>
          <p:cNvPr id="69" name="Editable chart path">
            <a:extLst xmlns:a="http://schemas.openxmlformats.org/drawingml/2006/main">
              <a:ext uri="{FF2B5EF4-FFF2-40B4-BE49-F238E27FC236}">
                <a16:creationId xmlns:a16="http://schemas.microsoft.com/office/drawing/2014/main" id="{3FDDE40E-DD86-42E6-A085-E272A4836187}"/>
              </a:ext>
            </a:extLst>
          </p:cNvPr>
          <p:cNvSpPr>
            <a:spLocks xmlns:a="http://schemas.openxmlformats.org/drawingml/2006/main" noGrp="1"/>
          </p:cNvSpPr>
          <p:nvPr/>
        </p:nvSpPr>
        <p:spPr>
          <a:xfrm xmlns:a="http://schemas.openxmlformats.org/drawingml/2006/main">
            <a:off x="2824752" y="4615993"/>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659">
            <a:solidFill>
              <a:srgbClr val="2C5EAA"/>
            </a:solidFill>
            <a:prstDash val="solid"/>
          </a:ln>
        </p:spPr>
      </p:sp>
      <p:sp>
        <p:nvSpPr>
          <p:cNvPr id="70" name="Editable chart path">
            <a:extLst xmlns:a="http://schemas.openxmlformats.org/drawingml/2006/main">
              <a:ext uri="{FF2B5EF4-FFF2-40B4-BE49-F238E27FC236}">
                <a16:creationId xmlns:a16="http://schemas.microsoft.com/office/drawing/2014/main" id="{26C489B7-2717-474B-B2C9-9BF478D63E73}"/>
              </a:ext>
            </a:extLst>
          </p:cNvPr>
          <p:cNvSpPr>
            <a:spLocks xmlns:a="http://schemas.openxmlformats.org/drawingml/2006/main" noGrp="1"/>
          </p:cNvSpPr>
          <p:nvPr/>
        </p:nvSpPr>
        <p:spPr>
          <a:xfrm xmlns:a="http://schemas.openxmlformats.org/drawingml/2006/main">
            <a:off x="3577499" y="2672172"/>
            <a:ext cx="1611615" cy="95"/>
          </a:xfrm>
          <a:custGeom xmlns:a="http://schemas.openxmlformats.org/drawingml/2006/main">
            <a:pathLst>
              <a:path w="1589220" h="95">
                <a:moveTo>
                  <a:pt x="0" y="0"/>
                </a:moveTo>
                <a:lnTo>
                  <a:pt x="1589220" y="0"/>
                </a:lnTo>
              </a:path>
            </a:pathLst>
          </a:custGeom>
          <a:noFill xmlns:a="http://schemas.openxmlformats.org/drawingml/2006/main"/>
          <a:ln xmlns:a="http://schemas.openxmlformats.org/drawingml/2006/main" w="10625">
            <a:solidFill>
              <a:srgbClr val="C0453C"/>
            </a:solidFill>
            <a:prstDash val="solid"/>
          </a:ln>
        </p:spPr>
      </p:sp>
      <p:sp>
        <p:nvSpPr>
          <p:cNvPr id="71" name="Editable chart path">
            <a:extLst xmlns:a="http://schemas.openxmlformats.org/drawingml/2006/main">
              <a:ext uri="{FF2B5EF4-FFF2-40B4-BE49-F238E27FC236}">
                <a16:creationId xmlns:a16="http://schemas.microsoft.com/office/drawing/2014/main" id="{91DF3F6B-E7F1-4635-9041-610910A9DBCF}"/>
              </a:ext>
            </a:extLst>
          </p:cNvPr>
          <p:cNvSpPr>
            <a:spLocks xmlns:a="http://schemas.openxmlformats.org/drawingml/2006/main" noGrp="1"/>
          </p:cNvSpPr>
          <p:nvPr/>
        </p:nvSpPr>
        <p:spPr>
          <a:xfrm xmlns:a="http://schemas.openxmlformats.org/drawingml/2006/main">
            <a:off x="3407981" y="3014182"/>
            <a:ext cx="2101105" cy="95"/>
          </a:xfrm>
          <a:custGeom xmlns:a="http://schemas.openxmlformats.org/drawingml/2006/main">
            <a:pathLst>
              <a:path w="2071908" h="95">
                <a:moveTo>
                  <a:pt x="0" y="0"/>
                </a:moveTo>
                <a:lnTo>
                  <a:pt x="2071908" y="0"/>
                </a:lnTo>
              </a:path>
            </a:pathLst>
          </a:custGeom>
          <a:noFill xmlns:a="http://schemas.openxmlformats.org/drawingml/2006/main"/>
          <a:ln xmlns:a="http://schemas.openxmlformats.org/drawingml/2006/main" w="10625">
            <a:solidFill>
              <a:srgbClr val="C0453C"/>
            </a:solidFill>
            <a:prstDash val="solid"/>
          </a:ln>
        </p:spPr>
      </p:sp>
      <p:sp>
        <p:nvSpPr>
          <p:cNvPr id="72" name="Editable chart path">
            <a:extLst xmlns:a="http://schemas.openxmlformats.org/drawingml/2006/main">
              <a:ext uri="{FF2B5EF4-FFF2-40B4-BE49-F238E27FC236}">
                <a16:creationId xmlns:a16="http://schemas.microsoft.com/office/drawing/2014/main" id="{7EE9CE3A-9A7B-472F-9A39-F0EA1A8181D1}"/>
              </a:ext>
            </a:extLst>
          </p:cNvPr>
          <p:cNvSpPr>
            <a:spLocks xmlns:a="http://schemas.openxmlformats.org/drawingml/2006/main" noGrp="1"/>
          </p:cNvSpPr>
          <p:nvPr/>
        </p:nvSpPr>
        <p:spPr>
          <a:xfrm xmlns:a="http://schemas.openxmlformats.org/drawingml/2006/main">
            <a:off x="3253912" y="3356193"/>
            <a:ext cx="2554721" cy="95"/>
          </a:xfrm>
          <a:custGeom xmlns:a="http://schemas.openxmlformats.org/drawingml/2006/main">
            <a:pathLst>
              <a:path w="2519220" h="95">
                <a:moveTo>
                  <a:pt x="0" y="0"/>
                </a:moveTo>
                <a:lnTo>
                  <a:pt x="2519220" y="0"/>
                </a:lnTo>
              </a:path>
            </a:pathLst>
          </a:custGeom>
          <a:noFill xmlns:a="http://schemas.openxmlformats.org/drawingml/2006/main"/>
          <a:ln xmlns:a="http://schemas.openxmlformats.org/drawingml/2006/main" w="10625">
            <a:solidFill>
              <a:srgbClr val="C0453C"/>
            </a:solidFill>
            <a:prstDash val="solid"/>
          </a:ln>
        </p:spPr>
      </p:sp>
      <p:sp>
        <p:nvSpPr>
          <p:cNvPr id="73" name="Editable chart path">
            <a:extLst xmlns:a="http://schemas.openxmlformats.org/drawingml/2006/main">
              <a:ext uri="{FF2B5EF4-FFF2-40B4-BE49-F238E27FC236}">
                <a16:creationId xmlns:a16="http://schemas.microsoft.com/office/drawing/2014/main" id="{04F2365C-0B5F-44A6-A9C4-76A254F74E85}"/>
              </a:ext>
            </a:extLst>
          </p:cNvPr>
          <p:cNvSpPr>
            <a:spLocks xmlns:a="http://schemas.openxmlformats.org/drawingml/2006/main" noGrp="1"/>
          </p:cNvSpPr>
          <p:nvPr/>
        </p:nvSpPr>
        <p:spPr>
          <a:xfrm xmlns:a="http://schemas.openxmlformats.org/drawingml/2006/main">
            <a:off x="3006080" y="3698203"/>
            <a:ext cx="2282161" cy="95"/>
          </a:xfrm>
          <a:custGeom xmlns:a="http://schemas.openxmlformats.org/drawingml/2006/main">
            <a:pathLst>
              <a:path w="2250448" h="95">
                <a:moveTo>
                  <a:pt x="0" y="0"/>
                </a:moveTo>
                <a:lnTo>
                  <a:pt x="2250448" y="0"/>
                </a:lnTo>
              </a:path>
            </a:pathLst>
          </a:custGeom>
          <a:noFill xmlns:a="http://schemas.openxmlformats.org/drawingml/2006/main"/>
          <a:ln xmlns:a="http://schemas.openxmlformats.org/drawingml/2006/main" w="10625">
            <a:solidFill>
              <a:srgbClr val="C0453C"/>
            </a:solidFill>
            <a:prstDash val="solid"/>
          </a:ln>
        </p:spPr>
      </p:sp>
      <p:sp>
        <p:nvSpPr>
          <p:cNvPr id="74" name="Editable chart path">
            <a:extLst xmlns:a="http://schemas.openxmlformats.org/drawingml/2006/main">
              <a:ext uri="{FF2B5EF4-FFF2-40B4-BE49-F238E27FC236}">
                <a16:creationId xmlns:a16="http://schemas.microsoft.com/office/drawing/2014/main" id="{73CF2B5A-94E5-4289-B234-061C897A7181}"/>
              </a:ext>
            </a:extLst>
          </p:cNvPr>
          <p:cNvSpPr>
            <a:spLocks xmlns:a="http://schemas.openxmlformats.org/drawingml/2006/main" noGrp="1"/>
          </p:cNvSpPr>
          <p:nvPr/>
        </p:nvSpPr>
        <p:spPr>
          <a:xfrm xmlns:a="http://schemas.openxmlformats.org/drawingml/2006/main">
            <a:off x="3183870" y="4040214"/>
            <a:ext cx="2105041" cy="95"/>
          </a:xfrm>
          <a:custGeom xmlns:a="http://schemas.openxmlformats.org/drawingml/2006/main">
            <a:pathLst>
              <a:path w="2075789" h="95">
                <a:moveTo>
                  <a:pt x="0" y="0"/>
                </a:moveTo>
                <a:lnTo>
                  <a:pt x="2075789" y="0"/>
                </a:lnTo>
              </a:path>
            </a:pathLst>
          </a:custGeom>
          <a:noFill xmlns:a="http://schemas.openxmlformats.org/drawingml/2006/main"/>
          <a:ln xmlns:a="http://schemas.openxmlformats.org/drawingml/2006/main" w="10625">
            <a:solidFill>
              <a:srgbClr val="C0453C"/>
            </a:solidFill>
            <a:prstDash val="solid"/>
          </a:ln>
        </p:spPr>
      </p:sp>
      <p:sp>
        <p:nvSpPr>
          <p:cNvPr id="75" name="Editable chart path">
            <a:extLst xmlns:a="http://schemas.openxmlformats.org/drawingml/2006/main">
              <a:ext uri="{FF2B5EF4-FFF2-40B4-BE49-F238E27FC236}">
                <a16:creationId xmlns:a16="http://schemas.microsoft.com/office/drawing/2014/main" id="{65CD4866-752B-4F33-A213-29D1B26DEE31}"/>
              </a:ext>
            </a:extLst>
          </p:cNvPr>
          <p:cNvSpPr>
            <a:spLocks xmlns:a="http://schemas.openxmlformats.org/drawingml/2006/main" noGrp="1"/>
          </p:cNvSpPr>
          <p:nvPr/>
        </p:nvSpPr>
        <p:spPr>
          <a:xfrm xmlns:a="http://schemas.openxmlformats.org/drawingml/2006/main">
            <a:off x="3252708" y="4382224"/>
            <a:ext cx="2040166" cy="95"/>
          </a:xfrm>
          <a:custGeom xmlns:a="http://schemas.openxmlformats.org/drawingml/2006/main">
            <a:pathLst>
              <a:path w="2011815" h="95">
                <a:moveTo>
                  <a:pt x="0" y="0"/>
                </a:moveTo>
                <a:lnTo>
                  <a:pt x="2011815" y="0"/>
                </a:lnTo>
              </a:path>
            </a:pathLst>
          </a:custGeom>
          <a:noFill xmlns:a="http://schemas.openxmlformats.org/drawingml/2006/main"/>
          <a:ln xmlns:a="http://schemas.openxmlformats.org/drawingml/2006/main" w="10625">
            <a:solidFill>
              <a:srgbClr val="C0453C"/>
            </a:solidFill>
            <a:prstDash val="solid"/>
          </a:ln>
        </p:spPr>
      </p:sp>
      <p:sp>
        <p:nvSpPr>
          <p:cNvPr id="76" name="Editable chart path">
            <a:extLst xmlns:a="http://schemas.openxmlformats.org/drawingml/2006/main">
              <a:ext uri="{FF2B5EF4-FFF2-40B4-BE49-F238E27FC236}">
                <a16:creationId xmlns:a16="http://schemas.microsoft.com/office/drawing/2014/main" id="{7D30EC47-0906-4AC3-8E5C-E1849AAD9EBB}"/>
              </a:ext>
            </a:extLst>
          </p:cNvPr>
          <p:cNvSpPr>
            <a:spLocks xmlns:a="http://schemas.openxmlformats.org/drawingml/2006/main" noGrp="1"/>
          </p:cNvSpPr>
          <p:nvPr/>
        </p:nvSpPr>
        <p:spPr>
          <a:xfrm xmlns:a="http://schemas.openxmlformats.org/drawingml/2006/main">
            <a:off x="3947888" y="4724235"/>
            <a:ext cx="1868678" cy="95"/>
          </a:xfrm>
          <a:custGeom xmlns:a="http://schemas.openxmlformats.org/drawingml/2006/main">
            <a:pathLst>
              <a:path w="1842711" h="95">
                <a:moveTo>
                  <a:pt x="0" y="0"/>
                </a:moveTo>
                <a:lnTo>
                  <a:pt x="1842711" y="0"/>
                </a:lnTo>
              </a:path>
            </a:pathLst>
          </a:custGeom>
          <a:noFill xmlns:a="http://schemas.openxmlformats.org/drawingml/2006/main"/>
          <a:ln xmlns:a="http://schemas.openxmlformats.org/drawingml/2006/main" w="10625">
            <a:solidFill>
              <a:srgbClr val="C0453C"/>
            </a:solidFill>
            <a:prstDash val="solid"/>
          </a:ln>
        </p:spPr>
      </p:sp>
      <p:sp>
        <p:nvSpPr>
          <p:cNvPr id="77" name="Editable chart path">
            <a:extLst xmlns:a="http://schemas.openxmlformats.org/drawingml/2006/main">
              <a:ext uri="{FF2B5EF4-FFF2-40B4-BE49-F238E27FC236}">
                <a16:creationId xmlns:a16="http://schemas.microsoft.com/office/drawing/2014/main" id="{1319CDDC-E6CB-45FF-89B3-1B6DC5C7461A}"/>
              </a:ext>
            </a:extLst>
          </p:cNvPr>
          <p:cNvSpPr>
            <a:spLocks xmlns:a="http://schemas.openxmlformats.org/drawingml/2006/main" noGrp="1"/>
          </p:cNvSpPr>
          <p:nvPr/>
        </p:nvSpPr>
        <p:spPr>
          <a:xfrm xmlns:a="http://schemas.openxmlformats.org/drawingml/2006/main">
            <a:off x="4320108" y="2652854"/>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659">
            <a:solidFill>
              <a:srgbClr val="C0453C"/>
            </a:solidFill>
            <a:prstDash val="solid"/>
          </a:ln>
        </p:spPr>
      </p:sp>
      <p:sp>
        <p:nvSpPr>
          <p:cNvPr id="78" name="Editable chart path">
            <a:extLst xmlns:a="http://schemas.openxmlformats.org/drawingml/2006/main">
              <a:ext uri="{FF2B5EF4-FFF2-40B4-BE49-F238E27FC236}">
                <a16:creationId xmlns:a16="http://schemas.microsoft.com/office/drawing/2014/main" id="{282DB773-B23A-42DE-A69C-C8FF684B18D1}"/>
              </a:ext>
            </a:extLst>
          </p:cNvPr>
          <p:cNvSpPr>
            <a:spLocks xmlns:a="http://schemas.openxmlformats.org/drawingml/2006/main" noGrp="1"/>
          </p:cNvSpPr>
          <p:nvPr/>
        </p:nvSpPr>
        <p:spPr>
          <a:xfrm xmlns:a="http://schemas.openxmlformats.org/drawingml/2006/main">
            <a:off x="4429721" y="2994864"/>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659">
            <a:solidFill>
              <a:srgbClr val="C0453C"/>
            </a:solidFill>
            <a:prstDash val="solid"/>
          </a:ln>
        </p:spPr>
      </p:sp>
      <p:sp>
        <p:nvSpPr>
          <p:cNvPr id="79" name="Editable chart path">
            <a:extLst xmlns:a="http://schemas.openxmlformats.org/drawingml/2006/main">
              <a:ext uri="{FF2B5EF4-FFF2-40B4-BE49-F238E27FC236}">
                <a16:creationId xmlns:a16="http://schemas.microsoft.com/office/drawing/2014/main" id="{6334EEA5-2B6B-4F12-8073-C99E087227D5}"/>
              </a:ext>
            </a:extLst>
          </p:cNvPr>
          <p:cNvSpPr>
            <a:spLocks xmlns:a="http://schemas.openxmlformats.org/drawingml/2006/main" noGrp="1"/>
          </p:cNvSpPr>
          <p:nvPr/>
        </p:nvSpPr>
        <p:spPr>
          <a:xfrm xmlns:a="http://schemas.openxmlformats.org/drawingml/2006/main">
            <a:off x="4474019" y="3336874"/>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659">
            <a:solidFill>
              <a:srgbClr val="C0453C"/>
            </a:solidFill>
            <a:prstDash val="solid"/>
          </a:ln>
        </p:spPr>
      </p:sp>
      <p:sp>
        <p:nvSpPr>
          <p:cNvPr id="80" name="Editable chart path">
            <a:extLst xmlns:a="http://schemas.openxmlformats.org/drawingml/2006/main">
              <a:ext uri="{FF2B5EF4-FFF2-40B4-BE49-F238E27FC236}">
                <a16:creationId xmlns:a16="http://schemas.microsoft.com/office/drawing/2014/main" id="{1925D8FE-184F-4C40-B691-67377A212C9D}"/>
              </a:ext>
            </a:extLst>
          </p:cNvPr>
          <p:cNvSpPr>
            <a:spLocks xmlns:a="http://schemas.openxmlformats.org/drawingml/2006/main" noGrp="1"/>
          </p:cNvSpPr>
          <p:nvPr/>
        </p:nvSpPr>
        <p:spPr>
          <a:xfrm xmlns:a="http://schemas.openxmlformats.org/drawingml/2006/main">
            <a:off x="3996275" y="3678885"/>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659">
            <a:solidFill>
              <a:srgbClr val="C0453C"/>
            </a:solidFill>
            <a:prstDash val="solid"/>
          </a:ln>
        </p:spPr>
      </p:sp>
      <p:sp>
        <p:nvSpPr>
          <p:cNvPr id="81" name="Editable chart path">
            <a:extLst xmlns:a="http://schemas.openxmlformats.org/drawingml/2006/main">
              <a:ext uri="{FF2B5EF4-FFF2-40B4-BE49-F238E27FC236}">
                <a16:creationId xmlns:a16="http://schemas.microsoft.com/office/drawing/2014/main" id="{391EDA35-7F2A-4E6A-86A2-A259EBB37A4C}"/>
              </a:ext>
            </a:extLst>
          </p:cNvPr>
          <p:cNvSpPr>
            <a:spLocks xmlns:a="http://schemas.openxmlformats.org/drawingml/2006/main" noGrp="1"/>
          </p:cNvSpPr>
          <p:nvPr/>
        </p:nvSpPr>
        <p:spPr>
          <a:xfrm xmlns:a="http://schemas.openxmlformats.org/drawingml/2006/main">
            <a:off x="4111759" y="4020895"/>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659">
            <a:solidFill>
              <a:srgbClr val="C0453C"/>
            </a:solidFill>
            <a:prstDash val="solid"/>
          </a:ln>
        </p:spPr>
      </p:sp>
      <p:sp>
        <p:nvSpPr>
          <p:cNvPr id="82" name="Editable chart path">
            <a:extLst xmlns:a="http://schemas.openxmlformats.org/drawingml/2006/main">
              <a:ext uri="{FF2B5EF4-FFF2-40B4-BE49-F238E27FC236}">
                <a16:creationId xmlns:a16="http://schemas.microsoft.com/office/drawing/2014/main" id="{BD606BCA-12B9-4D10-8274-8699C925E1B5}"/>
              </a:ext>
            </a:extLst>
          </p:cNvPr>
          <p:cNvSpPr>
            <a:spLocks xmlns:a="http://schemas.openxmlformats.org/drawingml/2006/main" noGrp="1"/>
          </p:cNvSpPr>
          <p:nvPr/>
        </p:nvSpPr>
        <p:spPr>
          <a:xfrm xmlns:a="http://schemas.openxmlformats.org/drawingml/2006/main">
            <a:off x="4093780" y="4362906"/>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659">
            <a:solidFill>
              <a:srgbClr val="C0453C"/>
            </a:solidFill>
            <a:prstDash val="solid"/>
          </a:ln>
        </p:spPr>
      </p:sp>
      <p:sp>
        <p:nvSpPr>
          <p:cNvPr id="83" name="Editable chart path">
            <a:extLst xmlns:a="http://schemas.openxmlformats.org/drawingml/2006/main">
              <a:ext uri="{FF2B5EF4-FFF2-40B4-BE49-F238E27FC236}">
                <a16:creationId xmlns:a16="http://schemas.microsoft.com/office/drawing/2014/main" id="{86EC86F9-C1DE-4FDB-A92D-45E1134FB56A}"/>
              </a:ext>
            </a:extLst>
          </p:cNvPr>
          <p:cNvSpPr>
            <a:spLocks xmlns:a="http://schemas.openxmlformats.org/drawingml/2006/main" noGrp="1"/>
          </p:cNvSpPr>
          <p:nvPr/>
        </p:nvSpPr>
        <p:spPr>
          <a:xfrm xmlns:a="http://schemas.openxmlformats.org/drawingml/2006/main">
            <a:off x="4795729" y="4704916"/>
            <a:ext cx="38637" cy="38637"/>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659">
            <a:solidFill>
              <a:srgbClr val="C0453C"/>
            </a:solidFill>
            <a:prstDash val="solid"/>
          </a:ln>
        </p:spPr>
      </p:sp>
      <p:sp>
        <p:nvSpPr>
          <p:cNvPr id="84" name="Editable chart path">
            <a:extLst xmlns:a="http://schemas.openxmlformats.org/drawingml/2006/main">
              <a:ext uri="{FF2B5EF4-FFF2-40B4-BE49-F238E27FC236}">
                <a16:creationId xmlns:a16="http://schemas.microsoft.com/office/drawing/2014/main" id="{302F79B4-2C11-471C-880C-9C71135DEBBD}"/>
              </a:ext>
            </a:extLst>
          </p:cNvPr>
          <p:cNvSpPr>
            <a:spLocks xmlns:a="http://schemas.openxmlformats.org/drawingml/2006/main" noGrp="1"/>
          </p:cNvSpPr>
          <p:nvPr/>
        </p:nvSpPr>
        <p:spPr>
          <a:xfrm xmlns:a="http://schemas.openxmlformats.org/drawingml/2006/main">
            <a:off x="2446213" y="2456705"/>
            <a:ext cx="95" cy="2394073"/>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727">
            <a:solidFill>
              <a:srgbClr val="5A6683"/>
            </a:solidFill>
            <a:prstDash val="solid"/>
          </a:ln>
        </p:spPr>
      </p:sp>
      <p:sp>
        <p:nvSpPr>
          <p:cNvPr id="85" name="Editable chart path">
            <a:extLst xmlns:a="http://schemas.openxmlformats.org/drawingml/2006/main">
              <a:ext uri="{FF2B5EF4-FFF2-40B4-BE49-F238E27FC236}">
                <a16:creationId xmlns:a16="http://schemas.microsoft.com/office/drawing/2014/main" id="{E5283E8E-91EE-40CA-BA1C-D96CBC29CEC7}"/>
              </a:ext>
            </a:extLst>
          </p:cNvPr>
          <p:cNvSpPr>
            <a:spLocks xmlns:a="http://schemas.openxmlformats.org/drawingml/2006/main" noGrp="1"/>
          </p:cNvSpPr>
          <p:nvPr/>
        </p:nvSpPr>
        <p:spPr>
          <a:xfrm xmlns:a="http://schemas.openxmlformats.org/drawingml/2006/main">
            <a:off x="4760934" y="2456705"/>
            <a:ext cx="95" cy="2394073"/>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6761">
            <a:solidFill>
              <a:srgbClr val="5A6683"/>
            </a:solidFill>
            <a:prstDash val="dash"/>
          </a:ln>
        </p:spPr>
      </p:sp>
      <p:sp>
        <p:nvSpPr>
          <p:cNvPr id="86" name="Editable chart path">
            <a:extLst xmlns:a="http://schemas.openxmlformats.org/drawingml/2006/main">
              <a:ext uri="{FF2B5EF4-FFF2-40B4-BE49-F238E27FC236}">
                <a16:creationId xmlns:a16="http://schemas.microsoft.com/office/drawing/2014/main" id="{66B04666-8205-41D7-81CB-4CBC389B2DDA}"/>
              </a:ext>
            </a:extLst>
          </p:cNvPr>
          <p:cNvSpPr>
            <a:spLocks xmlns:a="http://schemas.openxmlformats.org/drawingml/2006/main" noGrp="1"/>
          </p:cNvSpPr>
          <p:nvPr/>
        </p:nvSpPr>
        <p:spPr>
          <a:xfrm xmlns:a="http://schemas.openxmlformats.org/drawingml/2006/main">
            <a:off x="1948709" y="2456705"/>
            <a:ext cx="95" cy="2394073"/>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727">
            <a:solidFill>
              <a:srgbClr val="5A6683"/>
            </a:solidFill>
            <a:prstDash val="solid"/>
          </a:ln>
        </p:spPr>
      </p:sp>
      <p:sp>
        <p:nvSpPr>
          <p:cNvPr id="87" name="Editable chart path">
            <a:extLst xmlns:a="http://schemas.openxmlformats.org/drawingml/2006/main">
              <a:ext uri="{FF2B5EF4-FFF2-40B4-BE49-F238E27FC236}">
                <a16:creationId xmlns:a16="http://schemas.microsoft.com/office/drawing/2014/main" id="{0FB0271C-9363-441B-A44F-2802270C0ADA}"/>
              </a:ext>
            </a:extLst>
          </p:cNvPr>
          <p:cNvSpPr>
            <a:spLocks xmlns:a="http://schemas.openxmlformats.org/drawingml/2006/main" noGrp="1"/>
          </p:cNvSpPr>
          <p:nvPr/>
        </p:nvSpPr>
        <p:spPr>
          <a:xfrm xmlns:a="http://schemas.openxmlformats.org/drawingml/2006/main">
            <a:off x="1948709" y="4850778"/>
            <a:ext cx="4052041"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7727">
            <a:solidFill>
              <a:srgbClr val="5A6683"/>
            </a:solidFill>
            <a:prstDash val="solid"/>
          </a:ln>
        </p:spPr>
      </p:sp>
      <p:sp>
        <p:nvSpPr>
          <p:cNvPr id="88" name="">
            <a:extLst xmlns:a="http://schemas.openxmlformats.org/drawingml/2006/main">
              <a:ext uri="{FF2B5EF4-FFF2-40B4-BE49-F238E27FC236}">
                <a16:creationId xmlns:a16="http://schemas.microsoft.com/office/drawing/2014/main" id="{700BEDDF-1DF9-43E9-AEB5-D27D44168566}"/>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9" name="">
            <a:extLst xmlns:a="http://schemas.openxmlformats.org/drawingml/2006/main">
              <a:ext uri="{FF2B5EF4-FFF2-40B4-BE49-F238E27FC236}">
                <a16:creationId xmlns:a16="http://schemas.microsoft.com/office/drawing/2014/main" id="{FFFB27C1-97F0-4CE4-89F5-E348EE17DAA9}"/>
              </a:ext>
            </a:extLst>
          </p:cNvPr>
          <p:cNvSpPr>
            <a:spLocks xmlns:a="http://schemas.openxmlformats.org/drawingml/2006/main" noGrp="1"/>
          </p:cNvSpPr>
          <p:nvPr/>
        </p:nvSpPr>
        <p:spPr>
          <a:xfrm xmlns:a="http://schemas.openxmlformats.org/drawingml/2006/main">
            <a:off x="1371600" y="5334000"/>
            <a:ext cx="6213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times</a:t>
            </a:r>
          </a:p>
        </p:txBody>
      </p:sp>
      <p:sp>
        <p:nvSpPr>
          <p:cNvPr id="90" name="">
            <a:extLst xmlns:a="http://schemas.openxmlformats.org/drawingml/2006/main">
              <a:ext uri="{FF2B5EF4-FFF2-40B4-BE49-F238E27FC236}">
                <a16:creationId xmlns:a16="http://schemas.microsoft.com/office/drawing/2014/main" id="{A96D9808-402A-491E-8228-3FC709AA3438}"/>
              </a:ext>
            </a:extLst>
          </p:cNvPr>
          <p:cNvSpPr>
            <a:spLocks xmlns:a="http://schemas.openxmlformats.org/drawingml/2006/main" noGrp="1"/>
          </p:cNvSpPr>
          <p:nvPr/>
        </p:nvSpPr>
        <p:spPr>
          <a:xfrm xmlns:a="http://schemas.openxmlformats.org/drawingml/2006/main">
            <a:off x="2202466"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91" name="">
            <a:extLst xmlns:a="http://schemas.openxmlformats.org/drawingml/2006/main">
              <a:ext uri="{FF2B5EF4-FFF2-40B4-BE49-F238E27FC236}">
                <a16:creationId xmlns:a16="http://schemas.microsoft.com/office/drawing/2014/main" id="{9D4E5DAA-737D-4550-9C49-E7FC537FDDEB}"/>
              </a:ext>
            </a:extLst>
          </p:cNvPr>
          <p:cNvSpPr>
            <a:spLocks xmlns:a="http://schemas.openxmlformats.org/drawingml/2006/main" noGrp="1"/>
          </p:cNvSpPr>
          <p:nvPr/>
        </p:nvSpPr>
        <p:spPr>
          <a:xfrm xmlns:a="http://schemas.openxmlformats.org/drawingml/2006/main">
            <a:off x="2431066" y="5334000"/>
            <a:ext cx="110851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Storm windows</a:t>
            </a:r>
          </a:p>
        </p:txBody>
      </p:sp>
      <p:sp>
        <p:nvSpPr>
          <p:cNvPr id="92" name="">
            <a:extLst xmlns:a="http://schemas.openxmlformats.org/drawingml/2006/main">
              <a:ext uri="{FF2B5EF4-FFF2-40B4-BE49-F238E27FC236}">
                <a16:creationId xmlns:a16="http://schemas.microsoft.com/office/drawing/2014/main" id="{98039BC0-38C4-41F3-A376-00C9CA1763CC}"/>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60 min: log-relative vacant count</a:t>
            </a:r>
          </a:p>
        </p:txBody>
      </p:sp>
      <p:sp>
        <p:nvSpPr>
          <p:cNvPr id="93" name="Editable chart path">
            <a:extLst xmlns:a="http://schemas.openxmlformats.org/drawingml/2006/main">
              <a:ext uri="{FF2B5EF4-FFF2-40B4-BE49-F238E27FC236}">
                <a16:creationId xmlns:a16="http://schemas.microsoft.com/office/drawing/2014/main" id="{AFB2C187-02CD-4BF9-AFB7-77145EEA6001}"/>
              </a:ext>
            </a:extLst>
          </p:cNvPr>
          <p:cNvSpPr>
            <a:spLocks xmlns:a="http://schemas.openxmlformats.org/drawingml/2006/main" noGrp="1"/>
          </p:cNvSpPr>
          <p:nvPr/>
        </p:nvSpPr>
        <p:spPr>
          <a:xfrm xmlns:a="http://schemas.openxmlformats.org/drawingml/2006/main">
            <a:off x="6979539"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4" name="">
            <a:extLst xmlns:a="http://schemas.openxmlformats.org/drawingml/2006/main">
              <a:ext uri="{FF2B5EF4-FFF2-40B4-BE49-F238E27FC236}">
                <a16:creationId xmlns:a16="http://schemas.microsoft.com/office/drawing/2014/main" id="{21300B7D-FABE-4477-B3E4-9D6F8F603BEB}"/>
              </a:ext>
            </a:extLst>
          </p:cNvPr>
          <p:cNvSpPr>
            <a:spLocks xmlns:a="http://schemas.openxmlformats.org/drawingml/2006/main" noGrp="1"/>
          </p:cNvSpPr>
          <p:nvPr/>
        </p:nvSpPr>
        <p:spPr>
          <a:xfrm xmlns:a="http://schemas.openxmlformats.org/drawingml/2006/main" rot="0">
            <a:off x="6907159" y="4922012"/>
            <a:ext cx="1263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95" name="Editable chart path">
            <a:extLst xmlns:a="http://schemas.openxmlformats.org/drawingml/2006/main">
              <a:ext uri="{FF2B5EF4-FFF2-40B4-BE49-F238E27FC236}">
                <a16:creationId xmlns:a16="http://schemas.microsoft.com/office/drawing/2014/main" id="{65B24D67-9DBF-470B-8726-EAFD99B4E9A6}"/>
              </a:ext>
            </a:extLst>
          </p:cNvPr>
          <p:cNvSpPr>
            <a:spLocks xmlns:a="http://schemas.openxmlformats.org/drawingml/2006/main" noGrp="1"/>
          </p:cNvSpPr>
          <p:nvPr/>
        </p:nvSpPr>
        <p:spPr>
          <a:xfrm xmlns:a="http://schemas.openxmlformats.org/drawingml/2006/main">
            <a:off x="7468138"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6" name="">
            <a:extLst xmlns:a="http://schemas.openxmlformats.org/drawingml/2006/main">
              <a:ext uri="{FF2B5EF4-FFF2-40B4-BE49-F238E27FC236}">
                <a16:creationId xmlns:a16="http://schemas.microsoft.com/office/drawing/2014/main" id="{0643871E-FC1D-42C1-A929-D40CB9B4AA5E}"/>
              </a:ext>
            </a:extLst>
          </p:cNvPr>
          <p:cNvSpPr>
            <a:spLocks xmlns:a="http://schemas.openxmlformats.org/drawingml/2006/main" noGrp="1"/>
          </p:cNvSpPr>
          <p:nvPr/>
        </p:nvSpPr>
        <p:spPr>
          <a:xfrm xmlns:a="http://schemas.openxmlformats.org/drawingml/2006/main" rot="0">
            <a:off x="7420020" y="4922012"/>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97" name="Editable chart path">
            <a:extLst xmlns:a="http://schemas.openxmlformats.org/drawingml/2006/main">
              <a:ext uri="{FF2B5EF4-FFF2-40B4-BE49-F238E27FC236}">
                <a16:creationId xmlns:a16="http://schemas.microsoft.com/office/drawing/2014/main" id="{F97C7D6B-D07F-47BD-A0A9-AA1399FFCA06}"/>
              </a:ext>
            </a:extLst>
          </p:cNvPr>
          <p:cNvSpPr>
            <a:spLocks xmlns:a="http://schemas.openxmlformats.org/drawingml/2006/main" noGrp="1"/>
          </p:cNvSpPr>
          <p:nvPr/>
        </p:nvSpPr>
        <p:spPr>
          <a:xfrm xmlns:a="http://schemas.openxmlformats.org/drawingml/2006/main">
            <a:off x="7956738"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8" name="">
            <a:extLst xmlns:a="http://schemas.openxmlformats.org/drawingml/2006/main">
              <a:ext uri="{FF2B5EF4-FFF2-40B4-BE49-F238E27FC236}">
                <a16:creationId xmlns:a16="http://schemas.microsoft.com/office/drawing/2014/main" id="{4773764E-3B53-47BC-8269-8FAC7477551D}"/>
              </a:ext>
            </a:extLst>
          </p:cNvPr>
          <p:cNvSpPr>
            <a:spLocks xmlns:a="http://schemas.openxmlformats.org/drawingml/2006/main" noGrp="1"/>
          </p:cNvSpPr>
          <p:nvPr/>
        </p:nvSpPr>
        <p:spPr>
          <a:xfrm xmlns:a="http://schemas.openxmlformats.org/drawingml/2006/main" rot="0">
            <a:off x="7922838" y="4922012"/>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99" name="Editable chart path">
            <a:extLst xmlns:a="http://schemas.openxmlformats.org/drawingml/2006/main">
              <a:ext uri="{FF2B5EF4-FFF2-40B4-BE49-F238E27FC236}">
                <a16:creationId xmlns:a16="http://schemas.microsoft.com/office/drawing/2014/main" id="{128A394D-95B4-4D4B-A918-2EE8667425B1}"/>
              </a:ext>
            </a:extLst>
          </p:cNvPr>
          <p:cNvSpPr>
            <a:spLocks xmlns:a="http://schemas.openxmlformats.org/drawingml/2006/main" noGrp="1"/>
          </p:cNvSpPr>
          <p:nvPr/>
        </p:nvSpPr>
        <p:spPr>
          <a:xfrm xmlns:a="http://schemas.openxmlformats.org/drawingml/2006/main">
            <a:off x="8445337"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0" name="">
            <a:extLst xmlns:a="http://schemas.openxmlformats.org/drawingml/2006/main">
              <a:ext uri="{FF2B5EF4-FFF2-40B4-BE49-F238E27FC236}">
                <a16:creationId xmlns:a16="http://schemas.microsoft.com/office/drawing/2014/main" id="{2A8323C3-8F34-4AC7-B4F7-81FF63D2A79D}"/>
              </a:ext>
            </a:extLst>
          </p:cNvPr>
          <p:cNvSpPr>
            <a:spLocks xmlns:a="http://schemas.openxmlformats.org/drawingml/2006/main" noGrp="1"/>
          </p:cNvSpPr>
          <p:nvPr/>
        </p:nvSpPr>
        <p:spPr>
          <a:xfrm xmlns:a="http://schemas.openxmlformats.org/drawingml/2006/main" rot="0">
            <a:off x="8399967" y="4922012"/>
            <a:ext cx="8505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a:t>
            </a:r>
          </a:p>
        </p:txBody>
      </p:sp>
      <p:sp>
        <p:nvSpPr>
          <p:cNvPr id="101" name="Editable chart path">
            <a:extLst xmlns:a="http://schemas.openxmlformats.org/drawingml/2006/main">
              <a:ext uri="{FF2B5EF4-FFF2-40B4-BE49-F238E27FC236}">
                <a16:creationId xmlns:a16="http://schemas.microsoft.com/office/drawing/2014/main" id="{D8EAFDDF-2060-4E94-A8EE-D53246BB565E}"/>
              </a:ext>
            </a:extLst>
          </p:cNvPr>
          <p:cNvSpPr>
            <a:spLocks xmlns:a="http://schemas.openxmlformats.org/drawingml/2006/main" noGrp="1"/>
          </p:cNvSpPr>
          <p:nvPr/>
        </p:nvSpPr>
        <p:spPr>
          <a:xfrm xmlns:a="http://schemas.openxmlformats.org/drawingml/2006/main">
            <a:off x="8933936"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2" name="">
            <a:extLst xmlns:a="http://schemas.openxmlformats.org/drawingml/2006/main">
              <a:ext uri="{FF2B5EF4-FFF2-40B4-BE49-F238E27FC236}">
                <a16:creationId xmlns:a16="http://schemas.microsoft.com/office/drawing/2014/main" id="{1615C752-AF29-4180-9502-9D83E18E1C8C}"/>
              </a:ext>
            </a:extLst>
          </p:cNvPr>
          <p:cNvSpPr>
            <a:spLocks xmlns:a="http://schemas.openxmlformats.org/drawingml/2006/main" noGrp="1"/>
          </p:cNvSpPr>
          <p:nvPr/>
        </p:nvSpPr>
        <p:spPr>
          <a:xfrm xmlns:a="http://schemas.openxmlformats.org/drawingml/2006/main" rot="0">
            <a:off x="8888346" y="4922012"/>
            <a:ext cx="8696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a:t>
            </a:r>
          </a:p>
        </p:txBody>
      </p:sp>
      <p:sp>
        <p:nvSpPr>
          <p:cNvPr id="103" name="Editable chart path">
            <a:extLst xmlns:a="http://schemas.openxmlformats.org/drawingml/2006/main">
              <a:ext uri="{FF2B5EF4-FFF2-40B4-BE49-F238E27FC236}">
                <a16:creationId xmlns:a16="http://schemas.microsoft.com/office/drawing/2014/main" id="{DA10EFED-A19A-45E7-949F-6C8CAC2699AF}"/>
              </a:ext>
            </a:extLst>
          </p:cNvPr>
          <p:cNvSpPr>
            <a:spLocks xmlns:a="http://schemas.openxmlformats.org/drawingml/2006/main" noGrp="1"/>
          </p:cNvSpPr>
          <p:nvPr/>
        </p:nvSpPr>
        <p:spPr>
          <a:xfrm xmlns:a="http://schemas.openxmlformats.org/drawingml/2006/main">
            <a:off x="9422536"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4" name="">
            <a:extLst xmlns:a="http://schemas.openxmlformats.org/drawingml/2006/main">
              <a:ext uri="{FF2B5EF4-FFF2-40B4-BE49-F238E27FC236}">
                <a16:creationId xmlns:a16="http://schemas.microsoft.com/office/drawing/2014/main" id="{53E2A5F0-61A6-4D22-A06B-04B2A31A0BAE}"/>
              </a:ext>
            </a:extLst>
          </p:cNvPr>
          <p:cNvSpPr>
            <a:spLocks xmlns:a="http://schemas.openxmlformats.org/drawingml/2006/main" noGrp="1"/>
          </p:cNvSpPr>
          <p:nvPr/>
        </p:nvSpPr>
        <p:spPr>
          <a:xfrm xmlns:a="http://schemas.openxmlformats.org/drawingml/2006/main" rot="0">
            <a:off x="9374365" y="4922012"/>
            <a:ext cx="9258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a:t>
            </a:r>
          </a:p>
        </p:txBody>
      </p:sp>
      <p:sp>
        <p:nvSpPr>
          <p:cNvPr id="105" name="Editable chart path">
            <a:extLst xmlns:a="http://schemas.openxmlformats.org/drawingml/2006/main">
              <a:ext uri="{FF2B5EF4-FFF2-40B4-BE49-F238E27FC236}">
                <a16:creationId xmlns:a16="http://schemas.microsoft.com/office/drawing/2014/main" id="{697D5BF2-15BC-4820-8760-7628E119CD4B}"/>
              </a:ext>
            </a:extLst>
          </p:cNvPr>
          <p:cNvSpPr>
            <a:spLocks xmlns:a="http://schemas.openxmlformats.org/drawingml/2006/main" noGrp="1"/>
          </p:cNvSpPr>
          <p:nvPr/>
        </p:nvSpPr>
        <p:spPr>
          <a:xfrm xmlns:a="http://schemas.openxmlformats.org/drawingml/2006/main">
            <a:off x="9911135"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6" name="">
            <a:extLst xmlns:a="http://schemas.openxmlformats.org/drawingml/2006/main">
              <a:ext uri="{FF2B5EF4-FFF2-40B4-BE49-F238E27FC236}">
                <a16:creationId xmlns:a16="http://schemas.microsoft.com/office/drawing/2014/main" id="{76C71785-679D-40DF-A61B-F21A46E178ED}"/>
              </a:ext>
            </a:extLst>
          </p:cNvPr>
          <p:cNvSpPr>
            <a:spLocks xmlns:a="http://schemas.openxmlformats.org/drawingml/2006/main" noGrp="1"/>
          </p:cNvSpPr>
          <p:nvPr/>
        </p:nvSpPr>
        <p:spPr>
          <a:xfrm xmlns:a="http://schemas.openxmlformats.org/drawingml/2006/main" rot="0">
            <a:off x="9862787" y="4922012"/>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107" name="Editable chart path">
            <a:extLst xmlns:a="http://schemas.openxmlformats.org/drawingml/2006/main">
              <a:ext uri="{FF2B5EF4-FFF2-40B4-BE49-F238E27FC236}">
                <a16:creationId xmlns:a16="http://schemas.microsoft.com/office/drawing/2014/main" id="{3C4CD8FF-BA88-4035-B238-06F7C93E0625}"/>
              </a:ext>
            </a:extLst>
          </p:cNvPr>
          <p:cNvSpPr>
            <a:spLocks xmlns:a="http://schemas.openxmlformats.org/drawingml/2006/main" noGrp="1"/>
          </p:cNvSpPr>
          <p:nvPr/>
        </p:nvSpPr>
        <p:spPr>
          <a:xfrm xmlns:a="http://schemas.openxmlformats.org/drawingml/2006/main">
            <a:off x="10399735"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8" name="">
            <a:extLst xmlns:a="http://schemas.openxmlformats.org/drawingml/2006/main">
              <a:ext uri="{FF2B5EF4-FFF2-40B4-BE49-F238E27FC236}">
                <a16:creationId xmlns:a16="http://schemas.microsoft.com/office/drawing/2014/main" id="{12D750EB-A0FB-47CF-974A-CE44CFE09E3F}"/>
              </a:ext>
            </a:extLst>
          </p:cNvPr>
          <p:cNvSpPr>
            <a:spLocks xmlns:a="http://schemas.openxmlformats.org/drawingml/2006/main" noGrp="1"/>
          </p:cNvSpPr>
          <p:nvPr/>
        </p:nvSpPr>
        <p:spPr>
          <a:xfrm xmlns:a="http://schemas.openxmlformats.org/drawingml/2006/main" rot="0">
            <a:off x="10351321" y="4922012"/>
            <a:ext cx="9344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6</a:t>
            </a:r>
          </a:p>
        </p:txBody>
      </p:sp>
      <p:sp>
        <p:nvSpPr>
          <p:cNvPr id="109" name="">
            <a:extLst xmlns:a="http://schemas.openxmlformats.org/drawingml/2006/main">
              <a:ext uri="{FF2B5EF4-FFF2-40B4-BE49-F238E27FC236}">
                <a16:creationId xmlns:a16="http://schemas.microsoft.com/office/drawing/2014/main" id="{ECE9684B-2175-4AE3-A785-2A56B1EEB5B7}"/>
              </a:ext>
            </a:extLst>
          </p:cNvPr>
          <p:cNvSpPr>
            <a:spLocks xmlns:a="http://schemas.openxmlformats.org/drawingml/2006/main" noGrp="1"/>
          </p:cNvSpPr>
          <p:nvPr/>
        </p:nvSpPr>
        <p:spPr>
          <a:xfrm xmlns:a="http://schemas.openxmlformats.org/drawingml/2006/main" rot="0">
            <a:off x="7777417" y="5069791"/>
            <a:ext cx="18606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Weather gain: % lower MAE</a:t>
            </a:r>
          </a:p>
        </p:txBody>
      </p:sp>
      <p:sp>
        <p:nvSpPr>
          <p:cNvPr id="110" name="Editable chart path">
            <a:extLst xmlns:a="http://schemas.openxmlformats.org/drawingml/2006/main">
              <a:ext uri="{FF2B5EF4-FFF2-40B4-BE49-F238E27FC236}">
                <a16:creationId xmlns:a16="http://schemas.microsoft.com/office/drawing/2014/main" id="{CF5923FC-80A8-42F2-A8DE-BD8B0A4D7558}"/>
              </a:ext>
            </a:extLst>
          </p:cNvPr>
          <p:cNvSpPr>
            <a:spLocks xmlns:a="http://schemas.openxmlformats.org/drawingml/2006/main" noGrp="1"/>
          </p:cNvSpPr>
          <p:nvPr/>
        </p:nvSpPr>
        <p:spPr>
          <a:xfrm xmlns:a="http://schemas.openxmlformats.org/drawingml/2006/main">
            <a:off x="6569506" y="2561868"/>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1" name="Editable chart path">
            <a:extLst xmlns:a="http://schemas.openxmlformats.org/drawingml/2006/main">
              <a:ext uri="{FF2B5EF4-FFF2-40B4-BE49-F238E27FC236}">
                <a16:creationId xmlns:a16="http://schemas.microsoft.com/office/drawing/2014/main" id="{C766B2AF-4818-402B-B29D-DF5A5B5CDF7D}"/>
              </a:ext>
            </a:extLst>
          </p:cNvPr>
          <p:cNvSpPr>
            <a:spLocks xmlns:a="http://schemas.openxmlformats.org/drawingml/2006/main" noGrp="1"/>
          </p:cNvSpPr>
          <p:nvPr/>
        </p:nvSpPr>
        <p:spPr>
          <a:xfrm xmlns:a="http://schemas.openxmlformats.org/drawingml/2006/main">
            <a:off x="6533799" y="2561868"/>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2" name="Editable chart path">
            <a:extLst xmlns:a="http://schemas.openxmlformats.org/drawingml/2006/main">
              <a:ext uri="{FF2B5EF4-FFF2-40B4-BE49-F238E27FC236}">
                <a16:creationId xmlns:a16="http://schemas.microsoft.com/office/drawing/2014/main" id="{EEBC8847-D1ED-4CC0-BF7E-9D94DACF75DC}"/>
              </a:ext>
            </a:extLst>
          </p:cNvPr>
          <p:cNvSpPr>
            <a:spLocks xmlns:a="http://schemas.openxmlformats.org/drawingml/2006/main" noGrp="1"/>
          </p:cNvSpPr>
          <p:nvPr/>
        </p:nvSpPr>
        <p:spPr>
          <a:xfrm xmlns:a="http://schemas.openxmlformats.org/drawingml/2006/main">
            <a:off x="6569506" y="2923104"/>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3" name="Editable chart path">
            <a:extLst xmlns:a="http://schemas.openxmlformats.org/drawingml/2006/main">
              <a:ext uri="{FF2B5EF4-FFF2-40B4-BE49-F238E27FC236}">
                <a16:creationId xmlns:a16="http://schemas.microsoft.com/office/drawing/2014/main" id="{1D55C531-D81B-492F-9B19-9537CA350ECF}"/>
              </a:ext>
            </a:extLst>
          </p:cNvPr>
          <p:cNvSpPr>
            <a:spLocks xmlns:a="http://schemas.openxmlformats.org/drawingml/2006/main" noGrp="1"/>
          </p:cNvSpPr>
          <p:nvPr/>
        </p:nvSpPr>
        <p:spPr>
          <a:xfrm xmlns:a="http://schemas.openxmlformats.org/drawingml/2006/main">
            <a:off x="6533799" y="2923104"/>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4" name="Editable chart path">
            <a:extLst xmlns:a="http://schemas.openxmlformats.org/drawingml/2006/main">
              <a:ext uri="{FF2B5EF4-FFF2-40B4-BE49-F238E27FC236}">
                <a16:creationId xmlns:a16="http://schemas.microsoft.com/office/drawing/2014/main" id="{C86E1E2A-6C1B-438B-BD2E-EB0C8A36F930}"/>
              </a:ext>
            </a:extLst>
          </p:cNvPr>
          <p:cNvSpPr>
            <a:spLocks xmlns:a="http://schemas.openxmlformats.org/drawingml/2006/main" noGrp="1"/>
          </p:cNvSpPr>
          <p:nvPr/>
        </p:nvSpPr>
        <p:spPr>
          <a:xfrm xmlns:a="http://schemas.openxmlformats.org/drawingml/2006/main">
            <a:off x="6569506" y="3284340"/>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5" name="Editable chart path">
            <a:extLst xmlns:a="http://schemas.openxmlformats.org/drawingml/2006/main">
              <a:ext uri="{FF2B5EF4-FFF2-40B4-BE49-F238E27FC236}">
                <a16:creationId xmlns:a16="http://schemas.microsoft.com/office/drawing/2014/main" id="{87DCDC63-24AF-4DE2-A154-AB9140D17830}"/>
              </a:ext>
            </a:extLst>
          </p:cNvPr>
          <p:cNvSpPr>
            <a:spLocks xmlns:a="http://schemas.openxmlformats.org/drawingml/2006/main" noGrp="1"/>
          </p:cNvSpPr>
          <p:nvPr/>
        </p:nvSpPr>
        <p:spPr>
          <a:xfrm xmlns:a="http://schemas.openxmlformats.org/drawingml/2006/main">
            <a:off x="6533799" y="3284340"/>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6" name="Editable chart path">
            <a:extLst xmlns:a="http://schemas.openxmlformats.org/drawingml/2006/main">
              <a:ext uri="{FF2B5EF4-FFF2-40B4-BE49-F238E27FC236}">
                <a16:creationId xmlns:a16="http://schemas.microsoft.com/office/drawing/2014/main" id="{D2A0C9B4-0BEF-45A7-B6F1-9050BDAB2A52}"/>
              </a:ext>
            </a:extLst>
          </p:cNvPr>
          <p:cNvSpPr>
            <a:spLocks xmlns:a="http://schemas.openxmlformats.org/drawingml/2006/main" noGrp="1"/>
          </p:cNvSpPr>
          <p:nvPr/>
        </p:nvSpPr>
        <p:spPr>
          <a:xfrm xmlns:a="http://schemas.openxmlformats.org/drawingml/2006/main">
            <a:off x="6569506" y="3645576"/>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7" name="Editable chart path">
            <a:extLst xmlns:a="http://schemas.openxmlformats.org/drawingml/2006/main">
              <a:ext uri="{FF2B5EF4-FFF2-40B4-BE49-F238E27FC236}">
                <a16:creationId xmlns:a16="http://schemas.microsoft.com/office/drawing/2014/main" id="{F71BFACF-5D93-4B49-8159-C1C501719A86}"/>
              </a:ext>
            </a:extLst>
          </p:cNvPr>
          <p:cNvSpPr>
            <a:spLocks xmlns:a="http://schemas.openxmlformats.org/drawingml/2006/main" noGrp="1"/>
          </p:cNvSpPr>
          <p:nvPr/>
        </p:nvSpPr>
        <p:spPr>
          <a:xfrm xmlns:a="http://schemas.openxmlformats.org/drawingml/2006/main">
            <a:off x="6533799" y="3645576"/>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8" name="Editable chart path">
            <a:extLst xmlns:a="http://schemas.openxmlformats.org/drawingml/2006/main">
              <a:ext uri="{FF2B5EF4-FFF2-40B4-BE49-F238E27FC236}">
                <a16:creationId xmlns:a16="http://schemas.microsoft.com/office/drawing/2014/main" id="{D8CD7610-33A9-42A4-805B-8840307826C0}"/>
              </a:ext>
            </a:extLst>
          </p:cNvPr>
          <p:cNvSpPr>
            <a:spLocks xmlns:a="http://schemas.openxmlformats.org/drawingml/2006/main" noGrp="1"/>
          </p:cNvSpPr>
          <p:nvPr/>
        </p:nvSpPr>
        <p:spPr>
          <a:xfrm xmlns:a="http://schemas.openxmlformats.org/drawingml/2006/main">
            <a:off x="6569506" y="4006812"/>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9" name="Editable chart path">
            <a:extLst xmlns:a="http://schemas.openxmlformats.org/drawingml/2006/main">
              <a:ext uri="{FF2B5EF4-FFF2-40B4-BE49-F238E27FC236}">
                <a16:creationId xmlns:a16="http://schemas.microsoft.com/office/drawing/2014/main" id="{95C952AF-3E1D-48F2-A220-F50B369AC964}"/>
              </a:ext>
            </a:extLst>
          </p:cNvPr>
          <p:cNvSpPr>
            <a:spLocks xmlns:a="http://schemas.openxmlformats.org/drawingml/2006/main" noGrp="1"/>
          </p:cNvSpPr>
          <p:nvPr/>
        </p:nvSpPr>
        <p:spPr>
          <a:xfrm xmlns:a="http://schemas.openxmlformats.org/drawingml/2006/main">
            <a:off x="6533799" y="4006812"/>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20" name="Editable chart path">
            <a:extLst xmlns:a="http://schemas.openxmlformats.org/drawingml/2006/main">
              <a:ext uri="{FF2B5EF4-FFF2-40B4-BE49-F238E27FC236}">
                <a16:creationId xmlns:a16="http://schemas.microsoft.com/office/drawing/2014/main" id="{2EC1610B-EAE1-4D32-AACE-0D11FD9205E6}"/>
              </a:ext>
            </a:extLst>
          </p:cNvPr>
          <p:cNvSpPr>
            <a:spLocks xmlns:a="http://schemas.openxmlformats.org/drawingml/2006/main" noGrp="1"/>
          </p:cNvSpPr>
          <p:nvPr/>
        </p:nvSpPr>
        <p:spPr>
          <a:xfrm xmlns:a="http://schemas.openxmlformats.org/drawingml/2006/main">
            <a:off x="6569506" y="4368048"/>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21" name="Editable chart path">
            <a:extLst xmlns:a="http://schemas.openxmlformats.org/drawingml/2006/main">
              <a:ext uri="{FF2B5EF4-FFF2-40B4-BE49-F238E27FC236}">
                <a16:creationId xmlns:a16="http://schemas.microsoft.com/office/drawing/2014/main" id="{F56A7D06-A0B3-49C0-AF4B-2D979C6E2A67}"/>
              </a:ext>
            </a:extLst>
          </p:cNvPr>
          <p:cNvSpPr>
            <a:spLocks xmlns:a="http://schemas.openxmlformats.org/drawingml/2006/main" noGrp="1"/>
          </p:cNvSpPr>
          <p:nvPr/>
        </p:nvSpPr>
        <p:spPr>
          <a:xfrm xmlns:a="http://schemas.openxmlformats.org/drawingml/2006/main">
            <a:off x="6533799" y="4368048"/>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22" name="Editable chart path">
            <a:extLst xmlns:a="http://schemas.openxmlformats.org/drawingml/2006/main">
              <a:ext uri="{FF2B5EF4-FFF2-40B4-BE49-F238E27FC236}">
                <a16:creationId xmlns:a16="http://schemas.microsoft.com/office/drawing/2014/main" id="{EF099278-AD5D-4F7A-9513-370F051961A2}"/>
              </a:ext>
            </a:extLst>
          </p:cNvPr>
          <p:cNvSpPr>
            <a:spLocks xmlns:a="http://schemas.openxmlformats.org/drawingml/2006/main" noGrp="1"/>
          </p:cNvSpPr>
          <p:nvPr/>
        </p:nvSpPr>
        <p:spPr>
          <a:xfrm xmlns:a="http://schemas.openxmlformats.org/drawingml/2006/main">
            <a:off x="6569506" y="4729284"/>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23" name="Editable chart path">
            <a:extLst xmlns:a="http://schemas.openxmlformats.org/drawingml/2006/main">
              <a:ext uri="{FF2B5EF4-FFF2-40B4-BE49-F238E27FC236}">
                <a16:creationId xmlns:a16="http://schemas.microsoft.com/office/drawing/2014/main" id="{B192C6A6-B12A-4194-81B4-C5FC58C13051}"/>
              </a:ext>
            </a:extLst>
          </p:cNvPr>
          <p:cNvSpPr>
            <a:spLocks xmlns:a="http://schemas.openxmlformats.org/drawingml/2006/main" noGrp="1"/>
          </p:cNvSpPr>
          <p:nvPr/>
        </p:nvSpPr>
        <p:spPr>
          <a:xfrm xmlns:a="http://schemas.openxmlformats.org/drawingml/2006/main">
            <a:off x="6533799" y="4729284"/>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24" name="Editable chart path">
            <a:extLst xmlns:a="http://schemas.openxmlformats.org/drawingml/2006/main">
              <a:ext uri="{FF2B5EF4-FFF2-40B4-BE49-F238E27FC236}">
                <a16:creationId xmlns:a16="http://schemas.microsoft.com/office/drawing/2014/main" id="{AB747A7E-377D-41DD-BBFF-1B9ABE8C5D2C}"/>
              </a:ext>
            </a:extLst>
          </p:cNvPr>
          <p:cNvSpPr>
            <a:spLocks xmlns:a="http://schemas.openxmlformats.org/drawingml/2006/main" noGrp="1"/>
          </p:cNvSpPr>
          <p:nvPr/>
        </p:nvSpPr>
        <p:spPr>
          <a:xfrm xmlns:a="http://schemas.openxmlformats.org/drawingml/2006/main">
            <a:off x="7492668" y="2514907"/>
            <a:ext cx="114786" cy="95"/>
          </a:xfrm>
          <a:custGeom xmlns:a="http://schemas.openxmlformats.org/drawingml/2006/main">
            <a:pathLst>
              <a:path w="107167" h="95">
                <a:moveTo>
                  <a:pt x="0" y="0"/>
                </a:moveTo>
                <a:lnTo>
                  <a:pt x="107167" y="0"/>
                </a:lnTo>
              </a:path>
            </a:pathLst>
          </a:custGeom>
          <a:noFill xmlns:a="http://schemas.openxmlformats.org/drawingml/2006/main"/>
          <a:ln xmlns:a="http://schemas.openxmlformats.org/drawingml/2006/main" w="11222">
            <a:solidFill>
              <a:srgbClr val="2C5EAA"/>
            </a:solidFill>
            <a:prstDash val="solid"/>
          </a:ln>
        </p:spPr>
      </p:sp>
      <p:sp>
        <p:nvSpPr>
          <p:cNvPr id="125" name="Editable chart path">
            <a:extLst xmlns:a="http://schemas.openxmlformats.org/drawingml/2006/main">
              <a:ext uri="{FF2B5EF4-FFF2-40B4-BE49-F238E27FC236}">
                <a16:creationId xmlns:a16="http://schemas.microsoft.com/office/drawing/2014/main" id="{9FD52C69-B714-463A-A628-0B9849BD8BE2}"/>
              </a:ext>
            </a:extLst>
          </p:cNvPr>
          <p:cNvSpPr>
            <a:spLocks xmlns:a="http://schemas.openxmlformats.org/drawingml/2006/main" noGrp="1"/>
          </p:cNvSpPr>
          <p:nvPr/>
        </p:nvSpPr>
        <p:spPr>
          <a:xfrm xmlns:a="http://schemas.openxmlformats.org/drawingml/2006/main">
            <a:off x="7073150" y="2876143"/>
            <a:ext cx="184959" cy="95"/>
          </a:xfrm>
          <a:custGeom xmlns:a="http://schemas.openxmlformats.org/drawingml/2006/main">
            <a:pathLst>
              <a:path w="172682" h="95">
                <a:moveTo>
                  <a:pt x="0" y="0"/>
                </a:moveTo>
                <a:lnTo>
                  <a:pt x="172682" y="0"/>
                </a:lnTo>
              </a:path>
            </a:pathLst>
          </a:custGeom>
          <a:noFill xmlns:a="http://schemas.openxmlformats.org/drawingml/2006/main"/>
          <a:ln xmlns:a="http://schemas.openxmlformats.org/drawingml/2006/main" w="11222">
            <a:solidFill>
              <a:srgbClr val="2C5EAA"/>
            </a:solidFill>
            <a:prstDash val="solid"/>
          </a:ln>
        </p:spPr>
      </p:sp>
      <p:sp>
        <p:nvSpPr>
          <p:cNvPr id="126" name="Editable chart path">
            <a:extLst xmlns:a="http://schemas.openxmlformats.org/drawingml/2006/main">
              <a:ext uri="{FF2B5EF4-FFF2-40B4-BE49-F238E27FC236}">
                <a16:creationId xmlns:a16="http://schemas.microsoft.com/office/drawing/2014/main" id="{1A8964BC-7701-4736-9544-691D904DCF8E}"/>
              </a:ext>
            </a:extLst>
          </p:cNvPr>
          <p:cNvSpPr>
            <a:spLocks xmlns:a="http://schemas.openxmlformats.org/drawingml/2006/main" noGrp="1"/>
          </p:cNvSpPr>
          <p:nvPr/>
        </p:nvSpPr>
        <p:spPr>
          <a:xfrm xmlns:a="http://schemas.openxmlformats.org/drawingml/2006/main">
            <a:off x="6764044" y="3237379"/>
            <a:ext cx="231826" cy="95"/>
          </a:xfrm>
          <a:custGeom xmlns:a="http://schemas.openxmlformats.org/drawingml/2006/main">
            <a:pathLst>
              <a:path w="216437" h="95">
                <a:moveTo>
                  <a:pt x="0" y="0"/>
                </a:moveTo>
                <a:lnTo>
                  <a:pt x="216437" y="0"/>
                </a:lnTo>
              </a:path>
            </a:pathLst>
          </a:custGeom>
          <a:noFill xmlns:a="http://schemas.openxmlformats.org/drawingml/2006/main"/>
          <a:ln xmlns:a="http://schemas.openxmlformats.org/drawingml/2006/main" w="11222">
            <a:solidFill>
              <a:srgbClr val="2C5EAA"/>
            </a:solidFill>
            <a:prstDash val="solid"/>
          </a:ln>
        </p:spPr>
      </p:sp>
      <p:sp>
        <p:nvSpPr>
          <p:cNvPr id="127" name="Editable chart path">
            <a:extLst xmlns:a="http://schemas.openxmlformats.org/drawingml/2006/main">
              <a:ext uri="{FF2B5EF4-FFF2-40B4-BE49-F238E27FC236}">
                <a16:creationId xmlns:a16="http://schemas.microsoft.com/office/drawing/2014/main" id="{D0286B96-4F05-4189-855E-C284F257F607}"/>
              </a:ext>
            </a:extLst>
          </p:cNvPr>
          <p:cNvSpPr>
            <a:spLocks xmlns:a="http://schemas.openxmlformats.org/drawingml/2006/main" noGrp="1"/>
          </p:cNvSpPr>
          <p:nvPr/>
        </p:nvSpPr>
        <p:spPr>
          <a:xfrm xmlns:a="http://schemas.openxmlformats.org/drawingml/2006/main">
            <a:off x="7561338" y="3598615"/>
            <a:ext cx="230296" cy="95"/>
          </a:xfrm>
          <a:custGeom xmlns:a="http://schemas.openxmlformats.org/drawingml/2006/main">
            <a:pathLst>
              <a:path w="215010" h="95">
                <a:moveTo>
                  <a:pt x="0" y="0"/>
                </a:moveTo>
                <a:lnTo>
                  <a:pt x="215010" y="0"/>
                </a:lnTo>
              </a:path>
            </a:pathLst>
          </a:custGeom>
          <a:noFill xmlns:a="http://schemas.openxmlformats.org/drawingml/2006/main"/>
          <a:ln xmlns:a="http://schemas.openxmlformats.org/drawingml/2006/main" w="11222">
            <a:solidFill>
              <a:srgbClr val="2C5EAA"/>
            </a:solidFill>
            <a:prstDash val="solid"/>
          </a:ln>
        </p:spPr>
      </p:sp>
      <p:sp>
        <p:nvSpPr>
          <p:cNvPr id="128" name="Editable chart path">
            <a:extLst xmlns:a="http://schemas.openxmlformats.org/drawingml/2006/main">
              <a:ext uri="{FF2B5EF4-FFF2-40B4-BE49-F238E27FC236}">
                <a16:creationId xmlns:a16="http://schemas.microsoft.com/office/drawing/2014/main" id="{6F76E61E-38B6-43D6-B5B5-05372F9B3E4B}"/>
              </a:ext>
            </a:extLst>
          </p:cNvPr>
          <p:cNvSpPr>
            <a:spLocks xmlns:a="http://schemas.openxmlformats.org/drawingml/2006/main" noGrp="1"/>
          </p:cNvSpPr>
          <p:nvPr/>
        </p:nvSpPr>
        <p:spPr>
          <a:xfrm xmlns:a="http://schemas.openxmlformats.org/drawingml/2006/main">
            <a:off x="7786791" y="3959851"/>
            <a:ext cx="193804" cy="95"/>
          </a:xfrm>
          <a:custGeom xmlns:a="http://schemas.openxmlformats.org/drawingml/2006/main">
            <a:pathLst>
              <a:path w="180940" h="95">
                <a:moveTo>
                  <a:pt x="0" y="0"/>
                </a:moveTo>
                <a:lnTo>
                  <a:pt x="180940" y="0"/>
                </a:lnTo>
              </a:path>
            </a:pathLst>
          </a:custGeom>
          <a:noFill xmlns:a="http://schemas.openxmlformats.org/drawingml/2006/main"/>
          <a:ln xmlns:a="http://schemas.openxmlformats.org/drawingml/2006/main" w="11222">
            <a:solidFill>
              <a:srgbClr val="2C5EAA"/>
            </a:solidFill>
            <a:prstDash val="solid"/>
          </a:ln>
        </p:spPr>
      </p:sp>
      <p:sp>
        <p:nvSpPr>
          <p:cNvPr id="129" name="Editable chart path">
            <a:extLst xmlns:a="http://schemas.openxmlformats.org/drawingml/2006/main">
              <a:ext uri="{FF2B5EF4-FFF2-40B4-BE49-F238E27FC236}">
                <a16:creationId xmlns:a16="http://schemas.microsoft.com/office/drawing/2014/main" id="{71C6DBC0-666B-46DC-94D6-142D4B3E9F6B}"/>
              </a:ext>
            </a:extLst>
          </p:cNvPr>
          <p:cNvSpPr>
            <a:spLocks xmlns:a="http://schemas.openxmlformats.org/drawingml/2006/main" noGrp="1"/>
          </p:cNvSpPr>
          <p:nvPr/>
        </p:nvSpPr>
        <p:spPr>
          <a:xfrm xmlns:a="http://schemas.openxmlformats.org/drawingml/2006/main">
            <a:off x="8002217" y="4321088"/>
            <a:ext cx="203163" cy="95"/>
          </a:xfrm>
          <a:custGeom xmlns:a="http://schemas.openxmlformats.org/drawingml/2006/main">
            <a:pathLst>
              <a:path w="189678" h="95">
                <a:moveTo>
                  <a:pt x="0" y="0"/>
                </a:moveTo>
                <a:lnTo>
                  <a:pt x="189678" y="0"/>
                </a:lnTo>
              </a:path>
            </a:pathLst>
          </a:custGeom>
          <a:noFill xmlns:a="http://schemas.openxmlformats.org/drawingml/2006/main"/>
          <a:ln xmlns:a="http://schemas.openxmlformats.org/drawingml/2006/main" w="11222">
            <a:solidFill>
              <a:srgbClr val="2C5EAA"/>
            </a:solidFill>
            <a:prstDash val="solid"/>
          </a:ln>
        </p:spPr>
      </p:sp>
      <p:sp>
        <p:nvSpPr>
          <p:cNvPr id="130" name="Editable chart path">
            <a:extLst xmlns:a="http://schemas.openxmlformats.org/drawingml/2006/main">
              <a:ext uri="{FF2B5EF4-FFF2-40B4-BE49-F238E27FC236}">
                <a16:creationId xmlns:a16="http://schemas.microsoft.com/office/drawing/2014/main" id="{3D2DEF20-6D6E-43CC-8311-6282F4909922}"/>
              </a:ext>
            </a:extLst>
          </p:cNvPr>
          <p:cNvSpPr>
            <a:spLocks xmlns:a="http://schemas.openxmlformats.org/drawingml/2006/main" noGrp="1"/>
          </p:cNvSpPr>
          <p:nvPr/>
        </p:nvSpPr>
        <p:spPr>
          <a:xfrm xmlns:a="http://schemas.openxmlformats.org/drawingml/2006/main">
            <a:off x="7636139" y="4682324"/>
            <a:ext cx="178351" cy="95"/>
          </a:xfrm>
          <a:custGeom xmlns:a="http://schemas.openxmlformats.org/drawingml/2006/main">
            <a:pathLst>
              <a:path w="166513" h="95">
                <a:moveTo>
                  <a:pt x="0" y="0"/>
                </a:moveTo>
                <a:lnTo>
                  <a:pt x="166513" y="0"/>
                </a:lnTo>
              </a:path>
            </a:pathLst>
          </a:custGeom>
          <a:noFill xmlns:a="http://schemas.openxmlformats.org/drawingml/2006/main"/>
          <a:ln xmlns:a="http://schemas.openxmlformats.org/drawingml/2006/main" w="11222">
            <a:solidFill>
              <a:srgbClr val="2C5EAA"/>
            </a:solidFill>
            <a:prstDash val="solid"/>
          </a:ln>
        </p:spPr>
      </p:sp>
      <p:sp>
        <p:nvSpPr>
          <p:cNvPr id="131" name="Editable chart path">
            <a:extLst xmlns:a="http://schemas.openxmlformats.org/drawingml/2006/main">
              <a:ext uri="{FF2B5EF4-FFF2-40B4-BE49-F238E27FC236}">
                <a16:creationId xmlns:a16="http://schemas.microsoft.com/office/drawing/2014/main" id="{35B1827A-3C31-4240-A318-8F8076394409}"/>
              </a:ext>
            </a:extLst>
          </p:cNvPr>
          <p:cNvSpPr>
            <a:spLocks xmlns:a="http://schemas.openxmlformats.org/drawingml/2006/main" noGrp="1"/>
          </p:cNvSpPr>
          <p:nvPr/>
        </p:nvSpPr>
        <p:spPr>
          <a:xfrm xmlns:a="http://schemas.openxmlformats.org/drawingml/2006/main">
            <a:off x="7531299" y="2494503"/>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2" name="Editable chart path">
            <a:extLst xmlns:a="http://schemas.openxmlformats.org/drawingml/2006/main">
              <a:ext uri="{FF2B5EF4-FFF2-40B4-BE49-F238E27FC236}">
                <a16:creationId xmlns:a16="http://schemas.microsoft.com/office/drawing/2014/main" id="{C88EC849-79E5-485B-BFA8-A7CE711B818C}"/>
              </a:ext>
            </a:extLst>
          </p:cNvPr>
          <p:cNvSpPr>
            <a:spLocks xmlns:a="http://schemas.openxmlformats.org/drawingml/2006/main" noGrp="1"/>
          </p:cNvSpPr>
          <p:nvPr/>
        </p:nvSpPr>
        <p:spPr>
          <a:xfrm xmlns:a="http://schemas.openxmlformats.org/drawingml/2006/main">
            <a:off x="7143671" y="2855739"/>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3" name="Editable chart path">
            <a:extLst xmlns:a="http://schemas.openxmlformats.org/drawingml/2006/main">
              <a:ext uri="{FF2B5EF4-FFF2-40B4-BE49-F238E27FC236}">
                <a16:creationId xmlns:a16="http://schemas.microsoft.com/office/drawing/2014/main" id="{38D22791-48F6-4962-98DF-8A4F9E8A43E1}"/>
              </a:ext>
            </a:extLst>
          </p:cNvPr>
          <p:cNvSpPr>
            <a:spLocks xmlns:a="http://schemas.openxmlformats.org/drawingml/2006/main" noGrp="1"/>
          </p:cNvSpPr>
          <p:nvPr/>
        </p:nvSpPr>
        <p:spPr>
          <a:xfrm xmlns:a="http://schemas.openxmlformats.org/drawingml/2006/main">
            <a:off x="6867318" y="3216975"/>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4" name="Editable chart path">
            <a:extLst xmlns:a="http://schemas.openxmlformats.org/drawingml/2006/main">
              <a:ext uri="{FF2B5EF4-FFF2-40B4-BE49-F238E27FC236}">
                <a16:creationId xmlns:a16="http://schemas.microsoft.com/office/drawing/2014/main" id="{41D37C91-27D3-402A-84CB-348B5B631E08}"/>
              </a:ext>
            </a:extLst>
          </p:cNvPr>
          <p:cNvSpPr>
            <a:spLocks xmlns:a="http://schemas.openxmlformats.org/drawingml/2006/main" noGrp="1"/>
          </p:cNvSpPr>
          <p:nvPr/>
        </p:nvSpPr>
        <p:spPr>
          <a:xfrm xmlns:a="http://schemas.openxmlformats.org/drawingml/2006/main">
            <a:off x="7657618" y="3578211"/>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5" name="Editable chart path">
            <a:extLst xmlns:a="http://schemas.openxmlformats.org/drawingml/2006/main">
              <a:ext uri="{FF2B5EF4-FFF2-40B4-BE49-F238E27FC236}">
                <a16:creationId xmlns:a16="http://schemas.microsoft.com/office/drawing/2014/main" id="{A2129226-562E-46EC-86FE-1B2D426777DA}"/>
              </a:ext>
            </a:extLst>
          </p:cNvPr>
          <p:cNvSpPr>
            <a:spLocks xmlns:a="http://schemas.openxmlformats.org/drawingml/2006/main" noGrp="1"/>
          </p:cNvSpPr>
          <p:nvPr/>
        </p:nvSpPr>
        <p:spPr>
          <a:xfrm xmlns:a="http://schemas.openxmlformats.org/drawingml/2006/main">
            <a:off x="7865336" y="3939447"/>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6" name="Editable chart path">
            <a:extLst xmlns:a="http://schemas.openxmlformats.org/drawingml/2006/main">
              <a:ext uri="{FF2B5EF4-FFF2-40B4-BE49-F238E27FC236}">
                <a16:creationId xmlns:a16="http://schemas.microsoft.com/office/drawing/2014/main" id="{5290AF60-18BB-4B85-96E3-44B423D8A2F3}"/>
              </a:ext>
            </a:extLst>
          </p:cNvPr>
          <p:cNvSpPr>
            <a:spLocks xmlns:a="http://schemas.openxmlformats.org/drawingml/2006/main" noGrp="1"/>
          </p:cNvSpPr>
          <p:nvPr/>
        </p:nvSpPr>
        <p:spPr>
          <a:xfrm xmlns:a="http://schemas.openxmlformats.org/drawingml/2006/main">
            <a:off x="8086006" y="4300683"/>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7" name="Editable chart path">
            <a:extLst xmlns:a="http://schemas.openxmlformats.org/drawingml/2006/main">
              <a:ext uri="{FF2B5EF4-FFF2-40B4-BE49-F238E27FC236}">
                <a16:creationId xmlns:a16="http://schemas.microsoft.com/office/drawing/2014/main" id="{52DDD549-C7A2-49AD-A3EF-F02D7E79CDA6}"/>
              </a:ext>
            </a:extLst>
          </p:cNvPr>
          <p:cNvSpPr>
            <a:spLocks xmlns:a="http://schemas.openxmlformats.org/drawingml/2006/main" noGrp="1"/>
          </p:cNvSpPr>
          <p:nvPr/>
        </p:nvSpPr>
        <p:spPr>
          <a:xfrm xmlns:a="http://schemas.openxmlformats.org/drawingml/2006/main">
            <a:off x="7700390" y="4661919"/>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8" name="Editable chart path">
            <a:extLst xmlns:a="http://schemas.openxmlformats.org/drawingml/2006/main">
              <a:ext uri="{FF2B5EF4-FFF2-40B4-BE49-F238E27FC236}">
                <a16:creationId xmlns:a16="http://schemas.microsoft.com/office/drawing/2014/main" id="{7375C13F-91DE-42C2-9563-DD288E60C486}"/>
              </a:ext>
            </a:extLst>
          </p:cNvPr>
          <p:cNvSpPr>
            <a:spLocks xmlns:a="http://schemas.openxmlformats.org/drawingml/2006/main" noGrp="1"/>
          </p:cNvSpPr>
          <p:nvPr/>
        </p:nvSpPr>
        <p:spPr>
          <a:xfrm xmlns:a="http://schemas.openxmlformats.org/drawingml/2006/main">
            <a:off x="8162055" y="2608829"/>
            <a:ext cx="1477933" cy="95"/>
          </a:xfrm>
          <a:custGeom xmlns:a="http://schemas.openxmlformats.org/drawingml/2006/main">
            <a:pathLst>
              <a:path w="1379830" h="95">
                <a:moveTo>
                  <a:pt x="0" y="0"/>
                </a:moveTo>
                <a:lnTo>
                  <a:pt x="1379830" y="0"/>
                </a:lnTo>
              </a:path>
            </a:pathLst>
          </a:custGeom>
          <a:noFill xmlns:a="http://schemas.openxmlformats.org/drawingml/2006/main"/>
          <a:ln xmlns:a="http://schemas.openxmlformats.org/drawingml/2006/main" w="11222">
            <a:solidFill>
              <a:srgbClr val="C0453C"/>
            </a:solidFill>
            <a:prstDash val="solid"/>
          </a:ln>
        </p:spPr>
      </p:sp>
      <p:sp>
        <p:nvSpPr>
          <p:cNvPr id="139" name="Editable chart path">
            <a:extLst xmlns:a="http://schemas.openxmlformats.org/drawingml/2006/main">
              <a:ext uri="{FF2B5EF4-FFF2-40B4-BE49-F238E27FC236}">
                <a16:creationId xmlns:a16="http://schemas.microsoft.com/office/drawing/2014/main" id="{48FAE0F0-E918-4441-BAE2-3F2EB6A96314}"/>
              </a:ext>
            </a:extLst>
          </p:cNvPr>
          <p:cNvSpPr>
            <a:spLocks xmlns:a="http://schemas.openxmlformats.org/drawingml/2006/main" noGrp="1"/>
          </p:cNvSpPr>
          <p:nvPr/>
        </p:nvSpPr>
        <p:spPr>
          <a:xfrm xmlns:a="http://schemas.openxmlformats.org/drawingml/2006/main">
            <a:off x="8485300" y="2970065"/>
            <a:ext cx="1518777" cy="95"/>
          </a:xfrm>
          <a:custGeom xmlns:a="http://schemas.openxmlformats.org/drawingml/2006/main">
            <a:pathLst>
              <a:path w="1417963" h="95">
                <a:moveTo>
                  <a:pt x="0" y="0"/>
                </a:moveTo>
                <a:lnTo>
                  <a:pt x="1417963" y="0"/>
                </a:lnTo>
              </a:path>
            </a:pathLst>
          </a:custGeom>
          <a:noFill xmlns:a="http://schemas.openxmlformats.org/drawingml/2006/main"/>
          <a:ln xmlns:a="http://schemas.openxmlformats.org/drawingml/2006/main" w="11222">
            <a:solidFill>
              <a:srgbClr val="C0453C"/>
            </a:solidFill>
            <a:prstDash val="solid"/>
          </a:ln>
        </p:spPr>
      </p:sp>
      <p:sp>
        <p:nvSpPr>
          <p:cNvPr id="140" name="Editable chart path">
            <a:extLst xmlns:a="http://schemas.openxmlformats.org/drawingml/2006/main">
              <a:ext uri="{FF2B5EF4-FFF2-40B4-BE49-F238E27FC236}">
                <a16:creationId xmlns:a16="http://schemas.microsoft.com/office/drawing/2014/main" id="{6F23C4CF-D15A-45C4-9E31-AA306EA67403}"/>
              </a:ext>
            </a:extLst>
          </p:cNvPr>
          <p:cNvSpPr>
            <a:spLocks xmlns:a="http://schemas.openxmlformats.org/drawingml/2006/main" noGrp="1"/>
          </p:cNvSpPr>
          <p:nvPr/>
        </p:nvSpPr>
        <p:spPr>
          <a:xfrm xmlns:a="http://schemas.openxmlformats.org/drawingml/2006/main">
            <a:off x="8191607" y="3331301"/>
            <a:ext cx="2463182" cy="95"/>
          </a:xfrm>
          <a:custGeom xmlns:a="http://schemas.openxmlformats.org/drawingml/2006/main">
            <a:pathLst>
              <a:path w="2299680" h="95">
                <a:moveTo>
                  <a:pt x="0" y="0"/>
                </a:moveTo>
                <a:lnTo>
                  <a:pt x="2299680" y="0"/>
                </a:lnTo>
              </a:path>
            </a:pathLst>
          </a:custGeom>
          <a:noFill xmlns:a="http://schemas.openxmlformats.org/drawingml/2006/main"/>
          <a:ln xmlns:a="http://schemas.openxmlformats.org/drawingml/2006/main" w="11222">
            <a:solidFill>
              <a:srgbClr val="C0453C"/>
            </a:solidFill>
            <a:prstDash val="solid"/>
          </a:ln>
        </p:spPr>
      </p:sp>
      <p:sp>
        <p:nvSpPr>
          <p:cNvPr id="141" name="Editable chart path">
            <a:extLst xmlns:a="http://schemas.openxmlformats.org/drawingml/2006/main">
              <a:ext uri="{FF2B5EF4-FFF2-40B4-BE49-F238E27FC236}">
                <a16:creationId xmlns:a16="http://schemas.microsoft.com/office/drawing/2014/main" id="{1DAF7FB9-1A54-4D72-81FE-ED94BC31C37B}"/>
              </a:ext>
            </a:extLst>
          </p:cNvPr>
          <p:cNvSpPr>
            <a:spLocks xmlns:a="http://schemas.openxmlformats.org/drawingml/2006/main" noGrp="1"/>
          </p:cNvSpPr>
          <p:nvPr/>
        </p:nvSpPr>
        <p:spPr>
          <a:xfrm xmlns:a="http://schemas.openxmlformats.org/drawingml/2006/main">
            <a:off x="7492851" y="3692537"/>
            <a:ext cx="2989242" cy="95"/>
          </a:xfrm>
          <a:custGeom xmlns:a="http://schemas.openxmlformats.org/drawingml/2006/main">
            <a:pathLst>
              <a:path w="2790822" h="95">
                <a:moveTo>
                  <a:pt x="0" y="0"/>
                </a:moveTo>
                <a:lnTo>
                  <a:pt x="2790822" y="0"/>
                </a:lnTo>
              </a:path>
            </a:pathLst>
          </a:custGeom>
          <a:noFill xmlns:a="http://schemas.openxmlformats.org/drawingml/2006/main"/>
          <a:ln xmlns:a="http://schemas.openxmlformats.org/drawingml/2006/main" w="11222">
            <a:solidFill>
              <a:srgbClr val="C0453C"/>
            </a:solidFill>
            <a:prstDash val="solid"/>
          </a:ln>
        </p:spPr>
      </p:sp>
      <p:sp>
        <p:nvSpPr>
          <p:cNvPr id="142" name="Editable chart path">
            <a:extLst xmlns:a="http://schemas.openxmlformats.org/drawingml/2006/main">
              <a:ext uri="{FF2B5EF4-FFF2-40B4-BE49-F238E27FC236}">
                <a16:creationId xmlns:a16="http://schemas.microsoft.com/office/drawing/2014/main" id="{FF1534A6-840F-457D-BB98-A4C4CFAF1D01}"/>
              </a:ext>
            </a:extLst>
          </p:cNvPr>
          <p:cNvSpPr>
            <a:spLocks xmlns:a="http://schemas.openxmlformats.org/drawingml/2006/main" noGrp="1"/>
          </p:cNvSpPr>
          <p:nvPr/>
        </p:nvSpPr>
        <p:spPr>
          <a:xfrm xmlns:a="http://schemas.openxmlformats.org/drawingml/2006/main">
            <a:off x="7430312" y="4053773"/>
            <a:ext cx="1797304" cy="95"/>
          </a:xfrm>
          <a:custGeom xmlns:a="http://schemas.openxmlformats.org/drawingml/2006/main">
            <a:pathLst>
              <a:path w="1678002" h="95">
                <a:moveTo>
                  <a:pt x="0" y="0"/>
                </a:moveTo>
                <a:lnTo>
                  <a:pt x="1678002" y="0"/>
                </a:lnTo>
              </a:path>
            </a:pathLst>
          </a:custGeom>
          <a:noFill xmlns:a="http://schemas.openxmlformats.org/drawingml/2006/main"/>
          <a:ln xmlns:a="http://schemas.openxmlformats.org/drawingml/2006/main" w="11222">
            <a:solidFill>
              <a:srgbClr val="C0453C"/>
            </a:solidFill>
            <a:prstDash val="solid"/>
          </a:ln>
        </p:spPr>
      </p:sp>
      <p:sp>
        <p:nvSpPr>
          <p:cNvPr id="143" name="Editable chart path">
            <a:extLst xmlns:a="http://schemas.openxmlformats.org/drawingml/2006/main">
              <a:ext uri="{FF2B5EF4-FFF2-40B4-BE49-F238E27FC236}">
                <a16:creationId xmlns:a16="http://schemas.microsoft.com/office/drawing/2014/main" id="{BA3374F0-A0DE-4C39-9CD5-790A7C861472}"/>
              </a:ext>
            </a:extLst>
          </p:cNvPr>
          <p:cNvSpPr>
            <a:spLocks xmlns:a="http://schemas.openxmlformats.org/drawingml/2006/main" noGrp="1"/>
          </p:cNvSpPr>
          <p:nvPr/>
        </p:nvSpPr>
        <p:spPr>
          <a:xfrm xmlns:a="http://schemas.openxmlformats.org/drawingml/2006/main">
            <a:off x="7798484" y="4415009"/>
            <a:ext cx="1817623" cy="95"/>
          </a:xfrm>
          <a:custGeom xmlns:a="http://schemas.openxmlformats.org/drawingml/2006/main">
            <a:pathLst>
              <a:path w="1696972" h="95">
                <a:moveTo>
                  <a:pt x="0" y="0"/>
                </a:moveTo>
                <a:lnTo>
                  <a:pt x="1696972" y="0"/>
                </a:lnTo>
              </a:path>
            </a:pathLst>
          </a:custGeom>
          <a:noFill xmlns:a="http://schemas.openxmlformats.org/drawingml/2006/main"/>
          <a:ln xmlns:a="http://schemas.openxmlformats.org/drawingml/2006/main" w="11222">
            <a:solidFill>
              <a:srgbClr val="C0453C"/>
            </a:solidFill>
            <a:prstDash val="solid"/>
          </a:ln>
        </p:spPr>
      </p:sp>
      <p:sp>
        <p:nvSpPr>
          <p:cNvPr id="144" name="Editable chart path">
            <a:extLst xmlns:a="http://schemas.openxmlformats.org/drawingml/2006/main">
              <a:ext uri="{FF2B5EF4-FFF2-40B4-BE49-F238E27FC236}">
                <a16:creationId xmlns:a16="http://schemas.microsoft.com/office/drawing/2014/main" id="{7418DFEB-7F8E-41D1-8AEB-46AAB135CAEC}"/>
              </a:ext>
            </a:extLst>
          </p:cNvPr>
          <p:cNvSpPr>
            <a:spLocks xmlns:a="http://schemas.openxmlformats.org/drawingml/2006/main" noGrp="1"/>
          </p:cNvSpPr>
          <p:nvPr/>
        </p:nvSpPr>
        <p:spPr>
          <a:xfrm xmlns:a="http://schemas.openxmlformats.org/drawingml/2006/main">
            <a:off x="7270559" y="4776245"/>
            <a:ext cx="2377641" cy="95"/>
          </a:xfrm>
          <a:custGeom xmlns:a="http://schemas.openxmlformats.org/drawingml/2006/main">
            <a:pathLst>
              <a:path w="2219817" h="95">
                <a:moveTo>
                  <a:pt x="0" y="0"/>
                </a:moveTo>
                <a:lnTo>
                  <a:pt x="2219817" y="0"/>
                </a:lnTo>
              </a:path>
            </a:pathLst>
          </a:custGeom>
          <a:noFill xmlns:a="http://schemas.openxmlformats.org/drawingml/2006/main"/>
          <a:ln xmlns:a="http://schemas.openxmlformats.org/drawingml/2006/main" w="11222">
            <a:solidFill>
              <a:srgbClr val="C0453C"/>
            </a:solidFill>
            <a:prstDash val="solid"/>
          </a:ln>
        </p:spPr>
      </p:sp>
      <p:sp>
        <p:nvSpPr>
          <p:cNvPr id="145" name="Editable chart path">
            <a:extLst xmlns:a="http://schemas.openxmlformats.org/drawingml/2006/main">
              <a:ext uri="{FF2B5EF4-FFF2-40B4-BE49-F238E27FC236}">
                <a16:creationId xmlns:a16="http://schemas.microsoft.com/office/drawing/2014/main" id="{98FDDAEC-F476-4A1D-B052-8BBB13B2156B}"/>
              </a:ext>
            </a:extLst>
          </p:cNvPr>
          <p:cNvSpPr>
            <a:spLocks xmlns:a="http://schemas.openxmlformats.org/drawingml/2006/main" noGrp="1"/>
          </p:cNvSpPr>
          <p:nvPr/>
        </p:nvSpPr>
        <p:spPr>
          <a:xfrm xmlns:a="http://schemas.openxmlformats.org/drawingml/2006/main">
            <a:off x="8825642" y="2588424"/>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6" name="Editable chart path">
            <a:extLst xmlns:a="http://schemas.openxmlformats.org/drawingml/2006/main">
              <a:ext uri="{FF2B5EF4-FFF2-40B4-BE49-F238E27FC236}">
                <a16:creationId xmlns:a16="http://schemas.microsoft.com/office/drawing/2014/main" id="{26DB5B31-6C74-45F3-8297-FB024FB8DB78}"/>
              </a:ext>
            </a:extLst>
          </p:cNvPr>
          <p:cNvSpPr>
            <a:spLocks xmlns:a="http://schemas.openxmlformats.org/drawingml/2006/main" noGrp="1"/>
          </p:cNvSpPr>
          <p:nvPr/>
        </p:nvSpPr>
        <p:spPr>
          <a:xfrm xmlns:a="http://schemas.openxmlformats.org/drawingml/2006/main">
            <a:off x="9260800" y="2949660"/>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7" name="Editable chart path">
            <a:extLst xmlns:a="http://schemas.openxmlformats.org/drawingml/2006/main">
              <a:ext uri="{FF2B5EF4-FFF2-40B4-BE49-F238E27FC236}">
                <a16:creationId xmlns:a16="http://schemas.microsoft.com/office/drawing/2014/main" id="{C4ED63AE-C14E-41B7-B4EF-E5EB9774902D}"/>
              </a:ext>
            </a:extLst>
          </p:cNvPr>
          <p:cNvSpPr>
            <a:spLocks xmlns:a="http://schemas.openxmlformats.org/drawingml/2006/main" noGrp="1"/>
          </p:cNvSpPr>
          <p:nvPr/>
        </p:nvSpPr>
        <p:spPr>
          <a:xfrm xmlns:a="http://schemas.openxmlformats.org/drawingml/2006/main">
            <a:off x="9443684" y="3310896"/>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8" name="Editable chart path">
            <a:extLst xmlns:a="http://schemas.openxmlformats.org/drawingml/2006/main">
              <a:ext uri="{FF2B5EF4-FFF2-40B4-BE49-F238E27FC236}">
                <a16:creationId xmlns:a16="http://schemas.microsoft.com/office/drawing/2014/main" id="{1C7F9211-182B-4A8D-8647-57ECBE235A07}"/>
              </a:ext>
            </a:extLst>
          </p:cNvPr>
          <p:cNvSpPr>
            <a:spLocks xmlns:a="http://schemas.openxmlformats.org/drawingml/2006/main" noGrp="1"/>
          </p:cNvSpPr>
          <p:nvPr/>
        </p:nvSpPr>
        <p:spPr>
          <a:xfrm xmlns:a="http://schemas.openxmlformats.org/drawingml/2006/main">
            <a:off x="8891233" y="3672132"/>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9" name="Editable chart path">
            <a:extLst xmlns:a="http://schemas.openxmlformats.org/drawingml/2006/main">
              <a:ext uri="{FF2B5EF4-FFF2-40B4-BE49-F238E27FC236}">
                <a16:creationId xmlns:a16="http://schemas.microsoft.com/office/drawing/2014/main" id="{6A17D710-46C9-49CC-B344-141650AF7929}"/>
              </a:ext>
            </a:extLst>
          </p:cNvPr>
          <p:cNvSpPr>
            <a:spLocks xmlns:a="http://schemas.openxmlformats.org/drawingml/2006/main" noGrp="1"/>
          </p:cNvSpPr>
          <p:nvPr/>
        </p:nvSpPr>
        <p:spPr>
          <a:xfrm xmlns:a="http://schemas.openxmlformats.org/drawingml/2006/main">
            <a:off x="8227376" y="4033368"/>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50" name="Editable chart path">
            <a:extLst xmlns:a="http://schemas.openxmlformats.org/drawingml/2006/main">
              <a:ext uri="{FF2B5EF4-FFF2-40B4-BE49-F238E27FC236}">
                <a16:creationId xmlns:a16="http://schemas.microsoft.com/office/drawing/2014/main" id="{B61FAE43-A947-496A-A7B6-1A104C6323B2}"/>
              </a:ext>
            </a:extLst>
          </p:cNvPr>
          <p:cNvSpPr>
            <a:spLocks xmlns:a="http://schemas.openxmlformats.org/drawingml/2006/main" noGrp="1"/>
          </p:cNvSpPr>
          <p:nvPr/>
        </p:nvSpPr>
        <p:spPr>
          <a:xfrm xmlns:a="http://schemas.openxmlformats.org/drawingml/2006/main">
            <a:off x="8592857" y="4394604"/>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51" name="Editable chart path">
            <a:extLst xmlns:a="http://schemas.openxmlformats.org/drawingml/2006/main">
              <a:ext uri="{FF2B5EF4-FFF2-40B4-BE49-F238E27FC236}">
                <a16:creationId xmlns:a16="http://schemas.microsoft.com/office/drawing/2014/main" id="{EDB123FC-F8FD-474C-936A-503F6BE71603}"/>
              </a:ext>
            </a:extLst>
          </p:cNvPr>
          <p:cNvSpPr>
            <a:spLocks xmlns:a="http://schemas.openxmlformats.org/drawingml/2006/main" noGrp="1"/>
          </p:cNvSpPr>
          <p:nvPr/>
        </p:nvSpPr>
        <p:spPr>
          <a:xfrm xmlns:a="http://schemas.openxmlformats.org/drawingml/2006/main">
            <a:off x="8351384" y="4755841"/>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52" name="Editable chart path">
            <a:extLst xmlns:a="http://schemas.openxmlformats.org/drawingml/2006/main">
              <a:ext uri="{FF2B5EF4-FFF2-40B4-BE49-F238E27FC236}">
                <a16:creationId xmlns:a16="http://schemas.microsoft.com/office/drawing/2014/main" id="{A9232E8E-3DFD-43D5-BA5F-99CC6CBED98C}"/>
              </a:ext>
            </a:extLst>
          </p:cNvPr>
          <p:cNvSpPr>
            <a:spLocks xmlns:a="http://schemas.openxmlformats.org/drawingml/2006/main" noGrp="1"/>
          </p:cNvSpPr>
          <p:nvPr/>
        </p:nvSpPr>
        <p:spPr>
          <a:xfrm xmlns:a="http://schemas.openxmlformats.org/drawingml/2006/main">
            <a:off x="7468138"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8162">
            <a:solidFill>
              <a:srgbClr val="5A6683"/>
            </a:solidFill>
            <a:prstDash val="solid"/>
          </a:ln>
        </p:spPr>
      </p:sp>
      <p:sp>
        <p:nvSpPr>
          <p:cNvPr id="153" name="Editable chart path">
            <a:extLst xmlns:a="http://schemas.openxmlformats.org/drawingml/2006/main">
              <a:ext uri="{FF2B5EF4-FFF2-40B4-BE49-F238E27FC236}">
                <a16:creationId xmlns:a16="http://schemas.microsoft.com/office/drawing/2014/main" id="{A11316D6-F7E6-43A0-9BA3-EF2CC5CC64AE}"/>
              </a:ext>
            </a:extLst>
          </p:cNvPr>
          <p:cNvSpPr>
            <a:spLocks xmlns:a="http://schemas.openxmlformats.org/drawingml/2006/main" noGrp="1"/>
          </p:cNvSpPr>
          <p:nvPr/>
        </p:nvSpPr>
        <p:spPr>
          <a:xfrm xmlns:a="http://schemas.openxmlformats.org/drawingml/2006/main">
            <a:off x="9911135"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142">
            <a:solidFill>
              <a:srgbClr val="5A6683"/>
            </a:solidFill>
            <a:prstDash val="dash"/>
          </a:ln>
        </p:spPr>
      </p:sp>
      <p:sp>
        <p:nvSpPr>
          <p:cNvPr id="154" name="Editable chart path">
            <a:extLst xmlns:a="http://schemas.openxmlformats.org/drawingml/2006/main">
              <a:ext uri="{FF2B5EF4-FFF2-40B4-BE49-F238E27FC236}">
                <a16:creationId xmlns:a16="http://schemas.microsoft.com/office/drawing/2014/main" id="{479C7259-1599-46B1-B7FE-FED8A9946B7D}"/>
              </a:ext>
            </a:extLst>
          </p:cNvPr>
          <p:cNvSpPr>
            <a:spLocks xmlns:a="http://schemas.openxmlformats.org/drawingml/2006/main" noGrp="1"/>
          </p:cNvSpPr>
          <p:nvPr/>
        </p:nvSpPr>
        <p:spPr>
          <a:xfrm xmlns:a="http://schemas.openxmlformats.org/drawingml/2006/main">
            <a:off x="6569506"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8162">
            <a:solidFill>
              <a:srgbClr val="5A6683"/>
            </a:solidFill>
            <a:prstDash val="solid"/>
          </a:ln>
        </p:spPr>
      </p:sp>
      <p:sp>
        <p:nvSpPr>
          <p:cNvPr id="155" name="Editable chart path">
            <a:extLst xmlns:a="http://schemas.openxmlformats.org/drawingml/2006/main">
              <a:ext uri="{FF2B5EF4-FFF2-40B4-BE49-F238E27FC236}">
                <a16:creationId xmlns:a16="http://schemas.microsoft.com/office/drawing/2014/main" id="{48CDDBE0-A8E9-467E-B132-2A818E09CC75}"/>
              </a:ext>
            </a:extLst>
          </p:cNvPr>
          <p:cNvSpPr>
            <a:spLocks xmlns:a="http://schemas.openxmlformats.org/drawingml/2006/main" noGrp="1"/>
          </p:cNvSpPr>
          <p:nvPr/>
        </p:nvSpPr>
        <p:spPr>
          <a:xfrm xmlns:a="http://schemas.openxmlformats.org/drawingml/2006/main">
            <a:off x="6569506" y="4909902"/>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8162">
            <a:solidFill>
              <a:srgbClr val="5A6683"/>
            </a:solidFill>
            <a:prstDash val="solid"/>
          </a:ln>
        </p:spPr>
      </p:sp>
      <p:sp>
        <p:nvSpPr>
          <p:cNvPr id="156" name="">
            <a:extLst xmlns:a="http://schemas.openxmlformats.org/drawingml/2006/main">
              <a:ext uri="{FF2B5EF4-FFF2-40B4-BE49-F238E27FC236}">
                <a16:creationId xmlns:a16="http://schemas.microsoft.com/office/drawing/2014/main" id="{6036B473-F127-4679-B06C-B476EBA99150}"/>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57" name="">
            <a:extLst xmlns:a="http://schemas.openxmlformats.org/drawingml/2006/main">
              <a:ext uri="{FF2B5EF4-FFF2-40B4-BE49-F238E27FC236}">
                <a16:creationId xmlns:a16="http://schemas.microsoft.com/office/drawing/2014/main" id="{EDB96BB8-05AC-4DE0-87B6-280BF0186BE7}"/>
              </a:ext>
            </a:extLst>
          </p:cNvPr>
          <p:cNvSpPr>
            <a:spLocks xmlns:a="http://schemas.openxmlformats.org/drawingml/2006/main" noGrp="1"/>
          </p:cNvSpPr>
          <p:nvPr/>
        </p:nvSpPr>
        <p:spPr>
          <a:xfrm xmlns:a="http://schemas.openxmlformats.org/drawingml/2006/main">
            <a:off x="6562725" y="5334000"/>
            <a:ext cx="6213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times</a:t>
            </a:r>
          </a:p>
        </p:txBody>
      </p:sp>
      <p:sp>
        <p:nvSpPr>
          <p:cNvPr id="158" name="">
            <a:extLst xmlns:a="http://schemas.openxmlformats.org/drawingml/2006/main">
              <a:ext uri="{FF2B5EF4-FFF2-40B4-BE49-F238E27FC236}">
                <a16:creationId xmlns:a16="http://schemas.microsoft.com/office/drawing/2014/main" id="{96A1E38D-21D6-4D8C-BC50-B2C3AC5C3E14}"/>
              </a:ext>
            </a:extLst>
          </p:cNvPr>
          <p:cNvSpPr>
            <a:spLocks xmlns:a="http://schemas.openxmlformats.org/drawingml/2006/main" noGrp="1"/>
          </p:cNvSpPr>
          <p:nvPr/>
        </p:nvSpPr>
        <p:spPr>
          <a:xfrm xmlns:a="http://schemas.openxmlformats.org/drawingml/2006/main">
            <a:off x="7393591"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59" name="">
            <a:extLst xmlns:a="http://schemas.openxmlformats.org/drawingml/2006/main">
              <a:ext uri="{FF2B5EF4-FFF2-40B4-BE49-F238E27FC236}">
                <a16:creationId xmlns:a16="http://schemas.microsoft.com/office/drawing/2014/main" id="{58C74677-2435-4627-AB01-F94AA3DB425C}"/>
              </a:ext>
            </a:extLst>
          </p:cNvPr>
          <p:cNvSpPr>
            <a:spLocks xmlns:a="http://schemas.openxmlformats.org/drawingml/2006/main" noGrp="1"/>
          </p:cNvSpPr>
          <p:nvPr/>
        </p:nvSpPr>
        <p:spPr>
          <a:xfrm xmlns:a="http://schemas.openxmlformats.org/drawingml/2006/main">
            <a:off x="7622191" y="5334000"/>
            <a:ext cx="110851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Storm windows</a:t>
            </a:r>
          </a:p>
        </p:txBody>
      </p:sp>
    </p:spTree>
    <p:extLst>
      <p:ext uri="{BB962C8B-B14F-4D97-AF65-F5344CB8AC3E}">
        <p14:creationId xmlns:p14="http://schemas.microsoft.com/office/powerpoint/2010/main" val="597896415"/>
      </p:ext>
    </p:extLst>
  </p:cSld>
</p:sld>
</file>

<file path=ppt/slides/slide74.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BACKWARD HOLDOUT ON 2019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Forty-nine onsets. The primary 60-minute PR-AUC gain is positive but below +0.02.</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74</a:t>
            </a:r>
            <a:endParaRPr sz="1200"/>
          </a:p>
        </p:txBody>
      </p:sp>
      <p:sp>
        <p:nvSpPr>
          <p:cNvPr id="14" name="">
            <a:extLst xmlns:a="http://schemas.openxmlformats.org/drawingml/2006/main">
              <a:ext uri="{FF2B5EF4-FFF2-40B4-BE49-F238E27FC236}">
                <a16:creationId xmlns:a16="http://schemas.microsoft.com/office/drawing/2014/main" id="{38B711F7-81F0-4F5B-BE05-65A3B4CB564A}"/>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7CC5820A-EC62-416F-862F-CA1529F405A1}"/>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30 min: 15% regional shortfall</a:t>
            </a:r>
          </a:p>
        </p:txBody>
      </p:sp>
      <p:sp>
        <p:nvSpPr>
          <p:cNvPr id="16" name="Editable chart path">
            <a:extLst xmlns:a="http://schemas.openxmlformats.org/drawingml/2006/main">
              <a:ext uri="{FF2B5EF4-FFF2-40B4-BE49-F238E27FC236}">
                <a16:creationId xmlns:a16="http://schemas.microsoft.com/office/drawing/2014/main" id="{196D7378-FDAB-4B83-A462-7DA142CDED63}"/>
              </a:ext>
            </a:extLst>
          </p:cNvPr>
          <p:cNvSpPr>
            <a:spLocks xmlns:a="http://schemas.openxmlformats.org/drawingml/2006/main" noGrp="1"/>
          </p:cNvSpPr>
          <p:nvPr/>
        </p:nvSpPr>
        <p:spPr>
          <a:xfrm xmlns:a="http://schemas.openxmlformats.org/drawingml/2006/main">
            <a:off x="2079977" y="4818882"/>
            <a:ext cx="95" cy="327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17" name="">
            <a:extLst xmlns:a="http://schemas.openxmlformats.org/drawingml/2006/main">
              <a:ext uri="{FF2B5EF4-FFF2-40B4-BE49-F238E27FC236}">
                <a16:creationId xmlns:a16="http://schemas.microsoft.com/office/drawing/2014/main" id="{E9475EE8-8784-4654-8A17-B2AA80BCD1D4}"/>
              </a:ext>
            </a:extLst>
          </p:cNvPr>
          <p:cNvSpPr>
            <a:spLocks xmlns:a="http://schemas.openxmlformats.org/drawingml/2006/main" noGrp="1"/>
          </p:cNvSpPr>
          <p:nvPr/>
        </p:nvSpPr>
        <p:spPr>
          <a:xfrm xmlns:a="http://schemas.openxmlformats.org/drawingml/2006/main" rot="0">
            <a:off x="1847163" y="4817976"/>
            <a:ext cx="46167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−0.005</a:t>
            </a:r>
          </a:p>
        </p:txBody>
      </p:sp>
      <p:sp>
        <p:nvSpPr>
          <p:cNvPr id="18" name="Editable chart path">
            <a:extLst xmlns:a="http://schemas.openxmlformats.org/drawingml/2006/main">
              <a:ext uri="{FF2B5EF4-FFF2-40B4-BE49-F238E27FC236}">
                <a16:creationId xmlns:a16="http://schemas.microsoft.com/office/drawing/2014/main" id="{0C1336AF-76BA-4E73-BBFD-CC90735D8E22}"/>
              </a:ext>
            </a:extLst>
          </p:cNvPr>
          <p:cNvSpPr>
            <a:spLocks xmlns:a="http://schemas.openxmlformats.org/drawingml/2006/main" noGrp="1"/>
          </p:cNvSpPr>
          <p:nvPr/>
        </p:nvSpPr>
        <p:spPr>
          <a:xfrm xmlns:a="http://schemas.openxmlformats.org/drawingml/2006/main">
            <a:off x="2613585" y="4818882"/>
            <a:ext cx="95" cy="327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19" name="">
            <a:extLst xmlns:a="http://schemas.openxmlformats.org/drawingml/2006/main">
              <a:ext uri="{FF2B5EF4-FFF2-40B4-BE49-F238E27FC236}">
                <a16:creationId xmlns:a16="http://schemas.microsoft.com/office/drawing/2014/main" id="{7D5640BF-756F-4619-A4B4-E6A36A649BE6}"/>
              </a:ext>
            </a:extLst>
          </p:cNvPr>
          <p:cNvSpPr>
            <a:spLocks xmlns:a="http://schemas.openxmlformats.org/drawingml/2006/main" noGrp="1"/>
          </p:cNvSpPr>
          <p:nvPr/>
        </p:nvSpPr>
        <p:spPr>
          <a:xfrm xmlns:a="http://schemas.openxmlformats.org/drawingml/2006/main" rot="0">
            <a:off x="2419463" y="4817976"/>
            <a:ext cx="3847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0.000</a:t>
            </a:r>
          </a:p>
        </p:txBody>
      </p:sp>
      <p:sp>
        <p:nvSpPr>
          <p:cNvPr id="20" name="Editable chart path">
            <a:extLst xmlns:a="http://schemas.openxmlformats.org/drawingml/2006/main">
              <a:ext uri="{FF2B5EF4-FFF2-40B4-BE49-F238E27FC236}">
                <a16:creationId xmlns:a16="http://schemas.microsoft.com/office/drawing/2014/main" id="{15AA330A-1414-4BA1-BD97-A13DCBE91B87}"/>
              </a:ext>
            </a:extLst>
          </p:cNvPr>
          <p:cNvSpPr>
            <a:spLocks xmlns:a="http://schemas.openxmlformats.org/drawingml/2006/main" noGrp="1"/>
          </p:cNvSpPr>
          <p:nvPr/>
        </p:nvSpPr>
        <p:spPr>
          <a:xfrm xmlns:a="http://schemas.openxmlformats.org/drawingml/2006/main">
            <a:off x="3147194" y="4818882"/>
            <a:ext cx="95" cy="327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21" name="">
            <a:extLst xmlns:a="http://schemas.openxmlformats.org/drawingml/2006/main">
              <a:ext uri="{FF2B5EF4-FFF2-40B4-BE49-F238E27FC236}">
                <a16:creationId xmlns:a16="http://schemas.microsoft.com/office/drawing/2014/main" id="{EE5E9233-E92E-4F00-A3A5-C9231269448A}"/>
              </a:ext>
            </a:extLst>
          </p:cNvPr>
          <p:cNvSpPr>
            <a:spLocks xmlns:a="http://schemas.openxmlformats.org/drawingml/2006/main" noGrp="1"/>
          </p:cNvSpPr>
          <p:nvPr/>
        </p:nvSpPr>
        <p:spPr>
          <a:xfrm xmlns:a="http://schemas.openxmlformats.org/drawingml/2006/main" rot="0">
            <a:off x="2952861" y="4817976"/>
            <a:ext cx="3847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0.005</a:t>
            </a:r>
          </a:p>
        </p:txBody>
      </p:sp>
      <p:sp>
        <p:nvSpPr>
          <p:cNvPr id="22" name="Editable chart path">
            <a:extLst xmlns:a="http://schemas.openxmlformats.org/drawingml/2006/main">
              <a:ext uri="{FF2B5EF4-FFF2-40B4-BE49-F238E27FC236}">
                <a16:creationId xmlns:a16="http://schemas.microsoft.com/office/drawing/2014/main" id="{27D0B012-6AAE-4D13-A0A6-2ECB7BCB32BD}"/>
              </a:ext>
            </a:extLst>
          </p:cNvPr>
          <p:cNvSpPr>
            <a:spLocks xmlns:a="http://schemas.openxmlformats.org/drawingml/2006/main" noGrp="1"/>
          </p:cNvSpPr>
          <p:nvPr/>
        </p:nvSpPr>
        <p:spPr>
          <a:xfrm xmlns:a="http://schemas.openxmlformats.org/drawingml/2006/main">
            <a:off x="3680803" y="4818882"/>
            <a:ext cx="95" cy="327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23" name="">
            <a:extLst xmlns:a="http://schemas.openxmlformats.org/drawingml/2006/main">
              <a:ext uri="{FF2B5EF4-FFF2-40B4-BE49-F238E27FC236}">
                <a16:creationId xmlns:a16="http://schemas.microsoft.com/office/drawing/2014/main" id="{DCD3486B-9F3F-48DA-9171-6325146BA0FB}"/>
              </a:ext>
            </a:extLst>
          </p:cNvPr>
          <p:cNvSpPr>
            <a:spLocks xmlns:a="http://schemas.openxmlformats.org/drawingml/2006/main" noGrp="1"/>
          </p:cNvSpPr>
          <p:nvPr/>
        </p:nvSpPr>
        <p:spPr>
          <a:xfrm xmlns:a="http://schemas.openxmlformats.org/drawingml/2006/main" rot="0">
            <a:off x="3508160" y="4817976"/>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0.010</a:t>
            </a:r>
          </a:p>
        </p:txBody>
      </p:sp>
      <p:sp>
        <p:nvSpPr>
          <p:cNvPr id="24" name="Editable chart path">
            <a:extLst xmlns:a="http://schemas.openxmlformats.org/drawingml/2006/main">
              <a:ext uri="{FF2B5EF4-FFF2-40B4-BE49-F238E27FC236}">
                <a16:creationId xmlns:a16="http://schemas.microsoft.com/office/drawing/2014/main" id="{C8DDF58C-32D5-4B98-821A-835E104ECF4E}"/>
              </a:ext>
            </a:extLst>
          </p:cNvPr>
          <p:cNvSpPr>
            <a:spLocks xmlns:a="http://schemas.openxmlformats.org/drawingml/2006/main" noGrp="1"/>
          </p:cNvSpPr>
          <p:nvPr/>
        </p:nvSpPr>
        <p:spPr>
          <a:xfrm xmlns:a="http://schemas.openxmlformats.org/drawingml/2006/main">
            <a:off x="4214412" y="4818882"/>
            <a:ext cx="95" cy="327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25" name="">
            <a:extLst xmlns:a="http://schemas.openxmlformats.org/drawingml/2006/main">
              <a:ext uri="{FF2B5EF4-FFF2-40B4-BE49-F238E27FC236}">
                <a16:creationId xmlns:a16="http://schemas.microsoft.com/office/drawing/2014/main" id="{8EF0FAF2-DF22-44EF-8090-F7144D3A4F2D}"/>
              </a:ext>
            </a:extLst>
          </p:cNvPr>
          <p:cNvSpPr>
            <a:spLocks xmlns:a="http://schemas.openxmlformats.org/drawingml/2006/main" noGrp="1"/>
          </p:cNvSpPr>
          <p:nvPr/>
        </p:nvSpPr>
        <p:spPr>
          <a:xfrm xmlns:a="http://schemas.openxmlformats.org/drawingml/2006/main" rot="0">
            <a:off x="4041558" y="4817976"/>
            <a:ext cx="3417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0.015</a:t>
            </a:r>
          </a:p>
        </p:txBody>
      </p:sp>
      <p:sp>
        <p:nvSpPr>
          <p:cNvPr id="26" name="Editable chart path">
            <a:extLst xmlns:a="http://schemas.openxmlformats.org/drawingml/2006/main">
              <a:ext uri="{FF2B5EF4-FFF2-40B4-BE49-F238E27FC236}">
                <a16:creationId xmlns:a16="http://schemas.microsoft.com/office/drawing/2014/main" id="{C9406C09-60E9-47EF-9A60-8DE7D9B47C1C}"/>
              </a:ext>
            </a:extLst>
          </p:cNvPr>
          <p:cNvSpPr>
            <a:spLocks xmlns:a="http://schemas.openxmlformats.org/drawingml/2006/main" noGrp="1"/>
          </p:cNvSpPr>
          <p:nvPr/>
        </p:nvSpPr>
        <p:spPr>
          <a:xfrm xmlns:a="http://schemas.openxmlformats.org/drawingml/2006/main">
            <a:off x="4748021" y="4818882"/>
            <a:ext cx="95" cy="327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27" name="">
            <a:extLst xmlns:a="http://schemas.openxmlformats.org/drawingml/2006/main">
              <a:ext uri="{FF2B5EF4-FFF2-40B4-BE49-F238E27FC236}">
                <a16:creationId xmlns:a16="http://schemas.microsoft.com/office/drawing/2014/main" id="{E0098F83-F015-4A62-9384-AFE0AB62AA63}"/>
              </a:ext>
            </a:extLst>
          </p:cNvPr>
          <p:cNvSpPr>
            <a:spLocks xmlns:a="http://schemas.openxmlformats.org/drawingml/2006/main" noGrp="1"/>
          </p:cNvSpPr>
          <p:nvPr/>
        </p:nvSpPr>
        <p:spPr>
          <a:xfrm xmlns:a="http://schemas.openxmlformats.org/drawingml/2006/main" rot="0">
            <a:off x="4557565" y="4817976"/>
            <a:ext cx="3773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0.020</a:t>
            </a:r>
          </a:p>
        </p:txBody>
      </p:sp>
      <p:sp>
        <p:nvSpPr>
          <p:cNvPr id="28" name="Editable chart path">
            <a:extLst xmlns:a="http://schemas.openxmlformats.org/drawingml/2006/main">
              <a:ext uri="{FF2B5EF4-FFF2-40B4-BE49-F238E27FC236}">
                <a16:creationId xmlns:a16="http://schemas.microsoft.com/office/drawing/2014/main" id="{4049F3AA-77DD-4F75-B775-3DB8BF17ADFE}"/>
              </a:ext>
            </a:extLst>
          </p:cNvPr>
          <p:cNvSpPr>
            <a:spLocks xmlns:a="http://schemas.openxmlformats.org/drawingml/2006/main" noGrp="1"/>
          </p:cNvSpPr>
          <p:nvPr/>
        </p:nvSpPr>
        <p:spPr>
          <a:xfrm xmlns:a="http://schemas.openxmlformats.org/drawingml/2006/main">
            <a:off x="5281629" y="4818882"/>
            <a:ext cx="95" cy="327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29" name="">
            <a:extLst xmlns:a="http://schemas.openxmlformats.org/drawingml/2006/main">
              <a:ext uri="{FF2B5EF4-FFF2-40B4-BE49-F238E27FC236}">
                <a16:creationId xmlns:a16="http://schemas.microsoft.com/office/drawing/2014/main" id="{D1C96ED6-F805-48AE-B470-885276E7614C}"/>
              </a:ext>
            </a:extLst>
          </p:cNvPr>
          <p:cNvSpPr>
            <a:spLocks xmlns:a="http://schemas.openxmlformats.org/drawingml/2006/main" noGrp="1"/>
          </p:cNvSpPr>
          <p:nvPr/>
        </p:nvSpPr>
        <p:spPr>
          <a:xfrm xmlns:a="http://schemas.openxmlformats.org/drawingml/2006/main" rot="0">
            <a:off x="5090963" y="4817976"/>
            <a:ext cx="3773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0.025</a:t>
            </a:r>
          </a:p>
        </p:txBody>
      </p:sp>
      <p:sp>
        <p:nvSpPr>
          <p:cNvPr id="30" name="Editable chart path">
            <a:extLst xmlns:a="http://schemas.openxmlformats.org/drawingml/2006/main">
              <a:ext uri="{FF2B5EF4-FFF2-40B4-BE49-F238E27FC236}">
                <a16:creationId xmlns:a16="http://schemas.microsoft.com/office/drawing/2014/main" id="{180A8AAA-F08D-44F9-A35E-3C04D516D7D2}"/>
              </a:ext>
            </a:extLst>
          </p:cNvPr>
          <p:cNvSpPr>
            <a:spLocks xmlns:a="http://schemas.openxmlformats.org/drawingml/2006/main" noGrp="1"/>
          </p:cNvSpPr>
          <p:nvPr/>
        </p:nvSpPr>
        <p:spPr>
          <a:xfrm xmlns:a="http://schemas.openxmlformats.org/drawingml/2006/main">
            <a:off x="5815238" y="4818882"/>
            <a:ext cx="95" cy="32782"/>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31" name="">
            <a:extLst xmlns:a="http://schemas.openxmlformats.org/drawingml/2006/main">
              <a:ext uri="{FF2B5EF4-FFF2-40B4-BE49-F238E27FC236}">
                <a16:creationId xmlns:a16="http://schemas.microsoft.com/office/drawing/2014/main" id="{B96E6844-9EB4-4F0B-8445-CB9B223FCB5C}"/>
              </a:ext>
            </a:extLst>
          </p:cNvPr>
          <p:cNvSpPr>
            <a:spLocks xmlns:a="http://schemas.openxmlformats.org/drawingml/2006/main" noGrp="1"/>
          </p:cNvSpPr>
          <p:nvPr/>
        </p:nvSpPr>
        <p:spPr>
          <a:xfrm xmlns:a="http://schemas.openxmlformats.org/drawingml/2006/main" rot="0">
            <a:off x="5623830" y="4817976"/>
            <a:ext cx="3792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0.030</a:t>
            </a:r>
          </a:p>
        </p:txBody>
      </p:sp>
      <p:sp>
        <p:nvSpPr>
          <p:cNvPr id="32" name="">
            <a:extLst xmlns:a="http://schemas.openxmlformats.org/drawingml/2006/main">
              <a:ext uri="{FF2B5EF4-FFF2-40B4-BE49-F238E27FC236}">
                <a16:creationId xmlns:a16="http://schemas.microsoft.com/office/drawing/2014/main" id="{F5C9CAB6-5916-4B23-AFA7-FF718BB7629A}"/>
              </a:ext>
            </a:extLst>
          </p:cNvPr>
          <p:cNvSpPr>
            <a:spLocks xmlns:a="http://schemas.openxmlformats.org/drawingml/2006/main" noGrp="1"/>
          </p:cNvSpPr>
          <p:nvPr/>
        </p:nvSpPr>
        <p:spPr>
          <a:xfrm xmlns:a="http://schemas.openxmlformats.org/drawingml/2006/main" rot="0">
            <a:off x="2760344" y="4953645"/>
            <a:ext cx="229981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Weather gain: PR-AUC difference</a:t>
            </a:r>
          </a:p>
        </p:txBody>
      </p:sp>
      <p:sp>
        <p:nvSpPr>
          <p:cNvPr id="33" name="Editable chart path">
            <a:extLst xmlns:a="http://schemas.openxmlformats.org/drawingml/2006/main">
              <a:ext uri="{FF2B5EF4-FFF2-40B4-BE49-F238E27FC236}">
                <a16:creationId xmlns:a16="http://schemas.microsoft.com/office/drawing/2014/main" id="{053D211E-11BB-44DC-B72D-F218AD0C579D}"/>
              </a:ext>
            </a:extLst>
          </p:cNvPr>
          <p:cNvSpPr>
            <a:spLocks xmlns:a="http://schemas.openxmlformats.org/drawingml/2006/main" noGrp="1"/>
          </p:cNvSpPr>
          <p:nvPr/>
        </p:nvSpPr>
        <p:spPr>
          <a:xfrm xmlns:a="http://schemas.openxmlformats.org/drawingml/2006/main">
            <a:off x="1946624" y="2663258"/>
            <a:ext cx="3929108"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620">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38405682-229D-444E-9B94-9E092ADE8EE3}"/>
              </a:ext>
            </a:extLst>
          </p:cNvPr>
          <p:cNvSpPr>
            <a:spLocks xmlns:a="http://schemas.openxmlformats.org/drawingml/2006/main" noGrp="1"/>
          </p:cNvSpPr>
          <p:nvPr/>
        </p:nvSpPr>
        <p:spPr>
          <a:xfrm xmlns:a="http://schemas.openxmlformats.org/drawingml/2006/main">
            <a:off x="1913843" y="2663258"/>
            <a:ext cx="327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35" name="">
            <a:extLst xmlns:a="http://schemas.openxmlformats.org/drawingml/2006/main">
              <a:ext uri="{FF2B5EF4-FFF2-40B4-BE49-F238E27FC236}">
                <a16:creationId xmlns:a16="http://schemas.microsoft.com/office/drawing/2014/main" id="{4DAF7B25-8E3D-4DA7-9695-BB09DB6FDE5C}"/>
              </a:ext>
            </a:extLst>
          </p:cNvPr>
          <p:cNvSpPr>
            <a:spLocks xmlns:a="http://schemas.openxmlformats.org/drawingml/2006/main" noGrp="1"/>
          </p:cNvSpPr>
          <p:nvPr/>
        </p:nvSpPr>
        <p:spPr>
          <a:xfrm xmlns:a="http://schemas.openxmlformats.org/drawingml/2006/main" rot="0">
            <a:off x="1395827" y="2556665"/>
            <a:ext cx="47958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Pooled</a:t>
            </a:r>
          </a:p>
        </p:txBody>
      </p:sp>
      <p:sp>
        <p:nvSpPr>
          <p:cNvPr id="36" name="Editable chart path">
            <a:extLst xmlns:a="http://schemas.openxmlformats.org/drawingml/2006/main">
              <a:ext uri="{FF2B5EF4-FFF2-40B4-BE49-F238E27FC236}">
                <a16:creationId xmlns:a16="http://schemas.microsoft.com/office/drawing/2014/main" id="{D5C00555-A0A7-4268-A538-1EF68A1A1EEE}"/>
              </a:ext>
            </a:extLst>
          </p:cNvPr>
          <p:cNvSpPr>
            <a:spLocks xmlns:a="http://schemas.openxmlformats.org/drawingml/2006/main" noGrp="1"/>
          </p:cNvSpPr>
          <p:nvPr/>
        </p:nvSpPr>
        <p:spPr>
          <a:xfrm xmlns:a="http://schemas.openxmlformats.org/drawingml/2006/main">
            <a:off x="1946624" y="2994893"/>
            <a:ext cx="3929108"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620">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0E0D1A2F-F99B-4E02-96C6-33AFD4B21EB9}"/>
              </a:ext>
            </a:extLst>
          </p:cNvPr>
          <p:cNvSpPr>
            <a:spLocks xmlns:a="http://schemas.openxmlformats.org/drawingml/2006/main" noGrp="1"/>
          </p:cNvSpPr>
          <p:nvPr/>
        </p:nvSpPr>
        <p:spPr>
          <a:xfrm xmlns:a="http://schemas.openxmlformats.org/drawingml/2006/main">
            <a:off x="1913843" y="2994893"/>
            <a:ext cx="327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38" name="">
            <a:extLst xmlns:a="http://schemas.openxmlformats.org/drawingml/2006/main">
              <a:ext uri="{FF2B5EF4-FFF2-40B4-BE49-F238E27FC236}">
                <a16:creationId xmlns:a16="http://schemas.microsoft.com/office/drawing/2014/main" id="{878B54FB-AAFF-4EC0-B94E-C9F0EE6FCA06}"/>
              </a:ext>
            </a:extLst>
          </p:cNvPr>
          <p:cNvSpPr>
            <a:spLocks xmlns:a="http://schemas.openxmlformats.org/drawingml/2006/main" noGrp="1"/>
          </p:cNvSpPr>
          <p:nvPr/>
        </p:nvSpPr>
        <p:spPr>
          <a:xfrm xmlns:a="http://schemas.openxmlformats.org/drawingml/2006/main" rot="0">
            <a:off x="995400" y="2888299"/>
            <a:ext cx="88439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 Area</a:t>
            </a:r>
          </a:p>
        </p:txBody>
      </p:sp>
      <p:sp>
        <p:nvSpPr>
          <p:cNvPr id="39" name="Editable chart path">
            <a:extLst xmlns:a="http://schemas.openxmlformats.org/drawingml/2006/main">
              <a:ext uri="{FF2B5EF4-FFF2-40B4-BE49-F238E27FC236}">
                <a16:creationId xmlns:a16="http://schemas.microsoft.com/office/drawing/2014/main" id="{2774FF72-E5B5-4127-B23F-C489B808C1AF}"/>
              </a:ext>
            </a:extLst>
          </p:cNvPr>
          <p:cNvSpPr>
            <a:spLocks xmlns:a="http://schemas.openxmlformats.org/drawingml/2006/main" noGrp="1"/>
          </p:cNvSpPr>
          <p:nvPr/>
        </p:nvSpPr>
        <p:spPr>
          <a:xfrm xmlns:a="http://schemas.openxmlformats.org/drawingml/2006/main">
            <a:off x="1946624" y="3326527"/>
            <a:ext cx="3929108"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620">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91EBB17D-30A8-4170-9A78-AD4EB86E11BD}"/>
              </a:ext>
            </a:extLst>
          </p:cNvPr>
          <p:cNvSpPr>
            <a:spLocks xmlns:a="http://schemas.openxmlformats.org/drawingml/2006/main" noGrp="1"/>
          </p:cNvSpPr>
          <p:nvPr/>
        </p:nvSpPr>
        <p:spPr>
          <a:xfrm xmlns:a="http://schemas.openxmlformats.org/drawingml/2006/main">
            <a:off x="1913843" y="3326527"/>
            <a:ext cx="327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41" name="">
            <a:extLst xmlns:a="http://schemas.openxmlformats.org/drawingml/2006/main">
              <a:ext uri="{FF2B5EF4-FFF2-40B4-BE49-F238E27FC236}">
                <a16:creationId xmlns:a16="http://schemas.microsoft.com/office/drawing/2014/main" id="{C68B5BDB-A43F-4A32-8488-6F866F8BCA2D}"/>
              </a:ext>
            </a:extLst>
          </p:cNvPr>
          <p:cNvSpPr>
            <a:spLocks xmlns:a="http://schemas.openxmlformats.org/drawingml/2006/main" noGrp="1"/>
          </p:cNvSpPr>
          <p:nvPr/>
        </p:nvSpPr>
        <p:spPr>
          <a:xfrm xmlns:a="http://schemas.openxmlformats.org/drawingml/2006/main" rot="0">
            <a:off x="1355267" y="3219934"/>
            <a:ext cx="520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Central</a:t>
            </a:r>
          </a:p>
        </p:txBody>
      </p:sp>
      <p:sp>
        <p:nvSpPr>
          <p:cNvPr id="42" name="Editable chart path">
            <a:extLst xmlns:a="http://schemas.openxmlformats.org/drawingml/2006/main">
              <a:ext uri="{FF2B5EF4-FFF2-40B4-BE49-F238E27FC236}">
                <a16:creationId xmlns:a16="http://schemas.microsoft.com/office/drawing/2014/main" id="{8BCBF723-795B-4598-BC74-B0B64FCF55B2}"/>
              </a:ext>
            </a:extLst>
          </p:cNvPr>
          <p:cNvSpPr>
            <a:spLocks xmlns:a="http://schemas.openxmlformats.org/drawingml/2006/main" noGrp="1"/>
          </p:cNvSpPr>
          <p:nvPr/>
        </p:nvSpPr>
        <p:spPr>
          <a:xfrm xmlns:a="http://schemas.openxmlformats.org/drawingml/2006/main">
            <a:off x="1946624" y="3658162"/>
            <a:ext cx="3929108"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620">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7C3993CB-2C69-4215-A786-163675590A2F}"/>
              </a:ext>
            </a:extLst>
          </p:cNvPr>
          <p:cNvSpPr>
            <a:spLocks xmlns:a="http://schemas.openxmlformats.org/drawingml/2006/main" noGrp="1"/>
          </p:cNvSpPr>
          <p:nvPr/>
        </p:nvSpPr>
        <p:spPr>
          <a:xfrm xmlns:a="http://schemas.openxmlformats.org/drawingml/2006/main">
            <a:off x="1913843" y="3658162"/>
            <a:ext cx="327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44" name="">
            <a:extLst xmlns:a="http://schemas.openxmlformats.org/drawingml/2006/main">
              <a:ext uri="{FF2B5EF4-FFF2-40B4-BE49-F238E27FC236}">
                <a16:creationId xmlns:a16="http://schemas.microsoft.com/office/drawing/2014/main" id="{07CAC4AF-13CD-4C48-9480-450F4C30D2EA}"/>
              </a:ext>
            </a:extLst>
          </p:cNvPr>
          <p:cNvSpPr>
            <a:spLocks xmlns:a="http://schemas.openxmlformats.org/drawingml/2006/main" noGrp="1"/>
          </p:cNvSpPr>
          <p:nvPr/>
        </p:nvSpPr>
        <p:spPr>
          <a:xfrm xmlns:a="http://schemas.openxmlformats.org/drawingml/2006/main" rot="0">
            <a:off x="1584114" y="3551568"/>
            <a:ext cx="2944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East</a:t>
            </a:r>
          </a:p>
        </p:txBody>
      </p:sp>
      <p:sp>
        <p:nvSpPr>
          <p:cNvPr id="45" name="Editable chart path">
            <a:extLst xmlns:a="http://schemas.openxmlformats.org/drawingml/2006/main">
              <a:ext uri="{FF2B5EF4-FFF2-40B4-BE49-F238E27FC236}">
                <a16:creationId xmlns:a16="http://schemas.microsoft.com/office/drawing/2014/main" id="{D906A315-641A-436C-A307-BBD2D4AD91B7}"/>
              </a:ext>
            </a:extLst>
          </p:cNvPr>
          <p:cNvSpPr>
            <a:spLocks xmlns:a="http://schemas.openxmlformats.org/drawingml/2006/main" noGrp="1"/>
          </p:cNvSpPr>
          <p:nvPr/>
        </p:nvSpPr>
        <p:spPr>
          <a:xfrm xmlns:a="http://schemas.openxmlformats.org/drawingml/2006/main">
            <a:off x="1946624" y="3989796"/>
            <a:ext cx="3929108"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620">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E1C9F0E4-7B1B-47DF-875D-61656D5B9FC0}"/>
              </a:ext>
            </a:extLst>
          </p:cNvPr>
          <p:cNvSpPr>
            <a:spLocks xmlns:a="http://schemas.openxmlformats.org/drawingml/2006/main" noGrp="1"/>
          </p:cNvSpPr>
          <p:nvPr/>
        </p:nvSpPr>
        <p:spPr>
          <a:xfrm xmlns:a="http://schemas.openxmlformats.org/drawingml/2006/main">
            <a:off x="1913843" y="3989796"/>
            <a:ext cx="327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47" name="">
            <a:extLst xmlns:a="http://schemas.openxmlformats.org/drawingml/2006/main">
              <a:ext uri="{FF2B5EF4-FFF2-40B4-BE49-F238E27FC236}">
                <a16:creationId xmlns:a16="http://schemas.microsoft.com/office/drawing/2014/main" id="{50DE4A06-93AF-4621-B80E-4B06B012AF8B}"/>
              </a:ext>
            </a:extLst>
          </p:cNvPr>
          <p:cNvSpPr>
            <a:spLocks xmlns:a="http://schemas.openxmlformats.org/drawingml/2006/main" noGrp="1"/>
          </p:cNvSpPr>
          <p:nvPr/>
        </p:nvSpPr>
        <p:spPr>
          <a:xfrm xmlns:a="http://schemas.openxmlformats.org/drawingml/2006/main" rot="0">
            <a:off x="1491150" y="3883202"/>
            <a:ext cx="38452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North</a:t>
            </a:r>
          </a:p>
        </p:txBody>
      </p:sp>
      <p:sp>
        <p:nvSpPr>
          <p:cNvPr id="48" name="Editable chart path">
            <a:extLst xmlns:a="http://schemas.openxmlformats.org/drawingml/2006/main">
              <a:ext uri="{FF2B5EF4-FFF2-40B4-BE49-F238E27FC236}">
                <a16:creationId xmlns:a16="http://schemas.microsoft.com/office/drawing/2014/main" id="{B0A15B81-5479-4447-8D62-CA7A4F8CC896}"/>
              </a:ext>
            </a:extLst>
          </p:cNvPr>
          <p:cNvSpPr>
            <a:spLocks xmlns:a="http://schemas.openxmlformats.org/drawingml/2006/main" noGrp="1"/>
          </p:cNvSpPr>
          <p:nvPr/>
        </p:nvSpPr>
        <p:spPr>
          <a:xfrm xmlns:a="http://schemas.openxmlformats.org/drawingml/2006/main">
            <a:off x="1946624" y="4321430"/>
            <a:ext cx="3929108"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620">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C1DF5448-3A99-4163-9B8C-9F816495940F}"/>
              </a:ext>
            </a:extLst>
          </p:cNvPr>
          <p:cNvSpPr>
            <a:spLocks xmlns:a="http://schemas.openxmlformats.org/drawingml/2006/main" noGrp="1"/>
          </p:cNvSpPr>
          <p:nvPr/>
        </p:nvSpPr>
        <p:spPr>
          <a:xfrm xmlns:a="http://schemas.openxmlformats.org/drawingml/2006/main">
            <a:off x="1913843" y="4321430"/>
            <a:ext cx="327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50" name="">
            <a:extLst xmlns:a="http://schemas.openxmlformats.org/drawingml/2006/main">
              <a:ext uri="{FF2B5EF4-FFF2-40B4-BE49-F238E27FC236}">
                <a16:creationId xmlns:a16="http://schemas.microsoft.com/office/drawing/2014/main" id="{A4200C5B-F2D0-4BCB-BFA5-D73F2A3B687B}"/>
              </a:ext>
            </a:extLst>
          </p:cNvPr>
          <p:cNvSpPr>
            <a:spLocks xmlns:a="http://schemas.openxmlformats.org/drawingml/2006/main" noGrp="1"/>
          </p:cNvSpPr>
          <p:nvPr/>
        </p:nvSpPr>
        <p:spPr>
          <a:xfrm xmlns:a="http://schemas.openxmlformats.org/drawingml/2006/main" rot="0">
            <a:off x="1127486" y="4214837"/>
            <a:ext cx="75104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North-East</a:t>
            </a:r>
          </a:p>
        </p:txBody>
      </p:sp>
      <p:sp>
        <p:nvSpPr>
          <p:cNvPr id="51" name="Editable chart path">
            <a:extLst xmlns:a="http://schemas.openxmlformats.org/drawingml/2006/main">
              <a:ext uri="{FF2B5EF4-FFF2-40B4-BE49-F238E27FC236}">
                <a16:creationId xmlns:a16="http://schemas.microsoft.com/office/drawing/2014/main" id="{59736D6E-469F-47BD-BB25-4136D4D39C97}"/>
              </a:ext>
            </a:extLst>
          </p:cNvPr>
          <p:cNvSpPr>
            <a:spLocks xmlns:a="http://schemas.openxmlformats.org/drawingml/2006/main" noGrp="1"/>
          </p:cNvSpPr>
          <p:nvPr/>
        </p:nvSpPr>
        <p:spPr>
          <a:xfrm xmlns:a="http://schemas.openxmlformats.org/drawingml/2006/main">
            <a:off x="1946624" y="4653065"/>
            <a:ext cx="3929108"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5620">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CE3352E2-A3C8-40DD-86BD-44DD6F580CA0}"/>
              </a:ext>
            </a:extLst>
          </p:cNvPr>
          <p:cNvSpPr>
            <a:spLocks xmlns:a="http://schemas.openxmlformats.org/drawingml/2006/main" noGrp="1"/>
          </p:cNvSpPr>
          <p:nvPr/>
        </p:nvSpPr>
        <p:spPr>
          <a:xfrm xmlns:a="http://schemas.openxmlformats.org/drawingml/2006/main">
            <a:off x="1913843" y="4653065"/>
            <a:ext cx="32782"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7493">
            <a:solidFill>
              <a:srgbClr val="5A6683"/>
            </a:solidFill>
            <a:prstDash val="solid"/>
          </a:ln>
        </p:spPr>
      </p:sp>
      <p:sp>
        <p:nvSpPr>
          <p:cNvPr id="53" name="">
            <a:extLst xmlns:a="http://schemas.openxmlformats.org/drawingml/2006/main">
              <a:ext uri="{FF2B5EF4-FFF2-40B4-BE49-F238E27FC236}">
                <a16:creationId xmlns:a16="http://schemas.microsoft.com/office/drawing/2014/main" id="{AC80B061-8926-482A-A9DD-22D8397C1B87}"/>
              </a:ext>
            </a:extLst>
          </p:cNvPr>
          <p:cNvSpPr>
            <a:spLocks xmlns:a="http://schemas.openxmlformats.org/drawingml/2006/main" noGrp="1"/>
          </p:cNvSpPr>
          <p:nvPr/>
        </p:nvSpPr>
        <p:spPr>
          <a:xfrm xmlns:a="http://schemas.openxmlformats.org/drawingml/2006/main" rot="0">
            <a:off x="1527250" y="4546471"/>
            <a:ext cx="35128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West</a:t>
            </a:r>
          </a:p>
        </p:txBody>
      </p:sp>
      <p:sp>
        <p:nvSpPr>
          <p:cNvPr id="54" name="Editable chart path">
            <a:extLst xmlns:a="http://schemas.openxmlformats.org/drawingml/2006/main">
              <a:ext uri="{FF2B5EF4-FFF2-40B4-BE49-F238E27FC236}">
                <a16:creationId xmlns:a16="http://schemas.microsoft.com/office/drawing/2014/main" id="{3BB65C7D-C858-4BA1-80EA-9E4D72BA20F0}"/>
              </a:ext>
            </a:extLst>
          </p:cNvPr>
          <p:cNvSpPr>
            <a:spLocks xmlns:a="http://schemas.openxmlformats.org/drawingml/2006/main" noGrp="1"/>
          </p:cNvSpPr>
          <p:nvPr/>
        </p:nvSpPr>
        <p:spPr>
          <a:xfrm xmlns:a="http://schemas.openxmlformats.org/drawingml/2006/main">
            <a:off x="2774380" y="2620146"/>
            <a:ext cx="197650" cy="95"/>
          </a:xfrm>
          <a:custGeom xmlns:a="http://schemas.openxmlformats.org/drawingml/2006/main">
            <a:pathLst>
              <a:path w="201001" h="95">
                <a:moveTo>
                  <a:pt x="0" y="0"/>
                </a:moveTo>
                <a:lnTo>
                  <a:pt x="201001" y="0"/>
                </a:lnTo>
              </a:path>
            </a:pathLst>
          </a:custGeom>
          <a:noFill xmlns:a="http://schemas.openxmlformats.org/drawingml/2006/main"/>
          <a:ln xmlns:a="http://schemas.openxmlformats.org/drawingml/2006/main" w="10303">
            <a:solidFill>
              <a:srgbClr val="2C5EAA"/>
            </a:solidFill>
            <a:prstDash val="solid"/>
          </a:ln>
        </p:spPr>
      </p:sp>
      <p:sp>
        <p:nvSpPr>
          <p:cNvPr id="55" name="Editable chart path">
            <a:extLst xmlns:a="http://schemas.openxmlformats.org/drawingml/2006/main">
              <a:ext uri="{FF2B5EF4-FFF2-40B4-BE49-F238E27FC236}">
                <a16:creationId xmlns:a16="http://schemas.microsoft.com/office/drawing/2014/main" id="{459BD658-8C16-4E05-A06A-1C5760AA81D7}"/>
              </a:ext>
            </a:extLst>
          </p:cNvPr>
          <p:cNvSpPr>
            <a:spLocks xmlns:a="http://schemas.openxmlformats.org/drawingml/2006/main" noGrp="1"/>
          </p:cNvSpPr>
          <p:nvPr/>
        </p:nvSpPr>
        <p:spPr>
          <a:xfrm xmlns:a="http://schemas.openxmlformats.org/drawingml/2006/main">
            <a:off x="2255391" y="2951780"/>
            <a:ext cx="372861" cy="95"/>
          </a:xfrm>
          <a:custGeom xmlns:a="http://schemas.openxmlformats.org/drawingml/2006/main">
            <a:pathLst>
              <a:path w="379183" h="95">
                <a:moveTo>
                  <a:pt x="0" y="0"/>
                </a:moveTo>
                <a:lnTo>
                  <a:pt x="379183" y="0"/>
                </a:lnTo>
              </a:path>
            </a:pathLst>
          </a:custGeom>
          <a:noFill xmlns:a="http://schemas.openxmlformats.org/drawingml/2006/main"/>
          <a:ln xmlns:a="http://schemas.openxmlformats.org/drawingml/2006/main" w="10303">
            <a:solidFill>
              <a:srgbClr val="2C5EAA"/>
            </a:solidFill>
            <a:prstDash val="solid"/>
          </a:ln>
        </p:spPr>
      </p:sp>
      <p:sp>
        <p:nvSpPr>
          <p:cNvPr id="56" name="Editable chart path">
            <a:extLst xmlns:a="http://schemas.openxmlformats.org/drawingml/2006/main">
              <a:ext uri="{FF2B5EF4-FFF2-40B4-BE49-F238E27FC236}">
                <a16:creationId xmlns:a16="http://schemas.microsoft.com/office/drawing/2014/main" id="{F8219166-5488-4C6E-9CBA-ED11142442A1}"/>
              </a:ext>
            </a:extLst>
          </p:cNvPr>
          <p:cNvSpPr>
            <a:spLocks xmlns:a="http://schemas.openxmlformats.org/drawingml/2006/main" noGrp="1"/>
          </p:cNvSpPr>
          <p:nvPr/>
        </p:nvSpPr>
        <p:spPr>
          <a:xfrm xmlns:a="http://schemas.openxmlformats.org/drawingml/2006/main">
            <a:off x="2906018" y="3283415"/>
            <a:ext cx="513860" cy="95"/>
          </a:xfrm>
          <a:custGeom xmlns:a="http://schemas.openxmlformats.org/drawingml/2006/main">
            <a:pathLst>
              <a:path w="522573" h="95">
                <a:moveTo>
                  <a:pt x="0" y="0"/>
                </a:moveTo>
                <a:lnTo>
                  <a:pt x="522573" y="0"/>
                </a:lnTo>
              </a:path>
            </a:pathLst>
          </a:custGeom>
          <a:noFill xmlns:a="http://schemas.openxmlformats.org/drawingml/2006/main"/>
          <a:ln xmlns:a="http://schemas.openxmlformats.org/drawingml/2006/main" w="10303">
            <a:solidFill>
              <a:srgbClr val="2C5EAA"/>
            </a:solidFill>
            <a:prstDash val="solid"/>
          </a:ln>
        </p:spPr>
      </p:sp>
      <p:sp>
        <p:nvSpPr>
          <p:cNvPr id="57" name="Editable chart path">
            <a:extLst xmlns:a="http://schemas.openxmlformats.org/drawingml/2006/main">
              <a:ext uri="{FF2B5EF4-FFF2-40B4-BE49-F238E27FC236}">
                <a16:creationId xmlns:a16="http://schemas.microsoft.com/office/drawing/2014/main" id="{2E7A9DD0-1DDB-4F8A-864D-7D81B1483E3E}"/>
              </a:ext>
            </a:extLst>
          </p:cNvPr>
          <p:cNvSpPr>
            <a:spLocks xmlns:a="http://schemas.openxmlformats.org/drawingml/2006/main" noGrp="1"/>
          </p:cNvSpPr>
          <p:nvPr/>
        </p:nvSpPr>
        <p:spPr>
          <a:xfrm xmlns:a="http://schemas.openxmlformats.org/drawingml/2006/main">
            <a:off x="3167684" y="3615049"/>
            <a:ext cx="378275" cy="95"/>
          </a:xfrm>
          <a:custGeom xmlns:a="http://schemas.openxmlformats.org/drawingml/2006/main">
            <a:pathLst>
              <a:path w="384689" h="95">
                <a:moveTo>
                  <a:pt x="0" y="0"/>
                </a:moveTo>
                <a:lnTo>
                  <a:pt x="384689" y="0"/>
                </a:lnTo>
              </a:path>
            </a:pathLst>
          </a:custGeom>
          <a:noFill xmlns:a="http://schemas.openxmlformats.org/drawingml/2006/main"/>
          <a:ln xmlns:a="http://schemas.openxmlformats.org/drawingml/2006/main" w="10303">
            <a:solidFill>
              <a:srgbClr val="2C5EAA"/>
            </a:solidFill>
            <a:prstDash val="solid"/>
          </a:ln>
        </p:spPr>
      </p:sp>
      <p:sp>
        <p:nvSpPr>
          <p:cNvPr id="58" name="Editable chart path">
            <a:extLst xmlns:a="http://schemas.openxmlformats.org/drawingml/2006/main">
              <a:ext uri="{FF2B5EF4-FFF2-40B4-BE49-F238E27FC236}">
                <a16:creationId xmlns:a16="http://schemas.microsoft.com/office/drawing/2014/main" id="{3AC26A10-AACE-417C-B4C8-B8A7173060AF}"/>
              </a:ext>
            </a:extLst>
          </p:cNvPr>
          <p:cNvSpPr>
            <a:spLocks xmlns:a="http://schemas.openxmlformats.org/drawingml/2006/main" noGrp="1"/>
          </p:cNvSpPr>
          <p:nvPr/>
        </p:nvSpPr>
        <p:spPr>
          <a:xfrm xmlns:a="http://schemas.openxmlformats.org/drawingml/2006/main">
            <a:off x="2703450" y="3946683"/>
            <a:ext cx="154116" cy="95"/>
          </a:xfrm>
          <a:custGeom xmlns:a="http://schemas.openxmlformats.org/drawingml/2006/main">
            <a:pathLst>
              <a:path w="156729" h="95">
                <a:moveTo>
                  <a:pt x="0" y="0"/>
                </a:moveTo>
                <a:lnTo>
                  <a:pt x="156729" y="0"/>
                </a:lnTo>
              </a:path>
            </a:pathLst>
          </a:custGeom>
          <a:noFill xmlns:a="http://schemas.openxmlformats.org/drawingml/2006/main"/>
          <a:ln xmlns:a="http://schemas.openxmlformats.org/drawingml/2006/main" w="10303">
            <a:solidFill>
              <a:srgbClr val="2C5EAA"/>
            </a:solidFill>
            <a:prstDash val="solid"/>
          </a:ln>
        </p:spPr>
      </p:sp>
      <p:sp>
        <p:nvSpPr>
          <p:cNvPr id="59" name="Editable chart path">
            <a:extLst xmlns:a="http://schemas.openxmlformats.org/drawingml/2006/main">
              <a:ext uri="{FF2B5EF4-FFF2-40B4-BE49-F238E27FC236}">
                <a16:creationId xmlns:a16="http://schemas.microsoft.com/office/drawing/2014/main" id="{8CDA905C-A2F1-48F3-88F1-F8BD9BBF8C59}"/>
              </a:ext>
            </a:extLst>
          </p:cNvPr>
          <p:cNvSpPr>
            <a:spLocks xmlns:a="http://schemas.openxmlformats.org/drawingml/2006/main" noGrp="1"/>
          </p:cNvSpPr>
          <p:nvPr/>
        </p:nvSpPr>
        <p:spPr>
          <a:xfrm xmlns:a="http://schemas.openxmlformats.org/drawingml/2006/main">
            <a:off x="2367348" y="4278318"/>
            <a:ext cx="427085" cy="95"/>
          </a:xfrm>
          <a:custGeom xmlns:a="http://schemas.openxmlformats.org/drawingml/2006/main">
            <a:pathLst>
              <a:path w="434327" h="95">
                <a:moveTo>
                  <a:pt x="0" y="0"/>
                </a:moveTo>
                <a:lnTo>
                  <a:pt x="434327" y="0"/>
                </a:lnTo>
              </a:path>
            </a:pathLst>
          </a:custGeom>
          <a:noFill xmlns:a="http://schemas.openxmlformats.org/drawingml/2006/main"/>
          <a:ln xmlns:a="http://schemas.openxmlformats.org/drawingml/2006/main" w="10303">
            <a:solidFill>
              <a:srgbClr val="2C5EAA"/>
            </a:solidFill>
            <a:prstDash val="solid"/>
          </a:ln>
        </p:spPr>
      </p:sp>
      <p:sp>
        <p:nvSpPr>
          <p:cNvPr id="60" name="Editable chart path">
            <a:extLst xmlns:a="http://schemas.openxmlformats.org/drawingml/2006/main">
              <a:ext uri="{FF2B5EF4-FFF2-40B4-BE49-F238E27FC236}">
                <a16:creationId xmlns:a16="http://schemas.microsoft.com/office/drawing/2014/main" id="{3BD15FFF-8278-4468-BE39-07F9121E37FF}"/>
              </a:ext>
            </a:extLst>
          </p:cNvPr>
          <p:cNvSpPr>
            <a:spLocks xmlns:a="http://schemas.openxmlformats.org/drawingml/2006/main" noGrp="1"/>
          </p:cNvSpPr>
          <p:nvPr/>
        </p:nvSpPr>
        <p:spPr>
          <a:xfrm xmlns:a="http://schemas.openxmlformats.org/drawingml/2006/main">
            <a:off x="2821448" y="4609952"/>
            <a:ext cx="341246" cy="95"/>
          </a:xfrm>
          <a:custGeom xmlns:a="http://schemas.openxmlformats.org/drawingml/2006/main">
            <a:pathLst>
              <a:path w="347032" h="95">
                <a:moveTo>
                  <a:pt x="0" y="0"/>
                </a:moveTo>
                <a:lnTo>
                  <a:pt x="347032" y="0"/>
                </a:lnTo>
              </a:path>
            </a:pathLst>
          </a:custGeom>
          <a:noFill xmlns:a="http://schemas.openxmlformats.org/drawingml/2006/main"/>
          <a:ln xmlns:a="http://schemas.openxmlformats.org/drawingml/2006/main" w="10303">
            <a:solidFill>
              <a:srgbClr val="2C5EAA"/>
            </a:solidFill>
            <a:prstDash val="solid"/>
          </a:ln>
        </p:spPr>
      </p:sp>
      <p:sp>
        <p:nvSpPr>
          <p:cNvPr id="61" name="Editable chart path">
            <a:extLst xmlns:a="http://schemas.openxmlformats.org/drawingml/2006/main">
              <a:ext uri="{FF2B5EF4-FFF2-40B4-BE49-F238E27FC236}">
                <a16:creationId xmlns:a16="http://schemas.microsoft.com/office/drawing/2014/main" id="{F665BD17-82E5-4EC5-8BC6-623B1199D463}"/>
              </a:ext>
            </a:extLst>
          </p:cNvPr>
          <p:cNvSpPr>
            <a:spLocks xmlns:a="http://schemas.openxmlformats.org/drawingml/2006/main" noGrp="1"/>
          </p:cNvSpPr>
          <p:nvPr/>
        </p:nvSpPr>
        <p:spPr>
          <a:xfrm xmlns:a="http://schemas.openxmlformats.org/drawingml/2006/main">
            <a:off x="2853304" y="2601414"/>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366">
            <a:solidFill>
              <a:srgbClr val="2C5EAA"/>
            </a:solidFill>
            <a:prstDash val="solid"/>
          </a:ln>
        </p:spPr>
      </p:sp>
      <p:sp>
        <p:nvSpPr>
          <p:cNvPr id="62" name="Editable chart path">
            <a:extLst xmlns:a="http://schemas.openxmlformats.org/drawingml/2006/main">
              <a:ext uri="{FF2B5EF4-FFF2-40B4-BE49-F238E27FC236}">
                <a16:creationId xmlns:a16="http://schemas.microsoft.com/office/drawing/2014/main" id="{4BC4C5B9-83CE-41E8-85A5-2DA255BD1324}"/>
              </a:ext>
            </a:extLst>
          </p:cNvPr>
          <p:cNvSpPr>
            <a:spLocks xmlns:a="http://schemas.openxmlformats.org/drawingml/2006/main" noGrp="1"/>
          </p:cNvSpPr>
          <p:nvPr/>
        </p:nvSpPr>
        <p:spPr>
          <a:xfrm xmlns:a="http://schemas.openxmlformats.org/drawingml/2006/main">
            <a:off x="2432516" y="2933048"/>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366">
            <a:solidFill>
              <a:srgbClr val="2C5EAA"/>
            </a:solidFill>
            <a:prstDash val="solid"/>
          </a:ln>
        </p:spPr>
      </p:sp>
      <p:sp>
        <p:nvSpPr>
          <p:cNvPr id="63" name="Editable chart path">
            <a:extLst xmlns:a="http://schemas.openxmlformats.org/drawingml/2006/main">
              <a:ext uri="{FF2B5EF4-FFF2-40B4-BE49-F238E27FC236}">
                <a16:creationId xmlns:a16="http://schemas.microsoft.com/office/drawing/2014/main" id="{DA12DD5E-4BF9-4AA8-84EC-3362E34D4772}"/>
              </a:ext>
            </a:extLst>
          </p:cNvPr>
          <p:cNvSpPr>
            <a:spLocks xmlns:a="http://schemas.openxmlformats.org/drawingml/2006/main" noGrp="1"/>
          </p:cNvSpPr>
          <p:nvPr/>
        </p:nvSpPr>
        <p:spPr>
          <a:xfrm xmlns:a="http://schemas.openxmlformats.org/drawingml/2006/main">
            <a:off x="3126616" y="3264682"/>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366">
            <a:solidFill>
              <a:srgbClr val="2C5EAA"/>
            </a:solidFill>
            <a:prstDash val="solid"/>
          </a:ln>
        </p:spPr>
      </p:sp>
      <p:sp>
        <p:nvSpPr>
          <p:cNvPr id="64" name="Editable chart path">
            <a:extLst xmlns:a="http://schemas.openxmlformats.org/drawingml/2006/main">
              <a:ext uri="{FF2B5EF4-FFF2-40B4-BE49-F238E27FC236}">
                <a16:creationId xmlns:a16="http://schemas.microsoft.com/office/drawing/2014/main" id="{D106DFA5-AD8D-47D7-AD35-65E7AD5CA1D0}"/>
              </a:ext>
            </a:extLst>
          </p:cNvPr>
          <p:cNvSpPr>
            <a:spLocks xmlns:a="http://schemas.openxmlformats.org/drawingml/2006/main" noGrp="1"/>
          </p:cNvSpPr>
          <p:nvPr/>
        </p:nvSpPr>
        <p:spPr>
          <a:xfrm xmlns:a="http://schemas.openxmlformats.org/drawingml/2006/main">
            <a:off x="3329865" y="3596317"/>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366">
            <a:solidFill>
              <a:srgbClr val="2C5EAA"/>
            </a:solidFill>
            <a:prstDash val="solid"/>
          </a:ln>
        </p:spPr>
      </p:sp>
      <p:sp>
        <p:nvSpPr>
          <p:cNvPr id="65" name="Editable chart path">
            <a:extLst xmlns:a="http://schemas.openxmlformats.org/drawingml/2006/main">
              <a:ext uri="{FF2B5EF4-FFF2-40B4-BE49-F238E27FC236}">
                <a16:creationId xmlns:a16="http://schemas.microsoft.com/office/drawing/2014/main" id="{DF743D17-23A2-4277-9552-C1ADD3364502}"/>
              </a:ext>
            </a:extLst>
          </p:cNvPr>
          <p:cNvSpPr>
            <a:spLocks xmlns:a="http://schemas.openxmlformats.org/drawingml/2006/main" noGrp="1"/>
          </p:cNvSpPr>
          <p:nvPr/>
        </p:nvSpPr>
        <p:spPr>
          <a:xfrm xmlns:a="http://schemas.openxmlformats.org/drawingml/2006/main">
            <a:off x="2761163" y="3927951"/>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366">
            <a:solidFill>
              <a:srgbClr val="2C5EAA"/>
            </a:solidFill>
            <a:prstDash val="solid"/>
          </a:ln>
        </p:spPr>
      </p:sp>
      <p:sp>
        <p:nvSpPr>
          <p:cNvPr id="66" name="Editable chart path">
            <a:extLst xmlns:a="http://schemas.openxmlformats.org/drawingml/2006/main">
              <a:ext uri="{FF2B5EF4-FFF2-40B4-BE49-F238E27FC236}">
                <a16:creationId xmlns:a16="http://schemas.microsoft.com/office/drawing/2014/main" id="{7105E2EA-9D38-4C38-8982-AD2C32FD8AAE}"/>
              </a:ext>
            </a:extLst>
          </p:cNvPr>
          <p:cNvSpPr>
            <a:spLocks xmlns:a="http://schemas.openxmlformats.org/drawingml/2006/main" noGrp="1"/>
          </p:cNvSpPr>
          <p:nvPr/>
        </p:nvSpPr>
        <p:spPr>
          <a:xfrm xmlns:a="http://schemas.openxmlformats.org/drawingml/2006/main">
            <a:off x="2554567" y="4259585"/>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366">
            <a:solidFill>
              <a:srgbClr val="2C5EAA"/>
            </a:solidFill>
            <a:prstDash val="solid"/>
          </a:ln>
        </p:spPr>
      </p:sp>
      <p:sp>
        <p:nvSpPr>
          <p:cNvPr id="67" name="Editable chart path">
            <a:extLst xmlns:a="http://schemas.openxmlformats.org/drawingml/2006/main">
              <a:ext uri="{FF2B5EF4-FFF2-40B4-BE49-F238E27FC236}">
                <a16:creationId xmlns:a16="http://schemas.microsoft.com/office/drawing/2014/main" id="{2A908645-1966-40F0-B47E-8B18161AC8A8}"/>
              </a:ext>
            </a:extLst>
          </p:cNvPr>
          <p:cNvSpPr>
            <a:spLocks xmlns:a="http://schemas.openxmlformats.org/drawingml/2006/main" noGrp="1"/>
          </p:cNvSpPr>
          <p:nvPr/>
        </p:nvSpPr>
        <p:spPr>
          <a:xfrm xmlns:a="http://schemas.openxmlformats.org/drawingml/2006/main">
            <a:off x="2963396" y="4591220"/>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9366">
            <a:solidFill>
              <a:srgbClr val="2C5EAA"/>
            </a:solidFill>
            <a:prstDash val="solid"/>
          </a:ln>
        </p:spPr>
      </p:sp>
      <p:sp>
        <p:nvSpPr>
          <p:cNvPr id="68" name="Editable chart path">
            <a:extLst xmlns:a="http://schemas.openxmlformats.org/drawingml/2006/main">
              <a:ext uri="{FF2B5EF4-FFF2-40B4-BE49-F238E27FC236}">
                <a16:creationId xmlns:a16="http://schemas.microsoft.com/office/drawing/2014/main" id="{8DA08FAC-245E-47E3-A547-89D9E1C659C3}"/>
              </a:ext>
            </a:extLst>
          </p:cNvPr>
          <p:cNvSpPr>
            <a:spLocks xmlns:a="http://schemas.openxmlformats.org/drawingml/2006/main" noGrp="1"/>
          </p:cNvSpPr>
          <p:nvPr/>
        </p:nvSpPr>
        <p:spPr>
          <a:xfrm xmlns:a="http://schemas.openxmlformats.org/drawingml/2006/main">
            <a:off x="3006494" y="2706371"/>
            <a:ext cx="1156779" cy="95"/>
          </a:xfrm>
          <a:custGeom xmlns:a="http://schemas.openxmlformats.org/drawingml/2006/main">
            <a:pathLst>
              <a:path w="1176395" h="95">
                <a:moveTo>
                  <a:pt x="0" y="0"/>
                </a:moveTo>
                <a:lnTo>
                  <a:pt x="1176395" y="0"/>
                </a:lnTo>
              </a:path>
            </a:pathLst>
          </a:custGeom>
          <a:noFill xmlns:a="http://schemas.openxmlformats.org/drawingml/2006/main"/>
          <a:ln xmlns:a="http://schemas.openxmlformats.org/drawingml/2006/main" w="10303">
            <a:solidFill>
              <a:srgbClr val="C0453C"/>
            </a:solidFill>
            <a:prstDash val="solid"/>
          </a:ln>
        </p:spPr>
      </p:sp>
      <p:sp>
        <p:nvSpPr>
          <p:cNvPr id="69" name="Editable chart path">
            <a:extLst xmlns:a="http://schemas.openxmlformats.org/drawingml/2006/main">
              <a:ext uri="{FF2B5EF4-FFF2-40B4-BE49-F238E27FC236}">
                <a16:creationId xmlns:a16="http://schemas.microsoft.com/office/drawing/2014/main" id="{FC9013B2-E1D9-4842-B478-F04286A2ECFE}"/>
              </a:ext>
            </a:extLst>
          </p:cNvPr>
          <p:cNvSpPr>
            <a:spLocks xmlns:a="http://schemas.openxmlformats.org/drawingml/2006/main" noGrp="1"/>
          </p:cNvSpPr>
          <p:nvPr/>
        </p:nvSpPr>
        <p:spPr>
          <a:xfrm xmlns:a="http://schemas.openxmlformats.org/drawingml/2006/main">
            <a:off x="2400821" y="3038005"/>
            <a:ext cx="1918855" cy="95"/>
          </a:xfrm>
          <a:custGeom xmlns:a="http://schemas.openxmlformats.org/drawingml/2006/main">
            <a:pathLst>
              <a:path w="1951393" h="95">
                <a:moveTo>
                  <a:pt x="0" y="0"/>
                </a:moveTo>
                <a:lnTo>
                  <a:pt x="1951393" y="0"/>
                </a:lnTo>
              </a:path>
            </a:pathLst>
          </a:custGeom>
          <a:noFill xmlns:a="http://schemas.openxmlformats.org/drawingml/2006/main"/>
          <a:ln xmlns:a="http://schemas.openxmlformats.org/drawingml/2006/main" w="10303">
            <a:solidFill>
              <a:srgbClr val="C0453C"/>
            </a:solidFill>
            <a:prstDash val="solid"/>
          </a:ln>
        </p:spPr>
      </p:sp>
      <p:sp>
        <p:nvSpPr>
          <p:cNvPr id="70" name="Editable chart path">
            <a:extLst xmlns:a="http://schemas.openxmlformats.org/drawingml/2006/main">
              <a:ext uri="{FF2B5EF4-FFF2-40B4-BE49-F238E27FC236}">
                <a16:creationId xmlns:a16="http://schemas.microsoft.com/office/drawing/2014/main" id="{9F4A58F8-261B-4218-A6C8-6D859715E217}"/>
              </a:ext>
            </a:extLst>
          </p:cNvPr>
          <p:cNvSpPr>
            <a:spLocks xmlns:a="http://schemas.openxmlformats.org/drawingml/2006/main" noGrp="1"/>
          </p:cNvSpPr>
          <p:nvPr/>
        </p:nvSpPr>
        <p:spPr>
          <a:xfrm xmlns:a="http://schemas.openxmlformats.org/drawingml/2006/main">
            <a:off x="2125220" y="3369640"/>
            <a:ext cx="3116903" cy="95"/>
          </a:xfrm>
          <a:custGeom xmlns:a="http://schemas.openxmlformats.org/drawingml/2006/main">
            <a:pathLst>
              <a:path w="3169756" h="95">
                <a:moveTo>
                  <a:pt x="0" y="0"/>
                </a:moveTo>
                <a:lnTo>
                  <a:pt x="3169756" y="0"/>
                </a:lnTo>
              </a:path>
            </a:pathLst>
          </a:custGeom>
          <a:noFill xmlns:a="http://schemas.openxmlformats.org/drawingml/2006/main"/>
          <a:ln xmlns:a="http://schemas.openxmlformats.org/drawingml/2006/main" w="10303">
            <a:solidFill>
              <a:srgbClr val="C0453C"/>
            </a:solidFill>
            <a:prstDash val="solid"/>
          </a:ln>
        </p:spPr>
      </p:sp>
      <p:sp>
        <p:nvSpPr>
          <p:cNvPr id="71" name="Editable chart path">
            <a:extLst xmlns:a="http://schemas.openxmlformats.org/drawingml/2006/main">
              <a:ext uri="{FF2B5EF4-FFF2-40B4-BE49-F238E27FC236}">
                <a16:creationId xmlns:a16="http://schemas.microsoft.com/office/drawing/2014/main" id="{E8800C1F-3670-4F62-8675-1F1262A049BD}"/>
              </a:ext>
            </a:extLst>
          </p:cNvPr>
          <p:cNvSpPr>
            <a:spLocks xmlns:a="http://schemas.openxmlformats.org/drawingml/2006/main" noGrp="1"/>
          </p:cNvSpPr>
          <p:nvPr/>
        </p:nvSpPr>
        <p:spPr>
          <a:xfrm xmlns:a="http://schemas.openxmlformats.org/drawingml/2006/main">
            <a:off x="2360456" y="3701274"/>
            <a:ext cx="3172391" cy="95"/>
          </a:xfrm>
          <a:custGeom xmlns:a="http://schemas.openxmlformats.org/drawingml/2006/main">
            <a:pathLst>
              <a:path w="3226184" h="95">
                <a:moveTo>
                  <a:pt x="0" y="0"/>
                </a:moveTo>
                <a:lnTo>
                  <a:pt x="3226184" y="0"/>
                </a:lnTo>
              </a:path>
            </a:pathLst>
          </a:custGeom>
          <a:noFill xmlns:a="http://schemas.openxmlformats.org/drawingml/2006/main"/>
          <a:ln xmlns:a="http://schemas.openxmlformats.org/drawingml/2006/main" w="10303">
            <a:solidFill>
              <a:srgbClr val="C0453C"/>
            </a:solidFill>
            <a:prstDash val="solid"/>
          </a:ln>
        </p:spPr>
      </p:sp>
      <p:sp>
        <p:nvSpPr>
          <p:cNvPr id="72" name="Editable chart path">
            <a:extLst xmlns:a="http://schemas.openxmlformats.org/drawingml/2006/main">
              <a:ext uri="{FF2B5EF4-FFF2-40B4-BE49-F238E27FC236}">
                <a16:creationId xmlns:a16="http://schemas.microsoft.com/office/drawing/2014/main" id="{00430811-B28A-47B1-ADA7-47956275324E}"/>
              </a:ext>
            </a:extLst>
          </p:cNvPr>
          <p:cNvSpPr>
            <a:spLocks xmlns:a="http://schemas.openxmlformats.org/drawingml/2006/main" noGrp="1"/>
          </p:cNvSpPr>
          <p:nvPr/>
        </p:nvSpPr>
        <p:spPr>
          <a:xfrm xmlns:a="http://schemas.openxmlformats.org/drawingml/2006/main">
            <a:off x="2599717" y="4032908"/>
            <a:ext cx="1045610" cy="95"/>
          </a:xfrm>
          <a:custGeom xmlns:a="http://schemas.openxmlformats.org/drawingml/2006/main">
            <a:pathLst>
              <a:path w="1063340" h="95">
                <a:moveTo>
                  <a:pt x="0" y="0"/>
                </a:moveTo>
                <a:lnTo>
                  <a:pt x="1063340" y="0"/>
                </a:lnTo>
              </a:path>
            </a:pathLst>
          </a:custGeom>
          <a:noFill xmlns:a="http://schemas.openxmlformats.org/drawingml/2006/main"/>
          <a:ln xmlns:a="http://schemas.openxmlformats.org/drawingml/2006/main" w="10303">
            <a:solidFill>
              <a:srgbClr val="C0453C"/>
            </a:solidFill>
            <a:prstDash val="solid"/>
          </a:ln>
        </p:spPr>
      </p:sp>
      <p:sp>
        <p:nvSpPr>
          <p:cNvPr id="73" name="Editable chart path">
            <a:extLst xmlns:a="http://schemas.openxmlformats.org/drawingml/2006/main">
              <a:ext uri="{FF2B5EF4-FFF2-40B4-BE49-F238E27FC236}">
                <a16:creationId xmlns:a16="http://schemas.microsoft.com/office/drawing/2014/main" id="{25A5947A-DA94-4E05-9CBC-0422FE690C2C}"/>
              </a:ext>
            </a:extLst>
          </p:cNvPr>
          <p:cNvSpPr>
            <a:spLocks xmlns:a="http://schemas.openxmlformats.org/drawingml/2006/main" noGrp="1"/>
          </p:cNvSpPr>
          <p:nvPr/>
        </p:nvSpPr>
        <p:spPr>
          <a:xfrm xmlns:a="http://schemas.openxmlformats.org/drawingml/2006/main">
            <a:off x="2561828" y="4364543"/>
            <a:ext cx="3111021" cy="95"/>
          </a:xfrm>
          <a:custGeom xmlns:a="http://schemas.openxmlformats.org/drawingml/2006/main">
            <a:pathLst>
              <a:path w="3163774" h="95">
                <a:moveTo>
                  <a:pt x="0" y="0"/>
                </a:moveTo>
                <a:lnTo>
                  <a:pt x="3163774" y="0"/>
                </a:lnTo>
              </a:path>
            </a:pathLst>
          </a:custGeom>
          <a:noFill xmlns:a="http://schemas.openxmlformats.org/drawingml/2006/main"/>
          <a:ln xmlns:a="http://schemas.openxmlformats.org/drawingml/2006/main" w="10303">
            <a:solidFill>
              <a:srgbClr val="C0453C"/>
            </a:solidFill>
            <a:prstDash val="solid"/>
          </a:ln>
        </p:spPr>
      </p:sp>
      <p:sp>
        <p:nvSpPr>
          <p:cNvPr id="74" name="Editable chart path">
            <a:extLst xmlns:a="http://schemas.openxmlformats.org/drawingml/2006/main">
              <a:ext uri="{FF2B5EF4-FFF2-40B4-BE49-F238E27FC236}">
                <a16:creationId xmlns:a16="http://schemas.microsoft.com/office/drawing/2014/main" id="{12D8E72F-E19F-4A08-A15D-585D8DDD80CB}"/>
              </a:ext>
            </a:extLst>
          </p:cNvPr>
          <p:cNvSpPr>
            <a:spLocks xmlns:a="http://schemas.openxmlformats.org/drawingml/2006/main" noGrp="1"/>
          </p:cNvSpPr>
          <p:nvPr/>
        </p:nvSpPr>
        <p:spPr>
          <a:xfrm xmlns:a="http://schemas.openxmlformats.org/drawingml/2006/main">
            <a:off x="2929419" y="4696177"/>
            <a:ext cx="2767717" cy="95"/>
          </a:xfrm>
          <a:custGeom xmlns:a="http://schemas.openxmlformats.org/drawingml/2006/main">
            <a:pathLst>
              <a:path w="2814649" h="95">
                <a:moveTo>
                  <a:pt x="0" y="0"/>
                </a:moveTo>
                <a:lnTo>
                  <a:pt x="2814649" y="0"/>
                </a:lnTo>
              </a:path>
            </a:pathLst>
          </a:custGeom>
          <a:noFill xmlns:a="http://schemas.openxmlformats.org/drawingml/2006/main"/>
          <a:ln xmlns:a="http://schemas.openxmlformats.org/drawingml/2006/main" w="10303">
            <a:solidFill>
              <a:srgbClr val="C0453C"/>
            </a:solidFill>
            <a:prstDash val="solid"/>
          </a:ln>
        </p:spPr>
      </p:sp>
      <p:sp>
        <p:nvSpPr>
          <p:cNvPr id="75" name="Editable chart path">
            <a:extLst xmlns:a="http://schemas.openxmlformats.org/drawingml/2006/main">
              <a:ext uri="{FF2B5EF4-FFF2-40B4-BE49-F238E27FC236}">
                <a16:creationId xmlns:a16="http://schemas.microsoft.com/office/drawing/2014/main" id="{D073D6C8-65D8-44D9-9C7B-217E8F56335F}"/>
              </a:ext>
            </a:extLst>
          </p:cNvPr>
          <p:cNvSpPr>
            <a:spLocks xmlns:a="http://schemas.openxmlformats.org/drawingml/2006/main" noGrp="1"/>
          </p:cNvSpPr>
          <p:nvPr/>
        </p:nvSpPr>
        <p:spPr>
          <a:xfrm xmlns:a="http://schemas.openxmlformats.org/drawingml/2006/main">
            <a:off x="3504712" y="2687639"/>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366">
            <a:solidFill>
              <a:srgbClr val="C0453C"/>
            </a:solidFill>
            <a:prstDash val="solid"/>
          </a:ln>
        </p:spPr>
      </p:sp>
      <p:sp>
        <p:nvSpPr>
          <p:cNvPr id="76" name="Editable chart path">
            <a:extLst xmlns:a="http://schemas.openxmlformats.org/drawingml/2006/main">
              <a:ext uri="{FF2B5EF4-FFF2-40B4-BE49-F238E27FC236}">
                <a16:creationId xmlns:a16="http://schemas.microsoft.com/office/drawing/2014/main" id="{8E3B6D1C-4997-4D75-BCF1-3A7C680E5A47}"/>
              </a:ext>
            </a:extLst>
          </p:cNvPr>
          <p:cNvSpPr>
            <a:spLocks xmlns:a="http://schemas.openxmlformats.org/drawingml/2006/main" noGrp="1"/>
          </p:cNvSpPr>
          <p:nvPr/>
        </p:nvSpPr>
        <p:spPr>
          <a:xfrm xmlns:a="http://schemas.openxmlformats.org/drawingml/2006/main">
            <a:off x="3230396" y="3019273"/>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366">
            <a:solidFill>
              <a:srgbClr val="C0453C"/>
            </a:solidFill>
            <a:prstDash val="solid"/>
          </a:ln>
        </p:spPr>
      </p:sp>
      <p:sp>
        <p:nvSpPr>
          <p:cNvPr id="77" name="Editable chart path">
            <a:extLst xmlns:a="http://schemas.openxmlformats.org/drawingml/2006/main">
              <a:ext uri="{FF2B5EF4-FFF2-40B4-BE49-F238E27FC236}">
                <a16:creationId xmlns:a16="http://schemas.microsoft.com/office/drawing/2014/main" id="{4E20870D-997C-4B24-9603-1265E7BB48A9}"/>
              </a:ext>
            </a:extLst>
          </p:cNvPr>
          <p:cNvSpPr>
            <a:spLocks xmlns:a="http://schemas.openxmlformats.org/drawingml/2006/main" noGrp="1"/>
          </p:cNvSpPr>
          <p:nvPr/>
        </p:nvSpPr>
        <p:spPr>
          <a:xfrm xmlns:a="http://schemas.openxmlformats.org/drawingml/2006/main">
            <a:off x="3589515" y="3350907"/>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366">
            <a:solidFill>
              <a:srgbClr val="C0453C"/>
            </a:solidFill>
            <a:prstDash val="solid"/>
          </a:ln>
        </p:spPr>
      </p:sp>
      <p:sp>
        <p:nvSpPr>
          <p:cNvPr id="78" name="Editable chart path">
            <a:extLst xmlns:a="http://schemas.openxmlformats.org/drawingml/2006/main">
              <a:ext uri="{FF2B5EF4-FFF2-40B4-BE49-F238E27FC236}">
                <a16:creationId xmlns:a16="http://schemas.microsoft.com/office/drawing/2014/main" id="{FB0647B1-E2CD-48FA-9723-CA2D15012F36}"/>
              </a:ext>
            </a:extLst>
          </p:cNvPr>
          <p:cNvSpPr>
            <a:spLocks xmlns:a="http://schemas.openxmlformats.org/drawingml/2006/main" noGrp="1"/>
          </p:cNvSpPr>
          <p:nvPr/>
        </p:nvSpPr>
        <p:spPr>
          <a:xfrm xmlns:a="http://schemas.openxmlformats.org/drawingml/2006/main">
            <a:off x="3708087" y="3682542"/>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366">
            <a:solidFill>
              <a:srgbClr val="C0453C"/>
            </a:solidFill>
            <a:prstDash val="solid"/>
          </a:ln>
        </p:spPr>
      </p:sp>
      <p:sp>
        <p:nvSpPr>
          <p:cNvPr id="79" name="Editable chart path">
            <a:extLst xmlns:a="http://schemas.openxmlformats.org/drawingml/2006/main">
              <a:ext uri="{FF2B5EF4-FFF2-40B4-BE49-F238E27FC236}">
                <a16:creationId xmlns:a16="http://schemas.microsoft.com/office/drawing/2014/main" id="{320FBD91-56B7-4223-8E96-89D151C10500}"/>
              </a:ext>
            </a:extLst>
          </p:cNvPr>
          <p:cNvSpPr>
            <a:spLocks xmlns:a="http://schemas.openxmlformats.org/drawingml/2006/main" noGrp="1"/>
          </p:cNvSpPr>
          <p:nvPr/>
        </p:nvSpPr>
        <p:spPr>
          <a:xfrm xmlns:a="http://schemas.openxmlformats.org/drawingml/2006/main">
            <a:off x="3042858" y="4014176"/>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366">
            <a:solidFill>
              <a:srgbClr val="C0453C"/>
            </a:solidFill>
            <a:prstDash val="solid"/>
          </a:ln>
        </p:spPr>
      </p:sp>
      <p:sp>
        <p:nvSpPr>
          <p:cNvPr id="80" name="Editable chart path">
            <a:extLst xmlns:a="http://schemas.openxmlformats.org/drawingml/2006/main">
              <a:ext uri="{FF2B5EF4-FFF2-40B4-BE49-F238E27FC236}">
                <a16:creationId xmlns:a16="http://schemas.microsoft.com/office/drawing/2014/main" id="{0614C441-34BB-4652-BCE8-D3D5F2D08223}"/>
              </a:ext>
            </a:extLst>
          </p:cNvPr>
          <p:cNvSpPr>
            <a:spLocks xmlns:a="http://schemas.openxmlformats.org/drawingml/2006/main" noGrp="1"/>
          </p:cNvSpPr>
          <p:nvPr/>
        </p:nvSpPr>
        <p:spPr>
          <a:xfrm xmlns:a="http://schemas.openxmlformats.org/drawingml/2006/main">
            <a:off x="3691427" y="4345810"/>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366">
            <a:solidFill>
              <a:srgbClr val="C0453C"/>
            </a:solidFill>
            <a:prstDash val="solid"/>
          </a:ln>
        </p:spPr>
      </p:sp>
      <p:sp>
        <p:nvSpPr>
          <p:cNvPr id="81" name="Editable chart path">
            <a:extLst xmlns:a="http://schemas.openxmlformats.org/drawingml/2006/main">
              <a:ext uri="{FF2B5EF4-FFF2-40B4-BE49-F238E27FC236}">
                <a16:creationId xmlns:a16="http://schemas.microsoft.com/office/drawing/2014/main" id="{B2A6E1D3-FC9A-416B-92F5-DC26A72FA736}"/>
              </a:ext>
            </a:extLst>
          </p:cNvPr>
          <p:cNvSpPr>
            <a:spLocks xmlns:a="http://schemas.openxmlformats.org/drawingml/2006/main" noGrp="1"/>
          </p:cNvSpPr>
          <p:nvPr/>
        </p:nvSpPr>
        <p:spPr>
          <a:xfrm xmlns:a="http://schemas.openxmlformats.org/drawingml/2006/main">
            <a:off x="4177852" y="4677445"/>
            <a:ext cx="37465" cy="37465"/>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9366">
            <a:solidFill>
              <a:srgbClr val="C0453C"/>
            </a:solidFill>
            <a:prstDash val="solid"/>
          </a:ln>
        </p:spPr>
      </p:sp>
      <p:sp>
        <p:nvSpPr>
          <p:cNvPr id="82" name="Editable chart path">
            <a:extLst xmlns:a="http://schemas.openxmlformats.org/drawingml/2006/main">
              <a:ext uri="{FF2B5EF4-FFF2-40B4-BE49-F238E27FC236}">
                <a16:creationId xmlns:a16="http://schemas.microsoft.com/office/drawing/2014/main" id="{76BA6BC4-9879-4DBF-B848-0D5E349CF4C8}"/>
              </a:ext>
            </a:extLst>
          </p:cNvPr>
          <p:cNvSpPr>
            <a:spLocks xmlns:a="http://schemas.openxmlformats.org/drawingml/2006/main" noGrp="1"/>
          </p:cNvSpPr>
          <p:nvPr/>
        </p:nvSpPr>
        <p:spPr>
          <a:xfrm xmlns:a="http://schemas.openxmlformats.org/drawingml/2006/main">
            <a:off x="2613585" y="2497441"/>
            <a:ext cx="95" cy="2321440"/>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493">
            <a:solidFill>
              <a:srgbClr val="5A6683"/>
            </a:solidFill>
            <a:prstDash val="solid"/>
          </a:ln>
        </p:spPr>
      </p:sp>
      <p:sp>
        <p:nvSpPr>
          <p:cNvPr id="83" name="Editable chart path">
            <a:extLst xmlns:a="http://schemas.openxmlformats.org/drawingml/2006/main">
              <a:ext uri="{FF2B5EF4-FFF2-40B4-BE49-F238E27FC236}">
                <a16:creationId xmlns:a16="http://schemas.microsoft.com/office/drawing/2014/main" id="{FBB3D5DF-9887-4EA9-9937-84B0AAB31D5A}"/>
              </a:ext>
            </a:extLst>
          </p:cNvPr>
          <p:cNvSpPr>
            <a:spLocks xmlns:a="http://schemas.openxmlformats.org/drawingml/2006/main" noGrp="1"/>
          </p:cNvSpPr>
          <p:nvPr/>
        </p:nvSpPr>
        <p:spPr>
          <a:xfrm xmlns:a="http://schemas.openxmlformats.org/drawingml/2006/main">
            <a:off x="4748021" y="2497441"/>
            <a:ext cx="95" cy="2321440"/>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6556">
            <a:solidFill>
              <a:srgbClr val="5A6683"/>
            </a:solidFill>
            <a:prstDash val="dash"/>
          </a:ln>
        </p:spPr>
      </p:sp>
      <p:sp>
        <p:nvSpPr>
          <p:cNvPr id="84" name="Editable chart path">
            <a:extLst xmlns:a="http://schemas.openxmlformats.org/drawingml/2006/main">
              <a:ext uri="{FF2B5EF4-FFF2-40B4-BE49-F238E27FC236}">
                <a16:creationId xmlns:a16="http://schemas.microsoft.com/office/drawing/2014/main" id="{098EEA57-806D-42B4-A552-66B57EA25BA2}"/>
              </a:ext>
            </a:extLst>
          </p:cNvPr>
          <p:cNvSpPr>
            <a:spLocks xmlns:a="http://schemas.openxmlformats.org/drawingml/2006/main" noGrp="1"/>
          </p:cNvSpPr>
          <p:nvPr/>
        </p:nvSpPr>
        <p:spPr>
          <a:xfrm xmlns:a="http://schemas.openxmlformats.org/drawingml/2006/main">
            <a:off x="1946624" y="2497441"/>
            <a:ext cx="95" cy="2321440"/>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493">
            <a:solidFill>
              <a:srgbClr val="5A6683"/>
            </a:solidFill>
            <a:prstDash val="solid"/>
          </a:ln>
        </p:spPr>
      </p:sp>
      <p:sp>
        <p:nvSpPr>
          <p:cNvPr id="85" name="Editable chart path">
            <a:extLst xmlns:a="http://schemas.openxmlformats.org/drawingml/2006/main">
              <a:ext uri="{FF2B5EF4-FFF2-40B4-BE49-F238E27FC236}">
                <a16:creationId xmlns:a16="http://schemas.microsoft.com/office/drawing/2014/main" id="{426444DC-176A-4954-9AD0-CA89A289DE4E}"/>
              </a:ext>
            </a:extLst>
          </p:cNvPr>
          <p:cNvSpPr>
            <a:spLocks xmlns:a="http://schemas.openxmlformats.org/drawingml/2006/main" noGrp="1"/>
          </p:cNvSpPr>
          <p:nvPr/>
        </p:nvSpPr>
        <p:spPr>
          <a:xfrm xmlns:a="http://schemas.openxmlformats.org/drawingml/2006/main">
            <a:off x="1946624" y="4818882"/>
            <a:ext cx="3929108"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7493">
            <a:solidFill>
              <a:srgbClr val="5A6683"/>
            </a:solidFill>
            <a:prstDash val="solid"/>
          </a:ln>
        </p:spPr>
      </p:sp>
      <p:sp>
        <p:nvSpPr>
          <p:cNvPr id="86" name="">
            <a:extLst xmlns:a="http://schemas.openxmlformats.org/drawingml/2006/main">
              <a:ext uri="{FF2B5EF4-FFF2-40B4-BE49-F238E27FC236}">
                <a16:creationId xmlns:a16="http://schemas.microsoft.com/office/drawing/2014/main" id="{8BDE5C39-0D89-4F25-8EE9-9EE6C5A04A98}"/>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7" name="">
            <a:extLst xmlns:a="http://schemas.openxmlformats.org/drawingml/2006/main">
              <a:ext uri="{FF2B5EF4-FFF2-40B4-BE49-F238E27FC236}">
                <a16:creationId xmlns:a16="http://schemas.microsoft.com/office/drawing/2014/main" id="{0575D692-919B-462E-A967-4BEB763FEF38}"/>
              </a:ext>
            </a:extLst>
          </p:cNvPr>
          <p:cNvSpPr>
            <a:spLocks xmlns:a="http://schemas.openxmlformats.org/drawingml/2006/main" noGrp="1"/>
          </p:cNvSpPr>
          <p:nvPr/>
        </p:nvSpPr>
        <p:spPr>
          <a:xfrm xmlns:a="http://schemas.openxmlformats.org/drawingml/2006/main">
            <a:off x="1371600" y="5334000"/>
            <a:ext cx="6213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times</a:t>
            </a:r>
          </a:p>
        </p:txBody>
      </p:sp>
      <p:sp>
        <p:nvSpPr>
          <p:cNvPr id="88" name="">
            <a:extLst xmlns:a="http://schemas.openxmlformats.org/drawingml/2006/main">
              <a:ext uri="{FF2B5EF4-FFF2-40B4-BE49-F238E27FC236}">
                <a16:creationId xmlns:a16="http://schemas.microsoft.com/office/drawing/2014/main" id="{A1380222-A1F3-4FBE-A7DE-084E5535BDAB}"/>
              </a:ext>
            </a:extLst>
          </p:cNvPr>
          <p:cNvSpPr>
            <a:spLocks xmlns:a="http://schemas.openxmlformats.org/drawingml/2006/main" noGrp="1"/>
          </p:cNvSpPr>
          <p:nvPr/>
        </p:nvSpPr>
        <p:spPr>
          <a:xfrm xmlns:a="http://schemas.openxmlformats.org/drawingml/2006/main">
            <a:off x="2202466"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89" name="">
            <a:extLst xmlns:a="http://schemas.openxmlformats.org/drawingml/2006/main">
              <a:ext uri="{FF2B5EF4-FFF2-40B4-BE49-F238E27FC236}">
                <a16:creationId xmlns:a16="http://schemas.microsoft.com/office/drawing/2014/main" id="{BB34820B-3B15-4FBC-816C-F5A35F07BE7D}"/>
              </a:ext>
            </a:extLst>
          </p:cNvPr>
          <p:cNvSpPr>
            <a:spLocks xmlns:a="http://schemas.openxmlformats.org/drawingml/2006/main" noGrp="1"/>
          </p:cNvSpPr>
          <p:nvPr/>
        </p:nvSpPr>
        <p:spPr>
          <a:xfrm xmlns:a="http://schemas.openxmlformats.org/drawingml/2006/main">
            <a:off x="2431066" y="5334000"/>
            <a:ext cx="110851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Storm windows</a:t>
            </a:r>
          </a:p>
        </p:txBody>
      </p:sp>
      <p:sp>
        <p:nvSpPr>
          <p:cNvPr id="90" name="">
            <a:extLst xmlns:a="http://schemas.openxmlformats.org/drawingml/2006/main">
              <a:ext uri="{FF2B5EF4-FFF2-40B4-BE49-F238E27FC236}">
                <a16:creationId xmlns:a16="http://schemas.microsoft.com/office/drawing/2014/main" id="{728151A0-9DF0-43A9-ADCB-63418A1F9437}"/>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60 min: 15% regional shortfall</a:t>
            </a:r>
          </a:p>
        </p:txBody>
      </p:sp>
      <p:sp>
        <p:nvSpPr>
          <p:cNvPr id="91" name="Editable chart path">
            <a:extLst xmlns:a="http://schemas.openxmlformats.org/drawingml/2006/main">
              <a:ext uri="{FF2B5EF4-FFF2-40B4-BE49-F238E27FC236}">
                <a16:creationId xmlns:a16="http://schemas.microsoft.com/office/drawing/2014/main" id="{01905130-20E2-489C-BE8C-4BFA4A853700}"/>
              </a:ext>
            </a:extLst>
          </p:cNvPr>
          <p:cNvSpPr>
            <a:spLocks xmlns:a="http://schemas.openxmlformats.org/drawingml/2006/main" noGrp="1"/>
          </p:cNvSpPr>
          <p:nvPr/>
        </p:nvSpPr>
        <p:spPr>
          <a:xfrm xmlns:a="http://schemas.openxmlformats.org/drawingml/2006/main">
            <a:off x="6683671"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2" name="">
            <a:extLst xmlns:a="http://schemas.openxmlformats.org/drawingml/2006/main">
              <a:ext uri="{FF2B5EF4-FFF2-40B4-BE49-F238E27FC236}">
                <a16:creationId xmlns:a16="http://schemas.microsoft.com/office/drawing/2014/main" id="{AF543CBD-4F13-49C6-A449-C0767A3E79FF}"/>
              </a:ext>
            </a:extLst>
          </p:cNvPr>
          <p:cNvSpPr>
            <a:spLocks xmlns:a="http://schemas.openxmlformats.org/drawingml/2006/main" noGrp="1"/>
          </p:cNvSpPr>
          <p:nvPr/>
        </p:nvSpPr>
        <p:spPr>
          <a:xfrm xmlns:a="http://schemas.openxmlformats.org/drawingml/2006/main" rot="0">
            <a:off x="6497301" y="4922012"/>
            <a:ext cx="3685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−0.03</a:t>
            </a:r>
          </a:p>
        </p:txBody>
      </p:sp>
      <p:sp>
        <p:nvSpPr>
          <p:cNvPr id="93" name="Editable chart path">
            <a:extLst xmlns:a="http://schemas.openxmlformats.org/drawingml/2006/main">
              <a:ext uri="{FF2B5EF4-FFF2-40B4-BE49-F238E27FC236}">
                <a16:creationId xmlns:a16="http://schemas.microsoft.com/office/drawing/2014/main" id="{7982136B-AF84-4AEB-BCCF-DF82C08FE451}"/>
              </a:ext>
            </a:extLst>
          </p:cNvPr>
          <p:cNvSpPr>
            <a:spLocks xmlns:a="http://schemas.openxmlformats.org/drawingml/2006/main" noGrp="1"/>
          </p:cNvSpPr>
          <p:nvPr/>
        </p:nvSpPr>
        <p:spPr>
          <a:xfrm xmlns:a="http://schemas.openxmlformats.org/drawingml/2006/main">
            <a:off x="7260706"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4" name="">
            <a:extLst xmlns:a="http://schemas.openxmlformats.org/drawingml/2006/main">
              <a:ext uri="{FF2B5EF4-FFF2-40B4-BE49-F238E27FC236}">
                <a16:creationId xmlns:a16="http://schemas.microsoft.com/office/drawing/2014/main" id="{BD5F5852-6A4B-4B82-97E2-3978873D017E}"/>
              </a:ext>
            </a:extLst>
          </p:cNvPr>
          <p:cNvSpPr>
            <a:spLocks xmlns:a="http://schemas.openxmlformats.org/drawingml/2006/main" noGrp="1"/>
          </p:cNvSpPr>
          <p:nvPr/>
        </p:nvSpPr>
        <p:spPr>
          <a:xfrm xmlns:a="http://schemas.openxmlformats.org/drawingml/2006/main" rot="0">
            <a:off x="7074557" y="4922012"/>
            <a:ext cx="3666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a:t>
            </a:r>
          </a:p>
        </p:txBody>
      </p:sp>
      <p:sp>
        <p:nvSpPr>
          <p:cNvPr id="95" name="Editable chart path">
            <a:extLst xmlns:a="http://schemas.openxmlformats.org/drawingml/2006/main">
              <a:ext uri="{FF2B5EF4-FFF2-40B4-BE49-F238E27FC236}">
                <a16:creationId xmlns:a16="http://schemas.microsoft.com/office/drawing/2014/main" id="{49343215-0397-49CF-8DD1-93C2435398C1}"/>
              </a:ext>
            </a:extLst>
          </p:cNvPr>
          <p:cNvSpPr>
            <a:spLocks xmlns:a="http://schemas.openxmlformats.org/drawingml/2006/main" noGrp="1"/>
          </p:cNvSpPr>
          <p:nvPr/>
        </p:nvSpPr>
        <p:spPr>
          <a:xfrm xmlns:a="http://schemas.openxmlformats.org/drawingml/2006/main">
            <a:off x="7837742"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6" name="">
            <a:extLst xmlns:a="http://schemas.openxmlformats.org/drawingml/2006/main">
              <a:ext uri="{FF2B5EF4-FFF2-40B4-BE49-F238E27FC236}">
                <a16:creationId xmlns:a16="http://schemas.microsoft.com/office/drawing/2014/main" id="{8D8E7D36-5654-4AA3-88A0-597BA434292E}"/>
              </a:ext>
            </a:extLst>
          </p:cNvPr>
          <p:cNvSpPr>
            <a:spLocks xmlns:a="http://schemas.openxmlformats.org/drawingml/2006/main" noGrp="1"/>
          </p:cNvSpPr>
          <p:nvPr/>
        </p:nvSpPr>
        <p:spPr>
          <a:xfrm xmlns:a="http://schemas.openxmlformats.org/drawingml/2006/main" rot="0">
            <a:off x="7663063" y="4922012"/>
            <a:ext cx="3309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a:t>
            </a:r>
          </a:p>
        </p:txBody>
      </p:sp>
      <p:sp>
        <p:nvSpPr>
          <p:cNvPr id="97" name="Editable chart path">
            <a:extLst xmlns:a="http://schemas.openxmlformats.org/drawingml/2006/main">
              <a:ext uri="{FF2B5EF4-FFF2-40B4-BE49-F238E27FC236}">
                <a16:creationId xmlns:a16="http://schemas.microsoft.com/office/drawing/2014/main" id="{CBB35E2E-167B-4A20-A364-0CA81FA2AA39}"/>
              </a:ext>
            </a:extLst>
          </p:cNvPr>
          <p:cNvSpPr>
            <a:spLocks xmlns:a="http://schemas.openxmlformats.org/drawingml/2006/main" noGrp="1"/>
          </p:cNvSpPr>
          <p:nvPr/>
        </p:nvSpPr>
        <p:spPr>
          <a:xfrm xmlns:a="http://schemas.openxmlformats.org/drawingml/2006/main">
            <a:off x="8414777"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98" name="">
            <a:extLst xmlns:a="http://schemas.openxmlformats.org/drawingml/2006/main">
              <a:ext uri="{FF2B5EF4-FFF2-40B4-BE49-F238E27FC236}">
                <a16:creationId xmlns:a16="http://schemas.microsoft.com/office/drawing/2014/main" id="{1F77F018-4B7A-4E68-BB1D-07B5E254C043}"/>
              </a:ext>
            </a:extLst>
          </p:cNvPr>
          <p:cNvSpPr>
            <a:spLocks xmlns:a="http://schemas.openxmlformats.org/drawingml/2006/main" noGrp="1"/>
          </p:cNvSpPr>
          <p:nvPr/>
        </p:nvSpPr>
        <p:spPr>
          <a:xfrm xmlns:a="http://schemas.openxmlformats.org/drawingml/2006/main" rot="0">
            <a:off x="8264312" y="4922012"/>
            <a:ext cx="2970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a:t>
            </a:r>
          </a:p>
        </p:txBody>
      </p:sp>
      <p:sp>
        <p:nvSpPr>
          <p:cNvPr id="99" name="Editable chart path">
            <a:extLst xmlns:a="http://schemas.openxmlformats.org/drawingml/2006/main">
              <a:ext uri="{FF2B5EF4-FFF2-40B4-BE49-F238E27FC236}">
                <a16:creationId xmlns:a16="http://schemas.microsoft.com/office/drawing/2014/main" id="{0FEFA8F1-133C-4B6B-9EB4-5F777CEDE28A}"/>
              </a:ext>
            </a:extLst>
          </p:cNvPr>
          <p:cNvSpPr>
            <a:spLocks xmlns:a="http://schemas.openxmlformats.org/drawingml/2006/main" noGrp="1"/>
          </p:cNvSpPr>
          <p:nvPr/>
        </p:nvSpPr>
        <p:spPr>
          <a:xfrm xmlns:a="http://schemas.openxmlformats.org/drawingml/2006/main">
            <a:off x="8991813"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0" name="">
            <a:extLst xmlns:a="http://schemas.openxmlformats.org/drawingml/2006/main">
              <a:ext uri="{FF2B5EF4-FFF2-40B4-BE49-F238E27FC236}">
                <a16:creationId xmlns:a16="http://schemas.microsoft.com/office/drawing/2014/main" id="{2041F3D4-47CF-427F-A21B-E80A54CD0ED5}"/>
              </a:ext>
            </a:extLst>
          </p:cNvPr>
          <p:cNvSpPr>
            <a:spLocks xmlns:a="http://schemas.openxmlformats.org/drawingml/2006/main" noGrp="1"/>
          </p:cNvSpPr>
          <p:nvPr/>
        </p:nvSpPr>
        <p:spPr>
          <a:xfrm xmlns:a="http://schemas.openxmlformats.org/drawingml/2006/main" rot="0">
            <a:off x="8855567" y="4922012"/>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a:t>
            </a:r>
          </a:p>
        </p:txBody>
      </p:sp>
      <p:sp>
        <p:nvSpPr>
          <p:cNvPr id="101" name="Editable chart path">
            <a:extLst xmlns:a="http://schemas.openxmlformats.org/drawingml/2006/main">
              <a:ext uri="{FF2B5EF4-FFF2-40B4-BE49-F238E27FC236}">
                <a16:creationId xmlns:a16="http://schemas.microsoft.com/office/drawing/2014/main" id="{E8A8DDC4-FD34-498F-BC41-6B137F00113A}"/>
              </a:ext>
            </a:extLst>
          </p:cNvPr>
          <p:cNvSpPr>
            <a:spLocks xmlns:a="http://schemas.openxmlformats.org/drawingml/2006/main" noGrp="1"/>
          </p:cNvSpPr>
          <p:nvPr/>
        </p:nvSpPr>
        <p:spPr>
          <a:xfrm xmlns:a="http://schemas.openxmlformats.org/drawingml/2006/main">
            <a:off x="9568848"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2" name="">
            <a:extLst xmlns:a="http://schemas.openxmlformats.org/drawingml/2006/main">
              <a:ext uri="{FF2B5EF4-FFF2-40B4-BE49-F238E27FC236}">
                <a16:creationId xmlns:a16="http://schemas.microsoft.com/office/drawing/2014/main" id="{4AAAAFF3-9DE1-4D48-A654-6C86EA45A674}"/>
              </a:ext>
            </a:extLst>
          </p:cNvPr>
          <p:cNvSpPr>
            <a:spLocks xmlns:a="http://schemas.openxmlformats.org/drawingml/2006/main" noGrp="1"/>
          </p:cNvSpPr>
          <p:nvPr/>
        </p:nvSpPr>
        <p:spPr>
          <a:xfrm xmlns:a="http://schemas.openxmlformats.org/drawingml/2006/main" rot="0">
            <a:off x="9421180" y="4922012"/>
            <a:ext cx="2896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0.02</a:t>
            </a:r>
          </a:p>
        </p:txBody>
      </p:sp>
      <p:sp>
        <p:nvSpPr>
          <p:cNvPr id="103" name="Editable chart path">
            <a:extLst xmlns:a="http://schemas.openxmlformats.org/drawingml/2006/main">
              <a:ext uri="{FF2B5EF4-FFF2-40B4-BE49-F238E27FC236}">
                <a16:creationId xmlns:a16="http://schemas.microsoft.com/office/drawing/2014/main" id="{3C69551E-D7B8-4408-88C5-14DD34140204}"/>
              </a:ext>
            </a:extLst>
          </p:cNvPr>
          <p:cNvSpPr>
            <a:spLocks xmlns:a="http://schemas.openxmlformats.org/drawingml/2006/main" noGrp="1"/>
          </p:cNvSpPr>
          <p:nvPr/>
        </p:nvSpPr>
        <p:spPr>
          <a:xfrm xmlns:a="http://schemas.openxmlformats.org/drawingml/2006/main">
            <a:off x="10145884"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4" name="">
            <a:extLst xmlns:a="http://schemas.openxmlformats.org/drawingml/2006/main">
              <a:ext uri="{FF2B5EF4-FFF2-40B4-BE49-F238E27FC236}">
                <a16:creationId xmlns:a16="http://schemas.microsoft.com/office/drawing/2014/main" id="{8A8D868E-C60F-4114-B06C-CD2DAFBF0287}"/>
              </a:ext>
            </a:extLst>
          </p:cNvPr>
          <p:cNvSpPr>
            <a:spLocks xmlns:a="http://schemas.openxmlformats.org/drawingml/2006/main" noGrp="1"/>
          </p:cNvSpPr>
          <p:nvPr/>
        </p:nvSpPr>
        <p:spPr>
          <a:xfrm xmlns:a="http://schemas.openxmlformats.org/drawingml/2006/main" rot="0">
            <a:off x="9997947" y="4922012"/>
            <a:ext cx="29165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0.03</a:t>
            </a:r>
          </a:p>
        </p:txBody>
      </p:sp>
      <p:sp>
        <p:nvSpPr>
          <p:cNvPr id="105" name="Editable chart path">
            <a:extLst xmlns:a="http://schemas.openxmlformats.org/drawingml/2006/main">
              <a:ext uri="{FF2B5EF4-FFF2-40B4-BE49-F238E27FC236}">
                <a16:creationId xmlns:a16="http://schemas.microsoft.com/office/drawing/2014/main" id="{4483F40B-5C04-4787-8326-FC1C91FA661F}"/>
              </a:ext>
            </a:extLst>
          </p:cNvPr>
          <p:cNvSpPr>
            <a:spLocks xmlns:a="http://schemas.openxmlformats.org/drawingml/2006/main" noGrp="1"/>
          </p:cNvSpPr>
          <p:nvPr/>
        </p:nvSpPr>
        <p:spPr>
          <a:xfrm xmlns:a="http://schemas.openxmlformats.org/drawingml/2006/main">
            <a:off x="10722919" y="4909902"/>
            <a:ext cx="95" cy="3570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06" name="">
            <a:extLst xmlns:a="http://schemas.openxmlformats.org/drawingml/2006/main">
              <a:ext uri="{FF2B5EF4-FFF2-40B4-BE49-F238E27FC236}">
                <a16:creationId xmlns:a16="http://schemas.microsoft.com/office/drawing/2014/main" id="{B4D7D581-A260-4BEA-988F-17688F9EE8AB}"/>
              </a:ext>
            </a:extLst>
          </p:cNvPr>
          <p:cNvSpPr>
            <a:spLocks xmlns:a="http://schemas.openxmlformats.org/drawingml/2006/main" noGrp="1"/>
          </p:cNvSpPr>
          <p:nvPr/>
        </p:nvSpPr>
        <p:spPr>
          <a:xfrm xmlns:a="http://schemas.openxmlformats.org/drawingml/2006/main" rot="0">
            <a:off x="10572450" y="4922012"/>
            <a:ext cx="2971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0.04</a:t>
            </a:r>
          </a:p>
        </p:txBody>
      </p:sp>
      <p:sp>
        <p:nvSpPr>
          <p:cNvPr id="107" name="">
            <a:extLst xmlns:a="http://schemas.openxmlformats.org/drawingml/2006/main">
              <a:ext uri="{FF2B5EF4-FFF2-40B4-BE49-F238E27FC236}">
                <a16:creationId xmlns:a16="http://schemas.microsoft.com/office/drawing/2014/main" id="{A1556667-5ADE-4EB0-919C-E92252D17543}"/>
              </a:ext>
            </a:extLst>
          </p:cNvPr>
          <p:cNvSpPr>
            <a:spLocks xmlns:a="http://schemas.openxmlformats.org/drawingml/2006/main" noGrp="1"/>
          </p:cNvSpPr>
          <p:nvPr/>
        </p:nvSpPr>
        <p:spPr>
          <a:xfrm xmlns:a="http://schemas.openxmlformats.org/drawingml/2006/main" rot="0">
            <a:off x="7592692" y="5069791"/>
            <a:ext cx="2299811"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Weather gain: PR-AUC difference</a:t>
            </a:r>
          </a:p>
        </p:txBody>
      </p:sp>
      <p:sp>
        <p:nvSpPr>
          <p:cNvPr id="108" name="Editable chart path">
            <a:extLst xmlns:a="http://schemas.openxmlformats.org/drawingml/2006/main">
              <a:ext uri="{FF2B5EF4-FFF2-40B4-BE49-F238E27FC236}">
                <a16:creationId xmlns:a16="http://schemas.microsoft.com/office/drawing/2014/main" id="{59BDA9ED-8A64-4B31-A774-B70385C449B1}"/>
              </a:ext>
            </a:extLst>
          </p:cNvPr>
          <p:cNvSpPr>
            <a:spLocks xmlns:a="http://schemas.openxmlformats.org/drawingml/2006/main" noGrp="1"/>
          </p:cNvSpPr>
          <p:nvPr/>
        </p:nvSpPr>
        <p:spPr>
          <a:xfrm xmlns:a="http://schemas.openxmlformats.org/drawingml/2006/main">
            <a:off x="6603699" y="2561868"/>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09" name="Editable chart path">
            <a:extLst xmlns:a="http://schemas.openxmlformats.org/drawingml/2006/main">
              <a:ext uri="{FF2B5EF4-FFF2-40B4-BE49-F238E27FC236}">
                <a16:creationId xmlns:a16="http://schemas.microsoft.com/office/drawing/2014/main" id="{E9A468CB-544F-4342-9F0E-BE21486FB92B}"/>
              </a:ext>
            </a:extLst>
          </p:cNvPr>
          <p:cNvSpPr>
            <a:spLocks xmlns:a="http://schemas.openxmlformats.org/drawingml/2006/main" noGrp="1"/>
          </p:cNvSpPr>
          <p:nvPr/>
        </p:nvSpPr>
        <p:spPr>
          <a:xfrm xmlns:a="http://schemas.openxmlformats.org/drawingml/2006/main">
            <a:off x="6567992" y="2561868"/>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0" name="Editable chart path">
            <a:extLst xmlns:a="http://schemas.openxmlformats.org/drawingml/2006/main">
              <a:ext uri="{FF2B5EF4-FFF2-40B4-BE49-F238E27FC236}">
                <a16:creationId xmlns:a16="http://schemas.microsoft.com/office/drawing/2014/main" id="{55571E8D-9A56-49CD-BCA9-16A91C3D282D}"/>
              </a:ext>
            </a:extLst>
          </p:cNvPr>
          <p:cNvSpPr>
            <a:spLocks xmlns:a="http://schemas.openxmlformats.org/drawingml/2006/main" noGrp="1"/>
          </p:cNvSpPr>
          <p:nvPr/>
        </p:nvSpPr>
        <p:spPr>
          <a:xfrm xmlns:a="http://schemas.openxmlformats.org/drawingml/2006/main">
            <a:off x="6603699" y="2923104"/>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1" name="Editable chart path">
            <a:extLst xmlns:a="http://schemas.openxmlformats.org/drawingml/2006/main">
              <a:ext uri="{FF2B5EF4-FFF2-40B4-BE49-F238E27FC236}">
                <a16:creationId xmlns:a16="http://schemas.microsoft.com/office/drawing/2014/main" id="{63F63A8A-9245-4D51-80A1-B2EBC61D7436}"/>
              </a:ext>
            </a:extLst>
          </p:cNvPr>
          <p:cNvSpPr>
            <a:spLocks xmlns:a="http://schemas.openxmlformats.org/drawingml/2006/main" noGrp="1"/>
          </p:cNvSpPr>
          <p:nvPr/>
        </p:nvSpPr>
        <p:spPr>
          <a:xfrm xmlns:a="http://schemas.openxmlformats.org/drawingml/2006/main">
            <a:off x="6567992" y="2923104"/>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2" name="Editable chart path">
            <a:extLst xmlns:a="http://schemas.openxmlformats.org/drawingml/2006/main">
              <a:ext uri="{FF2B5EF4-FFF2-40B4-BE49-F238E27FC236}">
                <a16:creationId xmlns:a16="http://schemas.microsoft.com/office/drawing/2014/main" id="{DDD88698-4012-4BEC-9EC8-3C85FE498332}"/>
              </a:ext>
            </a:extLst>
          </p:cNvPr>
          <p:cNvSpPr>
            <a:spLocks xmlns:a="http://schemas.openxmlformats.org/drawingml/2006/main" noGrp="1"/>
          </p:cNvSpPr>
          <p:nvPr/>
        </p:nvSpPr>
        <p:spPr>
          <a:xfrm xmlns:a="http://schemas.openxmlformats.org/drawingml/2006/main">
            <a:off x="6603699" y="3284340"/>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3" name="Editable chart path">
            <a:extLst xmlns:a="http://schemas.openxmlformats.org/drawingml/2006/main">
              <a:ext uri="{FF2B5EF4-FFF2-40B4-BE49-F238E27FC236}">
                <a16:creationId xmlns:a16="http://schemas.microsoft.com/office/drawing/2014/main" id="{BB0F7FC2-7C88-4554-BB23-A9413DCB2CC1}"/>
              </a:ext>
            </a:extLst>
          </p:cNvPr>
          <p:cNvSpPr>
            <a:spLocks xmlns:a="http://schemas.openxmlformats.org/drawingml/2006/main" noGrp="1"/>
          </p:cNvSpPr>
          <p:nvPr/>
        </p:nvSpPr>
        <p:spPr>
          <a:xfrm xmlns:a="http://schemas.openxmlformats.org/drawingml/2006/main">
            <a:off x="6567992" y="3284340"/>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4" name="Editable chart path">
            <a:extLst xmlns:a="http://schemas.openxmlformats.org/drawingml/2006/main">
              <a:ext uri="{FF2B5EF4-FFF2-40B4-BE49-F238E27FC236}">
                <a16:creationId xmlns:a16="http://schemas.microsoft.com/office/drawing/2014/main" id="{1CC39A60-6C28-4AF7-B76E-25FB20E0F26C}"/>
              </a:ext>
            </a:extLst>
          </p:cNvPr>
          <p:cNvSpPr>
            <a:spLocks xmlns:a="http://schemas.openxmlformats.org/drawingml/2006/main" noGrp="1"/>
          </p:cNvSpPr>
          <p:nvPr/>
        </p:nvSpPr>
        <p:spPr>
          <a:xfrm xmlns:a="http://schemas.openxmlformats.org/drawingml/2006/main">
            <a:off x="6603699" y="3645576"/>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5" name="Editable chart path">
            <a:extLst xmlns:a="http://schemas.openxmlformats.org/drawingml/2006/main">
              <a:ext uri="{FF2B5EF4-FFF2-40B4-BE49-F238E27FC236}">
                <a16:creationId xmlns:a16="http://schemas.microsoft.com/office/drawing/2014/main" id="{0E5DBBC2-B1B4-4E12-8910-C5EA5DA84724}"/>
              </a:ext>
            </a:extLst>
          </p:cNvPr>
          <p:cNvSpPr>
            <a:spLocks xmlns:a="http://schemas.openxmlformats.org/drawingml/2006/main" noGrp="1"/>
          </p:cNvSpPr>
          <p:nvPr/>
        </p:nvSpPr>
        <p:spPr>
          <a:xfrm xmlns:a="http://schemas.openxmlformats.org/drawingml/2006/main">
            <a:off x="6567992" y="3645576"/>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6" name="Editable chart path">
            <a:extLst xmlns:a="http://schemas.openxmlformats.org/drawingml/2006/main">
              <a:ext uri="{FF2B5EF4-FFF2-40B4-BE49-F238E27FC236}">
                <a16:creationId xmlns:a16="http://schemas.microsoft.com/office/drawing/2014/main" id="{5AB7C703-CBFF-432F-B3EA-CB346BF13DF6}"/>
              </a:ext>
            </a:extLst>
          </p:cNvPr>
          <p:cNvSpPr>
            <a:spLocks xmlns:a="http://schemas.openxmlformats.org/drawingml/2006/main" noGrp="1"/>
          </p:cNvSpPr>
          <p:nvPr/>
        </p:nvSpPr>
        <p:spPr>
          <a:xfrm xmlns:a="http://schemas.openxmlformats.org/drawingml/2006/main">
            <a:off x="6603699" y="4006812"/>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7" name="Editable chart path">
            <a:extLst xmlns:a="http://schemas.openxmlformats.org/drawingml/2006/main">
              <a:ext uri="{FF2B5EF4-FFF2-40B4-BE49-F238E27FC236}">
                <a16:creationId xmlns:a16="http://schemas.microsoft.com/office/drawing/2014/main" id="{2647D3DC-A6C2-49B0-81FB-886A2F6C4EC0}"/>
              </a:ext>
            </a:extLst>
          </p:cNvPr>
          <p:cNvSpPr>
            <a:spLocks xmlns:a="http://schemas.openxmlformats.org/drawingml/2006/main" noGrp="1"/>
          </p:cNvSpPr>
          <p:nvPr/>
        </p:nvSpPr>
        <p:spPr>
          <a:xfrm xmlns:a="http://schemas.openxmlformats.org/drawingml/2006/main">
            <a:off x="6567992" y="4006812"/>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18" name="Editable chart path">
            <a:extLst xmlns:a="http://schemas.openxmlformats.org/drawingml/2006/main">
              <a:ext uri="{FF2B5EF4-FFF2-40B4-BE49-F238E27FC236}">
                <a16:creationId xmlns:a16="http://schemas.microsoft.com/office/drawing/2014/main" id="{212C21FC-B831-4337-B9EB-40DF1F763687}"/>
              </a:ext>
            </a:extLst>
          </p:cNvPr>
          <p:cNvSpPr>
            <a:spLocks xmlns:a="http://schemas.openxmlformats.org/drawingml/2006/main" noGrp="1"/>
          </p:cNvSpPr>
          <p:nvPr/>
        </p:nvSpPr>
        <p:spPr>
          <a:xfrm xmlns:a="http://schemas.openxmlformats.org/drawingml/2006/main">
            <a:off x="6603699" y="4368048"/>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19" name="Editable chart path">
            <a:extLst xmlns:a="http://schemas.openxmlformats.org/drawingml/2006/main">
              <a:ext uri="{FF2B5EF4-FFF2-40B4-BE49-F238E27FC236}">
                <a16:creationId xmlns:a16="http://schemas.microsoft.com/office/drawing/2014/main" id="{CCF47A7D-F81F-4116-8DCE-A7133BDDF5BB}"/>
              </a:ext>
            </a:extLst>
          </p:cNvPr>
          <p:cNvSpPr>
            <a:spLocks xmlns:a="http://schemas.openxmlformats.org/drawingml/2006/main" noGrp="1"/>
          </p:cNvSpPr>
          <p:nvPr/>
        </p:nvSpPr>
        <p:spPr>
          <a:xfrm xmlns:a="http://schemas.openxmlformats.org/drawingml/2006/main">
            <a:off x="6567992" y="4368048"/>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20" name="Editable chart path">
            <a:extLst xmlns:a="http://schemas.openxmlformats.org/drawingml/2006/main">
              <a:ext uri="{FF2B5EF4-FFF2-40B4-BE49-F238E27FC236}">
                <a16:creationId xmlns:a16="http://schemas.microsoft.com/office/drawing/2014/main" id="{FBA79653-3212-4F6C-BC2F-F2CFE8CAD88E}"/>
              </a:ext>
            </a:extLst>
          </p:cNvPr>
          <p:cNvSpPr>
            <a:spLocks xmlns:a="http://schemas.openxmlformats.org/drawingml/2006/main" noGrp="1"/>
          </p:cNvSpPr>
          <p:nvPr/>
        </p:nvSpPr>
        <p:spPr>
          <a:xfrm xmlns:a="http://schemas.openxmlformats.org/drawingml/2006/main">
            <a:off x="6603699" y="4729284"/>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6121">
            <a:solidFill>
              <a:srgbClr val="E4EAF4"/>
            </a:solidFill>
            <a:prstDash val="solid"/>
          </a:ln>
        </p:spPr>
      </p:sp>
      <p:sp>
        <p:nvSpPr>
          <p:cNvPr id="121" name="Editable chart path">
            <a:extLst xmlns:a="http://schemas.openxmlformats.org/drawingml/2006/main">
              <a:ext uri="{FF2B5EF4-FFF2-40B4-BE49-F238E27FC236}">
                <a16:creationId xmlns:a16="http://schemas.microsoft.com/office/drawing/2014/main" id="{DC22E07F-87DA-4A19-8EEC-D965830E459D}"/>
              </a:ext>
            </a:extLst>
          </p:cNvPr>
          <p:cNvSpPr>
            <a:spLocks xmlns:a="http://schemas.openxmlformats.org/drawingml/2006/main" noGrp="1"/>
          </p:cNvSpPr>
          <p:nvPr/>
        </p:nvSpPr>
        <p:spPr>
          <a:xfrm xmlns:a="http://schemas.openxmlformats.org/drawingml/2006/main">
            <a:off x="6567992" y="4729284"/>
            <a:ext cx="3570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8162">
            <a:solidFill>
              <a:srgbClr val="5A6683"/>
            </a:solidFill>
            <a:prstDash val="solid"/>
          </a:ln>
        </p:spPr>
      </p:sp>
      <p:sp>
        <p:nvSpPr>
          <p:cNvPr id="122" name="Editable chart path">
            <a:extLst xmlns:a="http://schemas.openxmlformats.org/drawingml/2006/main">
              <a:ext uri="{FF2B5EF4-FFF2-40B4-BE49-F238E27FC236}">
                <a16:creationId xmlns:a16="http://schemas.microsoft.com/office/drawing/2014/main" id="{854F46E0-BFCF-4E14-A0C0-4E419A9043A0}"/>
              </a:ext>
            </a:extLst>
          </p:cNvPr>
          <p:cNvSpPr>
            <a:spLocks xmlns:a="http://schemas.openxmlformats.org/drawingml/2006/main" noGrp="1"/>
          </p:cNvSpPr>
          <p:nvPr/>
        </p:nvSpPr>
        <p:spPr>
          <a:xfrm xmlns:a="http://schemas.openxmlformats.org/drawingml/2006/main">
            <a:off x="8521351" y="2514907"/>
            <a:ext cx="143424" cy="95"/>
          </a:xfrm>
          <a:custGeom xmlns:a="http://schemas.openxmlformats.org/drawingml/2006/main">
            <a:pathLst>
              <a:path w="133904" h="95">
                <a:moveTo>
                  <a:pt x="0" y="0"/>
                </a:moveTo>
                <a:lnTo>
                  <a:pt x="133904" y="0"/>
                </a:lnTo>
              </a:path>
            </a:pathLst>
          </a:custGeom>
          <a:noFill xmlns:a="http://schemas.openxmlformats.org/drawingml/2006/main"/>
          <a:ln xmlns:a="http://schemas.openxmlformats.org/drawingml/2006/main" w="11222">
            <a:solidFill>
              <a:srgbClr val="2C5EAA"/>
            </a:solidFill>
            <a:prstDash val="solid"/>
          </a:ln>
        </p:spPr>
      </p:sp>
      <p:sp>
        <p:nvSpPr>
          <p:cNvPr id="123" name="Editable chart path">
            <a:extLst xmlns:a="http://schemas.openxmlformats.org/drawingml/2006/main">
              <a:ext uri="{FF2B5EF4-FFF2-40B4-BE49-F238E27FC236}">
                <a16:creationId xmlns:a16="http://schemas.microsoft.com/office/drawing/2014/main" id="{AB58F41B-3F86-400D-912E-8304B79C2878}"/>
              </a:ext>
            </a:extLst>
          </p:cNvPr>
          <p:cNvSpPr>
            <a:spLocks xmlns:a="http://schemas.openxmlformats.org/drawingml/2006/main" noGrp="1"/>
          </p:cNvSpPr>
          <p:nvPr/>
        </p:nvSpPr>
        <p:spPr>
          <a:xfrm xmlns:a="http://schemas.openxmlformats.org/drawingml/2006/main">
            <a:off x="8248028" y="2876143"/>
            <a:ext cx="257311" cy="95"/>
          </a:xfrm>
          <a:custGeom xmlns:a="http://schemas.openxmlformats.org/drawingml/2006/main">
            <a:pathLst>
              <a:path w="240231" h="95">
                <a:moveTo>
                  <a:pt x="0" y="0"/>
                </a:moveTo>
                <a:lnTo>
                  <a:pt x="240231" y="0"/>
                </a:lnTo>
              </a:path>
            </a:pathLst>
          </a:custGeom>
          <a:noFill xmlns:a="http://schemas.openxmlformats.org/drawingml/2006/main"/>
          <a:ln xmlns:a="http://schemas.openxmlformats.org/drawingml/2006/main" w="11222">
            <a:solidFill>
              <a:srgbClr val="2C5EAA"/>
            </a:solidFill>
            <a:prstDash val="solid"/>
          </a:ln>
        </p:spPr>
      </p:sp>
      <p:sp>
        <p:nvSpPr>
          <p:cNvPr id="124" name="Editable chart path">
            <a:extLst xmlns:a="http://schemas.openxmlformats.org/drawingml/2006/main">
              <a:ext uri="{FF2B5EF4-FFF2-40B4-BE49-F238E27FC236}">
                <a16:creationId xmlns:a16="http://schemas.microsoft.com/office/drawing/2014/main" id="{D927C434-6347-4EA2-9976-BDC53D1389BD}"/>
              </a:ext>
            </a:extLst>
          </p:cNvPr>
          <p:cNvSpPr>
            <a:spLocks xmlns:a="http://schemas.openxmlformats.org/drawingml/2006/main" noGrp="1"/>
          </p:cNvSpPr>
          <p:nvPr/>
        </p:nvSpPr>
        <p:spPr>
          <a:xfrm xmlns:a="http://schemas.openxmlformats.org/drawingml/2006/main">
            <a:off x="8367638" y="3237379"/>
            <a:ext cx="387280" cy="95"/>
          </a:xfrm>
          <a:custGeom xmlns:a="http://schemas.openxmlformats.org/drawingml/2006/main">
            <a:pathLst>
              <a:path w="361573" h="95">
                <a:moveTo>
                  <a:pt x="0" y="0"/>
                </a:moveTo>
                <a:lnTo>
                  <a:pt x="361573" y="0"/>
                </a:lnTo>
              </a:path>
            </a:pathLst>
          </a:custGeom>
          <a:noFill xmlns:a="http://schemas.openxmlformats.org/drawingml/2006/main"/>
          <a:ln xmlns:a="http://schemas.openxmlformats.org/drawingml/2006/main" w="11222">
            <a:solidFill>
              <a:srgbClr val="2C5EAA"/>
            </a:solidFill>
            <a:prstDash val="solid"/>
          </a:ln>
        </p:spPr>
      </p:sp>
      <p:sp>
        <p:nvSpPr>
          <p:cNvPr id="125" name="Editable chart path">
            <a:extLst xmlns:a="http://schemas.openxmlformats.org/drawingml/2006/main">
              <a:ext uri="{FF2B5EF4-FFF2-40B4-BE49-F238E27FC236}">
                <a16:creationId xmlns:a16="http://schemas.microsoft.com/office/drawing/2014/main" id="{2615238A-1E7D-4C80-8685-0CF215743E41}"/>
              </a:ext>
            </a:extLst>
          </p:cNvPr>
          <p:cNvSpPr>
            <a:spLocks xmlns:a="http://schemas.openxmlformats.org/drawingml/2006/main" noGrp="1"/>
          </p:cNvSpPr>
          <p:nvPr/>
        </p:nvSpPr>
        <p:spPr>
          <a:xfrm xmlns:a="http://schemas.openxmlformats.org/drawingml/2006/main">
            <a:off x="8119878" y="3598615"/>
            <a:ext cx="277737" cy="95"/>
          </a:xfrm>
          <a:custGeom xmlns:a="http://schemas.openxmlformats.org/drawingml/2006/main">
            <a:pathLst>
              <a:path w="259301" h="95">
                <a:moveTo>
                  <a:pt x="0" y="0"/>
                </a:moveTo>
                <a:lnTo>
                  <a:pt x="259301" y="0"/>
                </a:lnTo>
              </a:path>
            </a:pathLst>
          </a:custGeom>
          <a:noFill xmlns:a="http://schemas.openxmlformats.org/drawingml/2006/main"/>
          <a:ln xmlns:a="http://schemas.openxmlformats.org/drawingml/2006/main" w="11222">
            <a:solidFill>
              <a:srgbClr val="2C5EAA"/>
            </a:solidFill>
            <a:prstDash val="solid"/>
          </a:ln>
        </p:spPr>
      </p:sp>
      <p:sp>
        <p:nvSpPr>
          <p:cNvPr id="126" name="Editable chart path">
            <a:extLst xmlns:a="http://schemas.openxmlformats.org/drawingml/2006/main">
              <a:ext uri="{FF2B5EF4-FFF2-40B4-BE49-F238E27FC236}">
                <a16:creationId xmlns:a16="http://schemas.microsoft.com/office/drawing/2014/main" id="{6A7F473D-A1F7-43D5-A3E8-BB733F0B04DD}"/>
              </a:ext>
            </a:extLst>
          </p:cNvPr>
          <p:cNvSpPr>
            <a:spLocks xmlns:a="http://schemas.openxmlformats.org/drawingml/2006/main" noGrp="1"/>
          </p:cNvSpPr>
          <p:nvPr/>
        </p:nvSpPr>
        <p:spPr>
          <a:xfrm xmlns:a="http://schemas.openxmlformats.org/drawingml/2006/main">
            <a:off x="8556491" y="3959851"/>
            <a:ext cx="129857" cy="95"/>
          </a:xfrm>
          <a:custGeom xmlns:a="http://schemas.openxmlformats.org/drawingml/2006/main">
            <a:pathLst>
              <a:path w="121237" h="95">
                <a:moveTo>
                  <a:pt x="0" y="0"/>
                </a:moveTo>
                <a:lnTo>
                  <a:pt x="121237" y="0"/>
                </a:lnTo>
              </a:path>
            </a:pathLst>
          </a:custGeom>
          <a:noFill xmlns:a="http://schemas.openxmlformats.org/drawingml/2006/main"/>
          <a:ln xmlns:a="http://schemas.openxmlformats.org/drawingml/2006/main" w="11222">
            <a:solidFill>
              <a:srgbClr val="2C5EAA"/>
            </a:solidFill>
            <a:prstDash val="solid"/>
          </a:ln>
        </p:spPr>
      </p:sp>
      <p:sp>
        <p:nvSpPr>
          <p:cNvPr id="127" name="Editable chart path">
            <a:extLst xmlns:a="http://schemas.openxmlformats.org/drawingml/2006/main">
              <a:ext uri="{FF2B5EF4-FFF2-40B4-BE49-F238E27FC236}">
                <a16:creationId xmlns:a16="http://schemas.microsoft.com/office/drawing/2014/main" id="{6133F02F-91A0-48A1-A288-58B4BC485169}"/>
              </a:ext>
            </a:extLst>
          </p:cNvPr>
          <p:cNvSpPr>
            <a:spLocks xmlns:a="http://schemas.openxmlformats.org/drawingml/2006/main" noGrp="1"/>
          </p:cNvSpPr>
          <p:nvPr/>
        </p:nvSpPr>
        <p:spPr>
          <a:xfrm xmlns:a="http://schemas.openxmlformats.org/drawingml/2006/main">
            <a:off x="8729618" y="4321088"/>
            <a:ext cx="265105" cy="95"/>
          </a:xfrm>
          <a:custGeom xmlns:a="http://schemas.openxmlformats.org/drawingml/2006/main">
            <a:pathLst>
              <a:path w="247508" h="95">
                <a:moveTo>
                  <a:pt x="0" y="0"/>
                </a:moveTo>
                <a:lnTo>
                  <a:pt x="247508" y="0"/>
                </a:lnTo>
              </a:path>
            </a:pathLst>
          </a:custGeom>
          <a:noFill xmlns:a="http://schemas.openxmlformats.org/drawingml/2006/main"/>
          <a:ln xmlns:a="http://schemas.openxmlformats.org/drawingml/2006/main" w="11222">
            <a:solidFill>
              <a:srgbClr val="2C5EAA"/>
            </a:solidFill>
            <a:prstDash val="solid"/>
          </a:ln>
        </p:spPr>
      </p:sp>
      <p:sp>
        <p:nvSpPr>
          <p:cNvPr id="128" name="Editable chart path">
            <a:extLst xmlns:a="http://schemas.openxmlformats.org/drawingml/2006/main">
              <a:ext uri="{FF2B5EF4-FFF2-40B4-BE49-F238E27FC236}">
                <a16:creationId xmlns:a16="http://schemas.microsoft.com/office/drawing/2014/main" id="{132D690D-61AF-4DF4-9D60-ED0A3B49C9F3}"/>
              </a:ext>
            </a:extLst>
          </p:cNvPr>
          <p:cNvSpPr>
            <a:spLocks xmlns:a="http://schemas.openxmlformats.org/drawingml/2006/main" noGrp="1"/>
          </p:cNvSpPr>
          <p:nvPr/>
        </p:nvSpPr>
        <p:spPr>
          <a:xfrm xmlns:a="http://schemas.openxmlformats.org/drawingml/2006/main">
            <a:off x="8386948" y="4682324"/>
            <a:ext cx="246970" cy="95"/>
          </a:xfrm>
          <a:custGeom xmlns:a="http://schemas.openxmlformats.org/drawingml/2006/main">
            <a:pathLst>
              <a:path w="230577" h="95">
                <a:moveTo>
                  <a:pt x="0" y="0"/>
                </a:moveTo>
                <a:lnTo>
                  <a:pt x="230577" y="0"/>
                </a:lnTo>
              </a:path>
            </a:pathLst>
          </a:custGeom>
          <a:noFill xmlns:a="http://schemas.openxmlformats.org/drawingml/2006/main"/>
          <a:ln xmlns:a="http://schemas.openxmlformats.org/drawingml/2006/main" w="11222">
            <a:solidFill>
              <a:srgbClr val="2C5EAA"/>
            </a:solidFill>
            <a:prstDash val="solid"/>
          </a:ln>
        </p:spPr>
      </p:sp>
      <p:sp>
        <p:nvSpPr>
          <p:cNvPr id="129" name="Editable chart path">
            <a:extLst xmlns:a="http://schemas.openxmlformats.org/drawingml/2006/main">
              <a:ext uri="{FF2B5EF4-FFF2-40B4-BE49-F238E27FC236}">
                <a16:creationId xmlns:a16="http://schemas.microsoft.com/office/drawing/2014/main" id="{5A8D3794-49BA-40B2-8CA7-FC879CEC5ABD}"/>
              </a:ext>
            </a:extLst>
          </p:cNvPr>
          <p:cNvSpPr>
            <a:spLocks xmlns:a="http://schemas.openxmlformats.org/drawingml/2006/main" noGrp="1"/>
          </p:cNvSpPr>
          <p:nvPr/>
        </p:nvSpPr>
        <p:spPr>
          <a:xfrm xmlns:a="http://schemas.openxmlformats.org/drawingml/2006/main">
            <a:off x="8572387" y="2494503"/>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0" name="Editable chart path">
            <a:extLst xmlns:a="http://schemas.openxmlformats.org/drawingml/2006/main">
              <a:ext uri="{FF2B5EF4-FFF2-40B4-BE49-F238E27FC236}">
                <a16:creationId xmlns:a16="http://schemas.microsoft.com/office/drawing/2014/main" id="{FCBE4EDD-D499-4D63-81FE-4407E317190C}"/>
              </a:ext>
            </a:extLst>
          </p:cNvPr>
          <p:cNvSpPr>
            <a:spLocks xmlns:a="http://schemas.openxmlformats.org/drawingml/2006/main" noGrp="1"/>
          </p:cNvSpPr>
          <p:nvPr/>
        </p:nvSpPr>
        <p:spPr>
          <a:xfrm xmlns:a="http://schemas.openxmlformats.org/drawingml/2006/main">
            <a:off x="8355728" y="2855739"/>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1" name="Editable chart path">
            <a:extLst xmlns:a="http://schemas.openxmlformats.org/drawingml/2006/main">
              <a:ext uri="{FF2B5EF4-FFF2-40B4-BE49-F238E27FC236}">
                <a16:creationId xmlns:a16="http://schemas.microsoft.com/office/drawing/2014/main" id="{C6C80908-3F73-4B5E-A021-75C7322B631F}"/>
              </a:ext>
            </a:extLst>
          </p:cNvPr>
          <p:cNvSpPr>
            <a:spLocks xmlns:a="http://schemas.openxmlformats.org/drawingml/2006/main" noGrp="1"/>
          </p:cNvSpPr>
          <p:nvPr/>
        </p:nvSpPr>
        <p:spPr>
          <a:xfrm xmlns:a="http://schemas.openxmlformats.org/drawingml/2006/main">
            <a:off x="8534308" y="3216975"/>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2" name="Editable chart path">
            <a:extLst xmlns:a="http://schemas.openxmlformats.org/drawingml/2006/main">
              <a:ext uri="{FF2B5EF4-FFF2-40B4-BE49-F238E27FC236}">
                <a16:creationId xmlns:a16="http://schemas.microsoft.com/office/drawing/2014/main" id="{2AB7B6E1-16B7-4A4F-8B6A-DBDFE6352EDF}"/>
              </a:ext>
            </a:extLst>
          </p:cNvPr>
          <p:cNvSpPr>
            <a:spLocks xmlns:a="http://schemas.openxmlformats.org/drawingml/2006/main" noGrp="1"/>
          </p:cNvSpPr>
          <p:nvPr/>
        </p:nvSpPr>
        <p:spPr>
          <a:xfrm xmlns:a="http://schemas.openxmlformats.org/drawingml/2006/main">
            <a:off x="8238227" y="3578211"/>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3" name="Editable chart path">
            <a:extLst xmlns:a="http://schemas.openxmlformats.org/drawingml/2006/main">
              <a:ext uri="{FF2B5EF4-FFF2-40B4-BE49-F238E27FC236}">
                <a16:creationId xmlns:a16="http://schemas.microsoft.com/office/drawing/2014/main" id="{A4207AFD-662E-4FB5-AB2E-55F1E7AE4EE2}"/>
              </a:ext>
            </a:extLst>
          </p:cNvPr>
          <p:cNvSpPr>
            <a:spLocks xmlns:a="http://schemas.openxmlformats.org/drawingml/2006/main" noGrp="1"/>
          </p:cNvSpPr>
          <p:nvPr/>
        </p:nvSpPr>
        <p:spPr>
          <a:xfrm xmlns:a="http://schemas.openxmlformats.org/drawingml/2006/main">
            <a:off x="8603563" y="3939447"/>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4" name="Editable chart path">
            <a:extLst xmlns:a="http://schemas.openxmlformats.org/drawingml/2006/main">
              <a:ext uri="{FF2B5EF4-FFF2-40B4-BE49-F238E27FC236}">
                <a16:creationId xmlns:a16="http://schemas.microsoft.com/office/drawing/2014/main" id="{F9D166C6-CD1E-46B4-A749-60DE3202D45A}"/>
              </a:ext>
            </a:extLst>
          </p:cNvPr>
          <p:cNvSpPr>
            <a:spLocks xmlns:a="http://schemas.openxmlformats.org/drawingml/2006/main" noGrp="1"/>
          </p:cNvSpPr>
          <p:nvPr/>
        </p:nvSpPr>
        <p:spPr>
          <a:xfrm xmlns:a="http://schemas.openxmlformats.org/drawingml/2006/main">
            <a:off x="8838953" y="4300683"/>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5" name="Editable chart path">
            <a:extLst xmlns:a="http://schemas.openxmlformats.org/drawingml/2006/main">
              <a:ext uri="{FF2B5EF4-FFF2-40B4-BE49-F238E27FC236}">
                <a16:creationId xmlns:a16="http://schemas.microsoft.com/office/drawing/2014/main" id="{D82DA5C2-23F3-4E01-BB5D-7A8DF36A654A}"/>
              </a:ext>
            </a:extLst>
          </p:cNvPr>
          <p:cNvSpPr>
            <a:spLocks xmlns:a="http://schemas.openxmlformats.org/drawingml/2006/main" noGrp="1"/>
          </p:cNvSpPr>
          <p:nvPr/>
        </p:nvSpPr>
        <p:spPr>
          <a:xfrm xmlns:a="http://schemas.openxmlformats.org/drawingml/2006/main">
            <a:off x="8495882" y="4661919"/>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2C5EAA"/>
          </a:solidFill>
          <a:ln xmlns:a="http://schemas.openxmlformats.org/drawingml/2006/main" w="10202">
            <a:solidFill>
              <a:srgbClr val="2C5EAA"/>
            </a:solidFill>
            <a:prstDash val="solid"/>
          </a:ln>
        </p:spPr>
      </p:sp>
      <p:sp>
        <p:nvSpPr>
          <p:cNvPr id="136" name="Editable chart path">
            <a:extLst xmlns:a="http://schemas.openxmlformats.org/drawingml/2006/main">
              <a:ext uri="{FF2B5EF4-FFF2-40B4-BE49-F238E27FC236}">
                <a16:creationId xmlns:a16="http://schemas.microsoft.com/office/drawing/2014/main" id="{CC8FC434-1DAF-4E41-8D3B-8CBA59740D69}"/>
              </a:ext>
            </a:extLst>
          </p:cNvPr>
          <p:cNvSpPr>
            <a:spLocks xmlns:a="http://schemas.openxmlformats.org/drawingml/2006/main" noGrp="1"/>
          </p:cNvSpPr>
          <p:nvPr/>
        </p:nvSpPr>
        <p:spPr>
          <a:xfrm xmlns:a="http://schemas.openxmlformats.org/drawingml/2006/main">
            <a:off x="8461349" y="2608829"/>
            <a:ext cx="938416" cy="95"/>
          </a:xfrm>
          <a:custGeom xmlns:a="http://schemas.openxmlformats.org/drawingml/2006/main">
            <a:pathLst>
              <a:path w="876126" h="95">
                <a:moveTo>
                  <a:pt x="0" y="0"/>
                </a:moveTo>
                <a:lnTo>
                  <a:pt x="876126" y="0"/>
                </a:lnTo>
              </a:path>
            </a:pathLst>
          </a:custGeom>
          <a:noFill xmlns:a="http://schemas.openxmlformats.org/drawingml/2006/main"/>
          <a:ln xmlns:a="http://schemas.openxmlformats.org/drawingml/2006/main" w="11222">
            <a:solidFill>
              <a:srgbClr val="C0453C"/>
            </a:solidFill>
            <a:prstDash val="solid"/>
          </a:ln>
        </p:spPr>
      </p:sp>
      <p:sp>
        <p:nvSpPr>
          <p:cNvPr id="137" name="Editable chart path">
            <a:extLst xmlns:a="http://schemas.openxmlformats.org/drawingml/2006/main">
              <a:ext uri="{FF2B5EF4-FFF2-40B4-BE49-F238E27FC236}">
                <a16:creationId xmlns:a16="http://schemas.microsoft.com/office/drawing/2014/main" id="{5B867C70-D939-4781-8AF8-F5ECE7B95C33}"/>
              </a:ext>
            </a:extLst>
          </p:cNvPr>
          <p:cNvSpPr>
            <a:spLocks xmlns:a="http://schemas.openxmlformats.org/drawingml/2006/main" noGrp="1"/>
          </p:cNvSpPr>
          <p:nvPr/>
        </p:nvSpPr>
        <p:spPr>
          <a:xfrm xmlns:a="http://schemas.openxmlformats.org/drawingml/2006/main">
            <a:off x="7535444" y="2970065"/>
            <a:ext cx="1604415" cy="95"/>
          </a:xfrm>
          <a:custGeom xmlns:a="http://schemas.openxmlformats.org/drawingml/2006/main">
            <a:pathLst>
              <a:path w="1497916" h="95">
                <a:moveTo>
                  <a:pt x="0" y="0"/>
                </a:moveTo>
                <a:lnTo>
                  <a:pt x="1497916" y="0"/>
                </a:lnTo>
              </a:path>
            </a:pathLst>
          </a:custGeom>
          <a:noFill xmlns:a="http://schemas.openxmlformats.org/drawingml/2006/main"/>
          <a:ln xmlns:a="http://schemas.openxmlformats.org/drawingml/2006/main" w="11222">
            <a:solidFill>
              <a:srgbClr val="C0453C"/>
            </a:solidFill>
            <a:prstDash val="solid"/>
          </a:ln>
        </p:spPr>
      </p:sp>
      <p:sp>
        <p:nvSpPr>
          <p:cNvPr id="138" name="Editable chart path">
            <a:extLst xmlns:a="http://schemas.openxmlformats.org/drawingml/2006/main">
              <a:ext uri="{FF2B5EF4-FFF2-40B4-BE49-F238E27FC236}">
                <a16:creationId xmlns:a16="http://schemas.microsoft.com/office/drawing/2014/main" id="{0D6EC446-7514-4F59-A74E-D92ACF05911A}"/>
              </a:ext>
            </a:extLst>
          </p:cNvPr>
          <p:cNvSpPr>
            <a:spLocks xmlns:a="http://schemas.openxmlformats.org/drawingml/2006/main" noGrp="1"/>
          </p:cNvSpPr>
          <p:nvPr/>
        </p:nvSpPr>
        <p:spPr>
          <a:xfrm xmlns:a="http://schemas.openxmlformats.org/drawingml/2006/main">
            <a:off x="7023468" y="3331301"/>
            <a:ext cx="2945172" cy="95"/>
          </a:xfrm>
          <a:custGeom xmlns:a="http://schemas.openxmlformats.org/drawingml/2006/main">
            <a:pathLst>
              <a:path w="2749677" h="95">
                <a:moveTo>
                  <a:pt x="0" y="0"/>
                </a:moveTo>
                <a:lnTo>
                  <a:pt x="2749677" y="0"/>
                </a:lnTo>
              </a:path>
            </a:pathLst>
          </a:custGeom>
          <a:noFill xmlns:a="http://schemas.openxmlformats.org/drawingml/2006/main"/>
          <a:ln xmlns:a="http://schemas.openxmlformats.org/drawingml/2006/main" w="11222">
            <a:solidFill>
              <a:srgbClr val="C0453C"/>
            </a:solidFill>
            <a:prstDash val="solid"/>
          </a:ln>
        </p:spPr>
      </p:sp>
      <p:sp>
        <p:nvSpPr>
          <p:cNvPr id="139" name="Editable chart path">
            <a:extLst xmlns:a="http://schemas.openxmlformats.org/drawingml/2006/main">
              <a:ext uri="{FF2B5EF4-FFF2-40B4-BE49-F238E27FC236}">
                <a16:creationId xmlns:a16="http://schemas.microsoft.com/office/drawing/2014/main" id="{3211CF1E-C10C-4B7A-9170-B290CD47A7B4}"/>
              </a:ext>
            </a:extLst>
          </p:cNvPr>
          <p:cNvSpPr>
            <a:spLocks xmlns:a="http://schemas.openxmlformats.org/drawingml/2006/main" noGrp="1"/>
          </p:cNvSpPr>
          <p:nvPr/>
        </p:nvSpPr>
        <p:spPr>
          <a:xfrm xmlns:a="http://schemas.openxmlformats.org/drawingml/2006/main">
            <a:off x="6798237" y="3692537"/>
            <a:ext cx="2165987" cy="95"/>
          </a:xfrm>
          <a:custGeom xmlns:a="http://schemas.openxmlformats.org/drawingml/2006/main">
            <a:pathLst>
              <a:path w="2022212" h="95">
                <a:moveTo>
                  <a:pt x="0" y="0"/>
                </a:moveTo>
                <a:lnTo>
                  <a:pt x="2022212" y="0"/>
                </a:lnTo>
              </a:path>
            </a:pathLst>
          </a:custGeom>
          <a:noFill xmlns:a="http://schemas.openxmlformats.org/drawingml/2006/main"/>
          <a:ln xmlns:a="http://schemas.openxmlformats.org/drawingml/2006/main" w="11222">
            <a:solidFill>
              <a:srgbClr val="C0453C"/>
            </a:solidFill>
            <a:prstDash val="solid"/>
          </a:ln>
        </p:spPr>
      </p:sp>
      <p:sp>
        <p:nvSpPr>
          <p:cNvPr id="140" name="Editable chart path">
            <a:extLst xmlns:a="http://schemas.openxmlformats.org/drawingml/2006/main">
              <a:ext uri="{FF2B5EF4-FFF2-40B4-BE49-F238E27FC236}">
                <a16:creationId xmlns:a16="http://schemas.microsoft.com/office/drawing/2014/main" id="{5AC3323C-6CF5-4520-A5BE-7C61E645D2E3}"/>
              </a:ext>
            </a:extLst>
          </p:cNvPr>
          <p:cNvSpPr>
            <a:spLocks xmlns:a="http://schemas.openxmlformats.org/drawingml/2006/main" noGrp="1"/>
          </p:cNvSpPr>
          <p:nvPr/>
        </p:nvSpPr>
        <p:spPr>
          <a:xfrm xmlns:a="http://schemas.openxmlformats.org/drawingml/2006/main">
            <a:off x="8616130" y="4053773"/>
            <a:ext cx="1041576" cy="95"/>
          </a:xfrm>
          <a:custGeom xmlns:a="http://schemas.openxmlformats.org/drawingml/2006/main">
            <a:pathLst>
              <a:path w="972438" h="95">
                <a:moveTo>
                  <a:pt x="0" y="0"/>
                </a:moveTo>
                <a:lnTo>
                  <a:pt x="972438" y="0"/>
                </a:lnTo>
              </a:path>
            </a:pathLst>
          </a:custGeom>
          <a:noFill xmlns:a="http://schemas.openxmlformats.org/drawingml/2006/main"/>
          <a:ln xmlns:a="http://schemas.openxmlformats.org/drawingml/2006/main" w="11222">
            <a:solidFill>
              <a:srgbClr val="C0453C"/>
            </a:solidFill>
            <a:prstDash val="solid"/>
          </a:ln>
        </p:spPr>
      </p:sp>
      <p:sp>
        <p:nvSpPr>
          <p:cNvPr id="141" name="Editable chart path">
            <a:extLst xmlns:a="http://schemas.openxmlformats.org/drawingml/2006/main">
              <a:ext uri="{FF2B5EF4-FFF2-40B4-BE49-F238E27FC236}">
                <a16:creationId xmlns:a16="http://schemas.microsoft.com/office/drawing/2014/main" id="{91170536-31A4-4827-9989-608D1BCE963A}"/>
              </a:ext>
            </a:extLst>
          </p:cNvPr>
          <p:cNvSpPr>
            <a:spLocks xmlns:a="http://schemas.openxmlformats.org/drawingml/2006/main" noGrp="1"/>
          </p:cNvSpPr>
          <p:nvPr/>
        </p:nvSpPr>
        <p:spPr>
          <a:xfrm xmlns:a="http://schemas.openxmlformats.org/drawingml/2006/main">
            <a:off x="8141829" y="4415009"/>
            <a:ext cx="1171234" cy="95"/>
          </a:xfrm>
          <a:custGeom xmlns:a="http://schemas.openxmlformats.org/drawingml/2006/main">
            <a:pathLst>
              <a:path w="1093489" h="95">
                <a:moveTo>
                  <a:pt x="0" y="0"/>
                </a:moveTo>
                <a:lnTo>
                  <a:pt x="1093489" y="0"/>
                </a:lnTo>
              </a:path>
            </a:pathLst>
          </a:custGeom>
          <a:noFill xmlns:a="http://schemas.openxmlformats.org/drawingml/2006/main"/>
          <a:ln xmlns:a="http://schemas.openxmlformats.org/drawingml/2006/main" w="11222">
            <a:solidFill>
              <a:srgbClr val="C0453C"/>
            </a:solidFill>
            <a:prstDash val="solid"/>
          </a:ln>
        </p:spPr>
      </p:sp>
      <p:sp>
        <p:nvSpPr>
          <p:cNvPr id="142" name="Editable chart path">
            <a:extLst xmlns:a="http://schemas.openxmlformats.org/drawingml/2006/main">
              <a:ext uri="{FF2B5EF4-FFF2-40B4-BE49-F238E27FC236}">
                <a16:creationId xmlns:a16="http://schemas.microsoft.com/office/drawing/2014/main" id="{38809FD6-5910-45EB-9825-717B3B585A6A}"/>
              </a:ext>
            </a:extLst>
          </p:cNvPr>
          <p:cNvSpPr>
            <a:spLocks xmlns:a="http://schemas.openxmlformats.org/drawingml/2006/main" noGrp="1"/>
          </p:cNvSpPr>
          <p:nvPr/>
        </p:nvSpPr>
        <p:spPr>
          <a:xfrm xmlns:a="http://schemas.openxmlformats.org/drawingml/2006/main">
            <a:off x="8815379" y="4776245"/>
            <a:ext cx="1873603" cy="95"/>
          </a:xfrm>
          <a:custGeom xmlns:a="http://schemas.openxmlformats.org/drawingml/2006/main">
            <a:pathLst>
              <a:path w="1749237" h="95">
                <a:moveTo>
                  <a:pt x="0" y="0"/>
                </a:moveTo>
                <a:lnTo>
                  <a:pt x="1749237" y="0"/>
                </a:lnTo>
              </a:path>
            </a:pathLst>
          </a:custGeom>
          <a:noFill xmlns:a="http://schemas.openxmlformats.org/drawingml/2006/main"/>
          <a:ln xmlns:a="http://schemas.openxmlformats.org/drawingml/2006/main" w="11222">
            <a:solidFill>
              <a:srgbClr val="C0453C"/>
            </a:solidFill>
            <a:prstDash val="solid"/>
          </a:ln>
        </p:spPr>
      </p:sp>
      <p:sp>
        <p:nvSpPr>
          <p:cNvPr id="143" name="Editable chart path">
            <a:extLst xmlns:a="http://schemas.openxmlformats.org/drawingml/2006/main">
              <a:ext uri="{FF2B5EF4-FFF2-40B4-BE49-F238E27FC236}">
                <a16:creationId xmlns:a16="http://schemas.microsoft.com/office/drawing/2014/main" id="{9409204B-7D7B-475A-A232-AAF496130798}"/>
              </a:ext>
            </a:extLst>
          </p:cNvPr>
          <p:cNvSpPr>
            <a:spLocks xmlns:a="http://schemas.openxmlformats.org/drawingml/2006/main" noGrp="1"/>
          </p:cNvSpPr>
          <p:nvPr/>
        </p:nvSpPr>
        <p:spPr>
          <a:xfrm xmlns:a="http://schemas.openxmlformats.org/drawingml/2006/main">
            <a:off x="8899119" y="2588424"/>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4" name="Editable chart path">
            <a:extLst xmlns:a="http://schemas.openxmlformats.org/drawingml/2006/main">
              <a:ext uri="{FF2B5EF4-FFF2-40B4-BE49-F238E27FC236}">
                <a16:creationId xmlns:a16="http://schemas.microsoft.com/office/drawing/2014/main" id="{C07E4E71-760D-4FBA-A37E-CDDEA97FDC42}"/>
              </a:ext>
            </a:extLst>
          </p:cNvPr>
          <p:cNvSpPr>
            <a:spLocks xmlns:a="http://schemas.openxmlformats.org/drawingml/2006/main" noGrp="1"/>
          </p:cNvSpPr>
          <p:nvPr/>
        </p:nvSpPr>
        <p:spPr>
          <a:xfrm xmlns:a="http://schemas.openxmlformats.org/drawingml/2006/main">
            <a:off x="8317707" y="2949660"/>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5" name="Editable chart path">
            <a:extLst xmlns:a="http://schemas.openxmlformats.org/drawingml/2006/main">
              <a:ext uri="{FF2B5EF4-FFF2-40B4-BE49-F238E27FC236}">
                <a16:creationId xmlns:a16="http://schemas.microsoft.com/office/drawing/2014/main" id="{CF46E221-1113-434E-B4C9-329BBCF6EE88}"/>
              </a:ext>
            </a:extLst>
          </p:cNvPr>
          <p:cNvSpPr>
            <a:spLocks xmlns:a="http://schemas.openxmlformats.org/drawingml/2006/main" noGrp="1"/>
          </p:cNvSpPr>
          <p:nvPr/>
        </p:nvSpPr>
        <p:spPr>
          <a:xfrm xmlns:a="http://schemas.openxmlformats.org/drawingml/2006/main">
            <a:off x="8490267" y="3310896"/>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6" name="Editable chart path">
            <a:extLst xmlns:a="http://schemas.openxmlformats.org/drawingml/2006/main">
              <a:ext uri="{FF2B5EF4-FFF2-40B4-BE49-F238E27FC236}">
                <a16:creationId xmlns:a16="http://schemas.microsoft.com/office/drawing/2014/main" id="{F1BAC671-2DBB-4818-92B6-4E9F28645320}"/>
              </a:ext>
            </a:extLst>
          </p:cNvPr>
          <p:cNvSpPr>
            <a:spLocks xmlns:a="http://schemas.openxmlformats.org/drawingml/2006/main" noGrp="1"/>
          </p:cNvSpPr>
          <p:nvPr/>
        </p:nvSpPr>
        <p:spPr>
          <a:xfrm xmlns:a="http://schemas.openxmlformats.org/drawingml/2006/main">
            <a:off x="7983046" y="3672132"/>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7" name="Editable chart path">
            <a:extLst xmlns:a="http://schemas.openxmlformats.org/drawingml/2006/main">
              <a:ext uri="{FF2B5EF4-FFF2-40B4-BE49-F238E27FC236}">
                <a16:creationId xmlns:a16="http://schemas.microsoft.com/office/drawing/2014/main" id="{B312456F-7ABC-4173-967A-CF9EBFA72E34}"/>
              </a:ext>
            </a:extLst>
          </p:cNvPr>
          <p:cNvSpPr>
            <a:spLocks xmlns:a="http://schemas.openxmlformats.org/drawingml/2006/main" noGrp="1"/>
          </p:cNvSpPr>
          <p:nvPr/>
        </p:nvSpPr>
        <p:spPr>
          <a:xfrm xmlns:a="http://schemas.openxmlformats.org/drawingml/2006/main">
            <a:off x="8991497" y="4033368"/>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8" name="Editable chart path">
            <a:extLst xmlns:a="http://schemas.openxmlformats.org/drawingml/2006/main">
              <a:ext uri="{FF2B5EF4-FFF2-40B4-BE49-F238E27FC236}">
                <a16:creationId xmlns:a16="http://schemas.microsoft.com/office/drawing/2014/main" id="{5E41C13E-FD2D-49B9-B32C-AB7F7E9013D6}"/>
              </a:ext>
            </a:extLst>
          </p:cNvPr>
          <p:cNvSpPr>
            <a:spLocks xmlns:a="http://schemas.openxmlformats.org/drawingml/2006/main" noGrp="1"/>
          </p:cNvSpPr>
          <p:nvPr/>
        </p:nvSpPr>
        <p:spPr>
          <a:xfrm xmlns:a="http://schemas.openxmlformats.org/drawingml/2006/main">
            <a:off x="8716885" y="4394604"/>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49" name="Editable chart path">
            <a:extLst xmlns:a="http://schemas.openxmlformats.org/drawingml/2006/main">
              <a:ext uri="{FF2B5EF4-FFF2-40B4-BE49-F238E27FC236}">
                <a16:creationId xmlns:a16="http://schemas.microsoft.com/office/drawing/2014/main" id="{23540B2E-ED59-4CE6-AD19-3FB8BD7363E9}"/>
              </a:ext>
            </a:extLst>
          </p:cNvPr>
          <p:cNvSpPr>
            <a:spLocks xmlns:a="http://schemas.openxmlformats.org/drawingml/2006/main" noGrp="1"/>
          </p:cNvSpPr>
          <p:nvPr/>
        </p:nvSpPr>
        <p:spPr>
          <a:xfrm xmlns:a="http://schemas.openxmlformats.org/drawingml/2006/main">
            <a:off x="9562276" y="4755841"/>
            <a:ext cx="40809" cy="40809"/>
          </a:xfrm>
          <a:custGeom xmlns:a="http://schemas.openxmlformats.org/drawingml/2006/main">
            <a:pathLst>
              <a:path w="38100" h="38100">
                <a:moveTo>
                  <a:pt x="19050" y="38100"/>
                </a:moveTo>
                <a:cubicBezTo>
                  <a:pt x="24102" y="38100"/>
                  <a:pt x="28948" y="36093"/>
                  <a:pt x="32520" y="32520"/>
                </a:cubicBezTo>
                <a:cubicBezTo>
                  <a:pt x="36093" y="28948"/>
                  <a:pt x="38100" y="24102"/>
                  <a:pt x="38100" y="19050"/>
                </a:cubicBezTo>
                <a:cubicBezTo>
                  <a:pt x="38100" y="13998"/>
                  <a:pt x="36093" y="9152"/>
                  <a:pt x="32520" y="5580"/>
                </a:cubicBezTo>
                <a:cubicBezTo>
                  <a:pt x="28948" y="2007"/>
                  <a:pt x="24102" y="0"/>
                  <a:pt x="19050" y="0"/>
                </a:cubicBezTo>
                <a:cubicBezTo>
                  <a:pt x="13998" y="0"/>
                  <a:pt x="9152" y="2007"/>
                  <a:pt x="5580" y="5580"/>
                </a:cubicBezTo>
                <a:cubicBezTo>
                  <a:pt x="2007" y="9152"/>
                  <a:pt x="0" y="13998"/>
                  <a:pt x="0" y="19050"/>
                </a:cubicBezTo>
                <a:cubicBezTo>
                  <a:pt x="0" y="24102"/>
                  <a:pt x="2007" y="28948"/>
                  <a:pt x="5580" y="32520"/>
                </a:cubicBezTo>
                <a:cubicBezTo>
                  <a:pt x="9152" y="36093"/>
                  <a:pt x="13998" y="38100"/>
                  <a:pt x="19050" y="38100"/>
                </a:cubicBezTo>
                <a:close/>
              </a:path>
            </a:pathLst>
          </a:custGeom>
          <a:solidFill xmlns:a="http://schemas.openxmlformats.org/drawingml/2006/main">
            <a:srgbClr val="C0453C"/>
          </a:solidFill>
          <a:ln xmlns:a="http://schemas.openxmlformats.org/drawingml/2006/main" w="10202">
            <a:solidFill>
              <a:srgbClr val="C0453C"/>
            </a:solidFill>
            <a:prstDash val="solid"/>
          </a:ln>
        </p:spPr>
      </p:sp>
      <p:sp>
        <p:nvSpPr>
          <p:cNvPr id="150" name="Editable chart path">
            <a:extLst xmlns:a="http://schemas.openxmlformats.org/drawingml/2006/main">
              <a:ext uri="{FF2B5EF4-FFF2-40B4-BE49-F238E27FC236}">
                <a16:creationId xmlns:a16="http://schemas.microsoft.com/office/drawing/2014/main" id="{158630DD-550F-49E7-A23C-137E685EBC08}"/>
              </a:ext>
            </a:extLst>
          </p:cNvPr>
          <p:cNvSpPr>
            <a:spLocks xmlns:a="http://schemas.openxmlformats.org/drawingml/2006/main" noGrp="1"/>
          </p:cNvSpPr>
          <p:nvPr/>
        </p:nvSpPr>
        <p:spPr>
          <a:xfrm xmlns:a="http://schemas.openxmlformats.org/drawingml/2006/main">
            <a:off x="8414777"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8162">
            <a:solidFill>
              <a:srgbClr val="5A6683"/>
            </a:solidFill>
            <a:prstDash val="solid"/>
          </a:ln>
        </p:spPr>
      </p:sp>
      <p:sp>
        <p:nvSpPr>
          <p:cNvPr id="151" name="Editable chart path">
            <a:extLst xmlns:a="http://schemas.openxmlformats.org/drawingml/2006/main">
              <a:ext uri="{FF2B5EF4-FFF2-40B4-BE49-F238E27FC236}">
                <a16:creationId xmlns:a16="http://schemas.microsoft.com/office/drawing/2014/main" id="{486D3FFC-84B3-4A28-B7FB-FC6972B72675}"/>
              </a:ext>
            </a:extLst>
          </p:cNvPr>
          <p:cNvSpPr>
            <a:spLocks xmlns:a="http://schemas.openxmlformats.org/drawingml/2006/main" noGrp="1"/>
          </p:cNvSpPr>
          <p:nvPr/>
        </p:nvSpPr>
        <p:spPr>
          <a:xfrm xmlns:a="http://schemas.openxmlformats.org/drawingml/2006/main">
            <a:off x="9568848"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7142">
            <a:solidFill>
              <a:srgbClr val="5A6683"/>
            </a:solidFill>
            <a:prstDash val="dash"/>
          </a:ln>
        </p:spPr>
      </p:sp>
      <p:sp>
        <p:nvSpPr>
          <p:cNvPr id="152" name="Editable chart path">
            <a:extLst xmlns:a="http://schemas.openxmlformats.org/drawingml/2006/main">
              <a:ext uri="{FF2B5EF4-FFF2-40B4-BE49-F238E27FC236}">
                <a16:creationId xmlns:a16="http://schemas.microsoft.com/office/drawing/2014/main" id="{2A194D38-8CCE-4736-BEF7-B9A66A8864D4}"/>
              </a:ext>
            </a:extLst>
          </p:cNvPr>
          <p:cNvSpPr>
            <a:spLocks xmlns:a="http://schemas.openxmlformats.org/drawingml/2006/main" noGrp="1"/>
          </p:cNvSpPr>
          <p:nvPr/>
        </p:nvSpPr>
        <p:spPr>
          <a:xfrm xmlns:a="http://schemas.openxmlformats.org/drawingml/2006/main">
            <a:off x="6603699" y="2381250"/>
            <a:ext cx="95" cy="2528652"/>
          </a:xfrm>
          <a:custGeom xmlns:a="http://schemas.openxmlformats.org/drawingml/2006/main">
            <a:pathLst>
              <a:path w="95" h="2360805">
                <a:moveTo>
                  <a:pt x="0" y="2360805"/>
                </a:moveTo>
                <a:lnTo>
                  <a:pt x="0" y="0"/>
                </a:lnTo>
              </a:path>
            </a:pathLst>
          </a:custGeom>
          <a:noFill xmlns:a="http://schemas.openxmlformats.org/drawingml/2006/main"/>
          <a:ln xmlns:a="http://schemas.openxmlformats.org/drawingml/2006/main" w="8162">
            <a:solidFill>
              <a:srgbClr val="5A6683"/>
            </a:solidFill>
            <a:prstDash val="solid"/>
          </a:ln>
        </p:spPr>
      </p:sp>
      <p:sp>
        <p:nvSpPr>
          <p:cNvPr id="153" name="Editable chart path">
            <a:extLst xmlns:a="http://schemas.openxmlformats.org/drawingml/2006/main">
              <a:ext uri="{FF2B5EF4-FFF2-40B4-BE49-F238E27FC236}">
                <a16:creationId xmlns:a16="http://schemas.microsoft.com/office/drawing/2014/main" id="{43289C11-2F09-4912-9AA4-39BE45A66BF8}"/>
              </a:ext>
            </a:extLst>
          </p:cNvPr>
          <p:cNvSpPr>
            <a:spLocks xmlns:a="http://schemas.openxmlformats.org/drawingml/2006/main" noGrp="1"/>
          </p:cNvSpPr>
          <p:nvPr/>
        </p:nvSpPr>
        <p:spPr>
          <a:xfrm xmlns:a="http://schemas.openxmlformats.org/drawingml/2006/main">
            <a:off x="6603699" y="4909902"/>
            <a:ext cx="4279820" cy="95"/>
          </a:xfrm>
          <a:custGeom xmlns:a="http://schemas.openxmlformats.org/drawingml/2006/main">
            <a:pathLst>
              <a:path w="3995733" h="95">
                <a:moveTo>
                  <a:pt x="0" y="0"/>
                </a:moveTo>
                <a:lnTo>
                  <a:pt x="3995733" y="0"/>
                </a:lnTo>
              </a:path>
            </a:pathLst>
          </a:custGeom>
          <a:noFill xmlns:a="http://schemas.openxmlformats.org/drawingml/2006/main"/>
          <a:ln xmlns:a="http://schemas.openxmlformats.org/drawingml/2006/main" w="8162">
            <a:solidFill>
              <a:srgbClr val="5A6683"/>
            </a:solidFill>
            <a:prstDash val="solid"/>
          </a:ln>
        </p:spPr>
      </p:sp>
      <p:sp>
        <p:nvSpPr>
          <p:cNvPr id="154" name="">
            <a:extLst xmlns:a="http://schemas.openxmlformats.org/drawingml/2006/main">
              <a:ext uri="{FF2B5EF4-FFF2-40B4-BE49-F238E27FC236}">
                <a16:creationId xmlns:a16="http://schemas.microsoft.com/office/drawing/2014/main" id="{AF9DEC2F-252E-4A82-B33E-5F65E2334363}"/>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155" name="">
            <a:extLst xmlns:a="http://schemas.openxmlformats.org/drawingml/2006/main">
              <a:ext uri="{FF2B5EF4-FFF2-40B4-BE49-F238E27FC236}">
                <a16:creationId xmlns:a16="http://schemas.microsoft.com/office/drawing/2014/main" id="{B5FE6F3C-4636-4A62-A407-0DBF64A61BE6}"/>
              </a:ext>
            </a:extLst>
          </p:cNvPr>
          <p:cNvSpPr>
            <a:spLocks xmlns:a="http://schemas.openxmlformats.org/drawingml/2006/main" noGrp="1"/>
          </p:cNvSpPr>
          <p:nvPr/>
        </p:nvSpPr>
        <p:spPr>
          <a:xfrm xmlns:a="http://schemas.openxmlformats.org/drawingml/2006/main">
            <a:off x="6562725" y="5334000"/>
            <a:ext cx="6213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All times</a:t>
            </a:r>
          </a:p>
        </p:txBody>
      </p:sp>
      <p:sp>
        <p:nvSpPr>
          <p:cNvPr id="156" name="">
            <a:extLst xmlns:a="http://schemas.openxmlformats.org/drawingml/2006/main">
              <a:ext uri="{FF2B5EF4-FFF2-40B4-BE49-F238E27FC236}">
                <a16:creationId xmlns:a16="http://schemas.microsoft.com/office/drawing/2014/main" id="{26254DD4-6427-4A23-A753-D2664BF27923}"/>
              </a:ext>
            </a:extLst>
          </p:cNvPr>
          <p:cNvSpPr>
            <a:spLocks xmlns:a="http://schemas.openxmlformats.org/drawingml/2006/main" noGrp="1"/>
          </p:cNvSpPr>
          <p:nvPr/>
        </p:nvSpPr>
        <p:spPr>
          <a:xfrm xmlns:a="http://schemas.openxmlformats.org/drawingml/2006/main">
            <a:off x="7393591"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57" name="">
            <a:extLst xmlns:a="http://schemas.openxmlformats.org/drawingml/2006/main">
              <a:ext uri="{FF2B5EF4-FFF2-40B4-BE49-F238E27FC236}">
                <a16:creationId xmlns:a16="http://schemas.microsoft.com/office/drawing/2014/main" id="{1DCAD364-B618-4D7C-92F7-29C15F8684DF}"/>
              </a:ext>
            </a:extLst>
          </p:cNvPr>
          <p:cNvSpPr>
            <a:spLocks xmlns:a="http://schemas.openxmlformats.org/drawingml/2006/main" noGrp="1"/>
          </p:cNvSpPr>
          <p:nvPr/>
        </p:nvSpPr>
        <p:spPr>
          <a:xfrm xmlns:a="http://schemas.openxmlformats.org/drawingml/2006/main">
            <a:off x="7622191" y="5334000"/>
            <a:ext cx="1108519"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Storm windows</a:t>
            </a:r>
          </a:p>
        </p:txBody>
      </p:sp>
    </p:spTree>
    <p:extLst>
      <p:ext uri="{BB962C8B-B14F-4D97-AF65-F5344CB8AC3E}">
        <p14:creationId xmlns:p14="http://schemas.microsoft.com/office/powerpoint/2010/main" val="597896415"/>
      </p:ext>
    </p:extLst>
  </p:cSld>
</p:sld>
</file>

<file path=ppt/slides/slide75.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MINUTE-LEVEL FLOWS HAVE NO MATCHED COMPARISON</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The fixed sampling rule produces two storm days and zero matched dry days. No flow effect is estimated.</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75</a:t>
            </a:r>
            <a:endParaRPr sz="1200"/>
          </a:p>
        </p:txBody>
      </p:sp>
      <p:sp>
        <p:nvSpPr>
          <p:cNvPr id="14" name="">
            <a:extLst xmlns:a="http://schemas.openxmlformats.org/drawingml/2006/main">
              <a:ext uri="{FF2B5EF4-FFF2-40B4-BE49-F238E27FC236}">
                <a16:creationId xmlns:a16="http://schemas.microsoft.com/office/drawing/2014/main" id="{AF849C02-A50D-4EAD-B9B0-B46F86C3D07F}"/>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2F99E0DE-A000-4C96-9783-02B0ED28674F}"/>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Disappearance proxies</a:t>
            </a:r>
          </a:p>
        </p:txBody>
      </p:sp>
      <p:sp>
        <p:nvSpPr>
          <p:cNvPr id="16" name="">
            <a:extLst xmlns:a="http://schemas.openxmlformats.org/drawingml/2006/main">
              <a:ext uri="{FF2B5EF4-FFF2-40B4-BE49-F238E27FC236}">
                <a16:creationId xmlns:a16="http://schemas.microsoft.com/office/drawing/2014/main" id="{EBA218D5-F454-4B70-A6C6-1C273B657BA3}"/>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Events per 15 minutes</a:t>
            </a:r>
          </a:p>
        </p:txBody>
      </p:sp>
      <p:sp>
        <p:nvSpPr>
          <p:cNvPr id="17" name="Editable chart path">
            <a:extLst xmlns:a="http://schemas.openxmlformats.org/drawingml/2006/main">
              <a:ext uri="{FF2B5EF4-FFF2-40B4-BE49-F238E27FC236}">
                <a16:creationId xmlns:a16="http://schemas.microsoft.com/office/drawing/2014/main" id="{72A123C9-093D-4771-B2F1-F40B6A895C9A}"/>
              </a:ext>
            </a:extLst>
          </p:cNvPr>
          <p:cNvSpPr>
            <a:spLocks xmlns:a="http://schemas.openxmlformats.org/drawingml/2006/main" noGrp="1"/>
          </p:cNvSpPr>
          <p:nvPr/>
        </p:nvSpPr>
        <p:spPr>
          <a:xfrm xmlns:a="http://schemas.openxmlformats.org/drawingml/2006/main">
            <a:off x="1277937"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18" name="">
            <a:extLst xmlns:a="http://schemas.openxmlformats.org/drawingml/2006/main">
              <a:ext uri="{FF2B5EF4-FFF2-40B4-BE49-F238E27FC236}">
                <a16:creationId xmlns:a16="http://schemas.microsoft.com/office/drawing/2014/main" id="{02C80D6C-4F34-425C-BB53-B36E7C6E9FB9}"/>
              </a:ext>
            </a:extLst>
          </p:cNvPr>
          <p:cNvSpPr>
            <a:spLocks xmlns:a="http://schemas.openxmlformats.org/drawingml/2006/main" noGrp="1"/>
          </p:cNvSpPr>
          <p:nvPr/>
        </p:nvSpPr>
        <p:spPr>
          <a:xfrm xmlns:a="http://schemas.openxmlformats.org/drawingml/2006/main" rot="0">
            <a:off x="1124262" y="5173168"/>
            <a:ext cx="3016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19" name="Editable chart path">
            <a:extLst xmlns:a="http://schemas.openxmlformats.org/drawingml/2006/main">
              <a:ext uri="{FF2B5EF4-FFF2-40B4-BE49-F238E27FC236}">
                <a16:creationId xmlns:a16="http://schemas.microsoft.com/office/drawing/2014/main" id="{B7C56067-D563-4488-A5F6-0C71216E88E1}"/>
              </a:ext>
            </a:extLst>
          </p:cNvPr>
          <p:cNvSpPr>
            <a:spLocks xmlns:a="http://schemas.openxmlformats.org/drawingml/2006/main" noGrp="1"/>
          </p:cNvSpPr>
          <p:nvPr/>
        </p:nvSpPr>
        <p:spPr>
          <a:xfrm xmlns:a="http://schemas.openxmlformats.org/drawingml/2006/main">
            <a:off x="1972469"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20" name="">
            <a:extLst xmlns:a="http://schemas.openxmlformats.org/drawingml/2006/main">
              <a:ext uri="{FF2B5EF4-FFF2-40B4-BE49-F238E27FC236}">
                <a16:creationId xmlns:a16="http://schemas.microsoft.com/office/drawing/2014/main" id="{6BFCC48E-8686-464D-8AF3-BC523FE8069C}"/>
              </a:ext>
            </a:extLst>
          </p:cNvPr>
          <p:cNvSpPr>
            <a:spLocks xmlns:a="http://schemas.openxmlformats.org/drawingml/2006/main" noGrp="1"/>
          </p:cNvSpPr>
          <p:nvPr/>
        </p:nvSpPr>
        <p:spPr>
          <a:xfrm xmlns:a="http://schemas.openxmlformats.org/drawingml/2006/main" rot="0">
            <a:off x="1841129" y="5173168"/>
            <a:ext cx="25698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21" name="Editable chart path">
            <a:extLst xmlns:a="http://schemas.openxmlformats.org/drawingml/2006/main">
              <a:ext uri="{FF2B5EF4-FFF2-40B4-BE49-F238E27FC236}">
                <a16:creationId xmlns:a16="http://schemas.microsoft.com/office/drawing/2014/main" id="{DA707876-5377-44B5-AD5A-6806C879F28D}"/>
              </a:ext>
            </a:extLst>
          </p:cNvPr>
          <p:cNvSpPr>
            <a:spLocks xmlns:a="http://schemas.openxmlformats.org/drawingml/2006/main" noGrp="1"/>
          </p:cNvSpPr>
          <p:nvPr/>
        </p:nvSpPr>
        <p:spPr>
          <a:xfrm xmlns:a="http://schemas.openxmlformats.org/drawingml/2006/main">
            <a:off x="2667000"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22" name="">
            <a:extLst xmlns:a="http://schemas.openxmlformats.org/drawingml/2006/main">
              <a:ext uri="{FF2B5EF4-FFF2-40B4-BE49-F238E27FC236}">
                <a16:creationId xmlns:a16="http://schemas.microsoft.com/office/drawing/2014/main" id="{6FE5FE13-75D9-4AB7-A30D-1769AD9E9E04}"/>
              </a:ext>
            </a:extLst>
          </p:cNvPr>
          <p:cNvSpPr>
            <a:spLocks xmlns:a="http://schemas.openxmlformats.org/drawingml/2006/main" noGrp="1"/>
          </p:cNvSpPr>
          <p:nvPr/>
        </p:nvSpPr>
        <p:spPr>
          <a:xfrm xmlns:a="http://schemas.openxmlformats.org/drawingml/2006/main" rot="0">
            <a:off x="2617956" y="5173168"/>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3" name="Editable chart path">
            <a:extLst xmlns:a="http://schemas.openxmlformats.org/drawingml/2006/main">
              <a:ext uri="{FF2B5EF4-FFF2-40B4-BE49-F238E27FC236}">
                <a16:creationId xmlns:a16="http://schemas.microsoft.com/office/drawing/2014/main" id="{A655E0D3-F569-4C7E-9DCC-8841DD062622}"/>
              </a:ext>
            </a:extLst>
          </p:cNvPr>
          <p:cNvSpPr>
            <a:spLocks xmlns:a="http://schemas.openxmlformats.org/drawingml/2006/main" noGrp="1"/>
          </p:cNvSpPr>
          <p:nvPr/>
        </p:nvSpPr>
        <p:spPr>
          <a:xfrm xmlns:a="http://schemas.openxmlformats.org/drawingml/2006/main">
            <a:off x="3361531"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24" name="">
            <a:extLst xmlns:a="http://schemas.openxmlformats.org/drawingml/2006/main">
              <a:ext uri="{FF2B5EF4-FFF2-40B4-BE49-F238E27FC236}">
                <a16:creationId xmlns:a16="http://schemas.microsoft.com/office/drawing/2014/main" id="{C01F657F-D5FB-4958-873C-81A87B735D48}"/>
              </a:ext>
            </a:extLst>
          </p:cNvPr>
          <p:cNvSpPr>
            <a:spLocks xmlns:a="http://schemas.openxmlformats.org/drawingml/2006/main" noGrp="1"/>
          </p:cNvSpPr>
          <p:nvPr/>
        </p:nvSpPr>
        <p:spPr>
          <a:xfrm xmlns:a="http://schemas.openxmlformats.org/drawingml/2006/main" rot="0">
            <a:off x="3268625" y="5173168"/>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25" name="Editable chart path">
            <a:extLst xmlns:a="http://schemas.openxmlformats.org/drawingml/2006/main">
              <a:ext uri="{FF2B5EF4-FFF2-40B4-BE49-F238E27FC236}">
                <a16:creationId xmlns:a16="http://schemas.microsoft.com/office/drawing/2014/main" id="{4D45D843-759A-4A07-8959-84B80EFA85CD}"/>
              </a:ext>
            </a:extLst>
          </p:cNvPr>
          <p:cNvSpPr>
            <a:spLocks xmlns:a="http://schemas.openxmlformats.org/drawingml/2006/main" noGrp="1"/>
          </p:cNvSpPr>
          <p:nvPr/>
        </p:nvSpPr>
        <p:spPr>
          <a:xfrm xmlns:a="http://schemas.openxmlformats.org/drawingml/2006/main">
            <a:off x="4056062"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26" name="">
            <a:extLst xmlns:a="http://schemas.openxmlformats.org/drawingml/2006/main">
              <a:ext uri="{FF2B5EF4-FFF2-40B4-BE49-F238E27FC236}">
                <a16:creationId xmlns:a16="http://schemas.microsoft.com/office/drawing/2014/main" id="{FC7EC390-E7E8-4CCD-B43E-B033EEB9316A}"/>
              </a:ext>
            </a:extLst>
          </p:cNvPr>
          <p:cNvSpPr>
            <a:spLocks xmlns:a="http://schemas.openxmlformats.org/drawingml/2006/main" noGrp="1"/>
          </p:cNvSpPr>
          <p:nvPr/>
        </p:nvSpPr>
        <p:spPr>
          <a:xfrm xmlns:a="http://schemas.openxmlformats.org/drawingml/2006/main" rot="0">
            <a:off x="3940820" y="5173168"/>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27" name="Editable chart path">
            <a:extLst xmlns:a="http://schemas.openxmlformats.org/drawingml/2006/main">
              <a:ext uri="{FF2B5EF4-FFF2-40B4-BE49-F238E27FC236}">
                <a16:creationId xmlns:a16="http://schemas.microsoft.com/office/drawing/2014/main" id="{41D84F1F-FDEB-4D35-85CB-A52BDF889EFF}"/>
              </a:ext>
            </a:extLst>
          </p:cNvPr>
          <p:cNvSpPr>
            <a:spLocks xmlns:a="http://schemas.openxmlformats.org/drawingml/2006/main" noGrp="1"/>
          </p:cNvSpPr>
          <p:nvPr/>
        </p:nvSpPr>
        <p:spPr>
          <a:xfrm xmlns:a="http://schemas.openxmlformats.org/drawingml/2006/main">
            <a:off x="4750594"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28" name="">
            <a:extLst xmlns:a="http://schemas.openxmlformats.org/drawingml/2006/main">
              <a:ext uri="{FF2B5EF4-FFF2-40B4-BE49-F238E27FC236}">
                <a16:creationId xmlns:a16="http://schemas.microsoft.com/office/drawing/2014/main" id="{A83A619F-9993-45EE-B119-89E1E4931C2A}"/>
              </a:ext>
            </a:extLst>
          </p:cNvPr>
          <p:cNvSpPr>
            <a:spLocks xmlns:a="http://schemas.openxmlformats.org/drawingml/2006/main" noGrp="1"/>
          </p:cNvSpPr>
          <p:nvPr/>
        </p:nvSpPr>
        <p:spPr>
          <a:xfrm xmlns:a="http://schemas.openxmlformats.org/drawingml/2006/main" rot="0">
            <a:off x="4635351" y="5173168"/>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a:t>
            </a:r>
          </a:p>
        </p:txBody>
      </p:sp>
      <p:sp>
        <p:nvSpPr>
          <p:cNvPr id="29" name="Editable chart path">
            <a:extLst xmlns:a="http://schemas.openxmlformats.org/drawingml/2006/main">
              <a:ext uri="{FF2B5EF4-FFF2-40B4-BE49-F238E27FC236}">
                <a16:creationId xmlns:a16="http://schemas.microsoft.com/office/drawing/2014/main" id="{CB77E904-5976-4578-B894-4397CC30C853}"/>
              </a:ext>
            </a:extLst>
          </p:cNvPr>
          <p:cNvSpPr>
            <a:spLocks xmlns:a="http://schemas.openxmlformats.org/drawingml/2006/main" noGrp="1"/>
          </p:cNvSpPr>
          <p:nvPr/>
        </p:nvSpPr>
        <p:spPr>
          <a:xfrm xmlns:a="http://schemas.openxmlformats.org/drawingml/2006/main">
            <a:off x="5445125"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30" name="">
            <a:extLst xmlns:a="http://schemas.openxmlformats.org/drawingml/2006/main">
              <a:ext uri="{FF2B5EF4-FFF2-40B4-BE49-F238E27FC236}">
                <a16:creationId xmlns:a16="http://schemas.microsoft.com/office/drawing/2014/main" id="{498DF818-C0ED-47DB-8BA5-3E4101DA0CF5}"/>
              </a:ext>
            </a:extLst>
          </p:cNvPr>
          <p:cNvSpPr>
            <a:spLocks xmlns:a="http://schemas.openxmlformats.org/drawingml/2006/main" noGrp="1"/>
          </p:cNvSpPr>
          <p:nvPr/>
        </p:nvSpPr>
        <p:spPr>
          <a:xfrm xmlns:a="http://schemas.openxmlformats.org/drawingml/2006/main" rot="0">
            <a:off x="5312071" y="5173168"/>
            <a:ext cx="2604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200</a:t>
            </a:r>
          </a:p>
        </p:txBody>
      </p:sp>
      <p:sp>
        <p:nvSpPr>
          <p:cNvPr id="31" name="">
            <a:extLst xmlns:a="http://schemas.openxmlformats.org/drawingml/2006/main">
              <a:ext uri="{FF2B5EF4-FFF2-40B4-BE49-F238E27FC236}">
                <a16:creationId xmlns:a16="http://schemas.microsoft.com/office/drawing/2014/main" id="{81256E1C-299E-4ACA-92D4-7F5D1A387E8D}"/>
              </a:ext>
            </a:extLst>
          </p:cNvPr>
          <p:cNvSpPr>
            <a:spLocks xmlns:a="http://schemas.openxmlformats.org/drawingml/2006/main" noGrp="1"/>
          </p:cNvSpPr>
          <p:nvPr/>
        </p:nvSpPr>
        <p:spPr>
          <a:xfrm xmlns:a="http://schemas.openxmlformats.org/drawingml/2006/main" rot="0">
            <a:off x="2274626" y="5392047"/>
            <a:ext cx="24475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Minutes from gauge-defined onset</a:t>
            </a:r>
          </a:p>
        </p:txBody>
      </p:sp>
      <p:sp>
        <p:nvSpPr>
          <p:cNvPr id="32" name="Editable chart path">
            <a:extLst xmlns:a="http://schemas.openxmlformats.org/drawingml/2006/main">
              <a:ext uri="{FF2B5EF4-FFF2-40B4-BE49-F238E27FC236}">
                <a16:creationId xmlns:a16="http://schemas.microsoft.com/office/drawing/2014/main" id="{0998DCAD-BCB3-44C6-82E5-AFFEBBDAADFA}"/>
              </a:ext>
            </a:extLst>
          </p:cNvPr>
          <p:cNvSpPr>
            <a:spLocks xmlns:a="http://schemas.openxmlformats.org/drawingml/2006/main" noGrp="1"/>
          </p:cNvSpPr>
          <p:nvPr/>
        </p:nvSpPr>
        <p:spPr>
          <a:xfrm xmlns:a="http://schemas.openxmlformats.org/drawingml/2006/main">
            <a:off x="2667000" y="2782894"/>
            <a:ext cx="95" cy="2301748"/>
          </a:xfrm>
          <a:custGeom xmlns:a="http://schemas.openxmlformats.org/drawingml/2006/main">
            <a:pathLst>
              <a:path w="95" h="1450899">
                <a:moveTo>
                  <a:pt x="0" y="1450899"/>
                </a:moveTo>
                <a:lnTo>
                  <a:pt x="0" y="0"/>
                </a:lnTo>
              </a:path>
            </a:pathLst>
          </a:custGeom>
          <a:noFill xmlns:a="http://schemas.openxmlformats.org/drawingml/2006/main"/>
          <a:ln xmlns:a="http://schemas.openxmlformats.org/drawingml/2006/main" w="22666">
            <a:solidFill>
              <a:srgbClr val="5A6683"/>
            </a:solidFill>
            <a:prstDash val="dash"/>
          </a:ln>
        </p:spPr>
      </p:sp>
      <p:sp>
        <p:nvSpPr>
          <p:cNvPr id="33" name="Editable chart path">
            <a:extLst xmlns:a="http://schemas.openxmlformats.org/drawingml/2006/main">
              <a:ext uri="{FF2B5EF4-FFF2-40B4-BE49-F238E27FC236}">
                <a16:creationId xmlns:a16="http://schemas.microsoft.com/office/drawing/2014/main" id="{E7D5B4EA-E5A8-4B62-B968-056786E4EC8A}"/>
              </a:ext>
            </a:extLst>
          </p:cNvPr>
          <p:cNvSpPr>
            <a:spLocks xmlns:a="http://schemas.openxmlformats.org/drawingml/2006/main" noGrp="1"/>
          </p:cNvSpPr>
          <p:nvPr/>
        </p:nvSpPr>
        <p:spPr>
          <a:xfrm xmlns:a="http://schemas.openxmlformats.org/drawingml/2006/main">
            <a:off x="1000125" y="2782894"/>
            <a:ext cx="95" cy="2301748"/>
          </a:xfrm>
          <a:custGeom xmlns:a="http://schemas.openxmlformats.org/drawingml/2006/main">
            <a:pathLst>
              <a:path w="95" h="1450899">
                <a:moveTo>
                  <a:pt x="0" y="1450899"/>
                </a:moveTo>
                <a:lnTo>
                  <a:pt x="0" y="0"/>
                </a:lnTo>
              </a:path>
            </a:pathLst>
          </a:custGeom>
          <a:noFill xmlns:a="http://schemas.openxmlformats.org/drawingml/2006/main"/>
          <a:ln xmlns:a="http://schemas.openxmlformats.org/drawingml/2006/main" w="12089">
            <a:solidFill>
              <a:srgbClr val="5A6683"/>
            </a:solidFill>
            <a:prstDash val="solid"/>
          </a:ln>
        </p:spPr>
      </p:sp>
      <p:sp>
        <p:nvSpPr>
          <p:cNvPr id="34" name="Editable chart path">
            <a:extLst xmlns:a="http://schemas.openxmlformats.org/drawingml/2006/main">
              <a:ext uri="{FF2B5EF4-FFF2-40B4-BE49-F238E27FC236}">
                <a16:creationId xmlns:a16="http://schemas.microsoft.com/office/drawing/2014/main" id="{EA674D66-6D71-4BE6-9D1D-6E52FE95718F}"/>
              </a:ext>
            </a:extLst>
          </p:cNvPr>
          <p:cNvSpPr>
            <a:spLocks xmlns:a="http://schemas.openxmlformats.org/drawingml/2006/main" noGrp="1"/>
          </p:cNvSpPr>
          <p:nvPr/>
        </p:nvSpPr>
        <p:spPr>
          <a:xfrm xmlns:a="http://schemas.openxmlformats.org/drawingml/2006/main">
            <a:off x="1000125" y="5084642"/>
            <a:ext cx="5000625" cy="95"/>
          </a:xfrm>
          <a:custGeom xmlns:a="http://schemas.openxmlformats.org/drawingml/2006/main">
            <a:pathLst>
              <a:path w="3152127" h="95">
                <a:moveTo>
                  <a:pt x="0" y="0"/>
                </a:moveTo>
                <a:lnTo>
                  <a:pt x="3152127" y="0"/>
                </a:lnTo>
              </a:path>
            </a:pathLst>
          </a:custGeom>
          <a:noFill xmlns:a="http://schemas.openxmlformats.org/drawingml/2006/main"/>
          <a:ln xmlns:a="http://schemas.openxmlformats.org/drawingml/2006/main" w="12089">
            <a:solidFill>
              <a:srgbClr val="5A6683"/>
            </a:solidFill>
            <a:prstDash val="solid"/>
          </a:ln>
        </p:spPr>
      </p:sp>
      <p:sp>
        <p:nvSpPr>
          <p:cNvPr id="35" name="">
            <a:extLst xmlns:a="http://schemas.openxmlformats.org/drawingml/2006/main">
              <a:ext uri="{FF2B5EF4-FFF2-40B4-BE49-F238E27FC236}">
                <a16:creationId xmlns:a16="http://schemas.microsoft.com/office/drawing/2014/main" id="{C025BFD9-6575-415F-92D8-D812F0B14170}"/>
              </a:ext>
            </a:extLst>
          </p:cNvPr>
          <p:cNvSpPr>
            <a:spLocks xmlns:a="http://schemas.openxmlformats.org/drawingml/2006/main" noGrp="1"/>
          </p:cNvSpPr>
          <p:nvPr/>
        </p:nvSpPr>
        <p:spPr>
          <a:xfrm xmlns:a="http://schemas.openxmlformats.org/drawingml/2006/main" rot="0">
            <a:off x="2929422" y="3587124"/>
            <a:ext cx="1290352" cy="326392"/>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428" b="0">
                <a:solidFill>
                  <a:srgbClr val="14203A"/>
                </a:solidFill>
                <a:latin typeface="Poppins"/>
                <a:ea typeface="Poppins"/>
                <a:cs typeface="Poppins"/>
              </a:defRPr>
            </a:defPPr>
            <a:lvl1pPr>
              <a:defRPr sz="1428" b="0">
                <a:solidFill>
                  <a:srgbClr val="14203A"/>
                </a:solidFill>
                <a:latin typeface="Poppins"/>
                <a:ea typeface="Poppins"/>
                <a:cs typeface="Poppins"/>
              </a:defRPr>
            </a:lvl1pPr>
            <a:lvl2pPr>
              <a:defRPr sz="1428" b="0">
                <a:solidFill>
                  <a:srgbClr val="14203A"/>
                </a:solidFill>
                <a:latin typeface="Poppins"/>
                <a:ea typeface="Poppins"/>
                <a:cs typeface="Poppins"/>
              </a:defRPr>
            </a:lvl2pPr>
            <a:lvl3pPr>
              <a:defRPr sz="1428" b="0">
                <a:solidFill>
                  <a:srgbClr val="14203A"/>
                </a:solidFill>
                <a:latin typeface="Poppins"/>
                <a:ea typeface="Poppins"/>
                <a:cs typeface="Poppins"/>
              </a:defRPr>
            </a:lvl3pPr>
            <a:lvl4pPr>
              <a:defRPr sz="1428" b="0">
                <a:solidFill>
                  <a:srgbClr val="14203A"/>
                </a:solidFill>
                <a:latin typeface="Poppins"/>
                <a:ea typeface="Poppins"/>
                <a:cs typeface="Poppins"/>
              </a:defRPr>
            </a:lvl4pPr>
            <a:lvl5pPr>
              <a:defRPr sz="1428" b="0">
                <a:solidFill>
                  <a:srgbClr val="14203A"/>
                </a:solidFill>
                <a:latin typeface="Poppins"/>
                <a:ea typeface="Poppins"/>
                <a:cs typeface="Poppins"/>
              </a:defRPr>
            </a:lvl5pPr>
            <a:lvl6pPr>
              <a:defRPr sz="1428" b="0">
                <a:solidFill>
                  <a:srgbClr val="14203A"/>
                </a:solidFill>
                <a:latin typeface="Poppins"/>
                <a:ea typeface="Poppins"/>
                <a:cs typeface="Poppins"/>
              </a:defRPr>
            </a:lvl6pPr>
            <a:lvl7pPr>
              <a:defRPr sz="1428" b="0">
                <a:solidFill>
                  <a:srgbClr val="14203A"/>
                </a:solidFill>
                <a:latin typeface="Poppins"/>
                <a:ea typeface="Poppins"/>
                <a:cs typeface="Poppins"/>
              </a:defRPr>
            </a:lvl7pPr>
            <a:lvl8pPr>
              <a:defRPr sz="1428" b="0">
                <a:solidFill>
                  <a:srgbClr val="14203A"/>
                </a:solidFill>
                <a:latin typeface="Poppins"/>
                <a:ea typeface="Poppins"/>
                <a:cs typeface="Poppins"/>
              </a:defRPr>
            </a:lvl8pPr>
            <a:lvl9pPr>
              <a:defRPr sz="1428" b="0">
                <a:solidFill>
                  <a:srgbClr val="14203A"/>
                </a:solidFill>
                <a:latin typeface="Poppins"/>
                <a:ea typeface="Poppins"/>
                <a:cs typeface="Poppins"/>
              </a:defRPr>
            </a:lvl9pPr>
          </a:lstStyle>
          <a:p xmlns:a="http://schemas.openxmlformats.org/drawingml/2006/main">
            <a:pPr>
              <a:defRPr sz="1428" b="0">
                <a:solidFill>
                  <a:srgbClr val="14203A"/>
                </a:solidFill>
                <a:latin typeface="Poppins"/>
                <a:ea typeface="Poppins"/>
                <a:cs typeface="Poppins"/>
              </a:defRPr>
            </a:pPr>
            <a:r>
              <a:rPr sz="1428" b="0">
                <a:solidFill>
                  <a:srgbClr val="14203A"/>
                </a:solidFill>
                <a:latin typeface="Poppins"/>
                <a:ea typeface="Poppins"/>
                <a:cs typeface="Poppins"/>
              </a:rPr>
              <a:t>Not estimated</a:t>
            </a:r>
          </a:p>
        </p:txBody>
      </p:sp>
      <p:sp>
        <p:nvSpPr>
          <p:cNvPr id="36" name="">
            <a:extLst xmlns:a="http://schemas.openxmlformats.org/drawingml/2006/main">
              <a:ext uri="{FF2B5EF4-FFF2-40B4-BE49-F238E27FC236}">
                <a16:creationId xmlns:a16="http://schemas.microsoft.com/office/drawing/2014/main" id="{0F7C0D77-4625-419D-A0B2-FA8DB10D83EA}"/>
              </a:ext>
            </a:extLst>
          </p:cNvPr>
          <p:cNvSpPr>
            <a:spLocks xmlns:a="http://schemas.openxmlformats.org/drawingml/2006/main" noGrp="1"/>
          </p:cNvSpPr>
          <p:nvPr/>
        </p:nvSpPr>
        <p:spPr>
          <a:xfrm xmlns:a="http://schemas.openxmlformats.org/drawingml/2006/main" rot="0">
            <a:off x="2427269" y="3803449"/>
            <a:ext cx="2461355" cy="326392"/>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428" b="0">
                <a:solidFill>
                  <a:srgbClr val="14203A"/>
                </a:solidFill>
                <a:latin typeface="Poppins"/>
                <a:ea typeface="Poppins"/>
                <a:cs typeface="Poppins"/>
              </a:defRPr>
            </a:defPPr>
            <a:lvl1pPr>
              <a:defRPr sz="1428" b="0">
                <a:solidFill>
                  <a:srgbClr val="14203A"/>
                </a:solidFill>
                <a:latin typeface="Poppins"/>
                <a:ea typeface="Poppins"/>
                <a:cs typeface="Poppins"/>
              </a:defRPr>
            </a:lvl1pPr>
            <a:lvl2pPr>
              <a:defRPr sz="1428" b="0">
                <a:solidFill>
                  <a:srgbClr val="14203A"/>
                </a:solidFill>
                <a:latin typeface="Poppins"/>
                <a:ea typeface="Poppins"/>
                <a:cs typeface="Poppins"/>
              </a:defRPr>
            </a:lvl2pPr>
            <a:lvl3pPr>
              <a:defRPr sz="1428" b="0">
                <a:solidFill>
                  <a:srgbClr val="14203A"/>
                </a:solidFill>
                <a:latin typeface="Poppins"/>
                <a:ea typeface="Poppins"/>
                <a:cs typeface="Poppins"/>
              </a:defRPr>
            </a:lvl3pPr>
            <a:lvl4pPr>
              <a:defRPr sz="1428" b="0">
                <a:solidFill>
                  <a:srgbClr val="14203A"/>
                </a:solidFill>
                <a:latin typeface="Poppins"/>
                <a:ea typeface="Poppins"/>
                <a:cs typeface="Poppins"/>
              </a:defRPr>
            </a:lvl4pPr>
            <a:lvl5pPr>
              <a:defRPr sz="1428" b="0">
                <a:solidFill>
                  <a:srgbClr val="14203A"/>
                </a:solidFill>
                <a:latin typeface="Poppins"/>
                <a:ea typeface="Poppins"/>
                <a:cs typeface="Poppins"/>
              </a:defRPr>
            </a:lvl5pPr>
            <a:lvl6pPr>
              <a:defRPr sz="1428" b="0">
                <a:solidFill>
                  <a:srgbClr val="14203A"/>
                </a:solidFill>
                <a:latin typeface="Poppins"/>
                <a:ea typeface="Poppins"/>
                <a:cs typeface="Poppins"/>
              </a:defRPr>
            </a:lvl6pPr>
            <a:lvl7pPr>
              <a:defRPr sz="1428" b="0">
                <a:solidFill>
                  <a:srgbClr val="14203A"/>
                </a:solidFill>
                <a:latin typeface="Poppins"/>
                <a:ea typeface="Poppins"/>
                <a:cs typeface="Poppins"/>
              </a:defRPr>
            </a:lvl7pPr>
            <a:lvl8pPr>
              <a:defRPr sz="1428" b="0">
                <a:solidFill>
                  <a:srgbClr val="14203A"/>
                </a:solidFill>
                <a:latin typeface="Poppins"/>
                <a:ea typeface="Poppins"/>
                <a:cs typeface="Poppins"/>
              </a:defRPr>
            </a:lvl8pPr>
            <a:lvl9pPr>
              <a:defRPr sz="1428" b="0">
                <a:solidFill>
                  <a:srgbClr val="14203A"/>
                </a:solidFill>
                <a:latin typeface="Poppins"/>
                <a:ea typeface="Poppins"/>
                <a:cs typeface="Poppins"/>
              </a:defRPr>
            </a:lvl9pPr>
          </a:lstStyle>
          <a:p xmlns:a="http://schemas.openxmlformats.org/drawingml/2006/main">
            <a:pPr>
              <a:defRPr sz="1428" b="0">
                <a:solidFill>
                  <a:srgbClr val="14203A"/>
                </a:solidFill>
                <a:latin typeface="Poppins"/>
                <a:ea typeface="Poppins"/>
                <a:cs typeface="Poppins"/>
              </a:defRPr>
            </a:pPr>
            <a:r>
              <a:rPr sz="1428" b="0">
                <a:solidFill>
                  <a:srgbClr val="14203A"/>
                </a:solidFill>
                <a:latin typeface="Poppins"/>
                <a:ea typeface="Poppins"/>
                <a:cs typeface="Poppins"/>
              </a:rPr>
              <a:t>0 matched storm/dry pairs</a:t>
            </a:r>
          </a:p>
        </p:txBody>
      </p:sp>
      <p:sp>
        <p:nvSpPr>
          <p:cNvPr id="37" name="">
            <a:extLst xmlns:a="http://schemas.openxmlformats.org/drawingml/2006/main">
              <a:ext uri="{FF2B5EF4-FFF2-40B4-BE49-F238E27FC236}">
                <a16:creationId xmlns:a16="http://schemas.microsoft.com/office/drawing/2014/main" id="{81556E6F-2F8C-4E8B-9565-378780A8157B}"/>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Appearance proxies</a:t>
            </a:r>
          </a:p>
        </p:txBody>
      </p:sp>
      <p:sp>
        <p:nvSpPr>
          <p:cNvPr id="38" name="">
            <a:extLst xmlns:a="http://schemas.openxmlformats.org/drawingml/2006/main">
              <a:ext uri="{FF2B5EF4-FFF2-40B4-BE49-F238E27FC236}">
                <a16:creationId xmlns:a16="http://schemas.microsoft.com/office/drawing/2014/main" id="{8D899F43-6EFC-4776-9280-668B1C3C78E7}"/>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Events per 15 minutes</a:t>
            </a:r>
          </a:p>
        </p:txBody>
      </p:sp>
      <p:sp>
        <p:nvSpPr>
          <p:cNvPr id="39" name="Editable chart path">
            <a:extLst xmlns:a="http://schemas.openxmlformats.org/drawingml/2006/main">
              <a:ext uri="{FF2B5EF4-FFF2-40B4-BE49-F238E27FC236}">
                <a16:creationId xmlns:a16="http://schemas.microsoft.com/office/drawing/2014/main" id="{A501B66C-D72C-4ABB-B850-C99503939BBA}"/>
              </a:ext>
            </a:extLst>
          </p:cNvPr>
          <p:cNvSpPr>
            <a:spLocks xmlns:a="http://schemas.openxmlformats.org/drawingml/2006/main" noGrp="1"/>
          </p:cNvSpPr>
          <p:nvPr/>
        </p:nvSpPr>
        <p:spPr>
          <a:xfrm xmlns:a="http://schemas.openxmlformats.org/drawingml/2006/main">
            <a:off x="6469062"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40" name="">
            <a:extLst xmlns:a="http://schemas.openxmlformats.org/drawingml/2006/main">
              <a:ext uri="{FF2B5EF4-FFF2-40B4-BE49-F238E27FC236}">
                <a16:creationId xmlns:a16="http://schemas.microsoft.com/office/drawing/2014/main" id="{619D36C9-AFBB-4CB5-AA48-49DBFC89AD9B}"/>
              </a:ext>
            </a:extLst>
          </p:cNvPr>
          <p:cNvSpPr>
            <a:spLocks xmlns:a="http://schemas.openxmlformats.org/drawingml/2006/main" noGrp="1"/>
          </p:cNvSpPr>
          <p:nvPr/>
        </p:nvSpPr>
        <p:spPr>
          <a:xfrm xmlns:a="http://schemas.openxmlformats.org/drawingml/2006/main" rot="0">
            <a:off x="6315387" y="5173168"/>
            <a:ext cx="30165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41" name="Editable chart path">
            <a:extLst xmlns:a="http://schemas.openxmlformats.org/drawingml/2006/main">
              <a:ext uri="{FF2B5EF4-FFF2-40B4-BE49-F238E27FC236}">
                <a16:creationId xmlns:a16="http://schemas.microsoft.com/office/drawing/2014/main" id="{F344599F-6396-408B-B03A-2CBEC480A6D2}"/>
              </a:ext>
            </a:extLst>
          </p:cNvPr>
          <p:cNvSpPr>
            <a:spLocks xmlns:a="http://schemas.openxmlformats.org/drawingml/2006/main" noGrp="1"/>
          </p:cNvSpPr>
          <p:nvPr/>
        </p:nvSpPr>
        <p:spPr>
          <a:xfrm xmlns:a="http://schemas.openxmlformats.org/drawingml/2006/main">
            <a:off x="7163594"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42" name="">
            <a:extLst xmlns:a="http://schemas.openxmlformats.org/drawingml/2006/main">
              <a:ext uri="{FF2B5EF4-FFF2-40B4-BE49-F238E27FC236}">
                <a16:creationId xmlns:a16="http://schemas.microsoft.com/office/drawing/2014/main" id="{F21ECA76-9374-45C2-AC8C-20C4D1E5787D}"/>
              </a:ext>
            </a:extLst>
          </p:cNvPr>
          <p:cNvSpPr>
            <a:spLocks xmlns:a="http://schemas.openxmlformats.org/drawingml/2006/main" noGrp="1"/>
          </p:cNvSpPr>
          <p:nvPr/>
        </p:nvSpPr>
        <p:spPr>
          <a:xfrm xmlns:a="http://schemas.openxmlformats.org/drawingml/2006/main" rot="0">
            <a:off x="7032254" y="5173168"/>
            <a:ext cx="25698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43" name="Editable chart path">
            <a:extLst xmlns:a="http://schemas.openxmlformats.org/drawingml/2006/main">
              <a:ext uri="{FF2B5EF4-FFF2-40B4-BE49-F238E27FC236}">
                <a16:creationId xmlns:a16="http://schemas.microsoft.com/office/drawing/2014/main" id="{C6F723DA-B435-4942-8FB7-72C8C3226D12}"/>
              </a:ext>
            </a:extLst>
          </p:cNvPr>
          <p:cNvSpPr>
            <a:spLocks xmlns:a="http://schemas.openxmlformats.org/drawingml/2006/main" noGrp="1"/>
          </p:cNvSpPr>
          <p:nvPr/>
        </p:nvSpPr>
        <p:spPr>
          <a:xfrm xmlns:a="http://schemas.openxmlformats.org/drawingml/2006/main">
            <a:off x="7858125"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44" name="">
            <a:extLst xmlns:a="http://schemas.openxmlformats.org/drawingml/2006/main">
              <a:ext uri="{FF2B5EF4-FFF2-40B4-BE49-F238E27FC236}">
                <a16:creationId xmlns:a16="http://schemas.microsoft.com/office/drawing/2014/main" id="{710F1DC7-76DF-4509-94DC-317FF10A0242}"/>
              </a:ext>
            </a:extLst>
          </p:cNvPr>
          <p:cNvSpPr>
            <a:spLocks xmlns:a="http://schemas.openxmlformats.org/drawingml/2006/main" noGrp="1"/>
          </p:cNvSpPr>
          <p:nvPr/>
        </p:nvSpPr>
        <p:spPr>
          <a:xfrm xmlns:a="http://schemas.openxmlformats.org/drawingml/2006/main" rot="0">
            <a:off x="7809081" y="5173168"/>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45" name="Editable chart path">
            <a:extLst xmlns:a="http://schemas.openxmlformats.org/drawingml/2006/main">
              <a:ext uri="{FF2B5EF4-FFF2-40B4-BE49-F238E27FC236}">
                <a16:creationId xmlns:a16="http://schemas.microsoft.com/office/drawing/2014/main" id="{0E470100-74F7-423B-8C08-4EFBC96ECE39}"/>
              </a:ext>
            </a:extLst>
          </p:cNvPr>
          <p:cNvSpPr>
            <a:spLocks xmlns:a="http://schemas.openxmlformats.org/drawingml/2006/main" noGrp="1"/>
          </p:cNvSpPr>
          <p:nvPr/>
        </p:nvSpPr>
        <p:spPr>
          <a:xfrm xmlns:a="http://schemas.openxmlformats.org/drawingml/2006/main">
            <a:off x="8552656"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46" name="">
            <a:extLst xmlns:a="http://schemas.openxmlformats.org/drawingml/2006/main">
              <a:ext uri="{FF2B5EF4-FFF2-40B4-BE49-F238E27FC236}">
                <a16:creationId xmlns:a16="http://schemas.microsoft.com/office/drawing/2014/main" id="{800EAC13-290C-488E-8CD4-FA11A99DA3D4}"/>
              </a:ext>
            </a:extLst>
          </p:cNvPr>
          <p:cNvSpPr>
            <a:spLocks xmlns:a="http://schemas.openxmlformats.org/drawingml/2006/main" noGrp="1"/>
          </p:cNvSpPr>
          <p:nvPr/>
        </p:nvSpPr>
        <p:spPr>
          <a:xfrm xmlns:a="http://schemas.openxmlformats.org/drawingml/2006/main" rot="0">
            <a:off x="8459750" y="5173168"/>
            <a:ext cx="18011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50</a:t>
            </a:r>
          </a:p>
        </p:txBody>
      </p:sp>
      <p:sp>
        <p:nvSpPr>
          <p:cNvPr id="47" name="Editable chart path">
            <a:extLst xmlns:a="http://schemas.openxmlformats.org/drawingml/2006/main">
              <a:ext uri="{FF2B5EF4-FFF2-40B4-BE49-F238E27FC236}">
                <a16:creationId xmlns:a16="http://schemas.microsoft.com/office/drawing/2014/main" id="{57189EED-8FC8-4F17-83E4-F4A47DF76897}"/>
              </a:ext>
            </a:extLst>
          </p:cNvPr>
          <p:cNvSpPr>
            <a:spLocks xmlns:a="http://schemas.openxmlformats.org/drawingml/2006/main" noGrp="1"/>
          </p:cNvSpPr>
          <p:nvPr/>
        </p:nvSpPr>
        <p:spPr>
          <a:xfrm xmlns:a="http://schemas.openxmlformats.org/drawingml/2006/main">
            <a:off x="9247187"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48" name="">
            <a:extLst xmlns:a="http://schemas.openxmlformats.org/drawingml/2006/main">
              <a:ext uri="{FF2B5EF4-FFF2-40B4-BE49-F238E27FC236}">
                <a16:creationId xmlns:a16="http://schemas.microsoft.com/office/drawing/2014/main" id="{CC79377A-6FCD-45DF-A543-9F589AFCB26F}"/>
              </a:ext>
            </a:extLst>
          </p:cNvPr>
          <p:cNvSpPr>
            <a:spLocks xmlns:a="http://schemas.openxmlformats.org/drawingml/2006/main" noGrp="1"/>
          </p:cNvSpPr>
          <p:nvPr/>
        </p:nvSpPr>
        <p:spPr>
          <a:xfrm xmlns:a="http://schemas.openxmlformats.org/drawingml/2006/main" rot="0">
            <a:off x="9131945" y="5173168"/>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49" name="Editable chart path">
            <a:extLst xmlns:a="http://schemas.openxmlformats.org/drawingml/2006/main">
              <a:ext uri="{FF2B5EF4-FFF2-40B4-BE49-F238E27FC236}">
                <a16:creationId xmlns:a16="http://schemas.microsoft.com/office/drawing/2014/main" id="{F8FF7D60-F3FA-4C8F-B484-906E6A5414D2}"/>
              </a:ext>
            </a:extLst>
          </p:cNvPr>
          <p:cNvSpPr>
            <a:spLocks xmlns:a="http://schemas.openxmlformats.org/drawingml/2006/main" noGrp="1"/>
          </p:cNvSpPr>
          <p:nvPr/>
        </p:nvSpPr>
        <p:spPr>
          <a:xfrm xmlns:a="http://schemas.openxmlformats.org/drawingml/2006/main">
            <a:off x="9941719"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50" name="">
            <a:extLst xmlns:a="http://schemas.openxmlformats.org/drawingml/2006/main">
              <a:ext uri="{FF2B5EF4-FFF2-40B4-BE49-F238E27FC236}">
                <a16:creationId xmlns:a16="http://schemas.microsoft.com/office/drawing/2014/main" id="{C5478C9F-B066-4F6A-9D99-48FEA764487D}"/>
              </a:ext>
            </a:extLst>
          </p:cNvPr>
          <p:cNvSpPr>
            <a:spLocks xmlns:a="http://schemas.openxmlformats.org/drawingml/2006/main" noGrp="1"/>
          </p:cNvSpPr>
          <p:nvPr/>
        </p:nvSpPr>
        <p:spPr>
          <a:xfrm xmlns:a="http://schemas.openxmlformats.org/drawingml/2006/main" rot="0">
            <a:off x="9826476" y="5173168"/>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150</a:t>
            </a:r>
          </a:p>
        </p:txBody>
      </p:sp>
      <p:sp>
        <p:nvSpPr>
          <p:cNvPr id="51" name="Editable chart path">
            <a:extLst xmlns:a="http://schemas.openxmlformats.org/drawingml/2006/main">
              <a:ext uri="{FF2B5EF4-FFF2-40B4-BE49-F238E27FC236}">
                <a16:creationId xmlns:a16="http://schemas.microsoft.com/office/drawing/2014/main" id="{7188FA1E-D4CF-43C7-8601-6D83B0ABCCA1}"/>
              </a:ext>
            </a:extLst>
          </p:cNvPr>
          <p:cNvSpPr>
            <a:spLocks xmlns:a="http://schemas.openxmlformats.org/drawingml/2006/main" noGrp="1"/>
          </p:cNvSpPr>
          <p:nvPr/>
        </p:nvSpPr>
        <p:spPr>
          <a:xfrm xmlns:a="http://schemas.openxmlformats.org/drawingml/2006/main">
            <a:off x="10636250" y="5084642"/>
            <a:ext cx="95" cy="5288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2089">
            <a:solidFill>
              <a:srgbClr val="5A6683"/>
            </a:solidFill>
            <a:prstDash val="solid"/>
          </a:ln>
        </p:spPr>
      </p:sp>
      <p:sp>
        <p:nvSpPr>
          <p:cNvPr id="52" name="">
            <a:extLst xmlns:a="http://schemas.openxmlformats.org/drawingml/2006/main">
              <a:ext uri="{FF2B5EF4-FFF2-40B4-BE49-F238E27FC236}">
                <a16:creationId xmlns:a16="http://schemas.microsoft.com/office/drawing/2014/main" id="{24B53445-26CC-46F0-AF94-98E1520037D0}"/>
              </a:ext>
            </a:extLst>
          </p:cNvPr>
          <p:cNvSpPr>
            <a:spLocks xmlns:a="http://schemas.openxmlformats.org/drawingml/2006/main" noGrp="1"/>
          </p:cNvSpPr>
          <p:nvPr/>
        </p:nvSpPr>
        <p:spPr>
          <a:xfrm xmlns:a="http://schemas.openxmlformats.org/drawingml/2006/main" rot="0">
            <a:off x="10503196" y="5173168"/>
            <a:ext cx="2604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200</a:t>
            </a:r>
          </a:p>
        </p:txBody>
      </p:sp>
      <p:sp>
        <p:nvSpPr>
          <p:cNvPr id="53" name="">
            <a:extLst xmlns:a="http://schemas.openxmlformats.org/drawingml/2006/main">
              <a:ext uri="{FF2B5EF4-FFF2-40B4-BE49-F238E27FC236}">
                <a16:creationId xmlns:a16="http://schemas.microsoft.com/office/drawing/2014/main" id="{D17D9456-8FE0-44E0-8C6F-8726591B1874}"/>
              </a:ext>
            </a:extLst>
          </p:cNvPr>
          <p:cNvSpPr>
            <a:spLocks xmlns:a="http://schemas.openxmlformats.org/drawingml/2006/main" noGrp="1"/>
          </p:cNvSpPr>
          <p:nvPr/>
        </p:nvSpPr>
        <p:spPr>
          <a:xfrm xmlns:a="http://schemas.openxmlformats.org/drawingml/2006/main" rot="0">
            <a:off x="7465751" y="5392047"/>
            <a:ext cx="24475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Minutes from gauge-defined onset</a:t>
            </a:r>
          </a:p>
        </p:txBody>
      </p:sp>
      <p:sp>
        <p:nvSpPr>
          <p:cNvPr id="54" name="Editable chart path">
            <a:extLst xmlns:a="http://schemas.openxmlformats.org/drawingml/2006/main">
              <a:ext uri="{FF2B5EF4-FFF2-40B4-BE49-F238E27FC236}">
                <a16:creationId xmlns:a16="http://schemas.microsoft.com/office/drawing/2014/main" id="{7D83B5DC-1607-4ACE-B943-A6F63B3AC8DD}"/>
              </a:ext>
            </a:extLst>
          </p:cNvPr>
          <p:cNvSpPr>
            <a:spLocks xmlns:a="http://schemas.openxmlformats.org/drawingml/2006/main" noGrp="1"/>
          </p:cNvSpPr>
          <p:nvPr/>
        </p:nvSpPr>
        <p:spPr>
          <a:xfrm xmlns:a="http://schemas.openxmlformats.org/drawingml/2006/main">
            <a:off x="7858125" y="2782894"/>
            <a:ext cx="95" cy="2301748"/>
          </a:xfrm>
          <a:custGeom xmlns:a="http://schemas.openxmlformats.org/drawingml/2006/main">
            <a:pathLst>
              <a:path w="95" h="1450899">
                <a:moveTo>
                  <a:pt x="0" y="1450899"/>
                </a:moveTo>
                <a:lnTo>
                  <a:pt x="0" y="0"/>
                </a:lnTo>
              </a:path>
            </a:pathLst>
          </a:custGeom>
          <a:noFill xmlns:a="http://schemas.openxmlformats.org/drawingml/2006/main"/>
          <a:ln xmlns:a="http://schemas.openxmlformats.org/drawingml/2006/main" w="22666">
            <a:solidFill>
              <a:srgbClr val="5A6683"/>
            </a:solidFill>
            <a:prstDash val="dash"/>
          </a:ln>
        </p:spPr>
      </p:sp>
      <p:sp>
        <p:nvSpPr>
          <p:cNvPr id="55" name="Editable chart path">
            <a:extLst xmlns:a="http://schemas.openxmlformats.org/drawingml/2006/main">
              <a:ext uri="{FF2B5EF4-FFF2-40B4-BE49-F238E27FC236}">
                <a16:creationId xmlns:a16="http://schemas.microsoft.com/office/drawing/2014/main" id="{6C335894-698B-4EAF-9538-CCCF0AE4466C}"/>
              </a:ext>
            </a:extLst>
          </p:cNvPr>
          <p:cNvSpPr>
            <a:spLocks xmlns:a="http://schemas.openxmlformats.org/drawingml/2006/main" noGrp="1"/>
          </p:cNvSpPr>
          <p:nvPr/>
        </p:nvSpPr>
        <p:spPr>
          <a:xfrm xmlns:a="http://schemas.openxmlformats.org/drawingml/2006/main">
            <a:off x="6191250" y="2782894"/>
            <a:ext cx="95" cy="2301748"/>
          </a:xfrm>
          <a:custGeom xmlns:a="http://schemas.openxmlformats.org/drawingml/2006/main">
            <a:pathLst>
              <a:path w="95" h="1450899">
                <a:moveTo>
                  <a:pt x="0" y="1450899"/>
                </a:moveTo>
                <a:lnTo>
                  <a:pt x="0" y="0"/>
                </a:lnTo>
              </a:path>
            </a:pathLst>
          </a:custGeom>
          <a:noFill xmlns:a="http://schemas.openxmlformats.org/drawingml/2006/main"/>
          <a:ln xmlns:a="http://schemas.openxmlformats.org/drawingml/2006/main" w="12089">
            <a:solidFill>
              <a:srgbClr val="5A6683"/>
            </a:solidFill>
            <a:prstDash val="solid"/>
          </a:ln>
        </p:spPr>
      </p:sp>
      <p:sp>
        <p:nvSpPr>
          <p:cNvPr id="56" name="Editable chart path">
            <a:extLst xmlns:a="http://schemas.openxmlformats.org/drawingml/2006/main">
              <a:ext uri="{FF2B5EF4-FFF2-40B4-BE49-F238E27FC236}">
                <a16:creationId xmlns:a16="http://schemas.microsoft.com/office/drawing/2014/main" id="{696B0E72-3941-4E39-B1FE-5C43819F658F}"/>
              </a:ext>
            </a:extLst>
          </p:cNvPr>
          <p:cNvSpPr>
            <a:spLocks xmlns:a="http://schemas.openxmlformats.org/drawingml/2006/main" noGrp="1"/>
          </p:cNvSpPr>
          <p:nvPr/>
        </p:nvSpPr>
        <p:spPr>
          <a:xfrm xmlns:a="http://schemas.openxmlformats.org/drawingml/2006/main">
            <a:off x="6191250" y="5084642"/>
            <a:ext cx="5000625" cy="95"/>
          </a:xfrm>
          <a:custGeom xmlns:a="http://schemas.openxmlformats.org/drawingml/2006/main">
            <a:pathLst>
              <a:path w="3152127" h="95">
                <a:moveTo>
                  <a:pt x="0" y="0"/>
                </a:moveTo>
                <a:lnTo>
                  <a:pt x="3152127" y="0"/>
                </a:lnTo>
              </a:path>
            </a:pathLst>
          </a:custGeom>
          <a:noFill xmlns:a="http://schemas.openxmlformats.org/drawingml/2006/main"/>
          <a:ln xmlns:a="http://schemas.openxmlformats.org/drawingml/2006/main" w="12089">
            <a:solidFill>
              <a:srgbClr val="5A6683"/>
            </a:solidFill>
            <a:prstDash val="solid"/>
          </a:ln>
        </p:spPr>
      </p:sp>
      <p:sp>
        <p:nvSpPr>
          <p:cNvPr id="57" name="">
            <a:extLst xmlns:a="http://schemas.openxmlformats.org/drawingml/2006/main">
              <a:ext uri="{FF2B5EF4-FFF2-40B4-BE49-F238E27FC236}">
                <a16:creationId xmlns:a16="http://schemas.microsoft.com/office/drawing/2014/main" id="{4A8F242D-875C-4B5A-AE83-E33133DFAB3D}"/>
              </a:ext>
            </a:extLst>
          </p:cNvPr>
          <p:cNvSpPr>
            <a:spLocks xmlns:a="http://schemas.openxmlformats.org/drawingml/2006/main" noGrp="1"/>
          </p:cNvSpPr>
          <p:nvPr/>
        </p:nvSpPr>
        <p:spPr>
          <a:xfrm xmlns:a="http://schemas.openxmlformats.org/drawingml/2006/main" rot="0">
            <a:off x="8120547" y="3587124"/>
            <a:ext cx="1290352" cy="326392"/>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428" b="0">
                <a:solidFill>
                  <a:srgbClr val="14203A"/>
                </a:solidFill>
                <a:latin typeface="Poppins"/>
                <a:ea typeface="Poppins"/>
                <a:cs typeface="Poppins"/>
              </a:defRPr>
            </a:defPPr>
            <a:lvl1pPr>
              <a:defRPr sz="1428" b="0">
                <a:solidFill>
                  <a:srgbClr val="14203A"/>
                </a:solidFill>
                <a:latin typeface="Poppins"/>
                <a:ea typeface="Poppins"/>
                <a:cs typeface="Poppins"/>
              </a:defRPr>
            </a:lvl1pPr>
            <a:lvl2pPr>
              <a:defRPr sz="1428" b="0">
                <a:solidFill>
                  <a:srgbClr val="14203A"/>
                </a:solidFill>
                <a:latin typeface="Poppins"/>
                <a:ea typeface="Poppins"/>
                <a:cs typeface="Poppins"/>
              </a:defRPr>
            </a:lvl2pPr>
            <a:lvl3pPr>
              <a:defRPr sz="1428" b="0">
                <a:solidFill>
                  <a:srgbClr val="14203A"/>
                </a:solidFill>
                <a:latin typeface="Poppins"/>
                <a:ea typeface="Poppins"/>
                <a:cs typeface="Poppins"/>
              </a:defRPr>
            </a:lvl3pPr>
            <a:lvl4pPr>
              <a:defRPr sz="1428" b="0">
                <a:solidFill>
                  <a:srgbClr val="14203A"/>
                </a:solidFill>
                <a:latin typeface="Poppins"/>
                <a:ea typeface="Poppins"/>
                <a:cs typeface="Poppins"/>
              </a:defRPr>
            </a:lvl4pPr>
            <a:lvl5pPr>
              <a:defRPr sz="1428" b="0">
                <a:solidFill>
                  <a:srgbClr val="14203A"/>
                </a:solidFill>
                <a:latin typeface="Poppins"/>
                <a:ea typeface="Poppins"/>
                <a:cs typeface="Poppins"/>
              </a:defRPr>
            </a:lvl5pPr>
            <a:lvl6pPr>
              <a:defRPr sz="1428" b="0">
                <a:solidFill>
                  <a:srgbClr val="14203A"/>
                </a:solidFill>
                <a:latin typeface="Poppins"/>
                <a:ea typeface="Poppins"/>
                <a:cs typeface="Poppins"/>
              </a:defRPr>
            </a:lvl6pPr>
            <a:lvl7pPr>
              <a:defRPr sz="1428" b="0">
                <a:solidFill>
                  <a:srgbClr val="14203A"/>
                </a:solidFill>
                <a:latin typeface="Poppins"/>
                <a:ea typeface="Poppins"/>
                <a:cs typeface="Poppins"/>
              </a:defRPr>
            </a:lvl7pPr>
            <a:lvl8pPr>
              <a:defRPr sz="1428" b="0">
                <a:solidFill>
                  <a:srgbClr val="14203A"/>
                </a:solidFill>
                <a:latin typeface="Poppins"/>
                <a:ea typeface="Poppins"/>
                <a:cs typeface="Poppins"/>
              </a:defRPr>
            </a:lvl8pPr>
            <a:lvl9pPr>
              <a:defRPr sz="1428" b="0">
                <a:solidFill>
                  <a:srgbClr val="14203A"/>
                </a:solidFill>
                <a:latin typeface="Poppins"/>
                <a:ea typeface="Poppins"/>
                <a:cs typeface="Poppins"/>
              </a:defRPr>
            </a:lvl9pPr>
          </a:lstStyle>
          <a:p xmlns:a="http://schemas.openxmlformats.org/drawingml/2006/main">
            <a:pPr>
              <a:defRPr sz="1428" b="0">
                <a:solidFill>
                  <a:srgbClr val="14203A"/>
                </a:solidFill>
                <a:latin typeface="Poppins"/>
                <a:ea typeface="Poppins"/>
                <a:cs typeface="Poppins"/>
              </a:defRPr>
            </a:pPr>
            <a:r>
              <a:rPr sz="1428" b="0">
                <a:solidFill>
                  <a:srgbClr val="14203A"/>
                </a:solidFill>
                <a:latin typeface="Poppins"/>
                <a:ea typeface="Poppins"/>
                <a:cs typeface="Poppins"/>
              </a:rPr>
              <a:t>Not estimated</a:t>
            </a:r>
          </a:p>
        </p:txBody>
      </p:sp>
      <p:sp>
        <p:nvSpPr>
          <p:cNvPr id="58" name="">
            <a:extLst xmlns:a="http://schemas.openxmlformats.org/drawingml/2006/main">
              <a:ext uri="{FF2B5EF4-FFF2-40B4-BE49-F238E27FC236}">
                <a16:creationId xmlns:a16="http://schemas.microsoft.com/office/drawing/2014/main" id="{364C60F0-0070-43DA-AF49-074A045BD1B1}"/>
              </a:ext>
            </a:extLst>
          </p:cNvPr>
          <p:cNvSpPr>
            <a:spLocks xmlns:a="http://schemas.openxmlformats.org/drawingml/2006/main" noGrp="1"/>
          </p:cNvSpPr>
          <p:nvPr/>
        </p:nvSpPr>
        <p:spPr>
          <a:xfrm xmlns:a="http://schemas.openxmlformats.org/drawingml/2006/main" rot="0">
            <a:off x="7618394" y="3803449"/>
            <a:ext cx="2461355" cy="326392"/>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428" b="0">
                <a:solidFill>
                  <a:srgbClr val="14203A"/>
                </a:solidFill>
                <a:latin typeface="Poppins"/>
                <a:ea typeface="Poppins"/>
                <a:cs typeface="Poppins"/>
              </a:defRPr>
            </a:defPPr>
            <a:lvl1pPr>
              <a:defRPr sz="1428" b="0">
                <a:solidFill>
                  <a:srgbClr val="14203A"/>
                </a:solidFill>
                <a:latin typeface="Poppins"/>
                <a:ea typeface="Poppins"/>
                <a:cs typeface="Poppins"/>
              </a:defRPr>
            </a:lvl1pPr>
            <a:lvl2pPr>
              <a:defRPr sz="1428" b="0">
                <a:solidFill>
                  <a:srgbClr val="14203A"/>
                </a:solidFill>
                <a:latin typeface="Poppins"/>
                <a:ea typeface="Poppins"/>
                <a:cs typeface="Poppins"/>
              </a:defRPr>
            </a:lvl2pPr>
            <a:lvl3pPr>
              <a:defRPr sz="1428" b="0">
                <a:solidFill>
                  <a:srgbClr val="14203A"/>
                </a:solidFill>
                <a:latin typeface="Poppins"/>
                <a:ea typeface="Poppins"/>
                <a:cs typeface="Poppins"/>
              </a:defRPr>
            </a:lvl3pPr>
            <a:lvl4pPr>
              <a:defRPr sz="1428" b="0">
                <a:solidFill>
                  <a:srgbClr val="14203A"/>
                </a:solidFill>
                <a:latin typeface="Poppins"/>
                <a:ea typeface="Poppins"/>
                <a:cs typeface="Poppins"/>
              </a:defRPr>
            </a:lvl4pPr>
            <a:lvl5pPr>
              <a:defRPr sz="1428" b="0">
                <a:solidFill>
                  <a:srgbClr val="14203A"/>
                </a:solidFill>
                <a:latin typeface="Poppins"/>
                <a:ea typeface="Poppins"/>
                <a:cs typeface="Poppins"/>
              </a:defRPr>
            </a:lvl5pPr>
            <a:lvl6pPr>
              <a:defRPr sz="1428" b="0">
                <a:solidFill>
                  <a:srgbClr val="14203A"/>
                </a:solidFill>
                <a:latin typeface="Poppins"/>
                <a:ea typeface="Poppins"/>
                <a:cs typeface="Poppins"/>
              </a:defRPr>
            </a:lvl6pPr>
            <a:lvl7pPr>
              <a:defRPr sz="1428" b="0">
                <a:solidFill>
                  <a:srgbClr val="14203A"/>
                </a:solidFill>
                <a:latin typeface="Poppins"/>
                <a:ea typeface="Poppins"/>
                <a:cs typeface="Poppins"/>
              </a:defRPr>
            </a:lvl7pPr>
            <a:lvl8pPr>
              <a:defRPr sz="1428" b="0">
                <a:solidFill>
                  <a:srgbClr val="14203A"/>
                </a:solidFill>
                <a:latin typeface="Poppins"/>
                <a:ea typeface="Poppins"/>
                <a:cs typeface="Poppins"/>
              </a:defRPr>
            </a:lvl8pPr>
            <a:lvl9pPr>
              <a:defRPr sz="1428" b="0">
                <a:solidFill>
                  <a:srgbClr val="14203A"/>
                </a:solidFill>
                <a:latin typeface="Poppins"/>
                <a:ea typeface="Poppins"/>
                <a:cs typeface="Poppins"/>
              </a:defRPr>
            </a:lvl9pPr>
          </a:lstStyle>
          <a:p xmlns:a="http://schemas.openxmlformats.org/drawingml/2006/main">
            <a:pPr>
              <a:defRPr sz="1428" b="0">
                <a:solidFill>
                  <a:srgbClr val="14203A"/>
                </a:solidFill>
                <a:latin typeface="Poppins"/>
                <a:ea typeface="Poppins"/>
                <a:cs typeface="Poppins"/>
              </a:defRPr>
            </a:pPr>
            <a:r>
              <a:rPr sz="1428" b="0">
                <a:solidFill>
                  <a:srgbClr val="14203A"/>
                </a:solidFill>
                <a:latin typeface="Poppins"/>
                <a:ea typeface="Poppins"/>
                <a:cs typeface="Poppins"/>
              </a:rPr>
              <a:t>0 matched storm/dry pairs</a:t>
            </a:r>
          </a:p>
        </p:txBody>
      </p:sp>
    </p:spTree>
    <p:extLst>
      <p:ext uri="{BB962C8B-B14F-4D97-AF65-F5344CB8AC3E}">
        <p14:creationId xmlns:p14="http://schemas.microsoft.com/office/powerpoint/2010/main" val="597896415"/>
      </p:ext>
    </p:extLst>
  </p:cSld>
</p:sld>
</file>

<file path=ppt/slides/slide76.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PICKUP AND DROP-OFF EFFECTS ARE UNAVAILABLE</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No matched dry controls means no estimated return ratio, relocation effect or place ranking.</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76</a:t>
            </a:r>
            <a:endParaRPr sz="1200"/>
          </a:p>
        </p:txBody>
      </p:sp>
      <p:sp>
        <p:nvSpPr>
          <p:cNvPr id="14" name="">
            <a:extLst xmlns:a="http://schemas.openxmlformats.org/drawingml/2006/main">
              <a:ext uri="{FF2B5EF4-FFF2-40B4-BE49-F238E27FC236}">
                <a16:creationId xmlns:a16="http://schemas.microsoft.com/office/drawing/2014/main" id="{336E21C3-85A0-485B-852B-1B23EAEFE7F7}"/>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85CE988F-9003-4086-9CEE-9CF4427247CE}"/>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Disappearance excess: not estimated</a:t>
            </a:r>
          </a:p>
        </p:txBody>
      </p:sp>
      <p:sp>
        <p:nvSpPr>
          <p:cNvPr id="16" name="">
            <a:extLst xmlns:a="http://schemas.openxmlformats.org/drawingml/2006/main">
              <a:ext uri="{FF2B5EF4-FFF2-40B4-BE49-F238E27FC236}">
                <a16:creationId xmlns:a16="http://schemas.microsoft.com/office/drawing/2014/main" id="{C6E440ED-739B-4079-BDBE-4FC914F95BB2}"/>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Latitude</a:t>
            </a:r>
          </a:p>
        </p:txBody>
      </p:sp>
      <p:sp>
        <p:nvSpPr>
          <p:cNvPr id="17" name="Editable chart path">
            <a:extLst xmlns:a="http://schemas.openxmlformats.org/drawingml/2006/main">
              <a:ext uri="{FF2B5EF4-FFF2-40B4-BE49-F238E27FC236}">
                <a16:creationId xmlns:a16="http://schemas.microsoft.com/office/drawing/2014/main" id="{AA7D5DDF-CFCB-49E2-B600-6DE77C9C38BA}"/>
              </a:ext>
            </a:extLst>
          </p:cNvPr>
          <p:cNvSpPr>
            <a:spLocks xmlns:a="http://schemas.openxmlformats.org/drawingml/2006/main" noGrp="1"/>
          </p:cNvSpPr>
          <p:nvPr/>
        </p:nvSpPr>
        <p:spPr>
          <a:xfrm xmlns:a="http://schemas.openxmlformats.org/drawingml/2006/main">
            <a:off x="2730807" y="511909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 name="Editable chart path">
            <a:extLst xmlns:a="http://schemas.openxmlformats.org/drawingml/2006/main">
              <a:ext uri="{FF2B5EF4-FFF2-40B4-BE49-F238E27FC236}">
                <a16:creationId xmlns:a16="http://schemas.microsoft.com/office/drawing/2014/main" id="{147995D3-B3A2-4BCE-9374-80BC432E9D7D}"/>
              </a:ext>
            </a:extLst>
          </p:cNvPr>
          <p:cNvSpPr>
            <a:spLocks xmlns:a="http://schemas.openxmlformats.org/drawingml/2006/main" noGrp="1"/>
          </p:cNvSpPr>
          <p:nvPr/>
        </p:nvSpPr>
        <p:spPr>
          <a:xfrm xmlns:a="http://schemas.openxmlformats.org/drawingml/2006/main">
            <a:off x="2659405" y="497532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 name="Editable chart path">
            <a:extLst xmlns:a="http://schemas.openxmlformats.org/drawingml/2006/main">
              <a:ext uri="{FF2B5EF4-FFF2-40B4-BE49-F238E27FC236}">
                <a16:creationId xmlns:a16="http://schemas.microsoft.com/office/drawing/2014/main" id="{F7E6FD4A-5410-418A-9EE7-38214E3CB1F1}"/>
              </a:ext>
            </a:extLst>
          </p:cNvPr>
          <p:cNvSpPr>
            <a:spLocks xmlns:a="http://schemas.openxmlformats.org/drawingml/2006/main" noGrp="1"/>
          </p:cNvSpPr>
          <p:nvPr/>
        </p:nvSpPr>
        <p:spPr>
          <a:xfrm xmlns:a="http://schemas.openxmlformats.org/drawingml/2006/main">
            <a:off x="3016415" y="497532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 name="Editable chart path">
            <a:extLst xmlns:a="http://schemas.openxmlformats.org/drawingml/2006/main">
              <a:ext uri="{FF2B5EF4-FFF2-40B4-BE49-F238E27FC236}">
                <a16:creationId xmlns:a16="http://schemas.microsoft.com/office/drawing/2014/main" id="{52213AEF-BE97-443F-BA3F-989562604967}"/>
              </a:ext>
            </a:extLst>
          </p:cNvPr>
          <p:cNvSpPr>
            <a:spLocks xmlns:a="http://schemas.openxmlformats.org/drawingml/2006/main" noGrp="1"/>
          </p:cNvSpPr>
          <p:nvPr/>
        </p:nvSpPr>
        <p:spPr>
          <a:xfrm xmlns:a="http://schemas.openxmlformats.org/drawingml/2006/main">
            <a:off x="3016415" y="490344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 name="Editable chart path">
            <a:extLst xmlns:a="http://schemas.openxmlformats.org/drawingml/2006/main">
              <a:ext uri="{FF2B5EF4-FFF2-40B4-BE49-F238E27FC236}">
                <a16:creationId xmlns:a16="http://schemas.microsoft.com/office/drawing/2014/main" id="{39FEC1F2-1306-4F39-ABCF-EF2C5F983D50}"/>
              </a:ext>
            </a:extLst>
          </p:cNvPr>
          <p:cNvSpPr>
            <a:spLocks xmlns:a="http://schemas.openxmlformats.org/drawingml/2006/main" noGrp="1"/>
          </p:cNvSpPr>
          <p:nvPr/>
        </p:nvSpPr>
        <p:spPr>
          <a:xfrm xmlns:a="http://schemas.openxmlformats.org/drawingml/2006/main">
            <a:off x="3087817" y="490344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 name="Editable chart path">
            <a:extLst xmlns:a="http://schemas.openxmlformats.org/drawingml/2006/main">
              <a:ext uri="{FF2B5EF4-FFF2-40B4-BE49-F238E27FC236}">
                <a16:creationId xmlns:a16="http://schemas.microsoft.com/office/drawing/2014/main" id="{4F700634-C453-47BE-BCC0-EC2DC9FBED13}"/>
              </a:ext>
            </a:extLst>
          </p:cNvPr>
          <p:cNvSpPr>
            <a:spLocks xmlns:a="http://schemas.openxmlformats.org/drawingml/2006/main" noGrp="1"/>
          </p:cNvSpPr>
          <p:nvPr/>
        </p:nvSpPr>
        <p:spPr>
          <a:xfrm xmlns:a="http://schemas.openxmlformats.org/drawingml/2006/main">
            <a:off x="2588003" y="483156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 name="Editable chart path">
            <a:extLst xmlns:a="http://schemas.openxmlformats.org/drawingml/2006/main">
              <a:ext uri="{FF2B5EF4-FFF2-40B4-BE49-F238E27FC236}">
                <a16:creationId xmlns:a16="http://schemas.microsoft.com/office/drawing/2014/main" id="{681A73D1-39D7-4C31-8622-5B15BE2BB173}"/>
              </a:ext>
            </a:extLst>
          </p:cNvPr>
          <p:cNvSpPr>
            <a:spLocks xmlns:a="http://schemas.openxmlformats.org/drawingml/2006/main" noGrp="1"/>
          </p:cNvSpPr>
          <p:nvPr/>
        </p:nvSpPr>
        <p:spPr>
          <a:xfrm xmlns:a="http://schemas.openxmlformats.org/drawingml/2006/main">
            <a:off x="2659405" y="483156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 name="Editable chart path">
            <a:extLst xmlns:a="http://schemas.openxmlformats.org/drawingml/2006/main">
              <a:ext uri="{FF2B5EF4-FFF2-40B4-BE49-F238E27FC236}">
                <a16:creationId xmlns:a16="http://schemas.microsoft.com/office/drawing/2014/main" id="{25A8FD7F-55BD-426A-BB0B-CC9A28DC66B5}"/>
              </a:ext>
            </a:extLst>
          </p:cNvPr>
          <p:cNvSpPr>
            <a:spLocks xmlns:a="http://schemas.openxmlformats.org/drawingml/2006/main" noGrp="1"/>
          </p:cNvSpPr>
          <p:nvPr/>
        </p:nvSpPr>
        <p:spPr>
          <a:xfrm xmlns:a="http://schemas.openxmlformats.org/drawingml/2006/main">
            <a:off x="2945013" y="483156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 name="Editable chart path">
            <a:extLst xmlns:a="http://schemas.openxmlformats.org/drawingml/2006/main">
              <a:ext uri="{FF2B5EF4-FFF2-40B4-BE49-F238E27FC236}">
                <a16:creationId xmlns:a16="http://schemas.microsoft.com/office/drawing/2014/main" id="{E39B35CA-7481-46C5-A9E6-DBC9A30321A8}"/>
              </a:ext>
            </a:extLst>
          </p:cNvPr>
          <p:cNvSpPr>
            <a:spLocks xmlns:a="http://schemas.openxmlformats.org/drawingml/2006/main" noGrp="1"/>
          </p:cNvSpPr>
          <p:nvPr/>
        </p:nvSpPr>
        <p:spPr>
          <a:xfrm xmlns:a="http://schemas.openxmlformats.org/drawingml/2006/main">
            <a:off x="3087817" y="483156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 name="Editable chart path">
            <a:extLst xmlns:a="http://schemas.openxmlformats.org/drawingml/2006/main">
              <a:ext uri="{FF2B5EF4-FFF2-40B4-BE49-F238E27FC236}">
                <a16:creationId xmlns:a16="http://schemas.microsoft.com/office/drawing/2014/main" id="{62C170D6-D447-4F8D-B6F5-0D29C69DCF1D}"/>
              </a:ext>
            </a:extLst>
          </p:cNvPr>
          <p:cNvSpPr>
            <a:spLocks xmlns:a="http://schemas.openxmlformats.org/drawingml/2006/main" noGrp="1"/>
          </p:cNvSpPr>
          <p:nvPr/>
        </p:nvSpPr>
        <p:spPr>
          <a:xfrm xmlns:a="http://schemas.openxmlformats.org/drawingml/2006/main">
            <a:off x="1802581"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 name="Editable chart path">
            <a:extLst xmlns:a="http://schemas.openxmlformats.org/drawingml/2006/main">
              <a:ext uri="{FF2B5EF4-FFF2-40B4-BE49-F238E27FC236}">
                <a16:creationId xmlns:a16="http://schemas.microsoft.com/office/drawing/2014/main" id="{A234868B-2AE6-45DE-859F-ED239CBF75AD}"/>
              </a:ext>
            </a:extLst>
          </p:cNvPr>
          <p:cNvSpPr>
            <a:spLocks xmlns:a="http://schemas.openxmlformats.org/drawingml/2006/main" noGrp="1"/>
          </p:cNvSpPr>
          <p:nvPr/>
        </p:nvSpPr>
        <p:spPr>
          <a:xfrm xmlns:a="http://schemas.openxmlformats.org/drawingml/2006/main">
            <a:off x="1873983"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4EEEC44E-7780-4BAF-ABAC-246F9259247D}"/>
              </a:ext>
            </a:extLst>
          </p:cNvPr>
          <p:cNvSpPr>
            <a:spLocks xmlns:a="http://schemas.openxmlformats.org/drawingml/2006/main" noGrp="1"/>
          </p:cNvSpPr>
          <p:nvPr/>
        </p:nvSpPr>
        <p:spPr>
          <a:xfrm xmlns:a="http://schemas.openxmlformats.org/drawingml/2006/main">
            <a:off x="1945385"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 name="Editable chart path">
            <a:extLst xmlns:a="http://schemas.openxmlformats.org/drawingml/2006/main">
              <a:ext uri="{FF2B5EF4-FFF2-40B4-BE49-F238E27FC236}">
                <a16:creationId xmlns:a16="http://schemas.microsoft.com/office/drawing/2014/main" id="{1BCBC0ED-6111-49FA-8102-35F52EF6106D}"/>
              </a:ext>
            </a:extLst>
          </p:cNvPr>
          <p:cNvSpPr>
            <a:spLocks xmlns:a="http://schemas.openxmlformats.org/drawingml/2006/main" noGrp="1"/>
          </p:cNvSpPr>
          <p:nvPr/>
        </p:nvSpPr>
        <p:spPr>
          <a:xfrm xmlns:a="http://schemas.openxmlformats.org/drawingml/2006/main">
            <a:off x="2016787"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F4EE4E67-B70F-4E76-885C-FF954CD7E0B4}"/>
              </a:ext>
            </a:extLst>
          </p:cNvPr>
          <p:cNvSpPr>
            <a:spLocks xmlns:a="http://schemas.openxmlformats.org/drawingml/2006/main" noGrp="1"/>
          </p:cNvSpPr>
          <p:nvPr/>
        </p:nvSpPr>
        <p:spPr>
          <a:xfrm xmlns:a="http://schemas.openxmlformats.org/drawingml/2006/main">
            <a:off x="2088189"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 name="Editable chart path">
            <a:extLst xmlns:a="http://schemas.openxmlformats.org/drawingml/2006/main">
              <a:ext uri="{FF2B5EF4-FFF2-40B4-BE49-F238E27FC236}">
                <a16:creationId xmlns:a16="http://schemas.microsoft.com/office/drawing/2014/main" id="{72A9692F-2319-4E3C-BF2A-A155697D7E25}"/>
              </a:ext>
            </a:extLst>
          </p:cNvPr>
          <p:cNvSpPr>
            <a:spLocks xmlns:a="http://schemas.openxmlformats.org/drawingml/2006/main" noGrp="1"/>
          </p:cNvSpPr>
          <p:nvPr/>
        </p:nvSpPr>
        <p:spPr>
          <a:xfrm xmlns:a="http://schemas.openxmlformats.org/drawingml/2006/main">
            <a:off x="3659033"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36E2A32E-864F-4036-859C-0F815FA34B19}"/>
              </a:ext>
            </a:extLst>
          </p:cNvPr>
          <p:cNvSpPr>
            <a:spLocks xmlns:a="http://schemas.openxmlformats.org/drawingml/2006/main" noGrp="1"/>
          </p:cNvSpPr>
          <p:nvPr/>
        </p:nvSpPr>
        <p:spPr>
          <a:xfrm xmlns:a="http://schemas.openxmlformats.org/drawingml/2006/main">
            <a:off x="1731179" y="468779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 name="Editable chart path">
            <a:extLst xmlns:a="http://schemas.openxmlformats.org/drawingml/2006/main">
              <a:ext uri="{FF2B5EF4-FFF2-40B4-BE49-F238E27FC236}">
                <a16:creationId xmlns:a16="http://schemas.microsoft.com/office/drawing/2014/main" id="{7B273FB1-A82D-4542-8C4E-7CF11CF050B2}"/>
              </a:ext>
            </a:extLst>
          </p:cNvPr>
          <p:cNvSpPr>
            <a:spLocks xmlns:a="http://schemas.openxmlformats.org/drawingml/2006/main" noGrp="1"/>
          </p:cNvSpPr>
          <p:nvPr/>
        </p:nvSpPr>
        <p:spPr>
          <a:xfrm xmlns:a="http://schemas.openxmlformats.org/drawingml/2006/main">
            <a:off x="2945013" y="468779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1EFFFA9E-D0C3-450A-B05D-70C89BFCE774}"/>
              </a:ext>
            </a:extLst>
          </p:cNvPr>
          <p:cNvSpPr>
            <a:spLocks xmlns:a="http://schemas.openxmlformats.org/drawingml/2006/main" noGrp="1"/>
          </p:cNvSpPr>
          <p:nvPr/>
        </p:nvSpPr>
        <p:spPr>
          <a:xfrm xmlns:a="http://schemas.openxmlformats.org/drawingml/2006/main">
            <a:off x="3016415" y="468779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 name="Editable chart path">
            <a:extLst xmlns:a="http://schemas.openxmlformats.org/drawingml/2006/main">
              <a:ext uri="{FF2B5EF4-FFF2-40B4-BE49-F238E27FC236}">
                <a16:creationId xmlns:a16="http://schemas.microsoft.com/office/drawing/2014/main" id="{3884F4DF-B432-4689-960C-BD1A1C397ED6}"/>
              </a:ext>
            </a:extLst>
          </p:cNvPr>
          <p:cNvSpPr>
            <a:spLocks xmlns:a="http://schemas.openxmlformats.org/drawingml/2006/main" noGrp="1"/>
          </p:cNvSpPr>
          <p:nvPr/>
        </p:nvSpPr>
        <p:spPr>
          <a:xfrm xmlns:a="http://schemas.openxmlformats.org/drawingml/2006/main">
            <a:off x="1731179"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 name="Editable chart path">
            <a:extLst xmlns:a="http://schemas.openxmlformats.org/drawingml/2006/main">
              <a:ext uri="{FF2B5EF4-FFF2-40B4-BE49-F238E27FC236}">
                <a16:creationId xmlns:a16="http://schemas.microsoft.com/office/drawing/2014/main" id="{7A77A294-A1CF-427D-A674-10A36A34F35E}"/>
              </a:ext>
            </a:extLst>
          </p:cNvPr>
          <p:cNvSpPr>
            <a:spLocks xmlns:a="http://schemas.openxmlformats.org/drawingml/2006/main" noGrp="1"/>
          </p:cNvSpPr>
          <p:nvPr/>
        </p:nvSpPr>
        <p:spPr>
          <a:xfrm xmlns:a="http://schemas.openxmlformats.org/drawingml/2006/main">
            <a:off x="1802581"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6FCC7798-3D1F-44BD-AA77-80D82D6EFF58}"/>
              </a:ext>
            </a:extLst>
          </p:cNvPr>
          <p:cNvSpPr>
            <a:spLocks xmlns:a="http://schemas.openxmlformats.org/drawingml/2006/main" noGrp="1"/>
          </p:cNvSpPr>
          <p:nvPr/>
        </p:nvSpPr>
        <p:spPr>
          <a:xfrm xmlns:a="http://schemas.openxmlformats.org/drawingml/2006/main">
            <a:off x="1873983"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 name="Editable chart path">
            <a:extLst xmlns:a="http://schemas.openxmlformats.org/drawingml/2006/main">
              <a:ext uri="{FF2B5EF4-FFF2-40B4-BE49-F238E27FC236}">
                <a16:creationId xmlns:a16="http://schemas.microsoft.com/office/drawing/2014/main" id="{192512AA-19BB-430C-88C4-13E1B3F94FCA}"/>
              </a:ext>
            </a:extLst>
          </p:cNvPr>
          <p:cNvSpPr>
            <a:spLocks xmlns:a="http://schemas.openxmlformats.org/drawingml/2006/main" noGrp="1"/>
          </p:cNvSpPr>
          <p:nvPr/>
        </p:nvSpPr>
        <p:spPr>
          <a:xfrm xmlns:a="http://schemas.openxmlformats.org/drawingml/2006/main">
            <a:off x="1945385"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9C839799-0103-459A-9D27-4A064D819EB8}"/>
              </a:ext>
            </a:extLst>
          </p:cNvPr>
          <p:cNvSpPr>
            <a:spLocks xmlns:a="http://schemas.openxmlformats.org/drawingml/2006/main" noGrp="1"/>
          </p:cNvSpPr>
          <p:nvPr/>
        </p:nvSpPr>
        <p:spPr>
          <a:xfrm xmlns:a="http://schemas.openxmlformats.org/drawingml/2006/main">
            <a:off x="2016787"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9BC958D8-98B8-409F-83A7-48C01080BE4F}"/>
              </a:ext>
            </a:extLst>
          </p:cNvPr>
          <p:cNvSpPr>
            <a:spLocks xmlns:a="http://schemas.openxmlformats.org/drawingml/2006/main" noGrp="1"/>
          </p:cNvSpPr>
          <p:nvPr/>
        </p:nvSpPr>
        <p:spPr>
          <a:xfrm xmlns:a="http://schemas.openxmlformats.org/drawingml/2006/main">
            <a:off x="2230993"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A40688E4-C1A8-430A-AC11-88F337FEFCF0}"/>
              </a:ext>
            </a:extLst>
          </p:cNvPr>
          <p:cNvSpPr>
            <a:spLocks xmlns:a="http://schemas.openxmlformats.org/drawingml/2006/main" noGrp="1"/>
          </p:cNvSpPr>
          <p:nvPr/>
        </p:nvSpPr>
        <p:spPr>
          <a:xfrm xmlns:a="http://schemas.openxmlformats.org/drawingml/2006/main">
            <a:off x="2302395"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647DC597-7396-4DB1-A5C7-651E35A3C5FC}"/>
              </a:ext>
            </a:extLst>
          </p:cNvPr>
          <p:cNvSpPr>
            <a:spLocks xmlns:a="http://schemas.openxmlformats.org/drawingml/2006/main" noGrp="1"/>
          </p:cNvSpPr>
          <p:nvPr/>
        </p:nvSpPr>
        <p:spPr>
          <a:xfrm xmlns:a="http://schemas.openxmlformats.org/drawingml/2006/main">
            <a:off x="2802209"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B298317A-E28C-415F-965F-069B0FFCE6EB}"/>
              </a:ext>
            </a:extLst>
          </p:cNvPr>
          <p:cNvSpPr>
            <a:spLocks xmlns:a="http://schemas.openxmlformats.org/drawingml/2006/main" noGrp="1"/>
          </p:cNvSpPr>
          <p:nvPr/>
        </p:nvSpPr>
        <p:spPr>
          <a:xfrm xmlns:a="http://schemas.openxmlformats.org/drawingml/2006/main">
            <a:off x="2945013"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89A74244-BA2E-4DF5-BAB2-4E3E41DA8B88}"/>
              </a:ext>
            </a:extLst>
          </p:cNvPr>
          <p:cNvSpPr>
            <a:spLocks xmlns:a="http://schemas.openxmlformats.org/drawingml/2006/main" noGrp="1"/>
          </p:cNvSpPr>
          <p:nvPr/>
        </p:nvSpPr>
        <p:spPr>
          <a:xfrm xmlns:a="http://schemas.openxmlformats.org/drawingml/2006/main">
            <a:off x="2230993"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1A6167D3-4ECE-40BB-8CC2-A001EF3DC5E0}"/>
              </a:ext>
            </a:extLst>
          </p:cNvPr>
          <p:cNvSpPr>
            <a:spLocks xmlns:a="http://schemas.openxmlformats.org/drawingml/2006/main" noGrp="1"/>
          </p:cNvSpPr>
          <p:nvPr/>
        </p:nvSpPr>
        <p:spPr>
          <a:xfrm xmlns:a="http://schemas.openxmlformats.org/drawingml/2006/main">
            <a:off x="2302395"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027F5809-6D08-4278-BF7D-82667D653E60}"/>
              </a:ext>
            </a:extLst>
          </p:cNvPr>
          <p:cNvSpPr>
            <a:spLocks xmlns:a="http://schemas.openxmlformats.org/drawingml/2006/main" noGrp="1"/>
          </p:cNvSpPr>
          <p:nvPr/>
        </p:nvSpPr>
        <p:spPr>
          <a:xfrm xmlns:a="http://schemas.openxmlformats.org/drawingml/2006/main">
            <a:off x="2373797"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8AE724CC-26D3-45D6-A1A2-EB80F938ADD6}"/>
              </a:ext>
            </a:extLst>
          </p:cNvPr>
          <p:cNvSpPr>
            <a:spLocks xmlns:a="http://schemas.openxmlformats.org/drawingml/2006/main" noGrp="1"/>
          </p:cNvSpPr>
          <p:nvPr/>
        </p:nvSpPr>
        <p:spPr>
          <a:xfrm xmlns:a="http://schemas.openxmlformats.org/drawingml/2006/main">
            <a:off x="3516229"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525D8A79-1EDA-48FD-87E1-DDC42B4FDACE}"/>
              </a:ext>
            </a:extLst>
          </p:cNvPr>
          <p:cNvSpPr>
            <a:spLocks xmlns:a="http://schemas.openxmlformats.org/drawingml/2006/main" noGrp="1"/>
          </p:cNvSpPr>
          <p:nvPr/>
        </p:nvSpPr>
        <p:spPr>
          <a:xfrm xmlns:a="http://schemas.openxmlformats.org/drawingml/2006/main">
            <a:off x="3587631"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56EC0F5A-F93F-4654-853D-E9F0EF30E822}"/>
              </a:ext>
            </a:extLst>
          </p:cNvPr>
          <p:cNvSpPr>
            <a:spLocks xmlns:a="http://schemas.openxmlformats.org/drawingml/2006/main" noGrp="1"/>
          </p:cNvSpPr>
          <p:nvPr/>
        </p:nvSpPr>
        <p:spPr>
          <a:xfrm xmlns:a="http://schemas.openxmlformats.org/drawingml/2006/main">
            <a:off x="2159591"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857CFC7D-5F21-431F-8196-2094A28DB414}"/>
              </a:ext>
            </a:extLst>
          </p:cNvPr>
          <p:cNvSpPr>
            <a:spLocks xmlns:a="http://schemas.openxmlformats.org/drawingml/2006/main" noGrp="1"/>
          </p:cNvSpPr>
          <p:nvPr/>
        </p:nvSpPr>
        <p:spPr>
          <a:xfrm xmlns:a="http://schemas.openxmlformats.org/drawingml/2006/main">
            <a:off x="2230993"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C0040F73-3184-4227-B3EE-75DD5E9F70CB}"/>
              </a:ext>
            </a:extLst>
          </p:cNvPr>
          <p:cNvSpPr>
            <a:spLocks xmlns:a="http://schemas.openxmlformats.org/drawingml/2006/main" noGrp="1"/>
          </p:cNvSpPr>
          <p:nvPr/>
        </p:nvSpPr>
        <p:spPr>
          <a:xfrm xmlns:a="http://schemas.openxmlformats.org/drawingml/2006/main">
            <a:off x="2302395"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3115FC88-25F2-430B-9752-AC3D61DE21C9}"/>
              </a:ext>
            </a:extLst>
          </p:cNvPr>
          <p:cNvSpPr>
            <a:spLocks xmlns:a="http://schemas.openxmlformats.org/drawingml/2006/main" noGrp="1"/>
          </p:cNvSpPr>
          <p:nvPr/>
        </p:nvSpPr>
        <p:spPr>
          <a:xfrm xmlns:a="http://schemas.openxmlformats.org/drawingml/2006/main">
            <a:off x="2445199"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3758883F-03B7-4C11-8873-265EC4C191E6}"/>
              </a:ext>
            </a:extLst>
          </p:cNvPr>
          <p:cNvSpPr>
            <a:spLocks xmlns:a="http://schemas.openxmlformats.org/drawingml/2006/main" noGrp="1"/>
          </p:cNvSpPr>
          <p:nvPr/>
        </p:nvSpPr>
        <p:spPr>
          <a:xfrm xmlns:a="http://schemas.openxmlformats.org/drawingml/2006/main">
            <a:off x="3373425"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C254D168-66D5-4E65-BB52-EB3456711A15}"/>
              </a:ext>
            </a:extLst>
          </p:cNvPr>
          <p:cNvSpPr>
            <a:spLocks xmlns:a="http://schemas.openxmlformats.org/drawingml/2006/main" noGrp="1"/>
          </p:cNvSpPr>
          <p:nvPr/>
        </p:nvSpPr>
        <p:spPr>
          <a:xfrm xmlns:a="http://schemas.openxmlformats.org/drawingml/2006/main">
            <a:off x="3444827"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9C34ED00-8946-4D85-B786-DA31B35F0077}"/>
              </a:ext>
            </a:extLst>
          </p:cNvPr>
          <p:cNvSpPr>
            <a:spLocks xmlns:a="http://schemas.openxmlformats.org/drawingml/2006/main" noGrp="1"/>
          </p:cNvSpPr>
          <p:nvPr/>
        </p:nvSpPr>
        <p:spPr>
          <a:xfrm xmlns:a="http://schemas.openxmlformats.org/drawingml/2006/main">
            <a:off x="3516229"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72CEAC80-88F9-42C9-89D8-046DC48CD3CB}"/>
              </a:ext>
            </a:extLst>
          </p:cNvPr>
          <p:cNvSpPr>
            <a:spLocks xmlns:a="http://schemas.openxmlformats.org/drawingml/2006/main" noGrp="1"/>
          </p:cNvSpPr>
          <p:nvPr/>
        </p:nvSpPr>
        <p:spPr>
          <a:xfrm xmlns:a="http://schemas.openxmlformats.org/drawingml/2006/main">
            <a:off x="1802581"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92594252-A572-4823-BCB5-FF80C4E9D509}"/>
              </a:ext>
            </a:extLst>
          </p:cNvPr>
          <p:cNvSpPr>
            <a:spLocks xmlns:a="http://schemas.openxmlformats.org/drawingml/2006/main" noGrp="1"/>
          </p:cNvSpPr>
          <p:nvPr/>
        </p:nvSpPr>
        <p:spPr>
          <a:xfrm xmlns:a="http://schemas.openxmlformats.org/drawingml/2006/main">
            <a:off x="1873983"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D5D9A7FE-ADFB-4855-9BF0-2F6998B8AC4A}"/>
              </a:ext>
            </a:extLst>
          </p:cNvPr>
          <p:cNvSpPr>
            <a:spLocks xmlns:a="http://schemas.openxmlformats.org/drawingml/2006/main" noGrp="1"/>
          </p:cNvSpPr>
          <p:nvPr/>
        </p:nvSpPr>
        <p:spPr>
          <a:xfrm xmlns:a="http://schemas.openxmlformats.org/drawingml/2006/main">
            <a:off x="1945385"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B8401753-88C1-4A79-81D6-5D0C50D77219}"/>
              </a:ext>
            </a:extLst>
          </p:cNvPr>
          <p:cNvSpPr>
            <a:spLocks xmlns:a="http://schemas.openxmlformats.org/drawingml/2006/main" noGrp="1"/>
          </p:cNvSpPr>
          <p:nvPr/>
        </p:nvSpPr>
        <p:spPr>
          <a:xfrm xmlns:a="http://schemas.openxmlformats.org/drawingml/2006/main">
            <a:off x="2159591"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98F7862A-3E24-41EE-9D8B-214D4F02AAAC}"/>
              </a:ext>
            </a:extLst>
          </p:cNvPr>
          <p:cNvSpPr>
            <a:spLocks xmlns:a="http://schemas.openxmlformats.org/drawingml/2006/main" noGrp="1"/>
          </p:cNvSpPr>
          <p:nvPr/>
        </p:nvSpPr>
        <p:spPr>
          <a:xfrm xmlns:a="http://schemas.openxmlformats.org/drawingml/2006/main">
            <a:off x="2230993"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7E726C23-696A-4168-AFC5-41C0CB96B52F}"/>
              </a:ext>
            </a:extLst>
          </p:cNvPr>
          <p:cNvSpPr>
            <a:spLocks xmlns:a="http://schemas.openxmlformats.org/drawingml/2006/main" noGrp="1"/>
          </p:cNvSpPr>
          <p:nvPr/>
        </p:nvSpPr>
        <p:spPr>
          <a:xfrm xmlns:a="http://schemas.openxmlformats.org/drawingml/2006/main">
            <a:off x="2445199"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FA04424E-3E28-49DF-A333-32D154CDA8D2}"/>
              </a:ext>
            </a:extLst>
          </p:cNvPr>
          <p:cNvSpPr>
            <a:spLocks xmlns:a="http://schemas.openxmlformats.org/drawingml/2006/main" noGrp="1"/>
          </p:cNvSpPr>
          <p:nvPr/>
        </p:nvSpPr>
        <p:spPr>
          <a:xfrm xmlns:a="http://schemas.openxmlformats.org/drawingml/2006/main">
            <a:off x="2516601"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 name="Editable chart path">
            <a:extLst xmlns:a="http://schemas.openxmlformats.org/drawingml/2006/main">
              <a:ext uri="{FF2B5EF4-FFF2-40B4-BE49-F238E27FC236}">
                <a16:creationId xmlns:a16="http://schemas.microsoft.com/office/drawing/2014/main" id="{FA7B0CAF-B3BB-46CF-9A21-EFBBC0318207}"/>
              </a:ext>
            </a:extLst>
          </p:cNvPr>
          <p:cNvSpPr>
            <a:spLocks xmlns:a="http://schemas.openxmlformats.org/drawingml/2006/main" noGrp="1"/>
          </p:cNvSpPr>
          <p:nvPr/>
        </p:nvSpPr>
        <p:spPr>
          <a:xfrm xmlns:a="http://schemas.openxmlformats.org/drawingml/2006/main">
            <a:off x="2659405"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8D043DED-E313-44EB-BEC5-EF361A4A3277}"/>
              </a:ext>
            </a:extLst>
          </p:cNvPr>
          <p:cNvSpPr>
            <a:spLocks xmlns:a="http://schemas.openxmlformats.org/drawingml/2006/main" noGrp="1"/>
          </p:cNvSpPr>
          <p:nvPr/>
        </p:nvSpPr>
        <p:spPr>
          <a:xfrm xmlns:a="http://schemas.openxmlformats.org/drawingml/2006/main">
            <a:off x="3159219"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 name="Editable chart path">
            <a:extLst xmlns:a="http://schemas.openxmlformats.org/drawingml/2006/main">
              <a:ext uri="{FF2B5EF4-FFF2-40B4-BE49-F238E27FC236}">
                <a16:creationId xmlns:a16="http://schemas.microsoft.com/office/drawing/2014/main" id="{58F32E1F-DD98-45A8-8C49-07D9D168F3A3}"/>
              </a:ext>
            </a:extLst>
          </p:cNvPr>
          <p:cNvSpPr>
            <a:spLocks xmlns:a="http://schemas.openxmlformats.org/drawingml/2006/main" noGrp="1"/>
          </p:cNvSpPr>
          <p:nvPr/>
        </p:nvSpPr>
        <p:spPr>
          <a:xfrm xmlns:a="http://schemas.openxmlformats.org/drawingml/2006/main">
            <a:off x="3444827"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 name="Editable chart path">
            <a:extLst xmlns:a="http://schemas.openxmlformats.org/drawingml/2006/main">
              <a:ext uri="{FF2B5EF4-FFF2-40B4-BE49-F238E27FC236}">
                <a16:creationId xmlns:a16="http://schemas.microsoft.com/office/drawing/2014/main" id="{6CD786FF-7C80-4CC4-8F4B-F937BF83618B}"/>
              </a:ext>
            </a:extLst>
          </p:cNvPr>
          <p:cNvSpPr>
            <a:spLocks xmlns:a="http://schemas.openxmlformats.org/drawingml/2006/main" noGrp="1"/>
          </p:cNvSpPr>
          <p:nvPr/>
        </p:nvSpPr>
        <p:spPr>
          <a:xfrm xmlns:a="http://schemas.openxmlformats.org/drawingml/2006/main">
            <a:off x="3516229"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67A2D5E0-F970-493C-A855-0105C7B8019A}"/>
              </a:ext>
            </a:extLst>
          </p:cNvPr>
          <p:cNvSpPr>
            <a:spLocks xmlns:a="http://schemas.openxmlformats.org/drawingml/2006/main" noGrp="1"/>
          </p:cNvSpPr>
          <p:nvPr/>
        </p:nvSpPr>
        <p:spPr>
          <a:xfrm xmlns:a="http://schemas.openxmlformats.org/drawingml/2006/main">
            <a:off x="1802581"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 name="Editable chart path">
            <a:extLst xmlns:a="http://schemas.openxmlformats.org/drawingml/2006/main">
              <a:ext uri="{FF2B5EF4-FFF2-40B4-BE49-F238E27FC236}">
                <a16:creationId xmlns:a16="http://schemas.microsoft.com/office/drawing/2014/main" id="{FFD88F92-5268-4FD2-98F7-06D3C5169B71}"/>
              </a:ext>
            </a:extLst>
          </p:cNvPr>
          <p:cNvSpPr>
            <a:spLocks xmlns:a="http://schemas.openxmlformats.org/drawingml/2006/main" noGrp="1"/>
          </p:cNvSpPr>
          <p:nvPr/>
        </p:nvSpPr>
        <p:spPr>
          <a:xfrm xmlns:a="http://schemas.openxmlformats.org/drawingml/2006/main">
            <a:off x="1873983"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 name="Editable chart path">
            <a:extLst xmlns:a="http://schemas.openxmlformats.org/drawingml/2006/main">
              <a:ext uri="{FF2B5EF4-FFF2-40B4-BE49-F238E27FC236}">
                <a16:creationId xmlns:a16="http://schemas.microsoft.com/office/drawing/2014/main" id="{42AEF9CE-729B-498E-A3B7-6B23F4C11100}"/>
              </a:ext>
            </a:extLst>
          </p:cNvPr>
          <p:cNvSpPr>
            <a:spLocks xmlns:a="http://schemas.openxmlformats.org/drawingml/2006/main" noGrp="1"/>
          </p:cNvSpPr>
          <p:nvPr/>
        </p:nvSpPr>
        <p:spPr>
          <a:xfrm xmlns:a="http://schemas.openxmlformats.org/drawingml/2006/main">
            <a:off x="1945385"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052FD2CA-C4AF-4DE5-92C3-A5EE21B61EC3}"/>
              </a:ext>
            </a:extLst>
          </p:cNvPr>
          <p:cNvSpPr>
            <a:spLocks xmlns:a="http://schemas.openxmlformats.org/drawingml/2006/main" noGrp="1"/>
          </p:cNvSpPr>
          <p:nvPr/>
        </p:nvSpPr>
        <p:spPr>
          <a:xfrm xmlns:a="http://schemas.openxmlformats.org/drawingml/2006/main">
            <a:off x="2159591"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 name="Editable chart path">
            <a:extLst xmlns:a="http://schemas.openxmlformats.org/drawingml/2006/main">
              <a:ext uri="{FF2B5EF4-FFF2-40B4-BE49-F238E27FC236}">
                <a16:creationId xmlns:a16="http://schemas.microsoft.com/office/drawing/2014/main" id="{2BF3A8D6-0202-469B-8668-4BCDE6FED9D7}"/>
              </a:ext>
            </a:extLst>
          </p:cNvPr>
          <p:cNvSpPr>
            <a:spLocks xmlns:a="http://schemas.openxmlformats.org/drawingml/2006/main" noGrp="1"/>
          </p:cNvSpPr>
          <p:nvPr/>
        </p:nvSpPr>
        <p:spPr>
          <a:xfrm xmlns:a="http://schemas.openxmlformats.org/drawingml/2006/main">
            <a:off x="2230993"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 name="Editable chart path">
            <a:extLst xmlns:a="http://schemas.openxmlformats.org/drawingml/2006/main">
              <a:ext uri="{FF2B5EF4-FFF2-40B4-BE49-F238E27FC236}">
                <a16:creationId xmlns:a16="http://schemas.microsoft.com/office/drawing/2014/main" id="{9069307D-2766-4603-BEDA-C35C0A5AB4EB}"/>
              </a:ext>
            </a:extLst>
          </p:cNvPr>
          <p:cNvSpPr>
            <a:spLocks xmlns:a="http://schemas.openxmlformats.org/drawingml/2006/main" noGrp="1"/>
          </p:cNvSpPr>
          <p:nvPr/>
        </p:nvSpPr>
        <p:spPr>
          <a:xfrm xmlns:a="http://schemas.openxmlformats.org/drawingml/2006/main">
            <a:off x="2302395"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 name="Editable chart path">
            <a:extLst xmlns:a="http://schemas.openxmlformats.org/drawingml/2006/main">
              <a:ext uri="{FF2B5EF4-FFF2-40B4-BE49-F238E27FC236}">
                <a16:creationId xmlns:a16="http://schemas.microsoft.com/office/drawing/2014/main" id="{EB03B38F-2D51-4D9A-8F6C-D4F368DCCFE4}"/>
              </a:ext>
            </a:extLst>
          </p:cNvPr>
          <p:cNvSpPr>
            <a:spLocks xmlns:a="http://schemas.openxmlformats.org/drawingml/2006/main" noGrp="1"/>
          </p:cNvSpPr>
          <p:nvPr/>
        </p:nvSpPr>
        <p:spPr>
          <a:xfrm xmlns:a="http://schemas.openxmlformats.org/drawingml/2006/main">
            <a:off x="2373797"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 name="Editable chart path">
            <a:extLst xmlns:a="http://schemas.openxmlformats.org/drawingml/2006/main">
              <a:ext uri="{FF2B5EF4-FFF2-40B4-BE49-F238E27FC236}">
                <a16:creationId xmlns:a16="http://schemas.microsoft.com/office/drawing/2014/main" id="{553380C5-DC77-44D5-98FE-45E0E0EB8DC7}"/>
              </a:ext>
            </a:extLst>
          </p:cNvPr>
          <p:cNvSpPr>
            <a:spLocks xmlns:a="http://schemas.openxmlformats.org/drawingml/2006/main" noGrp="1"/>
          </p:cNvSpPr>
          <p:nvPr/>
        </p:nvSpPr>
        <p:spPr>
          <a:xfrm xmlns:a="http://schemas.openxmlformats.org/drawingml/2006/main">
            <a:off x="2445199"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 name="Editable chart path">
            <a:extLst xmlns:a="http://schemas.openxmlformats.org/drawingml/2006/main">
              <a:ext uri="{FF2B5EF4-FFF2-40B4-BE49-F238E27FC236}">
                <a16:creationId xmlns:a16="http://schemas.microsoft.com/office/drawing/2014/main" id="{0A8643BF-D026-4FBF-BCFD-F94DFE4552EF}"/>
              </a:ext>
            </a:extLst>
          </p:cNvPr>
          <p:cNvSpPr>
            <a:spLocks xmlns:a="http://schemas.openxmlformats.org/drawingml/2006/main" noGrp="1"/>
          </p:cNvSpPr>
          <p:nvPr/>
        </p:nvSpPr>
        <p:spPr>
          <a:xfrm xmlns:a="http://schemas.openxmlformats.org/drawingml/2006/main">
            <a:off x="2516601"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 name="Editable chart path">
            <a:extLst xmlns:a="http://schemas.openxmlformats.org/drawingml/2006/main">
              <a:ext uri="{FF2B5EF4-FFF2-40B4-BE49-F238E27FC236}">
                <a16:creationId xmlns:a16="http://schemas.microsoft.com/office/drawing/2014/main" id="{33B838B8-8357-437A-A90B-0B852C1085C9}"/>
              </a:ext>
            </a:extLst>
          </p:cNvPr>
          <p:cNvSpPr>
            <a:spLocks xmlns:a="http://schemas.openxmlformats.org/drawingml/2006/main" noGrp="1"/>
          </p:cNvSpPr>
          <p:nvPr/>
        </p:nvSpPr>
        <p:spPr>
          <a:xfrm xmlns:a="http://schemas.openxmlformats.org/drawingml/2006/main">
            <a:off x="2588003"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 name="Editable chart path">
            <a:extLst xmlns:a="http://schemas.openxmlformats.org/drawingml/2006/main">
              <a:ext uri="{FF2B5EF4-FFF2-40B4-BE49-F238E27FC236}">
                <a16:creationId xmlns:a16="http://schemas.microsoft.com/office/drawing/2014/main" id="{2FB11377-757C-460B-909A-74D239F907F2}"/>
              </a:ext>
            </a:extLst>
          </p:cNvPr>
          <p:cNvSpPr>
            <a:spLocks xmlns:a="http://schemas.openxmlformats.org/drawingml/2006/main" noGrp="1"/>
          </p:cNvSpPr>
          <p:nvPr/>
        </p:nvSpPr>
        <p:spPr>
          <a:xfrm xmlns:a="http://schemas.openxmlformats.org/drawingml/2006/main">
            <a:off x="2659405"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 name="Editable chart path">
            <a:extLst xmlns:a="http://schemas.openxmlformats.org/drawingml/2006/main">
              <a:ext uri="{FF2B5EF4-FFF2-40B4-BE49-F238E27FC236}">
                <a16:creationId xmlns:a16="http://schemas.microsoft.com/office/drawing/2014/main" id="{6797346B-1AE9-46AB-9A27-C8100E0E6AC9}"/>
              </a:ext>
            </a:extLst>
          </p:cNvPr>
          <p:cNvSpPr>
            <a:spLocks xmlns:a="http://schemas.openxmlformats.org/drawingml/2006/main" noGrp="1"/>
          </p:cNvSpPr>
          <p:nvPr/>
        </p:nvSpPr>
        <p:spPr>
          <a:xfrm xmlns:a="http://schemas.openxmlformats.org/drawingml/2006/main">
            <a:off x="2730807"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 name="Editable chart path">
            <a:extLst xmlns:a="http://schemas.openxmlformats.org/drawingml/2006/main">
              <a:ext uri="{FF2B5EF4-FFF2-40B4-BE49-F238E27FC236}">
                <a16:creationId xmlns:a16="http://schemas.microsoft.com/office/drawing/2014/main" id="{BBFC79C2-BF6C-4BBF-BD00-7AF389B14B2C}"/>
              </a:ext>
            </a:extLst>
          </p:cNvPr>
          <p:cNvSpPr>
            <a:spLocks xmlns:a="http://schemas.openxmlformats.org/drawingml/2006/main" noGrp="1"/>
          </p:cNvSpPr>
          <p:nvPr/>
        </p:nvSpPr>
        <p:spPr>
          <a:xfrm xmlns:a="http://schemas.openxmlformats.org/drawingml/2006/main">
            <a:off x="3016415"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 name="Editable chart path">
            <a:extLst xmlns:a="http://schemas.openxmlformats.org/drawingml/2006/main">
              <a:ext uri="{FF2B5EF4-FFF2-40B4-BE49-F238E27FC236}">
                <a16:creationId xmlns:a16="http://schemas.microsoft.com/office/drawing/2014/main" id="{BC680E26-EDD0-4B06-A3FD-E737E394BC42}"/>
              </a:ext>
            </a:extLst>
          </p:cNvPr>
          <p:cNvSpPr>
            <a:spLocks xmlns:a="http://schemas.openxmlformats.org/drawingml/2006/main" noGrp="1"/>
          </p:cNvSpPr>
          <p:nvPr/>
        </p:nvSpPr>
        <p:spPr>
          <a:xfrm xmlns:a="http://schemas.openxmlformats.org/drawingml/2006/main">
            <a:off x="3159219"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 name="Editable chart path">
            <a:extLst xmlns:a="http://schemas.openxmlformats.org/drawingml/2006/main">
              <a:ext uri="{FF2B5EF4-FFF2-40B4-BE49-F238E27FC236}">
                <a16:creationId xmlns:a16="http://schemas.microsoft.com/office/drawing/2014/main" id="{4FF162F8-B301-4895-B26C-1E2726BCDF46}"/>
              </a:ext>
            </a:extLst>
          </p:cNvPr>
          <p:cNvSpPr>
            <a:spLocks xmlns:a="http://schemas.openxmlformats.org/drawingml/2006/main" noGrp="1"/>
          </p:cNvSpPr>
          <p:nvPr/>
        </p:nvSpPr>
        <p:spPr>
          <a:xfrm xmlns:a="http://schemas.openxmlformats.org/drawingml/2006/main">
            <a:off x="3230621"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 name="Editable chart path">
            <a:extLst xmlns:a="http://schemas.openxmlformats.org/drawingml/2006/main">
              <a:ext uri="{FF2B5EF4-FFF2-40B4-BE49-F238E27FC236}">
                <a16:creationId xmlns:a16="http://schemas.microsoft.com/office/drawing/2014/main" id="{CCFE39B4-86B2-45E3-B9A0-8B25044EF877}"/>
              </a:ext>
            </a:extLst>
          </p:cNvPr>
          <p:cNvSpPr>
            <a:spLocks xmlns:a="http://schemas.openxmlformats.org/drawingml/2006/main" noGrp="1"/>
          </p:cNvSpPr>
          <p:nvPr/>
        </p:nvSpPr>
        <p:spPr>
          <a:xfrm xmlns:a="http://schemas.openxmlformats.org/drawingml/2006/main">
            <a:off x="3302023"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 name="Editable chart path">
            <a:extLst xmlns:a="http://schemas.openxmlformats.org/drawingml/2006/main">
              <a:ext uri="{FF2B5EF4-FFF2-40B4-BE49-F238E27FC236}">
                <a16:creationId xmlns:a16="http://schemas.microsoft.com/office/drawing/2014/main" id="{EB50EE97-5DB2-4362-A0E5-2328B3A70D1B}"/>
              </a:ext>
            </a:extLst>
          </p:cNvPr>
          <p:cNvSpPr>
            <a:spLocks xmlns:a="http://schemas.openxmlformats.org/drawingml/2006/main" noGrp="1"/>
          </p:cNvSpPr>
          <p:nvPr/>
        </p:nvSpPr>
        <p:spPr>
          <a:xfrm xmlns:a="http://schemas.openxmlformats.org/drawingml/2006/main">
            <a:off x="3373425"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 name="Editable chart path">
            <a:extLst xmlns:a="http://schemas.openxmlformats.org/drawingml/2006/main">
              <a:ext uri="{FF2B5EF4-FFF2-40B4-BE49-F238E27FC236}">
                <a16:creationId xmlns:a16="http://schemas.microsoft.com/office/drawing/2014/main" id="{6FA52E71-73E7-4193-B7F5-E5A8AE6F6F12}"/>
              </a:ext>
            </a:extLst>
          </p:cNvPr>
          <p:cNvSpPr>
            <a:spLocks xmlns:a="http://schemas.openxmlformats.org/drawingml/2006/main" noGrp="1"/>
          </p:cNvSpPr>
          <p:nvPr/>
        </p:nvSpPr>
        <p:spPr>
          <a:xfrm xmlns:a="http://schemas.openxmlformats.org/drawingml/2006/main">
            <a:off x="3444827"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5" name="Editable chart path">
            <a:extLst xmlns:a="http://schemas.openxmlformats.org/drawingml/2006/main">
              <a:ext uri="{FF2B5EF4-FFF2-40B4-BE49-F238E27FC236}">
                <a16:creationId xmlns:a16="http://schemas.microsoft.com/office/drawing/2014/main" id="{E2CE4D1C-C85A-4792-ADDC-34A91E04C46B}"/>
              </a:ext>
            </a:extLst>
          </p:cNvPr>
          <p:cNvSpPr>
            <a:spLocks xmlns:a="http://schemas.openxmlformats.org/drawingml/2006/main" noGrp="1"/>
          </p:cNvSpPr>
          <p:nvPr/>
        </p:nvSpPr>
        <p:spPr>
          <a:xfrm xmlns:a="http://schemas.openxmlformats.org/drawingml/2006/main">
            <a:off x="3516229"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6" name="Editable chart path">
            <a:extLst xmlns:a="http://schemas.openxmlformats.org/drawingml/2006/main">
              <a:ext uri="{FF2B5EF4-FFF2-40B4-BE49-F238E27FC236}">
                <a16:creationId xmlns:a16="http://schemas.microsoft.com/office/drawing/2014/main" id="{658CD0AD-E383-4197-878F-091694E83170}"/>
              </a:ext>
            </a:extLst>
          </p:cNvPr>
          <p:cNvSpPr>
            <a:spLocks xmlns:a="http://schemas.openxmlformats.org/drawingml/2006/main" noGrp="1"/>
          </p:cNvSpPr>
          <p:nvPr/>
        </p:nvSpPr>
        <p:spPr>
          <a:xfrm xmlns:a="http://schemas.openxmlformats.org/drawingml/2006/main">
            <a:off x="3587631"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7" name="Editable chart path">
            <a:extLst xmlns:a="http://schemas.openxmlformats.org/drawingml/2006/main">
              <a:ext uri="{FF2B5EF4-FFF2-40B4-BE49-F238E27FC236}">
                <a16:creationId xmlns:a16="http://schemas.microsoft.com/office/drawing/2014/main" id="{67532BC7-0EB3-421E-BCDB-64F99677F3D4}"/>
              </a:ext>
            </a:extLst>
          </p:cNvPr>
          <p:cNvSpPr>
            <a:spLocks xmlns:a="http://schemas.openxmlformats.org/drawingml/2006/main" noGrp="1"/>
          </p:cNvSpPr>
          <p:nvPr/>
        </p:nvSpPr>
        <p:spPr>
          <a:xfrm xmlns:a="http://schemas.openxmlformats.org/drawingml/2006/main">
            <a:off x="3659033"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8" name="Editable chart path">
            <a:extLst xmlns:a="http://schemas.openxmlformats.org/drawingml/2006/main">
              <a:ext uri="{FF2B5EF4-FFF2-40B4-BE49-F238E27FC236}">
                <a16:creationId xmlns:a16="http://schemas.microsoft.com/office/drawing/2014/main" id="{6AA3DC14-5665-4297-AE57-F877B24B99C1}"/>
              </a:ext>
            </a:extLst>
          </p:cNvPr>
          <p:cNvSpPr>
            <a:spLocks xmlns:a="http://schemas.openxmlformats.org/drawingml/2006/main" noGrp="1"/>
          </p:cNvSpPr>
          <p:nvPr/>
        </p:nvSpPr>
        <p:spPr>
          <a:xfrm xmlns:a="http://schemas.openxmlformats.org/drawingml/2006/main">
            <a:off x="3730435"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 name="Editable chart path">
            <a:extLst xmlns:a="http://schemas.openxmlformats.org/drawingml/2006/main">
              <a:ext uri="{FF2B5EF4-FFF2-40B4-BE49-F238E27FC236}">
                <a16:creationId xmlns:a16="http://schemas.microsoft.com/office/drawing/2014/main" id="{E35FA7B2-DAF8-41BB-B68E-2A646803B709}"/>
              </a:ext>
            </a:extLst>
          </p:cNvPr>
          <p:cNvSpPr>
            <a:spLocks xmlns:a="http://schemas.openxmlformats.org/drawingml/2006/main" noGrp="1"/>
          </p:cNvSpPr>
          <p:nvPr/>
        </p:nvSpPr>
        <p:spPr>
          <a:xfrm xmlns:a="http://schemas.openxmlformats.org/drawingml/2006/main">
            <a:off x="1873983"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 name="Editable chart path">
            <a:extLst xmlns:a="http://schemas.openxmlformats.org/drawingml/2006/main">
              <a:ext uri="{FF2B5EF4-FFF2-40B4-BE49-F238E27FC236}">
                <a16:creationId xmlns:a16="http://schemas.microsoft.com/office/drawing/2014/main" id="{A317651C-BD66-4BD0-B679-33408EA9C4A5}"/>
              </a:ext>
            </a:extLst>
          </p:cNvPr>
          <p:cNvSpPr>
            <a:spLocks xmlns:a="http://schemas.openxmlformats.org/drawingml/2006/main" noGrp="1"/>
          </p:cNvSpPr>
          <p:nvPr/>
        </p:nvSpPr>
        <p:spPr>
          <a:xfrm xmlns:a="http://schemas.openxmlformats.org/drawingml/2006/main">
            <a:off x="1945385"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 name="Editable chart path">
            <a:extLst xmlns:a="http://schemas.openxmlformats.org/drawingml/2006/main">
              <a:ext uri="{FF2B5EF4-FFF2-40B4-BE49-F238E27FC236}">
                <a16:creationId xmlns:a16="http://schemas.microsoft.com/office/drawing/2014/main" id="{6401C4E4-404B-493C-BFAA-534C10F7D250}"/>
              </a:ext>
            </a:extLst>
          </p:cNvPr>
          <p:cNvSpPr>
            <a:spLocks xmlns:a="http://schemas.openxmlformats.org/drawingml/2006/main" noGrp="1"/>
          </p:cNvSpPr>
          <p:nvPr/>
        </p:nvSpPr>
        <p:spPr>
          <a:xfrm xmlns:a="http://schemas.openxmlformats.org/drawingml/2006/main">
            <a:off x="2016787"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 name="Editable chart path">
            <a:extLst xmlns:a="http://schemas.openxmlformats.org/drawingml/2006/main">
              <a:ext uri="{FF2B5EF4-FFF2-40B4-BE49-F238E27FC236}">
                <a16:creationId xmlns:a16="http://schemas.microsoft.com/office/drawing/2014/main" id="{40F6E1E8-8C17-4853-A2C4-5F99994B9FD1}"/>
              </a:ext>
            </a:extLst>
          </p:cNvPr>
          <p:cNvSpPr>
            <a:spLocks xmlns:a="http://schemas.openxmlformats.org/drawingml/2006/main" noGrp="1"/>
          </p:cNvSpPr>
          <p:nvPr/>
        </p:nvSpPr>
        <p:spPr>
          <a:xfrm xmlns:a="http://schemas.openxmlformats.org/drawingml/2006/main">
            <a:off x="2230993"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 name="Editable chart path">
            <a:extLst xmlns:a="http://schemas.openxmlformats.org/drawingml/2006/main">
              <a:ext uri="{FF2B5EF4-FFF2-40B4-BE49-F238E27FC236}">
                <a16:creationId xmlns:a16="http://schemas.microsoft.com/office/drawing/2014/main" id="{5617DD6B-56BF-4F12-BE5A-1409712C0B1E}"/>
              </a:ext>
            </a:extLst>
          </p:cNvPr>
          <p:cNvSpPr>
            <a:spLocks xmlns:a="http://schemas.openxmlformats.org/drawingml/2006/main" noGrp="1"/>
          </p:cNvSpPr>
          <p:nvPr/>
        </p:nvSpPr>
        <p:spPr>
          <a:xfrm xmlns:a="http://schemas.openxmlformats.org/drawingml/2006/main">
            <a:off x="2302395"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 name="Editable chart path">
            <a:extLst xmlns:a="http://schemas.openxmlformats.org/drawingml/2006/main">
              <a:ext uri="{FF2B5EF4-FFF2-40B4-BE49-F238E27FC236}">
                <a16:creationId xmlns:a16="http://schemas.microsoft.com/office/drawing/2014/main" id="{EE0718E7-E8B9-49E7-9F1A-EF366B8B802F}"/>
              </a:ext>
            </a:extLst>
          </p:cNvPr>
          <p:cNvSpPr>
            <a:spLocks xmlns:a="http://schemas.openxmlformats.org/drawingml/2006/main" noGrp="1"/>
          </p:cNvSpPr>
          <p:nvPr/>
        </p:nvSpPr>
        <p:spPr>
          <a:xfrm xmlns:a="http://schemas.openxmlformats.org/drawingml/2006/main">
            <a:off x="2373797"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 name="Editable chart path">
            <a:extLst xmlns:a="http://schemas.openxmlformats.org/drawingml/2006/main">
              <a:ext uri="{FF2B5EF4-FFF2-40B4-BE49-F238E27FC236}">
                <a16:creationId xmlns:a16="http://schemas.microsoft.com/office/drawing/2014/main" id="{8B117A61-09CC-4769-A1BD-0ADB7E61BC50}"/>
              </a:ext>
            </a:extLst>
          </p:cNvPr>
          <p:cNvSpPr>
            <a:spLocks xmlns:a="http://schemas.openxmlformats.org/drawingml/2006/main" noGrp="1"/>
          </p:cNvSpPr>
          <p:nvPr/>
        </p:nvSpPr>
        <p:spPr>
          <a:xfrm xmlns:a="http://schemas.openxmlformats.org/drawingml/2006/main">
            <a:off x="2445199"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 name="Editable chart path">
            <a:extLst xmlns:a="http://schemas.openxmlformats.org/drawingml/2006/main">
              <a:ext uri="{FF2B5EF4-FFF2-40B4-BE49-F238E27FC236}">
                <a16:creationId xmlns:a16="http://schemas.microsoft.com/office/drawing/2014/main" id="{FC080F9D-4C36-4B8A-B7BB-F1BFCE7C2DA5}"/>
              </a:ext>
            </a:extLst>
          </p:cNvPr>
          <p:cNvSpPr>
            <a:spLocks xmlns:a="http://schemas.openxmlformats.org/drawingml/2006/main" noGrp="1"/>
          </p:cNvSpPr>
          <p:nvPr/>
        </p:nvSpPr>
        <p:spPr>
          <a:xfrm xmlns:a="http://schemas.openxmlformats.org/drawingml/2006/main">
            <a:off x="2516601"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 name="Editable chart path">
            <a:extLst xmlns:a="http://schemas.openxmlformats.org/drawingml/2006/main">
              <a:ext uri="{FF2B5EF4-FFF2-40B4-BE49-F238E27FC236}">
                <a16:creationId xmlns:a16="http://schemas.microsoft.com/office/drawing/2014/main" id="{04BE5ECA-EE19-4421-91B0-F572EA899834}"/>
              </a:ext>
            </a:extLst>
          </p:cNvPr>
          <p:cNvSpPr>
            <a:spLocks xmlns:a="http://schemas.openxmlformats.org/drawingml/2006/main" noGrp="1"/>
          </p:cNvSpPr>
          <p:nvPr/>
        </p:nvSpPr>
        <p:spPr>
          <a:xfrm xmlns:a="http://schemas.openxmlformats.org/drawingml/2006/main">
            <a:off x="2588003"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 name="Editable chart path">
            <a:extLst xmlns:a="http://schemas.openxmlformats.org/drawingml/2006/main">
              <a:ext uri="{FF2B5EF4-FFF2-40B4-BE49-F238E27FC236}">
                <a16:creationId xmlns:a16="http://schemas.microsoft.com/office/drawing/2014/main" id="{573B54D1-0083-424F-B84C-D2C7BCF981BF}"/>
              </a:ext>
            </a:extLst>
          </p:cNvPr>
          <p:cNvSpPr>
            <a:spLocks xmlns:a="http://schemas.openxmlformats.org/drawingml/2006/main" noGrp="1"/>
          </p:cNvSpPr>
          <p:nvPr/>
        </p:nvSpPr>
        <p:spPr>
          <a:xfrm xmlns:a="http://schemas.openxmlformats.org/drawingml/2006/main">
            <a:off x="2659405"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 name="Editable chart path">
            <a:extLst xmlns:a="http://schemas.openxmlformats.org/drawingml/2006/main">
              <a:ext uri="{FF2B5EF4-FFF2-40B4-BE49-F238E27FC236}">
                <a16:creationId xmlns:a16="http://schemas.microsoft.com/office/drawing/2014/main" id="{24275591-08C9-4127-83D9-616221DE193E}"/>
              </a:ext>
            </a:extLst>
          </p:cNvPr>
          <p:cNvSpPr>
            <a:spLocks xmlns:a="http://schemas.openxmlformats.org/drawingml/2006/main" noGrp="1"/>
          </p:cNvSpPr>
          <p:nvPr/>
        </p:nvSpPr>
        <p:spPr>
          <a:xfrm xmlns:a="http://schemas.openxmlformats.org/drawingml/2006/main">
            <a:off x="2873611"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 name="Editable chart path">
            <a:extLst xmlns:a="http://schemas.openxmlformats.org/drawingml/2006/main">
              <a:ext uri="{FF2B5EF4-FFF2-40B4-BE49-F238E27FC236}">
                <a16:creationId xmlns:a16="http://schemas.microsoft.com/office/drawing/2014/main" id="{7D0F70EB-5875-4D4C-B2EC-BEDABAB530A5}"/>
              </a:ext>
            </a:extLst>
          </p:cNvPr>
          <p:cNvSpPr>
            <a:spLocks xmlns:a="http://schemas.openxmlformats.org/drawingml/2006/main" noGrp="1"/>
          </p:cNvSpPr>
          <p:nvPr/>
        </p:nvSpPr>
        <p:spPr>
          <a:xfrm xmlns:a="http://schemas.openxmlformats.org/drawingml/2006/main">
            <a:off x="2945013"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 name="Editable chart path">
            <a:extLst xmlns:a="http://schemas.openxmlformats.org/drawingml/2006/main">
              <a:ext uri="{FF2B5EF4-FFF2-40B4-BE49-F238E27FC236}">
                <a16:creationId xmlns:a16="http://schemas.microsoft.com/office/drawing/2014/main" id="{ABC271FC-ACAA-466B-96DE-6C4D456C9F2A}"/>
              </a:ext>
            </a:extLst>
          </p:cNvPr>
          <p:cNvSpPr>
            <a:spLocks xmlns:a="http://schemas.openxmlformats.org/drawingml/2006/main" noGrp="1"/>
          </p:cNvSpPr>
          <p:nvPr/>
        </p:nvSpPr>
        <p:spPr>
          <a:xfrm xmlns:a="http://schemas.openxmlformats.org/drawingml/2006/main">
            <a:off x="3087817"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 name="Editable chart path">
            <a:extLst xmlns:a="http://schemas.openxmlformats.org/drawingml/2006/main">
              <a:ext uri="{FF2B5EF4-FFF2-40B4-BE49-F238E27FC236}">
                <a16:creationId xmlns:a16="http://schemas.microsoft.com/office/drawing/2014/main" id="{74DD2DA7-A573-403B-907F-DFFF5C269322}"/>
              </a:ext>
            </a:extLst>
          </p:cNvPr>
          <p:cNvSpPr>
            <a:spLocks xmlns:a="http://schemas.openxmlformats.org/drawingml/2006/main" noGrp="1"/>
          </p:cNvSpPr>
          <p:nvPr/>
        </p:nvSpPr>
        <p:spPr>
          <a:xfrm xmlns:a="http://schemas.openxmlformats.org/drawingml/2006/main">
            <a:off x="3159219"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 name="Editable chart path">
            <a:extLst xmlns:a="http://schemas.openxmlformats.org/drawingml/2006/main">
              <a:ext uri="{FF2B5EF4-FFF2-40B4-BE49-F238E27FC236}">
                <a16:creationId xmlns:a16="http://schemas.microsoft.com/office/drawing/2014/main" id="{45ACB8E4-FEF6-4015-B0C3-2BCB0E1B062C}"/>
              </a:ext>
            </a:extLst>
          </p:cNvPr>
          <p:cNvSpPr>
            <a:spLocks xmlns:a="http://schemas.openxmlformats.org/drawingml/2006/main" noGrp="1"/>
          </p:cNvSpPr>
          <p:nvPr/>
        </p:nvSpPr>
        <p:spPr>
          <a:xfrm xmlns:a="http://schemas.openxmlformats.org/drawingml/2006/main">
            <a:off x="3230621"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 name="Editable chart path">
            <a:extLst xmlns:a="http://schemas.openxmlformats.org/drawingml/2006/main">
              <a:ext uri="{FF2B5EF4-FFF2-40B4-BE49-F238E27FC236}">
                <a16:creationId xmlns:a16="http://schemas.microsoft.com/office/drawing/2014/main" id="{5F37BAC9-4C52-4356-9D6B-15BFC4003E1D}"/>
              </a:ext>
            </a:extLst>
          </p:cNvPr>
          <p:cNvSpPr>
            <a:spLocks xmlns:a="http://schemas.openxmlformats.org/drawingml/2006/main" noGrp="1"/>
          </p:cNvSpPr>
          <p:nvPr/>
        </p:nvSpPr>
        <p:spPr>
          <a:xfrm xmlns:a="http://schemas.openxmlformats.org/drawingml/2006/main">
            <a:off x="3302023"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 name="Editable chart path">
            <a:extLst xmlns:a="http://schemas.openxmlformats.org/drawingml/2006/main">
              <a:ext uri="{FF2B5EF4-FFF2-40B4-BE49-F238E27FC236}">
                <a16:creationId xmlns:a16="http://schemas.microsoft.com/office/drawing/2014/main" id="{A4FC9508-9728-4F23-B697-693568168B67}"/>
              </a:ext>
            </a:extLst>
          </p:cNvPr>
          <p:cNvSpPr>
            <a:spLocks xmlns:a="http://schemas.openxmlformats.org/drawingml/2006/main" noGrp="1"/>
          </p:cNvSpPr>
          <p:nvPr/>
        </p:nvSpPr>
        <p:spPr>
          <a:xfrm xmlns:a="http://schemas.openxmlformats.org/drawingml/2006/main">
            <a:off x="3373425"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 name="Editable chart path">
            <a:extLst xmlns:a="http://schemas.openxmlformats.org/drawingml/2006/main">
              <a:ext uri="{FF2B5EF4-FFF2-40B4-BE49-F238E27FC236}">
                <a16:creationId xmlns:a16="http://schemas.microsoft.com/office/drawing/2014/main" id="{741B92B9-CCD5-405D-BF3D-08763892A3B3}"/>
              </a:ext>
            </a:extLst>
          </p:cNvPr>
          <p:cNvSpPr>
            <a:spLocks xmlns:a="http://schemas.openxmlformats.org/drawingml/2006/main" noGrp="1"/>
          </p:cNvSpPr>
          <p:nvPr/>
        </p:nvSpPr>
        <p:spPr>
          <a:xfrm xmlns:a="http://schemas.openxmlformats.org/drawingml/2006/main">
            <a:off x="3444827"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 name="Editable chart path">
            <a:extLst xmlns:a="http://schemas.openxmlformats.org/drawingml/2006/main">
              <a:ext uri="{FF2B5EF4-FFF2-40B4-BE49-F238E27FC236}">
                <a16:creationId xmlns:a16="http://schemas.microsoft.com/office/drawing/2014/main" id="{68AB3033-BC07-4118-8D9F-F73CF694AACA}"/>
              </a:ext>
            </a:extLst>
          </p:cNvPr>
          <p:cNvSpPr>
            <a:spLocks xmlns:a="http://schemas.openxmlformats.org/drawingml/2006/main" noGrp="1"/>
          </p:cNvSpPr>
          <p:nvPr/>
        </p:nvSpPr>
        <p:spPr>
          <a:xfrm xmlns:a="http://schemas.openxmlformats.org/drawingml/2006/main">
            <a:off x="3516229"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 name="Editable chart path">
            <a:extLst xmlns:a="http://schemas.openxmlformats.org/drawingml/2006/main">
              <a:ext uri="{FF2B5EF4-FFF2-40B4-BE49-F238E27FC236}">
                <a16:creationId xmlns:a16="http://schemas.microsoft.com/office/drawing/2014/main" id="{24833B66-9FFC-42E7-A455-3E14646A6E5D}"/>
              </a:ext>
            </a:extLst>
          </p:cNvPr>
          <p:cNvSpPr>
            <a:spLocks xmlns:a="http://schemas.openxmlformats.org/drawingml/2006/main" noGrp="1"/>
          </p:cNvSpPr>
          <p:nvPr/>
        </p:nvSpPr>
        <p:spPr>
          <a:xfrm xmlns:a="http://schemas.openxmlformats.org/drawingml/2006/main">
            <a:off x="3587631"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 name="Editable chart path">
            <a:extLst xmlns:a="http://schemas.openxmlformats.org/drawingml/2006/main">
              <a:ext uri="{FF2B5EF4-FFF2-40B4-BE49-F238E27FC236}">
                <a16:creationId xmlns:a16="http://schemas.microsoft.com/office/drawing/2014/main" id="{12C139DA-0418-4747-B692-CB6A848B6C19}"/>
              </a:ext>
            </a:extLst>
          </p:cNvPr>
          <p:cNvSpPr>
            <a:spLocks xmlns:a="http://schemas.openxmlformats.org/drawingml/2006/main" noGrp="1"/>
          </p:cNvSpPr>
          <p:nvPr/>
        </p:nvSpPr>
        <p:spPr>
          <a:xfrm xmlns:a="http://schemas.openxmlformats.org/drawingml/2006/main">
            <a:off x="3659033"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 name="Editable chart path">
            <a:extLst xmlns:a="http://schemas.openxmlformats.org/drawingml/2006/main">
              <a:ext uri="{FF2B5EF4-FFF2-40B4-BE49-F238E27FC236}">
                <a16:creationId xmlns:a16="http://schemas.microsoft.com/office/drawing/2014/main" id="{DF6C8304-6EFF-47DF-8312-688B6161B0D3}"/>
              </a:ext>
            </a:extLst>
          </p:cNvPr>
          <p:cNvSpPr>
            <a:spLocks xmlns:a="http://schemas.openxmlformats.org/drawingml/2006/main" noGrp="1"/>
          </p:cNvSpPr>
          <p:nvPr/>
        </p:nvSpPr>
        <p:spPr>
          <a:xfrm xmlns:a="http://schemas.openxmlformats.org/drawingml/2006/main">
            <a:off x="3730435"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 name="Editable chart path">
            <a:extLst xmlns:a="http://schemas.openxmlformats.org/drawingml/2006/main">
              <a:ext uri="{FF2B5EF4-FFF2-40B4-BE49-F238E27FC236}">
                <a16:creationId xmlns:a16="http://schemas.microsoft.com/office/drawing/2014/main" id="{FF244F2E-A895-457B-8C1B-6001B46EE0DE}"/>
              </a:ext>
            </a:extLst>
          </p:cNvPr>
          <p:cNvSpPr>
            <a:spLocks xmlns:a="http://schemas.openxmlformats.org/drawingml/2006/main" noGrp="1"/>
          </p:cNvSpPr>
          <p:nvPr/>
        </p:nvSpPr>
        <p:spPr>
          <a:xfrm xmlns:a="http://schemas.openxmlformats.org/drawingml/2006/main">
            <a:off x="3801836"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 name="Editable chart path">
            <a:extLst xmlns:a="http://schemas.openxmlformats.org/drawingml/2006/main">
              <a:ext uri="{FF2B5EF4-FFF2-40B4-BE49-F238E27FC236}">
                <a16:creationId xmlns:a16="http://schemas.microsoft.com/office/drawing/2014/main" id="{2E771BEC-BF7D-4CF3-B5DE-259CD6D610A9}"/>
              </a:ext>
            </a:extLst>
          </p:cNvPr>
          <p:cNvSpPr>
            <a:spLocks xmlns:a="http://schemas.openxmlformats.org/drawingml/2006/main" noGrp="1"/>
          </p:cNvSpPr>
          <p:nvPr/>
        </p:nvSpPr>
        <p:spPr>
          <a:xfrm xmlns:a="http://schemas.openxmlformats.org/drawingml/2006/main">
            <a:off x="1873983"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 name="Editable chart path">
            <a:extLst xmlns:a="http://schemas.openxmlformats.org/drawingml/2006/main">
              <a:ext uri="{FF2B5EF4-FFF2-40B4-BE49-F238E27FC236}">
                <a16:creationId xmlns:a16="http://schemas.microsoft.com/office/drawing/2014/main" id="{D399972E-DA06-4EE7-9FB7-80C8FC962347}"/>
              </a:ext>
            </a:extLst>
          </p:cNvPr>
          <p:cNvSpPr>
            <a:spLocks xmlns:a="http://schemas.openxmlformats.org/drawingml/2006/main" noGrp="1"/>
          </p:cNvSpPr>
          <p:nvPr/>
        </p:nvSpPr>
        <p:spPr>
          <a:xfrm xmlns:a="http://schemas.openxmlformats.org/drawingml/2006/main">
            <a:off x="1945385"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 name="Editable chart path">
            <a:extLst xmlns:a="http://schemas.openxmlformats.org/drawingml/2006/main">
              <a:ext uri="{FF2B5EF4-FFF2-40B4-BE49-F238E27FC236}">
                <a16:creationId xmlns:a16="http://schemas.microsoft.com/office/drawing/2014/main" id="{C637F842-7777-45A3-A24E-BE74DA52EFF9}"/>
              </a:ext>
            </a:extLst>
          </p:cNvPr>
          <p:cNvSpPr>
            <a:spLocks xmlns:a="http://schemas.openxmlformats.org/drawingml/2006/main" noGrp="1"/>
          </p:cNvSpPr>
          <p:nvPr/>
        </p:nvSpPr>
        <p:spPr>
          <a:xfrm xmlns:a="http://schemas.openxmlformats.org/drawingml/2006/main">
            <a:off x="2016787"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 name="Editable chart path">
            <a:extLst xmlns:a="http://schemas.openxmlformats.org/drawingml/2006/main">
              <a:ext uri="{FF2B5EF4-FFF2-40B4-BE49-F238E27FC236}">
                <a16:creationId xmlns:a16="http://schemas.microsoft.com/office/drawing/2014/main" id="{49DA1859-635F-4A48-A30A-79CB9367B624}"/>
              </a:ext>
            </a:extLst>
          </p:cNvPr>
          <p:cNvSpPr>
            <a:spLocks xmlns:a="http://schemas.openxmlformats.org/drawingml/2006/main" noGrp="1"/>
          </p:cNvSpPr>
          <p:nvPr/>
        </p:nvSpPr>
        <p:spPr>
          <a:xfrm xmlns:a="http://schemas.openxmlformats.org/drawingml/2006/main">
            <a:off x="2373797"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 name="Editable chart path">
            <a:extLst xmlns:a="http://schemas.openxmlformats.org/drawingml/2006/main">
              <a:ext uri="{FF2B5EF4-FFF2-40B4-BE49-F238E27FC236}">
                <a16:creationId xmlns:a16="http://schemas.microsoft.com/office/drawing/2014/main" id="{A4FAD885-795F-47ED-856E-E6814959C3DC}"/>
              </a:ext>
            </a:extLst>
          </p:cNvPr>
          <p:cNvSpPr>
            <a:spLocks xmlns:a="http://schemas.openxmlformats.org/drawingml/2006/main" noGrp="1"/>
          </p:cNvSpPr>
          <p:nvPr/>
        </p:nvSpPr>
        <p:spPr>
          <a:xfrm xmlns:a="http://schemas.openxmlformats.org/drawingml/2006/main">
            <a:off x="2516601"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 name="Editable chart path">
            <a:extLst xmlns:a="http://schemas.openxmlformats.org/drawingml/2006/main">
              <a:ext uri="{FF2B5EF4-FFF2-40B4-BE49-F238E27FC236}">
                <a16:creationId xmlns:a16="http://schemas.microsoft.com/office/drawing/2014/main" id="{2B6D84AC-52A4-4707-A292-87DCC9F5B804}"/>
              </a:ext>
            </a:extLst>
          </p:cNvPr>
          <p:cNvSpPr>
            <a:spLocks xmlns:a="http://schemas.openxmlformats.org/drawingml/2006/main" noGrp="1"/>
          </p:cNvSpPr>
          <p:nvPr/>
        </p:nvSpPr>
        <p:spPr>
          <a:xfrm xmlns:a="http://schemas.openxmlformats.org/drawingml/2006/main">
            <a:off x="2588003"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 name="Editable chart path">
            <a:extLst xmlns:a="http://schemas.openxmlformats.org/drawingml/2006/main">
              <a:ext uri="{FF2B5EF4-FFF2-40B4-BE49-F238E27FC236}">
                <a16:creationId xmlns:a16="http://schemas.microsoft.com/office/drawing/2014/main" id="{E138FE9B-3AF5-48E8-914A-1FF55CB7E0F9}"/>
              </a:ext>
            </a:extLst>
          </p:cNvPr>
          <p:cNvSpPr>
            <a:spLocks xmlns:a="http://schemas.openxmlformats.org/drawingml/2006/main" noGrp="1"/>
          </p:cNvSpPr>
          <p:nvPr/>
        </p:nvSpPr>
        <p:spPr>
          <a:xfrm xmlns:a="http://schemas.openxmlformats.org/drawingml/2006/main">
            <a:off x="3016415"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 name="Editable chart path">
            <a:extLst xmlns:a="http://schemas.openxmlformats.org/drawingml/2006/main">
              <a:ext uri="{FF2B5EF4-FFF2-40B4-BE49-F238E27FC236}">
                <a16:creationId xmlns:a16="http://schemas.microsoft.com/office/drawing/2014/main" id="{EC1BB72A-45DC-4988-8667-66D8A45AE36C}"/>
              </a:ext>
            </a:extLst>
          </p:cNvPr>
          <p:cNvSpPr>
            <a:spLocks xmlns:a="http://schemas.openxmlformats.org/drawingml/2006/main" noGrp="1"/>
          </p:cNvSpPr>
          <p:nvPr/>
        </p:nvSpPr>
        <p:spPr>
          <a:xfrm xmlns:a="http://schemas.openxmlformats.org/drawingml/2006/main">
            <a:off x="3087817"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 name="Editable chart path">
            <a:extLst xmlns:a="http://schemas.openxmlformats.org/drawingml/2006/main">
              <a:ext uri="{FF2B5EF4-FFF2-40B4-BE49-F238E27FC236}">
                <a16:creationId xmlns:a16="http://schemas.microsoft.com/office/drawing/2014/main" id="{684EB9AE-E4DB-49E1-B74C-877DA9B2D837}"/>
              </a:ext>
            </a:extLst>
          </p:cNvPr>
          <p:cNvSpPr>
            <a:spLocks xmlns:a="http://schemas.openxmlformats.org/drawingml/2006/main" noGrp="1"/>
          </p:cNvSpPr>
          <p:nvPr/>
        </p:nvSpPr>
        <p:spPr>
          <a:xfrm xmlns:a="http://schemas.openxmlformats.org/drawingml/2006/main">
            <a:off x="3159219"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 name="Editable chart path">
            <a:extLst xmlns:a="http://schemas.openxmlformats.org/drawingml/2006/main">
              <a:ext uri="{FF2B5EF4-FFF2-40B4-BE49-F238E27FC236}">
                <a16:creationId xmlns:a16="http://schemas.microsoft.com/office/drawing/2014/main" id="{E77B3D96-0C9A-49F9-A34C-B0CF90DD2F4D}"/>
              </a:ext>
            </a:extLst>
          </p:cNvPr>
          <p:cNvSpPr>
            <a:spLocks xmlns:a="http://schemas.openxmlformats.org/drawingml/2006/main" noGrp="1"/>
          </p:cNvSpPr>
          <p:nvPr/>
        </p:nvSpPr>
        <p:spPr>
          <a:xfrm xmlns:a="http://schemas.openxmlformats.org/drawingml/2006/main">
            <a:off x="3230621"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 name="Editable chart path">
            <a:extLst xmlns:a="http://schemas.openxmlformats.org/drawingml/2006/main">
              <a:ext uri="{FF2B5EF4-FFF2-40B4-BE49-F238E27FC236}">
                <a16:creationId xmlns:a16="http://schemas.microsoft.com/office/drawing/2014/main" id="{5E922B37-FCB8-47B7-A125-972E2ABF7E2B}"/>
              </a:ext>
            </a:extLst>
          </p:cNvPr>
          <p:cNvSpPr>
            <a:spLocks xmlns:a="http://schemas.openxmlformats.org/drawingml/2006/main" noGrp="1"/>
          </p:cNvSpPr>
          <p:nvPr/>
        </p:nvSpPr>
        <p:spPr>
          <a:xfrm xmlns:a="http://schemas.openxmlformats.org/drawingml/2006/main">
            <a:off x="3302023"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 name="Editable chart path">
            <a:extLst xmlns:a="http://schemas.openxmlformats.org/drawingml/2006/main">
              <a:ext uri="{FF2B5EF4-FFF2-40B4-BE49-F238E27FC236}">
                <a16:creationId xmlns:a16="http://schemas.microsoft.com/office/drawing/2014/main" id="{270AB4AB-A71A-4BA1-99A5-F5FA396CC237}"/>
              </a:ext>
            </a:extLst>
          </p:cNvPr>
          <p:cNvSpPr>
            <a:spLocks xmlns:a="http://schemas.openxmlformats.org/drawingml/2006/main" noGrp="1"/>
          </p:cNvSpPr>
          <p:nvPr/>
        </p:nvSpPr>
        <p:spPr>
          <a:xfrm xmlns:a="http://schemas.openxmlformats.org/drawingml/2006/main">
            <a:off x="3373425"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 name="Editable chart path">
            <a:extLst xmlns:a="http://schemas.openxmlformats.org/drawingml/2006/main">
              <a:ext uri="{FF2B5EF4-FFF2-40B4-BE49-F238E27FC236}">
                <a16:creationId xmlns:a16="http://schemas.microsoft.com/office/drawing/2014/main" id="{0BDDAAC1-E08E-4787-8F6C-67686D7EE3F0}"/>
              </a:ext>
            </a:extLst>
          </p:cNvPr>
          <p:cNvSpPr>
            <a:spLocks xmlns:a="http://schemas.openxmlformats.org/drawingml/2006/main" noGrp="1"/>
          </p:cNvSpPr>
          <p:nvPr/>
        </p:nvSpPr>
        <p:spPr>
          <a:xfrm xmlns:a="http://schemas.openxmlformats.org/drawingml/2006/main">
            <a:off x="3444827"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 name="Editable chart path">
            <a:extLst xmlns:a="http://schemas.openxmlformats.org/drawingml/2006/main">
              <a:ext uri="{FF2B5EF4-FFF2-40B4-BE49-F238E27FC236}">
                <a16:creationId xmlns:a16="http://schemas.microsoft.com/office/drawing/2014/main" id="{716A4128-6746-4DBB-B373-4050D5B8915A}"/>
              </a:ext>
            </a:extLst>
          </p:cNvPr>
          <p:cNvSpPr>
            <a:spLocks xmlns:a="http://schemas.openxmlformats.org/drawingml/2006/main" noGrp="1"/>
          </p:cNvSpPr>
          <p:nvPr/>
        </p:nvSpPr>
        <p:spPr>
          <a:xfrm xmlns:a="http://schemas.openxmlformats.org/drawingml/2006/main">
            <a:off x="3516229"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 name="Editable chart path">
            <a:extLst xmlns:a="http://schemas.openxmlformats.org/drawingml/2006/main">
              <a:ext uri="{FF2B5EF4-FFF2-40B4-BE49-F238E27FC236}">
                <a16:creationId xmlns:a16="http://schemas.microsoft.com/office/drawing/2014/main" id="{CC23C0B0-D577-4D6F-91BB-62702845CD1C}"/>
              </a:ext>
            </a:extLst>
          </p:cNvPr>
          <p:cNvSpPr>
            <a:spLocks xmlns:a="http://schemas.openxmlformats.org/drawingml/2006/main" noGrp="1"/>
          </p:cNvSpPr>
          <p:nvPr/>
        </p:nvSpPr>
        <p:spPr>
          <a:xfrm xmlns:a="http://schemas.openxmlformats.org/drawingml/2006/main">
            <a:off x="3587631"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 name="Editable chart path">
            <a:extLst xmlns:a="http://schemas.openxmlformats.org/drawingml/2006/main">
              <a:ext uri="{FF2B5EF4-FFF2-40B4-BE49-F238E27FC236}">
                <a16:creationId xmlns:a16="http://schemas.microsoft.com/office/drawing/2014/main" id="{F99B5D30-7C34-48AB-8D3D-C031ABAE12A9}"/>
              </a:ext>
            </a:extLst>
          </p:cNvPr>
          <p:cNvSpPr>
            <a:spLocks xmlns:a="http://schemas.openxmlformats.org/drawingml/2006/main" noGrp="1"/>
          </p:cNvSpPr>
          <p:nvPr/>
        </p:nvSpPr>
        <p:spPr>
          <a:xfrm xmlns:a="http://schemas.openxmlformats.org/drawingml/2006/main">
            <a:off x="3659033"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 name="Editable chart path">
            <a:extLst xmlns:a="http://schemas.openxmlformats.org/drawingml/2006/main">
              <a:ext uri="{FF2B5EF4-FFF2-40B4-BE49-F238E27FC236}">
                <a16:creationId xmlns:a16="http://schemas.microsoft.com/office/drawing/2014/main" id="{4A6696A2-1FD3-4631-B5EA-9FF803218BA4}"/>
              </a:ext>
            </a:extLst>
          </p:cNvPr>
          <p:cNvSpPr>
            <a:spLocks xmlns:a="http://schemas.openxmlformats.org/drawingml/2006/main" noGrp="1"/>
          </p:cNvSpPr>
          <p:nvPr/>
        </p:nvSpPr>
        <p:spPr>
          <a:xfrm xmlns:a="http://schemas.openxmlformats.org/drawingml/2006/main">
            <a:off x="3730435"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 name="Editable chart path">
            <a:extLst xmlns:a="http://schemas.openxmlformats.org/drawingml/2006/main">
              <a:ext uri="{FF2B5EF4-FFF2-40B4-BE49-F238E27FC236}">
                <a16:creationId xmlns:a16="http://schemas.microsoft.com/office/drawing/2014/main" id="{DB980094-5F0C-4661-B30B-3A15AA55FB3A}"/>
              </a:ext>
            </a:extLst>
          </p:cNvPr>
          <p:cNvSpPr>
            <a:spLocks xmlns:a="http://schemas.openxmlformats.org/drawingml/2006/main" noGrp="1"/>
          </p:cNvSpPr>
          <p:nvPr/>
        </p:nvSpPr>
        <p:spPr>
          <a:xfrm xmlns:a="http://schemas.openxmlformats.org/drawingml/2006/main">
            <a:off x="3801836"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 name="Editable chart path">
            <a:extLst xmlns:a="http://schemas.openxmlformats.org/drawingml/2006/main">
              <a:ext uri="{FF2B5EF4-FFF2-40B4-BE49-F238E27FC236}">
                <a16:creationId xmlns:a16="http://schemas.microsoft.com/office/drawing/2014/main" id="{79C6A6AC-B968-4EAE-9D61-1DA946E6E068}"/>
              </a:ext>
            </a:extLst>
          </p:cNvPr>
          <p:cNvSpPr>
            <a:spLocks xmlns:a="http://schemas.openxmlformats.org/drawingml/2006/main" noGrp="1"/>
          </p:cNvSpPr>
          <p:nvPr/>
        </p:nvSpPr>
        <p:spPr>
          <a:xfrm xmlns:a="http://schemas.openxmlformats.org/drawingml/2006/main">
            <a:off x="3873238"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 name="Editable chart path">
            <a:extLst xmlns:a="http://schemas.openxmlformats.org/drawingml/2006/main">
              <a:ext uri="{FF2B5EF4-FFF2-40B4-BE49-F238E27FC236}">
                <a16:creationId xmlns:a16="http://schemas.microsoft.com/office/drawing/2014/main" id="{F4F815FF-9BBA-4721-9F3D-CA5419D32CAF}"/>
              </a:ext>
            </a:extLst>
          </p:cNvPr>
          <p:cNvSpPr>
            <a:spLocks xmlns:a="http://schemas.openxmlformats.org/drawingml/2006/main" noGrp="1"/>
          </p:cNvSpPr>
          <p:nvPr/>
        </p:nvSpPr>
        <p:spPr>
          <a:xfrm xmlns:a="http://schemas.openxmlformats.org/drawingml/2006/main">
            <a:off x="3944640"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 name="Editable chart path">
            <a:extLst xmlns:a="http://schemas.openxmlformats.org/drawingml/2006/main">
              <a:ext uri="{FF2B5EF4-FFF2-40B4-BE49-F238E27FC236}">
                <a16:creationId xmlns:a16="http://schemas.microsoft.com/office/drawing/2014/main" id="{C1E32012-50D2-44DC-A92F-5BA4252890D5}"/>
              </a:ext>
            </a:extLst>
          </p:cNvPr>
          <p:cNvSpPr>
            <a:spLocks xmlns:a="http://schemas.openxmlformats.org/drawingml/2006/main" noGrp="1"/>
          </p:cNvSpPr>
          <p:nvPr/>
        </p:nvSpPr>
        <p:spPr>
          <a:xfrm xmlns:a="http://schemas.openxmlformats.org/drawingml/2006/main">
            <a:off x="1873983"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 name="Editable chart path">
            <a:extLst xmlns:a="http://schemas.openxmlformats.org/drawingml/2006/main">
              <a:ext uri="{FF2B5EF4-FFF2-40B4-BE49-F238E27FC236}">
                <a16:creationId xmlns:a16="http://schemas.microsoft.com/office/drawing/2014/main" id="{76CEE7D3-5EBB-42D3-BD55-028B15060073}"/>
              </a:ext>
            </a:extLst>
          </p:cNvPr>
          <p:cNvSpPr>
            <a:spLocks xmlns:a="http://schemas.openxmlformats.org/drawingml/2006/main" noGrp="1"/>
          </p:cNvSpPr>
          <p:nvPr/>
        </p:nvSpPr>
        <p:spPr>
          <a:xfrm xmlns:a="http://schemas.openxmlformats.org/drawingml/2006/main">
            <a:off x="1945385"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 name="Editable chart path">
            <a:extLst xmlns:a="http://schemas.openxmlformats.org/drawingml/2006/main">
              <a:ext uri="{FF2B5EF4-FFF2-40B4-BE49-F238E27FC236}">
                <a16:creationId xmlns:a16="http://schemas.microsoft.com/office/drawing/2014/main" id="{50B156E5-CD6A-4875-A1D9-95CDC0180D41}"/>
              </a:ext>
            </a:extLst>
          </p:cNvPr>
          <p:cNvSpPr>
            <a:spLocks xmlns:a="http://schemas.openxmlformats.org/drawingml/2006/main" noGrp="1"/>
          </p:cNvSpPr>
          <p:nvPr/>
        </p:nvSpPr>
        <p:spPr>
          <a:xfrm xmlns:a="http://schemas.openxmlformats.org/drawingml/2006/main">
            <a:off x="2016787"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 name="Editable chart path">
            <a:extLst xmlns:a="http://schemas.openxmlformats.org/drawingml/2006/main">
              <a:ext uri="{FF2B5EF4-FFF2-40B4-BE49-F238E27FC236}">
                <a16:creationId xmlns:a16="http://schemas.microsoft.com/office/drawing/2014/main" id="{6131D662-1CEB-4738-AA6D-371A8E0BB39E}"/>
              </a:ext>
            </a:extLst>
          </p:cNvPr>
          <p:cNvSpPr>
            <a:spLocks xmlns:a="http://schemas.openxmlformats.org/drawingml/2006/main" noGrp="1"/>
          </p:cNvSpPr>
          <p:nvPr/>
        </p:nvSpPr>
        <p:spPr>
          <a:xfrm xmlns:a="http://schemas.openxmlformats.org/drawingml/2006/main">
            <a:off x="2159591"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 name="Editable chart path">
            <a:extLst xmlns:a="http://schemas.openxmlformats.org/drawingml/2006/main">
              <a:ext uri="{FF2B5EF4-FFF2-40B4-BE49-F238E27FC236}">
                <a16:creationId xmlns:a16="http://schemas.microsoft.com/office/drawing/2014/main" id="{0407B5D6-BEDF-4C69-8BFC-98BE33B2BB2C}"/>
              </a:ext>
            </a:extLst>
          </p:cNvPr>
          <p:cNvSpPr>
            <a:spLocks xmlns:a="http://schemas.openxmlformats.org/drawingml/2006/main" noGrp="1"/>
          </p:cNvSpPr>
          <p:nvPr/>
        </p:nvSpPr>
        <p:spPr>
          <a:xfrm xmlns:a="http://schemas.openxmlformats.org/drawingml/2006/main">
            <a:off x="2302395"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 name="Editable chart path">
            <a:extLst xmlns:a="http://schemas.openxmlformats.org/drawingml/2006/main">
              <a:ext uri="{FF2B5EF4-FFF2-40B4-BE49-F238E27FC236}">
                <a16:creationId xmlns:a16="http://schemas.microsoft.com/office/drawing/2014/main" id="{6C7603BC-ECE1-4CAC-A51A-372FDD3F4BBC}"/>
              </a:ext>
            </a:extLst>
          </p:cNvPr>
          <p:cNvSpPr>
            <a:spLocks xmlns:a="http://schemas.openxmlformats.org/drawingml/2006/main" noGrp="1"/>
          </p:cNvSpPr>
          <p:nvPr/>
        </p:nvSpPr>
        <p:spPr>
          <a:xfrm xmlns:a="http://schemas.openxmlformats.org/drawingml/2006/main">
            <a:off x="2873611"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 name="Editable chart path">
            <a:extLst xmlns:a="http://schemas.openxmlformats.org/drawingml/2006/main">
              <a:ext uri="{FF2B5EF4-FFF2-40B4-BE49-F238E27FC236}">
                <a16:creationId xmlns:a16="http://schemas.microsoft.com/office/drawing/2014/main" id="{064A4894-4424-45E4-B6F0-4752F7440065}"/>
              </a:ext>
            </a:extLst>
          </p:cNvPr>
          <p:cNvSpPr>
            <a:spLocks xmlns:a="http://schemas.openxmlformats.org/drawingml/2006/main" noGrp="1"/>
          </p:cNvSpPr>
          <p:nvPr/>
        </p:nvSpPr>
        <p:spPr>
          <a:xfrm xmlns:a="http://schemas.openxmlformats.org/drawingml/2006/main">
            <a:off x="2945013"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 name="Editable chart path">
            <a:extLst xmlns:a="http://schemas.openxmlformats.org/drawingml/2006/main">
              <a:ext uri="{FF2B5EF4-FFF2-40B4-BE49-F238E27FC236}">
                <a16:creationId xmlns:a16="http://schemas.microsoft.com/office/drawing/2014/main" id="{ED3F2F1D-C3B4-4077-95F9-EBD5E2EF5B47}"/>
              </a:ext>
            </a:extLst>
          </p:cNvPr>
          <p:cNvSpPr>
            <a:spLocks xmlns:a="http://schemas.openxmlformats.org/drawingml/2006/main" noGrp="1"/>
          </p:cNvSpPr>
          <p:nvPr/>
        </p:nvSpPr>
        <p:spPr>
          <a:xfrm xmlns:a="http://schemas.openxmlformats.org/drawingml/2006/main">
            <a:off x="3016415"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 name="Editable chart path">
            <a:extLst xmlns:a="http://schemas.openxmlformats.org/drawingml/2006/main">
              <a:ext uri="{FF2B5EF4-FFF2-40B4-BE49-F238E27FC236}">
                <a16:creationId xmlns:a16="http://schemas.microsoft.com/office/drawing/2014/main" id="{1E73FE12-9DCB-4216-9B3C-73A0AA9FBC70}"/>
              </a:ext>
            </a:extLst>
          </p:cNvPr>
          <p:cNvSpPr>
            <a:spLocks xmlns:a="http://schemas.openxmlformats.org/drawingml/2006/main" noGrp="1"/>
          </p:cNvSpPr>
          <p:nvPr/>
        </p:nvSpPr>
        <p:spPr>
          <a:xfrm xmlns:a="http://schemas.openxmlformats.org/drawingml/2006/main">
            <a:off x="3087817"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 name="Editable chart path">
            <a:extLst xmlns:a="http://schemas.openxmlformats.org/drawingml/2006/main">
              <a:ext uri="{FF2B5EF4-FFF2-40B4-BE49-F238E27FC236}">
                <a16:creationId xmlns:a16="http://schemas.microsoft.com/office/drawing/2014/main" id="{DC1AF0B5-88BF-46CA-B810-CC676FF36501}"/>
              </a:ext>
            </a:extLst>
          </p:cNvPr>
          <p:cNvSpPr>
            <a:spLocks xmlns:a="http://schemas.openxmlformats.org/drawingml/2006/main" noGrp="1"/>
          </p:cNvSpPr>
          <p:nvPr/>
        </p:nvSpPr>
        <p:spPr>
          <a:xfrm xmlns:a="http://schemas.openxmlformats.org/drawingml/2006/main">
            <a:off x="3159219"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 name="Editable chart path">
            <a:extLst xmlns:a="http://schemas.openxmlformats.org/drawingml/2006/main">
              <a:ext uri="{FF2B5EF4-FFF2-40B4-BE49-F238E27FC236}">
                <a16:creationId xmlns:a16="http://schemas.microsoft.com/office/drawing/2014/main" id="{7780945B-5DEC-4E52-9BD5-804689E4B805}"/>
              </a:ext>
            </a:extLst>
          </p:cNvPr>
          <p:cNvSpPr>
            <a:spLocks xmlns:a="http://schemas.openxmlformats.org/drawingml/2006/main" noGrp="1"/>
          </p:cNvSpPr>
          <p:nvPr/>
        </p:nvSpPr>
        <p:spPr>
          <a:xfrm xmlns:a="http://schemas.openxmlformats.org/drawingml/2006/main">
            <a:off x="3230621"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 name="Editable chart path">
            <a:extLst xmlns:a="http://schemas.openxmlformats.org/drawingml/2006/main">
              <a:ext uri="{FF2B5EF4-FFF2-40B4-BE49-F238E27FC236}">
                <a16:creationId xmlns:a16="http://schemas.microsoft.com/office/drawing/2014/main" id="{CED78970-9F6D-4C0E-9CB3-EE0A6EA28F5B}"/>
              </a:ext>
            </a:extLst>
          </p:cNvPr>
          <p:cNvSpPr>
            <a:spLocks xmlns:a="http://schemas.openxmlformats.org/drawingml/2006/main" noGrp="1"/>
          </p:cNvSpPr>
          <p:nvPr/>
        </p:nvSpPr>
        <p:spPr>
          <a:xfrm xmlns:a="http://schemas.openxmlformats.org/drawingml/2006/main">
            <a:off x="3302023"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 name="Editable chart path">
            <a:extLst xmlns:a="http://schemas.openxmlformats.org/drawingml/2006/main">
              <a:ext uri="{FF2B5EF4-FFF2-40B4-BE49-F238E27FC236}">
                <a16:creationId xmlns:a16="http://schemas.microsoft.com/office/drawing/2014/main" id="{286DF9A6-E31D-42B8-B75E-DE0CBCB059BE}"/>
              </a:ext>
            </a:extLst>
          </p:cNvPr>
          <p:cNvSpPr>
            <a:spLocks xmlns:a="http://schemas.openxmlformats.org/drawingml/2006/main" noGrp="1"/>
          </p:cNvSpPr>
          <p:nvPr/>
        </p:nvSpPr>
        <p:spPr>
          <a:xfrm xmlns:a="http://schemas.openxmlformats.org/drawingml/2006/main">
            <a:off x="3373425"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 name="Editable chart path">
            <a:extLst xmlns:a="http://schemas.openxmlformats.org/drawingml/2006/main">
              <a:ext uri="{FF2B5EF4-FFF2-40B4-BE49-F238E27FC236}">
                <a16:creationId xmlns:a16="http://schemas.microsoft.com/office/drawing/2014/main" id="{5A0A0DAA-5262-432D-948D-2BE778751FB0}"/>
              </a:ext>
            </a:extLst>
          </p:cNvPr>
          <p:cNvSpPr>
            <a:spLocks xmlns:a="http://schemas.openxmlformats.org/drawingml/2006/main" noGrp="1"/>
          </p:cNvSpPr>
          <p:nvPr/>
        </p:nvSpPr>
        <p:spPr>
          <a:xfrm xmlns:a="http://schemas.openxmlformats.org/drawingml/2006/main">
            <a:off x="3444827"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 name="Editable chart path">
            <a:extLst xmlns:a="http://schemas.openxmlformats.org/drawingml/2006/main">
              <a:ext uri="{FF2B5EF4-FFF2-40B4-BE49-F238E27FC236}">
                <a16:creationId xmlns:a16="http://schemas.microsoft.com/office/drawing/2014/main" id="{6CBBDA09-034A-4CF4-8129-20EEBEBB2F27}"/>
              </a:ext>
            </a:extLst>
          </p:cNvPr>
          <p:cNvSpPr>
            <a:spLocks xmlns:a="http://schemas.openxmlformats.org/drawingml/2006/main" noGrp="1"/>
          </p:cNvSpPr>
          <p:nvPr/>
        </p:nvSpPr>
        <p:spPr>
          <a:xfrm xmlns:a="http://schemas.openxmlformats.org/drawingml/2006/main">
            <a:off x="3516229"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 name="Editable chart path">
            <a:extLst xmlns:a="http://schemas.openxmlformats.org/drawingml/2006/main">
              <a:ext uri="{FF2B5EF4-FFF2-40B4-BE49-F238E27FC236}">
                <a16:creationId xmlns:a16="http://schemas.microsoft.com/office/drawing/2014/main" id="{7DE84E64-9F63-41AF-8202-42678F73D75C}"/>
              </a:ext>
            </a:extLst>
          </p:cNvPr>
          <p:cNvSpPr>
            <a:spLocks xmlns:a="http://schemas.openxmlformats.org/drawingml/2006/main" noGrp="1"/>
          </p:cNvSpPr>
          <p:nvPr/>
        </p:nvSpPr>
        <p:spPr>
          <a:xfrm xmlns:a="http://schemas.openxmlformats.org/drawingml/2006/main">
            <a:off x="3587631"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 name="Editable chart path">
            <a:extLst xmlns:a="http://schemas.openxmlformats.org/drawingml/2006/main">
              <a:ext uri="{FF2B5EF4-FFF2-40B4-BE49-F238E27FC236}">
                <a16:creationId xmlns:a16="http://schemas.microsoft.com/office/drawing/2014/main" id="{01FC2B76-4C64-478D-AFAE-DFC9BF9FA5BC}"/>
              </a:ext>
            </a:extLst>
          </p:cNvPr>
          <p:cNvSpPr>
            <a:spLocks xmlns:a="http://schemas.openxmlformats.org/drawingml/2006/main" noGrp="1"/>
          </p:cNvSpPr>
          <p:nvPr/>
        </p:nvSpPr>
        <p:spPr>
          <a:xfrm xmlns:a="http://schemas.openxmlformats.org/drawingml/2006/main">
            <a:off x="3659033"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 name="Editable chart path">
            <a:extLst xmlns:a="http://schemas.openxmlformats.org/drawingml/2006/main">
              <a:ext uri="{FF2B5EF4-FFF2-40B4-BE49-F238E27FC236}">
                <a16:creationId xmlns:a16="http://schemas.microsoft.com/office/drawing/2014/main" id="{1D68DF31-D2A3-4AEC-907E-FE3245E9722C}"/>
              </a:ext>
            </a:extLst>
          </p:cNvPr>
          <p:cNvSpPr>
            <a:spLocks xmlns:a="http://schemas.openxmlformats.org/drawingml/2006/main" noGrp="1"/>
          </p:cNvSpPr>
          <p:nvPr/>
        </p:nvSpPr>
        <p:spPr>
          <a:xfrm xmlns:a="http://schemas.openxmlformats.org/drawingml/2006/main">
            <a:off x="3730435"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 name="Editable chart path">
            <a:extLst xmlns:a="http://schemas.openxmlformats.org/drawingml/2006/main">
              <a:ext uri="{FF2B5EF4-FFF2-40B4-BE49-F238E27FC236}">
                <a16:creationId xmlns:a16="http://schemas.microsoft.com/office/drawing/2014/main" id="{BA307BD5-4CEC-4F95-BC73-DE9F0930C3F2}"/>
              </a:ext>
            </a:extLst>
          </p:cNvPr>
          <p:cNvSpPr>
            <a:spLocks xmlns:a="http://schemas.openxmlformats.org/drawingml/2006/main" noGrp="1"/>
          </p:cNvSpPr>
          <p:nvPr/>
        </p:nvSpPr>
        <p:spPr>
          <a:xfrm xmlns:a="http://schemas.openxmlformats.org/drawingml/2006/main">
            <a:off x="3801836"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 name="Editable chart path">
            <a:extLst xmlns:a="http://schemas.openxmlformats.org/drawingml/2006/main">
              <a:ext uri="{FF2B5EF4-FFF2-40B4-BE49-F238E27FC236}">
                <a16:creationId xmlns:a16="http://schemas.microsoft.com/office/drawing/2014/main" id="{33BAF70F-5E26-4265-8D76-44CC2D44B094}"/>
              </a:ext>
            </a:extLst>
          </p:cNvPr>
          <p:cNvSpPr>
            <a:spLocks xmlns:a="http://schemas.openxmlformats.org/drawingml/2006/main" noGrp="1"/>
          </p:cNvSpPr>
          <p:nvPr/>
        </p:nvSpPr>
        <p:spPr>
          <a:xfrm xmlns:a="http://schemas.openxmlformats.org/drawingml/2006/main">
            <a:off x="3873238"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 name="Editable chart path">
            <a:extLst xmlns:a="http://schemas.openxmlformats.org/drawingml/2006/main">
              <a:ext uri="{FF2B5EF4-FFF2-40B4-BE49-F238E27FC236}">
                <a16:creationId xmlns:a16="http://schemas.microsoft.com/office/drawing/2014/main" id="{C9FD5278-8415-47D0-9C1F-ECC009F7ECDE}"/>
              </a:ext>
            </a:extLst>
          </p:cNvPr>
          <p:cNvSpPr>
            <a:spLocks xmlns:a="http://schemas.openxmlformats.org/drawingml/2006/main" noGrp="1"/>
          </p:cNvSpPr>
          <p:nvPr/>
        </p:nvSpPr>
        <p:spPr>
          <a:xfrm xmlns:a="http://schemas.openxmlformats.org/drawingml/2006/main">
            <a:off x="3944640"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 name="Editable chart path">
            <a:extLst xmlns:a="http://schemas.openxmlformats.org/drawingml/2006/main">
              <a:ext uri="{FF2B5EF4-FFF2-40B4-BE49-F238E27FC236}">
                <a16:creationId xmlns:a16="http://schemas.microsoft.com/office/drawing/2014/main" id="{3122BE79-A013-4524-8A11-90A8453DC35C}"/>
              </a:ext>
            </a:extLst>
          </p:cNvPr>
          <p:cNvSpPr>
            <a:spLocks xmlns:a="http://schemas.openxmlformats.org/drawingml/2006/main" noGrp="1"/>
          </p:cNvSpPr>
          <p:nvPr/>
        </p:nvSpPr>
        <p:spPr>
          <a:xfrm xmlns:a="http://schemas.openxmlformats.org/drawingml/2006/main">
            <a:off x="4016042"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 name="Editable chart path">
            <a:extLst xmlns:a="http://schemas.openxmlformats.org/drawingml/2006/main">
              <a:ext uri="{FF2B5EF4-FFF2-40B4-BE49-F238E27FC236}">
                <a16:creationId xmlns:a16="http://schemas.microsoft.com/office/drawing/2014/main" id="{C33C108F-53B5-4D50-8ED1-673CBA518C44}"/>
              </a:ext>
            </a:extLst>
          </p:cNvPr>
          <p:cNvSpPr>
            <a:spLocks xmlns:a="http://schemas.openxmlformats.org/drawingml/2006/main" noGrp="1"/>
          </p:cNvSpPr>
          <p:nvPr/>
        </p:nvSpPr>
        <p:spPr>
          <a:xfrm xmlns:a="http://schemas.openxmlformats.org/drawingml/2006/main">
            <a:off x="4087444"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 name="Editable chart path">
            <a:extLst xmlns:a="http://schemas.openxmlformats.org/drawingml/2006/main">
              <a:ext uri="{FF2B5EF4-FFF2-40B4-BE49-F238E27FC236}">
                <a16:creationId xmlns:a16="http://schemas.microsoft.com/office/drawing/2014/main" id="{FE9C785A-207A-450A-A80F-7E3B1BC9874D}"/>
              </a:ext>
            </a:extLst>
          </p:cNvPr>
          <p:cNvSpPr>
            <a:spLocks xmlns:a="http://schemas.openxmlformats.org/drawingml/2006/main" noGrp="1"/>
          </p:cNvSpPr>
          <p:nvPr/>
        </p:nvSpPr>
        <p:spPr>
          <a:xfrm xmlns:a="http://schemas.openxmlformats.org/drawingml/2006/main">
            <a:off x="1873983"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 name="Editable chart path">
            <a:extLst xmlns:a="http://schemas.openxmlformats.org/drawingml/2006/main">
              <a:ext uri="{FF2B5EF4-FFF2-40B4-BE49-F238E27FC236}">
                <a16:creationId xmlns:a16="http://schemas.microsoft.com/office/drawing/2014/main" id="{6DDDDEB9-72EF-413F-AD1B-EA36070E011E}"/>
              </a:ext>
            </a:extLst>
          </p:cNvPr>
          <p:cNvSpPr>
            <a:spLocks xmlns:a="http://schemas.openxmlformats.org/drawingml/2006/main" noGrp="1"/>
          </p:cNvSpPr>
          <p:nvPr/>
        </p:nvSpPr>
        <p:spPr>
          <a:xfrm xmlns:a="http://schemas.openxmlformats.org/drawingml/2006/main">
            <a:off x="1945385"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 name="Editable chart path">
            <a:extLst xmlns:a="http://schemas.openxmlformats.org/drawingml/2006/main">
              <a:ext uri="{FF2B5EF4-FFF2-40B4-BE49-F238E27FC236}">
                <a16:creationId xmlns:a16="http://schemas.microsoft.com/office/drawing/2014/main" id="{136A6092-0B36-4A1A-AC3C-C376B293BBC3}"/>
              </a:ext>
            </a:extLst>
          </p:cNvPr>
          <p:cNvSpPr>
            <a:spLocks xmlns:a="http://schemas.openxmlformats.org/drawingml/2006/main" noGrp="1"/>
          </p:cNvSpPr>
          <p:nvPr/>
        </p:nvSpPr>
        <p:spPr>
          <a:xfrm xmlns:a="http://schemas.openxmlformats.org/drawingml/2006/main">
            <a:off x="2016787"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 name="Editable chart path">
            <a:extLst xmlns:a="http://schemas.openxmlformats.org/drawingml/2006/main">
              <a:ext uri="{FF2B5EF4-FFF2-40B4-BE49-F238E27FC236}">
                <a16:creationId xmlns:a16="http://schemas.microsoft.com/office/drawing/2014/main" id="{71983D3E-538D-47B2-9FC4-192BA666FE01}"/>
              </a:ext>
            </a:extLst>
          </p:cNvPr>
          <p:cNvSpPr>
            <a:spLocks xmlns:a="http://schemas.openxmlformats.org/drawingml/2006/main" noGrp="1"/>
          </p:cNvSpPr>
          <p:nvPr/>
        </p:nvSpPr>
        <p:spPr>
          <a:xfrm xmlns:a="http://schemas.openxmlformats.org/drawingml/2006/main">
            <a:off x="2159591"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 name="Editable chart path">
            <a:extLst xmlns:a="http://schemas.openxmlformats.org/drawingml/2006/main">
              <a:ext uri="{FF2B5EF4-FFF2-40B4-BE49-F238E27FC236}">
                <a16:creationId xmlns:a16="http://schemas.microsoft.com/office/drawing/2014/main" id="{8B136843-270C-4544-AEA8-092E8B6B80E0}"/>
              </a:ext>
            </a:extLst>
          </p:cNvPr>
          <p:cNvSpPr>
            <a:spLocks xmlns:a="http://schemas.openxmlformats.org/drawingml/2006/main" noGrp="1"/>
          </p:cNvSpPr>
          <p:nvPr/>
        </p:nvSpPr>
        <p:spPr>
          <a:xfrm xmlns:a="http://schemas.openxmlformats.org/drawingml/2006/main">
            <a:off x="2230993"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 name="Editable chart path">
            <a:extLst xmlns:a="http://schemas.openxmlformats.org/drawingml/2006/main">
              <a:ext uri="{FF2B5EF4-FFF2-40B4-BE49-F238E27FC236}">
                <a16:creationId xmlns:a16="http://schemas.microsoft.com/office/drawing/2014/main" id="{5C5EE580-DE92-41E3-A40D-5DEBD44263F5}"/>
              </a:ext>
            </a:extLst>
          </p:cNvPr>
          <p:cNvSpPr>
            <a:spLocks xmlns:a="http://schemas.openxmlformats.org/drawingml/2006/main" noGrp="1"/>
          </p:cNvSpPr>
          <p:nvPr/>
        </p:nvSpPr>
        <p:spPr>
          <a:xfrm xmlns:a="http://schemas.openxmlformats.org/drawingml/2006/main">
            <a:off x="2302395"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 name="Editable chart path">
            <a:extLst xmlns:a="http://schemas.openxmlformats.org/drawingml/2006/main">
              <a:ext uri="{FF2B5EF4-FFF2-40B4-BE49-F238E27FC236}">
                <a16:creationId xmlns:a16="http://schemas.microsoft.com/office/drawing/2014/main" id="{8FE7BF1F-A4E7-4D4E-873F-9017ECC592C1}"/>
              </a:ext>
            </a:extLst>
          </p:cNvPr>
          <p:cNvSpPr>
            <a:spLocks xmlns:a="http://schemas.openxmlformats.org/drawingml/2006/main" noGrp="1"/>
          </p:cNvSpPr>
          <p:nvPr/>
        </p:nvSpPr>
        <p:spPr>
          <a:xfrm xmlns:a="http://schemas.openxmlformats.org/drawingml/2006/main">
            <a:off x="2373797"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 name="Editable chart path">
            <a:extLst xmlns:a="http://schemas.openxmlformats.org/drawingml/2006/main">
              <a:ext uri="{FF2B5EF4-FFF2-40B4-BE49-F238E27FC236}">
                <a16:creationId xmlns:a16="http://schemas.microsoft.com/office/drawing/2014/main" id="{80B07E03-0312-4D53-8098-D69C7B1E7523}"/>
              </a:ext>
            </a:extLst>
          </p:cNvPr>
          <p:cNvSpPr>
            <a:spLocks xmlns:a="http://schemas.openxmlformats.org/drawingml/2006/main" noGrp="1"/>
          </p:cNvSpPr>
          <p:nvPr/>
        </p:nvSpPr>
        <p:spPr>
          <a:xfrm xmlns:a="http://schemas.openxmlformats.org/drawingml/2006/main">
            <a:off x="2445199"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 name="Editable chart path">
            <a:extLst xmlns:a="http://schemas.openxmlformats.org/drawingml/2006/main">
              <a:ext uri="{FF2B5EF4-FFF2-40B4-BE49-F238E27FC236}">
                <a16:creationId xmlns:a16="http://schemas.microsoft.com/office/drawing/2014/main" id="{382AA4C4-4A86-4361-8D5E-C8884586D995}"/>
              </a:ext>
            </a:extLst>
          </p:cNvPr>
          <p:cNvSpPr>
            <a:spLocks xmlns:a="http://schemas.openxmlformats.org/drawingml/2006/main" noGrp="1"/>
          </p:cNvSpPr>
          <p:nvPr/>
        </p:nvSpPr>
        <p:spPr>
          <a:xfrm xmlns:a="http://schemas.openxmlformats.org/drawingml/2006/main">
            <a:off x="2516601"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 name="Editable chart path">
            <a:extLst xmlns:a="http://schemas.openxmlformats.org/drawingml/2006/main">
              <a:ext uri="{FF2B5EF4-FFF2-40B4-BE49-F238E27FC236}">
                <a16:creationId xmlns:a16="http://schemas.microsoft.com/office/drawing/2014/main" id="{F5D4C7EE-ED28-48AE-86F9-FD968EB7D5CD}"/>
              </a:ext>
            </a:extLst>
          </p:cNvPr>
          <p:cNvSpPr>
            <a:spLocks xmlns:a="http://schemas.openxmlformats.org/drawingml/2006/main" noGrp="1"/>
          </p:cNvSpPr>
          <p:nvPr/>
        </p:nvSpPr>
        <p:spPr>
          <a:xfrm xmlns:a="http://schemas.openxmlformats.org/drawingml/2006/main">
            <a:off x="2588003"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 name="Editable chart path">
            <a:extLst xmlns:a="http://schemas.openxmlformats.org/drawingml/2006/main">
              <a:ext uri="{FF2B5EF4-FFF2-40B4-BE49-F238E27FC236}">
                <a16:creationId xmlns:a16="http://schemas.microsoft.com/office/drawing/2014/main" id="{F5C8383F-1C82-489A-93AD-196F1E2485C7}"/>
              </a:ext>
            </a:extLst>
          </p:cNvPr>
          <p:cNvSpPr>
            <a:spLocks xmlns:a="http://schemas.openxmlformats.org/drawingml/2006/main" noGrp="1"/>
          </p:cNvSpPr>
          <p:nvPr/>
        </p:nvSpPr>
        <p:spPr>
          <a:xfrm xmlns:a="http://schemas.openxmlformats.org/drawingml/2006/main">
            <a:off x="2659405"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 name="Editable chart path">
            <a:extLst xmlns:a="http://schemas.openxmlformats.org/drawingml/2006/main">
              <a:ext uri="{FF2B5EF4-FFF2-40B4-BE49-F238E27FC236}">
                <a16:creationId xmlns:a16="http://schemas.microsoft.com/office/drawing/2014/main" id="{C3165B83-3107-4BFF-9381-2F41B97E9E66}"/>
              </a:ext>
            </a:extLst>
          </p:cNvPr>
          <p:cNvSpPr>
            <a:spLocks xmlns:a="http://schemas.openxmlformats.org/drawingml/2006/main" noGrp="1"/>
          </p:cNvSpPr>
          <p:nvPr/>
        </p:nvSpPr>
        <p:spPr>
          <a:xfrm xmlns:a="http://schemas.openxmlformats.org/drawingml/2006/main">
            <a:off x="2730807"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 name="Editable chart path">
            <a:extLst xmlns:a="http://schemas.openxmlformats.org/drawingml/2006/main">
              <a:ext uri="{FF2B5EF4-FFF2-40B4-BE49-F238E27FC236}">
                <a16:creationId xmlns:a16="http://schemas.microsoft.com/office/drawing/2014/main" id="{05312C38-C091-47E8-BA31-BEAB711379D3}"/>
              </a:ext>
            </a:extLst>
          </p:cNvPr>
          <p:cNvSpPr>
            <a:spLocks xmlns:a="http://schemas.openxmlformats.org/drawingml/2006/main" noGrp="1"/>
          </p:cNvSpPr>
          <p:nvPr/>
        </p:nvSpPr>
        <p:spPr>
          <a:xfrm xmlns:a="http://schemas.openxmlformats.org/drawingml/2006/main">
            <a:off x="2802209"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 name="Editable chart path">
            <a:extLst xmlns:a="http://schemas.openxmlformats.org/drawingml/2006/main">
              <a:ext uri="{FF2B5EF4-FFF2-40B4-BE49-F238E27FC236}">
                <a16:creationId xmlns:a16="http://schemas.microsoft.com/office/drawing/2014/main" id="{0A5688CD-9CF7-433C-8A60-A35DA6328BF4}"/>
              </a:ext>
            </a:extLst>
          </p:cNvPr>
          <p:cNvSpPr>
            <a:spLocks xmlns:a="http://schemas.openxmlformats.org/drawingml/2006/main" noGrp="1"/>
          </p:cNvSpPr>
          <p:nvPr/>
        </p:nvSpPr>
        <p:spPr>
          <a:xfrm xmlns:a="http://schemas.openxmlformats.org/drawingml/2006/main">
            <a:off x="2873611"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 name="Editable chart path">
            <a:extLst xmlns:a="http://schemas.openxmlformats.org/drawingml/2006/main">
              <a:ext uri="{FF2B5EF4-FFF2-40B4-BE49-F238E27FC236}">
                <a16:creationId xmlns:a16="http://schemas.microsoft.com/office/drawing/2014/main" id="{B041F616-70A7-482A-A4A4-34E018D95F85}"/>
              </a:ext>
            </a:extLst>
          </p:cNvPr>
          <p:cNvSpPr>
            <a:spLocks xmlns:a="http://schemas.openxmlformats.org/drawingml/2006/main" noGrp="1"/>
          </p:cNvSpPr>
          <p:nvPr/>
        </p:nvSpPr>
        <p:spPr>
          <a:xfrm xmlns:a="http://schemas.openxmlformats.org/drawingml/2006/main">
            <a:off x="2945013"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 name="Editable chart path">
            <a:extLst xmlns:a="http://schemas.openxmlformats.org/drawingml/2006/main">
              <a:ext uri="{FF2B5EF4-FFF2-40B4-BE49-F238E27FC236}">
                <a16:creationId xmlns:a16="http://schemas.microsoft.com/office/drawing/2014/main" id="{6A5F3144-D1F9-4D27-AEB4-93D430394488}"/>
              </a:ext>
            </a:extLst>
          </p:cNvPr>
          <p:cNvSpPr>
            <a:spLocks xmlns:a="http://schemas.openxmlformats.org/drawingml/2006/main" noGrp="1"/>
          </p:cNvSpPr>
          <p:nvPr/>
        </p:nvSpPr>
        <p:spPr>
          <a:xfrm xmlns:a="http://schemas.openxmlformats.org/drawingml/2006/main">
            <a:off x="3016415"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 name="Editable chart path">
            <a:extLst xmlns:a="http://schemas.openxmlformats.org/drawingml/2006/main">
              <a:ext uri="{FF2B5EF4-FFF2-40B4-BE49-F238E27FC236}">
                <a16:creationId xmlns:a16="http://schemas.microsoft.com/office/drawing/2014/main" id="{B24144EC-4C9E-417D-816C-21A0D16A5929}"/>
              </a:ext>
            </a:extLst>
          </p:cNvPr>
          <p:cNvSpPr>
            <a:spLocks xmlns:a="http://schemas.openxmlformats.org/drawingml/2006/main" noGrp="1"/>
          </p:cNvSpPr>
          <p:nvPr/>
        </p:nvSpPr>
        <p:spPr>
          <a:xfrm xmlns:a="http://schemas.openxmlformats.org/drawingml/2006/main">
            <a:off x="3087817"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2" name="Editable chart path">
            <a:extLst xmlns:a="http://schemas.openxmlformats.org/drawingml/2006/main">
              <a:ext uri="{FF2B5EF4-FFF2-40B4-BE49-F238E27FC236}">
                <a16:creationId xmlns:a16="http://schemas.microsoft.com/office/drawing/2014/main" id="{F5DADCAB-C322-4438-A27D-95E2B4E24C03}"/>
              </a:ext>
            </a:extLst>
          </p:cNvPr>
          <p:cNvSpPr>
            <a:spLocks xmlns:a="http://schemas.openxmlformats.org/drawingml/2006/main" noGrp="1"/>
          </p:cNvSpPr>
          <p:nvPr/>
        </p:nvSpPr>
        <p:spPr>
          <a:xfrm xmlns:a="http://schemas.openxmlformats.org/drawingml/2006/main">
            <a:off x="3159219"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3" name="Editable chart path">
            <a:extLst xmlns:a="http://schemas.openxmlformats.org/drawingml/2006/main">
              <a:ext uri="{FF2B5EF4-FFF2-40B4-BE49-F238E27FC236}">
                <a16:creationId xmlns:a16="http://schemas.microsoft.com/office/drawing/2014/main" id="{3F5FDB8E-CC53-4330-BC82-A3368EB61073}"/>
              </a:ext>
            </a:extLst>
          </p:cNvPr>
          <p:cNvSpPr>
            <a:spLocks xmlns:a="http://schemas.openxmlformats.org/drawingml/2006/main" noGrp="1"/>
          </p:cNvSpPr>
          <p:nvPr/>
        </p:nvSpPr>
        <p:spPr>
          <a:xfrm xmlns:a="http://schemas.openxmlformats.org/drawingml/2006/main">
            <a:off x="3230621"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4" name="Editable chart path">
            <a:extLst xmlns:a="http://schemas.openxmlformats.org/drawingml/2006/main">
              <a:ext uri="{FF2B5EF4-FFF2-40B4-BE49-F238E27FC236}">
                <a16:creationId xmlns:a16="http://schemas.microsoft.com/office/drawing/2014/main" id="{ED4484EA-5918-47FD-9F9D-D9F0BAC2A3A6}"/>
              </a:ext>
            </a:extLst>
          </p:cNvPr>
          <p:cNvSpPr>
            <a:spLocks xmlns:a="http://schemas.openxmlformats.org/drawingml/2006/main" noGrp="1"/>
          </p:cNvSpPr>
          <p:nvPr/>
        </p:nvSpPr>
        <p:spPr>
          <a:xfrm xmlns:a="http://schemas.openxmlformats.org/drawingml/2006/main">
            <a:off x="3302023"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5" name="Editable chart path">
            <a:extLst xmlns:a="http://schemas.openxmlformats.org/drawingml/2006/main">
              <a:ext uri="{FF2B5EF4-FFF2-40B4-BE49-F238E27FC236}">
                <a16:creationId xmlns:a16="http://schemas.microsoft.com/office/drawing/2014/main" id="{F0E32DCD-8154-4CBE-80DF-5C5FB5298387}"/>
              </a:ext>
            </a:extLst>
          </p:cNvPr>
          <p:cNvSpPr>
            <a:spLocks xmlns:a="http://schemas.openxmlformats.org/drawingml/2006/main" noGrp="1"/>
          </p:cNvSpPr>
          <p:nvPr/>
        </p:nvSpPr>
        <p:spPr>
          <a:xfrm xmlns:a="http://schemas.openxmlformats.org/drawingml/2006/main">
            <a:off x="3373425"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6" name="Editable chart path">
            <a:extLst xmlns:a="http://schemas.openxmlformats.org/drawingml/2006/main">
              <a:ext uri="{FF2B5EF4-FFF2-40B4-BE49-F238E27FC236}">
                <a16:creationId xmlns:a16="http://schemas.microsoft.com/office/drawing/2014/main" id="{3604A57B-0924-4C85-9ED1-D5EB6E5A0905}"/>
              </a:ext>
            </a:extLst>
          </p:cNvPr>
          <p:cNvSpPr>
            <a:spLocks xmlns:a="http://schemas.openxmlformats.org/drawingml/2006/main" noGrp="1"/>
          </p:cNvSpPr>
          <p:nvPr/>
        </p:nvSpPr>
        <p:spPr>
          <a:xfrm xmlns:a="http://schemas.openxmlformats.org/drawingml/2006/main">
            <a:off x="3444827"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7" name="Editable chart path">
            <a:extLst xmlns:a="http://schemas.openxmlformats.org/drawingml/2006/main">
              <a:ext uri="{FF2B5EF4-FFF2-40B4-BE49-F238E27FC236}">
                <a16:creationId xmlns:a16="http://schemas.microsoft.com/office/drawing/2014/main" id="{4C4DE136-B92B-489A-9E55-4A5E9A6467FA}"/>
              </a:ext>
            </a:extLst>
          </p:cNvPr>
          <p:cNvSpPr>
            <a:spLocks xmlns:a="http://schemas.openxmlformats.org/drawingml/2006/main" noGrp="1"/>
          </p:cNvSpPr>
          <p:nvPr/>
        </p:nvSpPr>
        <p:spPr>
          <a:xfrm xmlns:a="http://schemas.openxmlformats.org/drawingml/2006/main">
            <a:off x="3516229"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8" name="Editable chart path">
            <a:extLst xmlns:a="http://schemas.openxmlformats.org/drawingml/2006/main">
              <a:ext uri="{FF2B5EF4-FFF2-40B4-BE49-F238E27FC236}">
                <a16:creationId xmlns:a16="http://schemas.microsoft.com/office/drawing/2014/main" id="{3111DF67-B07E-4A20-9565-4F9DC35C1D27}"/>
              </a:ext>
            </a:extLst>
          </p:cNvPr>
          <p:cNvSpPr>
            <a:spLocks xmlns:a="http://schemas.openxmlformats.org/drawingml/2006/main" noGrp="1"/>
          </p:cNvSpPr>
          <p:nvPr/>
        </p:nvSpPr>
        <p:spPr>
          <a:xfrm xmlns:a="http://schemas.openxmlformats.org/drawingml/2006/main">
            <a:off x="3587631"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9" name="Editable chart path">
            <a:extLst xmlns:a="http://schemas.openxmlformats.org/drawingml/2006/main">
              <a:ext uri="{FF2B5EF4-FFF2-40B4-BE49-F238E27FC236}">
                <a16:creationId xmlns:a16="http://schemas.microsoft.com/office/drawing/2014/main" id="{8F98D188-8701-4104-B5EE-9C1467D7E6E9}"/>
              </a:ext>
            </a:extLst>
          </p:cNvPr>
          <p:cNvSpPr>
            <a:spLocks xmlns:a="http://schemas.openxmlformats.org/drawingml/2006/main" noGrp="1"/>
          </p:cNvSpPr>
          <p:nvPr/>
        </p:nvSpPr>
        <p:spPr>
          <a:xfrm xmlns:a="http://schemas.openxmlformats.org/drawingml/2006/main">
            <a:off x="3659033"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0" name="Editable chart path">
            <a:extLst xmlns:a="http://schemas.openxmlformats.org/drawingml/2006/main">
              <a:ext uri="{FF2B5EF4-FFF2-40B4-BE49-F238E27FC236}">
                <a16:creationId xmlns:a16="http://schemas.microsoft.com/office/drawing/2014/main" id="{ECF386CF-E7D7-4421-B8B8-0CF6C4D28957}"/>
              </a:ext>
            </a:extLst>
          </p:cNvPr>
          <p:cNvSpPr>
            <a:spLocks xmlns:a="http://schemas.openxmlformats.org/drawingml/2006/main" noGrp="1"/>
          </p:cNvSpPr>
          <p:nvPr/>
        </p:nvSpPr>
        <p:spPr>
          <a:xfrm xmlns:a="http://schemas.openxmlformats.org/drawingml/2006/main">
            <a:off x="3730435"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1" name="Editable chart path">
            <a:extLst xmlns:a="http://schemas.openxmlformats.org/drawingml/2006/main">
              <a:ext uri="{FF2B5EF4-FFF2-40B4-BE49-F238E27FC236}">
                <a16:creationId xmlns:a16="http://schemas.microsoft.com/office/drawing/2014/main" id="{334E9921-1B9D-4BAE-A998-BD7BBFE62E65}"/>
              </a:ext>
            </a:extLst>
          </p:cNvPr>
          <p:cNvSpPr>
            <a:spLocks xmlns:a="http://schemas.openxmlformats.org/drawingml/2006/main" noGrp="1"/>
          </p:cNvSpPr>
          <p:nvPr/>
        </p:nvSpPr>
        <p:spPr>
          <a:xfrm xmlns:a="http://schemas.openxmlformats.org/drawingml/2006/main">
            <a:off x="3801836"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2" name="Editable chart path">
            <a:extLst xmlns:a="http://schemas.openxmlformats.org/drawingml/2006/main">
              <a:ext uri="{FF2B5EF4-FFF2-40B4-BE49-F238E27FC236}">
                <a16:creationId xmlns:a16="http://schemas.microsoft.com/office/drawing/2014/main" id="{A8113F77-5B40-4A3C-A4E8-63CD346A667A}"/>
              </a:ext>
            </a:extLst>
          </p:cNvPr>
          <p:cNvSpPr>
            <a:spLocks xmlns:a="http://schemas.openxmlformats.org/drawingml/2006/main" noGrp="1"/>
          </p:cNvSpPr>
          <p:nvPr/>
        </p:nvSpPr>
        <p:spPr>
          <a:xfrm xmlns:a="http://schemas.openxmlformats.org/drawingml/2006/main">
            <a:off x="3873238"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3" name="Editable chart path">
            <a:extLst xmlns:a="http://schemas.openxmlformats.org/drawingml/2006/main">
              <a:ext uri="{FF2B5EF4-FFF2-40B4-BE49-F238E27FC236}">
                <a16:creationId xmlns:a16="http://schemas.microsoft.com/office/drawing/2014/main" id="{554AE89D-3ED2-4BCC-AA73-F2F6D1FEF8D0}"/>
              </a:ext>
            </a:extLst>
          </p:cNvPr>
          <p:cNvSpPr>
            <a:spLocks xmlns:a="http://schemas.openxmlformats.org/drawingml/2006/main" noGrp="1"/>
          </p:cNvSpPr>
          <p:nvPr/>
        </p:nvSpPr>
        <p:spPr>
          <a:xfrm xmlns:a="http://schemas.openxmlformats.org/drawingml/2006/main">
            <a:off x="3944640"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4" name="Editable chart path">
            <a:extLst xmlns:a="http://schemas.openxmlformats.org/drawingml/2006/main">
              <a:ext uri="{FF2B5EF4-FFF2-40B4-BE49-F238E27FC236}">
                <a16:creationId xmlns:a16="http://schemas.microsoft.com/office/drawing/2014/main" id="{811B870B-FFE9-4869-A271-E352FE864914}"/>
              </a:ext>
            </a:extLst>
          </p:cNvPr>
          <p:cNvSpPr>
            <a:spLocks xmlns:a="http://schemas.openxmlformats.org/drawingml/2006/main" noGrp="1"/>
          </p:cNvSpPr>
          <p:nvPr/>
        </p:nvSpPr>
        <p:spPr>
          <a:xfrm xmlns:a="http://schemas.openxmlformats.org/drawingml/2006/main">
            <a:off x="4016042"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5" name="Editable chart path">
            <a:extLst xmlns:a="http://schemas.openxmlformats.org/drawingml/2006/main">
              <a:ext uri="{FF2B5EF4-FFF2-40B4-BE49-F238E27FC236}">
                <a16:creationId xmlns:a16="http://schemas.microsoft.com/office/drawing/2014/main" id="{3430938A-30A7-4790-B652-CBB5299E01EA}"/>
              </a:ext>
            </a:extLst>
          </p:cNvPr>
          <p:cNvSpPr>
            <a:spLocks xmlns:a="http://schemas.openxmlformats.org/drawingml/2006/main" noGrp="1"/>
          </p:cNvSpPr>
          <p:nvPr/>
        </p:nvSpPr>
        <p:spPr>
          <a:xfrm xmlns:a="http://schemas.openxmlformats.org/drawingml/2006/main">
            <a:off x="4087444"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6" name="Editable chart path">
            <a:extLst xmlns:a="http://schemas.openxmlformats.org/drawingml/2006/main">
              <a:ext uri="{FF2B5EF4-FFF2-40B4-BE49-F238E27FC236}">
                <a16:creationId xmlns:a16="http://schemas.microsoft.com/office/drawing/2014/main" id="{5FBA3155-8539-4987-97B3-5D8035FE3906}"/>
              </a:ext>
            </a:extLst>
          </p:cNvPr>
          <p:cNvSpPr>
            <a:spLocks xmlns:a="http://schemas.openxmlformats.org/drawingml/2006/main" noGrp="1"/>
          </p:cNvSpPr>
          <p:nvPr/>
        </p:nvSpPr>
        <p:spPr>
          <a:xfrm xmlns:a="http://schemas.openxmlformats.org/drawingml/2006/main">
            <a:off x="4158846"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7" name="Editable chart path">
            <a:extLst xmlns:a="http://schemas.openxmlformats.org/drawingml/2006/main">
              <a:ext uri="{FF2B5EF4-FFF2-40B4-BE49-F238E27FC236}">
                <a16:creationId xmlns:a16="http://schemas.microsoft.com/office/drawing/2014/main" id="{C0CF5A7D-8372-4032-990C-BE3F71BDD10C}"/>
              </a:ext>
            </a:extLst>
          </p:cNvPr>
          <p:cNvSpPr>
            <a:spLocks xmlns:a="http://schemas.openxmlformats.org/drawingml/2006/main" noGrp="1"/>
          </p:cNvSpPr>
          <p:nvPr/>
        </p:nvSpPr>
        <p:spPr>
          <a:xfrm xmlns:a="http://schemas.openxmlformats.org/drawingml/2006/main">
            <a:off x="4230248"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8" name="Editable chart path">
            <a:extLst xmlns:a="http://schemas.openxmlformats.org/drawingml/2006/main">
              <a:ext uri="{FF2B5EF4-FFF2-40B4-BE49-F238E27FC236}">
                <a16:creationId xmlns:a16="http://schemas.microsoft.com/office/drawing/2014/main" id="{E093DBFC-D1A7-455B-AFAA-D4AE02A728CC}"/>
              </a:ext>
            </a:extLst>
          </p:cNvPr>
          <p:cNvSpPr>
            <a:spLocks xmlns:a="http://schemas.openxmlformats.org/drawingml/2006/main" noGrp="1"/>
          </p:cNvSpPr>
          <p:nvPr/>
        </p:nvSpPr>
        <p:spPr>
          <a:xfrm xmlns:a="http://schemas.openxmlformats.org/drawingml/2006/main">
            <a:off x="4301650"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89" name="Editable chart path">
            <a:extLst xmlns:a="http://schemas.openxmlformats.org/drawingml/2006/main">
              <a:ext uri="{FF2B5EF4-FFF2-40B4-BE49-F238E27FC236}">
                <a16:creationId xmlns:a16="http://schemas.microsoft.com/office/drawing/2014/main" id="{770B12F1-F8E6-43A0-9E7A-0A45E8B751D7}"/>
              </a:ext>
            </a:extLst>
          </p:cNvPr>
          <p:cNvSpPr>
            <a:spLocks xmlns:a="http://schemas.openxmlformats.org/drawingml/2006/main" noGrp="1"/>
          </p:cNvSpPr>
          <p:nvPr/>
        </p:nvSpPr>
        <p:spPr>
          <a:xfrm xmlns:a="http://schemas.openxmlformats.org/drawingml/2006/main">
            <a:off x="4373052"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0" name="Editable chart path">
            <a:extLst xmlns:a="http://schemas.openxmlformats.org/drawingml/2006/main">
              <a:ext uri="{FF2B5EF4-FFF2-40B4-BE49-F238E27FC236}">
                <a16:creationId xmlns:a16="http://schemas.microsoft.com/office/drawing/2014/main" id="{96BC07C9-3097-49C4-8B48-773AAC25DD92}"/>
              </a:ext>
            </a:extLst>
          </p:cNvPr>
          <p:cNvSpPr>
            <a:spLocks xmlns:a="http://schemas.openxmlformats.org/drawingml/2006/main" noGrp="1"/>
          </p:cNvSpPr>
          <p:nvPr/>
        </p:nvSpPr>
        <p:spPr>
          <a:xfrm xmlns:a="http://schemas.openxmlformats.org/drawingml/2006/main">
            <a:off x="187398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1" name="Editable chart path">
            <a:extLst xmlns:a="http://schemas.openxmlformats.org/drawingml/2006/main">
              <a:ext uri="{FF2B5EF4-FFF2-40B4-BE49-F238E27FC236}">
                <a16:creationId xmlns:a16="http://schemas.microsoft.com/office/drawing/2014/main" id="{BD2F8243-FD9E-416B-9530-3CE49DB85464}"/>
              </a:ext>
            </a:extLst>
          </p:cNvPr>
          <p:cNvSpPr>
            <a:spLocks xmlns:a="http://schemas.openxmlformats.org/drawingml/2006/main" noGrp="1"/>
          </p:cNvSpPr>
          <p:nvPr/>
        </p:nvSpPr>
        <p:spPr>
          <a:xfrm xmlns:a="http://schemas.openxmlformats.org/drawingml/2006/main">
            <a:off x="194538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2" name="Editable chart path">
            <a:extLst xmlns:a="http://schemas.openxmlformats.org/drawingml/2006/main">
              <a:ext uri="{FF2B5EF4-FFF2-40B4-BE49-F238E27FC236}">
                <a16:creationId xmlns:a16="http://schemas.microsoft.com/office/drawing/2014/main" id="{7064F8CF-E6F8-4404-BFF7-000518668C19}"/>
              </a:ext>
            </a:extLst>
          </p:cNvPr>
          <p:cNvSpPr>
            <a:spLocks xmlns:a="http://schemas.openxmlformats.org/drawingml/2006/main" noGrp="1"/>
          </p:cNvSpPr>
          <p:nvPr/>
        </p:nvSpPr>
        <p:spPr>
          <a:xfrm xmlns:a="http://schemas.openxmlformats.org/drawingml/2006/main">
            <a:off x="2016787"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3" name="Editable chart path">
            <a:extLst xmlns:a="http://schemas.openxmlformats.org/drawingml/2006/main">
              <a:ext uri="{FF2B5EF4-FFF2-40B4-BE49-F238E27FC236}">
                <a16:creationId xmlns:a16="http://schemas.microsoft.com/office/drawing/2014/main" id="{53286AE1-CE3A-49B8-82DB-E023CEAC9844}"/>
              </a:ext>
            </a:extLst>
          </p:cNvPr>
          <p:cNvSpPr>
            <a:spLocks xmlns:a="http://schemas.openxmlformats.org/drawingml/2006/main" noGrp="1"/>
          </p:cNvSpPr>
          <p:nvPr/>
        </p:nvSpPr>
        <p:spPr>
          <a:xfrm xmlns:a="http://schemas.openxmlformats.org/drawingml/2006/main">
            <a:off x="2088189"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4" name="Editable chart path">
            <a:extLst xmlns:a="http://schemas.openxmlformats.org/drawingml/2006/main">
              <a:ext uri="{FF2B5EF4-FFF2-40B4-BE49-F238E27FC236}">
                <a16:creationId xmlns:a16="http://schemas.microsoft.com/office/drawing/2014/main" id="{DFE3B83F-B1CE-40A6-9F28-0BCB020D86EC}"/>
              </a:ext>
            </a:extLst>
          </p:cNvPr>
          <p:cNvSpPr>
            <a:spLocks xmlns:a="http://schemas.openxmlformats.org/drawingml/2006/main" noGrp="1"/>
          </p:cNvSpPr>
          <p:nvPr/>
        </p:nvSpPr>
        <p:spPr>
          <a:xfrm xmlns:a="http://schemas.openxmlformats.org/drawingml/2006/main">
            <a:off x="2159591"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5" name="Editable chart path">
            <a:extLst xmlns:a="http://schemas.openxmlformats.org/drawingml/2006/main">
              <a:ext uri="{FF2B5EF4-FFF2-40B4-BE49-F238E27FC236}">
                <a16:creationId xmlns:a16="http://schemas.microsoft.com/office/drawing/2014/main" id="{E67712AB-81F9-4A6D-BF42-2EDDCDF4C1F4}"/>
              </a:ext>
            </a:extLst>
          </p:cNvPr>
          <p:cNvSpPr>
            <a:spLocks xmlns:a="http://schemas.openxmlformats.org/drawingml/2006/main" noGrp="1"/>
          </p:cNvSpPr>
          <p:nvPr/>
        </p:nvSpPr>
        <p:spPr>
          <a:xfrm xmlns:a="http://schemas.openxmlformats.org/drawingml/2006/main">
            <a:off x="223099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6" name="Editable chart path">
            <a:extLst xmlns:a="http://schemas.openxmlformats.org/drawingml/2006/main">
              <a:ext uri="{FF2B5EF4-FFF2-40B4-BE49-F238E27FC236}">
                <a16:creationId xmlns:a16="http://schemas.microsoft.com/office/drawing/2014/main" id="{704D9C37-D639-4C84-BE00-C7F48D2BB02E}"/>
              </a:ext>
            </a:extLst>
          </p:cNvPr>
          <p:cNvSpPr>
            <a:spLocks xmlns:a="http://schemas.openxmlformats.org/drawingml/2006/main" noGrp="1"/>
          </p:cNvSpPr>
          <p:nvPr/>
        </p:nvSpPr>
        <p:spPr>
          <a:xfrm xmlns:a="http://schemas.openxmlformats.org/drawingml/2006/main">
            <a:off x="230239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7" name="Editable chart path">
            <a:extLst xmlns:a="http://schemas.openxmlformats.org/drawingml/2006/main">
              <a:ext uri="{FF2B5EF4-FFF2-40B4-BE49-F238E27FC236}">
                <a16:creationId xmlns:a16="http://schemas.microsoft.com/office/drawing/2014/main" id="{120FC86C-F7C2-4EBA-90A9-EDB15F0AD1B5}"/>
              </a:ext>
            </a:extLst>
          </p:cNvPr>
          <p:cNvSpPr>
            <a:spLocks xmlns:a="http://schemas.openxmlformats.org/drawingml/2006/main" noGrp="1"/>
          </p:cNvSpPr>
          <p:nvPr/>
        </p:nvSpPr>
        <p:spPr>
          <a:xfrm xmlns:a="http://schemas.openxmlformats.org/drawingml/2006/main">
            <a:off x="2373797"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8" name="Editable chart path">
            <a:extLst xmlns:a="http://schemas.openxmlformats.org/drawingml/2006/main">
              <a:ext uri="{FF2B5EF4-FFF2-40B4-BE49-F238E27FC236}">
                <a16:creationId xmlns:a16="http://schemas.microsoft.com/office/drawing/2014/main" id="{A4281607-A1DA-4038-95DB-8784E3BB6230}"/>
              </a:ext>
            </a:extLst>
          </p:cNvPr>
          <p:cNvSpPr>
            <a:spLocks xmlns:a="http://schemas.openxmlformats.org/drawingml/2006/main" noGrp="1"/>
          </p:cNvSpPr>
          <p:nvPr/>
        </p:nvSpPr>
        <p:spPr>
          <a:xfrm xmlns:a="http://schemas.openxmlformats.org/drawingml/2006/main">
            <a:off x="2445199"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99" name="Editable chart path">
            <a:extLst xmlns:a="http://schemas.openxmlformats.org/drawingml/2006/main">
              <a:ext uri="{FF2B5EF4-FFF2-40B4-BE49-F238E27FC236}">
                <a16:creationId xmlns:a16="http://schemas.microsoft.com/office/drawing/2014/main" id="{87FF5D5E-0F2A-4B53-A7A2-CD4FDEB9D378}"/>
              </a:ext>
            </a:extLst>
          </p:cNvPr>
          <p:cNvSpPr>
            <a:spLocks xmlns:a="http://schemas.openxmlformats.org/drawingml/2006/main" noGrp="1"/>
          </p:cNvSpPr>
          <p:nvPr/>
        </p:nvSpPr>
        <p:spPr>
          <a:xfrm xmlns:a="http://schemas.openxmlformats.org/drawingml/2006/main">
            <a:off x="2516601"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0" name="Editable chart path">
            <a:extLst xmlns:a="http://schemas.openxmlformats.org/drawingml/2006/main">
              <a:ext uri="{FF2B5EF4-FFF2-40B4-BE49-F238E27FC236}">
                <a16:creationId xmlns:a16="http://schemas.microsoft.com/office/drawing/2014/main" id="{AE7EC0EC-921F-4C15-9319-7EB8D5A5D68E}"/>
              </a:ext>
            </a:extLst>
          </p:cNvPr>
          <p:cNvSpPr>
            <a:spLocks xmlns:a="http://schemas.openxmlformats.org/drawingml/2006/main" noGrp="1"/>
          </p:cNvSpPr>
          <p:nvPr/>
        </p:nvSpPr>
        <p:spPr>
          <a:xfrm xmlns:a="http://schemas.openxmlformats.org/drawingml/2006/main">
            <a:off x="258800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1" name="Editable chart path">
            <a:extLst xmlns:a="http://schemas.openxmlformats.org/drawingml/2006/main">
              <a:ext uri="{FF2B5EF4-FFF2-40B4-BE49-F238E27FC236}">
                <a16:creationId xmlns:a16="http://schemas.microsoft.com/office/drawing/2014/main" id="{0EC2278D-69CB-4DE5-9902-D5CEBA4A1D87}"/>
              </a:ext>
            </a:extLst>
          </p:cNvPr>
          <p:cNvSpPr>
            <a:spLocks xmlns:a="http://schemas.openxmlformats.org/drawingml/2006/main" noGrp="1"/>
          </p:cNvSpPr>
          <p:nvPr/>
        </p:nvSpPr>
        <p:spPr>
          <a:xfrm xmlns:a="http://schemas.openxmlformats.org/drawingml/2006/main">
            <a:off x="265940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2" name="Editable chart path">
            <a:extLst xmlns:a="http://schemas.openxmlformats.org/drawingml/2006/main">
              <a:ext uri="{FF2B5EF4-FFF2-40B4-BE49-F238E27FC236}">
                <a16:creationId xmlns:a16="http://schemas.microsoft.com/office/drawing/2014/main" id="{6AFD985D-9738-4F72-92AB-770880C046B6}"/>
              </a:ext>
            </a:extLst>
          </p:cNvPr>
          <p:cNvSpPr>
            <a:spLocks xmlns:a="http://schemas.openxmlformats.org/drawingml/2006/main" noGrp="1"/>
          </p:cNvSpPr>
          <p:nvPr/>
        </p:nvSpPr>
        <p:spPr>
          <a:xfrm xmlns:a="http://schemas.openxmlformats.org/drawingml/2006/main">
            <a:off x="2730807"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3" name="Editable chart path">
            <a:extLst xmlns:a="http://schemas.openxmlformats.org/drawingml/2006/main">
              <a:ext uri="{FF2B5EF4-FFF2-40B4-BE49-F238E27FC236}">
                <a16:creationId xmlns:a16="http://schemas.microsoft.com/office/drawing/2014/main" id="{8042DD54-4FDE-4965-B4C4-07BFBBA4E525}"/>
              </a:ext>
            </a:extLst>
          </p:cNvPr>
          <p:cNvSpPr>
            <a:spLocks xmlns:a="http://schemas.openxmlformats.org/drawingml/2006/main" noGrp="1"/>
          </p:cNvSpPr>
          <p:nvPr/>
        </p:nvSpPr>
        <p:spPr>
          <a:xfrm xmlns:a="http://schemas.openxmlformats.org/drawingml/2006/main">
            <a:off x="2802209"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4" name="Editable chart path">
            <a:extLst xmlns:a="http://schemas.openxmlformats.org/drawingml/2006/main">
              <a:ext uri="{FF2B5EF4-FFF2-40B4-BE49-F238E27FC236}">
                <a16:creationId xmlns:a16="http://schemas.microsoft.com/office/drawing/2014/main" id="{99FA9F83-A37D-4AF2-B0F5-A84F1FBA6641}"/>
              </a:ext>
            </a:extLst>
          </p:cNvPr>
          <p:cNvSpPr>
            <a:spLocks xmlns:a="http://schemas.openxmlformats.org/drawingml/2006/main" noGrp="1"/>
          </p:cNvSpPr>
          <p:nvPr/>
        </p:nvSpPr>
        <p:spPr>
          <a:xfrm xmlns:a="http://schemas.openxmlformats.org/drawingml/2006/main">
            <a:off x="2873611"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5" name="Editable chart path">
            <a:extLst xmlns:a="http://schemas.openxmlformats.org/drawingml/2006/main">
              <a:ext uri="{FF2B5EF4-FFF2-40B4-BE49-F238E27FC236}">
                <a16:creationId xmlns:a16="http://schemas.microsoft.com/office/drawing/2014/main" id="{5AEAD748-277C-429E-9F15-5EEAAD46256B}"/>
              </a:ext>
            </a:extLst>
          </p:cNvPr>
          <p:cNvSpPr>
            <a:spLocks xmlns:a="http://schemas.openxmlformats.org/drawingml/2006/main" noGrp="1"/>
          </p:cNvSpPr>
          <p:nvPr/>
        </p:nvSpPr>
        <p:spPr>
          <a:xfrm xmlns:a="http://schemas.openxmlformats.org/drawingml/2006/main">
            <a:off x="294501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6" name="Editable chart path">
            <a:extLst xmlns:a="http://schemas.openxmlformats.org/drawingml/2006/main">
              <a:ext uri="{FF2B5EF4-FFF2-40B4-BE49-F238E27FC236}">
                <a16:creationId xmlns:a16="http://schemas.microsoft.com/office/drawing/2014/main" id="{948A08A1-A599-438B-AB08-645744C4F70F}"/>
              </a:ext>
            </a:extLst>
          </p:cNvPr>
          <p:cNvSpPr>
            <a:spLocks xmlns:a="http://schemas.openxmlformats.org/drawingml/2006/main" noGrp="1"/>
          </p:cNvSpPr>
          <p:nvPr/>
        </p:nvSpPr>
        <p:spPr>
          <a:xfrm xmlns:a="http://schemas.openxmlformats.org/drawingml/2006/main">
            <a:off x="301641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7" name="Editable chart path">
            <a:extLst xmlns:a="http://schemas.openxmlformats.org/drawingml/2006/main">
              <a:ext uri="{FF2B5EF4-FFF2-40B4-BE49-F238E27FC236}">
                <a16:creationId xmlns:a16="http://schemas.microsoft.com/office/drawing/2014/main" id="{4A312B78-77C3-48E8-BC26-CAF18C9003AE}"/>
              </a:ext>
            </a:extLst>
          </p:cNvPr>
          <p:cNvSpPr>
            <a:spLocks xmlns:a="http://schemas.openxmlformats.org/drawingml/2006/main" noGrp="1"/>
          </p:cNvSpPr>
          <p:nvPr/>
        </p:nvSpPr>
        <p:spPr>
          <a:xfrm xmlns:a="http://schemas.openxmlformats.org/drawingml/2006/main">
            <a:off x="3087817"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8" name="Editable chart path">
            <a:extLst xmlns:a="http://schemas.openxmlformats.org/drawingml/2006/main">
              <a:ext uri="{FF2B5EF4-FFF2-40B4-BE49-F238E27FC236}">
                <a16:creationId xmlns:a16="http://schemas.microsoft.com/office/drawing/2014/main" id="{13B3D636-DBE1-474F-8EED-C73D63CAE83B}"/>
              </a:ext>
            </a:extLst>
          </p:cNvPr>
          <p:cNvSpPr>
            <a:spLocks xmlns:a="http://schemas.openxmlformats.org/drawingml/2006/main" noGrp="1"/>
          </p:cNvSpPr>
          <p:nvPr/>
        </p:nvSpPr>
        <p:spPr>
          <a:xfrm xmlns:a="http://schemas.openxmlformats.org/drawingml/2006/main">
            <a:off x="3159219"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09" name="Editable chart path">
            <a:extLst xmlns:a="http://schemas.openxmlformats.org/drawingml/2006/main">
              <a:ext uri="{FF2B5EF4-FFF2-40B4-BE49-F238E27FC236}">
                <a16:creationId xmlns:a16="http://schemas.microsoft.com/office/drawing/2014/main" id="{896B89B3-8E5E-42F5-A9E8-0140A975CF85}"/>
              </a:ext>
            </a:extLst>
          </p:cNvPr>
          <p:cNvSpPr>
            <a:spLocks xmlns:a="http://schemas.openxmlformats.org/drawingml/2006/main" noGrp="1"/>
          </p:cNvSpPr>
          <p:nvPr/>
        </p:nvSpPr>
        <p:spPr>
          <a:xfrm xmlns:a="http://schemas.openxmlformats.org/drawingml/2006/main">
            <a:off x="3230621"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0" name="Editable chart path">
            <a:extLst xmlns:a="http://schemas.openxmlformats.org/drawingml/2006/main">
              <a:ext uri="{FF2B5EF4-FFF2-40B4-BE49-F238E27FC236}">
                <a16:creationId xmlns:a16="http://schemas.microsoft.com/office/drawing/2014/main" id="{34EA4074-8F16-4EB8-B757-B71D37F2C617}"/>
              </a:ext>
            </a:extLst>
          </p:cNvPr>
          <p:cNvSpPr>
            <a:spLocks xmlns:a="http://schemas.openxmlformats.org/drawingml/2006/main" noGrp="1"/>
          </p:cNvSpPr>
          <p:nvPr/>
        </p:nvSpPr>
        <p:spPr>
          <a:xfrm xmlns:a="http://schemas.openxmlformats.org/drawingml/2006/main">
            <a:off x="330202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1" name="Editable chart path">
            <a:extLst xmlns:a="http://schemas.openxmlformats.org/drawingml/2006/main">
              <a:ext uri="{FF2B5EF4-FFF2-40B4-BE49-F238E27FC236}">
                <a16:creationId xmlns:a16="http://schemas.microsoft.com/office/drawing/2014/main" id="{8B92B88D-5C3A-4E22-AB26-A10F44599FED}"/>
              </a:ext>
            </a:extLst>
          </p:cNvPr>
          <p:cNvSpPr>
            <a:spLocks xmlns:a="http://schemas.openxmlformats.org/drawingml/2006/main" noGrp="1"/>
          </p:cNvSpPr>
          <p:nvPr/>
        </p:nvSpPr>
        <p:spPr>
          <a:xfrm xmlns:a="http://schemas.openxmlformats.org/drawingml/2006/main">
            <a:off x="337342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2" name="Editable chart path">
            <a:extLst xmlns:a="http://schemas.openxmlformats.org/drawingml/2006/main">
              <a:ext uri="{FF2B5EF4-FFF2-40B4-BE49-F238E27FC236}">
                <a16:creationId xmlns:a16="http://schemas.microsoft.com/office/drawing/2014/main" id="{DEF1C181-FA4F-4C88-8E5B-D0B8F606EED8}"/>
              </a:ext>
            </a:extLst>
          </p:cNvPr>
          <p:cNvSpPr>
            <a:spLocks xmlns:a="http://schemas.openxmlformats.org/drawingml/2006/main" noGrp="1"/>
          </p:cNvSpPr>
          <p:nvPr/>
        </p:nvSpPr>
        <p:spPr>
          <a:xfrm xmlns:a="http://schemas.openxmlformats.org/drawingml/2006/main">
            <a:off x="3444827"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3" name="Editable chart path">
            <a:extLst xmlns:a="http://schemas.openxmlformats.org/drawingml/2006/main">
              <a:ext uri="{FF2B5EF4-FFF2-40B4-BE49-F238E27FC236}">
                <a16:creationId xmlns:a16="http://schemas.microsoft.com/office/drawing/2014/main" id="{09988F69-B674-44D6-92C5-06B55B8572DA}"/>
              </a:ext>
            </a:extLst>
          </p:cNvPr>
          <p:cNvSpPr>
            <a:spLocks xmlns:a="http://schemas.openxmlformats.org/drawingml/2006/main" noGrp="1"/>
          </p:cNvSpPr>
          <p:nvPr/>
        </p:nvSpPr>
        <p:spPr>
          <a:xfrm xmlns:a="http://schemas.openxmlformats.org/drawingml/2006/main">
            <a:off x="3516229"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4" name="Editable chart path">
            <a:extLst xmlns:a="http://schemas.openxmlformats.org/drawingml/2006/main">
              <a:ext uri="{FF2B5EF4-FFF2-40B4-BE49-F238E27FC236}">
                <a16:creationId xmlns:a16="http://schemas.microsoft.com/office/drawing/2014/main" id="{DD11346B-FCFA-451B-806B-1D5E49E8537F}"/>
              </a:ext>
            </a:extLst>
          </p:cNvPr>
          <p:cNvSpPr>
            <a:spLocks xmlns:a="http://schemas.openxmlformats.org/drawingml/2006/main" noGrp="1"/>
          </p:cNvSpPr>
          <p:nvPr/>
        </p:nvSpPr>
        <p:spPr>
          <a:xfrm xmlns:a="http://schemas.openxmlformats.org/drawingml/2006/main">
            <a:off x="3587631"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5" name="Editable chart path">
            <a:extLst xmlns:a="http://schemas.openxmlformats.org/drawingml/2006/main">
              <a:ext uri="{FF2B5EF4-FFF2-40B4-BE49-F238E27FC236}">
                <a16:creationId xmlns:a16="http://schemas.microsoft.com/office/drawing/2014/main" id="{7647E8D9-6972-415C-9B2C-2B8B166D42A1}"/>
              </a:ext>
            </a:extLst>
          </p:cNvPr>
          <p:cNvSpPr>
            <a:spLocks xmlns:a="http://schemas.openxmlformats.org/drawingml/2006/main" noGrp="1"/>
          </p:cNvSpPr>
          <p:nvPr/>
        </p:nvSpPr>
        <p:spPr>
          <a:xfrm xmlns:a="http://schemas.openxmlformats.org/drawingml/2006/main">
            <a:off x="365903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6" name="Editable chart path">
            <a:extLst xmlns:a="http://schemas.openxmlformats.org/drawingml/2006/main">
              <a:ext uri="{FF2B5EF4-FFF2-40B4-BE49-F238E27FC236}">
                <a16:creationId xmlns:a16="http://schemas.microsoft.com/office/drawing/2014/main" id="{82E01CD7-7EB9-4C77-99F9-748160530253}"/>
              </a:ext>
            </a:extLst>
          </p:cNvPr>
          <p:cNvSpPr>
            <a:spLocks xmlns:a="http://schemas.openxmlformats.org/drawingml/2006/main" noGrp="1"/>
          </p:cNvSpPr>
          <p:nvPr/>
        </p:nvSpPr>
        <p:spPr>
          <a:xfrm xmlns:a="http://schemas.openxmlformats.org/drawingml/2006/main">
            <a:off x="373043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7" name="Editable chart path">
            <a:extLst xmlns:a="http://schemas.openxmlformats.org/drawingml/2006/main">
              <a:ext uri="{FF2B5EF4-FFF2-40B4-BE49-F238E27FC236}">
                <a16:creationId xmlns:a16="http://schemas.microsoft.com/office/drawing/2014/main" id="{0CB61134-EFB8-41EB-8E11-AB61865B857B}"/>
              </a:ext>
            </a:extLst>
          </p:cNvPr>
          <p:cNvSpPr>
            <a:spLocks xmlns:a="http://schemas.openxmlformats.org/drawingml/2006/main" noGrp="1"/>
          </p:cNvSpPr>
          <p:nvPr/>
        </p:nvSpPr>
        <p:spPr>
          <a:xfrm xmlns:a="http://schemas.openxmlformats.org/drawingml/2006/main">
            <a:off x="3801836"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8" name="Editable chart path">
            <a:extLst xmlns:a="http://schemas.openxmlformats.org/drawingml/2006/main">
              <a:ext uri="{FF2B5EF4-FFF2-40B4-BE49-F238E27FC236}">
                <a16:creationId xmlns:a16="http://schemas.microsoft.com/office/drawing/2014/main" id="{50FD279D-AE51-4500-9EAF-C99A824F4C8B}"/>
              </a:ext>
            </a:extLst>
          </p:cNvPr>
          <p:cNvSpPr>
            <a:spLocks xmlns:a="http://schemas.openxmlformats.org/drawingml/2006/main" noGrp="1"/>
          </p:cNvSpPr>
          <p:nvPr/>
        </p:nvSpPr>
        <p:spPr>
          <a:xfrm xmlns:a="http://schemas.openxmlformats.org/drawingml/2006/main">
            <a:off x="387323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19" name="Editable chart path">
            <a:extLst xmlns:a="http://schemas.openxmlformats.org/drawingml/2006/main">
              <a:ext uri="{FF2B5EF4-FFF2-40B4-BE49-F238E27FC236}">
                <a16:creationId xmlns:a16="http://schemas.microsoft.com/office/drawing/2014/main" id="{89D2907F-8048-434E-8849-F5EE9E4F52F0}"/>
              </a:ext>
            </a:extLst>
          </p:cNvPr>
          <p:cNvSpPr>
            <a:spLocks xmlns:a="http://schemas.openxmlformats.org/drawingml/2006/main" noGrp="1"/>
          </p:cNvSpPr>
          <p:nvPr/>
        </p:nvSpPr>
        <p:spPr>
          <a:xfrm xmlns:a="http://schemas.openxmlformats.org/drawingml/2006/main">
            <a:off x="394464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0" name="Editable chart path">
            <a:extLst xmlns:a="http://schemas.openxmlformats.org/drawingml/2006/main">
              <a:ext uri="{FF2B5EF4-FFF2-40B4-BE49-F238E27FC236}">
                <a16:creationId xmlns:a16="http://schemas.microsoft.com/office/drawing/2014/main" id="{BEA06E89-F99E-449F-ABBC-2756ADFF7DE6}"/>
              </a:ext>
            </a:extLst>
          </p:cNvPr>
          <p:cNvSpPr>
            <a:spLocks xmlns:a="http://schemas.openxmlformats.org/drawingml/2006/main" noGrp="1"/>
          </p:cNvSpPr>
          <p:nvPr/>
        </p:nvSpPr>
        <p:spPr>
          <a:xfrm xmlns:a="http://schemas.openxmlformats.org/drawingml/2006/main">
            <a:off x="4016042"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1" name="Editable chart path">
            <a:extLst xmlns:a="http://schemas.openxmlformats.org/drawingml/2006/main">
              <a:ext uri="{FF2B5EF4-FFF2-40B4-BE49-F238E27FC236}">
                <a16:creationId xmlns:a16="http://schemas.microsoft.com/office/drawing/2014/main" id="{5F5E9747-684D-47E6-AF2B-648A19AF418B}"/>
              </a:ext>
            </a:extLst>
          </p:cNvPr>
          <p:cNvSpPr>
            <a:spLocks xmlns:a="http://schemas.openxmlformats.org/drawingml/2006/main" noGrp="1"/>
          </p:cNvSpPr>
          <p:nvPr/>
        </p:nvSpPr>
        <p:spPr>
          <a:xfrm xmlns:a="http://schemas.openxmlformats.org/drawingml/2006/main">
            <a:off x="4087444"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2" name="Editable chart path">
            <a:extLst xmlns:a="http://schemas.openxmlformats.org/drawingml/2006/main">
              <a:ext uri="{FF2B5EF4-FFF2-40B4-BE49-F238E27FC236}">
                <a16:creationId xmlns:a16="http://schemas.microsoft.com/office/drawing/2014/main" id="{98726404-0D9A-4E2A-B307-72447D6B5462}"/>
              </a:ext>
            </a:extLst>
          </p:cNvPr>
          <p:cNvSpPr>
            <a:spLocks xmlns:a="http://schemas.openxmlformats.org/drawingml/2006/main" noGrp="1"/>
          </p:cNvSpPr>
          <p:nvPr/>
        </p:nvSpPr>
        <p:spPr>
          <a:xfrm xmlns:a="http://schemas.openxmlformats.org/drawingml/2006/main">
            <a:off x="4158846"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3" name="Editable chart path">
            <a:extLst xmlns:a="http://schemas.openxmlformats.org/drawingml/2006/main">
              <a:ext uri="{FF2B5EF4-FFF2-40B4-BE49-F238E27FC236}">
                <a16:creationId xmlns:a16="http://schemas.microsoft.com/office/drawing/2014/main" id="{E5FC211C-F159-4DD3-A03D-5842F0E8F6F0}"/>
              </a:ext>
            </a:extLst>
          </p:cNvPr>
          <p:cNvSpPr>
            <a:spLocks xmlns:a="http://schemas.openxmlformats.org/drawingml/2006/main" noGrp="1"/>
          </p:cNvSpPr>
          <p:nvPr/>
        </p:nvSpPr>
        <p:spPr>
          <a:xfrm xmlns:a="http://schemas.openxmlformats.org/drawingml/2006/main">
            <a:off x="423024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4" name="Editable chart path">
            <a:extLst xmlns:a="http://schemas.openxmlformats.org/drawingml/2006/main">
              <a:ext uri="{FF2B5EF4-FFF2-40B4-BE49-F238E27FC236}">
                <a16:creationId xmlns:a16="http://schemas.microsoft.com/office/drawing/2014/main" id="{313DDF5F-0996-4DCF-9EF2-7DE61C683C13}"/>
              </a:ext>
            </a:extLst>
          </p:cNvPr>
          <p:cNvSpPr>
            <a:spLocks xmlns:a="http://schemas.openxmlformats.org/drawingml/2006/main" noGrp="1"/>
          </p:cNvSpPr>
          <p:nvPr/>
        </p:nvSpPr>
        <p:spPr>
          <a:xfrm xmlns:a="http://schemas.openxmlformats.org/drawingml/2006/main">
            <a:off x="430165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5" name="Editable chart path">
            <a:extLst xmlns:a="http://schemas.openxmlformats.org/drawingml/2006/main">
              <a:ext uri="{FF2B5EF4-FFF2-40B4-BE49-F238E27FC236}">
                <a16:creationId xmlns:a16="http://schemas.microsoft.com/office/drawing/2014/main" id="{A92A15FC-EBDB-4BFC-9A3F-B44D951BF44A}"/>
              </a:ext>
            </a:extLst>
          </p:cNvPr>
          <p:cNvSpPr>
            <a:spLocks xmlns:a="http://schemas.openxmlformats.org/drawingml/2006/main" noGrp="1"/>
          </p:cNvSpPr>
          <p:nvPr/>
        </p:nvSpPr>
        <p:spPr>
          <a:xfrm xmlns:a="http://schemas.openxmlformats.org/drawingml/2006/main">
            <a:off x="4373052"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6" name="Editable chart path">
            <a:extLst xmlns:a="http://schemas.openxmlformats.org/drawingml/2006/main">
              <a:ext uri="{FF2B5EF4-FFF2-40B4-BE49-F238E27FC236}">
                <a16:creationId xmlns:a16="http://schemas.microsoft.com/office/drawing/2014/main" id="{4763F1A8-B6F9-4674-B436-BED1FAABBD70}"/>
              </a:ext>
            </a:extLst>
          </p:cNvPr>
          <p:cNvSpPr>
            <a:spLocks xmlns:a="http://schemas.openxmlformats.org/drawingml/2006/main" noGrp="1"/>
          </p:cNvSpPr>
          <p:nvPr/>
        </p:nvSpPr>
        <p:spPr>
          <a:xfrm xmlns:a="http://schemas.openxmlformats.org/drawingml/2006/main">
            <a:off x="4444454"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7" name="Editable chart path">
            <a:extLst xmlns:a="http://schemas.openxmlformats.org/drawingml/2006/main">
              <a:ext uri="{FF2B5EF4-FFF2-40B4-BE49-F238E27FC236}">
                <a16:creationId xmlns:a16="http://schemas.microsoft.com/office/drawing/2014/main" id="{AB8D3DF5-E3FF-433D-9294-375059FB9A58}"/>
              </a:ext>
            </a:extLst>
          </p:cNvPr>
          <p:cNvSpPr>
            <a:spLocks xmlns:a="http://schemas.openxmlformats.org/drawingml/2006/main" noGrp="1"/>
          </p:cNvSpPr>
          <p:nvPr/>
        </p:nvSpPr>
        <p:spPr>
          <a:xfrm xmlns:a="http://schemas.openxmlformats.org/drawingml/2006/main">
            <a:off x="4515856"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8" name="Editable chart path">
            <a:extLst xmlns:a="http://schemas.openxmlformats.org/drawingml/2006/main">
              <a:ext uri="{FF2B5EF4-FFF2-40B4-BE49-F238E27FC236}">
                <a16:creationId xmlns:a16="http://schemas.microsoft.com/office/drawing/2014/main" id="{7D7BEDCC-6D3B-4338-B6D4-0D2A1A1CDEC1}"/>
              </a:ext>
            </a:extLst>
          </p:cNvPr>
          <p:cNvSpPr>
            <a:spLocks xmlns:a="http://schemas.openxmlformats.org/drawingml/2006/main" noGrp="1"/>
          </p:cNvSpPr>
          <p:nvPr/>
        </p:nvSpPr>
        <p:spPr>
          <a:xfrm xmlns:a="http://schemas.openxmlformats.org/drawingml/2006/main">
            <a:off x="458725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29" name="Editable chart path">
            <a:extLst xmlns:a="http://schemas.openxmlformats.org/drawingml/2006/main">
              <a:ext uri="{FF2B5EF4-FFF2-40B4-BE49-F238E27FC236}">
                <a16:creationId xmlns:a16="http://schemas.microsoft.com/office/drawing/2014/main" id="{26CBB692-7AF5-4988-A260-453C13BE3AE2}"/>
              </a:ext>
            </a:extLst>
          </p:cNvPr>
          <p:cNvSpPr>
            <a:spLocks xmlns:a="http://schemas.openxmlformats.org/drawingml/2006/main" noGrp="1"/>
          </p:cNvSpPr>
          <p:nvPr/>
        </p:nvSpPr>
        <p:spPr>
          <a:xfrm xmlns:a="http://schemas.openxmlformats.org/drawingml/2006/main">
            <a:off x="465866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0" name="Editable chart path">
            <a:extLst xmlns:a="http://schemas.openxmlformats.org/drawingml/2006/main">
              <a:ext uri="{FF2B5EF4-FFF2-40B4-BE49-F238E27FC236}">
                <a16:creationId xmlns:a16="http://schemas.microsoft.com/office/drawing/2014/main" id="{984059BC-294D-4D36-BCE6-7F2A5204537C}"/>
              </a:ext>
            </a:extLst>
          </p:cNvPr>
          <p:cNvSpPr>
            <a:spLocks xmlns:a="http://schemas.openxmlformats.org/drawingml/2006/main" noGrp="1"/>
          </p:cNvSpPr>
          <p:nvPr/>
        </p:nvSpPr>
        <p:spPr>
          <a:xfrm xmlns:a="http://schemas.openxmlformats.org/drawingml/2006/main">
            <a:off x="4730062"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1" name="Editable chart path">
            <a:extLst xmlns:a="http://schemas.openxmlformats.org/drawingml/2006/main">
              <a:ext uri="{FF2B5EF4-FFF2-40B4-BE49-F238E27FC236}">
                <a16:creationId xmlns:a16="http://schemas.microsoft.com/office/drawing/2014/main" id="{F96A31D8-377C-4F71-9CB7-9E4F7BD03EF3}"/>
              </a:ext>
            </a:extLst>
          </p:cNvPr>
          <p:cNvSpPr>
            <a:spLocks xmlns:a="http://schemas.openxmlformats.org/drawingml/2006/main" noGrp="1"/>
          </p:cNvSpPr>
          <p:nvPr/>
        </p:nvSpPr>
        <p:spPr>
          <a:xfrm xmlns:a="http://schemas.openxmlformats.org/drawingml/2006/main">
            <a:off x="4801464"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2" name="Editable chart path">
            <a:extLst xmlns:a="http://schemas.openxmlformats.org/drawingml/2006/main">
              <a:ext uri="{FF2B5EF4-FFF2-40B4-BE49-F238E27FC236}">
                <a16:creationId xmlns:a16="http://schemas.microsoft.com/office/drawing/2014/main" id="{9087C6CA-115F-45A4-A37E-29C69A0A0258}"/>
              </a:ext>
            </a:extLst>
          </p:cNvPr>
          <p:cNvSpPr>
            <a:spLocks xmlns:a="http://schemas.openxmlformats.org/drawingml/2006/main" noGrp="1"/>
          </p:cNvSpPr>
          <p:nvPr/>
        </p:nvSpPr>
        <p:spPr>
          <a:xfrm xmlns:a="http://schemas.openxmlformats.org/drawingml/2006/main">
            <a:off x="4872866"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3" name="Editable chart path">
            <a:extLst xmlns:a="http://schemas.openxmlformats.org/drawingml/2006/main">
              <a:ext uri="{FF2B5EF4-FFF2-40B4-BE49-F238E27FC236}">
                <a16:creationId xmlns:a16="http://schemas.microsoft.com/office/drawing/2014/main" id="{1E0894A2-BCF8-4D57-B380-201C9EC9F720}"/>
              </a:ext>
            </a:extLst>
          </p:cNvPr>
          <p:cNvSpPr>
            <a:spLocks xmlns:a="http://schemas.openxmlformats.org/drawingml/2006/main" noGrp="1"/>
          </p:cNvSpPr>
          <p:nvPr/>
        </p:nvSpPr>
        <p:spPr>
          <a:xfrm xmlns:a="http://schemas.openxmlformats.org/drawingml/2006/main">
            <a:off x="494426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4" name="Editable chart path">
            <a:extLst xmlns:a="http://schemas.openxmlformats.org/drawingml/2006/main">
              <a:ext uri="{FF2B5EF4-FFF2-40B4-BE49-F238E27FC236}">
                <a16:creationId xmlns:a16="http://schemas.microsoft.com/office/drawing/2014/main" id="{763ECBEF-D5D3-4740-8958-611D243AEA4F}"/>
              </a:ext>
            </a:extLst>
          </p:cNvPr>
          <p:cNvSpPr>
            <a:spLocks xmlns:a="http://schemas.openxmlformats.org/drawingml/2006/main" noGrp="1"/>
          </p:cNvSpPr>
          <p:nvPr/>
        </p:nvSpPr>
        <p:spPr>
          <a:xfrm xmlns:a="http://schemas.openxmlformats.org/drawingml/2006/main">
            <a:off x="501567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5" name="Editable chart path">
            <a:extLst xmlns:a="http://schemas.openxmlformats.org/drawingml/2006/main">
              <a:ext uri="{FF2B5EF4-FFF2-40B4-BE49-F238E27FC236}">
                <a16:creationId xmlns:a16="http://schemas.microsoft.com/office/drawing/2014/main" id="{5B34F442-B410-42DE-AFFE-79C893183E47}"/>
              </a:ext>
            </a:extLst>
          </p:cNvPr>
          <p:cNvSpPr>
            <a:spLocks xmlns:a="http://schemas.openxmlformats.org/drawingml/2006/main" noGrp="1"/>
          </p:cNvSpPr>
          <p:nvPr/>
        </p:nvSpPr>
        <p:spPr>
          <a:xfrm xmlns:a="http://schemas.openxmlformats.org/drawingml/2006/main">
            <a:off x="5087072"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6" name="Editable chart path">
            <a:extLst xmlns:a="http://schemas.openxmlformats.org/drawingml/2006/main">
              <a:ext uri="{FF2B5EF4-FFF2-40B4-BE49-F238E27FC236}">
                <a16:creationId xmlns:a16="http://schemas.microsoft.com/office/drawing/2014/main" id="{0BB5A1D1-5B5C-4114-8E0C-67F6625E5266}"/>
              </a:ext>
            </a:extLst>
          </p:cNvPr>
          <p:cNvSpPr>
            <a:spLocks xmlns:a="http://schemas.openxmlformats.org/drawingml/2006/main" noGrp="1"/>
          </p:cNvSpPr>
          <p:nvPr/>
        </p:nvSpPr>
        <p:spPr>
          <a:xfrm xmlns:a="http://schemas.openxmlformats.org/drawingml/2006/main">
            <a:off x="187398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7" name="Editable chart path">
            <a:extLst xmlns:a="http://schemas.openxmlformats.org/drawingml/2006/main">
              <a:ext uri="{FF2B5EF4-FFF2-40B4-BE49-F238E27FC236}">
                <a16:creationId xmlns:a16="http://schemas.microsoft.com/office/drawing/2014/main" id="{B7B3E161-BA18-4ADA-8492-55E6B6E5BA51}"/>
              </a:ext>
            </a:extLst>
          </p:cNvPr>
          <p:cNvSpPr>
            <a:spLocks xmlns:a="http://schemas.openxmlformats.org/drawingml/2006/main" noGrp="1"/>
          </p:cNvSpPr>
          <p:nvPr/>
        </p:nvSpPr>
        <p:spPr>
          <a:xfrm xmlns:a="http://schemas.openxmlformats.org/drawingml/2006/main">
            <a:off x="1945385"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8" name="Editable chart path">
            <a:extLst xmlns:a="http://schemas.openxmlformats.org/drawingml/2006/main">
              <a:ext uri="{FF2B5EF4-FFF2-40B4-BE49-F238E27FC236}">
                <a16:creationId xmlns:a16="http://schemas.microsoft.com/office/drawing/2014/main" id="{87123390-94E6-4397-A70A-CEC95A426C05}"/>
              </a:ext>
            </a:extLst>
          </p:cNvPr>
          <p:cNvSpPr>
            <a:spLocks xmlns:a="http://schemas.openxmlformats.org/drawingml/2006/main" noGrp="1"/>
          </p:cNvSpPr>
          <p:nvPr/>
        </p:nvSpPr>
        <p:spPr>
          <a:xfrm xmlns:a="http://schemas.openxmlformats.org/drawingml/2006/main">
            <a:off x="2016787"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39" name="Editable chart path">
            <a:extLst xmlns:a="http://schemas.openxmlformats.org/drawingml/2006/main">
              <a:ext uri="{FF2B5EF4-FFF2-40B4-BE49-F238E27FC236}">
                <a16:creationId xmlns:a16="http://schemas.microsoft.com/office/drawing/2014/main" id="{BB5265DE-862C-4E1B-B845-210927EDE6A6}"/>
              </a:ext>
            </a:extLst>
          </p:cNvPr>
          <p:cNvSpPr>
            <a:spLocks xmlns:a="http://schemas.openxmlformats.org/drawingml/2006/main" noGrp="1"/>
          </p:cNvSpPr>
          <p:nvPr/>
        </p:nvSpPr>
        <p:spPr>
          <a:xfrm xmlns:a="http://schemas.openxmlformats.org/drawingml/2006/main">
            <a:off x="2088189"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0" name="Editable chart path">
            <a:extLst xmlns:a="http://schemas.openxmlformats.org/drawingml/2006/main">
              <a:ext uri="{FF2B5EF4-FFF2-40B4-BE49-F238E27FC236}">
                <a16:creationId xmlns:a16="http://schemas.microsoft.com/office/drawing/2014/main" id="{CEA37D67-9293-4A3F-91FD-1B7A4119E886}"/>
              </a:ext>
            </a:extLst>
          </p:cNvPr>
          <p:cNvSpPr>
            <a:spLocks xmlns:a="http://schemas.openxmlformats.org/drawingml/2006/main" noGrp="1"/>
          </p:cNvSpPr>
          <p:nvPr/>
        </p:nvSpPr>
        <p:spPr>
          <a:xfrm xmlns:a="http://schemas.openxmlformats.org/drawingml/2006/main">
            <a:off x="2159591"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1" name="Editable chart path">
            <a:extLst xmlns:a="http://schemas.openxmlformats.org/drawingml/2006/main">
              <a:ext uri="{FF2B5EF4-FFF2-40B4-BE49-F238E27FC236}">
                <a16:creationId xmlns:a16="http://schemas.microsoft.com/office/drawing/2014/main" id="{5F57FDEE-3FAE-48B6-875D-91D277758293}"/>
              </a:ext>
            </a:extLst>
          </p:cNvPr>
          <p:cNvSpPr>
            <a:spLocks xmlns:a="http://schemas.openxmlformats.org/drawingml/2006/main" noGrp="1"/>
          </p:cNvSpPr>
          <p:nvPr/>
        </p:nvSpPr>
        <p:spPr>
          <a:xfrm xmlns:a="http://schemas.openxmlformats.org/drawingml/2006/main">
            <a:off x="223099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2" name="Editable chart path">
            <a:extLst xmlns:a="http://schemas.openxmlformats.org/drawingml/2006/main">
              <a:ext uri="{FF2B5EF4-FFF2-40B4-BE49-F238E27FC236}">
                <a16:creationId xmlns:a16="http://schemas.microsoft.com/office/drawing/2014/main" id="{FE51918B-BF45-441E-B886-859A98BA323E}"/>
              </a:ext>
            </a:extLst>
          </p:cNvPr>
          <p:cNvSpPr>
            <a:spLocks xmlns:a="http://schemas.openxmlformats.org/drawingml/2006/main" noGrp="1"/>
          </p:cNvSpPr>
          <p:nvPr/>
        </p:nvSpPr>
        <p:spPr>
          <a:xfrm xmlns:a="http://schemas.openxmlformats.org/drawingml/2006/main">
            <a:off x="2302395"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3" name="Editable chart path">
            <a:extLst xmlns:a="http://schemas.openxmlformats.org/drawingml/2006/main">
              <a:ext uri="{FF2B5EF4-FFF2-40B4-BE49-F238E27FC236}">
                <a16:creationId xmlns:a16="http://schemas.microsoft.com/office/drawing/2014/main" id="{0326AF3E-8FE3-43FC-B015-BB846B284992}"/>
              </a:ext>
            </a:extLst>
          </p:cNvPr>
          <p:cNvSpPr>
            <a:spLocks xmlns:a="http://schemas.openxmlformats.org/drawingml/2006/main" noGrp="1"/>
          </p:cNvSpPr>
          <p:nvPr/>
        </p:nvSpPr>
        <p:spPr>
          <a:xfrm xmlns:a="http://schemas.openxmlformats.org/drawingml/2006/main">
            <a:off x="2373797"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4" name="Editable chart path">
            <a:extLst xmlns:a="http://schemas.openxmlformats.org/drawingml/2006/main">
              <a:ext uri="{FF2B5EF4-FFF2-40B4-BE49-F238E27FC236}">
                <a16:creationId xmlns:a16="http://schemas.microsoft.com/office/drawing/2014/main" id="{6A744E55-FD84-4B61-A3A6-39D2DA03F28C}"/>
              </a:ext>
            </a:extLst>
          </p:cNvPr>
          <p:cNvSpPr>
            <a:spLocks xmlns:a="http://schemas.openxmlformats.org/drawingml/2006/main" noGrp="1"/>
          </p:cNvSpPr>
          <p:nvPr/>
        </p:nvSpPr>
        <p:spPr>
          <a:xfrm xmlns:a="http://schemas.openxmlformats.org/drawingml/2006/main">
            <a:off x="2445199"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5" name="Editable chart path">
            <a:extLst xmlns:a="http://schemas.openxmlformats.org/drawingml/2006/main">
              <a:ext uri="{FF2B5EF4-FFF2-40B4-BE49-F238E27FC236}">
                <a16:creationId xmlns:a16="http://schemas.microsoft.com/office/drawing/2014/main" id="{AC95D13C-2C55-4B68-905C-BFB394C6A031}"/>
              </a:ext>
            </a:extLst>
          </p:cNvPr>
          <p:cNvSpPr>
            <a:spLocks xmlns:a="http://schemas.openxmlformats.org/drawingml/2006/main" noGrp="1"/>
          </p:cNvSpPr>
          <p:nvPr/>
        </p:nvSpPr>
        <p:spPr>
          <a:xfrm xmlns:a="http://schemas.openxmlformats.org/drawingml/2006/main">
            <a:off x="2516601"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6" name="Editable chart path">
            <a:extLst xmlns:a="http://schemas.openxmlformats.org/drawingml/2006/main">
              <a:ext uri="{FF2B5EF4-FFF2-40B4-BE49-F238E27FC236}">
                <a16:creationId xmlns:a16="http://schemas.microsoft.com/office/drawing/2014/main" id="{F51DF17C-1658-4014-80ED-452C91C43201}"/>
              </a:ext>
            </a:extLst>
          </p:cNvPr>
          <p:cNvSpPr>
            <a:spLocks xmlns:a="http://schemas.openxmlformats.org/drawingml/2006/main" noGrp="1"/>
          </p:cNvSpPr>
          <p:nvPr/>
        </p:nvSpPr>
        <p:spPr>
          <a:xfrm xmlns:a="http://schemas.openxmlformats.org/drawingml/2006/main">
            <a:off x="258800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7" name="Editable chart path">
            <a:extLst xmlns:a="http://schemas.openxmlformats.org/drawingml/2006/main">
              <a:ext uri="{FF2B5EF4-FFF2-40B4-BE49-F238E27FC236}">
                <a16:creationId xmlns:a16="http://schemas.microsoft.com/office/drawing/2014/main" id="{8A540A22-DDC6-43A6-A82B-C3FC50E8E518}"/>
              </a:ext>
            </a:extLst>
          </p:cNvPr>
          <p:cNvSpPr>
            <a:spLocks xmlns:a="http://schemas.openxmlformats.org/drawingml/2006/main" noGrp="1"/>
          </p:cNvSpPr>
          <p:nvPr/>
        </p:nvSpPr>
        <p:spPr>
          <a:xfrm xmlns:a="http://schemas.openxmlformats.org/drawingml/2006/main">
            <a:off x="2659405"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8" name="Editable chart path">
            <a:extLst xmlns:a="http://schemas.openxmlformats.org/drawingml/2006/main">
              <a:ext uri="{FF2B5EF4-FFF2-40B4-BE49-F238E27FC236}">
                <a16:creationId xmlns:a16="http://schemas.microsoft.com/office/drawing/2014/main" id="{D8AE54D9-6333-4DAE-9B94-1A6E94A82473}"/>
              </a:ext>
            </a:extLst>
          </p:cNvPr>
          <p:cNvSpPr>
            <a:spLocks xmlns:a="http://schemas.openxmlformats.org/drawingml/2006/main" noGrp="1"/>
          </p:cNvSpPr>
          <p:nvPr/>
        </p:nvSpPr>
        <p:spPr>
          <a:xfrm xmlns:a="http://schemas.openxmlformats.org/drawingml/2006/main">
            <a:off x="2730807"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49" name="Editable chart path">
            <a:extLst xmlns:a="http://schemas.openxmlformats.org/drawingml/2006/main">
              <a:ext uri="{FF2B5EF4-FFF2-40B4-BE49-F238E27FC236}">
                <a16:creationId xmlns:a16="http://schemas.microsoft.com/office/drawing/2014/main" id="{76D9F1E3-7B23-4C87-A158-29793EAE1FF2}"/>
              </a:ext>
            </a:extLst>
          </p:cNvPr>
          <p:cNvSpPr>
            <a:spLocks xmlns:a="http://schemas.openxmlformats.org/drawingml/2006/main" noGrp="1"/>
          </p:cNvSpPr>
          <p:nvPr/>
        </p:nvSpPr>
        <p:spPr>
          <a:xfrm xmlns:a="http://schemas.openxmlformats.org/drawingml/2006/main">
            <a:off x="2802209"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0" name="Editable chart path">
            <a:extLst xmlns:a="http://schemas.openxmlformats.org/drawingml/2006/main">
              <a:ext uri="{FF2B5EF4-FFF2-40B4-BE49-F238E27FC236}">
                <a16:creationId xmlns:a16="http://schemas.microsoft.com/office/drawing/2014/main" id="{720B15FB-72BD-4981-A901-F53608D4A77F}"/>
              </a:ext>
            </a:extLst>
          </p:cNvPr>
          <p:cNvSpPr>
            <a:spLocks xmlns:a="http://schemas.openxmlformats.org/drawingml/2006/main" noGrp="1"/>
          </p:cNvSpPr>
          <p:nvPr/>
        </p:nvSpPr>
        <p:spPr>
          <a:xfrm xmlns:a="http://schemas.openxmlformats.org/drawingml/2006/main">
            <a:off x="2873611"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1" name="Editable chart path">
            <a:extLst xmlns:a="http://schemas.openxmlformats.org/drawingml/2006/main">
              <a:ext uri="{FF2B5EF4-FFF2-40B4-BE49-F238E27FC236}">
                <a16:creationId xmlns:a16="http://schemas.microsoft.com/office/drawing/2014/main" id="{9514D012-A249-4780-B13B-38D608D938EC}"/>
              </a:ext>
            </a:extLst>
          </p:cNvPr>
          <p:cNvSpPr>
            <a:spLocks xmlns:a="http://schemas.openxmlformats.org/drawingml/2006/main" noGrp="1"/>
          </p:cNvSpPr>
          <p:nvPr/>
        </p:nvSpPr>
        <p:spPr>
          <a:xfrm xmlns:a="http://schemas.openxmlformats.org/drawingml/2006/main">
            <a:off x="294501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2" name="Editable chart path">
            <a:extLst xmlns:a="http://schemas.openxmlformats.org/drawingml/2006/main">
              <a:ext uri="{FF2B5EF4-FFF2-40B4-BE49-F238E27FC236}">
                <a16:creationId xmlns:a16="http://schemas.microsoft.com/office/drawing/2014/main" id="{7594D4D7-ABCB-4AF0-9350-726C2085C198}"/>
              </a:ext>
            </a:extLst>
          </p:cNvPr>
          <p:cNvSpPr>
            <a:spLocks xmlns:a="http://schemas.openxmlformats.org/drawingml/2006/main" noGrp="1"/>
          </p:cNvSpPr>
          <p:nvPr/>
        </p:nvSpPr>
        <p:spPr>
          <a:xfrm xmlns:a="http://schemas.openxmlformats.org/drawingml/2006/main">
            <a:off x="3016415"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3" name="Editable chart path">
            <a:extLst xmlns:a="http://schemas.openxmlformats.org/drawingml/2006/main">
              <a:ext uri="{FF2B5EF4-FFF2-40B4-BE49-F238E27FC236}">
                <a16:creationId xmlns:a16="http://schemas.microsoft.com/office/drawing/2014/main" id="{91B6C186-0CAB-4D42-B7AF-CF798491310E}"/>
              </a:ext>
            </a:extLst>
          </p:cNvPr>
          <p:cNvSpPr>
            <a:spLocks xmlns:a="http://schemas.openxmlformats.org/drawingml/2006/main" noGrp="1"/>
          </p:cNvSpPr>
          <p:nvPr/>
        </p:nvSpPr>
        <p:spPr>
          <a:xfrm xmlns:a="http://schemas.openxmlformats.org/drawingml/2006/main">
            <a:off x="3087817"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4" name="Editable chart path">
            <a:extLst xmlns:a="http://schemas.openxmlformats.org/drawingml/2006/main">
              <a:ext uri="{FF2B5EF4-FFF2-40B4-BE49-F238E27FC236}">
                <a16:creationId xmlns:a16="http://schemas.microsoft.com/office/drawing/2014/main" id="{546F957A-BCE4-4D3D-9AFD-CC2036B156A8}"/>
              </a:ext>
            </a:extLst>
          </p:cNvPr>
          <p:cNvSpPr>
            <a:spLocks xmlns:a="http://schemas.openxmlformats.org/drawingml/2006/main" noGrp="1"/>
          </p:cNvSpPr>
          <p:nvPr/>
        </p:nvSpPr>
        <p:spPr>
          <a:xfrm xmlns:a="http://schemas.openxmlformats.org/drawingml/2006/main">
            <a:off x="3159219"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5" name="Editable chart path">
            <a:extLst xmlns:a="http://schemas.openxmlformats.org/drawingml/2006/main">
              <a:ext uri="{FF2B5EF4-FFF2-40B4-BE49-F238E27FC236}">
                <a16:creationId xmlns:a16="http://schemas.microsoft.com/office/drawing/2014/main" id="{EAABF443-BAB0-4BBB-8367-E7F5A9BDFFCA}"/>
              </a:ext>
            </a:extLst>
          </p:cNvPr>
          <p:cNvSpPr>
            <a:spLocks xmlns:a="http://schemas.openxmlformats.org/drawingml/2006/main" noGrp="1"/>
          </p:cNvSpPr>
          <p:nvPr/>
        </p:nvSpPr>
        <p:spPr>
          <a:xfrm xmlns:a="http://schemas.openxmlformats.org/drawingml/2006/main">
            <a:off x="3230621"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6" name="Editable chart path">
            <a:extLst xmlns:a="http://schemas.openxmlformats.org/drawingml/2006/main">
              <a:ext uri="{FF2B5EF4-FFF2-40B4-BE49-F238E27FC236}">
                <a16:creationId xmlns:a16="http://schemas.microsoft.com/office/drawing/2014/main" id="{FA44F003-1F2A-495E-BDE1-094C310EE9BE}"/>
              </a:ext>
            </a:extLst>
          </p:cNvPr>
          <p:cNvSpPr>
            <a:spLocks xmlns:a="http://schemas.openxmlformats.org/drawingml/2006/main" noGrp="1"/>
          </p:cNvSpPr>
          <p:nvPr/>
        </p:nvSpPr>
        <p:spPr>
          <a:xfrm xmlns:a="http://schemas.openxmlformats.org/drawingml/2006/main">
            <a:off x="330202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7" name="Editable chart path">
            <a:extLst xmlns:a="http://schemas.openxmlformats.org/drawingml/2006/main">
              <a:ext uri="{FF2B5EF4-FFF2-40B4-BE49-F238E27FC236}">
                <a16:creationId xmlns:a16="http://schemas.microsoft.com/office/drawing/2014/main" id="{EDDB33FB-3AB4-4927-9A6B-43A2F7793BD1}"/>
              </a:ext>
            </a:extLst>
          </p:cNvPr>
          <p:cNvSpPr>
            <a:spLocks xmlns:a="http://schemas.openxmlformats.org/drawingml/2006/main" noGrp="1"/>
          </p:cNvSpPr>
          <p:nvPr/>
        </p:nvSpPr>
        <p:spPr>
          <a:xfrm xmlns:a="http://schemas.openxmlformats.org/drawingml/2006/main">
            <a:off x="3373425"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8" name="Editable chart path">
            <a:extLst xmlns:a="http://schemas.openxmlformats.org/drawingml/2006/main">
              <a:ext uri="{FF2B5EF4-FFF2-40B4-BE49-F238E27FC236}">
                <a16:creationId xmlns:a16="http://schemas.microsoft.com/office/drawing/2014/main" id="{FCFC35BD-D7C7-4795-8D5C-E1C0C6E41987}"/>
              </a:ext>
            </a:extLst>
          </p:cNvPr>
          <p:cNvSpPr>
            <a:spLocks xmlns:a="http://schemas.openxmlformats.org/drawingml/2006/main" noGrp="1"/>
          </p:cNvSpPr>
          <p:nvPr/>
        </p:nvSpPr>
        <p:spPr>
          <a:xfrm xmlns:a="http://schemas.openxmlformats.org/drawingml/2006/main">
            <a:off x="3444827"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59" name="Editable chart path">
            <a:extLst xmlns:a="http://schemas.openxmlformats.org/drawingml/2006/main">
              <a:ext uri="{FF2B5EF4-FFF2-40B4-BE49-F238E27FC236}">
                <a16:creationId xmlns:a16="http://schemas.microsoft.com/office/drawing/2014/main" id="{C521D296-BF11-4E4F-9E27-A95642CB3560}"/>
              </a:ext>
            </a:extLst>
          </p:cNvPr>
          <p:cNvSpPr>
            <a:spLocks xmlns:a="http://schemas.openxmlformats.org/drawingml/2006/main" noGrp="1"/>
          </p:cNvSpPr>
          <p:nvPr/>
        </p:nvSpPr>
        <p:spPr>
          <a:xfrm xmlns:a="http://schemas.openxmlformats.org/drawingml/2006/main">
            <a:off x="3516229"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0" name="Editable chart path">
            <a:extLst xmlns:a="http://schemas.openxmlformats.org/drawingml/2006/main">
              <a:ext uri="{FF2B5EF4-FFF2-40B4-BE49-F238E27FC236}">
                <a16:creationId xmlns:a16="http://schemas.microsoft.com/office/drawing/2014/main" id="{F09A922B-C465-4D83-A3C3-D95BE00C794F}"/>
              </a:ext>
            </a:extLst>
          </p:cNvPr>
          <p:cNvSpPr>
            <a:spLocks xmlns:a="http://schemas.openxmlformats.org/drawingml/2006/main" noGrp="1"/>
          </p:cNvSpPr>
          <p:nvPr/>
        </p:nvSpPr>
        <p:spPr>
          <a:xfrm xmlns:a="http://schemas.openxmlformats.org/drawingml/2006/main">
            <a:off x="3587631"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1" name="Editable chart path">
            <a:extLst xmlns:a="http://schemas.openxmlformats.org/drawingml/2006/main">
              <a:ext uri="{FF2B5EF4-FFF2-40B4-BE49-F238E27FC236}">
                <a16:creationId xmlns:a16="http://schemas.microsoft.com/office/drawing/2014/main" id="{59F6C2BF-EFA4-46EE-A3A0-048A952E4DA7}"/>
              </a:ext>
            </a:extLst>
          </p:cNvPr>
          <p:cNvSpPr>
            <a:spLocks xmlns:a="http://schemas.openxmlformats.org/drawingml/2006/main" noGrp="1"/>
          </p:cNvSpPr>
          <p:nvPr/>
        </p:nvSpPr>
        <p:spPr>
          <a:xfrm xmlns:a="http://schemas.openxmlformats.org/drawingml/2006/main">
            <a:off x="365903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2" name="Editable chart path">
            <a:extLst xmlns:a="http://schemas.openxmlformats.org/drawingml/2006/main">
              <a:ext uri="{FF2B5EF4-FFF2-40B4-BE49-F238E27FC236}">
                <a16:creationId xmlns:a16="http://schemas.microsoft.com/office/drawing/2014/main" id="{E8F28A32-DABE-402E-B6EB-1BD92438829B}"/>
              </a:ext>
            </a:extLst>
          </p:cNvPr>
          <p:cNvSpPr>
            <a:spLocks xmlns:a="http://schemas.openxmlformats.org/drawingml/2006/main" noGrp="1"/>
          </p:cNvSpPr>
          <p:nvPr/>
        </p:nvSpPr>
        <p:spPr>
          <a:xfrm xmlns:a="http://schemas.openxmlformats.org/drawingml/2006/main">
            <a:off x="3730435"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3" name="Editable chart path">
            <a:extLst xmlns:a="http://schemas.openxmlformats.org/drawingml/2006/main">
              <a:ext uri="{FF2B5EF4-FFF2-40B4-BE49-F238E27FC236}">
                <a16:creationId xmlns:a16="http://schemas.microsoft.com/office/drawing/2014/main" id="{6DA42791-B8A9-493B-9000-986B5DB9D197}"/>
              </a:ext>
            </a:extLst>
          </p:cNvPr>
          <p:cNvSpPr>
            <a:spLocks xmlns:a="http://schemas.openxmlformats.org/drawingml/2006/main" noGrp="1"/>
          </p:cNvSpPr>
          <p:nvPr/>
        </p:nvSpPr>
        <p:spPr>
          <a:xfrm xmlns:a="http://schemas.openxmlformats.org/drawingml/2006/main">
            <a:off x="3801836"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4" name="Editable chart path">
            <a:extLst xmlns:a="http://schemas.openxmlformats.org/drawingml/2006/main">
              <a:ext uri="{FF2B5EF4-FFF2-40B4-BE49-F238E27FC236}">
                <a16:creationId xmlns:a16="http://schemas.microsoft.com/office/drawing/2014/main" id="{534B2421-A94F-4D62-9699-A00CF1A35E99}"/>
              </a:ext>
            </a:extLst>
          </p:cNvPr>
          <p:cNvSpPr>
            <a:spLocks xmlns:a="http://schemas.openxmlformats.org/drawingml/2006/main" noGrp="1"/>
          </p:cNvSpPr>
          <p:nvPr/>
        </p:nvSpPr>
        <p:spPr>
          <a:xfrm xmlns:a="http://schemas.openxmlformats.org/drawingml/2006/main">
            <a:off x="387323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5" name="Editable chart path">
            <a:extLst xmlns:a="http://schemas.openxmlformats.org/drawingml/2006/main">
              <a:ext uri="{FF2B5EF4-FFF2-40B4-BE49-F238E27FC236}">
                <a16:creationId xmlns:a16="http://schemas.microsoft.com/office/drawing/2014/main" id="{357CA8BC-9D6F-4289-8472-1A54624764AC}"/>
              </a:ext>
            </a:extLst>
          </p:cNvPr>
          <p:cNvSpPr>
            <a:spLocks xmlns:a="http://schemas.openxmlformats.org/drawingml/2006/main" noGrp="1"/>
          </p:cNvSpPr>
          <p:nvPr/>
        </p:nvSpPr>
        <p:spPr>
          <a:xfrm xmlns:a="http://schemas.openxmlformats.org/drawingml/2006/main">
            <a:off x="3944640"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6" name="Editable chart path">
            <a:extLst xmlns:a="http://schemas.openxmlformats.org/drawingml/2006/main">
              <a:ext uri="{FF2B5EF4-FFF2-40B4-BE49-F238E27FC236}">
                <a16:creationId xmlns:a16="http://schemas.microsoft.com/office/drawing/2014/main" id="{5CDB31CF-EC12-4ECA-97C4-65D53CF9AC23}"/>
              </a:ext>
            </a:extLst>
          </p:cNvPr>
          <p:cNvSpPr>
            <a:spLocks xmlns:a="http://schemas.openxmlformats.org/drawingml/2006/main" noGrp="1"/>
          </p:cNvSpPr>
          <p:nvPr/>
        </p:nvSpPr>
        <p:spPr>
          <a:xfrm xmlns:a="http://schemas.openxmlformats.org/drawingml/2006/main">
            <a:off x="4016042"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7" name="Editable chart path">
            <a:extLst xmlns:a="http://schemas.openxmlformats.org/drawingml/2006/main">
              <a:ext uri="{FF2B5EF4-FFF2-40B4-BE49-F238E27FC236}">
                <a16:creationId xmlns:a16="http://schemas.microsoft.com/office/drawing/2014/main" id="{4159AA0B-3F71-4F6E-86D3-E81D00C86374}"/>
              </a:ext>
            </a:extLst>
          </p:cNvPr>
          <p:cNvSpPr>
            <a:spLocks xmlns:a="http://schemas.openxmlformats.org/drawingml/2006/main" noGrp="1"/>
          </p:cNvSpPr>
          <p:nvPr/>
        </p:nvSpPr>
        <p:spPr>
          <a:xfrm xmlns:a="http://schemas.openxmlformats.org/drawingml/2006/main">
            <a:off x="4087444"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8" name="Editable chart path">
            <a:extLst xmlns:a="http://schemas.openxmlformats.org/drawingml/2006/main">
              <a:ext uri="{FF2B5EF4-FFF2-40B4-BE49-F238E27FC236}">
                <a16:creationId xmlns:a16="http://schemas.microsoft.com/office/drawing/2014/main" id="{060BCFE9-1674-49FD-B5D4-1B818582A44C}"/>
              </a:ext>
            </a:extLst>
          </p:cNvPr>
          <p:cNvSpPr>
            <a:spLocks xmlns:a="http://schemas.openxmlformats.org/drawingml/2006/main" noGrp="1"/>
          </p:cNvSpPr>
          <p:nvPr/>
        </p:nvSpPr>
        <p:spPr>
          <a:xfrm xmlns:a="http://schemas.openxmlformats.org/drawingml/2006/main">
            <a:off x="4158846"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69" name="Editable chart path">
            <a:extLst xmlns:a="http://schemas.openxmlformats.org/drawingml/2006/main">
              <a:ext uri="{FF2B5EF4-FFF2-40B4-BE49-F238E27FC236}">
                <a16:creationId xmlns:a16="http://schemas.microsoft.com/office/drawing/2014/main" id="{F1637270-E03E-436D-B42B-BB3EAA01F5C7}"/>
              </a:ext>
            </a:extLst>
          </p:cNvPr>
          <p:cNvSpPr>
            <a:spLocks xmlns:a="http://schemas.openxmlformats.org/drawingml/2006/main" noGrp="1"/>
          </p:cNvSpPr>
          <p:nvPr/>
        </p:nvSpPr>
        <p:spPr>
          <a:xfrm xmlns:a="http://schemas.openxmlformats.org/drawingml/2006/main">
            <a:off x="423024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0" name="Editable chart path">
            <a:extLst xmlns:a="http://schemas.openxmlformats.org/drawingml/2006/main">
              <a:ext uri="{FF2B5EF4-FFF2-40B4-BE49-F238E27FC236}">
                <a16:creationId xmlns:a16="http://schemas.microsoft.com/office/drawing/2014/main" id="{3D17D1C6-E515-429E-9B43-17234C22A6FF}"/>
              </a:ext>
            </a:extLst>
          </p:cNvPr>
          <p:cNvSpPr>
            <a:spLocks xmlns:a="http://schemas.openxmlformats.org/drawingml/2006/main" noGrp="1"/>
          </p:cNvSpPr>
          <p:nvPr/>
        </p:nvSpPr>
        <p:spPr>
          <a:xfrm xmlns:a="http://schemas.openxmlformats.org/drawingml/2006/main">
            <a:off x="4301650"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1" name="Editable chart path">
            <a:extLst xmlns:a="http://schemas.openxmlformats.org/drawingml/2006/main">
              <a:ext uri="{FF2B5EF4-FFF2-40B4-BE49-F238E27FC236}">
                <a16:creationId xmlns:a16="http://schemas.microsoft.com/office/drawing/2014/main" id="{D5CB745F-0A00-438E-91EE-BD8C11791A28}"/>
              </a:ext>
            </a:extLst>
          </p:cNvPr>
          <p:cNvSpPr>
            <a:spLocks xmlns:a="http://schemas.openxmlformats.org/drawingml/2006/main" noGrp="1"/>
          </p:cNvSpPr>
          <p:nvPr/>
        </p:nvSpPr>
        <p:spPr>
          <a:xfrm xmlns:a="http://schemas.openxmlformats.org/drawingml/2006/main">
            <a:off x="4373052"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2" name="Editable chart path">
            <a:extLst xmlns:a="http://schemas.openxmlformats.org/drawingml/2006/main">
              <a:ext uri="{FF2B5EF4-FFF2-40B4-BE49-F238E27FC236}">
                <a16:creationId xmlns:a16="http://schemas.microsoft.com/office/drawing/2014/main" id="{0C7E2CCA-20CC-4805-B597-680B89D119CC}"/>
              </a:ext>
            </a:extLst>
          </p:cNvPr>
          <p:cNvSpPr>
            <a:spLocks xmlns:a="http://schemas.openxmlformats.org/drawingml/2006/main" noGrp="1"/>
          </p:cNvSpPr>
          <p:nvPr/>
        </p:nvSpPr>
        <p:spPr>
          <a:xfrm xmlns:a="http://schemas.openxmlformats.org/drawingml/2006/main">
            <a:off x="4444454"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3" name="Editable chart path">
            <a:extLst xmlns:a="http://schemas.openxmlformats.org/drawingml/2006/main">
              <a:ext uri="{FF2B5EF4-FFF2-40B4-BE49-F238E27FC236}">
                <a16:creationId xmlns:a16="http://schemas.microsoft.com/office/drawing/2014/main" id="{7E34EA58-CB88-4257-9360-3540AF24BC4D}"/>
              </a:ext>
            </a:extLst>
          </p:cNvPr>
          <p:cNvSpPr>
            <a:spLocks xmlns:a="http://schemas.openxmlformats.org/drawingml/2006/main" noGrp="1"/>
          </p:cNvSpPr>
          <p:nvPr/>
        </p:nvSpPr>
        <p:spPr>
          <a:xfrm xmlns:a="http://schemas.openxmlformats.org/drawingml/2006/main">
            <a:off x="4515856"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4" name="Editable chart path">
            <a:extLst xmlns:a="http://schemas.openxmlformats.org/drawingml/2006/main">
              <a:ext uri="{FF2B5EF4-FFF2-40B4-BE49-F238E27FC236}">
                <a16:creationId xmlns:a16="http://schemas.microsoft.com/office/drawing/2014/main" id="{585C4C7B-1983-45C9-8994-E78627603EA9}"/>
              </a:ext>
            </a:extLst>
          </p:cNvPr>
          <p:cNvSpPr>
            <a:spLocks xmlns:a="http://schemas.openxmlformats.org/drawingml/2006/main" noGrp="1"/>
          </p:cNvSpPr>
          <p:nvPr/>
        </p:nvSpPr>
        <p:spPr>
          <a:xfrm xmlns:a="http://schemas.openxmlformats.org/drawingml/2006/main">
            <a:off x="458725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5" name="Editable chart path">
            <a:extLst xmlns:a="http://schemas.openxmlformats.org/drawingml/2006/main">
              <a:ext uri="{FF2B5EF4-FFF2-40B4-BE49-F238E27FC236}">
                <a16:creationId xmlns:a16="http://schemas.microsoft.com/office/drawing/2014/main" id="{D356E6BC-A697-4530-BAD6-0A22A7D9DAC4}"/>
              </a:ext>
            </a:extLst>
          </p:cNvPr>
          <p:cNvSpPr>
            <a:spLocks xmlns:a="http://schemas.openxmlformats.org/drawingml/2006/main" noGrp="1"/>
          </p:cNvSpPr>
          <p:nvPr/>
        </p:nvSpPr>
        <p:spPr>
          <a:xfrm xmlns:a="http://schemas.openxmlformats.org/drawingml/2006/main">
            <a:off x="4658660"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6" name="Editable chart path">
            <a:extLst xmlns:a="http://schemas.openxmlformats.org/drawingml/2006/main">
              <a:ext uri="{FF2B5EF4-FFF2-40B4-BE49-F238E27FC236}">
                <a16:creationId xmlns:a16="http://schemas.microsoft.com/office/drawing/2014/main" id="{7FAB1FA3-3A9E-4C10-83D6-82BCDA3138D5}"/>
              </a:ext>
            </a:extLst>
          </p:cNvPr>
          <p:cNvSpPr>
            <a:spLocks xmlns:a="http://schemas.openxmlformats.org/drawingml/2006/main" noGrp="1"/>
          </p:cNvSpPr>
          <p:nvPr/>
        </p:nvSpPr>
        <p:spPr>
          <a:xfrm xmlns:a="http://schemas.openxmlformats.org/drawingml/2006/main">
            <a:off x="4730062"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7" name="Editable chart path">
            <a:extLst xmlns:a="http://schemas.openxmlformats.org/drawingml/2006/main">
              <a:ext uri="{FF2B5EF4-FFF2-40B4-BE49-F238E27FC236}">
                <a16:creationId xmlns:a16="http://schemas.microsoft.com/office/drawing/2014/main" id="{660FC83D-F1FA-4A68-AF3E-6EE17788DE38}"/>
              </a:ext>
            </a:extLst>
          </p:cNvPr>
          <p:cNvSpPr>
            <a:spLocks xmlns:a="http://schemas.openxmlformats.org/drawingml/2006/main" noGrp="1"/>
          </p:cNvSpPr>
          <p:nvPr/>
        </p:nvSpPr>
        <p:spPr>
          <a:xfrm xmlns:a="http://schemas.openxmlformats.org/drawingml/2006/main">
            <a:off x="4801464"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8" name="Editable chart path">
            <a:extLst xmlns:a="http://schemas.openxmlformats.org/drawingml/2006/main">
              <a:ext uri="{FF2B5EF4-FFF2-40B4-BE49-F238E27FC236}">
                <a16:creationId xmlns:a16="http://schemas.microsoft.com/office/drawing/2014/main" id="{DC1E9329-D7F5-440C-BBF8-3655156138E5}"/>
              </a:ext>
            </a:extLst>
          </p:cNvPr>
          <p:cNvSpPr>
            <a:spLocks xmlns:a="http://schemas.openxmlformats.org/drawingml/2006/main" noGrp="1"/>
          </p:cNvSpPr>
          <p:nvPr/>
        </p:nvSpPr>
        <p:spPr>
          <a:xfrm xmlns:a="http://schemas.openxmlformats.org/drawingml/2006/main">
            <a:off x="4872866"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79" name="Editable chart path">
            <a:extLst xmlns:a="http://schemas.openxmlformats.org/drawingml/2006/main">
              <a:ext uri="{FF2B5EF4-FFF2-40B4-BE49-F238E27FC236}">
                <a16:creationId xmlns:a16="http://schemas.microsoft.com/office/drawing/2014/main" id="{0FDBB2F6-0974-4568-9D28-CBCD4294B7FB}"/>
              </a:ext>
            </a:extLst>
          </p:cNvPr>
          <p:cNvSpPr>
            <a:spLocks xmlns:a="http://schemas.openxmlformats.org/drawingml/2006/main" noGrp="1"/>
          </p:cNvSpPr>
          <p:nvPr/>
        </p:nvSpPr>
        <p:spPr>
          <a:xfrm xmlns:a="http://schemas.openxmlformats.org/drawingml/2006/main">
            <a:off x="494426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0" name="Editable chart path">
            <a:extLst xmlns:a="http://schemas.openxmlformats.org/drawingml/2006/main">
              <a:ext uri="{FF2B5EF4-FFF2-40B4-BE49-F238E27FC236}">
                <a16:creationId xmlns:a16="http://schemas.microsoft.com/office/drawing/2014/main" id="{F7BB7114-212D-4DE0-8B70-22AC8E8FC5B1}"/>
              </a:ext>
            </a:extLst>
          </p:cNvPr>
          <p:cNvSpPr>
            <a:spLocks xmlns:a="http://schemas.openxmlformats.org/drawingml/2006/main" noGrp="1"/>
          </p:cNvSpPr>
          <p:nvPr/>
        </p:nvSpPr>
        <p:spPr>
          <a:xfrm xmlns:a="http://schemas.openxmlformats.org/drawingml/2006/main">
            <a:off x="194538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1" name="Editable chart path">
            <a:extLst xmlns:a="http://schemas.openxmlformats.org/drawingml/2006/main">
              <a:ext uri="{FF2B5EF4-FFF2-40B4-BE49-F238E27FC236}">
                <a16:creationId xmlns:a16="http://schemas.microsoft.com/office/drawing/2014/main" id="{AFDC9736-FACA-4C7C-8A73-DB1D87433C00}"/>
              </a:ext>
            </a:extLst>
          </p:cNvPr>
          <p:cNvSpPr>
            <a:spLocks xmlns:a="http://schemas.openxmlformats.org/drawingml/2006/main" noGrp="1"/>
          </p:cNvSpPr>
          <p:nvPr/>
        </p:nvSpPr>
        <p:spPr>
          <a:xfrm xmlns:a="http://schemas.openxmlformats.org/drawingml/2006/main">
            <a:off x="2016787"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2" name="Editable chart path">
            <a:extLst xmlns:a="http://schemas.openxmlformats.org/drawingml/2006/main">
              <a:ext uri="{FF2B5EF4-FFF2-40B4-BE49-F238E27FC236}">
                <a16:creationId xmlns:a16="http://schemas.microsoft.com/office/drawing/2014/main" id="{65E5E8B3-4E33-442E-A944-EE73D5EBD8C1}"/>
              </a:ext>
            </a:extLst>
          </p:cNvPr>
          <p:cNvSpPr>
            <a:spLocks xmlns:a="http://schemas.openxmlformats.org/drawingml/2006/main" noGrp="1"/>
          </p:cNvSpPr>
          <p:nvPr/>
        </p:nvSpPr>
        <p:spPr>
          <a:xfrm xmlns:a="http://schemas.openxmlformats.org/drawingml/2006/main">
            <a:off x="2088189"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3" name="Editable chart path">
            <a:extLst xmlns:a="http://schemas.openxmlformats.org/drawingml/2006/main">
              <a:ext uri="{FF2B5EF4-FFF2-40B4-BE49-F238E27FC236}">
                <a16:creationId xmlns:a16="http://schemas.microsoft.com/office/drawing/2014/main" id="{0CC40DF3-315E-4F4D-9789-6B242AD473FD}"/>
              </a:ext>
            </a:extLst>
          </p:cNvPr>
          <p:cNvSpPr>
            <a:spLocks xmlns:a="http://schemas.openxmlformats.org/drawingml/2006/main" noGrp="1"/>
          </p:cNvSpPr>
          <p:nvPr/>
        </p:nvSpPr>
        <p:spPr>
          <a:xfrm xmlns:a="http://schemas.openxmlformats.org/drawingml/2006/main">
            <a:off x="2159591"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4" name="Editable chart path">
            <a:extLst xmlns:a="http://schemas.openxmlformats.org/drawingml/2006/main">
              <a:ext uri="{FF2B5EF4-FFF2-40B4-BE49-F238E27FC236}">
                <a16:creationId xmlns:a16="http://schemas.microsoft.com/office/drawing/2014/main" id="{DF7B18EB-E073-478E-808B-CAE41A14EAA3}"/>
              </a:ext>
            </a:extLst>
          </p:cNvPr>
          <p:cNvSpPr>
            <a:spLocks xmlns:a="http://schemas.openxmlformats.org/drawingml/2006/main" noGrp="1"/>
          </p:cNvSpPr>
          <p:nvPr/>
        </p:nvSpPr>
        <p:spPr>
          <a:xfrm xmlns:a="http://schemas.openxmlformats.org/drawingml/2006/main">
            <a:off x="2230993"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5" name="Editable chart path">
            <a:extLst xmlns:a="http://schemas.openxmlformats.org/drawingml/2006/main">
              <a:ext uri="{FF2B5EF4-FFF2-40B4-BE49-F238E27FC236}">
                <a16:creationId xmlns:a16="http://schemas.microsoft.com/office/drawing/2014/main" id="{4CB76202-BCE5-4D7B-BF62-90BF4DB5CEE7}"/>
              </a:ext>
            </a:extLst>
          </p:cNvPr>
          <p:cNvSpPr>
            <a:spLocks xmlns:a="http://schemas.openxmlformats.org/drawingml/2006/main" noGrp="1"/>
          </p:cNvSpPr>
          <p:nvPr/>
        </p:nvSpPr>
        <p:spPr>
          <a:xfrm xmlns:a="http://schemas.openxmlformats.org/drawingml/2006/main">
            <a:off x="230239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6" name="Editable chart path">
            <a:extLst xmlns:a="http://schemas.openxmlformats.org/drawingml/2006/main">
              <a:ext uri="{FF2B5EF4-FFF2-40B4-BE49-F238E27FC236}">
                <a16:creationId xmlns:a16="http://schemas.microsoft.com/office/drawing/2014/main" id="{E13819C6-A9A7-42D8-A8C2-35B3D3767E31}"/>
              </a:ext>
            </a:extLst>
          </p:cNvPr>
          <p:cNvSpPr>
            <a:spLocks xmlns:a="http://schemas.openxmlformats.org/drawingml/2006/main" noGrp="1"/>
          </p:cNvSpPr>
          <p:nvPr/>
        </p:nvSpPr>
        <p:spPr>
          <a:xfrm xmlns:a="http://schemas.openxmlformats.org/drawingml/2006/main">
            <a:off x="2373797"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7" name="Editable chart path">
            <a:extLst xmlns:a="http://schemas.openxmlformats.org/drawingml/2006/main">
              <a:ext uri="{FF2B5EF4-FFF2-40B4-BE49-F238E27FC236}">
                <a16:creationId xmlns:a16="http://schemas.microsoft.com/office/drawing/2014/main" id="{C108582E-9A82-48B0-9705-7687F0070FA2}"/>
              </a:ext>
            </a:extLst>
          </p:cNvPr>
          <p:cNvSpPr>
            <a:spLocks xmlns:a="http://schemas.openxmlformats.org/drawingml/2006/main" noGrp="1"/>
          </p:cNvSpPr>
          <p:nvPr/>
        </p:nvSpPr>
        <p:spPr>
          <a:xfrm xmlns:a="http://schemas.openxmlformats.org/drawingml/2006/main">
            <a:off x="2445199"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8" name="Editable chart path">
            <a:extLst xmlns:a="http://schemas.openxmlformats.org/drawingml/2006/main">
              <a:ext uri="{FF2B5EF4-FFF2-40B4-BE49-F238E27FC236}">
                <a16:creationId xmlns:a16="http://schemas.microsoft.com/office/drawing/2014/main" id="{AC79D294-4069-4753-90C1-DF425DE3B2D9}"/>
              </a:ext>
            </a:extLst>
          </p:cNvPr>
          <p:cNvSpPr>
            <a:spLocks xmlns:a="http://schemas.openxmlformats.org/drawingml/2006/main" noGrp="1"/>
          </p:cNvSpPr>
          <p:nvPr/>
        </p:nvSpPr>
        <p:spPr>
          <a:xfrm xmlns:a="http://schemas.openxmlformats.org/drawingml/2006/main">
            <a:off x="2516601"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89" name="Editable chart path">
            <a:extLst xmlns:a="http://schemas.openxmlformats.org/drawingml/2006/main">
              <a:ext uri="{FF2B5EF4-FFF2-40B4-BE49-F238E27FC236}">
                <a16:creationId xmlns:a16="http://schemas.microsoft.com/office/drawing/2014/main" id="{5523CFB0-9BF9-4587-B814-4214384F087F}"/>
              </a:ext>
            </a:extLst>
          </p:cNvPr>
          <p:cNvSpPr>
            <a:spLocks xmlns:a="http://schemas.openxmlformats.org/drawingml/2006/main" noGrp="1"/>
          </p:cNvSpPr>
          <p:nvPr/>
        </p:nvSpPr>
        <p:spPr>
          <a:xfrm xmlns:a="http://schemas.openxmlformats.org/drawingml/2006/main">
            <a:off x="2588003"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0" name="Editable chart path">
            <a:extLst xmlns:a="http://schemas.openxmlformats.org/drawingml/2006/main">
              <a:ext uri="{FF2B5EF4-FFF2-40B4-BE49-F238E27FC236}">
                <a16:creationId xmlns:a16="http://schemas.microsoft.com/office/drawing/2014/main" id="{84255411-48AC-4332-AD4D-3698AA58D2C2}"/>
              </a:ext>
            </a:extLst>
          </p:cNvPr>
          <p:cNvSpPr>
            <a:spLocks xmlns:a="http://schemas.openxmlformats.org/drawingml/2006/main" noGrp="1"/>
          </p:cNvSpPr>
          <p:nvPr/>
        </p:nvSpPr>
        <p:spPr>
          <a:xfrm xmlns:a="http://schemas.openxmlformats.org/drawingml/2006/main">
            <a:off x="265940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1" name="Editable chart path">
            <a:extLst xmlns:a="http://schemas.openxmlformats.org/drawingml/2006/main">
              <a:ext uri="{FF2B5EF4-FFF2-40B4-BE49-F238E27FC236}">
                <a16:creationId xmlns:a16="http://schemas.microsoft.com/office/drawing/2014/main" id="{4F5CE9B7-DC88-4548-8FD1-36233284C548}"/>
              </a:ext>
            </a:extLst>
          </p:cNvPr>
          <p:cNvSpPr>
            <a:spLocks xmlns:a="http://schemas.openxmlformats.org/drawingml/2006/main" noGrp="1"/>
          </p:cNvSpPr>
          <p:nvPr/>
        </p:nvSpPr>
        <p:spPr>
          <a:xfrm xmlns:a="http://schemas.openxmlformats.org/drawingml/2006/main">
            <a:off x="2730807"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2" name="Editable chart path">
            <a:extLst xmlns:a="http://schemas.openxmlformats.org/drawingml/2006/main">
              <a:ext uri="{FF2B5EF4-FFF2-40B4-BE49-F238E27FC236}">
                <a16:creationId xmlns:a16="http://schemas.microsoft.com/office/drawing/2014/main" id="{6CA17445-45A6-460B-8118-C89A3E65C7EF}"/>
              </a:ext>
            </a:extLst>
          </p:cNvPr>
          <p:cNvSpPr>
            <a:spLocks xmlns:a="http://schemas.openxmlformats.org/drawingml/2006/main" noGrp="1"/>
          </p:cNvSpPr>
          <p:nvPr/>
        </p:nvSpPr>
        <p:spPr>
          <a:xfrm xmlns:a="http://schemas.openxmlformats.org/drawingml/2006/main">
            <a:off x="2802209"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3" name="Editable chart path">
            <a:extLst xmlns:a="http://schemas.openxmlformats.org/drawingml/2006/main">
              <a:ext uri="{FF2B5EF4-FFF2-40B4-BE49-F238E27FC236}">
                <a16:creationId xmlns:a16="http://schemas.microsoft.com/office/drawing/2014/main" id="{1DDB2507-D9C9-48CF-8D56-EA9C21E78D11}"/>
              </a:ext>
            </a:extLst>
          </p:cNvPr>
          <p:cNvSpPr>
            <a:spLocks xmlns:a="http://schemas.openxmlformats.org/drawingml/2006/main" noGrp="1"/>
          </p:cNvSpPr>
          <p:nvPr/>
        </p:nvSpPr>
        <p:spPr>
          <a:xfrm xmlns:a="http://schemas.openxmlformats.org/drawingml/2006/main">
            <a:off x="2873611"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4" name="Editable chart path">
            <a:extLst xmlns:a="http://schemas.openxmlformats.org/drawingml/2006/main">
              <a:ext uri="{FF2B5EF4-FFF2-40B4-BE49-F238E27FC236}">
                <a16:creationId xmlns:a16="http://schemas.microsoft.com/office/drawing/2014/main" id="{40BD29EE-C286-4EE5-8498-DB5270782061}"/>
              </a:ext>
            </a:extLst>
          </p:cNvPr>
          <p:cNvSpPr>
            <a:spLocks xmlns:a="http://schemas.openxmlformats.org/drawingml/2006/main" noGrp="1"/>
          </p:cNvSpPr>
          <p:nvPr/>
        </p:nvSpPr>
        <p:spPr>
          <a:xfrm xmlns:a="http://schemas.openxmlformats.org/drawingml/2006/main">
            <a:off x="2945013"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5" name="Editable chart path">
            <a:extLst xmlns:a="http://schemas.openxmlformats.org/drawingml/2006/main">
              <a:ext uri="{FF2B5EF4-FFF2-40B4-BE49-F238E27FC236}">
                <a16:creationId xmlns:a16="http://schemas.microsoft.com/office/drawing/2014/main" id="{D8DFA694-6649-4D5E-A613-26D9968CD38F}"/>
              </a:ext>
            </a:extLst>
          </p:cNvPr>
          <p:cNvSpPr>
            <a:spLocks xmlns:a="http://schemas.openxmlformats.org/drawingml/2006/main" noGrp="1"/>
          </p:cNvSpPr>
          <p:nvPr/>
        </p:nvSpPr>
        <p:spPr>
          <a:xfrm xmlns:a="http://schemas.openxmlformats.org/drawingml/2006/main">
            <a:off x="301641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6" name="Editable chart path">
            <a:extLst xmlns:a="http://schemas.openxmlformats.org/drawingml/2006/main">
              <a:ext uri="{FF2B5EF4-FFF2-40B4-BE49-F238E27FC236}">
                <a16:creationId xmlns:a16="http://schemas.microsoft.com/office/drawing/2014/main" id="{899278F3-43F0-4D81-8B21-DEA1E6DA2E93}"/>
              </a:ext>
            </a:extLst>
          </p:cNvPr>
          <p:cNvSpPr>
            <a:spLocks xmlns:a="http://schemas.openxmlformats.org/drawingml/2006/main" noGrp="1"/>
          </p:cNvSpPr>
          <p:nvPr/>
        </p:nvSpPr>
        <p:spPr>
          <a:xfrm xmlns:a="http://schemas.openxmlformats.org/drawingml/2006/main">
            <a:off x="3087817"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7" name="Editable chart path">
            <a:extLst xmlns:a="http://schemas.openxmlformats.org/drawingml/2006/main">
              <a:ext uri="{FF2B5EF4-FFF2-40B4-BE49-F238E27FC236}">
                <a16:creationId xmlns:a16="http://schemas.microsoft.com/office/drawing/2014/main" id="{8E9DA81B-30FC-4C00-8281-DCFED1E59F50}"/>
              </a:ext>
            </a:extLst>
          </p:cNvPr>
          <p:cNvSpPr>
            <a:spLocks xmlns:a="http://schemas.openxmlformats.org/drawingml/2006/main" noGrp="1"/>
          </p:cNvSpPr>
          <p:nvPr/>
        </p:nvSpPr>
        <p:spPr>
          <a:xfrm xmlns:a="http://schemas.openxmlformats.org/drawingml/2006/main">
            <a:off x="3159219"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8" name="Editable chart path">
            <a:extLst xmlns:a="http://schemas.openxmlformats.org/drawingml/2006/main">
              <a:ext uri="{FF2B5EF4-FFF2-40B4-BE49-F238E27FC236}">
                <a16:creationId xmlns:a16="http://schemas.microsoft.com/office/drawing/2014/main" id="{D7DB1023-A3DD-400A-9231-A34892A72791}"/>
              </a:ext>
            </a:extLst>
          </p:cNvPr>
          <p:cNvSpPr>
            <a:spLocks xmlns:a="http://schemas.openxmlformats.org/drawingml/2006/main" noGrp="1"/>
          </p:cNvSpPr>
          <p:nvPr/>
        </p:nvSpPr>
        <p:spPr>
          <a:xfrm xmlns:a="http://schemas.openxmlformats.org/drawingml/2006/main">
            <a:off x="3230621"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299" name="Editable chart path">
            <a:extLst xmlns:a="http://schemas.openxmlformats.org/drawingml/2006/main">
              <a:ext uri="{FF2B5EF4-FFF2-40B4-BE49-F238E27FC236}">
                <a16:creationId xmlns:a16="http://schemas.microsoft.com/office/drawing/2014/main" id="{33259489-6C94-44EF-99F1-DEA310F33C65}"/>
              </a:ext>
            </a:extLst>
          </p:cNvPr>
          <p:cNvSpPr>
            <a:spLocks xmlns:a="http://schemas.openxmlformats.org/drawingml/2006/main" noGrp="1"/>
          </p:cNvSpPr>
          <p:nvPr/>
        </p:nvSpPr>
        <p:spPr>
          <a:xfrm xmlns:a="http://schemas.openxmlformats.org/drawingml/2006/main">
            <a:off x="3302023"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0" name="Editable chart path">
            <a:extLst xmlns:a="http://schemas.openxmlformats.org/drawingml/2006/main">
              <a:ext uri="{FF2B5EF4-FFF2-40B4-BE49-F238E27FC236}">
                <a16:creationId xmlns:a16="http://schemas.microsoft.com/office/drawing/2014/main" id="{2C36460A-5820-44D3-AC79-A69A519CB2CE}"/>
              </a:ext>
            </a:extLst>
          </p:cNvPr>
          <p:cNvSpPr>
            <a:spLocks xmlns:a="http://schemas.openxmlformats.org/drawingml/2006/main" noGrp="1"/>
          </p:cNvSpPr>
          <p:nvPr/>
        </p:nvSpPr>
        <p:spPr>
          <a:xfrm xmlns:a="http://schemas.openxmlformats.org/drawingml/2006/main">
            <a:off x="337342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1" name="Editable chart path">
            <a:extLst xmlns:a="http://schemas.openxmlformats.org/drawingml/2006/main">
              <a:ext uri="{FF2B5EF4-FFF2-40B4-BE49-F238E27FC236}">
                <a16:creationId xmlns:a16="http://schemas.microsoft.com/office/drawing/2014/main" id="{5E1A1A98-4958-48C5-8C23-F6CB19C635A3}"/>
              </a:ext>
            </a:extLst>
          </p:cNvPr>
          <p:cNvSpPr>
            <a:spLocks xmlns:a="http://schemas.openxmlformats.org/drawingml/2006/main" noGrp="1"/>
          </p:cNvSpPr>
          <p:nvPr/>
        </p:nvSpPr>
        <p:spPr>
          <a:xfrm xmlns:a="http://schemas.openxmlformats.org/drawingml/2006/main">
            <a:off x="3444827"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2" name="Editable chart path">
            <a:extLst xmlns:a="http://schemas.openxmlformats.org/drawingml/2006/main">
              <a:ext uri="{FF2B5EF4-FFF2-40B4-BE49-F238E27FC236}">
                <a16:creationId xmlns:a16="http://schemas.microsoft.com/office/drawing/2014/main" id="{07C92D45-2E71-48B5-BDE9-12E151423AA7}"/>
              </a:ext>
            </a:extLst>
          </p:cNvPr>
          <p:cNvSpPr>
            <a:spLocks xmlns:a="http://schemas.openxmlformats.org/drawingml/2006/main" noGrp="1"/>
          </p:cNvSpPr>
          <p:nvPr/>
        </p:nvSpPr>
        <p:spPr>
          <a:xfrm xmlns:a="http://schemas.openxmlformats.org/drawingml/2006/main">
            <a:off x="3516229"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3" name="Editable chart path">
            <a:extLst xmlns:a="http://schemas.openxmlformats.org/drawingml/2006/main">
              <a:ext uri="{FF2B5EF4-FFF2-40B4-BE49-F238E27FC236}">
                <a16:creationId xmlns:a16="http://schemas.microsoft.com/office/drawing/2014/main" id="{B5C0B481-994B-4686-AC6E-3342AE4C5499}"/>
              </a:ext>
            </a:extLst>
          </p:cNvPr>
          <p:cNvSpPr>
            <a:spLocks xmlns:a="http://schemas.openxmlformats.org/drawingml/2006/main" noGrp="1"/>
          </p:cNvSpPr>
          <p:nvPr/>
        </p:nvSpPr>
        <p:spPr>
          <a:xfrm xmlns:a="http://schemas.openxmlformats.org/drawingml/2006/main">
            <a:off x="3587631"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4" name="Editable chart path">
            <a:extLst xmlns:a="http://schemas.openxmlformats.org/drawingml/2006/main">
              <a:ext uri="{FF2B5EF4-FFF2-40B4-BE49-F238E27FC236}">
                <a16:creationId xmlns:a16="http://schemas.microsoft.com/office/drawing/2014/main" id="{C6111441-A077-4904-8D7B-E5EABEE518C3}"/>
              </a:ext>
            </a:extLst>
          </p:cNvPr>
          <p:cNvSpPr>
            <a:spLocks xmlns:a="http://schemas.openxmlformats.org/drawingml/2006/main" noGrp="1"/>
          </p:cNvSpPr>
          <p:nvPr/>
        </p:nvSpPr>
        <p:spPr>
          <a:xfrm xmlns:a="http://schemas.openxmlformats.org/drawingml/2006/main">
            <a:off x="3659033"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5" name="Editable chart path">
            <a:extLst xmlns:a="http://schemas.openxmlformats.org/drawingml/2006/main">
              <a:ext uri="{FF2B5EF4-FFF2-40B4-BE49-F238E27FC236}">
                <a16:creationId xmlns:a16="http://schemas.microsoft.com/office/drawing/2014/main" id="{A0725FEE-F444-400C-B4A5-20D81D1D9A23}"/>
              </a:ext>
            </a:extLst>
          </p:cNvPr>
          <p:cNvSpPr>
            <a:spLocks xmlns:a="http://schemas.openxmlformats.org/drawingml/2006/main" noGrp="1"/>
          </p:cNvSpPr>
          <p:nvPr/>
        </p:nvSpPr>
        <p:spPr>
          <a:xfrm xmlns:a="http://schemas.openxmlformats.org/drawingml/2006/main">
            <a:off x="373043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6" name="Editable chart path">
            <a:extLst xmlns:a="http://schemas.openxmlformats.org/drawingml/2006/main">
              <a:ext uri="{FF2B5EF4-FFF2-40B4-BE49-F238E27FC236}">
                <a16:creationId xmlns:a16="http://schemas.microsoft.com/office/drawing/2014/main" id="{FE3A649B-B14C-4A10-820D-11BBAEF8CA9D}"/>
              </a:ext>
            </a:extLst>
          </p:cNvPr>
          <p:cNvSpPr>
            <a:spLocks xmlns:a="http://schemas.openxmlformats.org/drawingml/2006/main" noGrp="1"/>
          </p:cNvSpPr>
          <p:nvPr/>
        </p:nvSpPr>
        <p:spPr>
          <a:xfrm xmlns:a="http://schemas.openxmlformats.org/drawingml/2006/main">
            <a:off x="3801836"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7" name="Editable chart path">
            <a:extLst xmlns:a="http://schemas.openxmlformats.org/drawingml/2006/main">
              <a:ext uri="{FF2B5EF4-FFF2-40B4-BE49-F238E27FC236}">
                <a16:creationId xmlns:a16="http://schemas.microsoft.com/office/drawing/2014/main" id="{A1BC23B8-632D-4DD9-9BEB-25766F69D1BB}"/>
              </a:ext>
            </a:extLst>
          </p:cNvPr>
          <p:cNvSpPr>
            <a:spLocks xmlns:a="http://schemas.openxmlformats.org/drawingml/2006/main" noGrp="1"/>
          </p:cNvSpPr>
          <p:nvPr/>
        </p:nvSpPr>
        <p:spPr>
          <a:xfrm xmlns:a="http://schemas.openxmlformats.org/drawingml/2006/main">
            <a:off x="3873238"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8" name="Editable chart path">
            <a:extLst xmlns:a="http://schemas.openxmlformats.org/drawingml/2006/main">
              <a:ext uri="{FF2B5EF4-FFF2-40B4-BE49-F238E27FC236}">
                <a16:creationId xmlns:a16="http://schemas.microsoft.com/office/drawing/2014/main" id="{0EF0D5B6-48D3-452F-9D80-E73F21B61087}"/>
              </a:ext>
            </a:extLst>
          </p:cNvPr>
          <p:cNvSpPr>
            <a:spLocks xmlns:a="http://schemas.openxmlformats.org/drawingml/2006/main" noGrp="1"/>
          </p:cNvSpPr>
          <p:nvPr/>
        </p:nvSpPr>
        <p:spPr>
          <a:xfrm xmlns:a="http://schemas.openxmlformats.org/drawingml/2006/main">
            <a:off x="394464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09" name="Editable chart path">
            <a:extLst xmlns:a="http://schemas.openxmlformats.org/drawingml/2006/main">
              <a:ext uri="{FF2B5EF4-FFF2-40B4-BE49-F238E27FC236}">
                <a16:creationId xmlns:a16="http://schemas.microsoft.com/office/drawing/2014/main" id="{8DB2C124-8402-4630-B8AD-329B220D63F0}"/>
              </a:ext>
            </a:extLst>
          </p:cNvPr>
          <p:cNvSpPr>
            <a:spLocks xmlns:a="http://schemas.openxmlformats.org/drawingml/2006/main" noGrp="1"/>
          </p:cNvSpPr>
          <p:nvPr/>
        </p:nvSpPr>
        <p:spPr>
          <a:xfrm xmlns:a="http://schemas.openxmlformats.org/drawingml/2006/main">
            <a:off x="4016042"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0" name="Editable chart path">
            <a:extLst xmlns:a="http://schemas.openxmlformats.org/drawingml/2006/main">
              <a:ext uri="{FF2B5EF4-FFF2-40B4-BE49-F238E27FC236}">
                <a16:creationId xmlns:a16="http://schemas.microsoft.com/office/drawing/2014/main" id="{8A6BEEC2-B212-48CB-8AF7-259578C37ACF}"/>
              </a:ext>
            </a:extLst>
          </p:cNvPr>
          <p:cNvSpPr>
            <a:spLocks xmlns:a="http://schemas.openxmlformats.org/drawingml/2006/main" noGrp="1"/>
          </p:cNvSpPr>
          <p:nvPr/>
        </p:nvSpPr>
        <p:spPr>
          <a:xfrm xmlns:a="http://schemas.openxmlformats.org/drawingml/2006/main">
            <a:off x="4087444"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1" name="Editable chart path">
            <a:extLst xmlns:a="http://schemas.openxmlformats.org/drawingml/2006/main">
              <a:ext uri="{FF2B5EF4-FFF2-40B4-BE49-F238E27FC236}">
                <a16:creationId xmlns:a16="http://schemas.microsoft.com/office/drawing/2014/main" id="{C800D874-AEEC-41B6-A9E7-0B494F091684}"/>
              </a:ext>
            </a:extLst>
          </p:cNvPr>
          <p:cNvSpPr>
            <a:spLocks xmlns:a="http://schemas.openxmlformats.org/drawingml/2006/main" noGrp="1"/>
          </p:cNvSpPr>
          <p:nvPr/>
        </p:nvSpPr>
        <p:spPr>
          <a:xfrm xmlns:a="http://schemas.openxmlformats.org/drawingml/2006/main">
            <a:off x="4158846"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2" name="Editable chart path">
            <a:extLst xmlns:a="http://schemas.openxmlformats.org/drawingml/2006/main">
              <a:ext uri="{FF2B5EF4-FFF2-40B4-BE49-F238E27FC236}">
                <a16:creationId xmlns:a16="http://schemas.microsoft.com/office/drawing/2014/main" id="{029E0065-B172-4950-9F1D-5CDDA21F4A3C}"/>
              </a:ext>
            </a:extLst>
          </p:cNvPr>
          <p:cNvSpPr>
            <a:spLocks xmlns:a="http://schemas.openxmlformats.org/drawingml/2006/main" noGrp="1"/>
          </p:cNvSpPr>
          <p:nvPr/>
        </p:nvSpPr>
        <p:spPr>
          <a:xfrm xmlns:a="http://schemas.openxmlformats.org/drawingml/2006/main">
            <a:off x="4230248"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3" name="Editable chart path">
            <a:extLst xmlns:a="http://schemas.openxmlformats.org/drawingml/2006/main">
              <a:ext uri="{FF2B5EF4-FFF2-40B4-BE49-F238E27FC236}">
                <a16:creationId xmlns:a16="http://schemas.microsoft.com/office/drawing/2014/main" id="{9E22E23D-8AEB-4C18-8858-C716FCE4D988}"/>
              </a:ext>
            </a:extLst>
          </p:cNvPr>
          <p:cNvSpPr>
            <a:spLocks xmlns:a="http://schemas.openxmlformats.org/drawingml/2006/main" noGrp="1"/>
          </p:cNvSpPr>
          <p:nvPr/>
        </p:nvSpPr>
        <p:spPr>
          <a:xfrm xmlns:a="http://schemas.openxmlformats.org/drawingml/2006/main">
            <a:off x="430165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4" name="Editable chart path">
            <a:extLst xmlns:a="http://schemas.openxmlformats.org/drawingml/2006/main">
              <a:ext uri="{FF2B5EF4-FFF2-40B4-BE49-F238E27FC236}">
                <a16:creationId xmlns:a16="http://schemas.microsoft.com/office/drawing/2014/main" id="{A4AC1336-E1FD-4F28-9F63-C72608EE1AF4}"/>
              </a:ext>
            </a:extLst>
          </p:cNvPr>
          <p:cNvSpPr>
            <a:spLocks xmlns:a="http://schemas.openxmlformats.org/drawingml/2006/main" noGrp="1"/>
          </p:cNvSpPr>
          <p:nvPr/>
        </p:nvSpPr>
        <p:spPr>
          <a:xfrm xmlns:a="http://schemas.openxmlformats.org/drawingml/2006/main">
            <a:off x="4373052"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5" name="Editable chart path">
            <a:extLst xmlns:a="http://schemas.openxmlformats.org/drawingml/2006/main">
              <a:ext uri="{FF2B5EF4-FFF2-40B4-BE49-F238E27FC236}">
                <a16:creationId xmlns:a16="http://schemas.microsoft.com/office/drawing/2014/main" id="{EBD93AEE-563B-48B7-B3CF-C57B470E65A8}"/>
              </a:ext>
            </a:extLst>
          </p:cNvPr>
          <p:cNvSpPr>
            <a:spLocks xmlns:a="http://schemas.openxmlformats.org/drawingml/2006/main" noGrp="1"/>
          </p:cNvSpPr>
          <p:nvPr/>
        </p:nvSpPr>
        <p:spPr>
          <a:xfrm xmlns:a="http://schemas.openxmlformats.org/drawingml/2006/main">
            <a:off x="4444454"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6" name="Editable chart path">
            <a:extLst xmlns:a="http://schemas.openxmlformats.org/drawingml/2006/main">
              <a:ext uri="{FF2B5EF4-FFF2-40B4-BE49-F238E27FC236}">
                <a16:creationId xmlns:a16="http://schemas.microsoft.com/office/drawing/2014/main" id="{D7121BC9-B999-4E6D-AE5E-3E60147A20FF}"/>
              </a:ext>
            </a:extLst>
          </p:cNvPr>
          <p:cNvSpPr>
            <a:spLocks xmlns:a="http://schemas.openxmlformats.org/drawingml/2006/main" noGrp="1"/>
          </p:cNvSpPr>
          <p:nvPr/>
        </p:nvSpPr>
        <p:spPr>
          <a:xfrm xmlns:a="http://schemas.openxmlformats.org/drawingml/2006/main">
            <a:off x="4515856"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7" name="Editable chart path">
            <a:extLst xmlns:a="http://schemas.openxmlformats.org/drawingml/2006/main">
              <a:ext uri="{FF2B5EF4-FFF2-40B4-BE49-F238E27FC236}">
                <a16:creationId xmlns:a16="http://schemas.microsoft.com/office/drawing/2014/main" id="{98193D6C-B956-48B4-A319-714EF309EA57}"/>
              </a:ext>
            </a:extLst>
          </p:cNvPr>
          <p:cNvSpPr>
            <a:spLocks xmlns:a="http://schemas.openxmlformats.org/drawingml/2006/main" noGrp="1"/>
          </p:cNvSpPr>
          <p:nvPr/>
        </p:nvSpPr>
        <p:spPr>
          <a:xfrm xmlns:a="http://schemas.openxmlformats.org/drawingml/2006/main">
            <a:off x="4587258"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8" name="Editable chart path">
            <a:extLst xmlns:a="http://schemas.openxmlformats.org/drawingml/2006/main">
              <a:ext uri="{FF2B5EF4-FFF2-40B4-BE49-F238E27FC236}">
                <a16:creationId xmlns:a16="http://schemas.microsoft.com/office/drawing/2014/main" id="{338CC5EC-A827-4C6C-82CB-BCB70A42AD3A}"/>
              </a:ext>
            </a:extLst>
          </p:cNvPr>
          <p:cNvSpPr>
            <a:spLocks xmlns:a="http://schemas.openxmlformats.org/drawingml/2006/main" noGrp="1"/>
          </p:cNvSpPr>
          <p:nvPr/>
        </p:nvSpPr>
        <p:spPr>
          <a:xfrm xmlns:a="http://schemas.openxmlformats.org/drawingml/2006/main">
            <a:off x="465866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19" name="Editable chart path">
            <a:extLst xmlns:a="http://schemas.openxmlformats.org/drawingml/2006/main">
              <a:ext uri="{FF2B5EF4-FFF2-40B4-BE49-F238E27FC236}">
                <a16:creationId xmlns:a16="http://schemas.microsoft.com/office/drawing/2014/main" id="{9AC8C872-5C36-4CCD-9997-C218319C96CA}"/>
              </a:ext>
            </a:extLst>
          </p:cNvPr>
          <p:cNvSpPr>
            <a:spLocks xmlns:a="http://schemas.openxmlformats.org/drawingml/2006/main" noGrp="1"/>
          </p:cNvSpPr>
          <p:nvPr/>
        </p:nvSpPr>
        <p:spPr>
          <a:xfrm xmlns:a="http://schemas.openxmlformats.org/drawingml/2006/main">
            <a:off x="4730062"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0" name="Editable chart path">
            <a:extLst xmlns:a="http://schemas.openxmlformats.org/drawingml/2006/main">
              <a:ext uri="{FF2B5EF4-FFF2-40B4-BE49-F238E27FC236}">
                <a16:creationId xmlns:a16="http://schemas.microsoft.com/office/drawing/2014/main" id="{0A086518-738E-402E-90F4-E7F9784D25B7}"/>
              </a:ext>
            </a:extLst>
          </p:cNvPr>
          <p:cNvSpPr>
            <a:spLocks xmlns:a="http://schemas.openxmlformats.org/drawingml/2006/main" noGrp="1"/>
          </p:cNvSpPr>
          <p:nvPr/>
        </p:nvSpPr>
        <p:spPr>
          <a:xfrm xmlns:a="http://schemas.openxmlformats.org/drawingml/2006/main">
            <a:off x="4801464"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1" name="Editable chart path">
            <a:extLst xmlns:a="http://schemas.openxmlformats.org/drawingml/2006/main">
              <a:ext uri="{FF2B5EF4-FFF2-40B4-BE49-F238E27FC236}">
                <a16:creationId xmlns:a16="http://schemas.microsoft.com/office/drawing/2014/main" id="{596A8951-8C45-4B63-B660-0083F0FC4D6D}"/>
              </a:ext>
            </a:extLst>
          </p:cNvPr>
          <p:cNvSpPr>
            <a:spLocks xmlns:a="http://schemas.openxmlformats.org/drawingml/2006/main" noGrp="1"/>
          </p:cNvSpPr>
          <p:nvPr/>
        </p:nvSpPr>
        <p:spPr>
          <a:xfrm xmlns:a="http://schemas.openxmlformats.org/drawingml/2006/main">
            <a:off x="4872866"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2" name="Editable chart path">
            <a:extLst xmlns:a="http://schemas.openxmlformats.org/drawingml/2006/main">
              <a:ext uri="{FF2B5EF4-FFF2-40B4-BE49-F238E27FC236}">
                <a16:creationId xmlns:a16="http://schemas.microsoft.com/office/drawing/2014/main" id="{9529EFAC-4DC0-4623-A0FC-454B6671C104}"/>
              </a:ext>
            </a:extLst>
          </p:cNvPr>
          <p:cNvSpPr>
            <a:spLocks xmlns:a="http://schemas.openxmlformats.org/drawingml/2006/main" noGrp="1"/>
          </p:cNvSpPr>
          <p:nvPr/>
        </p:nvSpPr>
        <p:spPr>
          <a:xfrm xmlns:a="http://schemas.openxmlformats.org/drawingml/2006/main">
            <a:off x="4944268"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3" name="Editable chart path">
            <a:extLst xmlns:a="http://schemas.openxmlformats.org/drawingml/2006/main">
              <a:ext uri="{FF2B5EF4-FFF2-40B4-BE49-F238E27FC236}">
                <a16:creationId xmlns:a16="http://schemas.microsoft.com/office/drawing/2014/main" id="{3344448A-F183-47D0-A2C4-3164DB129C5A}"/>
              </a:ext>
            </a:extLst>
          </p:cNvPr>
          <p:cNvSpPr>
            <a:spLocks xmlns:a="http://schemas.openxmlformats.org/drawingml/2006/main" noGrp="1"/>
          </p:cNvSpPr>
          <p:nvPr/>
        </p:nvSpPr>
        <p:spPr>
          <a:xfrm xmlns:a="http://schemas.openxmlformats.org/drawingml/2006/main">
            <a:off x="501567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4" name="Editable chart path">
            <a:extLst xmlns:a="http://schemas.openxmlformats.org/drawingml/2006/main">
              <a:ext uri="{FF2B5EF4-FFF2-40B4-BE49-F238E27FC236}">
                <a16:creationId xmlns:a16="http://schemas.microsoft.com/office/drawing/2014/main" id="{82E247B5-9635-4594-93A6-FC3AFAFEFFB5}"/>
              </a:ext>
            </a:extLst>
          </p:cNvPr>
          <p:cNvSpPr>
            <a:spLocks xmlns:a="http://schemas.openxmlformats.org/drawingml/2006/main" noGrp="1"/>
          </p:cNvSpPr>
          <p:nvPr/>
        </p:nvSpPr>
        <p:spPr>
          <a:xfrm xmlns:a="http://schemas.openxmlformats.org/drawingml/2006/main">
            <a:off x="2016787"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5" name="Editable chart path">
            <a:extLst xmlns:a="http://schemas.openxmlformats.org/drawingml/2006/main">
              <a:ext uri="{FF2B5EF4-FFF2-40B4-BE49-F238E27FC236}">
                <a16:creationId xmlns:a16="http://schemas.microsoft.com/office/drawing/2014/main" id="{1C88B439-7DE8-46A7-995E-70924F6B92BC}"/>
              </a:ext>
            </a:extLst>
          </p:cNvPr>
          <p:cNvSpPr>
            <a:spLocks xmlns:a="http://schemas.openxmlformats.org/drawingml/2006/main" noGrp="1"/>
          </p:cNvSpPr>
          <p:nvPr/>
        </p:nvSpPr>
        <p:spPr>
          <a:xfrm xmlns:a="http://schemas.openxmlformats.org/drawingml/2006/main">
            <a:off x="2088189"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6" name="Editable chart path">
            <a:extLst xmlns:a="http://schemas.openxmlformats.org/drawingml/2006/main">
              <a:ext uri="{FF2B5EF4-FFF2-40B4-BE49-F238E27FC236}">
                <a16:creationId xmlns:a16="http://schemas.microsoft.com/office/drawing/2014/main" id="{AC13267D-D045-4869-BCB7-91D09C04DF15}"/>
              </a:ext>
            </a:extLst>
          </p:cNvPr>
          <p:cNvSpPr>
            <a:spLocks xmlns:a="http://schemas.openxmlformats.org/drawingml/2006/main" noGrp="1"/>
          </p:cNvSpPr>
          <p:nvPr/>
        </p:nvSpPr>
        <p:spPr>
          <a:xfrm xmlns:a="http://schemas.openxmlformats.org/drawingml/2006/main">
            <a:off x="2159591"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7" name="Editable chart path">
            <a:extLst xmlns:a="http://schemas.openxmlformats.org/drawingml/2006/main">
              <a:ext uri="{FF2B5EF4-FFF2-40B4-BE49-F238E27FC236}">
                <a16:creationId xmlns:a16="http://schemas.microsoft.com/office/drawing/2014/main" id="{B3290D9B-258B-4150-A3DA-280E10124417}"/>
              </a:ext>
            </a:extLst>
          </p:cNvPr>
          <p:cNvSpPr>
            <a:spLocks xmlns:a="http://schemas.openxmlformats.org/drawingml/2006/main" noGrp="1"/>
          </p:cNvSpPr>
          <p:nvPr/>
        </p:nvSpPr>
        <p:spPr>
          <a:xfrm xmlns:a="http://schemas.openxmlformats.org/drawingml/2006/main">
            <a:off x="2230993"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8" name="Editable chart path">
            <a:extLst xmlns:a="http://schemas.openxmlformats.org/drawingml/2006/main">
              <a:ext uri="{FF2B5EF4-FFF2-40B4-BE49-F238E27FC236}">
                <a16:creationId xmlns:a16="http://schemas.microsoft.com/office/drawing/2014/main" id="{26A0BF13-62AA-431C-8EC2-8F2C138D99EB}"/>
              </a:ext>
            </a:extLst>
          </p:cNvPr>
          <p:cNvSpPr>
            <a:spLocks xmlns:a="http://schemas.openxmlformats.org/drawingml/2006/main" noGrp="1"/>
          </p:cNvSpPr>
          <p:nvPr/>
        </p:nvSpPr>
        <p:spPr>
          <a:xfrm xmlns:a="http://schemas.openxmlformats.org/drawingml/2006/main">
            <a:off x="230239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29" name="Editable chart path">
            <a:extLst xmlns:a="http://schemas.openxmlformats.org/drawingml/2006/main">
              <a:ext uri="{FF2B5EF4-FFF2-40B4-BE49-F238E27FC236}">
                <a16:creationId xmlns:a16="http://schemas.microsoft.com/office/drawing/2014/main" id="{3AF08E1E-8488-4F3D-81CD-212F5788D1FF}"/>
              </a:ext>
            </a:extLst>
          </p:cNvPr>
          <p:cNvSpPr>
            <a:spLocks xmlns:a="http://schemas.openxmlformats.org/drawingml/2006/main" noGrp="1"/>
          </p:cNvSpPr>
          <p:nvPr/>
        </p:nvSpPr>
        <p:spPr>
          <a:xfrm xmlns:a="http://schemas.openxmlformats.org/drawingml/2006/main">
            <a:off x="2373797"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0" name="Editable chart path">
            <a:extLst xmlns:a="http://schemas.openxmlformats.org/drawingml/2006/main">
              <a:ext uri="{FF2B5EF4-FFF2-40B4-BE49-F238E27FC236}">
                <a16:creationId xmlns:a16="http://schemas.microsoft.com/office/drawing/2014/main" id="{19378A2F-188D-4D1B-9AB8-CD3155366921}"/>
              </a:ext>
            </a:extLst>
          </p:cNvPr>
          <p:cNvSpPr>
            <a:spLocks xmlns:a="http://schemas.openxmlformats.org/drawingml/2006/main" noGrp="1"/>
          </p:cNvSpPr>
          <p:nvPr/>
        </p:nvSpPr>
        <p:spPr>
          <a:xfrm xmlns:a="http://schemas.openxmlformats.org/drawingml/2006/main">
            <a:off x="2445199"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1" name="Editable chart path">
            <a:extLst xmlns:a="http://schemas.openxmlformats.org/drawingml/2006/main">
              <a:ext uri="{FF2B5EF4-FFF2-40B4-BE49-F238E27FC236}">
                <a16:creationId xmlns:a16="http://schemas.microsoft.com/office/drawing/2014/main" id="{FD34E398-AF00-4D2E-8A80-643637F67779}"/>
              </a:ext>
            </a:extLst>
          </p:cNvPr>
          <p:cNvSpPr>
            <a:spLocks xmlns:a="http://schemas.openxmlformats.org/drawingml/2006/main" noGrp="1"/>
          </p:cNvSpPr>
          <p:nvPr/>
        </p:nvSpPr>
        <p:spPr>
          <a:xfrm xmlns:a="http://schemas.openxmlformats.org/drawingml/2006/main">
            <a:off x="2516601"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2" name="Editable chart path">
            <a:extLst xmlns:a="http://schemas.openxmlformats.org/drawingml/2006/main">
              <a:ext uri="{FF2B5EF4-FFF2-40B4-BE49-F238E27FC236}">
                <a16:creationId xmlns:a16="http://schemas.microsoft.com/office/drawing/2014/main" id="{5B34DB23-EE28-4FDA-9F35-9E96F93629BF}"/>
              </a:ext>
            </a:extLst>
          </p:cNvPr>
          <p:cNvSpPr>
            <a:spLocks xmlns:a="http://schemas.openxmlformats.org/drawingml/2006/main" noGrp="1"/>
          </p:cNvSpPr>
          <p:nvPr/>
        </p:nvSpPr>
        <p:spPr>
          <a:xfrm xmlns:a="http://schemas.openxmlformats.org/drawingml/2006/main">
            <a:off x="2588003"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3" name="Editable chart path">
            <a:extLst xmlns:a="http://schemas.openxmlformats.org/drawingml/2006/main">
              <a:ext uri="{FF2B5EF4-FFF2-40B4-BE49-F238E27FC236}">
                <a16:creationId xmlns:a16="http://schemas.microsoft.com/office/drawing/2014/main" id="{8A49091C-4206-4E53-B65D-778DF7FE0656}"/>
              </a:ext>
            </a:extLst>
          </p:cNvPr>
          <p:cNvSpPr>
            <a:spLocks xmlns:a="http://schemas.openxmlformats.org/drawingml/2006/main" noGrp="1"/>
          </p:cNvSpPr>
          <p:nvPr/>
        </p:nvSpPr>
        <p:spPr>
          <a:xfrm xmlns:a="http://schemas.openxmlformats.org/drawingml/2006/main">
            <a:off x="265940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4" name="Editable chart path">
            <a:extLst xmlns:a="http://schemas.openxmlformats.org/drawingml/2006/main">
              <a:ext uri="{FF2B5EF4-FFF2-40B4-BE49-F238E27FC236}">
                <a16:creationId xmlns:a16="http://schemas.microsoft.com/office/drawing/2014/main" id="{0C9EBA7D-BC09-41AE-82BE-0CD4E5B3C18E}"/>
              </a:ext>
            </a:extLst>
          </p:cNvPr>
          <p:cNvSpPr>
            <a:spLocks xmlns:a="http://schemas.openxmlformats.org/drawingml/2006/main" noGrp="1"/>
          </p:cNvSpPr>
          <p:nvPr/>
        </p:nvSpPr>
        <p:spPr>
          <a:xfrm xmlns:a="http://schemas.openxmlformats.org/drawingml/2006/main">
            <a:off x="2730807"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5" name="Editable chart path">
            <a:extLst xmlns:a="http://schemas.openxmlformats.org/drawingml/2006/main">
              <a:ext uri="{FF2B5EF4-FFF2-40B4-BE49-F238E27FC236}">
                <a16:creationId xmlns:a16="http://schemas.microsoft.com/office/drawing/2014/main" id="{73ACB195-784A-4102-8D6C-58AEEA71F34F}"/>
              </a:ext>
            </a:extLst>
          </p:cNvPr>
          <p:cNvSpPr>
            <a:spLocks xmlns:a="http://schemas.openxmlformats.org/drawingml/2006/main" noGrp="1"/>
          </p:cNvSpPr>
          <p:nvPr/>
        </p:nvSpPr>
        <p:spPr>
          <a:xfrm xmlns:a="http://schemas.openxmlformats.org/drawingml/2006/main">
            <a:off x="2802209"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6" name="Editable chart path">
            <a:extLst xmlns:a="http://schemas.openxmlformats.org/drawingml/2006/main">
              <a:ext uri="{FF2B5EF4-FFF2-40B4-BE49-F238E27FC236}">
                <a16:creationId xmlns:a16="http://schemas.microsoft.com/office/drawing/2014/main" id="{96622B6D-1696-435E-B64D-F0E00DA7CF08}"/>
              </a:ext>
            </a:extLst>
          </p:cNvPr>
          <p:cNvSpPr>
            <a:spLocks xmlns:a="http://schemas.openxmlformats.org/drawingml/2006/main" noGrp="1"/>
          </p:cNvSpPr>
          <p:nvPr/>
        </p:nvSpPr>
        <p:spPr>
          <a:xfrm xmlns:a="http://schemas.openxmlformats.org/drawingml/2006/main">
            <a:off x="2873611"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7" name="Editable chart path">
            <a:extLst xmlns:a="http://schemas.openxmlformats.org/drawingml/2006/main">
              <a:ext uri="{FF2B5EF4-FFF2-40B4-BE49-F238E27FC236}">
                <a16:creationId xmlns:a16="http://schemas.microsoft.com/office/drawing/2014/main" id="{A17B5951-0446-4DF1-85DE-6036AF677FA0}"/>
              </a:ext>
            </a:extLst>
          </p:cNvPr>
          <p:cNvSpPr>
            <a:spLocks xmlns:a="http://schemas.openxmlformats.org/drawingml/2006/main" noGrp="1"/>
          </p:cNvSpPr>
          <p:nvPr/>
        </p:nvSpPr>
        <p:spPr>
          <a:xfrm xmlns:a="http://schemas.openxmlformats.org/drawingml/2006/main">
            <a:off x="2945013"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8" name="Editable chart path">
            <a:extLst xmlns:a="http://schemas.openxmlformats.org/drawingml/2006/main">
              <a:ext uri="{FF2B5EF4-FFF2-40B4-BE49-F238E27FC236}">
                <a16:creationId xmlns:a16="http://schemas.microsoft.com/office/drawing/2014/main" id="{C937A788-B433-435D-B079-06B71DE6D250}"/>
              </a:ext>
            </a:extLst>
          </p:cNvPr>
          <p:cNvSpPr>
            <a:spLocks xmlns:a="http://schemas.openxmlformats.org/drawingml/2006/main" noGrp="1"/>
          </p:cNvSpPr>
          <p:nvPr/>
        </p:nvSpPr>
        <p:spPr>
          <a:xfrm xmlns:a="http://schemas.openxmlformats.org/drawingml/2006/main">
            <a:off x="301641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39" name="Editable chart path">
            <a:extLst xmlns:a="http://schemas.openxmlformats.org/drawingml/2006/main">
              <a:ext uri="{FF2B5EF4-FFF2-40B4-BE49-F238E27FC236}">
                <a16:creationId xmlns:a16="http://schemas.microsoft.com/office/drawing/2014/main" id="{DD2D0C75-8B32-4F10-A45E-4B06C888E03F}"/>
              </a:ext>
            </a:extLst>
          </p:cNvPr>
          <p:cNvSpPr>
            <a:spLocks xmlns:a="http://schemas.openxmlformats.org/drawingml/2006/main" noGrp="1"/>
          </p:cNvSpPr>
          <p:nvPr/>
        </p:nvSpPr>
        <p:spPr>
          <a:xfrm xmlns:a="http://schemas.openxmlformats.org/drawingml/2006/main">
            <a:off x="3087817"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0" name="Editable chart path">
            <a:extLst xmlns:a="http://schemas.openxmlformats.org/drawingml/2006/main">
              <a:ext uri="{FF2B5EF4-FFF2-40B4-BE49-F238E27FC236}">
                <a16:creationId xmlns:a16="http://schemas.microsoft.com/office/drawing/2014/main" id="{31349DB3-1C5D-4A92-A2C0-AB287F200268}"/>
              </a:ext>
            </a:extLst>
          </p:cNvPr>
          <p:cNvSpPr>
            <a:spLocks xmlns:a="http://schemas.openxmlformats.org/drawingml/2006/main" noGrp="1"/>
          </p:cNvSpPr>
          <p:nvPr/>
        </p:nvSpPr>
        <p:spPr>
          <a:xfrm xmlns:a="http://schemas.openxmlformats.org/drawingml/2006/main">
            <a:off x="3159219"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1" name="Editable chart path">
            <a:extLst xmlns:a="http://schemas.openxmlformats.org/drawingml/2006/main">
              <a:ext uri="{FF2B5EF4-FFF2-40B4-BE49-F238E27FC236}">
                <a16:creationId xmlns:a16="http://schemas.microsoft.com/office/drawing/2014/main" id="{C72DEC68-4D36-4ED9-A091-DEE2B668B28F}"/>
              </a:ext>
            </a:extLst>
          </p:cNvPr>
          <p:cNvSpPr>
            <a:spLocks xmlns:a="http://schemas.openxmlformats.org/drawingml/2006/main" noGrp="1"/>
          </p:cNvSpPr>
          <p:nvPr/>
        </p:nvSpPr>
        <p:spPr>
          <a:xfrm xmlns:a="http://schemas.openxmlformats.org/drawingml/2006/main">
            <a:off x="3230621"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2" name="Editable chart path">
            <a:extLst xmlns:a="http://schemas.openxmlformats.org/drawingml/2006/main">
              <a:ext uri="{FF2B5EF4-FFF2-40B4-BE49-F238E27FC236}">
                <a16:creationId xmlns:a16="http://schemas.microsoft.com/office/drawing/2014/main" id="{830E2704-F1A9-4042-A974-6110870BE004}"/>
              </a:ext>
            </a:extLst>
          </p:cNvPr>
          <p:cNvSpPr>
            <a:spLocks xmlns:a="http://schemas.openxmlformats.org/drawingml/2006/main" noGrp="1"/>
          </p:cNvSpPr>
          <p:nvPr/>
        </p:nvSpPr>
        <p:spPr>
          <a:xfrm xmlns:a="http://schemas.openxmlformats.org/drawingml/2006/main">
            <a:off x="3302023"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3" name="Editable chart path">
            <a:extLst xmlns:a="http://schemas.openxmlformats.org/drawingml/2006/main">
              <a:ext uri="{FF2B5EF4-FFF2-40B4-BE49-F238E27FC236}">
                <a16:creationId xmlns:a16="http://schemas.microsoft.com/office/drawing/2014/main" id="{4B76F5A2-B274-4D9E-B5FC-27E8C693EAC3}"/>
              </a:ext>
            </a:extLst>
          </p:cNvPr>
          <p:cNvSpPr>
            <a:spLocks xmlns:a="http://schemas.openxmlformats.org/drawingml/2006/main" noGrp="1"/>
          </p:cNvSpPr>
          <p:nvPr/>
        </p:nvSpPr>
        <p:spPr>
          <a:xfrm xmlns:a="http://schemas.openxmlformats.org/drawingml/2006/main">
            <a:off x="337342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4" name="Editable chart path">
            <a:extLst xmlns:a="http://schemas.openxmlformats.org/drawingml/2006/main">
              <a:ext uri="{FF2B5EF4-FFF2-40B4-BE49-F238E27FC236}">
                <a16:creationId xmlns:a16="http://schemas.microsoft.com/office/drawing/2014/main" id="{0C954E3D-4330-4227-A110-FDEA041347E8}"/>
              </a:ext>
            </a:extLst>
          </p:cNvPr>
          <p:cNvSpPr>
            <a:spLocks xmlns:a="http://schemas.openxmlformats.org/drawingml/2006/main" noGrp="1"/>
          </p:cNvSpPr>
          <p:nvPr/>
        </p:nvSpPr>
        <p:spPr>
          <a:xfrm xmlns:a="http://schemas.openxmlformats.org/drawingml/2006/main">
            <a:off x="3444827"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5" name="Editable chart path">
            <a:extLst xmlns:a="http://schemas.openxmlformats.org/drawingml/2006/main">
              <a:ext uri="{FF2B5EF4-FFF2-40B4-BE49-F238E27FC236}">
                <a16:creationId xmlns:a16="http://schemas.microsoft.com/office/drawing/2014/main" id="{49000753-4A3A-4E71-A452-F4D20246A7FB}"/>
              </a:ext>
            </a:extLst>
          </p:cNvPr>
          <p:cNvSpPr>
            <a:spLocks xmlns:a="http://schemas.openxmlformats.org/drawingml/2006/main" noGrp="1"/>
          </p:cNvSpPr>
          <p:nvPr/>
        </p:nvSpPr>
        <p:spPr>
          <a:xfrm xmlns:a="http://schemas.openxmlformats.org/drawingml/2006/main">
            <a:off x="3516229"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6" name="Editable chart path">
            <a:extLst xmlns:a="http://schemas.openxmlformats.org/drawingml/2006/main">
              <a:ext uri="{FF2B5EF4-FFF2-40B4-BE49-F238E27FC236}">
                <a16:creationId xmlns:a16="http://schemas.microsoft.com/office/drawing/2014/main" id="{45EDB2BC-22AC-4041-A8C6-A2F3339EC20C}"/>
              </a:ext>
            </a:extLst>
          </p:cNvPr>
          <p:cNvSpPr>
            <a:spLocks xmlns:a="http://schemas.openxmlformats.org/drawingml/2006/main" noGrp="1"/>
          </p:cNvSpPr>
          <p:nvPr/>
        </p:nvSpPr>
        <p:spPr>
          <a:xfrm xmlns:a="http://schemas.openxmlformats.org/drawingml/2006/main">
            <a:off x="3587631"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7" name="Editable chart path">
            <a:extLst xmlns:a="http://schemas.openxmlformats.org/drawingml/2006/main">
              <a:ext uri="{FF2B5EF4-FFF2-40B4-BE49-F238E27FC236}">
                <a16:creationId xmlns:a16="http://schemas.microsoft.com/office/drawing/2014/main" id="{26A79FD7-4920-4F6E-B357-E15C3CE07383}"/>
              </a:ext>
            </a:extLst>
          </p:cNvPr>
          <p:cNvSpPr>
            <a:spLocks xmlns:a="http://schemas.openxmlformats.org/drawingml/2006/main" noGrp="1"/>
          </p:cNvSpPr>
          <p:nvPr/>
        </p:nvSpPr>
        <p:spPr>
          <a:xfrm xmlns:a="http://schemas.openxmlformats.org/drawingml/2006/main">
            <a:off x="3659033"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8" name="Editable chart path">
            <a:extLst xmlns:a="http://schemas.openxmlformats.org/drawingml/2006/main">
              <a:ext uri="{FF2B5EF4-FFF2-40B4-BE49-F238E27FC236}">
                <a16:creationId xmlns:a16="http://schemas.microsoft.com/office/drawing/2014/main" id="{3AEF8950-D006-472A-B870-0E8ECB80F7AB}"/>
              </a:ext>
            </a:extLst>
          </p:cNvPr>
          <p:cNvSpPr>
            <a:spLocks xmlns:a="http://schemas.openxmlformats.org/drawingml/2006/main" noGrp="1"/>
          </p:cNvSpPr>
          <p:nvPr/>
        </p:nvSpPr>
        <p:spPr>
          <a:xfrm xmlns:a="http://schemas.openxmlformats.org/drawingml/2006/main">
            <a:off x="373043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49" name="Editable chart path">
            <a:extLst xmlns:a="http://schemas.openxmlformats.org/drawingml/2006/main">
              <a:ext uri="{FF2B5EF4-FFF2-40B4-BE49-F238E27FC236}">
                <a16:creationId xmlns:a16="http://schemas.microsoft.com/office/drawing/2014/main" id="{ECFB8E59-AD99-4AD1-9C2B-2DDD51531BA1}"/>
              </a:ext>
            </a:extLst>
          </p:cNvPr>
          <p:cNvSpPr>
            <a:spLocks xmlns:a="http://schemas.openxmlformats.org/drawingml/2006/main" noGrp="1"/>
          </p:cNvSpPr>
          <p:nvPr/>
        </p:nvSpPr>
        <p:spPr>
          <a:xfrm xmlns:a="http://schemas.openxmlformats.org/drawingml/2006/main">
            <a:off x="3801836"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0" name="Editable chart path">
            <a:extLst xmlns:a="http://schemas.openxmlformats.org/drawingml/2006/main">
              <a:ext uri="{FF2B5EF4-FFF2-40B4-BE49-F238E27FC236}">
                <a16:creationId xmlns:a16="http://schemas.microsoft.com/office/drawing/2014/main" id="{77A1D265-3303-4367-9594-7722426CB609}"/>
              </a:ext>
            </a:extLst>
          </p:cNvPr>
          <p:cNvSpPr>
            <a:spLocks xmlns:a="http://schemas.openxmlformats.org/drawingml/2006/main" noGrp="1"/>
          </p:cNvSpPr>
          <p:nvPr/>
        </p:nvSpPr>
        <p:spPr>
          <a:xfrm xmlns:a="http://schemas.openxmlformats.org/drawingml/2006/main">
            <a:off x="3873238"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1" name="Editable chart path">
            <a:extLst xmlns:a="http://schemas.openxmlformats.org/drawingml/2006/main">
              <a:ext uri="{FF2B5EF4-FFF2-40B4-BE49-F238E27FC236}">
                <a16:creationId xmlns:a16="http://schemas.microsoft.com/office/drawing/2014/main" id="{382DA686-355D-41E9-B8E8-9E00737C3A9F}"/>
              </a:ext>
            </a:extLst>
          </p:cNvPr>
          <p:cNvSpPr>
            <a:spLocks xmlns:a="http://schemas.openxmlformats.org/drawingml/2006/main" noGrp="1"/>
          </p:cNvSpPr>
          <p:nvPr/>
        </p:nvSpPr>
        <p:spPr>
          <a:xfrm xmlns:a="http://schemas.openxmlformats.org/drawingml/2006/main">
            <a:off x="394464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2" name="Editable chart path">
            <a:extLst xmlns:a="http://schemas.openxmlformats.org/drawingml/2006/main">
              <a:ext uri="{FF2B5EF4-FFF2-40B4-BE49-F238E27FC236}">
                <a16:creationId xmlns:a16="http://schemas.microsoft.com/office/drawing/2014/main" id="{99942DDC-FB39-4F4C-818D-826AC8142920}"/>
              </a:ext>
            </a:extLst>
          </p:cNvPr>
          <p:cNvSpPr>
            <a:spLocks xmlns:a="http://schemas.openxmlformats.org/drawingml/2006/main" noGrp="1"/>
          </p:cNvSpPr>
          <p:nvPr/>
        </p:nvSpPr>
        <p:spPr>
          <a:xfrm xmlns:a="http://schemas.openxmlformats.org/drawingml/2006/main">
            <a:off x="4016042"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3" name="Editable chart path">
            <a:extLst xmlns:a="http://schemas.openxmlformats.org/drawingml/2006/main">
              <a:ext uri="{FF2B5EF4-FFF2-40B4-BE49-F238E27FC236}">
                <a16:creationId xmlns:a16="http://schemas.microsoft.com/office/drawing/2014/main" id="{D4AC665F-9029-40C3-A811-77DDDB49DCF6}"/>
              </a:ext>
            </a:extLst>
          </p:cNvPr>
          <p:cNvSpPr>
            <a:spLocks xmlns:a="http://schemas.openxmlformats.org/drawingml/2006/main" noGrp="1"/>
          </p:cNvSpPr>
          <p:nvPr/>
        </p:nvSpPr>
        <p:spPr>
          <a:xfrm xmlns:a="http://schemas.openxmlformats.org/drawingml/2006/main">
            <a:off x="4087444"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4" name="Editable chart path">
            <a:extLst xmlns:a="http://schemas.openxmlformats.org/drawingml/2006/main">
              <a:ext uri="{FF2B5EF4-FFF2-40B4-BE49-F238E27FC236}">
                <a16:creationId xmlns:a16="http://schemas.microsoft.com/office/drawing/2014/main" id="{666D96EC-64E2-46F4-B0FF-050E43A88AC1}"/>
              </a:ext>
            </a:extLst>
          </p:cNvPr>
          <p:cNvSpPr>
            <a:spLocks xmlns:a="http://schemas.openxmlformats.org/drawingml/2006/main" noGrp="1"/>
          </p:cNvSpPr>
          <p:nvPr/>
        </p:nvSpPr>
        <p:spPr>
          <a:xfrm xmlns:a="http://schemas.openxmlformats.org/drawingml/2006/main">
            <a:off x="4158846"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5" name="Editable chart path">
            <a:extLst xmlns:a="http://schemas.openxmlformats.org/drawingml/2006/main">
              <a:ext uri="{FF2B5EF4-FFF2-40B4-BE49-F238E27FC236}">
                <a16:creationId xmlns:a16="http://schemas.microsoft.com/office/drawing/2014/main" id="{13EA88CD-C264-4934-88D9-0ED8BB1A0DB3}"/>
              </a:ext>
            </a:extLst>
          </p:cNvPr>
          <p:cNvSpPr>
            <a:spLocks xmlns:a="http://schemas.openxmlformats.org/drawingml/2006/main" noGrp="1"/>
          </p:cNvSpPr>
          <p:nvPr/>
        </p:nvSpPr>
        <p:spPr>
          <a:xfrm xmlns:a="http://schemas.openxmlformats.org/drawingml/2006/main">
            <a:off x="4230248"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6" name="Editable chart path">
            <a:extLst xmlns:a="http://schemas.openxmlformats.org/drawingml/2006/main">
              <a:ext uri="{FF2B5EF4-FFF2-40B4-BE49-F238E27FC236}">
                <a16:creationId xmlns:a16="http://schemas.microsoft.com/office/drawing/2014/main" id="{9C81A9E4-B488-4827-B903-5EE8B6E5BCCA}"/>
              </a:ext>
            </a:extLst>
          </p:cNvPr>
          <p:cNvSpPr>
            <a:spLocks xmlns:a="http://schemas.openxmlformats.org/drawingml/2006/main" noGrp="1"/>
          </p:cNvSpPr>
          <p:nvPr/>
        </p:nvSpPr>
        <p:spPr>
          <a:xfrm xmlns:a="http://schemas.openxmlformats.org/drawingml/2006/main">
            <a:off x="430165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7" name="Editable chart path">
            <a:extLst xmlns:a="http://schemas.openxmlformats.org/drawingml/2006/main">
              <a:ext uri="{FF2B5EF4-FFF2-40B4-BE49-F238E27FC236}">
                <a16:creationId xmlns:a16="http://schemas.microsoft.com/office/drawing/2014/main" id="{92CBCA0C-E093-442E-AA1E-6AF1D6386FBA}"/>
              </a:ext>
            </a:extLst>
          </p:cNvPr>
          <p:cNvSpPr>
            <a:spLocks xmlns:a="http://schemas.openxmlformats.org/drawingml/2006/main" noGrp="1"/>
          </p:cNvSpPr>
          <p:nvPr/>
        </p:nvSpPr>
        <p:spPr>
          <a:xfrm xmlns:a="http://schemas.openxmlformats.org/drawingml/2006/main">
            <a:off x="4373052"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8" name="Editable chart path">
            <a:extLst xmlns:a="http://schemas.openxmlformats.org/drawingml/2006/main">
              <a:ext uri="{FF2B5EF4-FFF2-40B4-BE49-F238E27FC236}">
                <a16:creationId xmlns:a16="http://schemas.microsoft.com/office/drawing/2014/main" id="{1B74248E-986D-47A0-809B-B3422A21DE61}"/>
              </a:ext>
            </a:extLst>
          </p:cNvPr>
          <p:cNvSpPr>
            <a:spLocks xmlns:a="http://schemas.openxmlformats.org/drawingml/2006/main" noGrp="1"/>
          </p:cNvSpPr>
          <p:nvPr/>
        </p:nvSpPr>
        <p:spPr>
          <a:xfrm xmlns:a="http://schemas.openxmlformats.org/drawingml/2006/main">
            <a:off x="4444454"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59" name="Editable chart path">
            <a:extLst xmlns:a="http://schemas.openxmlformats.org/drawingml/2006/main">
              <a:ext uri="{FF2B5EF4-FFF2-40B4-BE49-F238E27FC236}">
                <a16:creationId xmlns:a16="http://schemas.microsoft.com/office/drawing/2014/main" id="{C4EF9463-2839-4755-9523-A34A7147CD89}"/>
              </a:ext>
            </a:extLst>
          </p:cNvPr>
          <p:cNvSpPr>
            <a:spLocks xmlns:a="http://schemas.openxmlformats.org/drawingml/2006/main" noGrp="1"/>
          </p:cNvSpPr>
          <p:nvPr/>
        </p:nvSpPr>
        <p:spPr>
          <a:xfrm xmlns:a="http://schemas.openxmlformats.org/drawingml/2006/main">
            <a:off x="4515856"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0" name="Editable chart path">
            <a:extLst xmlns:a="http://schemas.openxmlformats.org/drawingml/2006/main">
              <a:ext uri="{FF2B5EF4-FFF2-40B4-BE49-F238E27FC236}">
                <a16:creationId xmlns:a16="http://schemas.microsoft.com/office/drawing/2014/main" id="{473E4330-BCD7-470A-A3E1-3CE3E8348D9C}"/>
              </a:ext>
            </a:extLst>
          </p:cNvPr>
          <p:cNvSpPr>
            <a:spLocks xmlns:a="http://schemas.openxmlformats.org/drawingml/2006/main" noGrp="1"/>
          </p:cNvSpPr>
          <p:nvPr/>
        </p:nvSpPr>
        <p:spPr>
          <a:xfrm xmlns:a="http://schemas.openxmlformats.org/drawingml/2006/main">
            <a:off x="4587258"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1" name="Editable chart path">
            <a:extLst xmlns:a="http://schemas.openxmlformats.org/drawingml/2006/main">
              <a:ext uri="{FF2B5EF4-FFF2-40B4-BE49-F238E27FC236}">
                <a16:creationId xmlns:a16="http://schemas.microsoft.com/office/drawing/2014/main" id="{9F9306AD-7757-4363-97BA-E8F13002F6F8}"/>
              </a:ext>
            </a:extLst>
          </p:cNvPr>
          <p:cNvSpPr>
            <a:spLocks xmlns:a="http://schemas.openxmlformats.org/drawingml/2006/main" noGrp="1"/>
          </p:cNvSpPr>
          <p:nvPr/>
        </p:nvSpPr>
        <p:spPr>
          <a:xfrm xmlns:a="http://schemas.openxmlformats.org/drawingml/2006/main">
            <a:off x="465866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2" name="Editable chart path">
            <a:extLst xmlns:a="http://schemas.openxmlformats.org/drawingml/2006/main">
              <a:ext uri="{FF2B5EF4-FFF2-40B4-BE49-F238E27FC236}">
                <a16:creationId xmlns:a16="http://schemas.microsoft.com/office/drawing/2014/main" id="{C159301B-B4A1-4AD3-854F-8CF7D3728ECB}"/>
              </a:ext>
            </a:extLst>
          </p:cNvPr>
          <p:cNvSpPr>
            <a:spLocks xmlns:a="http://schemas.openxmlformats.org/drawingml/2006/main" noGrp="1"/>
          </p:cNvSpPr>
          <p:nvPr/>
        </p:nvSpPr>
        <p:spPr>
          <a:xfrm xmlns:a="http://schemas.openxmlformats.org/drawingml/2006/main">
            <a:off x="4730062"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3" name="Editable chart path">
            <a:extLst xmlns:a="http://schemas.openxmlformats.org/drawingml/2006/main">
              <a:ext uri="{FF2B5EF4-FFF2-40B4-BE49-F238E27FC236}">
                <a16:creationId xmlns:a16="http://schemas.microsoft.com/office/drawing/2014/main" id="{C75D7643-A393-4DA2-9BFC-B1B189F95A87}"/>
              </a:ext>
            </a:extLst>
          </p:cNvPr>
          <p:cNvSpPr>
            <a:spLocks xmlns:a="http://schemas.openxmlformats.org/drawingml/2006/main" noGrp="1"/>
          </p:cNvSpPr>
          <p:nvPr/>
        </p:nvSpPr>
        <p:spPr>
          <a:xfrm xmlns:a="http://schemas.openxmlformats.org/drawingml/2006/main">
            <a:off x="4801464"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4" name="Editable chart path">
            <a:extLst xmlns:a="http://schemas.openxmlformats.org/drawingml/2006/main">
              <a:ext uri="{FF2B5EF4-FFF2-40B4-BE49-F238E27FC236}">
                <a16:creationId xmlns:a16="http://schemas.microsoft.com/office/drawing/2014/main" id="{92815EA8-9805-4097-BECA-9046AB004E51}"/>
              </a:ext>
            </a:extLst>
          </p:cNvPr>
          <p:cNvSpPr>
            <a:spLocks xmlns:a="http://schemas.openxmlformats.org/drawingml/2006/main" noGrp="1"/>
          </p:cNvSpPr>
          <p:nvPr/>
        </p:nvSpPr>
        <p:spPr>
          <a:xfrm xmlns:a="http://schemas.openxmlformats.org/drawingml/2006/main">
            <a:off x="4872866"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5" name="Editable chart path">
            <a:extLst xmlns:a="http://schemas.openxmlformats.org/drawingml/2006/main">
              <a:ext uri="{FF2B5EF4-FFF2-40B4-BE49-F238E27FC236}">
                <a16:creationId xmlns:a16="http://schemas.microsoft.com/office/drawing/2014/main" id="{7D0CC17F-695E-40E2-8D1C-862B18781243}"/>
              </a:ext>
            </a:extLst>
          </p:cNvPr>
          <p:cNvSpPr>
            <a:spLocks xmlns:a="http://schemas.openxmlformats.org/drawingml/2006/main" noGrp="1"/>
          </p:cNvSpPr>
          <p:nvPr/>
        </p:nvSpPr>
        <p:spPr>
          <a:xfrm xmlns:a="http://schemas.openxmlformats.org/drawingml/2006/main">
            <a:off x="4944268"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6" name="Editable chart path">
            <a:extLst xmlns:a="http://schemas.openxmlformats.org/drawingml/2006/main">
              <a:ext uri="{FF2B5EF4-FFF2-40B4-BE49-F238E27FC236}">
                <a16:creationId xmlns:a16="http://schemas.microsoft.com/office/drawing/2014/main" id="{913126EE-2357-4261-9FE6-4B6EC1ADC20B}"/>
              </a:ext>
            </a:extLst>
          </p:cNvPr>
          <p:cNvSpPr>
            <a:spLocks xmlns:a="http://schemas.openxmlformats.org/drawingml/2006/main" noGrp="1"/>
          </p:cNvSpPr>
          <p:nvPr/>
        </p:nvSpPr>
        <p:spPr>
          <a:xfrm xmlns:a="http://schemas.openxmlformats.org/drawingml/2006/main">
            <a:off x="501567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7" name="Editable chart path">
            <a:extLst xmlns:a="http://schemas.openxmlformats.org/drawingml/2006/main">
              <a:ext uri="{FF2B5EF4-FFF2-40B4-BE49-F238E27FC236}">
                <a16:creationId xmlns:a16="http://schemas.microsoft.com/office/drawing/2014/main" id="{55CA321F-CD69-4025-BB0B-9D85E027DE96}"/>
              </a:ext>
            </a:extLst>
          </p:cNvPr>
          <p:cNvSpPr>
            <a:spLocks xmlns:a="http://schemas.openxmlformats.org/drawingml/2006/main" noGrp="1"/>
          </p:cNvSpPr>
          <p:nvPr/>
        </p:nvSpPr>
        <p:spPr>
          <a:xfrm xmlns:a="http://schemas.openxmlformats.org/drawingml/2006/main">
            <a:off x="5444082"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8" name="Editable chart path">
            <a:extLst xmlns:a="http://schemas.openxmlformats.org/drawingml/2006/main">
              <a:ext uri="{FF2B5EF4-FFF2-40B4-BE49-F238E27FC236}">
                <a16:creationId xmlns:a16="http://schemas.microsoft.com/office/drawing/2014/main" id="{694241F6-C0C8-49A9-888D-62AF9293757A}"/>
              </a:ext>
            </a:extLst>
          </p:cNvPr>
          <p:cNvSpPr>
            <a:spLocks xmlns:a="http://schemas.openxmlformats.org/drawingml/2006/main" noGrp="1"/>
          </p:cNvSpPr>
          <p:nvPr/>
        </p:nvSpPr>
        <p:spPr>
          <a:xfrm xmlns:a="http://schemas.openxmlformats.org/drawingml/2006/main">
            <a:off x="201678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69" name="Editable chart path">
            <a:extLst xmlns:a="http://schemas.openxmlformats.org/drawingml/2006/main">
              <a:ext uri="{FF2B5EF4-FFF2-40B4-BE49-F238E27FC236}">
                <a16:creationId xmlns:a16="http://schemas.microsoft.com/office/drawing/2014/main" id="{6BDA2F70-98F9-48C2-BEBE-68251B834338}"/>
              </a:ext>
            </a:extLst>
          </p:cNvPr>
          <p:cNvSpPr>
            <a:spLocks xmlns:a="http://schemas.openxmlformats.org/drawingml/2006/main" noGrp="1"/>
          </p:cNvSpPr>
          <p:nvPr/>
        </p:nvSpPr>
        <p:spPr>
          <a:xfrm xmlns:a="http://schemas.openxmlformats.org/drawingml/2006/main">
            <a:off x="2088189"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0" name="Editable chart path">
            <a:extLst xmlns:a="http://schemas.openxmlformats.org/drawingml/2006/main">
              <a:ext uri="{FF2B5EF4-FFF2-40B4-BE49-F238E27FC236}">
                <a16:creationId xmlns:a16="http://schemas.microsoft.com/office/drawing/2014/main" id="{76B70BB8-FD90-49A7-B1E6-F6D329B3C019}"/>
              </a:ext>
            </a:extLst>
          </p:cNvPr>
          <p:cNvSpPr>
            <a:spLocks xmlns:a="http://schemas.openxmlformats.org/drawingml/2006/main" noGrp="1"/>
          </p:cNvSpPr>
          <p:nvPr/>
        </p:nvSpPr>
        <p:spPr>
          <a:xfrm xmlns:a="http://schemas.openxmlformats.org/drawingml/2006/main">
            <a:off x="2159591"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1" name="Editable chart path">
            <a:extLst xmlns:a="http://schemas.openxmlformats.org/drawingml/2006/main">
              <a:ext uri="{FF2B5EF4-FFF2-40B4-BE49-F238E27FC236}">
                <a16:creationId xmlns:a16="http://schemas.microsoft.com/office/drawing/2014/main" id="{6613C28C-08ED-462D-8667-EFC65235E531}"/>
              </a:ext>
            </a:extLst>
          </p:cNvPr>
          <p:cNvSpPr>
            <a:spLocks xmlns:a="http://schemas.openxmlformats.org/drawingml/2006/main" noGrp="1"/>
          </p:cNvSpPr>
          <p:nvPr/>
        </p:nvSpPr>
        <p:spPr>
          <a:xfrm xmlns:a="http://schemas.openxmlformats.org/drawingml/2006/main">
            <a:off x="2230993"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2" name="Editable chart path">
            <a:extLst xmlns:a="http://schemas.openxmlformats.org/drawingml/2006/main">
              <a:ext uri="{FF2B5EF4-FFF2-40B4-BE49-F238E27FC236}">
                <a16:creationId xmlns:a16="http://schemas.microsoft.com/office/drawing/2014/main" id="{16F016F7-4212-46E2-8335-3DEEEC7ABC68}"/>
              </a:ext>
            </a:extLst>
          </p:cNvPr>
          <p:cNvSpPr>
            <a:spLocks xmlns:a="http://schemas.openxmlformats.org/drawingml/2006/main" noGrp="1"/>
          </p:cNvSpPr>
          <p:nvPr/>
        </p:nvSpPr>
        <p:spPr>
          <a:xfrm xmlns:a="http://schemas.openxmlformats.org/drawingml/2006/main">
            <a:off x="230239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3" name="Editable chart path">
            <a:extLst xmlns:a="http://schemas.openxmlformats.org/drawingml/2006/main">
              <a:ext uri="{FF2B5EF4-FFF2-40B4-BE49-F238E27FC236}">
                <a16:creationId xmlns:a16="http://schemas.microsoft.com/office/drawing/2014/main" id="{18A9EEC6-3E8F-4623-9224-081AED358830}"/>
              </a:ext>
            </a:extLst>
          </p:cNvPr>
          <p:cNvSpPr>
            <a:spLocks xmlns:a="http://schemas.openxmlformats.org/drawingml/2006/main" noGrp="1"/>
          </p:cNvSpPr>
          <p:nvPr/>
        </p:nvSpPr>
        <p:spPr>
          <a:xfrm xmlns:a="http://schemas.openxmlformats.org/drawingml/2006/main">
            <a:off x="237379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4" name="Editable chart path">
            <a:extLst xmlns:a="http://schemas.openxmlformats.org/drawingml/2006/main">
              <a:ext uri="{FF2B5EF4-FFF2-40B4-BE49-F238E27FC236}">
                <a16:creationId xmlns:a16="http://schemas.microsoft.com/office/drawing/2014/main" id="{F9B8303D-C129-410A-8A5D-5EBF1CC34636}"/>
              </a:ext>
            </a:extLst>
          </p:cNvPr>
          <p:cNvSpPr>
            <a:spLocks xmlns:a="http://schemas.openxmlformats.org/drawingml/2006/main" noGrp="1"/>
          </p:cNvSpPr>
          <p:nvPr/>
        </p:nvSpPr>
        <p:spPr>
          <a:xfrm xmlns:a="http://schemas.openxmlformats.org/drawingml/2006/main">
            <a:off x="2445199"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5" name="Editable chart path">
            <a:extLst xmlns:a="http://schemas.openxmlformats.org/drawingml/2006/main">
              <a:ext uri="{FF2B5EF4-FFF2-40B4-BE49-F238E27FC236}">
                <a16:creationId xmlns:a16="http://schemas.microsoft.com/office/drawing/2014/main" id="{E9097FC9-7C67-472D-8BA2-D3BBDED1A1F7}"/>
              </a:ext>
            </a:extLst>
          </p:cNvPr>
          <p:cNvSpPr>
            <a:spLocks xmlns:a="http://schemas.openxmlformats.org/drawingml/2006/main" noGrp="1"/>
          </p:cNvSpPr>
          <p:nvPr/>
        </p:nvSpPr>
        <p:spPr>
          <a:xfrm xmlns:a="http://schemas.openxmlformats.org/drawingml/2006/main">
            <a:off x="2516601"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6" name="Editable chart path">
            <a:extLst xmlns:a="http://schemas.openxmlformats.org/drawingml/2006/main">
              <a:ext uri="{FF2B5EF4-FFF2-40B4-BE49-F238E27FC236}">
                <a16:creationId xmlns:a16="http://schemas.microsoft.com/office/drawing/2014/main" id="{435FAFFC-40AF-48D3-945A-E95BB7BC4C40}"/>
              </a:ext>
            </a:extLst>
          </p:cNvPr>
          <p:cNvSpPr>
            <a:spLocks xmlns:a="http://schemas.openxmlformats.org/drawingml/2006/main" noGrp="1"/>
          </p:cNvSpPr>
          <p:nvPr/>
        </p:nvSpPr>
        <p:spPr>
          <a:xfrm xmlns:a="http://schemas.openxmlformats.org/drawingml/2006/main">
            <a:off x="2588003"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7" name="Editable chart path">
            <a:extLst xmlns:a="http://schemas.openxmlformats.org/drawingml/2006/main">
              <a:ext uri="{FF2B5EF4-FFF2-40B4-BE49-F238E27FC236}">
                <a16:creationId xmlns:a16="http://schemas.microsoft.com/office/drawing/2014/main" id="{C84B3E98-C5B9-417E-A858-D80AA1B74FCB}"/>
              </a:ext>
            </a:extLst>
          </p:cNvPr>
          <p:cNvSpPr>
            <a:spLocks xmlns:a="http://schemas.openxmlformats.org/drawingml/2006/main" noGrp="1"/>
          </p:cNvSpPr>
          <p:nvPr/>
        </p:nvSpPr>
        <p:spPr>
          <a:xfrm xmlns:a="http://schemas.openxmlformats.org/drawingml/2006/main">
            <a:off x="265940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8" name="Editable chart path">
            <a:extLst xmlns:a="http://schemas.openxmlformats.org/drawingml/2006/main">
              <a:ext uri="{FF2B5EF4-FFF2-40B4-BE49-F238E27FC236}">
                <a16:creationId xmlns:a16="http://schemas.microsoft.com/office/drawing/2014/main" id="{917E8D5A-5631-4BF0-B916-E561D5E0E18D}"/>
              </a:ext>
            </a:extLst>
          </p:cNvPr>
          <p:cNvSpPr>
            <a:spLocks xmlns:a="http://schemas.openxmlformats.org/drawingml/2006/main" noGrp="1"/>
          </p:cNvSpPr>
          <p:nvPr/>
        </p:nvSpPr>
        <p:spPr>
          <a:xfrm xmlns:a="http://schemas.openxmlformats.org/drawingml/2006/main">
            <a:off x="273080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79" name="Editable chart path">
            <a:extLst xmlns:a="http://schemas.openxmlformats.org/drawingml/2006/main">
              <a:ext uri="{FF2B5EF4-FFF2-40B4-BE49-F238E27FC236}">
                <a16:creationId xmlns:a16="http://schemas.microsoft.com/office/drawing/2014/main" id="{E7EACE27-5688-41B7-9535-98B50DAF7535}"/>
              </a:ext>
            </a:extLst>
          </p:cNvPr>
          <p:cNvSpPr>
            <a:spLocks xmlns:a="http://schemas.openxmlformats.org/drawingml/2006/main" noGrp="1"/>
          </p:cNvSpPr>
          <p:nvPr/>
        </p:nvSpPr>
        <p:spPr>
          <a:xfrm xmlns:a="http://schemas.openxmlformats.org/drawingml/2006/main">
            <a:off x="2802209"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0" name="Editable chart path">
            <a:extLst xmlns:a="http://schemas.openxmlformats.org/drawingml/2006/main">
              <a:ext uri="{FF2B5EF4-FFF2-40B4-BE49-F238E27FC236}">
                <a16:creationId xmlns:a16="http://schemas.microsoft.com/office/drawing/2014/main" id="{14C0DEF8-B3F2-48D4-937E-8AA0A82CF92E}"/>
              </a:ext>
            </a:extLst>
          </p:cNvPr>
          <p:cNvSpPr>
            <a:spLocks xmlns:a="http://schemas.openxmlformats.org/drawingml/2006/main" noGrp="1"/>
          </p:cNvSpPr>
          <p:nvPr/>
        </p:nvSpPr>
        <p:spPr>
          <a:xfrm xmlns:a="http://schemas.openxmlformats.org/drawingml/2006/main">
            <a:off x="2873611"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1" name="Editable chart path">
            <a:extLst xmlns:a="http://schemas.openxmlformats.org/drawingml/2006/main">
              <a:ext uri="{FF2B5EF4-FFF2-40B4-BE49-F238E27FC236}">
                <a16:creationId xmlns:a16="http://schemas.microsoft.com/office/drawing/2014/main" id="{A7AA20DD-F711-457D-845A-43ABC090E06E}"/>
              </a:ext>
            </a:extLst>
          </p:cNvPr>
          <p:cNvSpPr>
            <a:spLocks xmlns:a="http://schemas.openxmlformats.org/drawingml/2006/main" noGrp="1"/>
          </p:cNvSpPr>
          <p:nvPr/>
        </p:nvSpPr>
        <p:spPr>
          <a:xfrm xmlns:a="http://schemas.openxmlformats.org/drawingml/2006/main">
            <a:off x="2945013"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2" name="Editable chart path">
            <a:extLst xmlns:a="http://schemas.openxmlformats.org/drawingml/2006/main">
              <a:ext uri="{FF2B5EF4-FFF2-40B4-BE49-F238E27FC236}">
                <a16:creationId xmlns:a16="http://schemas.microsoft.com/office/drawing/2014/main" id="{D1083EC7-89A3-4FFF-A15C-15D9F69C65A0}"/>
              </a:ext>
            </a:extLst>
          </p:cNvPr>
          <p:cNvSpPr>
            <a:spLocks xmlns:a="http://schemas.openxmlformats.org/drawingml/2006/main" noGrp="1"/>
          </p:cNvSpPr>
          <p:nvPr/>
        </p:nvSpPr>
        <p:spPr>
          <a:xfrm xmlns:a="http://schemas.openxmlformats.org/drawingml/2006/main">
            <a:off x="301641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3" name="Editable chart path">
            <a:extLst xmlns:a="http://schemas.openxmlformats.org/drawingml/2006/main">
              <a:ext uri="{FF2B5EF4-FFF2-40B4-BE49-F238E27FC236}">
                <a16:creationId xmlns:a16="http://schemas.microsoft.com/office/drawing/2014/main" id="{87C9D140-FB89-41B6-A53C-2146C5055898}"/>
              </a:ext>
            </a:extLst>
          </p:cNvPr>
          <p:cNvSpPr>
            <a:spLocks xmlns:a="http://schemas.openxmlformats.org/drawingml/2006/main" noGrp="1"/>
          </p:cNvSpPr>
          <p:nvPr/>
        </p:nvSpPr>
        <p:spPr>
          <a:xfrm xmlns:a="http://schemas.openxmlformats.org/drawingml/2006/main">
            <a:off x="308781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4" name="Editable chart path">
            <a:extLst xmlns:a="http://schemas.openxmlformats.org/drawingml/2006/main">
              <a:ext uri="{FF2B5EF4-FFF2-40B4-BE49-F238E27FC236}">
                <a16:creationId xmlns:a16="http://schemas.microsoft.com/office/drawing/2014/main" id="{9F268DF4-58BA-4BB4-AA77-0B1BA1A32D2C}"/>
              </a:ext>
            </a:extLst>
          </p:cNvPr>
          <p:cNvSpPr>
            <a:spLocks xmlns:a="http://schemas.openxmlformats.org/drawingml/2006/main" noGrp="1"/>
          </p:cNvSpPr>
          <p:nvPr/>
        </p:nvSpPr>
        <p:spPr>
          <a:xfrm xmlns:a="http://schemas.openxmlformats.org/drawingml/2006/main">
            <a:off x="3159219"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5" name="Editable chart path">
            <a:extLst xmlns:a="http://schemas.openxmlformats.org/drawingml/2006/main">
              <a:ext uri="{FF2B5EF4-FFF2-40B4-BE49-F238E27FC236}">
                <a16:creationId xmlns:a16="http://schemas.microsoft.com/office/drawing/2014/main" id="{3E1BDFEA-CB3A-4DB6-95EC-D4307D13FF95}"/>
              </a:ext>
            </a:extLst>
          </p:cNvPr>
          <p:cNvSpPr>
            <a:spLocks xmlns:a="http://schemas.openxmlformats.org/drawingml/2006/main" noGrp="1"/>
          </p:cNvSpPr>
          <p:nvPr/>
        </p:nvSpPr>
        <p:spPr>
          <a:xfrm xmlns:a="http://schemas.openxmlformats.org/drawingml/2006/main">
            <a:off x="3230621"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6" name="Editable chart path">
            <a:extLst xmlns:a="http://schemas.openxmlformats.org/drawingml/2006/main">
              <a:ext uri="{FF2B5EF4-FFF2-40B4-BE49-F238E27FC236}">
                <a16:creationId xmlns:a16="http://schemas.microsoft.com/office/drawing/2014/main" id="{19B0C6FB-822D-4A65-B402-91E1BB469787}"/>
              </a:ext>
            </a:extLst>
          </p:cNvPr>
          <p:cNvSpPr>
            <a:spLocks xmlns:a="http://schemas.openxmlformats.org/drawingml/2006/main" noGrp="1"/>
          </p:cNvSpPr>
          <p:nvPr/>
        </p:nvSpPr>
        <p:spPr>
          <a:xfrm xmlns:a="http://schemas.openxmlformats.org/drawingml/2006/main">
            <a:off x="3302023"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7" name="Editable chart path">
            <a:extLst xmlns:a="http://schemas.openxmlformats.org/drawingml/2006/main">
              <a:ext uri="{FF2B5EF4-FFF2-40B4-BE49-F238E27FC236}">
                <a16:creationId xmlns:a16="http://schemas.microsoft.com/office/drawing/2014/main" id="{DD2E5ECB-C396-4526-BBCE-23EC208A4ADB}"/>
              </a:ext>
            </a:extLst>
          </p:cNvPr>
          <p:cNvSpPr>
            <a:spLocks xmlns:a="http://schemas.openxmlformats.org/drawingml/2006/main" noGrp="1"/>
          </p:cNvSpPr>
          <p:nvPr/>
        </p:nvSpPr>
        <p:spPr>
          <a:xfrm xmlns:a="http://schemas.openxmlformats.org/drawingml/2006/main">
            <a:off x="337342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8" name="Editable chart path">
            <a:extLst xmlns:a="http://schemas.openxmlformats.org/drawingml/2006/main">
              <a:ext uri="{FF2B5EF4-FFF2-40B4-BE49-F238E27FC236}">
                <a16:creationId xmlns:a16="http://schemas.microsoft.com/office/drawing/2014/main" id="{E90BCF40-25BE-472E-917B-9F937E8379EF}"/>
              </a:ext>
            </a:extLst>
          </p:cNvPr>
          <p:cNvSpPr>
            <a:spLocks xmlns:a="http://schemas.openxmlformats.org/drawingml/2006/main" noGrp="1"/>
          </p:cNvSpPr>
          <p:nvPr/>
        </p:nvSpPr>
        <p:spPr>
          <a:xfrm xmlns:a="http://schemas.openxmlformats.org/drawingml/2006/main">
            <a:off x="344482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89" name="Editable chart path">
            <a:extLst xmlns:a="http://schemas.openxmlformats.org/drawingml/2006/main">
              <a:ext uri="{FF2B5EF4-FFF2-40B4-BE49-F238E27FC236}">
                <a16:creationId xmlns:a16="http://schemas.microsoft.com/office/drawing/2014/main" id="{343DBAD1-58A9-49A6-8896-ABF563A9AB4B}"/>
              </a:ext>
            </a:extLst>
          </p:cNvPr>
          <p:cNvSpPr>
            <a:spLocks xmlns:a="http://schemas.openxmlformats.org/drawingml/2006/main" noGrp="1"/>
          </p:cNvSpPr>
          <p:nvPr/>
        </p:nvSpPr>
        <p:spPr>
          <a:xfrm xmlns:a="http://schemas.openxmlformats.org/drawingml/2006/main">
            <a:off x="3516229"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0" name="Editable chart path">
            <a:extLst xmlns:a="http://schemas.openxmlformats.org/drawingml/2006/main">
              <a:ext uri="{FF2B5EF4-FFF2-40B4-BE49-F238E27FC236}">
                <a16:creationId xmlns:a16="http://schemas.microsoft.com/office/drawing/2014/main" id="{B7EEA94C-7669-461E-B3F6-4C1F459BB4F7}"/>
              </a:ext>
            </a:extLst>
          </p:cNvPr>
          <p:cNvSpPr>
            <a:spLocks xmlns:a="http://schemas.openxmlformats.org/drawingml/2006/main" noGrp="1"/>
          </p:cNvSpPr>
          <p:nvPr/>
        </p:nvSpPr>
        <p:spPr>
          <a:xfrm xmlns:a="http://schemas.openxmlformats.org/drawingml/2006/main">
            <a:off x="3587631"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1" name="Editable chart path">
            <a:extLst xmlns:a="http://schemas.openxmlformats.org/drawingml/2006/main">
              <a:ext uri="{FF2B5EF4-FFF2-40B4-BE49-F238E27FC236}">
                <a16:creationId xmlns:a16="http://schemas.microsoft.com/office/drawing/2014/main" id="{1B09F892-9512-44AE-A7B2-BCCE3937091E}"/>
              </a:ext>
            </a:extLst>
          </p:cNvPr>
          <p:cNvSpPr>
            <a:spLocks xmlns:a="http://schemas.openxmlformats.org/drawingml/2006/main" noGrp="1"/>
          </p:cNvSpPr>
          <p:nvPr/>
        </p:nvSpPr>
        <p:spPr>
          <a:xfrm xmlns:a="http://schemas.openxmlformats.org/drawingml/2006/main">
            <a:off x="3659033"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2" name="Editable chart path">
            <a:extLst xmlns:a="http://schemas.openxmlformats.org/drawingml/2006/main">
              <a:ext uri="{FF2B5EF4-FFF2-40B4-BE49-F238E27FC236}">
                <a16:creationId xmlns:a16="http://schemas.microsoft.com/office/drawing/2014/main" id="{C359C34E-B96A-46BE-85E6-B4113683CC1A}"/>
              </a:ext>
            </a:extLst>
          </p:cNvPr>
          <p:cNvSpPr>
            <a:spLocks xmlns:a="http://schemas.openxmlformats.org/drawingml/2006/main" noGrp="1"/>
          </p:cNvSpPr>
          <p:nvPr/>
        </p:nvSpPr>
        <p:spPr>
          <a:xfrm xmlns:a="http://schemas.openxmlformats.org/drawingml/2006/main">
            <a:off x="373043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3" name="Editable chart path">
            <a:extLst xmlns:a="http://schemas.openxmlformats.org/drawingml/2006/main">
              <a:ext uri="{FF2B5EF4-FFF2-40B4-BE49-F238E27FC236}">
                <a16:creationId xmlns:a16="http://schemas.microsoft.com/office/drawing/2014/main" id="{C446FA45-5924-43B9-90D7-00C722500D22}"/>
              </a:ext>
            </a:extLst>
          </p:cNvPr>
          <p:cNvSpPr>
            <a:spLocks xmlns:a="http://schemas.openxmlformats.org/drawingml/2006/main" noGrp="1"/>
          </p:cNvSpPr>
          <p:nvPr/>
        </p:nvSpPr>
        <p:spPr>
          <a:xfrm xmlns:a="http://schemas.openxmlformats.org/drawingml/2006/main">
            <a:off x="3801836"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4" name="Editable chart path">
            <a:extLst xmlns:a="http://schemas.openxmlformats.org/drawingml/2006/main">
              <a:ext uri="{FF2B5EF4-FFF2-40B4-BE49-F238E27FC236}">
                <a16:creationId xmlns:a16="http://schemas.microsoft.com/office/drawing/2014/main" id="{D6AC5704-F96B-4A49-AD6F-ABB42F1D4D6F}"/>
              </a:ext>
            </a:extLst>
          </p:cNvPr>
          <p:cNvSpPr>
            <a:spLocks xmlns:a="http://schemas.openxmlformats.org/drawingml/2006/main" noGrp="1"/>
          </p:cNvSpPr>
          <p:nvPr/>
        </p:nvSpPr>
        <p:spPr>
          <a:xfrm xmlns:a="http://schemas.openxmlformats.org/drawingml/2006/main">
            <a:off x="3873238"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5" name="Editable chart path">
            <a:extLst xmlns:a="http://schemas.openxmlformats.org/drawingml/2006/main">
              <a:ext uri="{FF2B5EF4-FFF2-40B4-BE49-F238E27FC236}">
                <a16:creationId xmlns:a16="http://schemas.microsoft.com/office/drawing/2014/main" id="{195D3E3A-9F77-4128-B54B-0EE7115AFBE1}"/>
              </a:ext>
            </a:extLst>
          </p:cNvPr>
          <p:cNvSpPr>
            <a:spLocks xmlns:a="http://schemas.openxmlformats.org/drawingml/2006/main" noGrp="1"/>
          </p:cNvSpPr>
          <p:nvPr/>
        </p:nvSpPr>
        <p:spPr>
          <a:xfrm xmlns:a="http://schemas.openxmlformats.org/drawingml/2006/main">
            <a:off x="394464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6" name="Editable chart path">
            <a:extLst xmlns:a="http://schemas.openxmlformats.org/drawingml/2006/main">
              <a:ext uri="{FF2B5EF4-FFF2-40B4-BE49-F238E27FC236}">
                <a16:creationId xmlns:a16="http://schemas.microsoft.com/office/drawing/2014/main" id="{8D869945-908F-4D2A-8131-15012FF200C8}"/>
              </a:ext>
            </a:extLst>
          </p:cNvPr>
          <p:cNvSpPr>
            <a:spLocks xmlns:a="http://schemas.openxmlformats.org/drawingml/2006/main" noGrp="1"/>
          </p:cNvSpPr>
          <p:nvPr/>
        </p:nvSpPr>
        <p:spPr>
          <a:xfrm xmlns:a="http://schemas.openxmlformats.org/drawingml/2006/main">
            <a:off x="401604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7" name="Editable chart path">
            <a:extLst xmlns:a="http://schemas.openxmlformats.org/drawingml/2006/main">
              <a:ext uri="{FF2B5EF4-FFF2-40B4-BE49-F238E27FC236}">
                <a16:creationId xmlns:a16="http://schemas.microsoft.com/office/drawing/2014/main" id="{2E14D966-113E-4108-A4D5-08F7B6B877E6}"/>
              </a:ext>
            </a:extLst>
          </p:cNvPr>
          <p:cNvSpPr>
            <a:spLocks xmlns:a="http://schemas.openxmlformats.org/drawingml/2006/main" noGrp="1"/>
          </p:cNvSpPr>
          <p:nvPr/>
        </p:nvSpPr>
        <p:spPr>
          <a:xfrm xmlns:a="http://schemas.openxmlformats.org/drawingml/2006/main">
            <a:off x="4087444"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8" name="Editable chart path">
            <a:extLst xmlns:a="http://schemas.openxmlformats.org/drawingml/2006/main">
              <a:ext uri="{FF2B5EF4-FFF2-40B4-BE49-F238E27FC236}">
                <a16:creationId xmlns:a16="http://schemas.microsoft.com/office/drawing/2014/main" id="{BFC97754-CF82-414A-8615-79E94D53E586}"/>
              </a:ext>
            </a:extLst>
          </p:cNvPr>
          <p:cNvSpPr>
            <a:spLocks xmlns:a="http://schemas.openxmlformats.org/drawingml/2006/main" noGrp="1"/>
          </p:cNvSpPr>
          <p:nvPr/>
        </p:nvSpPr>
        <p:spPr>
          <a:xfrm xmlns:a="http://schemas.openxmlformats.org/drawingml/2006/main">
            <a:off x="4158846"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399" name="Editable chart path">
            <a:extLst xmlns:a="http://schemas.openxmlformats.org/drawingml/2006/main">
              <a:ext uri="{FF2B5EF4-FFF2-40B4-BE49-F238E27FC236}">
                <a16:creationId xmlns:a16="http://schemas.microsoft.com/office/drawing/2014/main" id="{B3BF9A32-258C-42A3-AD61-9FAEE9908558}"/>
              </a:ext>
            </a:extLst>
          </p:cNvPr>
          <p:cNvSpPr>
            <a:spLocks xmlns:a="http://schemas.openxmlformats.org/drawingml/2006/main" noGrp="1"/>
          </p:cNvSpPr>
          <p:nvPr/>
        </p:nvSpPr>
        <p:spPr>
          <a:xfrm xmlns:a="http://schemas.openxmlformats.org/drawingml/2006/main">
            <a:off x="4230248"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0" name="Editable chart path">
            <a:extLst xmlns:a="http://schemas.openxmlformats.org/drawingml/2006/main">
              <a:ext uri="{FF2B5EF4-FFF2-40B4-BE49-F238E27FC236}">
                <a16:creationId xmlns:a16="http://schemas.microsoft.com/office/drawing/2014/main" id="{60DD8279-BA89-4333-811A-595721DCE9CB}"/>
              </a:ext>
            </a:extLst>
          </p:cNvPr>
          <p:cNvSpPr>
            <a:spLocks xmlns:a="http://schemas.openxmlformats.org/drawingml/2006/main" noGrp="1"/>
          </p:cNvSpPr>
          <p:nvPr/>
        </p:nvSpPr>
        <p:spPr>
          <a:xfrm xmlns:a="http://schemas.openxmlformats.org/drawingml/2006/main">
            <a:off x="430165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1" name="Editable chart path">
            <a:extLst xmlns:a="http://schemas.openxmlformats.org/drawingml/2006/main">
              <a:ext uri="{FF2B5EF4-FFF2-40B4-BE49-F238E27FC236}">
                <a16:creationId xmlns:a16="http://schemas.microsoft.com/office/drawing/2014/main" id="{D72CBFF4-5A7B-4E81-A8FC-59A199A7F832}"/>
              </a:ext>
            </a:extLst>
          </p:cNvPr>
          <p:cNvSpPr>
            <a:spLocks xmlns:a="http://schemas.openxmlformats.org/drawingml/2006/main" noGrp="1"/>
          </p:cNvSpPr>
          <p:nvPr/>
        </p:nvSpPr>
        <p:spPr>
          <a:xfrm xmlns:a="http://schemas.openxmlformats.org/drawingml/2006/main">
            <a:off x="437305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2" name="Editable chart path">
            <a:extLst xmlns:a="http://schemas.openxmlformats.org/drawingml/2006/main">
              <a:ext uri="{FF2B5EF4-FFF2-40B4-BE49-F238E27FC236}">
                <a16:creationId xmlns:a16="http://schemas.microsoft.com/office/drawing/2014/main" id="{AFEB3620-A3EF-4FD5-95DC-C06E6D5D7FA2}"/>
              </a:ext>
            </a:extLst>
          </p:cNvPr>
          <p:cNvSpPr>
            <a:spLocks xmlns:a="http://schemas.openxmlformats.org/drawingml/2006/main" noGrp="1"/>
          </p:cNvSpPr>
          <p:nvPr/>
        </p:nvSpPr>
        <p:spPr>
          <a:xfrm xmlns:a="http://schemas.openxmlformats.org/drawingml/2006/main">
            <a:off x="4444454"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3" name="Editable chart path">
            <a:extLst xmlns:a="http://schemas.openxmlformats.org/drawingml/2006/main">
              <a:ext uri="{FF2B5EF4-FFF2-40B4-BE49-F238E27FC236}">
                <a16:creationId xmlns:a16="http://schemas.microsoft.com/office/drawing/2014/main" id="{B7E56D1B-D21D-40ED-9049-491257C44657}"/>
              </a:ext>
            </a:extLst>
          </p:cNvPr>
          <p:cNvSpPr>
            <a:spLocks xmlns:a="http://schemas.openxmlformats.org/drawingml/2006/main" noGrp="1"/>
          </p:cNvSpPr>
          <p:nvPr/>
        </p:nvSpPr>
        <p:spPr>
          <a:xfrm xmlns:a="http://schemas.openxmlformats.org/drawingml/2006/main">
            <a:off x="4515856"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4" name="Editable chart path">
            <a:extLst xmlns:a="http://schemas.openxmlformats.org/drawingml/2006/main">
              <a:ext uri="{FF2B5EF4-FFF2-40B4-BE49-F238E27FC236}">
                <a16:creationId xmlns:a16="http://schemas.microsoft.com/office/drawing/2014/main" id="{C014D931-E0B0-41AA-8129-6E6460192292}"/>
              </a:ext>
            </a:extLst>
          </p:cNvPr>
          <p:cNvSpPr>
            <a:spLocks xmlns:a="http://schemas.openxmlformats.org/drawingml/2006/main" noGrp="1"/>
          </p:cNvSpPr>
          <p:nvPr/>
        </p:nvSpPr>
        <p:spPr>
          <a:xfrm xmlns:a="http://schemas.openxmlformats.org/drawingml/2006/main">
            <a:off x="4587258"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5" name="Editable chart path">
            <a:extLst xmlns:a="http://schemas.openxmlformats.org/drawingml/2006/main">
              <a:ext uri="{FF2B5EF4-FFF2-40B4-BE49-F238E27FC236}">
                <a16:creationId xmlns:a16="http://schemas.microsoft.com/office/drawing/2014/main" id="{8E45DC72-CB49-48C1-A4A8-1F145BBF1136}"/>
              </a:ext>
            </a:extLst>
          </p:cNvPr>
          <p:cNvSpPr>
            <a:spLocks xmlns:a="http://schemas.openxmlformats.org/drawingml/2006/main" noGrp="1"/>
          </p:cNvSpPr>
          <p:nvPr/>
        </p:nvSpPr>
        <p:spPr>
          <a:xfrm xmlns:a="http://schemas.openxmlformats.org/drawingml/2006/main">
            <a:off x="465866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6" name="Editable chart path">
            <a:extLst xmlns:a="http://schemas.openxmlformats.org/drawingml/2006/main">
              <a:ext uri="{FF2B5EF4-FFF2-40B4-BE49-F238E27FC236}">
                <a16:creationId xmlns:a16="http://schemas.microsoft.com/office/drawing/2014/main" id="{3EBFC98B-B23A-4467-94F5-D785A960818C}"/>
              </a:ext>
            </a:extLst>
          </p:cNvPr>
          <p:cNvSpPr>
            <a:spLocks xmlns:a="http://schemas.openxmlformats.org/drawingml/2006/main" noGrp="1"/>
          </p:cNvSpPr>
          <p:nvPr/>
        </p:nvSpPr>
        <p:spPr>
          <a:xfrm xmlns:a="http://schemas.openxmlformats.org/drawingml/2006/main">
            <a:off x="473006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7" name="Editable chart path">
            <a:extLst xmlns:a="http://schemas.openxmlformats.org/drawingml/2006/main">
              <a:ext uri="{FF2B5EF4-FFF2-40B4-BE49-F238E27FC236}">
                <a16:creationId xmlns:a16="http://schemas.microsoft.com/office/drawing/2014/main" id="{A7E44286-EC29-4D28-A7D4-9A4CD8C63988}"/>
              </a:ext>
            </a:extLst>
          </p:cNvPr>
          <p:cNvSpPr>
            <a:spLocks xmlns:a="http://schemas.openxmlformats.org/drawingml/2006/main" noGrp="1"/>
          </p:cNvSpPr>
          <p:nvPr/>
        </p:nvSpPr>
        <p:spPr>
          <a:xfrm xmlns:a="http://schemas.openxmlformats.org/drawingml/2006/main">
            <a:off x="4801464"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8" name="Editable chart path">
            <a:extLst xmlns:a="http://schemas.openxmlformats.org/drawingml/2006/main">
              <a:ext uri="{FF2B5EF4-FFF2-40B4-BE49-F238E27FC236}">
                <a16:creationId xmlns:a16="http://schemas.microsoft.com/office/drawing/2014/main" id="{00963130-45A4-4A7C-88CD-4C191752C910}"/>
              </a:ext>
            </a:extLst>
          </p:cNvPr>
          <p:cNvSpPr>
            <a:spLocks xmlns:a="http://schemas.openxmlformats.org/drawingml/2006/main" noGrp="1"/>
          </p:cNvSpPr>
          <p:nvPr/>
        </p:nvSpPr>
        <p:spPr>
          <a:xfrm xmlns:a="http://schemas.openxmlformats.org/drawingml/2006/main">
            <a:off x="4872866"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09" name="Editable chart path">
            <a:extLst xmlns:a="http://schemas.openxmlformats.org/drawingml/2006/main">
              <a:ext uri="{FF2B5EF4-FFF2-40B4-BE49-F238E27FC236}">
                <a16:creationId xmlns:a16="http://schemas.microsoft.com/office/drawing/2014/main" id="{22F37CAA-11E2-429F-AB11-ECC11FE7F48B}"/>
              </a:ext>
            </a:extLst>
          </p:cNvPr>
          <p:cNvSpPr>
            <a:spLocks xmlns:a="http://schemas.openxmlformats.org/drawingml/2006/main" noGrp="1"/>
          </p:cNvSpPr>
          <p:nvPr/>
        </p:nvSpPr>
        <p:spPr>
          <a:xfrm xmlns:a="http://schemas.openxmlformats.org/drawingml/2006/main">
            <a:off x="4944268"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0" name="Editable chart path">
            <a:extLst xmlns:a="http://schemas.openxmlformats.org/drawingml/2006/main">
              <a:ext uri="{FF2B5EF4-FFF2-40B4-BE49-F238E27FC236}">
                <a16:creationId xmlns:a16="http://schemas.microsoft.com/office/drawing/2014/main" id="{21BD8CF1-A61F-410B-B62B-0AB1AD09D07A}"/>
              </a:ext>
            </a:extLst>
          </p:cNvPr>
          <p:cNvSpPr>
            <a:spLocks xmlns:a="http://schemas.openxmlformats.org/drawingml/2006/main" noGrp="1"/>
          </p:cNvSpPr>
          <p:nvPr/>
        </p:nvSpPr>
        <p:spPr>
          <a:xfrm xmlns:a="http://schemas.openxmlformats.org/drawingml/2006/main">
            <a:off x="501567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1" name="Editable chart path">
            <a:extLst xmlns:a="http://schemas.openxmlformats.org/drawingml/2006/main">
              <a:ext uri="{FF2B5EF4-FFF2-40B4-BE49-F238E27FC236}">
                <a16:creationId xmlns:a16="http://schemas.microsoft.com/office/drawing/2014/main" id="{1DC19540-D797-4FAC-85CE-FCB7B15714A8}"/>
              </a:ext>
            </a:extLst>
          </p:cNvPr>
          <p:cNvSpPr>
            <a:spLocks xmlns:a="http://schemas.openxmlformats.org/drawingml/2006/main" noGrp="1"/>
          </p:cNvSpPr>
          <p:nvPr/>
        </p:nvSpPr>
        <p:spPr>
          <a:xfrm xmlns:a="http://schemas.openxmlformats.org/drawingml/2006/main">
            <a:off x="508707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2" name="Editable chart path">
            <a:extLst xmlns:a="http://schemas.openxmlformats.org/drawingml/2006/main">
              <a:ext uri="{FF2B5EF4-FFF2-40B4-BE49-F238E27FC236}">
                <a16:creationId xmlns:a16="http://schemas.microsoft.com/office/drawing/2014/main" id="{95EA3A02-3101-4570-B672-7730CA4E1A80}"/>
              </a:ext>
            </a:extLst>
          </p:cNvPr>
          <p:cNvSpPr>
            <a:spLocks xmlns:a="http://schemas.openxmlformats.org/drawingml/2006/main" noGrp="1"/>
          </p:cNvSpPr>
          <p:nvPr/>
        </p:nvSpPr>
        <p:spPr>
          <a:xfrm xmlns:a="http://schemas.openxmlformats.org/drawingml/2006/main">
            <a:off x="537268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3" name="Editable chart path">
            <a:extLst xmlns:a="http://schemas.openxmlformats.org/drawingml/2006/main">
              <a:ext uri="{FF2B5EF4-FFF2-40B4-BE49-F238E27FC236}">
                <a16:creationId xmlns:a16="http://schemas.microsoft.com/office/drawing/2014/main" id="{55E09FCC-9720-4463-ACF0-72EA96A0DDC2}"/>
              </a:ext>
            </a:extLst>
          </p:cNvPr>
          <p:cNvSpPr>
            <a:spLocks xmlns:a="http://schemas.openxmlformats.org/drawingml/2006/main" noGrp="1"/>
          </p:cNvSpPr>
          <p:nvPr/>
        </p:nvSpPr>
        <p:spPr>
          <a:xfrm xmlns:a="http://schemas.openxmlformats.org/drawingml/2006/main">
            <a:off x="544408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4" name="Editable chart path">
            <a:extLst xmlns:a="http://schemas.openxmlformats.org/drawingml/2006/main">
              <a:ext uri="{FF2B5EF4-FFF2-40B4-BE49-F238E27FC236}">
                <a16:creationId xmlns:a16="http://schemas.microsoft.com/office/drawing/2014/main" id="{A41CB5EC-67C4-46CA-80B4-791A70437D4F}"/>
              </a:ext>
            </a:extLst>
          </p:cNvPr>
          <p:cNvSpPr>
            <a:spLocks xmlns:a="http://schemas.openxmlformats.org/drawingml/2006/main" noGrp="1"/>
          </p:cNvSpPr>
          <p:nvPr/>
        </p:nvSpPr>
        <p:spPr>
          <a:xfrm xmlns:a="http://schemas.openxmlformats.org/drawingml/2006/main">
            <a:off x="2088189"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5" name="Editable chart path">
            <a:extLst xmlns:a="http://schemas.openxmlformats.org/drawingml/2006/main">
              <a:ext uri="{FF2B5EF4-FFF2-40B4-BE49-F238E27FC236}">
                <a16:creationId xmlns:a16="http://schemas.microsoft.com/office/drawing/2014/main" id="{3B6AD226-74EA-4567-AF6D-F4C8EF6AAD04}"/>
              </a:ext>
            </a:extLst>
          </p:cNvPr>
          <p:cNvSpPr>
            <a:spLocks xmlns:a="http://schemas.openxmlformats.org/drawingml/2006/main" noGrp="1"/>
          </p:cNvSpPr>
          <p:nvPr/>
        </p:nvSpPr>
        <p:spPr>
          <a:xfrm xmlns:a="http://schemas.openxmlformats.org/drawingml/2006/main">
            <a:off x="2159591"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6" name="Editable chart path">
            <a:extLst xmlns:a="http://schemas.openxmlformats.org/drawingml/2006/main">
              <a:ext uri="{FF2B5EF4-FFF2-40B4-BE49-F238E27FC236}">
                <a16:creationId xmlns:a16="http://schemas.microsoft.com/office/drawing/2014/main" id="{014B7A02-F984-45AF-87AB-C8F970B5B1C3}"/>
              </a:ext>
            </a:extLst>
          </p:cNvPr>
          <p:cNvSpPr>
            <a:spLocks xmlns:a="http://schemas.openxmlformats.org/drawingml/2006/main" noGrp="1"/>
          </p:cNvSpPr>
          <p:nvPr/>
        </p:nvSpPr>
        <p:spPr>
          <a:xfrm xmlns:a="http://schemas.openxmlformats.org/drawingml/2006/main">
            <a:off x="223099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7" name="Editable chart path">
            <a:extLst xmlns:a="http://schemas.openxmlformats.org/drawingml/2006/main">
              <a:ext uri="{FF2B5EF4-FFF2-40B4-BE49-F238E27FC236}">
                <a16:creationId xmlns:a16="http://schemas.microsoft.com/office/drawing/2014/main" id="{E14435C9-CB75-4562-AE48-F3364817536B}"/>
              </a:ext>
            </a:extLst>
          </p:cNvPr>
          <p:cNvSpPr>
            <a:spLocks xmlns:a="http://schemas.openxmlformats.org/drawingml/2006/main" noGrp="1"/>
          </p:cNvSpPr>
          <p:nvPr/>
        </p:nvSpPr>
        <p:spPr>
          <a:xfrm xmlns:a="http://schemas.openxmlformats.org/drawingml/2006/main">
            <a:off x="230239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8" name="Editable chart path">
            <a:extLst xmlns:a="http://schemas.openxmlformats.org/drawingml/2006/main">
              <a:ext uri="{FF2B5EF4-FFF2-40B4-BE49-F238E27FC236}">
                <a16:creationId xmlns:a16="http://schemas.microsoft.com/office/drawing/2014/main" id="{5BF7DAE7-642F-492D-ADF6-58821EC07120}"/>
              </a:ext>
            </a:extLst>
          </p:cNvPr>
          <p:cNvSpPr>
            <a:spLocks xmlns:a="http://schemas.openxmlformats.org/drawingml/2006/main" noGrp="1"/>
          </p:cNvSpPr>
          <p:nvPr/>
        </p:nvSpPr>
        <p:spPr>
          <a:xfrm xmlns:a="http://schemas.openxmlformats.org/drawingml/2006/main">
            <a:off x="2373797"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19" name="Editable chart path">
            <a:extLst xmlns:a="http://schemas.openxmlformats.org/drawingml/2006/main">
              <a:ext uri="{FF2B5EF4-FFF2-40B4-BE49-F238E27FC236}">
                <a16:creationId xmlns:a16="http://schemas.microsoft.com/office/drawing/2014/main" id="{CA3443BC-2FA2-4A35-85F9-D79E624B82F9}"/>
              </a:ext>
            </a:extLst>
          </p:cNvPr>
          <p:cNvSpPr>
            <a:spLocks xmlns:a="http://schemas.openxmlformats.org/drawingml/2006/main" noGrp="1"/>
          </p:cNvSpPr>
          <p:nvPr/>
        </p:nvSpPr>
        <p:spPr>
          <a:xfrm xmlns:a="http://schemas.openxmlformats.org/drawingml/2006/main">
            <a:off x="2445199"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0" name="Editable chart path">
            <a:extLst xmlns:a="http://schemas.openxmlformats.org/drawingml/2006/main">
              <a:ext uri="{FF2B5EF4-FFF2-40B4-BE49-F238E27FC236}">
                <a16:creationId xmlns:a16="http://schemas.microsoft.com/office/drawing/2014/main" id="{219FADF3-B42A-4B06-B42E-74F971F075FE}"/>
              </a:ext>
            </a:extLst>
          </p:cNvPr>
          <p:cNvSpPr>
            <a:spLocks xmlns:a="http://schemas.openxmlformats.org/drawingml/2006/main" noGrp="1"/>
          </p:cNvSpPr>
          <p:nvPr/>
        </p:nvSpPr>
        <p:spPr>
          <a:xfrm xmlns:a="http://schemas.openxmlformats.org/drawingml/2006/main">
            <a:off x="2516601"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1" name="Editable chart path">
            <a:extLst xmlns:a="http://schemas.openxmlformats.org/drawingml/2006/main">
              <a:ext uri="{FF2B5EF4-FFF2-40B4-BE49-F238E27FC236}">
                <a16:creationId xmlns:a16="http://schemas.microsoft.com/office/drawing/2014/main" id="{23EEC7E7-8E9C-4B14-98F0-306F3F57C17F}"/>
              </a:ext>
            </a:extLst>
          </p:cNvPr>
          <p:cNvSpPr>
            <a:spLocks xmlns:a="http://schemas.openxmlformats.org/drawingml/2006/main" noGrp="1"/>
          </p:cNvSpPr>
          <p:nvPr/>
        </p:nvSpPr>
        <p:spPr>
          <a:xfrm xmlns:a="http://schemas.openxmlformats.org/drawingml/2006/main">
            <a:off x="258800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2" name="Editable chart path">
            <a:extLst xmlns:a="http://schemas.openxmlformats.org/drawingml/2006/main">
              <a:ext uri="{FF2B5EF4-FFF2-40B4-BE49-F238E27FC236}">
                <a16:creationId xmlns:a16="http://schemas.microsoft.com/office/drawing/2014/main" id="{BD07B27F-2306-4E66-9C09-602339AB8F6F}"/>
              </a:ext>
            </a:extLst>
          </p:cNvPr>
          <p:cNvSpPr>
            <a:spLocks xmlns:a="http://schemas.openxmlformats.org/drawingml/2006/main" noGrp="1"/>
          </p:cNvSpPr>
          <p:nvPr/>
        </p:nvSpPr>
        <p:spPr>
          <a:xfrm xmlns:a="http://schemas.openxmlformats.org/drawingml/2006/main">
            <a:off x="265940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3" name="Editable chart path">
            <a:extLst xmlns:a="http://schemas.openxmlformats.org/drawingml/2006/main">
              <a:ext uri="{FF2B5EF4-FFF2-40B4-BE49-F238E27FC236}">
                <a16:creationId xmlns:a16="http://schemas.microsoft.com/office/drawing/2014/main" id="{90DA6719-E81B-4E66-8E2C-99A6838161AF}"/>
              </a:ext>
            </a:extLst>
          </p:cNvPr>
          <p:cNvSpPr>
            <a:spLocks xmlns:a="http://schemas.openxmlformats.org/drawingml/2006/main" noGrp="1"/>
          </p:cNvSpPr>
          <p:nvPr/>
        </p:nvSpPr>
        <p:spPr>
          <a:xfrm xmlns:a="http://schemas.openxmlformats.org/drawingml/2006/main">
            <a:off x="2730807"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4" name="Editable chart path">
            <a:extLst xmlns:a="http://schemas.openxmlformats.org/drawingml/2006/main">
              <a:ext uri="{FF2B5EF4-FFF2-40B4-BE49-F238E27FC236}">
                <a16:creationId xmlns:a16="http://schemas.microsoft.com/office/drawing/2014/main" id="{E5E5EAE2-A7A1-4B23-AB48-17750B6D2681}"/>
              </a:ext>
            </a:extLst>
          </p:cNvPr>
          <p:cNvSpPr>
            <a:spLocks xmlns:a="http://schemas.openxmlformats.org/drawingml/2006/main" noGrp="1"/>
          </p:cNvSpPr>
          <p:nvPr/>
        </p:nvSpPr>
        <p:spPr>
          <a:xfrm xmlns:a="http://schemas.openxmlformats.org/drawingml/2006/main">
            <a:off x="2802209"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5" name="Editable chart path">
            <a:extLst xmlns:a="http://schemas.openxmlformats.org/drawingml/2006/main">
              <a:ext uri="{FF2B5EF4-FFF2-40B4-BE49-F238E27FC236}">
                <a16:creationId xmlns:a16="http://schemas.microsoft.com/office/drawing/2014/main" id="{46472DA2-77BA-4D4D-A177-601D8B258E11}"/>
              </a:ext>
            </a:extLst>
          </p:cNvPr>
          <p:cNvSpPr>
            <a:spLocks xmlns:a="http://schemas.openxmlformats.org/drawingml/2006/main" noGrp="1"/>
          </p:cNvSpPr>
          <p:nvPr/>
        </p:nvSpPr>
        <p:spPr>
          <a:xfrm xmlns:a="http://schemas.openxmlformats.org/drawingml/2006/main">
            <a:off x="2873611"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6" name="Editable chart path">
            <a:extLst xmlns:a="http://schemas.openxmlformats.org/drawingml/2006/main">
              <a:ext uri="{FF2B5EF4-FFF2-40B4-BE49-F238E27FC236}">
                <a16:creationId xmlns:a16="http://schemas.microsoft.com/office/drawing/2014/main" id="{FCC703F0-F28A-4F1C-A7E9-EDEC94DD8731}"/>
              </a:ext>
            </a:extLst>
          </p:cNvPr>
          <p:cNvSpPr>
            <a:spLocks xmlns:a="http://schemas.openxmlformats.org/drawingml/2006/main" noGrp="1"/>
          </p:cNvSpPr>
          <p:nvPr/>
        </p:nvSpPr>
        <p:spPr>
          <a:xfrm xmlns:a="http://schemas.openxmlformats.org/drawingml/2006/main">
            <a:off x="294501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7" name="Editable chart path">
            <a:extLst xmlns:a="http://schemas.openxmlformats.org/drawingml/2006/main">
              <a:ext uri="{FF2B5EF4-FFF2-40B4-BE49-F238E27FC236}">
                <a16:creationId xmlns:a16="http://schemas.microsoft.com/office/drawing/2014/main" id="{B3C95BAB-6A26-41E6-BEF5-7FD2CF7E9DB1}"/>
              </a:ext>
            </a:extLst>
          </p:cNvPr>
          <p:cNvSpPr>
            <a:spLocks xmlns:a="http://schemas.openxmlformats.org/drawingml/2006/main" noGrp="1"/>
          </p:cNvSpPr>
          <p:nvPr/>
        </p:nvSpPr>
        <p:spPr>
          <a:xfrm xmlns:a="http://schemas.openxmlformats.org/drawingml/2006/main">
            <a:off x="301641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8" name="Editable chart path">
            <a:extLst xmlns:a="http://schemas.openxmlformats.org/drawingml/2006/main">
              <a:ext uri="{FF2B5EF4-FFF2-40B4-BE49-F238E27FC236}">
                <a16:creationId xmlns:a16="http://schemas.microsoft.com/office/drawing/2014/main" id="{8AD1A953-D015-42BC-BF2B-5E0CDD760EFA}"/>
              </a:ext>
            </a:extLst>
          </p:cNvPr>
          <p:cNvSpPr>
            <a:spLocks xmlns:a="http://schemas.openxmlformats.org/drawingml/2006/main" noGrp="1"/>
          </p:cNvSpPr>
          <p:nvPr/>
        </p:nvSpPr>
        <p:spPr>
          <a:xfrm xmlns:a="http://schemas.openxmlformats.org/drawingml/2006/main">
            <a:off x="3087817"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29" name="Editable chart path">
            <a:extLst xmlns:a="http://schemas.openxmlformats.org/drawingml/2006/main">
              <a:ext uri="{FF2B5EF4-FFF2-40B4-BE49-F238E27FC236}">
                <a16:creationId xmlns:a16="http://schemas.microsoft.com/office/drawing/2014/main" id="{9D11EFCE-628E-466E-8C9A-F32B281084E4}"/>
              </a:ext>
            </a:extLst>
          </p:cNvPr>
          <p:cNvSpPr>
            <a:spLocks xmlns:a="http://schemas.openxmlformats.org/drawingml/2006/main" noGrp="1"/>
          </p:cNvSpPr>
          <p:nvPr/>
        </p:nvSpPr>
        <p:spPr>
          <a:xfrm xmlns:a="http://schemas.openxmlformats.org/drawingml/2006/main">
            <a:off x="3159219"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0" name="Editable chart path">
            <a:extLst xmlns:a="http://schemas.openxmlformats.org/drawingml/2006/main">
              <a:ext uri="{FF2B5EF4-FFF2-40B4-BE49-F238E27FC236}">
                <a16:creationId xmlns:a16="http://schemas.microsoft.com/office/drawing/2014/main" id="{C67C92F4-00FA-4AE9-B2D0-24A263798C63}"/>
              </a:ext>
            </a:extLst>
          </p:cNvPr>
          <p:cNvSpPr>
            <a:spLocks xmlns:a="http://schemas.openxmlformats.org/drawingml/2006/main" noGrp="1"/>
          </p:cNvSpPr>
          <p:nvPr/>
        </p:nvSpPr>
        <p:spPr>
          <a:xfrm xmlns:a="http://schemas.openxmlformats.org/drawingml/2006/main">
            <a:off x="3230621"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1" name="Editable chart path">
            <a:extLst xmlns:a="http://schemas.openxmlformats.org/drawingml/2006/main">
              <a:ext uri="{FF2B5EF4-FFF2-40B4-BE49-F238E27FC236}">
                <a16:creationId xmlns:a16="http://schemas.microsoft.com/office/drawing/2014/main" id="{FB32E35D-3D25-4389-943B-05CF166CADCE}"/>
              </a:ext>
            </a:extLst>
          </p:cNvPr>
          <p:cNvSpPr>
            <a:spLocks xmlns:a="http://schemas.openxmlformats.org/drawingml/2006/main" noGrp="1"/>
          </p:cNvSpPr>
          <p:nvPr/>
        </p:nvSpPr>
        <p:spPr>
          <a:xfrm xmlns:a="http://schemas.openxmlformats.org/drawingml/2006/main">
            <a:off x="330202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2" name="Editable chart path">
            <a:extLst xmlns:a="http://schemas.openxmlformats.org/drawingml/2006/main">
              <a:ext uri="{FF2B5EF4-FFF2-40B4-BE49-F238E27FC236}">
                <a16:creationId xmlns:a16="http://schemas.microsoft.com/office/drawing/2014/main" id="{6F1AD277-4F76-4C34-B666-1041780720F0}"/>
              </a:ext>
            </a:extLst>
          </p:cNvPr>
          <p:cNvSpPr>
            <a:spLocks xmlns:a="http://schemas.openxmlformats.org/drawingml/2006/main" noGrp="1"/>
          </p:cNvSpPr>
          <p:nvPr/>
        </p:nvSpPr>
        <p:spPr>
          <a:xfrm xmlns:a="http://schemas.openxmlformats.org/drawingml/2006/main">
            <a:off x="337342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3" name="Editable chart path">
            <a:extLst xmlns:a="http://schemas.openxmlformats.org/drawingml/2006/main">
              <a:ext uri="{FF2B5EF4-FFF2-40B4-BE49-F238E27FC236}">
                <a16:creationId xmlns:a16="http://schemas.microsoft.com/office/drawing/2014/main" id="{CEE034BE-9813-424C-AC48-398809FD2406}"/>
              </a:ext>
            </a:extLst>
          </p:cNvPr>
          <p:cNvSpPr>
            <a:spLocks xmlns:a="http://schemas.openxmlformats.org/drawingml/2006/main" noGrp="1"/>
          </p:cNvSpPr>
          <p:nvPr/>
        </p:nvSpPr>
        <p:spPr>
          <a:xfrm xmlns:a="http://schemas.openxmlformats.org/drawingml/2006/main">
            <a:off x="3444827"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4" name="Editable chart path">
            <a:extLst xmlns:a="http://schemas.openxmlformats.org/drawingml/2006/main">
              <a:ext uri="{FF2B5EF4-FFF2-40B4-BE49-F238E27FC236}">
                <a16:creationId xmlns:a16="http://schemas.microsoft.com/office/drawing/2014/main" id="{94F18DAB-3EFF-4B3B-BB5B-CAA391ECF35A}"/>
              </a:ext>
            </a:extLst>
          </p:cNvPr>
          <p:cNvSpPr>
            <a:spLocks xmlns:a="http://schemas.openxmlformats.org/drawingml/2006/main" noGrp="1"/>
          </p:cNvSpPr>
          <p:nvPr/>
        </p:nvSpPr>
        <p:spPr>
          <a:xfrm xmlns:a="http://schemas.openxmlformats.org/drawingml/2006/main">
            <a:off x="3516229"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5" name="Editable chart path">
            <a:extLst xmlns:a="http://schemas.openxmlformats.org/drawingml/2006/main">
              <a:ext uri="{FF2B5EF4-FFF2-40B4-BE49-F238E27FC236}">
                <a16:creationId xmlns:a16="http://schemas.microsoft.com/office/drawing/2014/main" id="{AB539086-8325-4240-AB06-0A24783CD942}"/>
              </a:ext>
            </a:extLst>
          </p:cNvPr>
          <p:cNvSpPr>
            <a:spLocks xmlns:a="http://schemas.openxmlformats.org/drawingml/2006/main" noGrp="1"/>
          </p:cNvSpPr>
          <p:nvPr/>
        </p:nvSpPr>
        <p:spPr>
          <a:xfrm xmlns:a="http://schemas.openxmlformats.org/drawingml/2006/main">
            <a:off x="3587631"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6" name="Editable chart path">
            <a:extLst xmlns:a="http://schemas.openxmlformats.org/drawingml/2006/main">
              <a:ext uri="{FF2B5EF4-FFF2-40B4-BE49-F238E27FC236}">
                <a16:creationId xmlns:a16="http://schemas.microsoft.com/office/drawing/2014/main" id="{765584C1-7D3D-43E4-82D4-9E7F1FA5583D}"/>
              </a:ext>
            </a:extLst>
          </p:cNvPr>
          <p:cNvSpPr>
            <a:spLocks xmlns:a="http://schemas.openxmlformats.org/drawingml/2006/main" noGrp="1"/>
          </p:cNvSpPr>
          <p:nvPr/>
        </p:nvSpPr>
        <p:spPr>
          <a:xfrm xmlns:a="http://schemas.openxmlformats.org/drawingml/2006/main">
            <a:off x="365903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7" name="Editable chart path">
            <a:extLst xmlns:a="http://schemas.openxmlformats.org/drawingml/2006/main">
              <a:ext uri="{FF2B5EF4-FFF2-40B4-BE49-F238E27FC236}">
                <a16:creationId xmlns:a16="http://schemas.microsoft.com/office/drawing/2014/main" id="{4DE4F436-624A-44BD-85F6-0F59DAF99932}"/>
              </a:ext>
            </a:extLst>
          </p:cNvPr>
          <p:cNvSpPr>
            <a:spLocks xmlns:a="http://schemas.openxmlformats.org/drawingml/2006/main" noGrp="1"/>
          </p:cNvSpPr>
          <p:nvPr/>
        </p:nvSpPr>
        <p:spPr>
          <a:xfrm xmlns:a="http://schemas.openxmlformats.org/drawingml/2006/main">
            <a:off x="373043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8" name="Editable chart path">
            <a:extLst xmlns:a="http://schemas.openxmlformats.org/drawingml/2006/main">
              <a:ext uri="{FF2B5EF4-FFF2-40B4-BE49-F238E27FC236}">
                <a16:creationId xmlns:a16="http://schemas.microsoft.com/office/drawing/2014/main" id="{7667BA1B-47E0-4AD2-84E4-9163066449CB}"/>
              </a:ext>
            </a:extLst>
          </p:cNvPr>
          <p:cNvSpPr>
            <a:spLocks xmlns:a="http://schemas.openxmlformats.org/drawingml/2006/main" noGrp="1"/>
          </p:cNvSpPr>
          <p:nvPr/>
        </p:nvSpPr>
        <p:spPr>
          <a:xfrm xmlns:a="http://schemas.openxmlformats.org/drawingml/2006/main">
            <a:off x="3801836"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39" name="Editable chart path">
            <a:extLst xmlns:a="http://schemas.openxmlformats.org/drawingml/2006/main">
              <a:ext uri="{FF2B5EF4-FFF2-40B4-BE49-F238E27FC236}">
                <a16:creationId xmlns:a16="http://schemas.microsoft.com/office/drawing/2014/main" id="{04CA7923-0C50-4F23-A7BB-EC68CCE47E0C}"/>
              </a:ext>
            </a:extLst>
          </p:cNvPr>
          <p:cNvSpPr>
            <a:spLocks xmlns:a="http://schemas.openxmlformats.org/drawingml/2006/main" noGrp="1"/>
          </p:cNvSpPr>
          <p:nvPr/>
        </p:nvSpPr>
        <p:spPr>
          <a:xfrm xmlns:a="http://schemas.openxmlformats.org/drawingml/2006/main">
            <a:off x="387323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0" name="Editable chart path">
            <a:extLst xmlns:a="http://schemas.openxmlformats.org/drawingml/2006/main">
              <a:ext uri="{FF2B5EF4-FFF2-40B4-BE49-F238E27FC236}">
                <a16:creationId xmlns:a16="http://schemas.microsoft.com/office/drawing/2014/main" id="{E9F64E08-579D-415E-AB93-6482573E1B15}"/>
              </a:ext>
            </a:extLst>
          </p:cNvPr>
          <p:cNvSpPr>
            <a:spLocks xmlns:a="http://schemas.openxmlformats.org/drawingml/2006/main" noGrp="1"/>
          </p:cNvSpPr>
          <p:nvPr/>
        </p:nvSpPr>
        <p:spPr>
          <a:xfrm xmlns:a="http://schemas.openxmlformats.org/drawingml/2006/main">
            <a:off x="394464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1" name="Editable chart path">
            <a:extLst xmlns:a="http://schemas.openxmlformats.org/drawingml/2006/main">
              <a:ext uri="{FF2B5EF4-FFF2-40B4-BE49-F238E27FC236}">
                <a16:creationId xmlns:a16="http://schemas.microsoft.com/office/drawing/2014/main" id="{6831918E-BCA2-4E53-AFB3-83A12991A5D2}"/>
              </a:ext>
            </a:extLst>
          </p:cNvPr>
          <p:cNvSpPr>
            <a:spLocks xmlns:a="http://schemas.openxmlformats.org/drawingml/2006/main" noGrp="1"/>
          </p:cNvSpPr>
          <p:nvPr/>
        </p:nvSpPr>
        <p:spPr>
          <a:xfrm xmlns:a="http://schemas.openxmlformats.org/drawingml/2006/main">
            <a:off x="4016042"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2" name="Editable chart path">
            <a:extLst xmlns:a="http://schemas.openxmlformats.org/drawingml/2006/main">
              <a:ext uri="{FF2B5EF4-FFF2-40B4-BE49-F238E27FC236}">
                <a16:creationId xmlns:a16="http://schemas.microsoft.com/office/drawing/2014/main" id="{13D3D84A-00C1-464B-8C82-C7505FDEB97D}"/>
              </a:ext>
            </a:extLst>
          </p:cNvPr>
          <p:cNvSpPr>
            <a:spLocks xmlns:a="http://schemas.openxmlformats.org/drawingml/2006/main" noGrp="1"/>
          </p:cNvSpPr>
          <p:nvPr/>
        </p:nvSpPr>
        <p:spPr>
          <a:xfrm xmlns:a="http://schemas.openxmlformats.org/drawingml/2006/main">
            <a:off x="4087444"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3" name="Editable chart path">
            <a:extLst xmlns:a="http://schemas.openxmlformats.org/drawingml/2006/main">
              <a:ext uri="{FF2B5EF4-FFF2-40B4-BE49-F238E27FC236}">
                <a16:creationId xmlns:a16="http://schemas.microsoft.com/office/drawing/2014/main" id="{90848646-039D-43DE-BD1C-5828F27E6A40}"/>
              </a:ext>
            </a:extLst>
          </p:cNvPr>
          <p:cNvSpPr>
            <a:spLocks xmlns:a="http://schemas.openxmlformats.org/drawingml/2006/main" noGrp="1"/>
          </p:cNvSpPr>
          <p:nvPr/>
        </p:nvSpPr>
        <p:spPr>
          <a:xfrm xmlns:a="http://schemas.openxmlformats.org/drawingml/2006/main">
            <a:off x="4158846"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4" name="Editable chart path">
            <a:extLst xmlns:a="http://schemas.openxmlformats.org/drawingml/2006/main">
              <a:ext uri="{FF2B5EF4-FFF2-40B4-BE49-F238E27FC236}">
                <a16:creationId xmlns:a16="http://schemas.microsoft.com/office/drawing/2014/main" id="{56B51C4E-4C58-43CA-B6BC-79C7A97DB700}"/>
              </a:ext>
            </a:extLst>
          </p:cNvPr>
          <p:cNvSpPr>
            <a:spLocks xmlns:a="http://schemas.openxmlformats.org/drawingml/2006/main" noGrp="1"/>
          </p:cNvSpPr>
          <p:nvPr/>
        </p:nvSpPr>
        <p:spPr>
          <a:xfrm xmlns:a="http://schemas.openxmlformats.org/drawingml/2006/main">
            <a:off x="423024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5" name="Editable chart path">
            <a:extLst xmlns:a="http://schemas.openxmlformats.org/drawingml/2006/main">
              <a:ext uri="{FF2B5EF4-FFF2-40B4-BE49-F238E27FC236}">
                <a16:creationId xmlns:a16="http://schemas.microsoft.com/office/drawing/2014/main" id="{5C08243E-9D43-4E49-8193-DCC91576842A}"/>
              </a:ext>
            </a:extLst>
          </p:cNvPr>
          <p:cNvSpPr>
            <a:spLocks xmlns:a="http://schemas.openxmlformats.org/drawingml/2006/main" noGrp="1"/>
          </p:cNvSpPr>
          <p:nvPr/>
        </p:nvSpPr>
        <p:spPr>
          <a:xfrm xmlns:a="http://schemas.openxmlformats.org/drawingml/2006/main">
            <a:off x="430165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6" name="Editable chart path">
            <a:extLst xmlns:a="http://schemas.openxmlformats.org/drawingml/2006/main">
              <a:ext uri="{FF2B5EF4-FFF2-40B4-BE49-F238E27FC236}">
                <a16:creationId xmlns:a16="http://schemas.microsoft.com/office/drawing/2014/main" id="{EADC283B-E703-46EB-BF4E-5D9EE5CE34CC}"/>
              </a:ext>
            </a:extLst>
          </p:cNvPr>
          <p:cNvSpPr>
            <a:spLocks xmlns:a="http://schemas.openxmlformats.org/drawingml/2006/main" noGrp="1"/>
          </p:cNvSpPr>
          <p:nvPr/>
        </p:nvSpPr>
        <p:spPr>
          <a:xfrm xmlns:a="http://schemas.openxmlformats.org/drawingml/2006/main">
            <a:off x="4373052"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7" name="Editable chart path">
            <a:extLst xmlns:a="http://schemas.openxmlformats.org/drawingml/2006/main">
              <a:ext uri="{FF2B5EF4-FFF2-40B4-BE49-F238E27FC236}">
                <a16:creationId xmlns:a16="http://schemas.microsoft.com/office/drawing/2014/main" id="{0AA0A4F4-0509-45A5-A957-A2FD273C2345}"/>
              </a:ext>
            </a:extLst>
          </p:cNvPr>
          <p:cNvSpPr>
            <a:spLocks xmlns:a="http://schemas.openxmlformats.org/drawingml/2006/main" noGrp="1"/>
          </p:cNvSpPr>
          <p:nvPr/>
        </p:nvSpPr>
        <p:spPr>
          <a:xfrm xmlns:a="http://schemas.openxmlformats.org/drawingml/2006/main">
            <a:off x="4444454"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8" name="Editable chart path">
            <a:extLst xmlns:a="http://schemas.openxmlformats.org/drawingml/2006/main">
              <a:ext uri="{FF2B5EF4-FFF2-40B4-BE49-F238E27FC236}">
                <a16:creationId xmlns:a16="http://schemas.microsoft.com/office/drawing/2014/main" id="{1A63BE0F-2E6A-4143-B458-091421B6B143}"/>
              </a:ext>
            </a:extLst>
          </p:cNvPr>
          <p:cNvSpPr>
            <a:spLocks xmlns:a="http://schemas.openxmlformats.org/drawingml/2006/main" noGrp="1"/>
          </p:cNvSpPr>
          <p:nvPr/>
        </p:nvSpPr>
        <p:spPr>
          <a:xfrm xmlns:a="http://schemas.openxmlformats.org/drawingml/2006/main">
            <a:off x="4515856"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49" name="Editable chart path">
            <a:extLst xmlns:a="http://schemas.openxmlformats.org/drawingml/2006/main">
              <a:ext uri="{FF2B5EF4-FFF2-40B4-BE49-F238E27FC236}">
                <a16:creationId xmlns:a16="http://schemas.microsoft.com/office/drawing/2014/main" id="{5A8A0778-3F3E-492C-BD7E-2EA6DA5C1B76}"/>
              </a:ext>
            </a:extLst>
          </p:cNvPr>
          <p:cNvSpPr>
            <a:spLocks xmlns:a="http://schemas.openxmlformats.org/drawingml/2006/main" noGrp="1"/>
          </p:cNvSpPr>
          <p:nvPr/>
        </p:nvSpPr>
        <p:spPr>
          <a:xfrm xmlns:a="http://schemas.openxmlformats.org/drawingml/2006/main">
            <a:off x="458725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0" name="Editable chart path">
            <a:extLst xmlns:a="http://schemas.openxmlformats.org/drawingml/2006/main">
              <a:ext uri="{FF2B5EF4-FFF2-40B4-BE49-F238E27FC236}">
                <a16:creationId xmlns:a16="http://schemas.microsoft.com/office/drawing/2014/main" id="{FFD0E945-F492-47B9-AF62-F63F19F7880C}"/>
              </a:ext>
            </a:extLst>
          </p:cNvPr>
          <p:cNvSpPr>
            <a:spLocks xmlns:a="http://schemas.openxmlformats.org/drawingml/2006/main" noGrp="1"/>
          </p:cNvSpPr>
          <p:nvPr/>
        </p:nvSpPr>
        <p:spPr>
          <a:xfrm xmlns:a="http://schemas.openxmlformats.org/drawingml/2006/main">
            <a:off x="465866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1" name="Editable chart path">
            <a:extLst xmlns:a="http://schemas.openxmlformats.org/drawingml/2006/main">
              <a:ext uri="{FF2B5EF4-FFF2-40B4-BE49-F238E27FC236}">
                <a16:creationId xmlns:a16="http://schemas.microsoft.com/office/drawing/2014/main" id="{D4021C2F-C820-484E-9A3B-8A965A67137B}"/>
              </a:ext>
            </a:extLst>
          </p:cNvPr>
          <p:cNvSpPr>
            <a:spLocks xmlns:a="http://schemas.openxmlformats.org/drawingml/2006/main" noGrp="1"/>
          </p:cNvSpPr>
          <p:nvPr/>
        </p:nvSpPr>
        <p:spPr>
          <a:xfrm xmlns:a="http://schemas.openxmlformats.org/drawingml/2006/main">
            <a:off x="4730062"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2" name="Editable chart path">
            <a:extLst xmlns:a="http://schemas.openxmlformats.org/drawingml/2006/main">
              <a:ext uri="{FF2B5EF4-FFF2-40B4-BE49-F238E27FC236}">
                <a16:creationId xmlns:a16="http://schemas.microsoft.com/office/drawing/2014/main" id="{2A5FB4F2-173A-4C62-89CA-6A2179C74FFF}"/>
              </a:ext>
            </a:extLst>
          </p:cNvPr>
          <p:cNvSpPr>
            <a:spLocks xmlns:a="http://schemas.openxmlformats.org/drawingml/2006/main" noGrp="1"/>
          </p:cNvSpPr>
          <p:nvPr/>
        </p:nvSpPr>
        <p:spPr>
          <a:xfrm xmlns:a="http://schemas.openxmlformats.org/drawingml/2006/main">
            <a:off x="4801464"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3" name="Editable chart path">
            <a:extLst xmlns:a="http://schemas.openxmlformats.org/drawingml/2006/main">
              <a:ext uri="{FF2B5EF4-FFF2-40B4-BE49-F238E27FC236}">
                <a16:creationId xmlns:a16="http://schemas.microsoft.com/office/drawing/2014/main" id="{ADE5DA4C-2C1E-4D3D-9851-0D3471687690}"/>
              </a:ext>
            </a:extLst>
          </p:cNvPr>
          <p:cNvSpPr>
            <a:spLocks xmlns:a="http://schemas.openxmlformats.org/drawingml/2006/main" noGrp="1"/>
          </p:cNvSpPr>
          <p:nvPr/>
        </p:nvSpPr>
        <p:spPr>
          <a:xfrm xmlns:a="http://schemas.openxmlformats.org/drawingml/2006/main">
            <a:off x="4872866"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4" name="Editable chart path">
            <a:extLst xmlns:a="http://schemas.openxmlformats.org/drawingml/2006/main">
              <a:ext uri="{FF2B5EF4-FFF2-40B4-BE49-F238E27FC236}">
                <a16:creationId xmlns:a16="http://schemas.microsoft.com/office/drawing/2014/main" id="{1DB96B6F-420F-48D3-8263-F493DD7339F8}"/>
              </a:ext>
            </a:extLst>
          </p:cNvPr>
          <p:cNvSpPr>
            <a:spLocks xmlns:a="http://schemas.openxmlformats.org/drawingml/2006/main" noGrp="1"/>
          </p:cNvSpPr>
          <p:nvPr/>
        </p:nvSpPr>
        <p:spPr>
          <a:xfrm xmlns:a="http://schemas.openxmlformats.org/drawingml/2006/main">
            <a:off x="494426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5" name="Editable chart path">
            <a:extLst xmlns:a="http://schemas.openxmlformats.org/drawingml/2006/main">
              <a:ext uri="{FF2B5EF4-FFF2-40B4-BE49-F238E27FC236}">
                <a16:creationId xmlns:a16="http://schemas.microsoft.com/office/drawing/2014/main" id="{90E5DE40-0313-4130-9B88-019E1ECA7632}"/>
              </a:ext>
            </a:extLst>
          </p:cNvPr>
          <p:cNvSpPr>
            <a:spLocks xmlns:a="http://schemas.openxmlformats.org/drawingml/2006/main" noGrp="1"/>
          </p:cNvSpPr>
          <p:nvPr/>
        </p:nvSpPr>
        <p:spPr>
          <a:xfrm xmlns:a="http://schemas.openxmlformats.org/drawingml/2006/main">
            <a:off x="501567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6" name="Editable chart path">
            <a:extLst xmlns:a="http://schemas.openxmlformats.org/drawingml/2006/main">
              <a:ext uri="{FF2B5EF4-FFF2-40B4-BE49-F238E27FC236}">
                <a16:creationId xmlns:a16="http://schemas.microsoft.com/office/drawing/2014/main" id="{DB155889-7F2F-4363-88BF-1EF72420D893}"/>
              </a:ext>
            </a:extLst>
          </p:cNvPr>
          <p:cNvSpPr>
            <a:spLocks xmlns:a="http://schemas.openxmlformats.org/drawingml/2006/main" noGrp="1"/>
          </p:cNvSpPr>
          <p:nvPr/>
        </p:nvSpPr>
        <p:spPr>
          <a:xfrm xmlns:a="http://schemas.openxmlformats.org/drawingml/2006/main">
            <a:off x="530127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7" name="Editable chart path">
            <a:extLst xmlns:a="http://schemas.openxmlformats.org/drawingml/2006/main">
              <a:ext uri="{FF2B5EF4-FFF2-40B4-BE49-F238E27FC236}">
                <a16:creationId xmlns:a16="http://schemas.microsoft.com/office/drawing/2014/main" id="{95567941-DD1F-4897-9C5F-E416BF25B4F3}"/>
              </a:ext>
            </a:extLst>
          </p:cNvPr>
          <p:cNvSpPr>
            <a:spLocks xmlns:a="http://schemas.openxmlformats.org/drawingml/2006/main" noGrp="1"/>
          </p:cNvSpPr>
          <p:nvPr/>
        </p:nvSpPr>
        <p:spPr>
          <a:xfrm xmlns:a="http://schemas.openxmlformats.org/drawingml/2006/main">
            <a:off x="537268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8" name="Editable chart path">
            <a:extLst xmlns:a="http://schemas.openxmlformats.org/drawingml/2006/main">
              <a:ext uri="{FF2B5EF4-FFF2-40B4-BE49-F238E27FC236}">
                <a16:creationId xmlns:a16="http://schemas.microsoft.com/office/drawing/2014/main" id="{29DCA526-4B3D-4CE4-9EE8-AC9C2C893CC4}"/>
              </a:ext>
            </a:extLst>
          </p:cNvPr>
          <p:cNvSpPr>
            <a:spLocks xmlns:a="http://schemas.openxmlformats.org/drawingml/2006/main" noGrp="1"/>
          </p:cNvSpPr>
          <p:nvPr/>
        </p:nvSpPr>
        <p:spPr>
          <a:xfrm xmlns:a="http://schemas.openxmlformats.org/drawingml/2006/main">
            <a:off x="2088189"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59" name="Editable chart path">
            <a:extLst xmlns:a="http://schemas.openxmlformats.org/drawingml/2006/main">
              <a:ext uri="{FF2B5EF4-FFF2-40B4-BE49-F238E27FC236}">
                <a16:creationId xmlns:a16="http://schemas.microsoft.com/office/drawing/2014/main" id="{A1B8CB8C-68A4-47A0-8A48-8B6935DB0BD4}"/>
              </a:ext>
            </a:extLst>
          </p:cNvPr>
          <p:cNvSpPr>
            <a:spLocks xmlns:a="http://schemas.openxmlformats.org/drawingml/2006/main" noGrp="1"/>
          </p:cNvSpPr>
          <p:nvPr/>
        </p:nvSpPr>
        <p:spPr>
          <a:xfrm xmlns:a="http://schemas.openxmlformats.org/drawingml/2006/main">
            <a:off x="215959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0" name="Editable chart path">
            <a:extLst xmlns:a="http://schemas.openxmlformats.org/drawingml/2006/main">
              <a:ext uri="{FF2B5EF4-FFF2-40B4-BE49-F238E27FC236}">
                <a16:creationId xmlns:a16="http://schemas.microsoft.com/office/drawing/2014/main" id="{27D759A7-6C94-42D5-A635-FE0BC71C7F3E}"/>
              </a:ext>
            </a:extLst>
          </p:cNvPr>
          <p:cNvSpPr>
            <a:spLocks xmlns:a="http://schemas.openxmlformats.org/drawingml/2006/main" noGrp="1"/>
          </p:cNvSpPr>
          <p:nvPr/>
        </p:nvSpPr>
        <p:spPr>
          <a:xfrm xmlns:a="http://schemas.openxmlformats.org/drawingml/2006/main">
            <a:off x="223099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1" name="Editable chart path">
            <a:extLst xmlns:a="http://schemas.openxmlformats.org/drawingml/2006/main">
              <a:ext uri="{FF2B5EF4-FFF2-40B4-BE49-F238E27FC236}">
                <a16:creationId xmlns:a16="http://schemas.microsoft.com/office/drawing/2014/main" id="{4072C541-4222-4281-88BC-4E96DC5144EB}"/>
              </a:ext>
            </a:extLst>
          </p:cNvPr>
          <p:cNvSpPr>
            <a:spLocks xmlns:a="http://schemas.openxmlformats.org/drawingml/2006/main" noGrp="1"/>
          </p:cNvSpPr>
          <p:nvPr/>
        </p:nvSpPr>
        <p:spPr>
          <a:xfrm xmlns:a="http://schemas.openxmlformats.org/drawingml/2006/main">
            <a:off x="2302395"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2" name="Editable chart path">
            <a:extLst xmlns:a="http://schemas.openxmlformats.org/drawingml/2006/main">
              <a:ext uri="{FF2B5EF4-FFF2-40B4-BE49-F238E27FC236}">
                <a16:creationId xmlns:a16="http://schemas.microsoft.com/office/drawing/2014/main" id="{DCD9A07D-25FD-43DC-9C12-4C33D86BAAF9}"/>
              </a:ext>
            </a:extLst>
          </p:cNvPr>
          <p:cNvSpPr>
            <a:spLocks xmlns:a="http://schemas.openxmlformats.org/drawingml/2006/main" noGrp="1"/>
          </p:cNvSpPr>
          <p:nvPr/>
        </p:nvSpPr>
        <p:spPr>
          <a:xfrm xmlns:a="http://schemas.openxmlformats.org/drawingml/2006/main">
            <a:off x="2373797"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3" name="Editable chart path">
            <a:extLst xmlns:a="http://schemas.openxmlformats.org/drawingml/2006/main">
              <a:ext uri="{FF2B5EF4-FFF2-40B4-BE49-F238E27FC236}">
                <a16:creationId xmlns:a16="http://schemas.microsoft.com/office/drawing/2014/main" id="{169B79B5-5339-44CA-86CB-0D719109062D}"/>
              </a:ext>
            </a:extLst>
          </p:cNvPr>
          <p:cNvSpPr>
            <a:spLocks xmlns:a="http://schemas.openxmlformats.org/drawingml/2006/main" noGrp="1"/>
          </p:cNvSpPr>
          <p:nvPr/>
        </p:nvSpPr>
        <p:spPr>
          <a:xfrm xmlns:a="http://schemas.openxmlformats.org/drawingml/2006/main">
            <a:off x="2445199"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4" name="Editable chart path">
            <a:extLst xmlns:a="http://schemas.openxmlformats.org/drawingml/2006/main">
              <a:ext uri="{FF2B5EF4-FFF2-40B4-BE49-F238E27FC236}">
                <a16:creationId xmlns:a16="http://schemas.microsoft.com/office/drawing/2014/main" id="{3A7AAD02-AA05-407B-9D2C-CF433DE3400A}"/>
              </a:ext>
            </a:extLst>
          </p:cNvPr>
          <p:cNvSpPr>
            <a:spLocks xmlns:a="http://schemas.openxmlformats.org/drawingml/2006/main" noGrp="1"/>
          </p:cNvSpPr>
          <p:nvPr/>
        </p:nvSpPr>
        <p:spPr>
          <a:xfrm xmlns:a="http://schemas.openxmlformats.org/drawingml/2006/main">
            <a:off x="251660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5" name="Editable chart path">
            <a:extLst xmlns:a="http://schemas.openxmlformats.org/drawingml/2006/main">
              <a:ext uri="{FF2B5EF4-FFF2-40B4-BE49-F238E27FC236}">
                <a16:creationId xmlns:a16="http://schemas.microsoft.com/office/drawing/2014/main" id="{DD7C88B2-AECE-4FC1-98CD-E69922C69ED2}"/>
              </a:ext>
            </a:extLst>
          </p:cNvPr>
          <p:cNvSpPr>
            <a:spLocks xmlns:a="http://schemas.openxmlformats.org/drawingml/2006/main" noGrp="1"/>
          </p:cNvSpPr>
          <p:nvPr/>
        </p:nvSpPr>
        <p:spPr>
          <a:xfrm xmlns:a="http://schemas.openxmlformats.org/drawingml/2006/main">
            <a:off x="258800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6" name="Editable chart path">
            <a:extLst xmlns:a="http://schemas.openxmlformats.org/drawingml/2006/main">
              <a:ext uri="{FF2B5EF4-FFF2-40B4-BE49-F238E27FC236}">
                <a16:creationId xmlns:a16="http://schemas.microsoft.com/office/drawing/2014/main" id="{0225E252-C173-43CC-9AEA-E3494C85D9BA}"/>
              </a:ext>
            </a:extLst>
          </p:cNvPr>
          <p:cNvSpPr>
            <a:spLocks xmlns:a="http://schemas.openxmlformats.org/drawingml/2006/main" noGrp="1"/>
          </p:cNvSpPr>
          <p:nvPr/>
        </p:nvSpPr>
        <p:spPr>
          <a:xfrm xmlns:a="http://schemas.openxmlformats.org/drawingml/2006/main">
            <a:off x="2659405"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7" name="Editable chart path">
            <a:extLst xmlns:a="http://schemas.openxmlformats.org/drawingml/2006/main">
              <a:ext uri="{FF2B5EF4-FFF2-40B4-BE49-F238E27FC236}">
                <a16:creationId xmlns:a16="http://schemas.microsoft.com/office/drawing/2014/main" id="{A3BF8044-3F39-4D36-9954-8FABD9A40452}"/>
              </a:ext>
            </a:extLst>
          </p:cNvPr>
          <p:cNvSpPr>
            <a:spLocks xmlns:a="http://schemas.openxmlformats.org/drawingml/2006/main" noGrp="1"/>
          </p:cNvSpPr>
          <p:nvPr/>
        </p:nvSpPr>
        <p:spPr>
          <a:xfrm xmlns:a="http://schemas.openxmlformats.org/drawingml/2006/main">
            <a:off x="2730807"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8" name="Editable chart path">
            <a:extLst xmlns:a="http://schemas.openxmlformats.org/drawingml/2006/main">
              <a:ext uri="{FF2B5EF4-FFF2-40B4-BE49-F238E27FC236}">
                <a16:creationId xmlns:a16="http://schemas.microsoft.com/office/drawing/2014/main" id="{233E2094-0317-48CA-9879-CF3621E2D8B4}"/>
              </a:ext>
            </a:extLst>
          </p:cNvPr>
          <p:cNvSpPr>
            <a:spLocks xmlns:a="http://schemas.openxmlformats.org/drawingml/2006/main" noGrp="1"/>
          </p:cNvSpPr>
          <p:nvPr/>
        </p:nvSpPr>
        <p:spPr>
          <a:xfrm xmlns:a="http://schemas.openxmlformats.org/drawingml/2006/main">
            <a:off x="2802209"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69" name="Editable chart path">
            <a:extLst xmlns:a="http://schemas.openxmlformats.org/drawingml/2006/main">
              <a:ext uri="{FF2B5EF4-FFF2-40B4-BE49-F238E27FC236}">
                <a16:creationId xmlns:a16="http://schemas.microsoft.com/office/drawing/2014/main" id="{245C033A-B84C-406D-A6BF-FA593D3E1D29}"/>
              </a:ext>
            </a:extLst>
          </p:cNvPr>
          <p:cNvSpPr>
            <a:spLocks xmlns:a="http://schemas.openxmlformats.org/drawingml/2006/main" noGrp="1"/>
          </p:cNvSpPr>
          <p:nvPr/>
        </p:nvSpPr>
        <p:spPr>
          <a:xfrm xmlns:a="http://schemas.openxmlformats.org/drawingml/2006/main">
            <a:off x="287361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0" name="Editable chart path">
            <a:extLst xmlns:a="http://schemas.openxmlformats.org/drawingml/2006/main">
              <a:ext uri="{FF2B5EF4-FFF2-40B4-BE49-F238E27FC236}">
                <a16:creationId xmlns:a16="http://schemas.microsoft.com/office/drawing/2014/main" id="{15F200E1-7DA8-4BE1-9072-59D27561E645}"/>
              </a:ext>
            </a:extLst>
          </p:cNvPr>
          <p:cNvSpPr>
            <a:spLocks xmlns:a="http://schemas.openxmlformats.org/drawingml/2006/main" noGrp="1"/>
          </p:cNvSpPr>
          <p:nvPr/>
        </p:nvSpPr>
        <p:spPr>
          <a:xfrm xmlns:a="http://schemas.openxmlformats.org/drawingml/2006/main">
            <a:off x="294501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1" name="Editable chart path">
            <a:extLst xmlns:a="http://schemas.openxmlformats.org/drawingml/2006/main">
              <a:ext uri="{FF2B5EF4-FFF2-40B4-BE49-F238E27FC236}">
                <a16:creationId xmlns:a16="http://schemas.microsoft.com/office/drawing/2014/main" id="{1FD4C13F-5F5F-4CF4-88A7-6523C970E855}"/>
              </a:ext>
            </a:extLst>
          </p:cNvPr>
          <p:cNvSpPr>
            <a:spLocks xmlns:a="http://schemas.openxmlformats.org/drawingml/2006/main" noGrp="1"/>
          </p:cNvSpPr>
          <p:nvPr/>
        </p:nvSpPr>
        <p:spPr>
          <a:xfrm xmlns:a="http://schemas.openxmlformats.org/drawingml/2006/main">
            <a:off x="3016415"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2" name="Editable chart path">
            <a:extLst xmlns:a="http://schemas.openxmlformats.org/drawingml/2006/main">
              <a:ext uri="{FF2B5EF4-FFF2-40B4-BE49-F238E27FC236}">
                <a16:creationId xmlns:a16="http://schemas.microsoft.com/office/drawing/2014/main" id="{602B8A1C-39FD-42F0-B4B4-262FFC4D92C7}"/>
              </a:ext>
            </a:extLst>
          </p:cNvPr>
          <p:cNvSpPr>
            <a:spLocks xmlns:a="http://schemas.openxmlformats.org/drawingml/2006/main" noGrp="1"/>
          </p:cNvSpPr>
          <p:nvPr/>
        </p:nvSpPr>
        <p:spPr>
          <a:xfrm xmlns:a="http://schemas.openxmlformats.org/drawingml/2006/main">
            <a:off x="3087817"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3" name="Editable chart path">
            <a:extLst xmlns:a="http://schemas.openxmlformats.org/drawingml/2006/main">
              <a:ext uri="{FF2B5EF4-FFF2-40B4-BE49-F238E27FC236}">
                <a16:creationId xmlns:a16="http://schemas.microsoft.com/office/drawing/2014/main" id="{2AFC56E3-1BA7-4E01-8E6B-E67DD3EDE955}"/>
              </a:ext>
            </a:extLst>
          </p:cNvPr>
          <p:cNvSpPr>
            <a:spLocks xmlns:a="http://schemas.openxmlformats.org/drawingml/2006/main" noGrp="1"/>
          </p:cNvSpPr>
          <p:nvPr/>
        </p:nvSpPr>
        <p:spPr>
          <a:xfrm xmlns:a="http://schemas.openxmlformats.org/drawingml/2006/main">
            <a:off x="3159219"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4" name="Editable chart path">
            <a:extLst xmlns:a="http://schemas.openxmlformats.org/drawingml/2006/main">
              <a:ext uri="{FF2B5EF4-FFF2-40B4-BE49-F238E27FC236}">
                <a16:creationId xmlns:a16="http://schemas.microsoft.com/office/drawing/2014/main" id="{FCA75E16-108B-4CDE-A146-CD7DF916ABC3}"/>
              </a:ext>
            </a:extLst>
          </p:cNvPr>
          <p:cNvSpPr>
            <a:spLocks xmlns:a="http://schemas.openxmlformats.org/drawingml/2006/main" noGrp="1"/>
          </p:cNvSpPr>
          <p:nvPr/>
        </p:nvSpPr>
        <p:spPr>
          <a:xfrm xmlns:a="http://schemas.openxmlformats.org/drawingml/2006/main">
            <a:off x="323062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5" name="Editable chart path">
            <a:extLst xmlns:a="http://schemas.openxmlformats.org/drawingml/2006/main">
              <a:ext uri="{FF2B5EF4-FFF2-40B4-BE49-F238E27FC236}">
                <a16:creationId xmlns:a16="http://schemas.microsoft.com/office/drawing/2014/main" id="{62D76AF9-9836-4B08-A84A-A0F3D35A46C2}"/>
              </a:ext>
            </a:extLst>
          </p:cNvPr>
          <p:cNvSpPr>
            <a:spLocks xmlns:a="http://schemas.openxmlformats.org/drawingml/2006/main" noGrp="1"/>
          </p:cNvSpPr>
          <p:nvPr/>
        </p:nvSpPr>
        <p:spPr>
          <a:xfrm xmlns:a="http://schemas.openxmlformats.org/drawingml/2006/main">
            <a:off x="330202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6" name="Editable chart path">
            <a:extLst xmlns:a="http://schemas.openxmlformats.org/drawingml/2006/main">
              <a:ext uri="{FF2B5EF4-FFF2-40B4-BE49-F238E27FC236}">
                <a16:creationId xmlns:a16="http://schemas.microsoft.com/office/drawing/2014/main" id="{DDE5D97F-749B-4560-A542-DC52BE9D0FDB}"/>
              </a:ext>
            </a:extLst>
          </p:cNvPr>
          <p:cNvSpPr>
            <a:spLocks xmlns:a="http://schemas.openxmlformats.org/drawingml/2006/main" noGrp="1"/>
          </p:cNvSpPr>
          <p:nvPr/>
        </p:nvSpPr>
        <p:spPr>
          <a:xfrm xmlns:a="http://schemas.openxmlformats.org/drawingml/2006/main">
            <a:off x="3373425"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7" name="Editable chart path">
            <a:extLst xmlns:a="http://schemas.openxmlformats.org/drawingml/2006/main">
              <a:ext uri="{FF2B5EF4-FFF2-40B4-BE49-F238E27FC236}">
                <a16:creationId xmlns:a16="http://schemas.microsoft.com/office/drawing/2014/main" id="{DDF216B2-35E4-4EA4-A308-08ADDBD8CD21}"/>
              </a:ext>
            </a:extLst>
          </p:cNvPr>
          <p:cNvSpPr>
            <a:spLocks xmlns:a="http://schemas.openxmlformats.org/drawingml/2006/main" noGrp="1"/>
          </p:cNvSpPr>
          <p:nvPr/>
        </p:nvSpPr>
        <p:spPr>
          <a:xfrm xmlns:a="http://schemas.openxmlformats.org/drawingml/2006/main">
            <a:off x="3444827"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8" name="Editable chart path">
            <a:extLst xmlns:a="http://schemas.openxmlformats.org/drawingml/2006/main">
              <a:ext uri="{FF2B5EF4-FFF2-40B4-BE49-F238E27FC236}">
                <a16:creationId xmlns:a16="http://schemas.microsoft.com/office/drawing/2014/main" id="{B4758706-2C5D-427D-AA8A-B192BD949FAF}"/>
              </a:ext>
            </a:extLst>
          </p:cNvPr>
          <p:cNvSpPr>
            <a:spLocks xmlns:a="http://schemas.openxmlformats.org/drawingml/2006/main" noGrp="1"/>
          </p:cNvSpPr>
          <p:nvPr/>
        </p:nvSpPr>
        <p:spPr>
          <a:xfrm xmlns:a="http://schemas.openxmlformats.org/drawingml/2006/main">
            <a:off x="3516229"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79" name="Editable chart path">
            <a:extLst xmlns:a="http://schemas.openxmlformats.org/drawingml/2006/main">
              <a:ext uri="{FF2B5EF4-FFF2-40B4-BE49-F238E27FC236}">
                <a16:creationId xmlns:a16="http://schemas.microsoft.com/office/drawing/2014/main" id="{66504B8E-8A36-48A7-9C87-68FB0EEEDCDA}"/>
              </a:ext>
            </a:extLst>
          </p:cNvPr>
          <p:cNvSpPr>
            <a:spLocks xmlns:a="http://schemas.openxmlformats.org/drawingml/2006/main" noGrp="1"/>
          </p:cNvSpPr>
          <p:nvPr/>
        </p:nvSpPr>
        <p:spPr>
          <a:xfrm xmlns:a="http://schemas.openxmlformats.org/drawingml/2006/main">
            <a:off x="358763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0" name="Editable chart path">
            <a:extLst xmlns:a="http://schemas.openxmlformats.org/drawingml/2006/main">
              <a:ext uri="{FF2B5EF4-FFF2-40B4-BE49-F238E27FC236}">
                <a16:creationId xmlns:a16="http://schemas.microsoft.com/office/drawing/2014/main" id="{818BF77D-EF4A-4744-92F5-A36005B57C0A}"/>
              </a:ext>
            </a:extLst>
          </p:cNvPr>
          <p:cNvSpPr>
            <a:spLocks xmlns:a="http://schemas.openxmlformats.org/drawingml/2006/main" noGrp="1"/>
          </p:cNvSpPr>
          <p:nvPr/>
        </p:nvSpPr>
        <p:spPr>
          <a:xfrm xmlns:a="http://schemas.openxmlformats.org/drawingml/2006/main">
            <a:off x="365903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1" name="Editable chart path">
            <a:extLst xmlns:a="http://schemas.openxmlformats.org/drawingml/2006/main">
              <a:ext uri="{FF2B5EF4-FFF2-40B4-BE49-F238E27FC236}">
                <a16:creationId xmlns:a16="http://schemas.microsoft.com/office/drawing/2014/main" id="{608B7D89-501A-40E1-BCA4-C5AF2A348B3B}"/>
              </a:ext>
            </a:extLst>
          </p:cNvPr>
          <p:cNvSpPr>
            <a:spLocks xmlns:a="http://schemas.openxmlformats.org/drawingml/2006/main" noGrp="1"/>
          </p:cNvSpPr>
          <p:nvPr/>
        </p:nvSpPr>
        <p:spPr>
          <a:xfrm xmlns:a="http://schemas.openxmlformats.org/drawingml/2006/main">
            <a:off x="3730435"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2" name="Editable chart path">
            <a:extLst xmlns:a="http://schemas.openxmlformats.org/drawingml/2006/main">
              <a:ext uri="{FF2B5EF4-FFF2-40B4-BE49-F238E27FC236}">
                <a16:creationId xmlns:a16="http://schemas.microsoft.com/office/drawing/2014/main" id="{264AEBEB-8710-4851-AA27-FEBDB0FCD96D}"/>
              </a:ext>
            </a:extLst>
          </p:cNvPr>
          <p:cNvSpPr>
            <a:spLocks xmlns:a="http://schemas.openxmlformats.org/drawingml/2006/main" noGrp="1"/>
          </p:cNvSpPr>
          <p:nvPr/>
        </p:nvSpPr>
        <p:spPr>
          <a:xfrm xmlns:a="http://schemas.openxmlformats.org/drawingml/2006/main">
            <a:off x="380183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3" name="Editable chart path">
            <a:extLst xmlns:a="http://schemas.openxmlformats.org/drawingml/2006/main">
              <a:ext uri="{FF2B5EF4-FFF2-40B4-BE49-F238E27FC236}">
                <a16:creationId xmlns:a16="http://schemas.microsoft.com/office/drawing/2014/main" id="{D69A1CF5-43CF-4711-9BAE-9A9B265D9A7E}"/>
              </a:ext>
            </a:extLst>
          </p:cNvPr>
          <p:cNvSpPr>
            <a:spLocks xmlns:a="http://schemas.openxmlformats.org/drawingml/2006/main" noGrp="1"/>
          </p:cNvSpPr>
          <p:nvPr/>
        </p:nvSpPr>
        <p:spPr>
          <a:xfrm xmlns:a="http://schemas.openxmlformats.org/drawingml/2006/main">
            <a:off x="387323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4" name="Editable chart path">
            <a:extLst xmlns:a="http://schemas.openxmlformats.org/drawingml/2006/main">
              <a:ext uri="{FF2B5EF4-FFF2-40B4-BE49-F238E27FC236}">
                <a16:creationId xmlns:a16="http://schemas.microsoft.com/office/drawing/2014/main" id="{C60A5FED-611C-4AC8-A893-1E7C3994F45D}"/>
              </a:ext>
            </a:extLst>
          </p:cNvPr>
          <p:cNvSpPr>
            <a:spLocks xmlns:a="http://schemas.openxmlformats.org/drawingml/2006/main" noGrp="1"/>
          </p:cNvSpPr>
          <p:nvPr/>
        </p:nvSpPr>
        <p:spPr>
          <a:xfrm xmlns:a="http://schemas.openxmlformats.org/drawingml/2006/main">
            <a:off x="3944640"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5" name="Editable chart path">
            <a:extLst xmlns:a="http://schemas.openxmlformats.org/drawingml/2006/main">
              <a:ext uri="{FF2B5EF4-FFF2-40B4-BE49-F238E27FC236}">
                <a16:creationId xmlns:a16="http://schemas.microsoft.com/office/drawing/2014/main" id="{EE6E3B8A-96B6-47B6-8D23-14E1F79BCEA8}"/>
              </a:ext>
            </a:extLst>
          </p:cNvPr>
          <p:cNvSpPr>
            <a:spLocks xmlns:a="http://schemas.openxmlformats.org/drawingml/2006/main" noGrp="1"/>
          </p:cNvSpPr>
          <p:nvPr/>
        </p:nvSpPr>
        <p:spPr>
          <a:xfrm xmlns:a="http://schemas.openxmlformats.org/drawingml/2006/main">
            <a:off x="4016042"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6" name="Editable chart path">
            <a:extLst xmlns:a="http://schemas.openxmlformats.org/drawingml/2006/main">
              <a:ext uri="{FF2B5EF4-FFF2-40B4-BE49-F238E27FC236}">
                <a16:creationId xmlns:a16="http://schemas.microsoft.com/office/drawing/2014/main" id="{569BC91A-307C-4DE9-B693-370308CDDAEC}"/>
              </a:ext>
            </a:extLst>
          </p:cNvPr>
          <p:cNvSpPr>
            <a:spLocks xmlns:a="http://schemas.openxmlformats.org/drawingml/2006/main" noGrp="1"/>
          </p:cNvSpPr>
          <p:nvPr/>
        </p:nvSpPr>
        <p:spPr>
          <a:xfrm xmlns:a="http://schemas.openxmlformats.org/drawingml/2006/main">
            <a:off x="4087444"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7" name="Editable chart path">
            <a:extLst xmlns:a="http://schemas.openxmlformats.org/drawingml/2006/main">
              <a:ext uri="{FF2B5EF4-FFF2-40B4-BE49-F238E27FC236}">
                <a16:creationId xmlns:a16="http://schemas.microsoft.com/office/drawing/2014/main" id="{A0118361-D055-40D1-8052-751A53B4A8D6}"/>
              </a:ext>
            </a:extLst>
          </p:cNvPr>
          <p:cNvSpPr>
            <a:spLocks xmlns:a="http://schemas.openxmlformats.org/drawingml/2006/main" noGrp="1"/>
          </p:cNvSpPr>
          <p:nvPr/>
        </p:nvSpPr>
        <p:spPr>
          <a:xfrm xmlns:a="http://schemas.openxmlformats.org/drawingml/2006/main">
            <a:off x="415884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8" name="Editable chart path">
            <a:extLst xmlns:a="http://schemas.openxmlformats.org/drawingml/2006/main">
              <a:ext uri="{FF2B5EF4-FFF2-40B4-BE49-F238E27FC236}">
                <a16:creationId xmlns:a16="http://schemas.microsoft.com/office/drawing/2014/main" id="{639EA53C-B043-4D51-8A9E-8F9A81454826}"/>
              </a:ext>
            </a:extLst>
          </p:cNvPr>
          <p:cNvSpPr>
            <a:spLocks xmlns:a="http://schemas.openxmlformats.org/drawingml/2006/main" noGrp="1"/>
          </p:cNvSpPr>
          <p:nvPr/>
        </p:nvSpPr>
        <p:spPr>
          <a:xfrm xmlns:a="http://schemas.openxmlformats.org/drawingml/2006/main">
            <a:off x="423024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89" name="Editable chart path">
            <a:extLst xmlns:a="http://schemas.openxmlformats.org/drawingml/2006/main">
              <a:ext uri="{FF2B5EF4-FFF2-40B4-BE49-F238E27FC236}">
                <a16:creationId xmlns:a16="http://schemas.microsoft.com/office/drawing/2014/main" id="{91563A3F-BC86-406A-98FD-C157A8F7EF44}"/>
              </a:ext>
            </a:extLst>
          </p:cNvPr>
          <p:cNvSpPr>
            <a:spLocks xmlns:a="http://schemas.openxmlformats.org/drawingml/2006/main" noGrp="1"/>
          </p:cNvSpPr>
          <p:nvPr/>
        </p:nvSpPr>
        <p:spPr>
          <a:xfrm xmlns:a="http://schemas.openxmlformats.org/drawingml/2006/main">
            <a:off x="4301650"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0" name="Editable chart path">
            <a:extLst xmlns:a="http://schemas.openxmlformats.org/drawingml/2006/main">
              <a:ext uri="{FF2B5EF4-FFF2-40B4-BE49-F238E27FC236}">
                <a16:creationId xmlns:a16="http://schemas.microsoft.com/office/drawing/2014/main" id="{F71701C1-0970-429C-B242-5C1299EF7E31}"/>
              </a:ext>
            </a:extLst>
          </p:cNvPr>
          <p:cNvSpPr>
            <a:spLocks xmlns:a="http://schemas.openxmlformats.org/drawingml/2006/main" noGrp="1"/>
          </p:cNvSpPr>
          <p:nvPr/>
        </p:nvSpPr>
        <p:spPr>
          <a:xfrm xmlns:a="http://schemas.openxmlformats.org/drawingml/2006/main">
            <a:off x="4373052"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1" name="Editable chart path">
            <a:extLst xmlns:a="http://schemas.openxmlformats.org/drawingml/2006/main">
              <a:ext uri="{FF2B5EF4-FFF2-40B4-BE49-F238E27FC236}">
                <a16:creationId xmlns:a16="http://schemas.microsoft.com/office/drawing/2014/main" id="{627F218F-1336-4E29-84CF-58EDDBE22B77}"/>
              </a:ext>
            </a:extLst>
          </p:cNvPr>
          <p:cNvSpPr>
            <a:spLocks xmlns:a="http://schemas.openxmlformats.org/drawingml/2006/main" noGrp="1"/>
          </p:cNvSpPr>
          <p:nvPr/>
        </p:nvSpPr>
        <p:spPr>
          <a:xfrm xmlns:a="http://schemas.openxmlformats.org/drawingml/2006/main">
            <a:off x="4444454"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2" name="Editable chart path">
            <a:extLst xmlns:a="http://schemas.openxmlformats.org/drawingml/2006/main">
              <a:ext uri="{FF2B5EF4-FFF2-40B4-BE49-F238E27FC236}">
                <a16:creationId xmlns:a16="http://schemas.microsoft.com/office/drawing/2014/main" id="{DDAA0C18-F7E0-4655-AC18-EB548EAAF3AF}"/>
              </a:ext>
            </a:extLst>
          </p:cNvPr>
          <p:cNvSpPr>
            <a:spLocks xmlns:a="http://schemas.openxmlformats.org/drawingml/2006/main" noGrp="1"/>
          </p:cNvSpPr>
          <p:nvPr/>
        </p:nvSpPr>
        <p:spPr>
          <a:xfrm xmlns:a="http://schemas.openxmlformats.org/drawingml/2006/main">
            <a:off x="451585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3" name="Editable chart path">
            <a:extLst xmlns:a="http://schemas.openxmlformats.org/drawingml/2006/main">
              <a:ext uri="{FF2B5EF4-FFF2-40B4-BE49-F238E27FC236}">
                <a16:creationId xmlns:a16="http://schemas.microsoft.com/office/drawing/2014/main" id="{2678E736-AE86-417F-A7B9-2040D994EE24}"/>
              </a:ext>
            </a:extLst>
          </p:cNvPr>
          <p:cNvSpPr>
            <a:spLocks xmlns:a="http://schemas.openxmlformats.org/drawingml/2006/main" noGrp="1"/>
          </p:cNvSpPr>
          <p:nvPr/>
        </p:nvSpPr>
        <p:spPr>
          <a:xfrm xmlns:a="http://schemas.openxmlformats.org/drawingml/2006/main">
            <a:off x="458725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4" name="Editable chart path">
            <a:extLst xmlns:a="http://schemas.openxmlformats.org/drawingml/2006/main">
              <a:ext uri="{FF2B5EF4-FFF2-40B4-BE49-F238E27FC236}">
                <a16:creationId xmlns:a16="http://schemas.microsoft.com/office/drawing/2014/main" id="{4D0B33C3-0342-4D88-AFAE-860A7042FBF0}"/>
              </a:ext>
            </a:extLst>
          </p:cNvPr>
          <p:cNvSpPr>
            <a:spLocks xmlns:a="http://schemas.openxmlformats.org/drawingml/2006/main" noGrp="1"/>
          </p:cNvSpPr>
          <p:nvPr/>
        </p:nvSpPr>
        <p:spPr>
          <a:xfrm xmlns:a="http://schemas.openxmlformats.org/drawingml/2006/main">
            <a:off x="4658660"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5" name="Editable chart path">
            <a:extLst xmlns:a="http://schemas.openxmlformats.org/drawingml/2006/main">
              <a:ext uri="{FF2B5EF4-FFF2-40B4-BE49-F238E27FC236}">
                <a16:creationId xmlns:a16="http://schemas.microsoft.com/office/drawing/2014/main" id="{3640F1BC-1241-47AF-9E12-CEE9ABDB33CD}"/>
              </a:ext>
            </a:extLst>
          </p:cNvPr>
          <p:cNvSpPr>
            <a:spLocks xmlns:a="http://schemas.openxmlformats.org/drawingml/2006/main" noGrp="1"/>
          </p:cNvSpPr>
          <p:nvPr/>
        </p:nvSpPr>
        <p:spPr>
          <a:xfrm xmlns:a="http://schemas.openxmlformats.org/drawingml/2006/main">
            <a:off x="4730062"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6" name="Editable chart path">
            <a:extLst xmlns:a="http://schemas.openxmlformats.org/drawingml/2006/main">
              <a:ext uri="{FF2B5EF4-FFF2-40B4-BE49-F238E27FC236}">
                <a16:creationId xmlns:a16="http://schemas.microsoft.com/office/drawing/2014/main" id="{375B1A97-C0D8-4CAA-A49C-F449F133574C}"/>
              </a:ext>
            </a:extLst>
          </p:cNvPr>
          <p:cNvSpPr>
            <a:spLocks xmlns:a="http://schemas.openxmlformats.org/drawingml/2006/main" noGrp="1"/>
          </p:cNvSpPr>
          <p:nvPr/>
        </p:nvSpPr>
        <p:spPr>
          <a:xfrm xmlns:a="http://schemas.openxmlformats.org/drawingml/2006/main">
            <a:off x="4801464"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7" name="Editable chart path">
            <a:extLst xmlns:a="http://schemas.openxmlformats.org/drawingml/2006/main">
              <a:ext uri="{FF2B5EF4-FFF2-40B4-BE49-F238E27FC236}">
                <a16:creationId xmlns:a16="http://schemas.microsoft.com/office/drawing/2014/main" id="{7C26B66A-F363-40EF-819F-1E9F9340CCA4}"/>
              </a:ext>
            </a:extLst>
          </p:cNvPr>
          <p:cNvSpPr>
            <a:spLocks xmlns:a="http://schemas.openxmlformats.org/drawingml/2006/main" noGrp="1"/>
          </p:cNvSpPr>
          <p:nvPr/>
        </p:nvSpPr>
        <p:spPr>
          <a:xfrm xmlns:a="http://schemas.openxmlformats.org/drawingml/2006/main">
            <a:off x="487286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8" name="Editable chart path">
            <a:extLst xmlns:a="http://schemas.openxmlformats.org/drawingml/2006/main">
              <a:ext uri="{FF2B5EF4-FFF2-40B4-BE49-F238E27FC236}">
                <a16:creationId xmlns:a16="http://schemas.microsoft.com/office/drawing/2014/main" id="{31657A4F-8F5F-4776-9B34-858B5A067104}"/>
              </a:ext>
            </a:extLst>
          </p:cNvPr>
          <p:cNvSpPr>
            <a:spLocks xmlns:a="http://schemas.openxmlformats.org/drawingml/2006/main" noGrp="1"/>
          </p:cNvSpPr>
          <p:nvPr/>
        </p:nvSpPr>
        <p:spPr>
          <a:xfrm xmlns:a="http://schemas.openxmlformats.org/drawingml/2006/main">
            <a:off x="522987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499" name="Editable chart path">
            <a:extLst xmlns:a="http://schemas.openxmlformats.org/drawingml/2006/main">
              <a:ext uri="{FF2B5EF4-FFF2-40B4-BE49-F238E27FC236}">
                <a16:creationId xmlns:a16="http://schemas.microsoft.com/office/drawing/2014/main" id="{ABBDD165-67F4-4B4E-9BA2-F7D905F04E85}"/>
              </a:ext>
            </a:extLst>
          </p:cNvPr>
          <p:cNvSpPr>
            <a:spLocks xmlns:a="http://schemas.openxmlformats.org/drawingml/2006/main" noGrp="1"/>
          </p:cNvSpPr>
          <p:nvPr/>
        </p:nvSpPr>
        <p:spPr>
          <a:xfrm xmlns:a="http://schemas.openxmlformats.org/drawingml/2006/main">
            <a:off x="530127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0" name="Editable chart path">
            <a:extLst xmlns:a="http://schemas.openxmlformats.org/drawingml/2006/main">
              <a:ext uri="{FF2B5EF4-FFF2-40B4-BE49-F238E27FC236}">
                <a16:creationId xmlns:a16="http://schemas.microsoft.com/office/drawing/2014/main" id="{6AC61647-70F5-4E97-A260-05544152E3F9}"/>
              </a:ext>
            </a:extLst>
          </p:cNvPr>
          <p:cNvSpPr>
            <a:spLocks xmlns:a="http://schemas.openxmlformats.org/drawingml/2006/main" noGrp="1"/>
          </p:cNvSpPr>
          <p:nvPr/>
        </p:nvSpPr>
        <p:spPr>
          <a:xfrm xmlns:a="http://schemas.openxmlformats.org/drawingml/2006/main">
            <a:off x="5372680"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1" name="Editable chart path">
            <a:extLst xmlns:a="http://schemas.openxmlformats.org/drawingml/2006/main">
              <a:ext uri="{FF2B5EF4-FFF2-40B4-BE49-F238E27FC236}">
                <a16:creationId xmlns:a16="http://schemas.microsoft.com/office/drawing/2014/main" id="{095427E7-92C4-4B14-B49F-62D9318BF2C0}"/>
              </a:ext>
            </a:extLst>
          </p:cNvPr>
          <p:cNvSpPr>
            <a:spLocks xmlns:a="http://schemas.openxmlformats.org/drawingml/2006/main" noGrp="1"/>
          </p:cNvSpPr>
          <p:nvPr/>
        </p:nvSpPr>
        <p:spPr>
          <a:xfrm xmlns:a="http://schemas.openxmlformats.org/drawingml/2006/main">
            <a:off x="5444082"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2" name="Editable chart path">
            <a:extLst xmlns:a="http://schemas.openxmlformats.org/drawingml/2006/main">
              <a:ext uri="{FF2B5EF4-FFF2-40B4-BE49-F238E27FC236}">
                <a16:creationId xmlns:a16="http://schemas.microsoft.com/office/drawing/2014/main" id="{1DE7BB34-250F-4B41-BCA9-611AF43E01D4}"/>
              </a:ext>
            </a:extLst>
          </p:cNvPr>
          <p:cNvSpPr>
            <a:spLocks xmlns:a="http://schemas.openxmlformats.org/drawingml/2006/main" noGrp="1"/>
          </p:cNvSpPr>
          <p:nvPr/>
        </p:nvSpPr>
        <p:spPr>
          <a:xfrm xmlns:a="http://schemas.openxmlformats.org/drawingml/2006/main">
            <a:off x="215959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3" name="Editable chart path">
            <a:extLst xmlns:a="http://schemas.openxmlformats.org/drawingml/2006/main">
              <a:ext uri="{FF2B5EF4-FFF2-40B4-BE49-F238E27FC236}">
                <a16:creationId xmlns:a16="http://schemas.microsoft.com/office/drawing/2014/main" id="{B5529E2E-C491-483D-A5F4-135A167C53FF}"/>
              </a:ext>
            </a:extLst>
          </p:cNvPr>
          <p:cNvSpPr>
            <a:spLocks xmlns:a="http://schemas.openxmlformats.org/drawingml/2006/main" noGrp="1"/>
          </p:cNvSpPr>
          <p:nvPr/>
        </p:nvSpPr>
        <p:spPr>
          <a:xfrm xmlns:a="http://schemas.openxmlformats.org/drawingml/2006/main">
            <a:off x="2230993"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4" name="Editable chart path">
            <a:extLst xmlns:a="http://schemas.openxmlformats.org/drawingml/2006/main">
              <a:ext uri="{FF2B5EF4-FFF2-40B4-BE49-F238E27FC236}">
                <a16:creationId xmlns:a16="http://schemas.microsoft.com/office/drawing/2014/main" id="{F41C2AA2-7268-45C9-B84F-B97EF2276A02}"/>
              </a:ext>
            </a:extLst>
          </p:cNvPr>
          <p:cNvSpPr>
            <a:spLocks xmlns:a="http://schemas.openxmlformats.org/drawingml/2006/main" noGrp="1"/>
          </p:cNvSpPr>
          <p:nvPr/>
        </p:nvSpPr>
        <p:spPr>
          <a:xfrm xmlns:a="http://schemas.openxmlformats.org/drawingml/2006/main">
            <a:off x="2302395"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5" name="Editable chart path">
            <a:extLst xmlns:a="http://schemas.openxmlformats.org/drawingml/2006/main">
              <a:ext uri="{FF2B5EF4-FFF2-40B4-BE49-F238E27FC236}">
                <a16:creationId xmlns:a16="http://schemas.microsoft.com/office/drawing/2014/main" id="{D8767699-9223-47B1-9A99-5282F5FBA7C9}"/>
              </a:ext>
            </a:extLst>
          </p:cNvPr>
          <p:cNvSpPr>
            <a:spLocks xmlns:a="http://schemas.openxmlformats.org/drawingml/2006/main" noGrp="1"/>
          </p:cNvSpPr>
          <p:nvPr/>
        </p:nvSpPr>
        <p:spPr>
          <a:xfrm xmlns:a="http://schemas.openxmlformats.org/drawingml/2006/main">
            <a:off x="2373797"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6" name="Editable chart path">
            <a:extLst xmlns:a="http://schemas.openxmlformats.org/drawingml/2006/main">
              <a:ext uri="{FF2B5EF4-FFF2-40B4-BE49-F238E27FC236}">
                <a16:creationId xmlns:a16="http://schemas.microsoft.com/office/drawing/2014/main" id="{15C77B09-2A8E-4C76-B5B1-F748F0D9E521}"/>
              </a:ext>
            </a:extLst>
          </p:cNvPr>
          <p:cNvSpPr>
            <a:spLocks xmlns:a="http://schemas.openxmlformats.org/drawingml/2006/main" noGrp="1"/>
          </p:cNvSpPr>
          <p:nvPr/>
        </p:nvSpPr>
        <p:spPr>
          <a:xfrm xmlns:a="http://schemas.openxmlformats.org/drawingml/2006/main">
            <a:off x="2445199"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7" name="Editable chart path">
            <a:extLst xmlns:a="http://schemas.openxmlformats.org/drawingml/2006/main">
              <a:ext uri="{FF2B5EF4-FFF2-40B4-BE49-F238E27FC236}">
                <a16:creationId xmlns:a16="http://schemas.microsoft.com/office/drawing/2014/main" id="{2F4A1547-BB3D-4311-AB01-F6E56E9BD8C9}"/>
              </a:ext>
            </a:extLst>
          </p:cNvPr>
          <p:cNvSpPr>
            <a:spLocks xmlns:a="http://schemas.openxmlformats.org/drawingml/2006/main" noGrp="1"/>
          </p:cNvSpPr>
          <p:nvPr/>
        </p:nvSpPr>
        <p:spPr>
          <a:xfrm xmlns:a="http://schemas.openxmlformats.org/drawingml/2006/main">
            <a:off x="251660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8" name="Editable chart path">
            <a:extLst xmlns:a="http://schemas.openxmlformats.org/drawingml/2006/main">
              <a:ext uri="{FF2B5EF4-FFF2-40B4-BE49-F238E27FC236}">
                <a16:creationId xmlns:a16="http://schemas.microsoft.com/office/drawing/2014/main" id="{C83E2504-63F2-4F13-9869-5295572034C7}"/>
              </a:ext>
            </a:extLst>
          </p:cNvPr>
          <p:cNvSpPr>
            <a:spLocks xmlns:a="http://schemas.openxmlformats.org/drawingml/2006/main" noGrp="1"/>
          </p:cNvSpPr>
          <p:nvPr/>
        </p:nvSpPr>
        <p:spPr>
          <a:xfrm xmlns:a="http://schemas.openxmlformats.org/drawingml/2006/main">
            <a:off x="2588003"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09" name="Editable chart path">
            <a:extLst xmlns:a="http://schemas.openxmlformats.org/drawingml/2006/main">
              <a:ext uri="{FF2B5EF4-FFF2-40B4-BE49-F238E27FC236}">
                <a16:creationId xmlns:a16="http://schemas.microsoft.com/office/drawing/2014/main" id="{9AEDF0C1-4651-4E67-9DBC-48C288905BD3}"/>
              </a:ext>
            </a:extLst>
          </p:cNvPr>
          <p:cNvSpPr>
            <a:spLocks xmlns:a="http://schemas.openxmlformats.org/drawingml/2006/main" noGrp="1"/>
          </p:cNvSpPr>
          <p:nvPr/>
        </p:nvSpPr>
        <p:spPr>
          <a:xfrm xmlns:a="http://schemas.openxmlformats.org/drawingml/2006/main">
            <a:off x="2659405"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0" name="Editable chart path">
            <a:extLst xmlns:a="http://schemas.openxmlformats.org/drawingml/2006/main">
              <a:ext uri="{FF2B5EF4-FFF2-40B4-BE49-F238E27FC236}">
                <a16:creationId xmlns:a16="http://schemas.microsoft.com/office/drawing/2014/main" id="{7DA2BAD5-93A2-4400-AFAC-7173185B3101}"/>
              </a:ext>
            </a:extLst>
          </p:cNvPr>
          <p:cNvSpPr>
            <a:spLocks xmlns:a="http://schemas.openxmlformats.org/drawingml/2006/main" noGrp="1"/>
          </p:cNvSpPr>
          <p:nvPr/>
        </p:nvSpPr>
        <p:spPr>
          <a:xfrm xmlns:a="http://schemas.openxmlformats.org/drawingml/2006/main">
            <a:off x="2730807"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1" name="Editable chart path">
            <a:extLst xmlns:a="http://schemas.openxmlformats.org/drawingml/2006/main">
              <a:ext uri="{FF2B5EF4-FFF2-40B4-BE49-F238E27FC236}">
                <a16:creationId xmlns:a16="http://schemas.microsoft.com/office/drawing/2014/main" id="{631AF4F3-EEED-4FCD-9219-B89B0BAB05DF}"/>
              </a:ext>
            </a:extLst>
          </p:cNvPr>
          <p:cNvSpPr>
            <a:spLocks xmlns:a="http://schemas.openxmlformats.org/drawingml/2006/main" noGrp="1"/>
          </p:cNvSpPr>
          <p:nvPr/>
        </p:nvSpPr>
        <p:spPr>
          <a:xfrm xmlns:a="http://schemas.openxmlformats.org/drawingml/2006/main">
            <a:off x="2802209"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2" name="Editable chart path">
            <a:extLst xmlns:a="http://schemas.openxmlformats.org/drawingml/2006/main">
              <a:ext uri="{FF2B5EF4-FFF2-40B4-BE49-F238E27FC236}">
                <a16:creationId xmlns:a16="http://schemas.microsoft.com/office/drawing/2014/main" id="{AE9E535A-E5A3-49A0-A44F-0B3B6A5365EC}"/>
              </a:ext>
            </a:extLst>
          </p:cNvPr>
          <p:cNvSpPr>
            <a:spLocks xmlns:a="http://schemas.openxmlformats.org/drawingml/2006/main" noGrp="1"/>
          </p:cNvSpPr>
          <p:nvPr/>
        </p:nvSpPr>
        <p:spPr>
          <a:xfrm xmlns:a="http://schemas.openxmlformats.org/drawingml/2006/main">
            <a:off x="287361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3" name="Editable chart path">
            <a:extLst xmlns:a="http://schemas.openxmlformats.org/drawingml/2006/main">
              <a:ext uri="{FF2B5EF4-FFF2-40B4-BE49-F238E27FC236}">
                <a16:creationId xmlns:a16="http://schemas.microsoft.com/office/drawing/2014/main" id="{DB17B94C-41CF-4EED-8941-F1138CAED02D}"/>
              </a:ext>
            </a:extLst>
          </p:cNvPr>
          <p:cNvSpPr>
            <a:spLocks xmlns:a="http://schemas.openxmlformats.org/drawingml/2006/main" noGrp="1"/>
          </p:cNvSpPr>
          <p:nvPr/>
        </p:nvSpPr>
        <p:spPr>
          <a:xfrm xmlns:a="http://schemas.openxmlformats.org/drawingml/2006/main">
            <a:off x="2945013"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4" name="Editable chart path">
            <a:extLst xmlns:a="http://schemas.openxmlformats.org/drawingml/2006/main">
              <a:ext uri="{FF2B5EF4-FFF2-40B4-BE49-F238E27FC236}">
                <a16:creationId xmlns:a16="http://schemas.microsoft.com/office/drawing/2014/main" id="{6915A63A-61D5-469D-B0F6-8D9BDAAA7008}"/>
              </a:ext>
            </a:extLst>
          </p:cNvPr>
          <p:cNvSpPr>
            <a:spLocks xmlns:a="http://schemas.openxmlformats.org/drawingml/2006/main" noGrp="1"/>
          </p:cNvSpPr>
          <p:nvPr/>
        </p:nvSpPr>
        <p:spPr>
          <a:xfrm xmlns:a="http://schemas.openxmlformats.org/drawingml/2006/main">
            <a:off x="3016415"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5" name="Editable chart path">
            <a:extLst xmlns:a="http://schemas.openxmlformats.org/drawingml/2006/main">
              <a:ext uri="{FF2B5EF4-FFF2-40B4-BE49-F238E27FC236}">
                <a16:creationId xmlns:a16="http://schemas.microsoft.com/office/drawing/2014/main" id="{90FC40E7-4A31-4F66-86E0-587FB58AB6F7}"/>
              </a:ext>
            </a:extLst>
          </p:cNvPr>
          <p:cNvSpPr>
            <a:spLocks xmlns:a="http://schemas.openxmlformats.org/drawingml/2006/main" noGrp="1"/>
          </p:cNvSpPr>
          <p:nvPr/>
        </p:nvSpPr>
        <p:spPr>
          <a:xfrm xmlns:a="http://schemas.openxmlformats.org/drawingml/2006/main">
            <a:off x="3087817"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6" name="Editable chart path">
            <a:extLst xmlns:a="http://schemas.openxmlformats.org/drawingml/2006/main">
              <a:ext uri="{FF2B5EF4-FFF2-40B4-BE49-F238E27FC236}">
                <a16:creationId xmlns:a16="http://schemas.microsoft.com/office/drawing/2014/main" id="{B57050FE-BEF7-4DDD-9B8E-06D4ACFA4A42}"/>
              </a:ext>
            </a:extLst>
          </p:cNvPr>
          <p:cNvSpPr>
            <a:spLocks xmlns:a="http://schemas.openxmlformats.org/drawingml/2006/main" noGrp="1"/>
          </p:cNvSpPr>
          <p:nvPr/>
        </p:nvSpPr>
        <p:spPr>
          <a:xfrm xmlns:a="http://schemas.openxmlformats.org/drawingml/2006/main">
            <a:off x="3159219"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7" name="Editable chart path">
            <a:extLst xmlns:a="http://schemas.openxmlformats.org/drawingml/2006/main">
              <a:ext uri="{FF2B5EF4-FFF2-40B4-BE49-F238E27FC236}">
                <a16:creationId xmlns:a16="http://schemas.microsoft.com/office/drawing/2014/main" id="{A306EC35-BA50-4CA6-A51E-EDB4CCF2F8B0}"/>
              </a:ext>
            </a:extLst>
          </p:cNvPr>
          <p:cNvSpPr>
            <a:spLocks xmlns:a="http://schemas.openxmlformats.org/drawingml/2006/main" noGrp="1"/>
          </p:cNvSpPr>
          <p:nvPr/>
        </p:nvSpPr>
        <p:spPr>
          <a:xfrm xmlns:a="http://schemas.openxmlformats.org/drawingml/2006/main">
            <a:off x="323062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8" name="Editable chart path">
            <a:extLst xmlns:a="http://schemas.openxmlformats.org/drawingml/2006/main">
              <a:ext uri="{FF2B5EF4-FFF2-40B4-BE49-F238E27FC236}">
                <a16:creationId xmlns:a16="http://schemas.microsoft.com/office/drawing/2014/main" id="{03617212-299B-492A-ADF9-5EF2A9A6D4AE}"/>
              </a:ext>
            </a:extLst>
          </p:cNvPr>
          <p:cNvSpPr>
            <a:spLocks xmlns:a="http://schemas.openxmlformats.org/drawingml/2006/main" noGrp="1"/>
          </p:cNvSpPr>
          <p:nvPr/>
        </p:nvSpPr>
        <p:spPr>
          <a:xfrm xmlns:a="http://schemas.openxmlformats.org/drawingml/2006/main">
            <a:off x="3302023"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19" name="Editable chart path">
            <a:extLst xmlns:a="http://schemas.openxmlformats.org/drawingml/2006/main">
              <a:ext uri="{FF2B5EF4-FFF2-40B4-BE49-F238E27FC236}">
                <a16:creationId xmlns:a16="http://schemas.microsoft.com/office/drawing/2014/main" id="{B98139E3-C17F-48FE-BCA3-C2AA5D4536D7}"/>
              </a:ext>
            </a:extLst>
          </p:cNvPr>
          <p:cNvSpPr>
            <a:spLocks xmlns:a="http://schemas.openxmlformats.org/drawingml/2006/main" noGrp="1"/>
          </p:cNvSpPr>
          <p:nvPr/>
        </p:nvSpPr>
        <p:spPr>
          <a:xfrm xmlns:a="http://schemas.openxmlformats.org/drawingml/2006/main">
            <a:off x="3373425"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0" name="Editable chart path">
            <a:extLst xmlns:a="http://schemas.openxmlformats.org/drawingml/2006/main">
              <a:ext uri="{FF2B5EF4-FFF2-40B4-BE49-F238E27FC236}">
                <a16:creationId xmlns:a16="http://schemas.microsoft.com/office/drawing/2014/main" id="{81481A86-BE77-47DC-886E-1E5242C4CD61}"/>
              </a:ext>
            </a:extLst>
          </p:cNvPr>
          <p:cNvSpPr>
            <a:spLocks xmlns:a="http://schemas.openxmlformats.org/drawingml/2006/main" noGrp="1"/>
          </p:cNvSpPr>
          <p:nvPr/>
        </p:nvSpPr>
        <p:spPr>
          <a:xfrm xmlns:a="http://schemas.openxmlformats.org/drawingml/2006/main">
            <a:off x="3444827"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1" name="Editable chart path">
            <a:extLst xmlns:a="http://schemas.openxmlformats.org/drawingml/2006/main">
              <a:ext uri="{FF2B5EF4-FFF2-40B4-BE49-F238E27FC236}">
                <a16:creationId xmlns:a16="http://schemas.microsoft.com/office/drawing/2014/main" id="{EAF78F19-2D99-4553-B908-65162DB11E95}"/>
              </a:ext>
            </a:extLst>
          </p:cNvPr>
          <p:cNvSpPr>
            <a:spLocks xmlns:a="http://schemas.openxmlformats.org/drawingml/2006/main" noGrp="1"/>
          </p:cNvSpPr>
          <p:nvPr/>
        </p:nvSpPr>
        <p:spPr>
          <a:xfrm xmlns:a="http://schemas.openxmlformats.org/drawingml/2006/main">
            <a:off x="3516229"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2" name="Editable chart path">
            <a:extLst xmlns:a="http://schemas.openxmlformats.org/drawingml/2006/main">
              <a:ext uri="{FF2B5EF4-FFF2-40B4-BE49-F238E27FC236}">
                <a16:creationId xmlns:a16="http://schemas.microsoft.com/office/drawing/2014/main" id="{692945D0-127D-4E81-B7E8-3698B44F091D}"/>
              </a:ext>
            </a:extLst>
          </p:cNvPr>
          <p:cNvSpPr>
            <a:spLocks xmlns:a="http://schemas.openxmlformats.org/drawingml/2006/main" noGrp="1"/>
          </p:cNvSpPr>
          <p:nvPr/>
        </p:nvSpPr>
        <p:spPr>
          <a:xfrm xmlns:a="http://schemas.openxmlformats.org/drawingml/2006/main">
            <a:off x="358763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3" name="Editable chart path">
            <a:extLst xmlns:a="http://schemas.openxmlformats.org/drawingml/2006/main">
              <a:ext uri="{FF2B5EF4-FFF2-40B4-BE49-F238E27FC236}">
                <a16:creationId xmlns:a16="http://schemas.microsoft.com/office/drawing/2014/main" id="{32CC8E78-F890-458B-AD29-6EA758481323}"/>
              </a:ext>
            </a:extLst>
          </p:cNvPr>
          <p:cNvSpPr>
            <a:spLocks xmlns:a="http://schemas.openxmlformats.org/drawingml/2006/main" noGrp="1"/>
          </p:cNvSpPr>
          <p:nvPr/>
        </p:nvSpPr>
        <p:spPr>
          <a:xfrm xmlns:a="http://schemas.openxmlformats.org/drawingml/2006/main">
            <a:off x="3659033"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4" name="Editable chart path">
            <a:extLst xmlns:a="http://schemas.openxmlformats.org/drawingml/2006/main">
              <a:ext uri="{FF2B5EF4-FFF2-40B4-BE49-F238E27FC236}">
                <a16:creationId xmlns:a16="http://schemas.microsoft.com/office/drawing/2014/main" id="{B5FEB104-D3B7-4FBD-83E1-6AAE72EA8A09}"/>
              </a:ext>
            </a:extLst>
          </p:cNvPr>
          <p:cNvSpPr>
            <a:spLocks xmlns:a="http://schemas.openxmlformats.org/drawingml/2006/main" noGrp="1"/>
          </p:cNvSpPr>
          <p:nvPr/>
        </p:nvSpPr>
        <p:spPr>
          <a:xfrm xmlns:a="http://schemas.openxmlformats.org/drawingml/2006/main">
            <a:off x="3730435"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5" name="Editable chart path">
            <a:extLst xmlns:a="http://schemas.openxmlformats.org/drawingml/2006/main">
              <a:ext uri="{FF2B5EF4-FFF2-40B4-BE49-F238E27FC236}">
                <a16:creationId xmlns:a16="http://schemas.microsoft.com/office/drawing/2014/main" id="{D8022014-821C-4775-8E5B-B5C6A1594194}"/>
              </a:ext>
            </a:extLst>
          </p:cNvPr>
          <p:cNvSpPr>
            <a:spLocks xmlns:a="http://schemas.openxmlformats.org/drawingml/2006/main" noGrp="1"/>
          </p:cNvSpPr>
          <p:nvPr/>
        </p:nvSpPr>
        <p:spPr>
          <a:xfrm xmlns:a="http://schemas.openxmlformats.org/drawingml/2006/main">
            <a:off x="380183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6" name="Editable chart path">
            <a:extLst xmlns:a="http://schemas.openxmlformats.org/drawingml/2006/main">
              <a:ext uri="{FF2B5EF4-FFF2-40B4-BE49-F238E27FC236}">
                <a16:creationId xmlns:a16="http://schemas.microsoft.com/office/drawing/2014/main" id="{321539A8-6634-4E09-BA87-CBADD1353452}"/>
              </a:ext>
            </a:extLst>
          </p:cNvPr>
          <p:cNvSpPr>
            <a:spLocks xmlns:a="http://schemas.openxmlformats.org/drawingml/2006/main" noGrp="1"/>
          </p:cNvSpPr>
          <p:nvPr/>
        </p:nvSpPr>
        <p:spPr>
          <a:xfrm xmlns:a="http://schemas.openxmlformats.org/drawingml/2006/main">
            <a:off x="3873238"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7" name="Editable chart path">
            <a:extLst xmlns:a="http://schemas.openxmlformats.org/drawingml/2006/main">
              <a:ext uri="{FF2B5EF4-FFF2-40B4-BE49-F238E27FC236}">
                <a16:creationId xmlns:a16="http://schemas.microsoft.com/office/drawing/2014/main" id="{1E1968F2-1A3D-4E6F-9F0A-E062806FF8BA}"/>
              </a:ext>
            </a:extLst>
          </p:cNvPr>
          <p:cNvSpPr>
            <a:spLocks xmlns:a="http://schemas.openxmlformats.org/drawingml/2006/main" noGrp="1"/>
          </p:cNvSpPr>
          <p:nvPr/>
        </p:nvSpPr>
        <p:spPr>
          <a:xfrm xmlns:a="http://schemas.openxmlformats.org/drawingml/2006/main">
            <a:off x="3944640"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8" name="Editable chart path">
            <a:extLst xmlns:a="http://schemas.openxmlformats.org/drawingml/2006/main">
              <a:ext uri="{FF2B5EF4-FFF2-40B4-BE49-F238E27FC236}">
                <a16:creationId xmlns:a16="http://schemas.microsoft.com/office/drawing/2014/main" id="{CA07F35E-BDFB-4954-ABD4-5B5D6B1A96ED}"/>
              </a:ext>
            </a:extLst>
          </p:cNvPr>
          <p:cNvSpPr>
            <a:spLocks xmlns:a="http://schemas.openxmlformats.org/drawingml/2006/main" noGrp="1"/>
          </p:cNvSpPr>
          <p:nvPr/>
        </p:nvSpPr>
        <p:spPr>
          <a:xfrm xmlns:a="http://schemas.openxmlformats.org/drawingml/2006/main">
            <a:off x="4016042"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29" name="Editable chart path">
            <a:extLst xmlns:a="http://schemas.openxmlformats.org/drawingml/2006/main">
              <a:ext uri="{FF2B5EF4-FFF2-40B4-BE49-F238E27FC236}">
                <a16:creationId xmlns:a16="http://schemas.microsoft.com/office/drawing/2014/main" id="{84C867B1-9575-4CC2-B0C8-E75613FBCF7C}"/>
              </a:ext>
            </a:extLst>
          </p:cNvPr>
          <p:cNvSpPr>
            <a:spLocks xmlns:a="http://schemas.openxmlformats.org/drawingml/2006/main" noGrp="1"/>
          </p:cNvSpPr>
          <p:nvPr/>
        </p:nvSpPr>
        <p:spPr>
          <a:xfrm xmlns:a="http://schemas.openxmlformats.org/drawingml/2006/main">
            <a:off x="4087444"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0" name="Editable chart path">
            <a:extLst xmlns:a="http://schemas.openxmlformats.org/drawingml/2006/main">
              <a:ext uri="{FF2B5EF4-FFF2-40B4-BE49-F238E27FC236}">
                <a16:creationId xmlns:a16="http://schemas.microsoft.com/office/drawing/2014/main" id="{B5580F08-D4D8-442B-9040-0BDCAC522F4C}"/>
              </a:ext>
            </a:extLst>
          </p:cNvPr>
          <p:cNvSpPr>
            <a:spLocks xmlns:a="http://schemas.openxmlformats.org/drawingml/2006/main" noGrp="1"/>
          </p:cNvSpPr>
          <p:nvPr/>
        </p:nvSpPr>
        <p:spPr>
          <a:xfrm xmlns:a="http://schemas.openxmlformats.org/drawingml/2006/main">
            <a:off x="415884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1" name="Editable chart path">
            <a:extLst xmlns:a="http://schemas.openxmlformats.org/drawingml/2006/main">
              <a:ext uri="{FF2B5EF4-FFF2-40B4-BE49-F238E27FC236}">
                <a16:creationId xmlns:a16="http://schemas.microsoft.com/office/drawing/2014/main" id="{361FF9C2-BF32-4B08-AE01-74089E4EE971}"/>
              </a:ext>
            </a:extLst>
          </p:cNvPr>
          <p:cNvSpPr>
            <a:spLocks xmlns:a="http://schemas.openxmlformats.org/drawingml/2006/main" noGrp="1"/>
          </p:cNvSpPr>
          <p:nvPr/>
        </p:nvSpPr>
        <p:spPr>
          <a:xfrm xmlns:a="http://schemas.openxmlformats.org/drawingml/2006/main">
            <a:off x="4230248"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2" name="Editable chart path">
            <a:extLst xmlns:a="http://schemas.openxmlformats.org/drawingml/2006/main">
              <a:ext uri="{FF2B5EF4-FFF2-40B4-BE49-F238E27FC236}">
                <a16:creationId xmlns:a16="http://schemas.microsoft.com/office/drawing/2014/main" id="{4D2F4DA8-FDC5-40CF-B46B-658DE5C9E9FE}"/>
              </a:ext>
            </a:extLst>
          </p:cNvPr>
          <p:cNvSpPr>
            <a:spLocks xmlns:a="http://schemas.openxmlformats.org/drawingml/2006/main" noGrp="1"/>
          </p:cNvSpPr>
          <p:nvPr/>
        </p:nvSpPr>
        <p:spPr>
          <a:xfrm xmlns:a="http://schemas.openxmlformats.org/drawingml/2006/main">
            <a:off x="4301650"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3" name="Editable chart path">
            <a:extLst xmlns:a="http://schemas.openxmlformats.org/drawingml/2006/main">
              <a:ext uri="{FF2B5EF4-FFF2-40B4-BE49-F238E27FC236}">
                <a16:creationId xmlns:a16="http://schemas.microsoft.com/office/drawing/2014/main" id="{6F2AF6D5-85F5-42AC-8604-E0E623D6BC65}"/>
              </a:ext>
            </a:extLst>
          </p:cNvPr>
          <p:cNvSpPr>
            <a:spLocks xmlns:a="http://schemas.openxmlformats.org/drawingml/2006/main" noGrp="1"/>
          </p:cNvSpPr>
          <p:nvPr/>
        </p:nvSpPr>
        <p:spPr>
          <a:xfrm xmlns:a="http://schemas.openxmlformats.org/drawingml/2006/main">
            <a:off x="4373052"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4" name="Editable chart path">
            <a:extLst xmlns:a="http://schemas.openxmlformats.org/drawingml/2006/main">
              <a:ext uri="{FF2B5EF4-FFF2-40B4-BE49-F238E27FC236}">
                <a16:creationId xmlns:a16="http://schemas.microsoft.com/office/drawing/2014/main" id="{4E4A4564-7E47-4CF6-B1FB-1091452EEA7C}"/>
              </a:ext>
            </a:extLst>
          </p:cNvPr>
          <p:cNvSpPr>
            <a:spLocks xmlns:a="http://schemas.openxmlformats.org/drawingml/2006/main" noGrp="1"/>
          </p:cNvSpPr>
          <p:nvPr/>
        </p:nvSpPr>
        <p:spPr>
          <a:xfrm xmlns:a="http://schemas.openxmlformats.org/drawingml/2006/main">
            <a:off x="4444454"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5" name="Editable chart path">
            <a:extLst xmlns:a="http://schemas.openxmlformats.org/drawingml/2006/main">
              <a:ext uri="{FF2B5EF4-FFF2-40B4-BE49-F238E27FC236}">
                <a16:creationId xmlns:a16="http://schemas.microsoft.com/office/drawing/2014/main" id="{054F11D8-27F6-470A-AC01-213914318543}"/>
              </a:ext>
            </a:extLst>
          </p:cNvPr>
          <p:cNvSpPr>
            <a:spLocks xmlns:a="http://schemas.openxmlformats.org/drawingml/2006/main" noGrp="1"/>
          </p:cNvSpPr>
          <p:nvPr/>
        </p:nvSpPr>
        <p:spPr>
          <a:xfrm xmlns:a="http://schemas.openxmlformats.org/drawingml/2006/main">
            <a:off x="451585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6" name="Editable chart path">
            <a:extLst xmlns:a="http://schemas.openxmlformats.org/drawingml/2006/main">
              <a:ext uri="{FF2B5EF4-FFF2-40B4-BE49-F238E27FC236}">
                <a16:creationId xmlns:a16="http://schemas.microsoft.com/office/drawing/2014/main" id="{70E2BBEA-A5B3-438F-A080-17D835C0B082}"/>
              </a:ext>
            </a:extLst>
          </p:cNvPr>
          <p:cNvSpPr>
            <a:spLocks xmlns:a="http://schemas.openxmlformats.org/drawingml/2006/main" noGrp="1"/>
          </p:cNvSpPr>
          <p:nvPr/>
        </p:nvSpPr>
        <p:spPr>
          <a:xfrm xmlns:a="http://schemas.openxmlformats.org/drawingml/2006/main">
            <a:off x="4587258"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7" name="Editable chart path">
            <a:extLst xmlns:a="http://schemas.openxmlformats.org/drawingml/2006/main">
              <a:ext uri="{FF2B5EF4-FFF2-40B4-BE49-F238E27FC236}">
                <a16:creationId xmlns:a16="http://schemas.microsoft.com/office/drawing/2014/main" id="{DB19FBD0-5445-4B68-890D-43C38B825D88}"/>
              </a:ext>
            </a:extLst>
          </p:cNvPr>
          <p:cNvSpPr>
            <a:spLocks xmlns:a="http://schemas.openxmlformats.org/drawingml/2006/main" noGrp="1"/>
          </p:cNvSpPr>
          <p:nvPr/>
        </p:nvSpPr>
        <p:spPr>
          <a:xfrm xmlns:a="http://schemas.openxmlformats.org/drawingml/2006/main">
            <a:off x="4658660"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8" name="Editable chart path">
            <a:extLst xmlns:a="http://schemas.openxmlformats.org/drawingml/2006/main">
              <a:ext uri="{FF2B5EF4-FFF2-40B4-BE49-F238E27FC236}">
                <a16:creationId xmlns:a16="http://schemas.microsoft.com/office/drawing/2014/main" id="{6FD0F149-69BA-473D-BA73-278489DBA89D}"/>
              </a:ext>
            </a:extLst>
          </p:cNvPr>
          <p:cNvSpPr>
            <a:spLocks xmlns:a="http://schemas.openxmlformats.org/drawingml/2006/main" noGrp="1"/>
          </p:cNvSpPr>
          <p:nvPr/>
        </p:nvSpPr>
        <p:spPr>
          <a:xfrm xmlns:a="http://schemas.openxmlformats.org/drawingml/2006/main">
            <a:off x="4730062"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39" name="Editable chart path">
            <a:extLst xmlns:a="http://schemas.openxmlformats.org/drawingml/2006/main">
              <a:ext uri="{FF2B5EF4-FFF2-40B4-BE49-F238E27FC236}">
                <a16:creationId xmlns:a16="http://schemas.microsoft.com/office/drawing/2014/main" id="{352297A3-F994-4E65-A97B-455D7164EAB7}"/>
              </a:ext>
            </a:extLst>
          </p:cNvPr>
          <p:cNvSpPr>
            <a:spLocks xmlns:a="http://schemas.openxmlformats.org/drawingml/2006/main" noGrp="1"/>
          </p:cNvSpPr>
          <p:nvPr/>
        </p:nvSpPr>
        <p:spPr>
          <a:xfrm xmlns:a="http://schemas.openxmlformats.org/drawingml/2006/main">
            <a:off x="4801464"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0" name="Editable chart path">
            <a:extLst xmlns:a="http://schemas.openxmlformats.org/drawingml/2006/main">
              <a:ext uri="{FF2B5EF4-FFF2-40B4-BE49-F238E27FC236}">
                <a16:creationId xmlns:a16="http://schemas.microsoft.com/office/drawing/2014/main" id="{032BBDD2-FA7A-44E6-BF4E-71BAA98744B3}"/>
              </a:ext>
            </a:extLst>
          </p:cNvPr>
          <p:cNvSpPr>
            <a:spLocks xmlns:a="http://schemas.openxmlformats.org/drawingml/2006/main" noGrp="1"/>
          </p:cNvSpPr>
          <p:nvPr/>
        </p:nvSpPr>
        <p:spPr>
          <a:xfrm xmlns:a="http://schemas.openxmlformats.org/drawingml/2006/main">
            <a:off x="5087072"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1" name="Editable chart path">
            <a:extLst xmlns:a="http://schemas.openxmlformats.org/drawingml/2006/main">
              <a:ext uri="{FF2B5EF4-FFF2-40B4-BE49-F238E27FC236}">
                <a16:creationId xmlns:a16="http://schemas.microsoft.com/office/drawing/2014/main" id="{36F22593-02C3-41FB-952F-AC969B23F72D}"/>
              </a:ext>
            </a:extLst>
          </p:cNvPr>
          <p:cNvSpPr>
            <a:spLocks xmlns:a="http://schemas.openxmlformats.org/drawingml/2006/main" noGrp="1"/>
          </p:cNvSpPr>
          <p:nvPr/>
        </p:nvSpPr>
        <p:spPr>
          <a:xfrm xmlns:a="http://schemas.openxmlformats.org/drawingml/2006/main">
            <a:off x="5158474"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2" name="Editable chart path">
            <a:extLst xmlns:a="http://schemas.openxmlformats.org/drawingml/2006/main">
              <a:ext uri="{FF2B5EF4-FFF2-40B4-BE49-F238E27FC236}">
                <a16:creationId xmlns:a16="http://schemas.microsoft.com/office/drawing/2014/main" id="{83346A48-1374-4C40-86ED-D9462F019974}"/>
              </a:ext>
            </a:extLst>
          </p:cNvPr>
          <p:cNvSpPr>
            <a:spLocks xmlns:a="http://schemas.openxmlformats.org/drawingml/2006/main" noGrp="1"/>
          </p:cNvSpPr>
          <p:nvPr/>
        </p:nvSpPr>
        <p:spPr>
          <a:xfrm xmlns:a="http://schemas.openxmlformats.org/drawingml/2006/main">
            <a:off x="522987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3" name="Editable chart path">
            <a:extLst xmlns:a="http://schemas.openxmlformats.org/drawingml/2006/main">
              <a:ext uri="{FF2B5EF4-FFF2-40B4-BE49-F238E27FC236}">
                <a16:creationId xmlns:a16="http://schemas.microsoft.com/office/drawing/2014/main" id="{DB4C0544-2B5E-44FF-8E48-7F93DB0D4D84}"/>
              </a:ext>
            </a:extLst>
          </p:cNvPr>
          <p:cNvSpPr>
            <a:spLocks xmlns:a="http://schemas.openxmlformats.org/drawingml/2006/main" noGrp="1"/>
          </p:cNvSpPr>
          <p:nvPr/>
        </p:nvSpPr>
        <p:spPr>
          <a:xfrm xmlns:a="http://schemas.openxmlformats.org/drawingml/2006/main">
            <a:off x="5301278"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4" name="Editable chart path">
            <a:extLst xmlns:a="http://schemas.openxmlformats.org/drawingml/2006/main">
              <a:ext uri="{FF2B5EF4-FFF2-40B4-BE49-F238E27FC236}">
                <a16:creationId xmlns:a16="http://schemas.microsoft.com/office/drawing/2014/main" id="{B20D7075-8173-4700-9786-D35BFAF4124A}"/>
              </a:ext>
            </a:extLst>
          </p:cNvPr>
          <p:cNvSpPr>
            <a:spLocks xmlns:a="http://schemas.openxmlformats.org/drawingml/2006/main" noGrp="1"/>
          </p:cNvSpPr>
          <p:nvPr/>
        </p:nvSpPr>
        <p:spPr>
          <a:xfrm xmlns:a="http://schemas.openxmlformats.org/drawingml/2006/main">
            <a:off x="5372680"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5" name="Editable chart path">
            <a:extLst xmlns:a="http://schemas.openxmlformats.org/drawingml/2006/main">
              <a:ext uri="{FF2B5EF4-FFF2-40B4-BE49-F238E27FC236}">
                <a16:creationId xmlns:a16="http://schemas.microsoft.com/office/drawing/2014/main" id="{63C52233-AD28-4E1B-B8FF-C8A0ECFD8841}"/>
              </a:ext>
            </a:extLst>
          </p:cNvPr>
          <p:cNvSpPr>
            <a:spLocks xmlns:a="http://schemas.openxmlformats.org/drawingml/2006/main" noGrp="1"/>
          </p:cNvSpPr>
          <p:nvPr/>
        </p:nvSpPr>
        <p:spPr>
          <a:xfrm xmlns:a="http://schemas.openxmlformats.org/drawingml/2006/main">
            <a:off x="5444082"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6" name="Editable chart path">
            <a:extLst xmlns:a="http://schemas.openxmlformats.org/drawingml/2006/main">
              <a:ext uri="{FF2B5EF4-FFF2-40B4-BE49-F238E27FC236}">
                <a16:creationId xmlns:a16="http://schemas.microsoft.com/office/drawing/2014/main" id="{F0DF2ECF-37BB-4B37-8A98-9E12AA83723A}"/>
              </a:ext>
            </a:extLst>
          </p:cNvPr>
          <p:cNvSpPr>
            <a:spLocks xmlns:a="http://schemas.openxmlformats.org/drawingml/2006/main" noGrp="1"/>
          </p:cNvSpPr>
          <p:nvPr/>
        </p:nvSpPr>
        <p:spPr>
          <a:xfrm xmlns:a="http://schemas.openxmlformats.org/drawingml/2006/main">
            <a:off x="2159591"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7" name="Editable chart path">
            <a:extLst xmlns:a="http://schemas.openxmlformats.org/drawingml/2006/main">
              <a:ext uri="{FF2B5EF4-FFF2-40B4-BE49-F238E27FC236}">
                <a16:creationId xmlns:a16="http://schemas.microsoft.com/office/drawing/2014/main" id="{4A9B0C39-F56D-48B2-9F0E-E0FF97DBF61D}"/>
              </a:ext>
            </a:extLst>
          </p:cNvPr>
          <p:cNvSpPr>
            <a:spLocks xmlns:a="http://schemas.openxmlformats.org/drawingml/2006/main" noGrp="1"/>
          </p:cNvSpPr>
          <p:nvPr/>
        </p:nvSpPr>
        <p:spPr>
          <a:xfrm xmlns:a="http://schemas.openxmlformats.org/drawingml/2006/main">
            <a:off x="2230993"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8" name="Editable chart path">
            <a:extLst xmlns:a="http://schemas.openxmlformats.org/drawingml/2006/main">
              <a:ext uri="{FF2B5EF4-FFF2-40B4-BE49-F238E27FC236}">
                <a16:creationId xmlns:a16="http://schemas.microsoft.com/office/drawing/2014/main" id="{0B0CD21E-5EDB-4F46-A3E8-6EBDC30DDF7D}"/>
              </a:ext>
            </a:extLst>
          </p:cNvPr>
          <p:cNvSpPr>
            <a:spLocks xmlns:a="http://schemas.openxmlformats.org/drawingml/2006/main" noGrp="1"/>
          </p:cNvSpPr>
          <p:nvPr/>
        </p:nvSpPr>
        <p:spPr>
          <a:xfrm xmlns:a="http://schemas.openxmlformats.org/drawingml/2006/main">
            <a:off x="230239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49" name="Editable chart path">
            <a:extLst xmlns:a="http://schemas.openxmlformats.org/drawingml/2006/main">
              <a:ext uri="{FF2B5EF4-FFF2-40B4-BE49-F238E27FC236}">
                <a16:creationId xmlns:a16="http://schemas.microsoft.com/office/drawing/2014/main" id="{22241572-38A5-435D-97BB-7CB65C5E0394}"/>
              </a:ext>
            </a:extLst>
          </p:cNvPr>
          <p:cNvSpPr>
            <a:spLocks xmlns:a="http://schemas.openxmlformats.org/drawingml/2006/main" noGrp="1"/>
          </p:cNvSpPr>
          <p:nvPr/>
        </p:nvSpPr>
        <p:spPr>
          <a:xfrm xmlns:a="http://schemas.openxmlformats.org/drawingml/2006/main">
            <a:off x="2373797"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0" name="Editable chart path">
            <a:extLst xmlns:a="http://schemas.openxmlformats.org/drawingml/2006/main">
              <a:ext uri="{FF2B5EF4-FFF2-40B4-BE49-F238E27FC236}">
                <a16:creationId xmlns:a16="http://schemas.microsoft.com/office/drawing/2014/main" id="{222F866E-9467-41BF-AD9C-7C434A249A3C}"/>
              </a:ext>
            </a:extLst>
          </p:cNvPr>
          <p:cNvSpPr>
            <a:spLocks xmlns:a="http://schemas.openxmlformats.org/drawingml/2006/main" noGrp="1"/>
          </p:cNvSpPr>
          <p:nvPr/>
        </p:nvSpPr>
        <p:spPr>
          <a:xfrm xmlns:a="http://schemas.openxmlformats.org/drawingml/2006/main">
            <a:off x="2445199"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1" name="Editable chart path">
            <a:extLst xmlns:a="http://schemas.openxmlformats.org/drawingml/2006/main">
              <a:ext uri="{FF2B5EF4-FFF2-40B4-BE49-F238E27FC236}">
                <a16:creationId xmlns:a16="http://schemas.microsoft.com/office/drawing/2014/main" id="{3CE647B1-1D77-4F44-BCB4-EB003AEF1DCF}"/>
              </a:ext>
            </a:extLst>
          </p:cNvPr>
          <p:cNvSpPr>
            <a:spLocks xmlns:a="http://schemas.openxmlformats.org/drawingml/2006/main" noGrp="1"/>
          </p:cNvSpPr>
          <p:nvPr/>
        </p:nvSpPr>
        <p:spPr>
          <a:xfrm xmlns:a="http://schemas.openxmlformats.org/drawingml/2006/main">
            <a:off x="2516601"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2" name="Editable chart path">
            <a:extLst xmlns:a="http://schemas.openxmlformats.org/drawingml/2006/main">
              <a:ext uri="{FF2B5EF4-FFF2-40B4-BE49-F238E27FC236}">
                <a16:creationId xmlns:a16="http://schemas.microsoft.com/office/drawing/2014/main" id="{89159D32-5586-4BD9-8B62-35A8C666E7B2}"/>
              </a:ext>
            </a:extLst>
          </p:cNvPr>
          <p:cNvSpPr>
            <a:spLocks xmlns:a="http://schemas.openxmlformats.org/drawingml/2006/main" noGrp="1"/>
          </p:cNvSpPr>
          <p:nvPr/>
        </p:nvSpPr>
        <p:spPr>
          <a:xfrm xmlns:a="http://schemas.openxmlformats.org/drawingml/2006/main">
            <a:off x="2588003"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3" name="Editable chart path">
            <a:extLst xmlns:a="http://schemas.openxmlformats.org/drawingml/2006/main">
              <a:ext uri="{FF2B5EF4-FFF2-40B4-BE49-F238E27FC236}">
                <a16:creationId xmlns:a16="http://schemas.microsoft.com/office/drawing/2014/main" id="{77C6C382-AC22-47B0-8528-EE0F42BBE3FC}"/>
              </a:ext>
            </a:extLst>
          </p:cNvPr>
          <p:cNvSpPr>
            <a:spLocks xmlns:a="http://schemas.openxmlformats.org/drawingml/2006/main" noGrp="1"/>
          </p:cNvSpPr>
          <p:nvPr/>
        </p:nvSpPr>
        <p:spPr>
          <a:xfrm xmlns:a="http://schemas.openxmlformats.org/drawingml/2006/main">
            <a:off x="265940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4" name="Editable chart path">
            <a:extLst xmlns:a="http://schemas.openxmlformats.org/drawingml/2006/main">
              <a:ext uri="{FF2B5EF4-FFF2-40B4-BE49-F238E27FC236}">
                <a16:creationId xmlns:a16="http://schemas.microsoft.com/office/drawing/2014/main" id="{363228EF-CF97-4050-B3ED-4C88AA6AF6A7}"/>
              </a:ext>
            </a:extLst>
          </p:cNvPr>
          <p:cNvSpPr>
            <a:spLocks xmlns:a="http://schemas.openxmlformats.org/drawingml/2006/main" noGrp="1"/>
          </p:cNvSpPr>
          <p:nvPr/>
        </p:nvSpPr>
        <p:spPr>
          <a:xfrm xmlns:a="http://schemas.openxmlformats.org/drawingml/2006/main">
            <a:off x="2730807"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5" name="Editable chart path">
            <a:extLst xmlns:a="http://schemas.openxmlformats.org/drawingml/2006/main">
              <a:ext uri="{FF2B5EF4-FFF2-40B4-BE49-F238E27FC236}">
                <a16:creationId xmlns:a16="http://schemas.microsoft.com/office/drawing/2014/main" id="{FAA01720-F470-4C35-8C22-249813B16E92}"/>
              </a:ext>
            </a:extLst>
          </p:cNvPr>
          <p:cNvSpPr>
            <a:spLocks xmlns:a="http://schemas.openxmlformats.org/drawingml/2006/main" noGrp="1"/>
          </p:cNvSpPr>
          <p:nvPr/>
        </p:nvSpPr>
        <p:spPr>
          <a:xfrm xmlns:a="http://schemas.openxmlformats.org/drawingml/2006/main">
            <a:off x="2802209"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6" name="Editable chart path">
            <a:extLst xmlns:a="http://schemas.openxmlformats.org/drawingml/2006/main">
              <a:ext uri="{FF2B5EF4-FFF2-40B4-BE49-F238E27FC236}">
                <a16:creationId xmlns:a16="http://schemas.microsoft.com/office/drawing/2014/main" id="{00A46A9E-B206-4E44-957A-903ADD2F84EC}"/>
              </a:ext>
            </a:extLst>
          </p:cNvPr>
          <p:cNvSpPr>
            <a:spLocks xmlns:a="http://schemas.openxmlformats.org/drawingml/2006/main" noGrp="1"/>
          </p:cNvSpPr>
          <p:nvPr/>
        </p:nvSpPr>
        <p:spPr>
          <a:xfrm xmlns:a="http://schemas.openxmlformats.org/drawingml/2006/main">
            <a:off x="2873611"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7" name="Editable chart path">
            <a:extLst xmlns:a="http://schemas.openxmlformats.org/drawingml/2006/main">
              <a:ext uri="{FF2B5EF4-FFF2-40B4-BE49-F238E27FC236}">
                <a16:creationId xmlns:a16="http://schemas.microsoft.com/office/drawing/2014/main" id="{1992F995-F0DF-477E-847B-D937421377BC}"/>
              </a:ext>
            </a:extLst>
          </p:cNvPr>
          <p:cNvSpPr>
            <a:spLocks xmlns:a="http://schemas.openxmlformats.org/drawingml/2006/main" noGrp="1"/>
          </p:cNvSpPr>
          <p:nvPr/>
        </p:nvSpPr>
        <p:spPr>
          <a:xfrm xmlns:a="http://schemas.openxmlformats.org/drawingml/2006/main">
            <a:off x="2945013"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8" name="Editable chart path">
            <a:extLst xmlns:a="http://schemas.openxmlformats.org/drawingml/2006/main">
              <a:ext uri="{FF2B5EF4-FFF2-40B4-BE49-F238E27FC236}">
                <a16:creationId xmlns:a16="http://schemas.microsoft.com/office/drawing/2014/main" id="{F5F4A500-A332-4BA5-A002-5BA9BDFF4CAC}"/>
              </a:ext>
            </a:extLst>
          </p:cNvPr>
          <p:cNvSpPr>
            <a:spLocks xmlns:a="http://schemas.openxmlformats.org/drawingml/2006/main" noGrp="1"/>
          </p:cNvSpPr>
          <p:nvPr/>
        </p:nvSpPr>
        <p:spPr>
          <a:xfrm xmlns:a="http://schemas.openxmlformats.org/drawingml/2006/main">
            <a:off x="301641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59" name="Editable chart path">
            <a:extLst xmlns:a="http://schemas.openxmlformats.org/drawingml/2006/main">
              <a:ext uri="{FF2B5EF4-FFF2-40B4-BE49-F238E27FC236}">
                <a16:creationId xmlns:a16="http://schemas.microsoft.com/office/drawing/2014/main" id="{944E73A2-6DBC-4B8E-AD37-D4BE9F48BF6A}"/>
              </a:ext>
            </a:extLst>
          </p:cNvPr>
          <p:cNvSpPr>
            <a:spLocks xmlns:a="http://schemas.openxmlformats.org/drawingml/2006/main" noGrp="1"/>
          </p:cNvSpPr>
          <p:nvPr/>
        </p:nvSpPr>
        <p:spPr>
          <a:xfrm xmlns:a="http://schemas.openxmlformats.org/drawingml/2006/main">
            <a:off x="3087817"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0" name="Editable chart path">
            <a:extLst xmlns:a="http://schemas.openxmlformats.org/drawingml/2006/main">
              <a:ext uri="{FF2B5EF4-FFF2-40B4-BE49-F238E27FC236}">
                <a16:creationId xmlns:a16="http://schemas.microsoft.com/office/drawing/2014/main" id="{A00A9000-E0DC-4E22-A830-448780B72618}"/>
              </a:ext>
            </a:extLst>
          </p:cNvPr>
          <p:cNvSpPr>
            <a:spLocks xmlns:a="http://schemas.openxmlformats.org/drawingml/2006/main" noGrp="1"/>
          </p:cNvSpPr>
          <p:nvPr/>
        </p:nvSpPr>
        <p:spPr>
          <a:xfrm xmlns:a="http://schemas.openxmlformats.org/drawingml/2006/main">
            <a:off x="3159219"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1" name="Editable chart path">
            <a:extLst xmlns:a="http://schemas.openxmlformats.org/drawingml/2006/main">
              <a:ext uri="{FF2B5EF4-FFF2-40B4-BE49-F238E27FC236}">
                <a16:creationId xmlns:a16="http://schemas.microsoft.com/office/drawing/2014/main" id="{11064FF5-F4B9-4352-9237-562EEE5284C9}"/>
              </a:ext>
            </a:extLst>
          </p:cNvPr>
          <p:cNvSpPr>
            <a:spLocks xmlns:a="http://schemas.openxmlformats.org/drawingml/2006/main" noGrp="1"/>
          </p:cNvSpPr>
          <p:nvPr/>
        </p:nvSpPr>
        <p:spPr>
          <a:xfrm xmlns:a="http://schemas.openxmlformats.org/drawingml/2006/main">
            <a:off x="3230621"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2" name="Editable chart path">
            <a:extLst xmlns:a="http://schemas.openxmlformats.org/drawingml/2006/main">
              <a:ext uri="{FF2B5EF4-FFF2-40B4-BE49-F238E27FC236}">
                <a16:creationId xmlns:a16="http://schemas.microsoft.com/office/drawing/2014/main" id="{B7846A23-5DDF-41DB-8B94-8789396D15F4}"/>
              </a:ext>
            </a:extLst>
          </p:cNvPr>
          <p:cNvSpPr>
            <a:spLocks xmlns:a="http://schemas.openxmlformats.org/drawingml/2006/main" noGrp="1"/>
          </p:cNvSpPr>
          <p:nvPr/>
        </p:nvSpPr>
        <p:spPr>
          <a:xfrm xmlns:a="http://schemas.openxmlformats.org/drawingml/2006/main">
            <a:off x="3302023"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3" name="Editable chart path">
            <a:extLst xmlns:a="http://schemas.openxmlformats.org/drawingml/2006/main">
              <a:ext uri="{FF2B5EF4-FFF2-40B4-BE49-F238E27FC236}">
                <a16:creationId xmlns:a16="http://schemas.microsoft.com/office/drawing/2014/main" id="{1923D77C-6B79-4680-BA78-5637E84F44BD}"/>
              </a:ext>
            </a:extLst>
          </p:cNvPr>
          <p:cNvSpPr>
            <a:spLocks xmlns:a="http://schemas.openxmlformats.org/drawingml/2006/main" noGrp="1"/>
          </p:cNvSpPr>
          <p:nvPr/>
        </p:nvSpPr>
        <p:spPr>
          <a:xfrm xmlns:a="http://schemas.openxmlformats.org/drawingml/2006/main">
            <a:off x="337342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4" name="Editable chart path">
            <a:extLst xmlns:a="http://schemas.openxmlformats.org/drawingml/2006/main">
              <a:ext uri="{FF2B5EF4-FFF2-40B4-BE49-F238E27FC236}">
                <a16:creationId xmlns:a16="http://schemas.microsoft.com/office/drawing/2014/main" id="{13667DCB-110F-4C08-B95E-2FC109CFA15B}"/>
              </a:ext>
            </a:extLst>
          </p:cNvPr>
          <p:cNvSpPr>
            <a:spLocks xmlns:a="http://schemas.openxmlformats.org/drawingml/2006/main" noGrp="1"/>
          </p:cNvSpPr>
          <p:nvPr/>
        </p:nvSpPr>
        <p:spPr>
          <a:xfrm xmlns:a="http://schemas.openxmlformats.org/drawingml/2006/main">
            <a:off x="3444827"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5" name="Editable chart path">
            <a:extLst xmlns:a="http://schemas.openxmlformats.org/drawingml/2006/main">
              <a:ext uri="{FF2B5EF4-FFF2-40B4-BE49-F238E27FC236}">
                <a16:creationId xmlns:a16="http://schemas.microsoft.com/office/drawing/2014/main" id="{89649CDC-E10F-4C1B-9BF9-A50E2D943076}"/>
              </a:ext>
            </a:extLst>
          </p:cNvPr>
          <p:cNvSpPr>
            <a:spLocks xmlns:a="http://schemas.openxmlformats.org/drawingml/2006/main" noGrp="1"/>
          </p:cNvSpPr>
          <p:nvPr/>
        </p:nvSpPr>
        <p:spPr>
          <a:xfrm xmlns:a="http://schemas.openxmlformats.org/drawingml/2006/main">
            <a:off x="3516229"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6" name="Editable chart path">
            <a:extLst xmlns:a="http://schemas.openxmlformats.org/drawingml/2006/main">
              <a:ext uri="{FF2B5EF4-FFF2-40B4-BE49-F238E27FC236}">
                <a16:creationId xmlns:a16="http://schemas.microsoft.com/office/drawing/2014/main" id="{11918924-92DD-4C42-80A3-8EDB7475C4FF}"/>
              </a:ext>
            </a:extLst>
          </p:cNvPr>
          <p:cNvSpPr>
            <a:spLocks xmlns:a="http://schemas.openxmlformats.org/drawingml/2006/main" noGrp="1"/>
          </p:cNvSpPr>
          <p:nvPr/>
        </p:nvSpPr>
        <p:spPr>
          <a:xfrm xmlns:a="http://schemas.openxmlformats.org/drawingml/2006/main">
            <a:off x="3587631"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7" name="Editable chart path">
            <a:extLst xmlns:a="http://schemas.openxmlformats.org/drawingml/2006/main">
              <a:ext uri="{FF2B5EF4-FFF2-40B4-BE49-F238E27FC236}">
                <a16:creationId xmlns:a16="http://schemas.microsoft.com/office/drawing/2014/main" id="{6569E74D-C0FF-400F-AE6C-773F3A9006E1}"/>
              </a:ext>
            </a:extLst>
          </p:cNvPr>
          <p:cNvSpPr>
            <a:spLocks xmlns:a="http://schemas.openxmlformats.org/drawingml/2006/main" noGrp="1"/>
          </p:cNvSpPr>
          <p:nvPr/>
        </p:nvSpPr>
        <p:spPr>
          <a:xfrm xmlns:a="http://schemas.openxmlformats.org/drawingml/2006/main">
            <a:off x="3659033"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8" name="Editable chart path">
            <a:extLst xmlns:a="http://schemas.openxmlformats.org/drawingml/2006/main">
              <a:ext uri="{FF2B5EF4-FFF2-40B4-BE49-F238E27FC236}">
                <a16:creationId xmlns:a16="http://schemas.microsoft.com/office/drawing/2014/main" id="{063E1ADA-5EDE-43FB-8DA0-F27A906442ED}"/>
              </a:ext>
            </a:extLst>
          </p:cNvPr>
          <p:cNvSpPr>
            <a:spLocks xmlns:a="http://schemas.openxmlformats.org/drawingml/2006/main" noGrp="1"/>
          </p:cNvSpPr>
          <p:nvPr/>
        </p:nvSpPr>
        <p:spPr>
          <a:xfrm xmlns:a="http://schemas.openxmlformats.org/drawingml/2006/main">
            <a:off x="373043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69" name="Editable chart path">
            <a:extLst xmlns:a="http://schemas.openxmlformats.org/drawingml/2006/main">
              <a:ext uri="{FF2B5EF4-FFF2-40B4-BE49-F238E27FC236}">
                <a16:creationId xmlns:a16="http://schemas.microsoft.com/office/drawing/2014/main" id="{E1161882-15A6-4544-B5CA-0CB4A3380749}"/>
              </a:ext>
            </a:extLst>
          </p:cNvPr>
          <p:cNvSpPr>
            <a:spLocks xmlns:a="http://schemas.openxmlformats.org/drawingml/2006/main" noGrp="1"/>
          </p:cNvSpPr>
          <p:nvPr/>
        </p:nvSpPr>
        <p:spPr>
          <a:xfrm xmlns:a="http://schemas.openxmlformats.org/drawingml/2006/main">
            <a:off x="3801836"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0" name="Editable chart path">
            <a:extLst xmlns:a="http://schemas.openxmlformats.org/drawingml/2006/main">
              <a:ext uri="{FF2B5EF4-FFF2-40B4-BE49-F238E27FC236}">
                <a16:creationId xmlns:a16="http://schemas.microsoft.com/office/drawing/2014/main" id="{A75D7533-5FCF-4352-B2D5-22D239D8BF22}"/>
              </a:ext>
            </a:extLst>
          </p:cNvPr>
          <p:cNvSpPr>
            <a:spLocks xmlns:a="http://schemas.openxmlformats.org/drawingml/2006/main" noGrp="1"/>
          </p:cNvSpPr>
          <p:nvPr/>
        </p:nvSpPr>
        <p:spPr>
          <a:xfrm xmlns:a="http://schemas.openxmlformats.org/drawingml/2006/main">
            <a:off x="3873238"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1" name="Editable chart path">
            <a:extLst xmlns:a="http://schemas.openxmlformats.org/drawingml/2006/main">
              <a:ext uri="{FF2B5EF4-FFF2-40B4-BE49-F238E27FC236}">
                <a16:creationId xmlns:a16="http://schemas.microsoft.com/office/drawing/2014/main" id="{B1906859-0379-40BC-BCA2-0822E5E1EF03}"/>
              </a:ext>
            </a:extLst>
          </p:cNvPr>
          <p:cNvSpPr>
            <a:spLocks xmlns:a="http://schemas.openxmlformats.org/drawingml/2006/main" noGrp="1"/>
          </p:cNvSpPr>
          <p:nvPr/>
        </p:nvSpPr>
        <p:spPr>
          <a:xfrm xmlns:a="http://schemas.openxmlformats.org/drawingml/2006/main">
            <a:off x="394464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2" name="Editable chart path">
            <a:extLst xmlns:a="http://schemas.openxmlformats.org/drawingml/2006/main">
              <a:ext uri="{FF2B5EF4-FFF2-40B4-BE49-F238E27FC236}">
                <a16:creationId xmlns:a16="http://schemas.microsoft.com/office/drawing/2014/main" id="{6282DCD5-2A16-4B09-809C-DF182B672E04}"/>
              </a:ext>
            </a:extLst>
          </p:cNvPr>
          <p:cNvSpPr>
            <a:spLocks xmlns:a="http://schemas.openxmlformats.org/drawingml/2006/main" noGrp="1"/>
          </p:cNvSpPr>
          <p:nvPr/>
        </p:nvSpPr>
        <p:spPr>
          <a:xfrm xmlns:a="http://schemas.openxmlformats.org/drawingml/2006/main">
            <a:off x="4016042"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3" name="Editable chart path">
            <a:extLst xmlns:a="http://schemas.openxmlformats.org/drawingml/2006/main">
              <a:ext uri="{FF2B5EF4-FFF2-40B4-BE49-F238E27FC236}">
                <a16:creationId xmlns:a16="http://schemas.microsoft.com/office/drawing/2014/main" id="{54EAE25F-F4D5-4388-8E40-7E6164E8C19C}"/>
              </a:ext>
            </a:extLst>
          </p:cNvPr>
          <p:cNvSpPr>
            <a:spLocks xmlns:a="http://schemas.openxmlformats.org/drawingml/2006/main" noGrp="1"/>
          </p:cNvSpPr>
          <p:nvPr/>
        </p:nvSpPr>
        <p:spPr>
          <a:xfrm xmlns:a="http://schemas.openxmlformats.org/drawingml/2006/main">
            <a:off x="4087444"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4" name="Editable chart path">
            <a:extLst xmlns:a="http://schemas.openxmlformats.org/drawingml/2006/main">
              <a:ext uri="{FF2B5EF4-FFF2-40B4-BE49-F238E27FC236}">
                <a16:creationId xmlns:a16="http://schemas.microsoft.com/office/drawing/2014/main" id="{6F3842D3-D7FC-459A-9BDD-6D3E0CB415A4}"/>
              </a:ext>
            </a:extLst>
          </p:cNvPr>
          <p:cNvSpPr>
            <a:spLocks xmlns:a="http://schemas.openxmlformats.org/drawingml/2006/main" noGrp="1"/>
          </p:cNvSpPr>
          <p:nvPr/>
        </p:nvSpPr>
        <p:spPr>
          <a:xfrm xmlns:a="http://schemas.openxmlformats.org/drawingml/2006/main">
            <a:off x="4158846"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5" name="Editable chart path">
            <a:extLst xmlns:a="http://schemas.openxmlformats.org/drawingml/2006/main">
              <a:ext uri="{FF2B5EF4-FFF2-40B4-BE49-F238E27FC236}">
                <a16:creationId xmlns:a16="http://schemas.microsoft.com/office/drawing/2014/main" id="{DA9B2F89-16E3-4151-A4F2-AAD9A02AD641}"/>
              </a:ext>
            </a:extLst>
          </p:cNvPr>
          <p:cNvSpPr>
            <a:spLocks xmlns:a="http://schemas.openxmlformats.org/drawingml/2006/main" noGrp="1"/>
          </p:cNvSpPr>
          <p:nvPr/>
        </p:nvSpPr>
        <p:spPr>
          <a:xfrm xmlns:a="http://schemas.openxmlformats.org/drawingml/2006/main">
            <a:off x="4230248"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6" name="Editable chart path">
            <a:extLst xmlns:a="http://schemas.openxmlformats.org/drawingml/2006/main">
              <a:ext uri="{FF2B5EF4-FFF2-40B4-BE49-F238E27FC236}">
                <a16:creationId xmlns:a16="http://schemas.microsoft.com/office/drawing/2014/main" id="{CE368F4A-C5E6-4E5C-96AE-7802B8DB8E24}"/>
              </a:ext>
            </a:extLst>
          </p:cNvPr>
          <p:cNvSpPr>
            <a:spLocks xmlns:a="http://schemas.openxmlformats.org/drawingml/2006/main" noGrp="1"/>
          </p:cNvSpPr>
          <p:nvPr/>
        </p:nvSpPr>
        <p:spPr>
          <a:xfrm xmlns:a="http://schemas.openxmlformats.org/drawingml/2006/main">
            <a:off x="430165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7" name="Editable chart path">
            <a:extLst xmlns:a="http://schemas.openxmlformats.org/drawingml/2006/main">
              <a:ext uri="{FF2B5EF4-FFF2-40B4-BE49-F238E27FC236}">
                <a16:creationId xmlns:a16="http://schemas.microsoft.com/office/drawing/2014/main" id="{464B2023-3C6A-4D17-80C4-345C6C8C08AF}"/>
              </a:ext>
            </a:extLst>
          </p:cNvPr>
          <p:cNvSpPr>
            <a:spLocks xmlns:a="http://schemas.openxmlformats.org/drawingml/2006/main" noGrp="1"/>
          </p:cNvSpPr>
          <p:nvPr/>
        </p:nvSpPr>
        <p:spPr>
          <a:xfrm xmlns:a="http://schemas.openxmlformats.org/drawingml/2006/main">
            <a:off x="4373052"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8" name="Editable chart path">
            <a:extLst xmlns:a="http://schemas.openxmlformats.org/drawingml/2006/main">
              <a:ext uri="{FF2B5EF4-FFF2-40B4-BE49-F238E27FC236}">
                <a16:creationId xmlns:a16="http://schemas.microsoft.com/office/drawing/2014/main" id="{ACD1E34D-B478-4796-9CA3-E5F1A047D996}"/>
              </a:ext>
            </a:extLst>
          </p:cNvPr>
          <p:cNvSpPr>
            <a:spLocks xmlns:a="http://schemas.openxmlformats.org/drawingml/2006/main" noGrp="1"/>
          </p:cNvSpPr>
          <p:nvPr/>
        </p:nvSpPr>
        <p:spPr>
          <a:xfrm xmlns:a="http://schemas.openxmlformats.org/drawingml/2006/main">
            <a:off x="465866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79" name="Editable chart path">
            <a:extLst xmlns:a="http://schemas.openxmlformats.org/drawingml/2006/main">
              <a:ext uri="{FF2B5EF4-FFF2-40B4-BE49-F238E27FC236}">
                <a16:creationId xmlns:a16="http://schemas.microsoft.com/office/drawing/2014/main" id="{671F600B-A9E1-432E-BB00-0DCD147A9BCE}"/>
              </a:ext>
            </a:extLst>
          </p:cNvPr>
          <p:cNvSpPr>
            <a:spLocks xmlns:a="http://schemas.openxmlformats.org/drawingml/2006/main" noGrp="1"/>
          </p:cNvSpPr>
          <p:nvPr/>
        </p:nvSpPr>
        <p:spPr>
          <a:xfrm xmlns:a="http://schemas.openxmlformats.org/drawingml/2006/main">
            <a:off x="4730062"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0" name="Editable chart path">
            <a:extLst xmlns:a="http://schemas.openxmlformats.org/drawingml/2006/main">
              <a:ext uri="{FF2B5EF4-FFF2-40B4-BE49-F238E27FC236}">
                <a16:creationId xmlns:a16="http://schemas.microsoft.com/office/drawing/2014/main" id="{F3B7CAD4-87E5-483A-8E0A-6501D1C65EEA}"/>
              </a:ext>
            </a:extLst>
          </p:cNvPr>
          <p:cNvSpPr>
            <a:spLocks xmlns:a="http://schemas.openxmlformats.org/drawingml/2006/main" noGrp="1"/>
          </p:cNvSpPr>
          <p:nvPr/>
        </p:nvSpPr>
        <p:spPr>
          <a:xfrm xmlns:a="http://schemas.openxmlformats.org/drawingml/2006/main">
            <a:off x="4801464"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1" name="Editable chart path">
            <a:extLst xmlns:a="http://schemas.openxmlformats.org/drawingml/2006/main">
              <a:ext uri="{FF2B5EF4-FFF2-40B4-BE49-F238E27FC236}">
                <a16:creationId xmlns:a16="http://schemas.microsoft.com/office/drawing/2014/main" id="{267B35C1-6368-48AC-A9B7-96B5A0F3117C}"/>
              </a:ext>
            </a:extLst>
          </p:cNvPr>
          <p:cNvSpPr>
            <a:spLocks xmlns:a="http://schemas.openxmlformats.org/drawingml/2006/main" noGrp="1"/>
          </p:cNvSpPr>
          <p:nvPr/>
        </p:nvSpPr>
        <p:spPr>
          <a:xfrm xmlns:a="http://schemas.openxmlformats.org/drawingml/2006/main">
            <a:off x="501567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2" name="Editable chart path">
            <a:extLst xmlns:a="http://schemas.openxmlformats.org/drawingml/2006/main">
              <a:ext uri="{FF2B5EF4-FFF2-40B4-BE49-F238E27FC236}">
                <a16:creationId xmlns:a16="http://schemas.microsoft.com/office/drawing/2014/main" id="{7D95B29B-F51E-486C-93B3-298479A7EEB5}"/>
              </a:ext>
            </a:extLst>
          </p:cNvPr>
          <p:cNvSpPr>
            <a:spLocks xmlns:a="http://schemas.openxmlformats.org/drawingml/2006/main" noGrp="1"/>
          </p:cNvSpPr>
          <p:nvPr/>
        </p:nvSpPr>
        <p:spPr>
          <a:xfrm xmlns:a="http://schemas.openxmlformats.org/drawingml/2006/main">
            <a:off x="5087072"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3" name="Editable chart path">
            <a:extLst xmlns:a="http://schemas.openxmlformats.org/drawingml/2006/main">
              <a:ext uri="{FF2B5EF4-FFF2-40B4-BE49-F238E27FC236}">
                <a16:creationId xmlns:a16="http://schemas.microsoft.com/office/drawing/2014/main" id="{0780393A-546B-469C-9F3B-C99BDA71B0DF}"/>
              </a:ext>
            </a:extLst>
          </p:cNvPr>
          <p:cNvSpPr>
            <a:spLocks xmlns:a="http://schemas.openxmlformats.org/drawingml/2006/main" noGrp="1"/>
          </p:cNvSpPr>
          <p:nvPr/>
        </p:nvSpPr>
        <p:spPr>
          <a:xfrm xmlns:a="http://schemas.openxmlformats.org/drawingml/2006/main">
            <a:off x="5158474"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4" name="Editable chart path">
            <a:extLst xmlns:a="http://schemas.openxmlformats.org/drawingml/2006/main">
              <a:ext uri="{FF2B5EF4-FFF2-40B4-BE49-F238E27FC236}">
                <a16:creationId xmlns:a16="http://schemas.microsoft.com/office/drawing/2014/main" id="{F00DF8B5-7DCF-494B-AD16-7D7C73D2E21D}"/>
              </a:ext>
            </a:extLst>
          </p:cNvPr>
          <p:cNvSpPr>
            <a:spLocks xmlns:a="http://schemas.openxmlformats.org/drawingml/2006/main" noGrp="1"/>
          </p:cNvSpPr>
          <p:nvPr/>
        </p:nvSpPr>
        <p:spPr>
          <a:xfrm xmlns:a="http://schemas.openxmlformats.org/drawingml/2006/main">
            <a:off x="5229876"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5" name="Editable chart path">
            <a:extLst xmlns:a="http://schemas.openxmlformats.org/drawingml/2006/main">
              <a:ext uri="{FF2B5EF4-FFF2-40B4-BE49-F238E27FC236}">
                <a16:creationId xmlns:a16="http://schemas.microsoft.com/office/drawing/2014/main" id="{E27B5E41-F4B7-47C3-A5B6-88541D948DB3}"/>
              </a:ext>
            </a:extLst>
          </p:cNvPr>
          <p:cNvSpPr>
            <a:spLocks xmlns:a="http://schemas.openxmlformats.org/drawingml/2006/main" noGrp="1"/>
          </p:cNvSpPr>
          <p:nvPr/>
        </p:nvSpPr>
        <p:spPr>
          <a:xfrm xmlns:a="http://schemas.openxmlformats.org/drawingml/2006/main">
            <a:off x="5301278"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6" name="Editable chart path">
            <a:extLst xmlns:a="http://schemas.openxmlformats.org/drawingml/2006/main">
              <a:ext uri="{FF2B5EF4-FFF2-40B4-BE49-F238E27FC236}">
                <a16:creationId xmlns:a16="http://schemas.microsoft.com/office/drawing/2014/main" id="{ECB68FDF-FE58-40D6-822A-F88353F14464}"/>
              </a:ext>
            </a:extLst>
          </p:cNvPr>
          <p:cNvSpPr>
            <a:spLocks xmlns:a="http://schemas.openxmlformats.org/drawingml/2006/main" noGrp="1"/>
          </p:cNvSpPr>
          <p:nvPr/>
        </p:nvSpPr>
        <p:spPr>
          <a:xfrm xmlns:a="http://schemas.openxmlformats.org/drawingml/2006/main">
            <a:off x="537268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7" name="Editable chart path">
            <a:extLst xmlns:a="http://schemas.openxmlformats.org/drawingml/2006/main">
              <a:ext uri="{FF2B5EF4-FFF2-40B4-BE49-F238E27FC236}">
                <a16:creationId xmlns:a16="http://schemas.microsoft.com/office/drawing/2014/main" id="{BFC4DEC8-3696-4052-A272-CE521A72D290}"/>
              </a:ext>
            </a:extLst>
          </p:cNvPr>
          <p:cNvSpPr>
            <a:spLocks xmlns:a="http://schemas.openxmlformats.org/drawingml/2006/main" noGrp="1"/>
          </p:cNvSpPr>
          <p:nvPr/>
        </p:nvSpPr>
        <p:spPr>
          <a:xfrm xmlns:a="http://schemas.openxmlformats.org/drawingml/2006/main">
            <a:off x="5444082"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8" name="Editable chart path">
            <a:extLst xmlns:a="http://schemas.openxmlformats.org/drawingml/2006/main">
              <a:ext uri="{FF2B5EF4-FFF2-40B4-BE49-F238E27FC236}">
                <a16:creationId xmlns:a16="http://schemas.microsoft.com/office/drawing/2014/main" id="{39E80B20-579D-457A-8C95-0A4A654CB610}"/>
              </a:ext>
            </a:extLst>
          </p:cNvPr>
          <p:cNvSpPr>
            <a:spLocks xmlns:a="http://schemas.openxmlformats.org/drawingml/2006/main" noGrp="1"/>
          </p:cNvSpPr>
          <p:nvPr/>
        </p:nvSpPr>
        <p:spPr>
          <a:xfrm xmlns:a="http://schemas.openxmlformats.org/drawingml/2006/main">
            <a:off x="2159591"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89" name="Editable chart path">
            <a:extLst xmlns:a="http://schemas.openxmlformats.org/drawingml/2006/main">
              <a:ext uri="{FF2B5EF4-FFF2-40B4-BE49-F238E27FC236}">
                <a16:creationId xmlns:a16="http://schemas.microsoft.com/office/drawing/2014/main" id="{A0DA1594-DAFB-433A-A2BC-540A20DE701F}"/>
              </a:ext>
            </a:extLst>
          </p:cNvPr>
          <p:cNvSpPr>
            <a:spLocks xmlns:a="http://schemas.openxmlformats.org/drawingml/2006/main" noGrp="1"/>
          </p:cNvSpPr>
          <p:nvPr/>
        </p:nvSpPr>
        <p:spPr>
          <a:xfrm xmlns:a="http://schemas.openxmlformats.org/drawingml/2006/main">
            <a:off x="2230993"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0" name="Editable chart path">
            <a:extLst xmlns:a="http://schemas.openxmlformats.org/drawingml/2006/main">
              <a:ext uri="{FF2B5EF4-FFF2-40B4-BE49-F238E27FC236}">
                <a16:creationId xmlns:a16="http://schemas.microsoft.com/office/drawing/2014/main" id="{ADD2BAEB-62E6-423D-AB52-71A6D09589BD}"/>
              </a:ext>
            </a:extLst>
          </p:cNvPr>
          <p:cNvSpPr>
            <a:spLocks xmlns:a="http://schemas.openxmlformats.org/drawingml/2006/main" noGrp="1"/>
          </p:cNvSpPr>
          <p:nvPr/>
        </p:nvSpPr>
        <p:spPr>
          <a:xfrm xmlns:a="http://schemas.openxmlformats.org/drawingml/2006/main">
            <a:off x="2302395"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1" name="Editable chart path">
            <a:extLst xmlns:a="http://schemas.openxmlformats.org/drawingml/2006/main">
              <a:ext uri="{FF2B5EF4-FFF2-40B4-BE49-F238E27FC236}">
                <a16:creationId xmlns:a16="http://schemas.microsoft.com/office/drawing/2014/main" id="{7683F103-1C32-4D89-B5C0-4A3A02FD8419}"/>
              </a:ext>
            </a:extLst>
          </p:cNvPr>
          <p:cNvSpPr>
            <a:spLocks xmlns:a="http://schemas.openxmlformats.org/drawingml/2006/main" noGrp="1"/>
          </p:cNvSpPr>
          <p:nvPr/>
        </p:nvSpPr>
        <p:spPr>
          <a:xfrm xmlns:a="http://schemas.openxmlformats.org/drawingml/2006/main">
            <a:off x="2373797"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2" name="Editable chart path">
            <a:extLst xmlns:a="http://schemas.openxmlformats.org/drawingml/2006/main">
              <a:ext uri="{FF2B5EF4-FFF2-40B4-BE49-F238E27FC236}">
                <a16:creationId xmlns:a16="http://schemas.microsoft.com/office/drawing/2014/main" id="{CDD6800C-9F6A-436C-B4CB-49AA51527E7E}"/>
              </a:ext>
            </a:extLst>
          </p:cNvPr>
          <p:cNvSpPr>
            <a:spLocks xmlns:a="http://schemas.openxmlformats.org/drawingml/2006/main" noGrp="1"/>
          </p:cNvSpPr>
          <p:nvPr/>
        </p:nvSpPr>
        <p:spPr>
          <a:xfrm xmlns:a="http://schemas.openxmlformats.org/drawingml/2006/main">
            <a:off x="2445199"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3" name="Editable chart path">
            <a:extLst xmlns:a="http://schemas.openxmlformats.org/drawingml/2006/main">
              <a:ext uri="{FF2B5EF4-FFF2-40B4-BE49-F238E27FC236}">
                <a16:creationId xmlns:a16="http://schemas.microsoft.com/office/drawing/2014/main" id="{AC87D5FD-6FEC-4F73-A700-4959A739D117}"/>
              </a:ext>
            </a:extLst>
          </p:cNvPr>
          <p:cNvSpPr>
            <a:spLocks xmlns:a="http://schemas.openxmlformats.org/drawingml/2006/main" noGrp="1"/>
          </p:cNvSpPr>
          <p:nvPr/>
        </p:nvSpPr>
        <p:spPr>
          <a:xfrm xmlns:a="http://schemas.openxmlformats.org/drawingml/2006/main">
            <a:off x="2516601"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4" name="Editable chart path">
            <a:extLst xmlns:a="http://schemas.openxmlformats.org/drawingml/2006/main">
              <a:ext uri="{FF2B5EF4-FFF2-40B4-BE49-F238E27FC236}">
                <a16:creationId xmlns:a16="http://schemas.microsoft.com/office/drawing/2014/main" id="{F6D374D6-556C-4326-8843-0DD72C639CB9}"/>
              </a:ext>
            </a:extLst>
          </p:cNvPr>
          <p:cNvSpPr>
            <a:spLocks xmlns:a="http://schemas.openxmlformats.org/drawingml/2006/main" noGrp="1"/>
          </p:cNvSpPr>
          <p:nvPr/>
        </p:nvSpPr>
        <p:spPr>
          <a:xfrm xmlns:a="http://schemas.openxmlformats.org/drawingml/2006/main">
            <a:off x="2588003"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5" name="Editable chart path">
            <a:extLst xmlns:a="http://schemas.openxmlformats.org/drawingml/2006/main">
              <a:ext uri="{FF2B5EF4-FFF2-40B4-BE49-F238E27FC236}">
                <a16:creationId xmlns:a16="http://schemas.microsoft.com/office/drawing/2014/main" id="{19D64BC9-A291-4103-B0A6-4E9B1EC8F2DE}"/>
              </a:ext>
            </a:extLst>
          </p:cNvPr>
          <p:cNvSpPr>
            <a:spLocks xmlns:a="http://schemas.openxmlformats.org/drawingml/2006/main" noGrp="1"/>
          </p:cNvSpPr>
          <p:nvPr/>
        </p:nvSpPr>
        <p:spPr>
          <a:xfrm xmlns:a="http://schemas.openxmlformats.org/drawingml/2006/main">
            <a:off x="2659405"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6" name="Editable chart path">
            <a:extLst xmlns:a="http://schemas.openxmlformats.org/drawingml/2006/main">
              <a:ext uri="{FF2B5EF4-FFF2-40B4-BE49-F238E27FC236}">
                <a16:creationId xmlns:a16="http://schemas.microsoft.com/office/drawing/2014/main" id="{873ADD96-1F0A-471A-ADC0-190D318F2FFD}"/>
              </a:ext>
            </a:extLst>
          </p:cNvPr>
          <p:cNvSpPr>
            <a:spLocks xmlns:a="http://schemas.openxmlformats.org/drawingml/2006/main" noGrp="1"/>
          </p:cNvSpPr>
          <p:nvPr/>
        </p:nvSpPr>
        <p:spPr>
          <a:xfrm xmlns:a="http://schemas.openxmlformats.org/drawingml/2006/main">
            <a:off x="2730807"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7" name="Editable chart path">
            <a:extLst xmlns:a="http://schemas.openxmlformats.org/drawingml/2006/main">
              <a:ext uri="{FF2B5EF4-FFF2-40B4-BE49-F238E27FC236}">
                <a16:creationId xmlns:a16="http://schemas.microsoft.com/office/drawing/2014/main" id="{BE8DF77E-08CC-48E6-8433-FCEE6C5AB5EB}"/>
              </a:ext>
            </a:extLst>
          </p:cNvPr>
          <p:cNvSpPr>
            <a:spLocks xmlns:a="http://schemas.openxmlformats.org/drawingml/2006/main" noGrp="1"/>
          </p:cNvSpPr>
          <p:nvPr/>
        </p:nvSpPr>
        <p:spPr>
          <a:xfrm xmlns:a="http://schemas.openxmlformats.org/drawingml/2006/main">
            <a:off x="2802209"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8" name="Editable chart path">
            <a:extLst xmlns:a="http://schemas.openxmlformats.org/drawingml/2006/main">
              <a:ext uri="{FF2B5EF4-FFF2-40B4-BE49-F238E27FC236}">
                <a16:creationId xmlns:a16="http://schemas.microsoft.com/office/drawing/2014/main" id="{0D98787E-3DA1-4389-B5AF-D460E687EB2B}"/>
              </a:ext>
            </a:extLst>
          </p:cNvPr>
          <p:cNvSpPr>
            <a:spLocks xmlns:a="http://schemas.openxmlformats.org/drawingml/2006/main" noGrp="1"/>
          </p:cNvSpPr>
          <p:nvPr/>
        </p:nvSpPr>
        <p:spPr>
          <a:xfrm xmlns:a="http://schemas.openxmlformats.org/drawingml/2006/main">
            <a:off x="2873611"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599" name="Editable chart path">
            <a:extLst xmlns:a="http://schemas.openxmlformats.org/drawingml/2006/main">
              <a:ext uri="{FF2B5EF4-FFF2-40B4-BE49-F238E27FC236}">
                <a16:creationId xmlns:a16="http://schemas.microsoft.com/office/drawing/2014/main" id="{D0F84159-3A2E-40DC-84F8-0DBA9AD2E16C}"/>
              </a:ext>
            </a:extLst>
          </p:cNvPr>
          <p:cNvSpPr>
            <a:spLocks xmlns:a="http://schemas.openxmlformats.org/drawingml/2006/main" noGrp="1"/>
          </p:cNvSpPr>
          <p:nvPr/>
        </p:nvSpPr>
        <p:spPr>
          <a:xfrm xmlns:a="http://schemas.openxmlformats.org/drawingml/2006/main">
            <a:off x="2945013"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0" name="Editable chart path">
            <a:extLst xmlns:a="http://schemas.openxmlformats.org/drawingml/2006/main">
              <a:ext uri="{FF2B5EF4-FFF2-40B4-BE49-F238E27FC236}">
                <a16:creationId xmlns:a16="http://schemas.microsoft.com/office/drawing/2014/main" id="{E9C00DA7-44D9-45F8-B456-BAE0B3351776}"/>
              </a:ext>
            </a:extLst>
          </p:cNvPr>
          <p:cNvSpPr>
            <a:spLocks xmlns:a="http://schemas.openxmlformats.org/drawingml/2006/main" noGrp="1"/>
          </p:cNvSpPr>
          <p:nvPr/>
        </p:nvSpPr>
        <p:spPr>
          <a:xfrm xmlns:a="http://schemas.openxmlformats.org/drawingml/2006/main">
            <a:off x="3016415"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1" name="Editable chart path">
            <a:extLst xmlns:a="http://schemas.openxmlformats.org/drawingml/2006/main">
              <a:ext uri="{FF2B5EF4-FFF2-40B4-BE49-F238E27FC236}">
                <a16:creationId xmlns:a16="http://schemas.microsoft.com/office/drawing/2014/main" id="{43D91C00-E38B-4598-9C49-DD383A90D088}"/>
              </a:ext>
            </a:extLst>
          </p:cNvPr>
          <p:cNvSpPr>
            <a:spLocks xmlns:a="http://schemas.openxmlformats.org/drawingml/2006/main" noGrp="1"/>
          </p:cNvSpPr>
          <p:nvPr/>
        </p:nvSpPr>
        <p:spPr>
          <a:xfrm xmlns:a="http://schemas.openxmlformats.org/drawingml/2006/main">
            <a:off x="3087817"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2" name="Editable chart path">
            <a:extLst xmlns:a="http://schemas.openxmlformats.org/drawingml/2006/main">
              <a:ext uri="{FF2B5EF4-FFF2-40B4-BE49-F238E27FC236}">
                <a16:creationId xmlns:a16="http://schemas.microsoft.com/office/drawing/2014/main" id="{BE3D18E7-FF32-4832-9DCB-43605ED5FDB8}"/>
              </a:ext>
            </a:extLst>
          </p:cNvPr>
          <p:cNvSpPr>
            <a:spLocks xmlns:a="http://schemas.openxmlformats.org/drawingml/2006/main" noGrp="1"/>
          </p:cNvSpPr>
          <p:nvPr/>
        </p:nvSpPr>
        <p:spPr>
          <a:xfrm xmlns:a="http://schemas.openxmlformats.org/drawingml/2006/main">
            <a:off x="3159219"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3" name="Editable chart path">
            <a:extLst xmlns:a="http://schemas.openxmlformats.org/drawingml/2006/main">
              <a:ext uri="{FF2B5EF4-FFF2-40B4-BE49-F238E27FC236}">
                <a16:creationId xmlns:a16="http://schemas.microsoft.com/office/drawing/2014/main" id="{1BC77CDC-93A6-4670-8F72-0C50ADFB36A6}"/>
              </a:ext>
            </a:extLst>
          </p:cNvPr>
          <p:cNvSpPr>
            <a:spLocks xmlns:a="http://schemas.openxmlformats.org/drawingml/2006/main" noGrp="1"/>
          </p:cNvSpPr>
          <p:nvPr/>
        </p:nvSpPr>
        <p:spPr>
          <a:xfrm xmlns:a="http://schemas.openxmlformats.org/drawingml/2006/main">
            <a:off x="3230621"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4" name="Editable chart path">
            <a:extLst xmlns:a="http://schemas.openxmlformats.org/drawingml/2006/main">
              <a:ext uri="{FF2B5EF4-FFF2-40B4-BE49-F238E27FC236}">
                <a16:creationId xmlns:a16="http://schemas.microsoft.com/office/drawing/2014/main" id="{1CA69FFB-7197-4D86-9227-669267738A56}"/>
              </a:ext>
            </a:extLst>
          </p:cNvPr>
          <p:cNvSpPr>
            <a:spLocks xmlns:a="http://schemas.openxmlformats.org/drawingml/2006/main" noGrp="1"/>
          </p:cNvSpPr>
          <p:nvPr/>
        </p:nvSpPr>
        <p:spPr>
          <a:xfrm xmlns:a="http://schemas.openxmlformats.org/drawingml/2006/main">
            <a:off x="3302023"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5" name="Editable chart path">
            <a:extLst xmlns:a="http://schemas.openxmlformats.org/drawingml/2006/main">
              <a:ext uri="{FF2B5EF4-FFF2-40B4-BE49-F238E27FC236}">
                <a16:creationId xmlns:a16="http://schemas.microsoft.com/office/drawing/2014/main" id="{7D6717DD-A2A0-48D1-8CB4-A16A92FA1CFB}"/>
              </a:ext>
            </a:extLst>
          </p:cNvPr>
          <p:cNvSpPr>
            <a:spLocks xmlns:a="http://schemas.openxmlformats.org/drawingml/2006/main" noGrp="1"/>
          </p:cNvSpPr>
          <p:nvPr/>
        </p:nvSpPr>
        <p:spPr>
          <a:xfrm xmlns:a="http://schemas.openxmlformats.org/drawingml/2006/main">
            <a:off x="3373425"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6" name="Editable chart path">
            <a:extLst xmlns:a="http://schemas.openxmlformats.org/drawingml/2006/main">
              <a:ext uri="{FF2B5EF4-FFF2-40B4-BE49-F238E27FC236}">
                <a16:creationId xmlns:a16="http://schemas.microsoft.com/office/drawing/2014/main" id="{649C0C3F-208F-43E6-A911-056AEB25E039}"/>
              </a:ext>
            </a:extLst>
          </p:cNvPr>
          <p:cNvSpPr>
            <a:spLocks xmlns:a="http://schemas.openxmlformats.org/drawingml/2006/main" noGrp="1"/>
          </p:cNvSpPr>
          <p:nvPr/>
        </p:nvSpPr>
        <p:spPr>
          <a:xfrm xmlns:a="http://schemas.openxmlformats.org/drawingml/2006/main">
            <a:off x="3444827"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7" name="Editable chart path">
            <a:extLst xmlns:a="http://schemas.openxmlformats.org/drawingml/2006/main">
              <a:ext uri="{FF2B5EF4-FFF2-40B4-BE49-F238E27FC236}">
                <a16:creationId xmlns:a16="http://schemas.microsoft.com/office/drawing/2014/main" id="{914C579B-EAB3-41C9-9E2C-841CC167B408}"/>
              </a:ext>
            </a:extLst>
          </p:cNvPr>
          <p:cNvSpPr>
            <a:spLocks xmlns:a="http://schemas.openxmlformats.org/drawingml/2006/main" noGrp="1"/>
          </p:cNvSpPr>
          <p:nvPr/>
        </p:nvSpPr>
        <p:spPr>
          <a:xfrm xmlns:a="http://schemas.openxmlformats.org/drawingml/2006/main">
            <a:off x="3516229"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8" name="Editable chart path">
            <a:extLst xmlns:a="http://schemas.openxmlformats.org/drawingml/2006/main">
              <a:ext uri="{FF2B5EF4-FFF2-40B4-BE49-F238E27FC236}">
                <a16:creationId xmlns:a16="http://schemas.microsoft.com/office/drawing/2014/main" id="{9645031F-3629-4A9B-9A83-BD0D2994894E}"/>
              </a:ext>
            </a:extLst>
          </p:cNvPr>
          <p:cNvSpPr>
            <a:spLocks xmlns:a="http://schemas.openxmlformats.org/drawingml/2006/main" noGrp="1"/>
          </p:cNvSpPr>
          <p:nvPr/>
        </p:nvSpPr>
        <p:spPr>
          <a:xfrm xmlns:a="http://schemas.openxmlformats.org/drawingml/2006/main">
            <a:off x="3587631"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09" name="Editable chart path">
            <a:extLst xmlns:a="http://schemas.openxmlformats.org/drawingml/2006/main">
              <a:ext uri="{FF2B5EF4-FFF2-40B4-BE49-F238E27FC236}">
                <a16:creationId xmlns:a16="http://schemas.microsoft.com/office/drawing/2014/main" id="{600A5295-F96F-4B55-9828-6ABE83EAD372}"/>
              </a:ext>
            </a:extLst>
          </p:cNvPr>
          <p:cNvSpPr>
            <a:spLocks xmlns:a="http://schemas.openxmlformats.org/drawingml/2006/main" noGrp="1"/>
          </p:cNvSpPr>
          <p:nvPr/>
        </p:nvSpPr>
        <p:spPr>
          <a:xfrm xmlns:a="http://schemas.openxmlformats.org/drawingml/2006/main">
            <a:off x="3659033"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0" name="Editable chart path">
            <a:extLst xmlns:a="http://schemas.openxmlformats.org/drawingml/2006/main">
              <a:ext uri="{FF2B5EF4-FFF2-40B4-BE49-F238E27FC236}">
                <a16:creationId xmlns:a16="http://schemas.microsoft.com/office/drawing/2014/main" id="{C4C701B8-B534-47B0-B011-67FEF2AD583A}"/>
              </a:ext>
            </a:extLst>
          </p:cNvPr>
          <p:cNvSpPr>
            <a:spLocks xmlns:a="http://schemas.openxmlformats.org/drawingml/2006/main" noGrp="1"/>
          </p:cNvSpPr>
          <p:nvPr/>
        </p:nvSpPr>
        <p:spPr>
          <a:xfrm xmlns:a="http://schemas.openxmlformats.org/drawingml/2006/main">
            <a:off x="3730435"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1" name="Editable chart path">
            <a:extLst xmlns:a="http://schemas.openxmlformats.org/drawingml/2006/main">
              <a:ext uri="{FF2B5EF4-FFF2-40B4-BE49-F238E27FC236}">
                <a16:creationId xmlns:a16="http://schemas.microsoft.com/office/drawing/2014/main" id="{5626F031-4EE0-4BA4-A161-F0155DA31F8D}"/>
              </a:ext>
            </a:extLst>
          </p:cNvPr>
          <p:cNvSpPr>
            <a:spLocks xmlns:a="http://schemas.openxmlformats.org/drawingml/2006/main" noGrp="1"/>
          </p:cNvSpPr>
          <p:nvPr/>
        </p:nvSpPr>
        <p:spPr>
          <a:xfrm xmlns:a="http://schemas.openxmlformats.org/drawingml/2006/main">
            <a:off x="3801836"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2" name="Editable chart path">
            <a:extLst xmlns:a="http://schemas.openxmlformats.org/drawingml/2006/main">
              <a:ext uri="{FF2B5EF4-FFF2-40B4-BE49-F238E27FC236}">
                <a16:creationId xmlns:a16="http://schemas.microsoft.com/office/drawing/2014/main" id="{DB277A72-29DE-4123-829A-48176C310783}"/>
              </a:ext>
            </a:extLst>
          </p:cNvPr>
          <p:cNvSpPr>
            <a:spLocks xmlns:a="http://schemas.openxmlformats.org/drawingml/2006/main" noGrp="1"/>
          </p:cNvSpPr>
          <p:nvPr/>
        </p:nvSpPr>
        <p:spPr>
          <a:xfrm xmlns:a="http://schemas.openxmlformats.org/drawingml/2006/main">
            <a:off x="3873238"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3" name="Editable chart path">
            <a:extLst xmlns:a="http://schemas.openxmlformats.org/drawingml/2006/main">
              <a:ext uri="{FF2B5EF4-FFF2-40B4-BE49-F238E27FC236}">
                <a16:creationId xmlns:a16="http://schemas.microsoft.com/office/drawing/2014/main" id="{97D4D650-7184-4C9D-8CF6-3CC0F243DD1B}"/>
              </a:ext>
            </a:extLst>
          </p:cNvPr>
          <p:cNvSpPr>
            <a:spLocks xmlns:a="http://schemas.openxmlformats.org/drawingml/2006/main" noGrp="1"/>
          </p:cNvSpPr>
          <p:nvPr/>
        </p:nvSpPr>
        <p:spPr>
          <a:xfrm xmlns:a="http://schemas.openxmlformats.org/drawingml/2006/main">
            <a:off x="3944640"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4" name="Editable chart path">
            <a:extLst xmlns:a="http://schemas.openxmlformats.org/drawingml/2006/main">
              <a:ext uri="{FF2B5EF4-FFF2-40B4-BE49-F238E27FC236}">
                <a16:creationId xmlns:a16="http://schemas.microsoft.com/office/drawing/2014/main" id="{3B805542-861A-46B8-BD8A-BAB732011710}"/>
              </a:ext>
            </a:extLst>
          </p:cNvPr>
          <p:cNvSpPr>
            <a:spLocks xmlns:a="http://schemas.openxmlformats.org/drawingml/2006/main" noGrp="1"/>
          </p:cNvSpPr>
          <p:nvPr/>
        </p:nvSpPr>
        <p:spPr>
          <a:xfrm xmlns:a="http://schemas.openxmlformats.org/drawingml/2006/main">
            <a:off x="4016042"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5" name="Editable chart path">
            <a:extLst xmlns:a="http://schemas.openxmlformats.org/drawingml/2006/main">
              <a:ext uri="{FF2B5EF4-FFF2-40B4-BE49-F238E27FC236}">
                <a16:creationId xmlns:a16="http://schemas.microsoft.com/office/drawing/2014/main" id="{6DC7252E-2627-4577-881A-8C6109161BDE}"/>
              </a:ext>
            </a:extLst>
          </p:cNvPr>
          <p:cNvSpPr>
            <a:spLocks xmlns:a="http://schemas.openxmlformats.org/drawingml/2006/main" noGrp="1"/>
          </p:cNvSpPr>
          <p:nvPr/>
        </p:nvSpPr>
        <p:spPr>
          <a:xfrm xmlns:a="http://schemas.openxmlformats.org/drawingml/2006/main">
            <a:off x="4087444"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6" name="Editable chart path">
            <a:extLst xmlns:a="http://schemas.openxmlformats.org/drawingml/2006/main">
              <a:ext uri="{FF2B5EF4-FFF2-40B4-BE49-F238E27FC236}">
                <a16:creationId xmlns:a16="http://schemas.microsoft.com/office/drawing/2014/main" id="{7B527ACE-99C6-4247-B8B2-1FBA389BF283}"/>
              </a:ext>
            </a:extLst>
          </p:cNvPr>
          <p:cNvSpPr>
            <a:spLocks xmlns:a="http://schemas.openxmlformats.org/drawingml/2006/main" noGrp="1"/>
          </p:cNvSpPr>
          <p:nvPr/>
        </p:nvSpPr>
        <p:spPr>
          <a:xfrm xmlns:a="http://schemas.openxmlformats.org/drawingml/2006/main">
            <a:off x="4158846"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7" name="Editable chart path">
            <a:extLst xmlns:a="http://schemas.openxmlformats.org/drawingml/2006/main">
              <a:ext uri="{FF2B5EF4-FFF2-40B4-BE49-F238E27FC236}">
                <a16:creationId xmlns:a16="http://schemas.microsoft.com/office/drawing/2014/main" id="{236A7DA9-943D-4435-BC48-3BC96F6AD8E0}"/>
              </a:ext>
            </a:extLst>
          </p:cNvPr>
          <p:cNvSpPr>
            <a:spLocks xmlns:a="http://schemas.openxmlformats.org/drawingml/2006/main" noGrp="1"/>
          </p:cNvSpPr>
          <p:nvPr/>
        </p:nvSpPr>
        <p:spPr>
          <a:xfrm xmlns:a="http://schemas.openxmlformats.org/drawingml/2006/main">
            <a:off x="4230248"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8" name="Editable chart path">
            <a:extLst xmlns:a="http://schemas.openxmlformats.org/drawingml/2006/main">
              <a:ext uri="{FF2B5EF4-FFF2-40B4-BE49-F238E27FC236}">
                <a16:creationId xmlns:a16="http://schemas.microsoft.com/office/drawing/2014/main" id="{D5CD1F56-7E52-41FD-BE63-C53C144B0B6C}"/>
              </a:ext>
            </a:extLst>
          </p:cNvPr>
          <p:cNvSpPr>
            <a:spLocks xmlns:a="http://schemas.openxmlformats.org/drawingml/2006/main" noGrp="1"/>
          </p:cNvSpPr>
          <p:nvPr/>
        </p:nvSpPr>
        <p:spPr>
          <a:xfrm xmlns:a="http://schemas.openxmlformats.org/drawingml/2006/main">
            <a:off x="4301650"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19" name="Editable chart path">
            <a:extLst xmlns:a="http://schemas.openxmlformats.org/drawingml/2006/main">
              <a:ext uri="{FF2B5EF4-FFF2-40B4-BE49-F238E27FC236}">
                <a16:creationId xmlns:a16="http://schemas.microsoft.com/office/drawing/2014/main" id="{02A01E5C-4F74-4FAA-9663-4069A37D2F19}"/>
              </a:ext>
            </a:extLst>
          </p:cNvPr>
          <p:cNvSpPr>
            <a:spLocks xmlns:a="http://schemas.openxmlformats.org/drawingml/2006/main" noGrp="1"/>
          </p:cNvSpPr>
          <p:nvPr/>
        </p:nvSpPr>
        <p:spPr>
          <a:xfrm xmlns:a="http://schemas.openxmlformats.org/drawingml/2006/main">
            <a:off x="5015670"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0" name="Editable chart path">
            <a:extLst xmlns:a="http://schemas.openxmlformats.org/drawingml/2006/main">
              <a:ext uri="{FF2B5EF4-FFF2-40B4-BE49-F238E27FC236}">
                <a16:creationId xmlns:a16="http://schemas.microsoft.com/office/drawing/2014/main" id="{FA6E8B64-9EDA-4E32-82A4-C827BB6145D5}"/>
              </a:ext>
            </a:extLst>
          </p:cNvPr>
          <p:cNvSpPr>
            <a:spLocks xmlns:a="http://schemas.openxmlformats.org/drawingml/2006/main" noGrp="1"/>
          </p:cNvSpPr>
          <p:nvPr/>
        </p:nvSpPr>
        <p:spPr>
          <a:xfrm xmlns:a="http://schemas.openxmlformats.org/drawingml/2006/main">
            <a:off x="5087072"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1" name="Editable chart path">
            <a:extLst xmlns:a="http://schemas.openxmlformats.org/drawingml/2006/main">
              <a:ext uri="{FF2B5EF4-FFF2-40B4-BE49-F238E27FC236}">
                <a16:creationId xmlns:a16="http://schemas.microsoft.com/office/drawing/2014/main" id="{B927B1EA-897D-4210-99BC-42F8CB6FD6C5}"/>
              </a:ext>
            </a:extLst>
          </p:cNvPr>
          <p:cNvSpPr>
            <a:spLocks xmlns:a="http://schemas.openxmlformats.org/drawingml/2006/main" noGrp="1"/>
          </p:cNvSpPr>
          <p:nvPr/>
        </p:nvSpPr>
        <p:spPr>
          <a:xfrm xmlns:a="http://schemas.openxmlformats.org/drawingml/2006/main">
            <a:off x="5158474"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2" name="Editable chart path">
            <a:extLst xmlns:a="http://schemas.openxmlformats.org/drawingml/2006/main">
              <a:ext uri="{FF2B5EF4-FFF2-40B4-BE49-F238E27FC236}">
                <a16:creationId xmlns:a16="http://schemas.microsoft.com/office/drawing/2014/main" id="{6385D189-DCA6-4E26-8BAD-0BE952BABC83}"/>
              </a:ext>
            </a:extLst>
          </p:cNvPr>
          <p:cNvSpPr>
            <a:spLocks xmlns:a="http://schemas.openxmlformats.org/drawingml/2006/main" noGrp="1"/>
          </p:cNvSpPr>
          <p:nvPr/>
        </p:nvSpPr>
        <p:spPr>
          <a:xfrm xmlns:a="http://schemas.openxmlformats.org/drawingml/2006/main">
            <a:off x="5229876"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3" name="Editable chart path">
            <a:extLst xmlns:a="http://schemas.openxmlformats.org/drawingml/2006/main">
              <a:ext uri="{FF2B5EF4-FFF2-40B4-BE49-F238E27FC236}">
                <a16:creationId xmlns:a16="http://schemas.microsoft.com/office/drawing/2014/main" id="{A17835B7-BE12-4C78-9103-2EA3ED96005D}"/>
              </a:ext>
            </a:extLst>
          </p:cNvPr>
          <p:cNvSpPr>
            <a:spLocks xmlns:a="http://schemas.openxmlformats.org/drawingml/2006/main" noGrp="1"/>
          </p:cNvSpPr>
          <p:nvPr/>
        </p:nvSpPr>
        <p:spPr>
          <a:xfrm xmlns:a="http://schemas.openxmlformats.org/drawingml/2006/main">
            <a:off x="5301278"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4" name="Editable chart path">
            <a:extLst xmlns:a="http://schemas.openxmlformats.org/drawingml/2006/main">
              <a:ext uri="{FF2B5EF4-FFF2-40B4-BE49-F238E27FC236}">
                <a16:creationId xmlns:a16="http://schemas.microsoft.com/office/drawing/2014/main" id="{48360A43-2C88-42D8-95F6-C1EC3E8E2E98}"/>
              </a:ext>
            </a:extLst>
          </p:cNvPr>
          <p:cNvSpPr>
            <a:spLocks xmlns:a="http://schemas.openxmlformats.org/drawingml/2006/main" noGrp="1"/>
          </p:cNvSpPr>
          <p:nvPr/>
        </p:nvSpPr>
        <p:spPr>
          <a:xfrm xmlns:a="http://schemas.openxmlformats.org/drawingml/2006/main">
            <a:off x="5372680"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5" name="Editable chart path">
            <a:extLst xmlns:a="http://schemas.openxmlformats.org/drawingml/2006/main">
              <a:ext uri="{FF2B5EF4-FFF2-40B4-BE49-F238E27FC236}">
                <a16:creationId xmlns:a16="http://schemas.microsoft.com/office/drawing/2014/main" id="{BFA02316-F5F6-4BD4-AA53-E1182EF93ADA}"/>
              </a:ext>
            </a:extLst>
          </p:cNvPr>
          <p:cNvSpPr>
            <a:spLocks xmlns:a="http://schemas.openxmlformats.org/drawingml/2006/main" noGrp="1"/>
          </p:cNvSpPr>
          <p:nvPr/>
        </p:nvSpPr>
        <p:spPr>
          <a:xfrm xmlns:a="http://schemas.openxmlformats.org/drawingml/2006/main">
            <a:off x="5444082"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6" name="Editable chart path">
            <a:extLst xmlns:a="http://schemas.openxmlformats.org/drawingml/2006/main">
              <a:ext uri="{FF2B5EF4-FFF2-40B4-BE49-F238E27FC236}">
                <a16:creationId xmlns:a16="http://schemas.microsoft.com/office/drawing/2014/main" id="{84ADB701-5C53-47E9-BCA7-F53D974BFF5C}"/>
              </a:ext>
            </a:extLst>
          </p:cNvPr>
          <p:cNvSpPr>
            <a:spLocks xmlns:a="http://schemas.openxmlformats.org/drawingml/2006/main" noGrp="1"/>
          </p:cNvSpPr>
          <p:nvPr/>
        </p:nvSpPr>
        <p:spPr>
          <a:xfrm xmlns:a="http://schemas.openxmlformats.org/drawingml/2006/main">
            <a:off x="5515484"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7" name="Editable chart path">
            <a:extLst xmlns:a="http://schemas.openxmlformats.org/drawingml/2006/main">
              <a:ext uri="{FF2B5EF4-FFF2-40B4-BE49-F238E27FC236}">
                <a16:creationId xmlns:a16="http://schemas.microsoft.com/office/drawing/2014/main" id="{3101CC47-588A-4ACA-8F35-FBFB71378929}"/>
              </a:ext>
            </a:extLst>
          </p:cNvPr>
          <p:cNvSpPr>
            <a:spLocks xmlns:a="http://schemas.openxmlformats.org/drawingml/2006/main" noGrp="1"/>
          </p:cNvSpPr>
          <p:nvPr/>
        </p:nvSpPr>
        <p:spPr>
          <a:xfrm xmlns:a="http://schemas.openxmlformats.org/drawingml/2006/main">
            <a:off x="2230993"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8" name="Editable chart path">
            <a:extLst xmlns:a="http://schemas.openxmlformats.org/drawingml/2006/main">
              <a:ext uri="{FF2B5EF4-FFF2-40B4-BE49-F238E27FC236}">
                <a16:creationId xmlns:a16="http://schemas.microsoft.com/office/drawing/2014/main" id="{FAD02CDB-91CF-4AD1-A1BC-8874CFEB034F}"/>
              </a:ext>
            </a:extLst>
          </p:cNvPr>
          <p:cNvSpPr>
            <a:spLocks xmlns:a="http://schemas.openxmlformats.org/drawingml/2006/main" noGrp="1"/>
          </p:cNvSpPr>
          <p:nvPr/>
        </p:nvSpPr>
        <p:spPr>
          <a:xfrm xmlns:a="http://schemas.openxmlformats.org/drawingml/2006/main">
            <a:off x="2302395"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29" name="Editable chart path">
            <a:extLst xmlns:a="http://schemas.openxmlformats.org/drawingml/2006/main">
              <a:ext uri="{FF2B5EF4-FFF2-40B4-BE49-F238E27FC236}">
                <a16:creationId xmlns:a16="http://schemas.microsoft.com/office/drawing/2014/main" id="{0CD0014E-ADFC-4C1B-A8E6-19D1C8124AA5}"/>
              </a:ext>
            </a:extLst>
          </p:cNvPr>
          <p:cNvSpPr>
            <a:spLocks xmlns:a="http://schemas.openxmlformats.org/drawingml/2006/main" noGrp="1"/>
          </p:cNvSpPr>
          <p:nvPr/>
        </p:nvSpPr>
        <p:spPr>
          <a:xfrm xmlns:a="http://schemas.openxmlformats.org/drawingml/2006/main">
            <a:off x="2373797"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0" name="Editable chart path">
            <a:extLst xmlns:a="http://schemas.openxmlformats.org/drawingml/2006/main">
              <a:ext uri="{FF2B5EF4-FFF2-40B4-BE49-F238E27FC236}">
                <a16:creationId xmlns:a16="http://schemas.microsoft.com/office/drawing/2014/main" id="{F6727554-56A6-459C-B056-4F8BCEF4554A}"/>
              </a:ext>
            </a:extLst>
          </p:cNvPr>
          <p:cNvSpPr>
            <a:spLocks xmlns:a="http://schemas.openxmlformats.org/drawingml/2006/main" noGrp="1"/>
          </p:cNvSpPr>
          <p:nvPr/>
        </p:nvSpPr>
        <p:spPr>
          <a:xfrm xmlns:a="http://schemas.openxmlformats.org/drawingml/2006/main">
            <a:off x="2445199"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1" name="Editable chart path">
            <a:extLst xmlns:a="http://schemas.openxmlformats.org/drawingml/2006/main">
              <a:ext uri="{FF2B5EF4-FFF2-40B4-BE49-F238E27FC236}">
                <a16:creationId xmlns:a16="http://schemas.microsoft.com/office/drawing/2014/main" id="{1B95A083-F25E-4D53-93F6-299DA6FFB0A5}"/>
              </a:ext>
            </a:extLst>
          </p:cNvPr>
          <p:cNvSpPr>
            <a:spLocks xmlns:a="http://schemas.openxmlformats.org/drawingml/2006/main" noGrp="1"/>
          </p:cNvSpPr>
          <p:nvPr/>
        </p:nvSpPr>
        <p:spPr>
          <a:xfrm xmlns:a="http://schemas.openxmlformats.org/drawingml/2006/main">
            <a:off x="2516601"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2" name="Editable chart path">
            <a:extLst xmlns:a="http://schemas.openxmlformats.org/drawingml/2006/main">
              <a:ext uri="{FF2B5EF4-FFF2-40B4-BE49-F238E27FC236}">
                <a16:creationId xmlns:a16="http://schemas.microsoft.com/office/drawing/2014/main" id="{318E4630-3187-4104-AD09-673BE81ECD45}"/>
              </a:ext>
            </a:extLst>
          </p:cNvPr>
          <p:cNvSpPr>
            <a:spLocks xmlns:a="http://schemas.openxmlformats.org/drawingml/2006/main" noGrp="1"/>
          </p:cNvSpPr>
          <p:nvPr/>
        </p:nvSpPr>
        <p:spPr>
          <a:xfrm xmlns:a="http://schemas.openxmlformats.org/drawingml/2006/main">
            <a:off x="2588003"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3" name="Editable chart path">
            <a:extLst xmlns:a="http://schemas.openxmlformats.org/drawingml/2006/main">
              <a:ext uri="{FF2B5EF4-FFF2-40B4-BE49-F238E27FC236}">
                <a16:creationId xmlns:a16="http://schemas.microsoft.com/office/drawing/2014/main" id="{494F5BEA-88CA-45E4-B0A5-9035ADFC026B}"/>
              </a:ext>
            </a:extLst>
          </p:cNvPr>
          <p:cNvSpPr>
            <a:spLocks xmlns:a="http://schemas.openxmlformats.org/drawingml/2006/main" noGrp="1"/>
          </p:cNvSpPr>
          <p:nvPr/>
        </p:nvSpPr>
        <p:spPr>
          <a:xfrm xmlns:a="http://schemas.openxmlformats.org/drawingml/2006/main">
            <a:off x="2659405"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4" name="Editable chart path">
            <a:extLst xmlns:a="http://schemas.openxmlformats.org/drawingml/2006/main">
              <a:ext uri="{FF2B5EF4-FFF2-40B4-BE49-F238E27FC236}">
                <a16:creationId xmlns:a16="http://schemas.microsoft.com/office/drawing/2014/main" id="{AA8B63B3-D0C9-478D-A6CD-FFD07CE22C7E}"/>
              </a:ext>
            </a:extLst>
          </p:cNvPr>
          <p:cNvSpPr>
            <a:spLocks xmlns:a="http://schemas.openxmlformats.org/drawingml/2006/main" noGrp="1"/>
          </p:cNvSpPr>
          <p:nvPr/>
        </p:nvSpPr>
        <p:spPr>
          <a:xfrm xmlns:a="http://schemas.openxmlformats.org/drawingml/2006/main">
            <a:off x="2730807"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5" name="Editable chart path">
            <a:extLst xmlns:a="http://schemas.openxmlformats.org/drawingml/2006/main">
              <a:ext uri="{FF2B5EF4-FFF2-40B4-BE49-F238E27FC236}">
                <a16:creationId xmlns:a16="http://schemas.microsoft.com/office/drawing/2014/main" id="{ABE93D9B-E35F-46D8-A898-34564496CFF9}"/>
              </a:ext>
            </a:extLst>
          </p:cNvPr>
          <p:cNvSpPr>
            <a:spLocks xmlns:a="http://schemas.openxmlformats.org/drawingml/2006/main" noGrp="1"/>
          </p:cNvSpPr>
          <p:nvPr/>
        </p:nvSpPr>
        <p:spPr>
          <a:xfrm xmlns:a="http://schemas.openxmlformats.org/drawingml/2006/main">
            <a:off x="2802209"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6" name="Editable chart path">
            <a:extLst xmlns:a="http://schemas.openxmlformats.org/drawingml/2006/main">
              <a:ext uri="{FF2B5EF4-FFF2-40B4-BE49-F238E27FC236}">
                <a16:creationId xmlns:a16="http://schemas.microsoft.com/office/drawing/2014/main" id="{9D862E47-D733-4B65-AFE1-F4CDD0EA2EAB}"/>
              </a:ext>
            </a:extLst>
          </p:cNvPr>
          <p:cNvSpPr>
            <a:spLocks xmlns:a="http://schemas.openxmlformats.org/drawingml/2006/main" noGrp="1"/>
          </p:cNvSpPr>
          <p:nvPr/>
        </p:nvSpPr>
        <p:spPr>
          <a:xfrm xmlns:a="http://schemas.openxmlformats.org/drawingml/2006/main">
            <a:off x="2873611"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7" name="Editable chart path">
            <a:extLst xmlns:a="http://schemas.openxmlformats.org/drawingml/2006/main">
              <a:ext uri="{FF2B5EF4-FFF2-40B4-BE49-F238E27FC236}">
                <a16:creationId xmlns:a16="http://schemas.microsoft.com/office/drawing/2014/main" id="{0937DB5D-95C7-49E2-8F15-DD1F103F2F90}"/>
              </a:ext>
            </a:extLst>
          </p:cNvPr>
          <p:cNvSpPr>
            <a:spLocks xmlns:a="http://schemas.openxmlformats.org/drawingml/2006/main" noGrp="1"/>
          </p:cNvSpPr>
          <p:nvPr/>
        </p:nvSpPr>
        <p:spPr>
          <a:xfrm xmlns:a="http://schemas.openxmlformats.org/drawingml/2006/main">
            <a:off x="2945013"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8" name="Editable chart path">
            <a:extLst xmlns:a="http://schemas.openxmlformats.org/drawingml/2006/main">
              <a:ext uri="{FF2B5EF4-FFF2-40B4-BE49-F238E27FC236}">
                <a16:creationId xmlns:a16="http://schemas.microsoft.com/office/drawing/2014/main" id="{790DFE24-A692-4CC4-907C-E8981DECBBD1}"/>
              </a:ext>
            </a:extLst>
          </p:cNvPr>
          <p:cNvSpPr>
            <a:spLocks xmlns:a="http://schemas.openxmlformats.org/drawingml/2006/main" noGrp="1"/>
          </p:cNvSpPr>
          <p:nvPr/>
        </p:nvSpPr>
        <p:spPr>
          <a:xfrm xmlns:a="http://schemas.openxmlformats.org/drawingml/2006/main">
            <a:off x="3016415"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39" name="Editable chart path">
            <a:extLst xmlns:a="http://schemas.openxmlformats.org/drawingml/2006/main">
              <a:ext uri="{FF2B5EF4-FFF2-40B4-BE49-F238E27FC236}">
                <a16:creationId xmlns:a16="http://schemas.microsoft.com/office/drawing/2014/main" id="{F785A115-F5F1-4CF0-9B7B-9625A15EEC43}"/>
              </a:ext>
            </a:extLst>
          </p:cNvPr>
          <p:cNvSpPr>
            <a:spLocks xmlns:a="http://schemas.openxmlformats.org/drawingml/2006/main" noGrp="1"/>
          </p:cNvSpPr>
          <p:nvPr/>
        </p:nvSpPr>
        <p:spPr>
          <a:xfrm xmlns:a="http://schemas.openxmlformats.org/drawingml/2006/main">
            <a:off x="3087817"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0" name="Editable chart path">
            <a:extLst xmlns:a="http://schemas.openxmlformats.org/drawingml/2006/main">
              <a:ext uri="{FF2B5EF4-FFF2-40B4-BE49-F238E27FC236}">
                <a16:creationId xmlns:a16="http://schemas.microsoft.com/office/drawing/2014/main" id="{1E1A8F02-8A50-4F0B-B6E2-A48327FB7DF5}"/>
              </a:ext>
            </a:extLst>
          </p:cNvPr>
          <p:cNvSpPr>
            <a:spLocks xmlns:a="http://schemas.openxmlformats.org/drawingml/2006/main" noGrp="1"/>
          </p:cNvSpPr>
          <p:nvPr/>
        </p:nvSpPr>
        <p:spPr>
          <a:xfrm xmlns:a="http://schemas.openxmlformats.org/drawingml/2006/main">
            <a:off x="3159219"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1" name="Editable chart path">
            <a:extLst xmlns:a="http://schemas.openxmlformats.org/drawingml/2006/main">
              <a:ext uri="{FF2B5EF4-FFF2-40B4-BE49-F238E27FC236}">
                <a16:creationId xmlns:a16="http://schemas.microsoft.com/office/drawing/2014/main" id="{F60B9018-D7C6-4E2F-A26B-3D97DEE458F4}"/>
              </a:ext>
            </a:extLst>
          </p:cNvPr>
          <p:cNvSpPr>
            <a:spLocks xmlns:a="http://schemas.openxmlformats.org/drawingml/2006/main" noGrp="1"/>
          </p:cNvSpPr>
          <p:nvPr/>
        </p:nvSpPr>
        <p:spPr>
          <a:xfrm xmlns:a="http://schemas.openxmlformats.org/drawingml/2006/main">
            <a:off x="3230621"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2" name="Editable chart path">
            <a:extLst xmlns:a="http://schemas.openxmlformats.org/drawingml/2006/main">
              <a:ext uri="{FF2B5EF4-FFF2-40B4-BE49-F238E27FC236}">
                <a16:creationId xmlns:a16="http://schemas.microsoft.com/office/drawing/2014/main" id="{6F291F4F-4954-490B-BE5E-01977E627B8D}"/>
              </a:ext>
            </a:extLst>
          </p:cNvPr>
          <p:cNvSpPr>
            <a:spLocks xmlns:a="http://schemas.openxmlformats.org/drawingml/2006/main" noGrp="1"/>
          </p:cNvSpPr>
          <p:nvPr/>
        </p:nvSpPr>
        <p:spPr>
          <a:xfrm xmlns:a="http://schemas.openxmlformats.org/drawingml/2006/main">
            <a:off x="3302023"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3" name="Editable chart path">
            <a:extLst xmlns:a="http://schemas.openxmlformats.org/drawingml/2006/main">
              <a:ext uri="{FF2B5EF4-FFF2-40B4-BE49-F238E27FC236}">
                <a16:creationId xmlns:a16="http://schemas.microsoft.com/office/drawing/2014/main" id="{45A65DC6-39C1-4547-8F6B-C2139D8D26D6}"/>
              </a:ext>
            </a:extLst>
          </p:cNvPr>
          <p:cNvSpPr>
            <a:spLocks xmlns:a="http://schemas.openxmlformats.org/drawingml/2006/main" noGrp="1"/>
          </p:cNvSpPr>
          <p:nvPr/>
        </p:nvSpPr>
        <p:spPr>
          <a:xfrm xmlns:a="http://schemas.openxmlformats.org/drawingml/2006/main">
            <a:off x="3373425"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4" name="Editable chart path">
            <a:extLst xmlns:a="http://schemas.openxmlformats.org/drawingml/2006/main">
              <a:ext uri="{FF2B5EF4-FFF2-40B4-BE49-F238E27FC236}">
                <a16:creationId xmlns:a16="http://schemas.microsoft.com/office/drawing/2014/main" id="{99228E83-F9DE-42A0-B73B-0F3E7E570D8C}"/>
              </a:ext>
            </a:extLst>
          </p:cNvPr>
          <p:cNvSpPr>
            <a:spLocks xmlns:a="http://schemas.openxmlformats.org/drawingml/2006/main" noGrp="1"/>
          </p:cNvSpPr>
          <p:nvPr/>
        </p:nvSpPr>
        <p:spPr>
          <a:xfrm xmlns:a="http://schemas.openxmlformats.org/drawingml/2006/main">
            <a:off x="3444827"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5" name="Editable chart path">
            <a:extLst xmlns:a="http://schemas.openxmlformats.org/drawingml/2006/main">
              <a:ext uri="{FF2B5EF4-FFF2-40B4-BE49-F238E27FC236}">
                <a16:creationId xmlns:a16="http://schemas.microsoft.com/office/drawing/2014/main" id="{3921F181-9287-4CB3-B984-DB4E64B528D3}"/>
              </a:ext>
            </a:extLst>
          </p:cNvPr>
          <p:cNvSpPr>
            <a:spLocks xmlns:a="http://schemas.openxmlformats.org/drawingml/2006/main" noGrp="1"/>
          </p:cNvSpPr>
          <p:nvPr/>
        </p:nvSpPr>
        <p:spPr>
          <a:xfrm xmlns:a="http://schemas.openxmlformats.org/drawingml/2006/main">
            <a:off x="3516229"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6" name="Editable chart path">
            <a:extLst xmlns:a="http://schemas.openxmlformats.org/drawingml/2006/main">
              <a:ext uri="{FF2B5EF4-FFF2-40B4-BE49-F238E27FC236}">
                <a16:creationId xmlns:a16="http://schemas.microsoft.com/office/drawing/2014/main" id="{0E4990F7-E48F-41A3-A04D-4B1E8C5E5A27}"/>
              </a:ext>
            </a:extLst>
          </p:cNvPr>
          <p:cNvSpPr>
            <a:spLocks xmlns:a="http://schemas.openxmlformats.org/drawingml/2006/main" noGrp="1"/>
          </p:cNvSpPr>
          <p:nvPr/>
        </p:nvSpPr>
        <p:spPr>
          <a:xfrm xmlns:a="http://schemas.openxmlformats.org/drawingml/2006/main">
            <a:off x="3587631"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7" name="Editable chart path">
            <a:extLst xmlns:a="http://schemas.openxmlformats.org/drawingml/2006/main">
              <a:ext uri="{FF2B5EF4-FFF2-40B4-BE49-F238E27FC236}">
                <a16:creationId xmlns:a16="http://schemas.microsoft.com/office/drawing/2014/main" id="{877CD445-9FE8-4033-A2D1-738A25AB42DC}"/>
              </a:ext>
            </a:extLst>
          </p:cNvPr>
          <p:cNvSpPr>
            <a:spLocks xmlns:a="http://schemas.openxmlformats.org/drawingml/2006/main" noGrp="1"/>
          </p:cNvSpPr>
          <p:nvPr/>
        </p:nvSpPr>
        <p:spPr>
          <a:xfrm xmlns:a="http://schemas.openxmlformats.org/drawingml/2006/main">
            <a:off x="3659033"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8" name="Editable chart path">
            <a:extLst xmlns:a="http://schemas.openxmlformats.org/drawingml/2006/main">
              <a:ext uri="{FF2B5EF4-FFF2-40B4-BE49-F238E27FC236}">
                <a16:creationId xmlns:a16="http://schemas.microsoft.com/office/drawing/2014/main" id="{7119B4F3-FE78-4B6A-8E5B-33858A4DE4E4}"/>
              </a:ext>
            </a:extLst>
          </p:cNvPr>
          <p:cNvSpPr>
            <a:spLocks xmlns:a="http://schemas.openxmlformats.org/drawingml/2006/main" noGrp="1"/>
          </p:cNvSpPr>
          <p:nvPr/>
        </p:nvSpPr>
        <p:spPr>
          <a:xfrm xmlns:a="http://schemas.openxmlformats.org/drawingml/2006/main">
            <a:off x="3730435"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49" name="Editable chart path">
            <a:extLst xmlns:a="http://schemas.openxmlformats.org/drawingml/2006/main">
              <a:ext uri="{FF2B5EF4-FFF2-40B4-BE49-F238E27FC236}">
                <a16:creationId xmlns:a16="http://schemas.microsoft.com/office/drawing/2014/main" id="{5FA253F9-42CC-437E-8EFE-8BDE539E670B}"/>
              </a:ext>
            </a:extLst>
          </p:cNvPr>
          <p:cNvSpPr>
            <a:spLocks xmlns:a="http://schemas.openxmlformats.org/drawingml/2006/main" noGrp="1"/>
          </p:cNvSpPr>
          <p:nvPr/>
        </p:nvSpPr>
        <p:spPr>
          <a:xfrm xmlns:a="http://schemas.openxmlformats.org/drawingml/2006/main">
            <a:off x="3801836"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0" name="Editable chart path">
            <a:extLst xmlns:a="http://schemas.openxmlformats.org/drawingml/2006/main">
              <a:ext uri="{FF2B5EF4-FFF2-40B4-BE49-F238E27FC236}">
                <a16:creationId xmlns:a16="http://schemas.microsoft.com/office/drawing/2014/main" id="{A13B3B5A-6745-4421-B02E-571EF8144211}"/>
              </a:ext>
            </a:extLst>
          </p:cNvPr>
          <p:cNvSpPr>
            <a:spLocks xmlns:a="http://schemas.openxmlformats.org/drawingml/2006/main" noGrp="1"/>
          </p:cNvSpPr>
          <p:nvPr/>
        </p:nvSpPr>
        <p:spPr>
          <a:xfrm xmlns:a="http://schemas.openxmlformats.org/drawingml/2006/main">
            <a:off x="3873238"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1" name="Editable chart path">
            <a:extLst xmlns:a="http://schemas.openxmlformats.org/drawingml/2006/main">
              <a:ext uri="{FF2B5EF4-FFF2-40B4-BE49-F238E27FC236}">
                <a16:creationId xmlns:a16="http://schemas.microsoft.com/office/drawing/2014/main" id="{FF912FC7-68EF-4E79-A38C-0DC410460431}"/>
              </a:ext>
            </a:extLst>
          </p:cNvPr>
          <p:cNvSpPr>
            <a:spLocks xmlns:a="http://schemas.openxmlformats.org/drawingml/2006/main" noGrp="1"/>
          </p:cNvSpPr>
          <p:nvPr/>
        </p:nvSpPr>
        <p:spPr>
          <a:xfrm xmlns:a="http://schemas.openxmlformats.org/drawingml/2006/main">
            <a:off x="3944640"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2" name="Editable chart path">
            <a:extLst xmlns:a="http://schemas.openxmlformats.org/drawingml/2006/main">
              <a:ext uri="{FF2B5EF4-FFF2-40B4-BE49-F238E27FC236}">
                <a16:creationId xmlns:a16="http://schemas.microsoft.com/office/drawing/2014/main" id="{FE4F3F0B-4081-4386-82AA-9EFF388D3948}"/>
              </a:ext>
            </a:extLst>
          </p:cNvPr>
          <p:cNvSpPr>
            <a:spLocks xmlns:a="http://schemas.openxmlformats.org/drawingml/2006/main" noGrp="1"/>
          </p:cNvSpPr>
          <p:nvPr/>
        </p:nvSpPr>
        <p:spPr>
          <a:xfrm xmlns:a="http://schemas.openxmlformats.org/drawingml/2006/main">
            <a:off x="4016042"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3" name="Editable chart path">
            <a:extLst xmlns:a="http://schemas.openxmlformats.org/drawingml/2006/main">
              <a:ext uri="{FF2B5EF4-FFF2-40B4-BE49-F238E27FC236}">
                <a16:creationId xmlns:a16="http://schemas.microsoft.com/office/drawing/2014/main" id="{6DF3396E-3F0A-4C6A-90CF-187944018C0A}"/>
              </a:ext>
            </a:extLst>
          </p:cNvPr>
          <p:cNvSpPr>
            <a:spLocks xmlns:a="http://schemas.openxmlformats.org/drawingml/2006/main" noGrp="1"/>
          </p:cNvSpPr>
          <p:nvPr/>
        </p:nvSpPr>
        <p:spPr>
          <a:xfrm xmlns:a="http://schemas.openxmlformats.org/drawingml/2006/main">
            <a:off x="4087444"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4" name="Editable chart path">
            <a:extLst xmlns:a="http://schemas.openxmlformats.org/drawingml/2006/main">
              <a:ext uri="{FF2B5EF4-FFF2-40B4-BE49-F238E27FC236}">
                <a16:creationId xmlns:a16="http://schemas.microsoft.com/office/drawing/2014/main" id="{147CA68D-080D-4D10-BA84-4B0FDAB3AE14}"/>
              </a:ext>
            </a:extLst>
          </p:cNvPr>
          <p:cNvSpPr>
            <a:spLocks xmlns:a="http://schemas.openxmlformats.org/drawingml/2006/main" noGrp="1"/>
          </p:cNvSpPr>
          <p:nvPr/>
        </p:nvSpPr>
        <p:spPr>
          <a:xfrm xmlns:a="http://schemas.openxmlformats.org/drawingml/2006/main">
            <a:off x="4158846"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5" name="Editable chart path">
            <a:extLst xmlns:a="http://schemas.openxmlformats.org/drawingml/2006/main">
              <a:ext uri="{FF2B5EF4-FFF2-40B4-BE49-F238E27FC236}">
                <a16:creationId xmlns:a16="http://schemas.microsoft.com/office/drawing/2014/main" id="{022B1E43-0484-4F96-AD03-C3D764C87F63}"/>
              </a:ext>
            </a:extLst>
          </p:cNvPr>
          <p:cNvSpPr>
            <a:spLocks xmlns:a="http://schemas.openxmlformats.org/drawingml/2006/main" noGrp="1"/>
          </p:cNvSpPr>
          <p:nvPr/>
        </p:nvSpPr>
        <p:spPr>
          <a:xfrm xmlns:a="http://schemas.openxmlformats.org/drawingml/2006/main">
            <a:off x="4230248"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6" name="Editable chart path">
            <a:extLst xmlns:a="http://schemas.openxmlformats.org/drawingml/2006/main">
              <a:ext uri="{FF2B5EF4-FFF2-40B4-BE49-F238E27FC236}">
                <a16:creationId xmlns:a16="http://schemas.microsoft.com/office/drawing/2014/main" id="{2A02E86C-56F9-4412-98F5-0A475018D43B}"/>
              </a:ext>
            </a:extLst>
          </p:cNvPr>
          <p:cNvSpPr>
            <a:spLocks xmlns:a="http://schemas.openxmlformats.org/drawingml/2006/main" noGrp="1"/>
          </p:cNvSpPr>
          <p:nvPr/>
        </p:nvSpPr>
        <p:spPr>
          <a:xfrm xmlns:a="http://schemas.openxmlformats.org/drawingml/2006/main">
            <a:off x="4444454"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7" name="Editable chart path">
            <a:extLst xmlns:a="http://schemas.openxmlformats.org/drawingml/2006/main">
              <a:ext uri="{FF2B5EF4-FFF2-40B4-BE49-F238E27FC236}">
                <a16:creationId xmlns:a16="http://schemas.microsoft.com/office/drawing/2014/main" id="{6D82E4F5-1626-4517-B8DD-E4AA44051C05}"/>
              </a:ext>
            </a:extLst>
          </p:cNvPr>
          <p:cNvSpPr>
            <a:spLocks xmlns:a="http://schemas.openxmlformats.org/drawingml/2006/main" noGrp="1"/>
          </p:cNvSpPr>
          <p:nvPr/>
        </p:nvSpPr>
        <p:spPr>
          <a:xfrm xmlns:a="http://schemas.openxmlformats.org/drawingml/2006/main">
            <a:off x="4515856"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8" name="Editable chart path">
            <a:extLst xmlns:a="http://schemas.openxmlformats.org/drawingml/2006/main">
              <a:ext uri="{FF2B5EF4-FFF2-40B4-BE49-F238E27FC236}">
                <a16:creationId xmlns:a16="http://schemas.microsoft.com/office/drawing/2014/main" id="{FFD93F9F-705B-4992-BB66-20BB4ECB9495}"/>
              </a:ext>
            </a:extLst>
          </p:cNvPr>
          <p:cNvSpPr>
            <a:spLocks xmlns:a="http://schemas.openxmlformats.org/drawingml/2006/main" noGrp="1"/>
          </p:cNvSpPr>
          <p:nvPr/>
        </p:nvSpPr>
        <p:spPr>
          <a:xfrm xmlns:a="http://schemas.openxmlformats.org/drawingml/2006/main">
            <a:off x="4587258"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59" name="Editable chart path">
            <a:extLst xmlns:a="http://schemas.openxmlformats.org/drawingml/2006/main">
              <a:ext uri="{FF2B5EF4-FFF2-40B4-BE49-F238E27FC236}">
                <a16:creationId xmlns:a16="http://schemas.microsoft.com/office/drawing/2014/main" id="{67934675-834A-445F-9F7C-94239B905FD5}"/>
              </a:ext>
            </a:extLst>
          </p:cNvPr>
          <p:cNvSpPr>
            <a:spLocks xmlns:a="http://schemas.openxmlformats.org/drawingml/2006/main" noGrp="1"/>
          </p:cNvSpPr>
          <p:nvPr/>
        </p:nvSpPr>
        <p:spPr>
          <a:xfrm xmlns:a="http://schemas.openxmlformats.org/drawingml/2006/main">
            <a:off x="4658660"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0" name="Editable chart path">
            <a:extLst xmlns:a="http://schemas.openxmlformats.org/drawingml/2006/main">
              <a:ext uri="{FF2B5EF4-FFF2-40B4-BE49-F238E27FC236}">
                <a16:creationId xmlns:a16="http://schemas.microsoft.com/office/drawing/2014/main" id="{FDCD61A4-028D-44CA-A8A9-85EF780D4255}"/>
              </a:ext>
            </a:extLst>
          </p:cNvPr>
          <p:cNvSpPr>
            <a:spLocks xmlns:a="http://schemas.openxmlformats.org/drawingml/2006/main" noGrp="1"/>
          </p:cNvSpPr>
          <p:nvPr/>
        </p:nvSpPr>
        <p:spPr>
          <a:xfrm xmlns:a="http://schemas.openxmlformats.org/drawingml/2006/main">
            <a:off x="4730062"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1" name="Editable chart path">
            <a:extLst xmlns:a="http://schemas.openxmlformats.org/drawingml/2006/main">
              <a:ext uri="{FF2B5EF4-FFF2-40B4-BE49-F238E27FC236}">
                <a16:creationId xmlns:a16="http://schemas.microsoft.com/office/drawing/2014/main" id="{7534ABD6-CAEA-4D5F-8845-CED628186433}"/>
              </a:ext>
            </a:extLst>
          </p:cNvPr>
          <p:cNvSpPr>
            <a:spLocks xmlns:a="http://schemas.openxmlformats.org/drawingml/2006/main" noGrp="1"/>
          </p:cNvSpPr>
          <p:nvPr/>
        </p:nvSpPr>
        <p:spPr>
          <a:xfrm xmlns:a="http://schemas.openxmlformats.org/drawingml/2006/main">
            <a:off x="4801464"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2" name="Editable chart path">
            <a:extLst xmlns:a="http://schemas.openxmlformats.org/drawingml/2006/main">
              <a:ext uri="{FF2B5EF4-FFF2-40B4-BE49-F238E27FC236}">
                <a16:creationId xmlns:a16="http://schemas.microsoft.com/office/drawing/2014/main" id="{C96E9C4D-A488-45BB-B910-01802A59185B}"/>
              </a:ext>
            </a:extLst>
          </p:cNvPr>
          <p:cNvSpPr>
            <a:spLocks xmlns:a="http://schemas.openxmlformats.org/drawingml/2006/main" noGrp="1"/>
          </p:cNvSpPr>
          <p:nvPr/>
        </p:nvSpPr>
        <p:spPr>
          <a:xfrm xmlns:a="http://schemas.openxmlformats.org/drawingml/2006/main">
            <a:off x="5087072"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3" name="Editable chart path">
            <a:extLst xmlns:a="http://schemas.openxmlformats.org/drawingml/2006/main">
              <a:ext uri="{FF2B5EF4-FFF2-40B4-BE49-F238E27FC236}">
                <a16:creationId xmlns:a16="http://schemas.microsoft.com/office/drawing/2014/main" id="{1DDC2FEE-2B06-4093-8982-61B8165D1CDB}"/>
              </a:ext>
            </a:extLst>
          </p:cNvPr>
          <p:cNvSpPr>
            <a:spLocks xmlns:a="http://schemas.openxmlformats.org/drawingml/2006/main" noGrp="1"/>
          </p:cNvSpPr>
          <p:nvPr/>
        </p:nvSpPr>
        <p:spPr>
          <a:xfrm xmlns:a="http://schemas.openxmlformats.org/drawingml/2006/main">
            <a:off x="5158474"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4" name="Editable chart path">
            <a:extLst xmlns:a="http://schemas.openxmlformats.org/drawingml/2006/main">
              <a:ext uri="{FF2B5EF4-FFF2-40B4-BE49-F238E27FC236}">
                <a16:creationId xmlns:a16="http://schemas.microsoft.com/office/drawing/2014/main" id="{242BEBBD-F7E3-4A14-8693-D23D3F464E83}"/>
              </a:ext>
            </a:extLst>
          </p:cNvPr>
          <p:cNvSpPr>
            <a:spLocks xmlns:a="http://schemas.openxmlformats.org/drawingml/2006/main" noGrp="1"/>
          </p:cNvSpPr>
          <p:nvPr/>
        </p:nvSpPr>
        <p:spPr>
          <a:xfrm xmlns:a="http://schemas.openxmlformats.org/drawingml/2006/main">
            <a:off x="5229876"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5" name="Editable chart path">
            <a:extLst xmlns:a="http://schemas.openxmlformats.org/drawingml/2006/main">
              <a:ext uri="{FF2B5EF4-FFF2-40B4-BE49-F238E27FC236}">
                <a16:creationId xmlns:a16="http://schemas.microsoft.com/office/drawing/2014/main" id="{3DDCFF46-51A3-4187-A278-AD0EBDC3D768}"/>
              </a:ext>
            </a:extLst>
          </p:cNvPr>
          <p:cNvSpPr>
            <a:spLocks xmlns:a="http://schemas.openxmlformats.org/drawingml/2006/main" noGrp="1"/>
          </p:cNvSpPr>
          <p:nvPr/>
        </p:nvSpPr>
        <p:spPr>
          <a:xfrm xmlns:a="http://schemas.openxmlformats.org/drawingml/2006/main">
            <a:off x="5301278"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6" name="Editable chart path">
            <a:extLst xmlns:a="http://schemas.openxmlformats.org/drawingml/2006/main">
              <a:ext uri="{FF2B5EF4-FFF2-40B4-BE49-F238E27FC236}">
                <a16:creationId xmlns:a16="http://schemas.microsoft.com/office/drawing/2014/main" id="{3C3F5C8E-B155-462C-B432-B54402D35BF5}"/>
              </a:ext>
            </a:extLst>
          </p:cNvPr>
          <p:cNvSpPr>
            <a:spLocks xmlns:a="http://schemas.openxmlformats.org/drawingml/2006/main" noGrp="1"/>
          </p:cNvSpPr>
          <p:nvPr/>
        </p:nvSpPr>
        <p:spPr>
          <a:xfrm xmlns:a="http://schemas.openxmlformats.org/drawingml/2006/main">
            <a:off x="5372680"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7" name="Editable chart path">
            <a:extLst xmlns:a="http://schemas.openxmlformats.org/drawingml/2006/main">
              <a:ext uri="{FF2B5EF4-FFF2-40B4-BE49-F238E27FC236}">
                <a16:creationId xmlns:a16="http://schemas.microsoft.com/office/drawing/2014/main" id="{251C29A9-07DD-441A-948C-420FACCB6064}"/>
              </a:ext>
            </a:extLst>
          </p:cNvPr>
          <p:cNvSpPr>
            <a:spLocks xmlns:a="http://schemas.openxmlformats.org/drawingml/2006/main" noGrp="1"/>
          </p:cNvSpPr>
          <p:nvPr/>
        </p:nvSpPr>
        <p:spPr>
          <a:xfrm xmlns:a="http://schemas.openxmlformats.org/drawingml/2006/main">
            <a:off x="5444082"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8" name="Editable chart path">
            <a:extLst xmlns:a="http://schemas.openxmlformats.org/drawingml/2006/main">
              <a:ext uri="{FF2B5EF4-FFF2-40B4-BE49-F238E27FC236}">
                <a16:creationId xmlns:a16="http://schemas.microsoft.com/office/drawing/2014/main" id="{B100D057-1A89-4927-88AC-90B058C49FC1}"/>
              </a:ext>
            </a:extLst>
          </p:cNvPr>
          <p:cNvSpPr>
            <a:spLocks xmlns:a="http://schemas.openxmlformats.org/drawingml/2006/main" noGrp="1"/>
          </p:cNvSpPr>
          <p:nvPr/>
        </p:nvSpPr>
        <p:spPr>
          <a:xfrm xmlns:a="http://schemas.openxmlformats.org/drawingml/2006/main">
            <a:off x="2302395"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69" name="Editable chart path">
            <a:extLst xmlns:a="http://schemas.openxmlformats.org/drawingml/2006/main">
              <a:ext uri="{FF2B5EF4-FFF2-40B4-BE49-F238E27FC236}">
                <a16:creationId xmlns:a16="http://schemas.microsoft.com/office/drawing/2014/main" id="{356A21C0-8310-49EA-AE28-E0DB8B2018AF}"/>
              </a:ext>
            </a:extLst>
          </p:cNvPr>
          <p:cNvSpPr>
            <a:spLocks xmlns:a="http://schemas.openxmlformats.org/drawingml/2006/main" noGrp="1"/>
          </p:cNvSpPr>
          <p:nvPr/>
        </p:nvSpPr>
        <p:spPr>
          <a:xfrm xmlns:a="http://schemas.openxmlformats.org/drawingml/2006/main">
            <a:off x="2373797"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0" name="Editable chart path">
            <a:extLst xmlns:a="http://schemas.openxmlformats.org/drawingml/2006/main">
              <a:ext uri="{FF2B5EF4-FFF2-40B4-BE49-F238E27FC236}">
                <a16:creationId xmlns:a16="http://schemas.microsoft.com/office/drawing/2014/main" id="{5D4BAE66-5A76-48D3-97F2-EAE1CE2DF763}"/>
              </a:ext>
            </a:extLst>
          </p:cNvPr>
          <p:cNvSpPr>
            <a:spLocks xmlns:a="http://schemas.openxmlformats.org/drawingml/2006/main" noGrp="1"/>
          </p:cNvSpPr>
          <p:nvPr/>
        </p:nvSpPr>
        <p:spPr>
          <a:xfrm xmlns:a="http://schemas.openxmlformats.org/drawingml/2006/main">
            <a:off x="2445199"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1" name="Editable chart path">
            <a:extLst xmlns:a="http://schemas.openxmlformats.org/drawingml/2006/main">
              <a:ext uri="{FF2B5EF4-FFF2-40B4-BE49-F238E27FC236}">
                <a16:creationId xmlns:a16="http://schemas.microsoft.com/office/drawing/2014/main" id="{88E07E5D-3720-43DF-813B-5BBC22CFE50B}"/>
              </a:ext>
            </a:extLst>
          </p:cNvPr>
          <p:cNvSpPr>
            <a:spLocks xmlns:a="http://schemas.openxmlformats.org/drawingml/2006/main" noGrp="1"/>
          </p:cNvSpPr>
          <p:nvPr/>
        </p:nvSpPr>
        <p:spPr>
          <a:xfrm xmlns:a="http://schemas.openxmlformats.org/drawingml/2006/main">
            <a:off x="2516601"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2" name="Editable chart path">
            <a:extLst xmlns:a="http://schemas.openxmlformats.org/drawingml/2006/main">
              <a:ext uri="{FF2B5EF4-FFF2-40B4-BE49-F238E27FC236}">
                <a16:creationId xmlns:a16="http://schemas.microsoft.com/office/drawing/2014/main" id="{C06B8567-7D21-4374-8AA5-13289220B077}"/>
              </a:ext>
            </a:extLst>
          </p:cNvPr>
          <p:cNvSpPr>
            <a:spLocks xmlns:a="http://schemas.openxmlformats.org/drawingml/2006/main" noGrp="1"/>
          </p:cNvSpPr>
          <p:nvPr/>
        </p:nvSpPr>
        <p:spPr>
          <a:xfrm xmlns:a="http://schemas.openxmlformats.org/drawingml/2006/main">
            <a:off x="2588003"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3" name="Editable chart path">
            <a:extLst xmlns:a="http://schemas.openxmlformats.org/drawingml/2006/main">
              <a:ext uri="{FF2B5EF4-FFF2-40B4-BE49-F238E27FC236}">
                <a16:creationId xmlns:a16="http://schemas.microsoft.com/office/drawing/2014/main" id="{6716858E-C399-4899-934C-4A5D60FED867}"/>
              </a:ext>
            </a:extLst>
          </p:cNvPr>
          <p:cNvSpPr>
            <a:spLocks xmlns:a="http://schemas.openxmlformats.org/drawingml/2006/main" noGrp="1"/>
          </p:cNvSpPr>
          <p:nvPr/>
        </p:nvSpPr>
        <p:spPr>
          <a:xfrm xmlns:a="http://schemas.openxmlformats.org/drawingml/2006/main">
            <a:off x="2659405"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4" name="Editable chart path">
            <a:extLst xmlns:a="http://schemas.openxmlformats.org/drawingml/2006/main">
              <a:ext uri="{FF2B5EF4-FFF2-40B4-BE49-F238E27FC236}">
                <a16:creationId xmlns:a16="http://schemas.microsoft.com/office/drawing/2014/main" id="{B4679F4A-6A09-465D-B683-960F447CC8F9}"/>
              </a:ext>
            </a:extLst>
          </p:cNvPr>
          <p:cNvSpPr>
            <a:spLocks xmlns:a="http://schemas.openxmlformats.org/drawingml/2006/main" noGrp="1"/>
          </p:cNvSpPr>
          <p:nvPr/>
        </p:nvSpPr>
        <p:spPr>
          <a:xfrm xmlns:a="http://schemas.openxmlformats.org/drawingml/2006/main">
            <a:off x="2730807"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5" name="Editable chart path">
            <a:extLst xmlns:a="http://schemas.openxmlformats.org/drawingml/2006/main">
              <a:ext uri="{FF2B5EF4-FFF2-40B4-BE49-F238E27FC236}">
                <a16:creationId xmlns:a16="http://schemas.microsoft.com/office/drawing/2014/main" id="{D7B8490E-555F-4BA4-B5D1-DCF4C7D8391F}"/>
              </a:ext>
            </a:extLst>
          </p:cNvPr>
          <p:cNvSpPr>
            <a:spLocks xmlns:a="http://schemas.openxmlformats.org/drawingml/2006/main" noGrp="1"/>
          </p:cNvSpPr>
          <p:nvPr/>
        </p:nvSpPr>
        <p:spPr>
          <a:xfrm xmlns:a="http://schemas.openxmlformats.org/drawingml/2006/main">
            <a:off x="2802209"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6" name="Editable chart path">
            <a:extLst xmlns:a="http://schemas.openxmlformats.org/drawingml/2006/main">
              <a:ext uri="{FF2B5EF4-FFF2-40B4-BE49-F238E27FC236}">
                <a16:creationId xmlns:a16="http://schemas.microsoft.com/office/drawing/2014/main" id="{1A1F83F1-0345-4842-8A47-8B942FFA91B8}"/>
              </a:ext>
            </a:extLst>
          </p:cNvPr>
          <p:cNvSpPr>
            <a:spLocks xmlns:a="http://schemas.openxmlformats.org/drawingml/2006/main" noGrp="1"/>
          </p:cNvSpPr>
          <p:nvPr/>
        </p:nvSpPr>
        <p:spPr>
          <a:xfrm xmlns:a="http://schemas.openxmlformats.org/drawingml/2006/main">
            <a:off x="2873611"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7" name="Editable chart path">
            <a:extLst xmlns:a="http://schemas.openxmlformats.org/drawingml/2006/main">
              <a:ext uri="{FF2B5EF4-FFF2-40B4-BE49-F238E27FC236}">
                <a16:creationId xmlns:a16="http://schemas.microsoft.com/office/drawing/2014/main" id="{1B0DB012-7C55-46A2-9267-EF1D810432AF}"/>
              </a:ext>
            </a:extLst>
          </p:cNvPr>
          <p:cNvSpPr>
            <a:spLocks xmlns:a="http://schemas.openxmlformats.org/drawingml/2006/main" noGrp="1"/>
          </p:cNvSpPr>
          <p:nvPr/>
        </p:nvSpPr>
        <p:spPr>
          <a:xfrm xmlns:a="http://schemas.openxmlformats.org/drawingml/2006/main">
            <a:off x="2945013"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8" name="Editable chart path">
            <a:extLst xmlns:a="http://schemas.openxmlformats.org/drawingml/2006/main">
              <a:ext uri="{FF2B5EF4-FFF2-40B4-BE49-F238E27FC236}">
                <a16:creationId xmlns:a16="http://schemas.microsoft.com/office/drawing/2014/main" id="{6E290C80-229F-4188-9410-72569E2EF59C}"/>
              </a:ext>
            </a:extLst>
          </p:cNvPr>
          <p:cNvSpPr>
            <a:spLocks xmlns:a="http://schemas.openxmlformats.org/drawingml/2006/main" noGrp="1"/>
          </p:cNvSpPr>
          <p:nvPr/>
        </p:nvSpPr>
        <p:spPr>
          <a:xfrm xmlns:a="http://schemas.openxmlformats.org/drawingml/2006/main">
            <a:off x="3016415"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79" name="Editable chart path">
            <a:extLst xmlns:a="http://schemas.openxmlformats.org/drawingml/2006/main">
              <a:ext uri="{FF2B5EF4-FFF2-40B4-BE49-F238E27FC236}">
                <a16:creationId xmlns:a16="http://schemas.microsoft.com/office/drawing/2014/main" id="{457C5E77-2CEC-4B17-8E6E-688A5E4A80AD}"/>
              </a:ext>
            </a:extLst>
          </p:cNvPr>
          <p:cNvSpPr>
            <a:spLocks xmlns:a="http://schemas.openxmlformats.org/drawingml/2006/main" noGrp="1"/>
          </p:cNvSpPr>
          <p:nvPr/>
        </p:nvSpPr>
        <p:spPr>
          <a:xfrm xmlns:a="http://schemas.openxmlformats.org/drawingml/2006/main">
            <a:off x="3087817"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0" name="Editable chart path">
            <a:extLst xmlns:a="http://schemas.openxmlformats.org/drawingml/2006/main">
              <a:ext uri="{FF2B5EF4-FFF2-40B4-BE49-F238E27FC236}">
                <a16:creationId xmlns:a16="http://schemas.microsoft.com/office/drawing/2014/main" id="{9368CA07-437C-480B-9AF5-18EDB3E9BCC1}"/>
              </a:ext>
            </a:extLst>
          </p:cNvPr>
          <p:cNvSpPr>
            <a:spLocks xmlns:a="http://schemas.openxmlformats.org/drawingml/2006/main" noGrp="1"/>
          </p:cNvSpPr>
          <p:nvPr/>
        </p:nvSpPr>
        <p:spPr>
          <a:xfrm xmlns:a="http://schemas.openxmlformats.org/drawingml/2006/main">
            <a:off x="3159219"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1" name="Editable chart path">
            <a:extLst xmlns:a="http://schemas.openxmlformats.org/drawingml/2006/main">
              <a:ext uri="{FF2B5EF4-FFF2-40B4-BE49-F238E27FC236}">
                <a16:creationId xmlns:a16="http://schemas.microsoft.com/office/drawing/2014/main" id="{BA6F3CBB-43E7-4353-A215-543569381D24}"/>
              </a:ext>
            </a:extLst>
          </p:cNvPr>
          <p:cNvSpPr>
            <a:spLocks xmlns:a="http://schemas.openxmlformats.org/drawingml/2006/main" noGrp="1"/>
          </p:cNvSpPr>
          <p:nvPr/>
        </p:nvSpPr>
        <p:spPr>
          <a:xfrm xmlns:a="http://schemas.openxmlformats.org/drawingml/2006/main">
            <a:off x="3230621"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2" name="Editable chart path">
            <a:extLst xmlns:a="http://schemas.openxmlformats.org/drawingml/2006/main">
              <a:ext uri="{FF2B5EF4-FFF2-40B4-BE49-F238E27FC236}">
                <a16:creationId xmlns:a16="http://schemas.microsoft.com/office/drawing/2014/main" id="{EA349D3A-6A7B-4547-A27B-CC4AF4B11CB0}"/>
              </a:ext>
            </a:extLst>
          </p:cNvPr>
          <p:cNvSpPr>
            <a:spLocks xmlns:a="http://schemas.openxmlformats.org/drawingml/2006/main" noGrp="1"/>
          </p:cNvSpPr>
          <p:nvPr/>
        </p:nvSpPr>
        <p:spPr>
          <a:xfrm xmlns:a="http://schemas.openxmlformats.org/drawingml/2006/main">
            <a:off x="3302023"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3" name="Editable chart path">
            <a:extLst xmlns:a="http://schemas.openxmlformats.org/drawingml/2006/main">
              <a:ext uri="{FF2B5EF4-FFF2-40B4-BE49-F238E27FC236}">
                <a16:creationId xmlns:a16="http://schemas.microsoft.com/office/drawing/2014/main" id="{78A8FD34-DE36-483F-B37C-C8102A68D645}"/>
              </a:ext>
            </a:extLst>
          </p:cNvPr>
          <p:cNvSpPr>
            <a:spLocks xmlns:a="http://schemas.openxmlformats.org/drawingml/2006/main" noGrp="1"/>
          </p:cNvSpPr>
          <p:nvPr/>
        </p:nvSpPr>
        <p:spPr>
          <a:xfrm xmlns:a="http://schemas.openxmlformats.org/drawingml/2006/main">
            <a:off x="3373425"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4" name="Editable chart path">
            <a:extLst xmlns:a="http://schemas.openxmlformats.org/drawingml/2006/main">
              <a:ext uri="{FF2B5EF4-FFF2-40B4-BE49-F238E27FC236}">
                <a16:creationId xmlns:a16="http://schemas.microsoft.com/office/drawing/2014/main" id="{9704EFCA-9F48-4B48-8C87-39054465B8D1}"/>
              </a:ext>
            </a:extLst>
          </p:cNvPr>
          <p:cNvSpPr>
            <a:spLocks xmlns:a="http://schemas.openxmlformats.org/drawingml/2006/main" noGrp="1"/>
          </p:cNvSpPr>
          <p:nvPr/>
        </p:nvSpPr>
        <p:spPr>
          <a:xfrm xmlns:a="http://schemas.openxmlformats.org/drawingml/2006/main">
            <a:off x="3444827"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5" name="Editable chart path">
            <a:extLst xmlns:a="http://schemas.openxmlformats.org/drawingml/2006/main">
              <a:ext uri="{FF2B5EF4-FFF2-40B4-BE49-F238E27FC236}">
                <a16:creationId xmlns:a16="http://schemas.microsoft.com/office/drawing/2014/main" id="{A0469189-23FD-485C-BA59-EA05CE7034FB}"/>
              </a:ext>
            </a:extLst>
          </p:cNvPr>
          <p:cNvSpPr>
            <a:spLocks xmlns:a="http://schemas.openxmlformats.org/drawingml/2006/main" noGrp="1"/>
          </p:cNvSpPr>
          <p:nvPr/>
        </p:nvSpPr>
        <p:spPr>
          <a:xfrm xmlns:a="http://schemas.openxmlformats.org/drawingml/2006/main">
            <a:off x="3516229"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6" name="Editable chart path">
            <a:extLst xmlns:a="http://schemas.openxmlformats.org/drawingml/2006/main">
              <a:ext uri="{FF2B5EF4-FFF2-40B4-BE49-F238E27FC236}">
                <a16:creationId xmlns:a16="http://schemas.microsoft.com/office/drawing/2014/main" id="{05CD86AA-FF4E-4CC9-A2DE-5983D172DF46}"/>
              </a:ext>
            </a:extLst>
          </p:cNvPr>
          <p:cNvSpPr>
            <a:spLocks xmlns:a="http://schemas.openxmlformats.org/drawingml/2006/main" noGrp="1"/>
          </p:cNvSpPr>
          <p:nvPr/>
        </p:nvSpPr>
        <p:spPr>
          <a:xfrm xmlns:a="http://schemas.openxmlformats.org/drawingml/2006/main">
            <a:off x="3587631"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7" name="Editable chart path">
            <a:extLst xmlns:a="http://schemas.openxmlformats.org/drawingml/2006/main">
              <a:ext uri="{FF2B5EF4-FFF2-40B4-BE49-F238E27FC236}">
                <a16:creationId xmlns:a16="http://schemas.microsoft.com/office/drawing/2014/main" id="{25577A64-8CFB-4A29-9F25-7F05197187FD}"/>
              </a:ext>
            </a:extLst>
          </p:cNvPr>
          <p:cNvSpPr>
            <a:spLocks xmlns:a="http://schemas.openxmlformats.org/drawingml/2006/main" noGrp="1"/>
          </p:cNvSpPr>
          <p:nvPr/>
        </p:nvSpPr>
        <p:spPr>
          <a:xfrm xmlns:a="http://schemas.openxmlformats.org/drawingml/2006/main">
            <a:off x="3659033"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8" name="Editable chart path">
            <a:extLst xmlns:a="http://schemas.openxmlformats.org/drawingml/2006/main">
              <a:ext uri="{FF2B5EF4-FFF2-40B4-BE49-F238E27FC236}">
                <a16:creationId xmlns:a16="http://schemas.microsoft.com/office/drawing/2014/main" id="{0AFABD4B-E776-4D75-9693-9E4A7FFADD5E}"/>
              </a:ext>
            </a:extLst>
          </p:cNvPr>
          <p:cNvSpPr>
            <a:spLocks xmlns:a="http://schemas.openxmlformats.org/drawingml/2006/main" noGrp="1"/>
          </p:cNvSpPr>
          <p:nvPr/>
        </p:nvSpPr>
        <p:spPr>
          <a:xfrm xmlns:a="http://schemas.openxmlformats.org/drawingml/2006/main">
            <a:off x="3730435"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89" name="Editable chart path">
            <a:extLst xmlns:a="http://schemas.openxmlformats.org/drawingml/2006/main">
              <a:ext uri="{FF2B5EF4-FFF2-40B4-BE49-F238E27FC236}">
                <a16:creationId xmlns:a16="http://schemas.microsoft.com/office/drawing/2014/main" id="{7DB68169-6017-47DD-B884-082C515065BC}"/>
              </a:ext>
            </a:extLst>
          </p:cNvPr>
          <p:cNvSpPr>
            <a:spLocks xmlns:a="http://schemas.openxmlformats.org/drawingml/2006/main" noGrp="1"/>
          </p:cNvSpPr>
          <p:nvPr/>
        </p:nvSpPr>
        <p:spPr>
          <a:xfrm xmlns:a="http://schemas.openxmlformats.org/drawingml/2006/main">
            <a:off x="3801836"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0" name="Editable chart path">
            <a:extLst xmlns:a="http://schemas.openxmlformats.org/drawingml/2006/main">
              <a:ext uri="{FF2B5EF4-FFF2-40B4-BE49-F238E27FC236}">
                <a16:creationId xmlns:a16="http://schemas.microsoft.com/office/drawing/2014/main" id="{46FD21C0-2D04-4F2F-82C2-EA74887AB793}"/>
              </a:ext>
            </a:extLst>
          </p:cNvPr>
          <p:cNvSpPr>
            <a:spLocks xmlns:a="http://schemas.openxmlformats.org/drawingml/2006/main" noGrp="1"/>
          </p:cNvSpPr>
          <p:nvPr/>
        </p:nvSpPr>
        <p:spPr>
          <a:xfrm xmlns:a="http://schemas.openxmlformats.org/drawingml/2006/main">
            <a:off x="3873238"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1" name="Editable chart path">
            <a:extLst xmlns:a="http://schemas.openxmlformats.org/drawingml/2006/main">
              <a:ext uri="{FF2B5EF4-FFF2-40B4-BE49-F238E27FC236}">
                <a16:creationId xmlns:a16="http://schemas.microsoft.com/office/drawing/2014/main" id="{91BA5654-B58F-46D5-90DF-C4DAEF988FB9}"/>
              </a:ext>
            </a:extLst>
          </p:cNvPr>
          <p:cNvSpPr>
            <a:spLocks xmlns:a="http://schemas.openxmlformats.org/drawingml/2006/main" noGrp="1"/>
          </p:cNvSpPr>
          <p:nvPr/>
        </p:nvSpPr>
        <p:spPr>
          <a:xfrm xmlns:a="http://schemas.openxmlformats.org/drawingml/2006/main">
            <a:off x="3944640"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2" name="Editable chart path">
            <a:extLst xmlns:a="http://schemas.openxmlformats.org/drawingml/2006/main">
              <a:ext uri="{FF2B5EF4-FFF2-40B4-BE49-F238E27FC236}">
                <a16:creationId xmlns:a16="http://schemas.microsoft.com/office/drawing/2014/main" id="{AABF1BF5-567E-4DCF-9086-C98817ED3BC1}"/>
              </a:ext>
            </a:extLst>
          </p:cNvPr>
          <p:cNvSpPr>
            <a:spLocks xmlns:a="http://schemas.openxmlformats.org/drawingml/2006/main" noGrp="1"/>
          </p:cNvSpPr>
          <p:nvPr/>
        </p:nvSpPr>
        <p:spPr>
          <a:xfrm xmlns:a="http://schemas.openxmlformats.org/drawingml/2006/main">
            <a:off x="4016042"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3" name="Editable chart path">
            <a:extLst xmlns:a="http://schemas.openxmlformats.org/drawingml/2006/main">
              <a:ext uri="{FF2B5EF4-FFF2-40B4-BE49-F238E27FC236}">
                <a16:creationId xmlns:a16="http://schemas.microsoft.com/office/drawing/2014/main" id="{89F16984-52AE-4718-8D62-EF50E1D84737}"/>
              </a:ext>
            </a:extLst>
          </p:cNvPr>
          <p:cNvSpPr>
            <a:spLocks xmlns:a="http://schemas.openxmlformats.org/drawingml/2006/main" noGrp="1"/>
          </p:cNvSpPr>
          <p:nvPr/>
        </p:nvSpPr>
        <p:spPr>
          <a:xfrm xmlns:a="http://schemas.openxmlformats.org/drawingml/2006/main">
            <a:off x="4087444"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4" name="Editable chart path">
            <a:extLst xmlns:a="http://schemas.openxmlformats.org/drawingml/2006/main">
              <a:ext uri="{FF2B5EF4-FFF2-40B4-BE49-F238E27FC236}">
                <a16:creationId xmlns:a16="http://schemas.microsoft.com/office/drawing/2014/main" id="{8154175C-1224-4ECA-BDD2-AC2DDC493F7C}"/>
              </a:ext>
            </a:extLst>
          </p:cNvPr>
          <p:cNvSpPr>
            <a:spLocks xmlns:a="http://schemas.openxmlformats.org/drawingml/2006/main" noGrp="1"/>
          </p:cNvSpPr>
          <p:nvPr/>
        </p:nvSpPr>
        <p:spPr>
          <a:xfrm xmlns:a="http://schemas.openxmlformats.org/drawingml/2006/main">
            <a:off x="4158846"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5" name="Editable chart path">
            <a:extLst xmlns:a="http://schemas.openxmlformats.org/drawingml/2006/main">
              <a:ext uri="{FF2B5EF4-FFF2-40B4-BE49-F238E27FC236}">
                <a16:creationId xmlns:a16="http://schemas.microsoft.com/office/drawing/2014/main" id="{8AA5DFEA-3F87-42AA-95BA-4188D33C9A13}"/>
              </a:ext>
            </a:extLst>
          </p:cNvPr>
          <p:cNvSpPr>
            <a:spLocks xmlns:a="http://schemas.openxmlformats.org/drawingml/2006/main" noGrp="1"/>
          </p:cNvSpPr>
          <p:nvPr/>
        </p:nvSpPr>
        <p:spPr>
          <a:xfrm xmlns:a="http://schemas.openxmlformats.org/drawingml/2006/main">
            <a:off x="4373052"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6" name="Editable chart path">
            <a:extLst xmlns:a="http://schemas.openxmlformats.org/drawingml/2006/main">
              <a:ext uri="{FF2B5EF4-FFF2-40B4-BE49-F238E27FC236}">
                <a16:creationId xmlns:a16="http://schemas.microsoft.com/office/drawing/2014/main" id="{C3C1E984-E20B-4443-BEC5-589B32B16292}"/>
              </a:ext>
            </a:extLst>
          </p:cNvPr>
          <p:cNvSpPr>
            <a:spLocks xmlns:a="http://schemas.openxmlformats.org/drawingml/2006/main" noGrp="1"/>
          </p:cNvSpPr>
          <p:nvPr/>
        </p:nvSpPr>
        <p:spPr>
          <a:xfrm xmlns:a="http://schemas.openxmlformats.org/drawingml/2006/main">
            <a:off x="4444454"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7" name="Editable chart path">
            <a:extLst xmlns:a="http://schemas.openxmlformats.org/drawingml/2006/main">
              <a:ext uri="{FF2B5EF4-FFF2-40B4-BE49-F238E27FC236}">
                <a16:creationId xmlns:a16="http://schemas.microsoft.com/office/drawing/2014/main" id="{FF6D6297-8B08-43FF-9143-B4806BCBBBF7}"/>
              </a:ext>
            </a:extLst>
          </p:cNvPr>
          <p:cNvSpPr>
            <a:spLocks xmlns:a="http://schemas.openxmlformats.org/drawingml/2006/main" noGrp="1"/>
          </p:cNvSpPr>
          <p:nvPr/>
        </p:nvSpPr>
        <p:spPr>
          <a:xfrm xmlns:a="http://schemas.openxmlformats.org/drawingml/2006/main">
            <a:off x="4515856"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8" name="Editable chart path">
            <a:extLst xmlns:a="http://schemas.openxmlformats.org/drawingml/2006/main">
              <a:ext uri="{FF2B5EF4-FFF2-40B4-BE49-F238E27FC236}">
                <a16:creationId xmlns:a16="http://schemas.microsoft.com/office/drawing/2014/main" id="{02DECDE0-1198-47A8-B544-9E088940A2E4}"/>
              </a:ext>
            </a:extLst>
          </p:cNvPr>
          <p:cNvSpPr>
            <a:spLocks xmlns:a="http://schemas.openxmlformats.org/drawingml/2006/main" noGrp="1"/>
          </p:cNvSpPr>
          <p:nvPr/>
        </p:nvSpPr>
        <p:spPr>
          <a:xfrm xmlns:a="http://schemas.openxmlformats.org/drawingml/2006/main">
            <a:off x="4587258"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699" name="Editable chart path">
            <a:extLst xmlns:a="http://schemas.openxmlformats.org/drawingml/2006/main">
              <a:ext uri="{FF2B5EF4-FFF2-40B4-BE49-F238E27FC236}">
                <a16:creationId xmlns:a16="http://schemas.microsoft.com/office/drawing/2014/main" id="{C29458EA-38A6-4DD8-85E8-CE71BD0C1E56}"/>
              </a:ext>
            </a:extLst>
          </p:cNvPr>
          <p:cNvSpPr>
            <a:spLocks xmlns:a="http://schemas.openxmlformats.org/drawingml/2006/main" noGrp="1"/>
          </p:cNvSpPr>
          <p:nvPr/>
        </p:nvSpPr>
        <p:spPr>
          <a:xfrm xmlns:a="http://schemas.openxmlformats.org/drawingml/2006/main">
            <a:off x="4658660"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0" name="Editable chart path">
            <a:extLst xmlns:a="http://schemas.openxmlformats.org/drawingml/2006/main">
              <a:ext uri="{FF2B5EF4-FFF2-40B4-BE49-F238E27FC236}">
                <a16:creationId xmlns:a16="http://schemas.microsoft.com/office/drawing/2014/main" id="{FABEF017-8FAE-4467-BD78-D9A279867E64}"/>
              </a:ext>
            </a:extLst>
          </p:cNvPr>
          <p:cNvSpPr>
            <a:spLocks xmlns:a="http://schemas.openxmlformats.org/drawingml/2006/main" noGrp="1"/>
          </p:cNvSpPr>
          <p:nvPr/>
        </p:nvSpPr>
        <p:spPr>
          <a:xfrm xmlns:a="http://schemas.openxmlformats.org/drawingml/2006/main">
            <a:off x="4730062"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1" name="Editable chart path">
            <a:extLst xmlns:a="http://schemas.openxmlformats.org/drawingml/2006/main">
              <a:ext uri="{FF2B5EF4-FFF2-40B4-BE49-F238E27FC236}">
                <a16:creationId xmlns:a16="http://schemas.microsoft.com/office/drawing/2014/main" id="{E318CC45-0F33-4DCF-BA0D-A8D15A9F7A07}"/>
              </a:ext>
            </a:extLst>
          </p:cNvPr>
          <p:cNvSpPr>
            <a:spLocks xmlns:a="http://schemas.openxmlformats.org/drawingml/2006/main" noGrp="1"/>
          </p:cNvSpPr>
          <p:nvPr/>
        </p:nvSpPr>
        <p:spPr>
          <a:xfrm xmlns:a="http://schemas.openxmlformats.org/drawingml/2006/main">
            <a:off x="4801464"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2" name="Editable chart path">
            <a:extLst xmlns:a="http://schemas.openxmlformats.org/drawingml/2006/main">
              <a:ext uri="{FF2B5EF4-FFF2-40B4-BE49-F238E27FC236}">
                <a16:creationId xmlns:a16="http://schemas.microsoft.com/office/drawing/2014/main" id="{3ADED6D6-BE01-4C1F-917F-1EF9990FA6E2}"/>
              </a:ext>
            </a:extLst>
          </p:cNvPr>
          <p:cNvSpPr>
            <a:spLocks xmlns:a="http://schemas.openxmlformats.org/drawingml/2006/main" noGrp="1"/>
          </p:cNvSpPr>
          <p:nvPr/>
        </p:nvSpPr>
        <p:spPr>
          <a:xfrm xmlns:a="http://schemas.openxmlformats.org/drawingml/2006/main">
            <a:off x="4944268"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3" name="Editable chart path">
            <a:extLst xmlns:a="http://schemas.openxmlformats.org/drawingml/2006/main">
              <a:ext uri="{FF2B5EF4-FFF2-40B4-BE49-F238E27FC236}">
                <a16:creationId xmlns:a16="http://schemas.microsoft.com/office/drawing/2014/main" id="{6806A9C1-9035-4710-9906-16B7B803962B}"/>
              </a:ext>
            </a:extLst>
          </p:cNvPr>
          <p:cNvSpPr>
            <a:spLocks xmlns:a="http://schemas.openxmlformats.org/drawingml/2006/main" noGrp="1"/>
          </p:cNvSpPr>
          <p:nvPr/>
        </p:nvSpPr>
        <p:spPr>
          <a:xfrm xmlns:a="http://schemas.openxmlformats.org/drawingml/2006/main">
            <a:off x="5015670"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4" name="Editable chart path">
            <a:extLst xmlns:a="http://schemas.openxmlformats.org/drawingml/2006/main">
              <a:ext uri="{FF2B5EF4-FFF2-40B4-BE49-F238E27FC236}">
                <a16:creationId xmlns:a16="http://schemas.microsoft.com/office/drawing/2014/main" id="{90B388FA-85C9-4878-999E-76809944E30C}"/>
              </a:ext>
            </a:extLst>
          </p:cNvPr>
          <p:cNvSpPr>
            <a:spLocks xmlns:a="http://schemas.openxmlformats.org/drawingml/2006/main" noGrp="1"/>
          </p:cNvSpPr>
          <p:nvPr/>
        </p:nvSpPr>
        <p:spPr>
          <a:xfrm xmlns:a="http://schemas.openxmlformats.org/drawingml/2006/main">
            <a:off x="5087072"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5" name="Editable chart path">
            <a:extLst xmlns:a="http://schemas.openxmlformats.org/drawingml/2006/main">
              <a:ext uri="{FF2B5EF4-FFF2-40B4-BE49-F238E27FC236}">
                <a16:creationId xmlns:a16="http://schemas.microsoft.com/office/drawing/2014/main" id="{0E537EE4-8497-432D-BF97-468D639C807D}"/>
              </a:ext>
            </a:extLst>
          </p:cNvPr>
          <p:cNvSpPr>
            <a:spLocks xmlns:a="http://schemas.openxmlformats.org/drawingml/2006/main" noGrp="1"/>
          </p:cNvSpPr>
          <p:nvPr/>
        </p:nvSpPr>
        <p:spPr>
          <a:xfrm xmlns:a="http://schemas.openxmlformats.org/drawingml/2006/main">
            <a:off x="5158474"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6" name="Editable chart path">
            <a:extLst xmlns:a="http://schemas.openxmlformats.org/drawingml/2006/main">
              <a:ext uri="{FF2B5EF4-FFF2-40B4-BE49-F238E27FC236}">
                <a16:creationId xmlns:a16="http://schemas.microsoft.com/office/drawing/2014/main" id="{E78E2B47-7E2E-47DD-81F0-FEC1A84BF886}"/>
              </a:ext>
            </a:extLst>
          </p:cNvPr>
          <p:cNvSpPr>
            <a:spLocks xmlns:a="http://schemas.openxmlformats.org/drawingml/2006/main" noGrp="1"/>
          </p:cNvSpPr>
          <p:nvPr/>
        </p:nvSpPr>
        <p:spPr>
          <a:xfrm xmlns:a="http://schemas.openxmlformats.org/drawingml/2006/main">
            <a:off x="5229876"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7" name="Editable chart path">
            <a:extLst xmlns:a="http://schemas.openxmlformats.org/drawingml/2006/main">
              <a:ext uri="{FF2B5EF4-FFF2-40B4-BE49-F238E27FC236}">
                <a16:creationId xmlns:a16="http://schemas.microsoft.com/office/drawing/2014/main" id="{5E046D48-AB85-4D90-8432-31565DC8A672}"/>
              </a:ext>
            </a:extLst>
          </p:cNvPr>
          <p:cNvSpPr>
            <a:spLocks xmlns:a="http://schemas.openxmlformats.org/drawingml/2006/main" noGrp="1"/>
          </p:cNvSpPr>
          <p:nvPr/>
        </p:nvSpPr>
        <p:spPr>
          <a:xfrm xmlns:a="http://schemas.openxmlformats.org/drawingml/2006/main">
            <a:off x="5301278"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8" name="Editable chart path">
            <a:extLst xmlns:a="http://schemas.openxmlformats.org/drawingml/2006/main">
              <a:ext uri="{FF2B5EF4-FFF2-40B4-BE49-F238E27FC236}">
                <a16:creationId xmlns:a16="http://schemas.microsoft.com/office/drawing/2014/main" id="{BA73D8D5-C4C7-4FDE-A9CD-CFA239C4D815}"/>
              </a:ext>
            </a:extLst>
          </p:cNvPr>
          <p:cNvSpPr>
            <a:spLocks xmlns:a="http://schemas.openxmlformats.org/drawingml/2006/main" noGrp="1"/>
          </p:cNvSpPr>
          <p:nvPr/>
        </p:nvSpPr>
        <p:spPr>
          <a:xfrm xmlns:a="http://schemas.openxmlformats.org/drawingml/2006/main">
            <a:off x="5372680"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09" name="Editable chart path">
            <a:extLst xmlns:a="http://schemas.openxmlformats.org/drawingml/2006/main">
              <a:ext uri="{FF2B5EF4-FFF2-40B4-BE49-F238E27FC236}">
                <a16:creationId xmlns:a16="http://schemas.microsoft.com/office/drawing/2014/main" id="{35A93A3F-DDEB-460A-8162-73D5458CCDBE}"/>
              </a:ext>
            </a:extLst>
          </p:cNvPr>
          <p:cNvSpPr>
            <a:spLocks xmlns:a="http://schemas.openxmlformats.org/drawingml/2006/main" noGrp="1"/>
          </p:cNvSpPr>
          <p:nvPr/>
        </p:nvSpPr>
        <p:spPr>
          <a:xfrm xmlns:a="http://schemas.openxmlformats.org/drawingml/2006/main">
            <a:off x="5444082"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0" name="Editable chart path">
            <a:extLst xmlns:a="http://schemas.openxmlformats.org/drawingml/2006/main">
              <a:ext uri="{FF2B5EF4-FFF2-40B4-BE49-F238E27FC236}">
                <a16:creationId xmlns:a16="http://schemas.microsoft.com/office/drawing/2014/main" id="{3312D3E1-675E-4683-A346-0BD34034D3A9}"/>
              </a:ext>
            </a:extLst>
          </p:cNvPr>
          <p:cNvSpPr>
            <a:spLocks xmlns:a="http://schemas.openxmlformats.org/drawingml/2006/main" noGrp="1"/>
          </p:cNvSpPr>
          <p:nvPr/>
        </p:nvSpPr>
        <p:spPr>
          <a:xfrm xmlns:a="http://schemas.openxmlformats.org/drawingml/2006/main">
            <a:off x="2302395"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1" name="Editable chart path">
            <a:extLst xmlns:a="http://schemas.openxmlformats.org/drawingml/2006/main">
              <a:ext uri="{FF2B5EF4-FFF2-40B4-BE49-F238E27FC236}">
                <a16:creationId xmlns:a16="http://schemas.microsoft.com/office/drawing/2014/main" id="{9BF7CCA5-DCE9-477A-99E4-FB89216C65E3}"/>
              </a:ext>
            </a:extLst>
          </p:cNvPr>
          <p:cNvSpPr>
            <a:spLocks xmlns:a="http://schemas.openxmlformats.org/drawingml/2006/main" noGrp="1"/>
          </p:cNvSpPr>
          <p:nvPr/>
        </p:nvSpPr>
        <p:spPr>
          <a:xfrm xmlns:a="http://schemas.openxmlformats.org/drawingml/2006/main">
            <a:off x="2373797"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2" name="Editable chart path">
            <a:extLst xmlns:a="http://schemas.openxmlformats.org/drawingml/2006/main">
              <a:ext uri="{FF2B5EF4-FFF2-40B4-BE49-F238E27FC236}">
                <a16:creationId xmlns:a16="http://schemas.microsoft.com/office/drawing/2014/main" id="{6B39AB33-CE9E-45F0-BB51-62268A47B3E9}"/>
              </a:ext>
            </a:extLst>
          </p:cNvPr>
          <p:cNvSpPr>
            <a:spLocks xmlns:a="http://schemas.openxmlformats.org/drawingml/2006/main" noGrp="1"/>
          </p:cNvSpPr>
          <p:nvPr/>
        </p:nvSpPr>
        <p:spPr>
          <a:xfrm xmlns:a="http://schemas.openxmlformats.org/drawingml/2006/main">
            <a:off x="2445199"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3" name="Editable chart path">
            <a:extLst xmlns:a="http://schemas.openxmlformats.org/drawingml/2006/main">
              <a:ext uri="{FF2B5EF4-FFF2-40B4-BE49-F238E27FC236}">
                <a16:creationId xmlns:a16="http://schemas.microsoft.com/office/drawing/2014/main" id="{F2465006-4CBF-46A5-AFA5-51B2FFA46074}"/>
              </a:ext>
            </a:extLst>
          </p:cNvPr>
          <p:cNvSpPr>
            <a:spLocks xmlns:a="http://schemas.openxmlformats.org/drawingml/2006/main" noGrp="1"/>
          </p:cNvSpPr>
          <p:nvPr/>
        </p:nvSpPr>
        <p:spPr>
          <a:xfrm xmlns:a="http://schemas.openxmlformats.org/drawingml/2006/main">
            <a:off x="2516601"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4" name="Editable chart path">
            <a:extLst xmlns:a="http://schemas.openxmlformats.org/drawingml/2006/main">
              <a:ext uri="{FF2B5EF4-FFF2-40B4-BE49-F238E27FC236}">
                <a16:creationId xmlns:a16="http://schemas.microsoft.com/office/drawing/2014/main" id="{A84E520F-BA56-47C7-BDB2-15BCA960C9BE}"/>
              </a:ext>
            </a:extLst>
          </p:cNvPr>
          <p:cNvSpPr>
            <a:spLocks xmlns:a="http://schemas.openxmlformats.org/drawingml/2006/main" noGrp="1"/>
          </p:cNvSpPr>
          <p:nvPr/>
        </p:nvSpPr>
        <p:spPr>
          <a:xfrm xmlns:a="http://schemas.openxmlformats.org/drawingml/2006/main">
            <a:off x="2588003"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5" name="Editable chart path">
            <a:extLst xmlns:a="http://schemas.openxmlformats.org/drawingml/2006/main">
              <a:ext uri="{FF2B5EF4-FFF2-40B4-BE49-F238E27FC236}">
                <a16:creationId xmlns:a16="http://schemas.microsoft.com/office/drawing/2014/main" id="{6311202F-D2A1-4407-B36B-6954DDCA86F7}"/>
              </a:ext>
            </a:extLst>
          </p:cNvPr>
          <p:cNvSpPr>
            <a:spLocks xmlns:a="http://schemas.openxmlformats.org/drawingml/2006/main" noGrp="1"/>
          </p:cNvSpPr>
          <p:nvPr/>
        </p:nvSpPr>
        <p:spPr>
          <a:xfrm xmlns:a="http://schemas.openxmlformats.org/drawingml/2006/main">
            <a:off x="2659405"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6" name="Editable chart path">
            <a:extLst xmlns:a="http://schemas.openxmlformats.org/drawingml/2006/main">
              <a:ext uri="{FF2B5EF4-FFF2-40B4-BE49-F238E27FC236}">
                <a16:creationId xmlns:a16="http://schemas.microsoft.com/office/drawing/2014/main" id="{9808D580-2262-42E5-AEAA-D10666A5EECC}"/>
              </a:ext>
            </a:extLst>
          </p:cNvPr>
          <p:cNvSpPr>
            <a:spLocks xmlns:a="http://schemas.openxmlformats.org/drawingml/2006/main" noGrp="1"/>
          </p:cNvSpPr>
          <p:nvPr/>
        </p:nvSpPr>
        <p:spPr>
          <a:xfrm xmlns:a="http://schemas.openxmlformats.org/drawingml/2006/main">
            <a:off x="2730807"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7" name="Editable chart path">
            <a:extLst xmlns:a="http://schemas.openxmlformats.org/drawingml/2006/main">
              <a:ext uri="{FF2B5EF4-FFF2-40B4-BE49-F238E27FC236}">
                <a16:creationId xmlns:a16="http://schemas.microsoft.com/office/drawing/2014/main" id="{9E2D7305-EABB-4BE7-B4D0-2672AECC37BA}"/>
              </a:ext>
            </a:extLst>
          </p:cNvPr>
          <p:cNvSpPr>
            <a:spLocks xmlns:a="http://schemas.openxmlformats.org/drawingml/2006/main" noGrp="1"/>
          </p:cNvSpPr>
          <p:nvPr/>
        </p:nvSpPr>
        <p:spPr>
          <a:xfrm xmlns:a="http://schemas.openxmlformats.org/drawingml/2006/main">
            <a:off x="2802209"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8" name="Editable chart path">
            <a:extLst xmlns:a="http://schemas.openxmlformats.org/drawingml/2006/main">
              <a:ext uri="{FF2B5EF4-FFF2-40B4-BE49-F238E27FC236}">
                <a16:creationId xmlns:a16="http://schemas.microsoft.com/office/drawing/2014/main" id="{3492AE39-F72F-4492-9773-8B2BFAEAFB70}"/>
              </a:ext>
            </a:extLst>
          </p:cNvPr>
          <p:cNvSpPr>
            <a:spLocks xmlns:a="http://schemas.openxmlformats.org/drawingml/2006/main" noGrp="1"/>
          </p:cNvSpPr>
          <p:nvPr/>
        </p:nvSpPr>
        <p:spPr>
          <a:xfrm xmlns:a="http://schemas.openxmlformats.org/drawingml/2006/main">
            <a:off x="2873611"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19" name="Editable chart path">
            <a:extLst xmlns:a="http://schemas.openxmlformats.org/drawingml/2006/main">
              <a:ext uri="{FF2B5EF4-FFF2-40B4-BE49-F238E27FC236}">
                <a16:creationId xmlns:a16="http://schemas.microsoft.com/office/drawing/2014/main" id="{80C68EB7-A2B3-44DE-BC84-D767927A9D2C}"/>
              </a:ext>
            </a:extLst>
          </p:cNvPr>
          <p:cNvSpPr>
            <a:spLocks xmlns:a="http://schemas.openxmlformats.org/drawingml/2006/main" noGrp="1"/>
          </p:cNvSpPr>
          <p:nvPr/>
        </p:nvSpPr>
        <p:spPr>
          <a:xfrm xmlns:a="http://schemas.openxmlformats.org/drawingml/2006/main">
            <a:off x="2945013"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0" name="Editable chart path">
            <a:extLst xmlns:a="http://schemas.openxmlformats.org/drawingml/2006/main">
              <a:ext uri="{FF2B5EF4-FFF2-40B4-BE49-F238E27FC236}">
                <a16:creationId xmlns:a16="http://schemas.microsoft.com/office/drawing/2014/main" id="{BC52C376-32B8-4A91-BF47-05B8DAFED012}"/>
              </a:ext>
            </a:extLst>
          </p:cNvPr>
          <p:cNvSpPr>
            <a:spLocks xmlns:a="http://schemas.openxmlformats.org/drawingml/2006/main" noGrp="1"/>
          </p:cNvSpPr>
          <p:nvPr/>
        </p:nvSpPr>
        <p:spPr>
          <a:xfrm xmlns:a="http://schemas.openxmlformats.org/drawingml/2006/main">
            <a:off x="3016415"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1" name="Editable chart path">
            <a:extLst xmlns:a="http://schemas.openxmlformats.org/drawingml/2006/main">
              <a:ext uri="{FF2B5EF4-FFF2-40B4-BE49-F238E27FC236}">
                <a16:creationId xmlns:a16="http://schemas.microsoft.com/office/drawing/2014/main" id="{252D9260-9CD0-4981-88D7-262F478A68DD}"/>
              </a:ext>
            </a:extLst>
          </p:cNvPr>
          <p:cNvSpPr>
            <a:spLocks xmlns:a="http://schemas.openxmlformats.org/drawingml/2006/main" noGrp="1"/>
          </p:cNvSpPr>
          <p:nvPr/>
        </p:nvSpPr>
        <p:spPr>
          <a:xfrm xmlns:a="http://schemas.openxmlformats.org/drawingml/2006/main">
            <a:off x="3087817"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2" name="Editable chart path">
            <a:extLst xmlns:a="http://schemas.openxmlformats.org/drawingml/2006/main">
              <a:ext uri="{FF2B5EF4-FFF2-40B4-BE49-F238E27FC236}">
                <a16:creationId xmlns:a16="http://schemas.microsoft.com/office/drawing/2014/main" id="{94E54E05-E88B-4552-A8A3-49C503D1679D}"/>
              </a:ext>
            </a:extLst>
          </p:cNvPr>
          <p:cNvSpPr>
            <a:spLocks xmlns:a="http://schemas.openxmlformats.org/drawingml/2006/main" noGrp="1"/>
          </p:cNvSpPr>
          <p:nvPr/>
        </p:nvSpPr>
        <p:spPr>
          <a:xfrm xmlns:a="http://schemas.openxmlformats.org/drawingml/2006/main">
            <a:off x="3159219"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3" name="Editable chart path">
            <a:extLst xmlns:a="http://schemas.openxmlformats.org/drawingml/2006/main">
              <a:ext uri="{FF2B5EF4-FFF2-40B4-BE49-F238E27FC236}">
                <a16:creationId xmlns:a16="http://schemas.microsoft.com/office/drawing/2014/main" id="{1C679BDD-34F9-4581-96DB-83268FF34F4F}"/>
              </a:ext>
            </a:extLst>
          </p:cNvPr>
          <p:cNvSpPr>
            <a:spLocks xmlns:a="http://schemas.openxmlformats.org/drawingml/2006/main" noGrp="1"/>
          </p:cNvSpPr>
          <p:nvPr/>
        </p:nvSpPr>
        <p:spPr>
          <a:xfrm xmlns:a="http://schemas.openxmlformats.org/drawingml/2006/main">
            <a:off x="3230621"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4" name="Editable chart path">
            <a:extLst xmlns:a="http://schemas.openxmlformats.org/drawingml/2006/main">
              <a:ext uri="{FF2B5EF4-FFF2-40B4-BE49-F238E27FC236}">
                <a16:creationId xmlns:a16="http://schemas.microsoft.com/office/drawing/2014/main" id="{B0B01A58-E3BD-4A43-9F81-CCEC64A9CA2B}"/>
              </a:ext>
            </a:extLst>
          </p:cNvPr>
          <p:cNvSpPr>
            <a:spLocks xmlns:a="http://schemas.openxmlformats.org/drawingml/2006/main" noGrp="1"/>
          </p:cNvSpPr>
          <p:nvPr/>
        </p:nvSpPr>
        <p:spPr>
          <a:xfrm xmlns:a="http://schemas.openxmlformats.org/drawingml/2006/main">
            <a:off x="3302023"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5" name="Editable chart path">
            <a:extLst xmlns:a="http://schemas.openxmlformats.org/drawingml/2006/main">
              <a:ext uri="{FF2B5EF4-FFF2-40B4-BE49-F238E27FC236}">
                <a16:creationId xmlns:a16="http://schemas.microsoft.com/office/drawing/2014/main" id="{8A75D466-0982-4844-9AC4-0E1516FD47AE}"/>
              </a:ext>
            </a:extLst>
          </p:cNvPr>
          <p:cNvSpPr>
            <a:spLocks xmlns:a="http://schemas.openxmlformats.org/drawingml/2006/main" noGrp="1"/>
          </p:cNvSpPr>
          <p:nvPr/>
        </p:nvSpPr>
        <p:spPr>
          <a:xfrm xmlns:a="http://schemas.openxmlformats.org/drawingml/2006/main">
            <a:off x="3373425"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6" name="Editable chart path">
            <a:extLst xmlns:a="http://schemas.openxmlformats.org/drawingml/2006/main">
              <a:ext uri="{FF2B5EF4-FFF2-40B4-BE49-F238E27FC236}">
                <a16:creationId xmlns:a16="http://schemas.microsoft.com/office/drawing/2014/main" id="{9A7B6DAA-AAD1-476D-836A-45A1798872F3}"/>
              </a:ext>
            </a:extLst>
          </p:cNvPr>
          <p:cNvSpPr>
            <a:spLocks xmlns:a="http://schemas.openxmlformats.org/drawingml/2006/main" noGrp="1"/>
          </p:cNvSpPr>
          <p:nvPr/>
        </p:nvSpPr>
        <p:spPr>
          <a:xfrm xmlns:a="http://schemas.openxmlformats.org/drawingml/2006/main">
            <a:off x="3444827"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7" name="Editable chart path">
            <a:extLst xmlns:a="http://schemas.openxmlformats.org/drawingml/2006/main">
              <a:ext uri="{FF2B5EF4-FFF2-40B4-BE49-F238E27FC236}">
                <a16:creationId xmlns:a16="http://schemas.microsoft.com/office/drawing/2014/main" id="{0AD6ADB5-9957-440F-85DF-D5173571F9AD}"/>
              </a:ext>
            </a:extLst>
          </p:cNvPr>
          <p:cNvSpPr>
            <a:spLocks xmlns:a="http://schemas.openxmlformats.org/drawingml/2006/main" noGrp="1"/>
          </p:cNvSpPr>
          <p:nvPr/>
        </p:nvSpPr>
        <p:spPr>
          <a:xfrm xmlns:a="http://schemas.openxmlformats.org/drawingml/2006/main">
            <a:off x="3516229"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8" name="Editable chart path">
            <a:extLst xmlns:a="http://schemas.openxmlformats.org/drawingml/2006/main">
              <a:ext uri="{FF2B5EF4-FFF2-40B4-BE49-F238E27FC236}">
                <a16:creationId xmlns:a16="http://schemas.microsoft.com/office/drawing/2014/main" id="{0CFD36FB-5DA0-4CB1-8703-40D329CB3F82}"/>
              </a:ext>
            </a:extLst>
          </p:cNvPr>
          <p:cNvSpPr>
            <a:spLocks xmlns:a="http://schemas.openxmlformats.org/drawingml/2006/main" noGrp="1"/>
          </p:cNvSpPr>
          <p:nvPr/>
        </p:nvSpPr>
        <p:spPr>
          <a:xfrm xmlns:a="http://schemas.openxmlformats.org/drawingml/2006/main">
            <a:off x="3587631"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29" name="Editable chart path">
            <a:extLst xmlns:a="http://schemas.openxmlformats.org/drawingml/2006/main">
              <a:ext uri="{FF2B5EF4-FFF2-40B4-BE49-F238E27FC236}">
                <a16:creationId xmlns:a16="http://schemas.microsoft.com/office/drawing/2014/main" id="{4AB1EAA2-4B14-4013-83D7-C78A10359D8A}"/>
              </a:ext>
            </a:extLst>
          </p:cNvPr>
          <p:cNvSpPr>
            <a:spLocks xmlns:a="http://schemas.openxmlformats.org/drawingml/2006/main" noGrp="1"/>
          </p:cNvSpPr>
          <p:nvPr/>
        </p:nvSpPr>
        <p:spPr>
          <a:xfrm xmlns:a="http://schemas.openxmlformats.org/drawingml/2006/main">
            <a:off x="3659033"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0" name="Editable chart path">
            <a:extLst xmlns:a="http://schemas.openxmlformats.org/drawingml/2006/main">
              <a:ext uri="{FF2B5EF4-FFF2-40B4-BE49-F238E27FC236}">
                <a16:creationId xmlns:a16="http://schemas.microsoft.com/office/drawing/2014/main" id="{69D103D1-893B-498F-BB7B-1EB174EEC538}"/>
              </a:ext>
            </a:extLst>
          </p:cNvPr>
          <p:cNvSpPr>
            <a:spLocks xmlns:a="http://schemas.openxmlformats.org/drawingml/2006/main" noGrp="1"/>
          </p:cNvSpPr>
          <p:nvPr/>
        </p:nvSpPr>
        <p:spPr>
          <a:xfrm xmlns:a="http://schemas.openxmlformats.org/drawingml/2006/main">
            <a:off x="3873238"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1" name="Editable chart path">
            <a:extLst xmlns:a="http://schemas.openxmlformats.org/drawingml/2006/main">
              <a:ext uri="{FF2B5EF4-FFF2-40B4-BE49-F238E27FC236}">
                <a16:creationId xmlns:a16="http://schemas.microsoft.com/office/drawing/2014/main" id="{175938B0-FA7D-44E6-BEAF-7B586FE64017}"/>
              </a:ext>
            </a:extLst>
          </p:cNvPr>
          <p:cNvSpPr>
            <a:spLocks xmlns:a="http://schemas.openxmlformats.org/drawingml/2006/main" noGrp="1"/>
          </p:cNvSpPr>
          <p:nvPr/>
        </p:nvSpPr>
        <p:spPr>
          <a:xfrm xmlns:a="http://schemas.openxmlformats.org/drawingml/2006/main">
            <a:off x="3944640"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2" name="Editable chart path">
            <a:extLst xmlns:a="http://schemas.openxmlformats.org/drawingml/2006/main">
              <a:ext uri="{FF2B5EF4-FFF2-40B4-BE49-F238E27FC236}">
                <a16:creationId xmlns:a16="http://schemas.microsoft.com/office/drawing/2014/main" id="{34537B1C-4D24-4DAD-8EA0-DB4ADEAD910B}"/>
              </a:ext>
            </a:extLst>
          </p:cNvPr>
          <p:cNvSpPr>
            <a:spLocks xmlns:a="http://schemas.openxmlformats.org/drawingml/2006/main" noGrp="1"/>
          </p:cNvSpPr>
          <p:nvPr/>
        </p:nvSpPr>
        <p:spPr>
          <a:xfrm xmlns:a="http://schemas.openxmlformats.org/drawingml/2006/main">
            <a:off x="4301650"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3" name="Editable chart path">
            <a:extLst xmlns:a="http://schemas.openxmlformats.org/drawingml/2006/main">
              <a:ext uri="{FF2B5EF4-FFF2-40B4-BE49-F238E27FC236}">
                <a16:creationId xmlns:a16="http://schemas.microsoft.com/office/drawing/2014/main" id="{8826C693-B948-4558-8DE0-98F981D34FE7}"/>
              </a:ext>
            </a:extLst>
          </p:cNvPr>
          <p:cNvSpPr>
            <a:spLocks xmlns:a="http://schemas.openxmlformats.org/drawingml/2006/main" noGrp="1"/>
          </p:cNvSpPr>
          <p:nvPr/>
        </p:nvSpPr>
        <p:spPr>
          <a:xfrm xmlns:a="http://schemas.openxmlformats.org/drawingml/2006/main">
            <a:off x="4944268"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4" name="Editable chart path">
            <a:extLst xmlns:a="http://schemas.openxmlformats.org/drawingml/2006/main">
              <a:ext uri="{FF2B5EF4-FFF2-40B4-BE49-F238E27FC236}">
                <a16:creationId xmlns:a16="http://schemas.microsoft.com/office/drawing/2014/main" id="{03BEEF9F-3600-4BBB-9A24-68EA8B415A4F}"/>
              </a:ext>
            </a:extLst>
          </p:cNvPr>
          <p:cNvSpPr>
            <a:spLocks xmlns:a="http://schemas.openxmlformats.org/drawingml/2006/main" noGrp="1"/>
          </p:cNvSpPr>
          <p:nvPr/>
        </p:nvSpPr>
        <p:spPr>
          <a:xfrm xmlns:a="http://schemas.openxmlformats.org/drawingml/2006/main">
            <a:off x="5015670"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5" name="Editable chart path">
            <a:extLst xmlns:a="http://schemas.openxmlformats.org/drawingml/2006/main">
              <a:ext uri="{FF2B5EF4-FFF2-40B4-BE49-F238E27FC236}">
                <a16:creationId xmlns:a16="http://schemas.microsoft.com/office/drawing/2014/main" id="{484320C8-FA30-4CB3-8F5C-2CC37A7B43C2}"/>
              </a:ext>
            </a:extLst>
          </p:cNvPr>
          <p:cNvSpPr>
            <a:spLocks xmlns:a="http://schemas.openxmlformats.org/drawingml/2006/main" noGrp="1"/>
          </p:cNvSpPr>
          <p:nvPr/>
        </p:nvSpPr>
        <p:spPr>
          <a:xfrm xmlns:a="http://schemas.openxmlformats.org/drawingml/2006/main">
            <a:off x="5087072"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6" name="Editable chart path">
            <a:extLst xmlns:a="http://schemas.openxmlformats.org/drawingml/2006/main">
              <a:ext uri="{FF2B5EF4-FFF2-40B4-BE49-F238E27FC236}">
                <a16:creationId xmlns:a16="http://schemas.microsoft.com/office/drawing/2014/main" id="{05D4020F-C916-4FD8-9FBD-6ED873FC4F53}"/>
              </a:ext>
            </a:extLst>
          </p:cNvPr>
          <p:cNvSpPr>
            <a:spLocks xmlns:a="http://schemas.openxmlformats.org/drawingml/2006/main" noGrp="1"/>
          </p:cNvSpPr>
          <p:nvPr/>
        </p:nvSpPr>
        <p:spPr>
          <a:xfrm xmlns:a="http://schemas.openxmlformats.org/drawingml/2006/main">
            <a:off x="5158474"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7" name="Editable chart path">
            <a:extLst xmlns:a="http://schemas.openxmlformats.org/drawingml/2006/main">
              <a:ext uri="{FF2B5EF4-FFF2-40B4-BE49-F238E27FC236}">
                <a16:creationId xmlns:a16="http://schemas.microsoft.com/office/drawing/2014/main" id="{CB2AF79D-608D-418B-8D1C-D064A62A0DE0}"/>
              </a:ext>
            </a:extLst>
          </p:cNvPr>
          <p:cNvSpPr>
            <a:spLocks xmlns:a="http://schemas.openxmlformats.org/drawingml/2006/main" noGrp="1"/>
          </p:cNvSpPr>
          <p:nvPr/>
        </p:nvSpPr>
        <p:spPr>
          <a:xfrm xmlns:a="http://schemas.openxmlformats.org/drawingml/2006/main">
            <a:off x="5229876"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8" name="Editable chart path">
            <a:extLst xmlns:a="http://schemas.openxmlformats.org/drawingml/2006/main">
              <a:ext uri="{FF2B5EF4-FFF2-40B4-BE49-F238E27FC236}">
                <a16:creationId xmlns:a16="http://schemas.microsoft.com/office/drawing/2014/main" id="{98E5E0BF-F0F3-4B72-ACD8-883A78A37BE4}"/>
              </a:ext>
            </a:extLst>
          </p:cNvPr>
          <p:cNvSpPr>
            <a:spLocks xmlns:a="http://schemas.openxmlformats.org/drawingml/2006/main" noGrp="1"/>
          </p:cNvSpPr>
          <p:nvPr/>
        </p:nvSpPr>
        <p:spPr>
          <a:xfrm xmlns:a="http://schemas.openxmlformats.org/drawingml/2006/main">
            <a:off x="5301278"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39" name="Editable chart path">
            <a:extLst xmlns:a="http://schemas.openxmlformats.org/drawingml/2006/main">
              <a:ext uri="{FF2B5EF4-FFF2-40B4-BE49-F238E27FC236}">
                <a16:creationId xmlns:a16="http://schemas.microsoft.com/office/drawing/2014/main" id="{C09D9B22-A817-4FB8-A159-E759C6CA431F}"/>
              </a:ext>
            </a:extLst>
          </p:cNvPr>
          <p:cNvSpPr>
            <a:spLocks xmlns:a="http://schemas.openxmlformats.org/drawingml/2006/main" noGrp="1"/>
          </p:cNvSpPr>
          <p:nvPr/>
        </p:nvSpPr>
        <p:spPr>
          <a:xfrm xmlns:a="http://schemas.openxmlformats.org/drawingml/2006/main">
            <a:off x="5372680"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0" name="Editable chart path">
            <a:extLst xmlns:a="http://schemas.openxmlformats.org/drawingml/2006/main">
              <a:ext uri="{FF2B5EF4-FFF2-40B4-BE49-F238E27FC236}">
                <a16:creationId xmlns:a16="http://schemas.microsoft.com/office/drawing/2014/main" id="{11436A0F-B77D-4067-BD10-2536EC315ABB}"/>
              </a:ext>
            </a:extLst>
          </p:cNvPr>
          <p:cNvSpPr>
            <a:spLocks xmlns:a="http://schemas.openxmlformats.org/drawingml/2006/main" noGrp="1"/>
          </p:cNvSpPr>
          <p:nvPr/>
        </p:nvSpPr>
        <p:spPr>
          <a:xfrm xmlns:a="http://schemas.openxmlformats.org/drawingml/2006/main">
            <a:off x="2445199"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1" name="Editable chart path">
            <a:extLst xmlns:a="http://schemas.openxmlformats.org/drawingml/2006/main">
              <a:ext uri="{FF2B5EF4-FFF2-40B4-BE49-F238E27FC236}">
                <a16:creationId xmlns:a16="http://schemas.microsoft.com/office/drawing/2014/main" id="{06F52757-660C-4A99-8FDA-C340E0CB04DA}"/>
              </a:ext>
            </a:extLst>
          </p:cNvPr>
          <p:cNvSpPr>
            <a:spLocks xmlns:a="http://schemas.openxmlformats.org/drawingml/2006/main" noGrp="1"/>
          </p:cNvSpPr>
          <p:nvPr/>
        </p:nvSpPr>
        <p:spPr>
          <a:xfrm xmlns:a="http://schemas.openxmlformats.org/drawingml/2006/main">
            <a:off x="2516601"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2" name="Editable chart path">
            <a:extLst xmlns:a="http://schemas.openxmlformats.org/drawingml/2006/main">
              <a:ext uri="{FF2B5EF4-FFF2-40B4-BE49-F238E27FC236}">
                <a16:creationId xmlns:a16="http://schemas.microsoft.com/office/drawing/2014/main" id="{CB1E5205-261A-438A-AECC-8E6FFF99742C}"/>
              </a:ext>
            </a:extLst>
          </p:cNvPr>
          <p:cNvSpPr>
            <a:spLocks xmlns:a="http://schemas.openxmlformats.org/drawingml/2006/main" noGrp="1"/>
          </p:cNvSpPr>
          <p:nvPr/>
        </p:nvSpPr>
        <p:spPr>
          <a:xfrm xmlns:a="http://schemas.openxmlformats.org/drawingml/2006/main">
            <a:off x="2588003"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3" name="Editable chart path">
            <a:extLst xmlns:a="http://schemas.openxmlformats.org/drawingml/2006/main">
              <a:ext uri="{FF2B5EF4-FFF2-40B4-BE49-F238E27FC236}">
                <a16:creationId xmlns:a16="http://schemas.microsoft.com/office/drawing/2014/main" id="{0644C98D-D947-43A3-8E95-D4DADBC0D274}"/>
              </a:ext>
            </a:extLst>
          </p:cNvPr>
          <p:cNvSpPr>
            <a:spLocks xmlns:a="http://schemas.openxmlformats.org/drawingml/2006/main" noGrp="1"/>
          </p:cNvSpPr>
          <p:nvPr/>
        </p:nvSpPr>
        <p:spPr>
          <a:xfrm xmlns:a="http://schemas.openxmlformats.org/drawingml/2006/main">
            <a:off x="2659405"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4" name="Editable chart path">
            <a:extLst xmlns:a="http://schemas.openxmlformats.org/drawingml/2006/main">
              <a:ext uri="{FF2B5EF4-FFF2-40B4-BE49-F238E27FC236}">
                <a16:creationId xmlns:a16="http://schemas.microsoft.com/office/drawing/2014/main" id="{5D5997F0-EC46-4071-A308-B0FB8C5103E8}"/>
              </a:ext>
            </a:extLst>
          </p:cNvPr>
          <p:cNvSpPr>
            <a:spLocks xmlns:a="http://schemas.openxmlformats.org/drawingml/2006/main" noGrp="1"/>
          </p:cNvSpPr>
          <p:nvPr/>
        </p:nvSpPr>
        <p:spPr>
          <a:xfrm xmlns:a="http://schemas.openxmlformats.org/drawingml/2006/main">
            <a:off x="2730807"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5" name="Editable chart path">
            <a:extLst xmlns:a="http://schemas.openxmlformats.org/drawingml/2006/main">
              <a:ext uri="{FF2B5EF4-FFF2-40B4-BE49-F238E27FC236}">
                <a16:creationId xmlns:a16="http://schemas.microsoft.com/office/drawing/2014/main" id="{2A2D104E-2527-4C80-BFFC-4ECF96439AAF}"/>
              </a:ext>
            </a:extLst>
          </p:cNvPr>
          <p:cNvSpPr>
            <a:spLocks xmlns:a="http://schemas.openxmlformats.org/drawingml/2006/main" noGrp="1"/>
          </p:cNvSpPr>
          <p:nvPr/>
        </p:nvSpPr>
        <p:spPr>
          <a:xfrm xmlns:a="http://schemas.openxmlformats.org/drawingml/2006/main">
            <a:off x="2802209"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6" name="Editable chart path">
            <a:extLst xmlns:a="http://schemas.openxmlformats.org/drawingml/2006/main">
              <a:ext uri="{FF2B5EF4-FFF2-40B4-BE49-F238E27FC236}">
                <a16:creationId xmlns:a16="http://schemas.microsoft.com/office/drawing/2014/main" id="{5A787CD9-E452-4916-ACA0-77820D29C3F2}"/>
              </a:ext>
            </a:extLst>
          </p:cNvPr>
          <p:cNvSpPr>
            <a:spLocks xmlns:a="http://schemas.openxmlformats.org/drawingml/2006/main" noGrp="1"/>
          </p:cNvSpPr>
          <p:nvPr/>
        </p:nvSpPr>
        <p:spPr>
          <a:xfrm xmlns:a="http://schemas.openxmlformats.org/drawingml/2006/main">
            <a:off x="2873611"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7" name="Editable chart path">
            <a:extLst xmlns:a="http://schemas.openxmlformats.org/drawingml/2006/main">
              <a:ext uri="{FF2B5EF4-FFF2-40B4-BE49-F238E27FC236}">
                <a16:creationId xmlns:a16="http://schemas.microsoft.com/office/drawing/2014/main" id="{7B26F1E0-1DC8-44CE-9DB1-406E967B078F}"/>
              </a:ext>
            </a:extLst>
          </p:cNvPr>
          <p:cNvSpPr>
            <a:spLocks xmlns:a="http://schemas.openxmlformats.org/drawingml/2006/main" noGrp="1"/>
          </p:cNvSpPr>
          <p:nvPr/>
        </p:nvSpPr>
        <p:spPr>
          <a:xfrm xmlns:a="http://schemas.openxmlformats.org/drawingml/2006/main">
            <a:off x="2945013"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8" name="Editable chart path">
            <a:extLst xmlns:a="http://schemas.openxmlformats.org/drawingml/2006/main">
              <a:ext uri="{FF2B5EF4-FFF2-40B4-BE49-F238E27FC236}">
                <a16:creationId xmlns:a16="http://schemas.microsoft.com/office/drawing/2014/main" id="{689FBC44-6DF3-4397-A0D5-409E18A0114E}"/>
              </a:ext>
            </a:extLst>
          </p:cNvPr>
          <p:cNvSpPr>
            <a:spLocks xmlns:a="http://schemas.openxmlformats.org/drawingml/2006/main" noGrp="1"/>
          </p:cNvSpPr>
          <p:nvPr/>
        </p:nvSpPr>
        <p:spPr>
          <a:xfrm xmlns:a="http://schemas.openxmlformats.org/drawingml/2006/main">
            <a:off x="3016415"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49" name="Editable chart path">
            <a:extLst xmlns:a="http://schemas.openxmlformats.org/drawingml/2006/main">
              <a:ext uri="{FF2B5EF4-FFF2-40B4-BE49-F238E27FC236}">
                <a16:creationId xmlns:a16="http://schemas.microsoft.com/office/drawing/2014/main" id="{9BC3C65E-069D-42DE-9791-5347A1366198}"/>
              </a:ext>
            </a:extLst>
          </p:cNvPr>
          <p:cNvSpPr>
            <a:spLocks xmlns:a="http://schemas.openxmlformats.org/drawingml/2006/main" noGrp="1"/>
          </p:cNvSpPr>
          <p:nvPr/>
        </p:nvSpPr>
        <p:spPr>
          <a:xfrm xmlns:a="http://schemas.openxmlformats.org/drawingml/2006/main">
            <a:off x="3087817"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0" name="Editable chart path">
            <a:extLst xmlns:a="http://schemas.openxmlformats.org/drawingml/2006/main">
              <a:ext uri="{FF2B5EF4-FFF2-40B4-BE49-F238E27FC236}">
                <a16:creationId xmlns:a16="http://schemas.microsoft.com/office/drawing/2014/main" id="{1B401D1D-56A6-4A08-8EE1-46893953A297}"/>
              </a:ext>
            </a:extLst>
          </p:cNvPr>
          <p:cNvSpPr>
            <a:spLocks xmlns:a="http://schemas.openxmlformats.org/drawingml/2006/main" noGrp="1"/>
          </p:cNvSpPr>
          <p:nvPr/>
        </p:nvSpPr>
        <p:spPr>
          <a:xfrm xmlns:a="http://schemas.openxmlformats.org/drawingml/2006/main">
            <a:off x="3159219"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1" name="Editable chart path">
            <a:extLst xmlns:a="http://schemas.openxmlformats.org/drawingml/2006/main">
              <a:ext uri="{FF2B5EF4-FFF2-40B4-BE49-F238E27FC236}">
                <a16:creationId xmlns:a16="http://schemas.microsoft.com/office/drawing/2014/main" id="{C1375D8D-CC94-4B0B-8420-9BAD112B1E39}"/>
              </a:ext>
            </a:extLst>
          </p:cNvPr>
          <p:cNvSpPr>
            <a:spLocks xmlns:a="http://schemas.openxmlformats.org/drawingml/2006/main" noGrp="1"/>
          </p:cNvSpPr>
          <p:nvPr/>
        </p:nvSpPr>
        <p:spPr>
          <a:xfrm xmlns:a="http://schemas.openxmlformats.org/drawingml/2006/main">
            <a:off x="3230621"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2" name="Editable chart path">
            <a:extLst xmlns:a="http://schemas.openxmlformats.org/drawingml/2006/main">
              <a:ext uri="{FF2B5EF4-FFF2-40B4-BE49-F238E27FC236}">
                <a16:creationId xmlns:a16="http://schemas.microsoft.com/office/drawing/2014/main" id="{9BBC3B92-30C9-4DAF-A24D-5E701935B61D}"/>
              </a:ext>
            </a:extLst>
          </p:cNvPr>
          <p:cNvSpPr>
            <a:spLocks xmlns:a="http://schemas.openxmlformats.org/drawingml/2006/main" noGrp="1"/>
          </p:cNvSpPr>
          <p:nvPr/>
        </p:nvSpPr>
        <p:spPr>
          <a:xfrm xmlns:a="http://schemas.openxmlformats.org/drawingml/2006/main">
            <a:off x="3302023"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3" name="Editable chart path">
            <a:extLst xmlns:a="http://schemas.openxmlformats.org/drawingml/2006/main">
              <a:ext uri="{FF2B5EF4-FFF2-40B4-BE49-F238E27FC236}">
                <a16:creationId xmlns:a16="http://schemas.microsoft.com/office/drawing/2014/main" id="{E4EA3D13-A4BB-4BDA-A674-CAC59C302261}"/>
              </a:ext>
            </a:extLst>
          </p:cNvPr>
          <p:cNvSpPr>
            <a:spLocks xmlns:a="http://schemas.openxmlformats.org/drawingml/2006/main" noGrp="1"/>
          </p:cNvSpPr>
          <p:nvPr/>
        </p:nvSpPr>
        <p:spPr>
          <a:xfrm xmlns:a="http://schemas.openxmlformats.org/drawingml/2006/main">
            <a:off x="3373425"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4" name="Editable chart path">
            <a:extLst xmlns:a="http://schemas.openxmlformats.org/drawingml/2006/main">
              <a:ext uri="{FF2B5EF4-FFF2-40B4-BE49-F238E27FC236}">
                <a16:creationId xmlns:a16="http://schemas.microsoft.com/office/drawing/2014/main" id="{6949A52E-850B-4C24-B4BE-6CE23019FCF8}"/>
              </a:ext>
            </a:extLst>
          </p:cNvPr>
          <p:cNvSpPr>
            <a:spLocks xmlns:a="http://schemas.openxmlformats.org/drawingml/2006/main" noGrp="1"/>
          </p:cNvSpPr>
          <p:nvPr/>
        </p:nvSpPr>
        <p:spPr>
          <a:xfrm xmlns:a="http://schemas.openxmlformats.org/drawingml/2006/main">
            <a:off x="3444827"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5" name="Editable chart path">
            <a:extLst xmlns:a="http://schemas.openxmlformats.org/drawingml/2006/main">
              <a:ext uri="{FF2B5EF4-FFF2-40B4-BE49-F238E27FC236}">
                <a16:creationId xmlns:a16="http://schemas.microsoft.com/office/drawing/2014/main" id="{2A07A02C-FFF5-4477-AA38-99DA938516C8}"/>
              </a:ext>
            </a:extLst>
          </p:cNvPr>
          <p:cNvSpPr>
            <a:spLocks xmlns:a="http://schemas.openxmlformats.org/drawingml/2006/main" noGrp="1"/>
          </p:cNvSpPr>
          <p:nvPr/>
        </p:nvSpPr>
        <p:spPr>
          <a:xfrm xmlns:a="http://schemas.openxmlformats.org/drawingml/2006/main">
            <a:off x="3516229"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6" name="Editable chart path">
            <a:extLst xmlns:a="http://schemas.openxmlformats.org/drawingml/2006/main">
              <a:ext uri="{FF2B5EF4-FFF2-40B4-BE49-F238E27FC236}">
                <a16:creationId xmlns:a16="http://schemas.microsoft.com/office/drawing/2014/main" id="{17AA96C6-5C76-4200-AF71-E298A125DD6C}"/>
              </a:ext>
            </a:extLst>
          </p:cNvPr>
          <p:cNvSpPr>
            <a:spLocks xmlns:a="http://schemas.openxmlformats.org/drawingml/2006/main" noGrp="1"/>
          </p:cNvSpPr>
          <p:nvPr/>
        </p:nvSpPr>
        <p:spPr>
          <a:xfrm xmlns:a="http://schemas.openxmlformats.org/drawingml/2006/main">
            <a:off x="3587631"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7" name="Editable chart path">
            <a:extLst xmlns:a="http://schemas.openxmlformats.org/drawingml/2006/main">
              <a:ext uri="{FF2B5EF4-FFF2-40B4-BE49-F238E27FC236}">
                <a16:creationId xmlns:a16="http://schemas.microsoft.com/office/drawing/2014/main" id="{22681109-BCDC-4207-97FE-A40AC2CA8652}"/>
              </a:ext>
            </a:extLst>
          </p:cNvPr>
          <p:cNvSpPr>
            <a:spLocks xmlns:a="http://schemas.openxmlformats.org/drawingml/2006/main" noGrp="1"/>
          </p:cNvSpPr>
          <p:nvPr/>
        </p:nvSpPr>
        <p:spPr>
          <a:xfrm xmlns:a="http://schemas.openxmlformats.org/drawingml/2006/main">
            <a:off x="3659033"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8" name="Editable chart path">
            <a:extLst xmlns:a="http://schemas.openxmlformats.org/drawingml/2006/main">
              <a:ext uri="{FF2B5EF4-FFF2-40B4-BE49-F238E27FC236}">
                <a16:creationId xmlns:a16="http://schemas.microsoft.com/office/drawing/2014/main" id="{050B24B0-641F-4A8B-BEE7-416711BAD836}"/>
              </a:ext>
            </a:extLst>
          </p:cNvPr>
          <p:cNvSpPr>
            <a:spLocks xmlns:a="http://schemas.openxmlformats.org/drawingml/2006/main" noGrp="1"/>
          </p:cNvSpPr>
          <p:nvPr/>
        </p:nvSpPr>
        <p:spPr>
          <a:xfrm xmlns:a="http://schemas.openxmlformats.org/drawingml/2006/main">
            <a:off x="3730435"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59" name="Editable chart path">
            <a:extLst xmlns:a="http://schemas.openxmlformats.org/drawingml/2006/main">
              <a:ext uri="{FF2B5EF4-FFF2-40B4-BE49-F238E27FC236}">
                <a16:creationId xmlns:a16="http://schemas.microsoft.com/office/drawing/2014/main" id="{8762A203-BC0A-46F0-BEE2-9DE9E793A049}"/>
              </a:ext>
            </a:extLst>
          </p:cNvPr>
          <p:cNvSpPr>
            <a:spLocks xmlns:a="http://schemas.openxmlformats.org/drawingml/2006/main" noGrp="1"/>
          </p:cNvSpPr>
          <p:nvPr/>
        </p:nvSpPr>
        <p:spPr>
          <a:xfrm xmlns:a="http://schemas.openxmlformats.org/drawingml/2006/main">
            <a:off x="5015670"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0" name="Editable chart path">
            <a:extLst xmlns:a="http://schemas.openxmlformats.org/drawingml/2006/main">
              <a:ext uri="{FF2B5EF4-FFF2-40B4-BE49-F238E27FC236}">
                <a16:creationId xmlns:a16="http://schemas.microsoft.com/office/drawing/2014/main" id="{17D9E5B6-8E77-4258-B2C6-885490AB6E6A}"/>
              </a:ext>
            </a:extLst>
          </p:cNvPr>
          <p:cNvSpPr>
            <a:spLocks xmlns:a="http://schemas.openxmlformats.org/drawingml/2006/main" noGrp="1"/>
          </p:cNvSpPr>
          <p:nvPr/>
        </p:nvSpPr>
        <p:spPr>
          <a:xfrm xmlns:a="http://schemas.openxmlformats.org/drawingml/2006/main">
            <a:off x="5087072"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1" name="Editable chart path">
            <a:extLst xmlns:a="http://schemas.openxmlformats.org/drawingml/2006/main">
              <a:ext uri="{FF2B5EF4-FFF2-40B4-BE49-F238E27FC236}">
                <a16:creationId xmlns:a16="http://schemas.microsoft.com/office/drawing/2014/main" id="{84E20853-796E-4DB2-8B8A-C7F2EEE76155}"/>
              </a:ext>
            </a:extLst>
          </p:cNvPr>
          <p:cNvSpPr>
            <a:spLocks xmlns:a="http://schemas.openxmlformats.org/drawingml/2006/main" noGrp="1"/>
          </p:cNvSpPr>
          <p:nvPr/>
        </p:nvSpPr>
        <p:spPr>
          <a:xfrm xmlns:a="http://schemas.openxmlformats.org/drawingml/2006/main">
            <a:off x="5158474"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2" name="Editable chart path">
            <a:extLst xmlns:a="http://schemas.openxmlformats.org/drawingml/2006/main">
              <a:ext uri="{FF2B5EF4-FFF2-40B4-BE49-F238E27FC236}">
                <a16:creationId xmlns:a16="http://schemas.microsoft.com/office/drawing/2014/main" id="{2064C9B8-A6FB-48C2-8C8F-EE441F2D049B}"/>
              </a:ext>
            </a:extLst>
          </p:cNvPr>
          <p:cNvSpPr>
            <a:spLocks xmlns:a="http://schemas.openxmlformats.org/drawingml/2006/main" noGrp="1"/>
          </p:cNvSpPr>
          <p:nvPr/>
        </p:nvSpPr>
        <p:spPr>
          <a:xfrm xmlns:a="http://schemas.openxmlformats.org/drawingml/2006/main">
            <a:off x="2516601"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3" name="Editable chart path">
            <a:extLst xmlns:a="http://schemas.openxmlformats.org/drawingml/2006/main">
              <a:ext uri="{FF2B5EF4-FFF2-40B4-BE49-F238E27FC236}">
                <a16:creationId xmlns:a16="http://schemas.microsoft.com/office/drawing/2014/main" id="{E119F089-33B3-4578-978C-8DC65F916F82}"/>
              </a:ext>
            </a:extLst>
          </p:cNvPr>
          <p:cNvSpPr>
            <a:spLocks xmlns:a="http://schemas.openxmlformats.org/drawingml/2006/main" noGrp="1"/>
          </p:cNvSpPr>
          <p:nvPr/>
        </p:nvSpPr>
        <p:spPr>
          <a:xfrm xmlns:a="http://schemas.openxmlformats.org/drawingml/2006/main">
            <a:off x="2588003"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4" name="Editable chart path">
            <a:extLst xmlns:a="http://schemas.openxmlformats.org/drawingml/2006/main">
              <a:ext uri="{FF2B5EF4-FFF2-40B4-BE49-F238E27FC236}">
                <a16:creationId xmlns:a16="http://schemas.microsoft.com/office/drawing/2014/main" id="{FB120923-76E5-4326-A27F-A223C21CA632}"/>
              </a:ext>
            </a:extLst>
          </p:cNvPr>
          <p:cNvSpPr>
            <a:spLocks xmlns:a="http://schemas.openxmlformats.org/drawingml/2006/main" noGrp="1"/>
          </p:cNvSpPr>
          <p:nvPr/>
        </p:nvSpPr>
        <p:spPr>
          <a:xfrm xmlns:a="http://schemas.openxmlformats.org/drawingml/2006/main">
            <a:off x="2659405"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5" name="Editable chart path">
            <a:extLst xmlns:a="http://schemas.openxmlformats.org/drawingml/2006/main">
              <a:ext uri="{FF2B5EF4-FFF2-40B4-BE49-F238E27FC236}">
                <a16:creationId xmlns:a16="http://schemas.microsoft.com/office/drawing/2014/main" id="{DE268581-20BA-405A-8A70-9C006463F150}"/>
              </a:ext>
            </a:extLst>
          </p:cNvPr>
          <p:cNvSpPr>
            <a:spLocks xmlns:a="http://schemas.openxmlformats.org/drawingml/2006/main" noGrp="1"/>
          </p:cNvSpPr>
          <p:nvPr/>
        </p:nvSpPr>
        <p:spPr>
          <a:xfrm xmlns:a="http://schemas.openxmlformats.org/drawingml/2006/main">
            <a:off x="2730807"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6" name="Editable chart path">
            <a:extLst xmlns:a="http://schemas.openxmlformats.org/drawingml/2006/main">
              <a:ext uri="{FF2B5EF4-FFF2-40B4-BE49-F238E27FC236}">
                <a16:creationId xmlns:a16="http://schemas.microsoft.com/office/drawing/2014/main" id="{CC54C35B-FA67-4417-8800-913A6E6873E2}"/>
              </a:ext>
            </a:extLst>
          </p:cNvPr>
          <p:cNvSpPr>
            <a:spLocks xmlns:a="http://schemas.openxmlformats.org/drawingml/2006/main" noGrp="1"/>
          </p:cNvSpPr>
          <p:nvPr/>
        </p:nvSpPr>
        <p:spPr>
          <a:xfrm xmlns:a="http://schemas.openxmlformats.org/drawingml/2006/main">
            <a:off x="2802209"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7" name="Editable chart path">
            <a:extLst xmlns:a="http://schemas.openxmlformats.org/drawingml/2006/main">
              <a:ext uri="{FF2B5EF4-FFF2-40B4-BE49-F238E27FC236}">
                <a16:creationId xmlns:a16="http://schemas.microsoft.com/office/drawing/2014/main" id="{4D1E1340-F75E-4009-B2AA-7528A06A1483}"/>
              </a:ext>
            </a:extLst>
          </p:cNvPr>
          <p:cNvSpPr>
            <a:spLocks xmlns:a="http://schemas.openxmlformats.org/drawingml/2006/main" noGrp="1"/>
          </p:cNvSpPr>
          <p:nvPr/>
        </p:nvSpPr>
        <p:spPr>
          <a:xfrm xmlns:a="http://schemas.openxmlformats.org/drawingml/2006/main">
            <a:off x="2873611"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8" name="Editable chart path">
            <a:extLst xmlns:a="http://schemas.openxmlformats.org/drawingml/2006/main">
              <a:ext uri="{FF2B5EF4-FFF2-40B4-BE49-F238E27FC236}">
                <a16:creationId xmlns:a16="http://schemas.microsoft.com/office/drawing/2014/main" id="{D66904BA-974F-4A2E-A6C4-C811251054F0}"/>
              </a:ext>
            </a:extLst>
          </p:cNvPr>
          <p:cNvSpPr>
            <a:spLocks xmlns:a="http://schemas.openxmlformats.org/drawingml/2006/main" noGrp="1"/>
          </p:cNvSpPr>
          <p:nvPr/>
        </p:nvSpPr>
        <p:spPr>
          <a:xfrm xmlns:a="http://schemas.openxmlformats.org/drawingml/2006/main">
            <a:off x="2945013"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69" name="Editable chart path">
            <a:extLst xmlns:a="http://schemas.openxmlformats.org/drawingml/2006/main">
              <a:ext uri="{FF2B5EF4-FFF2-40B4-BE49-F238E27FC236}">
                <a16:creationId xmlns:a16="http://schemas.microsoft.com/office/drawing/2014/main" id="{A4AA80FD-67B3-4BDA-A7DD-D8113AA11799}"/>
              </a:ext>
            </a:extLst>
          </p:cNvPr>
          <p:cNvSpPr>
            <a:spLocks xmlns:a="http://schemas.openxmlformats.org/drawingml/2006/main" noGrp="1"/>
          </p:cNvSpPr>
          <p:nvPr/>
        </p:nvSpPr>
        <p:spPr>
          <a:xfrm xmlns:a="http://schemas.openxmlformats.org/drawingml/2006/main">
            <a:off x="3016415"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0" name="Editable chart path">
            <a:extLst xmlns:a="http://schemas.openxmlformats.org/drawingml/2006/main">
              <a:ext uri="{FF2B5EF4-FFF2-40B4-BE49-F238E27FC236}">
                <a16:creationId xmlns:a16="http://schemas.microsoft.com/office/drawing/2014/main" id="{9AF03B4E-A187-40FF-A4A0-6BCADB0CECE3}"/>
              </a:ext>
            </a:extLst>
          </p:cNvPr>
          <p:cNvSpPr>
            <a:spLocks xmlns:a="http://schemas.openxmlformats.org/drawingml/2006/main" noGrp="1"/>
          </p:cNvSpPr>
          <p:nvPr/>
        </p:nvSpPr>
        <p:spPr>
          <a:xfrm xmlns:a="http://schemas.openxmlformats.org/drawingml/2006/main">
            <a:off x="3087817"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1" name="Editable chart path">
            <a:extLst xmlns:a="http://schemas.openxmlformats.org/drawingml/2006/main">
              <a:ext uri="{FF2B5EF4-FFF2-40B4-BE49-F238E27FC236}">
                <a16:creationId xmlns:a16="http://schemas.microsoft.com/office/drawing/2014/main" id="{9AA86830-70A9-4175-95B7-595041F3D361}"/>
              </a:ext>
            </a:extLst>
          </p:cNvPr>
          <p:cNvSpPr>
            <a:spLocks xmlns:a="http://schemas.openxmlformats.org/drawingml/2006/main" noGrp="1"/>
          </p:cNvSpPr>
          <p:nvPr/>
        </p:nvSpPr>
        <p:spPr>
          <a:xfrm xmlns:a="http://schemas.openxmlformats.org/drawingml/2006/main">
            <a:off x="3159219"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2" name="Editable chart path">
            <a:extLst xmlns:a="http://schemas.openxmlformats.org/drawingml/2006/main">
              <a:ext uri="{FF2B5EF4-FFF2-40B4-BE49-F238E27FC236}">
                <a16:creationId xmlns:a16="http://schemas.microsoft.com/office/drawing/2014/main" id="{0DEB9C7B-1467-4F21-82E9-835196CBA6CD}"/>
              </a:ext>
            </a:extLst>
          </p:cNvPr>
          <p:cNvSpPr>
            <a:spLocks xmlns:a="http://schemas.openxmlformats.org/drawingml/2006/main" noGrp="1"/>
          </p:cNvSpPr>
          <p:nvPr/>
        </p:nvSpPr>
        <p:spPr>
          <a:xfrm xmlns:a="http://schemas.openxmlformats.org/drawingml/2006/main">
            <a:off x="3230621"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3" name="Editable chart path">
            <a:extLst xmlns:a="http://schemas.openxmlformats.org/drawingml/2006/main">
              <a:ext uri="{FF2B5EF4-FFF2-40B4-BE49-F238E27FC236}">
                <a16:creationId xmlns:a16="http://schemas.microsoft.com/office/drawing/2014/main" id="{2903183C-5B8B-4DA2-B198-2703FD24D6B8}"/>
              </a:ext>
            </a:extLst>
          </p:cNvPr>
          <p:cNvSpPr>
            <a:spLocks xmlns:a="http://schemas.openxmlformats.org/drawingml/2006/main" noGrp="1"/>
          </p:cNvSpPr>
          <p:nvPr/>
        </p:nvSpPr>
        <p:spPr>
          <a:xfrm xmlns:a="http://schemas.openxmlformats.org/drawingml/2006/main">
            <a:off x="3302023"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4" name="Editable chart path">
            <a:extLst xmlns:a="http://schemas.openxmlformats.org/drawingml/2006/main">
              <a:ext uri="{FF2B5EF4-FFF2-40B4-BE49-F238E27FC236}">
                <a16:creationId xmlns:a16="http://schemas.microsoft.com/office/drawing/2014/main" id="{5BCB7E5A-682D-41A4-98B7-35AA7A1B7E1E}"/>
              </a:ext>
            </a:extLst>
          </p:cNvPr>
          <p:cNvSpPr>
            <a:spLocks xmlns:a="http://schemas.openxmlformats.org/drawingml/2006/main" noGrp="1"/>
          </p:cNvSpPr>
          <p:nvPr/>
        </p:nvSpPr>
        <p:spPr>
          <a:xfrm xmlns:a="http://schemas.openxmlformats.org/drawingml/2006/main">
            <a:off x="3373425"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5" name="Editable chart path">
            <a:extLst xmlns:a="http://schemas.openxmlformats.org/drawingml/2006/main">
              <a:ext uri="{FF2B5EF4-FFF2-40B4-BE49-F238E27FC236}">
                <a16:creationId xmlns:a16="http://schemas.microsoft.com/office/drawing/2014/main" id="{F8A79E3D-B788-4CC1-9FFC-19A9F28D4321}"/>
              </a:ext>
            </a:extLst>
          </p:cNvPr>
          <p:cNvSpPr>
            <a:spLocks xmlns:a="http://schemas.openxmlformats.org/drawingml/2006/main" noGrp="1"/>
          </p:cNvSpPr>
          <p:nvPr/>
        </p:nvSpPr>
        <p:spPr>
          <a:xfrm xmlns:a="http://schemas.openxmlformats.org/drawingml/2006/main">
            <a:off x="3444827"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6" name="Editable chart path">
            <a:extLst xmlns:a="http://schemas.openxmlformats.org/drawingml/2006/main">
              <a:ext uri="{FF2B5EF4-FFF2-40B4-BE49-F238E27FC236}">
                <a16:creationId xmlns:a16="http://schemas.microsoft.com/office/drawing/2014/main" id="{486B1EE1-9CEA-4EEE-B68D-03B50B57E473}"/>
              </a:ext>
            </a:extLst>
          </p:cNvPr>
          <p:cNvSpPr>
            <a:spLocks xmlns:a="http://schemas.openxmlformats.org/drawingml/2006/main" noGrp="1"/>
          </p:cNvSpPr>
          <p:nvPr/>
        </p:nvSpPr>
        <p:spPr>
          <a:xfrm xmlns:a="http://schemas.openxmlformats.org/drawingml/2006/main">
            <a:off x="3516229"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7" name="Editable chart path">
            <a:extLst xmlns:a="http://schemas.openxmlformats.org/drawingml/2006/main">
              <a:ext uri="{FF2B5EF4-FFF2-40B4-BE49-F238E27FC236}">
                <a16:creationId xmlns:a16="http://schemas.microsoft.com/office/drawing/2014/main" id="{AEEEED6C-AF9F-4CB5-A3D9-A0AA699DE9CF}"/>
              </a:ext>
            </a:extLst>
          </p:cNvPr>
          <p:cNvSpPr>
            <a:spLocks xmlns:a="http://schemas.openxmlformats.org/drawingml/2006/main" noGrp="1"/>
          </p:cNvSpPr>
          <p:nvPr/>
        </p:nvSpPr>
        <p:spPr>
          <a:xfrm xmlns:a="http://schemas.openxmlformats.org/drawingml/2006/main">
            <a:off x="3587631"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8" name="Editable chart path">
            <a:extLst xmlns:a="http://schemas.openxmlformats.org/drawingml/2006/main">
              <a:ext uri="{FF2B5EF4-FFF2-40B4-BE49-F238E27FC236}">
                <a16:creationId xmlns:a16="http://schemas.microsoft.com/office/drawing/2014/main" id="{BDC5A42C-976A-427A-9F68-64C803B3F5CA}"/>
              </a:ext>
            </a:extLst>
          </p:cNvPr>
          <p:cNvSpPr>
            <a:spLocks xmlns:a="http://schemas.openxmlformats.org/drawingml/2006/main" noGrp="1"/>
          </p:cNvSpPr>
          <p:nvPr/>
        </p:nvSpPr>
        <p:spPr>
          <a:xfrm xmlns:a="http://schemas.openxmlformats.org/drawingml/2006/main">
            <a:off x="3659033"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79" name="Editable chart path">
            <a:extLst xmlns:a="http://schemas.openxmlformats.org/drawingml/2006/main">
              <a:ext uri="{FF2B5EF4-FFF2-40B4-BE49-F238E27FC236}">
                <a16:creationId xmlns:a16="http://schemas.microsoft.com/office/drawing/2014/main" id="{843458B9-CB63-4D73-82E6-C77078683874}"/>
              </a:ext>
            </a:extLst>
          </p:cNvPr>
          <p:cNvSpPr>
            <a:spLocks xmlns:a="http://schemas.openxmlformats.org/drawingml/2006/main" noGrp="1"/>
          </p:cNvSpPr>
          <p:nvPr/>
        </p:nvSpPr>
        <p:spPr>
          <a:xfrm xmlns:a="http://schemas.openxmlformats.org/drawingml/2006/main">
            <a:off x="3730435"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0" name="Editable chart path">
            <a:extLst xmlns:a="http://schemas.openxmlformats.org/drawingml/2006/main">
              <a:ext uri="{FF2B5EF4-FFF2-40B4-BE49-F238E27FC236}">
                <a16:creationId xmlns:a16="http://schemas.microsoft.com/office/drawing/2014/main" id="{2429E35D-3F99-4A9D-B6C3-DBBF88C31435}"/>
              </a:ext>
            </a:extLst>
          </p:cNvPr>
          <p:cNvSpPr>
            <a:spLocks xmlns:a="http://schemas.openxmlformats.org/drawingml/2006/main" noGrp="1"/>
          </p:cNvSpPr>
          <p:nvPr/>
        </p:nvSpPr>
        <p:spPr>
          <a:xfrm xmlns:a="http://schemas.openxmlformats.org/drawingml/2006/main">
            <a:off x="3801836"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1" name="Editable chart path">
            <a:extLst xmlns:a="http://schemas.openxmlformats.org/drawingml/2006/main">
              <a:ext uri="{FF2B5EF4-FFF2-40B4-BE49-F238E27FC236}">
                <a16:creationId xmlns:a16="http://schemas.microsoft.com/office/drawing/2014/main" id="{F07BA6F8-43EC-4723-8082-4D98DE24ED33}"/>
              </a:ext>
            </a:extLst>
          </p:cNvPr>
          <p:cNvSpPr>
            <a:spLocks xmlns:a="http://schemas.openxmlformats.org/drawingml/2006/main" noGrp="1"/>
          </p:cNvSpPr>
          <p:nvPr/>
        </p:nvSpPr>
        <p:spPr>
          <a:xfrm xmlns:a="http://schemas.openxmlformats.org/drawingml/2006/main">
            <a:off x="3087817"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2" name="Editable chart path">
            <a:extLst xmlns:a="http://schemas.openxmlformats.org/drawingml/2006/main">
              <a:ext uri="{FF2B5EF4-FFF2-40B4-BE49-F238E27FC236}">
                <a16:creationId xmlns:a16="http://schemas.microsoft.com/office/drawing/2014/main" id="{DD331D76-9C2A-4AD1-99F9-B13EAB0345E0}"/>
              </a:ext>
            </a:extLst>
          </p:cNvPr>
          <p:cNvSpPr>
            <a:spLocks xmlns:a="http://schemas.openxmlformats.org/drawingml/2006/main" noGrp="1"/>
          </p:cNvSpPr>
          <p:nvPr/>
        </p:nvSpPr>
        <p:spPr>
          <a:xfrm xmlns:a="http://schemas.openxmlformats.org/drawingml/2006/main">
            <a:off x="3159219"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3" name="Editable chart path">
            <a:extLst xmlns:a="http://schemas.openxmlformats.org/drawingml/2006/main">
              <a:ext uri="{FF2B5EF4-FFF2-40B4-BE49-F238E27FC236}">
                <a16:creationId xmlns:a16="http://schemas.microsoft.com/office/drawing/2014/main" id="{9048EE01-CB40-443E-84A4-34F22ACC277F}"/>
              </a:ext>
            </a:extLst>
          </p:cNvPr>
          <p:cNvSpPr>
            <a:spLocks xmlns:a="http://schemas.openxmlformats.org/drawingml/2006/main" noGrp="1"/>
          </p:cNvSpPr>
          <p:nvPr/>
        </p:nvSpPr>
        <p:spPr>
          <a:xfrm xmlns:a="http://schemas.openxmlformats.org/drawingml/2006/main">
            <a:off x="3230621"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4" name="Editable chart path">
            <a:extLst xmlns:a="http://schemas.openxmlformats.org/drawingml/2006/main">
              <a:ext uri="{FF2B5EF4-FFF2-40B4-BE49-F238E27FC236}">
                <a16:creationId xmlns:a16="http://schemas.microsoft.com/office/drawing/2014/main" id="{AF6472E7-7AB2-4224-BE0E-7E802B0D5181}"/>
              </a:ext>
            </a:extLst>
          </p:cNvPr>
          <p:cNvSpPr>
            <a:spLocks xmlns:a="http://schemas.openxmlformats.org/drawingml/2006/main" noGrp="1"/>
          </p:cNvSpPr>
          <p:nvPr/>
        </p:nvSpPr>
        <p:spPr>
          <a:xfrm xmlns:a="http://schemas.openxmlformats.org/drawingml/2006/main">
            <a:off x="3302023"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5" name="Editable chart path">
            <a:extLst xmlns:a="http://schemas.openxmlformats.org/drawingml/2006/main">
              <a:ext uri="{FF2B5EF4-FFF2-40B4-BE49-F238E27FC236}">
                <a16:creationId xmlns:a16="http://schemas.microsoft.com/office/drawing/2014/main" id="{28767DE8-305E-428E-8D45-B55F5E579DA9}"/>
              </a:ext>
            </a:extLst>
          </p:cNvPr>
          <p:cNvSpPr>
            <a:spLocks xmlns:a="http://schemas.openxmlformats.org/drawingml/2006/main" noGrp="1"/>
          </p:cNvSpPr>
          <p:nvPr/>
        </p:nvSpPr>
        <p:spPr>
          <a:xfrm xmlns:a="http://schemas.openxmlformats.org/drawingml/2006/main">
            <a:off x="3373425"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6" name="Editable chart path">
            <a:extLst xmlns:a="http://schemas.openxmlformats.org/drawingml/2006/main">
              <a:ext uri="{FF2B5EF4-FFF2-40B4-BE49-F238E27FC236}">
                <a16:creationId xmlns:a16="http://schemas.microsoft.com/office/drawing/2014/main" id="{69401EE6-B440-46C8-8551-C7D7EC00C572}"/>
              </a:ext>
            </a:extLst>
          </p:cNvPr>
          <p:cNvSpPr>
            <a:spLocks xmlns:a="http://schemas.openxmlformats.org/drawingml/2006/main" noGrp="1"/>
          </p:cNvSpPr>
          <p:nvPr/>
        </p:nvSpPr>
        <p:spPr>
          <a:xfrm xmlns:a="http://schemas.openxmlformats.org/drawingml/2006/main">
            <a:off x="3444827"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7" name="Editable chart path">
            <a:extLst xmlns:a="http://schemas.openxmlformats.org/drawingml/2006/main">
              <a:ext uri="{FF2B5EF4-FFF2-40B4-BE49-F238E27FC236}">
                <a16:creationId xmlns:a16="http://schemas.microsoft.com/office/drawing/2014/main" id="{EEF2FAD2-D85B-4DD5-B789-A6B3B43F9FF4}"/>
              </a:ext>
            </a:extLst>
          </p:cNvPr>
          <p:cNvSpPr>
            <a:spLocks xmlns:a="http://schemas.openxmlformats.org/drawingml/2006/main" noGrp="1"/>
          </p:cNvSpPr>
          <p:nvPr/>
        </p:nvSpPr>
        <p:spPr>
          <a:xfrm xmlns:a="http://schemas.openxmlformats.org/drawingml/2006/main">
            <a:off x="3516229"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8" name="Editable chart path">
            <a:extLst xmlns:a="http://schemas.openxmlformats.org/drawingml/2006/main">
              <a:ext uri="{FF2B5EF4-FFF2-40B4-BE49-F238E27FC236}">
                <a16:creationId xmlns:a16="http://schemas.microsoft.com/office/drawing/2014/main" id="{460778C5-CFE3-4CF9-8770-CB531AB275E0}"/>
              </a:ext>
            </a:extLst>
          </p:cNvPr>
          <p:cNvSpPr>
            <a:spLocks xmlns:a="http://schemas.openxmlformats.org/drawingml/2006/main" noGrp="1"/>
          </p:cNvSpPr>
          <p:nvPr/>
        </p:nvSpPr>
        <p:spPr>
          <a:xfrm xmlns:a="http://schemas.openxmlformats.org/drawingml/2006/main">
            <a:off x="3587631"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89" name="Editable chart path">
            <a:extLst xmlns:a="http://schemas.openxmlformats.org/drawingml/2006/main">
              <a:ext uri="{FF2B5EF4-FFF2-40B4-BE49-F238E27FC236}">
                <a16:creationId xmlns:a16="http://schemas.microsoft.com/office/drawing/2014/main" id="{27FA3736-65AD-4C67-882A-D4B4E5F45A05}"/>
              </a:ext>
            </a:extLst>
          </p:cNvPr>
          <p:cNvSpPr>
            <a:spLocks xmlns:a="http://schemas.openxmlformats.org/drawingml/2006/main" noGrp="1"/>
          </p:cNvSpPr>
          <p:nvPr/>
        </p:nvSpPr>
        <p:spPr>
          <a:xfrm xmlns:a="http://schemas.openxmlformats.org/drawingml/2006/main">
            <a:off x="3659033"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0" name="Editable chart path">
            <a:extLst xmlns:a="http://schemas.openxmlformats.org/drawingml/2006/main">
              <a:ext uri="{FF2B5EF4-FFF2-40B4-BE49-F238E27FC236}">
                <a16:creationId xmlns:a16="http://schemas.microsoft.com/office/drawing/2014/main" id="{D9FB7FDD-E9B8-4DF7-A5EF-647622E8C32D}"/>
              </a:ext>
            </a:extLst>
          </p:cNvPr>
          <p:cNvSpPr>
            <a:spLocks xmlns:a="http://schemas.openxmlformats.org/drawingml/2006/main" noGrp="1"/>
          </p:cNvSpPr>
          <p:nvPr/>
        </p:nvSpPr>
        <p:spPr>
          <a:xfrm xmlns:a="http://schemas.openxmlformats.org/drawingml/2006/main">
            <a:off x="3230621"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1" name="Editable chart path">
            <a:extLst xmlns:a="http://schemas.openxmlformats.org/drawingml/2006/main">
              <a:ext uri="{FF2B5EF4-FFF2-40B4-BE49-F238E27FC236}">
                <a16:creationId xmlns:a16="http://schemas.microsoft.com/office/drawing/2014/main" id="{697038BC-BD6B-42AA-A52A-358821E9ED72}"/>
              </a:ext>
            </a:extLst>
          </p:cNvPr>
          <p:cNvSpPr>
            <a:spLocks xmlns:a="http://schemas.openxmlformats.org/drawingml/2006/main" noGrp="1"/>
          </p:cNvSpPr>
          <p:nvPr/>
        </p:nvSpPr>
        <p:spPr>
          <a:xfrm xmlns:a="http://schemas.openxmlformats.org/drawingml/2006/main">
            <a:off x="3302023"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2" name="Editable chart path">
            <a:extLst xmlns:a="http://schemas.openxmlformats.org/drawingml/2006/main">
              <a:ext uri="{FF2B5EF4-FFF2-40B4-BE49-F238E27FC236}">
                <a16:creationId xmlns:a16="http://schemas.microsoft.com/office/drawing/2014/main" id="{42121A9C-08E6-4A23-BABF-17DD150BDB77}"/>
              </a:ext>
            </a:extLst>
          </p:cNvPr>
          <p:cNvSpPr>
            <a:spLocks xmlns:a="http://schemas.openxmlformats.org/drawingml/2006/main" noGrp="1"/>
          </p:cNvSpPr>
          <p:nvPr/>
        </p:nvSpPr>
        <p:spPr>
          <a:xfrm xmlns:a="http://schemas.openxmlformats.org/drawingml/2006/main">
            <a:off x="3373425"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3" name="Editable chart path">
            <a:extLst xmlns:a="http://schemas.openxmlformats.org/drawingml/2006/main">
              <a:ext uri="{FF2B5EF4-FFF2-40B4-BE49-F238E27FC236}">
                <a16:creationId xmlns:a16="http://schemas.microsoft.com/office/drawing/2014/main" id="{E14BCC26-363D-4332-A3D6-87294E4A527E}"/>
              </a:ext>
            </a:extLst>
          </p:cNvPr>
          <p:cNvSpPr>
            <a:spLocks xmlns:a="http://schemas.openxmlformats.org/drawingml/2006/main" noGrp="1"/>
          </p:cNvSpPr>
          <p:nvPr/>
        </p:nvSpPr>
        <p:spPr>
          <a:xfrm xmlns:a="http://schemas.openxmlformats.org/drawingml/2006/main">
            <a:off x="3444827"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4" name="Editable chart path">
            <a:extLst xmlns:a="http://schemas.openxmlformats.org/drawingml/2006/main">
              <a:ext uri="{FF2B5EF4-FFF2-40B4-BE49-F238E27FC236}">
                <a16:creationId xmlns:a16="http://schemas.microsoft.com/office/drawing/2014/main" id="{519301FB-D519-458E-B6AC-657CD7F1F26A}"/>
              </a:ext>
            </a:extLst>
          </p:cNvPr>
          <p:cNvSpPr>
            <a:spLocks xmlns:a="http://schemas.openxmlformats.org/drawingml/2006/main" noGrp="1"/>
          </p:cNvSpPr>
          <p:nvPr/>
        </p:nvSpPr>
        <p:spPr>
          <a:xfrm xmlns:a="http://schemas.openxmlformats.org/drawingml/2006/main">
            <a:off x="3587631"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5" name="Editable chart path">
            <a:extLst xmlns:a="http://schemas.openxmlformats.org/drawingml/2006/main">
              <a:ext uri="{FF2B5EF4-FFF2-40B4-BE49-F238E27FC236}">
                <a16:creationId xmlns:a16="http://schemas.microsoft.com/office/drawing/2014/main" id="{DEB1AD05-722A-4FD2-A324-EEED1834DF88}"/>
              </a:ext>
            </a:extLst>
          </p:cNvPr>
          <p:cNvSpPr>
            <a:spLocks xmlns:a="http://schemas.openxmlformats.org/drawingml/2006/main" noGrp="1"/>
          </p:cNvSpPr>
          <p:nvPr/>
        </p:nvSpPr>
        <p:spPr>
          <a:xfrm xmlns:a="http://schemas.openxmlformats.org/drawingml/2006/main">
            <a:off x="1802581"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6" name="Editable chart path">
            <a:extLst xmlns:a="http://schemas.openxmlformats.org/drawingml/2006/main">
              <a:ext uri="{FF2B5EF4-FFF2-40B4-BE49-F238E27FC236}">
                <a16:creationId xmlns:a16="http://schemas.microsoft.com/office/drawing/2014/main" id="{1830DDBD-E755-4891-8CB3-00B38818C249}"/>
              </a:ext>
            </a:extLst>
          </p:cNvPr>
          <p:cNvSpPr>
            <a:spLocks xmlns:a="http://schemas.openxmlformats.org/drawingml/2006/main" noGrp="1"/>
          </p:cNvSpPr>
          <p:nvPr/>
        </p:nvSpPr>
        <p:spPr>
          <a:xfrm xmlns:a="http://schemas.openxmlformats.org/drawingml/2006/main">
            <a:off x="1802581"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7" name="Editable chart path">
            <a:extLst xmlns:a="http://schemas.openxmlformats.org/drawingml/2006/main">
              <a:ext uri="{FF2B5EF4-FFF2-40B4-BE49-F238E27FC236}">
                <a16:creationId xmlns:a16="http://schemas.microsoft.com/office/drawing/2014/main" id="{AFDA2F2F-9CA7-44D7-989D-7DCD4408BB2F}"/>
              </a:ext>
            </a:extLst>
          </p:cNvPr>
          <p:cNvSpPr>
            <a:spLocks xmlns:a="http://schemas.openxmlformats.org/drawingml/2006/main" noGrp="1"/>
          </p:cNvSpPr>
          <p:nvPr/>
        </p:nvSpPr>
        <p:spPr>
          <a:xfrm xmlns:a="http://schemas.openxmlformats.org/drawingml/2006/main">
            <a:off x="1802581"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8" name="Editable chart path">
            <a:extLst xmlns:a="http://schemas.openxmlformats.org/drawingml/2006/main">
              <a:ext uri="{FF2B5EF4-FFF2-40B4-BE49-F238E27FC236}">
                <a16:creationId xmlns:a16="http://schemas.microsoft.com/office/drawing/2014/main" id="{989961AE-8BD6-410A-B42D-AF4EBAD75862}"/>
              </a:ext>
            </a:extLst>
          </p:cNvPr>
          <p:cNvSpPr>
            <a:spLocks xmlns:a="http://schemas.openxmlformats.org/drawingml/2006/main" noGrp="1"/>
          </p:cNvSpPr>
          <p:nvPr/>
        </p:nvSpPr>
        <p:spPr>
          <a:xfrm xmlns:a="http://schemas.openxmlformats.org/drawingml/2006/main">
            <a:off x="1802581"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799" name="Editable chart path">
            <a:extLst xmlns:a="http://schemas.openxmlformats.org/drawingml/2006/main">
              <a:ext uri="{FF2B5EF4-FFF2-40B4-BE49-F238E27FC236}">
                <a16:creationId xmlns:a16="http://schemas.microsoft.com/office/drawing/2014/main" id="{34A4F8DA-4DF4-4C78-BA1E-6E6B6A4394C2}"/>
              </a:ext>
            </a:extLst>
          </p:cNvPr>
          <p:cNvSpPr>
            <a:spLocks xmlns:a="http://schemas.openxmlformats.org/drawingml/2006/main" noGrp="1"/>
          </p:cNvSpPr>
          <p:nvPr/>
        </p:nvSpPr>
        <p:spPr>
          <a:xfrm xmlns:a="http://schemas.openxmlformats.org/drawingml/2006/main">
            <a:off x="1802581"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0" name="Editable chart path">
            <a:extLst xmlns:a="http://schemas.openxmlformats.org/drawingml/2006/main">
              <a:ext uri="{FF2B5EF4-FFF2-40B4-BE49-F238E27FC236}">
                <a16:creationId xmlns:a16="http://schemas.microsoft.com/office/drawing/2014/main" id="{44A7CF54-4D7C-4D15-93AA-4096AA29C9F0}"/>
              </a:ext>
            </a:extLst>
          </p:cNvPr>
          <p:cNvSpPr>
            <a:spLocks xmlns:a="http://schemas.openxmlformats.org/drawingml/2006/main" noGrp="1"/>
          </p:cNvSpPr>
          <p:nvPr/>
        </p:nvSpPr>
        <p:spPr>
          <a:xfrm xmlns:a="http://schemas.openxmlformats.org/drawingml/2006/main">
            <a:off x="194538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1" name="Editable chart path">
            <a:extLst xmlns:a="http://schemas.openxmlformats.org/drawingml/2006/main">
              <a:ext uri="{FF2B5EF4-FFF2-40B4-BE49-F238E27FC236}">
                <a16:creationId xmlns:a16="http://schemas.microsoft.com/office/drawing/2014/main" id="{F1722F4D-3E6A-428C-9BE9-C6EB8E2810C2}"/>
              </a:ext>
            </a:extLst>
          </p:cNvPr>
          <p:cNvSpPr>
            <a:spLocks xmlns:a="http://schemas.openxmlformats.org/drawingml/2006/main" noGrp="1"/>
          </p:cNvSpPr>
          <p:nvPr/>
        </p:nvSpPr>
        <p:spPr>
          <a:xfrm xmlns:a="http://schemas.openxmlformats.org/drawingml/2006/main">
            <a:off x="194538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2" name="Editable chart path">
            <a:extLst xmlns:a="http://schemas.openxmlformats.org/drawingml/2006/main">
              <a:ext uri="{FF2B5EF4-FFF2-40B4-BE49-F238E27FC236}">
                <a16:creationId xmlns:a16="http://schemas.microsoft.com/office/drawing/2014/main" id="{93123DE2-E0E7-4AA5-921E-9D3A7EFDB78E}"/>
              </a:ext>
            </a:extLst>
          </p:cNvPr>
          <p:cNvSpPr>
            <a:spLocks xmlns:a="http://schemas.openxmlformats.org/drawingml/2006/main" noGrp="1"/>
          </p:cNvSpPr>
          <p:nvPr/>
        </p:nvSpPr>
        <p:spPr>
          <a:xfrm xmlns:a="http://schemas.openxmlformats.org/drawingml/2006/main">
            <a:off x="2088189"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3" name="Editable chart path">
            <a:extLst xmlns:a="http://schemas.openxmlformats.org/drawingml/2006/main">
              <a:ext uri="{FF2B5EF4-FFF2-40B4-BE49-F238E27FC236}">
                <a16:creationId xmlns:a16="http://schemas.microsoft.com/office/drawing/2014/main" id="{E8242059-0375-45C5-9038-39E499494132}"/>
              </a:ext>
            </a:extLst>
          </p:cNvPr>
          <p:cNvSpPr>
            <a:spLocks xmlns:a="http://schemas.openxmlformats.org/drawingml/2006/main" noGrp="1"/>
          </p:cNvSpPr>
          <p:nvPr/>
        </p:nvSpPr>
        <p:spPr>
          <a:xfrm xmlns:a="http://schemas.openxmlformats.org/drawingml/2006/main">
            <a:off x="2088189"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4" name="Editable chart path">
            <a:extLst xmlns:a="http://schemas.openxmlformats.org/drawingml/2006/main">
              <a:ext uri="{FF2B5EF4-FFF2-40B4-BE49-F238E27FC236}">
                <a16:creationId xmlns:a16="http://schemas.microsoft.com/office/drawing/2014/main" id="{E0B1800E-0E54-4422-8D08-801A6D9BA3C0}"/>
              </a:ext>
            </a:extLst>
          </p:cNvPr>
          <p:cNvSpPr>
            <a:spLocks xmlns:a="http://schemas.openxmlformats.org/drawingml/2006/main" noGrp="1"/>
          </p:cNvSpPr>
          <p:nvPr/>
        </p:nvSpPr>
        <p:spPr>
          <a:xfrm xmlns:a="http://schemas.openxmlformats.org/drawingml/2006/main">
            <a:off x="2159591"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5" name="Editable chart path">
            <a:extLst xmlns:a="http://schemas.openxmlformats.org/drawingml/2006/main">
              <a:ext uri="{FF2B5EF4-FFF2-40B4-BE49-F238E27FC236}">
                <a16:creationId xmlns:a16="http://schemas.microsoft.com/office/drawing/2014/main" id="{79B13119-0377-4503-95FD-8C713CBE8D8B}"/>
              </a:ext>
            </a:extLst>
          </p:cNvPr>
          <p:cNvSpPr>
            <a:spLocks xmlns:a="http://schemas.openxmlformats.org/drawingml/2006/main" noGrp="1"/>
          </p:cNvSpPr>
          <p:nvPr/>
        </p:nvSpPr>
        <p:spPr>
          <a:xfrm xmlns:a="http://schemas.openxmlformats.org/drawingml/2006/main">
            <a:off x="2230993"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6" name="Editable chart path">
            <a:extLst xmlns:a="http://schemas.openxmlformats.org/drawingml/2006/main">
              <a:ext uri="{FF2B5EF4-FFF2-40B4-BE49-F238E27FC236}">
                <a16:creationId xmlns:a16="http://schemas.microsoft.com/office/drawing/2014/main" id="{953E0B1E-1683-42B0-AD1B-5918A1A8BAF9}"/>
              </a:ext>
            </a:extLst>
          </p:cNvPr>
          <p:cNvSpPr>
            <a:spLocks xmlns:a="http://schemas.openxmlformats.org/drawingml/2006/main" noGrp="1"/>
          </p:cNvSpPr>
          <p:nvPr/>
        </p:nvSpPr>
        <p:spPr>
          <a:xfrm xmlns:a="http://schemas.openxmlformats.org/drawingml/2006/main">
            <a:off x="2230993"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7" name="Editable chart path">
            <a:extLst xmlns:a="http://schemas.openxmlformats.org/drawingml/2006/main">
              <a:ext uri="{FF2B5EF4-FFF2-40B4-BE49-F238E27FC236}">
                <a16:creationId xmlns:a16="http://schemas.microsoft.com/office/drawing/2014/main" id="{E0382FBC-553D-42B6-A3CC-291829889611}"/>
              </a:ext>
            </a:extLst>
          </p:cNvPr>
          <p:cNvSpPr>
            <a:spLocks xmlns:a="http://schemas.openxmlformats.org/drawingml/2006/main" noGrp="1"/>
          </p:cNvSpPr>
          <p:nvPr/>
        </p:nvSpPr>
        <p:spPr>
          <a:xfrm xmlns:a="http://schemas.openxmlformats.org/drawingml/2006/main">
            <a:off x="2302395"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8" name="Editable chart path">
            <a:extLst xmlns:a="http://schemas.openxmlformats.org/drawingml/2006/main">
              <a:ext uri="{FF2B5EF4-FFF2-40B4-BE49-F238E27FC236}">
                <a16:creationId xmlns:a16="http://schemas.microsoft.com/office/drawing/2014/main" id="{28B04EDF-6D58-4C2F-9BA9-6B519368C8E8}"/>
              </a:ext>
            </a:extLst>
          </p:cNvPr>
          <p:cNvSpPr>
            <a:spLocks xmlns:a="http://schemas.openxmlformats.org/drawingml/2006/main" noGrp="1"/>
          </p:cNvSpPr>
          <p:nvPr/>
        </p:nvSpPr>
        <p:spPr>
          <a:xfrm xmlns:a="http://schemas.openxmlformats.org/drawingml/2006/main">
            <a:off x="2373797"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09" name="Editable chart path">
            <a:extLst xmlns:a="http://schemas.openxmlformats.org/drawingml/2006/main">
              <a:ext uri="{FF2B5EF4-FFF2-40B4-BE49-F238E27FC236}">
                <a16:creationId xmlns:a16="http://schemas.microsoft.com/office/drawing/2014/main" id="{B0620419-3CBF-49E6-8DEB-E66882C7E37D}"/>
              </a:ext>
            </a:extLst>
          </p:cNvPr>
          <p:cNvSpPr>
            <a:spLocks xmlns:a="http://schemas.openxmlformats.org/drawingml/2006/main" noGrp="1"/>
          </p:cNvSpPr>
          <p:nvPr/>
        </p:nvSpPr>
        <p:spPr>
          <a:xfrm xmlns:a="http://schemas.openxmlformats.org/drawingml/2006/main">
            <a:off x="2373797"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0" name="Editable chart path">
            <a:extLst xmlns:a="http://schemas.openxmlformats.org/drawingml/2006/main">
              <a:ext uri="{FF2B5EF4-FFF2-40B4-BE49-F238E27FC236}">
                <a16:creationId xmlns:a16="http://schemas.microsoft.com/office/drawing/2014/main" id="{A924E059-2C5C-4BA6-84A0-34230A4C5A1F}"/>
              </a:ext>
            </a:extLst>
          </p:cNvPr>
          <p:cNvSpPr>
            <a:spLocks xmlns:a="http://schemas.openxmlformats.org/drawingml/2006/main" noGrp="1"/>
          </p:cNvSpPr>
          <p:nvPr/>
        </p:nvSpPr>
        <p:spPr>
          <a:xfrm xmlns:a="http://schemas.openxmlformats.org/drawingml/2006/main">
            <a:off x="2373797"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1" name="Editable chart path">
            <a:extLst xmlns:a="http://schemas.openxmlformats.org/drawingml/2006/main">
              <a:ext uri="{FF2B5EF4-FFF2-40B4-BE49-F238E27FC236}">
                <a16:creationId xmlns:a16="http://schemas.microsoft.com/office/drawing/2014/main" id="{1F478695-9116-4105-9918-3E8F2C534CBF}"/>
              </a:ext>
            </a:extLst>
          </p:cNvPr>
          <p:cNvSpPr>
            <a:spLocks xmlns:a="http://schemas.openxmlformats.org/drawingml/2006/main" noGrp="1"/>
          </p:cNvSpPr>
          <p:nvPr/>
        </p:nvSpPr>
        <p:spPr>
          <a:xfrm xmlns:a="http://schemas.openxmlformats.org/drawingml/2006/main">
            <a:off x="2445199"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2" name="Editable chart path">
            <a:extLst xmlns:a="http://schemas.openxmlformats.org/drawingml/2006/main">
              <a:ext uri="{FF2B5EF4-FFF2-40B4-BE49-F238E27FC236}">
                <a16:creationId xmlns:a16="http://schemas.microsoft.com/office/drawing/2014/main" id="{48D4EDBC-E3F5-4989-8496-A3BA0FDFB45E}"/>
              </a:ext>
            </a:extLst>
          </p:cNvPr>
          <p:cNvSpPr>
            <a:spLocks xmlns:a="http://schemas.openxmlformats.org/drawingml/2006/main" noGrp="1"/>
          </p:cNvSpPr>
          <p:nvPr/>
        </p:nvSpPr>
        <p:spPr>
          <a:xfrm xmlns:a="http://schemas.openxmlformats.org/drawingml/2006/main">
            <a:off x="2516601"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3" name="Editable chart path">
            <a:extLst xmlns:a="http://schemas.openxmlformats.org/drawingml/2006/main">
              <a:ext uri="{FF2B5EF4-FFF2-40B4-BE49-F238E27FC236}">
                <a16:creationId xmlns:a16="http://schemas.microsoft.com/office/drawing/2014/main" id="{B1AA4870-0E15-41C9-8B46-1091F8A4B495}"/>
              </a:ext>
            </a:extLst>
          </p:cNvPr>
          <p:cNvSpPr>
            <a:spLocks xmlns:a="http://schemas.openxmlformats.org/drawingml/2006/main" noGrp="1"/>
          </p:cNvSpPr>
          <p:nvPr/>
        </p:nvSpPr>
        <p:spPr>
          <a:xfrm xmlns:a="http://schemas.openxmlformats.org/drawingml/2006/main">
            <a:off x="2516601"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4" name="Editable chart path">
            <a:extLst xmlns:a="http://schemas.openxmlformats.org/drawingml/2006/main">
              <a:ext uri="{FF2B5EF4-FFF2-40B4-BE49-F238E27FC236}">
                <a16:creationId xmlns:a16="http://schemas.microsoft.com/office/drawing/2014/main" id="{7C2635E7-8E2C-45CD-AC88-E6BA3A5D84A6}"/>
              </a:ext>
            </a:extLst>
          </p:cNvPr>
          <p:cNvSpPr>
            <a:spLocks xmlns:a="http://schemas.openxmlformats.org/drawingml/2006/main" noGrp="1"/>
          </p:cNvSpPr>
          <p:nvPr/>
        </p:nvSpPr>
        <p:spPr>
          <a:xfrm xmlns:a="http://schemas.openxmlformats.org/drawingml/2006/main">
            <a:off x="2588003"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5" name="Editable chart path">
            <a:extLst xmlns:a="http://schemas.openxmlformats.org/drawingml/2006/main">
              <a:ext uri="{FF2B5EF4-FFF2-40B4-BE49-F238E27FC236}">
                <a16:creationId xmlns:a16="http://schemas.microsoft.com/office/drawing/2014/main" id="{B9B3D0DC-A1D7-4010-884C-122EC5C5C8E6}"/>
              </a:ext>
            </a:extLst>
          </p:cNvPr>
          <p:cNvSpPr>
            <a:spLocks xmlns:a="http://schemas.openxmlformats.org/drawingml/2006/main" noGrp="1"/>
          </p:cNvSpPr>
          <p:nvPr/>
        </p:nvSpPr>
        <p:spPr>
          <a:xfrm xmlns:a="http://schemas.openxmlformats.org/drawingml/2006/main">
            <a:off x="2659405"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6" name="Editable chart path">
            <a:extLst xmlns:a="http://schemas.openxmlformats.org/drawingml/2006/main">
              <a:ext uri="{FF2B5EF4-FFF2-40B4-BE49-F238E27FC236}">
                <a16:creationId xmlns:a16="http://schemas.microsoft.com/office/drawing/2014/main" id="{776A29B3-C202-4BAE-94BF-60DFBE8434DC}"/>
              </a:ext>
            </a:extLst>
          </p:cNvPr>
          <p:cNvSpPr>
            <a:spLocks xmlns:a="http://schemas.openxmlformats.org/drawingml/2006/main" noGrp="1"/>
          </p:cNvSpPr>
          <p:nvPr/>
        </p:nvSpPr>
        <p:spPr>
          <a:xfrm xmlns:a="http://schemas.openxmlformats.org/drawingml/2006/main">
            <a:off x="2730807"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7" name="Editable chart path">
            <a:extLst xmlns:a="http://schemas.openxmlformats.org/drawingml/2006/main">
              <a:ext uri="{FF2B5EF4-FFF2-40B4-BE49-F238E27FC236}">
                <a16:creationId xmlns:a16="http://schemas.microsoft.com/office/drawing/2014/main" id="{DA123AD0-4B74-47E1-97A4-3F520087D9D2}"/>
              </a:ext>
            </a:extLst>
          </p:cNvPr>
          <p:cNvSpPr>
            <a:spLocks xmlns:a="http://schemas.openxmlformats.org/drawingml/2006/main" noGrp="1"/>
          </p:cNvSpPr>
          <p:nvPr/>
        </p:nvSpPr>
        <p:spPr>
          <a:xfrm xmlns:a="http://schemas.openxmlformats.org/drawingml/2006/main">
            <a:off x="2802209"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8" name="Editable chart path">
            <a:extLst xmlns:a="http://schemas.openxmlformats.org/drawingml/2006/main">
              <a:ext uri="{FF2B5EF4-FFF2-40B4-BE49-F238E27FC236}">
                <a16:creationId xmlns:a16="http://schemas.microsoft.com/office/drawing/2014/main" id="{5090E08D-912C-4299-905B-4D7C1051BD75}"/>
              </a:ext>
            </a:extLst>
          </p:cNvPr>
          <p:cNvSpPr>
            <a:spLocks xmlns:a="http://schemas.openxmlformats.org/drawingml/2006/main" noGrp="1"/>
          </p:cNvSpPr>
          <p:nvPr/>
        </p:nvSpPr>
        <p:spPr>
          <a:xfrm xmlns:a="http://schemas.openxmlformats.org/drawingml/2006/main">
            <a:off x="2945013"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19" name="Editable chart path">
            <a:extLst xmlns:a="http://schemas.openxmlformats.org/drawingml/2006/main">
              <a:ext uri="{FF2B5EF4-FFF2-40B4-BE49-F238E27FC236}">
                <a16:creationId xmlns:a16="http://schemas.microsoft.com/office/drawing/2014/main" id="{406E05FD-DBA9-4C65-8ADA-9C82327ACEE9}"/>
              </a:ext>
            </a:extLst>
          </p:cNvPr>
          <p:cNvSpPr>
            <a:spLocks xmlns:a="http://schemas.openxmlformats.org/drawingml/2006/main" noGrp="1"/>
          </p:cNvSpPr>
          <p:nvPr/>
        </p:nvSpPr>
        <p:spPr>
          <a:xfrm xmlns:a="http://schemas.openxmlformats.org/drawingml/2006/main">
            <a:off x="3016415"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0" name="Editable chart path">
            <a:extLst xmlns:a="http://schemas.openxmlformats.org/drawingml/2006/main">
              <a:ext uri="{FF2B5EF4-FFF2-40B4-BE49-F238E27FC236}">
                <a16:creationId xmlns:a16="http://schemas.microsoft.com/office/drawing/2014/main" id="{724E2587-6CEF-4BF0-AEB4-92B2808E84E4}"/>
              </a:ext>
            </a:extLst>
          </p:cNvPr>
          <p:cNvSpPr>
            <a:spLocks xmlns:a="http://schemas.openxmlformats.org/drawingml/2006/main" noGrp="1"/>
          </p:cNvSpPr>
          <p:nvPr/>
        </p:nvSpPr>
        <p:spPr>
          <a:xfrm xmlns:a="http://schemas.openxmlformats.org/drawingml/2006/main">
            <a:off x="3016415"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1" name="Editable chart path">
            <a:extLst xmlns:a="http://schemas.openxmlformats.org/drawingml/2006/main">
              <a:ext uri="{FF2B5EF4-FFF2-40B4-BE49-F238E27FC236}">
                <a16:creationId xmlns:a16="http://schemas.microsoft.com/office/drawing/2014/main" id="{A6ECA3E9-75A6-4241-B80B-DAD39440534B}"/>
              </a:ext>
            </a:extLst>
          </p:cNvPr>
          <p:cNvSpPr>
            <a:spLocks xmlns:a="http://schemas.openxmlformats.org/drawingml/2006/main" noGrp="1"/>
          </p:cNvSpPr>
          <p:nvPr/>
        </p:nvSpPr>
        <p:spPr>
          <a:xfrm xmlns:a="http://schemas.openxmlformats.org/drawingml/2006/main">
            <a:off x="3159219"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2" name="Editable chart path">
            <a:extLst xmlns:a="http://schemas.openxmlformats.org/drawingml/2006/main">
              <a:ext uri="{FF2B5EF4-FFF2-40B4-BE49-F238E27FC236}">
                <a16:creationId xmlns:a16="http://schemas.microsoft.com/office/drawing/2014/main" id="{E5EE62B4-5318-4361-8329-B7759D3EF79C}"/>
              </a:ext>
            </a:extLst>
          </p:cNvPr>
          <p:cNvSpPr>
            <a:spLocks xmlns:a="http://schemas.openxmlformats.org/drawingml/2006/main" noGrp="1"/>
          </p:cNvSpPr>
          <p:nvPr/>
        </p:nvSpPr>
        <p:spPr>
          <a:xfrm xmlns:a="http://schemas.openxmlformats.org/drawingml/2006/main">
            <a:off x="3302023"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3" name="Editable chart path">
            <a:extLst xmlns:a="http://schemas.openxmlformats.org/drawingml/2006/main">
              <a:ext uri="{FF2B5EF4-FFF2-40B4-BE49-F238E27FC236}">
                <a16:creationId xmlns:a16="http://schemas.microsoft.com/office/drawing/2014/main" id="{B768CB71-A557-4259-8632-34210B7F80D4}"/>
              </a:ext>
            </a:extLst>
          </p:cNvPr>
          <p:cNvSpPr>
            <a:spLocks xmlns:a="http://schemas.openxmlformats.org/drawingml/2006/main" noGrp="1"/>
          </p:cNvSpPr>
          <p:nvPr/>
        </p:nvSpPr>
        <p:spPr>
          <a:xfrm xmlns:a="http://schemas.openxmlformats.org/drawingml/2006/main">
            <a:off x="3302023"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4" name="Editable chart path">
            <a:extLst xmlns:a="http://schemas.openxmlformats.org/drawingml/2006/main">
              <a:ext uri="{FF2B5EF4-FFF2-40B4-BE49-F238E27FC236}">
                <a16:creationId xmlns:a16="http://schemas.microsoft.com/office/drawing/2014/main" id="{621F08C8-9B92-4C3C-8D8C-E82F8F5E7976}"/>
              </a:ext>
            </a:extLst>
          </p:cNvPr>
          <p:cNvSpPr>
            <a:spLocks xmlns:a="http://schemas.openxmlformats.org/drawingml/2006/main" noGrp="1"/>
          </p:cNvSpPr>
          <p:nvPr/>
        </p:nvSpPr>
        <p:spPr>
          <a:xfrm xmlns:a="http://schemas.openxmlformats.org/drawingml/2006/main">
            <a:off x="3302023" y="274696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5" name="Editable chart path">
            <a:extLst xmlns:a="http://schemas.openxmlformats.org/drawingml/2006/main">
              <a:ext uri="{FF2B5EF4-FFF2-40B4-BE49-F238E27FC236}">
                <a16:creationId xmlns:a16="http://schemas.microsoft.com/office/drawing/2014/main" id="{032DD30F-B710-4B4E-82FD-66F43C82B61D}"/>
              </a:ext>
            </a:extLst>
          </p:cNvPr>
          <p:cNvSpPr>
            <a:spLocks xmlns:a="http://schemas.openxmlformats.org/drawingml/2006/main" noGrp="1"/>
          </p:cNvSpPr>
          <p:nvPr/>
        </p:nvSpPr>
        <p:spPr>
          <a:xfrm xmlns:a="http://schemas.openxmlformats.org/drawingml/2006/main">
            <a:off x="3373425"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6" name="Editable chart path">
            <a:extLst xmlns:a="http://schemas.openxmlformats.org/drawingml/2006/main">
              <a:ext uri="{FF2B5EF4-FFF2-40B4-BE49-F238E27FC236}">
                <a16:creationId xmlns:a16="http://schemas.microsoft.com/office/drawing/2014/main" id="{FD1EB19F-A47C-44BD-8FA0-A5CF3E69958B}"/>
              </a:ext>
            </a:extLst>
          </p:cNvPr>
          <p:cNvSpPr>
            <a:spLocks xmlns:a="http://schemas.openxmlformats.org/drawingml/2006/main" noGrp="1"/>
          </p:cNvSpPr>
          <p:nvPr/>
        </p:nvSpPr>
        <p:spPr>
          <a:xfrm xmlns:a="http://schemas.openxmlformats.org/drawingml/2006/main">
            <a:off x="3373425" y="274696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7" name="Editable chart path">
            <a:extLst xmlns:a="http://schemas.openxmlformats.org/drawingml/2006/main">
              <a:ext uri="{FF2B5EF4-FFF2-40B4-BE49-F238E27FC236}">
                <a16:creationId xmlns:a16="http://schemas.microsoft.com/office/drawing/2014/main" id="{2248A002-5812-4B73-B7D5-F3C929BDD363}"/>
              </a:ext>
            </a:extLst>
          </p:cNvPr>
          <p:cNvSpPr>
            <a:spLocks xmlns:a="http://schemas.openxmlformats.org/drawingml/2006/main" noGrp="1"/>
          </p:cNvSpPr>
          <p:nvPr/>
        </p:nvSpPr>
        <p:spPr>
          <a:xfrm xmlns:a="http://schemas.openxmlformats.org/drawingml/2006/main">
            <a:off x="3444827"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8" name="Editable chart path">
            <a:extLst xmlns:a="http://schemas.openxmlformats.org/drawingml/2006/main">
              <a:ext uri="{FF2B5EF4-FFF2-40B4-BE49-F238E27FC236}">
                <a16:creationId xmlns:a16="http://schemas.microsoft.com/office/drawing/2014/main" id="{E786F5AB-BCE2-4E11-AC13-64240E8378DA}"/>
              </a:ext>
            </a:extLst>
          </p:cNvPr>
          <p:cNvSpPr>
            <a:spLocks xmlns:a="http://schemas.openxmlformats.org/drawingml/2006/main" noGrp="1"/>
          </p:cNvSpPr>
          <p:nvPr/>
        </p:nvSpPr>
        <p:spPr>
          <a:xfrm xmlns:a="http://schemas.openxmlformats.org/drawingml/2006/main">
            <a:off x="3444827" y="274696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29" name="Editable chart path">
            <a:extLst xmlns:a="http://schemas.openxmlformats.org/drawingml/2006/main">
              <a:ext uri="{FF2B5EF4-FFF2-40B4-BE49-F238E27FC236}">
                <a16:creationId xmlns:a16="http://schemas.microsoft.com/office/drawing/2014/main" id="{F69BFB22-D346-479F-BC1F-503A6D025D20}"/>
              </a:ext>
            </a:extLst>
          </p:cNvPr>
          <p:cNvSpPr>
            <a:spLocks xmlns:a="http://schemas.openxmlformats.org/drawingml/2006/main" noGrp="1"/>
          </p:cNvSpPr>
          <p:nvPr/>
        </p:nvSpPr>
        <p:spPr>
          <a:xfrm xmlns:a="http://schemas.openxmlformats.org/drawingml/2006/main">
            <a:off x="3516229"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0" name="Editable chart path">
            <a:extLst xmlns:a="http://schemas.openxmlformats.org/drawingml/2006/main">
              <a:ext uri="{FF2B5EF4-FFF2-40B4-BE49-F238E27FC236}">
                <a16:creationId xmlns:a16="http://schemas.microsoft.com/office/drawing/2014/main" id="{829A833E-53AA-4136-8979-69925409997D}"/>
              </a:ext>
            </a:extLst>
          </p:cNvPr>
          <p:cNvSpPr>
            <a:spLocks xmlns:a="http://schemas.openxmlformats.org/drawingml/2006/main" noGrp="1"/>
          </p:cNvSpPr>
          <p:nvPr/>
        </p:nvSpPr>
        <p:spPr>
          <a:xfrm xmlns:a="http://schemas.openxmlformats.org/drawingml/2006/main">
            <a:off x="3516229"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1" name="Editable chart path">
            <a:extLst xmlns:a="http://schemas.openxmlformats.org/drawingml/2006/main">
              <a:ext uri="{FF2B5EF4-FFF2-40B4-BE49-F238E27FC236}">
                <a16:creationId xmlns:a16="http://schemas.microsoft.com/office/drawing/2014/main" id="{1A2F66F8-F29B-4F42-93C7-DBA0DDC105D8}"/>
              </a:ext>
            </a:extLst>
          </p:cNvPr>
          <p:cNvSpPr>
            <a:spLocks xmlns:a="http://schemas.openxmlformats.org/drawingml/2006/main" noGrp="1"/>
          </p:cNvSpPr>
          <p:nvPr/>
        </p:nvSpPr>
        <p:spPr>
          <a:xfrm xmlns:a="http://schemas.openxmlformats.org/drawingml/2006/main">
            <a:off x="3516229" y="274696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2" name="Editable chart path">
            <a:extLst xmlns:a="http://schemas.openxmlformats.org/drawingml/2006/main">
              <a:ext uri="{FF2B5EF4-FFF2-40B4-BE49-F238E27FC236}">
                <a16:creationId xmlns:a16="http://schemas.microsoft.com/office/drawing/2014/main" id="{5202F1DA-7FE1-40FD-BF86-5F5BFBD45D1A}"/>
              </a:ext>
            </a:extLst>
          </p:cNvPr>
          <p:cNvSpPr>
            <a:spLocks xmlns:a="http://schemas.openxmlformats.org/drawingml/2006/main" noGrp="1"/>
          </p:cNvSpPr>
          <p:nvPr/>
        </p:nvSpPr>
        <p:spPr>
          <a:xfrm xmlns:a="http://schemas.openxmlformats.org/drawingml/2006/main">
            <a:off x="3587631"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3" name="Editable chart path">
            <a:extLst xmlns:a="http://schemas.openxmlformats.org/drawingml/2006/main">
              <a:ext uri="{FF2B5EF4-FFF2-40B4-BE49-F238E27FC236}">
                <a16:creationId xmlns:a16="http://schemas.microsoft.com/office/drawing/2014/main" id="{BAAA8030-6B14-445E-BF25-03A9C0606842}"/>
              </a:ext>
            </a:extLst>
          </p:cNvPr>
          <p:cNvSpPr>
            <a:spLocks xmlns:a="http://schemas.openxmlformats.org/drawingml/2006/main" noGrp="1"/>
          </p:cNvSpPr>
          <p:nvPr/>
        </p:nvSpPr>
        <p:spPr>
          <a:xfrm xmlns:a="http://schemas.openxmlformats.org/drawingml/2006/main">
            <a:off x="3587631"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4" name="Editable chart path">
            <a:extLst xmlns:a="http://schemas.openxmlformats.org/drawingml/2006/main">
              <a:ext uri="{FF2B5EF4-FFF2-40B4-BE49-F238E27FC236}">
                <a16:creationId xmlns:a16="http://schemas.microsoft.com/office/drawing/2014/main" id="{72B7CD54-5EED-4893-9AC7-2C8601EE3B34}"/>
              </a:ext>
            </a:extLst>
          </p:cNvPr>
          <p:cNvSpPr>
            <a:spLocks xmlns:a="http://schemas.openxmlformats.org/drawingml/2006/main" noGrp="1"/>
          </p:cNvSpPr>
          <p:nvPr/>
        </p:nvSpPr>
        <p:spPr>
          <a:xfrm xmlns:a="http://schemas.openxmlformats.org/drawingml/2006/main">
            <a:off x="3659033"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5" name="Editable chart path">
            <a:extLst xmlns:a="http://schemas.openxmlformats.org/drawingml/2006/main">
              <a:ext uri="{FF2B5EF4-FFF2-40B4-BE49-F238E27FC236}">
                <a16:creationId xmlns:a16="http://schemas.microsoft.com/office/drawing/2014/main" id="{6AD5D6C9-CA1D-4316-B338-2A0438C62491}"/>
              </a:ext>
            </a:extLst>
          </p:cNvPr>
          <p:cNvSpPr>
            <a:spLocks xmlns:a="http://schemas.openxmlformats.org/drawingml/2006/main" noGrp="1"/>
          </p:cNvSpPr>
          <p:nvPr/>
        </p:nvSpPr>
        <p:spPr>
          <a:xfrm xmlns:a="http://schemas.openxmlformats.org/drawingml/2006/main">
            <a:off x="3659033"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6" name="Editable chart path">
            <a:extLst xmlns:a="http://schemas.openxmlformats.org/drawingml/2006/main">
              <a:ext uri="{FF2B5EF4-FFF2-40B4-BE49-F238E27FC236}">
                <a16:creationId xmlns:a16="http://schemas.microsoft.com/office/drawing/2014/main" id="{84E87474-E04D-43B5-A942-8E0A99DF5E7D}"/>
              </a:ext>
            </a:extLst>
          </p:cNvPr>
          <p:cNvSpPr>
            <a:spLocks xmlns:a="http://schemas.openxmlformats.org/drawingml/2006/main" noGrp="1"/>
          </p:cNvSpPr>
          <p:nvPr/>
        </p:nvSpPr>
        <p:spPr>
          <a:xfrm xmlns:a="http://schemas.openxmlformats.org/drawingml/2006/main">
            <a:off x="3730435"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7" name="Editable chart path">
            <a:extLst xmlns:a="http://schemas.openxmlformats.org/drawingml/2006/main">
              <a:ext uri="{FF2B5EF4-FFF2-40B4-BE49-F238E27FC236}">
                <a16:creationId xmlns:a16="http://schemas.microsoft.com/office/drawing/2014/main" id="{B9C384CF-72D8-432D-B6FA-DE2A8A938A96}"/>
              </a:ext>
            </a:extLst>
          </p:cNvPr>
          <p:cNvSpPr>
            <a:spLocks xmlns:a="http://schemas.openxmlformats.org/drawingml/2006/main" noGrp="1"/>
          </p:cNvSpPr>
          <p:nvPr/>
        </p:nvSpPr>
        <p:spPr>
          <a:xfrm xmlns:a="http://schemas.openxmlformats.org/drawingml/2006/main">
            <a:off x="3730435"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8" name="Editable chart path">
            <a:extLst xmlns:a="http://schemas.openxmlformats.org/drawingml/2006/main">
              <a:ext uri="{FF2B5EF4-FFF2-40B4-BE49-F238E27FC236}">
                <a16:creationId xmlns:a16="http://schemas.microsoft.com/office/drawing/2014/main" id="{8732B63D-170D-4616-AA04-53DDC63BAAAC}"/>
              </a:ext>
            </a:extLst>
          </p:cNvPr>
          <p:cNvSpPr>
            <a:spLocks xmlns:a="http://schemas.openxmlformats.org/drawingml/2006/main" noGrp="1"/>
          </p:cNvSpPr>
          <p:nvPr/>
        </p:nvSpPr>
        <p:spPr>
          <a:xfrm xmlns:a="http://schemas.openxmlformats.org/drawingml/2006/main">
            <a:off x="3801836"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39" name="Editable chart path">
            <a:extLst xmlns:a="http://schemas.openxmlformats.org/drawingml/2006/main">
              <a:ext uri="{FF2B5EF4-FFF2-40B4-BE49-F238E27FC236}">
                <a16:creationId xmlns:a16="http://schemas.microsoft.com/office/drawing/2014/main" id="{43AEBDF6-11EE-4E46-82D7-0D9E9E17D696}"/>
              </a:ext>
            </a:extLst>
          </p:cNvPr>
          <p:cNvSpPr>
            <a:spLocks xmlns:a="http://schemas.openxmlformats.org/drawingml/2006/main" noGrp="1"/>
          </p:cNvSpPr>
          <p:nvPr/>
        </p:nvSpPr>
        <p:spPr>
          <a:xfrm xmlns:a="http://schemas.openxmlformats.org/drawingml/2006/main">
            <a:off x="3801836"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0" name="Editable chart path">
            <a:extLst xmlns:a="http://schemas.openxmlformats.org/drawingml/2006/main">
              <a:ext uri="{FF2B5EF4-FFF2-40B4-BE49-F238E27FC236}">
                <a16:creationId xmlns:a16="http://schemas.microsoft.com/office/drawing/2014/main" id="{A55CCA10-E361-46D2-881C-268568F194CF}"/>
              </a:ext>
            </a:extLst>
          </p:cNvPr>
          <p:cNvSpPr>
            <a:spLocks xmlns:a="http://schemas.openxmlformats.org/drawingml/2006/main" noGrp="1"/>
          </p:cNvSpPr>
          <p:nvPr/>
        </p:nvSpPr>
        <p:spPr>
          <a:xfrm xmlns:a="http://schemas.openxmlformats.org/drawingml/2006/main">
            <a:off x="3873238"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1" name="Editable chart path">
            <a:extLst xmlns:a="http://schemas.openxmlformats.org/drawingml/2006/main">
              <a:ext uri="{FF2B5EF4-FFF2-40B4-BE49-F238E27FC236}">
                <a16:creationId xmlns:a16="http://schemas.microsoft.com/office/drawing/2014/main" id="{29276D8A-CCBD-4D9A-AB25-E55F089357A8}"/>
              </a:ext>
            </a:extLst>
          </p:cNvPr>
          <p:cNvSpPr>
            <a:spLocks xmlns:a="http://schemas.openxmlformats.org/drawingml/2006/main" noGrp="1"/>
          </p:cNvSpPr>
          <p:nvPr/>
        </p:nvSpPr>
        <p:spPr>
          <a:xfrm xmlns:a="http://schemas.openxmlformats.org/drawingml/2006/main">
            <a:off x="4158846"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2" name="Editable chart path">
            <a:extLst xmlns:a="http://schemas.openxmlformats.org/drawingml/2006/main">
              <a:ext uri="{FF2B5EF4-FFF2-40B4-BE49-F238E27FC236}">
                <a16:creationId xmlns:a16="http://schemas.microsoft.com/office/drawing/2014/main" id="{E0FBD457-E8B6-4D34-A1C2-7AEED2C8306C}"/>
              </a:ext>
            </a:extLst>
          </p:cNvPr>
          <p:cNvSpPr>
            <a:spLocks xmlns:a="http://schemas.openxmlformats.org/drawingml/2006/main" noGrp="1"/>
          </p:cNvSpPr>
          <p:nvPr/>
        </p:nvSpPr>
        <p:spPr>
          <a:xfrm xmlns:a="http://schemas.openxmlformats.org/drawingml/2006/main">
            <a:off x="4230248"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3" name="Editable chart path">
            <a:extLst xmlns:a="http://schemas.openxmlformats.org/drawingml/2006/main">
              <a:ext uri="{FF2B5EF4-FFF2-40B4-BE49-F238E27FC236}">
                <a16:creationId xmlns:a16="http://schemas.microsoft.com/office/drawing/2014/main" id="{205EE4B1-CC8D-4C3F-97A3-8708FB9A2BDC}"/>
              </a:ext>
            </a:extLst>
          </p:cNvPr>
          <p:cNvSpPr>
            <a:spLocks xmlns:a="http://schemas.openxmlformats.org/drawingml/2006/main" noGrp="1"/>
          </p:cNvSpPr>
          <p:nvPr/>
        </p:nvSpPr>
        <p:spPr>
          <a:xfrm xmlns:a="http://schemas.openxmlformats.org/drawingml/2006/main">
            <a:off x="4444454"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4" name="Editable chart path">
            <a:extLst xmlns:a="http://schemas.openxmlformats.org/drawingml/2006/main">
              <a:ext uri="{FF2B5EF4-FFF2-40B4-BE49-F238E27FC236}">
                <a16:creationId xmlns:a16="http://schemas.microsoft.com/office/drawing/2014/main" id="{F39BB99F-5E05-447A-8E1E-5A30B68DCDC4}"/>
              </a:ext>
            </a:extLst>
          </p:cNvPr>
          <p:cNvSpPr>
            <a:spLocks xmlns:a="http://schemas.openxmlformats.org/drawingml/2006/main" noGrp="1"/>
          </p:cNvSpPr>
          <p:nvPr/>
        </p:nvSpPr>
        <p:spPr>
          <a:xfrm xmlns:a="http://schemas.openxmlformats.org/drawingml/2006/main">
            <a:off x="4587258"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5" name="Editable chart path">
            <a:extLst xmlns:a="http://schemas.openxmlformats.org/drawingml/2006/main">
              <a:ext uri="{FF2B5EF4-FFF2-40B4-BE49-F238E27FC236}">
                <a16:creationId xmlns:a16="http://schemas.microsoft.com/office/drawing/2014/main" id="{ECF0FFD2-7736-4464-BD9B-84C3F8322FC5}"/>
              </a:ext>
            </a:extLst>
          </p:cNvPr>
          <p:cNvSpPr>
            <a:spLocks xmlns:a="http://schemas.openxmlformats.org/drawingml/2006/main" noGrp="1"/>
          </p:cNvSpPr>
          <p:nvPr/>
        </p:nvSpPr>
        <p:spPr>
          <a:xfrm xmlns:a="http://schemas.openxmlformats.org/drawingml/2006/main">
            <a:off x="4801464"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6" name="Editable chart path">
            <a:extLst xmlns:a="http://schemas.openxmlformats.org/drawingml/2006/main">
              <a:ext uri="{FF2B5EF4-FFF2-40B4-BE49-F238E27FC236}">
                <a16:creationId xmlns:a16="http://schemas.microsoft.com/office/drawing/2014/main" id="{55F5CB7F-4E65-4A19-927F-636823ECE2AC}"/>
              </a:ext>
            </a:extLst>
          </p:cNvPr>
          <p:cNvSpPr>
            <a:spLocks xmlns:a="http://schemas.openxmlformats.org/drawingml/2006/main" noGrp="1"/>
          </p:cNvSpPr>
          <p:nvPr/>
        </p:nvSpPr>
        <p:spPr>
          <a:xfrm xmlns:a="http://schemas.openxmlformats.org/drawingml/2006/main">
            <a:off x="4872866"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7" name="Editable chart path">
            <a:extLst xmlns:a="http://schemas.openxmlformats.org/drawingml/2006/main">
              <a:ext uri="{FF2B5EF4-FFF2-40B4-BE49-F238E27FC236}">
                <a16:creationId xmlns:a16="http://schemas.microsoft.com/office/drawing/2014/main" id="{DCA7E1EB-0286-46BA-8A2B-2557723976BB}"/>
              </a:ext>
            </a:extLst>
          </p:cNvPr>
          <p:cNvSpPr>
            <a:spLocks xmlns:a="http://schemas.openxmlformats.org/drawingml/2006/main" noGrp="1"/>
          </p:cNvSpPr>
          <p:nvPr/>
        </p:nvSpPr>
        <p:spPr>
          <a:xfrm xmlns:a="http://schemas.openxmlformats.org/drawingml/2006/main">
            <a:off x="487286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8" name="Editable chart path">
            <a:extLst xmlns:a="http://schemas.openxmlformats.org/drawingml/2006/main">
              <a:ext uri="{FF2B5EF4-FFF2-40B4-BE49-F238E27FC236}">
                <a16:creationId xmlns:a16="http://schemas.microsoft.com/office/drawing/2014/main" id="{0E83F6CF-E15D-4A04-9317-24AA50316E94}"/>
              </a:ext>
            </a:extLst>
          </p:cNvPr>
          <p:cNvSpPr>
            <a:spLocks xmlns:a="http://schemas.openxmlformats.org/drawingml/2006/main" noGrp="1"/>
          </p:cNvSpPr>
          <p:nvPr/>
        </p:nvSpPr>
        <p:spPr>
          <a:xfrm xmlns:a="http://schemas.openxmlformats.org/drawingml/2006/main">
            <a:off x="4872866"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49" name="Editable chart path">
            <a:extLst xmlns:a="http://schemas.openxmlformats.org/drawingml/2006/main">
              <a:ext uri="{FF2B5EF4-FFF2-40B4-BE49-F238E27FC236}">
                <a16:creationId xmlns:a16="http://schemas.microsoft.com/office/drawing/2014/main" id="{AFF87DEA-3FAF-401F-BD31-C23FB5EF5EAE}"/>
              </a:ext>
            </a:extLst>
          </p:cNvPr>
          <p:cNvSpPr>
            <a:spLocks xmlns:a="http://schemas.openxmlformats.org/drawingml/2006/main" noGrp="1"/>
          </p:cNvSpPr>
          <p:nvPr/>
        </p:nvSpPr>
        <p:spPr>
          <a:xfrm xmlns:a="http://schemas.openxmlformats.org/drawingml/2006/main">
            <a:off x="494426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50" name="Editable chart path">
            <a:extLst xmlns:a="http://schemas.openxmlformats.org/drawingml/2006/main">
              <a:ext uri="{FF2B5EF4-FFF2-40B4-BE49-F238E27FC236}">
                <a16:creationId xmlns:a16="http://schemas.microsoft.com/office/drawing/2014/main" id="{E23D8F55-9CF7-4C8D-AAFA-DB6D4F824E73}"/>
              </a:ext>
            </a:extLst>
          </p:cNvPr>
          <p:cNvSpPr>
            <a:spLocks xmlns:a="http://schemas.openxmlformats.org/drawingml/2006/main" noGrp="1"/>
          </p:cNvSpPr>
          <p:nvPr/>
        </p:nvSpPr>
        <p:spPr>
          <a:xfrm xmlns:a="http://schemas.openxmlformats.org/drawingml/2006/main">
            <a:off x="1683973"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51" name="">
            <a:extLst xmlns:a="http://schemas.openxmlformats.org/drawingml/2006/main">
              <a:ext uri="{FF2B5EF4-FFF2-40B4-BE49-F238E27FC236}">
                <a16:creationId xmlns:a16="http://schemas.microsoft.com/office/drawing/2014/main" id="{F87EB4AE-095E-4EB0-8D8E-6CC8DE11E5C8}"/>
              </a:ext>
            </a:extLst>
          </p:cNvPr>
          <p:cNvSpPr>
            <a:spLocks xmlns:a="http://schemas.openxmlformats.org/drawingml/2006/main" noGrp="1"/>
          </p:cNvSpPr>
          <p:nvPr/>
        </p:nvSpPr>
        <p:spPr>
          <a:xfrm xmlns:a="http://schemas.openxmlformats.org/drawingml/2006/main" rot="0">
            <a:off x="1513033" y="5326288"/>
            <a:ext cx="3372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103.6</a:t>
            </a:r>
          </a:p>
        </p:txBody>
      </p:sp>
      <p:sp>
        <p:nvSpPr>
          <p:cNvPr id="852" name="Editable chart path">
            <a:extLst xmlns:a="http://schemas.openxmlformats.org/drawingml/2006/main">
              <a:ext uri="{FF2B5EF4-FFF2-40B4-BE49-F238E27FC236}">
                <a16:creationId xmlns:a16="http://schemas.microsoft.com/office/drawing/2014/main" id="{5B978317-12AD-440B-B285-3144D84DFD0B}"/>
              </a:ext>
            </a:extLst>
          </p:cNvPr>
          <p:cNvSpPr>
            <a:spLocks xmlns:a="http://schemas.openxmlformats.org/drawingml/2006/main" noGrp="1"/>
          </p:cNvSpPr>
          <p:nvPr/>
        </p:nvSpPr>
        <p:spPr>
          <a:xfrm xmlns:a="http://schemas.openxmlformats.org/drawingml/2006/main">
            <a:off x="2478596"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53" name="">
            <a:extLst xmlns:a="http://schemas.openxmlformats.org/drawingml/2006/main">
              <a:ext uri="{FF2B5EF4-FFF2-40B4-BE49-F238E27FC236}">
                <a16:creationId xmlns:a16="http://schemas.microsoft.com/office/drawing/2014/main" id="{99C4BDD0-596B-4646-B31D-A78315D5A816}"/>
              </a:ext>
            </a:extLst>
          </p:cNvPr>
          <p:cNvSpPr>
            <a:spLocks xmlns:a="http://schemas.openxmlformats.org/drawingml/2006/main" noGrp="1"/>
          </p:cNvSpPr>
          <p:nvPr/>
        </p:nvSpPr>
        <p:spPr>
          <a:xfrm xmlns:a="http://schemas.openxmlformats.org/drawingml/2006/main" rot="0">
            <a:off x="2313224" y="5326288"/>
            <a:ext cx="32489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103.7</a:t>
            </a:r>
          </a:p>
        </p:txBody>
      </p:sp>
      <p:sp>
        <p:nvSpPr>
          <p:cNvPr id="854" name="Editable chart path">
            <a:extLst xmlns:a="http://schemas.openxmlformats.org/drawingml/2006/main">
              <a:ext uri="{FF2B5EF4-FFF2-40B4-BE49-F238E27FC236}">
                <a16:creationId xmlns:a16="http://schemas.microsoft.com/office/drawing/2014/main" id="{DDF49832-ED0E-4962-9175-075FAC9EA7BC}"/>
              </a:ext>
            </a:extLst>
          </p:cNvPr>
          <p:cNvSpPr>
            <a:spLocks xmlns:a="http://schemas.openxmlformats.org/drawingml/2006/main" noGrp="1"/>
          </p:cNvSpPr>
          <p:nvPr/>
        </p:nvSpPr>
        <p:spPr>
          <a:xfrm xmlns:a="http://schemas.openxmlformats.org/drawingml/2006/main">
            <a:off x="3273219"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55" name="">
            <a:extLst xmlns:a="http://schemas.openxmlformats.org/drawingml/2006/main">
              <a:ext uri="{FF2B5EF4-FFF2-40B4-BE49-F238E27FC236}">
                <a16:creationId xmlns:a16="http://schemas.microsoft.com/office/drawing/2014/main" id="{D6A990B6-1656-487C-8A8D-111F7651EFC5}"/>
              </a:ext>
            </a:extLst>
          </p:cNvPr>
          <p:cNvSpPr>
            <a:spLocks xmlns:a="http://schemas.openxmlformats.org/drawingml/2006/main" noGrp="1"/>
          </p:cNvSpPr>
          <p:nvPr/>
        </p:nvSpPr>
        <p:spPr>
          <a:xfrm xmlns:a="http://schemas.openxmlformats.org/drawingml/2006/main" rot="0">
            <a:off x="3102370" y="5326288"/>
            <a:ext cx="33670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103.8</a:t>
            </a:r>
          </a:p>
        </p:txBody>
      </p:sp>
      <p:sp>
        <p:nvSpPr>
          <p:cNvPr id="856" name="Editable chart path">
            <a:extLst xmlns:a="http://schemas.openxmlformats.org/drawingml/2006/main">
              <a:ext uri="{FF2B5EF4-FFF2-40B4-BE49-F238E27FC236}">
                <a16:creationId xmlns:a16="http://schemas.microsoft.com/office/drawing/2014/main" id="{8E0549E6-A7A1-434B-A9A8-C4D219FD0CC8}"/>
              </a:ext>
            </a:extLst>
          </p:cNvPr>
          <p:cNvSpPr>
            <a:spLocks xmlns:a="http://schemas.openxmlformats.org/drawingml/2006/main" noGrp="1"/>
          </p:cNvSpPr>
          <p:nvPr/>
        </p:nvSpPr>
        <p:spPr>
          <a:xfrm xmlns:a="http://schemas.openxmlformats.org/drawingml/2006/main">
            <a:off x="4067842"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57" name="">
            <a:extLst xmlns:a="http://schemas.openxmlformats.org/drawingml/2006/main">
              <a:ext uri="{FF2B5EF4-FFF2-40B4-BE49-F238E27FC236}">
                <a16:creationId xmlns:a16="http://schemas.microsoft.com/office/drawing/2014/main" id="{96BE3F98-079A-4F31-AD16-ECCD2013A4C9}"/>
              </a:ext>
            </a:extLst>
          </p:cNvPr>
          <p:cNvSpPr>
            <a:spLocks xmlns:a="http://schemas.openxmlformats.org/drawingml/2006/main" noGrp="1"/>
          </p:cNvSpPr>
          <p:nvPr/>
        </p:nvSpPr>
        <p:spPr>
          <a:xfrm xmlns:a="http://schemas.openxmlformats.org/drawingml/2006/main" rot="0">
            <a:off x="3896671" y="5326288"/>
            <a:ext cx="3366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103.9</a:t>
            </a:r>
          </a:p>
        </p:txBody>
      </p:sp>
      <p:sp>
        <p:nvSpPr>
          <p:cNvPr id="858" name="Editable chart path">
            <a:extLst xmlns:a="http://schemas.openxmlformats.org/drawingml/2006/main">
              <a:ext uri="{FF2B5EF4-FFF2-40B4-BE49-F238E27FC236}">
                <a16:creationId xmlns:a16="http://schemas.microsoft.com/office/drawing/2014/main" id="{31CB365B-B880-4389-9058-A42E4D32213A}"/>
              </a:ext>
            </a:extLst>
          </p:cNvPr>
          <p:cNvSpPr>
            <a:spLocks xmlns:a="http://schemas.openxmlformats.org/drawingml/2006/main" noGrp="1"/>
          </p:cNvSpPr>
          <p:nvPr/>
        </p:nvSpPr>
        <p:spPr>
          <a:xfrm xmlns:a="http://schemas.openxmlformats.org/drawingml/2006/main">
            <a:off x="4862465"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59" name="">
            <a:extLst xmlns:a="http://schemas.openxmlformats.org/drawingml/2006/main">
              <a:ext uri="{FF2B5EF4-FFF2-40B4-BE49-F238E27FC236}">
                <a16:creationId xmlns:a16="http://schemas.microsoft.com/office/drawing/2014/main" id="{9F7E0B82-493F-4F13-A39A-1F30D8FB5F56}"/>
              </a:ext>
            </a:extLst>
          </p:cNvPr>
          <p:cNvSpPr>
            <a:spLocks xmlns:a="http://schemas.openxmlformats.org/drawingml/2006/main" noGrp="1"/>
          </p:cNvSpPr>
          <p:nvPr/>
        </p:nvSpPr>
        <p:spPr>
          <a:xfrm xmlns:a="http://schemas.openxmlformats.org/drawingml/2006/main" rot="0">
            <a:off x="4688928" y="5326288"/>
            <a:ext cx="34185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104.0</a:t>
            </a:r>
          </a:p>
        </p:txBody>
      </p:sp>
      <p:sp>
        <p:nvSpPr>
          <p:cNvPr id="860" name="Editable chart path">
            <a:extLst xmlns:a="http://schemas.openxmlformats.org/drawingml/2006/main">
              <a:ext uri="{FF2B5EF4-FFF2-40B4-BE49-F238E27FC236}">
                <a16:creationId xmlns:a16="http://schemas.microsoft.com/office/drawing/2014/main" id="{2B778438-D499-4197-AE11-9C5E3C49B59E}"/>
              </a:ext>
            </a:extLst>
          </p:cNvPr>
          <p:cNvSpPr>
            <a:spLocks xmlns:a="http://schemas.openxmlformats.org/drawingml/2006/main" noGrp="1"/>
          </p:cNvSpPr>
          <p:nvPr/>
        </p:nvSpPr>
        <p:spPr>
          <a:xfrm xmlns:a="http://schemas.openxmlformats.org/drawingml/2006/main">
            <a:off x="5657088"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61" name="">
            <a:extLst xmlns:a="http://schemas.openxmlformats.org/drawingml/2006/main">
              <a:ext uri="{FF2B5EF4-FFF2-40B4-BE49-F238E27FC236}">
                <a16:creationId xmlns:a16="http://schemas.microsoft.com/office/drawing/2014/main" id="{2AC4A3FF-A98C-442C-8D4D-CEB061D952DA}"/>
              </a:ext>
            </a:extLst>
          </p:cNvPr>
          <p:cNvSpPr>
            <a:spLocks xmlns:a="http://schemas.openxmlformats.org/drawingml/2006/main" noGrp="1"/>
          </p:cNvSpPr>
          <p:nvPr/>
        </p:nvSpPr>
        <p:spPr>
          <a:xfrm xmlns:a="http://schemas.openxmlformats.org/drawingml/2006/main" rot="0">
            <a:off x="5495170" y="5326288"/>
            <a:ext cx="2988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104.1</a:t>
            </a:r>
          </a:p>
        </p:txBody>
      </p:sp>
      <p:sp>
        <p:nvSpPr>
          <p:cNvPr id="862" name="">
            <a:extLst xmlns:a="http://schemas.openxmlformats.org/drawingml/2006/main">
              <a:ext uri="{FF2B5EF4-FFF2-40B4-BE49-F238E27FC236}">
                <a16:creationId xmlns:a16="http://schemas.microsoft.com/office/drawing/2014/main" id="{5E06B78B-7055-4FED-B02A-9CC95EEC7FC3}"/>
              </a:ext>
            </a:extLst>
          </p:cNvPr>
          <p:cNvSpPr>
            <a:spLocks xmlns:a="http://schemas.openxmlformats.org/drawingml/2006/main" noGrp="1"/>
          </p:cNvSpPr>
          <p:nvPr/>
        </p:nvSpPr>
        <p:spPr>
          <a:xfrm xmlns:a="http://schemas.openxmlformats.org/drawingml/2006/main" rot="0">
            <a:off x="3294795" y="5526991"/>
            <a:ext cx="6935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Longitude</a:t>
            </a:r>
          </a:p>
        </p:txBody>
      </p:sp>
      <p:sp>
        <p:nvSpPr>
          <p:cNvPr id="863" name="Editable chart path">
            <a:extLst xmlns:a="http://schemas.openxmlformats.org/drawingml/2006/main">
              <a:ext uri="{FF2B5EF4-FFF2-40B4-BE49-F238E27FC236}">
                <a16:creationId xmlns:a16="http://schemas.microsoft.com/office/drawing/2014/main" id="{CCC1A0CF-D67E-4395-9DDC-17871F5F19F6}"/>
              </a:ext>
            </a:extLst>
          </p:cNvPr>
          <p:cNvSpPr>
            <a:spLocks xmlns:a="http://schemas.openxmlformats.org/drawingml/2006/main" noGrp="1"/>
          </p:cNvSpPr>
          <p:nvPr/>
        </p:nvSpPr>
        <p:spPr>
          <a:xfrm xmlns:a="http://schemas.openxmlformats.org/drawingml/2006/main">
            <a:off x="1561559" y="4920975"/>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864" name="Editable chart path">
            <a:extLst xmlns:a="http://schemas.openxmlformats.org/drawingml/2006/main">
              <a:ext uri="{FF2B5EF4-FFF2-40B4-BE49-F238E27FC236}">
                <a16:creationId xmlns:a16="http://schemas.microsoft.com/office/drawing/2014/main" id="{02429DEB-EC76-4FF1-9C0A-1329B6C5793B}"/>
              </a:ext>
            </a:extLst>
          </p:cNvPr>
          <p:cNvSpPr>
            <a:spLocks xmlns:a="http://schemas.openxmlformats.org/drawingml/2006/main" noGrp="1"/>
          </p:cNvSpPr>
          <p:nvPr/>
        </p:nvSpPr>
        <p:spPr>
          <a:xfrm xmlns:a="http://schemas.openxmlformats.org/drawingml/2006/main">
            <a:off x="1513063" y="4920975"/>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65" name="">
            <a:extLst xmlns:a="http://schemas.openxmlformats.org/drawingml/2006/main">
              <a:ext uri="{FF2B5EF4-FFF2-40B4-BE49-F238E27FC236}">
                <a16:creationId xmlns:a16="http://schemas.microsoft.com/office/drawing/2014/main" id="{05889915-F9BE-4699-A6B8-26F3D2E94D08}"/>
              </a:ext>
            </a:extLst>
          </p:cNvPr>
          <p:cNvSpPr>
            <a:spLocks xmlns:a="http://schemas.openxmlformats.org/drawingml/2006/main" noGrp="1"/>
          </p:cNvSpPr>
          <p:nvPr/>
        </p:nvSpPr>
        <p:spPr>
          <a:xfrm xmlns:a="http://schemas.openxmlformats.org/drawingml/2006/main" rot="0">
            <a:off x="1212648" y="4833616"/>
            <a:ext cx="2466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a:t>
            </a:r>
          </a:p>
        </p:txBody>
      </p:sp>
      <p:sp>
        <p:nvSpPr>
          <p:cNvPr id="866" name="Editable chart path">
            <a:extLst xmlns:a="http://schemas.openxmlformats.org/drawingml/2006/main">
              <a:ext uri="{FF2B5EF4-FFF2-40B4-BE49-F238E27FC236}">
                <a16:creationId xmlns:a16="http://schemas.microsoft.com/office/drawing/2014/main" id="{9307DBF9-B2F7-4989-B6C3-F98C0687AA62}"/>
              </a:ext>
            </a:extLst>
          </p:cNvPr>
          <p:cNvSpPr>
            <a:spLocks xmlns:a="http://schemas.openxmlformats.org/drawingml/2006/main" noGrp="1"/>
          </p:cNvSpPr>
          <p:nvPr/>
        </p:nvSpPr>
        <p:spPr>
          <a:xfrm xmlns:a="http://schemas.openxmlformats.org/drawingml/2006/main">
            <a:off x="1561559" y="4523554"/>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867" name="Editable chart path">
            <a:extLst xmlns:a="http://schemas.openxmlformats.org/drawingml/2006/main">
              <a:ext uri="{FF2B5EF4-FFF2-40B4-BE49-F238E27FC236}">
                <a16:creationId xmlns:a16="http://schemas.microsoft.com/office/drawing/2014/main" id="{E08E30D4-2F62-4213-ADF6-0ADE7369541A}"/>
              </a:ext>
            </a:extLst>
          </p:cNvPr>
          <p:cNvSpPr>
            <a:spLocks xmlns:a="http://schemas.openxmlformats.org/drawingml/2006/main" noGrp="1"/>
          </p:cNvSpPr>
          <p:nvPr/>
        </p:nvSpPr>
        <p:spPr>
          <a:xfrm xmlns:a="http://schemas.openxmlformats.org/drawingml/2006/main">
            <a:off x="1513063" y="4523554"/>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68" name="">
            <a:extLst xmlns:a="http://schemas.openxmlformats.org/drawingml/2006/main">
              <a:ext uri="{FF2B5EF4-FFF2-40B4-BE49-F238E27FC236}">
                <a16:creationId xmlns:a16="http://schemas.microsoft.com/office/drawing/2014/main" id="{1D77B6A7-631A-41EE-B4EF-05046A078DAB}"/>
              </a:ext>
            </a:extLst>
          </p:cNvPr>
          <p:cNvSpPr>
            <a:spLocks xmlns:a="http://schemas.openxmlformats.org/drawingml/2006/main" noGrp="1"/>
          </p:cNvSpPr>
          <p:nvPr/>
        </p:nvSpPr>
        <p:spPr>
          <a:xfrm xmlns:a="http://schemas.openxmlformats.org/drawingml/2006/main" rot="0">
            <a:off x="1212024" y="4436194"/>
            <a:ext cx="2466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1.25</a:t>
            </a:r>
          </a:p>
        </p:txBody>
      </p:sp>
      <p:sp>
        <p:nvSpPr>
          <p:cNvPr id="869" name="Editable chart path">
            <a:extLst xmlns:a="http://schemas.openxmlformats.org/drawingml/2006/main">
              <a:ext uri="{FF2B5EF4-FFF2-40B4-BE49-F238E27FC236}">
                <a16:creationId xmlns:a16="http://schemas.microsoft.com/office/drawing/2014/main" id="{9D6C094E-6753-43EF-A44B-4B196219AEF1}"/>
              </a:ext>
            </a:extLst>
          </p:cNvPr>
          <p:cNvSpPr>
            <a:spLocks xmlns:a="http://schemas.openxmlformats.org/drawingml/2006/main" noGrp="1"/>
          </p:cNvSpPr>
          <p:nvPr/>
        </p:nvSpPr>
        <p:spPr>
          <a:xfrm xmlns:a="http://schemas.openxmlformats.org/drawingml/2006/main">
            <a:off x="1561559" y="4126132"/>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870" name="Editable chart path">
            <a:extLst xmlns:a="http://schemas.openxmlformats.org/drawingml/2006/main">
              <a:ext uri="{FF2B5EF4-FFF2-40B4-BE49-F238E27FC236}">
                <a16:creationId xmlns:a16="http://schemas.microsoft.com/office/drawing/2014/main" id="{B6B86886-FB4D-4B31-B3AD-2F638BE0CFE4}"/>
              </a:ext>
            </a:extLst>
          </p:cNvPr>
          <p:cNvSpPr>
            <a:spLocks xmlns:a="http://schemas.openxmlformats.org/drawingml/2006/main" noGrp="1"/>
          </p:cNvSpPr>
          <p:nvPr/>
        </p:nvSpPr>
        <p:spPr>
          <a:xfrm xmlns:a="http://schemas.openxmlformats.org/drawingml/2006/main">
            <a:off x="1513063" y="4126132"/>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71" name="">
            <a:extLst xmlns:a="http://schemas.openxmlformats.org/drawingml/2006/main">
              <a:ext uri="{FF2B5EF4-FFF2-40B4-BE49-F238E27FC236}">
                <a16:creationId xmlns:a16="http://schemas.microsoft.com/office/drawing/2014/main" id="{49D3513A-D8BA-4FA6-8F0B-27403AC8C629}"/>
              </a:ext>
            </a:extLst>
          </p:cNvPr>
          <p:cNvSpPr>
            <a:spLocks xmlns:a="http://schemas.openxmlformats.org/drawingml/2006/main" noGrp="1"/>
          </p:cNvSpPr>
          <p:nvPr/>
        </p:nvSpPr>
        <p:spPr>
          <a:xfrm xmlns:a="http://schemas.openxmlformats.org/drawingml/2006/main" rot="0">
            <a:off x="1210743" y="4038772"/>
            <a:ext cx="248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1.30</a:t>
            </a:r>
          </a:p>
        </p:txBody>
      </p:sp>
      <p:sp>
        <p:nvSpPr>
          <p:cNvPr id="872" name="Editable chart path">
            <a:extLst xmlns:a="http://schemas.openxmlformats.org/drawingml/2006/main">
              <a:ext uri="{FF2B5EF4-FFF2-40B4-BE49-F238E27FC236}">
                <a16:creationId xmlns:a16="http://schemas.microsoft.com/office/drawing/2014/main" id="{375A2DA3-8EC1-487D-BA06-81737B32875B}"/>
              </a:ext>
            </a:extLst>
          </p:cNvPr>
          <p:cNvSpPr>
            <a:spLocks xmlns:a="http://schemas.openxmlformats.org/drawingml/2006/main" noGrp="1"/>
          </p:cNvSpPr>
          <p:nvPr/>
        </p:nvSpPr>
        <p:spPr>
          <a:xfrm xmlns:a="http://schemas.openxmlformats.org/drawingml/2006/main">
            <a:off x="1561559" y="3728710"/>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873" name="Editable chart path">
            <a:extLst xmlns:a="http://schemas.openxmlformats.org/drawingml/2006/main">
              <a:ext uri="{FF2B5EF4-FFF2-40B4-BE49-F238E27FC236}">
                <a16:creationId xmlns:a16="http://schemas.microsoft.com/office/drawing/2014/main" id="{39E2B1FA-C54B-4955-A341-0F560106C000}"/>
              </a:ext>
            </a:extLst>
          </p:cNvPr>
          <p:cNvSpPr>
            <a:spLocks xmlns:a="http://schemas.openxmlformats.org/drawingml/2006/main" noGrp="1"/>
          </p:cNvSpPr>
          <p:nvPr/>
        </p:nvSpPr>
        <p:spPr>
          <a:xfrm xmlns:a="http://schemas.openxmlformats.org/drawingml/2006/main">
            <a:off x="1513063" y="3728710"/>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74" name="">
            <a:extLst xmlns:a="http://schemas.openxmlformats.org/drawingml/2006/main">
              <a:ext uri="{FF2B5EF4-FFF2-40B4-BE49-F238E27FC236}">
                <a16:creationId xmlns:a16="http://schemas.microsoft.com/office/drawing/2014/main" id="{D8EC56CA-5D99-463D-9950-03B5D4304A84}"/>
              </a:ext>
            </a:extLst>
          </p:cNvPr>
          <p:cNvSpPr>
            <a:spLocks xmlns:a="http://schemas.openxmlformats.org/drawingml/2006/main" noGrp="1"/>
          </p:cNvSpPr>
          <p:nvPr/>
        </p:nvSpPr>
        <p:spPr>
          <a:xfrm xmlns:a="http://schemas.openxmlformats.org/drawingml/2006/main" rot="0">
            <a:off x="1210119" y="3641350"/>
            <a:ext cx="248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1.35</a:t>
            </a:r>
          </a:p>
        </p:txBody>
      </p:sp>
      <p:sp>
        <p:nvSpPr>
          <p:cNvPr id="875" name="Editable chart path">
            <a:extLst xmlns:a="http://schemas.openxmlformats.org/drawingml/2006/main">
              <a:ext uri="{FF2B5EF4-FFF2-40B4-BE49-F238E27FC236}">
                <a16:creationId xmlns:a16="http://schemas.microsoft.com/office/drawing/2014/main" id="{DA6F88FC-89BF-4769-B011-8F85DD43C040}"/>
              </a:ext>
            </a:extLst>
          </p:cNvPr>
          <p:cNvSpPr>
            <a:spLocks xmlns:a="http://schemas.openxmlformats.org/drawingml/2006/main" noGrp="1"/>
          </p:cNvSpPr>
          <p:nvPr/>
        </p:nvSpPr>
        <p:spPr>
          <a:xfrm xmlns:a="http://schemas.openxmlformats.org/drawingml/2006/main">
            <a:off x="1561559" y="3331288"/>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876" name="Editable chart path">
            <a:extLst xmlns:a="http://schemas.openxmlformats.org/drawingml/2006/main">
              <a:ext uri="{FF2B5EF4-FFF2-40B4-BE49-F238E27FC236}">
                <a16:creationId xmlns:a16="http://schemas.microsoft.com/office/drawing/2014/main" id="{BCE645D6-C35A-40B6-9679-5A1991CD203B}"/>
              </a:ext>
            </a:extLst>
          </p:cNvPr>
          <p:cNvSpPr>
            <a:spLocks xmlns:a="http://schemas.openxmlformats.org/drawingml/2006/main" noGrp="1"/>
          </p:cNvSpPr>
          <p:nvPr/>
        </p:nvSpPr>
        <p:spPr>
          <a:xfrm xmlns:a="http://schemas.openxmlformats.org/drawingml/2006/main">
            <a:off x="1513063" y="3331288"/>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77" name="">
            <a:extLst xmlns:a="http://schemas.openxmlformats.org/drawingml/2006/main">
              <a:ext uri="{FF2B5EF4-FFF2-40B4-BE49-F238E27FC236}">
                <a16:creationId xmlns:a16="http://schemas.microsoft.com/office/drawing/2014/main" id="{6F7EE8F5-E98A-4D08-882E-91804EA540E6}"/>
              </a:ext>
            </a:extLst>
          </p:cNvPr>
          <p:cNvSpPr>
            <a:spLocks xmlns:a="http://schemas.openxmlformats.org/drawingml/2006/main" noGrp="1"/>
          </p:cNvSpPr>
          <p:nvPr/>
        </p:nvSpPr>
        <p:spPr>
          <a:xfrm xmlns:a="http://schemas.openxmlformats.org/drawingml/2006/main" rot="0">
            <a:off x="1205123" y="3243929"/>
            <a:ext cx="2542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1.40</a:t>
            </a:r>
          </a:p>
        </p:txBody>
      </p:sp>
      <p:sp>
        <p:nvSpPr>
          <p:cNvPr id="878" name="Editable chart path">
            <a:extLst xmlns:a="http://schemas.openxmlformats.org/drawingml/2006/main">
              <a:ext uri="{FF2B5EF4-FFF2-40B4-BE49-F238E27FC236}">
                <a16:creationId xmlns:a16="http://schemas.microsoft.com/office/drawing/2014/main" id="{A36475A2-C282-4101-ADFE-3868957077BC}"/>
              </a:ext>
            </a:extLst>
          </p:cNvPr>
          <p:cNvSpPr>
            <a:spLocks xmlns:a="http://schemas.openxmlformats.org/drawingml/2006/main" noGrp="1"/>
          </p:cNvSpPr>
          <p:nvPr/>
        </p:nvSpPr>
        <p:spPr>
          <a:xfrm xmlns:a="http://schemas.openxmlformats.org/drawingml/2006/main">
            <a:off x="1561559" y="2933866"/>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879" name="Editable chart path">
            <a:extLst xmlns:a="http://schemas.openxmlformats.org/drawingml/2006/main">
              <a:ext uri="{FF2B5EF4-FFF2-40B4-BE49-F238E27FC236}">
                <a16:creationId xmlns:a16="http://schemas.microsoft.com/office/drawing/2014/main" id="{60AAD35E-1E09-481A-BF0B-030A9CFF8EC0}"/>
              </a:ext>
            </a:extLst>
          </p:cNvPr>
          <p:cNvSpPr>
            <a:spLocks xmlns:a="http://schemas.openxmlformats.org/drawingml/2006/main" noGrp="1"/>
          </p:cNvSpPr>
          <p:nvPr/>
        </p:nvSpPr>
        <p:spPr>
          <a:xfrm xmlns:a="http://schemas.openxmlformats.org/drawingml/2006/main">
            <a:off x="1513063" y="2933866"/>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880" name="">
            <a:extLst xmlns:a="http://schemas.openxmlformats.org/drawingml/2006/main">
              <a:ext uri="{FF2B5EF4-FFF2-40B4-BE49-F238E27FC236}">
                <a16:creationId xmlns:a16="http://schemas.microsoft.com/office/drawing/2014/main" id="{C21E9C73-A83C-4769-BC81-8F8B514ED55F}"/>
              </a:ext>
            </a:extLst>
          </p:cNvPr>
          <p:cNvSpPr>
            <a:spLocks xmlns:a="http://schemas.openxmlformats.org/drawingml/2006/main" noGrp="1"/>
          </p:cNvSpPr>
          <p:nvPr/>
        </p:nvSpPr>
        <p:spPr>
          <a:xfrm xmlns:a="http://schemas.openxmlformats.org/drawingml/2006/main" rot="0">
            <a:off x="1204500" y="2846507"/>
            <a:ext cx="2542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1.45</a:t>
            </a:r>
          </a:p>
        </p:txBody>
      </p:sp>
      <p:sp>
        <p:nvSpPr>
          <p:cNvPr id="881" name="Editable chart path">
            <a:extLst xmlns:a="http://schemas.openxmlformats.org/drawingml/2006/main">
              <a:ext uri="{FF2B5EF4-FFF2-40B4-BE49-F238E27FC236}">
                <a16:creationId xmlns:a16="http://schemas.microsoft.com/office/drawing/2014/main" id="{21F95AFA-A5F5-4C9E-B92E-59A39C7CE8C2}"/>
              </a:ext>
            </a:extLst>
          </p:cNvPr>
          <p:cNvSpPr>
            <a:spLocks xmlns:a="http://schemas.openxmlformats.org/drawingml/2006/main" noGrp="1"/>
          </p:cNvSpPr>
          <p:nvPr/>
        </p:nvSpPr>
        <p:spPr>
          <a:xfrm xmlns:a="http://schemas.openxmlformats.org/drawingml/2006/main">
            <a:off x="1561559" y="2647950"/>
            <a:ext cx="95" cy="2609347"/>
          </a:xfrm>
          <a:custGeom xmlns:a="http://schemas.openxmlformats.org/drawingml/2006/main">
            <a:pathLst>
              <a:path w="95" h="1793747">
                <a:moveTo>
                  <a:pt x="0" y="1793747"/>
                </a:moveTo>
                <a:lnTo>
                  <a:pt x="0" y="0"/>
                </a:lnTo>
              </a:path>
            </a:pathLst>
          </a:custGeom>
          <a:noFill xmlns:a="http://schemas.openxmlformats.org/drawingml/2006/main"/>
          <a:ln xmlns:a="http://schemas.openxmlformats.org/drawingml/2006/main" w="11085">
            <a:solidFill>
              <a:srgbClr val="5A6683"/>
            </a:solidFill>
            <a:prstDash val="solid"/>
          </a:ln>
        </p:spPr>
      </p:sp>
      <p:sp>
        <p:nvSpPr>
          <p:cNvPr id="882" name="Editable chart path">
            <a:extLst xmlns:a="http://schemas.openxmlformats.org/drawingml/2006/main">
              <a:ext uri="{FF2B5EF4-FFF2-40B4-BE49-F238E27FC236}">
                <a16:creationId xmlns:a16="http://schemas.microsoft.com/office/drawing/2014/main" id="{AC032133-ECF2-49D3-A5CF-94EB2E6FFF0D}"/>
              </a:ext>
            </a:extLst>
          </p:cNvPr>
          <p:cNvSpPr>
            <a:spLocks xmlns:a="http://schemas.openxmlformats.org/drawingml/2006/main" noGrp="1"/>
          </p:cNvSpPr>
          <p:nvPr/>
        </p:nvSpPr>
        <p:spPr>
          <a:xfrm xmlns:a="http://schemas.openxmlformats.org/drawingml/2006/main">
            <a:off x="1561559" y="5257297"/>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11085">
            <a:solidFill>
              <a:srgbClr val="5A6683"/>
            </a:solidFill>
            <a:prstDash val="solid"/>
          </a:ln>
        </p:spPr>
      </p:sp>
      <p:sp>
        <p:nvSpPr>
          <p:cNvPr id="883" name="">
            <a:extLst xmlns:a="http://schemas.openxmlformats.org/drawingml/2006/main">
              <a:ext uri="{FF2B5EF4-FFF2-40B4-BE49-F238E27FC236}">
                <a16:creationId xmlns:a16="http://schemas.microsoft.com/office/drawing/2014/main" id="{5B9E3E50-0211-4CB8-B8A9-E1DA7B181A8E}"/>
              </a:ext>
            </a:extLst>
          </p:cNvPr>
          <p:cNvSpPr>
            <a:spLocks xmlns:a="http://schemas.openxmlformats.org/drawingml/2006/main" noGrp="1"/>
          </p:cNvSpPr>
          <p:nvPr/>
        </p:nvSpPr>
        <p:spPr>
          <a:xfrm xmlns:a="http://schemas.openxmlformats.org/drawingml/2006/main" rot="0">
            <a:off x="3177861" y="4847870"/>
            <a:ext cx="13065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Grey: no estimates</a:t>
            </a:r>
          </a:p>
        </p:txBody>
      </p:sp>
      <p:sp>
        <p:nvSpPr>
          <p:cNvPr id="884" name="">
            <a:extLst xmlns:a="http://schemas.openxmlformats.org/drawingml/2006/main">
              <a:ext uri="{FF2B5EF4-FFF2-40B4-BE49-F238E27FC236}">
                <a16:creationId xmlns:a16="http://schemas.microsoft.com/office/drawing/2014/main" id="{0F2C443D-897B-4D54-A6F6-684702ADD034}"/>
              </a:ext>
            </a:extLst>
          </p:cNvPr>
          <p:cNvSpPr>
            <a:spLocks xmlns:a="http://schemas.openxmlformats.org/drawingml/2006/main" noGrp="1"/>
          </p:cNvSpPr>
          <p:nvPr/>
        </p:nvSpPr>
        <p:spPr>
          <a:xfrm xmlns:a="http://schemas.openxmlformats.org/drawingml/2006/main" rot="0">
            <a:off x="2858621" y="4980111"/>
            <a:ext cx="220094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No cell tests or named rankings</a:t>
            </a:r>
          </a:p>
        </p:txBody>
      </p:sp>
      <p:sp>
        <p:nvSpPr>
          <p:cNvPr id="885" name="">
            <a:extLst xmlns:a="http://schemas.openxmlformats.org/drawingml/2006/main">
              <a:ext uri="{FF2B5EF4-FFF2-40B4-BE49-F238E27FC236}">
                <a16:creationId xmlns:a16="http://schemas.microsoft.com/office/drawing/2014/main" id="{86F3B674-0D0D-4891-8556-CB067B925DD4}"/>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Appearance excess: not estimated</a:t>
            </a:r>
          </a:p>
        </p:txBody>
      </p:sp>
      <p:sp>
        <p:nvSpPr>
          <p:cNvPr id="886" name="">
            <a:extLst xmlns:a="http://schemas.openxmlformats.org/drawingml/2006/main">
              <a:ext uri="{FF2B5EF4-FFF2-40B4-BE49-F238E27FC236}">
                <a16:creationId xmlns:a16="http://schemas.microsoft.com/office/drawing/2014/main" id="{792E2F5C-89A5-4792-9CDE-5A162EE7592A}"/>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Latitude</a:t>
            </a:r>
          </a:p>
        </p:txBody>
      </p:sp>
      <p:sp>
        <p:nvSpPr>
          <p:cNvPr id="887" name="Editable chart path">
            <a:extLst xmlns:a="http://schemas.openxmlformats.org/drawingml/2006/main">
              <a:ext uri="{FF2B5EF4-FFF2-40B4-BE49-F238E27FC236}">
                <a16:creationId xmlns:a16="http://schemas.microsoft.com/office/drawing/2014/main" id="{5A81EFEE-7EE5-41B6-B6F4-FBFA649400D1}"/>
              </a:ext>
            </a:extLst>
          </p:cNvPr>
          <p:cNvSpPr>
            <a:spLocks xmlns:a="http://schemas.openxmlformats.org/drawingml/2006/main" noGrp="1"/>
          </p:cNvSpPr>
          <p:nvPr/>
        </p:nvSpPr>
        <p:spPr>
          <a:xfrm xmlns:a="http://schemas.openxmlformats.org/drawingml/2006/main">
            <a:off x="7921932" y="511909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88" name="Editable chart path">
            <a:extLst xmlns:a="http://schemas.openxmlformats.org/drawingml/2006/main">
              <a:ext uri="{FF2B5EF4-FFF2-40B4-BE49-F238E27FC236}">
                <a16:creationId xmlns:a16="http://schemas.microsoft.com/office/drawing/2014/main" id="{808CFE69-EC63-4048-9060-62967912DFBB}"/>
              </a:ext>
            </a:extLst>
          </p:cNvPr>
          <p:cNvSpPr>
            <a:spLocks xmlns:a="http://schemas.openxmlformats.org/drawingml/2006/main" noGrp="1"/>
          </p:cNvSpPr>
          <p:nvPr/>
        </p:nvSpPr>
        <p:spPr>
          <a:xfrm xmlns:a="http://schemas.openxmlformats.org/drawingml/2006/main">
            <a:off x="7850530" y="497532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89" name="Editable chart path">
            <a:extLst xmlns:a="http://schemas.openxmlformats.org/drawingml/2006/main">
              <a:ext uri="{FF2B5EF4-FFF2-40B4-BE49-F238E27FC236}">
                <a16:creationId xmlns:a16="http://schemas.microsoft.com/office/drawing/2014/main" id="{3673B87C-C40A-4B4B-932A-9082F97BBEE7}"/>
              </a:ext>
            </a:extLst>
          </p:cNvPr>
          <p:cNvSpPr>
            <a:spLocks xmlns:a="http://schemas.openxmlformats.org/drawingml/2006/main" noGrp="1"/>
          </p:cNvSpPr>
          <p:nvPr/>
        </p:nvSpPr>
        <p:spPr>
          <a:xfrm xmlns:a="http://schemas.openxmlformats.org/drawingml/2006/main">
            <a:off x="8207540" y="497532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0" name="Editable chart path">
            <a:extLst xmlns:a="http://schemas.openxmlformats.org/drawingml/2006/main">
              <a:ext uri="{FF2B5EF4-FFF2-40B4-BE49-F238E27FC236}">
                <a16:creationId xmlns:a16="http://schemas.microsoft.com/office/drawing/2014/main" id="{AA12CE7A-0FF4-44D8-A0E2-7FD5BCF013E6}"/>
              </a:ext>
            </a:extLst>
          </p:cNvPr>
          <p:cNvSpPr>
            <a:spLocks xmlns:a="http://schemas.openxmlformats.org/drawingml/2006/main" noGrp="1"/>
          </p:cNvSpPr>
          <p:nvPr/>
        </p:nvSpPr>
        <p:spPr>
          <a:xfrm xmlns:a="http://schemas.openxmlformats.org/drawingml/2006/main">
            <a:off x="8207540" y="490344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1" name="Editable chart path">
            <a:extLst xmlns:a="http://schemas.openxmlformats.org/drawingml/2006/main">
              <a:ext uri="{FF2B5EF4-FFF2-40B4-BE49-F238E27FC236}">
                <a16:creationId xmlns:a16="http://schemas.microsoft.com/office/drawing/2014/main" id="{2D22BDA1-8E0F-4BD9-AA35-75107B16A976}"/>
              </a:ext>
            </a:extLst>
          </p:cNvPr>
          <p:cNvSpPr>
            <a:spLocks xmlns:a="http://schemas.openxmlformats.org/drawingml/2006/main" noGrp="1"/>
          </p:cNvSpPr>
          <p:nvPr/>
        </p:nvSpPr>
        <p:spPr>
          <a:xfrm xmlns:a="http://schemas.openxmlformats.org/drawingml/2006/main">
            <a:off x="8278942" y="490344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2" name="Editable chart path">
            <a:extLst xmlns:a="http://schemas.openxmlformats.org/drawingml/2006/main">
              <a:ext uri="{FF2B5EF4-FFF2-40B4-BE49-F238E27FC236}">
                <a16:creationId xmlns:a16="http://schemas.microsoft.com/office/drawing/2014/main" id="{D1BCC55C-A2E6-4DBD-B7C2-180C6D579A6C}"/>
              </a:ext>
            </a:extLst>
          </p:cNvPr>
          <p:cNvSpPr>
            <a:spLocks xmlns:a="http://schemas.openxmlformats.org/drawingml/2006/main" noGrp="1"/>
          </p:cNvSpPr>
          <p:nvPr/>
        </p:nvSpPr>
        <p:spPr>
          <a:xfrm xmlns:a="http://schemas.openxmlformats.org/drawingml/2006/main">
            <a:off x="7779128" y="483156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3" name="Editable chart path">
            <a:extLst xmlns:a="http://schemas.openxmlformats.org/drawingml/2006/main">
              <a:ext uri="{FF2B5EF4-FFF2-40B4-BE49-F238E27FC236}">
                <a16:creationId xmlns:a16="http://schemas.microsoft.com/office/drawing/2014/main" id="{99140A7B-A8FA-42A7-8209-DD0ED7C77C4E}"/>
              </a:ext>
            </a:extLst>
          </p:cNvPr>
          <p:cNvSpPr>
            <a:spLocks xmlns:a="http://schemas.openxmlformats.org/drawingml/2006/main" noGrp="1"/>
          </p:cNvSpPr>
          <p:nvPr/>
        </p:nvSpPr>
        <p:spPr>
          <a:xfrm xmlns:a="http://schemas.openxmlformats.org/drawingml/2006/main">
            <a:off x="7850530" y="483156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4" name="Editable chart path">
            <a:extLst xmlns:a="http://schemas.openxmlformats.org/drawingml/2006/main">
              <a:ext uri="{FF2B5EF4-FFF2-40B4-BE49-F238E27FC236}">
                <a16:creationId xmlns:a16="http://schemas.microsoft.com/office/drawing/2014/main" id="{A87F2FC7-2109-4011-B2A2-C7C00FCBFEE5}"/>
              </a:ext>
            </a:extLst>
          </p:cNvPr>
          <p:cNvSpPr>
            <a:spLocks xmlns:a="http://schemas.openxmlformats.org/drawingml/2006/main" noGrp="1"/>
          </p:cNvSpPr>
          <p:nvPr/>
        </p:nvSpPr>
        <p:spPr>
          <a:xfrm xmlns:a="http://schemas.openxmlformats.org/drawingml/2006/main">
            <a:off x="8136138" y="483156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5" name="Editable chart path">
            <a:extLst xmlns:a="http://schemas.openxmlformats.org/drawingml/2006/main">
              <a:ext uri="{FF2B5EF4-FFF2-40B4-BE49-F238E27FC236}">
                <a16:creationId xmlns:a16="http://schemas.microsoft.com/office/drawing/2014/main" id="{BE580776-EA06-482A-8548-B2EF741B4FBF}"/>
              </a:ext>
            </a:extLst>
          </p:cNvPr>
          <p:cNvSpPr>
            <a:spLocks xmlns:a="http://schemas.openxmlformats.org/drawingml/2006/main" noGrp="1"/>
          </p:cNvSpPr>
          <p:nvPr/>
        </p:nvSpPr>
        <p:spPr>
          <a:xfrm xmlns:a="http://schemas.openxmlformats.org/drawingml/2006/main">
            <a:off x="8278942" y="483156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6" name="Editable chart path">
            <a:extLst xmlns:a="http://schemas.openxmlformats.org/drawingml/2006/main">
              <a:ext uri="{FF2B5EF4-FFF2-40B4-BE49-F238E27FC236}">
                <a16:creationId xmlns:a16="http://schemas.microsoft.com/office/drawing/2014/main" id="{2038D6E4-20D0-4373-9F42-16642039451E}"/>
              </a:ext>
            </a:extLst>
          </p:cNvPr>
          <p:cNvSpPr>
            <a:spLocks xmlns:a="http://schemas.openxmlformats.org/drawingml/2006/main" noGrp="1"/>
          </p:cNvSpPr>
          <p:nvPr/>
        </p:nvSpPr>
        <p:spPr>
          <a:xfrm xmlns:a="http://schemas.openxmlformats.org/drawingml/2006/main">
            <a:off x="6993706"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7" name="Editable chart path">
            <a:extLst xmlns:a="http://schemas.openxmlformats.org/drawingml/2006/main">
              <a:ext uri="{FF2B5EF4-FFF2-40B4-BE49-F238E27FC236}">
                <a16:creationId xmlns:a16="http://schemas.microsoft.com/office/drawing/2014/main" id="{B1A11165-2ABF-4AD9-8C32-F4C5B871FC6E}"/>
              </a:ext>
            </a:extLst>
          </p:cNvPr>
          <p:cNvSpPr>
            <a:spLocks xmlns:a="http://schemas.openxmlformats.org/drawingml/2006/main" noGrp="1"/>
          </p:cNvSpPr>
          <p:nvPr/>
        </p:nvSpPr>
        <p:spPr>
          <a:xfrm xmlns:a="http://schemas.openxmlformats.org/drawingml/2006/main">
            <a:off x="7065108"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8" name="Editable chart path">
            <a:extLst xmlns:a="http://schemas.openxmlformats.org/drawingml/2006/main">
              <a:ext uri="{FF2B5EF4-FFF2-40B4-BE49-F238E27FC236}">
                <a16:creationId xmlns:a16="http://schemas.microsoft.com/office/drawing/2014/main" id="{6CD51EBE-174E-4D8A-B18B-7A699FC0E527}"/>
              </a:ext>
            </a:extLst>
          </p:cNvPr>
          <p:cNvSpPr>
            <a:spLocks xmlns:a="http://schemas.openxmlformats.org/drawingml/2006/main" noGrp="1"/>
          </p:cNvSpPr>
          <p:nvPr/>
        </p:nvSpPr>
        <p:spPr>
          <a:xfrm xmlns:a="http://schemas.openxmlformats.org/drawingml/2006/main">
            <a:off x="7136510"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899" name="Editable chart path">
            <a:extLst xmlns:a="http://schemas.openxmlformats.org/drawingml/2006/main">
              <a:ext uri="{FF2B5EF4-FFF2-40B4-BE49-F238E27FC236}">
                <a16:creationId xmlns:a16="http://schemas.microsoft.com/office/drawing/2014/main" id="{5161583B-C615-43E0-AE55-5BA42D30C35E}"/>
              </a:ext>
            </a:extLst>
          </p:cNvPr>
          <p:cNvSpPr>
            <a:spLocks xmlns:a="http://schemas.openxmlformats.org/drawingml/2006/main" noGrp="1"/>
          </p:cNvSpPr>
          <p:nvPr/>
        </p:nvSpPr>
        <p:spPr>
          <a:xfrm xmlns:a="http://schemas.openxmlformats.org/drawingml/2006/main">
            <a:off x="7207912"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0" name="Editable chart path">
            <a:extLst xmlns:a="http://schemas.openxmlformats.org/drawingml/2006/main">
              <a:ext uri="{FF2B5EF4-FFF2-40B4-BE49-F238E27FC236}">
                <a16:creationId xmlns:a16="http://schemas.microsoft.com/office/drawing/2014/main" id="{C6DC899F-5C5A-4E75-8323-5911647FE4B3}"/>
              </a:ext>
            </a:extLst>
          </p:cNvPr>
          <p:cNvSpPr>
            <a:spLocks xmlns:a="http://schemas.openxmlformats.org/drawingml/2006/main" noGrp="1"/>
          </p:cNvSpPr>
          <p:nvPr/>
        </p:nvSpPr>
        <p:spPr>
          <a:xfrm xmlns:a="http://schemas.openxmlformats.org/drawingml/2006/main">
            <a:off x="7279314"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1" name="Editable chart path">
            <a:extLst xmlns:a="http://schemas.openxmlformats.org/drawingml/2006/main">
              <a:ext uri="{FF2B5EF4-FFF2-40B4-BE49-F238E27FC236}">
                <a16:creationId xmlns:a16="http://schemas.microsoft.com/office/drawing/2014/main" id="{0A7BCC7B-0EDC-4D14-B8F6-C4964CE9193C}"/>
              </a:ext>
            </a:extLst>
          </p:cNvPr>
          <p:cNvSpPr>
            <a:spLocks xmlns:a="http://schemas.openxmlformats.org/drawingml/2006/main" noGrp="1"/>
          </p:cNvSpPr>
          <p:nvPr/>
        </p:nvSpPr>
        <p:spPr>
          <a:xfrm xmlns:a="http://schemas.openxmlformats.org/drawingml/2006/main">
            <a:off x="8850158" y="475968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2" name="Editable chart path">
            <a:extLst xmlns:a="http://schemas.openxmlformats.org/drawingml/2006/main">
              <a:ext uri="{FF2B5EF4-FFF2-40B4-BE49-F238E27FC236}">
                <a16:creationId xmlns:a16="http://schemas.microsoft.com/office/drawing/2014/main" id="{A104632B-3B29-4647-989F-DCA1EFD212EF}"/>
              </a:ext>
            </a:extLst>
          </p:cNvPr>
          <p:cNvSpPr>
            <a:spLocks xmlns:a="http://schemas.openxmlformats.org/drawingml/2006/main" noGrp="1"/>
          </p:cNvSpPr>
          <p:nvPr/>
        </p:nvSpPr>
        <p:spPr>
          <a:xfrm xmlns:a="http://schemas.openxmlformats.org/drawingml/2006/main">
            <a:off x="6922304" y="468779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3" name="Editable chart path">
            <a:extLst xmlns:a="http://schemas.openxmlformats.org/drawingml/2006/main">
              <a:ext uri="{FF2B5EF4-FFF2-40B4-BE49-F238E27FC236}">
                <a16:creationId xmlns:a16="http://schemas.microsoft.com/office/drawing/2014/main" id="{12ED8DB5-6AAF-41B1-9208-46E73DA005A2}"/>
              </a:ext>
            </a:extLst>
          </p:cNvPr>
          <p:cNvSpPr>
            <a:spLocks xmlns:a="http://schemas.openxmlformats.org/drawingml/2006/main" noGrp="1"/>
          </p:cNvSpPr>
          <p:nvPr/>
        </p:nvSpPr>
        <p:spPr>
          <a:xfrm xmlns:a="http://schemas.openxmlformats.org/drawingml/2006/main">
            <a:off x="8136138" y="468779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4" name="Editable chart path">
            <a:extLst xmlns:a="http://schemas.openxmlformats.org/drawingml/2006/main">
              <a:ext uri="{FF2B5EF4-FFF2-40B4-BE49-F238E27FC236}">
                <a16:creationId xmlns:a16="http://schemas.microsoft.com/office/drawing/2014/main" id="{73266F89-355E-4F6C-8F55-6B612EFAF901}"/>
              </a:ext>
            </a:extLst>
          </p:cNvPr>
          <p:cNvSpPr>
            <a:spLocks xmlns:a="http://schemas.openxmlformats.org/drawingml/2006/main" noGrp="1"/>
          </p:cNvSpPr>
          <p:nvPr/>
        </p:nvSpPr>
        <p:spPr>
          <a:xfrm xmlns:a="http://schemas.openxmlformats.org/drawingml/2006/main">
            <a:off x="8207540" y="468779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5" name="Editable chart path">
            <a:extLst xmlns:a="http://schemas.openxmlformats.org/drawingml/2006/main">
              <a:ext uri="{FF2B5EF4-FFF2-40B4-BE49-F238E27FC236}">
                <a16:creationId xmlns:a16="http://schemas.microsoft.com/office/drawing/2014/main" id="{656A05C5-AB17-4F30-972D-9F5781577F74}"/>
              </a:ext>
            </a:extLst>
          </p:cNvPr>
          <p:cNvSpPr>
            <a:spLocks xmlns:a="http://schemas.openxmlformats.org/drawingml/2006/main" noGrp="1"/>
          </p:cNvSpPr>
          <p:nvPr/>
        </p:nvSpPr>
        <p:spPr>
          <a:xfrm xmlns:a="http://schemas.openxmlformats.org/drawingml/2006/main">
            <a:off x="6922304"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6" name="Editable chart path">
            <a:extLst xmlns:a="http://schemas.openxmlformats.org/drawingml/2006/main">
              <a:ext uri="{FF2B5EF4-FFF2-40B4-BE49-F238E27FC236}">
                <a16:creationId xmlns:a16="http://schemas.microsoft.com/office/drawing/2014/main" id="{E4F5A86F-930E-4440-9E66-78C289A7D499}"/>
              </a:ext>
            </a:extLst>
          </p:cNvPr>
          <p:cNvSpPr>
            <a:spLocks xmlns:a="http://schemas.openxmlformats.org/drawingml/2006/main" noGrp="1"/>
          </p:cNvSpPr>
          <p:nvPr/>
        </p:nvSpPr>
        <p:spPr>
          <a:xfrm xmlns:a="http://schemas.openxmlformats.org/drawingml/2006/main">
            <a:off x="6993706"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7" name="Editable chart path">
            <a:extLst xmlns:a="http://schemas.openxmlformats.org/drawingml/2006/main">
              <a:ext uri="{FF2B5EF4-FFF2-40B4-BE49-F238E27FC236}">
                <a16:creationId xmlns:a16="http://schemas.microsoft.com/office/drawing/2014/main" id="{F04A1DBB-D35A-455C-AA33-0FBA071CD123}"/>
              </a:ext>
            </a:extLst>
          </p:cNvPr>
          <p:cNvSpPr>
            <a:spLocks xmlns:a="http://schemas.openxmlformats.org/drawingml/2006/main" noGrp="1"/>
          </p:cNvSpPr>
          <p:nvPr/>
        </p:nvSpPr>
        <p:spPr>
          <a:xfrm xmlns:a="http://schemas.openxmlformats.org/drawingml/2006/main">
            <a:off x="7065108"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8" name="Editable chart path">
            <a:extLst xmlns:a="http://schemas.openxmlformats.org/drawingml/2006/main">
              <a:ext uri="{FF2B5EF4-FFF2-40B4-BE49-F238E27FC236}">
                <a16:creationId xmlns:a16="http://schemas.microsoft.com/office/drawing/2014/main" id="{1E0A32FA-E1C6-41EC-BF8B-6E49857B1B6E}"/>
              </a:ext>
            </a:extLst>
          </p:cNvPr>
          <p:cNvSpPr>
            <a:spLocks xmlns:a="http://schemas.openxmlformats.org/drawingml/2006/main" noGrp="1"/>
          </p:cNvSpPr>
          <p:nvPr/>
        </p:nvSpPr>
        <p:spPr>
          <a:xfrm xmlns:a="http://schemas.openxmlformats.org/drawingml/2006/main">
            <a:off x="7136510"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09" name="Editable chart path">
            <a:extLst xmlns:a="http://schemas.openxmlformats.org/drawingml/2006/main">
              <a:ext uri="{FF2B5EF4-FFF2-40B4-BE49-F238E27FC236}">
                <a16:creationId xmlns:a16="http://schemas.microsoft.com/office/drawing/2014/main" id="{60958EE1-FB7F-48EE-9FDC-704205029F5A}"/>
              </a:ext>
            </a:extLst>
          </p:cNvPr>
          <p:cNvSpPr>
            <a:spLocks xmlns:a="http://schemas.openxmlformats.org/drawingml/2006/main" noGrp="1"/>
          </p:cNvSpPr>
          <p:nvPr/>
        </p:nvSpPr>
        <p:spPr>
          <a:xfrm xmlns:a="http://schemas.openxmlformats.org/drawingml/2006/main">
            <a:off x="7207912"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0" name="Editable chart path">
            <a:extLst xmlns:a="http://schemas.openxmlformats.org/drawingml/2006/main">
              <a:ext uri="{FF2B5EF4-FFF2-40B4-BE49-F238E27FC236}">
                <a16:creationId xmlns:a16="http://schemas.microsoft.com/office/drawing/2014/main" id="{84DE7C3D-1B5D-4C4F-B755-766BB7056031}"/>
              </a:ext>
            </a:extLst>
          </p:cNvPr>
          <p:cNvSpPr>
            <a:spLocks xmlns:a="http://schemas.openxmlformats.org/drawingml/2006/main" noGrp="1"/>
          </p:cNvSpPr>
          <p:nvPr/>
        </p:nvSpPr>
        <p:spPr>
          <a:xfrm xmlns:a="http://schemas.openxmlformats.org/drawingml/2006/main">
            <a:off x="7422118"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1" name="Editable chart path">
            <a:extLst xmlns:a="http://schemas.openxmlformats.org/drawingml/2006/main">
              <a:ext uri="{FF2B5EF4-FFF2-40B4-BE49-F238E27FC236}">
                <a16:creationId xmlns:a16="http://schemas.microsoft.com/office/drawing/2014/main" id="{635595B7-D106-4B64-AD66-D21FC7E161A5}"/>
              </a:ext>
            </a:extLst>
          </p:cNvPr>
          <p:cNvSpPr>
            <a:spLocks xmlns:a="http://schemas.openxmlformats.org/drawingml/2006/main" noGrp="1"/>
          </p:cNvSpPr>
          <p:nvPr/>
        </p:nvSpPr>
        <p:spPr>
          <a:xfrm xmlns:a="http://schemas.openxmlformats.org/drawingml/2006/main">
            <a:off x="7493520"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2" name="Editable chart path">
            <a:extLst xmlns:a="http://schemas.openxmlformats.org/drawingml/2006/main">
              <a:ext uri="{FF2B5EF4-FFF2-40B4-BE49-F238E27FC236}">
                <a16:creationId xmlns:a16="http://schemas.microsoft.com/office/drawing/2014/main" id="{CF5B8862-23B8-49F8-BA6E-8529BE798FAC}"/>
              </a:ext>
            </a:extLst>
          </p:cNvPr>
          <p:cNvSpPr>
            <a:spLocks xmlns:a="http://schemas.openxmlformats.org/drawingml/2006/main" noGrp="1"/>
          </p:cNvSpPr>
          <p:nvPr/>
        </p:nvSpPr>
        <p:spPr>
          <a:xfrm xmlns:a="http://schemas.openxmlformats.org/drawingml/2006/main">
            <a:off x="7993334"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3" name="Editable chart path">
            <a:extLst xmlns:a="http://schemas.openxmlformats.org/drawingml/2006/main">
              <a:ext uri="{FF2B5EF4-FFF2-40B4-BE49-F238E27FC236}">
                <a16:creationId xmlns:a16="http://schemas.microsoft.com/office/drawing/2014/main" id="{CAA701DB-3C3F-448C-A4A0-F6610AD711B8}"/>
              </a:ext>
            </a:extLst>
          </p:cNvPr>
          <p:cNvSpPr>
            <a:spLocks xmlns:a="http://schemas.openxmlformats.org/drawingml/2006/main" noGrp="1"/>
          </p:cNvSpPr>
          <p:nvPr/>
        </p:nvSpPr>
        <p:spPr>
          <a:xfrm xmlns:a="http://schemas.openxmlformats.org/drawingml/2006/main">
            <a:off x="8136138"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4" name="Editable chart path">
            <a:extLst xmlns:a="http://schemas.openxmlformats.org/drawingml/2006/main">
              <a:ext uri="{FF2B5EF4-FFF2-40B4-BE49-F238E27FC236}">
                <a16:creationId xmlns:a16="http://schemas.microsoft.com/office/drawing/2014/main" id="{C43E2C0C-B527-4743-BC61-EDCD5575CF77}"/>
              </a:ext>
            </a:extLst>
          </p:cNvPr>
          <p:cNvSpPr>
            <a:spLocks xmlns:a="http://schemas.openxmlformats.org/drawingml/2006/main" noGrp="1"/>
          </p:cNvSpPr>
          <p:nvPr/>
        </p:nvSpPr>
        <p:spPr>
          <a:xfrm xmlns:a="http://schemas.openxmlformats.org/drawingml/2006/main">
            <a:off x="7422118"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5" name="Editable chart path">
            <a:extLst xmlns:a="http://schemas.openxmlformats.org/drawingml/2006/main">
              <a:ext uri="{FF2B5EF4-FFF2-40B4-BE49-F238E27FC236}">
                <a16:creationId xmlns:a16="http://schemas.microsoft.com/office/drawing/2014/main" id="{DB08F146-06E8-401E-91C5-103B2C7EAAD7}"/>
              </a:ext>
            </a:extLst>
          </p:cNvPr>
          <p:cNvSpPr>
            <a:spLocks xmlns:a="http://schemas.openxmlformats.org/drawingml/2006/main" noGrp="1"/>
          </p:cNvSpPr>
          <p:nvPr/>
        </p:nvSpPr>
        <p:spPr>
          <a:xfrm xmlns:a="http://schemas.openxmlformats.org/drawingml/2006/main">
            <a:off x="7493520"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6" name="Editable chart path">
            <a:extLst xmlns:a="http://schemas.openxmlformats.org/drawingml/2006/main">
              <a:ext uri="{FF2B5EF4-FFF2-40B4-BE49-F238E27FC236}">
                <a16:creationId xmlns:a16="http://schemas.microsoft.com/office/drawing/2014/main" id="{59945C5E-6E77-44B8-8DD3-A5196E910F57}"/>
              </a:ext>
            </a:extLst>
          </p:cNvPr>
          <p:cNvSpPr>
            <a:spLocks xmlns:a="http://schemas.openxmlformats.org/drawingml/2006/main" noGrp="1"/>
          </p:cNvSpPr>
          <p:nvPr/>
        </p:nvSpPr>
        <p:spPr>
          <a:xfrm xmlns:a="http://schemas.openxmlformats.org/drawingml/2006/main">
            <a:off x="7564922"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7" name="Editable chart path">
            <a:extLst xmlns:a="http://schemas.openxmlformats.org/drawingml/2006/main">
              <a:ext uri="{FF2B5EF4-FFF2-40B4-BE49-F238E27FC236}">
                <a16:creationId xmlns:a16="http://schemas.microsoft.com/office/drawing/2014/main" id="{A48C7E60-F077-4F98-900D-E9BAC7CC7DA8}"/>
              </a:ext>
            </a:extLst>
          </p:cNvPr>
          <p:cNvSpPr>
            <a:spLocks xmlns:a="http://schemas.openxmlformats.org/drawingml/2006/main" noGrp="1"/>
          </p:cNvSpPr>
          <p:nvPr/>
        </p:nvSpPr>
        <p:spPr>
          <a:xfrm xmlns:a="http://schemas.openxmlformats.org/drawingml/2006/main">
            <a:off x="8707354"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8" name="Editable chart path">
            <a:extLst xmlns:a="http://schemas.openxmlformats.org/drawingml/2006/main">
              <a:ext uri="{FF2B5EF4-FFF2-40B4-BE49-F238E27FC236}">
                <a16:creationId xmlns:a16="http://schemas.microsoft.com/office/drawing/2014/main" id="{5EC3BB16-DDD4-442F-B705-0ED2D1E952A0}"/>
              </a:ext>
            </a:extLst>
          </p:cNvPr>
          <p:cNvSpPr>
            <a:spLocks xmlns:a="http://schemas.openxmlformats.org/drawingml/2006/main" noGrp="1"/>
          </p:cNvSpPr>
          <p:nvPr/>
        </p:nvSpPr>
        <p:spPr>
          <a:xfrm xmlns:a="http://schemas.openxmlformats.org/drawingml/2006/main">
            <a:off x="8778756"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19" name="Editable chart path">
            <a:extLst xmlns:a="http://schemas.openxmlformats.org/drawingml/2006/main">
              <a:ext uri="{FF2B5EF4-FFF2-40B4-BE49-F238E27FC236}">
                <a16:creationId xmlns:a16="http://schemas.microsoft.com/office/drawing/2014/main" id="{A4A21451-4FB1-4953-8B96-DE1DE3809365}"/>
              </a:ext>
            </a:extLst>
          </p:cNvPr>
          <p:cNvSpPr>
            <a:spLocks xmlns:a="http://schemas.openxmlformats.org/drawingml/2006/main" noGrp="1"/>
          </p:cNvSpPr>
          <p:nvPr/>
        </p:nvSpPr>
        <p:spPr>
          <a:xfrm xmlns:a="http://schemas.openxmlformats.org/drawingml/2006/main">
            <a:off x="7350716"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0" name="Editable chart path">
            <a:extLst xmlns:a="http://schemas.openxmlformats.org/drawingml/2006/main">
              <a:ext uri="{FF2B5EF4-FFF2-40B4-BE49-F238E27FC236}">
                <a16:creationId xmlns:a16="http://schemas.microsoft.com/office/drawing/2014/main" id="{E0ECBD7D-21B8-4CF3-856D-700FF03C868F}"/>
              </a:ext>
            </a:extLst>
          </p:cNvPr>
          <p:cNvSpPr>
            <a:spLocks xmlns:a="http://schemas.openxmlformats.org/drawingml/2006/main" noGrp="1"/>
          </p:cNvSpPr>
          <p:nvPr/>
        </p:nvSpPr>
        <p:spPr>
          <a:xfrm xmlns:a="http://schemas.openxmlformats.org/drawingml/2006/main">
            <a:off x="7422118"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1" name="Editable chart path">
            <a:extLst xmlns:a="http://schemas.openxmlformats.org/drawingml/2006/main">
              <a:ext uri="{FF2B5EF4-FFF2-40B4-BE49-F238E27FC236}">
                <a16:creationId xmlns:a16="http://schemas.microsoft.com/office/drawing/2014/main" id="{E4834A0E-12FD-47D7-B145-1CF82A9F3083}"/>
              </a:ext>
            </a:extLst>
          </p:cNvPr>
          <p:cNvSpPr>
            <a:spLocks xmlns:a="http://schemas.openxmlformats.org/drawingml/2006/main" noGrp="1"/>
          </p:cNvSpPr>
          <p:nvPr/>
        </p:nvSpPr>
        <p:spPr>
          <a:xfrm xmlns:a="http://schemas.openxmlformats.org/drawingml/2006/main">
            <a:off x="7493520"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2" name="Editable chart path">
            <a:extLst xmlns:a="http://schemas.openxmlformats.org/drawingml/2006/main">
              <a:ext uri="{FF2B5EF4-FFF2-40B4-BE49-F238E27FC236}">
                <a16:creationId xmlns:a16="http://schemas.microsoft.com/office/drawing/2014/main" id="{C9D25AE4-957E-420D-BB06-5A9C6D7EED7A}"/>
              </a:ext>
            </a:extLst>
          </p:cNvPr>
          <p:cNvSpPr>
            <a:spLocks xmlns:a="http://schemas.openxmlformats.org/drawingml/2006/main" noGrp="1"/>
          </p:cNvSpPr>
          <p:nvPr/>
        </p:nvSpPr>
        <p:spPr>
          <a:xfrm xmlns:a="http://schemas.openxmlformats.org/drawingml/2006/main">
            <a:off x="7636324"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3" name="Editable chart path">
            <a:extLst xmlns:a="http://schemas.openxmlformats.org/drawingml/2006/main">
              <a:ext uri="{FF2B5EF4-FFF2-40B4-BE49-F238E27FC236}">
                <a16:creationId xmlns:a16="http://schemas.microsoft.com/office/drawing/2014/main" id="{1C3DCDCA-F743-45D2-A8E4-5A7DEB37B9D4}"/>
              </a:ext>
            </a:extLst>
          </p:cNvPr>
          <p:cNvSpPr>
            <a:spLocks xmlns:a="http://schemas.openxmlformats.org/drawingml/2006/main" noGrp="1"/>
          </p:cNvSpPr>
          <p:nvPr/>
        </p:nvSpPr>
        <p:spPr>
          <a:xfrm xmlns:a="http://schemas.openxmlformats.org/drawingml/2006/main">
            <a:off x="8564550"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4" name="Editable chart path">
            <a:extLst xmlns:a="http://schemas.openxmlformats.org/drawingml/2006/main">
              <a:ext uri="{FF2B5EF4-FFF2-40B4-BE49-F238E27FC236}">
                <a16:creationId xmlns:a16="http://schemas.microsoft.com/office/drawing/2014/main" id="{6D62C7D4-BC51-4605-BB9D-BBE654277382}"/>
              </a:ext>
            </a:extLst>
          </p:cNvPr>
          <p:cNvSpPr>
            <a:spLocks xmlns:a="http://schemas.openxmlformats.org/drawingml/2006/main" noGrp="1"/>
          </p:cNvSpPr>
          <p:nvPr/>
        </p:nvSpPr>
        <p:spPr>
          <a:xfrm xmlns:a="http://schemas.openxmlformats.org/drawingml/2006/main">
            <a:off x="8635952"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5" name="Editable chart path">
            <a:extLst xmlns:a="http://schemas.openxmlformats.org/drawingml/2006/main">
              <a:ext uri="{FF2B5EF4-FFF2-40B4-BE49-F238E27FC236}">
                <a16:creationId xmlns:a16="http://schemas.microsoft.com/office/drawing/2014/main" id="{4BAB6E9F-03E9-45D7-A956-D176AF1B0AD2}"/>
              </a:ext>
            </a:extLst>
          </p:cNvPr>
          <p:cNvSpPr>
            <a:spLocks xmlns:a="http://schemas.openxmlformats.org/drawingml/2006/main" noGrp="1"/>
          </p:cNvSpPr>
          <p:nvPr/>
        </p:nvSpPr>
        <p:spPr>
          <a:xfrm xmlns:a="http://schemas.openxmlformats.org/drawingml/2006/main">
            <a:off x="8707354"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6" name="Editable chart path">
            <a:extLst xmlns:a="http://schemas.openxmlformats.org/drawingml/2006/main">
              <a:ext uri="{FF2B5EF4-FFF2-40B4-BE49-F238E27FC236}">
                <a16:creationId xmlns:a16="http://schemas.microsoft.com/office/drawing/2014/main" id="{DC0DA27A-AC61-4454-B62A-9F1030B793AD}"/>
              </a:ext>
            </a:extLst>
          </p:cNvPr>
          <p:cNvSpPr>
            <a:spLocks xmlns:a="http://schemas.openxmlformats.org/drawingml/2006/main" noGrp="1"/>
          </p:cNvSpPr>
          <p:nvPr/>
        </p:nvSpPr>
        <p:spPr>
          <a:xfrm xmlns:a="http://schemas.openxmlformats.org/drawingml/2006/main">
            <a:off x="6993706"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7" name="Editable chart path">
            <a:extLst xmlns:a="http://schemas.openxmlformats.org/drawingml/2006/main">
              <a:ext uri="{FF2B5EF4-FFF2-40B4-BE49-F238E27FC236}">
                <a16:creationId xmlns:a16="http://schemas.microsoft.com/office/drawing/2014/main" id="{E9F1DA47-0111-4CEC-9530-70FBE0F8FFA6}"/>
              </a:ext>
            </a:extLst>
          </p:cNvPr>
          <p:cNvSpPr>
            <a:spLocks xmlns:a="http://schemas.openxmlformats.org/drawingml/2006/main" noGrp="1"/>
          </p:cNvSpPr>
          <p:nvPr/>
        </p:nvSpPr>
        <p:spPr>
          <a:xfrm xmlns:a="http://schemas.openxmlformats.org/drawingml/2006/main">
            <a:off x="7065108"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8" name="Editable chart path">
            <a:extLst xmlns:a="http://schemas.openxmlformats.org/drawingml/2006/main">
              <a:ext uri="{FF2B5EF4-FFF2-40B4-BE49-F238E27FC236}">
                <a16:creationId xmlns:a16="http://schemas.microsoft.com/office/drawing/2014/main" id="{02D25648-5D26-4A07-9D02-5BF9E2FCAB89}"/>
              </a:ext>
            </a:extLst>
          </p:cNvPr>
          <p:cNvSpPr>
            <a:spLocks xmlns:a="http://schemas.openxmlformats.org/drawingml/2006/main" noGrp="1"/>
          </p:cNvSpPr>
          <p:nvPr/>
        </p:nvSpPr>
        <p:spPr>
          <a:xfrm xmlns:a="http://schemas.openxmlformats.org/drawingml/2006/main">
            <a:off x="7136510"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29" name="Editable chart path">
            <a:extLst xmlns:a="http://schemas.openxmlformats.org/drawingml/2006/main">
              <a:ext uri="{FF2B5EF4-FFF2-40B4-BE49-F238E27FC236}">
                <a16:creationId xmlns:a16="http://schemas.microsoft.com/office/drawing/2014/main" id="{54D0D09A-9621-4068-9DB3-39E443FD39EE}"/>
              </a:ext>
            </a:extLst>
          </p:cNvPr>
          <p:cNvSpPr>
            <a:spLocks xmlns:a="http://schemas.openxmlformats.org/drawingml/2006/main" noGrp="1"/>
          </p:cNvSpPr>
          <p:nvPr/>
        </p:nvSpPr>
        <p:spPr>
          <a:xfrm xmlns:a="http://schemas.openxmlformats.org/drawingml/2006/main">
            <a:off x="7350716"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0" name="Editable chart path">
            <a:extLst xmlns:a="http://schemas.openxmlformats.org/drawingml/2006/main">
              <a:ext uri="{FF2B5EF4-FFF2-40B4-BE49-F238E27FC236}">
                <a16:creationId xmlns:a16="http://schemas.microsoft.com/office/drawing/2014/main" id="{B17C0BAA-B05C-4B2C-9EFE-0CEED8D06D1E}"/>
              </a:ext>
            </a:extLst>
          </p:cNvPr>
          <p:cNvSpPr>
            <a:spLocks xmlns:a="http://schemas.openxmlformats.org/drawingml/2006/main" noGrp="1"/>
          </p:cNvSpPr>
          <p:nvPr/>
        </p:nvSpPr>
        <p:spPr>
          <a:xfrm xmlns:a="http://schemas.openxmlformats.org/drawingml/2006/main">
            <a:off x="7422118"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1" name="Editable chart path">
            <a:extLst xmlns:a="http://schemas.openxmlformats.org/drawingml/2006/main">
              <a:ext uri="{FF2B5EF4-FFF2-40B4-BE49-F238E27FC236}">
                <a16:creationId xmlns:a16="http://schemas.microsoft.com/office/drawing/2014/main" id="{BB1D91C2-1025-4A5A-960E-85A61EA26556}"/>
              </a:ext>
            </a:extLst>
          </p:cNvPr>
          <p:cNvSpPr>
            <a:spLocks xmlns:a="http://schemas.openxmlformats.org/drawingml/2006/main" noGrp="1"/>
          </p:cNvSpPr>
          <p:nvPr/>
        </p:nvSpPr>
        <p:spPr>
          <a:xfrm xmlns:a="http://schemas.openxmlformats.org/drawingml/2006/main">
            <a:off x="7636324"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2" name="Editable chart path">
            <a:extLst xmlns:a="http://schemas.openxmlformats.org/drawingml/2006/main">
              <a:ext uri="{FF2B5EF4-FFF2-40B4-BE49-F238E27FC236}">
                <a16:creationId xmlns:a16="http://schemas.microsoft.com/office/drawing/2014/main" id="{6F47C7E5-B905-41AB-910C-D9E0CC5A51A9}"/>
              </a:ext>
            </a:extLst>
          </p:cNvPr>
          <p:cNvSpPr>
            <a:spLocks xmlns:a="http://schemas.openxmlformats.org/drawingml/2006/main" noGrp="1"/>
          </p:cNvSpPr>
          <p:nvPr/>
        </p:nvSpPr>
        <p:spPr>
          <a:xfrm xmlns:a="http://schemas.openxmlformats.org/drawingml/2006/main">
            <a:off x="7707726"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3" name="Editable chart path">
            <a:extLst xmlns:a="http://schemas.openxmlformats.org/drawingml/2006/main">
              <a:ext uri="{FF2B5EF4-FFF2-40B4-BE49-F238E27FC236}">
                <a16:creationId xmlns:a16="http://schemas.microsoft.com/office/drawing/2014/main" id="{8862E32E-30E4-463B-87A7-96708E9CED7B}"/>
              </a:ext>
            </a:extLst>
          </p:cNvPr>
          <p:cNvSpPr>
            <a:spLocks xmlns:a="http://schemas.openxmlformats.org/drawingml/2006/main" noGrp="1"/>
          </p:cNvSpPr>
          <p:nvPr/>
        </p:nvSpPr>
        <p:spPr>
          <a:xfrm xmlns:a="http://schemas.openxmlformats.org/drawingml/2006/main">
            <a:off x="7850530"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4" name="Editable chart path">
            <a:extLst xmlns:a="http://schemas.openxmlformats.org/drawingml/2006/main">
              <a:ext uri="{FF2B5EF4-FFF2-40B4-BE49-F238E27FC236}">
                <a16:creationId xmlns:a16="http://schemas.microsoft.com/office/drawing/2014/main" id="{1EAF331A-FF7C-432F-AEA5-BE52AB17BD97}"/>
              </a:ext>
            </a:extLst>
          </p:cNvPr>
          <p:cNvSpPr>
            <a:spLocks xmlns:a="http://schemas.openxmlformats.org/drawingml/2006/main" noGrp="1"/>
          </p:cNvSpPr>
          <p:nvPr/>
        </p:nvSpPr>
        <p:spPr>
          <a:xfrm xmlns:a="http://schemas.openxmlformats.org/drawingml/2006/main">
            <a:off x="8350344"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5" name="Editable chart path">
            <a:extLst xmlns:a="http://schemas.openxmlformats.org/drawingml/2006/main">
              <a:ext uri="{FF2B5EF4-FFF2-40B4-BE49-F238E27FC236}">
                <a16:creationId xmlns:a16="http://schemas.microsoft.com/office/drawing/2014/main" id="{0D4EE20B-EC8C-44F9-B6A1-3B1E527228C9}"/>
              </a:ext>
            </a:extLst>
          </p:cNvPr>
          <p:cNvSpPr>
            <a:spLocks xmlns:a="http://schemas.openxmlformats.org/drawingml/2006/main" noGrp="1"/>
          </p:cNvSpPr>
          <p:nvPr/>
        </p:nvSpPr>
        <p:spPr>
          <a:xfrm xmlns:a="http://schemas.openxmlformats.org/drawingml/2006/main">
            <a:off x="8635952"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6" name="Editable chart path">
            <a:extLst xmlns:a="http://schemas.openxmlformats.org/drawingml/2006/main">
              <a:ext uri="{FF2B5EF4-FFF2-40B4-BE49-F238E27FC236}">
                <a16:creationId xmlns:a16="http://schemas.microsoft.com/office/drawing/2014/main" id="{A7B85B3A-118F-4EED-BD4F-E6C028F8AC8E}"/>
              </a:ext>
            </a:extLst>
          </p:cNvPr>
          <p:cNvSpPr>
            <a:spLocks xmlns:a="http://schemas.openxmlformats.org/drawingml/2006/main" noGrp="1"/>
          </p:cNvSpPr>
          <p:nvPr/>
        </p:nvSpPr>
        <p:spPr>
          <a:xfrm xmlns:a="http://schemas.openxmlformats.org/drawingml/2006/main">
            <a:off x="8707354"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7" name="Editable chart path">
            <a:extLst xmlns:a="http://schemas.openxmlformats.org/drawingml/2006/main">
              <a:ext uri="{FF2B5EF4-FFF2-40B4-BE49-F238E27FC236}">
                <a16:creationId xmlns:a16="http://schemas.microsoft.com/office/drawing/2014/main" id="{083197B0-AD77-4DDC-9083-05A2576A25F1}"/>
              </a:ext>
            </a:extLst>
          </p:cNvPr>
          <p:cNvSpPr>
            <a:spLocks xmlns:a="http://schemas.openxmlformats.org/drawingml/2006/main" noGrp="1"/>
          </p:cNvSpPr>
          <p:nvPr/>
        </p:nvSpPr>
        <p:spPr>
          <a:xfrm xmlns:a="http://schemas.openxmlformats.org/drawingml/2006/main">
            <a:off x="6993706"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8" name="Editable chart path">
            <a:extLst xmlns:a="http://schemas.openxmlformats.org/drawingml/2006/main">
              <a:ext uri="{FF2B5EF4-FFF2-40B4-BE49-F238E27FC236}">
                <a16:creationId xmlns:a16="http://schemas.microsoft.com/office/drawing/2014/main" id="{1D754AEE-7166-4D1F-8349-9C8AA0B33532}"/>
              </a:ext>
            </a:extLst>
          </p:cNvPr>
          <p:cNvSpPr>
            <a:spLocks xmlns:a="http://schemas.openxmlformats.org/drawingml/2006/main" noGrp="1"/>
          </p:cNvSpPr>
          <p:nvPr/>
        </p:nvSpPr>
        <p:spPr>
          <a:xfrm xmlns:a="http://schemas.openxmlformats.org/drawingml/2006/main">
            <a:off x="7065108"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39" name="Editable chart path">
            <a:extLst xmlns:a="http://schemas.openxmlformats.org/drawingml/2006/main">
              <a:ext uri="{FF2B5EF4-FFF2-40B4-BE49-F238E27FC236}">
                <a16:creationId xmlns:a16="http://schemas.microsoft.com/office/drawing/2014/main" id="{5EF8E419-3994-4F6E-A50B-C572007AE711}"/>
              </a:ext>
            </a:extLst>
          </p:cNvPr>
          <p:cNvSpPr>
            <a:spLocks xmlns:a="http://schemas.openxmlformats.org/drawingml/2006/main" noGrp="1"/>
          </p:cNvSpPr>
          <p:nvPr/>
        </p:nvSpPr>
        <p:spPr>
          <a:xfrm xmlns:a="http://schemas.openxmlformats.org/drawingml/2006/main">
            <a:off x="7136510"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0" name="Editable chart path">
            <a:extLst xmlns:a="http://schemas.openxmlformats.org/drawingml/2006/main">
              <a:ext uri="{FF2B5EF4-FFF2-40B4-BE49-F238E27FC236}">
                <a16:creationId xmlns:a16="http://schemas.microsoft.com/office/drawing/2014/main" id="{0C5A6FB8-0CCF-42C2-A95A-DBAE25779D45}"/>
              </a:ext>
            </a:extLst>
          </p:cNvPr>
          <p:cNvSpPr>
            <a:spLocks xmlns:a="http://schemas.openxmlformats.org/drawingml/2006/main" noGrp="1"/>
          </p:cNvSpPr>
          <p:nvPr/>
        </p:nvSpPr>
        <p:spPr>
          <a:xfrm xmlns:a="http://schemas.openxmlformats.org/drawingml/2006/main">
            <a:off x="7350716"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1" name="Editable chart path">
            <a:extLst xmlns:a="http://schemas.openxmlformats.org/drawingml/2006/main">
              <a:ext uri="{FF2B5EF4-FFF2-40B4-BE49-F238E27FC236}">
                <a16:creationId xmlns:a16="http://schemas.microsoft.com/office/drawing/2014/main" id="{63897D3E-2AEB-4740-9FD8-229037649862}"/>
              </a:ext>
            </a:extLst>
          </p:cNvPr>
          <p:cNvSpPr>
            <a:spLocks xmlns:a="http://schemas.openxmlformats.org/drawingml/2006/main" noGrp="1"/>
          </p:cNvSpPr>
          <p:nvPr/>
        </p:nvSpPr>
        <p:spPr>
          <a:xfrm xmlns:a="http://schemas.openxmlformats.org/drawingml/2006/main">
            <a:off x="7422118"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2" name="Editable chart path">
            <a:extLst xmlns:a="http://schemas.openxmlformats.org/drawingml/2006/main">
              <a:ext uri="{FF2B5EF4-FFF2-40B4-BE49-F238E27FC236}">
                <a16:creationId xmlns:a16="http://schemas.microsoft.com/office/drawing/2014/main" id="{C4DB7C9F-4854-484F-894B-0C43E0167EE1}"/>
              </a:ext>
            </a:extLst>
          </p:cNvPr>
          <p:cNvSpPr>
            <a:spLocks xmlns:a="http://schemas.openxmlformats.org/drawingml/2006/main" noGrp="1"/>
          </p:cNvSpPr>
          <p:nvPr/>
        </p:nvSpPr>
        <p:spPr>
          <a:xfrm xmlns:a="http://schemas.openxmlformats.org/drawingml/2006/main">
            <a:off x="7493520"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3" name="Editable chart path">
            <a:extLst xmlns:a="http://schemas.openxmlformats.org/drawingml/2006/main">
              <a:ext uri="{FF2B5EF4-FFF2-40B4-BE49-F238E27FC236}">
                <a16:creationId xmlns:a16="http://schemas.microsoft.com/office/drawing/2014/main" id="{4DA29266-67EF-4FC0-99F5-2BDC0A572259}"/>
              </a:ext>
            </a:extLst>
          </p:cNvPr>
          <p:cNvSpPr>
            <a:spLocks xmlns:a="http://schemas.openxmlformats.org/drawingml/2006/main" noGrp="1"/>
          </p:cNvSpPr>
          <p:nvPr/>
        </p:nvSpPr>
        <p:spPr>
          <a:xfrm xmlns:a="http://schemas.openxmlformats.org/drawingml/2006/main">
            <a:off x="7564922"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4" name="Editable chart path">
            <a:extLst xmlns:a="http://schemas.openxmlformats.org/drawingml/2006/main">
              <a:ext uri="{FF2B5EF4-FFF2-40B4-BE49-F238E27FC236}">
                <a16:creationId xmlns:a16="http://schemas.microsoft.com/office/drawing/2014/main" id="{359D0A13-B535-4A1B-BF2D-C08057CC246B}"/>
              </a:ext>
            </a:extLst>
          </p:cNvPr>
          <p:cNvSpPr>
            <a:spLocks xmlns:a="http://schemas.openxmlformats.org/drawingml/2006/main" noGrp="1"/>
          </p:cNvSpPr>
          <p:nvPr/>
        </p:nvSpPr>
        <p:spPr>
          <a:xfrm xmlns:a="http://schemas.openxmlformats.org/drawingml/2006/main">
            <a:off x="7636324"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5" name="Editable chart path">
            <a:extLst xmlns:a="http://schemas.openxmlformats.org/drawingml/2006/main">
              <a:ext uri="{FF2B5EF4-FFF2-40B4-BE49-F238E27FC236}">
                <a16:creationId xmlns:a16="http://schemas.microsoft.com/office/drawing/2014/main" id="{0172DFE5-60FB-48E6-B214-E3BBE47820CF}"/>
              </a:ext>
            </a:extLst>
          </p:cNvPr>
          <p:cNvSpPr>
            <a:spLocks xmlns:a="http://schemas.openxmlformats.org/drawingml/2006/main" noGrp="1"/>
          </p:cNvSpPr>
          <p:nvPr/>
        </p:nvSpPr>
        <p:spPr>
          <a:xfrm xmlns:a="http://schemas.openxmlformats.org/drawingml/2006/main">
            <a:off x="7707726"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6" name="Editable chart path">
            <a:extLst xmlns:a="http://schemas.openxmlformats.org/drawingml/2006/main">
              <a:ext uri="{FF2B5EF4-FFF2-40B4-BE49-F238E27FC236}">
                <a16:creationId xmlns:a16="http://schemas.microsoft.com/office/drawing/2014/main" id="{6D52C5FC-1546-4381-B2BC-B5E77C5F35A5}"/>
              </a:ext>
            </a:extLst>
          </p:cNvPr>
          <p:cNvSpPr>
            <a:spLocks xmlns:a="http://schemas.openxmlformats.org/drawingml/2006/main" noGrp="1"/>
          </p:cNvSpPr>
          <p:nvPr/>
        </p:nvSpPr>
        <p:spPr>
          <a:xfrm xmlns:a="http://schemas.openxmlformats.org/drawingml/2006/main">
            <a:off x="7779128"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7" name="Editable chart path">
            <a:extLst xmlns:a="http://schemas.openxmlformats.org/drawingml/2006/main">
              <a:ext uri="{FF2B5EF4-FFF2-40B4-BE49-F238E27FC236}">
                <a16:creationId xmlns:a16="http://schemas.microsoft.com/office/drawing/2014/main" id="{4B877E13-7F0D-45D4-B472-B5A36BCEBFAC}"/>
              </a:ext>
            </a:extLst>
          </p:cNvPr>
          <p:cNvSpPr>
            <a:spLocks xmlns:a="http://schemas.openxmlformats.org/drawingml/2006/main" noGrp="1"/>
          </p:cNvSpPr>
          <p:nvPr/>
        </p:nvSpPr>
        <p:spPr>
          <a:xfrm xmlns:a="http://schemas.openxmlformats.org/drawingml/2006/main">
            <a:off x="7850530"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8" name="Editable chart path">
            <a:extLst xmlns:a="http://schemas.openxmlformats.org/drawingml/2006/main">
              <a:ext uri="{FF2B5EF4-FFF2-40B4-BE49-F238E27FC236}">
                <a16:creationId xmlns:a16="http://schemas.microsoft.com/office/drawing/2014/main" id="{CF610DF1-5C17-473B-8349-51A9EDE5CF3C}"/>
              </a:ext>
            </a:extLst>
          </p:cNvPr>
          <p:cNvSpPr>
            <a:spLocks xmlns:a="http://schemas.openxmlformats.org/drawingml/2006/main" noGrp="1"/>
          </p:cNvSpPr>
          <p:nvPr/>
        </p:nvSpPr>
        <p:spPr>
          <a:xfrm xmlns:a="http://schemas.openxmlformats.org/drawingml/2006/main">
            <a:off x="7921932"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49" name="Editable chart path">
            <a:extLst xmlns:a="http://schemas.openxmlformats.org/drawingml/2006/main">
              <a:ext uri="{FF2B5EF4-FFF2-40B4-BE49-F238E27FC236}">
                <a16:creationId xmlns:a16="http://schemas.microsoft.com/office/drawing/2014/main" id="{ECC6F955-5145-4D2A-95FE-D87E732696C3}"/>
              </a:ext>
            </a:extLst>
          </p:cNvPr>
          <p:cNvSpPr>
            <a:spLocks xmlns:a="http://schemas.openxmlformats.org/drawingml/2006/main" noGrp="1"/>
          </p:cNvSpPr>
          <p:nvPr/>
        </p:nvSpPr>
        <p:spPr>
          <a:xfrm xmlns:a="http://schemas.openxmlformats.org/drawingml/2006/main">
            <a:off x="8207540"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0" name="Editable chart path">
            <a:extLst xmlns:a="http://schemas.openxmlformats.org/drawingml/2006/main">
              <a:ext uri="{FF2B5EF4-FFF2-40B4-BE49-F238E27FC236}">
                <a16:creationId xmlns:a16="http://schemas.microsoft.com/office/drawing/2014/main" id="{D6FD1670-1EA7-400D-B98A-B5A583B09E5A}"/>
              </a:ext>
            </a:extLst>
          </p:cNvPr>
          <p:cNvSpPr>
            <a:spLocks xmlns:a="http://schemas.openxmlformats.org/drawingml/2006/main" noGrp="1"/>
          </p:cNvSpPr>
          <p:nvPr/>
        </p:nvSpPr>
        <p:spPr>
          <a:xfrm xmlns:a="http://schemas.openxmlformats.org/drawingml/2006/main">
            <a:off x="8350344"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1" name="Editable chart path">
            <a:extLst xmlns:a="http://schemas.openxmlformats.org/drawingml/2006/main">
              <a:ext uri="{FF2B5EF4-FFF2-40B4-BE49-F238E27FC236}">
                <a16:creationId xmlns:a16="http://schemas.microsoft.com/office/drawing/2014/main" id="{C1E6FA4C-6303-4821-8101-44D90548B4F3}"/>
              </a:ext>
            </a:extLst>
          </p:cNvPr>
          <p:cNvSpPr>
            <a:spLocks xmlns:a="http://schemas.openxmlformats.org/drawingml/2006/main" noGrp="1"/>
          </p:cNvSpPr>
          <p:nvPr/>
        </p:nvSpPr>
        <p:spPr>
          <a:xfrm xmlns:a="http://schemas.openxmlformats.org/drawingml/2006/main">
            <a:off x="8421746"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2" name="Editable chart path">
            <a:extLst xmlns:a="http://schemas.openxmlformats.org/drawingml/2006/main">
              <a:ext uri="{FF2B5EF4-FFF2-40B4-BE49-F238E27FC236}">
                <a16:creationId xmlns:a16="http://schemas.microsoft.com/office/drawing/2014/main" id="{D500B205-64B1-41F2-8A85-B4D5F82696D7}"/>
              </a:ext>
            </a:extLst>
          </p:cNvPr>
          <p:cNvSpPr>
            <a:spLocks xmlns:a="http://schemas.openxmlformats.org/drawingml/2006/main" noGrp="1"/>
          </p:cNvSpPr>
          <p:nvPr/>
        </p:nvSpPr>
        <p:spPr>
          <a:xfrm xmlns:a="http://schemas.openxmlformats.org/drawingml/2006/main">
            <a:off x="8493148"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3" name="Editable chart path">
            <a:extLst xmlns:a="http://schemas.openxmlformats.org/drawingml/2006/main">
              <a:ext uri="{FF2B5EF4-FFF2-40B4-BE49-F238E27FC236}">
                <a16:creationId xmlns:a16="http://schemas.microsoft.com/office/drawing/2014/main" id="{1EBC6568-79ED-423C-A097-B5BE8D3CCE7C}"/>
              </a:ext>
            </a:extLst>
          </p:cNvPr>
          <p:cNvSpPr>
            <a:spLocks xmlns:a="http://schemas.openxmlformats.org/drawingml/2006/main" noGrp="1"/>
          </p:cNvSpPr>
          <p:nvPr/>
        </p:nvSpPr>
        <p:spPr>
          <a:xfrm xmlns:a="http://schemas.openxmlformats.org/drawingml/2006/main">
            <a:off x="8564550"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4" name="Editable chart path">
            <a:extLst xmlns:a="http://schemas.openxmlformats.org/drawingml/2006/main">
              <a:ext uri="{FF2B5EF4-FFF2-40B4-BE49-F238E27FC236}">
                <a16:creationId xmlns:a16="http://schemas.microsoft.com/office/drawing/2014/main" id="{EAA825A5-0FDD-4127-B019-175D2A1E5B6E}"/>
              </a:ext>
            </a:extLst>
          </p:cNvPr>
          <p:cNvSpPr>
            <a:spLocks xmlns:a="http://schemas.openxmlformats.org/drawingml/2006/main" noGrp="1"/>
          </p:cNvSpPr>
          <p:nvPr/>
        </p:nvSpPr>
        <p:spPr>
          <a:xfrm xmlns:a="http://schemas.openxmlformats.org/drawingml/2006/main">
            <a:off x="8635952"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5" name="Editable chart path">
            <a:extLst xmlns:a="http://schemas.openxmlformats.org/drawingml/2006/main">
              <a:ext uri="{FF2B5EF4-FFF2-40B4-BE49-F238E27FC236}">
                <a16:creationId xmlns:a16="http://schemas.microsoft.com/office/drawing/2014/main" id="{268A60A2-A5CC-4132-B3CD-9EE3438129E1}"/>
              </a:ext>
            </a:extLst>
          </p:cNvPr>
          <p:cNvSpPr>
            <a:spLocks xmlns:a="http://schemas.openxmlformats.org/drawingml/2006/main" noGrp="1"/>
          </p:cNvSpPr>
          <p:nvPr/>
        </p:nvSpPr>
        <p:spPr>
          <a:xfrm xmlns:a="http://schemas.openxmlformats.org/drawingml/2006/main">
            <a:off x="8707354"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6" name="Editable chart path">
            <a:extLst xmlns:a="http://schemas.openxmlformats.org/drawingml/2006/main">
              <a:ext uri="{FF2B5EF4-FFF2-40B4-BE49-F238E27FC236}">
                <a16:creationId xmlns:a16="http://schemas.microsoft.com/office/drawing/2014/main" id="{DBD81382-5C4F-45DB-9154-BAD223BDEB14}"/>
              </a:ext>
            </a:extLst>
          </p:cNvPr>
          <p:cNvSpPr>
            <a:spLocks xmlns:a="http://schemas.openxmlformats.org/drawingml/2006/main" noGrp="1"/>
          </p:cNvSpPr>
          <p:nvPr/>
        </p:nvSpPr>
        <p:spPr>
          <a:xfrm xmlns:a="http://schemas.openxmlformats.org/drawingml/2006/main">
            <a:off x="8778756"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7" name="Editable chart path">
            <a:extLst xmlns:a="http://schemas.openxmlformats.org/drawingml/2006/main">
              <a:ext uri="{FF2B5EF4-FFF2-40B4-BE49-F238E27FC236}">
                <a16:creationId xmlns:a16="http://schemas.microsoft.com/office/drawing/2014/main" id="{B30BAEE1-8692-4B24-BFE5-03DA6DF6D14C}"/>
              </a:ext>
            </a:extLst>
          </p:cNvPr>
          <p:cNvSpPr>
            <a:spLocks xmlns:a="http://schemas.openxmlformats.org/drawingml/2006/main" noGrp="1"/>
          </p:cNvSpPr>
          <p:nvPr/>
        </p:nvSpPr>
        <p:spPr>
          <a:xfrm xmlns:a="http://schemas.openxmlformats.org/drawingml/2006/main">
            <a:off x="8850158"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8" name="Editable chart path">
            <a:extLst xmlns:a="http://schemas.openxmlformats.org/drawingml/2006/main">
              <a:ext uri="{FF2B5EF4-FFF2-40B4-BE49-F238E27FC236}">
                <a16:creationId xmlns:a16="http://schemas.microsoft.com/office/drawing/2014/main" id="{63743664-E742-45A6-B884-957A59D2DCD4}"/>
              </a:ext>
            </a:extLst>
          </p:cNvPr>
          <p:cNvSpPr>
            <a:spLocks xmlns:a="http://schemas.openxmlformats.org/drawingml/2006/main" noGrp="1"/>
          </p:cNvSpPr>
          <p:nvPr/>
        </p:nvSpPr>
        <p:spPr>
          <a:xfrm xmlns:a="http://schemas.openxmlformats.org/drawingml/2006/main">
            <a:off x="8921560"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59" name="Editable chart path">
            <a:extLst xmlns:a="http://schemas.openxmlformats.org/drawingml/2006/main">
              <a:ext uri="{FF2B5EF4-FFF2-40B4-BE49-F238E27FC236}">
                <a16:creationId xmlns:a16="http://schemas.microsoft.com/office/drawing/2014/main" id="{64A0DC9F-B19C-4FC4-90AF-9D6E302E341A}"/>
              </a:ext>
            </a:extLst>
          </p:cNvPr>
          <p:cNvSpPr>
            <a:spLocks xmlns:a="http://schemas.openxmlformats.org/drawingml/2006/main" noGrp="1"/>
          </p:cNvSpPr>
          <p:nvPr/>
        </p:nvSpPr>
        <p:spPr>
          <a:xfrm xmlns:a="http://schemas.openxmlformats.org/drawingml/2006/main">
            <a:off x="7065108"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0" name="Editable chart path">
            <a:extLst xmlns:a="http://schemas.openxmlformats.org/drawingml/2006/main">
              <a:ext uri="{FF2B5EF4-FFF2-40B4-BE49-F238E27FC236}">
                <a16:creationId xmlns:a16="http://schemas.microsoft.com/office/drawing/2014/main" id="{570523C9-F254-4D66-B59A-93C4EB7276C0}"/>
              </a:ext>
            </a:extLst>
          </p:cNvPr>
          <p:cNvSpPr>
            <a:spLocks xmlns:a="http://schemas.openxmlformats.org/drawingml/2006/main" noGrp="1"/>
          </p:cNvSpPr>
          <p:nvPr/>
        </p:nvSpPr>
        <p:spPr>
          <a:xfrm xmlns:a="http://schemas.openxmlformats.org/drawingml/2006/main">
            <a:off x="7136510"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1" name="Editable chart path">
            <a:extLst xmlns:a="http://schemas.openxmlformats.org/drawingml/2006/main">
              <a:ext uri="{FF2B5EF4-FFF2-40B4-BE49-F238E27FC236}">
                <a16:creationId xmlns:a16="http://schemas.microsoft.com/office/drawing/2014/main" id="{32B3B526-B39B-4F0A-85B0-3F2B9A1E519B}"/>
              </a:ext>
            </a:extLst>
          </p:cNvPr>
          <p:cNvSpPr>
            <a:spLocks xmlns:a="http://schemas.openxmlformats.org/drawingml/2006/main" noGrp="1"/>
          </p:cNvSpPr>
          <p:nvPr/>
        </p:nvSpPr>
        <p:spPr>
          <a:xfrm xmlns:a="http://schemas.openxmlformats.org/drawingml/2006/main">
            <a:off x="7207912"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2" name="Editable chart path">
            <a:extLst xmlns:a="http://schemas.openxmlformats.org/drawingml/2006/main">
              <a:ext uri="{FF2B5EF4-FFF2-40B4-BE49-F238E27FC236}">
                <a16:creationId xmlns:a16="http://schemas.microsoft.com/office/drawing/2014/main" id="{2F8B9FBF-6AF6-4D96-8DC8-FF43D0F74851}"/>
              </a:ext>
            </a:extLst>
          </p:cNvPr>
          <p:cNvSpPr>
            <a:spLocks xmlns:a="http://schemas.openxmlformats.org/drawingml/2006/main" noGrp="1"/>
          </p:cNvSpPr>
          <p:nvPr/>
        </p:nvSpPr>
        <p:spPr>
          <a:xfrm xmlns:a="http://schemas.openxmlformats.org/drawingml/2006/main">
            <a:off x="7422118"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3" name="Editable chart path">
            <a:extLst xmlns:a="http://schemas.openxmlformats.org/drawingml/2006/main">
              <a:ext uri="{FF2B5EF4-FFF2-40B4-BE49-F238E27FC236}">
                <a16:creationId xmlns:a16="http://schemas.microsoft.com/office/drawing/2014/main" id="{F8FDF761-65CE-4C66-B69C-6EB78BC72619}"/>
              </a:ext>
            </a:extLst>
          </p:cNvPr>
          <p:cNvSpPr>
            <a:spLocks xmlns:a="http://schemas.openxmlformats.org/drawingml/2006/main" noGrp="1"/>
          </p:cNvSpPr>
          <p:nvPr/>
        </p:nvSpPr>
        <p:spPr>
          <a:xfrm xmlns:a="http://schemas.openxmlformats.org/drawingml/2006/main">
            <a:off x="7493520"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4" name="Editable chart path">
            <a:extLst xmlns:a="http://schemas.openxmlformats.org/drawingml/2006/main">
              <a:ext uri="{FF2B5EF4-FFF2-40B4-BE49-F238E27FC236}">
                <a16:creationId xmlns:a16="http://schemas.microsoft.com/office/drawing/2014/main" id="{A8A03772-7162-47F5-AC5C-C8A252A66826}"/>
              </a:ext>
            </a:extLst>
          </p:cNvPr>
          <p:cNvSpPr>
            <a:spLocks xmlns:a="http://schemas.openxmlformats.org/drawingml/2006/main" noGrp="1"/>
          </p:cNvSpPr>
          <p:nvPr/>
        </p:nvSpPr>
        <p:spPr>
          <a:xfrm xmlns:a="http://schemas.openxmlformats.org/drawingml/2006/main">
            <a:off x="7564922"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5" name="Editable chart path">
            <a:extLst xmlns:a="http://schemas.openxmlformats.org/drawingml/2006/main">
              <a:ext uri="{FF2B5EF4-FFF2-40B4-BE49-F238E27FC236}">
                <a16:creationId xmlns:a16="http://schemas.microsoft.com/office/drawing/2014/main" id="{21C01210-D707-40EB-A7AF-1F69679C806C}"/>
              </a:ext>
            </a:extLst>
          </p:cNvPr>
          <p:cNvSpPr>
            <a:spLocks xmlns:a="http://schemas.openxmlformats.org/drawingml/2006/main" noGrp="1"/>
          </p:cNvSpPr>
          <p:nvPr/>
        </p:nvSpPr>
        <p:spPr>
          <a:xfrm xmlns:a="http://schemas.openxmlformats.org/drawingml/2006/main">
            <a:off x="7636324"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6" name="Editable chart path">
            <a:extLst xmlns:a="http://schemas.openxmlformats.org/drawingml/2006/main">
              <a:ext uri="{FF2B5EF4-FFF2-40B4-BE49-F238E27FC236}">
                <a16:creationId xmlns:a16="http://schemas.microsoft.com/office/drawing/2014/main" id="{CD70DEFB-2409-411E-86F0-150858EBD9FB}"/>
              </a:ext>
            </a:extLst>
          </p:cNvPr>
          <p:cNvSpPr>
            <a:spLocks xmlns:a="http://schemas.openxmlformats.org/drawingml/2006/main" noGrp="1"/>
          </p:cNvSpPr>
          <p:nvPr/>
        </p:nvSpPr>
        <p:spPr>
          <a:xfrm xmlns:a="http://schemas.openxmlformats.org/drawingml/2006/main">
            <a:off x="7707726"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7" name="Editable chart path">
            <a:extLst xmlns:a="http://schemas.openxmlformats.org/drawingml/2006/main">
              <a:ext uri="{FF2B5EF4-FFF2-40B4-BE49-F238E27FC236}">
                <a16:creationId xmlns:a16="http://schemas.microsoft.com/office/drawing/2014/main" id="{F0F324F1-2109-4BE9-916A-6399682CF884}"/>
              </a:ext>
            </a:extLst>
          </p:cNvPr>
          <p:cNvSpPr>
            <a:spLocks xmlns:a="http://schemas.openxmlformats.org/drawingml/2006/main" noGrp="1"/>
          </p:cNvSpPr>
          <p:nvPr/>
        </p:nvSpPr>
        <p:spPr>
          <a:xfrm xmlns:a="http://schemas.openxmlformats.org/drawingml/2006/main">
            <a:off x="7779128"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8" name="Editable chart path">
            <a:extLst xmlns:a="http://schemas.openxmlformats.org/drawingml/2006/main">
              <a:ext uri="{FF2B5EF4-FFF2-40B4-BE49-F238E27FC236}">
                <a16:creationId xmlns:a16="http://schemas.microsoft.com/office/drawing/2014/main" id="{AD579180-8262-4894-896B-699AB019B148}"/>
              </a:ext>
            </a:extLst>
          </p:cNvPr>
          <p:cNvSpPr>
            <a:spLocks xmlns:a="http://schemas.openxmlformats.org/drawingml/2006/main" noGrp="1"/>
          </p:cNvSpPr>
          <p:nvPr/>
        </p:nvSpPr>
        <p:spPr>
          <a:xfrm xmlns:a="http://schemas.openxmlformats.org/drawingml/2006/main">
            <a:off x="7850530"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69" name="Editable chart path">
            <a:extLst xmlns:a="http://schemas.openxmlformats.org/drawingml/2006/main">
              <a:ext uri="{FF2B5EF4-FFF2-40B4-BE49-F238E27FC236}">
                <a16:creationId xmlns:a16="http://schemas.microsoft.com/office/drawing/2014/main" id="{987FBB13-48AB-44C8-9D1F-9B9E71FCB91C}"/>
              </a:ext>
            </a:extLst>
          </p:cNvPr>
          <p:cNvSpPr>
            <a:spLocks xmlns:a="http://schemas.openxmlformats.org/drawingml/2006/main" noGrp="1"/>
          </p:cNvSpPr>
          <p:nvPr/>
        </p:nvSpPr>
        <p:spPr>
          <a:xfrm xmlns:a="http://schemas.openxmlformats.org/drawingml/2006/main">
            <a:off x="8064736"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0" name="Editable chart path">
            <a:extLst xmlns:a="http://schemas.openxmlformats.org/drawingml/2006/main">
              <a:ext uri="{FF2B5EF4-FFF2-40B4-BE49-F238E27FC236}">
                <a16:creationId xmlns:a16="http://schemas.microsoft.com/office/drawing/2014/main" id="{8B8C12B4-FFC4-42F6-97AA-3EFEA6EA2CDF}"/>
              </a:ext>
            </a:extLst>
          </p:cNvPr>
          <p:cNvSpPr>
            <a:spLocks xmlns:a="http://schemas.openxmlformats.org/drawingml/2006/main" noGrp="1"/>
          </p:cNvSpPr>
          <p:nvPr/>
        </p:nvSpPr>
        <p:spPr>
          <a:xfrm xmlns:a="http://schemas.openxmlformats.org/drawingml/2006/main">
            <a:off x="8136138"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1" name="Editable chart path">
            <a:extLst xmlns:a="http://schemas.openxmlformats.org/drawingml/2006/main">
              <a:ext uri="{FF2B5EF4-FFF2-40B4-BE49-F238E27FC236}">
                <a16:creationId xmlns:a16="http://schemas.microsoft.com/office/drawing/2014/main" id="{0D18ECAF-7A5B-40DA-A010-BAE4B3124B0A}"/>
              </a:ext>
            </a:extLst>
          </p:cNvPr>
          <p:cNvSpPr>
            <a:spLocks xmlns:a="http://schemas.openxmlformats.org/drawingml/2006/main" noGrp="1"/>
          </p:cNvSpPr>
          <p:nvPr/>
        </p:nvSpPr>
        <p:spPr>
          <a:xfrm xmlns:a="http://schemas.openxmlformats.org/drawingml/2006/main">
            <a:off x="8278942"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2" name="Editable chart path">
            <a:extLst xmlns:a="http://schemas.openxmlformats.org/drawingml/2006/main">
              <a:ext uri="{FF2B5EF4-FFF2-40B4-BE49-F238E27FC236}">
                <a16:creationId xmlns:a16="http://schemas.microsoft.com/office/drawing/2014/main" id="{233AF60C-209E-469A-8406-E21D818684CC}"/>
              </a:ext>
            </a:extLst>
          </p:cNvPr>
          <p:cNvSpPr>
            <a:spLocks xmlns:a="http://schemas.openxmlformats.org/drawingml/2006/main" noGrp="1"/>
          </p:cNvSpPr>
          <p:nvPr/>
        </p:nvSpPr>
        <p:spPr>
          <a:xfrm xmlns:a="http://schemas.openxmlformats.org/drawingml/2006/main">
            <a:off x="8350344"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3" name="Editable chart path">
            <a:extLst xmlns:a="http://schemas.openxmlformats.org/drawingml/2006/main">
              <a:ext uri="{FF2B5EF4-FFF2-40B4-BE49-F238E27FC236}">
                <a16:creationId xmlns:a16="http://schemas.microsoft.com/office/drawing/2014/main" id="{661F4A65-F0CD-4C19-B02D-DB9B66EAFECC}"/>
              </a:ext>
            </a:extLst>
          </p:cNvPr>
          <p:cNvSpPr>
            <a:spLocks xmlns:a="http://schemas.openxmlformats.org/drawingml/2006/main" noGrp="1"/>
          </p:cNvSpPr>
          <p:nvPr/>
        </p:nvSpPr>
        <p:spPr>
          <a:xfrm xmlns:a="http://schemas.openxmlformats.org/drawingml/2006/main">
            <a:off x="8421746"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4" name="Editable chart path">
            <a:extLst xmlns:a="http://schemas.openxmlformats.org/drawingml/2006/main">
              <a:ext uri="{FF2B5EF4-FFF2-40B4-BE49-F238E27FC236}">
                <a16:creationId xmlns:a16="http://schemas.microsoft.com/office/drawing/2014/main" id="{8E9B3C3B-5E63-4AB7-A312-F242BBAA1A8A}"/>
              </a:ext>
            </a:extLst>
          </p:cNvPr>
          <p:cNvSpPr>
            <a:spLocks xmlns:a="http://schemas.openxmlformats.org/drawingml/2006/main" noGrp="1"/>
          </p:cNvSpPr>
          <p:nvPr/>
        </p:nvSpPr>
        <p:spPr>
          <a:xfrm xmlns:a="http://schemas.openxmlformats.org/drawingml/2006/main">
            <a:off x="8493148"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5" name="Editable chart path">
            <a:extLst xmlns:a="http://schemas.openxmlformats.org/drawingml/2006/main">
              <a:ext uri="{FF2B5EF4-FFF2-40B4-BE49-F238E27FC236}">
                <a16:creationId xmlns:a16="http://schemas.microsoft.com/office/drawing/2014/main" id="{1D0248E5-DCAF-470F-B305-BEF565565722}"/>
              </a:ext>
            </a:extLst>
          </p:cNvPr>
          <p:cNvSpPr>
            <a:spLocks xmlns:a="http://schemas.openxmlformats.org/drawingml/2006/main" noGrp="1"/>
          </p:cNvSpPr>
          <p:nvPr/>
        </p:nvSpPr>
        <p:spPr>
          <a:xfrm xmlns:a="http://schemas.openxmlformats.org/drawingml/2006/main">
            <a:off x="8564550"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6" name="Editable chart path">
            <a:extLst xmlns:a="http://schemas.openxmlformats.org/drawingml/2006/main">
              <a:ext uri="{FF2B5EF4-FFF2-40B4-BE49-F238E27FC236}">
                <a16:creationId xmlns:a16="http://schemas.microsoft.com/office/drawing/2014/main" id="{0A921395-7E12-4EC6-ACD5-BD034F93DD54}"/>
              </a:ext>
            </a:extLst>
          </p:cNvPr>
          <p:cNvSpPr>
            <a:spLocks xmlns:a="http://schemas.openxmlformats.org/drawingml/2006/main" noGrp="1"/>
          </p:cNvSpPr>
          <p:nvPr/>
        </p:nvSpPr>
        <p:spPr>
          <a:xfrm xmlns:a="http://schemas.openxmlformats.org/drawingml/2006/main">
            <a:off x="8635952"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7" name="Editable chart path">
            <a:extLst xmlns:a="http://schemas.openxmlformats.org/drawingml/2006/main">
              <a:ext uri="{FF2B5EF4-FFF2-40B4-BE49-F238E27FC236}">
                <a16:creationId xmlns:a16="http://schemas.microsoft.com/office/drawing/2014/main" id="{3DC68681-F3AE-4738-8DFF-2431EB432646}"/>
              </a:ext>
            </a:extLst>
          </p:cNvPr>
          <p:cNvSpPr>
            <a:spLocks xmlns:a="http://schemas.openxmlformats.org/drawingml/2006/main" noGrp="1"/>
          </p:cNvSpPr>
          <p:nvPr/>
        </p:nvSpPr>
        <p:spPr>
          <a:xfrm xmlns:a="http://schemas.openxmlformats.org/drawingml/2006/main">
            <a:off x="8707354"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8" name="Editable chart path">
            <a:extLst xmlns:a="http://schemas.openxmlformats.org/drawingml/2006/main">
              <a:ext uri="{FF2B5EF4-FFF2-40B4-BE49-F238E27FC236}">
                <a16:creationId xmlns:a16="http://schemas.microsoft.com/office/drawing/2014/main" id="{ABF50B76-80D4-4520-8482-006FB1F38ADA}"/>
              </a:ext>
            </a:extLst>
          </p:cNvPr>
          <p:cNvSpPr>
            <a:spLocks xmlns:a="http://schemas.openxmlformats.org/drawingml/2006/main" noGrp="1"/>
          </p:cNvSpPr>
          <p:nvPr/>
        </p:nvSpPr>
        <p:spPr>
          <a:xfrm xmlns:a="http://schemas.openxmlformats.org/drawingml/2006/main">
            <a:off x="8778756"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79" name="Editable chart path">
            <a:extLst xmlns:a="http://schemas.openxmlformats.org/drawingml/2006/main">
              <a:ext uri="{FF2B5EF4-FFF2-40B4-BE49-F238E27FC236}">
                <a16:creationId xmlns:a16="http://schemas.microsoft.com/office/drawing/2014/main" id="{818BC653-BADB-487A-8780-487E49717FCD}"/>
              </a:ext>
            </a:extLst>
          </p:cNvPr>
          <p:cNvSpPr>
            <a:spLocks xmlns:a="http://schemas.openxmlformats.org/drawingml/2006/main" noGrp="1"/>
          </p:cNvSpPr>
          <p:nvPr/>
        </p:nvSpPr>
        <p:spPr>
          <a:xfrm xmlns:a="http://schemas.openxmlformats.org/drawingml/2006/main">
            <a:off x="8850158"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0" name="Editable chart path">
            <a:extLst xmlns:a="http://schemas.openxmlformats.org/drawingml/2006/main">
              <a:ext uri="{FF2B5EF4-FFF2-40B4-BE49-F238E27FC236}">
                <a16:creationId xmlns:a16="http://schemas.microsoft.com/office/drawing/2014/main" id="{31EAA82F-7D6D-4E91-B04C-6991FBEAE9B0}"/>
              </a:ext>
            </a:extLst>
          </p:cNvPr>
          <p:cNvSpPr>
            <a:spLocks xmlns:a="http://schemas.openxmlformats.org/drawingml/2006/main" noGrp="1"/>
          </p:cNvSpPr>
          <p:nvPr/>
        </p:nvSpPr>
        <p:spPr>
          <a:xfrm xmlns:a="http://schemas.openxmlformats.org/drawingml/2006/main">
            <a:off x="8921560"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1" name="Editable chart path">
            <a:extLst xmlns:a="http://schemas.openxmlformats.org/drawingml/2006/main">
              <a:ext uri="{FF2B5EF4-FFF2-40B4-BE49-F238E27FC236}">
                <a16:creationId xmlns:a16="http://schemas.microsoft.com/office/drawing/2014/main" id="{46D8DB30-0AC6-4A69-981E-C86CD4B35A5F}"/>
              </a:ext>
            </a:extLst>
          </p:cNvPr>
          <p:cNvSpPr>
            <a:spLocks xmlns:a="http://schemas.openxmlformats.org/drawingml/2006/main" noGrp="1"/>
          </p:cNvSpPr>
          <p:nvPr/>
        </p:nvSpPr>
        <p:spPr>
          <a:xfrm xmlns:a="http://schemas.openxmlformats.org/drawingml/2006/main">
            <a:off x="8992961"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2" name="Editable chart path">
            <a:extLst xmlns:a="http://schemas.openxmlformats.org/drawingml/2006/main">
              <a:ext uri="{FF2B5EF4-FFF2-40B4-BE49-F238E27FC236}">
                <a16:creationId xmlns:a16="http://schemas.microsoft.com/office/drawing/2014/main" id="{8F959660-7C3C-4D95-B89E-1FE94B07DD3B}"/>
              </a:ext>
            </a:extLst>
          </p:cNvPr>
          <p:cNvSpPr>
            <a:spLocks xmlns:a="http://schemas.openxmlformats.org/drawingml/2006/main" noGrp="1"/>
          </p:cNvSpPr>
          <p:nvPr/>
        </p:nvSpPr>
        <p:spPr>
          <a:xfrm xmlns:a="http://schemas.openxmlformats.org/drawingml/2006/main">
            <a:off x="7065108"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3" name="Editable chart path">
            <a:extLst xmlns:a="http://schemas.openxmlformats.org/drawingml/2006/main">
              <a:ext uri="{FF2B5EF4-FFF2-40B4-BE49-F238E27FC236}">
                <a16:creationId xmlns:a16="http://schemas.microsoft.com/office/drawing/2014/main" id="{55582099-A7F3-4F73-B71B-5B62E42A2DCB}"/>
              </a:ext>
            </a:extLst>
          </p:cNvPr>
          <p:cNvSpPr>
            <a:spLocks xmlns:a="http://schemas.openxmlformats.org/drawingml/2006/main" noGrp="1"/>
          </p:cNvSpPr>
          <p:nvPr/>
        </p:nvSpPr>
        <p:spPr>
          <a:xfrm xmlns:a="http://schemas.openxmlformats.org/drawingml/2006/main">
            <a:off x="7136510"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4" name="Editable chart path">
            <a:extLst xmlns:a="http://schemas.openxmlformats.org/drawingml/2006/main">
              <a:ext uri="{FF2B5EF4-FFF2-40B4-BE49-F238E27FC236}">
                <a16:creationId xmlns:a16="http://schemas.microsoft.com/office/drawing/2014/main" id="{367E32B3-E183-43F5-ABCB-68F9AF42F00F}"/>
              </a:ext>
            </a:extLst>
          </p:cNvPr>
          <p:cNvSpPr>
            <a:spLocks xmlns:a="http://schemas.openxmlformats.org/drawingml/2006/main" noGrp="1"/>
          </p:cNvSpPr>
          <p:nvPr/>
        </p:nvSpPr>
        <p:spPr>
          <a:xfrm xmlns:a="http://schemas.openxmlformats.org/drawingml/2006/main">
            <a:off x="7207912"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5" name="Editable chart path">
            <a:extLst xmlns:a="http://schemas.openxmlformats.org/drawingml/2006/main">
              <a:ext uri="{FF2B5EF4-FFF2-40B4-BE49-F238E27FC236}">
                <a16:creationId xmlns:a16="http://schemas.microsoft.com/office/drawing/2014/main" id="{A7E975AA-B2EE-40C6-98DB-B323692B703A}"/>
              </a:ext>
            </a:extLst>
          </p:cNvPr>
          <p:cNvSpPr>
            <a:spLocks xmlns:a="http://schemas.openxmlformats.org/drawingml/2006/main" noGrp="1"/>
          </p:cNvSpPr>
          <p:nvPr/>
        </p:nvSpPr>
        <p:spPr>
          <a:xfrm xmlns:a="http://schemas.openxmlformats.org/drawingml/2006/main">
            <a:off x="7564922"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6" name="Editable chart path">
            <a:extLst xmlns:a="http://schemas.openxmlformats.org/drawingml/2006/main">
              <a:ext uri="{FF2B5EF4-FFF2-40B4-BE49-F238E27FC236}">
                <a16:creationId xmlns:a16="http://schemas.microsoft.com/office/drawing/2014/main" id="{692DD627-A27B-4E28-92B0-71F8B5C0B7D3}"/>
              </a:ext>
            </a:extLst>
          </p:cNvPr>
          <p:cNvSpPr>
            <a:spLocks xmlns:a="http://schemas.openxmlformats.org/drawingml/2006/main" noGrp="1"/>
          </p:cNvSpPr>
          <p:nvPr/>
        </p:nvSpPr>
        <p:spPr>
          <a:xfrm xmlns:a="http://schemas.openxmlformats.org/drawingml/2006/main">
            <a:off x="7707726"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7" name="Editable chart path">
            <a:extLst xmlns:a="http://schemas.openxmlformats.org/drawingml/2006/main">
              <a:ext uri="{FF2B5EF4-FFF2-40B4-BE49-F238E27FC236}">
                <a16:creationId xmlns:a16="http://schemas.microsoft.com/office/drawing/2014/main" id="{E99100D5-BA0E-461B-92D8-2988233A3259}"/>
              </a:ext>
            </a:extLst>
          </p:cNvPr>
          <p:cNvSpPr>
            <a:spLocks xmlns:a="http://schemas.openxmlformats.org/drawingml/2006/main" noGrp="1"/>
          </p:cNvSpPr>
          <p:nvPr/>
        </p:nvSpPr>
        <p:spPr>
          <a:xfrm xmlns:a="http://schemas.openxmlformats.org/drawingml/2006/main">
            <a:off x="7779128"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8" name="Editable chart path">
            <a:extLst xmlns:a="http://schemas.openxmlformats.org/drawingml/2006/main">
              <a:ext uri="{FF2B5EF4-FFF2-40B4-BE49-F238E27FC236}">
                <a16:creationId xmlns:a16="http://schemas.microsoft.com/office/drawing/2014/main" id="{9B49B6B2-34AD-4AF5-959A-CB8E37249446}"/>
              </a:ext>
            </a:extLst>
          </p:cNvPr>
          <p:cNvSpPr>
            <a:spLocks xmlns:a="http://schemas.openxmlformats.org/drawingml/2006/main" noGrp="1"/>
          </p:cNvSpPr>
          <p:nvPr/>
        </p:nvSpPr>
        <p:spPr>
          <a:xfrm xmlns:a="http://schemas.openxmlformats.org/drawingml/2006/main">
            <a:off x="8207540"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89" name="Editable chart path">
            <a:extLst xmlns:a="http://schemas.openxmlformats.org/drawingml/2006/main">
              <a:ext uri="{FF2B5EF4-FFF2-40B4-BE49-F238E27FC236}">
                <a16:creationId xmlns:a16="http://schemas.microsoft.com/office/drawing/2014/main" id="{125438CC-E567-4ECF-B90E-FFDA836340C4}"/>
              </a:ext>
            </a:extLst>
          </p:cNvPr>
          <p:cNvSpPr>
            <a:spLocks xmlns:a="http://schemas.openxmlformats.org/drawingml/2006/main" noGrp="1"/>
          </p:cNvSpPr>
          <p:nvPr/>
        </p:nvSpPr>
        <p:spPr>
          <a:xfrm xmlns:a="http://schemas.openxmlformats.org/drawingml/2006/main">
            <a:off x="8278942"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0" name="Editable chart path">
            <a:extLst xmlns:a="http://schemas.openxmlformats.org/drawingml/2006/main">
              <a:ext uri="{FF2B5EF4-FFF2-40B4-BE49-F238E27FC236}">
                <a16:creationId xmlns:a16="http://schemas.microsoft.com/office/drawing/2014/main" id="{3F484C53-C881-4C85-BEE1-1D147B29FCC9}"/>
              </a:ext>
            </a:extLst>
          </p:cNvPr>
          <p:cNvSpPr>
            <a:spLocks xmlns:a="http://schemas.openxmlformats.org/drawingml/2006/main" noGrp="1"/>
          </p:cNvSpPr>
          <p:nvPr/>
        </p:nvSpPr>
        <p:spPr>
          <a:xfrm xmlns:a="http://schemas.openxmlformats.org/drawingml/2006/main">
            <a:off x="8350344"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1" name="Editable chart path">
            <a:extLst xmlns:a="http://schemas.openxmlformats.org/drawingml/2006/main">
              <a:ext uri="{FF2B5EF4-FFF2-40B4-BE49-F238E27FC236}">
                <a16:creationId xmlns:a16="http://schemas.microsoft.com/office/drawing/2014/main" id="{93FEAEE8-01E0-4C44-BC05-A6C0700E336C}"/>
              </a:ext>
            </a:extLst>
          </p:cNvPr>
          <p:cNvSpPr>
            <a:spLocks xmlns:a="http://schemas.openxmlformats.org/drawingml/2006/main" noGrp="1"/>
          </p:cNvSpPr>
          <p:nvPr/>
        </p:nvSpPr>
        <p:spPr>
          <a:xfrm xmlns:a="http://schemas.openxmlformats.org/drawingml/2006/main">
            <a:off x="8421746"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2" name="Editable chart path">
            <a:extLst xmlns:a="http://schemas.openxmlformats.org/drawingml/2006/main">
              <a:ext uri="{FF2B5EF4-FFF2-40B4-BE49-F238E27FC236}">
                <a16:creationId xmlns:a16="http://schemas.microsoft.com/office/drawing/2014/main" id="{C3A20BBF-594B-4F70-A72D-931D8977AC9D}"/>
              </a:ext>
            </a:extLst>
          </p:cNvPr>
          <p:cNvSpPr>
            <a:spLocks xmlns:a="http://schemas.openxmlformats.org/drawingml/2006/main" noGrp="1"/>
          </p:cNvSpPr>
          <p:nvPr/>
        </p:nvSpPr>
        <p:spPr>
          <a:xfrm xmlns:a="http://schemas.openxmlformats.org/drawingml/2006/main">
            <a:off x="8493148"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3" name="Editable chart path">
            <a:extLst xmlns:a="http://schemas.openxmlformats.org/drawingml/2006/main">
              <a:ext uri="{FF2B5EF4-FFF2-40B4-BE49-F238E27FC236}">
                <a16:creationId xmlns:a16="http://schemas.microsoft.com/office/drawing/2014/main" id="{4A628477-0ED1-4ED9-BE06-41825B498F40}"/>
              </a:ext>
            </a:extLst>
          </p:cNvPr>
          <p:cNvSpPr>
            <a:spLocks xmlns:a="http://schemas.openxmlformats.org/drawingml/2006/main" noGrp="1"/>
          </p:cNvSpPr>
          <p:nvPr/>
        </p:nvSpPr>
        <p:spPr>
          <a:xfrm xmlns:a="http://schemas.openxmlformats.org/drawingml/2006/main">
            <a:off x="8564550"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4" name="Editable chart path">
            <a:extLst xmlns:a="http://schemas.openxmlformats.org/drawingml/2006/main">
              <a:ext uri="{FF2B5EF4-FFF2-40B4-BE49-F238E27FC236}">
                <a16:creationId xmlns:a16="http://schemas.microsoft.com/office/drawing/2014/main" id="{8445BCE2-61D3-4160-8A7B-CDEFE84D4576}"/>
              </a:ext>
            </a:extLst>
          </p:cNvPr>
          <p:cNvSpPr>
            <a:spLocks xmlns:a="http://schemas.openxmlformats.org/drawingml/2006/main" noGrp="1"/>
          </p:cNvSpPr>
          <p:nvPr/>
        </p:nvSpPr>
        <p:spPr>
          <a:xfrm xmlns:a="http://schemas.openxmlformats.org/drawingml/2006/main">
            <a:off x="8635952"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5" name="Editable chart path">
            <a:extLst xmlns:a="http://schemas.openxmlformats.org/drawingml/2006/main">
              <a:ext uri="{FF2B5EF4-FFF2-40B4-BE49-F238E27FC236}">
                <a16:creationId xmlns:a16="http://schemas.microsoft.com/office/drawing/2014/main" id="{D219137A-4B50-4566-81D2-D83CB665BE6E}"/>
              </a:ext>
            </a:extLst>
          </p:cNvPr>
          <p:cNvSpPr>
            <a:spLocks xmlns:a="http://schemas.openxmlformats.org/drawingml/2006/main" noGrp="1"/>
          </p:cNvSpPr>
          <p:nvPr/>
        </p:nvSpPr>
        <p:spPr>
          <a:xfrm xmlns:a="http://schemas.openxmlformats.org/drawingml/2006/main">
            <a:off x="8707354"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6" name="Editable chart path">
            <a:extLst xmlns:a="http://schemas.openxmlformats.org/drawingml/2006/main">
              <a:ext uri="{FF2B5EF4-FFF2-40B4-BE49-F238E27FC236}">
                <a16:creationId xmlns:a16="http://schemas.microsoft.com/office/drawing/2014/main" id="{49C1EEAA-B62A-4F97-A349-754F08794579}"/>
              </a:ext>
            </a:extLst>
          </p:cNvPr>
          <p:cNvSpPr>
            <a:spLocks xmlns:a="http://schemas.openxmlformats.org/drawingml/2006/main" noGrp="1"/>
          </p:cNvSpPr>
          <p:nvPr/>
        </p:nvSpPr>
        <p:spPr>
          <a:xfrm xmlns:a="http://schemas.openxmlformats.org/drawingml/2006/main">
            <a:off x="8778756"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7" name="Editable chart path">
            <a:extLst xmlns:a="http://schemas.openxmlformats.org/drawingml/2006/main">
              <a:ext uri="{FF2B5EF4-FFF2-40B4-BE49-F238E27FC236}">
                <a16:creationId xmlns:a16="http://schemas.microsoft.com/office/drawing/2014/main" id="{180BA7FB-A0E2-46F7-AE7F-FCCB1C0D487D}"/>
              </a:ext>
            </a:extLst>
          </p:cNvPr>
          <p:cNvSpPr>
            <a:spLocks xmlns:a="http://schemas.openxmlformats.org/drawingml/2006/main" noGrp="1"/>
          </p:cNvSpPr>
          <p:nvPr/>
        </p:nvSpPr>
        <p:spPr>
          <a:xfrm xmlns:a="http://schemas.openxmlformats.org/drawingml/2006/main">
            <a:off x="8850158"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8" name="Editable chart path">
            <a:extLst xmlns:a="http://schemas.openxmlformats.org/drawingml/2006/main">
              <a:ext uri="{FF2B5EF4-FFF2-40B4-BE49-F238E27FC236}">
                <a16:creationId xmlns:a16="http://schemas.microsoft.com/office/drawing/2014/main" id="{8BB62AF0-4424-4D12-BE4B-9B63DA4519A1}"/>
              </a:ext>
            </a:extLst>
          </p:cNvPr>
          <p:cNvSpPr>
            <a:spLocks xmlns:a="http://schemas.openxmlformats.org/drawingml/2006/main" noGrp="1"/>
          </p:cNvSpPr>
          <p:nvPr/>
        </p:nvSpPr>
        <p:spPr>
          <a:xfrm xmlns:a="http://schemas.openxmlformats.org/drawingml/2006/main">
            <a:off x="8921560"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999" name="Editable chart path">
            <a:extLst xmlns:a="http://schemas.openxmlformats.org/drawingml/2006/main">
              <a:ext uri="{FF2B5EF4-FFF2-40B4-BE49-F238E27FC236}">
                <a16:creationId xmlns:a16="http://schemas.microsoft.com/office/drawing/2014/main" id="{3E82E436-B982-48BF-8B00-BDA85E699A2F}"/>
              </a:ext>
            </a:extLst>
          </p:cNvPr>
          <p:cNvSpPr>
            <a:spLocks xmlns:a="http://schemas.openxmlformats.org/drawingml/2006/main" noGrp="1"/>
          </p:cNvSpPr>
          <p:nvPr/>
        </p:nvSpPr>
        <p:spPr>
          <a:xfrm xmlns:a="http://schemas.openxmlformats.org/drawingml/2006/main">
            <a:off x="8992961"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0" name="Editable chart path">
            <a:extLst xmlns:a="http://schemas.openxmlformats.org/drawingml/2006/main">
              <a:ext uri="{FF2B5EF4-FFF2-40B4-BE49-F238E27FC236}">
                <a16:creationId xmlns:a16="http://schemas.microsoft.com/office/drawing/2014/main" id="{6E02AF5C-CB0B-4759-A908-B0CD47DCC58E}"/>
              </a:ext>
            </a:extLst>
          </p:cNvPr>
          <p:cNvSpPr>
            <a:spLocks xmlns:a="http://schemas.openxmlformats.org/drawingml/2006/main" noGrp="1"/>
          </p:cNvSpPr>
          <p:nvPr/>
        </p:nvSpPr>
        <p:spPr>
          <a:xfrm xmlns:a="http://schemas.openxmlformats.org/drawingml/2006/main">
            <a:off x="9064363"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1" name="Editable chart path">
            <a:extLst xmlns:a="http://schemas.openxmlformats.org/drawingml/2006/main">
              <a:ext uri="{FF2B5EF4-FFF2-40B4-BE49-F238E27FC236}">
                <a16:creationId xmlns:a16="http://schemas.microsoft.com/office/drawing/2014/main" id="{04C5D65C-5211-4F19-BC1C-CE6C10C48AA0}"/>
              </a:ext>
            </a:extLst>
          </p:cNvPr>
          <p:cNvSpPr>
            <a:spLocks xmlns:a="http://schemas.openxmlformats.org/drawingml/2006/main" noGrp="1"/>
          </p:cNvSpPr>
          <p:nvPr/>
        </p:nvSpPr>
        <p:spPr>
          <a:xfrm xmlns:a="http://schemas.openxmlformats.org/drawingml/2006/main">
            <a:off x="9135765"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2" name="Editable chart path">
            <a:extLst xmlns:a="http://schemas.openxmlformats.org/drawingml/2006/main">
              <a:ext uri="{FF2B5EF4-FFF2-40B4-BE49-F238E27FC236}">
                <a16:creationId xmlns:a16="http://schemas.microsoft.com/office/drawing/2014/main" id="{B10102FF-339E-4DE7-890D-5EF19AA51E06}"/>
              </a:ext>
            </a:extLst>
          </p:cNvPr>
          <p:cNvSpPr>
            <a:spLocks xmlns:a="http://schemas.openxmlformats.org/drawingml/2006/main" noGrp="1"/>
          </p:cNvSpPr>
          <p:nvPr/>
        </p:nvSpPr>
        <p:spPr>
          <a:xfrm xmlns:a="http://schemas.openxmlformats.org/drawingml/2006/main">
            <a:off x="7065108"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3" name="Editable chart path">
            <a:extLst xmlns:a="http://schemas.openxmlformats.org/drawingml/2006/main">
              <a:ext uri="{FF2B5EF4-FFF2-40B4-BE49-F238E27FC236}">
                <a16:creationId xmlns:a16="http://schemas.microsoft.com/office/drawing/2014/main" id="{888DC009-4892-4B35-BACC-3AF40BA7D1AD}"/>
              </a:ext>
            </a:extLst>
          </p:cNvPr>
          <p:cNvSpPr>
            <a:spLocks xmlns:a="http://schemas.openxmlformats.org/drawingml/2006/main" noGrp="1"/>
          </p:cNvSpPr>
          <p:nvPr/>
        </p:nvSpPr>
        <p:spPr>
          <a:xfrm xmlns:a="http://schemas.openxmlformats.org/drawingml/2006/main">
            <a:off x="7136510"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4" name="Editable chart path">
            <a:extLst xmlns:a="http://schemas.openxmlformats.org/drawingml/2006/main">
              <a:ext uri="{FF2B5EF4-FFF2-40B4-BE49-F238E27FC236}">
                <a16:creationId xmlns:a16="http://schemas.microsoft.com/office/drawing/2014/main" id="{2D5B4F23-4DDE-46AE-98D5-4D7ED7BCB785}"/>
              </a:ext>
            </a:extLst>
          </p:cNvPr>
          <p:cNvSpPr>
            <a:spLocks xmlns:a="http://schemas.openxmlformats.org/drawingml/2006/main" noGrp="1"/>
          </p:cNvSpPr>
          <p:nvPr/>
        </p:nvSpPr>
        <p:spPr>
          <a:xfrm xmlns:a="http://schemas.openxmlformats.org/drawingml/2006/main">
            <a:off x="7207912"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5" name="Editable chart path">
            <a:extLst xmlns:a="http://schemas.openxmlformats.org/drawingml/2006/main">
              <a:ext uri="{FF2B5EF4-FFF2-40B4-BE49-F238E27FC236}">
                <a16:creationId xmlns:a16="http://schemas.microsoft.com/office/drawing/2014/main" id="{86EE9177-19DE-4DDD-B724-CA6B78ADB48A}"/>
              </a:ext>
            </a:extLst>
          </p:cNvPr>
          <p:cNvSpPr>
            <a:spLocks xmlns:a="http://schemas.openxmlformats.org/drawingml/2006/main" noGrp="1"/>
          </p:cNvSpPr>
          <p:nvPr/>
        </p:nvSpPr>
        <p:spPr>
          <a:xfrm xmlns:a="http://schemas.openxmlformats.org/drawingml/2006/main">
            <a:off x="7350716"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6" name="Editable chart path">
            <a:extLst xmlns:a="http://schemas.openxmlformats.org/drawingml/2006/main">
              <a:ext uri="{FF2B5EF4-FFF2-40B4-BE49-F238E27FC236}">
                <a16:creationId xmlns:a16="http://schemas.microsoft.com/office/drawing/2014/main" id="{2F1298A0-BA5F-413A-BBA0-E625B6BF9532}"/>
              </a:ext>
            </a:extLst>
          </p:cNvPr>
          <p:cNvSpPr>
            <a:spLocks xmlns:a="http://schemas.openxmlformats.org/drawingml/2006/main" noGrp="1"/>
          </p:cNvSpPr>
          <p:nvPr/>
        </p:nvSpPr>
        <p:spPr>
          <a:xfrm xmlns:a="http://schemas.openxmlformats.org/drawingml/2006/main">
            <a:off x="7493520"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7" name="Editable chart path">
            <a:extLst xmlns:a="http://schemas.openxmlformats.org/drawingml/2006/main">
              <a:ext uri="{FF2B5EF4-FFF2-40B4-BE49-F238E27FC236}">
                <a16:creationId xmlns:a16="http://schemas.microsoft.com/office/drawing/2014/main" id="{9704E3CE-F060-49CC-933B-BBC0B0852697}"/>
              </a:ext>
            </a:extLst>
          </p:cNvPr>
          <p:cNvSpPr>
            <a:spLocks xmlns:a="http://schemas.openxmlformats.org/drawingml/2006/main" noGrp="1"/>
          </p:cNvSpPr>
          <p:nvPr/>
        </p:nvSpPr>
        <p:spPr>
          <a:xfrm xmlns:a="http://schemas.openxmlformats.org/drawingml/2006/main">
            <a:off x="8064736"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8" name="Editable chart path">
            <a:extLst xmlns:a="http://schemas.openxmlformats.org/drawingml/2006/main">
              <a:ext uri="{FF2B5EF4-FFF2-40B4-BE49-F238E27FC236}">
                <a16:creationId xmlns:a16="http://schemas.microsoft.com/office/drawing/2014/main" id="{2DCC1123-B773-4866-930B-118DB43F898C}"/>
              </a:ext>
            </a:extLst>
          </p:cNvPr>
          <p:cNvSpPr>
            <a:spLocks xmlns:a="http://schemas.openxmlformats.org/drawingml/2006/main" noGrp="1"/>
          </p:cNvSpPr>
          <p:nvPr/>
        </p:nvSpPr>
        <p:spPr>
          <a:xfrm xmlns:a="http://schemas.openxmlformats.org/drawingml/2006/main">
            <a:off x="8136138"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09" name="Editable chart path">
            <a:extLst xmlns:a="http://schemas.openxmlformats.org/drawingml/2006/main">
              <a:ext uri="{FF2B5EF4-FFF2-40B4-BE49-F238E27FC236}">
                <a16:creationId xmlns:a16="http://schemas.microsoft.com/office/drawing/2014/main" id="{73AAF3F1-ED91-4093-9F42-B11FBDF8ED80}"/>
              </a:ext>
            </a:extLst>
          </p:cNvPr>
          <p:cNvSpPr>
            <a:spLocks xmlns:a="http://schemas.openxmlformats.org/drawingml/2006/main" noGrp="1"/>
          </p:cNvSpPr>
          <p:nvPr/>
        </p:nvSpPr>
        <p:spPr>
          <a:xfrm xmlns:a="http://schemas.openxmlformats.org/drawingml/2006/main">
            <a:off x="8207540"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0" name="Editable chart path">
            <a:extLst xmlns:a="http://schemas.openxmlformats.org/drawingml/2006/main">
              <a:ext uri="{FF2B5EF4-FFF2-40B4-BE49-F238E27FC236}">
                <a16:creationId xmlns:a16="http://schemas.microsoft.com/office/drawing/2014/main" id="{4472FFCC-9F49-4049-ACC7-D53E012AB0CD}"/>
              </a:ext>
            </a:extLst>
          </p:cNvPr>
          <p:cNvSpPr>
            <a:spLocks xmlns:a="http://schemas.openxmlformats.org/drawingml/2006/main" noGrp="1"/>
          </p:cNvSpPr>
          <p:nvPr/>
        </p:nvSpPr>
        <p:spPr>
          <a:xfrm xmlns:a="http://schemas.openxmlformats.org/drawingml/2006/main">
            <a:off x="8278942"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1" name="Editable chart path">
            <a:extLst xmlns:a="http://schemas.openxmlformats.org/drawingml/2006/main">
              <a:ext uri="{FF2B5EF4-FFF2-40B4-BE49-F238E27FC236}">
                <a16:creationId xmlns:a16="http://schemas.microsoft.com/office/drawing/2014/main" id="{54E4779F-D9CC-4D6D-99BF-4AAF579B8962}"/>
              </a:ext>
            </a:extLst>
          </p:cNvPr>
          <p:cNvSpPr>
            <a:spLocks xmlns:a="http://schemas.openxmlformats.org/drawingml/2006/main" noGrp="1"/>
          </p:cNvSpPr>
          <p:nvPr/>
        </p:nvSpPr>
        <p:spPr>
          <a:xfrm xmlns:a="http://schemas.openxmlformats.org/drawingml/2006/main">
            <a:off x="8350344"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2" name="Editable chart path">
            <a:extLst xmlns:a="http://schemas.openxmlformats.org/drawingml/2006/main">
              <a:ext uri="{FF2B5EF4-FFF2-40B4-BE49-F238E27FC236}">
                <a16:creationId xmlns:a16="http://schemas.microsoft.com/office/drawing/2014/main" id="{E84EEC0E-4662-40C5-89C5-F9569A28C01D}"/>
              </a:ext>
            </a:extLst>
          </p:cNvPr>
          <p:cNvSpPr>
            <a:spLocks xmlns:a="http://schemas.openxmlformats.org/drawingml/2006/main" noGrp="1"/>
          </p:cNvSpPr>
          <p:nvPr/>
        </p:nvSpPr>
        <p:spPr>
          <a:xfrm xmlns:a="http://schemas.openxmlformats.org/drawingml/2006/main">
            <a:off x="8421746"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3" name="Editable chart path">
            <a:extLst xmlns:a="http://schemas.openxmlformats.org/drawingml/2006/main">
              <a:ext uri="{FF2B5EF4-FFF2-40B4-BE49-F238E27FC236}">
                <a16:creationId xmlns:a16="http://schemas.microsoft.com/office/drawing/2014/main" id="{2CC949B1-6A13-46EC-B357-5B1A2793D9CE}"/>
              </a:ext>
            </a:extLst>
          </p:cNvPr>
          <p:cNvSpPr>
            <a:spLocks xmlns:a="http://schemas.openxmlformats.org/drawingml/2006/main" noGrp="1"/>
          </p:cNvSpPr>
          <p:nvPr/>
        </p:nvSpPr>
        <p:spPr>
          <a:xfrm xmlns:a="http://schemas.openxmlformats.org/drawingml/2006/main">
            <a:off x="8493148"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4" name="Editable chart path">
            <a:extLst xmlns:a="http://schemas.openxmlformats.org/drawingml/2006/main">
              <a:ext uri="{FF2B5EF4-FFF2-40B4-BE49-F238E27FC236}">
                <a16:creationId xmlns:a16="http://schemas.microsoft.com/office/drawing/2014/main" id="{9061D54D-3A31-4D9A-95D7-A30F2F6E5062}"/>
              </a:ext>
            </a:extLst>
          </p:cNvPr>
          <p:cNvSpPr>
            <a:spLocks xmlns:a="http://schemas.openxmlformats.org/drawingml/2006/main" noGrp="1"/>
          </p:cNvSpPr>
          <p:nvPr/>
        </p:nvSpPr>
        <p:spPr>
          <a:xfrm xmlns:a="http://schemas.openxmlformats.org/drawingml/2006/main">
            <a:off x="8564550"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5" name="Editable chart path">
            <a:extLst xmlns:a="http://schemas.openxmlformats.org/drawingml/2006/main">
              <a:ext uri="{FF2B5EF4-FFF2-40B4-BE49-F238E27FC236}">
                <a16:creationId xmlns:a16="http://schemas.microsoft.com/office/drawing/2014/main" id="{B8DE88E4-94EF-4F0C-8B9D-36A2539BD8F1}"/>
              </a:ext>
            </a:extLst>
          </p:cNvPr>
          <p:cNvSpPr>
            <a:spLocks xmlns:a="http://schemas.openxmlformats.org/drawingml/2006/main" noGrp="1"/>
          </p:cNvSpPr>
          <p:nvPr/>
        </p:nvSpPr>
        <p:spPr>
          <a:xfrm xmlns:a="http://schemas.openxmlformats.org/drawingml/2006/main">
            <a:off x="8635952"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6" name="Editable chart path">
            <a:extLst xmlns:a="http://schemas.openxmlformats.org/drawingml/2006/main">
              <a:ext uri="{FF2B5EF4-FFF2-40B4-BE49-F238E27FC236}">
                <a16:creationId xmlns:a16="http://schemas.microsoft.com/office/drawing/2014/main" id="{8E9C3C72-033B-477A-8E4E-8F6BE1633B12}"/>
              </a:ext>
            </a:extLst>
          </p:cNvPr>
          <p:cNvSpPr>
            <a:spLocks xmlns:a="http://schemas.openxmlformats.org/drawingml/2006/main" noGrp="1"/>
          </p:cNvSpPr>
          <p:nvPr/>
        </p:nvSpPr>
        <p:spPr>
          <a:xfrm xmlns:a="http://schemas.openxmlformats.org/drawingml/2006/main">
            <a:off x="8707354"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7" name="Editable chart path">
            <a:extLst xmlns:a="http://schemas.openxmlformats.org/drawingml/2006/main">
              <a:ext uri="{FF2B5EF4-FFF2-40B4-BE49-F238E27FC236}">
                <a16:creationId xmlns:a16="http://schemas.microsoft.com/office/drawing/2014/main" id="{0A4C5D60-4191-4CE2-B967-A380022711ED}"/>
              </a:ext>
            </a:extLst>
          </p:cNvPr>
          <p:cNvSpPr>
            <a:spLocks xmlns:a="http://schemas.openxmlformats.org/drawingml/2006/main" noGrp="1"/>
          </p:cNvSpPr>
          <p:nvPr/>
        </p:nvSpPr>
        <p:spPr>
          <a:xfrm xmlns:a="http://schemas.openxmlformats.org/drawingml/2006/main">
            <a:off x="8778756"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8" name="Editable chart path">
            <a:extLst xmlns:a="http://schemas.openxmlformats.org/drawingml/2006/main">
              <a:ext uri="{FF2B5EF4-FFF2-40B4-BE49-F238E27FC236}">
                <a16:creationId xmlns:a16="http://schemas.microsoft.com/office/drawing/2014/main" id="{4ADE20E2-4669-4ED4-98AA-182ACCAD7387}"/>
              </a:ext>
            </a:extLst>
          </p:cNvPr>
          <p:cNvSpPr>
            <a:spLocks xmlns:a="http://schemas.openxmlformats.org/drawingml/2006/main" noGrp="1"/>
          </p:cNvSpPr>
          <p:nvPr/>
        </p:nvSpPr>
        <p:spPr>
          <a:xfrm xmlns:a="http://schemas.openxmlformats.org/drawingml/2006/main">
            <a:off x="8850158"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19" name="Editable chart path">
            <a:extLst xmlns:a="http://schemas.openxmlformats.org/drawingml/2006/main">
              <a:ext uri="{FF2B5EF4-FFF2-40B4-BE49-F238E27FC236}">
                <a16:creationId xmlns:a16="http://schemas.microsoft.com/office/drawing/2014/main" id="{C26A83BC-A6EF-4C7A-B61D-9B8E840BE037}"/>
              </a:ext>
            </a:extLst>
          </p:cNvPr>
          <p:cNvSpPr>
            <a:spLocks xmlns:a="http://schemas.openxmlformats.org/drawingml/2006/main" noGrp="1"/>
          </p:cNvSpPr>
          <p:nvPr/>
        </p:nvSpPr>
        <p:spPr>
          <a:xfrm xmlns:a="http://schemas.openxmlformats.org/drawingml/2006/main">
            <a:off x="8921560"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0" name="Editable chart path">
            <a:extLst xmlns:a="http://schemas.openxmlformats.org/drawingml/2006/main">
              <a:ext uri="{FF2B5EF4-FFF2-40B4-BE49-F238E27FC236}">
                <a16:creationId xmlns:a16="http://schemas.microsoft.com/office/drawing/2014/main" id="{FBE5ADC7-6B2C-417B-84BA-C1F8F27D1F34}"/>
              </a:ext>
            </a:extLst>
          </p:cNvPr>
          <p:cNvSpPr>
            <a:spLocks xmlns:a="http://schemas.openxmlformats.org/drawingml/2006/main" noGrp="1"/>
          </p:cNvSpPr>
          <p:nvPr/>
        </p:nvSpPr>
        <p:spPr>
          <a:xfrm xmlns:a="http://schemas.openxmlformats.org/drawingml/2006/main">
            <a:off x="8992961"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1" name="Editable chart path">
            <a:extLst xmlns:a="http://schemas.openxmlformats.org/drawingml/2006/main">
              <a:ext uri="{FF2B5EF4-FFF2-40B4-BE49-F238E27FC236}">
                <a16:creationId xmlns:a16="http://schemas.microsoft.com/office/drawing/2014/main" id="{FD28C964-4C12-4E14-8F1D-66E57EFF9914}"/>
              </a:ext>
            </a:extLst>
          </p:cNvPr>
          <p:cNvSpPr>
            <a:spLocks xmlns:a="http://schemas.openxmlformats.org/drawingml/2006/main" noGrp="1"/>
          </p:cNvSpPr>
          <p:nvPr/>
        </p:nvSpPr>
        <p:spPr>
          <a:xfrm xmlns:a="http://schemas.openxmlformats.org/drawingml/2006/main">
            <a:off x="9064363"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2" name="Editable chart path">
            <a:extLst xmlns:a="http://schemas.openxmlformats.org/drawingml/2006/main">
              <a:ext uri="{FF2B5EF4-FFF2-40B4-BE49-F238E27FC236}">
                <a16:creationId xmlns:a16="http://schemas.microsoft.com/office/drawing/2014/main" id="{344A47D8-6DC4-451C-9076-1067342630EB}"/>
              </a:ext>
            </a:extLst>
          </p:cNvPr>
          <p:cNvSpPr>
            <a:spLocks xmlns:a="http://schemas.openxmlformats.org/drawingml/2006/main" noGrp="1"/>
          </p:cNvSpPr>
          <p:nvPr/>
        </p:nvSpPr>
        <p:spPr>
          <a:xfrm xmlns:a="http://schemas.openxmlformats.org/drawingml/2006/main">
            <a:off x="9135765"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3" name="Editable chart path">
            <a:extLst xmlns:a="http://schemas.openxmlformats.org/drawingml/2006/main">
              <a:ext uri="{FF2B5EF4-FFF2-40B4-BE49-F238E27FC236}">
                <a16:creationId xmlns:a16="http://schemas.microsoft.com/office/drawing/2014/main" id="{FBD6DDD9-FD96-4D7D-805C-F26E5DFA544E}"/>
              </a:ext>
            </a:extLst>
          </p:cNvPr>
          <p:cNvSpPr>
            <a:spLocks xmlns:a="http://schemas.openxmlformats.org/drawingml/2006/main" noGrp="1"/>
          </p:cNvSpPr>
          <p:nvPr/>
        </p:nvSpPr>
        <p:spPr>
          <a:xfrm xmlns:a="http://schemas.openxmlformats.org/drawingml/2006/main">
            <a:off x="9207167"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4" name="Editable chart path">
            <a:extLst xmlns:a="http://schemas.openxmlformats.org/drawingml/2006/main">
              <a:ext uri="{FF2B5EF4-FFF2-40B4-BE49-F238E27FC236}">
                <a16:creationId xmlns:a16="http://schemas.microsoft.com/office/drawing/2014/main" id="{F4CACAF5-FB65-4C9E-AACE-078AF7F3EC9B}"/>
              </a:ext>
            </a:extLst>
          </p:cNvPr>
          <p:cNvSpPr>
            <a:spLocks xmlns:a="http://schemas.openxmlformats.org/drawingml/2006/main" noGrp="1"/>
          </p:cNvSpPr>
          <p:nvPr/>
        </p:nvSpPr>
        <p:spPr>
          <a:xfrm xmlns:a="http://schemas.openxmlformats.org/drawingml/2006/main">
            <a:off x="9278569"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5" name="Editable chart path">
            <a:extLst xmlns:a="http://schemas.openxmlformats.org/drawingml/2006/main">
              <a:ext uri="{FF2B5EF4-FFF2-40B4-BE49-F238E27FC236}">
                <a16:creationId xmlns:a16="http://schemas.microsoft.com/office/drawing/2014/main" id="{1E518B39-70A6-468E-8CE2-042BE8D76BA1}"/>
              </a:ext>
            </a:extLst>
          </p:cNvPr>
          <p:cNvSpPr>
            <a:spLocks xmlns:a="http://schemas.openxmlformats.org/drawingml/2006/main" noGrp="1"/>
          </p:cNvSpPr>
          <p:nvPr/>
        </p:nvSpPr>
        <p:spPr>
          <a:xfrm xmlns:a="http://schemas.openxmlformats.org/drawingml/2006/main">
            <a:off x="7065108"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6" name="Editable chart path">
            <a:extLst xmlns:a="http://schemas.openxmlformats.org/drawingml/2006/main">
              <a:ext uri="{FF2B5EF4-FFF2-40B4-BE49-F238E27FC236}">
                <a16:creationId xmlns:a16="http://schemas.microsoft.com/office/drawing/2014/main" id="{89A408D5-F840-44CC-93E5-2AB88B314A8A}"/>
              </a:ext>
            </a:extLst>
          </p:cNvPr>
          <p:cNvSpPr>
            <a:spLocks xmlns:a="http://schemas.openxmlformats.org/drawingml/2006/main" noGrp="1"/>
          </p:cNvSpPr>
          <p:nvPr/>
        </p:nvSpPr>
        <p:spPr>
          <a:xfrm xmlns:a="http://schemas.openxmlformats.org/drawingml/2006/main">
            <a:off x="7136510"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7" name="Editable chart path">
            <a:extLst xmlns:a="http://schemas.openxmlformats.org/drawingml/2006/main">
              <a:ext uri="{FF2B5EF4-FFF2-40B4-BE49-F238E27FC236}">
                <a16:creationId xmlns:a16="http://schemas.microsoft.com/office/drawing/2014/main" id="{F8AC362D-D5EA-44A5-90BE-B1BCA1FF77E4}"/>
              </a:ext>
            </a:extLst>
          </p:cNvPr>
          <p:cNvSpPr>
            <a:spLocks xmlns:a="http://schemas.openxmlformats.org/drawingml/2006/main" noGrp="1"/>
          </p:cNvSpPr>
          <p:nvPr/>
        </p:nvSpPr>
        <p:spPr>
          <a:xfrm xmlns:a="http://schemas.openxmlformats.org/drawingml/2006/main">
            <a:off x="7207912"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8" name="Editable chart path">
            <a:extLst xmlns:a="http://schemas.openxmlformats.org/drawingml/2006/main">
              <a:ext uri="{FF2B5EF4-FFF2-40B4-BE49-F238E27FC236}">
                <a16:creationId xmlns:a16="http://schemas.microsoft.com/office/drawing/2014/main" id="{205DFDFB-DFB3-4E7D-918C-01BFED1311F9}"/>
              </a:ext>
            </a:extLst>
          </p:cNvPr>
          <p:cNvSpPr>
            <a:spLocks xmlns:a="http://schemas.openxmlformats.org/drawingml/2006/main" noGrp="1"/>
          </p:cNvSpPr>
          <p:nvPr/>
        </p:nvSpPr>
        <p:spPr>
          <a:xfrm xmlns:a="http://schemas.openxmlformats.org/drawingml/2006/main">
            <a:off x="7350716"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29" name="Editable chart path">
            <a:extLst xmlns:a="http://schemas.openxmlformats.org/drawingml/2006/main">
              <a:ext uri="{FF2B5EF4-FFF2-40B4-BE49-F238E27FC236}">
                <a16:creationId xmlns:a16="http://schemas.microsoft.com/office/drawing/2014/main" id="{9FE81797-5B42-4BB6-8969-9778822414BE}"/>
              </a:ext>
            </a:extLst>
          </p:cNvPr>
          <p:cNvSpPr>
            <a:spLocks xmlns:a="http://schemas.openxmlformats.org/drawingml/2006/main" noGrp="1"/>
          </p:cNvSpPr>
          <p:nvPr/>
        </p:nvSpPr>
        <p:spPr>
          <a:xfrm xmlns:a="http://schemas.openxmlformats.org/drawingml/2006/main">
            <a:off x="7422118"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0" name="Editable chart path">
            <a:extLst xmlns:a="http://schemas.openxmlformats.org/drawingml/2006/main">
              <a:ext uri="{FF2B5EF4-FFF2-40B4-BE49-F238E27FC236}">
                <a16:creationId xmlns:a16="http://schemas.microsoft.com/office/drawing/2014/main" id="{F4DDA016-32F0-4EFC-A79E-D8938E8BF826}"/>
              </a:ext>
            </a:extLst>
          </p:cNvPr>
          <p:cNvSpPr>
            <a:spLocks xmlns:a="http://schemas.openxmlformats.org/drawingml/2006/main" noGrp="1"/>
          </p:cNvSpPr>
          <p:nvPr/>
        </p:nvSpPr>
        <p:spPr>
          <a:xfrm xmlns:a="http://schemas.openxmlformats.org/drawingml/2006/main">
            <a:off x="7493520"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1" name="Editable chart path">
            <a:extLst xmlns:a="http://schemas.openxmlformats.org/drawingml/2006/main">
              <a:ext uri="{FF2B5EF4-FFF2-40B4-BE49-F238E27FC236}">
                <a16:creationId xmlns:a16="http://schemas.microsoft.com/office/drawing/2014/main" id="{0D24B5DD-7B84-4DDB-8D8A-DE300849345C}"/>
              </a:ext>
            </a:extLst>
          </p:cNvPr>
          <p:cNvSpPr>
            <a:spLocks xmlns:a="http://schemas.openxmlformats.org/drawingml/2006/main" noGrp="1"/>
          </p:cNvSpPr>
          <p:nvPr/>
        </p:nvSpPr>
        <p:spPr>
          <a:xfrm xmlns:a="http://schemas.openxmlformats.org/drawingml/2006/main">
            <a:off x="7564922"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2" name="Editable chart path">
            <a:extLst xmlns:a="http://schemas.openxmlformats.org/drawingml/2006/main">
              <a:ext uri="{FF2B5EF4-FFF2-40B4-BE49-F238E27FC236}">
                <a16:creationId xmlns:a16="http://schemas.microsoft.com/office/drawing/2014/main" id="{A2A8E913-D9E0-4403-B624-EF332D2E3658}"/>
              </a:ext>
            </a:extLst>
          </p:cNvPr>
          <p:cNvSpPr>
            <a:spLocks xmlns:a="http://schemas.openxmlformats.org/drawingml/2006/main" noGrp="1"/>
          </p:cNvSpPr>
          <p:nvPr/>
        </p:nvSpPr>
        <p:spPr>
          <a:xfrm xmlns:a="http://schemas.openxmlformats.org/drawingml/2006/main">
            <a:off x="7636324"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3" name="Editable chart path">
            <a:extLst xmlns:a="http://schemas.openxmlformats.org/drawingml/2006/main">
              <a:ext uri="{FF2B5EF4-FFF2-40B4-BE49-F238E27FC236}">
                <a16:creationId xmlns:a16="http://schemas.microsoft.com/office/drawing/2014/main" id="{5094719F-244D-43F0-B39A-15F7BC1C4156}"/>
              </a:ext>
            </a:extLst>
          </p:cNvPr>
          <p:cNvSpPr>
            <a:spLocks xmlns:a="http://schemas.openxmlformats.org/drawingml/2006/main" noGrp="1"/>
          </p:cNvSpPr>
          <p:nvPr/>
        </p:nvSpPr>
        <p:spPr>
          <a:xfrm xmlns:a="http://schemas.openxmlformats.org/drawingml/2006/main">
            <a:off x="7707726"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4" name="Editable chart path">
            <a:extLst xmlns:a="http://schemas.openxmlformats.org/drawingml/2006/main">
              <a:ext uri="{FF2B5EF4-FFF2-40B4-BE49-F238E27FC236}">
                <a16:creationId xmlns:a16="http://schemas.microsoft.com/office/drawing/2014/main" id="{E5F8360A-BD4F-4FFB-88F1-60318BD78FF9}"/>
              </a:ext>
            </a:extLst>
          </p:cNvPr>
          <p:cNvSpPr>
            <a:spLocks xmlns:a="http://schemas.openxmlformats.org/drawingml/2006/main" noGrp="1"/>
          </p:cNvSpPr>
          <p:nvPr/>
        </p:nvSpPr>
        <p:spPr>
          <a:xfrm xmlns:a="http://schemas.openxmlformats.org/drawingml/2006/main">
            <a:off x="7779128"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5" name="Editable chart path">
            <a:extLst xmlns:a="http://schemas.openxmlformats.org/drawingml/2006/main">
              <a:ext uri="{FF2B5EF4-FFF2-40B4-BE49-F238E27FC236}">
                <a16:creationId xmlns:a16="http://schemas.microsoft.com/office/drawing/2014/main" id="{FDB553E0-51C0-4ACD-BCF0-A4540C5F00AB}"/>
              </a:ext>
            </a:extLst>
          </p:cNvPr>
          <p:cNvSpPr>
            <a:spLocks xmlns:a="http://schemas.openxmlformats.org/drawingml/2006/main" noGrp="1"/>
          </p:cNvSpPr>
          <p:nvPr/>
        </p:nvSpPr>
        <p:spPr>
          <a:xfrm xmlns:a="http://schemas.openxmlformats.org/drawingml/2006/main">
            <a:off x="7850530"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6" name="Editable chart path">
            <a:extLst xmlns:a="http://schemas.openxmlformats.org/drawingml/2006/main">
              <a:ext uri="{FF2B5EF4-FFF2-40B4-BE49-F238E27FC236}">
                <a16:creationId xmlns:a16="http://schemas.microsoft.com/office/drawing/2014/main" id="{E1E3E1FC-4A66-4AB1-B7D8-DC28B8CCBF82}"/>
              </a:ext>
            </a:extLst>
          </p:cNvPr>
          <p:cNvSpPr>
            <a:spLocks xmlns:a="http://schemas.openxmlformats.org/drawingml/2006/main" noGrp="1"/>
          </p:cNvSpPr>
          <p:nvPr/>
        </p:nvSpPr>
        <p:spPr>
          <a:xfrm xmlns:a="http://schemas.openxmlformats.org/drawingml/2006/main">
            <a:off x="7921932"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7" name="Editable chart path">
            <a:extLst xmlns:a="http://schemas.openxmlformats.org/drawingml/2006/main">
              <a:ext uri="{FF2B5EF4-FFF2-40B4-BE49-F238E27FC236}">
                <a16:creationId xmlns:a16="http://schemas.microsoft.com/office/drawing/2014/main" id="{A7FBC75B-EAA7-445C-A84E-23B487DCCA99}"/>
              </a:ext>
            </a:extLst>
          </p:cNvPr>
          <p:cNvSpPr>
            <a:spLocks xmlns:a="http://schemas.openxmlformats.org/drawingml/2006/main" noGrp="1"/>
          </p:cNvSpPr>
          <p:nvPr/>
        </p:nvSpPr>
        <p:spPr>
          <a:xfrm xmlns:a="http://schemas.openxmlformats.org/drawingml/2006/main">
            <a:off x="7993334"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8" name="Editable chart path">
            <a:extLst xmlns:a="http://schemas.openxmlformats.org/drawingml/2006/main">
              <a:ext uri="{FF2B5EF4-FFF2-40B4-BE49-F238E27FC236}">
                <a16:creationId xmlns:a16="http://schemas.microsoft.com/office/drawing/2014/main" id="{32F78329-354C-41EB-A313-CF8DAABCB53F}"/>
              </a:ext>
            </a:extLst>
          </p:cNvPr>
          <p:cNvSpPr>
            <a:spLocks xmlns:a="http://schemas.openxmlformats.org/drawingml/2006/main" noGrp="1"/>
          </p:cNvSpPr>
          <p:nvPr/>
        </p:nvSpPr>
        <p:spPr>
          <a:xfrm xmlns:a="http://schemas.openxmlformats.org/drawingml/2006/main">
            <a:off x="8064736"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39" name="Editable chart path">
            <a:extLst xmlns:a="http://schemas.openxmlformats.org/drawingml/2006/main">
              <a:ext uri="{FF2B5EF4-FFF2-40B4-BE49-F238E27FC236}">
                <a16:creationId xmlns:a16="http://schemas.microsoft.com/office/drawing/2014/main" id="{2A68799A-ADB7-40A3-81BC-B8E7A55F0350}"/>
              </a:ext>
            </a:extLst>
          </p:cNvPr>
          <p:cNvSpPr>
            <a:spLocks xmlns:a="http://schemas.openxmlformats.org/drawingml/2006/main" noGrp="1"/>
          </p:cNvSpPr>
          <p:nvPr/>
        </p:nvSpPr>
        <p:spPr>
          <a:xfrm xmlns:a="http://schemas.openxmlformats.org/drawingml/2006/main">
            <a:off x="8136138"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0" name="Editable chart path">
            <a:extLst xmlns:a="http://schemas.openxmlformats.org/drawingml/2006/main">
              <a:ext uri="{FF2B5EF4-FFF2-40B4-BE49-F238E27FC236}">
                <a16:creationId xmlns:a16="http://schemas.microsoft.com/office/drawing/2014/main" id="{A1D5BDB1-9972-4762-B746-F4BF3265B385}"/>
              </a:ext>
            </a:extLst>
          </p:cNvPr>
          <p:cNvSpPr>
            <a:spLocks xmlns:a="http://schemas.openxmlformats.org/drawingml/2006/main" noGrp="1"/>
          </p:cNvSpPr>
          <p:nvPr/>
        </p:nvSpPr>
        <p:spPr>
          <a:xfrm xmlns:a="http://schemas.openxmlformats.org/drawingml/2006/main">
            <a:off x="8207540"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1" name="Editable chart path">
            <a:extLst xmlns:a="http://schemas.openxmlformats.org/drawingml/2006/main">
              <a:ext uri="{FF2B5EF4-FFF2-40B4-BE49-F238E27FC236}">
                <a16:creationId xmlns:a16="http://schemas.microsoft.com/office/drawing/2014/main" id="{3E179072-E99F-4304-A68B-4B115F2CCC1A}"/>
              </a:ext>
            </a:extLst>
          </p:cNvPr>
          <p:cNvSpPr>
            <a:spLocks xmlns:a="http://schemas.openxmlformats.org/drawingml/2006/main" noGrp="1"/>
          </p:cNvSpPr>
          <p:nvPr/>
        </p:nvSpPr>
        <p:spPr>
          <a:xfrm xmlns:a="http://schemas.openxmlformats.org/drawingml/2006/main">
            <a:off x="8278942"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2" name="Editable chart path">
            <a:extLst xmlns:a="http://schemas.openxmlformats.org/drawingml/2006/main">
              <a:ext uri="{FF2B5EF4-FFF2-40B4-BE49-F238E27FC236}">
                <a16:creationId xmlns:a16="http://schemas.microsoft.com/office/drawing/2014/main" id="{5EEE1AE2-6FBE-4D74-AD6E-421913084701}"/>
              </a:ext>
            </a:extLst>
          </p:cNvPr>
          <p:cNvSpPr>
            <a:spLocks xmlns:a="http://schemas.openxmlformats.org/drawingml/2006/main" noGrp="1"/>
          </p:cNvSpPr>
          <p:nvPr/>
        </p:nvSpPr>
        <p:spPr>
          <a:xfrm xmlns:a="http://schemas.openxmlformats.org/drawingml/2006/main">
            <a:off x="8350344"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3" name="Editable chart path">
            <a:extLst xmlns:a="http://schemas.openxmlformats.org/drawingml/2006/main">
              <a:ext uri="{FF2B5EF4-FFF2-40B4-BE49-F238E27FC236}">
                <a16:creationId xmlns:a16="http://schemas.microsoft.com/office/drawing/2014/main" id="{924828B3-098B-479A-946F-E286C4AFC3A8}"/>
              </a:ext>
            </a:extLst>
          </p:cNvPr>
          <p:cNvSpPr>
            <a:spLocks xmlns:a="http://schemas.openxmlformats.org/drawingml/2006/main" noGrp="1"/>
          </p:cNvSpPr>
          <p:nvPr/>
        </p:nvSpPr>
        <p:spPr>
          <a:xfrm xmlns:a="http://schemas.openxmlformats.org/drawingml/2006/main">
            <a:off x="8421746"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4" name="Editable chart path">
            <a:extLst xmlns:a="http://schemas.openxmlformats.org/drawingml/2006/main">
              <a:ext uri="{FF2B5EF4-FFF2-40B4-BE49-F238E27FC236}">
                <a16:creationId xmlns:a16="http://schemas.microsoft.com/office/drawing/2014/main" id="{BAF9BA45-D903-4DA6-96DC-5C6667507BE8}"/>
              </a:ext>
            </a:extLst>
          </p:cNvPr>
          <p:cNvSpPr>
            <a:spLocks xmlns:a="http://schemas.openxmlformats.org/drawingml/2006/main" noGrp="1"/>
          </p:cNvSpPr>
          <p:nvPr/>
        </p:nvSpPr>
        <p:spPr>
          <a:xfrm xmlns:a="http://schemas.openxmlformats.org/drawingml/2006/main">
            <a:off x="8493148"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5" name="Editable chart path">
            <a:extLst xmlns:a="http://schemas.openxmlformats.org/drawingml/2006/main">
              <a:ext uri="{FF2B5EF4-FFF2-40B4-BE49-F238E27FC236}">
                <a16:creationId xmlns:a16="http://schemas.microsoft.com/office/drawing/2014/main" id="{8229CB0C-AFFA-4E99-A62F-F6195032E747}"/>
              </a:ext>
            </a:extLst>
          </p:cNvPr>
          <p:cNvSpPr>
            <a:spLocks xmlns:a="http://schemas.openxmlformats.org/drawingml/2006/main" noGrp="1"/>
          </p:cNvSpPr>
          <p:nvPr/>
        </p:nvSpPr>
        <p:spPr>
          <a:xfrm xmlns:a="http://schemas.openxmlformats.org/drawingml/2006/main">
            <a:off x="8564550"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6" name="Editable chart path">
            <a:extLst xmlns:a="http://schemas.openxmlformats.org/drawingml/2006/main">
              <a:ext uri="{FF2B5EF4-FFF2-40B4-BE49-F238E27FC236}">
                <a16:creationId xmlns:a16="http://schemas.microsoft.com/office/drawing/2014/main" id="{1CB044C5-3932-4359-8A8E-4791BD433535}"/>
              </a:ext>
            </a:extLst>
          </p:cNvPr>
          <p:cNvSpPr>
            <a:spLocks xmlns:a="http://schemas.openxmlformats.org/drawingml/2006/main" noGrp="1"/>
          </p:cNvSpPr>
          <p:nvPr/>
        </p:nvSpPr>
        <p:spPr>
          <a:xfrm xmlns:a="http://schemas.openxmlformats.org/drawingml/2006/main">
            <a:off x="8635952"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7" name="Editable chart path">
            <a:extLst xmlns:a="http://schemas.openxmlformats.org/drawingml/2006/main">
              <a:ext uri="{FF2B5EF4-FFF2-40B4-BE49-F238E27FC236}">
                <a16:creationId xmlns:a16="http://schemas.microsoft.com/office/drawing/2014/main" id="{8B317D69-C67A-4B9A-B015-070DCAADCE16}"/>
              </a:ext>
            </a:extLst>
          </p:cNvPr>
          <p:cNvSpPr>
            <a:spLocks xmlns:a="http://schemas.openxmlformats.org/drawingml/2006/main" noGrp="1"/>
          </p:cNvSpPr>
          <p:nvPr/>
        </p:nvSpPr>
        <p:spPr>
          <a:xfrm xmlns:a="http://schemas.openxmlformats.org/drawingml/2006/main">
            <a:off x="8707354"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8" name="Editable chart path">
            <a:extLst xmlns:a="http://schemas.openxmlformats.org/drawingml/2006/main">
              <a:ext uri="{FF2B5EF4-FFF2-40B4-BE49-F238E27FC236}">
                <a16:creationId xmlns:a16="http://schemas.microsoft.com/office/drawing/2014/main" id="{816B361E-DF45-42D3-96CC-9D8A664A354B}"/>
              </a:ext>
            </a:extLst>
          </p:cNvPr>
          <p:cNvSpPr>
            <a:spLocks xmlns:a="http://schemas.openxmlformats.org/drawingml/2006/main" noGrp="1"/>
          </p:cNvSpPr>
          <p:nvPr/>
        </p:nvSpPr>
        <p:spPr>
          <a:xfrm xmlns:a="http://schemas.openxmlformats.org/drawingml/2006/main">
            <a:off x="8778756"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49" name="Editable chart path">
            <a:extLst xmlns:a="http://schemas.openxmlformats.org/drawingml/2006/main">
              <a:ext uri="{FF2B5EF4-FFF2-40B4-BE49-F238E27FC236}">
                <a16:creationId xmlns:a16="http://schemas.microsoft.com/office/drawing/2014/main" id="{9410239C-24A3-42CA-87B7-D27271C19166}"/>
              </a:ext>
            </a:extLst>
          </p:cNvPr>
          <p:cNvSpPr>
            <a:spLocks xmlns:a="http://schemas.openxmlformats.org/drawingml/2006/main" noGrp="1"/>
          </p:cNvSpPr>
          <p:nvPr/>
        </p:nvSpPr>
        <p:spPr>
          <a:xfrm xmlns:a="http://schemas.openxmlformats.org/drawingml/2006/main">
            <a:off x="8850158"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0" name="Editable chart path">
            <a:extLst xmlns:a="http://schemas.openxmlformats.org/drawingml/2006/main">
              <a:ext uri="{FF2B5EF4-FFF2-40B4-BE49-F238E27FC236}">
                <a16:creationId xmlns:a16="http://schemas.microsoft.com/office/drawing/2014/main" id="{2B79D566-853D-4B52-8903-934545211074}"/>
              </a:ext>
            </a:extLst>
          </p:cNvPr>
          <p:cNvSpPr>
            <a:spLocks xmlns:a="http://schemas.openxmlformats.org/drawingml/2006/main" noGrp="1"/>
          </p:cNvSpPr>
          <p:nvPr/>
        </p:nvSpPr>
        <p:spPr>
          <a:xfrm xmlns:a="http://schemas.openxmlformats.org/drawingml/2006/main">
            <a:off x="8921560"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1" name="Editable chart path">
            <a:extLst xmlns:a="http://schemas.openxmlformats.org/drawingml/2006/main">
              <a:ext uri="{FF2B5EF4-FFF2-40B4-BE49-F238E27FC236}">
                <a16:creationId xmlns:a16="http://schemas.microsoft.com/office/drawing/2014/main" id="{1F9211CC-D642-4538-8CAA-BF736AFFB921}"/>
              </a:ext>
            </a:extLst>
          </p:cNvPr>
          <p:cNvSpPr>
            <a:spLocks xmlns:a="http://schemas.openxmlformats.org/drawingml/2006/main" noGrp="1"/>
          </p:cNvSpPr>
          <p:nvPr/>
        </p:nvSpPr>
        <p:spPr>
          <a:xfrm xmlns:a="http://schemas.openxmlformats.org/drawingml/2006/main">
            <a:off x="8992961"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2" name="Editable chart path">
            <a:extLst xmlns:a="http://schemas.openxmlformats.org/drawingml/2006/main">
              <a:ext uri="{FF2B5EF4-FFF2-40B4-BE49-F238E27FC236}">
                <a16:creationId xmlns:a16="http://schemas.microsoft.com/office/drawing/2014/main" id="{1503AB05-8186-43FD-8FEC-ACDF5C21BB6D}"/>
              </a:ext>
            </a:extLst>
          </p:cNvPr>
          <p:cNvSpPr>
            <a:spLocks xmlns:a="http://schemas.openxmlformats.org/drawingml/2006/main" noGrp="1"/>
          </p:cNvSpPr>
          <p:nvPr/>
        </p:nvSpPr>
        <p:spPr>
          <a:xfrm xmlns:a="http://schemas.openxmlformats.org/drawingml/2006/main">
            <a:off x="9064363"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3" name="Editable chart path">
            <a:extLst xmlns:a="http://schemas.openxmlformats.org/drawingml/2006/main">
              <a:ext uri="{FF2B5EF4-FFF2-40B4-BE49-F238E27FC236}">
                <a16:creationId xmlns:a16="http://schemas.microsoft.com/office/drawing/2014/main" id="{484A92BA-A562-4FE5-BD17-96E4C1A550D8}"/>
              </a:ext>
            </a:extLst>
          </p:cNvPr>
          <p:cNvSpPr>
            <a:spLocks xmlns:a="http://schemas.openxmlformats.org/drawingml/2006/main" noGrp="1"/>
          </p:cNvSpPr>
          <p:nvPr/>
        </p:nvSpPr>
        <p:spPr>
          <a:xfrm xmlns:a="http://schemas.openxmlformats.org/drawingml/2006/main">
            <a:off x="9135765"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4" name="Editable chart path">
            <a:extLst xmlns:a="http://schemas.openxmlformats.org/drawingml/2006/main">
              <a:ext uri="{FF2B5EF4-FFF2-40B4-BE49-F238E27FC236}">
                <a16:creationId xmlns:a16="http://schemas.microsoft.com/office/drawing/2014/main" id="{2477F620-51C9-420F-B24C-B572FA4781DF}"/>
              </a:ext>
            </a:extLst>
          </p:cNvPr>
          <p:cNvSpPr>
            <a:spLocks xmlns:a="http://schemas.openxmlformats.org/drawingml/2006/main" noGrp="1"/>
          </p:cNvSpPr>
          <p:nvPr/>
        </p:nvSpPr>
        <p:spPr>
          <a:xfrm xmlns:a="http://schemas.openxmlformats.org/drawingml/2006/main">
            <a:off x="9207167"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5" name="Editable chart path">
            <a:extLst xmlns:a="http://schemas.openxmlformats.org/drawingml/2006/main">
              <a:ext uri="{FF2B5EF4-FFF2-40B4-BE49-F238E27FC236}">
                <a16:creationId xmlns:a16="http://schemas.microsoft.com/office/drawing/2014/main" id="{578D9519-D4E8-421C-951C-9893351AD5FA}"/>
              </a:ext>
            </a:extLst>
          </p:cNvPr>
          <p:cNvSpPr>
            <a:spLocks xmlns:a="http://schemas.openxmlformats.org/drawingml/2006/main" noGrp="1"/>
          </p:cNvSpPr>
          <p:nvPr/>
        </p:nvSpPr>
        <p:spPr>
          <a:xfrm xmlns:a="http://schemas.openxmlformats.org/drawingml/2006/main">
            <a:off x="9278569"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6" name="Editable chart path">
            <a:extLst xmlns:a="http://schemas.openxmlformats.org/drawingml/2006/main">
              <a:ext uri="{FF2B5EF4-FFF2-40B4-BE49-F238E27FC236}">
                <a16:creationId xmlns:a16="http://schemas.microsoft.com/office/drawing/2014/main" id="{542C91C6-F0EC-4F5A-A45F-EA276D048C5B}"/>
              </a:ext>
            </a:extLst>
          </p:cNvPr>
          <p:cNvSpPr>
            <a:spLocks xmlns:a="http://schemas.openxmlformats.org/drawingml/2006/main" noGrp="1"/>
          </p:cNvSpPr>
          <p:nvPr/>
        </p:nvSpPr>
        <p:spPr>
          <a:xfrm xmlns:a="http://schemas.openxmlformats.org/drawingml/2006/main">
            <a:off x="9349971"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7" name="Editable chart path">
            <a:extLst xmlns:a="http://schemas.openxmlformats.org/drawingml/2006/main">
              <a:ext uri="{FF2B5EF4-FFF2-40B4-BE49-F238E27FC236}">
                <a16:creationId xmlns:a16="http://schemas.microsoft.com/office/drawing/2014/main" id="{6C5B447A-9474-4A82-97B1-61672DC95722}"/>
              </a:ext>
            </a:extLst>
          </p:cNvPr>
          <p:cNvSpPr>
            <a:spLocks xmlns:a="http://schemas.openxmlformats.org/drawingml/2006/main" noGrp="1"/>
          </p:cNvSpPr>
          <p:nvPr/>
        </p:nvSpPr>
        <p:spPr>
          <a:xfrm xmlns:a="http://schemas.openxmlformats.org/drawingml/2006/main">
            <a:off x="9421373"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8" name="Editable chart path">
            <a:extLst xmlns:a="http://schemas.openxmlformats.org/drawingml/2006/main">
              <a:ext uri="{FF2B5EF4-FFF2-40B4-BE49-F238E27FC236}">
                <a16:creationId xmlns:a16="http://schemas.microsoft.com/office/drawing/2014/main" id="{5CC9A503-D9FB-4EA6-8FAA-A708DC5BE744}"/>
              </a:ext>
            </a:extLst>
          </p:cNvPr>
          <p:cNvSpPr>
            <a:spLocks xmlns:a="http://schemas.openxmlformats.org/drawingml/2006/main" noGrp="1"/>
          </p:cNvSpPr>
          <p:nvPr/>
        </p:nvSpPr>
        <p:spPr>
          <a:xfrm xmlns:a="http://schemas.openxmlformats.org/drawingml/2006/main">
            <a:off x="9492775"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59" name="Editable chart path">
            <a:extLst xmlns:a="http://schemas.openxmlformats.org/drawingml/2006/main">
              <a:ext uri="{FF2B5EF4-FFF2-40B4-BE49-F238E27FC236}">
                <a16:creationId xmlns:a16="http://schemas.microsoft.com/office/drawing/2014/main" id="{74C44942-EFCC-48F2-9F61-46520A208E07}"/>
              </a:ext>
            </a:extLst>
          </p:cNvPr>
          <p:cNvSpPr>
            <a:spLocks xmlns:a="http://schemas.openxmlformats.org/drawingml/2006/main" noGrp="1"/>
          </p:cNvSpPr>
          <p:nvPr/>
        </p:nvSpPr>
        <p:spPr>
          <a:xfrm xmlns:a="http://schemas.openxmlformats.org/drawingml/2006/main">
            <a:off x="9564177"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0" name="Editable chart path">
            <a:extLst xmlns:a="http://schemas.openxmlformats.org/drawingml/2006/main">
              <a:ext uri="{FF2B5EF4-FFF2-40B4-BE49-F238E27FC236}">
                <a16:creationId xmlns:a16="http://schemas.microsoft.com/office/drawing/2014/main" id="{50E439DA-77B3-4911-AFDD-3D350765F5D8}"/>
              </a:ext>
            </a:extLst>
          </p:cNvPr>
          <p:cNvSpPr>
            <a:spLocks xmlns:a="http://schemas.openxmlformats.org/drawingml/2006/main" noGrp="1"/>
          </p:cNvSpPr>
          <p:nvPr/>
        </p:nvSpPr>
        <p:spPr>
          <a:xfrm xmlns:a="http://schemas.openxmlformats.org/drawingml/2006/main">
            <a:off x="706510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1" name="Editable chart path">
            <a:extLst xmlns:a="http://schemas.openxmlformats.org/drawingml/2006/main">
              <a:ext uri="{FF2B5EF4-FFF2-40B4-BE49-F238E27FC236}">
                <a16:creationId xmlns:a16="http://schemas.microsoft.com/office/drawing/2014/main" id="{9A1A6458-CD64-4929-8548-87ABC2AA7DC7}"/>
              </a:ext>
            </a:extLst>
          </p:cNvPr>
          <p:cNvSpPr>
            <a:spLocks xmlns:a="http://schemas.openxmlformats.org/drawingml/2006/main" noGrp="1"/>
          </p:cNvSpPr>
          <p:nvPr/>
        </p:nvSpPr>
        <p:spPr>
          <a:xfrm xmlns:a="http://schemas.openxmlformats.org/drawingml/2006/main">
            <a:off x="713651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2" name="Editable chart path">
            <a:extLst xmlns:a="http://schemas.openxmlformats.org/drawingml/2006/main">
              <a:ext uri="{FF2B5EF4-FFF2-40B4-BE49-F238E27FC236}">
                <a16:creationId xmlns:a16="http://schemas.microsoft.com/office/drawing/2014/main" id="{DE15DC04-D9CA-441C-AF01-3AC4D94CD16C}"/>
              </a:ext>
            </a:extLst>
          </p:cNvPr>
          <p:cNvSpPr>
            <a:spLocks xmlns:a="http://schemas.openxmlformats.org/drawingml/2006/main" noGrp="1"/>
          </p:cNvSpPr>
          <p:nvPr/>
        </p:nvSpPr>
        <p:spPr>
          <a:xfrm xmlns:a="http://schemas.openxmlformats.org/drawingml/2006/main">
            <a:off x="7207912"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3" name="Editable chart path">
            <a:extLst xmlns:a="http://schemas.openxmlformats.org/drawingml/2006/main">
              <a:ext uri="{FF2B5EF4-FFF2-40B4-BE49-F238E27FC236}">
                <a16:creationId xmlns:a16="http://schemas.microsoft.com/office/drawing/2014/main" id="{B88067A0-4456-4E23-9851-54EC00AAD1CD}"/>
              </a:ext>
            </a:extLst>
          </p:cNvPr>
          <p:cNvSpPr>
            <a:spLocks xmlns:a="http://schemas.openxmlformats.org/drawingml/2006/main" noGrp="1"/>
          </p:cNvSpPr>
          <p:nvPr/>
        </p:nvSpPr>
        <p:spPr>
          <a:xfrm xmlns:a="http://schemas.openxmlformats.org/drawingml/2006/main">
            <a:off x="7279314"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4" name="Editable chart path">
            <a:extLst xmlns:a="http://schemas.openxmlformats.org/drawingml/2006/main">
              <a:ext uri="{FF2B5EF4-FFF2-40B4-BE49-F238E27FC236}">
                <a16:creationId xmlns:a16="http://schemas.microsoft.com/office/drawing/2014/main" id="{69D47B93-8EBE-4735-BC35-FCFEABBFDA82}"/>
              </a:ext>
            </a:extLst>
          </p:cNvPr>
          <p:cNvSpPr>
            <a:spLocks xmlns:a="http://schemas.openxmlformats.org/drawingml/2006/main" noGrp="1"/>
          </p:cNvSpPr>
          <p:nvPr/>
        </p:nvSpPr>
        <p:spPr>
          <a:xfrm xmlns:a="http://schemas.openxmlformats.org/drawingml/2006/main">
            <a:off x="7350716"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5" name="Editable chart path">
            <a:extLst xmlns:a="http://schemas.openxmlformats.org/drawingml/2006/main">
              <a:ext uri="{FF2B5EF4-FFF2-40B4-BE49-F238E27FC236}">
                <a16:creationId xmlns:a16="http://schemas.microsoft.com/office/drawing/2014/main" id="{063BFCB1-8476-4680-81E4-CD534571D117}"/>
              </a:ext>
            </a:extLst>
          </p:cNvPr>
          <p:cNvSpPr>
            <a:spLocks xmlns:a="http://schemas.openxmlformats.org/drawingml/2006/main" noGrp="1"/>
          </p:cNvSpPr>
          <p:nvPr/>
        </p:nvSpPr>
        <p:spPr>
          <a:xfrm xmlns:a="http://schemas.openxmlformats.org/drawingml/2006/main">
            <a:off x="742211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6" name="Editable chart path">
            <a:extLst xmlns:a="http://schemas.openxmlformats.org/drawingml/2006/main">
              <a:ext uri="{FF2B5EF4-FFF2-40B4-BE49-F238E27FC236}">
                <a16:creationId xmlns:a16="http://schemas.microsoft.com/office/drawing/2014/main" id="{2C10DFFF-EEA6-432D-AF46-75C242FD36D6}"/>
              </a:ext>
            </a:extLst>
          </p:cNvPr>
          <p:cNvSpPr>
            <a:spLocks xmlns:a="http://schemas.openxmlformats.org/drawingml/2006/main" noGrp="1"/>
          </p:cNvSpPr>
          <p:nvPr/>
        </p:nvSpPr>
        <p:spPr>
          <a:xfrm xmlns:a="http://schemas.openxmlformats.org/drawingml/2006/main">
            <a:off x="749352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7" name="Editable chart path">
            <a:extLst xmlns:a="http://schemas.openxmlformats.org/drawingml/2006/main">
              <a:ext uri="{FF2B5EF4-FFF2-40B4-BE49-F238E27FC236}">
                <a16:creationId xmlns:a16="http://schemas.microsoft.com/office/drawing/2014/main" id="{26FDB73A-627E-4B17-BAB5-9697B5E6F40A}"/>
              </a:ext>
            </a:extLst>
          </p:cNvPr>
          <p:cNvSpPr>
            <a:spLocks xmlns:a="http://schemas.openxmlformats.org/drawingml/2006/main" noGrp="1"/>
          </p:cNvSpPr>
          <p:nvPr/>
        </p:nvSpPr>
        <p:spPr>
          <a:xfrm xmlns:a="http://schemas.openxmlformats.org/drawingml/2006/main">
            <a:off x="7564922"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8" name="Editable chart path">
            <a:extLst xmlns:a="http://schemas.openxmlformats.org/drawingml/2006/main">
              <a:ext uri="{FF2B5EF4-FFF2-40B4-BE49-F238E27FC236}">
                <a16:creationId xmlns:a16="http://schemas.microsoft.com/office/drawing/2014/main" id="{9F5E5968-BCA5-4344-B205-0908054ACF78}"/>
              </a:ext>
            </a:extLst>
          </p:cNvPr>
          <p:cNvSpPr>
            <a:spLocks xmlns:a="http://schemas.openxmlformats.org/drawingml/2006/main" noGrp="1"/>
          </p:cNvSpPr>
          <p:nvPr/>
        </p:nvSpPr>
        <p:spPr>
          <a:xfrm xmlns:a="http://schemas.openxmlformats.org/drawingml/2006/main">
            <a:off x="7636324"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69" name="Editable chart path">
            <a:extLst xmlns:a="http://schemas.openxmlformats.org/drawingml/2006/main">
              <a:ext uri="{FF2B5EF4-FFF2-40B4-BE49-F238E27FC236}">
                <a16:creationId xmlns:a16="http://schemas.microsoft.com/office/drawing/2014/main" id="{E14E3F58-79AB-425D-B33E-76D3DA08ED94}"/>
              </a:ext>
            </a:extLst>
          </p:cNvPr>
          <p:cNvSpPr>
            <a:spLocks xmlns:a="http://schemas.openxmlformats.org/drawingml/2006/main" noGrp="1"/>
          </p:cNvSpPr>
          <p:nvPr/>
        </p:nvSpPr>
        <p:spPr>
          <a:xfrm xmlns:a="http://schemas.openxmlformats.org/drawingml/2006/main">
            <a:off x="7707726"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0" name="Editable chart path">
            <a:extLst xmlns:a="http://schemas.openxmlformats.org/drawingml/2006/main">
              <a:ext uri="{FF2B5EF4-FFF2-40B4-BE49-F238E27FC236}">
                <a16:creationId xmlns:a16="http://schemas.microsoft.com/office/drawing/2014/main" id="{F482BFBD-1CAE-42FE-B419-39348A9A9F5E}"/>
              </a:ext>
            </a:extLst>
          </p:cNvPr>
          <p:cNvSpPr>
            <a:spLocks xmlns:a="http://schemas.openxmlformats.org/drawingml/2006/main" noGrp="1"/>
          </p:cNvSpPr>
          <p:nvPr/>
        </p:nvSpPr>
        <p:spPr>
          <a:xfrm xmlns:a="http://schemas.openxmlformats.org/drawingml/2006/main">
            <a:off x="777912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1" name="Editable chart path">
            <a:extLst xmlns:a="http://schemas.openxmlformats.org/drawingml/2006/main">
              <a:ext uri="{FF2B5EF4-FFF2-40B4-BE49-F238E27FC236}">
                <a16:creationId xmlns:a16="http://schemas.microsoft.com/office/drawing/2014/main" id="{D52CAE2B-965D-4CD5-9461-E80BB206AE82}"/>
              </a:ext>
            </a:extLst>
          </p:cNvPr>
          <p:cNvSpPr>
            <a:spLocks xmlns:a="http://schemas.openxmlformats.org/drawingml/2006/main" noGrp="1"/>
          </p:cNvSpPr>
          <p:nvPr/>
        </p:nvSpPr>
        <p:spPr>
          <a:xfrm xmlns:a="http://schemas.openxmlformats.org/drawingml/2006/main">
            <a:off x="785053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2" name="Editable chart path">
            <a:extLst xmlns:a="http://schemas.openxmlformats.org/drawingml/2006/main">
              <a:ext uri="{FF2B5EF4-FFF2-40B4-BE49-F238E27FC236}">
                <a16:creationId xmlns:a16="http://schemas.microsoft.com/office/drawing/2014/main" id="{BC42B92C-F95A-4C29-9806-74FAE8FC41F7}"/>
              </a:ext>
            </a:extLst>
          </p:cNvPr>
          <p:cNvSpPr>
            <a:spLocks xmlns:a="http://schemas.openxmlformats.org/drawingml/2006/main" noGrp="1"/>
          </p:cNvSpPr>
          <p:nvPr/>
        </p:nvSpPr>
        <p:spPr>
          <a:xfrm xmlns:a="http://schemas.openxmlformats.org/drawingml/2006/main">
            <a:off x="7921932"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3" name="Editable chart path">
            <a:extLst xmlns:a="http://schemas.openxmlformats.org/drawingml/2006/main">
              <a:ext uri="{FF2B5EF4-FFF2-40B4-BE49-F238E27FC236}">
                <a16:creationId xmlns:a16="http://schemas.microsoft.com/office/drawing/2014/main" id="{95BA7898-1373-495C-9988-1E52DA8426FC}"/>
              </a:ext>
            </a:extLst>
          </p:cNvPr>
          <p:cNvSpPr>
            <a:spLocks xmlns:a="http://schemas.openxmlformats.org/drawingml/2006/main" noGrp="1"/>
          </p:cNvSpPr>
          <p:nvPr/>
        </p:nvSpPr>
        <p:spPr>
          <a:xfrm xmlns:a="http://schemas.openxmlformats.org/drawingml/2006/main">
            <a:off x="7993334"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4" name="Editable chart path">
            <a:extLst xmlns:a="http://schemas.openxmlformats.org/drawingml/2006/main">
              <a:ext uri="{FF2B5EF4-FFF2-40B4-BE49-F238E27FC236}">
                <a16:creationId xmlns:a16="http://schemas.microsoft.com/office/drawing/2014/main" id="{CA9DBC48-831B-4A47-8613-7A87C5285867}"/>
              </a:ext>
            </a:extLst>
          </p:cNvPr>
          <p:cNvSpPr>
            <a:spLocks xmlns:a="http://schemas.openxmlformats.org/drawingml/2006/main" noGrp="1"/>
          </p:cNvSpPr>
          <p:nvPr/>
        </p:nvSpPr>
        <p:spPr>
          <a:xfrm xmlns:a="http://schemas.openxmlformats.org/drawingml/2006/main">
            <a:off x="8064736"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5" name="Editable chart path">
            <a:extLst xmlns:a="http://schemas.openxmlformats.org/drawingml/2006/main">
              <a:ext uri="{FF2B5EF4-FFF2-40B4-BE49-F238E27FC236}">
                <a16:creationId xmlns:a16="http://schemas.microsoft.com/office/drawing/2014/main" id="{6C056E33-5239-46D8-AFB0-3D7326831DB1}"/>
              </a:ext>
            </a:extLst>
          </p:cNvPr>
          <p:cNvSpPr>
            <a:spLocks xmlns:a="http://schemas.openxmlformats.org/drawingml/2006/main" noGrp="1"/>
          </p:cNvSpPr>
          <p:nvPr/>
        </p:nvSpPr>
        <p:spPr>
          <a:xfrm xmlns:a="http://schemas.openxmlformats.org/drawingml/2006/main">
            <a:off x="813613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6" name="Editable chart path">
            <a:extLst xmlns:a="http://schemas.openxmlformats.org/drawingml/2006/main">
              <a:ext uri="{FF2B5EF4-FFF2-40B4-BE49-F238E27FC236}">
                <a16:creationId xmlns:a16="http://schemas.microsoft.com/office/drawing/2014/main" id="{2407E75D-DE30-4E05-B9E1-3CFC6D30317B}"/>
              </a:ext>
            </a:extLst>
          </p:cNvPr>
          <p:cNvSpPr>
            <a:spLocks xmlns:a="http://schemas.openxmlformats.org/drawingml/2006/main" noGrp="1"/>
          </p:cNvSpPr>
          <p:nvPr/>
        </p:nvSpPr>
        <p:spPr>
          <a:xfrm xmlns:a="http://schemas.openxmlformats.org/drawingml/2006/main">
            <a:off x="820754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7" name="Editable chart path">
            <a:extLst xmlns:a="http://schemas.openxmlformats.org/drawingml/2006/main">
              <a:ext uri="{FF2B5EF4-FFF2-40B4-BE49-F238E27FC236}">
                <a16:creationId xmlns:a16="http://schemas.microsoft.com/office/drawing/2014/main" id="{89943244-6414-453A-8FFB-DD2EA7758180}"/>
              </a:ext>
            </a:extLst>
          </p:cNvPr>
          <p:cNvSpPr>
            <a:spLocks xmlns:a="http://schemas.openxmlformats.org/drawingml/2006/main" noGrp="1"/>
          </p:cNvSpPr>
          <p:nvPr/>
        </p:nvSpPr>
        <p:spPr>
          <a:xfrm xmlns:a="http://schemas.openxmlformats.org/drawingml/2006/main">
            <a:off x="8278942"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8" name="Editable chart path">
            <a:extLst xmlns:a="http://schemas.openxmlformats.org/drawingml/2006/main">
              <a:ext uri="{FF2B5EF4-FFF2-40B4-BE49-F238E27FC236}">
                <a16:creationId xmlns:a16="http://schemas.microsoft.com/office/drawing/2014/main" id="{C6C8E8B7-C6DA-462B-84B0-29E0F65D8136}"/>
              </a:ext>
            </a:extLst>
          </p:cNvPr>
          <p:cNvSpPr>
            <a:spLocks xmlns:a="http://schemas.openxmlformats.org/drawingml/2006/main" noGrp="1"/>
          </p:cNvSpPr>
          <p:nvPr/>
        </p:nvSpPr>
        <p:spPr>
          <a:xfrm xmlns:a="http://schemas.openxmlformats.org/drawingml/2006/main">
            <a:off x="8350344"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79" name="Editable chart path">
            <a:extLst xmlns:a="http://schemas.openxmlformats.org/drawingml/2006/main">
              <a:ext uri="{FF2B5EF4-FFF2-40B4-BE49-F238E27FC236}">
                <a16:creationId xmlns:a16="http://schemas.microsoft.com/office/drawing/2014/main" id="{D2BF7440-1072-492A-804F-00E6BC2922A5}"/>
              </a:ext>
            </a:extLst>
          </p:cNvPr>
          <p:cNvSpPr>
            <a:spLocks xmlns:a="http://schemas.openxmlformats.org/drawingml/2006/main" noGrp="1"/>
          </p:cNvSpPr>
          <p:nvPr/>
        </p:nvSpPr>
        <p:spPr>
          <a:xfrm xmlns:a="http://schemas.openxmlformats.org/drawingml/2006/main">
            <a:off x="8421746"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0" name="Editable chart path">
            <a:extLst xmlns:a="http://schemas.openxmlformats.org/drawingml/2006/main">
              <a:ext uri="{FF2B5EF4-FFF2-40B4-BE49-F238E27FC236}">
                <a16:creationId xmlns:a16="http://schemas.microsoft.com/office/drawing/2014/main" id="{72B07AE2-D658-417C-AEB9-628F8FB6E261}"/>
              </a:ext>
            </a:extLst>
          </p:cNvPr>
          <p:cNvSpPr>
            <a:spLocks xmlns:a="http://schemas.openxmlformats.org/drawingml/2006/main" noGrp="1"/>
          </p:cNvSpPr>
          <p:nvPr/>
        </p:nvSpPr>
        <p:spPr>
          <a:xfrm xmlns:a="http://schemas.openxmlformats.org/drawingml/2006/main">
            <a:off x="849314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1" name="Editable chart path">
            <a:extLst xmlns:a="http://schemas.openxmlformats.org/drawingml/2006/main">
              <a:ext uri="{FF2B5EF4-FFF2-40B4-BE49-F238E27FC236}">
                <a16:creationId xmlns:a16="http://schemas.microsoft.com/office/drawing/2014/main" id="{2B3B1D1C-50E6-4255-AD34-F6E3BE59E7B1}"/>
              </a:ext>
            </a:extLst>
          </p:cNvPr>
          <p:cNvSpPr>
            <a:spLocks xmlns:a="http://schemas.openxmlformats.org/drawingml/2006/main" noGrp="1"/>
          </p:cNvSpPr>
          <p:nvPr/>
        </p:nvSpPr>
        <p:spPr>
          <a:xfrm xmlns:a="http://schemas.openxmlformats.org/drawingml/2006/main">
            <a:off x="856455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2" name="Editable chart path">
            <a:extLst xmlns:a="http://schemas.openxmlformats.org/drawingml/2006/main">
              <a:ext uri="{FF2B5EF4-FFF2-40B4-BE49-F238E27FC236}">
                <a16:creationId xmlns:a16="http://schemas.microsoft.com/office/drawing/2014/main" id="{3555522A-5988-4609-A416-7A1114DFA2F7}"/>
              </a:ext>
            </a:extLst>
          </p:cNvPr>
          <p:cNvSpPr>
            <a:spLocks xmlns:a="http://schemas.openxmlformats.org/drawingml/2006/main" noGrp="1"/>
          </p:cNvSpPr>
          <p:nvPr/>
        </p:nvSpPr>
        <p:spPr>
          <a:xfrm xmlns:a="http://schemas.openxmlformats.org/drawingml/2006/main">
            <a:off x="8635952"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3" name="Editable chart path">
            <a:extLst xmlns:a="http://schemas.openxmlformats.org/drawingml/2006/main">
              <a:ext uri="{FF2B5EF4-FFF2-40B4-BE49-F238E27FC236}">
                <a16:creationId xmlns:a16="http://schemas.microsoft.com/office/drawing/2014/main" id="{FBEE0D64-B05C-465C-8F0D-EA7623668D4E}"/>
              </a:ext>
            </a:extLst>
          </p:cNvPr>
          <p:cNvSpPr>
            <a:spLocks xmlns:a="http://schemas.openxmlformats.org/drawingml/2006/main" noGrp="1"/>
          </p:cNvSpPr>
          <p:nvPr/>
        </p:nvSpPr>
        <p:spPr>
          <a:xfrm xmlns:a="http://schemas.openxmlformats.org/drawingml/2006/main">
            <a:off x="8707354"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4" name="Editable chart path">
            <a:extLst xmlns:a="http://schemas.openxmlformats.org/drawingml/2006/main">
              <a:ext uri="{FF2B5EF4-FFF2-40B4-BE49-F238E27FC236}">
                <a16:creationId xmlns:a16="http://schemas.microsoft.com/office/drawing/2014/main" id="{33170808-9466-49EE-B58D-5DE87BC94CF8}"/>
              </a:ext>
            </a:extLst>
          </p:cNvPr>
          <p:cNvSpPr>
            <a:spLocks xmlns:a="http://schemas.openxmlformats.org/drawingml/2006/main" noGrp="1"/>
          </p:cNvSpPr>
          <p:nvPr/>
        </p:nvSpPr>
        <p:spPr>
          <a:xfrm xmlns:a="http://schemas.openxmlformats.org/drawingml/2006/main">
            <a:off x="8778756"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5" name="Editable chart path">
            <a:extLst xmlns:a="http://schemas.openxmlformats.org/drawingml/2006/main">
              <a:ext uri="{FF2B5EF4-FFF2-40B4-BE49-F238E27FC236}">
                <a16:creationId xmlns:a16="http://schemas.microsoft.com/office/drawing/2014/main" id="{BE939702-C729-45B7-ACE1-4BD31D12D365}"/>
              </a:ext>
            </a:extLst>
          </p:cNvPr>
          <p:cNvSpPr>
            <a:spLocks xmlns:a="http://schemas.openxmlformats.org/drawingml/2006/main" noGrp="1"/>
          </p:cNvSpPr>
          <p:nvPr/>
        </p:nvSpPr>
        <p:spPr>
          <a:xfrm xmlns:a="http://schemas.openxmlformats.org/drawingml/2006/main">
            <a:off x="8850158"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6" name="Editable chart path">
            <a:extLst xmlns:a="http://schemas.openxmlformats.org/drawingml/2006/main">
              <a:ext uri="{FF2B5EF4-FFF2-40B4-BE49-F238E27FC236}">
                <a16:creationId xmlns:a16="http://schemas.microsoft.com/office/drawing/2014/main" id="{6FC770C8-237D-405F-A94F-F8520BECE4D7}"/>
              </a:ext>
            </a:extLst>
          </p:cNvPr>
          <p:cNvSpPr>
            <a:spLocks xmlns:a="http://schemas.openxmlformats.org/drawingml/2006/main" noGrp="1"/>
          </p:cNvSpPr>
          <p:nvPr/>
        </p:nvSpPr>
        <p:spPr>
          <a:xfrm xmlns:a="http://schemas.openxmlformats.org/drawingml/2006/main">
            <a:off x="8921560"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7" name="Editable chart path">
            <a:extLst xmlns:a="http://schemas.openxmlformats.org/drawingml/2006/main">
              <a:ext uri="{FF2B5EF4-FFF2-40B4-BE49-F238E27FC236}">
                <a16:creationId xmlns:a16="http://schemas.microsoft.com/office/drawing/2014/main" id="{94908936-B5C7-4A1A-8F89-7105504BE5B3}"/>
              </a:ext>
            </a:extLst>
          </p:cNvPr>
          <p:cNvSpPr>
            <a:spLocks xmlns:a="http://schemas.openxmlformats.org/drawingml/2006/main" noGrp="1"/>
          </p:cNvSpPr>
          <p:nvPr/>
        </p:nvSpPr>
        <p:spPr>
          <a:xfrm xmlns:a="http://schemas.openxmlformats.org/drawingml/2006/main">
            <a:off x="8992961"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8" name="Editable chart path">
            <a:extLst xmlns:a="http://schemas.openxmlformats.org/drawingml/2006/main">
              <a:ext uri="{FF2B5EF4-FFF2-40B4-BE49-F238E27FC236}">
                <a16:creationId xmlns:a16="http://schemas.microsoft.com/office/drawing/2014/main" id="{5A2007CE-75EF-4EB0-B5E0-FB03BFD93E5B}"/>
              </a:ext>
            </a:extLst>
          </p:cNvPr>
          <p:cNvSpPr>
            <a:spLocks xmlns:a="http://schemas.openxmlformats.org/drawingml/2006/main" noGrp="1"/>
          </p:cNvSpPr>
          <p:nvPr/>
        </p:nvSpPr>
        <p:spPr>
          <a:xfrm xmlns:a="http://schemas.openxmlformats.org/drawingml/2006/main">
            <a:off x="906436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89" name="Editable chart path">
            <a:extLst xmlns:a="http://schemas.openxmlformats.org/drawingml/2006/main">
              <a:ext uri="{FF2B5EF4-FFF2-40B4-BE49-F238E27FC236}">
                <a16:creationId xmlns:a16="http://schemas.microsoft.com/office/drawing/2014/main" id="{FFFA2B12-672A-489C-927C-55E9EDF9F533}"/>
              </a:ext>
            </a:extLst>
          </p:cNvPr>
          <p:cNvSpPr>
            <a:spLocks xmlns:a="http://schemas.openxmlformats.org/drawingml/2006/main" noGrp="1"/>
          </p:cNvSpPr>
          <p:nvPr/>
        </p:nvSpPr>
        <p:spPr>
          <a:xfrm xmlns:a="http://schemas.openxmlformats.org/drawingml/2006/main">
            <a:off x="913576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0" name="Editable chart path">
            <a:extLst xmlns:a="http://schemas.openxmlformats.org/drawingml/2006/main">
              <a:ext uri="{FF2B5EF4-FFF2-40B4-BE49-F238E27FC236}">
                <a16:creationId xmlns:a16="http://schemas.microsoft.com/office/drawing/2014/main" id="{E54A1FCA-07F8-4A64-8741-B04C9CB9A869}"/>
              </a:ext>
            </a:extLst>
          </p:cNvPr>
          <p:cNvSpPr>
            <a:spLocks xmlns:a="http://schemas.openxmlformats.org/drawingml/2006/main" noGrp="1"/>
          </p:cNvSpPr>
          <p:nvPr/>
        </p:nvSpPr>
        <p:spPr>
          <a:xfrm xmlns:a="http://schemas.openxmlformats.org/drawingml/2006/main">
            <a:off x="9207167"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1" name="Editable chart path">
            <a:extLst xmlns:a="http://schemas.openxmlformats.org/drawingml/2006/main">
              <a:ext uri="{FF2B5EF4-FFF2-40B4-BE49-F238E27FC236}">
                <a16:creationId xmlns:a16="http://schemas.microsoft.com/office/drawing/2014/main" id="{8347FB0C-05D2-4E55-8CD5-AB0BBDEE88A4}"/>
              </a:ext>
            </a:extLst>
          </p:cNvPr>
          <p:cNvSpPr>
            <a:spLocks xmlns:a="http://schemas.openxmlformats.org/drawingml/2006/main" noGrp="1"/>
          </p:cNvSpPr>
          <p:nvPr/>
        </p:nvSpPr>
        <p:spPr>
          <a:xfrm xmlns:a="http://schemas.openxmlformats.org/drawingml/2006/main">
            <a:off x="9278569"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2" name="Editable chart path">
            <a:extLst xmlns:a="http://schemas.openxmlformats.org/drawingml/2006/main">
              <a:ext uri="{FF2B5EF4-FFF2-40B4-BE49-F238E27FC236}">
                <a16:creationId xmlns:a16="http://schemas.microsoft.com/office/drawing/2014/main" id="{81EAAA6A-FD9F-4797-8592-290875410C4B}"/>
              </a:ext>
            </a:extLst>
          </p:cNvPr>
          <p:cNvSpPr>
            <a:spLocks xmlns:a="http://schemas.openxmlformats.org/drawingml/2006/main" noGrp="1"/>
          </p:cNvSpPr>
          <p:nvPr/>
        </p:nvSpPr>
        <p:spPr>
          <a:xfrm xmlns:a="http://schemas.openxmlformats.org/drawingml/2006/main">
            <a:off x="9349971"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3" name="Editable chart path">
            <a:extLst xmlns:a="http://schemas.openxmlformats.org/drawingml/2006/main">
              <a:ext uri="{FF2B5EF4-FFF2-40B4-BE49-F238E27FC236}">
                <a16:creationId xmlns:a16="http://schemas.microsoft.com/office/drawing/2014/main" id="{90E6C65B-94A9-498F-ADB7-A8772DEA4F03}"/>
              </a:ext>
            </a:extLst>
          </p:cNvPr>
          <p:cNvSpPr>
            <a:spLocks xmlns:a="http://schemas.openxmlformats.org/drawingml/2006/main" noGrp="1"/>
          </p:cNvSpPr>
          <p:nvPr/>
        </p:nvSpPr>
        <p:spPr>
          <a:xfrm xmlns:a="http://schemas.openxmlformats.org/drawingml/2006/main">
            <a:off x="942137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4" name="Editable chart path">
            <a:extLst xmlns:a="http://schemas.openxmlformats.org/drawingml/2006/main">
              <a:ext uri="{FF2B5EF4-FFF2-40B4-BE49-F238E27FC236}">
                <a16:creationId xmlns:a16="http://schemas.microsoft.com/office/drawing/2014/main" id="{1363E99C-E63A-4679-B3B9-4EE6FFC0D774}"/>
              </a:ext>
            </a:extLst>
          </p:cNvPr>
          <p:cNvSpPr>
            <a:spLocks xmlns:a="http://schemas.openxmlformats.org/drawingml/2006/main" noGrp="1"/>
          </p:cNvSpPr>
          <p:nvPr/>
        </p:nvSpPr>
        <p:spPr>
          <a:xfrm xmlns:a="http://schemas.openxmlformats.org/drawingml/2006/main">
            <a:off x="949277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5" name="Editable chart path">
            <a:extLst xmlns:a="http://schemas.openxmlformats.org/drawingml/2006/main">
              <a:ext uri="{FF2B5EF4-FFF2-40B4-BE49-F238E27FC236}">
                <a16:creationId xmlns:a16="http://schemas.microsoft.com/office/drawing/2014/main" id="{D7FB80AE-0C95-49F5-A2E2-49C43BB739E1}"/>
              </a:ext>
            </a:extLst>
          </p:cNvPr>
          <p:cNvSpPr>
            <a:spLocks xmlns:a="http://schemas.openxmlformats.org/drawingml/2006/main" noGrp="1"/>
          </p:cNvSpPr>
          <p:nvPr/>
        </p:nvSpPr>
        <p:spPr>
          <a:xfrm xmlns:a="http://schemas.openxmlformats.org/drawingml/2006/main">
            <a:off x="9564177"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6" name="Editable chart path">
            <a:extLst xmlns:a="http://schemas.openxmlformats.org/drawingml/2006/main">
              <a:ext uri="{FF2B5EF4-FFF2-40B4-BE49-F238E27FC236}">
                <a16:creationId xmlns:a16="http://schemas.microsoft.com/office/drawing/2014/main" id="{B2DB4D48-4BA5-4708-90E5-E9D2C6338003}"/>
              </a:ext>
            </a:extLst>
          </p:cNvPr>
          <p:cNvSpPr>
            <a:spLocks xmlns:a="http://schemas.openxmlformats.org/drawingml/2006/main" noGrp="1"/>
          </p:cNvSpPr>
          <p:nvPr/>
        </p:nvSpPr>
        <p:spPr>
          <a:xfrm xmlns:a="http://schemas.openxmlformats.org/drawingml/2006/main">
            <a:off x="9635579"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7" name="Editable chart path">
            <a:extLst xmlns:a="http://schemas.openxmlformats.org/drawingml/2006/main">
              <a:ext uri="{FF2B5EF4-FFF2-40B4-BE49-F238E27FC236}">
                <a16:creationId xmlns:a16="http://schemas.microsoft.com/office/drawing/2014/main" id="{B369015A-1DEC-4559-967D-6D0DB1ED3A72}"/>
              </a:ext>
            </a:extLst>
          </p:cNvPr>
          <p:cNvSpPr>
            <a:spLocks xmlns:a="http://schemas.openxmlformats.org/drawingml/2006/main" noGrp="1"/>
          </p:cNvSpPr>
          <p:nvPr/>
        </p:nvSpPr>
        <p:spPr>
          <a:xfrm xmlns:a="http://schemas.openxmlformats.org/drawingml/2006/main">
            <a:off x="9706981"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8" name="Editable chart path">
            <a:extLst xmlns:a="http://schemas.openxmlformats.org/drawingml/2006/main">
              <a:ext uri="{FF2B5EF4-FFF2-40B4-BE49-F238E27FC236}">
                <a16:creationId xmlns:a16="http://schemas.microsoft.com/office/drawing/2014/main" id="{86F1A78E-D6BB-4668-B269-446DE3400721}"/>
              </a:ext>
            </a:extLst>
          </p:cNvPr>
          <p:cNvSpPr>
            <a:spLocks xmlns:a="http://schemas.openxmlformats.org/drawingml/2006/main" noGrp="1"/>
          </p:cNvSpPr>
          <p:nvPr/>
        </p:nvSpPr>
        <p:spPr>
          <a:xfrm xmlns:a="http://schemas.openxmlformats.org/drawingml/2006/main">
            <a:off x="977838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099" name="Editable chart path">
            <a:extLst xmlns:a="http://schemas.openxmlformats.org/drawingml/2006/main">
              <a:ext uri="{FF2B5EF4-FFF2-40B4-BE49-F238E27FC236}">
                <a16:creationId xmlns:a16="http://schemas.microsoft.com/office/drawing/2014/main" id="{90EC54B6-DB74-4EE9-A797-2F8CECA0C149}"/>
              </a:ext>
            </a:extLst>
          </p:cNvPr>
          <p:cNvSpPr>
            <a:spLocks xmlns:a="http://schemas.openxmlformats.org/drawingml/2006/main" noGrp="1"/>
          </p:cNvSpPr>
          <p:nvPr/>
        </p:nvSpPr>
        <p:spPr>
          <a:xfrm xmlns:a="http://schemas.openxmlformats.org/drawingml/2006/main">
            <a:off x="984978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0" name="Editable chart path">
            <a:extLst xmlns:a="http://schemas.openxmlformats.org/drawingml/2006/main">
              <a:ext uri="{FF2B5EF4-FFF2-40B4-BE49-F238E27FC236}">
                <a16:creationId xmlns:a16="http://schemas.microsoft.com/office/drawing/2014/main" id="{C9D8DFD0-627D-49EA-9EEE-F251DA75CC71}"/>
              </a:ext>
            </a:extLst>
          </p:cNvPr>
          <p:cNvSpPr>
            <a:spLocks xmlns:a="http://schemas.openxmlformats.org/drawingml/2006/main" noGrp="1"/>
          </p:cNvSpPr>
          <p:nvPr/>
        </p:nvSpPr>
        <p:spPr>
          <a:xfrm xmlns:a="http://schemas.openxmlformats.org/drawingml/2006/main">
            <a:off x="9921187"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1" name="Editable chart path">
            <a:extLst xmlns:a="http://schemas.openxmlformats.org/drawingml/2006/main">
              <a:ext uri="{FF2B5EF4-FFF2-40B4-BE49-F238E27FC236}">
                <a16:creationId xmlns:a16="http://schemas.microsoft.com/office/drawing/2014/main" id="{AB8CE23E-D6EB-4CB5-A745-59FDD9E6AD18}"/>
              </a:ext>
            </a:extLst>
          </p:cNvPr>
          <p:cNvSpPr>
            <a:spLocks xmlns:a="http://schemas.openxmlformats.org/drawingml/2006/main" noGrp="1"/>
          </p:cNvSpPr>
          <p:nvPr/>
        </p:nvSpPr>
        <p:spPr>
          <a:xfrm xmlns:a="http://schemas.openxmlformats.org/drawingml/2006/main">
            <a:off x="9992589"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2" name="Editable chart path">
            <a:extLst xmlns:a="http://schemas.openxmlformats.org/drawingml/2006/main">
              <a:ext uri="{FF2B5EF4-FFF2-40B4-BE49-F238E27FC236}">
                <a16:creationId xmlns:a16="http://schemas.microsoft.com/office/drawing/2014/main" id="{352A2914-42F2-4520-B085-CAC7A77658F6}"/>
              </a:ext>
            </a:extLst>
          </p:cNvPr>
          <p:cNvSpPr>
            <a:spLocks xmlns:a="http://schemas.openxmlformats.org/drawingml/2006/main" noGrp="1"/>
          </p:cNvSpPr>
          <p:nvPr/>
        </p:nvSpPr>
        <p:spPr>
          <a:xfrm xmlns:a="http://schemas.openxmlformats.org/drawingml/2006/main">
            <a:off x="10063991"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3" name="Editable chart path">
            <a:extLst xmlns:a="http://schemas.openxmlformats.org/drawingml/2006/main">
              <a:ext uri="{FF2B5EF4-FFF2-40B4-BE49-F238E27FC236}">
                <a16:creationId xmlns:a16="http://schemas.microsoft.com/office/drawing/2014/main" id="{4AF6B410-CF3B-4F76-B856-35D462B31BAE}"/>
              </a:ext>
            </a:extLst>
          </p:cNvPr>
          <p:cNvSpPr>
            <a:spLocks xmlns:a="http://schemas.openxmlformats.org/drawingml/2006/main" noGrp="1"/>
          </p:cNvSpPr>
          <p:nvPr/>
        </p:nvSpPr>
        <p:spPr>
          <a:xfrm xmlns:a="http://schemas.openxmlformats.org/drawingml/2006/main">
            <a:off x="10135393"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4" name="Editable chart path">
            <a:extLst xmlns:a="http://schemas.openxmlformats.org/drawingml/2006/main">
              <a:ext uri="{FF2B5EF4-FFF2-40B4-BE49-F238E27FC236}">
                <a16:creationId xmlns:a16="http://schemas.microsoft.com/office/drawing/2014/main" id="{3574D18A-3EA2-4F8F-8624-A1D47FF80C1D}"/>
              </a:ext>
            </a:extLst>
          </p:cNvPr>
          <p:cNvSpPr>
            <a:spLocks xmlns:a="http://schemas.openxmlformats.org/drawingml/2006/main" noGrp="1"/>
          </p:cNvSpPr>
          <p:nvPr/>
        </p:nvSpPr>
        <p:spPr>
          <a:xfrm xmlns:a="http://schemas.openxmlformats.org/drawingml/2006/main">
            <a:off x="10206795"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5" name="Editable chart path">
            <a:extLst xmlns:a="http://schemas.openxmlformats.org/drawingml/2006/main">
              <a:ext uri="{FF2B5EF4-FFF2-40B4-BE49-F238E27FC236}">
                <a16:creationId xmlns:a16="http://schemas.microsoft.com/office/drawing/2014/main" id="{3199C777-CDDC-4161-81FC-91AF51E4685D}"/>
              </a:ext>
            </a:extLst>
          </p:cNvPr>
          <p:cNvSpPr>
            <a:spLocks xmlns:a="http://schemas.openxmlformats.org/drawingml/2006/main" noGrp="1"/>
          </p:cNvSpPr>
          <p:nvPr/>
        </p:nvSpPr>
        <p:spPr>
          <a:xfrm xmlns:a="http://schemas.openxmlformats.org/drawingml/2006/main">
            <a:off x="10278197" y="396897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6" name="Editable chart path">
            <a:extLst xmlns:a="http://schemas.openxmlformats.org/drawingml/2006/main">
              <a:ext uri="{FF2B5EF4-FFF2-40B4-BE49-F238E27FC236}">
                <a16:creationId xmlns:a16="http://schemas.microsoft.com/office/drawing/2014/main" id="{D018787A-2126-4762-83C2-7EFA15BA7ECD}"/>
              </a:ext>
            </a:extLst>
          </p:cNvPr>
          <p:cNvSpPr>
            <a:spLocks xmlns:a="http://schemas.openxmlformats.org/drawingml/2006/main" noGrp="1"/>
          </p:cNvSpPr>
          <p:nvPr/>
        </p:nvSpPr>
        <p:spPr>
          <a:xfrm xmlns:a="http://schemas.openxmlformats.org/drawingml/2006/main">
            <a:off x="706510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7" name="Editable chart path">
            <a:extLst xmlns:a="http://schemas.openxmlformats.org/drawingml/2006/main">
              <a:ext uri="{FF2B5EF4-FFF2-40B4-BE49-F238E27FC236}">
                <a16:creationId xmlns:a16="http://schemas.microsoft.com/office/drawing/2014/main" id="{6F28D3F9-1D70-4EEF-8874-3A347E64624B}"/>
              </a:ext>
            </a:extLst>
          </p:cNvPr>
          <p:cNvSpPr>
            <a:spLocks xmlns:a="http://schemas.openxmlformats.org/drawingml/2006/main" noGrp="1"/>
          </p:cNvSpPr>
          <p:nvPr/>
        </p:nvSpPr>
        <p:spPr>
          <a:xfrm xmlns:a="http://schemas.openxmlformats.org/drawingml/2006/main">
            <a:off x="7136510"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8" name="Editable chart path">
            <a:extLst xmlns:a="http://schemas.openxmlformats.org/drawingml/2006/main">
              <a:ext uri="{FF2B5EF4-FFF2-40B4-BE49-F238E27FC236}">
                <a16:creationId xmlns:a16="http://schemas.microsoft.com/office/drawing/2014/main" id="{31BEA146-D182-4B1C-B508-FD672252942E}"/>
              </a:ext>
            </a:extLst>
          </p:cNvPr>
          <p:cNvSpPr>
            <a:spLocks xmlns:a="http://schemas.openxmlformats.org/drawingml/2006/main" noGrp="1"/>
          </p:cNvSpPr>
          <p:nvPr/>
        </p:nvSpPr>
        <p:spPr>
          <a:xfrm xmlns:a="http://schemas.openxmlformats.org/drawingml/2006/main">
            <a:off x="7207912"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09" name="Editable chart path">
            <a:extLst xmlns:a="http://schemas.openxmlformats.org/drawingml/2006/main">
              <a:ext uri="{FF2B5EF4-FFF2-40B4-BE49-F238E27FC236}">
                <a16:creationId xmlns:a16="http://schemas.microsoft.com/office/drawing/2014/main" id="{967E39BE-C5DB-42C5-9FB1-4A04E29A4FC3}"/>
              </a:ext>
            </a:extLst>
          </p:cNvPr>
          <p:cNvSpPr>
            <a:spLocks xmlns:a="http://schemas.openxmlformats.org/drawingml/2006/main" noGrp="1"/>
          </p:cNvSpPr>
          <p:nvPr/>
        </p:nvSpPr>
        <p:spPr>
          <a:xfrm xmlns:a="http://schemas.openxmlformats.org/drawingml/2006/main">
            <a:off x="7279314"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0" name="Editable chart path">
            <a:extLst xmlns:a="http://schemas.openxmlformats.org/drawingml/2006/main">
              <a:ext uri="{FF2B5EF4-FFF2-40B4-BE49-F238E27FC236}">
                <a16:creationId xmlns:a16="http://schemas.microsoft.com/office/drawing/2014/main" id="{0E8C5038-D597-4F33-89B4-BF7DF655EC86}"/>
              </a:ext>
            </a:extLst>
          </p:cNvPr>
          <p:cNvSpPr>
            <a:spLocks xmlns:a="http://schemas.openxmlformats.org/drawingml/2006/main" noGrp="1"/>
          </p:cNvSpPr>
          <p:nvPr/>
        </p:nvSpPr>
        <p:spPr>
          <a:xfrm xmlns:a="http://schemas.openxmlformats.org/drawingml/2006/main">
            <a:off x="7350716"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1" name="Editable chart path">
            <a:extLst xmlns:a="http://schemas.openxmlformats.org/drawingml/2006/main">
              <a:ext uri="{FF2B5EF4-FFF2-40B4-BE49-F238E27FC236}">
                <a16:creationId xmlns:a16="http://schemas.microsoft.com/office/drawing/2014/main" id="{0DA08417-3B0C-4946-9638-CCEB7048B62C}"/>
              </a:ext>
            </a:extLst>
          </p:cNvPr>
          <p:cNvSpPr>
            <a:spLocks xmlns:a="http://schemas.openxmlformats.org/drawingml/2006/main" noGrp="1"/>
          </p:cNvSpPr>
          <p:nvPr/>
        </p:nvSpPr>
        <p:spPr>
          <a:xfrm xmlns:a="http://schemas.openxmlformats.org/drawingml/2006/main">
            <a:off x="742211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2" name="Editable chart path">
            <a:extLst xmlns:a="http://schemas.openxmlformats.org/drawingml/2006/main">
              <a:ext uri="{FF2B5EF4-FFF2-40B4-BE49-F238E27FC236}">
                <a16:creationId xmlns:a16="http://schemas.microsoft.com/office/drawing/2014/main" id="{28FA0C2E-2E48-4088-B645-6F2D0FD160B4}"/>
              </a:ext>
            </a:extLst>
          </p:cNvPr>
          <p:cNvSpPr>
            <a:spLocks xmlns:a="http://schemas.openxmlformats.org/drawingml/2006/main" noGrp="1"/>
          </p:cNvSpPr>
          <p:nvPr/>
        </p:nvSpPr>
        <p:spPr>
          <a:xfrm xmlns:a="http://schemas.openxmlformats.org/drawingml/2006/main">
            <a:off x="7493520"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3" name="Editable chart path">
            <a:extLst xmlns:a="http://schemas.openxmlformats.org/drawingml/2006/main">
              <a:ext uri="{FF2B5EF4-FFF2-40B4-BE49-F238E27FC236}">
                <a16:creationId xmlns:a16="http://schemas.microsoft.com/office/drawing/2014/main" id="{A8D1E3CD-A35A-4081-AD45-7CFECA943FC1}"/>
              </a:ext>
            </a:extLst>
          </p:cNvPr>
          <p:cNvSpPr>
            <a:spLocks xmlns:a="http://schemas.openxmlformats.org/drawingml/2006/main" noGrp="1"/>
          </p:cNvSpPr>
          <p:nvPr/>
        </p:nvSpPr>
        <p:spPr>
          <a:xfrm xmlns:a="http://schemas.openxmlformats.org/drawingml/2006/main">
            <a:off x="7564922"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4" name="Editable chart path">
            <a:extLst xmlns:a="http://schemas.openxmlformats.org/drawingml/2006/main">
              <a:ext uri="{FF2B5EF4-FFF2-40B4-BE49-F238E27FC236}">
                <a16:creationId xmlns:a16="http://schemas.microsoft.com/office/drawing/2014/main" id="{4D51F7AB-8924-428F-A961-276FA33F6686}"/>
              </a:ext>
            </a:extLst>
          </p:cNvPr>
          <p:cNvSpPr>
            <a:spLocks xmlns:a="http://schemas.openxmlformats.org/drawingml/2006/main" noGrp="1"/>
          </p:cNvSpPr>
          <p:nvPr/>
        </p:nvSpPr>
        <p:spPr>
          <a:xfrm xmlns:a="http://schemas.openxmlformats.org/drawingml/2006/main">
            <a:off x="7636324"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5" name="Editable chart path">
            <a:extLst xmlns:a="http://schemas.openxmlformats.org/drawingml/2006/main">
              <a:ext uri="{FF2B5EF4-FFF2-40B4-BE49-F238E27FC236}">
                <a16:creationId xmlns:a16="http://schemas.microsoft.com/office/drawing/2014/main" id="{604172E8-B4B4-48F0-9BE8-83615AA21D8F}"/>
              </a:ext>
            </a:extLst>
          </p:cNvPr>
          <p:cNvSpPr>
            <a:spLocks xmlns:a="http://schemas.openxmlformats.org/drawingml/2006/main" noGrp="1"/>
          </p:cNvSpPr>
          <p:nvPr/>
        </p:nvSpPr>
        <p:spPr>
          <a:xfrm xmlns:a="http://schemas.openxmlformats.org/drawingml/2006/main">
            <a:off x="7707726"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6" name="Editable chart path">
            <a:extLst xmlns:a="http://schemas.openxmlformats.org/drawingml/2006/main">
              <a:ext uri="{FF2B5EF4-FFF2-40B4-BE49-F238E27FC236}">
                <a16:creationId xmlns:a16="http://schemas.microsoft.com/office/drawing/2014/main" id="{3F377A16-BC8E-431C-AE38-E38146D9540D}"/>
              </a:ext>
            </a:extLst>
          </p:cNvPr>
          <p:cNvSpPr>
            <a:spLocks xmlns:a="http://schemas.openxmlformats.org/drawingml/2006/main" noGrp="1"/>
          </p:cNvSpPr>
          <p:nvPr/>
        </p:nvSpPr>
        <p:spPr>
          <a:xfrm xmlns:a="http://schemas.openxmlformats.org/drawingml/2006/main">
            <a:off x="777912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7" name="Editable chart path">
            <a:extLst xmlns:a="http://schemas.openxmlformats.org/drawingml/2006/main">
              <a:ext uri="{FF2B5EF4-FFF2-40B4-BE49-F238E27FC236}">
                <a16:creationId xmlns:a16="http://schemas.microsoft.com/office/drawing/2014/main" id="{90AEF986-0C85-483E-84F7-E75262669BD6}"/>
              </a:ext>
            </a:extLst>
          </p:cNvPr>
          <p:cNvSpPr>
            <a:spLocks xmlns:a="http://schemas.openxmlformats.org/drawingml/2006/main" noGrp="1"/>
          </p:cNvSpPr>
          <p:nvPr/>
        </p:nvSpPr>
        <p:spPr>
          <a:xfrm xmlns:a="http://schemas.openxmlformats.org/drawingml/2006/main">
            <a:off x="7850530"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8" name="Editable chart path">
            <a:extLst xmlns:a="http://schemas.openxmlformats.org/drawingml/2006/main">
              <a:ext uri="{FF2B5EF4-FFF2-40B4-BE49-F238E27FC236}">
                <a16:creationId xmlns:a16="http://schemas.microsoft.com/office/drawing/2014/main" id="{30BF599E-A971-489A-9DFE-616165283CDB}"/>
              </a:ext>
            </a:extLst>
          </p:cNvPr>
          <p:cNvSpPr>
            <a:spLocks xmlns:a="http://schemas.openxmlformats.org/drawingml/2006/main" noGrp="1"/>
          </p:cNvSpPr>
          <p:nvPr/>
        </p:nvSpPr>
        <p:spPr>
          <a:xfrm xmlns:a="http://schemas.openxmlformats.org/drawingml/2006/main">
            <a:off x="7921932"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19" name="Editable chart path">
            <a:extLst xmlns:a="http://schemas.openxmlformats.org/drawingml/2006/main">
              <a:ext uri="{FF2B5EF4-FFF2-40B4-BE49-F238E27FC236}">
                <a16:creationId xmlns:a16="http://schemas.microsoft.com/office/drawing/2014/main" id="{E05C86A6-5F82-4918-9C02-4CE98CE5298E}"/>
              </a:ext>
            </a:extLst>
          </p:cNvPr>
          <p:cNvSpPr>
            <a:spLocks xmlns:a="http://schemas.openxmlformats.org/drawingml/2006/main" noGrp="1"/>
          </p:cNvSpPr>
          <p:nvPr/>
        </p:nvSpPr>
        <p:spPr>
          <a:xfrm xmlns:a="http://schemas.openxmlformats.org/drawingml/2006/main">
            <a:off x="7993334"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0" name="Editable chart path">
            <a:extLst xmlns:a="http://schemas.openxmlformats.org/drawingml/2006/main">
              <a:ext uri="{FF2B5EF4-FFF2-40B4-BE49-F238E27FC236}">
                <a16:creationId xmlns:a16="http://schemas.microsoft.com/office/drawing/2014/main" id="{70572E72-DF8A-4842-8A09-390700678868}"/>
              </a:ext>
            </a:extLst>
          </p:cNvPr>
          <p:cNvSpPr>
            <a:spLocks xmlns:a="http://schemas.openxmlformats.org/drawingml/2006/main" noGrp="1"/>
          </p:cNvSpPr>
          <p:nvPr/>
        </p:nvSpPr>
        <p:spPr>
          <a:xfrm xmlns:a="http://schemas.openxmlformats.org/drawingml/2006/main">
            <a:off x="8064736"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1" name="Editable chart path">
            <a:extLst xmlns:a="http://schemas.openxmlformats.org/drawingml/2006/main">
              <a:ext uri="{FF2B5EF4-FFF2-40B4-BE49-F238E27FC236}">
                <a16:creationId xmlns:a16="http://schemas.microsoft.com/office/drawing/2014/main" id="{E3A503B0-A428-4169-8B40-1B772C4855A5}"/>
              </a:ext>
            </a:extLst>
          </p:cNvPr>
          <p:cNvSpPr>
            <a:spLocks xmlns:a="http://schemas.openxmlformats.org/drawingml/2006/main" noGrp="1"/>
          </p:cNvSpPr>
          <p:nvPr/>
        </p:nvSpPr>
        <p:spPr>
          <a:xfrm xmlns:a="http://schemas.openxmlformats.org/drawingml/2006/main">
            <a:off x="813613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2" name="Editable chart path">
            <a:extLst xmlns:a="http://schemas.openxmlformats.org/drawingml/2006/main">
              <a:ext uri="{FF2B5EF4-FFF2-40B4-BE49-F238E27FC236}">
                <a16:creationId xmlns:a16="http://schemas.microsoft.com/office/drawing/2014/main" id="{90CEB145-0D7C-4E74-8D28-854DE8C8A762}"/>
              </a:ext>
            </a:extLst>
          </p:cNvPr>
          <p:cNvSpPr>
            <a:spLocks xmlns:a="http://schemas.openxmlformats.org/drawingml/2006/main" noGrp="1"/>
          </p:cNvSpPr>
          <p:nvPr/>
        </p:nvSpPr>
        <p:spPr>
          <a:xfrm xmlns:a="http://schemas.openxmlformats.org/drawingml/2006/main">
            <a:off x="8207540"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3" name="Editable chart path">
            <a:extLst xmlns:a="http://schemas.openxmlformats.org/drawingml/2006/main">
              <a:ext uri="{FF2B5EF4-FFF2-40B4-BE49-F238E27FC236}">
                <a16:creationId xmlns:a16="http://schemas.microsoft.com/office/drawing/2014/main" id="{8FF05D16-41CD-4136-97E1-3F28C6CE1284}"/>
              </a:ext>
            </a:extLst>
          </p:cNvPr>
          <p:cNvSpPr>
            <a:spLocks xmlns:a="http://schemas.openxmlformats.org/drawingml/2006/main" noGrp="1"/>
          </p:cNvSpPr>
          <p:nvPr/>
        </p:nvSpPr>
        <p:spPr>
          <a:xfrm xmlns:a="http://schemas.openxmlformats.org/drawingml/2006/main">
            <a:off x="8278942"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4" name="Editable chart path">
            <a:extLst xmlns:a="http://schemas.openxmlformats.org/drawingml/2006/main">
              <a:ext uri="{FF2B5EF4-FFF2-40B4-BE49-F238E27FC236}">
                <a16:creationId xmlns:a16="http://schemas.microsoft.com/office/drawing/2014/main" id="{CCC6857A-B3EA-4666-A316-9A43B6E1BD62}"/>
              </a:ext>
            </a:extLst>
          </p:cNvPr>
          <p:cNvSpPr>
            <a:spLocks xmlns:a="http://schemas.openxmlformats.org/drawingml/2006/main" noGrp="1"/>
          </p:cNvSpPr>
          <p:nvPr/>
        </p:nvSpPr>
        <p:spPr>
          <a:xfrm xmlns:a="http://schemas.openxmlformats.org/drawingml/2006/main">
            <a:off x="8350344"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5" name="Editable chart path">
            <a:extLst xmlns:a="http://schemas.openxmlformats.org/drawingml/2006/main">
              <a:ext uri="{FF2B5EF4-FFF2-40B4-BE49-F238E27FC236}">
                <a16:creationId xmlns:a16="http://schemas.microsoft.com/office/drawing/2014/main" id="{A4C2A08A-0085-40CC-B371-F394F7F71CC8}"/>
              </a:ext>
            </a:extLst>
          </p:cNvPr>
          <p:cNvSpPr>
            <a:spLocks xmlns:a="http://schemas.openxmlformats.org/drawingml/2006/main" noGrp="1"/>
          </p:cNvSpPr>
          <p:nvPr/>
        </p:nvSpPr>
        <p:spPr>
          <a:xfrm xmlns:a="http://schemas.openxmlformats.org/drawingml/2006/main">
            <a:off x="8421746"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6" name="Editable chart path">
            <a:extLst xmlns:a="http://schemas.openxmlformats.org/drawingml/2006/main">
              <a:ext uri="{FF2B5EF4-FFF2-40B4-BE49-F238E27FC236}">
                <a16:creationId xmlns:a16="http://schemas.microsoft.com/office/drawing/2014/main" id="{4C65D00B-45FC-4B12-A7B8-26AA5F5D2FC8}"/>
              </a:ext>
            </a:extLst>
          </p:cNvPr>
          <p:cNvSpPr>
            <a:spLocks xmlns:a="http://schemas.openxmlformats.org/drawingml/2006/main" noGrp="1"/>
          </p:cNvSpPr>
          <p:nvPr/>
        </p:nvSpPr>
        <p:spPr>
          <a:xfrm xmlns:a="http://schemas.openxmlformats.org/drawingml/2006/main">
            <a:off x="849314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7" name="Editable chart path">
            <a:extLst xmlns:a="http://schemas.openxmlformats.org/drawingml/2006/main">
              <a:ext uri="{FF2B5EF4-FFF2-40B4-BE49-F238E27FC236}">
                <a16:creationId xmlns:a16="http://schemas.microsoft.com/office/drawing/2014/main" id="{07E1992F-64CD-4588-8922-FABF8F61121A}"/>
              </a:ext>
            </a:extLst>
          </p:cNvPr>
          <p:cNvSpPr>
            <a:spLocks xmlns:a="http://schemas.openxmlformats.org/drawingml/2006/main" noGrp="1"/>
          </p:cNvSpPr>
          <p:nvPr/>
        </p:nvSpPr>
        <p:spPr>
          <a:xfrm xmlns:a="http://schemas.openxmlformats.org/drawingml/2006/main">
            <a:off x="8564550"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8" name="Editable chart path">
            <a:extLst xmlns:a="http://schemas.openxmlformats.org/drawingml/2006/main">
              <a:ext uri="{FF2B5EF4-FFF2-40B4-BE49-F238E27FC236}">
                <a16:creationId xmlns:a16="http://schemas.microsoft.com/office/drawing/2014/main" id="{D27E0D7D-7655-4AFF-B309-BE94E7664136}"/>
              </a:ext>
            </a:extLst>
          </p:cNvPr>
          <p:cNvSpPr>
            <a:spLocks xmlns:a="http://schemas.openxmlformats.org/drawingml/2006/main" noGrp="1"/>
          </p:cNvSpPr>
          <p:nvPr/>
        </p:nvSpPr>
        <p:spPr>
          <a:xfrm xmlns:a="http://schemas.openxmlformats.org/drawingml/2006/main">
            <a:off x="8635952"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29" name="Editable chart path">
            <a:extLst xmlns:a="http://schemas.openxmlformats.org/drawingml/2006/main">
              <a:ext uri="{FF2B5EF4-FFF2-40B4-BE49-F238E27FC236}">
                <a16:creationId xmlns:a16="http://schemas.microsoft.com/office/drawing/2014/main" id="{3C63C6EA-E644-4372-85EC-695CBBB7F29C}"/>
              </a:ext>
            </a:extLst>
          </p:cNvPr>
          <p:cNvSpPr>
            <a:spLocks xmlns:a="http://schemas.openxmlformats.org/drawingml/2006/main" noGrp="1"/>
          </p:cNvSpPr>
          <p:nvPr/>
        </p:nvSpPr>
        <p:spPr>
          <a:xfrm xmlns:a="http://schemas.openxmlformats.org/drawingml/2006/main">
            <a:off x="8707354"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0" name="Editable chart path">
            <a:extLst xmlns:a="http://schemas.openxmlformats.org/drawingml/2006/main">
              <a:ext uri="{FF2B5EF4-FFF2-40B4-BE49-F238E27FC236}">
                <a16:creationId xmlns:a16="http://schemas.microsoft.com/office/drawing/2014/main" id="{25DC1850-2CAF-4166-A77A-27571FBB7535}"/>
              </a:ext>
            </a:extLst>
          </p:cNvPr>
          <p:cNvSpPr>
            <a:spLocks xmlns:a="http://schemas.openxmlformats.org/drawingml/2006/main" noGrp="1"/>
          </p:cNvSpPr>
          <p:nvPr/>
        </p:nvSpPr>
        <p:spPr>
          <a:xfrm xmlns:a="http://schemas.openxmlformats.org/drawingml/2006/main">
            <a:off x="8778756"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1" name="Editable chart path">
            <a:extLst xmlns:a="http://schemas.openxmlformats.org/drawingml/2006/main">
              <a:ext uri="{FF2B5EF4-FFF2-40B4-BE49-F238E27FC236}">
                <a16:creationId xmlns:a16="http://schemas.microsoft.com/office/drawing/2014/main" id="{A3105F04-CF18-4193-AE82-5B86948E90AB}"/>
              </a:ext>
            </a:extLst>
          </p:cNvPr>
          <p:cNvSpPr>
            <a:spLocks xmlns:a="http://schemas.openxmlformats.org/drawingml/2006/main" noGrp="1"/>
          </p:cNvSpPr>
          <p:nvPr/>
        </p:nvSpPr>
        <p:spPr>
          <a:xfrm xmlns:a="http://schemas.openxmlformats.org/drawingml/2006/main">
            <a:off x="8850158"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2" name="Editable chart path">
            <a:extLst xmlns:a="http://schemas.openxmlformats.org/drawingml/2006/main">
              <a:ext uri="{FF2B5EF4-FFF2-40B4-BE49-F238E27FC236}">
                <a16:creationId xmlns:a16="http://schemas.microsoft.com/office/drawing/2014/main" id="{87C44BFC-49CD-46A3-A776-97F8D7BE2896}"/>
              </a:ext>
            </a:extLst>
          </p:cNvPr>
          <p:cNvSpPr>
            <a:spLocks xmlns:a="http://schemas.openxmlformats.org/drawingml/2006/main" noGrp="1"/>
          </p:cNvSpPr>
          <p:nvPr/>
        </p:nvSpPr>
        <p:spPr>
          <a:xfrm xmlns:a="http://schemas.openxmlformats.org/drawingml/2006/main">
            <a:off x="8921560"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3" name="Editable chart path">
            <a:extLst xmlns:a="http://schemas.openxmlformats.org/drawingml/2006/main">
              <a:ext uri="{FF2B5EF4-FFF2-40B4-BE49-F238E27FC236}">
                <a16:creationId xmlns:a16="http://schemas.microsoft.com/office/drawing/2014/main" id="{DCB7FFBA-FBAB-44D0-A131-87E94B015869}"/>
              </a:ext>
            </a:extLst>
          </p:cNvPr>
          <p:cNvSpPr>
            <a:spLocks xmlns:a="http://schemas.openxmlformats.org/drawingml/2006/main" noGrp="1"/>
          </p:cNvSpPr>
          <p:nvPr/>
        </p:nvSpPr>
        <p:spPr>
          <a:xfrm xmlns:a="http://schemas.openxmlformats.org/drawingml/2006/main">
            <a:off x="8992961"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4" name="Editable chart path">
            <a:extLst xmlns:a="http://schemas.openxmlformats.org/drawingml/2006/main">
              <a:ext uri="{FF2B5EF4-FFF2-40B4-BE49-F238E27FC236}">
                <a16:creationId xmlns:a16="http://schemas.microsoft.com/office/drawing/2014/main" id="{3642239A-D261-4D1B-B363-D869F9B4C07B}"/>
              </a:ext>
            </a:extLst>
          </p:cNvPr>
          <p:cNvSpPr>
            <a:spLocks xmlns:a="http://schemas.openxmlformats.org/drawingml/2006/main" noGrp="1"/>
          </p:cNvSpPr>
          <p:nvPr/>
        </p:nvSpPr>
        <p:spPr>
          <a:xfrm xmlns:a="http://schemas.openxmlformats.org/drawingml/2006/main">
            <a:off x="906436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5" name="Editable chart path">
            <a:extLst xmlns:a="http://schemas.openxmlformats.org/drawingml/2006/main">
              <a:ext uri="{FF2B5EF4-FFF2-40B4-BE49-F238E27FC236}">
                <a16:creationId xmlns:a16="http://schemas.microsoft.com/office/drawing/2014/main" id="{5F141803-E03F-4177-80C1-F2076926620E}"/>
              </a:ext>
            </a:extLst>
          </p:cNvPr>
          <p:cNvSpPr>
            <a:spLocks xmlns:a="http://schemas.openxmlformats.org/drawingml/2006/main" noGrp="1"/>
          </p:cNvSpPr>
          <p:nvPr/>
        </p:nvSpPr>
        <p:spPr>
          <a:xfrm xmlns:a="http://schemas.openxmlformats.org/drawingml/2006/main">
            <a:off x="9135765"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6" name="Editable chart path">
            <a:extLst xmlns:a="http://schemas.openxmlformats.org/drawingml/2006/main">
              <a:ext uri="{FF2B5EF4-FFF2-40B4-BE49-F238E27FC236}">
                <a16:creationId xmlns:a16="http://schemas.microsoft.com/office/drawing/2014/main" id="{78F7C79F-8D0B-4213-8285-CAD38601B2CD}"/>
              </a:ext>
            </a:extLst>
          </p:cNvPr>
          <p:cNvSpPr>
            <a:spLocks xmlns:a="http://schemas.openxmlformats.org/drawingml/2006/main" noGrp="1"/>
          </p:cNvSpPr>
          <p:nvPr/>
        </p:nvSpPr>
        <p:spPr>
          <a:xfrm xmlns:a="http://schemas.openxmlformats.org/drawingml/2006/main">
            <a:off x="9207167"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7" name="Editable chart path">
            <a:extLst xmlns:a="http://schemas.openxmlformats.org/drawingml/2006/main">
              <a:ext uri="{FF2B5EF4-FFF2-40B4-BE49-F238E27FC236}">
                <a16:creationId xmlns:a16="http://schemas.microsoft.com/office/drawing/2014/main" id="{71DF1377-106C-41CE-BAC2-289CE96D808C}"/>
              </a:ext>
            </a:extLst>
          </p:cNvPr>
          <p:cNvSpPr>
            <a:spLocks xmlns:a="http://schemas.openxmlformats.org/drawingml/2006/main" noGrp="1"/>
          </p:cNvSpPr>
          <p:nvPr/>
        </p:nvSpPr>
        <p:spPr>
          <a:xfrm xmlns:a="http://schemas.openxmlformats.org/drawingml/2006/main">
            <a:off x="9278569"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8" name="Editable chart path">
            <a:extLst xmlns:a="http://schemas.openxmlformats.org/drawingml/2006/main">
              <a:ext uri="{FF2B5EF4-FFF2-40B4-BE49-F238E27FC236}">
                <a16:creationId xmlns:a16="http://schemas.microsoft.com/office/drawing/2014/main" id="{1F95C484-DA4A-45C3-855B-C243B75CA68F}"/>
              </a:ext>
            </a:extLst>
          </p:cNvPr>
          <p:cNvSpPr>
            <a:spLocks xmlns:a="http://schemas.openxmlformats.org/drawingml/2006/main" noGrp="1"/>
          </p:cNvSpPr>
          <p:nvPr/>
        </p:nvSpPr>
        <p:spPr>
          <a:xfrm xmlns:a="http://schemas.openxmlformats.org/drawingml/2006/main">
            <a:off x="9349971"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39" name="Editable chart path">
            <a:extLst xmlns:a="http://schemas.openxmlformats.org/drawingml/2006/main">
              <a:ext uri="{FF2B5EF4-FFF2-40B4-BE49-F238E27FC236}">
                <a16:creationId xmlns:a16="http://schemas.microsoft.com/office/drawing/2014/main" id="{3E944855-1800-4633-9EBF-2B24ACAFEEC2}"/>
              </a:ext>
            </a:extLst>
          </p:cNvPr>
          <p:cNvSpPr>
            <a:spLocks xmlns:a="http://schemas.openxmlformats.org/drawingml/2006/main" noGrp="1"/>
          </p:cNvSpPr>
          <p:nvPr/>
        </p:nvSpPr>
        <p:spPr>
          <a:xfrm xmlns:a="http://schemas.openxmlformats.org/drawingml/2006/main">
            <a:off x="942137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0" name="Editable chart path">
            <a:extLst xmlns:a="http://schemas.openxmlformats.org/drawingml/2006/main">
              <a:ext uri="{FF2B5EF4-FFF2-40B4-BE49-F238E27FC236}">
                <a16:creationId xmlns:a16="http://schemas.microsoft.com/office/drawing/2014/main" id="{6D3EF1B9-FF7A-4536-A1C9-C43AEB753303}"/>
              </a:ext>
            </a:extLst>
          </p:cNvPr>
          <p:cNvSpPr>
            <a:spLocks xmlns:a="http://schemas.openxmlformats.org/drawingml/2006/main" noGrp="1"/>
          </p:cNvSpPr>
          <p:nvPr/>
        </p:nvSpPr>
        <p:spPr>
          <a:xfrm xmlns:a="http://schemas.openxmlformats.org/drawingml/2006/main">
            <a:off x="9492775"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1" name="Editable chart path">
            <a:extLst xmlns:a="http://schemas.openxmlformats.org/drawingml/2006/main">
              <a:ext uri="{FF2B5EF4-FFF2-40B4-BE49-F238E27FC236}">
                <a16:creationId xmlns:a16="http://schemas.microsoft.com/office/drawing/2014/main" id="{02DA037E-5D2D-4DF2-9C6C-D12C05FC0AF0}"/>
              </a:ext>
            </a:extLst>
          </p:cNvPr>
          <p:cNvSpPr>
            <a:spLocks xmlns:a="http://schemas.openxmlformats.org/drawingml/2006/main" noGrp="1"/>
          </p:cNvSpPr>
          <p:nvPr/>
        </p:nvSpPr>
        <p:spPr>
          <a:xfrm xmlns:a="http://schemas.openxmlformats.org/drawingml/2006/main">
            <a:off x="9564177"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2" name="Editable chart path">
            <a:extLst xmlns:a="http://schemas.openxmlformats.org/drawingml/2006/main">
              <a:ext uri="{FF2B5EF4-FFF2-40B4-BE49-F238E27FC236}">
                <a16:creationId xmlns:a16="http://schemas.microsoft.com/office/drawing/2014/main" id="{A88E77DD-EC25-4D2D-8DA4-C62170E31D8C}"/>
              </a:ext>
            </a:extLst>
          </p:cNvPr>
          <p:cNvSpPr>
            <a:spLocks xmlns:a="http://schemas.openxmlformats.org/drawingml/2006/main" noGrp="1"/>
          </p:cNvSpPr>
          <p:nvPr/>
        </p:nvSpPr>
        <p:spPr>
          <a:xfrm xmlns:a="http://schemas.openxmlformats.org/drawingml/2006/main">
            <a:off x="9635579"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3" name="Editable chart path">
            <a:extLst xmlns:a="http://schemas.openxmlformats.org/drawingml/2006/main">
              <a:ext uri="{FF2B5EF4-FFF2-40B4-BE49-F238E27FC236}">
                <a16:creationId xmlns:a16="http://schemas.microsoft.com/office/drawing/2014/main" id="{593102D4-9757-4C2D-8B7D-261AF08F476E}"/>
              </a:ext>
            </a:extLst>
          </p:cNvPr>
          <p:cNvSpPr>
            <a:spLocks xmlns:a="http://schemas.openxmlformats.org/drawingml/2006/main" noGrp="1"/>
          </p:cNvSpPr>
          <p:nvPr/>
        </p:nvSpPr>
        <p:spPr>
          <a:xfrm xmlns:a="http://schemas.openxmlformats.org/drawingml/2006/main">
            <a:off x="9706981"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4" name="Editable chart path">
            <a:extLst xmlns:a="http://schemas.openxmlformats.org/drawingml/2006/main">
              <a:ext uri="{FF2B5EF4-FFF2-40B4-BE49-F238E27FC236}">
                <a16:creationId xmlns:a16="http://schemas.microsoft.com/office/drawing/2014/main" id="{6228647C-AD2C-4A3A-B3E6-6CE776A73185}"/>
              </a:ext>
            </a:extLst>
          </p:cNvPr>
          <p:cNvSpPr>
            <a:spLocks xmlns:a="http://schemas.openxmlformats.org/drawingml/2006/main" noGrp="1"/>
          </p:cNvSpPr>
          <p:nvPr/>
        </p:nvSpPr>
        <p:spPr>
          <a:xfrm xmlns:a="http://schemas.openxmlformats.org/drawingml/2006/main">
            <a:off x="977838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5" name="Editable chart path">
            <a:extLst xmlns:a="http://schemas.openxmlformats.org/drawingml/2006/main">
              <a:ext uri="{FF2B5EF4-FFF2-40B4-BE49-F238E27FC236}">
                <a16:creationId xmlns:a16="http://schemas.microsoft.com/office/drawing/2014/main" id="{0A2790ED-FF87-4ABE-B0E2-7A47293C7ACF}"/>
              </a:ext>
            </a:extLst>
          </p:cNvPr>
          <p:cNvSpPr>
            <a:spLocks xmlns:a="http://schemas.openxmlformats.org/drawingml/2006/main" noGrp="1"/>
          </p:cNvSpPr>
          <p:nvPr/>
        </p:nvSpPr>
        <p:spPr>
          <a:xfrm xmlns:a="http://schemas.openxmlformats.org/drawingml/2006/main">
            <a:off x="9849785"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6" name="Editable chart path">
            <a:extLst xmlns:a="http://schemas.openxmlformats.org/drawingml/2006/main">
              <a:ext uri="{FF2B5EF4-FFF2-40B4-BE49-F238E27FC236}">
                <a16:creationId xmlns:a16="http://schemas.microsoft.com/office/drawing/2014/main" id="{50F2A6CB-77A1-4988-A2F0-3F553FC1FE32}"/>
              </a:ext>
            </a:extLst>
          </p:cNvPr>
          <p:cNvSpPr>
            <a:spLocks xmlns:a="http://schemas.openxmlformats.org/drawingml/2006/main" noGrp="1"/>
          </p:cNvSpPr>
          <p:nvPr/>
        </p:nvSpPr>
        <p:spPr>
          <a:xfrm xmlns:a="http://schemas.openxmlformats.org/drawingml/2006/main">
            <a:off x="9921187"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7" name="Editable chart path">
            <a:extLst xmlns:a="http://schemas.openxmlformats.org/drawingml/2006/main">
              <a:ext uri="{FF2B5EF4-FFF2-40B4-BE49-F238E27FC236}">
                <a16:creationId xmlns:a16="http://schemas.microsoft.com/office/drawing/2014/main" id="{36DEFCE8-A173-4F62-BFAD-CB4F2C0E66AF}"/>
              </a:ext>
            </a:extLst>
          </p:cNvPr>
          <p:cNvSpPr>
            <a:spLocks xmlns:a="http://schemas.openxmlformats.org/drawingml/2006/main" noGrp="1"/>
          </p:cNvSpPr>
          <p:nvPr/>
        </p:nvSpPr>
        <p:spPr>
          <a:xfrm xmlns:a="http://schemas.openxmlformats.org/drawingml/2006/main">
            <a:off x="9992589"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8" name="Editable chart path">
            <a:extLst xmlns:a="http://schemas.openxmlformats.org/drawingml/2006/main">
              <a:ext uri="{FF2B5EF4-FFF2-40B4-BE49-F238E27FC236}">
                <a16:creationId xmlns:a16="http://schemas.microsoft.com/office/drawing/2014/main" id="{F906C666-D6FD-4E31-A307-A19C5376E94A}"/>
              </a:ext>
            </a:extLst>
          </p:cNvPr>
          <p:cNvSpPr>
            <a:spLocks xmlns:a="http://schemas.openxmlformats.org/drawingml/2006/main" noGrp="1"/>
          </p:cNvSpPr>
          <p:nvPr/>
        </p:nvSpPr>
        <p:spPr>
          <a:xfrm xmlns:a="http://schemas.openxmlformats.org/drawingml/2006/main">
            <a:off x="10063991"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49" name="Editable chart path">
            <a:extLst xmlns:a="http://schemas.openxmlformats.org/drawingml/2006/main">
              <a:ext uri="{FF2B5EF4-FFF2-40B4-BE49-F238E27FC236}">
                <a16:creationId xmlns:a16="http://schemas.microsoft.com/office/drawing/2014/main" id="{66743B1C-0A50-4537-B2F7-DD8795C625E4}"/>
              </a:ext>
            </a:extLst>
          </p:cNvPr>
          <p:cNvSpPr>
            <a:spLocks xmlns:a="http://schemas.openxmlformats.org/drawingml/2006/main" noGrp="1"/>
          </p:cNvSpPr>
          <p:nvPr/>
        </p:nvSpPr>
        <p:spPr>
          <a:xfrm xmlns:a="http://schemas.openxmlformats.org/drawingml/2006/main">
            <a:off x="10135393" y="389708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0" name="Editable chart path">
            <a:extLst xmlns:a="http://schemas.openxmlformats.org/drawingml/2006/main">
              <a:ext uri="{FF2B5EF4-FFF2-40B4-BE49-F238E27FC236}">
                <a16:creationId xmlns:a16="http://schemas.microsoft.com/office/drawing/2014/main" id="{723E61E1-6E92-4D85-903B-C49E9EFC0F8B}"/>
              </a:ext>
            </a:extLst>
          </p:cNvPr>
          <p:cNvSpPr>
            <a:spLocks xmlns:a="http://schemas.openxmlformats.org/drawingml/2006/main" noGrp="1"/>
          </p:cNvSpPr>
          <p:nvPr/>
        </p:nvSpPr>
        <p:spPr>
          <a:xfrm xmlns:a="http://schemas.openxmlformats.org/drawingml/2006/main">
            <a:off x="713651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1" name="Editable chart path">
            <a:extLst xmlns:a="http://schemas.openxmlformats.org/drawingml/2006/main">
              <a:ext uri="{FF2B5EF4-FFF2-40B4-BE49-F238E27FC236}">
                <a16:creationId xmlns:a16="http://schemas.microsoft.com/office/drawing/2014/main" id="{4E5627ED-99C0-420F-94FD-FDAC4206FE4E}"/>
              </a:ext>
            </a:extLst>
          </p:cNvPr>
          <p:cNvSpPr>
            <a:spLocks xmlns:a="http://schemas.openxmlformats.org/drawingml/2006/main" noGrp="1"/>
          </p:cNvSpPr>
          <p:nvPr/>
        </p:nvSpPr>
        <p:spPr>
          <a:xfrm xmlns:a="http://schemas.openxmlformats.org/drawingml/2006/main">
            <a:off x="7207912"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2" name="Editable chart path">
            <a:extLst xmlns:a="http://schemas.openxmlformats.org/drawingml/2006/main">
              <a:ext uri="{FF2B5EF4-FFF2-40B4-BE49-F238E27FC236}">
                <a16:creationId xmlns:a16="http://schemas.microsoft.com/office/drawing/2014/main" id="{68D6BDDB-442E-47D1-AC9F-617EA1DB523D}"/>
              </a:ext>
            </a:extLst>
          </p:cNvPr>
          <p:cNvSpPr>
            <a:spLocks xmlns:a="http://schemas.openxmlformats.org/drawingml/2006/main" noGrp="1"/>
          </p:cNvSpPr>
          <p:nvPr/>
        </p:nvSpPr>
        <p:spPr>
          <a:xfrm xmlns:a="http://schemas.openxmlformats.org/drawingml/2006/main">
            <a:off x="7279314"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3" name="Editable chart path">
            <a:extLst xmlns:a="http://schemas.openxmlformats.org/drawingml/2006/main">
              <a:ext uri="{FF2B5EF4-FFF2-40B4-BE49-F238E27FC236}">
                <a16:creationId xmlns:a16="http://schemas.microsoft.com/office/drawing/2014/main" id="{0BDAFAF4-9BD5-4328-B1ED-8FA11C7EB002}"/>
              </a:ext>
            </a:extLst>
          </p:cNvPr>
          <p:cNvSpPr>
            <a:spLocks xmlns:a="http://schemas.openxmlformats.org/drawingml/2006/main" noGrp="1"/>
          </p:cNvSpPr>
          <p:nvPr/>
        </p:nvSpPr>
        <p:spPr>
          <a:xfrm xmlns:a="http://schemas.openxmlformats.org/drawingml/2006/main">
            <a:off x="7350716"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4" name="Editable chart path">
            <a:extLst xmlns:a="http://schemas.openxmlformats.org/drawingml/2006/main">
              <a:ext uri="{FF2B5EF4-FFF2-40B4-BE49-F238E27FC236}">
                <a16:creationId xmlns:a16="http://schemas.microsoft.com/office/drawing/2014/main" id="{02D70203-695D-448B-AEEA-6BE21DAE7716}"/>
              </a:ext>
            </a:extLst>
          </p:cNvPr>
          <p:cNvSpPr>
            <a:spLocks xmlns:a="http://schemas.openxmlformats.org/drawingml/2006/main" noGrp="1"/>
          </p:cNvSpPr>
          <p:nvPr/>
        </p:nvSpPr>
        <p:spPr>
          <a:xfrm xmlns:a="http://schemas.openxmlformats.org/drawingml/2006/main">
            <a:off x="7422118"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5" name="Editable chart path">
            <a:extLst xmlns:a="http://schemas.openxmlformats.org/drawingml/2006/main">
              <a:ext uri="{FF2B5EF4-FFF2-40B4-BE49-F238E27FC236}">
                <a16:creationId xmlns:a16="http://schemas.microsoft.com/office/drawing/2014/main" id="{62E7021B-A276-4AC9-9A07-0A6F05BC90B8}"/>
              </a:ext>
            </a:extLst>
          </p:cNvPr>
          <p:cNvSpPr>
            <a:spLocks xmlns:a="http://schemas.openxmlformats.org/drawingml/2006/main" noGrp="1"/>
          </p:cNvSpPr>
          <p:nvPr/>
        </p:nvSpPr>
        <p:spPr>
          <a:xfrm xmlns:a="http://schemas.openxmlformats.org/drawingml/2006/main">
            <a:off x="749352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6" name="Editable chart path">
            <a:extLst xmlns:a="http://schemas.openxmlformats.org/drawingml/2006/main">
              <a:ext uri="{FF2B5EF4-FFF2-40B4-BE49-F238E27FC236}">
                <a16:creationId xmlns:a16="http://schemas.microsoft.com/office/drawing/2014/main" id="{E1082615-ADF3-4BEB-B6DC-2E5C578B1188}"/>
              </a:ext>
            </a:extLst>
          </p:cNvPr>
          <p:cNvSpPr>
            <a:spLocks xmlns:a="http://schemas.openxmlformats.org/drawingml/2006/main" noGrp="1"/>
          </p:cNvSpPr>
          <p:nvPr/>
        </p:nvSpPr>
        <p:spPr>
          <a:xfrm xmlns:a="http://schemas.openxmlformats.org/drawingml/2006/main">
            <a:off x="7564922"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7" name="Editable chart path">
            <a:extLst xmlns:a="http://schemas.openxmlformats.org/drawingml/2006/main">
              <a:ext uri="{FF2B5EF4-FFF2-40B4-BE49-F238E27FC236}">
                <a16:creationId xmlns:a16="http://schemas.microsoft.com/office/drawing/2014/main" id="{73C67BAD-FECE-42D8-A04D-233758515066}"/>
              </a:ext>
            </a:extLst>
          </p:cNvPr>
          <p:cNvSpPr>
            <a:spLocks xmlns:a="http://schemas.openxmlformats.org/drawingml/2006/main" noGrp="1"/>
          </p:cNvSpPr>
          <p:nvPr/>
        </p:nvSpPr>
        <p:spPr>
          <a:xfrm xmlns:a="http://schemas.openxmlformats.org/drawingml/2006/main">
            <a:off x="7636324"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8" name="Editable chart path">
            <a:extLst xmlns:a="http://schemas.openxmlformats.org/drawingml/2006/main">
              <a:ext uri="{FF2B5EF4-FFF2-40B4-BE49-F238E27FC236}">
                <a16:creationId xmlns:a16="http://schemas.microsoft.com/office/drawing/2014/main" id="{053353AC-59FE-46A7-AEF8-7BC079279364}"/>
              </a:ext>
            </a:extLst>
          </p:cNvPr>
          <p:cNvSpPr>
            <a:spLocks xmlns:a="http://schemas.openxmlformats.org/drawingml/2006/main" noGrp="1"/>
          </p:cNvSpPr>
          <p:nvPr/>
        </p:nvSpPr>
        <p:spPr>
          <a:xfrm xmlns:a="http://schemas.openxmlformats.org/drawingml/2006/main">
            <a:off x="7707726"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59" name="Editable chart path">
            <a:extLst xmlns:a="http://schemas.openxmlformats.org/drawingml/2006/main">
              <a:ext uri="{FF2B5EF4-FFF2-40B4-BE49-F238E27FC236}">
                <a16:creationId xmlns:a16="http://schemas.microsoft.com/office/drawing/2014/main" id="{DEF1202C-6A5E-4228-BB7F-0D0CFDF805C7}"/>
              </a:ext>
            </a:extLst>
          </p:cNvPr>
          <p:cNvSpPr>
            <a:spLocks xmlns:a="http://schemas.openxmlformats.org/drawingml/2006/main" noGrp="1"/>
          </p:cNvSpPr>
          <p:nvPr/>
        </p:nvSpPr>
        <p:spPr>
          <a:xfrm xmlns:a="http://schemas.openxmlformats.org/drawingml/2006/main">
            <a:off x="7779128"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0" name="Editable chart path">
            <a:extLst xmlns:a="http://schemas.openxmlformats.org/drawingml/2006/main">
              <a:ext uri="{FF2B5EF4-FFF2-40B4-BE49-F238E27FC236}">
                <a16:creationId xmlns:a16="http://schemas.microsoft.com/office/drawing/2014/main" id="{DF073931-E751-4B7E-A8A2-45F5E7D3BE6E}"/>
              </a:ext>
            </a:extLst>
          </p:cNvPr>
          <p:cNvSpPr>
            <a:spLocks xmlns:a="http://schemas.openxmlformats.org/drawingml/2006/main" noGrp="1"/>
          </p:cNvSpPr>
          <p:nvPr/>
        </p:nvSpPr>
        <p:spPr>
          <a:xfrm xmlns:a="http://schemas.openxmlformats.org/drawingml/2006/main">
            <a:off x="785053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1" name="Editable chart path">
            <a:extLst xmlns:a="http://schemas.openxmlformats.org/drawingml/2006/main">
              <a:ext uri="{FF2B5EF4-FFF2-40B4-BE49-F238E27FC236}">
                <a16:creationId xmlns:a16="http://schemas.microsoft.com/office/drawing/2014/main" id="{896BDDD4-3029-4838-8485-76454A846BE1}"/>
              </a:ext>
            </a:extLst>
          </p:cNvPr>
          <p:cNvSpPr>
            <a:spLocks xmlns:a="http://schemas.openxmlformats.org/drawingml/2006/main" noGrp="1"/>
          </p:cNvSpPr>
          <p:nvPr/>
        </p:nvSpPr>
        <p:spPr>
          <a:xfrm xmlns:a="http://schemas.openxmlformats.org/drawingml/2006/main">
            <a:off x="7921932"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2" name="Editable chart path">
            <a:extLst xmlns:a="http://schemas.openxmlformats.org/drawingml/2006/main">
              <a:ext uri="{FF2B5EF4-FFF2-40B4-BE49-F238E27FC236}">
                <a16:creationId xmlns:a16="http://schemas.microsoft.com/office/drawing/2014/main" id="{873145AA-49F0-454C-8793-0A54ECAAD599}"/>
              </a:ext>
            </a:extLst>
          </p:cNvPr>
          <p:cNvSpPr>
            <a:spLocks xmlns:a="http://schemas.openxmlformats.org/drawingml/2006/main" noGrp="1"/>
          </p:cNvSpPr>
          <p:nvPr/>
        </p:nvSpPr>
        <p:spPr>
          <a:xfrm xmlns:a="http://schemas.openxmlformats.org/drawingml/2006/main">
            <a:off x="7993334"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3" name="Editable chart path">
            <a:extLst xmlns:a="http://schemas.openxmlformats.org/drawingml/2006/main">
              <a:ext uri="{FF2B5EF4-FFF2-40B4-BE49-F238E27FC236}">
                <a16:creationId xmlns:a16="http://schemas.microsoft.com/office/drawing/2014/main" id="{F1568978-C51E-4909-82A5-D01FE1324525}"/>
              </a:ext>
            </a:extLst>
          </p:cNvPr>
          <p:cNvSpPr>
            <a:spLocks xmlns:a="http://schemas.openxmlformats.org/drawingml/2006/main" noGrp="1"/>
          </p:cNvSpPr>
          <p:nvPr/>
        </p:nvSpPr>
        <p:spPr>
          <a:xfrm xmlns:a="http://schemas.openxmlformats.org/drawingml/2006/main">
            <a:off x="8064736"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4" name="Editable chart path">
            <a:extLst xmlns:a="http://schemas.openxmlformats.org/drawingml/2006/main">
              <a:ext uri="{FF2B5EF4-FFF2-40B4-BE49-F238E27FC236}">
                <a16:creationId xmlns:a16="http://schemas.microsoft.com/office/drawing/2014/main" id="{2043CED9-D120-4F1D-8519-FB5F8AC6FD3E}"/>
              </a:ext>
            </a:extLst>
          </p:cNvPr>
          <p:cNvSpPr>
            <a:spLocks xmlns:a="http://schemas.openxmlformats.org/drawingml/2006/main" noGrp="1"/>
          </p:cNvSpPr>
          <p:nvPr/>
        </p:nvSpPr>
        <p:spPr>
          <a:xfrm xmlns:a="http://schemas.openxmlformats.org/drawingml/2006/main">
            <a:off x="8136138"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5" name="Editable chart path">
            <a:extLst xmlns:a="http://schemas.openxmlformats.org/drawingml/2006/main">
              <a:ext uri="{FF2B5EF4-FFF2-40B4-BE49-F238E27FC236}">
                <a16:creationId xmlns:a16="http://schemas.microsoft.com/office/drawing/2014/main" id="{C9009C39-C11D-47AC-A7C8-86517143909F}"/>
              </a:ext>
            </a:extLst>
          </p:cNvPr>
          <p:cNvSpPr>
            <a:spLocks xmlns:a="http://schemas.openxmlformats.org/drawingml/2006/main" noGrp="1"/>
          </p:cNvSpPr>
          <p:nvPr/>
        </p:nvSpPr>
        <p:spPr>
          <a:xfrm xmlns:a="http://schemas.openxmlformats.org/drawingml/2006/main">
            <a:off x="820754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6" name="Editable chart path">
            <a:extLst xmlns:a="http://schemas.openxmlformats.org/drawingml/2006/main">
              <a:ext uri="{FF2B5EF4-FFF2-40B4-BE49-F238E27FC236}">
                <a16:creationId xmlns:a16="http://schemas.microsoft.com/office/drawing/2014/main" id="{31CAF662-8C57-49A1-8171-31C5C14B2773}"/>
              </a:ext>
            </a:extLst>
          </p:cNvPr>
          <p:cNvSpPr>
            <a:spLocks xmlns:a="http://schemas.openxmlformats.org/drawingml/2006/main" noGrp="1"/>
          </p:cNvSpPr>
          <p:nvPr/>
        </p:nvSpPr>
        <p:spPr>
          <a:xfrm xmlns:a="http://schemas.openxmlformats.org/drawingml/2006/main">
            <a:off x="8278942"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7" name="Editable chart path">
            <a:extLst xmlns:a="http://schemas.openxmlformats.org/drawingml/2006/main">
              <a:ext uri="{FF2B5EF4-FFF2-40B4-BE49-F238E27FC236}">
                <a16:creationId xmlns:a16="http://schemas.microsoft.com/office/drawing/2014/main" id="{6E0556AE-6722-4FE2-9D7E-8A247E97313B}"/>
              </a:ext>
            </a:extLst>
          </p:cNvPr>
          <p:cNvSpPr>
            <a:spLocks xmlns:a="http://schemas.openxmlformats.org/drawingml/2006/main" noGrp="1"/>
          </p:cNvSpPr>
          <p:nvPr/>
        </p:nvSpPr>
        <p:spPr>
          <a:xfrm xmlns:a="http://schemas.openxmlformats.org/drawingml/2006/main">
            <a:off x="8350344"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8" name="Editable chart path">
            <a:extLst xmlns:a="http://schemas.openxmlformats.org/drawingml/2006/main">
              <a:ext uri="{FF2B5EF4-FFF2-40B4-BE49-F238E27FC236}">
                <a16:creationId xmlns:a16="http://schemas.microsoft.com/office/drawing/2014/main" id="{E2140C10-C951-4D92-9084-65BC15AF5FB7}"/>
              </a:ext>
            </a:extLst>
          </p:cNvPr>
          <p:cNvSpPr>
            <a:spLocks xmlns:a="http://schemas.openxmlformats.org/drawingml/2006/main" noGrp="1"/>
          </p:cNvSpPr>
          <p:nvPr/>
        </p:nvSpPr>
        <p:spPr>
          <a:xfrm xmlns:a="http://schemas.openxmlformats.org/drawingml/2006/main">
            <a:off x="8421746"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69" name="Editable chart path">
            <a:extLst xmlns:a="http://schemas.openxmlformats.org/drawingml/2006/main">
              <a:ext uri="{FF2B5EF4-FFF2-40B4-BE49-F238E27FC236}">
                <a16:creationId xmlns:a16="http://schemas.microsoft.com/office/drawing/2014/main" id="{6E83845F-934D-43AE-BA9E-D4A66F08EC91}"/>
              </a:ext>
            </a:extLst>
          </p:cNvPr>
          <p:cNvSpPr>
            <a:spLocks xmlns:a="http://schemas.openxmlformats.org/drawingml/2006/main" noGrp="1"/>
          </p:cNvSpPr>
          <p:nvPr/>
        </p:nvSpPr>
        <p:spPr>
          <a:xfrm xmlns:a="http://schemas.openxmlformats.org/drawingml/2006/main">
            <a:off x="8493148"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0" name="Editable chart path">
            <a:extLst xmlns:a="http://schemas.openxmlformats.org/drawingml/2006/main">
              <a:ext uri="{FF2B5EF4-FFF2-40B4-BE49-F238E27FC236}">
                <a16:creationId xmlns:a16="http://schemas.microsoft.com/office/drawing/2014/main" id="{97DDB70E-2ED3-4B78-AEF2-B8716FAE2FE0}"/>
              </a:ext>
            </a:extLst>
          </p:cNvPr>
          <p:cNvSpPr>
            <a:spLocks xmlns:a="http://schemas.openxmlformats.org/drawingml/2006/main" noGrp="1"/>
          </p:cNvSpPr>
          <p:nvPr/>
        </p:nvSpPr>
        <p:spPr>
          <a:xfrm xmlns:a="http://schemas.openxmlformats.org/drawingml/2006/main">
            <a:off x="856455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1" name="Editable chart path">
            <a:extLst xmlns:a="http://schemas.openxmlformats.org/drawingml/2006/main">
              <a:ext uri="{FF2B5EF4-FFF2-40B4-BE49-F238E27FC236}">
                <a16:creationId xmlns:a16="http://schemas.microsoft.com/office/drawing/2014/main" id="{FDBE62CE-10E8-490D-B0EC-13AE8AD2E03F}"/>
              </a:ext>
            </a:extLst>
          </p:cNvPr>
          <p:cNvSpPr>
            <a:spLocks xmlns:a="http://schemas.openxmlformats.org/drawingml/2006/main" noGrp="1"/>
          </p:cNvSpPr>
          <p:nvPr/>
        </p:nvSpPr>
        <p:spPr>
          <a:xfrm xmlns:a="http://schemas.openxmlformats.org/drawingml/2006/main">
            <a:off x="8635952"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2" name="Editable chart path">
            <a:extLst xmlns:a="http://schemas.openxmlformats.org/drawingml/2006/main">
              <a:ext uri="{FF2B5EF4-FFF2-40B4-BE49-F238E27FC236}">
                <a16:creationId xmlns:a16="http://schemas.microsoft.com/office/drawing/2014/main" id="{D01FEBC5-8858-4630-B193-8693B8F5368E}"/>
              </a:ext>
            </a:extLst>
          </p:cNvPr>
          <p:cNvSpPr>
            <a:spLocks xmlns:a="http://schemas.openxmlformats.org/drawingml/2006/main" noGrp="1"/>
          </p:cNvSpPr>
          <p:nvPr/>
        </p:nvSpPr>
        <p:spPr>
          <a:xfrm xmlns:a="http://schemas.openxmlformats.org/drawingml/2006/main">
            <a:off x="8707354"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3" name="Editable chart path">
            <a:extLst xmlns:a="http://schemas.openxmlformats.org/drawingml/2006/main">
              <a:ext uri="{FF2B5EF4-FFF2-40B4-BE49-F238E27FC236}">
                <a16:creationId xmlns:a16="http://schemas.microsoft.com/office/drawing/2014/main" id="{F6BEF74A-382C-4661-A31A-4BE2A8C095AE}"/>
              </a:ext>
            </a:extLst>
          </p:cNvPr>
          <p:cNvSpPr>
            <a:spLocks xmlns:a="http://schemas.openxmlformats.org/drawingml/2006/main" noGrp="1"/>
          </p:cNvSpPr>
          <p:nvPr/>
        </p:nvSpPr>
        <p:spPr>
          <a:xfrm xmlns:a="http://schemas.openxmlformats.org/drawingml/2006/main">
            <a:off x="8778756"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4" name="Editable chart path">
            <a:extLst xmlns:a="http://schemas.openxmlformats.org/drawingml/2006/main">
              <a:ext uri="{FF2B5EF4-FFF2-40B4-BE49-F238E27FC236}">
                <a16:creationId xmlns:a16="http://schemas.microsoft.com/office/drawing/2014/main" id="{ABBFDCC1-1E3C-4737-B038-176E9C2FB516}"/>
              </a:ext>
            </a:extLst>
          </p:cNvPr>
          <p:cNvSpPr>
            <a:spLocks xmlns:a="http://schemas.openxmlformats.org/drawingml/2006/main" noGrp="1"/>
          </p:cNvSpPr>
          <p:nvPr/>
        </p:nvSpPr>
        <p:spPr>
          <a:xfrm xmlns:a="http://schemas.openxmlformats.org/drawingml/2006/main">
            <a:off x="8850158"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5" name="Editable chart path">
            <a:extLst xmlns:a="http://schemas.openxmlformats.org/drawingml/2006/main">
              <a:ext uri="{FF2B5EF4-FFF2-40B4-BE49-F238E27FC236}">
                <a16:creationId xmlns:a16="http://schemas.microsoft.com/office/drawing/2014/main" id="{FAE63107-480D-4379-BF2A-94D0B252EF10}"/>
              </a:ext>
            </a:extLst>
          </p:cNvPr>
          <p:cNvSpPr>
            <a:spLocks xmlns:a="http://schemas.openxmlformats.org/drawingml/2006/main" noGrp="1"/>
          </p:cNvSpPr>
          <p:nvPr/>
        </p:nvSpPr>
        <p:spPr>
          <a:xfrm xmlns:a="http://schemas.openxmlformats.org/drawingml/2006/main">
            <a:off x="8921560"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6" name="Editable chart path">
            <a:extLst xmlns:a="http://schemas.openxmlformats.org/drawingml/2006/main">
              <a:ext uri="{FF2B5EF4-FFF2-40B4-BE49-F238E27FC236}">
                <a16:creationId xmlns:a16="http://schemas.microsoft.com/office/drawing/2014/main" id="{E107DEC6-219E-4B6D-87EC-3616C4743D99}"/>
              </a:ext>
            </a:extLst>
          </p:cNvPr>
          <p:cNvSpPr>
            <a:spLocks xmlns:a="http://schemas.openxmlformats.org/drawingml/2006/main" noGrp="1"/>
          </p:cNvSpPr>
          <p:nvPr/>
        </p:nvSpPr>
        <p:spPr>
          <a:xfrm xmlns:a="http://schemas.openxmlformats.org/drawingml/2006/main">
            <a:off x="8992961"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7" name="Editable chart path">
            <a:extLst xmlns:a="http://schemas.openxmlformats.org/drawingml/2006/main">
              <a:ext uri="{FF2B5EF4-FFF2-40B4-BE49-F238E27FC236}">
                <a16:creationId xmlns:a16="http://schemas.microsoft.com/office/drawing/2014/main" id="{452F7AFD-E059-40A7-84C9-532F7446DE96}"/>
              </a:ext>
            </a:extLst>
          </p:cNvPr>
          <p:cNvSpPr>
            <a:spLocks xmlns:a="http://schemas.openxmlformats.org/drawingml/2006/main" noGrp="1"/>
          </p:cNvSpPr>
          <p:nvPr/>
        </p:nvSpPr>
        <p:spPr>
          <a:xfrm xmlns:a="http://schemas.openxmlformats.org/drawingml/2006/main">
            <a:off x="9064363"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8" name="Editable chart path">
            <a:extLst xmlns:a="http://schemas.openxmlformats.org/drawingml/2006/main">
              <a:ext uri="{FF2B5EF4-FFF2-40B4-BE49-F238E27FC236}">
                <a16:creationId xmlns:a16="http://schemas.microsoft.com/office/drawing/2014/main" id="{E644F4B1-110D-4B66-8769-B4B46291255C}"/>
              </a:ext>
            </a:extLst>
          </p:cNvPr>
          <p:cNvSpPr>
            <a:spLocks xmlns:a="http://schemas.openxmlformats.org/drawingml/2006/main" noGrp="1"/>
          </p:cNvSpPr>
          <p:nvPr/>
        </p:nvSpPr>
        <p:spPr>
          <a:xfrm xmlns:a="http://schemas.openxmlformats.org/drawingml/2006/main">
            <a:off x="913576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79" name="Editable chart path">
            <a:extLst xmlns:a="http://schemas.openxmlformats.org/drawingml/2006/main">
              <a:ext uri="{FF2B5EF4-FFF2-40B4-BE49-F238E27FC236}">
                <a16:creationId xmlns:a16="http://schemas.microsoft.com/office/drawing/2014/main" id="{EC16B2AB-58AC-4330-A518-3B9FF0F19807}"/>
              </a:ext>
            </a:extLst>
          </p:cNvPr>
          <p:cNvSpPr>
            <a:spLocks xmlns:a="http://schemas.openxmlformats.org/drawingml/2006/main" noGrp="1"/>
          </p:cNvSpPr>
          <p:nvPr/>
        </p:nvSpPr>
        <p:spPr>
          <a:xfrm xmlns:a="http://schemas.openxmlformats.org/drawingml/2006/main">
            <a:off x="9207167"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0" name="Editable chart path">
            <a:extLst xmlns:a="http://schemas.openxmlformats.org/drawingml/2006/main">
              <a:ext uri="{FF2B5EF4-FFF2-40B4-BE49-F238E27FC236}">
                <a16:creationId xmlns:a16="http://schemas.microsoft.com/office/drawing/2014/main" id="{F4480E69-4047-498B-95C6-5111C0336571}"/>
              </a:ext>
            </a:extLst>
          </p:cNvPr>
          <p:cNvSpPr>
            <a:spLocks xmlns:a="http://schemas.openxmlformats.org/drawingml/2006/main" noGrp="1"/>
          </p:cNvSpPr>
          <p:nvPr/>
        </p:nvSpPr>
        <p:spPr>
          <a:xfrm xmlns:a="http://schemas.openxmlformats.org/drawingml/2006/main">
            <a:off x="9278569"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1" name="Editable chart path">
            <a:extLst xmlns:a="http://schemas.openxmlformats.org/drawingml/2006/main">
              <a:ext uri="{FF2B5EF4-FFF2-40B4-BE49-F238E27FC236}">
                <a16:creationId xmlns:a16="http://schemas.microsoft.com/office/drawing/2014/main" id="{2699E527-375B-4EE9-9741-765C1DAAD174}"/>
              </a:ext>
            </a:extLst>
          </p:cNvPr>
          <p:cNvSpPr>
            <a:spLocks xmlns:a="http://schemas.openxmlformats.org/drawingml/2006/main" noGrp="1"/>
          </p:cNvSpPr>
          <p:nvPr/>
        </p:nvSpPr>
        <p:spPr>
          <a:xfrm xmlns:a="http://schemas.openxmlformats.org/drawingml/2006/main">
            <a:off x="9349971"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2" name="Editable chart path">
            <a:extLst xmlns:a="http://schemas.openxmlformats.org/drawingml/2006/main">
              <a:ext uri="{FF2B5EF4-FFF2-40B4-BE49-F238E27FC236}">
                <a16:creationId xmlns:a16="http://schemas.microsoft.com/office/drawing/2014/main" id="{21D8135C-AB34-4050-814F-5C55D89DFE1E}"/>
              </a:ext>
            </a:extLst>
          </p:cNvPr>
          <p:cNvSpPr>
            <a:spLocks xmlns:a="http://schemas.openxmlformats.org/drawingml/2006/main" noGrp="1"/>
          </p:cNvSpPr>
          <p:nvPr/>
        </p:nvSpPr>
        <p:spPr>
          <a:xfrm xmlns:a="http://schemas.openxmlformats.org/drawingml/2006/main">
            <a:off x="9421373"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3" name="Editable chart path">
            <a:extLst xmlns:a="http://schemas.openxmlformats.org/drawingml/2006/main">
              <a:ext uri="{FF2B5EF4-FFF2-40B4-BE49-F238E27FC236}">
                <a16:creationId xmlns:a16="http://schemas.microsoft.com/office/drawing/2014/main" id="{FF92F959-A064-43F7-97D4-A7AFD6D5621C}"/>
              </a:ext>
            </a:extLst>
          </p:cNvPr>
          <p:cNvSpPr>
            <a:spLocks xmlns:a="http://schemas.openxmlformats.org/drawingml/2006/main" noGrp="1"/>
          </p:cNvSpPr>
          <p:nvPr/>
        </p:nvSpPr>
        <p:spPr>
          <a:xfrm xmlns:a="http://schemas.openxmlformats.org/drawingml/2006/main">
            <a:off x="949277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4" name="Editable chart path">
            <a:extLst xmlns:a="http://schemas.openxmlformats.org/drawingml/2006/main">
              <a:ext uri="{FF2B5EF4-FFF2-40B4-BE49-F238E27FC236}">
                <a16:creationId xmlns:a16="http://schemas.microsoft.com/office/drawing/2014/main" id="{5B4A2809-4DC0-449B-9074-958B8628C395}"/>
              </a:ext>
            </a:extLst>
          </p:cNvPr>
          <p:cNvSpPr>
            <a:spLocks xmlns:a="http://schemas.openxmlformats.org/drawingml/2006/main" noGrp="1"/>
          </p:cNvSpPr>
          <p:nvPr/>
        </p:nvSpPr>
        <p:spPr>
          <a:xfrm xmlns:a="http://schemas.openxmlformats.org/drawingml/2006/main">
            <a:off x="9564177"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5" name="Editable chart path">
            <a:extLst xmlns:a="http://schemas.openxmlformats.org/drawingml/2006/main">
              <a:ext uri="{FF2B5EF4-FFF2-40B4-BE49-F238E27FC236}">
                <a16:creationId xmlns:a16="http://schemas.microsoft.com/office/drawing/2014/main" id="{DF1385DF-6CB4-4E40-894E-8931ECC7378A}"/>
              </a:ext>
            </a:extLst>
          </p:cNvPr>
          <p:cNvSpPr>
            <a:spLocks xmlns:a="http://schemas.openxmlformats.org/drawingml/2006/main" noGrp="1"/>
          </p:cNvSpPr>
          <p:nvPr/>
        </p:nvSpPr>
        <p:spPr>
          <a:xfrm xmlns:a="http://schemas.openxmlformats.org/drawingml/2006/main">
            <a:off x="9635579"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6" name="Editable chart path">
            <a:extLst xmlns:a="http://schemas.openxmlformats.org/drawingml/2006/main">
              <a:ext uri="{FF2B5EF4-FFF2-40B4-BE49-F238E27FC236}">
                <a16:creationId xmlns:a16="http://schemas.microsoft.com/office/drawing/2014/main" id="{D06DA2FA-ECB0-42BE-A16C-F9EE2F9551A7}"/>
              </a:ext>
            </a:extLst>
          </p:cNvPr>
          <p:cNvSpPr>
            <a:spLocks xmlns:a="http://schemas.openxmlformats.org/drawingml/2006/main" noGrp="1"/>
          </p:cNvSpPr>
          <p:nvPr/>
        </p:nvSpPr>
        <p:spPr>
          <a:xfrm xmlns:a="http://schemas.openxmlformats.org/drawingml/2006/main">
            <a:off x="9706981"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7" name="Editable chart path">
            <a:extLst xmlns:a="http://schemas.openxmlformats.org/drawingml/2006/main">
              <a:ext uri="{FF2B5EF4-FFF2-40B4-BE49-F238E27FC236}">
                <a16:creationId xmlns:a16="http://schemas.microsoft.com/office/drawing/2014/main" id="{6B42CCC4-A2C3-4F46-8FB6-3B7402793D15}"/>
              </a:ext>
            </a:extLst>
          </p:cNvPr>
          <p:cNvSpPr>
            <a:spLocks xmlns:a="http://schemas.openxmlformats.org/drawingml/2006/main" noGrp="1"/>
          </p:cNvSpPr>
          <p:nvPr/>
        </p:nvSpPr>
        <p:spPr>
          <a:xfrm xmlns:a="http://schemas.openxmlformats.org/drawingml/2006/main">
            <a:off x="9778383"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8" name="Editable chart path">
            <a:extLst xmlns:a="http://schemas.openxmlformats.org/drawingml/2006/main">
              <a:ext uri="{FF2B5EF4-FFF2-40B4-BE49-F238E27FC236}">
                <a16:creationId xmlns:a16="http://schemas.microsoft.com/office/drawing/2014/main" id="{F722584C-DE4A-4FF9-B814-48DCB5B4BCA3}"/>
              </a:ext>
            </a:extLst>
          </p:cNvPr>
          <p:cNvSpPr>
            <a:spLocks xmlns:a="http://schemas.openxmlformats.org/drawingml/2006/main" noGrp="1"/>
          </p:cNvSpPr>
          <p:nvPr/>
        </p:nvSpPr>
        <p:spPr>
          <a:xfrm xmlns:a="http://schemas.openxmlformats.org/drawingml/2006/main">
            <a:off x="984978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89" name="Editable chart path">
            <a:extLst xmlns:a="http://schemas.openxmlformats.org/drawingml/2006/main">
              <a:ext uri="{FF2B5EF4-FFF2-40B4-BE49-F238E27FC236}">
                <a16:creationId xmlns:a16="http://schemas.microsoft.com/office/drawing/2014/main" id="{A10B8C7F-3250-4D78-94DE-B172E7B619B3}"/>
              </a:ext>
            </a:extLst>
          </p:cNvPr>
          <p:cNvSpPr>
            <a:spLocks xmlns:a="http://schemas.openxmlformats.org/drawingml/2006/main" noGrp="1"/>
          </p:cNvSpPr>
          <p:nvPr/>
        </p:nvSpPr>
        <p:spPr>
          <a:xfrm xmlns:a="http://schemas.openxmlformats.org/drawingml/2006/main">
            <a:off x="9921187"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0" name="Editable chart path">
            <a:extLst xmlns:a="http://schemas.openxmlformats.org/drawingml/2006/main">
              <a:ext uri="{FF2B5EF4-FFF2-40B4-BE49-F238E27FC236}">
                <a16:creationId xmlns:a16="http://schemas.microsoft.com/office/drawing/2014/main" id="{0B9BA950-B189-474A-AD11-DE50A3F9523D}"/>
              </a:ext>
            </a:extLst>
          </p:cNvPr>
          <p:cNvSpPr>
            <a:spLocks xmlns:a="http://schemas.openxmlformats.org/drawingml/2006/main" noGrp="1"/>
          </p:cNvSpPr>
          <p:nvPr/>
        </p:nvSpPr>
        <p:spPr>
          <a:xfrm xmlns:a="http://schemas.openxmlformats.org/drawingml/2006/main">
            <a:off x="9992589"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1" name="Editable chart path">
            <a:extLst xmlns:a="http://schemas.openxmlformats.org/drawingml/2006/main">
              <a:ext uri="{FF2B5EF4-FFF2-40B4-BE49-F238E27FC236}">
                <a16:creationId xmlns:a16="http://schemas.microsoft.com/office/drawing/2014/main" id="{E5C9A3F0-E99D-4AE8-B083-6B4ED0DFD0D2}"/>
              </a:ext>
            </a:extLst>
          </p:cNvPr>
          <p:cNvSpPr>
            <a:spLocks xmlns:a="http://schemas.openxmlformats.org/drawingml/2006/main" noGrp="1"/>
          </p:cNvSpPr>
          <p:nvPr/>
        </p:nvSpPr>
        <p:spPr>
          <a:xfrm xmlns:a="http://schemas.openxmlformats.org/drawingml/2006/main">
            <a:off x="10063991"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2" name="Editable chart path">
            <a:extLst xmlns:a="http://schemas.openxmlformats.org/drawingml/2006/main">
              <a:ext uri="{FF2B5EF4-FFF2-40B4-BE49-F238E27FC236}">
                <a16:creationId xmlns:a16="http://schemas.microsoft.com/office/drawing/2014/main" id="{42950894-CB50-468C-A1AF-47EFF8C2485B}"/>
              </a:ext>
            </a:extLst>
          </p:cNvPr>
          <p:cNvSpPr>
            <a:spLocks xmlns:a="http://schemas.openxmlformats.org/drawingml/2006/main" noGrp="1"/>
          </p:cNvSpPr>
          <p:nvPr/>
        </p:nvSpPr>
        <p:spPr>
          <a:xfrm xmlns:a="http://schemas.openxmlformats.org/drawingml/2006/main">
            <a:off x="10135393"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3" name="Editable chart path">
            <a:extLst xmlns:a="http://schemas.openxmlformats.org/drawingml/2006/main">
              <a:ext uri="{FF2B5EF4-FFF2-40B4-BE49-F238E27FC236}">
                <a16:creationId xmlns:a16="http://schemas.microsoft.com/office/drawing/2014/main" id="{5702EBC9-1E5A-4B2F-A571-DD606099BD77}"/>
              </a:ext>
            </a:extLst>
          </p:cNvPr>
          <p:cNvSpPr>
            <a:spLocks xmlns:a="http://schemas.openxmlformats.org/drawingml/2006/main" noGrp="1"/>
          </p:cNvSpPr>
          <p:nvPr/>
        </p:nvSpPr>
        <p:spPr>
          <a:xfrm xmlns:a="http://schemas.openxmlformats.org/drawingml/2006/main">
            <a:off x="10206795" y="382520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4" name="Editable chart path">
            <a:extLst xmlns:a="http://schemas.openxmlformats.org/drawingml/2006/main">
              <a:ext uri="{FF2B5EF4-FFF2-40B4-BE49-F238E27FC236}">
                <a16:creationId xmlns:a16="http://schemas.microsoft.com/office/drawing/2014/main" id="{2AD9DA45-2830-4A57-A824-983802A0A448}"/>
              </a:ext>
            </a:extLst>
          </p:cNvPr>
          <p:cNvSpPr>
            <a:spLocks xmlns:a="http://schemas.openxmlformats.org/drawingml/2006/main" noGrp="1"/>
          </p:cNvSpPr>
          <p:nvPr/>
        </p:nvSpPr>
        <p:spPr>
          <a:xfrm xmlns:a="http://schemas.openxmlformats.org/drawingml/2006/main">
            <a:off x="7207912"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5" name="Editable chart path">
            <a:extLst xmlns:a="http://schemas.openxmlformats.org/drawingml/2006/main">
              <a:ext uri="{FF2B5EF4-FFF2-40B4-BE49-F238E27FC236}">
                <a16:creationId xmlns:a16="http://schemas.microsoft.com/office/drawing/2014/main" id="{DFC5E929-8646-41F3-AAE0-6AA7578B7A27}"/>
              </a:ext>
            </a:extLst>
          </p:cNvPr>
          <p:cNvSpPr>
            <a:spLocks xmlns:a="http://schemas.openxmlformats.org/drawingml/2006/main" noGrp="1"/>
          </p:cNvSpPr>
          <p:nvPr/>
        </p:nvSpPr>
        <p:spPr>
          <a:xfrm xmlns:a="http://schemas.openxmlformats.org/drawingml/2006/main">
            <a:off x="7279314"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6" name="Editable chart path">
            <a:extLst xmlns:a="http://schemas.openxmlformats.org/drawingml/2006/main">
              <a:ext uri="{FF2B5EF4-FFF2-40B4-BE49-F238E27FC236}">
                <a16:creationId xmlns:a16="http://schemas.microsoft.com/office/drawing/2014/main" id="{AEEBDFB6-64F0-482D-BBCA-EC19031B41D7}"/>
              </a:ext>
            </a:extLst>
          </p:cNvPr>
          <p:cNvSpPr>
            <a:spLocks xmlns:a="http://schemas.openxmlformats.org/drawingml/2006/main" noGrp="1"/>
          </p:cNvSpPr>
          <p:nvPr/>
        </p:nvSpPr>
        <p:spPr>
          <a:xfrm xmlns:a="http://schemas.openxmlformats.org/drawingml/2006/main">
            <a:off x="7350716"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7" name="Editable chart path">
            <a:extLst xmlns:a="http://schemas.openxmlformats.org/drawingml/2006/main">
              <a:ext uri="{FF2B5EF4-FFF2-40B4-BE49-F238E27FC236}">
                <a16:creationId xmlns:a16="http://schemas.microsoft.com/office/drawing/2014/main" id="{57445347-5D03-497D-8CC5-66CD2D0FD645}"/>
              </a:ext>
            </a:extLst>
          </p:cNvPr>
          <p:cNvSpPr>
            <a:spLocks xmlns:a="http://schemas.openxmlformats.org/drawingml/2006/main" noGrp="1"/>
          </p:cNvSpPr>
          <p:nvPr/>
        </p:nvSpPr>
        <p:spPr>
          <a:xfrm xmlns:a="http://schemas.openxmlformats.org/drawingml/2006/main">
            <a:off x="7422118"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8" name="Editable chart path">
            <a:extLst xmlns:a="http://schemas.openxmlformats.org/drawingml/2006/main">
              <a:ext uri="{FF2B5EF4-FFF2-40B4-BE49-F238E27FC236}">
                <a16:creationId xmlns:a16="http://schemas.microsoft.com/office/drawing/2014/main" id="{9D673BAF-08A1-44BD-AC10-FE5B06CDCC12}"/>
              </a:ext>
            </a:extLst>
          </p:cNvPr>
          <p:cNvSpPr>
            <a:spLocks xmlns:a="http://schemas.openxmlformats.org/drawingml/2006/main" noGrp="1"/>
          </p:cNvSpPr>
          <p:nvPr/>
        </p:nvSpPr>
        <p:spPr>
          <a:xfrm xmlns:a="http://schemas.openxmlformats.org/drawingml/2006/main">
            <a:off x="749352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199" name="Editable chart path">
            <a:extLst xmlns:a="http://schemas.openxmlformats.org/drawingml/2006/main">
              <a:ext uri="{FF2B5EF4-FFF2-40B4-BE49-F238E27FC236}">
                <a16:creationId xmlns:a16="http://schemas.microsoft.com/office/drawing/2014/main" id="{463D636E-CE6F-43A9-BB1B-D76B1B7B7127}"/>
              </a:ext>
            </a:extLst>
          </p:cNvPr>
          <p:cNvSpPr>
            <a:spLocks xmlns:a="http://schemas.openxmlformats.org/drawingml/2006/main" noGrp="1"/>
          </p:cNvSpPr>
          <p:nvPr/>
        </p:nvSpPr>
        <p:spPr>
          <a:xfrm xmlns:a="http://schemas.openxmlformats.org/drawingml/2006/main">
            <a:off x="7564922"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0" name="Editable chart path">
            <a:extLst xmlns:a="http://schemas.openxmlformats.org/drawingml/2006/main">
              <a:ext uri="{FF2B5EF4-FFF2-40B4-BE49-F238E27FC236}">
                <a16:creationId xmlns:a16="http://schemas.microsoft.com/office/drawing/2014/main" id="{AA407AE4-1861-4FB9-AD17-2D97542BA8CC}"/>
              </a:ext>
            </a:extLst>
          </p:cNvPr>
          <p:cNvSpPr>
            <a:spLocks xmlns:a="http://schemas.openxmlformats.org/drawingml/2006/main" noGrp="1"/>
          </p:cNvSpPr>
          <p:nvPr/>
        </p:nvSpPr>
        <p:spPr>
          <a:xfrm xmlns:a="http://schemas.openxmlformats.org/drawingml/2006/main">
            <a:off x="7636324"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1" name="Editable chart path">
            <a:extLst xmlns:a="http://schemas.openxmlformats.org/drawingml/2006/main">
              <a:ext uri="{FF2B5EF4-FFF2-40B4-BE49-F238E27FC236}">
                <a16:creationId xmlns:a16="http://schemas.microsoft.com/office/drawing/2014/main" id="{03651DC9-EA27-445D-A649-00DE6E095FD5}"/>
              </a:ext>
            </a:extLst>
          </p:cNvPr>
          <p:cNvSpPr>
            <a:spLocks xmlns:a="http://schemas.openxmlformats.org/drawingml/2006/main" noGrp="1"/>
          </p:cNvSpPr>
          <p:nvPr/>
        </p:nvSpPr>
        <p:spPr>
          <a:xfrm xmlns:a="http://schemas.openxmlformats.org/drawingml/2006/main">
            <a:off x="7707726"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2" name="Editable chart path">
            <a:extLst xmlns:a="http://schemas.openxmlformats.org/drawingml/2006/main">
              <a:ext uri="{FF2B5EF4-FFF2-40B4-BE49-F238E27FC236}">
                <a16:creationId xmlns:a16="http://schemas.microsoft.com/office/drawing/2014/main" id="{0002A55A-839B-41AF-8B01-96B89AF223BD}"/>
              </a:ext>
            </a:extLst>
          </p:cNvPr>
          <p:cNvSpPr>
            <a:spLocks xmlns:a="http://schemas.openxmlformats.org/drawingml/2006/main" noGrp="1"/>
          </p:cNvSpPr>
          <p:nvPr/>
        </p:nvSpPr>
        <p:spPr>
          <a:xfrm xmlns:a="http://schemas.openxmlformats.org/drawingml/2006/main">
            <a:off x="7779128"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3" name="Editable chart path">
            <a:extLst xmlns:a="http://schemas.openxmlformats.org/drawingml/2006/main">
              <a:ext uri="{FF2B5EF4-FFF2-40B4-BE49-F238E27FC236}">
                <a16:creationId xmlns:a16="http://schemas.microsoft.com/office/drawing/2014/main" id="{624CB291-DB8D-4C89-BE04-681E56A71BAF}"/>
              </a:ext>
            </a:extLst>
          </p:cNvPr>
          <p:cNvSpPr>
            <a:spLocks xmlns:a="http://schemas.openxmlformats.org/drawingml/2006/main" noGrp="1"/>
          </p:cNvSpPr>
          <p:nvPr/>
        </p:nvSpPr>
        <p:spPr>
          <a:xfrm xmlns:a="http://schemas.openxmlformats.org/drawingml/2006/main">
            <a:off x="785053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4" name="Editable chart path">
            <a:extLst xmlns:a="http://schemas.openxmlformats.org/drawingml/2006/main">
              <a:ext uri="{FF2B5EF4-FFF2-40B4-BE49-F238E27FC236}">
                <a16:creationId xmlns:a16="http://schemas.microsoft.com/office/drawing/2014/main" id="{76D89A9F-451E-425E-9134-E9515122B8EC}"/>
              </a:ext>
            </a:extLst>
          </p:cNvPr>
          <p:cNvSpPr>
            <a:spLocks xmlns:a="http://schemas.openxmlformats.org/drawingml/2006/main" noGrp="1"/>
          </p:cNvSpPr>
          <p:nvPr/>
        </p:nvSpPr>
        <p:spPr>
          <a:xfrm xmlns:a="http://schemas.openxmlformats.org/drawingml/2006/main">
            <a:off x="7921932"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5" name="Editable chart path">
            <a:extLst xmlns:a="http://schemas.openxmlformats.org/drawingml/2006/main">
              <a:ext uri="{FF2B5EF4-FFF2-40B4-BE49-F238E27FC236}">
                <a16:creationId xmlns:a16="http://schemas.microsoft.com/office/drawing/2014/main" id="{C2BB1790-3887-45E8-A04D-25951DA13804}"/>
              </a:ext>
            </a:extLst>
          </p:cNvPr>
          <p:cNvSpPr>
            <a:spLocks xmlns:a="http://schemas.openxmlformats.org/drawingml/2006/main" noGrp="1"/>
          </p:cNvSpPr>
          <p:nvPr/>
        </p:nvSpPr>
        <p:spPr>
          <a:xfrm xmlns:a="http://schemas.openxmlformats.org/drawingml/2006/main">
            <a:off x="7993334"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6" name="Editable chart path">
            <a:extLst xmlns:a="http://schemas.openxmlformats.org/drawingml/2006/main">
              <a:ext uri="{FF2B5EF4-FFF2-40B4-BE49-F238E27FC236}">
                <a16:creationId xmlns:a16="http://schemas.microsoft.com/office/drawing/2014/main" id="{4941B606-E851-40CF-9C9E-903FF547F352}"/>
              </a:ext>
            </a:extLst>
          </p:cNvPr>
          <p:cNvSpPr>
            <a:spLocks xmlns:a="http://schemas.openxmlformats.org/drawingml/2006/main" noGrp="1"/>
          </p:cNvSpPr>
          <p:nvPr/>
        </p:nvSpPr>
        <p:spPr>
          <a:xfrm xmlns:a="http://schemas.openxmlformats.org/drawingml/2006/main">
            <a:off x="8064736"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7" name="Editable chart path">
            <a:extLst xmlns:a="http://schemas.openxmlformats.org/drawingml/2006/main">
              <a:ext uri="{FF2B5EF4-FFF2-40B4-BE49-F238E27FC236}">
                <a16:creationId xmlns:a16="http://schemas.microsoft.com/office/drawing/2014/main" id="{30FB1DCB-BFA5-451F-9479-04EFC8617F89}"/>
              </a:ext>
            </a:extLst>
          </p:cNvPr>
          <p:cNvSpPr>
            <a:spLocks xmlns:a="http://schemas.openxmlformats.org/drawingml/2006/main" noGrp="1"/>
          </p:cNvSpPr>
          <p:nvPr/>
        </p:nvSpPr>
        <p:spPr>
          <a:xfrm xmlns:a="http://schemas.openxmlformats.org/drawingml/2006/main">
            <a:off x="8136138"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8" name="Editable chart path">
            <a:extLst xmlns:a="http://schemas.openxmlformats.org/drawingml/2006/main">
              <a:ext uri="{FF2B5EF4-FFF2-40B4-BE49-F238E27FC236}">
                <a16:creationId xmlns:a16="http://schemas.microsoft.com/office/drawing/2014/main" id="{32790DF2-5F95-4968-AF53-F1FB85BFB222}"/>
              </a:ext>
            </a:extLst>
          </p:cNvPr>
          <p:cNvSpPr>
            <a:spLocks xmlns:a="http://schemas.openxmlformats.org/drawingml/2006/main" noGrp="1"/>
          </p:cNvSpPr>
          <p:nvPr/>
        </p:nvSpPr>
        <p:spPr>
          <a:xfrm xmlns:a="http://schemas.openxmlformats.org/drawingml/2006/main">
            <a:off x="820754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09" name="Editable chart path">
            <a:extLst xmlns:a="http://schemas.openxmlformats.org/drawingml/2006/main">
              <a:ext uri="{FF2B5EF4-FFF2-40B4-BE49-F238E27FC236}">
                <a16:creationId xmlns:a16="http://schemas.microsoft.com/office/drawing/2014/main" id="{EF39CE51-6CC9-4155-BAB2-4BF4F7453AD1}"/>
              </a:ext>
            </a:extLst>
          </p:cNvPr>
          <p:cNvSpPr>
            <a:spLocks xmlns:a="http://schemas.openxmlformats.org/drawingml/2006/main" noGrp="1"/>
          </p:cNvSpPr>
          <p:nvPr/>
        </p:nvSpPr>
        <p:spPr>
          <a:xfrm xmlns:a="http://schemas.openxmlformats.org/drawingml/2006/main">
            <a:off x="8278942"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0" name="Editable chart path">
            <a:extLst xmlns:a="http://schemas.openxmlformats.org/drawingml/2006/main">
              <a:ext uri="{FF2B5EF4-FFF2-40B4-BE49-F238E27FC236}">
                <a16:creationId xmlns:a16="http://schemas.microsoft.com/office/drawing/2014/main" id="{C8395559-57F9-464C-9E6A-A584021E034A}"/>
              </a:ext>
            </a:extLst>
          </p:cNvPr>
          <p:cNvSpPr>
            <a:spLocks xmlns:a="http://schemas.openxmlformats.org/drawingml/2006/main" noGrp="1"/>
          </p:cNvSpPr>
          <p:nvPr/>
        </p:nvSpPr>
        <p:spPr>
          <a:xfrm xmlns:a="http://schemas.openxmlformats.org/drawingml/2006/main">
            <a:off x="8350344"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1" name="Editable chart path">
            <a:extLst xmlns:a="http://schemas.openxmlformats.org/drawingml/2006/main">
              <a:ext uri="{FF2B5EF4-FFF2-40B4-BE49-F238E27FC236}">
                <a16:creationId xmlns:a16="http://schemas.microsoft.com/office/drawing/2014/main" id="{915C24E3-C466-4E1D-9F89-C486708FDD3D}"/>
              </a:ext>
            </a:extLst>
          </p:cNvPr>
          <p:cNvSpPr>
            <a:spLocks xmlns:a="http://schemas.openxmlformats.org/drawingml/2006/main" noGrp="1"/>
          </p:cNvSpPr>
          <p:nvPr/>
        </p:nvSpPr>
        <p:spPr>
          <a:xfrm xmlns:a="http://schemas.openxmlformats.org/drawingml/2006/main">
            <a:off x="8421746"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2" name="Editable chart path">
            <a:extLst xmlns:a="http://schemas.openxmlformats.org/drawingml/2006/main">
              <a:ext uri="{FF2B5EF4-FFF2-40B4-BE49-F238E27FC236}">
                <a16:creationId xmlns:a16="http://schemas.microsoft.com/office/drawing/2014/main" id="{A65D0CAB-5B88-43D5-B41E-FB1EDC4C6A69}"/>
              </a:ext>
            </a:extLst>
          </p:cNvPr>
          <p:cNvSpPr>
            <a:spLocks xmlns:a="http://schemas.openxmlformats.org/drawingml/2006/main" noGrp="1"/>
          </p:cNvSpPr>
          <p:nvPr/>
        </p:nvSpPr>
        <p:spPr>
          <a:xfrm xmlns:a="http://schemas.openxmlformats.org/drawingml/2006/main">
            <a:off x="8493148"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3" name="Editable chart path">
            <a:extLst xmlns:a="http://schemas.openxmlformats.org/drawingml/2006/main">
              <a:ext uri="{FF2B5EF4-FFF2-40B4-BE49-F238E27FC236}">
                <a16:creationId xmlns:a16="http://schemas.microsoft.com/office/drawing/2014/main" id="{42FEAEBC-65BD-4DDB-9E1C-5411C71F50F4}"/>
              </a:ext>
            </a:extLst>
          </p:cNvPr>
          <p:cNvSpPr>
            <a:spLocks xmlns:a="http://schemas.openxmlformats.org/drawingml/2006/main" noGrp="1"/>
          </p:cNvSpPr>
          <p:nvPr/>
        </p:nvSpPr>
        <p:spPr>
          <a:xfrm xmlns:a="http://schemas.openxmlformats.org/drawingml/2006/main">
            <a:off x="856455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4" name="Editable chart path">
            <a:extLst xmlns:a="http://schemas.openxmlformats.org/drawingml/2006/main">
              <a:ext uri="{FF2B5EF4-FFF2-40B4-BE49-F238E27FC236}">
                <a16:creationId xmlns:a16="http://schemas.microsoft.com/office/drawing/2014/main" id="{C58AE219-B51D-4039-A70A-C1BEB820E6CE}"/>
              </a:ext>
            </a:extLst>
          </p:cNvPr>
          <p:cNvSpPr>
            <a:spLocks xmlns:a="http://schemas.openxmlformats.org/drawingml/2006/main" noGrp="1"/>
          </p:cNvSpPr>
          <p:nvPr/>
        </p:nvSpPr>
        <p:spPr>
          <a:xfrm xmlns:a="http://schemas.openxmlformats.org/drawingml/2006/main">
            <a:off x="8635952"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5" name="Editable chart path">
            <a:extLst xmlns:a="http://schemas.openxmlformats.org/drawingml/2006/main">
              <a:ext uri="{FF2B5EF4-FFF2-40B4-BE49-F238E27FC236}">
                <a16:creationId xmlns:a16="http://schemas.microsoft.com/office/drawing/2014/main" id="{45D7EF1E-323C-40B8-93DB-D8E136319006}"/>
              </a:ext>
            </a:extLst>
          </p:cNvPr>
          <p:cNvSpPr>
            <a:spLocks xmlns:a="http://schemas.openxmlformats.org/drawingml/2006/main" noGrp="1"/>
          </p:cNvSpPr>
          <p:nvPr/>
        </p:nvSpPr>
        <p:spPr>
          <a:xfrm xmlns:a="http://schemas.openxmlformats.org/drawingml/2006/main">
            <a:off x="8707354"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6" name="Editable chart path">
            <a:extLst xmlns:a="http://schemas.openxmlformats.org/drawingml/2006/main">
              <a:ext uri="{FF2B5EF4-FFF2-40B4-BE49-F238E27FC236}">
                <a16:creationId xmlns:a16="http://schemas.microsoft.com/office/drawing/2014/main" id="{38E08C9E-ABAB-4A4D-9492-27ED71662581}"/>
              </a:ext>
            </a:extLst>
          </p:cNvPr>
          <p:cNvSpPr>
            <a:spLocks xmlns:a="http://schemas.openxmlformats.org/drawingml/2006/main" noGrp="1"/>
          </p:cNvSpPr>
          <p:nvPr/>
        </p:nvSpPr>
        <p:spPr>
          <a:xfrm xmlns:a="http://schemas.openxmlformats.org/drawingml/2006/main">
            <a:off x="8778756"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7" name="Editable chart path">
            <a:extLst xmlns:a="http://schemas.openxmlformats.org/drawingml/2006/main">
              <a:ext uri="{FF2B5EF4-FFF2-40B4-BE49-F238E27FC236}">
                <a16:creationId xmlns:a16="http://schemas.microsoft.com/office/drawing/2014/main" id="{167A911D-2A61-465F-B4F3-862D77901728}"/>
              </a:ext>
            </a:extLst>
          </p:cNvPr>
          <p:cNvSpPr>
            <a:spLocks xmlns:a="http://schemas.openxmlformats.org/drawingml/2006/main" noGrp="1"/>
          </p:cNvSpPr>
          <p:nvPr/>
        </p:nvSpPr>
        <p:spPr>
          <a:xfrm xmlns:a="http://schemas.openxmlformats.org/drawingml/2006/main">
            <a:off x="8850158"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8" name="Editable chart path">
            <a:extLst xmlns:a="http://schemas.openxmlformats.org/drawingml/2006/main">
              <a:ext uri="{FF2B5EF4-FFF2-40B4-BE49-F238E27FC236}">
                <a16:creationId xmlns:a16="http://schemas.microsoft.com/office/drawing/2014/main" id="{A80421E5-481F-436E-9C2A-DB0A95D6BA2D}"/>
              </a:ext>
            </a:extLst>
          </p:cNvPr>
          <p:cNvSpPr>
            <a:spLocks xmlns:a="http://schemas.openxmlformats.org/drawingml/2006/main" noGrp="1"/>
          </p:cNvSpPr>
          <p:nvPr/>
        </p:nvSpPr>
        <p:spPr>
          <a:xfrm xmlns:a="http://schemas.openxmlformats.org/drawingml/2006/main">
            <a:off x="892156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19" name="Editable chart path">
            <a:extLst xmlns:a="http://schemas.openxmlformats.org/drawingml/2006/main">
              <a:ext uri="{FF2B5EF4-FFF2-40B4-BE49-F238E27FC236}">
                <a16:creationId xmlns:a16="http://schemas.microsoft.com/office/drawing/2014/main" id="{50AAE0DB-9C7C-40DB-9B77-7939DC2A6EC1}"/>
              </a:ext>
            </a:extLst>
          </p:cNvPr>
          <p:cNvSpPr>
            <a:spLocks xmlns:a="http://schemas.openxmlformats.org/drawingml/2006/main" noGrp="1"/>
          </p:cNvSpPr>
          <p:nvPr/>
        </p:nvSpPr>
        <p:spPr>
          <a:xfrm xmlns:a="http://schemas.openxmlformats.org/drawingml/2006/main">
            <a:off x="8992961"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0" name="Editable chart path">
            <a:extLst xmlns:a="http://schemas.openxmlformats.org/drawingml/2006/main">
              <a:ext uri="{FF2B5EF4-FFF2-40B4-BE49-F238E27FC236}">
                <a16:creationId xmlns:a16="http://schemas.microsoft.com/office/drawing/2014/main" id="{12C95E5C-0F35-41B7-A9A5-4D71CA91BFAC}"/>
              </a:ext>
            </a:extLst>
          </p:cNvPr>
          <p:cNvSpPr>
            <a:spLocks xmlns:a="http://schemas.openxmlformats.org/drawingml/2006/main" noGrp="1"/>
          </p:cNvSpPr>
          <p:nvPr/>
        </p:nvSpPr>
        <p:spPr>
          <a:xfrm xmlns:a="http://schemas.openxmlformats.org/drawingml/2006/main">
            <a:off x="9064363"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1" name="Editable chart path">
            <a:extLst xmlns:a="http://schemas.openxmlformats.org/drawingml/2006/main">
              <a:ext uri="{FF2B5EF4-FFF2-40B4-BE49-F238E27FC236}">
                <a16:creationId xmlns:a16="http://schemas.microsoft.com/office/drawing/2014/main" id="{242F4290-1F58-4D92-9780-045287C29D49}"/>
              </a:ext>
            </a:extLst>
          </p:cNvPr>
          <p:cNvSpPr>
            <a:spLocks xmlns:a="http://schemas.openxmlformats.org/drawingml/2006/main" noGrp="1"/>
          </p:cNvSpPr>
          <p:nvPr/>
        </p:nvSpPr>
        <p:spPr>
          <a:xfrm xmlns:a="http://schemas.openxmlformats.org/drawingml/2006/main">
            <a:off x="913576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2" name="Editable chart path">
            <a:extLst xmlns:a="http://schemas.openxmlformats.org/drawingml/2006/main">
              <a:ext uri="{FF2B5EF4-FFF2-40B4-BE49-F238E27FC236}">
                <a16:creationId xmlns:a16="http://schemas.microsoft.com/office/drawing/2014/main" id="{2394DDCC-E11E-4023-934D-2AA58CF57A51}"/>
              </a:ext>
            </a:extLst>
          </p:cNvPr>
          <p:cNvSpPr>
            <a:spLocks xmlns:a="http://schemas.openxmlformats.org/drawingml/2006/main" noGrp="1"/>
          </p:cNvSpPr>
          <p:nvPr/>
        </p:nvSpPr>
        <p:spPr>
          <a:xfrm xmlns:a="http://schemas.openxmlformats.org/drawingml/2006/main">
            <a:off x="9207167"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3" name="Editable chart path">
            <a:extLst xmlns:a="http://schemas.openxmlformats.org/drawingml/2006/main">
              <a:ext uri="{FF2B5EF4-FFF2-40B4-BE49-F238E27FC236}">
                <a16:creationId xmlns:a16="http://schemas.microsoft.com/office/drawing/2014/main" id="{1666B819-76AD-4CCB-ABE7-B1922729A847}"/>
              </a:ext>
            </a:extLst>
          </p:cNvPr>
          <p:cNvSpPr>
            <a:spLocks xmlns:a="http://schemas.openxmlformats.org/drawingml/2006/main" noGrp="1"/>
          </p:cNvSpPr>
          <p:nvPr/>
        </p:nvSpPr>
        <p:spPr>
          <a:xfrm xmlns:a="http://schemas.openxmlformats.org/drawingml/2006/main">
            <a:off x="9278569"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4" name="Editable chart path">
            <a:extLst xmlns:a="http://schemas.openxmlformats.org/drawingml/2006/main">
              <a:ext uri="{FF2B5EF4-FFF2-40B4-BE49-F238E27FC236}">
                <a16:creationId xmlns:a16="http://schemas.microsoft.com/office/drawing/2014/main" id="{0CBFCF14-6723-409B-8972-884FE2AF0645}"/>
              </a:ext>
            </a:extLst>
          </p:cNvPr>
          <p:cNvSpPr>
            <a:spLocks xmlns:a="http://schemas.openxmlformats.org/drawingml/2006/main" noGrp="1"/>
          </p:cNvSpPr>
          <p:nvPr/>
        </p:nvSpPr>
        <p:spPr>
          <a:xfrm xmlns:a="http://schemas.openxmlformats.org/drawingml/2006/main">
            <a:off x="9349971"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5" name="Editable chart path">
            <a:extLst xmlns:a="http://schemas.openxmlformats.org/drawingml/2006/main">
              <a:ext uri="{FF2B5EF4-FFF2-40B4-BE49-F238E27FC236}">
                <a16:creationId xmlns:a16="http://schemas.microsoft.com/office/drawing/2014/main" id="{CE051AD4-8ECF-4E5F-A853-7ED8FA3AF574}"/>
              </a:ext>
            </a:extLst>
          </p:cNvPr>
          <p:cNvSpPr>
            <a:spLocks xmlns:a="http://schemas.openxmlformats.org/drawingml/2006/main" noGrp="1"/>
          </p:cNvSpPr>
          <p:nvPr/>
        </p:nvSpPr>
        <p:spPr>
          <a:xfrm xmlns:a="http://schemas.openxmlformats.org/drawingml/2006/main">
            <a:off x="9421373"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6" name="Editable chart path">
            <a:extLst xmlns:a="http://schemas.openxmlformats.org/drawingml/2006/main">
              <a:ext uri="{FF2B5EF4-FFF2-40B4-BE49-F238E27FC236}">
                <a16:creationId xmlns:a16="http://schemas.microsoft.com/office/drawing/2014/main" id="{CD385DCA-5B98-4DA0-B44E-9B0E7FBA884D}"/>
              </a:ext>
            </a:extLst>
          </p:cNvPr>
          <p:cNvSpPr>
            <a:spLocks xmlns:a="http://schemas.openxmlformats.org/drawingml/2006/main" noGrp="1"/>
          </p:cNvSpPr>
          <p:nvPr/>
        </p:nvSpPr>
        <p:spPr>
          <a:xfrm xmlns:a="http://schemas.openxmlformats.org/drawingml/2006/main">
            <a:off x="949277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7" name="Editable chart path">
            <a:extLst xmlns:a="http://schemas.openxmlformats.org/drawingml/2006/main">
              <a:ext uri="{FF2B5EF4-FFF2-40B4-BE49-F238E27FC236}">
                <a16:creationId xmlns:a16="http://schemas.microsoft.com/office/drawing/2014/main" id="{7983ACF3-D359-4D41-A83A-07A39FF981C9}"/>
              </a:ext>
            </a:extLst>
          </p:cNvPr>
          <p:cNvSpPr>
            <a:spLocks xmlns:a="http://schemas.openxmlformats.org/drawingml/2006/main" noGrp="1"/>
          </p:cNvSpPr>
          <p:nvPr/>
        </p:nvSpPr>
        <p:spPr>
          <a:xfrm xmlns:a="http://schemas.openxmlformats.org/drawingml/2006/main">
            <a:off x="9564177"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8" name="Editable chart path">
            <a:extLst xmlns:a="http://schemas.openxmlformats.org/drawingml/2006/main">
              <a:ext uri="{FF2B5EF4-FFF2-40B4-BE49-F238E27FC236}">
                <a16:creationId xmlns:a16="http://schemas.microsoft.com/office/drawing/2014/main" id="{29E1159B-7D75-4E4E-9B5D-7B5CFE803A5B}"/>
              </a:ext>
            </a:extLst>
          </p:cNvPr>
          <p:cNvSpPr>
            <a:spLocks xmlns:a="http://schemas.openxmlformats.org/drawingml/2006/main" noGrp="1"/>
          </p:cNvSpPr>
          <p:nvPr/>
        </p:nvSpPr>
        <p:spPr>
          <a:xfrm xmlns:a="http://schemas.openxmlformats.org/drawingml/2006/main">
            <a:off x="9635579"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29" name="Editable chart path">
            <a:extLst xmlns:a="http://schemas.openxmlformats.org/drawingml/2006/main">
              <a:ext uri="{FF2B5EF4-FFF2-40B4-BE49-F238E27FC236}">
                <a16:creationId xmlns:a16="http://schemas.microsoft.com/office/drawing/2014/main" id="{7CDCEA30-04CD-43DF-899F-D34D787FD368}"/>
              </a:ext>
            </a:extLst>
          </p:cNvPr>
          <p:cNvSpPr>
            <a:spLocks xmlns:a="http://schemas.openxmlformats.org/drawingml/2006/main" noGrp="1"/>
          </p:cNvSpPr>
          <p:nvPr/>
        </p:nvSpPr>
        <p:spPr>
          <a:xfrm xmlns:a="http://schemas.openxmlformats.org/drawingml/2006/main">
            <a:off x="9706981"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0" name="Editable chart path">
            <a:extLst xmlns:a="http://schemas.openxmlformats.org/drawingml/2006/main">
              <a:ext uri="{FF2B5EF4-FFF2-40B4-BE49-F238E27FC236}">
                <a16:creationId xmlns:a16="http://schemas.microsoft.com/office/drawing/2014/main" id="{43C9304D-FE75-4132-A9E0-D25D7A5DECF4}"/>
              </a:ext>
            </a:extLst>
          </p:cNvPr>
          <p:cNvSpPr>
            <a:spLocks xmlns:a="http://schemas.openxmlformats.org/drawingml/2006/main" noGrp="1"/>
          </p:cNvSpPr>
          <p:nvPr/>
        </p:nvSpPr>
        <p:spPr>
          <a:xfrm xmlns:a="http://schemas.openxmlformats.org/drawingml/2006/main">
            <a:off x="9778383"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1" name="Editable chart path">
            <a:extLst xmlns:a="http://schemas.openxmlformats.org/drawingml/2006/main">
              <a:ext uri="{FF2B5EF4-FFF2-40B4-BE49-F238E27FC236}">
                <a16:creationId xmlns:a16="http://schemas.microsoft.com/office/drawing/2014/main" id="{192D360D-0EAD-4493-8BC9-7C8FBD559F74}"/>
              </a:ext>
            </a:extLst>
          </p:cNvPr>
          <p:cNvSpPr>
            <a:spLocks xmlns:a="http://schemas.openxmlformats.org/drawingml/2006/main" noGrp="1"/>
          </p:cNvSpPr>
          <p:nvPr/>
        </p:nvSpPr>
        <p:spPr>
          <a:xfrm xmlns:a="http://schemas.openxmlformats.org/drawingml/2006/main">
            <a:off x="984978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2" name="Editable chart path">
            <a:extLst xmlns:a="http://schemas.openxmlformats.org/drawingml/2006/main">
              <a:ext uri="{FF2B5EF4-FFF2-40B4-BE49-F238E27FC236}">
                <a16:creationId xmlns:a16="http://schemas.microsoft.com/office/drawing/2014/main" id="{338EBCDF-37DC-48E9-835D-0700AF97F93E}"/>
              </a:ext>
            </a:extLst>
          </p:cNvPr>
          <p:cNvSpPr>
            <a:spLocks xmlns:a="http://schemas.openxmlformats.org/drawingml/2006/main" noGrp="1"/>
          </p:cNvSpPr>
          <p:nvPr/>
        </p:nvSpPr>
        <p:spPr>
          <a:xfrm xmlns:a="http://schemas.openxmlformats.org/drawingml/2006/main">
            <a:off x="9921187"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3" name="Editable chart path">
            <a:extLst xmlns:a="http://schemas.openxmlformats.org/drawingml/2006/main">
              <a:ext uri="{FF2B5EF4-FFF2-40B4-BE49-F238E27FC236}">
                <a16:creationId xmlns:a16="http://schemas.microsoft.com/office/drawing/2014/main" id="{A46EDAED-9A6F-4F3E-9C39-0D8C4FC110CF}"/>
              </a:ext>
            </a:extLst>
          </p:cNvPr>
          <p:cNvSpPr>
            <a:spLocks xmlns:a="http://schemas.openxmlformats.org/drawingml/2006/main" noGrp="1"/>
          </p:cNvSpPr>
          <p:nvPr/>
        </p:nvSpPr>
        <p:spPr>
          <a:xfrm xmlns:a="http://schemas.openxmlformats.org/drawingml/2006/main">
            <a:off x="9992589"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4" name="Editable chart path">
            <a:extLst xmlns:a="http://schemas.openxmlformats.org/drawingml/2006/main">
              <a:ext uri="{FF2B5EF4-FFF2-40B4-BE49-F238E27FC236}">
                <a16:creationId xmlns:a16="http://schemas.microsoft.com/office/drawing/2014/main" id="{0A806C86-3956-4298-8D67-A653FD5A8183}"/>
              </a:ext>
            </a:extLst>
          </p:cNvPr>
          <p:cNvSpPr>
            <a:spLocks xmlns:a="http://schemas.openxmlformats.org/drawingml/2006/main" noGrp="1"/>
          </p:cNvSpPr>
          <p:nvPr/>
        </p:nvSpPr>
        <p:spPr>
          <a:xfrm xmlns:a="http://schemas.openxmlformats.org/drawingml/2006/main">
            <a:off x="10063991"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5" name="Editable chart path">
            <a:extLst xmlns:a="http://schemas.openxmlformats.org/drawingml/2006/main">
              <a:ext uri="{FF2B5EF4-FFF2-40B4-BE49-F238E27FC236}">
                <a16:creationId xmlns:a16="http://schemas.microsoft.com/office/drawing/2014/main" id="{2F848BDF-B727-4223-BE9D-7CD2068FE104}"/>
              </a:ext>
            </a:extLst>
          </p:cNvPr>
          <p:cNvSpPr>
            <a:spLocks xmlns:a="http://schemas.openxmlformats.org/drawingml/2006/main" noGrp="1"/>
          </p:cNvSpPr>
          <p:nvPr/>
        </p:nvSpPr>
        <p:spPr>
          <a:xfrm xmlns:a="http://schemas.openxmlformats.org/drawingml/2006/main">
            <a:off x="10135393"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6" name="Editable chart path">
            <a:extLst xmlns:a="http://schemas.openxmlformats.org/drawingml/2006/main">
              <a:ext uri="{FF2B5EF4-FFF2-40B4-BE49-F238E27FC236}">
                <a16:creationId xmlns:a16="http://schemas.microsoft.com/office/drawing/2014/main" id="{DA4771AE-D3D8-4A9B-B75F-C6FE19C02CB8}"/>
              </a:ext>
            </a:extLst>
          </p:cNvPr>
          <p:cNvSpPr>
            <a:spLocks xmlns:a="http://schemas.openxmlformats.org/drawingml/2006/main" noGrp="1"/>
          </p:cNvSpPr>
          <p:nvPr/>
        </p:nvSpPr>
        <p:spPr>
          <a:xfrm xmlns:a="http://schemas.openxmlformats.org/drawingml/2006/main">
            <a:off x="10206795"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7" name="Editable chart path">
            <a:extLst xmlns:a="http://schemas.openxmlformats.org/drawingml/2006/main">
              <a:ext uri="{FF2B5EF4-FFF2-40B4-BE49-F238E27FC236}">
                <a16:creationId xmlns:a16="http://schemas.microsoft.com/office/drawing/2014/main" id="{39CD8506-CA67-430E-9B23-16D37F389FE4}"/>
              </a:ext>
            </a:extLst>
          </p:cNvPr>
          <p:cNvSpPr>
            <a:spLocks xmlns:a="http://schemas.openxmlformats.org/drawingml/2006/main" noGrp="1"/>
          </p:cNvSpPr>
          <p:nvPr/>
        </p:nvSpPr>
        <p:spPr>
          <a:xfrm xmlns:a="http://schemas.openxmlformats.org/drawingml/2006/main">
            <a:off x="10635207"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8" name="Editable chart path">
            <a:extLst xmlns:a="http://schemas.openxmlformats.org/drawingml/2006/main">
              <a:ext uri="{FF2B5EF4-FFF2-40B4-BE49-F238E27FC236}">
                <a16:creationId xmlns:a16="http://schemas.microsoft.com/office/drawing/2014/main" id="{09ABC445-CAE4-4FBF-99A9-5A02E05BD571}"/>
              </a:ext>
            </a:extLst>
          </p:cNvPr>
          <p:cNvSpPr>
            <a:spLocks xmlns:a="http://schemas.openxmlformats.org/drawingml/2006/main" noGrp="1"/>
          </p:cNvSpPr>
          <p:nvPr/>
        </p:nvSpPr>
        <p:spPr>
          <a:xfrm xmlns:a="http://schemas.openxmlformats.org/drawingml/2006/main">
            <a:off x="720791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39" name="Editable chart path">
            <a:extLst xmlns:a="http://schemas.openxmlformats.org/drawingml/2006/main">
              <a:ext uri="{FF2B5EF4-FFF2-40B4-BE49-F238E27FC236}">
                <a16:creationId xmlns:a16="http://schemas.microsoft.com/office/drawing/2014/main" id="{92FD4728-C5EB-47AE-B4EB-A611B3176D9B}"/>
              </a:ext>
            </a:extLst>
          </p:cNvPr>
          <p:cNvSpPr>
            <a:spLocks xmlns:a="http://schemas.openxmlformats.org/drawingml/2006/main" noGrp="1"/>
          </p:cNvSpPr>
          <p:nvPr/>
        </p:nvSpPr>
        <p:spPr>
          <a:xfrm xmlns:a="http://schemas.openxmlformats.org/drawingml/2006/main">
            <a:off x="7279314"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0" name="Editable chart path">
            <a:extLst xmlns:a="http://schemas.openxmlformats.org/drawingml/2006/main">
              <a:ext uri="{FF2B5EF4-FFF2-40B4-BE49-F238E27FC236}">
                <a16:creationId xmlns:a16="http://schemas.microsoft.com/office/drawing/2014/main" id="{C3CD9CDE-D632-4C29-B372-E7937273D592}"/>
              </a:ext>
            </a:extLst>
          </p:cNvPr>
          <p:cNvSpPr>
            <a:spLocks xmlns:a="http://schemas.openxmlformats.org/drawingml/2006/main" noGrp="1"/>
          </p:cNvSpPr>
          <p:nvPr/>
        </p:nvSpPr>
        <p:spPr>
          <a:xfrm xmlns:a="http://schemas.openxmlformats.org/drawingml/2006/main">
            <a:off x="7350716"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1" name="Editable chart path">
            <a:extLst xmlns:a="http://schemas.openxmlformats.org/drawingml/2006/main">
              <a:ext uri="{FF2B5EF4-FFF2-40B4-BE49-F238E27FC236}">
                <a16:creationId xmlns:a16="http://schemas.microsoft.com/office/drawing/2014/main" id="{CA6DF71D-1F97-4662-A95C-7ACE5059911C}"/>
              </a:ext>
            </a:extLst>
          </p:cNvPr>
          <p:cNvSpPr>
            <a:spLocks xmlns:a="http://schemas.openxmlformats.org/drawingml/2006/main" noGrp="1"/>
          </p:cNvSpPr>
          <p:nvPr/>
        </p:nvSpPr>
        <p:spPr>
          <a:xfrm xmlns:a="http://schemas.openxmlformats.org/drawingml/2006/main">
            <a:off x="7422118"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2" name="Editable chart path">
            <a:extLst xmlns:a="http://schemas.openxmlformats.org/drawingml/2006/main">
              <a:ext uri="{FF2B5EF4-FFF2-40B4-BE49-F238E27FC236}">
                <a16:creationId xmlns:a16="http://schemas.microsoft.com/office/drawing/2014/main" id="{91E8225F-CD54-4A5B-820B-B93250B596C4}"/>
              </a:ext>
            </a:extLst>
          </p:cNvPr>
          <p:cNvSpPr>
            <a:spLocks xmlns:a="http://schemas.openxmlformats.org/drawingml/2006/main" noGrp="1"/>
          </p:cNvSpPr>
          <p:nvPr/>
        </p:nvSpPr>
        <p:spPr>
          <a:xfrm xmlns:a="http://schemas.openxmlformats.org/drawingml/2006/main">
            <a:off x="749352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3" name="Editable chart path">
            <a:extLst xmlns:a="http://schemas.openxmlformats.org/drawingml/2006/main">
              <a:ext uri="{FF2B5EF4-FFF2-40B4-BE49-F238E27FC236}">
                <a16:creationId xmlns:a16="http://schemas.microsoft.com/office/drawing/2014/main" id="{C58599C3-74DF-406F-AF0E-A82DEF1424E1}"/>
              </a:ext>
            </a:extLst>
          </p:cNvPr>
          <p:cNvSpPr>
            <a:spLocks xmlns:a="http://schemas.openxmlformats.org/drawingml/2006/main" noGrp="1"/>
          </p:cNvSpPr>
          <p:nvPr/>
        </p:nvSpPr>
        <p:spPr>
          <a:xfrm xmlns:a="http://schemas.openxmlformats.org/drawingml/2006/main">
            <a:off x="756492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4" name="Editable chart path">
            <a:extLst xmlns:a="http://schemas.openxmlformats.org/drawingml/2006/main">
              <a:ext uri="{FF2B5EF4-FFF2-40B4-BE49-F238E27FC236}">
                <a16:creationId xmlns:a16="http://schemas.microsoft.com/office/drawing/2014/main" id="{2DF157EE-9FE1-4F84-8CB2-A2EB4AB69A71}"/>
              </a:ext>
            </a:extLst>
          </p:cNvPr>
          <p:cNvSpPr>
            <a:spLocks xmlns:a="http://schemas.openxmlformats.org/drawingml/2006/main" noGrp="1"/>
          </p:cNvSpPr>
          <p:nvPr/>
        </p:nvSpPr>
        <p:spPr>
          <a:xfrm xmlns:a="http://schemas.openxmlformats.org/drawingml/2006/main">
            <a:off x="7636324"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5" name="Editable chart path">
            <a:extLst xmlns:a="http://schemas.openxmlformats.org/drawingml/2006/main">
              <a:ext uri="{FF2B5EF4-FFF2-40B4-BE49-F238E27FC236}">
                <a16:creationId xmlns:a16="http://schemas.microsoft.com/office/drawing/2014/main" id="{D718AF04-A969-4F73-B9A9-680AA9D9E884}"/>
              </a:ext>
            </a:extLst>
          </p:cNvPr>
          <p:cNvSpPr>
            <a:spLocks xmlns:a="http://schemas.openxmlformats.org/drawingml/2006/main" noGrp="1"/>
          </p:cNvSpPr>
          <p:nvPr/>
        </p:nvSpPr>
        <p:spPr>
          <a:xfrm xmlns:a="http://schemas.openxmlformats.org/drawingml/2006/main">
            <a:off x="7707726"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6" name="Editable chart path">
            <a:extLst xmlns:a="http://schemas.openxmlformats.org/drawingml/2006/main">
              <a:ext uri="{FF2B5EF4-FFF2-40B4-BE49-F238E27FC236}">
                <a16:creationId xmlns:a16="http://schemas.microsoft.com/office/drawing/2014/main" id="{0EA3A617-07DB-464B-8816-483D83E63641}"/>
              </a:ext>
            </a:extLst>
          </p:cNvPr>
          <p:cNvSpPr>
            <a:spLocks xmlns:a="http://schemas.openxmlformats.org/drawingml/2006/main" noGrp="1"/>
          </p:cNvSpPr>
          <p:nvPr/>
        </p:nvSpPr>
        <p:spPr>
          <a:xfrm xmlns:a="http://schemas.openxmlformats.org/drawingml/2006/main">
            <a:off x="7779128"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7" name="Editable chart path">
            <a:extLst xmlns:a="http://schemas.openxmlformats.org/drawingml/2006/main">
              <a:ext uri="{FF2B5EF4-FFF2-40B4-BE49-F238E27FC236}">
                <a16:creationId xmlns:a16="http://schemas.microsoft.com/office/drawing/2014/main" id="{6A4C8835-1842-47BC-B75C-DDACC77E63CB}"/>
              </a:ext>
            </a:extLst>
          </p:cNvPr>
          <p:cNvSpPr>
            <a:spLocks xmlns:a="http://schemas.openxmlformats.org/drawingml/2006/main" noGrp="1"/>
          </p:cNvSpPr>
          <p:nvPr/>
        </p:nvSpPr>
        <p:spPr>
          <a:xfrm xmlns:a="http://schemas.openxmlformats.org/drawingml/2006/main">
            <a:off x="785053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8" name="Editable chart path">
            <a:extLst xmlns:a="http://schemas.openxmlformats.org/drawingml/2006/main">
              <a:ext uri="{FF2B5EF4-FFF2-40B4-BE49-F238E27FC236}">
                <a16:creationId xmlns:a16="http://schemas.microsoft.com/office/drawing/2014/main" id="{0FD94350-4CB0-4D6D-9ED7-216CD58EBB40}"/>
              </a:ext>
            </a:extLst>
          </p:cNvPr>
          <p:cNvSpPr>
            <a:spLocks xmlns:a="http://schemas.openxmlformats.org/drawingml/2006/main" noGrp="1"/>
          </p:cNvSpPr>
          <p:nvPr/>
        </p:nvSpPr>
        <p:spPr>
          <a:xfrm xmlns:a="http://schemas.openxmlformats.org/drawingml/2006/main">
            <a:off x="792193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49" name="Editable chart path">
            <a:extLst xmlns:a="http://schemas.openxmlformats.org/drawingml/2006/main">
              <a:ext uri="{FF2B5EF4-FFF2-40B4-BE49-F238E27FC236}">
                <a16:creationId xmlns:a16="http://schemas.microsoft.com/office/drawing/2014/main" id="{FE029D9E-2F67-4D62-81C9-3FC80F9E803E}"/>
              </a:ext>
            </a:extLst>
          </p:cNvPr>
          <p:cNvSpPr>
            <a:spLocks xmlns:a="http://schemas.openxmlformats.org/drawingml/2006/main" noGrp="1"/>
          </p:cNvSpPr>
          <p:nvPr/>
        </p:nvSpPr>
        <p:spPr>
          <a:xfrm xmlns:a="http://schemas.openxmlformats.org/drawingml/2006/main">
            <a:off x="7993334"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0" name="Editable chart path">
            <a:extLst xmlns:a="http://schemas.openxmlformats.org/drawingml/2006/main">
              <a:ext uri="{FF2B5EF4-FFF2-40B4-BE49-F238E27FC236}">
                <a16:creationId xmlns:a16="http://schemas.microsoft.com/office/drawing/2014/main" id="{7CF17064-9A71-498A-A5E1-64F440B7863C}"/>
              </a:ext>
            </a:extLst>
          </p:cNvPr>
          <p:cNvSpPr>
            <a:spLocks xmlns:a="http://schemas.openxmlformats.org/drawingml/2006/main" noGrp="1"/>
          </p:cNvSpPr>
          <p:nvPr/>
        </p:nvSpPr>
        <p:spPr>
          <a:xfrm xmlns:a="http://schemas.openxmlformats.org/drawingml/2006/main">
            <a:off x="8064736"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1" name="Editable chart path">
            <a:extLst xmlns:a="http://schemas.openxmlformats.org/drawingml/2006/main">
              <a:ext uri="{FF2B5EF4-FFF2-40B4-BE49-F238E27FC236}">
                <a16:creationId xmlns:a16="http://schemas.microsoft.com/office/drawing/2014/main" id="{DF2A87FE-46F5-445E-9425-CF663CA94679}"/>
              </a:ext>
            </a:extLst>
          </p:cNvPr>
          <p:cNvSpPr>
            <a:spLocks xmlns:a="http://schemas.openxmlformats.org/drawingml/2006/main" noGrp="1"/>
          </p:cNvSpPr>
          <p:nvPr/>
        </p:nvSpPr>
        <p:spPr>
          <a:xfrm xmlns:a="http://schemas.openxmlformats.org/drawingml/2006/main">
            <a:off x="8136138"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2" name="Editable chart path">
            <a:extLst xmlns:a="http://schemas.openxmlformats.org/drawingml/2006/main">
              <a:ext uri="{FF2B5EF4-FFF2-40B4-BE49-F238E27FC236}">
                <a16:creationId xmlns:a16="http://schemas.microsoft.com/office/drawing/2014/main" id="{E15EFCA4-C466-4763-9060-95B398C2881F}"/>
              </a:ext>
            </a:extLst>
          </p:cNvPr>
          <p:cNvSpPr>
            <a:spLocks xmlns:a="http://schemas.openxmlformats.org/drawingml/2006/main" noGrp="1"/>
          </p:cNvSpPr>
          <p:nvPr/>
        </p:nvSpPr>
        <p:spPr>
          <a:xfrm xmlns:a="http://schemas.openxmlformats.org/drawingml/2006/main">
            <a:off x="820754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3" name="Editable chart path">
            <a:extLst xmlns:a="http://schemas.openxmlformats.org/drawingml/2006/main">
              <a:ext uri="{FF2B5EF4-FFF2-40B4-BE49-F238E27FC236}">
                <a16:creationId xmlns:a16="http://schemas.microsoft.com/office/drawing/2014/main" id="{31BBF8D4-5AD1-430E-A8EB-9EE736990BD8}"/>
              </a:ext>
            </a:extLst>
          </p:cNvPr>
          <p:cNvSpPr>
            <a:spLocks xmlns:a="http://schemas.openxmlformats.org/drawingml/2006/main" noGrp="1"/>
          </p:cNvSpPr>
          <p:nvPr/>
        </p:nvSpPr>
        <p:spPr>
          <a:xfrm xmlns:a="http://schemas.openxmlformats.org/drawingml/2006/main">
            <a:off x="827894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4" name="Editable chart path">
            <a:extLst xmlns:a="http://schemas.openxmlformats.org/drawingml/2006/main">
              <a:ext uri="{FF2B5EF4-FFF2-40B4-BE49-F238E27FC236}">
                <a16:creationId xmlns:a16="http://schemas.microsoft.com/office/drawing/2014/main" id="{54FEB1A7-6C4B-4DAC-A9E5-F7E48E881E2A}"/>
              </a:ext>
            </a:extLst>
          </p:cNvPr>
          <p:cNvSpPr>
            <a:spLocks xmlns:a="http://schemas.openxmlformats.org/drawingml/2006/main" noGrp="1"/>
          </p:cNvSpPr>
          <p:nvPr/>
        </p:nvSpPr>
        <p:spPr>
          <a:xfrm xmlns:a="http://schemas.openxmlformats.org/drawingml/2006/main">
            <a:off x="8350344"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5" name="Editable chart path">
            <a:extLst xmlns:a="http://schemas.openxmlformats.org/drawingml/2006/main">
              <a:ext uri="{FF2B5EF4-FFF2-40B4-BE49-F238E27FC236}">
                <a16:creationId xmlns:a16="http://schemas.microsoft.com/office/drawing/2014/main" id="{44C8C4A7-9420-4F76-86E1-5E7CDC72E9FB}"/>
              </a:ext>
            </a:extLst>
          </p:cNvPr>
          <p:cNvSpPr>
            <a:spLocks xmlns:a="http://schemas.openxmlformats.org/drawingml/2006/main" noGrp="1"/>
          </p:cNvSpPr>
          <p:nvPr/>
        </p:nvSpPr>
        <p:spPr>
          <a:xfrm xmlns:a="http://schemas.openxmlformats.org/drawingml/2006/main">
            <a:off x="8421746"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6" name="Editable chart path">
            <a:extLst xmlns:a="http://schemas.openxmlformats.org/drawingml/2006/main">
              <a:ext uri="{FF2B5EF4-FFF2-40B4-BE49-F238E27FC236}">
                <a16:creationId xmlns:a16="http://schemas.microsoft.com/office/drawing/2014/main" id="{A76C479F-542B-4844-912C-21B17EB4B681}"/>
              </a:ext>
            </a:extLst>
          </p:cNvPr>
          <p:cNvSpPr>
            <a:spLocks xmlns:a="http://schemas.openxmlformats.org/drawingml/2006/main" noGrp="1"/>
          </p:cNvSpPr>
          <p:nvPr/>
        </p:nvSpPr>
        <p:spPr>
          <a:xfrm xmlns:a="http://schemas.openxmlformats.org/drawingml/2006/main">
            <a:off x="8493148"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7" name="Editable chart path">
            <a:extLst xmlns:a="http://schemas.openxmlformats.org/drawingml/2006/main">
              <a:ext uri="{FF2B5EF4-FFF2-40B4-BE49-F238E27FC236}">
                <a16:creationId xmlns:a16="http://schemas.microsoft.com/office/drawing/2014/main" id="{3A133DDF-5703-460D-A378-85769BC2069B}"/>
              </a:ext>
            </a:extLst>
          </p:cNvPr>
          <p:cNvSpPr>
            <a:spLocks xmlns:a="http://schemas.openxmlformats.org/drawingml/2006/main" noGrp="1"/>
          </p:cNvSpPr>
          <p:nvPr/>
        </p:nvSpPr>
        <p:spPr>
          <a:xfrm xmlns:a="http://schemas.openxmlformats.org/drawingml/2006/main">
            <a:off x="856455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8" name="Editable chart path">
            <a:extLst xmlns:a="http://schemas.openxmlformats.org/drawingml/2006/main">
              <a:ext uri="{FF2B5EF4-FFF2-40B4-BE49-F238E27FC236}">
                <a16:creationId xmlns:a16="http://schemas.microsoft.com/office/drawing/2014/main" id="{D9ED810D-5FC2-42F8-A235-79ACC74FE491}"/>
              </a:ext>
            </a:extLst>
          </p:cNvPr>
          <p:cNvSpPr>
            <a:spLocks xmlns:a="http://schemas.openxmlformats.org/drawingml/2006/main" noGrp="1"/>
          </p:cNvSpPr>
          <p:nvPr/>
        </p:nvSpPr>
        <p:spPr>
          <a:xfrm xmlns:a="http://schemas.openxmlformats.org/drawingml/2006/main">
            <a:off x="8635952"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59" name="Editable chart path">
            <a:extLst xmlns:a="http://schemas.openxmlformats.org/drawingml/2006/main">
              <a:ext uri="{FF2B5EF4-FFF2-40B4-BE49-F238E27FC236}">
                <a16:creationId xmlns:a16="http://schemas.microsoft.com/office/drawing/2014/main" id="{008D8592-DC5F-43CB-9A47-3276071AAC66}"/>
              </a:ext>
            </a:extLst>
          </p:cNvPr>
          <p:cNvSpPr>
            <a:spLocks xmlns:a="http://schemas.openxmlformats.org/drawingml/2006/main" noGrp="1"/>
          </p:cNvSpPr>
          <p:nvPr/>
        </p:nvSpPr>
        <p:spPr>
          <a:xfrm xmlns:a="http://schemas.openxmlformats.org/drawingml/2006/main">
            <a:off x="8707354"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0" name="Editable chart path">
            <a:extLst xmlns:a="http://schemas.openxmlformats.org/drawingml/2006/main">
              <a:ext uri="{FF2B5EF4-FFF2-40B4-BE49-F238E27FC236}">
                <a16:creationId xmlns:a16="http://schemas.microsoft.com/office/drawing/2014/main" id="{F026DDAD-A5DA-4EE8-AFA7-5780137D4C71}"/>
              </a:ext>
            </a:extLst>
          </p:cNvPr>
          <p:cNvSpPr>
            <a:spLocks xmlns:a="http://schemas.openxmlformats.org/drawingml/2006/main" noGrp="1"/>
          </p:cNvSpPr>
          <p:nvPr/>
        </p:nvSpPr>
        <p:spPr>
          <a:xfrm xmlns:a="http://schemas.openxmlformats.org/drawingml/2006/main">
            <a:off x="8778756"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1" name="Editable chart path">
            <a:extLst xmlns:a="http://schemas.openxmlformats.org/drawingml/2006/main">
              <a:ext uri="{FF2B5EF4-FFF2-40B4-BE49-F238E27FC236}">
                <a16:creationId xmlns:a16="http://schemas.microsoft.com/office/drawing/2014/main" id="{FED2CA72-ED35-4BC3-9960-4701C426FC91}"/>
              </a:ext>
            </a:extLst>
          </p:cNvPr>
          <p:cNvSpPr>
            <a:spLocks xmlns:a="http://schemas.openxmlformats.org/drawingml/2006/main" noGrp="1"/>
          </p:cNvSpPr>
          <p:nvPr/>
        </p:nvSpPr>
        <p:spPr>
          <a:xfrm xmlns:a="http://schemas.openxmlformats.org/drawingml/2006/main">
            <a:off x="8850158"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2" name="Editable chart path">
            <a:extLst xmlns:a="http://schemas.openxmlformats.org/drawingml/2006/main">
              <a:ext uri="{FF2B5EF4-FFF2-40B4-BE49-F238E27FC236}">
                <a16:creationId xmlns:a16="http://schemas.microsoft.com/office/drawing/2014/main" id="{71CEFF01-B226-46C1-B91E-BD251AD37273}"/>
              </a:ext>
            </a:extLst>
          </p:cNvPr>
          <p:cNvSpPr>
            <a:spLocks xmlns:a="http://schemas.openxmlformats.org/drawingml/2006/main" noGrp="1"/>
          </p:cNvSpPr>
          <p:nvPr/>
        </p:nvSpPr>
        <p:spPr>
          <a:xfrm xmlns:a="http://schemas.openxmlformats.org/drawingml/2006/main">
            <a:off x="892156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3" name="Editable chart path">
            <a:extLst xmlns:a="http://schemas.openxmlformats.org/drawingml/2006/main">
              <a:ext uri="{FF2B5EF4-FFF2-40B4-BE49-F238E27FC236}">
                <a16:creationId xmlns:a16="http://schemas.microsoft.com/office/drawing/2014/main" id="{591E47C8-BC3A-468C-B15B-5BE044B9594F}"/>
              </a:ext>
            </a:extLst>
          </p:cNvPr>
          <p:cNvSpPr>
            <a:spLocks xmlns:a="http://schemas.openxmlformats.org/drawingml/2006/main" noGrp="1"/>
          </p:cNvSpPr>
          <p:nvPr/>
        </p:nvSpPr>
        <p:spPr>
          <a:xfrm xmlns:a="http://schemas.openxmlformats.org/drawingml/2006/main">
            <a:off x="8992961"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4" name="Editable chart path">
            <a:extLst xmlns:a="http://schemas.openxmlformats.org/drawingml/2006/main">
              <a:ext uri="{FF2B5EF4-FFF2-40B4-BE49-F238E27FC236}">
                <a16:creationId xmlns:a16="http://schemas.microsoft.com/office/drawing/2014/main" id="{A3C7AF39-94DD-46A2-812D-453664409529}"/>
              </a:ext>
            </a:extLst>
          </p:cNvPr>
          <p:cNvSpPr>
            <a:spLocks xmlns:a="http://schemas.openxmlformats.org/drawingml/2006/main" noGrp="1"/>
          </p:cNvSpPr>
          <p:nvPr/>
        </p:nvSpPr>
        <p:spPr>
          <a:xfrm xmlns:a="http://schemas.openxmlformats.org/drawingml/2006/main">
            <a:off x="9064363"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5" name="Editable chart path">
            <a:extLst xmlns:a="http://schemas.openxmlformats.org/drawingml/2006/main">
              <a:ext uri="{FF2B5EF4-FFF2-40B4-BE49-F238E27FC236}">
                <a16:creationId xmlns:a16="http://schemas.microsoft.com/office/drawing/2014/main" id="{3DE6F128-51C1-4269-98DD-E3530145884F}"/>
              </a:ext>
            </a:extLst>
          </p:cNvPr>
          <p:cNvSpPr>
            <a:spLocks xmlns:a="http://schemas.openxmlformats.org/drawingml/2006/main" noGrp="1"/>
          </p:cNvSpPr>
          <p:nvPr/>
        </p:nvSpPr>
        <p:spPr>
          <a:xfrm xmlns:a="http://schemas.openxmlformats.org/drawingml/2006/main">
            <a:off x="913576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6" name="Editable chart path">
            <a:extLst xmlns:a="http://schemas.openxmlformats.org/drawingml/2006/main">
              <a:ext uri="{FF2B5EF4-FFF2-40B4-BE49-F238E27FC236}">
                <a16:creationId xmlns:a16="http://schemas.microsoft.com/office/drawing/2014/main" id="{53401E5F-809F-4671-9846-D9EC3E00F049}"/>
              </a:ext>
            </a:extLst>
          </p:cNvPr>
          <p:cNvSpPr>
            <a:spLocks xmlns:a="http://schemas.openxmlformats.org/drawingml/2006/main" noGrp="1"/>
          </p:cNvSpPr>
          <p:nvPr/>
        </p:nvSpPr>
        <p:spPr>
          <a:xfrm xmlns:a="http://schemas.openxmlformats.org/drawingml/2006/main">
            <a:off x="920716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7" name="Editable chart path">
            <a:extLst xmlns:a="http://schemas.openxmlformats.org/drawingml/2006/main">
              <a:ext uri="{FF2B5EF4-FFF2-40B4-BE49-F238E27FC236}">
                <a16:creationId xmlns:a16="http://schemas.microsoft.com/office/drawing/2014/main" id="{5EF945D5-1D4A-4D23-9BF9-56C8C5FFAEAE}"/>
              </a:ext>
            </a:extLst>
          </p:cNvPr>
          <p:cNvSpPr>
            <a:spLocks xmlns:a="http://schemas.openxmlformats.org/drawingml/2006/main" noGrp="1"/>
          </p:cNvSpPr>
          <p:nvPr/>
        </p:nvSpPr>
        <p:spPr>
          <a:xfrm xmlns:a="http://schemas.openxmlformats.org/drawingml/2006/main">
            <a:off x="9278569"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8" name="Editable chart path">
            <a:extLst xmlns:a="http://schemas.openxmlformats.org/drawingml/2006/main">
              <a:ext uri="{FF2B5EF4-FFF2-40B4-BE49-F238E27FC236}">
                <a16:creationId xmlns:a16="http://schemas.microsoft.com/office/drawing/2014/main" id="{7234B523-FBBD-4B9A-A4E9-B4257D8077B2}"/>
              </a:ext>
            </a:extLst>
          </p:cNvPr>
          <p:cNvSpPr>
            <a:spLocks xmlns:a="http://schemas.openxmlformats.org/drawingml/2006/main" noGrp="1"/>
          </p:cNvSpPr>
          <p:nvPr/>
        </p:nvSpPr>
        <p:spPr>
          <a:xfrm xmlns:a="http://schemas.openxmlformats.org/drawingml/2006/main">
            <a:off x="9349971"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69" name="Editable chart path">
            <a:extLst xmlns:a="http://schemas.openxmlformats.org/drawingml/2006/main">
              <a:ext uri="{FF2B5EF4-FFF2-40B4-BE49-F238E27FC236}">
                <a16:creationId xmlns:a16="http://schemas.microsoft.com/office/drawing/2014/main" id="{C1B56772-4AF5-425C-A264-32645AE05647}"/>
              </a:ext>
            </a:extLst>
          </p:cNvPr>
          <p:cNvSpPr>
            <a:spLocks xmlns:a="http://schemas.openxmlformats.org/drawingml/2006/main" noGrp="1"/>
          </p:cNvSpPr>
          <p:nvPr/>
        </p:nvSpPr>
        <p:spPr>
          <a:xfrm xmlns:a="http://schemas.openxmlformats.org/drawingml/2006/main">
            <a:off x="9421373"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0" name="Editable chart path">
            <a:extLst xmlns:a="http://schemas.openxmlformats.org/drawingml/2006/main">
              <a:ext uri="{FF2B5EF4-FFF2-40B4-BE49-F238E27FC236}">
                <a16:creationId xmlns:a16="http://schemas.microsoft.com/office/drawing/2014/main" id="{07F9D14A-497C-403D-89C4-AD78C55DA683}"/>
              </a:ext>
            </a:extLst>
          </p:cNvPr>
          <p:cNvSpPr>
            <a:spLocks xmlns:a="http://schemas.openxmlformats.org/drawingml/2006/main" noGrp="1"/>
          </p:cNvSpPr>
          <p:nvPr/>
        </p:nvSpPr>
        <p:spPr>
          <a:xfrm xmlns:a="http://schemas.openxmlformats.org/drawingml/2006/main">
            <a:off x="949277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1" name="Editable chart path">
            <a:extLst xmlns:a="http://schemas.openxmlformats.org/drawingml/2006/main">
              <a:ext uri="{FF2B5EF4-FFF2-40B4-BE49-F238E27FC236}">
                <a16:creationId xmlns:a16="http://schemas.microsoft.com/office/drawing/2014/main" id="{3E7CDC4D-46F0-4E8D-9E23-720EB1D8FC6B}"/>
              </a:ext>
            </a:extLst>
          </p:cNvPr>
          <p:cNvSpPr>
            <a:spLocks xmlns:a="http://schemas.openxmlformats.org/drawingml/2006/main" noGrp="1"/>
          </p:cNvSpPr>
          <p:nvPr/>
        </p:nvSpPr>
        <p:spPr>
          <a:xfrm xmlns:a="http://schemas.openxmlformats.org/drawingml/2006/main">
            <a:off x="956417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2" name="Editable chart path">
            <a:extLst xmlns:a="http://schemas.openxmlformats.org/drawingml/2006/main">
              <a:ext uri="{FF2B5EF4-FFF2-40B4-BE49-F238E27FC236}">
                <a16:creationId xmlns:a16="http://schemas.microsoft.com/office/drawing/2014/main" id="{E36B1933-C358-4589-BFA7-BCC39E054280}"/>
              </a:ext>
            </a:extLst>
          </p:cNvPr>
          <p:cNvSpPr>
            <a:spLocks xmlns:a="http://schemas.openxmlformats.org/drawingml/2006/main" noGrp="1"/>
          </p:cNvSpPr>
          <p:nvPr/>
        </p:nvSpPr>
        <p:spPr>
          <a:xfrm xmlns:a="http://schemas.openxmlformats.org/drawingml/2006/main">
            <a:off x="9635579"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3" name="Editable chart path">
            <a:extLst xmlns:a="http://schemas.openxmlformats.org/drawingml/2006/main">
              <a:ext uri="{FF2B5EF4-FFF2-40B4-BE49-F238E27FC236}">
                <a16:creationId xmlns:a16="http://schemas.microsoft.com/office/drawing/2014/main" id="{0A62A53D-145F-4B21-BE2D-5A9DAF8DAC47}"/>
              </a:ext>
            </a:extLst>
          </p:cNvPr>
          <p:cNvSpPr>
            <a:spLocks xmlns:a="http://schemas.openxmlformats.org/drawingml/2006/main" noGrp="1"/>
          </p:cNvSpPr>
          <p:nvPr/>
        </p:nvSpPr>
        <p:spPr>
          <a:xfrm xmlns:a="http://schemas.openxmlformats.org/drawingml/2006/main">
            <a:off x="9706981"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4" name="Editable chart path">
            <a:extLst xmlns:a="http://schemas.openxmlformats.org/drawingml/2006/main">
              <a:ext uri="{FF2B5EF4-FFF2-40B4-BE49-F238E27FC236}">
                <a16:creationId xmlns:a16="http://schemas.microsoft.com/office/drawing/2014/main" id="{08B18294-4F44-4944-8EB1-69EBA75B877D}"/>
              </a:ext>
            </a:extLst>
          </p:cNvPr>
          <p:cNvSpPr>
            <a:spLocks xmlns:a="http://schemas.openxmlformats.org/drawingml/2006/main" noGrp="1"/>
          </p:cNvSpPr>
          <p:nvPr/>
        </p:nvSpPr>
        <p:spPr>
          <a:xfrm xmlns:a="http://schemas.openxmlformats.org/drawingml/2006/main">
            <a:off x="9778383"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5" name="Editable chart path">
            <a:extLst xmlns:a="http://schemas.openxmlformats.org/drawingml/2006/main">
              <a:ext uri="{FF2B5EF4-FFF2-40B4-BE49-F238E27FC236}">
                <a16:creationId xmlns:a16="http://schemas.microsoft.com/office/drawing/2014/main" id="{135012EE-D198-4713-AC14-B20A3ACD4F32}"/>
              </a:ext>
            </a:extLst>
          </p:cNvPr>
          <p:cNvSpPr>
            <a:spLocks xmlns:a="http://schemas.openxmlformats.org/drawingml/2006/main" noGrp="1"/>
          </p:cNvSpPr>
          <p:nvPr/>
        </p:nvSpPr>
        <p:spPr>
          <a:xfrm xmlns:a="http://schemas.openxmlformats.org/drawingml/2006/main">
            <a:off x="984978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6" name="Editable chart path">
            <a:extLst xmlns:a="http://schemas.openxmlformats.org/drawingml/2006/main">
              <a:ext uri="{FF2B5EF4-FFF2-40B4-BE49-F238E27FC236}">
                <a16:creationId xmlns:a16="http://schemas.microsoft.com/office/drawing/2014/main" id="{392DE30A-1DC1-42A4-9859-6E5D4D1B7895}"/>
              </a:ext>
            </a:extLst>
          </p:cNvPr>
          <p:cNvSpPr>
            <a:spLocks xmlns:a="http://schemas.openxmlformats.org/drawingml/2006/main" noGrp="1"/>
          </p:cNvSpPr>
          <p:nvPr/>
        </p:nvSpPr>
        <p:spPr>
          <a:xfrm xmlns:a="http://schemas.openxmlformats.org/drawingml/2006/main">
            <a:off x="992118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7" name="Editable chart path">
            <a:extLst xmlns:a="http://schemas.openxmlformats.org/drawingml/2006/main">
              <a:ext uri="{FF2B5EF4-FFF2-40B4-BE49-F238E27FC236}">
                <a16:creationId xmlns:a16="http://schemas.microsoft.com/office/drawing/2014/main" id="{A9D01F9D-10E6-4B98-9CD9-E059B741CF4E}"/>
              </a:ext>
            </a:extLst>
          </p:cNvPr>
          <p:cNvSpPr>
            <a:spLocks xmlns:a="http://schemas.openxmlformats.org/drawingml/2006/main" noGrp="1"/>
          </p:cNvSpPr>
          <p:nvPr/>
        </p:nvSpPr>
        <p:spPr>
          <a:xfrm xmlns:a="http://schemas.openxmlformats.org/drawingml/2006/main">
            <a:off x="9992589"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8" name="Editable chart path">
            <a:extLst xmlns:a="http://schemas.openxmlformats.org/drawingml/2006/main">
              <a:ext uri="{FF2B5EF4-FFF2-40B4-BE49-F238E27FC236}">
                <a16:creationId xmlns:a16="http://schemas.microsoft.com/office/drawing/2014/main" id="{B696329A-F8AD-47FD-9E3B-4CCAB3BB607B}"/>
              </a:ext>
            </a:extLst>
          </p:cNvPr>
          <p:cNvSpPr>
            <a:spLocks xmlns:a="http://schemas.openxmlformats.org/drawingml/2006/main" noGrp="1"/>
          </p:cNvSpPr>
          <p:nvPr/>
        </p:nvSpPr>
        <p:spPr>
          <a:xfrm xmlns:a="http://schemas.openxmlformats.org/drawingml/2006/main">
            <a:off x="10063991"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79" name="Editable chart path">
            <a:extLst xmlns:a="http://schemas.openxmlformats.org/drawingml/2006/main">
              <a:ext uri="{FF2B5EF4-FFF2-40B4-BE49-F238E27FC236}">
                <a16:creationId xmlns:a16="http://schemas.microsoft.com/office/drawing/2014/main" id="{38E3B7AC-29F1-420B-B744-7801C0A30A7E}"/>
              </a:ext>
            </a:extLst>
          </p:cNvPr>
          <p:cNvSpPr>
            <a:spLocks xmlns:a="http://schemas.openxmlformats.org/drawingml/2006/main" noGrp="1"/>
          </p:cNvSpPr>
          <p:nvPr/>
        </p:nvSpPr>
        <p:spPr>
          <a:xfrm xmlns:a="http://schemas.openxmlformats.org/drawingml/2006/main">
            <a:off x="10135393"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0" name="Editable chart path">
            <a:extLst xmlns:a="http://schemas.openxmlformats.org/drawingml/2006/main">
              <a:ext uri="{FF2B5EF4-FFF2-40B4-BE49-F238E27FC236}">
                <a16:creationId xmlns:a16="http://schemas.microsoft.com/office/drawing/2014/main" id="{8152AD8B-D3D9-4CE0-B091-FFC37433327D}"/>
              </a:ext>
            </a:extLst>
          </p:cNvPr>
          <p:cNvSpPr>
            <a:spLocks xmlns:a="http://schemas.openxmlformats.org/drawingml/2006/main" noGrp="1"/>
          </p:cNvSpPr>
          <p:nvPr/>
        </p:nvSpPr>
        <p:spPr>
          <a:xfrm xmlns:a="http://schemas.openxmlformats.org/drawingml/2006/main">
            <a:off x="1020679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1" name="Editable chart path">
            <a:extLst xmlns:a="http://schemas.openxmlformats.org/drawingml/2006/main">
              <a:ext uri="{FF2B5EF4-FFF2-40B4-BE49-F238E27FC236}">
                <a16:creationId xmlns:a16="http://schemas.microsoft.com/office/drawing/2014/main" id="{3A8132C8-862B-4223-B3AB-C714D34E5CA7}"/>
              </a:ext>
            </a:extLst>
          </p:cNvPr>
          <p:cNvSpPr>
            <a:spLocks xmlns:a="http://schemas.openxmlformats.org/drawingml/2006/main" noGrp="1"/>
          </p:cNvSpPr>
          <p:nvPr/>
        </p:nvSpPr>
        <p:spPr>
          <a:xfrm xmlns:a="http://schemas.openxmlformats.org/drawingml/2006/main">
            <a:off x="1027819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2" name="Editable chart path">
            <a:extLst xmlns:a="http://schemas.openxmlformats.org/drawingml/2006/main">
              <a:ext uri="{FF2B5EF4-FFF2-40B4-BE49-F238E27FC236}">
                <a16:creationId xmlns:a16="http://schemas.microsoft.com/office/drawing/2014/main" id="{F90EAE47-DD94-443F-8EBD-FB1D469F50CE}"/>
              </a:ext>
            </a:extLst>
          </p:cNvPr>
          <p:cNvSpPr>
            <a:spLocks xmlns:a="http://schemas.openxmlformats.org/drawingml/2006/main" noGrp="1"/>
          </p:cNvSpPr>
          <p:nvPr/>
        </p:nvSpPr>
        <p:spPr>
          <a:xfrm xmlns:a="http://schemas.openxmlformats.org/drawingml/2006/main">
            <a:off x="10563805"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3" name="Editable chart path">
            <a:extLst xmlns:a="http://schemas.openxmlformats.org/drawingml/2006/main">
              <a:ext uri="{FF2B5EF4-FFF2-40B4-BE49-F238E27FC236}">
                <a16:creationId xmlns:a16="http://schemas.microsoft.com/office/drawing/2014/main" id="{99241EF2-AA64-4C92-94A9-049EB903D303}"/>
              </a:ext>
            </a:extLst>
          </p:cNvPr>
          <p:cNvSpPr>
            <a:spLocks xmlns:a="http://schemas.openxmlformats.org/drawingml/2006/main" noGrp="1"/>
          </p:cNvSpPr>
          <p:nvPr/>
        </p:nvSpPr>
        <p:spPr>
          <a:xfrm xmlns:a="http://schemas.openxmlformats.org/drawingml/2006/main">
            <a:off x="10635207"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4" name="Editable chart path">
            <a:extLst xmlns:a="http://schemas.openxmlformats.org/drawingml/2006/main">
              <a:ext uri="{FF2B5EF4-FFF2-40B4-BE49-F238E27FC236}">
                <a16:creationId xmlns:a16="http://schemas.microsoft.com/office/drawing/2014/main" id="{0BFC80EE-0C3E-4485-949B-B1DD2A68D563}"/>
              </a:ext>
            </a:extLst>
          </p:cNvPr>
          <p:cNvSpPr>
            <a:spLocks xmlns:a="http://schemas.openxmlformats.org/drawingml/2006/main" noGrp="1"/>
          </p:cNvSpPr>
          <p:nvPr/>
        </p:nvSpPr>
        <p:spPr>
          <a:xfrm xmlns:a="http://schemas.openxmlformats.org/drawingml/2006/main">
            <a:off x="7279314"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5" name="Editable chart path">
            <a:extLst xmlns:a="http://schemas.openxmlformats.org/drawingml/2006/main">
              <a:ext uri="{FF2B5EF4-FFF2-40B4-BE49-F238E27FC236}">
                <a16:creationId xmlns:a16="http://schemas.microsoft.com/office/drawing/2014/main" id="{EB3794E2-B9C2-414C-ABFC-C8AC286EE7CE}"/>
              </a:ext>
            </a:extLst>
          </p:cNvPr>
          <p:cNvSpPr>
            <a:spLocks xmlns:a="http://schemas.openxmlformats.org/drawingml/2006/main" noGrp="1"/>
          </p:cNvSpPr>
          <p:nvPr/>
        </p:nvSpPr>
        <p:spPr>
          <a:xfrm xmlns:a="http://schemas.openxmlformats.org/drawingml/2006/main">
            <a:off x="7350716"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6" name="Editable chart path">
            <a:extLst xmlns:a="http://schemas.openxmlformats.org/drawingml/2006/main">
              <a:ext uri="{FF2B5EF4-FFF2-40B4-BE49-F238E27FC236}">
                <a16:creationId xmlns:a16="http://schemas.microsoft.com/office/drawing/2014/main" id="{07C3BA1C-1EFE-42D2-8097-991849E2F9B9}"/>
              </a:ext>
            </a:extLst>
          </p:cNvPr>
          <p:cNvSpPr>
            <a:spLocks xmlns:a="http://schemas.openxmlformats.org/drawingml/2006/main" noGrp="1"/>
          </p:cNvSpPr>
          <p:nvPr/>
        </p:nvSpPr>
        <p:spPr>
          <a:xfrm xmlns:a="http://schemas.openxmlformats.org/drawingml/2006/main">
            <a:off x="742211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7" name="Editable chart path">
            <a:extLst xmlns:a="http://schemas.openxmlformats.org/drawingml/2006/main">
              <a:ext uri="{FF2B5EF4-FFF2-40B4-BE49-F238E27FC236}">
                <a16:creationId xmlns:a16="http://schemas.microsoft.com/office/drawing/2014/main" id="{A6627B2D-2F95-4F33-B7C7-93152EE3B7E0}"/>
              </a:ext>
            </a:extLst>
          </p:cNvPr>
          <p:cNvSpPr>
            <a:spLocks xmlns:a="http://schemas.openxmlformats.org/drawingml/2006/main" noGrp="1"/>
          </p:cNvSpPr>
          <p:nvPr/>
        </p:nvSpPr>
        <p:spPr>
          <a:xfrm xmlns:a="http://schemas.openxmlformats.org/drawingml/2006/main">
            <a:off x="749352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8" name="Editable chart path">
            <a:extLst xmlns:a="http://schemas.openxmlformats.org/drawingml/2006/main">
              <a:ext uri="{FF2B5EF4-FFF2-40B4-BE49-F238E27FC236}">
                <a16:creationId xmlns:a16="http://schemas.microsoft.com/office/drawing/2014/main" id="{60898803-42D7-4E9C-8F5F-8C23575B15E5}"/>
              </a:ext>
            </a:extLst>
          </p:cNvPr>
          <p:cNvSpPr>
            <a:spLocks xmlns:a="http://schemas.openxmlformats.org/drawingml/2006/main" noGrp="1"/>
          </p:cNvSpPr>
          <p:nvPr/>
        </p:nvSpPr>
        <p:spPr>
          <a:xfrm xmlns:a="http://schemas.openxmlformats.org/drawingml/2006/main">
            <a:off x="7564922"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89" name="Editable chart path">
            <a:extLst xmlns:a="http://schemas.openxmlformats.org/drawingml/2006/main">
              <a:ext uri="{FF2B5EF4-FFF2-40B4-BE49-F238E27FC236}">
                <a16:creationId xmlns:a16="http://schemas.microsoft.com/office/drawing/2014/main" id="{54EFB8D9-B26C-4DC5-8325-B754436A1760}"/>
              </a:ext>
            </a:extLst>
          </p:cNvPr>
          <p:cNvSpPr>
            <a:spLocks xmlns:a="http://schemas.openxmlformats.org/drawingml/2006/main" noGrp="1"/>
          </p:cNvSpPr>
          <p:nvPr/>
        </p:nvSpPr>
        <p:spPr>
          <a:xfrm xmlns:a="http://schemas.openxmlformats.org/drawingml/2006/main">
            <a:off x="7636324"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0" name="Editable chart path">
            <a:extLst xmlns:a="http://schemas.openxmlformats.org/drawingml/2006/main">
              <a:ext uri="{FF2B5EF4-FFF2-40B4-BE49-F238E27FC236}">
                <a16:creationId xmlns:a16="http://schemas.microsoft.com/office/drawing/2014/main" id="{177116AA-8F95-417A-B2ED-1366F93E2C06}"/>
              </a:ext>
            </a:extLst>
          </p:cNvPr>
          <p:cNvSpPr>
            <a:spLocks xmlns:a="http://schemas.openxmlformats.org/drawingml/2006/main" noGrp="1"/>
          </p:cNvSpPr>
          <p:nvPr/>
        </p:nvSpPr>
        <p:spPr>
          <a:xfrm xmlns:a="http://schemas.openxmlformats.org/drawingml/2006/main">
            <a:off x="7707726"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1" name="Editable chart path">
            <a:extLst xmlns:a="http://schemas.openxmlformats.org/drawingml/2006/main">
              <a:ext uri="{FF2B5EF4-FFF2-40B4-BE49-F238E27FC236}">
                <a16:creationId xmlns:a16="http://schemas.microsoft.com/office/drawing/2014/main" id="{472DC46F-658C-43A6-A5DF-24A50126FB21}"/>
              </a:ext>
            </a:extLst>
          </p:cNvPr>
          <p:cNvSpPr>
            <a:spLocks xmlns:a="http://schemas.openxmlformats.org/drawingml/2006/main" noGrp="1"/>
          </p:cNvSpPr>
          <p:nvPr/>
        </p:nvSpPr>
        <p:spPr>
          <a:xfrm xmlns:a="http://schemas.openxmlformats.org/drawingml/2006/main">
            <a:off x="777912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2" name="Editable chart path">
            <a:extLst xmlns:a="http://schemas.openxmlformats.org/drawingml/2006/main">
              <a:ext uri="{FF2B5EF4-FFF2-40B4-BE49-F238E27FC236}">
                <a16:creationId xmlns:a16="http://schemas.microsoft.com/office/drawing/2014/main" id="{F3ED7A45-0241-49B2-9347-A55202BF6CD0}"/>
              </a:ext>
            </a:extLst>
          </p:cNvPr>
          <p:cNvSpPr>
            <a:spLocks xmlns:a="http://schemas.openxmlformats.org/drawingml/2006/main" noGrp="1"/>
          </p:cNvSpPr>
          <p:nvPr/>
        </p:nvSpPr>
        <p:spPr>
          <a:xfrm xmlns:a="http://schemas.openxmlformats.org/drawingml/2006/main">
            <a:off x="785053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3" name="Editable chart path">
            <a:extLst xmlns:a="http://schemas.openxmlformats.org/drawingml/2006/main">
              <a:ext uri="{FF2B5EF4-FFF2-40B4-BE49-F238E27FC236}">
                <a16:creationId xmlns:a16="http://schemas.microsoft.com/office/drawing/2014/main" id="{1EBDE8BA-E2E2-40DC-822B-BD0678DB96F5}"/>
              </a:ext>
            </a:extLst>
          </p:cNvPr>
          <p:cNvSpPr>
            <a:spLocks xmlns:a="http://schemas.openxmlformats.org/drawingml/2006/main" noGrp="1"/>
          </p:cNvSpPr>
          <p:nvPr/>
        </p:nvSpPr>
        <p:spPr>
          <a:xfrm xmlns:a="http://schemas.openxmlformats.org/drawingml/2006/main">
            <a:off x="7921932"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4" name="Editable chart path">
            <a:extLst xmlns:a="http://schemas.openxmlformats.org/drawingml/2006/main">
              <a:ext uri="{FF2B5EF4-FFF2-40B4-BE49-F238E27FC236}">
                <a16:creationId xmlns:a16="http://schemas.microsoft.com/office/drawing/2014/main" id="{45EE78EE-AD8D-4E4B-A082-6BF6938B35CF}"/>
              </a:ext>
            </a:extLst>
          </p:cNvPr>
          <p:cNvSpPr>
            <a:spLocks xmlns:a="http://schemas.openxmlformats.org/drawingml/2006/main" noGrp="1"/>
          </p:cNvSpPr>
          <p:nvPr/>
        </p:nvSpPr>
        <p:spPr>
          <a:xfrm xmlns:a="http://schemas.openxmlformats.org/drawingml/2006/main">
            <a:off x="7993334"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5" name="Editable chart path">
            <a:extLst xmlns:a="http://schemas.openxmlformats.org/drawingml/2006/main">
              <a:ext uri="{FF2B5EF4-FFF2-40B4-BE49-F238E27FC236}">
                <a16:creationId xmlns:a16="http://schemas.microsoft.com/office/drawing/2014/main" id="{2C2C3238-AFA8-4D8E-B5C4-851D580838A5}"/>
              </a:ext>
            </a:extLst>
          </p:cNvPr>
          <p:cNvSpPr>
            <a:spLocks xmlns:a="http://schemas.openxmlformats.org/drawingml/2006/main" noGrp="1"/>
          </p:cNvSpPr>
          <p:nvPr/>
        </p:nvSpPr>
        <p:spPr>
          <a:xfrm xmlns:a="http://schemas.openxmlformats.org/drawingml/2006/main">
            <a:off x="8064736"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6" name="Editable chart path">
            <a:extLst xmlns:a="http://schemas.openxmlformats.org/drawingml/2006/main">
              <a:ext uri="{FF2B5EF4-FFF2-40B4-BE49-F238E27FC236}">
                <a16:creationId xmlns:a16="http://schemas.microsoft.com/office/drawing/2014/main" id="{A8565580-724A-4645-A409-8CDB0A10D711}"/>
              </a:ext>
            </a:extLst>
          </p:cNvPr>
          <p:cNvSpPr>
            <a:spLocks xmlns:a="http://schemas.openxmlformats.org/drawingml/2006/main" noGrp="1"/>
          </p:cNvSpPr>
          <p:nvPr/>
        </p:nvSpPr>
        <p:spPr>
          <a:xfrm xmlns:a="http://schemas.openxmlformats.org/drawingml/2006/main">
            <a:off x="813613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7" name="Editable chart path">
            <a:extLst xmlns:a="http://schemas.openxmlformats.org/drawingml/2006/main">
              <a:ext uri="{FF2B5EF4-FFF2-40B4-BE49-F238E27FC236}">
                <a16:creationId xmlns:a16="http://schemas.microsoft.com/office/drawing/2014/main" id="{0ABE172A-E413-4282-B72D-B50C91CA67E8}"/>
              </a:ext>
            </a:extLst>
          </p:cNvPr>
          <p:cNvSpPr>
            <a:spLocks xmlns:a="http://schemas.openxmlformats.org/drawingml/2006/main" noGrp="1"/>
          </p:cNvSpPr>
          <p:nvPr/>
        </p:nvSpPr>
        <p:spPr>
          <a:xfrm xmlns:a="http://schemas.openxmlformats.org/drawingml/2006/main">
            <a:off x="820754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8" name="Editable chart path">
            <a:extLst xmlns:a="http://schemas.openxmlformats.org/drawingml/2006/main">
              <a:ext uri="{FF2B5EF4-FFF2-40B4-BE49-F238E27FC236}">
                <a16:creationId xmlns:a16="http://schemas.microsoft.com/office/drawing/2014/main" id="{E4B2611D-9ADD-4991-AE78-CDE5B739A7E8}"/>
              </a:ext>
            </a:extLst>
          </p:cNvPr>
          <p:cNvSpPr>
            <a:spLocks xmlns:a="http://schemas.openxmlformats.org/drawingml/2006/main" noGrp="1"/>
          </p:cNvSpPr>
          <p:nvPr/>
        </p:nvSpPr>
        <p:spPr>
          <a:xfrm xmlns:a="http://schemas.openxmlformats.org/drawingml/2006/main">
            <a:off x="8278942"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299" name="Editable chart path">
            <a:extLst xmlns:a="http://schemas.openxmlformats.org/drawingml/2006/main">
              <a:ext uri="{FF2B5EF4-FFF2-40B4-BE49-F238E27FC236}">
                <a16:creationId xmlns:a16="http://schemas.microsoft.com/office/drawing/2014/main" id="{65461AD9-9292-4C04-A13D-62498A639757}"/>
              </a:ext>
            </a:extLst>
          </p:cNvPr>
          <p:cNvSpPr>
            <a:spLocks xmlns:a="http://schemas.openxmlformats.org/drawingml/2006/main" noGrp="1"/>
          </p:cNvSpPr>
          <p:nvPr/>
        </p:nvSpPr>
        <p:spPr>
          <a:xfrm xmlns:a="http://schemas.openxmlformats.org/drawingml/2006/main">
            <a:off x="8350344"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0" name="Editable chart path">
            <a:extLst xmlns:a="http://schemas.openxmlformats.org/drawingml/2006/main">
              <a:ext uri="{FF2B5EF4-FFF2-40B4-BE49-F238E27FC236}">
                <a16:creationId xmlns:a16="http://schemas.microsoft.com/office/drawing/2014/main" id="{C200FE00-ADFA-4470-B3A7-496C12A97462}"/>
              </a:ext>
            </a:extLst>
          </p:cNvPr>
          <p:cNvSpPr>
            <a:spLocks xmlns:a="http://schemas.openxmlformats.org/drawingml/2006/main" noGrp="1"/>
          </p:cNvSpPr>
          <p:nvPr/>
        </p:nvSpPr>
        <p:spPr>
          <a:xfrm xmlns:a="http://schemas.openxmlformats.org/drawingml/2006/main">
            <a:off x="8421746"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1" name="Editable chart path">
            <a:extLst xmlns:a="http://schemas.openxmlformats.org/drawingml/2006/main">
              <a:ext uri="{FF2B5EF4-FFF2-40B4-BE49-F238E27FC236}">
                <a16:creationId xmlns:a16="http://schemas.microsoft.com/office/drawing/2014/main" id="{0FA777D1-2979-4BFE-990E-D98338AFD661}"/>
              </a:ext>
            </a:extLst>
          </p:cNvPr>
          <p:cNvSpPr>
            <a:spLocks xmlns:a="http://schemas.openxmlformats.org/drawingml/2006/main" noGrp="1"/>
          </p:cNvSpPr>
          <p:nvPr/>
        </p:nvSpPr>
        <p:spPr>
          <a:xfrm xmlns:a="http://schemas.openxmlformats.org/drawingml/2006/main">
            <a:off x="849314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2" name="Editable chart path">
            <a:extLst xmlns:a="http://schemas.openxmlformats.org/drawingml/2006/main">
              <a:ext uri="{FF2B5EF4-FFF2-40B4-BE49-F238E27FC236}">
                <a16:creationId xmlns:a16="http://schemas.microsoft.com/office/drawing/2014/main" id="{45ED9533-1B06-473A-BA67-C263973E582C}"/>
              </a:ext>
            </a:extLst>
          </p:cNvPr>
          <p:cNvSpPr>
            <a:spLocks xmlns:a="http://schemas.openxmlformats.org/drawingml/2006/main" noGrp="1"/>
          </p:cNvSpPr>
          <p:nvPr/>
        </p:nvSpPr>
        <p:spPr>
          <a:xfrm xmlns:a="http://schemas.openxmlformats.org/drawingml/2006/main">
            <a:off x="856455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3" name="Editable chart path">
            <a:extLst xmlns:a="http://schemas.openxmlformats.org/drawingml/2006/main">
              <a:ext uri="{FF2B5EF4-FFF2-40B4-BE49-F238E27FC236}">
                <a16:creationId xmlns:a16="http://schemas.microsoft.com/office/drawing/2014/main" id="{EB5EB9DA-3C0D-4AB1-8555-412A144A5CAF}"/>
              </a:ext>
            </a:extLst>
          </p:cNvPr>
          <p:cNvSpPr>
            <a:spLocks xmlns:a="http://schemas.openxmlformats.org/drawingml/2006/main" noGrp="1"/>
          </p:cNvSpPr>
          <p:nvPr/>
        </p:nvSpPr>
        <p:spPr>
          <a:xfrm xmlns:a="http://schemas.openxmlformats.org/drawingml/2006/main">
            <a:off x="8635952"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4" name="Editable chart path">
            <a:extLst xmlns:a="http://schemas.openxmlformats.org/drawingml/2006/main">
              <a:ext uri="{FF2B5EF4-FFF2-40B4-BE49-F238E27FC236}">
                <a16:creationId xmlns:a16="http://schemas.microsoft.com/office/drawing/2014/main" id="{18F174AC-0C83-4C48-B347-35CD6DFA561D}"/>
              </a:ext>
            </a:extLst>
          </p:cNvPr>
          <p:cNvSpPr>
            <a:spLocks xmlns:a="http://schemas.openxmlformats.org/drawingml/2006/main" noGrp="1"/>
          </p:cNvSpPr>
          <p:nvPr/>
        </p:nvSpPr>
        <p:spPr>
          <a:xfrm xmlns:a="http://schemas.openxmlformats.org/drawingml/2006/main">
            <a:off x="8707354"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5" name="Editable chart path">
            <a:extLst xmlns:a="http://schemas.openxmlformats.org/drawingml/2006/main">
              <a:ext uri="{FF2B5EF4-FFF2-40B4-BE49-F238E27FC236}">
                <a16:creationId xmlns:a16="http://schemas.microsoft.com/office/drawing/2014/main" id="{A99FD35E-8AF1-48BD-A496-6B78A932A992}"/>
              </a:ext>
            </a:extLst>
          </p:cNvPr>
          <p:cNvSpPr>
            <a:spLocks xmlns:a="http://schemas.openxmlformats.org/drawingml/2006/main" noGrp="1"/>
          </p:cNvSpPr>
          <p:nvPr/>
        </p:nvSpPr>
        <p:spPr>
          <a:xfrm xmlns:a="http://schemas.openxmlformats.org/drawingml/2006/main">
            <a:off x="8778756"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6" name="Editable chart path">
            <a:extLst xmlns:a="http://schemas.openxmlformats.org/drawingml/2006/main">
              <a:ext uri="{FF2B5EF4-FFF2-40B4-BE49-F238E27FC236}">
                <a16:creationId xmlns:a16="http://schemas.microsoft.com/office/drawing/2014/main" id="{C068906C-AD91-489A-8F14-2EA8AD6E9DF4}"/>
              </a:ext>
            </a:extLst>
          </p:cNvPr>
          <p:cNvSpPr>
            <a:spLocks xmlns:a="http://schemas.openxmlformats.org/drawingml/2006/main" noGrp="1"/>
          </p:cNvSpPr>
          <p:nvPr/>
        </p:nvSpPr>
        <p:spPr>
          <a:xfrm xmlns:a="http://schemas.openxmlformats.org/drawingml/2006/main">
            <a:off x="8850158"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7" name="Editable chart path">
            <a:extLst xmlns:a="http://schemas.openxmlformats.org/drawingml/2006/main">
              <a:ext uri="{FF2B5EF4-FFF2-40B4-BE49-F238E27FC236}">
                <a16:creationId xmlns:a16="http://schemas.microsoft.com/office/drawing/2014/main" id="{0288D4A1-1CDE-4B50-9E51-7B33F662268F}"/>
              </a:ext>
            </a:extLst>
          </p:cNvPr>
          <p:cNvSpPr>
            <a:spLocks xmlns:a="http://schemas.openxmlformats.org/drawingml/2006/main" noGrp="1"/>
          </p:cNvSpPr>
          <p:nvPr/>
        </p:nvSpPr>
        <p:spPr>
          <a:xfrm xmlns:a="http://schemas.openxmlformats.org/drawingml/2006/main">
            <a:off x="8921560"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8" name="Editable chart path">
            <a:extLst xmlns:a="http://schemas.openxmlformats.org/drawingml/2006/main">
              <a:ext uri="{FF2B5EF4-FFF2-40B4-BE49-F238E27FC236}">
                <a16:creationId xmlns:a16="http://schemas.microsoft.com/office/drawing/2014/main" id="{48232F41-B796-49EF-A5EB-0FD5784F6105}"/>
              </a:ext>
            </a:extLst>
          </p:cNvPr>
          <p:cNvSpPr>
            <a:spLocks xmlns:a="http://schemas.openxmlformats.org/drawingml/2006/main" noGrp="1"/>
          </p:cNvSpPr>
          <p:nvPr/>
        </p:nvSpPr>
        <p:spPr>
          <a:xfrm xmlns:a="http://schemas.openxmlformats.org/drawingml/2006/main">
            <a:off x="8992961"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09" name="Editable chart path">
            <a:extLst xmlns:a="http://schemas.openxmlformats.org/drawingml/2006/main">
              <a:ext uri="{FF2B5EF4-FFF2-40B4-BE49-F238E27FC236}">
                <a16:creationId xmlns:a16="http://schemas.microsoft.com/office/drawing/2014/main" id="{E7F3029A-6126-48AE-A049-DBC52FF4D825}"/>
              </a:ext>
            </a:extLst>
          </p:cNvPr>
          <p:cNvSpPr>
            <a:spLocks xmlns:a="http://schemas.openxmlformats.org/drawingml/2006/main" noGrp="1"/>
          </p:cNvSpPr>
          <p:nvPr/>
        </p:nvSpPr>
        <p:spPr>
          <a:xfrm xmlns:a="http://schemas.openxmlformats.org/drawingml/2006/main">
            <a:off x="906436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0" name="Editable chart path">
            <a:extLst xmlns:a="http://schemas.openxmlformats.org/drawingml/2006/main">
              <a:ext uri="{FF2B5EF4-FFF2-40B4-BE49-F238E27FC236}">
                <a16:creationId xmlns:a16="http://schemas.microsoft.com/office/drawing/2014/main" id="{8C52DDB0-44BA-4FBD-83BA-CE9F1194347C}"/>
              </a:ext>
            </a:extLst>
          </p:cNvPr>
          <p:cNvSpPr>
            <a:spLocks xmlns:a="http://schemas.openxmlformats.org/drawingml/2006/main" noGrp="1"/>
          </p:cNvSpPr>
          <p:nvPr/>
        </p:nvSpPr>
        <p:spPr>
          <a:xfrm xmlns:a="http://schemas.openxmlformats.org/drawingml/2006/main">
            <a:off x="913576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1" name="Editable chart path">
            <a:extLst xmlns:a="http://schemas.openxmlformats.org/drawingml/2006/main">
              <a:ext uri="{FF2B5EF4-FFF2-40B4-BE49-F238E27FC236}">
                <a16:creationId xmlns:a16="http://schemas.microsoft.com/office/drawing/2014/main" id="{B6B7F588-04D7-4BCA-A88C-B85892050B9F}"/>
              </a:ext>
            </a:extLst>
          </p:cNvPr>
          <p:cNvSpPr>
            <a:spLocks xmlns:a="http://schemas.openxmlformats.org/drawingml/2006/main" noGrp="1"/>
          </p:cNvSpPr>
          <p:nvPr/>
        </p:nvSpPr>
        <p:spPr>
          <a:xfrm xmlns:a="http://schemas.openxmlformats.org/drawingml/2006/main">
            <a:off x="9207167"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2" name="Editable chart path">
            <a:extLst xmlns:a="http://schemas.openxmlformats.org/drawingml/2006/main">
              <a:ext uri="{FF2B5EF4-FFF2-40B4-BE49-F238E27FC236}">
                <a16:creationId xmlns:a16="http://schemas.microsoft.com/office/drawing/2014/main" id="{8D108DC2-3BC9-4381-88AD-912BAEFA69DB}"/>
              </a:ext>
            </a:extLst>
          </p:cNvPr>
          <p:cNvSpPr>
            <a:spLocks xmlns:a="http://schemas.openxmlformats.org/drawingml/2006/main" noGrp="1"/>
          </p:cNvSpPr>
          <p:nvPr/>
        </p:nvSpPr>
        <p:spPr>
          <a:xfrm xmlns:a="http://schemas.openxmlformats.org/drawingml/2006/main">
            <a:off x="9278569"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3" name="Editable chart path">
            <a:extLst xmlns:a="http://schemas.openxmlformats.org/drawingml/2006/main">
              <a:ext uri="{FF2B5EF4-FFF2-40B4-BE49-F238E27FC236}">
                <a16:creationId xmlns:a16="http://schemas.microsoft.com/office/drawing/2014/main" id="{B2F6AC32-F790-47A4-A51D-C74A68C2AC91}"/>
              </a:ext>
            </a:extLst>
          </p:cNvPr>
          <p:cNvSpPr>
            <a:spLocks xmlns:a="http://schemas.openxmlformats.org/drawingml/2006/main" noGrp="1"/>
          </p:cNvSpPr>
          <p:nvPr/>
        </p:nvSpPr>
        <p:spPr>
          <a:xfrm xmlns:a="http://schemas.openxmlformats.org/drawingml/2006/main">
            <a:off x="9349971"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4" name="Editable chart path">
            <a:extLst xmlns:a="http://schemas.openxmlformats.org/drawingml/2006/main">
              <a:ext uri="{FF2B5EF4-FFF2-40B4-BE49-F238E27FC236}">
                <a16:creationId xmlns:a16="http://schemas.microsoft.com/office/drawing/2014/main" id="{E3153B3D-77CF-4FDF-85D8-8E0543B7684C}"/>
              </a:ext>
            </a:extLst>
          </p:cNvPr>
          <p:cNvSpPr>
            <a:spLocks xmlns:a="http://schemas.openxmlformats.org/drawingml/2006/main" noGrp="1"/>
          </p:cNvSpPr>
          <p:nvPr/>
        </p:nvSpPr>
        <p:spPr>
          <a:xfrm xmlns:a="http://schemas.openxmlformats.org/drawingml/2006/main">
            <a:off x="942137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5" name="Editable chart path">
            <a:extLst xmlns:a="http://schemas.openxmlformats.org/drawingml/2006/main">
              <a:ext uri="{FF2B5EF4-FFF2-40B4-BE49-F238E27FC236}">
                <a16:creationId xmlns:a16="http://schemas.microsoft.com/office/drawing/2014/main" id="{8CC86011-E4E0-4138-B6A6-070FD4A83359}"/>
              </a:ext>
            </a:extLst>
          </p:cNvPr>
          <p:cNvSpPr>
            <a:spLocks xmlns:a="http://schemas.openxmlformats.org/drawingml/2006/main" noGrp="1"/>
          </p:cNvSpPr>
          <p:nvPr/>
        </p:nvSpPr>
        <p:spPr>
          <a:xfrm xmlns:a="http://schemas.openxmlformats.org/drawingml/2006/main">
            <a:off x="949277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6" name="Editable chart path">
            <a:extLst xmlns:a="http://schemas.openxmlformats.org/drawingml/2006/main">
              <a:ext uri="{FF2B5EF4-FFF2-40B4-BE49-F238E27FC236}">
                <a16:creationId xmlns:a16="http://schemas.microsoft.com/office/drawing/2014/main" id="{DDD8E9CA-A61E-4556-9922-6F98F649CFEF}"/>
              </a:ext>
            </a:extLst>
          </p:cNvPr>
          <p:cNvSpPr>
            <a:spLocks xmlns:a="http://schemas.openxmlformats.org/drawingml/2006/main" noGrp="1"/>
          </p:cNvSpPr>
          <p:nvPr/>
        </p:nvSpPr>
        <p:spPr>
          <a:xfrm xmlns:a="http://schemas.openxmlformats.org/drawingml/2006/main">
            <a:off x="9564177"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7" name="Editable chart path">
            <a:extLst xmlns:a="http://schemas.openxmlformats.org/drawingml/2006/main">
              <a:ext uri="{FF2B5EF4-FFF2-40B4-BE49-F238E27FC236}">
                <a16:creationId xmlns:a16="http://schemas.microsoft.com/office/drawing/2014/main" id="{85CFB4F0-CBBE-43CE-A699-7B9932D0AD9F}"/>
              </a:ext>
            </a:extLst>
          </p:cNvPr>
          <p:cNvSpPr>
            <a:spLocks xmlns:a="http://schemas.openxmlformats.org/drawingml/2006/main" noGrp="1"/>
          </p:cNvSpPr>
          <p:nvPr/>
        </p:nvSpPr>
        <p:spPr>
          <a:xfrm xmlns:a="http://schemas.openxmlformats.org/drawingml/2006/main">
            <a:off x="9635579"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8" name="Editable chart path">
            <a:extLst xmlns:a="http://schemas.openxmlformats.org/drawingml/2006/main">
              <a:ext uri="{FF2B5EF4-FFF2-40B4-BE49-F238E27FC236}">
                <a16:creationId xmlns:a16="http://schemas.microsoft.com/office/drawing/2014/main" id="{0C1C2728-5DDF-4310-9F93-603FDB4FE758}"/>
              </a:ext>
            </a:extLst>
          </p:cNvPr>
          <p:cNvSpPr>
            <a:spLocks xmlns:a="http://schemas.openxmlformats.org/drawingml/2006/main" noGrp="1"/>
          </p:cNvSpPr>
          <p:nvPr/>
        </p:nvSpPr>
        <p:spPr>
          <a:xfrm xmlns:a="http://schemas.openxmlformats.org/drawingml/2006/main">
            <a:off x="9706981"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19" name="Editable chart path">
            <a:extLst xmlns:a="http://schemas.openxmlformats.org/drawingml/2006/main">
              <a:ext uri="{FF2B5EF4-FFF2-40B4-BE49-F238E27FC236}">
                <a16:creationId xmlns:a16="http://schemas.microsoft.com/office/drawing/2014/main" id="{59CD652C-9309-40B9-80CD-7FECB32DE5D7}"/>
              </a:ext>
            </a:extLst>
          </p:cNvPr>
          <p:cNvSpPr>
            <a:spLocks xmlns:a="http://schemas.openxmlformats.org/drawingml/2006/main" noGrp="1"/>
          </p:cNvSpPr>
          <p:nvPr/>
        </p:nvSpPr>
        <p:spPr>
          <a:xfrm xmlns:a="http://schemas.openxmlformats.org/drawingml/2006/main">
            <a:off x="977838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0" name="Editable chart path">
            <a:extLst xmlns:a="http://schemas.openxmlformats.org/drawingml/2006/main">
              <a:ext uri="{FF2B5EF4-FFF2-40B4-BE49-F238E27FC236}">
                <a16:creationId xmlns:a16="http://schemas.microsoft.com/office/drawing/2014/main" id="{CD76A63B-362F-4913-B10B-6D496D5B5B3D}"/>
              </a:ext>
            </a:extLst>
          </p:cNvPr>
          <p:cNvSpPr>
            <a:spLocks xmlns:a="http://schemas.openxmlformats.org/drawingml/2006/main" noGrp="1"/>
          </p:cNvSpPr>
          <p:nvPr/>
        </p:nvSpPr>
        <p:spPr>
          <a:xfrm xmlns:a="http://schemas.openxmlformats.org/drawingml/2006/main">
            <a:off x="984978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1" name="Editable chart path">
            <a:extLst xmlns:a="http://schemas.openxmlformats.org/drawingml/2006/main">
              <a:ext uri="{FF2B5EF4-FFF2-40B4-BE49-F238E27FC236}">
                <a16:creationId xmlns:a16="http://schemas.microsoft.com/office/drawing/2014/main" id="{28A6E988-173E-448E-B189-B8BA7CEF2AEF}"/>
              </a:ext>
            </a:extLst>
          </p:cNvPr>
          <p:cNvSpPr>
            <a:spLocks xmlns:a="http://schemas.openxmlformats.org/drawingml/2006/main" noGrp="1"/>
          </p:cNvSpPr>
          <p:nvPr/>
        </p:nvSpPr>
        <p:spPr>
          <a:xfrm xmlns:a="http://schemas.openxmlformats.org/drawingml/2006/main">
            <a:off x="9921187"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2" name="Editable chart path">
            <a:extLst xmlns:a="http://schemas.openxmlformats.org/drawingml/2006/main">
              <a:ext uri="{FF2B5EF4-FFF2-40B4-BE49-F238E27FC236}">
                <a16:creationId xmlns:a16="http://schemas.microsoft.com/office/drawing/2014/main" id="{F1CB7F74-9413-4B6C-8E9C-5EF95BDCC619}"/>
              </a:ext>
            </a:extLst>
          </p:cNvPr>
          <p:cNvSpPr>
            <a:spLocks xmlns:a="http://schemas.openxmlformats.org/drawingml/2006/main" noGrp="1"/>
          </p:cNvSpPr>
          <p:nvPr/>
        </p:nvSpPr>
        <p:spPr>
          <a:xfrm xmlns:a="http://schemas.openxmlformats.org/drawingml/2006/main">
            <a:off x="9992589"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3" name="Editable chart path">
            <a:extLst xmlns:a="http://schemas.openxmlformats.org/drawingml/2006/main">
              <a:ext uri="{FF2B5EF4-FFF2-40B4-BE49-F238E27FC236}">
                <a16:creationId xmlns:a16="http://schemas.microsoft.com/office/drawing/2014/main" id="{5650BEE9-0869-4C76-BA25-D1051057FCBA}"/>
              </a:ext>
            </a:extLst>
          </p:cNvPr>
          <p:cNvSpPr>
            <a:spLocks xmlns:a="http://schemas.openxmlformats.org/drawingml/2006/main" noGrp="1"/>
          </p:cNvSpPr>
          <p:nvPr/>
        </p:nvSpPr>
        <p:spPr>
          <a:xfrm xmlns:a="http://schemas.openxmlformats.org/drawingml/2006/main">
            <a:off x="10063991"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4" name="Editable chart path">
            <a:extLst xmlns:a="http://schemas.openxmlformats.org/drawingml/2006/main">
              <a:ext uri="{FF2B5EF4-FFF2-40B4-BE49-F238E27FC236}">
                <a16:creationId xmlns:a16="http://schemas.microsoft.com/office/drawing/2014/main" id="{1968C055-E63C-4134-8BE7-CA34A77F54EC}"/>
              </a:ext>
            </a:extLst>
          </p:cNvPr>
          <p:cNvSpPr>
            <a:spLocks xmlns:a="http://schemas.openxmlformats.org/drawingml/2006/main" noGrp="1"/>
          </p:cNvSpPr>
          <p:nvPr/>
        </p:nvSpPr>
        <p:spPr>
          <a:xfrm xmlns:a="http://schemas.openxmlformats.org/drawingml/2006/main">
            <a:off x="1013539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5" name="Editable chart path">
            <a:extLst xmlns:a="http://schemas.openxmlformats.org/drawingml/2006/main">
              <a:ext uri="{FF2B5EF4-FFF2-40B4-BE49-F238E27FC236}">
                <a16:creationId xmlns:a16="http://schemas.microsoft.com/office/drawing/2014/main" id="{40541ED9-EC62-440D-BAF0-A9C3065845E7}"/>
              </a:ext>
            </a:extLst>
          </p:cNvPr>
          <p:cNvSpPr>
            <a:spLocks xmlns:a="http://schemas.openxmlformats.org/drawingml/2006/main" noGrp="1"/>
          </p:cNvSpPr>
          <p:nvPr/>
        </p:nvSpPr>
        <p:spPr>
          <a:xfrm xmlns:a="http://schemas.openxmlformats.org/drawingml/2006/main">
            <a:off x="1020679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6" name="Editable chart path">
            <a:extLst xmlns:a="http://schemas.openxmlformats.org/drawingml/2006/main">
              <a:ext uri="{FF2B5EF4-FFF2-40B4-BE49-F238E27FC236}">
                <a16:creationId xmlns:a16="http://schemas.microsoft.com/office/drawing/2014/main" id="{FFD8E3D2-F364-4128-8CD5-8E2BA8B51FF5}"/>
              </a:ext>
            </a:extLst>
          </p:cNvPr>
          <p:cNvSpPr>
            <a:spLocks xmlns:a="http://schemas.openxmlformats.org/drawingml/2006/main" noGrp="1"/>
          </p:cNvSpPr>
          <p:nvPr/>
        </p:nvSpPr>
        <p:spPr>
          <a:xfrm xmlns:a="http://schemas.openxmlformats.org/drawingml/2006/main">
            <a:off x="10492403"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7" name="Editable chart path">
            <a:extLst xmlns:a="http://schemas.openxmlformats.org/drawingml/2006/main">
              <a:ext uri="{FF2B5EF4-FFF2-40B4-BE49-F238E27FC236}">
                <a16:creationId xmlns:a16="http://schemas.microsoft.com/office/drawing/2014/main" id="{E6F685CC-A4FA-4697-AACF-AE95774911CB}"/>
              </a:ext>
            </a:extLst>
          </p:cNvPr>
          <p:cNvSpPr>
            <a:spLocks xmlns:a="http://schemas.openxmlformats.org/drawingml/2006/main" noGrp="1"/>
          </p:cNvSpPr>
          <p:nvPr/>
        </p:nvSpPr>
        <p:spPr>
          <a:xfrm xmlns:a="http://schemas.openxmlformats.org/drawingml/2006/main">
            <a:off x="10563805" y="360955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8" name="Editable chart path">
            <a:extLst xmlns:a="http://schemas.openxmlformats.org/drawingml/2006/main">
              <a:ext uri="{FF2B5EF4-FFF2-40B4-BE49-F238E27FC236}">
                <a16:creationId xmlns:a16="http://schemas.microsoft.com/office/drawing/2014/main" id="{DA74880F-68D6-44D1-AF1D-F1C527464465}"/>
              </a:ext>
            </a:extLst>
          </p:cNvPr>
          <p:cNvSpPr>
            <a:spLocks xmlns:a="http://schemas.openxmlformats.org/drawingml/2006/main" noGrp="1"/>
          </p:cNvSpPr>
          <p:nvPr/>
        </p:nvSpPr>
        <p:spPr>
          <a:xfrm xmlns:a="http://schemas.openxmlformats.org/drawingml/2006/main">
            <a:off x="7279314"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29" name="Editable chart path">
            <a:extLst xmlns:a="http://schemas.openxmlformats.org/drawingml/2006/main">
              <a:ext uri="{FF2B5EF4-FFF2-40B4-BE49-F238E27FC236}">
                <a16:creationId xmlns:a16="http://schemas.microsoft.com/office/drawing/2014/main" id="{D6F7249E-E1C1-45BC-96D3-3CA76BF0EEA3}"/>
              </a:ext>
            </a:extLst>
          </p:cNvPr>
          <p:cNvSpPr>
            <a:spLocks xmlns:a="http://schemas.openxmlformats.org/drawingml/2006/main" noGrp="1"/>
          </p:cNvSpPr>
          <p:nvPr/>
        </p:nvSpPr>
        <p:spPr>
          <a:xfrm xmlns:a="http://schemas.openxmlformats.org/drawingml/2006/main">
            <a:off x="735071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0" name="Editable chart path">
            <a:extLst xmlns:a="http://schemas.openxmlformats.org/drawingml/2006/main">
              <a:ext uri="{FF2B5EF4-FFF2-40B4-BE49-F238E27FC236}">
                <a16:creationId xmlns:a16="http://schemas.microsoft.com/office/drawing/2014/main" id="{F6DDEA84-5721-4AA9-A051-033D9393E069}"/>
              </a:ext>
            </a:extLst>
          </p:cNvPr>
          <p:cNvSpPr>
            <a:spLocks xmlns:a="http://schemas.openxmlformats.org/drawingml/2006/main" noGrp="1"/>
          </p:cNvSpPr>
          <p:nvPr/>
        </p:nvSpPr>
        <p:spPr>
          <a:xfrm xmlns:a="http://schemas.openxmlformats.org/drawingml/2006/main">
            <a:off x="742211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1" name="Editable chart path">
            <a:extLst xmlns:a="http://schemas.openxmlformats.org/drawingml/2006/main">
              <a:ext uri="{FF2B5EF4-FFF2-40B4-BE49-F238E27FC236}">
                <a16:creationId xmlns:a16="http://schemas.microsoft.com/office/drawing/2014/main" id="{D0134AB7-AE62-45D4-8144-9EC470F69814}"/>
              </a:ext>
            </a:extLst>
          </p:cNvPr>
          <p:cNvSpPr>
            <a:spLocks xmlns:a="http://schemas.openxmlformats.org/drawingml/2006/main" noGrp="1"/>
          </p:cNvSpPr>
          <p:nvPr/>
        </p:nvSpPr>
        <p:spPr>
          <a:xfrm xmlns:a="http://schemas.openxmlformats.org/drawingml/2006/main">
            <a:off x="7493520"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2" name="Editable chart path">
            <a:extLst xmlns:a="http://schemas.openxmlformats.org/drawingml/2006/main">
              <a:ext uri="{FF2B5EF4-FFF2-40B4-BE49-F238E27FC236}">
                <a16:creationId xmlns:a16="http://schemas.microsoft.com/office/drawing/2014/main" id="{282F5DC2-1999-43CE-8652-A27DE48FB19C}"/>
              </a:ext>
            </a:extLst>
          </p:cNvPr>
          <p:cNvSpPr>
            <a:spLocks xmlns:a="http://schemas.openxmlformats.org/drawingml/2006/main" noGrp="1"/>
          </p:cNvSpPr>
          <p:nvPr/>
        </p:nvSpPr>
        <p:spPr>
          <a:xfrm xmlns:a="http://schemas.openxmlformats.org/drawingml/2006/main">
            <a:off x="7564922"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3" name="Editable chart path">
            <a:extLst xmlns:a="http://schemas.openxmlformats.org/drawingml/2006/main">
              <a:ext uri="{FF2B5EF4-FFF2-40B4-BE49-F238E27FC236}">
                <a16:creationId xmlns:a16="http://schemas.microsoft.com/office/drawing/2014/main" id="{24B2774A-9BF5-4A50-887D-006B5F8E6AF3}"/>
              </a:ext>
            </a:extLst>
          </p:cNvPr>
          <p:cNvSpPr>
            <a:spLocks xmlns:a="http://schemas.openxmlformats.org/drawingml/2006/main" noGrp="1"/>
          </p:cNvSpPr>
          <p:nvPr/>
        </p:nvSpPr>
        <p:spPr>
          <a:xfrm xmlns:a="http://schemas.openxmlformats.org/drawingml/2006/main">
            <a:off x="7636324"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4" name="Editable chart path">
            <a:extLst xmlns:a="http://schemas.openxmlformats.org/drawingml/2006/main">
              <a:ext uri="{FF2B5EF4-FFF2-40B4-BE49-F238E27FC236}">
                <a16:creationId xmlns:a16="http://schemas.microsoft.com/office/drawing/2014/main" id="{1F01FF6F-321A-4923-8ED2-20B85892D113}"/>
              </a:ext>
            </a:extLst>
          </p:cNvPr>
          <p:cNvSpPr>
            <a:spLocks xmlns:a="http://schemas.openxmlformats.org/drawingml/2006/main" noGrp="1"/>
          </p:cNvSpPr>
          <p:nvPr/>
        </p:nvSpPr>
        <p:spPr>
          <a:xfrm xmlns:a="http://schemas.openxmlformats.org/drawingml/2006/main">
            <a:off x="770772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5" name="Editable chart path">
            <a:extLst xmlns:a="http://schemas.openxmlformats.org/drawingml/2006/main">
              <a:ext uri="{FF2B5EF4-FFF2-40B4-BE49-F238E27FC236}">
                <a16:creationId xmlns:a16="http://schemas.microsoft.com/office/drawing/2014/main" id="{0CD51EED-19E4-4DF8-AED5-72621BDE5E47}"/>
              </a:ext>
            </a:extLst>
          </p:cNvPr>
          <p:cNvSpPr>
            <a:spLocks xmlns:a="http://schemas.openxmlformats.org/drawingml/2006/main" noGrp="1"/>
          </p:cNvSpPr>
          <p:nvPr/>
        </p:nvSpPr>
        <p:spPr>
          <a:xfrm xmlns:a="http://schemas.openxmlformats.org/drawingml/2006/main">
            <a:off x="777912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6" name="Editable chart path">
            <a:extLst xmlns:a="http://schemas.openxmlformats.org/drawingml/2006/main">
              <a:ext uri="{FF2B5EF4-FFF2-40B4-BE49-F238E27FC236}">
                <a16:creationId xmlns:a16="http://schemas.microsoft.com/office/drawing/2014/main" id="{19A07DA1-8527-42E3-B9D1-7D87DE2F514E}"/>
              </a:ext>
            </a:extLst>
          </p:cNvPr>
          <p:cNvSpPr>
            <a:spLocks xmlns:a="http://schemas.openxmlformats.org/drawingml/2006/main" noGrp="1"/>
          </p:cNvSpPr>
          <p:nvPr/>
        </p:nvSpPr>
        <p:spPr>
          <a:xfrm xmlns:a="http://schemas.openxmlformats.org/drawingml/2006/main">
            <a:off x="7850530"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7" name="Editable chart path">
            <a:extLst xmlns:a="http://schemas.openxmlformats.org/drawingml/2006/main">
              <a:ext uri="{FF2B5EF4-FFF2-40B4-BE49-F238E27FC236}">
                <a16:creationId xmlns:a16="http://schemas.microsoft.com/office/drawing/2014/main" id="{CFBA2E9A-1B6F-450D-8532-BF7F3978C540}"/>
              </a:ext>
            </a:extLst>
          </p:cNvPr>
          <p:cNvSpPr>
            <a:spLocks xmlns:a="http://schemas.openxmlformats.org/drawingml/2006/main" noGrp="1"/>
          </p:cNvSpPr>
          <p:nvPr/>
        </p:nvSpPr>
        <p:spPr>
          <a:xfrm xmlns:a="http://schemas.openxmlformats.org/drawingml/2006/main">
            <a:off x="7921932"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8" name="Editable chart path">
            <a:extLst xmlns:a="http://schemas.openxmlformats.org/drawingml/2006/main">
              <a:ext uri="{FF2B5EF4-FFF2-40B4-BE49-F238E27FC236}">
                <a16:creationId xmlns:a16="http://schemas.microsoft.com/office/drawing/2014/main" id="{9875FAA2-2EC9-4B2D-9E95-5F4AC69757A2}"/>
              </a:ext>
            </a:extLst>
          </p:cNvPr>
          <p:cNvSpPr>
            <a:spLocks xmlns:a="http://schemas.openxmlformats.org/drawingml/2006/main" noGrp="1"/>
          </p:cNvSpPr>
          <p:nvPr/>
        </p:nvSpPr>
        <p:spPr>
          <a:xfrm xmlns:a="http://schemas.openxmlformats.org/drawingml/2006/main">
            <a:off x="7993334"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39" name="Editable chart path">
            <a:extLst xmlns:a="http://schemas.openxmlformats.org/drawingml/2006/main">
              <a:ext uri="{FF2B5EF4-FFF2-40B4-BE49-F238E27FC236}">
                <a16:creationId xmlns:a16="http://schemas.microsoft.com/office/drawing/2014/main" id="{B8DBF9B8-07B3-4A31-8EC6-98F87214E46B}"/>
              </a:ext>
            </a:extLst>
          </p:cNvPr>
          <p:cNvSpPr>
            <a:spLocks xmlns:a="http://schemas.openxmlformats.org/drawingml/2006/main" noGrp="1"/>
          </p:cNvSpPr>
          <p:nvPr/>
        </p:nvSpPr>
        <p:spPr>
          <a:xfrm xmlns:a="http://schemas.openxmlformats.org/drawingml/2006/main">
            <a:off x="806473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0" name="Editable chart path">
            <a:extLst xmlns:a="http://schemas.openxmlformats.org/drawingml/2006/main">
              <a:ext uri="{FF2B5EF4-FFF2-40B4-BE49-F238E27FC236}">
                <a16:creationId xmlns:a16="http://schemas.microsoft.com/office/drawing/2014/main" id="{638ED317-18DC-47E9-8A2F-C931B4E78590}"/>
              </a:ext>
            </a:extLst>
          </p:cNvPr>
          <p:cNvSpPr>
            <a:spLocks xmlns:a="http://schemas.openxmlformats.org/drawingml/2006/main" noGrp="1"/>
          </p:cNvSpPr>
          <p:nvPr/>
        </p:nvSpPr>
        <p:spPr>
          <a:xfrm xmlns:a="http://schemas.openxmlformats.org/drawingml/2006/main">
            <a:off x="813613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1" name="Editable chart path">
            <a:extLst xmlns:a="http://schemas.openxmlformats.org/drawingml/2006/main">
              <a:ext uri="{FF2B5EF4-FFF2-40B4-BE49-F238E27FC236}">
                <a16:creationId xmlns:a16="http://schemas.microsoft.com/office/drawing/2014/main" id="{53BACD47-7D49-4EF0-8815-CC996BF6F6A3}"/>
              </a:ext>
            </a:extLst>
          </p:cNvPr>
          <p:cNvSpPr>
            <a:spLocks xmlns:a="http://schemas.openxmlformats.org/drawingml/2006/main" noGrp="1"/>
          </p:cNvSpPr>
          <p:nvPr/>
        </p:nvSpPr>
        <p:spPr>
          <a:xfrm xmlns:a="http://schemas.openxmlformats.org/drawingml/2006/main">
            <a:off x="8207540"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2" name="Editable chart path">
            <a:extLst xmlns:a="http://schemas.openxmlformats.org/drawingml/2006/main">
              <a:ext uri="{FF2B5EF4-FFF2-40B4-BE49-F238E27FC236}">
                <a16:creationId xmlns:a16="http://schemas.microsoft.com/office/drawing/2014/main" id="{D858A5C1-AC28-4918-A882-B531D993456F}"/>
              </a:ext>
            </a:extLst>
          </p:cNvPr>
          <p:cNvSpPr>
            <a:spLocks xmlns:a="http://schemas.openxmlformats.org/drawingml/2006/main" noGrp="1"/>
          </p:cNvSpPr>
          <p:nvPr/>
        </p:nvSpPr>
        <p:spPr>
          <a:xfrm xmlns:a="http://schemas.openxmlformats.org/drawingml/2006/main">
            <a:off x="8278942"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3" name="Editable chart path">
            <a:extLst xmlns:a="http://schemas.openxmlformats.org/drawingml/2006/main">
              <a:ext uri="{FF2B5EF4-FFF2-40B4-BE49-F238E27FC236}">
                <a16:creationId xmlns:a16="http://schemas.microsoft.com/office/drawing/2014/main" id="{1C5DF6E9-16F9-429A-B52B-2EEE35BED61D}"/>
              </a:ext>
            </a:extLst>
          </p:cNvPr>
          <p:cNvSpPr>
            <a:spLocks xmlns:a="http://schemas.openxmlformats.org/drawingml/2006/main" noGrp="1"/>
          </p:cNvSpPr>
          <p:nvPr/>
        </p:nvSpPr>
        <p:spPr>
          <a:xfrm xmlns:a="http://schemas.openxmlformats.org/drawingml/2006/main">
            <a:off x="8350344"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4" name="Editable chart path">
            <a:extLst xmlns:a="http://schemas.openxmlformats.org/drawingml/2006/main">
              <a:ext uri="{FF2B5EF4-FFF2-40B4-BE49-F238E27FC236}">
                <a16:creationId xmlns:a16="http://schemas.microsoft.com/office/drawing/2014/main" id="{84F6A1CE-02B6-4C4E-A164-E2FE3258DD71}"/>
              </a:ext>
            </a:extLst>
          </p:cNvPr>
          <p:cNvSpPr>
            <a:spLocks xmlns:a="http://schemas.openxmlformats.org/drawingml/2006/main" noGrp="1"/>
          </p:cNvSpPr>
          <p:nvPr/>
        </p:nvSpPr>
        <p:spPr>
          <a:xfrm xmlns:a="http://schemas.openxmlformats.org/drawingml/2006/main">
            <a:off x="842174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5" name="Editable chart path">
            <a:extLst xmlns:a="http://schemas.openxmlformats.org/drawingml/2006/main">
              <a:ext uri="{FF2B5EF4-FFF2-40B4-BE49-F238E27FC236}">
                <a16:creationId xmlns:a16="http://schemas.microsoft.com/office/drawing/2014/main" id="{CF20DD13-1E3E-4DCB-B6DD-9CCE9CF7F78D}"/>
              </a:ext>
            </a:extLst>
          </p:cNvPr>
          <p:cNvSpPr>
            <a:spLocks xmlns:a="http://schemas.openxmlformats.org/drawingml/2006/main" noGrp="1"/>
          </p:cNvSpPr>
          <p:nvPr/>
        </p:nvSpPr>
        <p:spPr>
          <a:xfrm xmlns:a="http://schemas.openxmlformats.org/drawingml/2006/main">
            <a:off x="849314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6" name="Editable chart path">
            <a:extLst xmlns:a="http://schemas.openxmlformats.org/drawingml/2006/main">
              <a:ext uri="{FF2B5EF4-FFF2-40B4-BE49-F238E27FC236}">
                <a16:creationId xmlns:a16="http://schemas.microsoft.com/office/drawing/2014/main" id="{CB2BB92E-3826-4CCC-B4D3-074539F95243}"/>
              </a:ext>
            </a:extLst>
          </p:cNvPr>
          <p:cNvSpPr>
            <a:spLocks xmlns:a="http://schemas.openxmlformats.org/drawingml/2006/main" noGrp="1"/>
          </p:cNvSpPr>
          <p:nvPr/>
        </p:nvSpPr>
        <p:spPr>
          <a:xfrm xmlns:a="http://schemas.openxmlformats.org/drawingml/2006/main">
            <a:off x="8564550"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7" name="Editable chart path">
            <a:extLst xmlns:a="http://schemas.openxmlformats.org/drawingml/2006/main">
              <a:ext uri="{FF2B5EF4-FFF2-40B4-BE49-F238E27FC236}">
                <a16:creationId xmlns:a16="http://schemas.microsoft.com/office/drawing/2014/main" id="{8242E15A-097D-4E0B-B30F-D42C6CFBD6C0}"/>
              </a:ext>
            </a:extLst>
          </p:cNvPr>
          <p:cNvSpPr>
            <a:spLocks xmlns:a="http://schemas.openxmlformats.org/drawingml/2006/main" noGrp="1"/>
          </p:cNvSpPr>
          <p:nvPr/>
        </p:nvSpPr>
        <p:spPr>
          <a:xfrm xmlns:a="http://schemas.openxmlformats.org/drawingml/2006/main">
            <a:off x="8635952"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8" name="Editable chart path">
            <a:extLst xmlns:a="http://schemas.openxmlformats.org/drawingml/2006/main">
              <a:ext uri="{FF2B5EF4-FFF2-40B4-BE49-F238E27FC236}">
                <a16:creationId xmlns:a16="http://schemas.microsoft.com/office/drawing/2014/main" id="{70DC3F6E-B5DD-4EA0-AD73-9FDEFCEF9BB6}"/>
              </a:ext>
            </a:extLst>
          </p:cNvPr>
          <p:cNvSpPr>
            <a:spLocks xmlns:a="http://schemas.openxmlformats.org/drawingml/2006/main" noGrp="1"/>
          </p:cNvSpPr>
          <p:nvPr/>
        </p:nvSpPr>
        <p:spPr>
          <a:xfrm xmlns:a="http://schemas.openxmlformats.org/drawingml/2006/main">
            <a:off x="8707354"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49" name="Editable chart path">
            <a:extLst xmlns:a="http://schemas.openxmlformats.org/drawingml/2006/main">
              <a:ext uri="{FF2B5EF4-FFF2-40B4-BE49-F238E27FC236}">
                <a16:creationId xmlns:a16="http://schemas.microsoft.com/office/drawing/2014/main" id="{38069107-1AD1-4612-8F85-71040E338931}"/>
              </a:ext>
            </a:extLst>
          </p:cNvPr>
          <p:cNvSpPr>
            <a:spLocks xmlns:a="http://schemas.openxmlformats.org/drawingml/2006/main" noGrp="1"/>
          </p:cNvSpPr>
          <p:nvPr/>
        </p:nvSpPr>
        <p:spPr>
          <a:xfrm xmlns:a="http://schemas.openxmlformats.org/drawingml/2006/main">
            <a:off x="8778756"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0" name="Editable chart path">
            <a:extLst xmlns:a="http://schemas.openxmlformats.org/drawingml/2006/main">
              <a:ext uri="{FF2B5EF4-FFF2-40B4-BE49-F238E27FC236}">
                <a16:creationId xmlns:a16="http://schemas.microsoft.com/office/drawing/2014/main" id="{12EEF5FD-120C-4A56-9904-7B3F44270423}"/>
              </a:ext>
            </a:extLst>
          </p:cNvPr>
          <p:cNvSpPr>
            <a:spLocks xmlns:a="http://schemas.openxmlformats.org/drawingml/2006/main" noGrp="1"/>
          </p:cNvSpPr>
          <p:nvPr/>
        </p:nvSpPr>
        <p:spPr>
          <a:xfrm xmlns:a="http://schemas.openxmlformats.org/drawingml/2006/main">
            <a:off x="8850158"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1" name="Editable chart path">
            <a:extLst xmlns:a="http://schemas.openxmlformats.org/drawingml/2006/main">
              <a:ext uri="{FF2B5EF4-FFF2-40B4-BE49-F238E27FC236}">
                <a16:creationId xmlns:a16="http://schemas.microsoft.com/office/drawing/2014/main" id="{61A07C4F-5410-4BA7-82B5-B12CE66390AA}"/>
              </a:ext>
            </a:extLst>
          </p:cNvPr>
          <p:cNvSpPr>
            <a:spLocks xmlns:a="http://schemas.openxmlformats.org/drawingml/2006/main" noGrp="1"/>
          </p:cNvSpPr>
          <p:nvPr/>
        </p:nvSpPr>
        <p:spPr>
          <a:xfrm xmlns:a="http://schemas.openxmlformats.org/drawingml/2006/main">
            <a:off x="8921560"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2" name="Editable chart path">
            <a:extLst xmlns:a="http://schemas.openxmlformats.org/drawingml/2006/main">
              <a:ext uri="{FF2B5EF4-FFF2-40B4-BE49-F238E27FC236}">
                <a16:creationId xmlns:a16="http://schemas.microsoft.com/office/drawing/2014/main" id="{3461921C-46A6-4AAC-B120-1058E3AA4C74}"/>
              </a:ext>
            </a:extLst>
          </p:cNvPr>
          <p:cNvSpPr>
            <a:spLocks xmlns:a="http://schemas.openxmlformats.org/drawingml/2006/main" noGrp="1"/>
          </p:cNvSpPr>
          <p:nvPr/>
        </p:nvSpPr>
        <p:spPr>
          <a:xfrm xmlns:a="http://schemas.openxmlformats.org/drawingml/2006/main">
            <a:off x="899296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3" name="Editable chart path">
            <a:extLst xmlns:a="http://schemas.openxmlformats.org/drawingml/2006/main">
              <a:ext uri="{FF2B5EF4-FFF2-40B4-BE49-F238E27FC236}">
                <a16:creationId xmlns:a16="http://schemas.microsoft.com/office/drawing/2014/main" id="{098BDF95-F120-412F-A860-26723069221D}"/>
              </a:ext>
            </a:extLst>
          </p:cNvPr>
          <p:cNvSpPr>
            <a:spLocks xmlns:a="http://schemas.openxmlformats.org/drawingml/2006/main" noGrp="1"/>
          </p:cNvSpPr>
          <p:nvPr/>
        </p:nvSpPr>
        <p:spPr>
          <a:xfrm xmlns:a="http://schemas.openxmlformats.org/drawingml/2006/main">
            <a:off x="906436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4" name="Editable chart path">
            <a:extLst xmlns:a="http://schemas.openxmlformats.org/drawingml/2006/main">
              <a:ext uri="{FF2B5EF4-FFF2-40B4-BE49-F238E27FC236}">
                <a16:creationId xmlns:a16="http://schemas.microsoft.com/office/drawing/2014/main" id="{E24FB8C7-865D-42D5-BA7F-47A26CC54B74}"/>
              </a:ext>
            </a:extLst>
          </p:cNvPr>
          <p:cNvSpPr>
            <a:spLocks xmlns:a="http://schemas.openxmlformats.org/drawingml/2006/main" noGrp="1"/>
          </p:cNvSpPr>
          <p:nvPr/>
        </p:nvSpPr>
        <p:spPr>
          <a:xfrm xmlns:a="http://schemas.openxmlformats.org/drawingml/2006/main">
            <a:off x="9135765"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5" name="Editable chart path">
            <a:extLst xmlns:a="http://schemas.openxmlformats.org/drawingml/2006/main">
              <a:ext uri="{FF2B5EF4-FFF2-40B4-BE49-F238E27FC236}">
                <a16:creationId xmlns:a16="http://schemas.microsoft.com/office/drawing/2014/main" id="{4F73FF90-396F-4E00-B115-C5BBAE050C5B}"/>
              </a:ext>
            </a:extLst>
          </p:cNvPr>
          <p:cNvSpPr>
            <a:spLocks xmlns:a="http://schemas.openxmlformats.org/drawingml/2006/main" noGrp="1"/>
          </p:cNvSpPr>
          <p:nvPr/>
        </p:nvSpPr>
        <p:spPr>
          <a:xfrm xmlns:a="http://schemas.openxmlformats.org/drawingml/2006/main">
            <a:off x="9207167"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6" name="Editable chart path">
            <a:extLst xmlns:a="http://schemas.openxmlformats.org/drawingml/2006/main">
              <a:ext uri="{FF2B5EF4-FFF2-40B4-BE49-F238E27FC236}">
                <a16:creationId xmlns:a16="http://schemas.microsoft.com/office/drawing/2014/main" id="{7FB58748-E950-4E07-855B-8B2D47D81F6F}"/>
              </a:ext>
            </a:extLst>
          </p:cNvPr>
          <p:cNvSpPr>
            <a:spLocks xmlns:a="http://schemas.openxmlformats.org/drawingml/2006/main" noGrp="1"/>
          </p:cNvSpPr>
          <p:nvPr/>
        </p:nvSpPr>
        <p:spPr>
          <a:xfrm xmlns:a="http://schemas.openxmlformats.org/drawingml/2006/main">
            <a:off x="9278569"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7" name="Editable chart path">
            <a:extLst xmlns:a="http://schemas.openxmlformats.org/drawingml/2006/main">
              <a:ext uri="{FF2B5EF4-FFF2-40B4-BE49-F238E27FC236}">
                <a16:creationId xmlns:a16="http://schemas.microsoft.com/office/drawing/2014/main" id="{BDA23E79-EB67-4F7C-9771-52D5A045C27E}"/>
              </a:ext>
            </a:extLst>
          </p:cNvPr>
          <p:cNvSpPr>
            <a:spLocks xmlns:a="http://schemas.openxmlformats.org/drawingml/2006/main" noGrp="1"/>
          </p:cNvSpPr>
          <p:nvPr/>
        </p:nvSpPr>
        <p:spPr>
          <a:xfrm xmlns:a="http://schemas.openxmlformats.org/drawingml/2006/main">
            <a:off x="934997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8" name="Editable chart path">
            <a:extLst xmlns:a="http://schemas.openxmlformats.org/drawingml/2006/main">
              <a:ext uri="{FF2B5EF4-FFF2-40B4-BE49-F238E27FC236}">
                <a16:creationId xmlns:a16="http://schemas.microsoft.com/office/drawing/2014/main" id="{F700AEC2-1039-47BE-B08D-C0CA643860C4}"/>
              </a:ext>
            </a:extLst>
          </p:cNvPr>
          <p:cNvSpPr>
            <a:spLocks xmlns:a="http://schemas.openxmlformats.org/drawingml/2006/main" noGrp="1"/>
          </p:cNvSpPr>
          <p:nvPr/>
        </p:nvSpPr>
        <p:spPr>
          <a:xfrm xmlns:a="http://schemas.openxmlformats.org/drawingml/2006/main">
            <a:off x="942137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59" name="Editable chart path">
            <a:extLst xmlns:a="http://schemas.openxmlformats.org/drawingml/2006/main">
              <a:ext uri="{FF2B5EF4-FFF2-40B4-BE49-F238E27FC236}">
                <a16:creationId xmlns:a16="http://schemas.microsoft.com/office/drawing/2014/main" id="{2CB4D234-C9A1-4F7F-BED8-37882D27411C}"/>
              </a:ext>
            </a:extLst>
          </p:cNvPr>
          <p:cNvSpPr>
            <a:spLocks xmlns:a="http://schemas.openxmlformats.org/drawingml/2006/main" noGrp="1"/>
          </p:cNvSpPr>
          <p:nvPr/>
        </p:nvSpPr>
        <p:spPr>
          <a:xfrm xmlns:a="http://schemas.openxmlformats.org/drawingml/2006/main">
            <a:off x="9492775"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0" name="Editable chart path">
            <a:extLst xmlns:a="http://schemas.openxmlformats.org/drawingml/2006/main">
              <a:ext uri="{FF2B5EF4-FFF2-40B4-BE49-F238E27FC236}">
                <a16:creationId xmlns:a16="http://schemas.microsoft.com/office/drawing/2014/main" id="{7B470482-D6FC-4807-BA13-38B360BEE385}"/>
              </a:ext>
            </a:extLst>
          </p:cNvPr>
          <p:cNvSpPr>
            <a:spLocks xmlns:a="http://schemas.openxmlformats.org/drawingml/2006/main" noGrp="1"/>
          </p:cNvSpPr>
          <p:nvPr/>
        </p:nvSpPr>
        <p:spPr>
          <a:xfrm xmlns:a="http://schemas.openxmlformats.org/drawingml/2006/main">
            <a:off x="9564177"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1" name="Editable chart path">
            <a:extLst xmlns:a="http://schemas.openxmlformats.org/drawingml/2006/main">
              <a:ext uri="{FF2B5EF4-FFF2-40B4-BE49-F238E27FC236}">
                <a16:creationId xmlns:a16="http://schemas.microsoft.com/office/drawing/2014/main" id="{13116D89-D47E-4FB4-BFB7-0432A405EA18}"/>
              </a:ext>
            </a:extLst>
          </p:cNvPr>
          <p:cNvSpPr>
            <a:spLocks xmlns:a="http://schemas.openxmlformats.org/drawingml/2006/main" noGrp="1"/>
          </p:cNvSpPr>
          <p:nvPr/>
        </p:nvSpPr>
        <p:spPr>
          <a:xfrm xmlns:a="http://schemas.openxmlformats.org/drawingml/2006/main">
            <a:off x="9635579"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2" name="Editable chart path">
            <a:extLst xmlns:a="http://schemas.openxmlformats.org/drawingml/2006/main">
              <a:ext uri="{FF2B5EF4-FFF2-40B4-BE49-F238E27FC236}">
                <a16:creationId xmlns:a16="http://schemas.microsoft.com/office/drawing/2014/main" id="{BBA108D1-1E69-43BA-85D6-5CFD35627E1F}"/>
              </a:ext>
            </a:extLst>
          </p:cNvPr>
          <p:cNvSpPr>
            <a:spLocks xmlns:a="http://schemas.openxmlformats.org/drawingml/2006/main" noGrp="1"/>
          </p:cNvSpPr>
          <p:nvPr/>
        </p:nvSpPr>
        <p:spPr>
          <a:xfrm xmlns:a="http://schemas.openxmlformats.org/drawingml/2006/main">
            <a:off x="970698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3" name="Editable chart path">
            <a:extLst xmlns:a="http://schemas.openxmlformats.org/drawingml/2006/main">
              <a:ext uri="{FF2B5EF4-FFF2-40B4-BE49-F238E27FC236}">
                <a16:creationId xmlns:a16="http://schemas.microsoft.com/office/drawing/2014/main" id="{389922BB-1922-4870-A1CA-4F2E03DDDE2D}"/>
              </a:ext>
            </a:extLst>
          </p:cNvPr>
          <p:cNvSpPr>
            <a:spLocks xmlns:a="http://schemas.openxmlformats.org/drawingml/2006/main" noGrp="1"/>
          </p:cNvSpPr>
          <p:nvPr/>
        </p:nvSpPr>
        <p:spPr>
          <a:xfrm xmlns:a="http://schemas.openxmlformats.org/drawingml/2006/main">
            <a:off x="977838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4" name="Editable chart path">
            <a:extLst xmlns:a="http://schemas.openxmlformats.org/drawingml/2006/main">
              <a:ext uri="{FF2B5EF4-FFF2-40B4-BE49-F238E27FC236}">
                <a16:creationId xmlns:a16="http://schemas.microsoft.com/office/drawing/2014/main" id="{183E85B0-6D41-42A9-B39E-1F056C7B05B6}"/>
              </a:ext>
            </a:extLst>
          </p:cNvPr>
          <p:cNvSpPr>
            <a:spLocks xmlns:a="http://schemas.openxmlformats.org/drawingml/2006/main" noGrp="1"/>
          </p:cNvSpPr>
          <p:nvPr/>
        </p:nvSpPr>
        <p:spPr>
          <a:xfrm xmlns:a="http://schemas.openxmlformats.org/drawingml/2006/main">
            <a:off x="9849785"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5" name="Editable chart path">
            <a:extLst xmlns:a="http://schemas.openxmlformats.org/drawingml/2006/main">
              <a:ext uri="{FF2B5EF4-FFF2-40B4-BE49-F238E27FC236}">
                <a16:creationId xmlns:a16="http://schemas.microsoft.com/office/drawing/2014/main" id="{BA3401D5-12C1-4EFB-B9AA-48BD27BA6D86}"/>
              </a:ext>
            </a:extLst>
          </p:cNvPr>
          <p:cNvSpPr>
            <a:spLocks xmlns:a="http://schemas.openxmlformats.org/drawingml/2006/main" noGrp="1"/>
          </p:cNvSpPr>
          <p:nvPr/>
        </p:nvSpPr>
        <p:spPr>
          <a:xfrm xmlns:a="http://schemas.openxmlformats.org/drawingml/2006/main">
            <a:off x="9921187"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6" name="Editable chart path">
            <a:extLst xmlns:a="http://schemas.openxmlformats.org/drawingml/2006/main">
              <a:ext uri="{FF2B5EF4-FFF2-40B4-BE49-F238E27FC236}">
                <a16:creationId xmlns:a16="http://schemas.microsoft.com/office/drawing/2014/main" id="{CDF9B034-225F-4A01-A4D2-3C55A13ECA89}"/>
              </a:ext>
            </a:extLst>
          </p:cNvPr>
          <p:cNvSpPr>
            <a:spLocks xmlns:a="http://schemas.openxmlformats.org/drawingml/2006/main" noGrp="1"/>
          </p:cNvSpPr>
          <p:nvPr/>
        </p:nvSpPr>
        <p:spPr>
          <a:xfrm xmlns:a="http://schemas.openxmlformats.org/drawingml/2006/main">
            <a:off x="9992589"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7" name="Editable chart path">
            <a:extLst xmlns:a="http://schemas.openxmlformats.org/drawingml/2006/main">
              <a:ext uri="{FF2B5EF4-FFF2-40B4-BE49-F238E27FC236}">
                <a16:creationId xmlns:a16="http://schemas.microsoft.com/office/drawing/2014/main" id="{473D5FF4-F3CA-4EB0-AB1F-2A58C629D6CC}"/>
              </a:ext>
            </a:extLst>
          </p:cNvPr>
          <p:cNvSpPr>
            <a:spLocks xmlns:a="http://schemas.openxmlformats.org/drawingml/2006/main" noGrp="1"/>
          </p:cNvSpPr>
          <p:nvPr/>
        </p:nvSpPr>
        <p:spPr>
          <a:xfrm xmlns:a="http://schemas.openxmlformats.org/drawingml/2006/main">
            <a:off x="1006399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8" name="Editable chart path">
            <a:extLst xmlns:a="http://schemas.openxmlformats.org/drawingml/2006/main">
              <a:ext uri="{FF2B5EF4-FFF2-40B4-BE49-F238E27FC236}">
                <a16:creationId xmlns:a16="http://schemas.microsoft.com/office/drawing/2014/main" id="{DB3019E9-FF9A-4313-9E33-090ECD77157C}"/>
              </a:ext>
            </a:extLst>
          </p:cNvPr>
          <p:cNvSpPr>
            <a:spLocks xmlns:a="http://schemas.openxmlformats.org/drawingml/2006/main" noGrp="1"/>
          </p:cNvSpPr>
          <p:nvPr/>
        </p:nvSpPr>
        <p:spPr>
          <a:xfrm xmlns:a="http://schemas.openxmlformats.org/drawingml/2006/main">
            <a:off x="10421001"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69" name="Editable chart path">
            <a:extLst xmlns:a="http://schemas.openxmlformats.org/drawingml/2006/main">
              <a:ext uri="{FF2B5EF4-FFF2-40B4-BE49-F238E27FC236}">
                <a16:creationId xmlns:a16="http://schemas.microsoft.com/office/drawing/2014/main" id="{E1BBEC9D-13CA-47BB-ACA3-2113E093539B}"/>
              </a:ext>
            </a:extLst>
          </p:cNvPr>
          <p:cNvSpPr>
            <a:spLocks xmlns:a="http://schemas.openxmlformats.org/drawingml/2006/main" noGrp="1"/>
          </p:cNvSpPr>
          <p:nvPr/>
        </p:nvSpPr>
        <p:spPr>
          <a:xfrm xmlns:a="http://schemas.openxmlformats.org/drawingml/2006/main">
            <a:off x="1049240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0" name="Editable chart path">
            <a:extLst xmlns:a="http://schemas.openxmlformats.org/drawingml/2006/main">
              <a:ext uri="{FF2B5EF4-FFF2-40B4-BE49-F238E27FC236}">
                <a16:creationId xmlns:a16="http://schemas.microsoft.com/office/drawing/2014/main" id="{BDB9056C-E0E7-4E20-8402-14DF79AF8EF4}"/>
              </a:ext>
            </a:extLst>
          </p:cNvPr>
          <p:cNvSpPr>
            <a:spLocks xmlns:a="http://schemas.openxmlformats.org/drawingml/2006/main" noGrp="1"/>
          </p:cNvSpPr>
          <p:nvPr/>
        </p:nvSpPr>
        <p:spPr>
          <a:xfrm xmlns:a="http://schemas.openxmlformats.org/drawingml/2006/main">
            <a:off x="10563805"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1" name="Editable chart path">
            <a:extLst xmlns:a="http://schemas.openxmlformats.org/drawingml/2006/main">
              <a:ext uri="{FF2B5EF4-FFF2-40B4-BE49-F238E27FC236}">
                <a16:creationId xmlns:a16="http://schemas.microsoft.com/office/drawing/2014/main" id="{287ADE29-C40A-4BEF-9E7E-7C622E25D1BC}"/>
              </a:ext>
            </a:extLst>
          </p:cNvPr>
          <p:cNvSpPr>
            <a:spLocks xmlns:a="http://schemas.openxmlformats.org/drawingml/2006/main" noGrp="1"/>
          </p:cNvSpPr>
          <p:nvPr/>
        </p:nvSpPr>
        <p:spPr>
          <a:xfrm xmlns:a="http://schemas.openxmlformats.org/drawingml/2006/main">
            <a:off x="10635207"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2" name="Editable chart path">
            <a:extLst xmlns:a="http://schemas.openxmlformats.org/drawingml/2006/main">
              <a:ext uri="{FF2B5EF4-FFF2-40B4-BE49-F238E27FC236}">
                <a16:creationId xmlns:a16="http://schemas.microsoft.com/office/drawing/2014/main" id="{88BBCC1C-F9F8-4749-8BBA-4BD1AD4D9EB5}"/>
              </a:ext>
            </a:extLst>
          </p:cNvPr>
          <p:cNvSpPr>
            <a:spLocks xmlns:a="http://schemas.openxmlformats.org/drawingml/2006/main" noGrp="1"/>
          </p:cNvSpPr>
          <p:nvPr/>
        </p:nvSpPr>
        <p:spPr>
          <a:xfrm xmlns:a="http://schemas.openxmlformats.org/drawingml/2006/main">
            <a:off x="735071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3" name="Editable chart path">
            <a:extLst xmlns:a="http://schemas.openxmlformats.org/drawingml/2006/main">
              <a:ext uri="{FF2B5EF4-FFF2-40B4-BE49-F238E27FC236}">
                <a16:creationId xmlns:a16="http://schemas.microsoft.com/office/drawing/2014/main" id="{CF2C5606-93D2-49A5-8C0C-30927A2CDEF0}"/>
              </a:ext>
            </a:extLst>
          </p:cNvPr>
          <p:cNvSpPr>
            <a:spLocks xmlns:a="http://schemas.openxmlformats.org/drawingml/2006/main" noGrp="1"/>
          </p:cNvSpPr>
          <p:nvPr/>
        </p:nvSpPr>
        <p:spPr>
          <a:xfrm xmlns:a="http://schemas.openxmlformats.org/drawingml/2006/main">
            <a:off x="7422118"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4" name="Editable chart path">
            <a:extLst xmlns:a="http://schemas.openxmlformats.org/drawingml/2006/main">
              <a:ext uri="{FF2B5EF4-FFF2-40B4-BE49-F238E27FC236}">
                <a16:creationId xmlns:a16="http://schemas.microsoft.com/office/drawing/2014/main" id="{7200D2C0-B25D-4216-89D1-2B82BCCF81D8}"/>
              </a:ext>
            </a:extLst>
          </p:cNvPr>
          <p:cNvSpPr>
            <a:spLocks xmlns:a="http://schemas.openxmlformats.org/drawingml/2006/main" noGrp="1"/>
          </p:cNvSpPr>
          <p:nvPr/>
        </p:nvSpPr>
        <p:spPr>
          <a:xfrm xmlns:a="http://schemas.openxmlformats.org/drawingml/2006/main">
            <a:off x="7493520"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5" name="Editable chart path">
            <a:extLst xmlns:a="http://schemas.openxmlformats.org/drawingml/2006/main">
              <a:ext uri="{FF2B5EF4-FFF2-40B4-BE49-F238E27FC236}">
                <a16:creationId xmlns:a16="http://schemas.microsoft.com/office/drawing/2014/main" id="{A8ED00A5-569D-43AF-9D6D-EEE6A460E987}"/>
              </a:ext>
            </a:extLst>
          </p:cNvPr>
          <p:cNvSpPr>
            <a:spLocks xmlns:a="http://schemas.openxmlformats.org/drawingml/2006/main" noGrp="1"/>
          </p:cNvSpPr>
          <p:nvPr/>
        </p:nvSpPr>
        <p:spPr>
          <a:xfrm xmlns:a="http://schemas.openxmlformats.org/drawingml/2006/main">
            <a:off x="7564922"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6" name="Editable chart path">
            <a:extLst xmlns:a="http://schemas.openxmlformats.org/drawingml/2006/main">
              <a:ext uri="{FF2B5EF4-FFF2-40B4-BE49-F238E27FC236}">
                <a16:creationId xmlns:a16="http://schemas.microsoft.com/office/drawing/2014/main" id="{71C65710-2C3D-46CE-BA2D-DE4E645D504C}"/>
              </a:ext>
            </a:extLst>
          </p:cNvPr>
          <p:cNvSpPr>
            <a:spLocks xmlns:a="http://schemas.openxmlformats.org/drawingml/2006/main" noGrp="1"/>
          </p:cNvSpPr>
          <p:nvPr/>
        </p:nvSpPr>
        <p:spPr>
          <a:xfrm xmlns:a="http://schemas.openxmlformats.org/drawingml/2006/main">
            <a:off x="7636324"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7" name="Editable chart path">
            <a:extLst xmlns:a="http://schemas.openxmlformats.org/drawingml/2006/main">
              <a:ext uri="{FF2B5EF4-FFF2-40B4-BE49-F238E27FC236}">
                <a16:creationId xmlns:a16="http://schemas.microsoft.com/office/drawing/2014/main" id="{0072B78A-80E6-4DB6-8BDD-34FC4347F832}"/>
              </a:ext>
            </a:extLst>
          </p:cNvPr>
          <p:cNvSpPr>
            <a:spLocks xmlns:a="http://schemas.openxmlformats.org/drawingml/2006/main" noGrp="1"/>
          </p:cNvSpPr>
          <p:nvPr/>
        </p:nvSpPr>
        <p:spPr>
          <a:xfrm xmlns:a="http://schemas.openxmlformats.org/drawingml/2006/main">
            <a:off x="770772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8" name="Editable chart path">
            <a:extLst xmlns:a="http://schemas.openxmlformats.org/drawingml/2006/main">
              <a:ext uri="{FF2B5EF4-FFF2-40B4-BE49-F238E27FC236}">
                <a16:creationId xmlns:a16="http://schemas.microsoft.com/office/drawing/2014/main" id="{CE7B5E80-DE77-4A7A-9F3A-D8D8B96CABF4}"/>
              </a:ext>
            </a:extLst>
          </p:cNvPr>
          <p:cNvSpPr>
            <a:spLocks xmlns:a="http://schemas.openxmlformats.org/drawingml/2006/main" noGrp="1"/>
          </p:cNvSpPr>
          <p:nvPr/>
        </p:nvSpPr>
        <p:spPr>
          <a:xfrm xmlns:a="http://schemas.openxmlformats.org/drawingml/2006/main">
            <a:off x="7779128"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79" name="Editable chart path">
            <a:extLst xmlns:a="http://schemas.openxmlformats.org/drawingml/2006/main">
              <a:ext uri="{FF2B5EF4-FFF2-40B4-BE49-F238E27FC236}">
                <a16:creationId xmlns:a16="http://schemas.microsoft.com/office/drawing/2014/main" id="{4E203BA5-56CD-4D78-A3F0-CD32551880DF}"/>
              </a:ext>
            </a:extLst>
          </p:cNvPr>
          <p:cNvSpPr>
            <a:spLocks xmlns:a="http://schemas.openxmlformats.org/drawingml/2006/main" noGrp="1"/>
          </p:cNvSpPr>
          <p:nvPr/>
        </p:nvSpPr>
        <p:spPr>
          <a:xfrm xmlns:a="http://schemas.openxmlformats.org/drawingml/2006/main">
            <a:off x="7850530"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0" name="Editable chart path">
            <a:extLst xmlns:a="http://schemas.openxmlformats.org/drawingml/2006/main">
              <a:ext uri="{FF2B5EF4-FFF2-40B4-BE49-F238E27FC236}">
                <a16:creationId xmlns:a16="http://schemas.microsoft.com/office/drawing/2014/main" id="{35052815-4D0B-4461-B723-833DC829F3FE}"/>
              </a:ext>
            </a:extLst>
          </p:cNvPr>
          <p:cNvSpPr>
            <a:spLocks xmlns:a="http://schemas.openxmlformats.org/drawingml/2006/main" noGrp="1"/>
          </p:cNvSpPr>
          <p:nvPr/>
        </p:nvSpPr>
        <p:spPr>
          <a:xfrm xmlns:a="http://schemas.openxmlformats.org/drawingml/2006/main">
            <a:off x="7921932"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1" name="Editable chart path">
            <a:extLst xmlns:a="http://schemas.openxmlformats.org/drawingml/2006/main">
              <a:ext uri="{FF2B5EF4-FFF2-40B4-BE49-F238E27FC236}">
                <a16:creationId xmlns:a16="http://schemas.microsoft.com/office/drawing/2014/main" id="{DB33D107-44D9-4DE0-BE3E-756266732CA1}"/>
              </a:ext>
            </a:extLst>
          </p:cNvPr>
          <p:cNvSpPr>
            <a:spLocks xmlns:a="http://schemas.openxmlformats.org/drawingml/2006/main" noGrp="1"/>
          </p:cNvSpPr>
          <p:nvPr/>
        </p:nvSpPr>
        <p:spPr>
          <a:xfrm xmlns:a="http://schemas.openxmlformats.org/drawingml/2006/main">
            <a:off x="7993334"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2" name="Editable chart path">
            <a:extLst xmlns:a="http://schemas.openxmlformats.org/drawingml/2006/main">
              <a:ext uri="{FF2B5EF4-FFF2-40B4-BE49-F238E27FC236}">
                <a16:creationId xmlns:a16="http://schemas.microsoft.com/office/drawing/2014/main" id="{DA0EE956-9B66-40A6-A24F-60F389B83669}"/>
              </a:ext>
            </a:extLst>
          </p:cNvPr>
          <p:cNvSpPr>
            <a:spLocks xmlns:a="http://schemas.openxmlformats.org/drawingml/2006/main" noGrp="1"/>
          </p:cNvSpPr>
          <p:nvPr/>
        </p:nvSpPr>
        <p:spPr>
          <a:xfrm xmlns:a="http://schemas.openxmlformats.org/drawingml/2006/main">
            <a:off x="806473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3" name="Editable chart path">
            <a:extLst xmlns:a="http://schemas.openxmlformats.org/drawingml/2006/main">
              <a:ext uri="{FF2B5EF4-FFF2-40B4-BE49-F238E27FC236}">
                <a16:creationId xmlns:a16="http://schemas.microsoft.com/office/drawing/2014/main" id="{8593F100-5227-4DF5-9D89-B11CF6F34511}"/>
              </a:ext>
            </a:extLst>
          </p:cNvPr>
          <p:cNvSpPr>
            <a:spLocks xmlns:a="http://schemas.openxmlformats.org/drawingml/2006/main" noGrp="1"/>
          </p:cNvSpPr>
          <p:nvPr/>
        </p:nvSpPr>
        <p:spPr>
          <a:xfrm xmlns:a="http://schemas.openxmlformats.org/drawingml/2006/main">
            <a:off x="8136138"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4" name="Editable chart path">
            <a:extLst xmlns:a="http://schemas.openxmlformats.org/drawingml/2006/main">
              <a:ext uri="{FF2B5EF4-FFF2-40B4-BE49-F238E27FC236}">
                <a16:creationId xmlns:a16="http://schemas.microsoft.com/office/drawing/2014/main" id="{EBF8EFBC-26F7-45BC-8F05-98A911DB1197}"/>
              </a:ext>
            </a:extLst>
          </p:cNvPr>
          <p:cNvSpPr>
            <a:spLocks xmlns:a="http://schemas.openxmlformats.org/drawingml/2006/main" noGrp="1"/>
          </p:cNvSpPr>
          <p:nvPr/>
        </p:nvSpPr>
        <p:spPr>
          <a:xfrm xmlns:a="http://schemas.openxmlformats.org/drawingml/2006/main">
            <a:off x="8207540"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5" name="Editable chart path">
            <a:extLst xmlns:a="http://schemas.openxmlformats.org/drawingml/2006/main">
              <a:ext uri="{FF2B5EF4-FFF2-40B4-BE49-F238E27FC236}">
                <a16:creationId xmlns:a16="http://schemas.microsoft.com/office/drawing/2014/main" id="{6F3E0DE8-B276-4CE2-9EC4-9ECD053E60ED}"/>
              </a:ext>
            </a:extLst>
          </p:cNvPr>
          <p:cNvSpPr>
            <a:spLocks xmlns:a="http://schemas.openxmlformats.org/drawingml/2006/main" noGrp="1"/>
          </p:cNvSpPr>
          <p:nvPr/>
        </p:nvSpPr>
        <p:spPr>
          <a:xfrm xmlns:a="http://schemas.openxmlformats.org/drawingml/2006/main">
            <a:off x="8278942"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6" name="Editable chart path">
            <a:extLst xmlns:a="http://schemas.openxmlformats.org/drawingml/2006/main">
              <a:ext uri="{FF2B5EF4-FFF2-40B4-BE49-F238E27FC236}">
                <a16:creationId xmlns:a16="http://schemas.microsoft.com/office/drawing/2014/main" id="{4846BF8F-65A8-46D1-8FCD-5C241E467D82}"/>
              </a:ext>
            </a:extLst>
          </p:cNvPr>
          <p:cNvSpPr>
            <a:spLocks xmlns:a="http://schemas.openxmlformats.org/drawingml/2006/main" noGrp="1"/>
          </p:cNvSpPr>
          <p:nvPr/>
        </p:nvSpPr>
        <p:spPr>
          <a:xfrm xmlns:a="http://schemas.openxmlformats.org/drawingml/2006/main">
            <a:off x="8350344"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7" name="Editable chart path">
            <a:extLst xmlns:a="http://schemas.openxmlformats.org/drawingml/2006/main">
              <a:ext uri="{FF2B5EF4-FFF2-40B4-BE49-F238E27FC236}">
                <a16:creationId xmlns:a16="http://schemas.microsoft.com/office/drawing/2014/main" id="{A21ED761-4EC3-4504-BE7B-987117E52A18}"/>
              </a:ext>
            </a:extLst>
          </p:cNvPr>
          <p:cNvSpPr>
            <a:spLocks xmlns:a="http://schemas.openxmlformats.org/drawingml/2006/main" noGrp="1"/>
          </p:cNvSpPr>
          <p:nvPr/>
        </p:nvSpPr>
        <p:spPr>
          <a:xfrm xmlns:a="http://schemas.openxmlformats.org/drawingml/2006/main">
            <a:off x="842174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8" name="Editable chart path">
            <a:extLst xmlns:a="http://schemas.openxmlformats.org/drawingml/2006/main">
              <a:ext uri="{FF2B5EF4-FFF2-40B4-BE49-F238E27FC236}">
                <a16:creationId xmlns:a16="http://schemas.microsoft.com/office/drawing/2014/main" id="{EB421C2A-D82C-4982-B5F5-4A612CEBE122}"/>
              </a:ext>
            </a:extLst>
          </p:cNvPr>
          <p:cNvSpPr>
            <a:spLocks xmlns:a="http://schemas.openxmlformats.org/drawingml/2006/main" noGrp="1"/>
          </p:cNvSpPr>
          <p:nvPr/>
        </p:nvSpPr>
        <p:spPr>
          <a:xfrm xmlns:a="http://schemas.openxmlformats.org/drawingml/2006/main">
            <a:off x="8493148"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89" name="Editable chart path">
            <a:extLst xmlns:a="http://schemas.openxmlformats.org/drawingml/2006/main">
              <a:ext uri="{FF2B5EF4-FFF2-40B4-BE49-F238E27FC236}">
                <a16:creationId xmlns:a16="http://schemas.microsoft.com/office/drawing/2014/main" id="{B9698BF1-8B94-40F9-83E7-1BED36501C7A}"/>
              </a:ext>
            </a:extLst>
          </p:cNvPr>
          <p:cNvSpPr>
            <a:spLocks xmlns:a="http://schemas.openxmlformats.org/drawingml/2006/main" noGrp="1"/>
          </p:cNvSpPr>
          <p:nvPr/>
        </p:nvSpPr>
        <p:spPr>
          <a:xfrm xmlns:a="http://schemas.openxmlformats.org/drawingml/2006/main">
            <a:off x="8564550"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0" name="Editable chart path">
            <a:extLst xmlns:a="http://schemas.openxmlformats.org/drawingml/2006/main">
              <a:ext uri="{FF2B5EF4-FFF2-40B4-BE49-F238E27FC236}">
                <a16:creationId xmlns:a16="http://schemas.microsoft.com/office/drawing/2014/main" id="{22651D5C-160A-4A70-B1B8-51F59A2274EA}"/>
              </a:ext>
            </a:extLst>
          </p:cNvPr>
          <p:cNvSpPr>
            <a:spLocks xmlns:a="http://schemas.openxmlformats.org/drawingml/2006/main" noGrp="1"/>
          </p:cNvSpPr>
          <p:nvPr/>
        </p:nvSpPr>
        <p:spPr>
          <a:xfrm xmlns:a="http://schemas.openxmlformats.org/drawingml/2006/main">
            <a:off x="8635952"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1" name="Editable chart path">
            <a:extLst xmlns:a="http://schemas.openxmlformats.org/drawingml/2006/main">
              <a:ext uri="{FF2B5EF4-FFF2-40B4-BE49-F238E27FC236}">
                <a16:creationId xmlns:a16="http://schemas.microsoft.com/office/drawing/2014/main" id="{26A47B21-4EAC-4BA0-9435-C299C3460EA2}"/>
              </a:ext>
            </a:extLst>
          </p:cNvPr>
          <p:cNvSpPr>
            <a:spLocks xmlns:a="http://schemas.openxmlformats.org/drawingml/2006/main" noGrp="1"/>
          </p:cNvSpPr>
          <p:nvPr/>
        </p:nvSpPr>
        <p:spPr>
          <a:xfrm xmlns:a="http://schemas.openxmlformats.org/drawingml/2006/main">
            <a:off x="8707354"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2" name="Editable chart path">
            <a:extLst xmlns:a="http://schemas.openxmlformats.org/drawingml/2006/main">
              <a:ext uri="{FF2B5EF4-FFF2-40B4-BE49-F238E27FC236}">
                <a16:creationId xmlns:a16="http://schemas.microsoft.com/office/drawing/2014/main" id="{35AC74DB-E50A-43EF-A69C-FAD518029AD9}"/>
              </a:ext>
            </a:extLst>
          </p:cNvPr>
          <p:cNvSpPr>
            <a:spLocks xmlns:a="http://schemas.openxmlformats.org/drawingml/2006/main" noGrp="1"/>
          </p:cNvSpPr>
          <p:nvPr/>
        </p:nvSpPr>
        <p:spPr>
          <a:xfrm xmlns:a="http://schemas.openxmlformats.org/drawingml/2006/main">
            <a:off x="8778756"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3" name="Editable chart path">
            <a:extLst xmlns:a="http://schemas.openxmlformats.org/drawingml/2006/main">
              <a:ext uri="{FF2B5EF4-FFF2-40B4-BE49-F238E27FC236}">
                <a16:creationId xmlns:a16="http://schemas.microsoft.com/office/drawing/2014/main" id="{E762FFD3-AFB6-45F5-A6E2-12F86DF03CC2}"/>
              </a:ext>
            </a:extLst>
          </p:cNvPr>
          <p:cNvSpPr>
            <a:spLocks xmlns:a="http://schemas.openxmlformats.org/drawingml/2006/main" noGrp="1"/>
          </p:cNvSpPr>
          <p:nvPr/>
        </p:nvSpPr>
        <p:spPr>
          <a:xfrm xmlns:a="http://schemas.openxmlformats.org/drawingml/2006/main">
            <a:off x="8850158"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4" name="Editable chart path">
            <a:extLst xmlns:a="http://schemas.openxmlformats.org/drawingml/2006/main">
              <a:ext uri="{FF2B5EF4-FFF2-40B4-BE49-F238E27FC236}">
                <a16:creationId xmlns:a16="http://schemas.microsoft.com/office/drawing/2014/main" id="{67DF0EB4-B324-4650-910B-57A162EBFC2A}"/>
              </a:ext>
            </a:extLst>
          </p:cNvPr>
          <p:cNvSpPr>
            <a:spLocks xmlns:a="http://schemas.openxmlformats.org/drawingml/2006/main" noGrp="1"/>
          </p:cNvSpPr>
          <p:nvPr/>
        </p:nvSpPr>
        <p:spPr>
          <a:xfrm xmlns:a="http://schemas.openxmlformats.org/drawingml/2006/main">
            <a:off x="8921560"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5" name="Editable chart path">
            <a:extLst xmlns:a="http://schemas.openxmlformats.org/drawingml/2006/main">
              <a:ext uri="{FF2B5EF4-FFF2-40B4-BE49-F238E27FC236}">
                <a16:creationId xmlns:a16="http://schemas.microsoft.com/office/drawing/2014/main" id="{A62B781E-9020-40A7-A7A4-A6ED748B174A}"/>
              </a:ext>
            </a:extLst>
          </p:cNvPr>
          <p:cNvSpPr>
            <a:spLocks xmlns:a="http://schemas.openxmlformats.org/drawingml/2006/main" noGrp="1"/>
          </p:cNvSpPr>
          <p:nvPr/>
        </p:nvSpPr>
        <p:spPr>
          <a:xfrm xmlns:a="http://schemas.openxmlformats.org/drawingml/2006/main">
            <a:off x="899296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6" name="Editable chart path">
            <a:extLst xmlns:a="http://schemas.openxmlformats.org/drawingml/2006/main">
              <a:ext uri="{FF2B5EF4-FFF2-40B4-BE49-F238E27FC236}">
                <a16:creationId xmlns:a16="http://schemas.microsoft.com/office/drawing/2014/main" id="{0FE325F8-CEB6-42A4-B2BB-F106EDFEB54C}"/>
              </a:ext>
            </a:extLst>
          </p:cNvPr>
          <p:cNvSpPr>
            <a:spLocks xmlns:a="http://schemas.openxmlformats.org/drawingml/2006/main" noGrp="1"/>
          </p:cNvSpPr>
          <p:nvPr/>
        </p:nvSpPr>
        <p:spPr>
          <a:xfrm xmlns:a="http://schemas.openxmlformats.org/drawingml/2006/main">
            <a:off x="9064363"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7" name="Editable chart path">
            <a:extLst xmlns:a="http://schemas.openxmlformats.org/drawingml/2006/main">
              <a:ext uri="{FF2B5EF4-FFF2-40B4-BE49-F238E27FC236}">
                <a16:creationId xmlns:a16="http://schemas.microsoft.com/office/drawing/2014/main" id="{2174EB9E-86E6-4519-B38A-C8FAB26CB443}"/>
              </a:ext>
            </a:extLst>
          </p:cNvPr>
          <p:cNvSpPr>
            <a:spLocks xmlns:a="http://schemas.openxmlformats.org/drawingml/2006/main" noGrp="1"/>
          </p:cNvSpPr>
          <p:nvPr/>
        </p:nvSpPr>
        <p:spPr>
          <a:xfrm xmlns:a="http://schemas.openxmlformats.org/drawingml/2006/main">
            <a:off x="9135765"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8" name="Editable chart path">
            <a:extLst xmlns:a="http://schemas.openxmlformats.org/drawingml/2006/main">
              <a:ext uri="{FF2B5EF4-FFF2-40B4-BE49-F238E27FC236}">
                <a16:creationId xmlns:a16="http://schemas.microsoft.com/office/drawing/2014/main" id="{5EDF4A9C-7DD1-4C8D-B589-4787C48A17C3}"/>
              </a:ext>
            </a:extLst>
          </p:cNvPr>
          <p:cNvSpPr>
            <a:spLocks xmlns:a="http://schemas.openxmlformats.org/drawingml/2006/main" noGrp="1"/>
          </p:cNvSpPr>
          <p:nvPr/>
        </p:nvSpPr>
        <p:spPr>
          <a:xfrm xmlns:a="http://schemas.openxmlformats.org/drawingml/2006/main">
            <a:off x="9207167"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399" name="Editable chart path">
            <a:extLst xmlns:a="http://schemas.openxmlformats.org/drawingml/2006/main">
              <a:ext uri="{FF2B5EF4-FFF2-40B4-BE49-F238E27FC236}">
                <a16:creationId xmlns:a16="http://schemas.microsoft.com/office/drawing/2014/main" id="{A9B91981-5CEA-486C-A391-352756D3F5D4}"/>
              </a:ext>
            </a:extLst>
          </p:cNvPr>
          <p:cNvSpPr>
            <a:spLocks xmlns:a="http://schemas.openxmlformats.org/drawingml/2006/main" noGrp="1"/>
          </p:cNvSpPr>
          <p:nvPr/>
        </p:nvSpPr>
        <p:spPr>
          <a:xfrm xmlns:a="http://schemas.openxmlformats.org/drawingml/2006/main">
            <a:off x="9278569"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0" name="Editable chart path">
            <a:extLst xmlns:a="http://schemas.openxmlformats.org/drawingml/2006/main">
              <a:ext uri="{FF2B5EF4-FFF2-40B4-BE49-F238E27FC236}">
                <a16:creationId xmlns:a16="http://schemas.microsoft.com/office/drawing/2014/main" id="{EA013AAB-79E4-4B64-B715-0BD1A31F2C9E}"/>
              </a:ext>
            </a:extLst>
          </p:cNvPr>
          <p:cNvSpPr>
            <a:spLocks xmlns:a="http://schemas.openxmlformats.org/drawingml/2006/main" noGrp="1"/>
          </p:cNvSpPr>
          <p:nvPr/>
        </p:nvSpPr>
        <p:spPr>
          <a:xfrm xmlns:a="http://schemas.openxmlformats.org/drawingml/2006/main">
            <a:off x="934997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1" name="Editable chart path">
            <a:extLst xmlns:a="http://schemas.openxmlformats.org/drawingml/2006/main">
              <a:ext uri="{FF2B5EF4-FFF2-40B4-BE49-F238E27FC236}">
                <a16:creationId xmlns:a16="http://schemas.microsoft.com/office/drawing/2014/main" id="{F058DBF2-ED44-4578-B28D-F94156FE7C4B}"/>
              </a:ext>
            </a:extLst>
          </p:cNvPr>
          <p:cNvSpPr>
            <a:spLocks xmlns:a="http://schemas.openxmlformats.org/drawingml/2006/main" noGrp="1"/>
          </p:cNvSpPr>
          <p:nvPr/>
        </p:nvSpPr>
        <p:spPr>
          <a:xfrm xmlns:a="http://schemas.openxmlformats.org/drawingml/2006/main">
            <a:off x="9421373"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2" name="Editable chart path">
            <a:extLst xmlns:a="http://schemas.openxmlformats.org/drawingml/2006/main">
              <a:ext uri="{FF2B5EF4-FFF2-40B4-BE49-F238E27FC236}">
                <a16:creationId xmlns:a16="http://schemas.microsoft.com/office/drawing/2014/main" id="{04E72C17-62D9-42DE-BCFC-A30216F1172F}"/>
              </a:ext>
            </a:extLst>
          </p:cNvPr>
          <p:cNvSpPr>
            <a:spLocks xmlns:a="http://schemas.openxmlformats.org/drawingml/2006/main" noGrp="1"/>
          </p:cNvSpPr>
          <p:nvPr/>
        </p:nvSpPr>
        <p:spPr>
          <a:xfrm xmlns:a="http://schemas.openxmlformats.org/drawingml/2006/main">
            <a:off x="9492775"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3" name="Editable chart path">
            <a:extLst xmlns:a="http://schemas.openxmlformats.org/drawingml/2006/main">
              <a:ext uri="{FF2B5EF4-FFF2-40B4-BE49-F238E27FC236}">
                <a16:creationId xmlns:a16="http://schemas.microsoft.com/office/drawing/2014/main" id="{84C3B889-1ADD-4837-8591-CB000B33F5FA}"/>
              </a:ext>
            </a:extLst>
          </p:cNvPr>
          <p:cNvSpPr>
            <a:spLocks xmlns:a="http://schemas.openxmlformats.org/drawingml/2006/main" noGrp="1"/>
          </p:cNvSpPr>
          <p:nvPr/>
        </p:nvSpPr>
        <p:spPr>
          <a:xfrm xmlns:a="http://schemas.openxmlformats.org/drawingml/2006/main">
            <a:off x="9564177"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4" name="Editable chart path">
            <a:extLst xmlns:a="http://schemas.openxmlformats.org/drawingml/2006/main">
              <a:ext uri="{FF2B5EF4-FFF2-40B4-BE49-F238E27FC236}">
                <a16:creationId xmlns:a16="http://schemas.microsoft.com/office/drawing/2014/main" id="{9B536566-99F3-4267-B286-86CD9D6690C1}"/>
              </a:ext>
            </a:extLst>
          </p:cNvPr>
          <p:cNvSpPr>
            <a:spLocks xmlns:a="http://schemas.openxmlformats.org/drawingml/2006/main" noGrp="1"/>
          </p:cNvSpPr>
          <p:nvPr/>
        </p:nvSpPr>
        <p:spPr>
          <a:xfrm xmlns:a="http://schemas.openxmlformats.org/drawingml/2006/main">
            <a:off x="9635579"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5" name="Editable chart path">
            <a:extLst xmlns:a="http://schemas.openxmlformats.org/drawingml/2006/main">
              <a:ext uri="{FF2B5EF4-FFF2-40B4-BE49-F238E27FC236}">
                <a16:creationId xmlns:a16="http://schemas.microsoft.com/office/drawing/2014/main" id="{55D6281C-F68B-4A7C-AB6C-7AF210D19725}"/>
              </a:ext>
            </a:extLst>
          </p:cNvPr>
          <p:cNvSpPr>
            <a:spLocks xmlns:a="http://schemas.openxmlformats.org/drawingml/2006/main" noGrp="1"/>
          </p:cNvSpPr>
          <p:nvPr/>
        </p:nvSpPr>
        <p:spPr>
          <a:xfrm xmlns:a="http://schemas.openxmlformats.org/drawingml/2006/main">
            <a:off x="970698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6" name="Editable chart path">
            <a:extLst xmlns:a="http://schemas.openxmlformats.org/drawingml/2006/main">
              <a:ext uri="{FF2B5EF4-FFF2-40B4-BE49-F238E27FC236}">
                <a16:creationId xmlns:a16="http://schemas.microsoft.com/office/drawing/2014/main" id="{06512CE7-3631-4069-8BC3-7A0F3AC4E9AA}"/>
              </a:ext>
            </a:extLst>
          </p:cNvPr>
          <p:cNvSpPr>
            <a:spLocks xmlns:a="http://schemas.openxmlformats.org/drawingml/2006/main" noGrp="1"/>
          </p:cNvSpPr>
          <p:nvPr/>
        </p:nvSpPr>
        <p:spPr>
          <a:xfrm xmlns:a="http://schemas.openxmlformats.org/drawingml/2006/main">
            <a:off x="9778383"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7" name="Editable chart path">
            <a:extLst xmlns:a="http://schemas.openxmlformats.org/drawingml/2006/main">
              <a:ext uri="{FF2B5EF4-FFF2-40B4-BE49-F238E27FC236}">
                <a16:creationId xmlns:a16="http://schemas.microsoft.com/office/drawing/2014/main" id="{5057C33D-D16E-4119-B632-119B5B066C20}"/>
              </a:ext>
            </a:extLst>
          </p:cNvPr>
          <p:cNvSpPr>
            <a:spLocks xmlns:a="http://schemas.openxmlformats.org/drawingml/2006/main" noGrp="1"/>
          </p:cNvSpPr>
          <p:nvPr/>
        </p:nvSpPr>
        <p:spPr>
          <a:xfrm xmlns:a="http://schemas.openxmlformats.org/drawingml/2006/main">
            <a:off x="9849785"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8" name="Editable chart path">
            <a:extLst xmlns:a="http://schemas.openxmlformats.org/drawingml/2006/main">
              <a:ext uri="{FF2B5EF4-FFF2-40B4-BE49-F238E27FC236}">
                <a16:creationId xmlns:a16="http://schemas.microsoft.com/office/drawing/2014/main" id="{53EA3976-59B3-46C4-829D-EEE5750474A6}"/>
              </a:ext>
            </a:extLst>
          </p:cNvPr>
          <p:cNvSpPr>
            <a:spLocks xmlns:a="http://schemas.openxmlformats.org/drawingml/2006/main" noGrp="1"/>
          </p:cNvSpPr>
          <p:nvPr/>
        </p:nvSpPr>
        <p:spPr>
          <a:xfrm xmlns:a="http://schemas.openxmlformats.org/drawingml/2006/main">
            <a:off x="9921187"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09" name="Editable chart path">
            <a:extLst xmlns:a="http://schemas.openxmlformats.org/drawingml/2006/main">
              <a:ext uri="{FF2B5EF4-FFF2-40B4-BE49-F238E27FC236}">
                <a16:creationId xmlns:a16="http://schemas.microsoft.com/office/drawing/2014/main" id="{41A741EA-88A9-4758-BAB2-3CCA7ADC7D89}"/>
              </a:ext>
            </a:extLst>
          </p:cNvPr>
          <p:cNvSpPr>
            <a:spLocks xmlns:a="http://schemas.openxmlformats.org/drawingml/2006/main" noGrp="1"/>
          </p:cNvSpPr>
          <p:nvPr/>
        </p:nvSpPr>
        <p:spPr>
          <a:xfrm xmlns:a="http://schemas.openxmlformats.org/drawingml/2006/main">
            <a:off x="9992589"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0" name="Editable chart path">
            <a:extLst xmlns:a="http://schemas.openxmlformats.org/drawingml/2006/main">
              <a:ext uri="{FF2B5EF4-FFF2-40B4-BE49-F238E27FC236}">
                <a16:creationId xmlns:a16="http://schemas.microsoft.com/office/drawing/2014/main" id="{C90A36C6-DB82-43BF-97D8-4AEB987F8071}"/>
              </a:ext>
            </a:extLst>
          </p:cNvPr>
          <p:cNvSpPr>
            <a:spLocks xmlns:a="http://schemas.openxmlformats.org/drawingml/2006/main" noGrp="1"/>
          </p:cNvSpPr>
          <p:nvPr/>
        </p:nvSpPr>
        <p:spPr>
          <a:xfrm xmlns:a="http://schemas.openxmlformats.org/drawingml/2006/main">
            <a:off x="10278197"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1" name="Editable chart path">
            <a:extLst xmlns:a="http://schemas.openxmlformats.org/drawingml/2006/main">
              <a:ext uri="{FF2B5EF4-FFF2-40B4-BE49-F238E27FC236}">
                <a16:creationId xmlns:a16="http://schemas.microsoft.com/office/drawing/2014/main" id="{872003C9-FED8-444F-B73E-AAF21EE8387D}"/>
              </a:ext>
            </a:extLst>
          </p:cNvPr>
          <p:cNvSpPr>
            <a:spLocks xmlns:a="http://schemas.openxmlformats.org/drawingml/2006/main" noGrp="1"/>
          </p:cNvSpPr>
          <p:nvPr/>
        </p:nvSpPr>
        <p:spPr>
          <a:xfrm xmlns:a="http://schemas.openxmlformats.org/drawingml/2006/main">
            <a:off x="10349599"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2" name="Editable chart path">
            <a:extLst xmlns:a="http://schemas.openxmlformats.org/drawingml/2006/main">
              <a:ext uri="{FF2B5EF4-FFF2-40B4-BE49-F238E27FC236}">
                <a16:creationId xmlns:a16="http://schemas.microsoft.com/office/drawing/2014/main" id="{C83CCA67-55C1-4C48-9DA7-744FFB2686E4}"/>
              </a:ext>
            </a:extLst>
          </p:cNvPr>
          <p:cNvSpPr>
            <a:spLocks xmlns:a="http://schemas.openxmlformats.org/drawingml/2006/main" noGrp="1"/>
          </p:cNvSpPr>
          <p:nvPr/>
        </p:nvSpPr>
        <p:spPr>
          <a:xfrm xmlns:a="http://schemas.openxmlformats.org/drawingml/2006/main">
            <a:off x="1042100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3" name="Editable chart path">
            <a:extLst xmlns:a="http://schemas.openxmlformats.org/drawingml/2006/main">
              <a:ext uri="{FF2B5EF4-FFF2-40B4-BE49-F238E27FC236}">
                <a16:creationId xmlns:a16="http://schemas.microsoft.com/office/drawing/2014/main" id="{2E641B15-693C-47EC-A3EC-EDC89D72E815}"/>
              </a:ext>
            </a:extLst>
          </p:cNvPr>
          <p:cNvSpPr>
            <a:spLocks xmlns:a="http://schemas.openxmlformats.org/drawingml/2006/main" noGrp="1"/>
          </p:cNvSpPr>
          <p:nvPr/>
        </p:nvSpPr>
        <p:spPr>
          <a:xfrm xmlns:a="http://schemas.openxmlformats.org/drawingml/2006/main">
            <a:off x="10492403"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4" name="Editable chart path">
            <a:extLst xmlns:a="http://schemas.openxmlformats.org/drawingml/2006/main">
              <a:ext uri="{FF2B5EF4-FFF2-40B4-BE49-F238E27FC236}">
                <a16:creationId xmlns:a16="http://schemas.microsoft.com/office/drawing/2014/main" id="{87E74133-10F1-4EE9-9426-56CE82AB244A}"/>
              </a:ext>
            </a:extLst>
          </p:cNvPr>
          <p:cNvSpPr>
            <a:spLocks xmlns:a="http://schemas.openxmlformats.org/drawingml/2006/main" noGrp="1"/>
          </p:cNvSpPr>
          <p:nvPr/>
        </p:nvSpPr>
        <p:spPr>
          <a:xfrm xmlns:a="http://schemas.openxmlformats.org/drawingml/2006/main">
            <a:off x="10563805"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5" name="Editable chart path">
            <a:extLst xmlns:a="http://schemas.openxmlformats.org/drawingml/2006/main">
              <a:ext uri="{FF2B5EF4-FFF2-40B4-BE49-F238E27FC236}">
                <a16:creationId xmlns:a16="http://schemas.microsoft.com/office/drawing/2014/main" id="{75D4D6C6-BD05-44FE-B697-88980AEE9F60}"/>
              </a:ext>
            </a:extLst>
          </p:cNvPr>
          <p:cNvSpPr>
            <a:spLocks xmlns:a="http://schemas.openxmlformats.org/drawingml/2006/main" noGrp="1"/>
          </p:cNvSpPr>
          <p:nvPr/>
        </p:nvSpPr>
        <p:spPr>
          <a:xfrm xmlns:a="http://schemas.openxmlformats.org/drawingml/2006/main">
            <a:off x="10635207"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6" name="Editable chart path">
            <a:extLst xmlns:a="http://schemas.openxmlformats.org/drawingml/2006/main">
              <a:ext uri="{FF2B5EF4-FFF2-40B4-BE49-F238E27FC236}">
                <a16:creationId xmlns:a16="http://schemas.microsoft.com/office/drawing/2014/main" id="{AA0230DB-9DAA-4EF8-9403-16BA981CD7D5}"/>
              </a:ext>
            </a:extLst>
          </p:cNvPr>
          <p:cNvSpPr>
            <a:spLocks xmlns:a="http://schemas.openxmlformats.org/drawingml/2006/main" noGrp="1"/>
          </p:cNvSpPr>
          <p:nvPr/>
        </p:nvSpPr>
        <p:spPr>
          <a:xfrm xmlns:a="http://schemas.openxmlformats.org/drawingml/2006/main">
            <a:off x="7350716"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7" name="Editable chart path">
            <a:extLst xmlns:a="http://schemas.openxmlformats.org/drawingml/2006/main">
              <a:ext uri="{FF2B5EF4-FFF2-40B4-BE49-F238E27FC236}">
                <a16:creationId xmlns:a16="http://schemas.microsoft.com/office/drawing/2014/main" id="{CF683D1B-C0C0-48BF-9584-9B2C6125630F}"/>
              </a:ext>
            </a:extLst>
          </p:cNvPr>
          <p:cNvSpPr>
            <a:spLocks xmlns:a="http://schemas.openxmlformats.org/drawingml/2006/main" noGrp="1"/>
          </p:cNvSpPr>
          <p:nvPr/>
        </p:nvSpPr>
        <p:spPr>
          <a:xfrm xmlns:a="http://schemas.openxmlformats.org/drawingml/2006/main">
            <a:off x="7422118"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8" name="Editable chart path">
            <a:extLst xmlns:a="http://schemas.openxmlformats.org/drawingml/2006/main">
              <a:ext uri="{FF2B5EF4-FFF2-40B4-BE49-F238E27FC236}">
                <a16:creationId xmlns:a16="http://schemas.microsoft.com/office/drawing/2014/main" id="{8B4D3B6D-5E8D-4240-ABFB-3BD0946037CA}"/>
              </a:ext>
            </a:extLst>
          </p:cNvPr>
          <p:cNvSpPr>
            <a:spLocks xmlns:a="http://schemas.openxmlformats.org/drawingml/2006/main" noGrp="1"/>
          </p:cNvSpPr>
          <p:nvPr/>
        </p:nvSpPr>
        <p:spPr>
          <a:xfrm xmlns:a="http://schemas.openxmlformats.org/drawingml/2006/main">
            <a:off x="749352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19" name="Editable chart path">
            <a:extLst xmlns:a="http://schemas.openxmlformats.org/drawingml/2006/main">
              <a:ext uri="{FF2B5EF4-FFF2-40B4-BE49-F238E27FC236}">
                <a16:creationId xmlns:a16="http://schemas.microsoft.com/office/drawing/2014/main" id="{51892D46-15E7-40D3-9929-FAB0BAD66CA8}"/>
              </a:ext>
            </a:extLst>
          </p:cNvPr>
          <p:cNvSpPr>
            <a:spLocks xmlns:a="http://schemas.openxmlformats.org/drawingml/2006/main" noGrp="1"/>
          </p:cNvSpPr>
          <p:nvPr/>
        </p:nvSpPr>
        <p:spPr>
          <a:xfrm xmlns:a="http://schemas.openxmlformats.org/drawingml/2006/main">
            <a:off x="7564922"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0" name="Editable chart path">
            <a:extLst xmlns:a="http://schemas.openxmlformats.org/drawingml/2006/main">
              <a:ext uri="{FF2B5EF4-FFF2-40B4-BE49-F238E27FC236}">
                <a16:creationId xmlns:a16="http://schemas.microsoft.com/office/drawing/2014/main" id="{910288FC-D772-4047-99BB-48CEE26EBBE6}"/>
              </a:ext>
            </a:extLst>
          </p:cNvPr>
          <p:cNvSpPr>
            <a:spLocks xmlns:a="http://schemas.openxmlformats.org/drawingml/2006/main" noGrp="1"/>
          </p:cNvSpPr>
          <p:nvPr/>
        </p:nvSpPr>
        <p:spPr>
          <a:xfrm xmlns:a="http://schemas.openxmlformats.org/drawingml/2006/main">
            <a:off x="7636324"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1" name="Editable chart path">
            <a:extLst xmlns:a="http://schemas.openxmlformats.org/drawingml/2006/main">
              <a:ext uri="{FF2B5EF4-FFF2-40B4-BE49-F238E27FC236}">
                <a16:creationId xmlns:a16="http://schemas.microsoft.com/office/drawing/2014/main" id="{041B4F6D-6859-498E-9AE5-6EE27E963FB5}"/>
              </a:ext>
            </a:extLst>
          </p:cNvPr>
          <p:cNvSpPr>
            <a:spLocks xmlns:a="http://schemas.openxmlformats.org/drawingml/2006/main" noGrp="1"/>
          </p:cNvSpPr>
          <p:nvPr/>
        </p:nvSpPr>
        <p:spPr>
          <a:xfrm xmlns:a="http://schemas.openxmlformats.org/drawingml/2006/main">
            <a:off x="7707726"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2" name="Editable chart path">
            <a:extLst xmlns:a="http://schemas.openxmlformats.org/drawingml/2006/main">
              <a:ext uri="{FF2B5EF4-FFF2-40B4-BE49-F238E27FC236}">
                <a16:creationId xmlns:a16="http://schemas.microsoft.com/office/drawing/2014/main" id="{9BCD3238-9FD9-45BA-A505-C616292823D9}"/>
              </a:ext>
            </a:extLst>
          </p:cNvPr>
          <p:cNvSpPr>
            <a:spLocks xmlns:a="http://schemas.openxmlformats.org/drawingml/2006/main" noGrp="1"/>
          </p:cNvSpPr>
          <p:nvPr/>
        </p:nvSpPr>
        <p:spPr>
          <a:xfrm xmlns:a="http://schemas.openxmlformats.org/drawingml/2006/main">
            <a:off x="7779128"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3" name="Editable chart path">
            <a:extLst xmlns:a="http://schemas.openxmlformats.org/drawingml/2006/main">
              <a:ext uri="{FF2B5EF4-FFF2-40B4-BE49-F238E27FC236}">
                <a16:creationId xmlns:a16="http://schemas.microsoft.com/office/drawing/2014/main" id="{BA8E341C-2078-49AA-A70C-CD0B400DFF5D}"/>
              </a:ext>
            </a:extLst>
          </p:cNvPr>
          <p:cNvSpPr>
            <a:spLocks xmlns:a="http://schemas.openxmlformats.org/drawingml/2006/main" noGrp="1"/>
          </p:cNvSpPr>
          <p:nvPr/>
        </p:nvSpPr>
        <p:spPr>
          <a:xfrm xmlns:a="http://schemas.openxmlformats.org/drawingml/2006/main">
            <a:off x="785053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4" name="Editable chart path">
            <a:extLst xmlns:a="http://schemas.openxmlformats.org/drawingml/2006/main">
              <a:ext uri="{FF2B5EF4-FFF2-40B4-BE49-F238E27FC236}">
                <a16:creationId xmlns:a16="http://schemas.microsoft.com/office/drawing/2014/main" id="{0B81779F-55C2-402D-B9C5-2A9A42BC0EE2}"/>
              </a:ext>
            </a:extLst>
          </p:cNvPr>
          <p:cNvSpPr>
            <a:spLocks xmlns:a="http://schemas.openxmlformats.org/drawingml/2006/main" noGrp="1"/>
          </p:cNvSpPr>
          <p:nvPr/>
        </p:nvSpPr>
        <p:spPr>
          <a:xfrm xmlns:a="http://schemas.openxmlformats.org/drawingml/2006/main">
            <a:off x="7921932"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5" name="Editable chart path">
            <a:extLst xmlns:a="http://schemas.openxmlformats.org/drawingml/2006/main">
              <a:ext uri="{FF2B5EF4-FFF2-40B4-BE49-F238E27FC236}">
                <a16:creationId xmlns:a16="http://schemas.microsoft.com/office/drawing/2014/main" id="{931A3988-D1F8-41DF-ABF3-AAA3C79A7E01}"/>
              </a:ext>
            </a:extLst>
          </p:cNvPr>
          <p:cNvSpPr>
            <a:spLocks xmlns:a="http://schemas.openxmlformats.org/drawingml/2006/main" noGrp="1"/>
          </p:cNvSpPr>
          <p:nvPr/>
        </p:nvSpPr>
        <p:spPr>
          <a:xfrm xmlns:a="http://schemas.openxmlformats.org/drawingml/2006/main">
            <a:off x="7993334"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6" name="Editable chart path">
            <a:extLst xmlns:a="http://schemas.openxmlformats.org/drawingml/2006/main">
              <a:ext uri="{FF2B5EF4-FFF2-40B4-BE49-F238E27FC236}">
                <a16:creationId xmlns:a16="http://schemas.microsoft.com/office/drawing/2014/main" id="{69B1AD25-801D-4C47-B2F7-0261D1F93D0C}"/>
              </a:ext>
            </a:extLst>
          </p:cNvPr>
          <p:cNvSpPr>
            <a:spLocks xmlns:a="http://schemas.openxmlformats.org/drawingml/2006/main" noGrp="1"/>
          </p:cNvSpPr>
          <p:nvPr/>
        </p:nvSpPr>
        <p:spPr>
          <a:xfrm xmlns:a="http://schemas.openxmlformats.org/drawingml/2006/main">
            <a:off x="8064736"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7" name="Editable chart path">
            <a:extLst xmlns:a="http://schemas.openxmlformats.org/drawingml/2006/main">
              <a:ext uri="{FF2B5EF4-FFF2-40B4-BE49-F238E27FC236}">
                <a16:creationId xmlns:a16="http://schemas.microsoft.com/office/drawing/2014/main" id="{663FACAA-155A-4344-90C7-6E4600662DF2}"/>
              </a:ext>
            </a:extLst>
          </p:cNvPr>
          <p:cNvSpPr>
            <a:spLocks xmlns:a="http://schemas.openxmlformats.org/drawingml/2006/main" noGrp="1"/>
          </p:cNvSpPr>
          <p:nvPr/>
        </p:nvSpPr>
        <p:spPr>
          <a:xfrm xmlns:a="http://schemas.openxmlformats.org/drawingml/2006/main">
            <a:off x="8136138"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8" name="Editable chart path">
            <a:extLst xmlns:a="http://schemas.openxmlformats.org/drawingml/2006/main">
              <a:ext uri="{FF2B5EF4-FFF2-40B4-BE49-F238E27FC236}">
                <a16:creationId xmlns:a16="http://schemas.microsoft.com/office/drawing/2014/main" id="{C9B00990-F1F6-42FE-9201-80A5A67227C0}"/>
              </a:ext>
            </a:extLst>
          </p:cNvPr>
          <p:cNvSpPr>
            <a:spLocks xmlns:a="http://schemas.openxmlformats.org/drawingml/2006/main" noGrp="1"/>
          </p:cNvSpPr>
          <p:nvPr/>
        </p:nvSpPr>
        <p:spPr>
          <a:xfrm xmlns:a="http://schemas.openxmlformats.org/drawingml/2006/main">
            <a:off x="820754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29" name="Editable chart path">
            <a:extLst xmlns:a="http://schemas.openxmlformats.org/drawingml/2006/main">
              <a:ext uri="{FF2B5EF4-FFF2-40B4-BE49-F238E27FC236}">
                <a16:creationId xmlns:a16="http://schemas.microsoft.com/office/drawing/2014/main" id="{68E40026-9D69-4219-876F-37D907AF9F2D}"/>
              </a:ext>
            </a:extLst>
          </p:cNvPr>
          <p:cNvSpPr>
            <a:spLocks xmlns:a="http://schemas.openxmlformats.org/drawingml/2006/main" noGrp="1"/>
          </p:cNvSpPr>
          <p:nvPr/>
        </p:nvSpPr>
        <p:spPr>
          <a:xfrm xmlns:a="http://schemas.openxmlformats.org/drawingml/2006/main">
            <a:off x="8278942"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0" name="Editable chart path">
            <a:extLst xmlns:a="http://schemas.openxmlformats.org/drawingml/2006/main">
              <a:ext uri="{FF2B5EF4-FFF2-40B4-BE49-F238E27FC236}">
                <a16:creationId xmlns:a16="http://schemas.microsoft.com/office/drawing/2014/main" id="{1E4ACEF6-3FF2-4539-B277-D32525A52DC4}"/>
              </a:ext>
            </a:extLst>
          </p:cNvPr>
          <p:cNvSpPr>
            <a:spLocks xmlns:a="http://schemas.openxmlformats.org/drawingml/2006/main" noGrp="1"/>
          </p:cNvSpPr>
          <p:nvPr/>
        </p:nvSpPr>
        <p:spPr>
          <a:xfrm xmlns:a="http://schemas.openxmlformats.org/drawingml/2006/main">
            <a:off x="8350344"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1" name="Editable chart path">
            <a:extLst xmlns:a="http://schemas.openxmlformats.org/drawingml/2006/main">
              <a:ext uri="{FF2B5EF4-FFF2-40B4-BE49-F238E27FC236}">
                <a16:creationId xmlns:a16="http://schemas.microsoft.com/office/drawing/2014/main" id="{289EDD14-BBCB-41F0-A87C-768B1D1D316C}"/>
              </a:ext>
            </a:extLst>
          </p:cNvPr>
          <p:cNvSpPr>
            <a:spLocks xmlns:a="http://schemas.openxmlformats.org/drawingml/2006/main" noGrp="1"/>
          </p:cNvSpPr>
          <p:nvPr/>
        </p:nvSpPr>
        <p:spPr>
          <a:xfrm xmlns:a="http://schemas.openxmlformats.org/drawingml/2006/main">
            <a:off x="8421746"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2" name="Editable chart path">
            <a:extLst xmlns:a="http://schemas.openxmlformats.org/drawingml/2006/main">
              <a:ext uri="{FF2B5EF4-FFF2-40B4-BE49-F238E27FC236}">
                <a16:creationId xmlns:a16="http://schemas.microsoft.com/office/drawing/2014/main" id="{34BBCD38-987F-4C6E-A6ED-45CAC3B751B8}"/>
              </a:ext>
            </a:extLst>
          </p:cNvPr>
          <p:cNvSpPr>
            <a:spLocks xmlns:a="http://schemas.openxmlformats.org/drawingml/2006/main" noGrp="1"/>
          </p:cNvSpPr>
          <p:nvPr/>
        </p:nvSpPr>
        <p:spPr>
          <a:xfrm xmlns:a="http://schemas.openxmlformats.org/drawingml/2006/main">
            <a:off x="8493148"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3" name="Editable chart path">
            <a:extLst xmlns:a="http://schemas.openxmlformats.org/drawingml/2006/main">
              <a:ext uri="{FF2B5EF4-FFF2-40B4-BE49-F238E27FC236}">
                <a16:creationId xmlns:a16="http://schemas.microsoft.com/office/drawing/2014/main" id="{5DEF17C8-F2BA-4D0B-9D87-075488998DD6}"/>
              </a:ext>
            </a:extLst>
          </p:cNvPr>
          <p:cNvSpPr>
            <a:spLocks xmlns:a="http://schemas.openxmlformats.org/drawingml/2006/main" noGrp="1"/>
          </p:cNvSpPr>
          <p:nvPr/>
        </p:nvSpPr>
        <p:spPr>
          <a:xfrm xmlns:a="http://schemas.openxmlformats.org/drawingml/2006/main">
            <a:off x="856455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4" name="Editable chart path">
            <a:extLst xmlns:a="http://schemas.openxmlformats.org/drawingml/2006/main">
              <a:ext uri="{FF2B5EF4-FFF2-40B4-BE49-F238E27FC236}">
                <a16:creationId xmlns:a16="http://schemas.microsoft.com/office/drawing/2014/main" id="{3CF31B8F-88C0-43D7-BB7A-6B825D79A03B}"/>
              </a:ext>
            </a:extLst>
          </p:cNvPr>
          <p:cNvSpPr>
            <a:spLocks xmlns:a="http://schemas.openxmlformats.org/drawingml/2006/main" noGrp="1"/>
          </p:cNvSpPr>
          <p:nvPr/>
        </p:nvSpPr>
        <p:spPr>
          <a:xfrm xmlns:a="http://schemas.openxmlformats.org/drawingml/2006/main">
            <a:off x="8635952"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5" name="Editable chart path">
            <a:extLst xmlns:a="http://schemas.openxmlformats.org/drawingml/2006/main">
              <a:ext uri="{FF2B5EF4-FFF2-40B4-BE49-F238E27FC236}">
                <a16:creationId xmlns:a16="http://schemas.microsoft.com/office/drawing/2014/main" id="{A88F336D-CD1B-46F0-B7E9-8087C1E00C9C}"/>
              </a:ext>
            </a:extLst>
          </p:cNvPr>
          <p:cNvSpPr>
            <a:spLocks xmlns:a="http://schemas.openxmlformats.org/drawingml/2006/main" noGrp="1"/>
          </p:cNvSpPr>
          <p:nvPr/>
        </p:nvSpPr>
        <p:spPr>
          <a:xfrm xmlns:a="http://schemas.openxmlformats.org/drawingml/2006/main">
            <a:off x="8707354"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6" name="Editable chart path">
            <a:extLst xmlns:a="http://schemas.openxmlformats.org/drawingml/2006/main">
              <a:ext uri="{FF2B5EF4-FFF2-40B4-BE49-F238E27FC236}">
                <a16:creationId xmlns:a16="http://schemas.microsoft.com/office/drawing/2014/main" id="{5577479F-B27A-44DF-A827-FF827539808B}"/>
              </a:ext>
            </a:extLst>
          </p:cNvPr>
          <p:cNvSpPr>
            <a:spLocks xmlns:a="http://schemas.openxmlformats.org/drawingml/2006/main" noGrp="1"/>
          </p:cNvSpPr>
          <p:nvPr/>
        </p:nvSpPr>
        <p:spPr>
          <a:xfrm xmlns:a="http://schemas.openxmlformats.org/drawingml/2006/main">
            <a:off x="8778756"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7" name="Editable chart path">
            <a:extLst xmlns:a="http://schemas.openxmlformats.org/drawingml/2006/main">
              <a:ext uri="{FF2B5EF4-FFF2-40B4-BE49-F238E27FC236}">
                <a16:creationId xmlns:a16="http://schemas.microsoft.com/office/drawing/2014/main" id="{AD90BC28-DB02-4AF0-BDC0-6AE2DF5E1B91}"/>
              </a:ext>
            </a:extLst>
          </p:cNvPr>
          <p:cNvSpPr>
            <a:spLocks xmlns:a="http://schemas.openxmlformats.org/drawingml/2006/main" noGrp="1"/>
          </p:cNvSpPr>
          <p:nvPr/>
        </p:nvSpPr>
        <p:spPr>
          <a:xfrm xmlns:a="http://schemas.openxmlformats.org/drawingml/2006/main">
            <a:off x="8850158"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8" name="Editable chart path">
            <a:extLst xmlns:a="http://schemas.openxmlformats.org/drawingml/2006/main">
              <a:ext uri="{FF2B5EF4-FFF2-40B4-BE49-F238E27FC236}">
                <a16:creationId xmlns:a16="http://schemas.microsoft.com/office/drawing/2014/main" id="{3C6A3404-C1F4-48CC-BC19-75C2D3D9277F}"/>
              </a:ext>
            </a:extLst>
          </p:cNvPr>
          <p:cNvSpPr>
            <a:spLocks xmlns:a="http://schemas.openxmlformats.org/drawingml/2006/main" noGrp="1"/>
          </p:cNvSpPr>
          <p:nvPr/>
        </p:nvSpPr>
        <p:spPr>
          <a:xfrm xmlns:a="http://schemas.openxmlformats.org/drawingml/2006/main">
            <a:off x="8921560"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39" name="Editable chart path">
            <a:extLst xmlns:a="http://schemas.openxmlformats.org/drawingml/2006/main">
              <a:ext uri="{FF2B5EF4-FFF2-40B4-BE49-F238E27FC236}">
                <a16:creationId xmlns:a16="http://schemas.microsoft.com/office/drawing/2014/main" id="{9191BEA5-8415-4496-B9F3-A583DE50F131}"/>
              </a:ext>
            </a:extLst>
          </p:cNvPr>
          <p:cNvSpPr>
            <a:spLocks xmlns:a="http://schemas.openxmlformats.org/drawingml/2006/main" noGrp="1"/>
          </p:cNvSpPr>
          <p:nvPr/>
        </p:nvSpPr>
        <p:spPr>
          <a:xfrm xmlns:a="http://schemas.openxmlformats.org/drawingml/2006/main">
            <a:off x="8992961"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0" name="Editable chart path">
            <a:extLst xmlns:a="http://schemas.openxmlformats.org/drawingml/2006/main">
              <a:ext uri="{FF2B5EF4-FFF2-40B4-BE49-F238E27FC236}">
                <a16:creationId xmlns:a16="http://schemas.microsoft.com/office/drawing/2014/main" id="{FEB1635B-5082-47C4-B5A1-5F673ED4D942}"/>
              </a:ext>
            </a:extLst>
          </p:cNvPr>
          <p:cNvSpPr>
            <a:spLocks xmlns:a="http://schemas.openxmlformats.org/drawingml/2006/main" noGrp="1"/>
          </p:cNvSpPr>
          <p:nvPr/>
        </p:nvSpPr>
        <p:spPr>
          <a:xfrm xmlns:a="http://schemas.openxmlformats.org/drawingml/2006/main">
            <a:off x="9064363"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1" name="Editable chart path">
            <a:extLst xmlns:a="http://schemas.openxmlformats.org/drawingml/2006/main">
              <a:ext uri="{FF2B5EF4-FFF2-40B4-BE49-F238E27FC236}">
                <a16:creationId xmlns:a16="http://schemas.microsoft.com/office/drawing/2014/main" id="{C3201696-0BB0-4292-ACDA-334E12CC9819}"/>
              </a:ext>
            </a:extLst>
          </p:cNvPr>
          <p:cNvSpPr>
            <a:spLocks xmlns:a="http://schemas.openxmlformats.org/drawingml/2006/main" noGrp="1"/>
          </p:cNvSpPr>
          <p:nvPr/>
        </p:nvSpPr>
        <p:spPr>
          <a:xfrm xmlns:a="http://schemas.openxmlformats.org/drawingml/2006/main">
            <a:off x="913576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2" name="Editable chart path">
            <a:extLst xmlns:a="http://schemas.openxmlformats.org/drawingml/2006/main">
              <a:ext uri="{FF2B5EF4-FFF2-40B4-BE49-F238E27FC236}">
                <a16:creationId xmlns:a16="http://schemas.microsoft.com/office/drawing/2014/main" id="{1EE2AA6E-283D-41F0-9982-D256B3CF09A9}"/>
              </a:ext>
            </a:extLst>
          </p:cNvPr>
          <p:cNvSpPr>
            <a:spLocks xmlns:a="http://schemas.openxmlformats.org/drawingml/2006/main" noGrp="1"/>
          </p:cNvSpPr>
          <p:nvPr/>
        </p:nvSpPr>
        <p:spPr>
          <a:xfrm xmlns:a="http://schemas.openxmlformats.org/drawingml/2006/main">
            <a:off x="9207167"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3" name="Editable chart path">
            <a:extLst xmlns:a="http://schemas.openxmlformats.org/drawingml/2006/main">
              <a:ext uri="{FF2B5EF4-FFF2-40B4-BE49-F238E27FC236}">
                <a16:creationId xmlns:a16="http://schemas.microsoft.com/office/drawing/2014/main" id="{C0CA4C9C-39D0-493B-87FD-5D9FB426D621}"/>
              </a:ext>
            </a:extLst>
          </p:cNvPr>
          <p:cNvSpPr>
            <a:spLocks xmlns:a="http://schemas.openxmlformats.org/drawingml/2006/main" noGrp="1"/>
          </p:cNvSpPr>
          <p:nvPr/>
        </p:nvSpPr>
        <p:spPr>
          <a:xfrm xmlns:a="http://schemas.openxmlformats.org/drawingml/2006/main">
            <a:off x="9278569"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4" name="Editable chart path">
            <a:extLst xmlns:a="http://schemas.openxmlformats.org/drawingml/2006/main">
              <a:ext uri="{FF2B5EF4-FFF2-40B4-BE49-F238E27FC236}">
                <a16:creationId xmlns:a16="http://schemas.microsoft.com/office/drawing/2014/main" id="{61AFACE6-90D0-4A14-8606-AF4F41E87CEE}"/>
              </a:ext>
            </a:extLst>
          </p:cNvPr>
          <p:cNvSpPr>
            <a:spLocks xmlns:a="http://schemas.openxmlformats.org/drawingml/2006/main" noGrp="1"/>
          </p:cNvSpPr>
          <p:nvPr/>
        </p:nvSpPr>
        <p:spPr>
          <a:xfrm xmlns:a="http://schemas.openxmlformats.org/drawingml/2006/main">
            <a:off x="9349971"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5" name="Editable chart path">
            <a:extLst xmlns:a="http://schemas.openxmlformats.org/drawingml/2006/main">
              <a:ext uri="{FF2B5EF4-FFF2-40B4-BE49-F238E27FC236}">
                <a16:creationId xmlns:a16="http://schemas.microsoft.com/office/drawing/2014/main" id="{82F4EF55-06DF-4C04-8B3F-B28BB83F70D4}"/>
              </a:ext>
            </a:extLst>
          </p:cNvPr>
          <p:cNvSpPr>
            <a:spLocks xmlns:a="http://schemas.openxmlformats.org/drawingml/2006/main" noGrp="1"/>
          </p:cNvSpPr>
          <p:nvPr/>
        </p:nvSpPr>
        <p:spPr>
          <a:xfrm xmlns:a="http://schemas.openxmlformats.org/drawingml/2006/main">
            <a:off x="9421373"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6" name="Editable chart path">
            <a:extLst xmlns:a="http://schemas.openxmlformats.org/drawingml/2006/main">
              <a:ext uri="{FF2B5EF4-FFF2-40B4-BE49-F238E27FC236}">
                <a16:creationId xmlns:a16="http://schemas.microsoft.com/office/drawing/2014/main" id="{72942BD5-ED4E-4B70-AF1F-A4A0BB718F2D}"/>
              </a:ext>
            </a:extLst>
          </p:cNvPr>
          <p:cNvSpPr>
            <a:spLocks xmlns:a="http://schemas.openxmlformats.org/drawingml/2006/main" noGrp="1"/>
          </p:cNvSpPr>
          <p:nvPr/>
        </p:nvSpPr>
        <p:spPr>
          <a:xfrm xmlns:a="http://schemas.openxmlformats.org/drawingml/2006/main">
            <a:off x="949277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7" name="Editable chart path">
            <a:extLst xmlns:a="http://schemas.openxmlformats.org/drawingml/2006/main">
              <a:ext uri="{FF2B5EF4-FFF2-40B4-BE49-F238E27FC236}">
                <a16:creationId xmlns:a16="http://schemas.microsoft.com/office/drawing/2014/main" id="{4FF9C9AC-96F0-4679-88B7-C11F62EE6072}"/>
              </a:ext>
            </a:extLst>
          </p:cNvPr>
          <p:cNvSpPr>
            <a:spLocks xmlns:a="http://schemas.openxmlformats.org/drawingml/2006/main" noGrp="1"/>
          </p:cNvSpPr>
          <p:nvPr/>
        </p:nvSpPr>
        <p:spPr>
          <a:xfrm xmlns:a="http://schemas.openxmlformats.org/drawingml/2006/main">
            <a:off x="9564177"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8" name="Editable chart path">
            <a:extLst xmlns:a="http://schemas.openxmlformats.org/drawingml/2006/main">
              <a:ext uri="{FF2B5EF4-FFF2-40B4-BE49-F238E27FC236}">
                <a16:creationId xmlns:a16="http://schemas.microsoft.com/office/drawing/2014/main" id="{9C9D924C-3F6D-4EC2-BC6F-4675A14848B2}"/>
              </a:ext>
            </a:extLst>
          </p:cNvPr>
          <p:cNvSpPr>
            <a:spLocks xmlns:a="http://schemas.openxmlformats.org/drawingml/2006/main" noGrp="1"/>
          </p:cNvSpPr>
          <p:nvPr/>
        </p:nvSpPr>
        <p:spPr>
          <a:xfrm xmlns:a="http://schemas.openxmlformats.org/drawingml/2006/main">
            <a:off x="984978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49" name="Editable chart path">
            <a:extLst xmlns:a="http://schemas.openxmlformats.org/drawingml/2006/main">
              <a:ext uri="{FF2B5EF4-FFF2-40B4-BE49-F238E27FC236}">
                <a16:creationId xmlns:a16="http://schemas.microsoft.com/office/drawing/2014/main" id="{F05ACB41-F9BF-4085-BF3C-29F0D835AF37}"/>
              </a:ext>
            </a:extLst>
          </p:cNvPr>
          <p:cNvSpPr>
            <a:spLocks xmlns:a="http://schemas.openxmlformats.org/drawingml/2006/main" noGrp="1"/>
          </p:cNvSpPr>
          <p:nvPr/>
        </p:nvSpPr>
        <p:spPr>
          <a:xfrm xmlns:a="http://schemas.openxmlformats.org/drawingml/2006/main">
            <a:off x="9921187"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0" name="Editable chart path">
            <a:extLst xmlns:a="http://schemas.openxmlformats.org/drawingml/2006/main">
              <a:ext uri="{FF2B5EF4-FFF2-40B4-BE49-F238E27FC236}">
                <a16:creationId xmlns:a16="http://schemas.microsoft.com/office/drawing/2014/main" id="{16748218-2A57-4380-A713-458109E870BB}"/>
              </a:ext>
            </a:extLst>
          </p:cNvPr>
          <p:cNvSpPr>
            <a:spLocks xmlns:a="http://schemas.openxmlformats.org/drawingml/2006/main" noGrp="1"/>
          </p:cNvSpPr>
          <p:nvPr/>
        </p:nvSpPr>
        <p:spPr>
          <a:xfrm xmlns:a="http://schemas.openxmlformats.org/drawingml/2006/main">
            <a:off x="9992589"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1" name="Editable chart path">
            <a:extLst xmlns:a="http://schemas.openxmlformats.org/drawingml/2006/main">
              <a:ext uri="{FF2B5EF4-FFF2-40B4-BE49-F238E27FC236}">
                <a16:creationId xmlns:a16="http://schemas.microsoft.com/office/drawing/2014/main" id="{932E2F0F-09EB-4CC3-9CCE-616D88210A57}"/>
              </a:ext>
            </a:extLst>
          </p:cNvPr>
          <p:cNvSpPr>
            <a:spLocks xmlns:a="http://schemas.openxmlformats.org/drawingml/2006/main" noGrp="1"/>
          </p:cNvSpPr>
          <p:nvPr/>
        </p:nvSpPr>
        <p:spPr>
          <a:xfrm xmlns:a="http://schemas.openxmlformats.org/drawingml/2006/main">
            <a:off x="1020679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2" name="Editable chart path">
            <a:extLst xmlns:a="http://schemas.openxmlformats.org/drawingml/2006/main">
              <a:ext uri="{FF2B5EF4-FFF2-40B4-BE49-F238E27FC236}">
                <a16:creationId xmlns:a16="http://schemas.microsoft.com/office/drawing/2014/main" id="{CCEDB50D-4503-4976-A92A-63A8ED0797AB}"/>
              </a:ext>
            </a:extLst>
          </p:cNvPr>
          <p:cNvSpPr>
            <a:spLocks xmlns:a="http://schemas.openxmlformats.org/drawingml/2006/main" noGrp="1"/>
          </p:cNvSpPr>
          <p:nvPr/>
        </p:nvSpPr>
        <p:spPr>
          <a:xfrm xmlns:a="http://schemas.openxmlformats.org/drawingml/2006/main">
            <a:off x="10278197"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3" name="Editable chart path">
            <a:extLst xmlns:a="http://schemas.openxmlformats.org/drawingml/2006/main">
              <a:ext uri="{FF2B5EF4-FFF2-40B4-BE49-F238E27FC236}">
                <a16:creationId xmlns:a16="http://schemas.microsoft.com/office/drawing/2014/main" id="{CE26E33C-AACA-4588-ADFA-3ACDC66BC74D}"/>
              </a:ext>
            </a:extLst>
          </p:cNvPr>
          <p:cNvSpPr>
            <a:spLocks xmlns:a="http://schemas.openxmlformats.org/drawingml/2006/main" noGrp="1"/>
          </p:cNvSpPr>
          <p:nvPr/>
        </p:nvSpPr>
        <p:spPr>
          <a:xfrm xmlns:a="http://schemas.openxmlformats.org/drawingml/2006/main">
            <a:off x="10349599"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4" name="Editable chart path">
            <a:extLst xmlns:a="http://schemas.openxmlformats.org/drawingml/2006/main">
              <a:ext uri="{FF2B5EF4-FFF2-40B4-BE49-F238E27FC236}">
                <a16:creationId xmlns:a16="http://schemas.microsoft.com/office/drawing/2014/main" id="{BC7DDF47-70BB-48EA-9750-362DFD7468A6}"/>
              </a:ext>
            </a:extLst>
          </p:cNvPr>
          <p:cNvSpPr>
            <a:spLocks xmlns:a="http://schemas.openxmlformats.org/drawingml/2006/main" noGrp="1"/>
          </p:cNvSpPr>
          <p:nvPr/>
        </p:nvSpPr>
        <p:spPr>
          <a:xfrm xmlns:a="http://schemas.openxmlformats.org/drawingml/2006/main">
            <a:off x="10421001"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5" name="Editable chart path">
            <a:extLst xmlns:a="http://schemas.openxmlformats.org/drawingml/2006/main">
              <a:ext uri="{FF2B5EF4-FFF2-40B4-BE49-F238E27FC236}">
                <a16:creationId xmlns:a16="http://schemas.microsoft.com/office/drawing/2014/main" id="{3FC306BA-BF9E-4827-BDDD-3EFDF3CB6DBF}"/>
              </a:ext>
            </a:extLst>
          </p:cNvPr>
          <p:cNvSpPr>
            <a:spLocks xmlns:a="http://schemas.openxmlformats.org/drawingml/2006/main" noGrp="1"/>
          </p:cNvSpPr>
          <p:nvPr/>
        </p:nvSpPr>
        <p:spPr>
          <a:xfrm xmlns:a="http://schemas.openxmlformats.org/drawingml/2006/main">
            <a:off x="10492403"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6" name="Editable chart path">
            <a:extLst xmlns:a="http://schemas.openxmlformats.org/drawingml/2006/main">
              <a:ext uri="{FF2B5EF4-FFF2-40B4-BE49-F238E27FC236}">
                <a16:creationId xmlns:a16="http://schemas.microsoft.com/office/drawing/2014/main" id="{47B088FD-125B-4EBB-852B-A27F2582427A}"/>
              </a:ext>
            </a:extLst>
          </p:cNvPr>
          <p:cNvSpPr>
            <a:spLocks xmlns:a="http://schemas.openxmlformats.org/drawingml/2006/main" noGrp="1"/>
          </p:cNvSpPr>
          <p:nvPr/>
        </p:nvSpPr>
        <p:spPr>
          <a:xfrm xmlns:a="http://schemas.openxmlformats.org/drawingml/2006/main">
            <a:off x="10563805"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7" name="Editable chart path">
            <a:extLst xmlns:a="http://schemas.openxmlformats.org/drawingml/2006/main">
              <a:ext uri="{FF2B5EF4-FFF2-40B4-BE49-F238E27FC236}">
                <a16:creationId xmlns:a16="http://schemas.microsoft.com/office/drawing/2014/main" id="{9BEFABCF-58C5-4284-9558-886D61309751}"/>
              </a:ext>
            </a:extLst>
          </p:cNvPr>
          <p:cNvSpPr>
            <a:spLocks xmlns:a="http://schemas.openxmlformats.org/drawingml/2006/main" noGrp="1"/>
          </p:cNvSpPr>
          <p:nvPr/>
        </p:nvSpPr>
        <p:spPr>
          <a:xfrm xmlns:a="http://schemas.openxmlformats.org/drawingml/2006/main">
            <a:off x="10635207"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8" name="Editable chart path">
            <a:extLst xmlns:a="http://schemas.openxmlformats.org/drawingml/2006/main">
              <a:ext uri="{FF2B5EF4-FFF2-40B4-BE49-F238E27FC236}">
                <a16:creationId xmlns:a16="http://schemas.microsoft.com/office/drawing/2014/main" id="{9E9DB571-104F-4E46-BE39-9BD4637D96FC}"/>
              </a:ext>
            </a:extLst>
          </p:cNvPr>
          <p:cNvSpPr>
            <a:spLocks xmlns:a="http://schemas.openxmlformats.org/drawingml/2006/main" noGrp="1"/>
          </p:cNvSpPr>
          <p:nvPr/>
        </p:nvSpPr>
        <p:spPr>
          <a:xfrm xmlns:a="http://schemas.openxmlformats.org/drawingml/2006/main">
            <a:off x="7350716"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59" name="Editable chart path">
            <a:extLst xmlns:a="http://schemas.openxmlformats.org/drawingml/2006/main">
              <a:ext uri="{FF2B5EF4-FFF2-40B4-BE49-F238E27FC236}">
                <a16:creationId xmlns:a16="http://schemas.microsoft.com/office/drawing/2014/main" id="{D2430587-ECE3-432E-8794-BF575EDE70C3}"/>
              </a:ext>
            </a:extLst>
          </p:cNvPr>
          <p:cNvSpPr>
            <a:spLocks xmlns:a="http://schemas.openxmlformats.org/drawingml/2006/main" noGrp="1"/>
          </p:cNvSpPr>
          <p:nvPr/>
        </p:nvSpPr>
        <p:spPr>
          <a:xfrm xmlns:a="http://schemas.openxmlformats.org/drawingml/2006/main">
            <a:off x="7422118"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0" name="Editable chart path">
            <a:extLst xmlns:a="http://schemas.openxmlformats.org/drawingml/2006/main">
              <a:ext uri="{FF2B5EF4-FFF2-40B4-BE49-F238E27FC236}">
                <a16:creationId xmlns:a16="http://schemas.microsoft.com/office/drawing/2014/main" id="{E5B8225C-6F81-40DD-9ADF-047463844C29}"/>
              </a:ext>
            </a:extLst>
          </p:cNvPr>
          <p:cNvSpPr>
            <a:spLocks xmlns:a="http://schemas.openxmlformats.org/drawingml/2006/main" noGrp="1"/>
          </p:cNvSpPr>
          <p:nvPr/>
        </p:nvSpPr>
        <p:spPr>
          <a:xfrm xmlns:a="http://schemas.openxmlformats.org/drawingml/2006/main">
            <a:off x="7493520"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1" name="Editable chart path">
            <a:extLst xmlns:a="http://schemas.openxmlformats.org/drawingml/2006/main">
              <a:ext uri="{FF2B5EF4-FFF2-40B4-BE49-F238E27FC236}">
                <a16:creationId xmlns:a16="http://schemas.microsoft.com/office/drawing/2014/main" id="{17149721-52E4-4DF2-9C20-1212C7EC16BF}"/>
              </a:ext>
            </a:extLst>
          </p:cNvPr>
          <p:cNvSpPr>
            <a:spLocks xmlns:a="http://schemas.openxmlformats.org/drawingml/2006/main" noGrp="1"/>
          </p:cNvSpPr>
          <p:nvPr/>
        </p:nvSpPr>
        <p:spPr>
          <a:xfrm xmlns:a="http://schemas.openxmlformats.org/drawingml/2006/main">
            <a:off x="7564922"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2" name="Editable chart path">
            <a:extLst xmlns:a="http://schemas.openxmlformats.org/drawingml/2006/main">
              <a:ext uri="{FF2B5EF4-FFF2-40B4-BE49-F238E27FC236}">
                <a16:creationId xmlns:a16="http://schemas.microsoft.com/office/drawing/2014/main" id="{04ADE8B9-2E90-4610-A212-010368E478AD}"/>
              </a:ext>
            </a:extLst>
          </p:cNvPr>
          <p:cNvSpPr>
            <a:spLocks xmlns:a="http://schemas.openxmlformats.org/drawingml/2006/main" noGrp="1"/>
          </p:cNvSpPr>
          <p:nvPr/>
        </p:nvSpPr>
        <p:spPr>
          <a:xfrm xmlns:a="http://schemas.openxmlformats.org/drawingml/2006/main">
            <a:off x="7636324"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3" name="Editable chart path">
            <a:extLst xmlns:a="http://schemas.openxmlformats.org/drawingml/2006/main">
              <a:ext uri="{FF2B5EF4-FFF2-40B4-BE49-F238E27FC236}">
                <a16:creationId xmlns:a16="http://schemas.microsoft.com/office/drawing/2014/main" id="{0A7DB31D-463C-4B0A-B407-83344028EA18}"/>
              </a:ext>
            </a:extLst>
          </p:cNvPr>
          <p:cNvSpPr>
            <a:spLocks xmlns:a="http://schemas.openxmlformats.org/drawingml/2006/main" noGrp="1"/>
          </p:cNvSpPr>
          <p:nvPr/>
        </p:nvSpPr>
        <p:spPr>
          <a:xfrm xmlns:a="http://schemas.openxmlformats.org/drawingml/2006/main">
            <a:off x="7707726"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4" name="Editable chart path">
            <a:extLst xmlns:a="http://schemas.openxmlformats.org/drawingml/2006/main">
              <a:ext uri="{FF2B5EF4-FFF2-40B4-BE49-F238E27FC236}">
                <a16:creationId xmlns:a16="http://schemas.microsoft.com/office/drawing/2014/main" id="{00676381-596E-4EBD-BA7B-87CA69E826CF}"/>
              </a:ext>
            </a:extLst>
          </p:cNvPr>
          <p:cNvSpPr>
            <a:spLocks xmlns:a="http://schemas.openxmlformats.org/drawingml/2006/main" noGrp="1"/>
          </p:cNvSpPr>
          <p:nvPr/>
        </p:nvSpPr>
        <p:spPr>
          <a:xfrm xmlns:a="http://schemas.openxmlformats.org/drawingml/2006/main">
            <a:off x="7779128"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5" name="Editable chart path">
            <a:extLst xmlns:a="http://schemas.openxmlformats.org/drawingml/2006/main">
              <a:ext uri="{FF2B5EF4-FFF2-40B4-BE49-F238E27FC236}">
                <a16:creationId xmlns:a16="http://schemas.microsoft.com/office/drawing/2014/main" id="{42B6D228-4C15-45DD-9106-1C260961EB41}"/>
              </a:ext>
            </a:extLst>
          </p:cNvPr>
          <p:cNvSpPr>
            <a:spLocks xmlns:a="http://schemas.openxmlformats.org/drawingml/2006/main" noGrp="1"/>
          </p:cNvSpPr>
          <p:nvPr/>
        </p:nvSpPr>
        <p:spPr>
          <a:xfrm xmlns:a="http://schemas.openxmlformats.org/drawingml/2006/main">
            <a:off x="7850530"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6" name="Editable chart path">
            <a:extLst xmlns:a="http://schemas.openxmlformats.org/drawingml/2006/main">
              <a:ext uri="{FF2B5EF4-FFF2-40B4-BE49-F238E27FC236}">
                <a16:creationId xmlns:a16="http://schemas.microsoft.com/office/drawing/2014/main" id="{288F438D-8C6A-4469-9C64-9B8DB732D0A9}"/>
              </a:ext>
            </a:extLst>
          </p:cNvPr>
          <p:cNvSpPr>
            <a:spLocks xmlns:a="http://schemas.openxmlformats.org/drawingml/2006/main" noGrp="1"/>
          </p:cNvSpPr>
          <p:nvPr/>
        </p:nvSpPr>
        <p:spPr>
          <a:xfrm xmlns:a="http://schemas.openxmlformats.org/drawingml/2006/main">
            <a:off x="7921932"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7" name="Editable chart path">
            <a:extLst xmlns:a="http://schemas.openxmlformats.org/drawingml/2006/main">
              <a:ext uri="{FF2B5EF4-FFF2-40B4-BE49-F238E27FC236}">
                <a16:creationId xmlns:a16="http://schemas.microsoft.com/office/drawing/2014/main" id="{B6FF807F-4D0A-4C25-AC77-B17DB80C4994}"/>
              </a:ext>
            </a:extLst>
          </p:cNvPr>
          <p:cNvSpPr>
            <a:spLocks xmlns:a="http://schemas.openxmlformats.org/drawingml/2006/main" noGrp="1"/>
          </p:cNvSpPr>
          <p:nvPr/>
        </p:nvSpPr>
        <p:spPr>
          <a:xfrm xmlns:a="http://schemas.openxmlformats.org/drawingml/2006/main">
            <a:off x="7993334"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8" name="Editable chart path">
            <a:extLst xmlns:a="http://schemas.openxmlformats.org/drawingml/2006/main">
              <a:ext uri="{FF2B5EF4-FFF2-40B4-BE49-F238E27FC236}">
                <a16:creationId xmlns:a16="http://schemas.microsoft.com/office/drawing/2014/main" id="{4CAAAB74-983F-4A6F-A6D9-7C172EA44020}"/>
              </a:ext>
            </a:extLst>
          </p:cNvPr>
          <p:cNvSpPr>
            <a:spLocks xmlns:a="http://schemas.openxmlformats.org/drawingml/2006/main" noGrp="1"/>
          </p:cNvSpPr>
          <p:nvPr/>
        </p:nvSpPr>
        <p:spPr>
          <a:xfrm xmlns:a="http://schemas.openxmlformats.org/drawingml/2006/main">
            <a:off x="8064736"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69" name="Editable chart path">
            <a:extLst xmlns:a="http://schemas.openxmlformats.org/drawingml/2006/main">
              <a:ext uri="{FF2B5EF4-FFF2-40B4-BE49-F238E27FC236}">
                <a16:creationId xmlns:a16="http://schemas.microsoft.com/office/drawing/2014/main" id="{3EFD9BB0-1D7E-48D2-B715-3B1496F91C65}"/>
              </a:ext>
            </a:extLst>
          </p:cNvPr>
          <p:cNvSpPr>
            <a:spLocks xmlns:a="http://schemas.openxmlformats.org/drawingml/2006/main" noGrp="1"/>
          </p:cNvSpPr>
          <p:nvPr/>
        </p:nvSpPr>
        <p:spPr>
          <a:xfrm xmlns:a="http://schemas.openxmlformats.org/drawingml/2006/main">
            <a:off x="8136138"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0" name="Editable chart path">
            <a:extLst xmlns:a="http://schemas.openxmlformats.org/drawingml/2006/main">
              <a:ext uri="{FF2B5EF4-FFF2-40B4-BE49-F238E27FC236}">
                <a16:creationId xmlns:a16="http://schemas.microsoft.com/office/drawing/2014/main" id="{9A07DDBB-8FA3-4102-B8CE-EC32B164EF7B}"/>
              </a:ext>
            </a:extLst>
          </p:cNvPr>
          <p:cNvSpPr>
            <a:spLocks xmlns:a="http://schemas.openxmlformats.org/drawingml/2006/main" noGrp="1"/>
          </p:cNvSpPr>
          <p:nvPr/>
        </p:nvSpPr>
        <p:spPr>
          <a:xfrm xmlns:a="http://schemas.openxmlformats.org/drawingml/2006/main">
            <a:off x="8207540"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1" name="Editable chart path">
            <a:extLst xmlns:a="http://schemas.openxmlformats.org/drawingml/2006/main">
              <a:ext uri="{FF2B5EF4-FFF2-40B4-BE49-F238E27FC236}">
                <a16:creationId xmlns:a16="http://schemas.microsoft.com/office/drawing/2014/main" id="{674E96D8-370B-41F9-82D1-63E6B1815035}"/>
              </a:ext>
            </a:extLst>
          </p:cNvPr>
          <p:cNvSpPr>
            <a:spLocks xmlns:a="http://schemas.openxmlformats.org/drawingml/2006/main" noGrp="1"/>
          </p:cNvSpPr>
          <p:nvPr/>
        </p:nvSpPr>
        <p:spPr>
          <a:xfrm xmlns:a="http://schemas.openxmlformats.org/drawingml/2006/main">
            <a:off x="8278942"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2" name="Editable chart path">
            <a:extLst xmlns:a="http://schemas.openxmlformats.org/drawingml/2006/main">
              <a:ext uri="{FF2B5EF4-FFF2-40B4-BE49-F238E27FC236}">
                <a16:creationId xmlns:a16="http://schemas.microsoft.com/office/drawing/2014/main" id="{9313DED0-3EDC-447E-9E85-EE046D22534E}"/>
              </a:ext>
            </a:extLst>
          </p:cNvPr>
          <p:cNvSpPr>
            <a:spLocks xmlns:a="http://schemas.openxmlformats.org/drawingml/2006/main" noGrp="1"/>
          </p:cNvSpPr>
          <p:nvPr/>
        </p:nvSpPr>
        <p:spPr>
          <a:xfrm xmlns:a="http://schemas.openxmlformats.org/drawingml/2006/main">
            <a:off x="8350344"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3" name="Editable chart path">
            <a:extLst xmlns:a="http://schemas.openxmlformats.org/drawingml/2006/main">
              <a:ext uri="{FF2B5EF4-FFF2-40B4-BE49-F238E27FC236}">
                <a16:creationId xmlns:a16="http://schemas.microsoft.com/office/drawing/2014/main" id="{9EF49451-4617-4EBA-B118-E27462FE5FA7}"/>
              </a:ext>
            </a:extLst>
          </p:cNvPr>
          <p:cNvSpPr>
            <a:spLocks xmlns:a="http://schemas.openxmlformats.org/drawingml/2006/main" noGrp="1"/>
          </p:cNvSpPr>
          <p:nvPr/>
        </p:nvSpPr>
        <p:spPr>
          <a:xfrm xmlns:a="http://schemas.openxmlformats.org/drawingml/2006/main">
            <a:off x="8421746"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4" name="Editable chart path">
            <a:extLst xmlns:a="http://schemas.openxmlformats.org/drawingml/2006/main">
              <a:ext uri="{FF2B5EF4-FFF2-40B4-BE49-F238E27FC236}">
                <a16:creationId xmlns:a16="http://schemas.microsoft.com/office/drawing/2014/main" id="{908E19B4-BB67-4FD8-BFCD-8013F488D0B0}"/>
              </a:ext>
            </a:extLst>
          </p:cNvPr>
          <p:cNvSpPr>
            <a:spLocks xmlns:a="http://schemas.openxmlformats.org/drawingml/2006/main" noGrp="1"/>
          </p:cNvSpPr>
          <p:nvPr/>
        </p:nvSpPr>
        <p:spPr>
          <a:xfrm xmlns:a="http://schemas.openxmlformats.org/drawingml/2006/main">
            <a:off x="8493148"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5" name="Editable chart path">
            <a:extLst xmlns:a="http://schemas.openxmlformats.org/drawingml/2006/main">
              <a:ext uri="{FF2B5EF4-FFF2-40B4-BE49-F238E27FC236}">
                <a16:creationId xmlns:a16="http://schemas.microsoft.com/office/drawing/2014/main" id="{942874BE-9977-4BC0-A91A-BE4480BE1EE9}"/>
              </a:ext>
            </a:extLst>
          </p:cNvPr>
          <p:cNvSpPr>
            <a:spLocks xmlns:a="http://schemas.openxmlformats.org/drawingml/2006/main" noGrp="1"/>
          </p:cNvSpPr>
          <p:nvPr/>
        </p:nvSpPr>
        <p:spPr>
          <a:xfrm xmlns:a="http://schemas.openxmlformats.org/drawingml/2006/main">
            <a:off x="8564550"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6" name="Editable chart path">
            <a:extLst xmlns:a="http://schemas.openxmlformats.org/drawingml/2006/main">
              <a:ext uri="{FF2B5EF4-FFF2-40B4-BE49-F238E27FC236}">
                <a16:creationId xmlns:a16="http://schemas.microsoft.com/office/drawing/2014/main" id="{79902059-255D-431F-AC00-40D8402A2FD5}"/>
              </a:ext>
            </a:extLst>
          </p:cNvPr>
          <p:cNvSpPr>
            <a:spLocks xmlns:a="http://schemas.openxmlformats.org/drawingml/2006/main" noGrp="1"/>
          </p:cNvSpPr>
          <p:nvPr/>
        </p:nvSpPr>
        <p:spPr>
          <a:xfrm xmlns:a="http://schemas.openxmlformats.org/drawingml/2006/main">
            <a:off x="8635952"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7" name="Editable chart path">
            <a:extLst xmlns:a="http://schemas.openxmlformats.org/drawingml/2006/main">
              <a:ext uri="{FF2B5EF4-FFF2-40B4-BE49-F238E27FC236}">
                <a16:creationId xmlns:a16="http://schemas.microsoft.com/office/drawing/2014/main" id="{C74ADCD3-137A-4074-BC91-2E013BBDEDA1}"/>
              </a:ext>
            </a:extLst>
          </p:cNvPr>
          <p:cNvSpPr>
            <a:spLocks xmlns:a="http://schemas.openxmlformats.org/drawingml/2006/main" noGrp="1"/>
          </p:cNvSpPr>
          <p:nvPr/>
        </p:nvSpPr>
        <p:spPr>
          <a:xfrm xmlns:a="http://schemas.openxmlformats.org/drawingml/2006/main">
            <a:off x="8707354"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8" name="Editable chart path">
            <a:extLst xmlns:a="http://schemas.openxmlformats.org/drawingml/2006/main">
              <a:ext uri="{FF2B5EF4-FFF2-40B4-BE49-F238E27FC236}">
                <a16:creationId xmlns:a16="http://schemas.microsoft.com/office/drawing/2014/main" id="{68232734-5F16-4180-B4F8-F8D78BFA03B1}"/>
              </a:ext>
            </a:extLst>
          </p:cNvPr>
          <p:cNvSpPr>
            <a:spLocks xmlns:a="http://schemas.openxmlformats.org/drawingml/2006/main" noGrp="1"/>
          </p:cNvSpPr>
          <p:nvPr/>
        </p:nvSpPr>
        <p:spPr>
          <a:xfrm xmlns:a="http://schemas.openxmlformats.org/drawingml/2006/main">
            <a:off x="8778756"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79" name="Editable chart path">
            <a:extLst xmlns:a="http://schemas.openxmlformats.org/drawingml/2006/main">
              <a:ext uri="{FF2B5EF4-FFF2-40B4-BE49-F238E27FC236}">
                <a16:creationId xmlns:a16="http://schemas.microsoft.com/office/drawing/2014/main" id="{11E5BC5D-FB1D-4610-BA67-CF953222BB2C}"/>
              </a:ext>
            </a:extLst>
          </p:cNvPr>
          <p:cNvSpPr>
            <a:spLocks xmlns:a="http://schemas.openxmlformats.org/drawingml/2006/main" noGrp="1"/>
          </p:cNvSpPr>
          <p:nvPr/>
        </p:nvSpPr>
        <p:spPr>
          <a:xfrm xmlns:a="http://schemas.openxmlformats.org/drawingml/2006/main">
            <a:off x="8850158"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0" name="Editable chart path">
            <a:extLst xmlns:a="http://schemas.openxmlformats.org/drawingml/2006/main">
              <a:ext uri="{FF2B5EF4-FFF2-40B4-BE49-F238E27FC236}">
                <a16:creationId xmlns:a16="http://schemas.microsoft.com/office/drawing/2014/main" id="{2817E935-95B6-4428-AE9F-0AE474A9BC95}"/>
              </a:ext>
            </a:extLst>
          </p:cNvPr>
          <p:cNvSpPr>
            <a:spLocks xmlns:a="http://schemas.openxmlformats.org/drawingml/2006/main" noGrp="1"/>
          </p:cNvSpPr>
          <p:nvPr/>
        </p:nvSpPr>
        <p:spPr>
          <a:xfrm xmlns:a="http://schemas.openxmlformats.org/drawingml/2006/main">
            <a:off x="8921560"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1" name="Editable chart path">
            <a:extLst xmlns:a="http://schemas.openxmlformats.org/drawingml/2006/main">
              <a:ext uri="{FF2B5EF4-FFF2-40B4-BE49-F238E27FC236}">
                <a16:creationId xmlns:a16="http://schemas.microsoft.com/office/drawing/2014/main" id="{6F1F41A6-14A6-4095-949C-BA1F8A932620}"/>
              </a:ext>
            </a:extLst>
          </p:cNvPr>
          <p:cNvSpPr>
            <a:spLocks xmlns:a="http://schemas.openxmlformats.org/drawingml/2006/main" noGrp="1"/>
          </p:cNvSpPr>
          <p:nvPr/>
        </p:nvSpPr>
        <p:spPr>
          <a:xfrm xmlns:a="http://schemas.openxmlformats.org/drawingml/2006/main">
            <a:off x="8992961"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2" name="Editable chart path">
            <a:extLst xmlns:a="http://schemas.openxmlformats.org/drawingml/2006/main">
              <a:ext uri="{FF2B5EF4-FFF2-40B4-BE49-F238E27FC236}">
                <a16:creationId xmlns:a16="http://schemas.microsoft.com/office/drawing/2014/main" id="{FEFA4A10-AC33-45C0-9646-78E6DD2921B6}"/>
              </a:ext>
            </a:extLst>
          </p:cNvPr>
          <p:cNvSpPr>
            <a:spLocks xmlns:a="http://schemas.openxmlformats.org/drawingml/2006/main" noGrp="1"/>
          </p:cNvSpPr>
          <p:nvPr/>
        </p:nvSpPr>
        <p:spPr>
          <a:xfrm xmlns:a="http://schemas.openxmlformats.org/drawingml/2006/main">
            <a:off x="9064363"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3" name="Editable chart path">
            <a:extLst xmlns:a="http://schemas.openxmlformats.org/drawingml/2006/main">
              <a:ext uri="{FF2B5EF4-FFF2-40B4-BE49-F238E27FC236}">
                <a16:creationId xmlns:a16="http://schemas.microsoft.com/office/drawing/2014/main" id="{CF675115-28E2-442E-9882-79D3B45F6EAA}"/>
              </a:ext>
            </a:extLst>
          </p:cNvPr>
          <p:cNvSpPr>
            <a:spLocks xmlns:a="http://schemas.openxmlformats.org/drawingml/2006/main" noGrp="1"/>
          </p:cNvSpPr>
          <p:nvPr/>
        </p:nvSpPr>
        <p:spPr>
          <a:xfrm xmlns:a="http://schemas.openxmlformats.org/drawingml/2006/main">
            <a:off x="9135765"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4" name="Editable chart path">
            <a:extLst xmlns:a="http://schemas.openxmlformats.org/drawingml/2006/main">
              <a:ext uri="{FF2B5EF4-FFF2-40B4-BE49-F238E27FC236}">
                <a16:creationId xmlns:a16="http://schemas.microsoft.com/office/drawing/2014/main" id="{F7BC7B66-5929-4344-8506-8AB1504BBA71}"/>
              </a:ext>
            </a:extLst>
          </p:cNvPr>
          <p:cNvSpPr>
            <a:spLocks xmlns:a="http://schemas.openxmlformats.org/drawingml/2006/main" noGrp="1"/>
          </p:cNvSpPr>
          <p:nvPr/>
        </p:nvSpPr>
        <p:spPr>
          <a:xfrm xmlns:a="http://schemas.openxmlformats.org/drawingml/2006/main">
            <a:off x="9207167"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5" name="Editable chart path">
            <a:extLst xmlns:a="http://schemas.openxmlformats.org/drawingml/2006/main">
              <a:ext uri="{FF2B5EF4-FFF2-40B4-BE49-F238E27FC236}">
                <a16:creationId xmlns:a16="http://schemas.microsoft.com/office/drawing/2014/main" id="{5396879F-9D82-4AF9-9465-92136D83A01F}"/>
              </a:ext>
            </a:extLst>
          </p:cNvPr>
          <p:cNvSpPr>
            <a:spLocks xmlns:a="http://schemas.openxmlformats.org/drawingml/2006/main" noGrp="1"/>
          </p:cNvSpPr>
          <p:nvPr/>
        </p:nvSpPr>
        <p:spPr>
          <a:xfrm xmlns:a="http://schemas.openxmlformats.org/drawingml/2006/main">
            <a:off x="9278569"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6" name="Editable chart path">
            <a:extLst xmlns:a="http://schemas.openxmlformats.org/drawingml/2006/main">
              <a:ext uri="{FF2B5EF4-FFF2-40B4-BE49-F238E27FC236}">
                <a16:creationId xmlns:a16="http://schemas.microsoft.com/office/drawing/2014/main" id="{8F8C2656-7608-476C-97E8-59C2FD94E75B}"/>
              </a:ext>
            </a:extLst>
          </p:cNvPr>
          <p:cNvSpPr>
            <a:spLocks xmlns:a="http://schemas.openxmlformats.org/drawingml/2006/main" noGrp="1"/>
          </p:cNvSpPr>
          <p:nvPr/>
        </p:nvSpPr>
        <p:spPr>
          <a:xfrm xmlns:a="http://schemas.openxmlformats.org/drawingml/2006/main">
            <a:off x="9349971"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7" name="Editable chart path">
            <a:extLst xmlns:a="http://schemas.openxmlformats.org/drawingml/2006/main">
              <a:ext uri="{FF2B5EF4-FFF2-40B4-BE49-F238E27FC236}">
                <a16:creationId xmlns:a16="http://schemas.microsoft.com/office/drawing/2014/main" id="{53FD5676-0E88-4A4C-BAB8-730874361CA9}"/>
              </a:ext>
            </a:extLst>
          </p:cNvPr>
          <p:cNvSpPr>
            <a:spLocks xmlns:a="http://schemas.openxmlformats.org/drawingml/2006/main" noGrp="1"/>
          </p:cNvSpPr>
          <p:nvPr/>
        </p:nvSpPr>
        <p:spPr>
          <a:xfrm xmlns:a="http://schemas.openxmlformats.org/drawingml/2006/main">
            <a:off x="9421373"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8" name="Editable chart path">
            <a:extLst xmlns:a="http://schemas.openxmlformats.org/drawingml/2006/main">
              <a:ext uri="{FF2B5EF4-FFF2-40B4-BE49-F238E27FC236}">
                <a16:creationId xmlns:a16="http://schemas.microsoft.com/office/drawing/2014/main" id="{3BA6ED7E-2D74-49D1-9FC7-7865CBC9C022}"/>
              </a:ext>
            </a:extLst>
          </p:cNvPr>
          <p:cNvSpPr>
            <a:spLocks xmlns:a="http://schemas.openxmlformats.org/drawingml/2006/main" noGrp="1"/>
          </p:cNvSpPr>
          <p:nvPr/>
        </p:nvSpPr>
        <p:spPr>
          <a:xfrm xmlns:a="http://schemas.openxmlformats.org/drawingml/2006/main">
            <a:off x="9492775"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89" name="Editable chart path">
            <a:extLst xmlns:a="http://schemas.openxmlformats.org/drawingml/2006/main">
              <a:ext uri="{FF2B5EF4-FFF2-40B4-BE49-F238E27FC236}">
                <a16:creationId xmlns:a16="http://schemas.microsoft.com/office/drawing/2014/main" id="{7D414C73-DBCB-43EF-9475-B80ED8116BFF}"/>
              </a:ext>
            </a:extLst>
          </p:cNvPr>
          <p:cNvSpPr>
            <a:spLocks xmlns:a="http://schemas.openxmlformats.org/drawingml/2006/main" noGrp="1"/>
          </p:cNvSpPr>
          <p:nvPr/>
        </p:nvSpPr>
        <p:spPr>
          <a:xfrm xmlns:a="http://schemas.openxmlformats.org/drawingml/2006/main">
            <a:off x="10206795"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0" name="Editable chart path">
            <a:extLst xmlns:a="http://schemas.openxmlformats.org/drawingml/2006/main">
              <a:ext uri="{FF2B5EF4-FFF2-40B4-BE49-F238E27FC236}">
                <a16:creationId xmlns:a16="http://schemas.microsoft.com/office/drawing/2014/main" id="{B1EDEC34-BE43-403C-A69A-CC863E4FC51A}"/>
              </a:ext>
            </a:extLst>
          </p:cNvPr>
          <p:cNvSpPr>
            <a:spLocks xmlns:a="http://schemas.openxmlformats.org/drawingml/2006/main" noGrp="1"/>
          </p:cNvSpPr>
          <p:nvPr/>
        </p:nvSpPr>
        <p:spPr>
          <a:xfrm xmlns:a="http://schemas.openxmlformats.org/drawingml/2006/main">
            <a:off x="10278197"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1" name="Editable chart path">
            <a:extLst xmlns:a="http://schemas.openxmlformats.org/drawingml/2006/main">
              <a:ext uri="{FF2B5EF4-FFF2-40B4-BE49-F238E27FC236}">
                <a16:creationId xmlns:a16="http://schemas.microsoft.com/office/drawing/2014/main" id="{497A28A2-0633-43CF-AB43-1A3180BE9AA6}"/>
              </a:ext>
            </a:extLst>
          </p:cNvPr>
          <p:cNvSpPr>
            <a:spLocks xmlns:a="http://schemas.openxmlformats.org/drawingml/2006/main" noGrp="1"/>
          </p:cNvSpPr>
          <p:nvPr/>
        </p:nvSpPr>
        <p:spPr>
          <a:xfrm xmlns:a="http://schemas.openxmlformats.org/drawingml/2006/main">
            <a:off x="10349599"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2" name="Editable chart path">
            <a:extLst xmlns:a="http://schemas.openxmlformats.org/drawingml/2006/main">
              <a:ext uri="{FF2B5EF4-FFF2-40B4-BE49-F238E27FC236}">
                <a16:creationId xmlns:a16="http://schemas.microsoft.com/office/drawing/2014/main" id="{F8F1F9B5-7AE4-4E2E-B203-BB137EE55FDB}"/>
              </a:ext>
            </a:extLst>
          </p:cNvPr>
          <p:cNvSpPr>
            <a:spLocks xmlns:a="http://schemas.openxmlformats.org/drawingml/2006/main" noGrp="1"/>
          </p:cNvSpPr>
          <p:nvPr/>
        </p:nvSpPr>
        <p:spPr>
          <a:xfrm xmlns:a="http://schemas.openxmlformats.org/drawingml/2006/main">
            <a:off x="10421001"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3" name="Editable chart path">
            <a:extLst xmlns:a="http://schemas.openxmlformats.org/drawingml/2006/main">
              <a:ext uri="{FF2B5EF4-FFF2-40B4-BE49-F238E27FC236}">
                <a16:creationId xmlns:a16="http://schemas.microsoft.com/office/drawing/2014/main" id="{3C26F815-8D06-4F85-BBEF-A83FBAE6A51D}"/>
              </a:ext>
            </a:extLst>
          </p:cNvPr>
          <p:cNvSpPr>
            <a:spLocks xmlns:a="http://schemas.openxmlformats.org/drawingml/2006/main" noGrp="1"/>
          </p:cNvSpPr>
          <p:nvPr/>
        </p:nvSpPr>
        <p:spPr>
          <a:xfrm xmlns:a="http://schemas.openxmlformats.org/drawingml/2006/main">
            <a:off x="10492403"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4" name="Editable chart path">
            <a:extLst xmlns:a="http://schemas.openxmlformats.org/drawingml/2006/main">
              <a:ext uri="{FF2B5EF4-FFF2-40B4-BE49-F238E27FC236}">
                <a16:creationId xmlns:a16="http://schemas.microsoft.com/office/drawing/2014/main" id="{8C6E7B3E-72BB-4E1A-8810-71775F458EC8}"/>
              </a:ext>
            </a:extLst>
          </p:cNvPr>
          <p:cNvSpPr>
            <a:spLocks xmlns:a="http://schemas.openxmlformats.org/drawingml/2006/main" noGrp="1"/>
          </p:cNvSpPr>
          <p:nvPr/>
        </p:nvSpPr>
        <p:spPr>
          <a:xfrm xmlns:a="http://schemas.openxmlformats.org/drawingml/2006/main">
            <a:off x="10563805"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5" name="Editable chart path">
            <a:extLst xmlns:a="http://schemas.openxmlformats.org/drawingml/2006/main">
              <a:ext uri="{FF2B5EF4-FFF2-40B4-BE49-F238E27FC236}">
                <a16:creationId xmlns:a16="http://schemas.microsoft.com/office/drawing/2014/main" id="{7B08F3D8-AB12-4236-ADAE-018A5CCCB9AB}"/>
              </a:ext>
            </a:extLst>
          </p:cNvPr>
          <p:cNvSpPr>
            <a:spLocks xmlns:a="http://schemas.openxmlformats.org/drawingml/2006/main" noGrp="1"/>
          </p:cNvSpPr>
          <p:nvPr/>
        </p:nvSpPr>
        <p:spPr>
          <a:xfrm xmlns:a="http://schemas.openxmlformats.org/drawingml/2006/main">
            <a:off x="10635207"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6" name="Editable chart path">
            <a:extLst xmlns:a="http://schemas.openxmlformats.org/drawingml/2006/main">
              <a:ext uri="{FF2B5EF4-FFF2-40B4-BE49-F238E27FC236}">
                <a16:creationId xmlns:a16="http://schemas.microsoft.com/office/drawing/2014/main" id="{E58AB1D2-92B9-402D-8C4C-6A59E5AF1CDD}"/>
              </a:ext>
            </a:extLst>
          </p:cNvPr>
          <p:cNvSpPr>
            <a:spLocks xmlns:a="http://schemas.openxmlformats.org/drawingml/2006/main" noGrp="1"/>
          </p:cNvSpPr>
          <p:nvPr/>
        </p:nvSpPr>
        <p:spPr>
          <a:xfrm xmlns:a="http://schemas.openxmlformats.org/drawingml/2006/main">
            <a:off x="10706609" y="332202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7" name="Editable chart path">
            <a:extLst xmlns:a="http://schemas.openxmlformats.org/drawingml/2006/main">
              <a:ext uri="{FF2B5EF4-FFF2-40B4-BE49-F238E27FC236}">
                <a16:creationId xmlns:a16="http://schemas.microsoft.com/office/drawing/2014/main" id="{4E67B251-91C1-4010-AF10-9BB53BA0CE4A}"/>
              </a:ext>
            </a:extLst>
          </p:cNvPr>
          <p:cNvSpPr>
            <a:spLocks xmlns:a="http://schemas.openxmlformats.org/drawingml/2006/main" noGrp="1"/>
          </p:cNvSpPr>
          <p:nvPr/>
        </p:nvSpPr>
        <p:spPr>
          <a:xfrm xmlns:a="http://schemas.openxmlformats.org/drawingml/2006/main">
            <a:off x="7422118"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8" name="Editable chart path">
            <a:extLst xmlns:a="http://schemas.openxmlformats.org/drawingml/2006/main">
              <a:ext uri="{FF2B5EF4-FFF2-40B4-BE49-F238E27FC236}">
                <a16:creationId xmlns:a16="http://schemas.microsoft.com/office/drawing/2014/main" id="{E77E7C15-3FB8-4338-B6CA-F9F9BB841C92}"/>
              </a:ext>
            </a:extLst>
          </p:cNvPr>
          <p:cNvSpPr>
            <a:spLocks xmlns:a="http://schemas.openxmlformats.org/drawingml/2006/main" noGrp="1"/>
          </p:cNvSpPr>
          <p:nvPr/>
        </p:nvSpPr>
        <p:spPr>
          <a:xfrm xmlns:a="http://schemas.openxmlformats.org/drawingml/2006/main">
            <a:off x="7493520"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499" name="Editable chart path">
            <a:extLst xmlns:a="http://schemas.openxmlformats.org/drawingml/2006/main">
              <a:ext uri="{FF2B5EF4-FFF2-40B4-BE49-F238E27FC236}">
                <a16:creationId xmlns:a16="http://schemas.microsoft.com/office/drawing/2014/main" id="{E01E5CC1-5F8C-472D-BEF9-C8030A8807D3}"/>
              </a:ext>
            </a:extLst>
          </p:cNvPr>
          <p:cNvSpPr>
            <a:spLocks xmlns:a="http://schemas.openxmlformats.org/drawingml/2006/main" noGrp="1"/>
          </p:cNvSpPr>
          <p:nvPr/>
        </p:nvSpPr>
        <p:spPr>
          <a:xfrm xmlns:a="http://schemas.openxmlformats.org/drawingml/2006/main">
            <a:off x="7564922"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0" name="Editable chart path">
            <a:extLst xmlns:a="http://schemas.openxmlformats.org/drawingml/2006/main">
              <a:ext uri="{FF2B5EF4-FFF2-40B4-BE49-F238E27FC236}">
                <a16:creationId xmlns:a16="http://schemas.microsoft.com/office/drawing/2014/main" id="{E19B9F8D-D45C-4CC8-9ED0-22A468CAADEB}"/>
              </a:ext>
            </a:extLst>
          </p:cNvPr>
          <p:cNvSpPr>
            <a:spLocks xmlns:a="http://schemas.openxmlformats.org/drawingml/2006/main" noGrp="1"/>
          </p:cNvSpPr>
          <p:nvPr/>
        </p:nvSpPr>
        <p:spPr>
          <a:xfrm xmlns:a="http://schemas.openxmlformats.org/drawingml/2006/main">
            <a:off x="7636324"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1" name="Editable chart path">
            <a:extLst xmlns:a="http://schemas.openxmlformats.org/drawingml/2006/main">
              <a:ext uri="{FF2B5EF4-FFF2-40B4-BE49-F238E27FC236}">
                <a16:creationId xmlns:a16="http://schemas.microsoft.com/office/drawing/2014/main" id="{80F8846A-2AFC-46BC-91E8-8EB212574BA1}"/>
              </a:ext>
            </a:extLst>
          </p:cNvPr>
          <p:cNvSpPr>
            <a:spLocks xmlns:a="http://schemas.openxmlformats.org/drawingml/2006/main" noGrp="1"/>
          </p:cNvSpPr>
          <p:nvPr/>
        </p:nvSpPr>
        <p:spPr>
          <a:xfrm xmlns:a="http://schemas.openxmlformats.org/drawingml/2006/main">
            <a:off x="7707726"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2" name="Editable chart path">
            <a:extLst xmlns:a="http://schemas.openxmlformats.org/drawingml/2006/main">
              <a:ext uri="{FF2B5EF4-FFF2-40B4-BE49-F238E27FC236}">
                <a16:creationId xmlns:a16="http://schemas.microsoft.com/office/drawing/2014/main" id="{3A80ED30-C726-40F4-8360-AB300CFD45CA}"/>
              </a:ext>
            </a:extLst>
          </p:cNvPr>
          <p:cNvSpPr>
            <a:spLocks xmlns:a="http://schemas.openxmlformats.org/drawingml/2006/main" noGrp="1"/>
          </p:cNvSpPr>
          <p:nvPr/>
        </p:nvSpPr>
        <p:spPr>
          <a:xfrm xmlns:a="http://schemas.openxmlformats.org/drawingml/2006/main">
            <a:off x="7779128"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3" name="Editable chart path">
            <a:extLst xmlns:a="http://schemas.openxmlformats.org/drawingml/2006/main">
              <a:ext uri="{FF2B5EF4-FFF2-40B4-BE49-F238E27FC236}">
                <a16:creationId xmlns:a16="http://schemas.microsoft.com/office/drawing/2014/main" id="{B26E6443-F345-45F5-BAAD-BD9511B739B9}"/>
              </a:ext>
            </a:extLst>
          </p:cNvPr>
          <p:cNvSpPr>
            <a:spLocks xmlns:a="http://schemas.openxmlformats.org/drawingml/2006/main" noGrp="1"/>
          </p:cNvSpPr>
          <p:nvPr/>
        </p:nvSpPr>
        <p:spPr>
          <a:xfrm xmlns:a="http://schemas.openxmlformats.org/drawingml/2006/main">
            <a:off x="7850530"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4" name="Editable chart path">
            <a:extLst xmlns:a="http://schemas.openxmlformats.org/drawingml/2006/main">
              <a:ext uri="{FF2B5EF4-FFF2-40B4-BE49-F238E27FC236}">
                <a16:creationId xmlns:a16="http://schemas.microsoft.com/office/drawing/2014/main" id="{F1A69442-12BC-4DB2-BE5A-3ACB1D519A03}"/>
              </a:ext>
            </a:extLst>
          </p:cNvPr>
          <p:cNvSpPr>
            <a:spLocks xmlns:a="http://schemas.openxmlformats.org/drawingml/2006/main" noGrp="1"/>
          </p:cNvSpPr>
          <p:nvPr/>
        </p:nvSpPr>
        <p:spPr>
          <a:xfrm xmlns:a="http://schemas.openxmlformats.org/drawingml/2006/main">
            <a:off x="7921932"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5" name="Editable chart path">
            <a:extLst xmlns:a="http://schemas.openxmlformats.org/drawingml/2006/main">
              <a:ext uri="{FF2B5EF4-FFF2-40B4-BE49-F238E27FC236}">
                <a16:creationId xmlns:a16="http://schemas.microsoft.com/office/drawing/2014/main" id="{19477930-BAB1-44F3-89EF-854184DE4E30}"/>
              </a:ext>
            </a:extLst>
          </p:cNvPr>
          <p:cNvSpPr>
            <a:spLocks xmlns:a="http://schemas.openxmlformats.org/drawingml/2006/main" noGrp="1"/>
          </p:cNvSpPr>
          <p:nvPr/>
        </p:nvSpPr>
        <p:spPr>
          <a:xfrm xmlns:a="http://schemas.openxmlformats.org/drawingml/2006/main">
            <a:off x="7993334"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6" name="Editable chart path">
            <a:extLst xmlns:a="http://schemas.openxmlformats.org/drawingml/2006/main">
              <a:ext uri="{FF2B5EF4-FFF2-40B4-BE49-F238E27FC236}">
                <a16:creationId xmlns:a16="http://schemas.microsoft.com/office/drawing/2014/main" id="{66F747F3-6D6F-4AEB-9482-4DEA912C9D55}"/>
              </a:ext>
            </a:extLst>
          </p:cNvPr>
          <p:cNvSpPr>
            <a:spLocks xmlns:a="http://schemas.openxmlformats.org/drawingml/2006/main" noGrp="1"/>
          </p:cNvSpPr>
          <p:nvPr/>
        </p:nvSpPr>
        <p:spPr>
          <a:xfrm xmlns:a="http://schemas.openxmlformats.org/drawingml/2006/main">
            <a:off x="8064736"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7" name="Editable chart path">
            <a:extLst xmlns:a="http://schemas.openxmlformats.org/drawingml/2006/main">
              <a:ext uri="{FF2B5EF4-FFF2-40B4-BE49-F238E27FC236}">
                <a16:creationId xmlns:a16="http://schemas.microsoft.com/office/drawing/2014/main" id="{B3B0D5FF-2745-4949-B3BD-4BFF41E7D756}"/>
              </a:ext>
            </a:extLst>
          </p:cNvPr>
          <p:cNvSpPr>
            <a:spLocks xmlns:a="http://schemas.openxmlformats.org/drawingml/2006/main" noGrp="1"/>
          </p:cNvSpPr>
          <p:nvPr/>
        </p:nvSpPr>
        <p:spPr>
          <a:xfrm xmlns:a="http://schemas.openxmlformats.org/drawingml/2006/main">
            <a:off x="8136138"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8" name="Editable chart path">
            <a:extLst xmlns:a="http://schemas.openxmlformats.org/drawingml/2006/main">
              <a:ext uri="{FF2B5EF4-FFF2-40B4-BE49-F238E27FC236}">
                <a16:creationId xmlns:a16="http://schemas.microsoft.com/office/drawing/2014/main" id="{FF8C9503-9246-4A2A-892B-0F33EE6232D1}"/>
              </a:ext>
            </a:extLst>
          </p:cNvPr>
          <p:cNvSpPr>
            <a:spLocks xmlns:a="http://schemas.openxmlformats.org/drawingml/2006/main" noGrp="1"/>
          </p:cNvSpPr>
          <p:nvPr/>
        </p:nvSpPr>
        <p:spPr>
          <a:xfrm xmlns:a="http://schemas.openxmlformats.org/drawingml/2006/main">
            <a:off x="8207540"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09" name="Editable chart path">
            <a:extLst xmlns:a="http://schemas.openxmlformats.org/drawingml/2006/main">
              <a:ext uri="{FF2B5EF4-FFF2-40B4-BE49-F238E27FC236}">
                <a16:creationId xmlns:a16="http://schemas.microsoft.com/office/drawing/2014/main" id="{721F454A-0D0F-40D0-A53A-E1B0FA96406F}"/>
              </a:ext>
            </a:extLst>
          </p:cNvPr>
          <p:cNvSpPr>
            <a:spLocks xmlns:a="http://schemas.openxmlformats.org/drawingml/2006/main" noGrp="1"/>
          </p:cNvSpPr>
          <p:nvPr/>
        </p:nvSpPr>
        <p:spPr>
          <a:xfrm xmlns:a="http://schemas.openxmlformats.org/drawingml/2006/main">
            <a:off x="8278942"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0" name="Editable chart path">
            <a:extLst xmlns:a="http://schemas.openxmlformats.org/drawingml/2006/main">
              <a:ext uri="{FF2B5EF4-FFF2-40B4-BE49-F238E27FC236}">
                <a16:creationId xmlns:a16="http://schemas.microsoft.com/office/drawing/2014/main" id="{C0E7C166-C9E8-4132-83C2-08F2856F5B6E}"/>
              </a:ext>
            </a:extLst>
          </p:cNvPr>
          <p:cNvSpPr>
            <a:spLocks xmlns:a="http://schemas.openxmlformats.org/drawingml/2006/main" noGrp="1"/>
          </p:cNvSpPr>
          <p:nvPr/>
        </p:nvSpPr>
        <p:spPr>
          <a:xfrm xmlns:a="http://schemas.openxmlformats.org/drawingml/2006/main">
            <a:off x="8350344"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1" name="Editable chart path">
            <a:extLst xmlns:a="http://schemas.openxmlformats.org/drawingml/2006/main">
              <a:ext uri="{FF2B5EF4-FFF2-40B4-BE49-F238E27FC236}">
                <a16:creationId xmlns:a16="http://schemas.microsoft.com/office/drawing/2014/main" id="{DBDAC7F2-3F9A-42D1-BAB9-26ACDC2793DA}"/>
              </a:ext>
            </a:extLst>
          </p:cNvPr>
          <p:cNvSpPr>
            <a:spLocks xmlns:a="http://schemas.openxmlformats.org/drawingml/2006/main" noGrp="1"/>
          </p:cNvSpPr>
          <p:nvPr/>
        </p:nvSpPr>
        <p:spPr>
          <a:xfrm xmlns:a="http://schemas.openxmlformats.org/drawingml/2006/main">
            <a:off x="8421746"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2" name="Editable chart path">
            <a:extLst xmlns:a="http://schemas.openxmlformats.org/drawingml/2006/main">
              <a:ext uri="{FF2B5EF4-FFF2-40B4-BE49-F238E27FC236}">
                <a16:creationId xmlns:a16="http://schemas.microsoft.com/office/drawing/2014/main" id="{29CF9164-2CDC-482F-9E3F-5F340D02BD96}"/>
              </a:ext>
            </a:extLst>
          </p:cNvPr>
          <p:cNvSpPr>
            <a:spLocks xmlns:a="http://schemas.openxmlformats.org/drawingml/2006/main" noGrp="1"/>
          </p:cNvSpPr>
          <p:nvPr/>
        </p:nvSpPr>
        <p:spPr>
          <a:xfrm xmlns:a="http://schemas.openxmlformats.org/drawingml/2006/main">
            <a:off x="8493148"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3" name="Editable chart path">
            <a:extLst xmlns:a="http://schemas.openxmlformats.org/drawingml/2006/main">
              <a:ext uri="{FF2B5EF4-FFF2-40B4-BE49-F238E27FC236}">
                <a16:creationId xmlns:a16="http://schemas.microsoft.com/office/drawing/2014/main" id="{7EF1209F-6F84-487B-943F-9C7CC1F229F8}"/>
              </a:ext>
            </a:extLst>
          </p:cNvPr>
          <p:cNvSpPr>
            <a:spLocks xmlns:a="http://schemas.openxmlformats.org/drawingml/2006/main" noGrp="1"/>
          </p:cNvSpPr>
          <p:nvPr/>
        </p:nvSpPr>
        <p:spPr>
          <a:xfrm xmlns:a="http://schemas.openxmlformats.org/drawingml/2006/main">
            <a:off x="8564550"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4" name="Editable chart path">
            <a:extLst xmlns:a="http://schemas.openxmlformats.org/drawingml/2006/main">
              <a:ext uri="{FF2B5EF4-FFF2-40B4-BE49-F238E27FC236}">
                <a16:creationId xmlns:a16="http://schemas.microsoft.com/office/drawing/2014/main" id="{E7DB70C6-412A-48BD-BAE1-AC56AA1C0C0E}"/>
              </a:ext>
            </a:extLst>
          </p:cNvPr>
          <p:cNvSpPr>
            <a:spLocks xmlns:a="http://schemas.openxmlformats.org/drawingml/2006/main" noGrp="1"/>
          </p:cNvSpPr>
          <p:nvPr/>
        </p:nvSpPr>
        <p:spPr>
          <a:xfrm xmlns:a="http://schemas.openxmlformats.org/drawingml/2006/main">
            <a:off x="8635952"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5" name="Editable chart path">
            <a:extLst xmlns:a="http://schemas.openxmlformats.org/drawingml/2006/main">
              <a:ext uri="{FF2B5EF4-FFF2-40B4-BE49-F238E27FC236}">
                <a16:creationId xmlns:a16="http://schemas.microsoft.com/office/drawing/2014/main" id="{AEA3463C-0038-4E83-84EF-583890FF3A75}"/>
              </a:ext>
            </a:extLst>
          </p:cNvPr>
          <p:cNvSpPr>
            <a:spLocks xmlns:a="http://schemas.openxmlformats.org/drawingml/2006/main" noGrp="1"/>
          </p:cNvSpPr>
          <p:nvPr/>
        </p:nvSpPr>
        <p:spPr>
          <a:xfrm xmlns:a="http://schemas.openxmlformats.org/drawingml/2006/main">
            <a:off x="8707354"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6" name="Editable chart path">
            <a:extLst xmlns:a="http://schemas.openxmlformats.org/drawingml/2006/main">
              <a:ext uri="{FF2B5EF4-FFF2-40B4-BE49-F238E27FC236}">
                <a16:creationId xmlns:a16="http://schemas.microsoft.com/office/drawing/2014/main" id="{06562B77-D586-4379-BB64-D3FCF985F9F1}"/>
              </a:ext>
            </a:extLst>
          </p:cNvPr>
          <p:cNvSpPr>
            <a:spLocks xmlns:a="http://schemas.openxmlformats.org/drawingml/2006/main" noGrp="1"/>
          </p:cNvSpPr>
          <p:nvPr/>
        </p:nvSpPr>
        <p:spPr>
          <a:xfrm xmlns:a="http://schemas.openxmlformats.org/drawingml/2006/main">
            <a:off x="8778756"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7" name="Editable chart path">
            <a:extLst xmlns:a="http://schemas.openxmlformats.org/drawingml/2006/main">
              <a:ext uri="{FF2B5EF4-FFF2-40B4-BE49-F238E27FC236}">
                <a16:creationId xmlns:a16="http://schemas.microsoft.com/office/drawing/2014/main" id="{44F7078A-BBB9-4258-890D-1AE4DB2399F3}"/>
              </a:ext>
            </a:extLst>
          </p:cNvPr>
          <p:cNvSpPr>
            <a:spLocks xmlns:a="http://schemas.openxmlformats.org/drawingml/2006/main" noGrp="1"/>
          </p:cNvSpPr>
          <p:nvPr/>
        </p:nvSpPr>
        <p:spPr>
          <a:xfrm xmlns:a="http://schemas.openxmlformats.org/drawingml/2006/main">
            <a:off x="8850158"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8" name="Editable chart path">
            <a:extLst xmlns:a="http://schemas.openxmlformats.org/drawingml/2006/main">
              <a:ext uri="{FF2B5EF4-FFF2-40B4-BE49-F238E27FC236}">
                <a16:creationId xmlns:a16="http://schemas.microsoft.com/office/drawing/2014/main" id="{1DD90571-3950-4A12-81C0-75C3C39EC12F}"/>
              </a:ext>
            </a:extLst>
          </p:cNvPr>
          <p:cNvSpPr>
            <a:spLocks xmlns:a="http://schemas.openxmlformats.org/drawingml/2006/main" noGrp="1"/>
          </p:cNvSpPr>
          <p:nvPr/>
        </p:nvSpPr>
        <p:spPr>
          <a:xfrm xmlns:a="http://schemas.openxmlformats.org/drawingml/2006/main">
            <a:off x="8921560"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19" name="Editable chart path">
            <a:extLst xmlns:a="http://schemas.openxmlformats.org/drawingml/2006/main">
              <a:ext uri="{FF2B5EF4-FFF2-40B4-BE49-F238E27FC236}">
                <a16:creationId xmlns:a16="http://schemas.microsoft.com/office/drawing/2014/main" id="{34F64519-6520-4595-8008-C45D3F86A33B}"/>
              </a:ext>
            </a:extLst>
          </p:cNvPr>
          <p:cNvSpPr>
            <a:spLocks xmlns:a="http://schemas.openxmlformats.org/drawingml/2006/main" noGrp="1"/>
          </p:cNvSpPr>
          <p:nvPr/>
        </p:nvSpPr>
        <p:spPr>
          <a:xfrm xmlns:a="http://schemas.openxmlformats.org/drawingml/2006/main">
            <a:off x="8992961"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0" name="Editable chart path">
            <a:extLst xmlns:a="http://schemas.openxmlformats.org/drawingml/2006/main">
              <a:ext uri="{FF2B5EF4-FFF2-40B4-BE49-F238E27FC236}">
                <a16:creationId xmlns:a16="http://schemas.microsoft.com/office/drawing/2014/main" id="{10E0B7FF-A168-40C4-A5E6-EC09F6C017DE}"/>
              </a:ext>
            </a:extLst>
          </p:cNvPr>
          <p:cNvSpPr>
            <a:spLocks xmlns:a="http://schemas.openxmlformats.org/drawingml/2006/main" noGrp="1"/>
          </p:cNvSpPr>
          <p:nvPr/>
        </p:nvSpPr>
        <p:spPr>
          <a:xfrm xmlns:a="http://schemas.openxmlformats.org/drawingml/2006/main">
            <a:off x="9064363"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1" name="Editable chart path">
            <a:extLst xmlns:a="http://schemas.openxmlformats.org/drawingml/2006/main">
              <a:ext uri="{FF2B5EF4-FFF2-40B4-BE49-F238E27FC236}">
                <a16:creationId xmlns:a16="http://schemas.microsoft.com/office/drawing/2014/main" id="{19B587D1-03E7-4FB6-91BE-694E63F1F615}"/>
              </a:ext>
            </a:extLst>
          </p:cNvPr>
          <p:cNvSpPr>
            <a:spLocks xmlns:a="http://schemas.openxmlformats.org/drawingml/2006/main" noGrp="1"/>
          </p:cNvSpPr>
          <p:nvPr/>
        </p:nvSpPr>
        <p:spPr>
          <a:xfrm xmlns:a="http://schemas.openxmlformats.org/drawingml/2006/main">
            <a:off x="9135765"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2" name="Editable chart path">
            <a:extLst xmlns:a="http://schemas.openxmlformats.org/drawingml/2006/main">
              <a:ext uri="{FF2B5EF4-FFF2-40B4-BE49-F238E27FC236}">
                <a16:creationId xmlns:a16="http://schemas.microsoft.com/office/drawing/2014/main" id="{4DDA8EE0-077D-432C-86A6-D2741E9B9A2D}"/>
              </a:ext>
            </a:extLst>
          </p:cNvPr>
          <p:cNvSpPr>
            <a:spLocks xmlns:a="http://schemas.openxmlformats.org/drawingml/2006/main" noGrp="1"/>
          </p:cNvSpPr>
          <p:nvPr/>
        </p:nvSpPr>
        <p:spPr>
          <a:xfrm xmlns:a="http://schemas.openxmlformats.org/drawingml/2006/main">
            <a:off x="9207167"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3" name="Editable chart path">
            <a:extLst xmlns:a="http://schemas.openxmlformats.org/drawingml/2006/main">
              <a:ext uri="{FF2B5EF4-FFF2-40B4-BE49-F238E27FC236}">
                <a16:creationId xmlns:a16="http://schemas.microsoft.com/office/drawing/2014/main" id="{68954AFE-5572-4CBA-8B2C-D6004E7E5980}"/>
              </a:ext>
            </a:extLst>
          </p:cNvPr>
          <p:cNvSpPr>
            <a:spLocks xmlns:a="http://schemas.openxmlformats.org/drawingml/2006/main" noGrp="1"/>
          </p:cNvSpPr>
          <p:nvPr/>
        </p:nvSpPr>
        <p:spPr>
          <a:xfrm xmlns:a="http://schemas.openxmlformats.org/drawingml/2006/main">
            <a:off x="9278569"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4" name="Editable chart path">
            <a:extLst xmlns:a="http://schemas.openxmlformats.org/drawingml/2006/main">
              <a:ext uri="{FF2B5EF4-FFF2-40B4-BE49-F238E27FC236}">
                <a16:creationId xmlns:a16="http://schemas.microsoft.com/office/drawing/2014/main" id="{3DD9C6AC-3C95-45D1-BB9F-A78F623EF3D2}"/>
              </a:ext>
            </a:extLst>
          </p:cNvPr>
          <p:cNvSpPr>
            <a:spLocks xmlns:a="http://schemas.openxmlformats.org/drawingml/2006/main" noGrp="1"/>
          </p:cNvSpPr>
          <p:nvPr/>
        </p:nvSpPr>
        <p:spPr>
          <a:xfrm xmlns:a="http://schemas.openxmlformats.org/drawingml/2006/main">
            <a:off x="9349971"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5" name="Editable chart path">
            <a:extLst xmlns:a="http://schemas.openxmlformats.org/drawingml/2006/main">
              <a:ext uri="{FF2B5EF4-FFF2-40B4-BE49-F238E27FC236}">
                <a16:creationId xmlns:a16="http://schemas.microsoft.com/office/drawing/2014/main" id="{A99D7B8B-6287-40DE-A53E-A27C52EE9406}"/>
              </a:ext>
            </a:extLst>
          </p:cNvPr>
          <p:cNvSpPr>
            <a:spLocks xmlns:a="http://schemas.openxmlformats.org/drawingml/2006/main" noGrp="1"/>
          </p:cNvSpPr>
          <p:nvPr/>
        </p:nvSpPr>
        <p:spPr>
          <a:xfrm xmlns:a="http://schemas.openxmlformats.org/drawingml/2006/main">
            <a:off x="9421373"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6" name="Editable chart path">
            <a:extLst xmlns:a="http://schemas.openxmlformats.org/drawingml/2006/main">
              <a:ext uri="{FF2B5EF4-FFF2-40B4-BE49-F238E27FC236}">
                <a16:creationId xmlns:a16="http://schemas.microsoft.com/office/drawing/2014/main" id="{7185794E-2476-44AF-BD4F-A50DD3AB69BF}"/>
              </a:ext>
            </a:extLst>
          </p:cNvPr>
          <p:cNvSpPr>
            <a:spLocks xmlns:a="http://schemas.openxmlformats.org/drawingml/2006/main" noGrp="1"/>
          </p:cNvSpPr>
          <p:nvPr/>
        </p:nvSpPr>
        <p:spPr>
          <a:xfrm xmlns:a="http://schemas.openxmlformats.org/drawingml/2006/main">
            <a:off x="9635579"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7" name="Editable chart path">
            <a:extLst xmlns:a="http://schemas.openxmlformats.org/drawingml/2006/main">
              <a:ext uri="{FF2B5EF4-FFF2-40B4-BE49-F238E27FC236}">
                <a16:creationId xmlns:a16="http://schemas.microsoft.com/office/drawing/2014/main" id="{52ACF96D-3EE5-4623-A31D-FDC93AACA372}"/>
              </a:ext>
            </a:extLst>
          </p:cNvPr>
          <p:cNvSpPr>
            <a:spLocks xmlns:a="http://schemas.openxmlformats.org/drawingml/2006/main" noGrp="1"/>
          </p:cNvSpPr>
          <p:nvPr/>
        </p:nvSpPr>
        <p:spPr>
          <a:xfrm xmlns:a="http://schemas.openxmlformats.org/drawingml/2006/main">
            <a:off x="9706981"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8" name="Editable chart path">
            <a:extLst xmlns:a="http://schemas.openxmlformats.org/drawingml/2006/main">
              <a:ext uri="{FF2B5EF4-FFF2-40B4-BE49-F238E27FC236}">
                <a16:creationId xmlns:a16="http://schemas.microsoft.com/office/drawing/2014/main" id="{A9B93214-1332-488F-8E81-46035527AB2A}"/>
              </a:ext>
            </a:extLst>
          </p:cNvPr>
          <p:cNvSpPr>
            <a:spLocks xmlns:a="http://schemas.openxmlformats.org/drawingml/2006/main" noGrp="1"/>
          </p:cNvSpPr>
          <p:nvPr/>
        </p:nvSpPr>
        <p:spPr>
          <a:xfrm xmlns:a="http://schemas.openxmlformats.org/drawingml/2006/main">
            <a:off x="9778383"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29" name="Editable chart path">
            <a:extLst xmlns:a="http://schemas.openxmlformats.org/drawingml/2006/main">
              <a:ext uri="{FF2B5EF4-FFF2-40B4-BE49-F238E27FC236}">
                <a16:creationId xmlns:a16="http://schemas.microsoft.com/office/drawing/2014/main" id="{7A46BD8B-381C-4709-ABDF-581C8ED6769F}"/>
              </a:ext>
            </a:extLst>
          </p:cNvPr>
          <p:cNvSpPr>
            <a:spLocks xmlns:a="http://schemas.openxmlformats.org/drawingml/2006/main" noGrp="1"/>
          </p:cNvSpPr>
          <p:nvPr/>
        </p:nvSpPr>
        <p:spPr>
          <a:xfrm xmlns:a="http://schemas.openxmlformats.org/drawingml/2006/main">
            <a:off x="9849785"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0" name="Editable chart path">
            <a:extLst xmlns:a="http://schemas.openxmlformats.org/drawingml/2006/main">
              <a:ext uri="{FF2B5EF4-FFF2-40B4-BE49-F238E27FC236}">
                <a16:creationId xmlns:a16="http://schemas.microsoft.com/office/drawing/2014/main" id="{3CD1F948-815F-4B50-9098-9AF23F22ECB2}"/>
              </a:ext>
            </a:extLst>
          </p:cNvPr>
          <p:cNvSpPr>
            <a:spLocks xmlns:a="http://schemas.openxmlformats.org/drawingml/2006/main" noGrp="1"/>
          </p:cNvSpPr>
          <p:nvPr/>
        </p:nvSpPr>
        <p:spPr>
          <a:xfrm xmlns:a="http://schemas.openxmlformats.org/drawingml/2006/main">
            <a:off x="9921187"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1" name="Editable chart path">
            <a:extLst xmlns:a="http://schemas.openxmlformats.org/drawingml/2006/main">
              <a:ext uri="{FF2B5EF4-FFF2-40B4-BE49-F238E27FC236}">
                <a16:creationId xmlns:a16="http://schemas.microsoft.com/office/drawing/2014/main" id="{291B5E90-6FCB-4EB1-B43C-A27E2B55DC2A}"/>
              </a:ext>
            </a:extLst>
          </p:cNvPr>
          <p:cNvSpPr>
            <a:spLocks xmlns:a="http://schemas.openxmlformats.org/drawingml/2006/main" noGrp="1"/>
          </p:cNvSpPr>
          <p:nvPr/>
        </p:nvSpPr>
        <p:spPr>
          <a:xfrm xmlns:a="http://schemas.openxmlformats.org/drawingml/2006/main">
            <a:off x="9992589"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2" name="Editable chart path">
            <a:extLst xmlns:a="http://schemas.openxmlformats.org/drawingml/2006/main">
              <a:ext uri="{FF2B5EF4-FFF2-40B4-BE49-F238E27FC236}">
                <a16:creationId xmlns:a16="http://schemas.microsoft.com/office/drawing/2014/main" id="{3172D8B3-C390-47B8-901B-E0E17FA4C97F}"/>
              </a:ext>
            </a:extLst>
          </p:cNvPr>
          <p:cNvSpPr>
            <a:spLocks xmlns:a="http://schemas.openxmlformats.org/drawingml/2006/main" noGrp="1"/>
          </p:cNvSpPr>
          <p:nvPr/>
        </p:nvSpPr>
        <p:spPr>
          <a:xfrm xmlns:a="http://schemas.openxmlformats.org/drawingml/2006/main">
            <a:off x="10278197"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3" name="Editable chart path">
            <a:extLst xmlns:a="http://schemas.openxmlformats.org/drawingml/2006/main">
              <a:ext uri="{FF2B5EF4-FFF2-40B4-BE49-F238E27FC236}">
                <a16:creationId xmlns:a16="http://schemas.microsoft.com/office/drawing/2014/main" id="{180B9A91-A7DE-4D91-B698-34B195BC2698}"/>
              </a:ext>
            </a:extLst>
          </p:cNvPr>
          <p:cNvSpPr>
            <a:spLocks xmlns:a="http://schemas.openxmlformats.org/drawingml/2006/main" noGrp="1"/>
          </p:cNvSpPr>
          <p:nvPr/>
        </p:nvSpPr>
        <p:spPr>
          <a:xfrm xmlns:a="http://schemas.openxmlformats.org/drawingml/2006/main">
            <a:off x="10349599"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4" name="Editable chart path">
            <a:extLst xmlns:a="http://schemas.openxmlformats.org/drawingml/2006/main">
              <a:ext uri="{FF2B5EF4-FFF2-40B4-BE49-F238E27FC236}">
                <a16:creationId xmlns:a16="http://schemas.microsoft.com/office/drawing/2014/main" id="{907F1CF5-724C-4375-AAF9-AE3C81E08EC3}"/>
              </a:ext>
            </a:extLst>
          </p:cNvPr>
          <p:cNvSpPr>
            <a:spLocks xmlns:a="http://schemas.openxmlformats.org/drawingml/2006/main" noGrp="1"/>
          </p:cNvSpPr>
          <p:nvPr/>
        </p:nvSpPr>
        <p:spPr>
          <a:xfrm xmlns:a="http://schemas.openxmlformats.org/drawingml/2006/main">
            <a:off x="10421001"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5" name="Editable chart path">
            <a:extLst xmlns:a="http://schemas.openxmlformats.org/drawingml/2006/main">
              <a:ext uri="{FF2B5EF4-FFF2-40B4-BE49-F238E27FC236}">
                <a16:creationId xmlns:a16="http://schemas.microsoft.com/office/drawing/2014/main" id="{22789030-BFD4-47A5-AA1C-E0045622BBA3}"/>
              </a:ext>
            </a:extLst>
          </p:cNvPr>
          <p:cNvSpPr>
            <a:spLocks xmlns:a="http://schemas.openxmlformats.org/drawingml/2006/main" noGrp="1"/>
          </p:cNvSpPr>
          <p:nvPr/>
        </p:nvSpPr>
        <p:spPr>
          <a:xfrm xmlns:a="http://schemas.openxmlformats.org/drawingml/2006/main">
            <a:off x="10492403"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6" name="Editable chart path">
            <a:extLst xmlns:a="http://schemas.openxmlformats.org/drawingml/2006/main">
              <a:ext uri="{FF2B5EF4-FFF2-40B4-BE49-F238E27FC236}">
                <a16:creationId xmlns:a16="http://schemas.microsoft.com/office/drawing/2014/main" id="{C57632DA-05D2-4317-A7B4-94DB7912155F}"/>
              </a:ext>
            </a:extLst>
          </p:cNvPr>
          <p:cNvSpPr>
            <a:spLocks xmlns:a="http://schemas.openxmlformats.org/drawingml/2006/main" noGrp="1"/>
          </p:cNvSpPr>
          <p:nvPr/>
        </p:nvSpPr>
        <p:spPr>
          <a:xfrm xmlns:a="http://schemas.openxmlformats.org/drawingml/2006/main">
            <a:off x="10563805"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7" name="Editable chart path">
            <a:extLst xmlns:a="http://schemas.openxmlformats.org/drawingml/2006/main">
              <a:ext uri="{FF2B5EF4-FFF2-40B4-BE49-F238E27FC236}">
                <a16:creationId xmlns:a16="http://schemas.microsoft.com/office/drawing/2014/main" id="{B4F353CC-1F4A-4F27-8427-FE70662C528B}"/>
              </a:ext>
            </a:extLst>
          </p:cNvPr>
          <p:cNvSpPr>
            <a:spLocks xmlns:a="http://schemas.openxmlformats.org/drawingml/2006/main" noGrp="1"/>
          </p:cNvSpPr>
          <p:nvPr/>
        </p:nvSpPr>
        <p:spPr>
          <a:xfrm xmlns:a="http://schemas.openxmlformats.org/drawingml/2006/main">
            <a:off x="10635207" y="325014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8" name="Editable chart path">
            <a:extLst xmlns:a="http://schemas.openxmlformats.org/drawingml/2006/main">
              <a:ext uri="{FF2B5EF4-FFF2-40B4-BE49-F238E27FC236}">
                <a16:creationId xmlns:a16="http://schemas.microsoft.com/office/drawing/2014/main" id="{3B8D87DB-A4E2-4CB7-B6BA-7332A968E2C4}"/>
              </a:ext>
            </a:extLst>
          </p:cNvPr>
          <p:cNvSpPr>
            <a:spLocks xmlns:a="http://schemas.openxmlformats.org/drawingml/2006/main" noGrp="1"/>
          </p:cNvSpPr>
          <p:nvPr/>
        </p:nvSpPr>
        <p:spPr>
          <a:xfrm xmlns:a="http://schemas.openxmlformats.org/drawingml/2006/main">
            <a:off x="7493520"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39" name="Editable chart path">
            <a:extLst xmlns:a="http://schemas.openxmlformats.org/drawingml/2006/main">
              <a:ext uri="{FF2B5EF4-FFF2-40B4-BE49-F238E27FC236}">
                <a16:creationId xmlns:a16="http://schemas.microsoft.com/office/drawing/2014/main" id="{EA53DEAA-7D9F-4C96-BD49-83378C2D04DB}"/>
              </a:ext>
            </a:extLst>
          </p:cNvPr>
          <p:cNvSpPr>
            <a:spLocks xmlns:a="http://schemas.openxmlformats.org/drawingml/2006/main" noGrp="1"/>
          </p:cNvSpPr>
          <p:nvPr/>
        </p:nvSpPr>
        <p:spPr>
          <a:xfrm xmlns:a="http://schemas.openxmlformats.org/drawingml/2006/main">
            <a:off x="7564922"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0" name="Editable chart path">
            <a:extLst xmlns:a="http://schemas.openxmlformats.org/drawingml/2006/main">
              <a:ext uri="{FF2B5EF4-FFF2-40B4-BE49-F238E27FC236}">
                <a16:creationId xmlns:a16="http://schemas.microsoft.com/office/drawing/2014/main" id="{B25E0C12-0A6A-4633-8F08-69C7E6E8F4CF}"/>
              </a:ext>
            </a:extLst>
          </p:cNvPr>
          <p:cNvSpPr>
            <a:spLocks xmlns:a="http://schemas.openxmlformats.org/drawingml/2006/main" noGrp="1"/>
          </p:cNvSpPr>
          <p:nvPr/>
        </p:nvSpPr>
        <p:spPr>
          <a:xfrm xmlns:a="http://schemas.openxmlformats.org/drawingml/2006/main">
            <a:off x="7636324"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1" name="Editable chart path">
            <a:extLst xmlns:a="http://schemas.openxmlformats.org/drawingml/2006/main">
              <a:ext uri="{FF2B5EF4-FFF2-40B4-BE49-F238E27FC236}">
                <a16:creationId xmlns:a16="http://schemas.microsoft.com/office/drawing/2014/main" id="{1E7A0A84-D37C-4EF2-81C1-71E8A4D439F8}"/>
              </a:ext>
            </a:extLst>
          </p:cNvPr>
          <p:cNvSpPr>
            <a:spLocks xmlns:a="http://schemas.openxmlformats.org/drawingml/2006/main" noGrp="1"/>
          </p:cNvSpPr>
          <p:nvPr/>
        </p:nvSpPr>
        <p:spPr>
          <a:xfrm xmlns:a="http://schemas.openxmlformats.org/drawingml/2006/main">
            <a:off x="7707726"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2" name="Editable chart path">
            <a:extLst xmlns:a="http://schemas.openxmlformats.org/drawingml/2006/main">
              <a:ext uri="{FF2B5EF4-FFF2-40B4-BE49-F238E27FC236}">
                <a16:creationId xmlns:a16="http://schemas.microsoft.com/office/drawing/2014/main" id="{499F5BC6-92E2-447B-8B01-62A3406CA310}"/>
              </a:ext>
            </a:extLst>
          </p:cNvPr>
          <p:cNvSpPr>
            <a:spLocks xmlns:a="http://schemas.openxmlformats.org/drawingml/2006/main" noGrp="1"/>
          </p:cNvSpPr>
          <p:nvPr/>
        </p:nvSpPr>
        <p:spPr>
          <a:xfrm xmlns:a="http://schemas.openxmlformats.org/drawingml/2006/main">
            <a:off x="7779128"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3" name="Editable chart path">
            <a:extLst xmlns:a="http://schemas.openxmlformats.org/drawingml/2006/main">
              <a:ext uri="{FF2B5EF4-FFF2-40B4-BE49-F238E27FC236}">
                <a16:creationId xmlns:a16="http://schemas.microsoft.com/office/drawing/2014/main" id="{F2402B9C-3990-4A80-BBBC-B38615E5C348}"/>
              </a:ext>
            </a:extLst>
          </p:cNvPr>
          <p:cNvSpPr>
            <a:spLocks xmlns:a="http://schemas.openxmlformats.org/drawingml/2006/main" noGrp="1"/>
          </p:cNvSpPr>
          <p:nvPr/>
        </p:nvSpPr>
        <p:spPr>
          <a:xfrm xmlns:a="http://schemas.openxmlformats.org/drawingml/2006/main">
            <a:off x="7850530"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4" name="Editable chart path">
            <a:extLst xmlns:a="http://schemas.openxmlformats.org/drawingml/2006/main">
              <a:ext uri="{FF2B5EF4-FFF2-40B4-BE49-F238E27FC236}">
                <a16:creationId xmlns:a16="http://schemas.microsoft.com/office/drawing/2014/main" id="{E6C54E7C-52A6-4FD3-A27E-2D0EC8D2BF9E}"/>
              </a:ext>
            </a:extLst>
          </p:cNvPr>
          <p:cNvSpPr>
            <a:spLocks xmlns:a="http://schemas.openxmlformats.org/drawingml/2006/main" noGrp="1"/>
          </p:cNvSpPr>
          <p:nvPr/>
        </p:nvSpPr>
        <p:spPr>
          <a:xfrm xmlns:a="http://schemas.openxmlformats.org/drawingml/2006/main">
            <a:off x="7921932"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5" name="Editable chart path">
            <a:extLst xmlns:a="http://schemas.openxmlformats.org/drawingml/2006/main">
              <a:ext uri="{FF2B5EF4-FFF2-40B4-BE49-F238E27FC236}">
                <a16:creationId xmlns:a16="http://schemas.microsoft.com/office/drawing/2014/main" id="{D0F65F14-7BEB-4CEC-ADBF-E02CA053B2B7}"/>
              </a:ext>
            </a:extLst>
          </p:cNvPr>
          <p:cNvSpPr>
            <a:spLocks xmlns:a="http://schemas.openxmlformats.org/drawingml/2006/main" noGrp="1"/>
          </p:cNvSpPr>
          <p:nvPr/>
        </p:nvSpPr>
        <p:spPr>
          <a:xfrm xmlns:a="http://schemas.openxmlformats.org/drawingml/2006/main">
            <a:off x="7993334"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6" name="Editable chart path">
            <a:extLst xmlns:a="http://schemas.openxmlformats.org/drawingml/2006/main">
              <a:ext uri="{FF2B5EF4-FFF2-40B4-BE49-F238E27FC236}">
                <a16:creationId xmlns:a16="http://schemas.microsoft.com/office/drawing/2014/main" id="{E01A2C05-A878-43B4-AD87-D8C96BDA261B}"/>
              </a:ext>
            </a:extLst>
          </p:cNvPr>
          <p:cNvSpPr>
            <a:spLocks xmlns:a="http://schemas.openxmlformats.org/drawingml/2006/main" noGrp="1"/>
          </p:cNvSpPr>
          <p:nvPr/>
        </p:nvSpPr>
        <p:spPr>
          <a:xfrm xmlns:a="http://schemas.openxmlformats.org/drawingml/2006/main">
            <a:off x="8064736"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7" name="Editable chart path">
            <a:extLst xmlns:a="http://schemas.openxmlformats.org/drawingml/2006/main">
              <a:ext uri="{FF2B5EF4-FFF2-40B4-BE49-F238E27FC236}">
                <a16:creationId xmlns:a16="http://schemas.microsoft.com/office/drawing/2014/main" id="{061A794B-FD7D-42F8-B2F6-E68AB2AA2C09}"/>
              </a:ext>
            </a:extLst>
          </p:cNvPr>
          <p:cNvSpPr>
            <a:spLocks xmlns:a="http://schemas.openxmlformats.org/drawingml/2006/main" noGrp="1"/>
          </p:cNvSpPr>
          <p:nvPr/>
        </p:nvSpPr>
        <p:spPr>
          <a:xfrm xmlns:a="http://schemas.openxmlformats.org/drawingml/2006/main">
            <a:off x="8136138"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8" name="Editable chart path">
            <a:extLst xmlns:a="http://schemas.openxmlformats.org/drawingml/2006/main">
              <a:ext uri="{FF2B5EF4-FFF2-40B4-BE49-F238E27FC236}">
                <a16:creationId xmlns:a16="http://schemas.microsoft.com/office/drawing/2014/main" id="{D0633A1B-930B-4D9C-B459-61030D177D44}"/>
              </a:ext>
            </a:extLst>
          </p:cNvPr>
          <p:cNvSpPr>
            <a:spLocks xmlns:a="http://schemas.openxmlformats.org/drawingml/2006/main" noGrp="1"/>
          </p:cNvSpPr>
          <p:nvPr/>
        </p:nvSpPr>
        <p:spPr>
          <a:xfrm xmlns:a="http://schemas.openxmlformats.org/drawingml/2006/main">
            <a:off x="8207540"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49" name="Editable chart path">
            <a:extLst xmlns:a="http://schemas.openxmlformats.org/drawingml/2006/main">
              <a:ext uri="{FF2B5EF4-FFF2-40B4-BE49-F238E27FC236}">
                <a16:creationId xmlns:a16="http://schemas.microsoft.com/office/drawing/2014/main" id="{AF7C12B2-4232-4DF3-8110-5FAC4220DFAD}"/>
              </a:ext>
            </a:extLst>
          </p:cNvPr>
          <p:cNvSpPr>
            <a:spLocks xmlns:a="http://schemas.openxmlformats.org/drawingml/2006/main" noGrp="1"/>
          </p:cNvSpPr>
          <p:nvPr/>
        </p:nvSpPr>
        <p:spPr>
          <a:xfrm xmlns:a="http://schemas.openxmlformats.org/drawingml/2006/main">
            <a:off x="8278942"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0" name="Editable chart path">
            <a:extLst xmlns:a="http://schemas.openxmlformats.org/drawingml/2006/main">
              <a:ext uri="{FF2B5EF4-FFF2-40B4-BE49-F238E27FC236}">
                <a16:creationId xmlns:a16="http://schemas.microsoft.com/office/drawing/2014/main" id="{BE9B9575-FCBB-417C-871A-CDD3E0B83861}"/>
              </a:ext>
            </a:extLst>
          </p:cNvPr>
          <p:cNvSpPr>
            <a:spLocks xmlns:a="http://schemas.openxmlformats.org/drawingml/2006/main" noGrp="1"/>
          </p:cNvSpPr>
          <p:nvPr/>
        </p:nvSpPr>
        <p:spPr>
          <a:xfrm xmlns:a="http://schemas.openxmlformats.org/drawingml/2006/main">
            <a:off x="8350344"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1" name="Editable chart path">
            <a:extLst xmlns:a="http://schemas.openxmlformats.org/drawingml/2006/main">
              <a:ext uri="{FF2B5EF4-FFF2-40B4-BE49-F238E27FC236}">
                <a16:creationId xmlns:a16="http://schemas.microsoft.com/office/drawing/2014/main" id="{52CD61B2-EDED-48D0-B7BA-40E05CA9CF1B}"/>
              </a:ext>
            </a:extLst>
          </p:cNvPr>
          <p:cNvSpPr>
            <a:spLocks xmlns:a="http://schemas.openxmlformats.org/drawingml/2006/main" noGrp="1"/>
          </p:cNvSpPr>
          <p:nvPr/>
        </p:nvSpPr>
        <p:spPr>
          <a:xfrm xmlns:a="http://schemas.openxmlformats.org/drawingml/2006/main">
            <a:off x="8421746"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2" name="Editable chart path">
            <a:extLst xmlns:a="http://schemas.openxmlformats.org/drawingml/2006/main">
              <a:ext uri="{FF2B5EF4-FFF2-40B4-BE49-F238E27FC236}">
                <a16:creationId xmlns:a16="http://schemas.microsoft.com/office/drawing/2014/main" id="{D2BD5C9A-C19E-4D6C-94D1-D820828D95C2}"/>
              </a:ext>
            </a:extLst>
          </p:cNvPr>
          <p:cNvSpPr>
            <a:spLocks xmlns:a="http://schemas.openxmlformats.org/drawingml/2006/main" noGrp="1"/>
          </p:cNvSpPr>
          <p:nvPr/>
        </p:nvSpPr>
        <p:spPr>
          <a:xfrm xmlns:a="http://schemas.openxmlformats.org/drawingml/2006/main">
            <a:off x="8493148"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3" name="Editable chart path">
            <a:extLst xmlns:a="http://schemas.openxmlformats.org/drawingml/2006/main">
              <a:ext uri="{FF2B5EF4-FFF2-40B4-BE49-F238E27FC236}">
                <a16:creationId xmlns:a16="http://schemas.microsoft.com/office/drawing/2014/main" id="{B9D2B596-CC5C-4B0B-99C1-CEDF4419CF40}"/>
              </a:ext>
            </a:extLst>
          </p:cNvPr>
          <p:cNvSpPr>
            <a:spLocks xmlns:a="http://schemas.openxmlformats.org/drawingml/2006/main" noGrp="1"/>
          </p:cNvSpPr>
          <p:nvPr/>
        </p:nvSpPr>
        <p:spPr>
          <a:xfrm xmlns:a="http://schemas.openxmlformats.org/drawingml/2006/main">
            <a:off x="8564550"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4" name="Editable chart path">
            <a:extLst xmlns:a="http://schemas.openxmlformats.org/drawingml/2006/main">
              <a:ext uri="{FF2B5EF4-FFF2-40B4-BE49-F238E27FC236}">
                <a16:creationId xmlns:a16="http://schemas.microsoft.com/office/drawing/2014/main" id="{2EA4933E-1D1B-4BA5-A2EE-7D5AEEBF514C}"/>
              </a:ext>
            </a:extLst>
          </p:cNvPr>
          <p:cNvSpPr>
            <a:spLocks xmlns:a="http://schemas.openxmlformats.org/drawingml/2006/main" noGrp="1"/>
          </p:cNvSpPr>
          <p:nvPr/>
        </p:nvSpPr>
        <p:spPr>
          <a:xfrm xmlns:a="http://schemas.openxmlformats.org/drawingml/2006/main">
            <a:off x="8635952"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5" name="Editable chart path">
            <a:extLst xmlns:a="http://schemas.openxmlformats.org/drawingml/2006/main">
              <a:ext uri="{FF2B5EF4-FFF2-40B4-BE49-F238E27FC236}">
                <a16:creationId xmlns:a16="http://schemas.microsoft.com/office/drawing/2014/main" id="{1C0B2A8E-BE59-4870-8FCD-32F62A9B42FE}"/>
              </a:ext>
            </a:extLst>
          </p:cNvPr>
          <p:cNvSpPr>
            <a:spLocks xmlns:a="http://schemas.openxmlformats.org/drawingml/2006/main" noGrp="1"/>
          </p:cNvSpPr>
          <p:nvPr/>
        </p:nvSpPr>
        <p:spPr>
          <a:xfrm xmlns:a="http://schemas.openxmlformats.org/drawingml/2006/main">
            <a:off x="8707354"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6" name="Editable chart path">
            <a:extLst xmlns:a="http://schemas.openxmlformats.org/drawingml/2006/main">
              <a:ext uri="{FF2B5EF4-FFF2-40B4-BE49-F238E27FC236}">
                <a16:creationId xmlns:a16="http://schemas.microsoft.com/office/drawing/2014/main" id="{8E01296A-63D2-425B-A42B-5F1CDC28BF6B}"/>
              </a:ext>
            </a:extLst>
          </p:cNvPr>
          <p:cNvSpPr>
            <a:spLocks xmlns:a="http://schemas.openxmlformats.org/drawingml/2006/main" noGrp="1"/>
          </p:cNvSpPr>
          <p:nvPr/>
        </p:nvSpPr>
        <p:spPr>
          <a:xfrm xmlns:a="http://schemas.openxmlformats.org/drawingml/2006/main">
            <a:off x="8778756"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7" name="Editable chart path">
            <a:extLst xmlns:a="http://schemas.openxmlformats.org/drawingml/2006/main">
              <a:ext uri="{FF2B5EF4-FFF2-40B4-BE49-F238E27FC236}">
                <a16:creationId xmlns:a16="http://schemas.microsoft.com/office/drawing/2014/main" id="{06BC835C-8E42-4DFA-BFD5-46751EB549A0}"/>
              </a:ext>
            </a:extLst>
          </p:cNvPr>
          <p:cNvSpPr>
            <a:spLocks xmlns:a="http://schemas.openxmlformats.org/drawingml/2006/main" noGrp="1"/>
          </p:cNvSpPr>
          <p:nvPr/>
        </p:nvSpPr>
        <p:spPr>
          <a:xfrm xmlns:a="http://schemas.openxmlformats.org/drawingml/2006/main">
            <a:off x="8850158"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8" name="Editable chart path">
            <a:extLst xmlns:a="http://schemas.openxmlformats.org/drawingml/2006/main">
              <a:ext uri="{FF2B5EF4-FFF2-40B4-BE49-F238E27FC236}">
                <a16:creationId xmlns:a16="http://schemas.microsoft.com/office/drawing/2014/main" id="{12931150-D2B8-4FEC-84BB-379EEE9AF783}"/>
              </a:ext>
            </a:extLst>
          </p:cNvPr>
          <p:cNvSpPr>
            <a:spLocks xmlns:a="http://schemas.openxmlformats.org/drawingml/2006/main" noGrp="1"/>
          </p:cNvSpPr>
          <p:nvPr/>
        </p:nvSpPr>
        <p:spPr>
          <a:xfrm xmlns:a="http://schemas.openxmlformats.org/drawingml/2006/main">
            <a:off x="8921560"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59" name="Editable chart path">
            <a:extLst xmlns:a="http://schemas.openxmlformats.org/drawingml/2006/main">
              <a:ext uri="{FF2B5EF4-FFF2-40B4-BE49-F238E27FC236}">
                <a16:creationId xmlns:a16="http://schemas.microsoft.com/office/drawing/2014/main" id="{6EBF95C5-BA01-48F7-B1AD-7E688648922C}"/>
              </a:ext>
            </a:extLst>
          </p:cNvPr>
          <p:cNvSpPr>
            <a:spLocks xmlns:a="http://schemas.openxmlformats.org/drawingml/2006/main" noGrp="1"/>
          </p:cNvSpPr>
          <p:nvPr/>
        </p:nvSpPr>
        <p:spPr>
          <a:xfrm xmlns:a="http://schemas.openxmlformats.org/drawingml/2006/main">
            <a:off x="8992961"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0" name="Editable chart path">
            <a:extLst xmlns:a="http://schemas.openxmlformats.org/drawingml/2006/main">
              <a:ext uri="{FF2B5EF4-FFF2-40B4-BE49-F238E27FC236}">
                <a16:creationId xmlns:a16="http://schemas.microsoft.com/office/drawing/2014/main" id="{C8974006-E39A-41AF-89D4-B02CE63BA5B4}"/>
              </a:ext>
            </a:extLst>
          </p:cNvPr>
          <p:cNvSpPr>
            <a:spLocks xmlns:a="http://schemas.openxmlformats.org/drawingml/2006/main" noGrp="1"/>
          </p:cNvSpPr>
          <p:nvPr/>
        </p:nvSpPr>
        <p:spPr>
          <a:xfrm xmlns:a="http://schemas.openxmlformats.org/drawingml/2006/main">
            <a:off x="9064363"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1" name="Editable chart path">
            <a:extLst xmlns:a="http://schemas.openxmlformats.org/drawingml/2006/main">
              <a:ext uri="{FF2B5EF4-FFF2-40B4-BE49-F238E27FC236}">
                <a16:creationId xmlns:a16="http://schemas.microsoft.com/office/drawing/2014/main" id="{EBFA69A5-0505-4D3F-94FC-FDA452D8AA7E}"/>
              </a:ext>
            </a:extLst>
          </p:cNvPr>
          <p:cNvSpPr>
            <a:spLocks xmlns:a="http://schemas.openxmlformats.org/drawingml/2006/main" noGrp="1"/>
          </p:cNvSpPr>
          <p:nvPr/>
        </p:nvSpPr>
        <p:spPr>
          <a:xfrm xmlns:a="http://schemas.openxmlformats.org/drawingml/2006/main">
            <a:off x="9135765"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2" name="Editable chart path">
            <a:extLst xmlns:a="http://schemas.openxmlformats.org/drawingml/2006/main">
              <a:ext uri="{FF2B5EF4-FFF2-40B4-BE49-F238E27FC236}">
                <a16:creationId xmlns:a16="http://schemas.microsoft.com/office/drawing/2014/main" id="{9C82CC1E-6680-488C-A902-BD01684F760F}"/>
              </a:ext>
            </a:extLst>
          </p:cNvPr>
          <p:cNvSpPr>
            <a:spLocks xmlns:a="http://schemas.openxmlformats.org/drawingml/2006/main" noGrp="1"/>
          </p:cNvSpPr>
          <p:nvPr/>
        </p:nvSpPr>
        <p:spPr>
          <a:xfrm xmlns:a="http://schemas.openxmlformats.org/drawingml/2006/main">
            <a:off x="9207167"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3" name="Editable chart path">
            <a:extLst xmlns:a="http://schemas.openxmlformats.org/drawingml/2006/main">
              <a:ext uri="{FF2B5EF4-FFF2-40B4-BE49-F238E27FC236}">
                <a16:creationId xmlns:a16="http://schemas.microsoft.com/office/drawing/2014/main" id="{2BD56481-6497-4EC3-B77D-F7B2324FD3FD}"/>
              </a:ext>
            </a:extLst>
          </p:cNvPr>
          <p:cNvSpPr>
            <a:spLocks xmlns:a="http://schemas.openxmlformats.org/drawingml/2006/main" noGrp="1"/>
          </p:cNvSpPr>
          <p:nvPr/>
        </p:nvSpPr>
        <p:spPr>
          <a:xfrm xmlns:a="http://schemas.openxmlformats.org/drawingml/2006/main">
            <a:off x="9278569"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4" name="Editable chart path">
            <a:extLst xmlns:a="http://schemas.openxmlformats.org/drawingml/2006/main">
              <a:ext uri="{FF2B5EF4-FFF2-40B4-BE49-F238E27FC236}">
                <a16:creationId xmlns:a16="http://schemas.microsoft.com/office/drawing/2014/main" id="{777156BC-4BCF-4203-AC66-3251C6E9ED54}"/>
              </a:ext>
            </a:extLst>
          </p:cNvPr>
          <p:cNvSpPr>
            <a:spLocks xmlns:a="http://schemas.openxmlformats.org/drawingml/2006/main" noGrp="1"/>
          </p:cNvSpPr>
          <p:nvPr/>
        </p:nvSpPr>
        <p:spPr>
          <a:xfrm xmlns:a="http://schemas.openxmlformats.org/drawingml/2006/main">
            <a:off x="9349971"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5" name="Editable chart path">
            <a:extLst xmlns:a="http://schemas.openxmlformats.org/drawingml/2006/main">
              <a:ext uri="{FF2B5EF4-FFF2-40B4-BE49-F238E27FC236}">
                <a16:creationId xmlns:a16="http://schemas.microsoft.com/office/drawing/2014/main" id="{CDBA68C5-C8A6-4230-AB15-0C67B0F745E2}"/>
              </a:ext>
            </a:extLst>
          </p:cNvPr>
          <p:cNvSpPr>
            <a:spLocks xmlns:a="http://schemas.openxmlformats.org/drawingml/2006/main" noGrp="1"/>
          </p:cNvSpPr>
          <p:nvPr/>
        </p:nvSpPr>
        <p:spPr>
          <a:xfrm xmlns:a="http://schemas.openxmlformats.org/drawingml/2006/main">
            <a:off x="9564177"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6" name="Editable chart path">
            <a:extLst xmlns:a="http://schemas.openxmlformats.org/drawingml/2006/main">
              <a:ext uri="{FF2B5EF4-FFF2-40B4-BE49-F238E27FC236}">
                <a16:creationId xmlns:a16="http://schemas.microsoft.com/office/drawing/2014/main" id="{615E7EC5-3AF6-4525-8890-33DA8CB04198}"/>
              </a:ext>
            </a:extLst>
          </p:cNvPr>
          <p:cNvSpPr>
            <a:spLocks xmlns:a="http://schemas.openxmlformats.org/drawingml/2006/main" noGrp="1"/>
          </p:cNvSpPr>
          <p:nvPr/>
        </p:nvSpPr>
        <p:spPr>
          <a:xfrm xmlns:a="http://schemas.openxmlformats.org/drawingml/2006/main">
            <a:off x="9635579"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7" name="Editable chart path">
            <a:extLst xmlns:a="http://schemas.openxmlformats.org/drawingml/2006/main">
              <a:ext uri="{FF2B5EF4-FFF2-40B4-BE49-F238E27FC236}">
                <a16:creationId xmlns:a16="http://schemas.microsoft.com/office/drawing/2014/main" id="{60172800-ABDC-4B4B-B792-F8DF0E3FC283}"/>
              </a:ext>
            </a:extLst>
          </p:cNvPr>
          <p:cNvSpPr>
            <a:spLocks xmlns:a="http://schemas.openxmlformats.org/drawingml/2006/main" noGrp="1"/>
          </p:cNvSpPr>
          <p:nvPr/>
        </p:nvSpPr>
        <p:spPr>
          <a:xfrm xmlns:a="http://schemas.openxmlformats.org/drawingml/2006/main">
            <a:off x="9706981"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8" name="Editable chart path">
            <a:extLst xmlns:a="http://schemas.openxmlformats.org/drawingml/2006/main">
              <a:ext uri="{FF2B5EF4-FFF2-40B4-BE49-F238E27FC236}">
                <a16:creationId xmlns:a16="http://schemas.microsoft.com/office/drawing/2014/main" id="{D42C37CC-BC70-43C6-96F0-B4657F240C7E}"/>
              </a:ext>
            </a:extLst>
          </p:cNvPr>
          <p:cNvSpPr>
            <a:spLocks xmlns:a="http://schemas.openxmlformats.org/drawingml/2006/main" noGrp="1"/>
          </p:cNvSpPr>
          <p:nvPr/>
        </p:nvSpPr>
        <p:spPr>
          <a:xfrm xmlns:a="http://schemas.openxmlformats.org/drawingml/2006/main">
            <a:off x="9778383"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69" name="Editable chart path">
            <a:extLst xmlns:a="http://schemas.openxmlformats.org/drawingml/2006/main">
              <a:ext uri="{FF2B5EF4-FFF2-40B4-BE49-F238E27FC236}">
                <a16:creationId xmlns:a16="http://schemas.microsoft.com/office/drawing/2014/main" id="{4A989AEE-B77D-4441-84BA-A6F7FE148A00}"/>
              </a:ext>
            </a:extLst>
          </p:cNvPr>
          <p:cNvSpPr>
            <a:spLocks xmlns:a="http://schemas.openxmlformats.org/drawingml/2006/main" noGrp="1"/>
          </p:cNvSpPr>
          <p:nvPr/>
        </p:nvSpPr>
        <p:spPr>
          <a:xfrm xmlns:a="http://schemas.openxmlformats.org/drawingml/2006/main">
            <a:off x="9849785"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0" name="Editable chart path">
            <a:extLst xmlns:a="http://schemas.openxmlformats.org/drawingml/2006/main">
              <a:ext uri="{FF2B5EF4-FFF2-40B4-BE49-F238E27FC236}">
                <a16:creationId xmlns:a16="http://schemas.microsoft.com/office/drawing/2014/main" id="{30233D4D-0D12-4DE3-8583-20EDA17E6C7A}"/>
              </a:ext>
            </a:extLst>
          </p:cNvPr>
          <p:cNvSpPr>
            <a:spLocks xmlns:a="http://schemas.openxmlformats.org/drawingml/2006/main" noGrp="1"/>
          </p:cNvSpPr>
          <p:nvPr/>
        </p:nvSpPr>
        <p:spPr>
          <a:xfrm xmlns:a="http://schemas.openxmlformats.org/drawingml/2006/main">
            <a:off x="9921187"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1" name="Editable chart path">
            <a:extLst xmlns:a="http://schemas.openxmlformats.org/drawingml/2006/main">
              <a:ext uri="{FF2B5EF4-FFF2-40B4-BE49-F238E27FC236}">
                <a16:creationId xmlns:a16="http://schemas.microsoft.com/office/drawing/2014/main" id="{E5F4BD3B-0706-4C52-B43C-A57256883C03}"/>
              </a:ext>
            </a:extLst>
          </p:cNvPr>
          <p:cNvSpPr>
            <a:spLocks xmlns:a="http://schemas.openxmlformats.org/drawingml/2006/main" noGrp="1"/>
          </p:cNvSpPr>
          <p:nvPr/>
        </p:nvSpPr>
        <p:spPr>
          <a:xfrm xmlns:a="http://schemas.openxmlformats.org/drawingml/2006/main">
            <a:off x="9992589"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2" name="Editable chart path">
            <a:extLst xmlns:a="http://schemas.openxmlformats.org/drawingml/2006/main">
              <a:ext uri="{FF2B5EF4-FFF2-40B4-BE49-F238E27FC236}">
                <a16:creationId xmlns:a16="http://schemas.microsoft.com/office/drawing/2014/main" id="{AD908583-F7C3-406C-AB5D-23592BF13179}"/>
              </a:ext>
            </a:extLst>
          </p:cNvPr>
          <p:cNvSpPr>
            <a:spLocks xmlns:a="http://schemas.openxmlformats.org/drawingml/2006/main" noGrp="1"/>
          </p:cNvSpPr>
          <p:nvPr/>
        </p:nvSpPr>
        <p:spPr>
          <a:xfrm xmlns:a="http://schemas.openxmlformats.org/drawingml/2006/main">
            <a:off x="10135393"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3" name="Editable chart path">
            <a:extLst xmlns:a="http://schemas.openxmlformats.org/drawingml/2006/main">
              <a:ext uri="{FF2B5EF4-FFF2-40B4-BE49-F238E27FC236}">
                <a16:creationId xmlns:a16="http://schemas.microsoft.com/office/drawing/2014/main" id="{61E5562C-225F-4F54-A3A9-CCAC50CE7510}"/>
              </a:ext>
            </a:extLst>
          </p:cNvPr>
          <p:cNvSpPr>
            <a:spLocks xmlns:a="http://schemas.openxmlformats.org/drawingml/2006/main" noGrp="1"/>
          </p:cNvSpPr>
          <p:nvPr/>
        </p:nvSpPr>
        <p:spPr>
          <a:xfrm xmlns:a="http://schemas.openxmlformats.org/drawingml/2006/main">
            <a:off x="10206795"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4" name="Editable chart path">
            <a:extLst xmlns:a="http://schemas.openxmlformats.org/drawingml/2006/main">
              <a:ext uri="{FF2B5EF4-FFF2-40B4-BE49-F238E27FC236}">
                <a16:creationId xmlns:a16="http://schemas.microsoft.com/office/drawing/2014/main" id="{FF4CC8E8-76BC-4E5F-9ACE-31F37AC7D292}"/>
              </a:ext>
            </a:extLst>
          </p:cNvPr>
          <p:cNvSpPr>
            <a:spLocks xmlns:a="http://schemas.openxmlformats.org/drawingml/2006/main" noGrp="1"/>
          </p:cNvSpPr>
          <p:nvPr/>
        </p:nvSpPr>
        <p:spPr>
          <a:xfrm xmlns:a="http://schemas.openxmlformats.org/drawingml/2006/main">
            <a:off x="10278197"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5" name="Editable chart path">
            <a:extLst xmlns:a="http://schemas.openxmlformats.org/drawingml/2006/main">
              <a:ext uri="{FF2B5EF4-FFF2-40B4-BE49-F238E27FC236}">
                <a16:creationId xmlns:a16="http://schemas.microsoft.com/office/drawing/2014/main" id="{428038B0-2A3C-4479-B7E4-C8F6005BC8EE}"/>
              </a:ext>
            </a:extLst>
          </p:cNvPr>
          <p:cNvSpPr>
            <a:spLocks xmlns:a="http://schemas.openxmlformats.org/drawingml/2006/main" noGrp="1"/>
          </p:cNvSpPr>
          <p:nvPr/>
        </p:nvSpPr>
        <p:spPr>
          <a:xfrm xmlns:a="http://schemas.openxmlformats.org/drawingml/2006/main">
            <a:off x="10349599"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6" name="Editable chart path">
            <a:extLst xmlns:a="http://schemas.openxmlformats.org/drawingml/2006/main">
              <a:ext uri="{FF2B5EF4-FFF2-40B4-BE49-F238E27FC236}">
                <a16:creationId xmlns:a16="http://schemas.microsoft.com/office/drawing/2014/main" id="{BC46CCE3-104B-4E14-8561-B6E037AA3A2D}"/>
              </a:ext>
            </a:extLst>
          </p:cNvPr>
          <p:cNvSpPr>
            <a:spLocks xmlns:a="http://schemas.openxmlformats.org/drawingml/2006/main" noGrp="1"/>
          </p:cNvSpPr>
          <p:nvPr/>
        </p:nvSpPr>
        <p:spPr>
          <a:xfrm xmlns:a="http://schemas.openxmlformats.org/drawingml/2006/main">
            <a:off x="10421001"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7" name="Editable chart path">
            <a:extLst xmlns:a="http://schemas.openxmlformats.org/drawingml/2006/main">
              <a:ext uri="{FF2B5EF4-FFF2-40B4-BE49-F238E27FC236}">
                <a16:creationId xmlns:a16="http://schemas.microsoft.com/office/drawing/2014/main" id="{52F0698A-F27D-430C-9CE9-CC436A4DEAD0}"/>
              </a:ext>
            </a:extLst>
          </p:cNvPr>
          <p:cNvSpPr>
            <a:spLocks xmlns:a="http://schemas.openxmlformats.org/drawingml/2006/main" noGrp="1"/>
          </p:cNvSpPr>
          <p:nvPr/>
        </p:nvSpPr>
        <p:spPr>
          <a:xfrm xmlns:a="http://schemas.openxmlformats.org/drawingml/2006/main">
            <a:off x="10492403"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8" name="Editable chart path">
            <a:extLst xmlns:a="http://schemas.openxmlformats.org/drawingml/2006/main">
              <a:ext uri="{FF2B5EF4-FFF2-40B4-BE49-F238E27FC236}">
                <a16:creationId xmlns:a16="http://schemas.microsoft.com/office/drawing/2014/main" id="{EDDDE182-FC90-486B-A8AB-4C5DF70AE0B5}"/>
              </a:ext>
            </a:extLst>
          </p:cNvPr>
          <p:cNvSpPr>
            <a:spLocks xmlns:a="http://schemas.openxmlformats.org/drawingml/2006/main" noGrp="1"/>
          </p:cNvSpPr>
          <p:nvPr/>
        </p:nvSpPr>
        <p:spPr>
          <a:xfrm xmlns:a="http://schemas.openxmlformats.org/drawingml/2006/main">
            <a:off x="10563805"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79" name="Editable chart path">
            <a:extLst xmlns:a="http://schemas.openxmlformats.org/drawingml/2006/main">
              <a:ext uri="{FF2B5EF4-FFF2-40B4-BE49-F238E27FC236}">
                <a16:creationId xmlns:a16="http://schemas.microsoft.com/office/drawing/2014/main" id="{2DE52A73-38EE-47B1-B145-3045745ABE94}"/>
              </a:ext>
            </a:extLst>
          </p:cNvPr>
          <p:cNvSpPr>
            <a:spLocks xmlns:a="http://schemas.openxmlformats.org/drawingml/2006/main" noGrp="1"/>
          </p:cNvSpPr>
          <p:nvPr/>
        </p:nvSpPr>
        <p:spPr>
          <a:xfrm xmlns:a="http://schemas.openxmlformats.org/drawingml/2006/main">
            <a:off x="10635207" y="317825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0" name="Editable chart path">
            <a:extLst xmlns:a="http://schemas.openxmlformats.org/drawingml/2006/main">
              <a:ext uri="{FF2B5EF4-FFF2-40B4-BE49-F238E27FC236}">
                <a16:creationId xmlns:a16="http://schemas.microsoft.com/office/drawing/2014/main" id="{A82D5F00-4E30-4A1C-8660-2326DE04B092}"/>
              </a:ext>
            </a:extLst>
          </p:cNvPr>
          <p:cNvSpPr>
            <a:spLocks xmlns:a="http://schemas.openxmlformats.org/drawingml/2006/main" noGrp="1"/>
          </p:cNvSpPr>
          <p:nvPr/>
        </p:nvSpPr>
        <p:spPr>
          <a:xfrm xmlns:a="http://schemas.openxmlformats.org/drawingml/2006/main">
            <a:off x="7493520"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1" name="Editable chart path">
            <a:extLst xmlns:a="http://schemas.openxmlformats.org/drawingml/2006/main">
              <a:ext uri="{FF2B5EF4-FFF2-40B4-BE49-F238E27FC236}">
                <a16:creationId xmlns:a16="http://schemas.microsoft.com/office/drawing/2014/main" id="{1C0E2FB5-201D-4DCF-A1B7-06E9CA832D76}"/>
              </a:ext>
            </a:extLst>
          </p:cNvPr>
          <p:cNvSpPr>
            <a:spLocks xmlns:a="http://schemas.openxmlformats.org/drawingml/2006/main" noGrp="1"/>
          </p:cNvSpPr>
          <p:nvPr/>
        </p:nvSpPr>
        <p:spPr>
          <a:xfrm xmlns:a="http://schemas.openxmlformats.org/drawingml/2006/main">
            <a:off x="7564922"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2" name="Editable chart path">
            <a:extLst xmlns:a="http://schemas.openxmlformats.org/drawingml/2006/main">
              <a:ext uri="{FF2B5EF4-FFF2-40B4-BE49-F238E27FC236}">
                <a16:creationId xmlns:a16="http://schemas.microsoft.com/office/drawing/2014/main" id="{1CF53A1E-CF58-423D-8B18-0EFB9FE85AFD}"/>
              </a:ext>
            </a:extLst>
          </p:cNvPr>
          <p:cNvSpPr>
            <a:spLocks xmlns:a="http://schemas.openxmlformats.org/drawingml/2006/main" noGrp="1"/>
          </p:cNvSpPr>
          <p:nvPr/>
        </p:nvSpPr>
        <p:spPr>
          <a:xfrm xmlns:a="http://schemas.openxmlformats.org/drawingml/2006/main">
            <a:off x="7636324"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3" name="Editable chart path">
            <a:extLst xmlns:a="http://schemas.openxmlformats.org/drawingml/2006/main">
              <a:ext uri="{FF2B5EF4-FFF2-40B4-BE49-F238E27FC236}">
                <a16:creationId xmlns:a16="http://schemas.microsoft.com/office/drawing/2014/main" id="{1ABB15C4-6D4B-415E-8747-FED47945513B}"/>
              </a:ext>
            </a:extLst>
          </p:cNvPr>
          <p:cNvSpPr>
            <a:spLocks xmlns:a="http://schemas.openxmlformats.org/drawingml/2006/main" noGrp="1"/>
          </p:cNvSpPr>
          <p:nvPr/>
        </p:nvSpPr>
        <p:spPr>
          <a:xfrm xmlns:a="http://schemas.openxmlformats.org/drawingml/2006/main">
            <a:off x="7707726"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4" name="Editable chart path">
            <a:extLst xmlns:a="http://schemas.openxmlformats.org/drawingml/2006/main">
              <a:ext uri="{FF2B5EF4-FFF2-40B4-BE49-F238E27FC236}">
                <a16:creationId xmlns:a16="http://schemas.microsoft.com/office/drawing/2014/main" id="{1D060B3B-FBBA-4A1B-9C4F-893F952B7933}"/>
              </a:ext>
            </a:extLst>
          </p:cNvPr>
          <p:cNvSpPr>
            <a:spLocks xmlns:a="http://schemas.openxmlformats.org/drawingml/2006/main" noGrp="1"/>
          </p:cNvSpPr>
          <p:nvPr/>
        </p:nvSpPr>
        <p:spPr>
          <a:xfrm xmlns:a="http://schemas.openxmlformats.org/drawingml/2006/main">
            <a:off x="7779128"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5" name="Editable chart path">
            <a:extLst xmlns:a="http://schemas.openxmlformats.org/drawingml/2006/main">
              <a:ext uri="{FF2B5EF4-FFF2-40B4-BE49-F238E27FC236}">
                <a16:creationId xmlns:a16="http://schemas.microsoft.com/office/drawing/2014/main" id="{6A43582E-118D-41DF-9CA8-5E6655DE33C1}"/>
              </a:ext>
            </a:extLst>
          </p:cNvPr>
          <p:cNvSpPr>
            <a:spLocks xmlns:a="http://schemas.openxmlformats.org/drawingml/2006/main" noGrp="1"/>
          </p:cNvSpPr>
          <p:nvPr/>
        </p:nvSpPr>
        <p:spPr>
          <a:xfrm xmlns:a="http://schemas.openxmlformats.org/drawingml/2006/main">
            <a:off x="7850530"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6" name="Editable chart path">
            <a:extLst xmlns:a="http://schemas.openxmlformats.org/drawingml/2006/main">
              <a:ext uri="{FF2B5EF4-FFF2-40B4-BE49-F238E27FC236}">
                <a16:creationId xmlns:a16="http://schemas.microsoft.com/office/drawing/2014/main" id="{A2840925-8043-4AAF-B8E6-AA16DC38AD23}"/>
              </a:ext>
            </a:extLst>
          </p:cNvPr>
          <p:cNvSpPr>
            <a:spLocks xmlns:a="http://schemas.openxmlformats.org/drawingml/2006/main" noGrp="1"/>
          </p:cNvSpPr>
          <p:nvPr/>
        </p:nvSpPr>
        <p:spPr>
          <a:xfrm xmlns:a="http://schemas.openxmlformats.org/drawingml/2006/main">
            <a:off x="7921932"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7" name="Editable chart path">
            <a:extLst xmlns:a="http://schemas.openxmlformats.org/drawingml/2006/main">
              <a:ext uri="{FF2B5EF4-FFF2-40B4-BE49-F238E27FC236}">
                <a16:creationId xmlns:a16="http://schemas.microsoft.com/office/drawing/2014/main" id="{D5FF3E16-AE5A-411E-8912-01DE5732A90C}"/>
              </a:ext>
            </a:extLst>
          </p:cNvPr>
          <p:cNvSpPr>
            <a:spLocks xmlns:a="http://schemas.openxmlformats.org/drawingml/2006/main" noGrp="1"/>
          </p:cNvSpPr>
          <p:nvPr/>
        </p:nvSpPr>
        <p:spPr>
          <a:xfrm xmlns:a="http://schemas.openxmlformats.org/drawingml/2006/main">
            <a:off x="7993334"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8" name="Editable chart path">
            <a:extLst xmlns:a="http://schemas.openxmlformats.org/drawingml/2006/main">
              <a:ext uri="{FF2B5EF4-FFF2-40B4-BE49-F238E27FC236}">
                <a16:creationId xmlns:a16="http://schemas.microsoft.com/office/drawing/2014/main" id="{4659E212-0AB0-46B1-80A4-6A9BEE123391}"/>
              </a:ext>
            </a:extLst>
          </p:cNvPr>
          <p:cNvSpPr>
            <a:spLocks xmlns:a="http://schemas.openxmlformats.org/drawingml/2006/main" noGrp="1"/>
          </p:cNvSpPr>
          <p:nvPr/>
        </p:nvSpPr>
        <p:spPr>
          <a:xfrm xmlns:a="http://schemas.openxmlformats.org/drawingml/2006/main">
            <a:off x="8064736"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89" name="Editable chart path">
            <a:extLst xmlns:a="http://schemas.openxmlformats.org/drawingml/2006/main">
              <a:ext uri="{FF2B5EF4-FFF2-40B4-BE49-F238E27FC236}">
                <a16:creationId xmlns:a16="http://schemas.microsoft.com/office/drawing/2014/main" id="{AF496BE1-1ACA-414D-A407-9DFB0951E8F9}"/>
              </a:ext>
            </a:extLst>
          </p:cNvPr>
          <p:cNvSpPr>
            <a:spLocks xmlns:a="http://schemas.openxmlformats.org/drawingml/2006/main" noGrp="1"/>
          </p:cNvSpPr>
          <p:nvPr/>
        </p:nvSpPr>
        <p:spPr>
          <a:xfrm xmlns:a="http://schemas.openxmlformats.org/drawingml/2006/main">
            <a:off x="8136138"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0" name="Editable chart path">
            <a:extLst xmlns:a="http://schemas.openxmlformats.org/drawingml/2006/main">
              <a:ext uri="{FF2B5EF4-FFF2-40B4-BE49-F238E27FC236}">
                <a16:creationId xmlns:a16="http://schemas.microsoft.com/office/drawing/2014/main" id="{14ADD69F-9B07-479F-9166-2904DFB8789F}"/>
              </a:ext>
            </a:extLst>
          </p:cNvPr>
          <p:cNvSpPr>
            <a:spLocks xmlns:a="http://schemas.openxmlformats.org/drawingml/2006/main" noGrp="1"/>
          </p:cNvSpPr>
          <p:nvPr/>
        </p:nvSpPr>
        <p:spPr>
          <a:xfrm xmlns:a="http://schemas.openxmlformats.org/drawingml/2006/main">
            <a:off x="8207540"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1" name="Editable chart path">
            <a:extLst xmlns:a="http://schemas.openxmlformats.org/drawingml/2006/main">
              <a:ext uri="{FF2B5EF4-FFF2-40B4-BE49-F238E27FC236}">
                <a16:creationId xmlns:a16="http://schemas.microsoft.com/office/drawing/2014/main" id="{07176CFC-0241-477C-8F93-420B21E1797F}"/>
              </a:ext>
            </a:extLst>
          </p:cNvPr>
          <p:cNvSpPr>
            <a:spLocks xmlns:a="http://schemas.openxmlformats.org/drawingml/2006/main" noGrp="1"/>
          </p:cNvSpPr>
          <p:nvPr/>
        </p:nvSpPr>
        <p:spPr>
          <a:xfrm xmlns:a="http://schemas.openxmlformats.org/drawingml/2006/main">
            <a:off x="8278942"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2" name="Editable chart path">
            <a:extLst xmlns:a="http://schemas.openxmlformats.org/drawingml/2006/main">
              <a:ext uri="{FF2B5EF4-FFF2-40B4-BE49-F238E27FC236}">
                <a16:creationId xmlns:a16="http://schemas.microsoft.com/office/drawing/2014/main" id="{767EBCF7-6EE7-48DC-BD01-C3390CCB74BE}"/>
              </a:ext>
            </a:extLst>
          </p:cNvPr>
          <p:cNvSpPr>
            <a:spLocks xmlns:a="http://schemas.openxmlformats.org/drawingml/2006/main" noGrp="1"/>
          </p:cNvSpPr>
          <p:nvPr/>
        </p:nvSpPr>
        <p:spPr>
          <a:xfrm xmlns:a="http://schemas.openxmlformats.org/drawingml/2006/main">
            <a:off x="8350344"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3" name="Editable chart path">
            <a:extLst xmlns:a="http://schemas.openxmlformats.org/drawingml/2006/main">
              <a:ext uri="{FF2B5EF4-FFF2-40B4-BE49-F238E27FC236}">
                <a16:creationId xmlns:a16="http://schemas.microsoft.com/office/drawing/2014/main" id="{FB24B1F1-29BC-4036-A9D1-AB5FB2D5DBE0}"/>
              </a:ext>
            </a:extLst>
          </p:cNvPr>
          <p:cNvSpPr>
            <a:spLocks xmlns:a="http://schemas.openxmlformats.org/drawingml/2006/main" noGrp="1"/>
          </p:cNvSpPr>
          <p:nvPr/>
        </p:nvSpPr>
        <p:spPr>
          <a:xfrm xmlns:a="http://schemas.openxmlformats.org/drawingml/2006/main">
            <a:off x="8421746"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4" name="Editable chart path">
            <a:extLst xmlns:a="http://schemas.openxmlformats.org/drawingml/2006/main">
              <a:ext uri="{FF2B5EF4-FFF2-40B4-BE49-F238E27FC236}">
                <a16:creationId xmlns:a16="http://schemas.microsoft.com/office/drawing/2014/main" id="{9D51DF41-3A6D-40DC-AF02-BC504C3C7A12}"/>
              </a:ext>
            </a:extLst>
          </p:cNvPr>
          <p:cNvSpPr>
            <a:spLocks xmlns:a="http://schemas.openxmlformats.org/drawingml/2006/main" noGrp="1"/>
          </p:cNvSpPr>
          <p:nvPr/>
        </p:nvSpPr>
        <p:spPr>
          <a:xfrm xmlns:a="http://schemas.openxmlformats.org/drawingml/2006/main">
            <a:off x="8493148"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5" name="Editable chart path">
            <a:extLst xmlns:a="http://schemas.openxmlformats.org/drawingml/2006/main">
              <a:ext uri="{FF2B5EF4-FFF2-40B4-BE49-F238E27FC236}">
                <a16:creationId xmlns:a16="http://schemas.microsoft.com/office/drawing/2014/main" id="{8C5C7106-53BB-44C9-8CCC-2CE4D3916E77}"/>
              </a:ext>
            </a:extLst>
          </p:cNvPr>
          <p:cNvSpPr>
            <a:spLocks xmlns:a="http://schemas.openxmlformats.org/drawingml/2006/main" noGrp="1"/>
          </p:cNvSpPr>
          <p:nvPr/>
        </p:nvSpPr>
        <p:spPr>
          <a:xfrm xmlns:a="http://schemas.openxmlformats.org/drawingml/2006/main">
            <a:off x="8564550"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6" name="Editable chart path">
            <a:extLst xmlns:a="http://schemas.openxmlformats.org/drawingml/2006/main">
              <a:ext uri="{FF2B5EF4-FFF2-40B4-BE49-F238E27FC236}">
                <a16:creationId xmlns:a16="http://schemas.microsoft.com/office/drawing/2014/main" id="{827BE3F3-A7E8-407D-8B8A-ABAAB4EBB399}"/>
              </a:ext>
            </a:extLst>
          </p:cNvPr>
          <p:cNvSpPr>
            <a:spLocks xmlns:a="http://schemas.openxmlformats.org/drawingml/2006/main" noGrp="1"/>
          </p:cNvSpPr>
          <p:nvPr/>
        </p:nvSpPr>
        <p:spPr>
          <a:xfrm xmlns:a="http://schemas.openxmlformats.org/drawingml/2006/main">
            <a:off x="8635952"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7" name="Editable chart path">
            <a:extLst xmlns:a="http://schemas.openxmlformats.org/drawingml/2006/main">
              <a:ext uri="{FF2B5EF4-FFF2-40B4-BE49-F238E27FC236}">
                <a16:creationId xmlns:a16="http://schemas.microsoft.com/office/drawing/2014/main" id="{7C5CCE8B-5E22-4D55-A81F-88ADF3146785}"/>
              </a:ext>
            </a:extLst>
          </p:cNvPr>
          <p:cNvSpPr>
            <a:spLocks xmlns:a="http://schemas.openxmlformats.org/drawingml/2006/main" noGrp="1"/>
          </p:cNvSpPr>
          <p:nvPr/>
        </p:nvSpPr>
        <p:spPr>
          <a:xfrm xmlns:a="http://schemas.openxmlformats.org/drawingml/2006/main">
            <a:off x="8707354"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8" name="Editable chart path">
            <a:extLst xmlns:a="http://schemas.openxmlformats.org/drawingml/2006/main">
              <a:ext uri="{FF2B5EF4-FFF2-40B4-BE49-F238E27FC236}">
                <a16:creationId xmlns:a16="http://schemas.microsoft.com/office/drawing/2014/main" id="{01202035-B5DF-484D-9CE6-06E7B237EA29}"/>
              </a:ext>
            </a:extLst>
          </p:cNvPr>
          <p:cNvSpPr>
            <a:spLocks xmlns:a="http://schemas.openxmlformats.org/drawingml/2006/main" noGrp="1"/>
          </p:cNvSpPr>
          <p:nvPr/>
        </p:nvSpPr>
        <p:spPr>
          <a:xfrm xmlns:a="http://schemas.openxmlformats.org/drawingml/2006/main">
            <a:off x="8778756"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599" name="Editable chart path">
            <a:extLst xmlns:a="http://schemas.openxmlformats.org/drawingml/2006/main">
              <a:ext uri="{FF2B5EF4-FFF2-40B4-BE49-F238E27FC236}">
                <a16:creationId xmlns:a16="http://schemas.microsoft.com/office/drawing/2014/main" id="{85403442-D43D-4CBC-8ABA-23295608F630}"/>
              </a:ext>
            </a:extLst>
          </p:cNvPr>
          <p:cNvSpPr>
            <a:spLocks xmlns:a="http://schemas.openxmlformats.org/drawingml/2006/main" noGrp="1"/>
          </p:cNvSpPr>
          <p:nvPr/>
        </p:nvSpPr>
        <p:spPr>
          <a:xfrm xmlns:a="http://schemas.openxmlformats.org/drawingml/2006/main">
            <a:off x="8850158"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0" name="Editable chart path">
            <a:extLst xmlns:a="http://schemas.openxmlformats.org/drawingml/2006/main">
              <a:ext uri="{FF2B5EF4-FFF2-40B4-BE49-F238E27FC236}">
                <a16:creationId xmlns:a16="http://schemas.microsoft.com/office/drawing/2014/main" id="{456EB76F-6CF5-4722-98D3-8D7F9599DB46}"/>
              </a:ext>
            </a:extLst>
          </p:cNvPr>
          <p:cNvSpPr>
            <a:spLocks xmlns:a="http://schemas.openxmlformats.org/drawingml/2006/main" noGrp="1"/>
          </p:cNvSpPr>
          <p:nvPr/>
        </p:nvSpPr>
        <p:spPr>
          <a:xfrm xmlns:a="http://schemas.openxmlformats.org/drawingml/2006/main">
            <a:off x="9064363"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1" name="Editable chart path">
            <a:extLst xmlns:a="http://schemas.openxmlformats.org/drawingml/2006/main">
              <a:ext uri="{FF2B5EF4-FFF2-40B4-BE49-F238E27FC236}">
                <a16:creationId xmlns:a16="http://schemas.microsoft.com/office/drawing/2014/main" id="{4843407F-E1FC-4C99-8B06-921AD477CE13}"/>
              </a:ext>
            </a:extLst>
          </p:cNvPr>
          <p:cNvSpPr>
            <a:spLocks xmlns:a="http://schemas.openxmlformats.org/drawingml/2006/main" noGrp="1"/>
          </p:cNvSpPr>
          <p:nvPr/>
        </p:nvSpPr>
        <p:spPr>
          <a:xfrm xmlns:a="http://schemas.openxmlformats.org/drawingml/2006/main">
            <a:off x="9135765"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2" name="Editable chart path">
            <a:extLst xmlns:a="http://schemas.openxmlformats.org/drawingml/2006/main">
              <a:ext uri="{FF2B5EF4-FFF2-40B4-BE49-F238E27FC236}">
                <a16:creationId xmlns:a16="http://schemas.microsoft.com/office/drawing/2014/main" id="{C8F2C496-A466-42A5-AED7-E199A132374B}"/>
              </a:ext>
            </a:extLst>
          </p:cNvPr>
          <p:cNvSpPr>
            <a:spLocks xmlns:a="http://schemas.openxmlformats.org/drawingml/2006/main" noGrp="1"/>
          </p:cNvSpPr>
          <p:nvPr/>
        </p:nvSpPr>
        <p:spPr>
          <a:xfrm xmlns:a="http://schemas.openxmlformats.org/drawingml/2006/main">
            <a:off x="9492775"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3" name="Editable chart path">
            <a:extLst xmlns:a="http://schemas.openxmlformats.org/drawingml/2006/main">
              <a:ext uri="{FF2B5EF4-FFF2-40B4-BE49-F238E27FC236}">
                <a16:creationId xmlns:a16="http://schemas.microsoft.com/office/drawing/2014/main" id="{97013C28-8771-44E3-9F96-0D3B7536090E}"/>
              </a:ext>
            </a:extLst>
          </p:cNvPr>
          <p:cNvSpPr>
            <a:spLocks xmlns:a="http://schemas.openxmlformats.org/drawingml/2006/main" noGrp="1"/>
          </p:cNvSpPr>
          <p:nvPr/>
        </p:nvSpPr>
        <p:spPr>
          <a:xfrm xmlns:a="http://schemas.openxmlformats.org/drawingml/2006/main">
            <a:off x="10135393"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4" name="Editable chart path">
            <a:extLst xmlns:a="http://schemas.openxmlformats.org/drawingml/2006/main">
              <a:ext uri="{FF2B5EF4-FFF2-40B4-BE49-F238E27FC236}">
                <a16:creationId xmlns:a16="http://schemas.microsoft.com/office/drawing/2014/main" id="{1DF48125-4B5B-4186-B6D2-D5A6A28EE099}"/>
              </a:ext>
            </a:extLst>
          </p:cNvPr>
          <p:cNvSpPr>
            <a:spLocks xmlns:a="http://schemas.openxmlformats.org/drawingml/2006/main" noGrp="1"/>
          </p:cNvSpPr>
          <p:nvPr/>
        </p:nvSpPr>
        <p:spPr>
          <a:xfrm xmlns:a="http://schemas.openxmlformats.org/drawingml/2006/main">
            <a:off x="10206795"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5" name="Editable chart path">
            <a:extLst xmlns:a="http://schemas.openxmlformats.org/drawingml/2006/main">
              <a:ext uri="{FF2B5EF4-FFF2-40B4-BE49-F238E27FC236}">
                <a16:creationId xmlns:a16="http://schemas.microsoft.com/office/drawing/2014/main" id="{740D5EE3-86EC-44ED-BD40-77F2179257A7}"/>
              </a:ext>
            </a:extLst>
          </p:cNvPr>
          <p:cNvSpPr>
            <a:spLocks xmlns:a="http://schemas.openxmlformats.org/drawingml/2006/main" noGrp="1"/>
          </p:cNvSpPr>
          <p:nvPr/>
        </p:nvSpPr>
        <p:spPr>
          <a:xfrm xmlns:a="http://schemas.openxmlformats.org/drawingml/2006/main">
            <a:off x="10278197"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6" name="Editable chart path">
            <a:extLst xmlns:a="http://schemas.openxmlformats.org/drawingml/2006/main">
              <a:ext uri="{FF2B5EF4-FFF2-40B4-BE49-F238E27FC236}">
                <a16:creationId xmlns:a16="http://schemas.microsoft.com/office/drawing/2014/main" id="{727D4348-D2E6-4F01-8647-A4AFC50D5A8E}"/>
              </a:ext>
            </a:extLst>
          </p:cNvPr>
          <p:cNvSpPr>
            <a:spLocks xmlns:a="http://schemas.openxmlformats.org/drawingml/2006/main" noGrp="1"/>
          </p:cNvSpPr>
          <p:nvPr/>
        </p:nvSpPr>
        <p:spPr>
          <a:xfrm xmlns:a="http://schemas.openxmlformats.org/drawingml/2006/main">
            <a:off x="10349599"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7" name="Editable chart path">
            <a:extLst xmlns:a="http://schemas.openxmlformats.org/drawingml/2006/main">
              <a:ext uri="{FF2B5EF4-FFF2-40B4-BE49-F238E27FC236}">
                <a16:creationId xmlns:a16="http://schemas.microsoft.com/office/drawing/2014/main" id="{E09366A1-E2BF-48BB-ACE3-E40C55836190}"/>
              </a:ext>
            </a:extLst>
          </p:cNvPr>
          <p:cNvSpPr>
            <a:spLocks xmlns:a="http://schemas.openxmlformats.org/drawingml/2006/main" noGrp="1"/>
          </p:cNvSpPr>
          <p:nvPr/>
        </p:nvSpPr>
        <p:spPr>
          <a:xfrm xmlns:a="http://schemas.openxmlformats.org/drawingml/2006/main">
            <a:off x="10421001"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8" name="Editable chart path">
            <a:extLst xmlns:a="http://schemas.openxmlformats.org/drawingml/2006/main">
              <a:ext uri="{FF2B5EF4-FFF2-40B4-BE49-F238E27FC236}">
                <a16:creationId xmlns:a16="http://schemas.microsoft.com/office/drawing/2014/main" id="{5F41A582-11FE-466A-93A9-440F9FAA80FC}"/>
              </a:ext>
            </a:extLst>
          </p:cNvPr>
          <p:cNvSpPr>
            <a:spLocks xmlns:a="http://schemas.openxmlformats.org/drawingml/2006/main" noGrp="1"/>
          </p:cNvSpPr>
          <p:nvPr/>
        </p:nvSpPr>
        <p:spPr>
          <a:xfrm xmlns:a="http://schemas.openxmlformats.org/drawingml/2006/main">
            <a:off x="10492403"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09" name="Editable chart path">
            <a:extLst xmlns:a="http://schemas.openxmlformats.org/drawingml/2006/main">
              <a:ext uri="{FF2B5EF4-FFF2-40B4-BE49-F238E27FC236}">
                <a16:creationId xmlns:a16="http://schemas.microsoft.com/office/drawing/2014/main" id="{933CE59F-105F-4B3A-84F7-04694FB30876}"/>
              </a:ext>
            </a:extLst>
          </p:cNvPr>
          <p:cNvSpPr>
            <a:spLocks xmlns:a="http://schemas.openxmlformats.org/drawingml/2006/main" noGrp="1"/>
          </p:cNvSpPr>
          <p:nvPr/>
        </p:nvSpPr>
        <p:spPr>
          <a:xfrm xmlns:a="http://schemas.openxmlformats.org/drawingml/2006/main">
            <a:off x="10563805"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0" name="Editable chart path">
            <a:extLst xmlns:a="http://schemas.openxmlformats.org/drawingml/2006/main">
              <a:ext uri="{FF2B5EF4-FFF2-40B4-BE49-F238E27FC236}">
                <a16:creationId xmlns:a16="http://schemas.microsoft.com/office/drawing/2014/main" id="{19D928A0-CC1B-4B8E-9989-8560A2715D3B}"/>
              </a:ext>
            </a:extLst>
          </p:cNvPr>
          <p:cNvSpPr>
            <a:spLocks xmlns:a="http://schemas.openxmlformats.org/drawingml/2006/main" noGrp="1"/>
          </p:cNvSpPr>
          <p:nvPr/>
        </p:nvSpPr>
        <p:spPr>
          <a:xfrm xmlns:a="http://schemas.openxmlformats.org/drawingml/2006/main">
            <a:off x="7636324"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1" name="Editable chart path">
            <a:extLst xmlns:a="http://schemas.openxmlformats.org/drawingml/2006/main">
              <a:ext uri="{FF2B5EF4-FFF2-40B4-BE49-F238E27FC236}">
                <a16:creationId xmlns:a16="http://schemas.microsoft.com/office/drawing/2014/main" id="{7ACC7D8B-CAA7-4792-8F70-4A93D99474EA}"/>
              </a:ext>
            </a:extLst>
          </p:cNvPr>
          <p:cNvSpPr>
            <a:spLocks xmlns:a="http://schemas.openxmlformats.org/drawingml/2006/main" noGrp="1"/>
          </p:cNvSpPr>
          <p:nvPr/>
        </p:nvSpPr>
        <p:spPr>
          <a:xfrm xmlns:a="http://schemas.openxmlformats.org/drawingml/2006/main">
            <a:off x="7707726"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2" name="Editable chart path">
            <a:extLst xmlns:a="http://schemas.openxmlformats.org/drawingml/2006/main">
              <a:ext uri="{FF2B5EF4-FFF2-40B4-BE49-F238E27FC236}">
                <a16:creationId xmlns:a16="http://schemas.microsoft.com/office/drawing/2014/main" id="{45947F57-FF7A-4348-B7B9-F204A2062FB9}"/>
              </a:ext>
            </a:extLst>
          </p:cNvPr>
          <p:cNvSpPr>
            <a:spLocks xmlns:a="http://schemas.openxmlformats.org/drawingml/2006/main" noGrp="1"/>
          </p:cNvSpPr>
          <p:nvPr/>
        </p:nvSpPr>
        <p:spPr>
          <a:xfrm xmlns:a="http://schemas.openxmlformats.org/drawingml/2006/main">
            <a:off x="7779128"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3" name="Editable chart path">
            <a:extLst xmlns:a="http://schemas.openxmlformats.org/drawingml/2006/main">
              <a:ext uri="{FF2B5EF4-FFF2-40B4-BE49-F238E27FC236}">
                <a16:creationId xmlns:a16="http://schemas.microsoft.com/office/drawing/2014/main" id="{4FD1A2CC-56C7-4C69-A32E-77B05A990EDF}"/>
              </a:ext>
            </a:extLst>
          </p:cNvPr>
          <p:cNvSpPr>
            <a:spLocks xmlns:a="http://schemas.openxmlformats.org/drawingml/2006/main" noGrp="1"/>
          </p:cNvSpPr>
          <p:nvPr/>
        </p:nvSpPr>
        <p:spPr>
          <a:xfrm xmlns:a="http://schemas.openxmlformats.org/drawingml/2006/main">
            <a:off x="7850530"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4" name="Editable chart path">
            <a:extLst xmlns:a="http://schemas.openxmlformats.org/drawingml/2006/main">
              <a:ext uri="{FF2B5EF4-FFF2-40B4-BE49-F238E27FC236}">
                <a16:creationId xmlns:a16="http://schemas.microsoft.com/office/drawing/2014/main" id="{0C6877FA-2351-49E2-82D1-FD49C52612D9}"/>
              </a:ext>
            </a:extLst>
          </p:cNvPr>
          <p:cNvSpPr>
            <a:spLocks xmlns:a="http://schemas.openxmlformats.org/drawingml/2006/main" noGrp="1"/>
          </p:cNvSpPr>
          <p:nvPr/>
        </p:nvSpPr>
        <p:spPr>
          <a:xfrm xmlns:a="http://schemas.openxmlformats.org/drawingml/2006/main">
            <a:off x="7921932"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5" name="Editable chart path">
            <a:extLst xmlns:a="http://schemas.openxmlformats.org/drawingml/2006/main">
              <a:ext uri="{FF2B5EF4-FFF2-40B4-BE49-F238E27FC236}">
                <a16:creationId xmlns:a16="http://schemas.microsoft.com/office/drawing/2014/main" id="{7BBF256F-500A-4B70-8FEF-2529A49EE6EA}"/>
              </a:ext>
            </a:extLst>
          </p:cNvPr>
          <p:cNvSpPr>
            <a:spLocks xmlns:a="http://schemas.openxmlformats.org/drawingml/2006/main" noGrp="1"/>
          </p:cNvSpPr>
          <p:nvPr/>
        </p:nvSpPr>
        <p:spPr>
          <a:xfrm xmlns:a="http://schemas.openxmlformats.org/drawingml/2006/main">
            <a:off x="7993334"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6" name="Editable chart path">
            <a:extLst xmlns:a="http://schemas.openxmlformats.org/drawingml/2006/main">
              <a:ext uri="{FF2B5EF4-FFF2-40B4-BE49-F238E27FC236}">
                <a16:creationId xmlns:a16="http://schemas.microsoft.com/office/drawing/2014/main" id="{EA5AF472-1434-4567-BBE8-476F1457717F}"/>
              </a:ext>
            </a:extLst>
          </p:cNvPr>
          <p:cNvSpPr>
            <a:spLocks xmlns:a="http://schemas.openxmlformats.org/drawingml/2006/main" noGrp="1"/>
          </p:cNvSpPr>
          <p:nvPr/>
        </p:nvSpPr>
        <p:spPr>
          <a:xfrm xmlns:a="http://schemas.openxmlformats.org/drawingml/2006/main">
            <a:off x="8064736"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7" name="Editable chart path">
            <a:extLst xmlns:a="http://schemas.openxmlformats.org/drawingml/2006/main">
              <a:ext uri="{FF2B5EF4-FFF2-40B4-BE49-F238E27FC236}">
                <a16:creationId xmlns:a16="http://schemas.microsoft.com/office/drawing/2014/main" id="{E087533E-43BC-4922-9C2A-E0B402A3D5FC}"/>
              </a:ext>
            </a:extLst>
          </p:cNvPr>
          <p:cNvSpPr>
            <a:spLocks xmlns:a="http://schemas.openxmlformats.org/drawingml/2006/main" noGrp="1"/>
          </p:cNvSpPr>
          <p:nvPr/>
        </p:nvSpPr>
        <p:spPr>
          <a:xfrm xmlns:a="http://schemas.openxmlformats.org/drawingml/2006/main">
            <a:off x="8136138"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8" name="Editable chart path">
            <a:extLst xmlns:a="http://schemas.openxmlformats.org/drawingml/2006/main">
              <a:ext uri="{FF2B5EF4-FFF2-40B4-BE49-F238E27FC236}">
                <a16:creationId xmlns:a16="http://schemas.microsoft.com/office/drawing/2014/main" id="{CA0F94D7-998C-4A03-BB46-874C8A82852B}"/>
              </a:ext>
            </a:extLst>
          </p:cNvPr>
          <p:cNvSpPr>
            <a:spLocks xmlns:a="http://schemas.openxmlformats.org/drawingml/2006/main" noGrp="1"/>
          </p:cNvSpPr>
          <p:nvPr/>
        </p:nvSpPr>
        <p:spPr>
          <a:xfrm xmlns:a="http://schemas.openxmlformats.org/drawingml/2006/main">
            <a:off x="8207540"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19" name="Editable chart path">
            <a:extLst xmlns:a="http://schemas.openxmlformats.org/drawingml/2006/main">
              <a:ext uri="{FF2B5EF4-FFF2-40B4-BE49-F238E27FC236}">
                <a16:creationId xmlns:a16="http://schemas.microsoft.com/office/drawing/2014/main" id="{68F430BE-6147-4D86-AC23-F1690087B400}"/>
              </a:ext>
            </a:extLst>
          </p:cNvPr>
          <p:cNvSpPr>
            <a:spLocks xmlns:a="http://schemas.openxmlformats.org/drawingml/2006/main" noGrp="1"/>
          </p:cNvSpPr>
          <p:nvPr/>
        </p:nvSpPr>
        <p:spPr>
          <a:xfrm xmlns:a="http://schemas.openxmlformats.org/drawingml/2006/main">
            <a:off x="8278942"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0" name="Editable chart path">
            <a:extLst xmlns:a="http://schemas.openxmlformats.org/drawingml/2006/main">
              <a:ext uri="{FF2B5EF4-FFF2-40B4-BE49-F238E27FC236}">
                <a16:creationId xmlns:a16="http://schemas.microsoft.com/office/drawing/2014/main" id="{D51B75EF-3200-4C9C-BBE0-168C17E86F4B}"/>
              </a:ext>
            </a:extLst>
          </p:cNvPr>
          <p:cNvSpPr>
            <a:spLocks xmlns:a="http://schemas.openxmlformats.org/drawingml/2006/main" noGrp="1"/>
          </p:cNvSpPr>
          <p:nvPr/>
        </p:nvSpPr>
        <p:spPr>
          <a:xfrm xmlns:a="http://schemas.openxmlformats.org/drawingml/2006/main">
            <a:off x="8350344"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1" name="Editable chart path">
            <a:extLst xmlns:a="http://schemas.openxmlformats.org/drawingml/2006/main">
              <a:ext uri="{FF2B5EF4-FFF2-40B4-BE49-F238E27FC236}">
                <a16:creationId xmlns:a16="http://schemas.microsoft.com/office/drawing/2014/main" id="{52977111-DB9B-4560-8C7D-1DB0BB40ABC6}"/>
              </a:ext>
            </a:extLst>
          </p:cNvPr>
          <p:cNvSpPr>
            <a:spLocks xmlns:a="http://schemas.openxmlformats.org/drawingml/2006/main" noGrp="1"/>
          </p:cNvSpPr>
          <p:nvPr/>
        </p:nvSpPr>
        <p:spPr>
          <a:xfrm xmlns:a="http://schemas.openxmlformats.org/drawingml/2006/main">
            <a:off x="8421746"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2" name="Editable chart path">
            <a:extLst xmlns:a="http://schemas.openxmlformats.org/drawingml/2006/main">
              <a:ext uri="{FF2B5EF4-FFF2-40B4-BE49-F238E27FC236}">
                <a16:creationId xmlns:a16="http://schemas.microsoft.com/office/drawing/2014/main" id="{8222C8C0-FBF4-4CDC-BB13-6F60B373F4DC}"/>
              </a:ext>
            </a:extLst>
          </p:cNvPr>
          <p:cNvSpPr>
            <a:spLocks xmlns:a="http://schemas.openxmlformats.org/drawingml/2006/main" noGrp="1"/>
          </p:cNvSpPr>
          <p:nvPr/>
        </p:nvSpPr>
        <p:spPr>
          <a:xfrm xmlns:a="http://schemas.openxmlformats.org/drawingml/2006/main">
            <a:off x="8493148"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3" name="Editable chart path">
            <a:extLst xmlns:a="http://schemas.openxmlformats.org/drawingml/2006/main">
              <a:ext uri="{FF2B5EF4-FFF2-40B4-BE49-F238E27FC236}">
                <a16:creationId xmlns:a16="http://schemas.microsoft.com/office/drawing/2014/main" id="{14B3B181-7705-4F3E-AAD6-48C8408BE694}"/>
              </a:ext>
            </a:extLst>
          </p:cNvPr>
          <p:cNvSpPr>
            <a:spLocks xmlns:a="http://schemas.openxmlformats.org/drawingml/2006/main" noGrp="1"/>
          </p:cNvSpPr>
          <p:nvPr/>
        </p:nvSpPr>
        <p:spPr>
          <a:xfrm xmlns:a="http://schemas.openxmlformats.org/drawingml/2006/main">
            <a:off x="8564550"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4" name="Editable chart path">
            <a:extLst xmlns:a="http://schemas.openxmlformats.org/drawingml/2006/main">
              <a:ext uri="{FF2B5EF4-FFF2-40B4-BE49-F238E27FC236}">
                <a16:creationId xmlns:a16="http://schemas.microsoft.com/office/drawing/2014/main" id="{783E049C-AFEE-4EC7-A3A1-6FEBA889006A}"/>
              </a:ext>
            </a:extLst>
          </p:cNvPr>
          <p:cNvSpPr>
            <a:spLocks xmlns:a="http://schemas.openxmlformats.org/drawingml/2006/main" noGrp="1"/>
          </p:cNvSpPr>
          <p:nvPr/>
        </p:nvSpPr>
        <p:spPr>
          <a:xfrm xmlns:a="http://schemas.openxmlformats.org/drawingml/2006/main">
            <a:off x="8635952"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5" name="Editable chart path">
            <a:extLst xmlns:a="http://schemas.openxmlformats.org/drawingml/2006/main">
              <a:ext uri="{FF2B5EF4-FFF2-40B4-BE49-F238E27FC236}">
                <a16:creationId xmlns:a16="http://schemas.microsoft.com/office/drawing/2014/main" id="{B22DE503-DE00-42F0-9B4C-DEE8DC3AFF49}"/>
              </a:ext>
            </a:extLst>
          </p:cNvPr>
          <p:cNvSpPr>
            <a:spLocks xmlns:a="http://schemas.openxmlformats.org/drawingml/2006/main" noGrp="1"/>
          </p:cNvSpPr>
          <p:nvPr/>
        </p:nvSpPr>
        <p:spPr>
          <a:xfrm xmlns:a="http://schemas.openxmlformats.org/drawingml/2006/main">
            <a:off x="8707354"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6" name="Editable chart path">
            <a:extLst xmlns:a="http://schemas.openxmlformats.org/drawingml/2006/main">
              <a:ext uri="{FF2B5EF4-FFF2-40B4-BE49-F238E27FC236}">
                <a16:creationId xmlns:a16="http://schemas.microsoft.com/office/drawing/2014/main" id="{42D76A39-C0D7-41CE-91A3-99C13A0E2D38}"/>
              </a:ext>
            </a:extLst>
          </p:cNvPr>
          <p:cNvSpPr>
            <a:spLocks xmlns:a="http://schemas.openxmlformats.org/drawingml/2006/main" noGrp="1"/>
          </p:cNvSpPr>
          <p:nvPr/>
        </p:nvSpPr>
        <p:spPr>
          <a:xfrm xmlns:a="http://schemas.openxmlformats.org/drawingml/2006/main">
            <a:off x="8778756"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7" name="Editable chart path">
            <a:extLst xmlns:a="http://schemas.openxmlformats.org/drawingml/2006/main">
              <a:ext uri="{FF2B5EF4-FFF2-40B4-BE49-F238E27FC236}">
                <a16:creationId xmlns:a16="http://schemas.microsoft.com/office/drawing/2014/main" id="{4EE10C33-9C1C-4029-B8A0-56C6289C2BD2}"/>
              </a:ext>
            </a:extLst>
          </p:cNvPr>
          <p:cNvSpPr>
            <a:spLocks xmlns:a="http://schemas.openxmlformats.org/drawingml/2006/main" noGrp="1"/>
          </p:cNvSpPr>
          <p:nvPr/>
        </p:nvSpPr>
        <p:spPr>
          <a:xfrm xmlns:a="http://schemas.openxmlformats.org/drawingml/2006/main">
            <a:off x="8850158"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8" name="Editable chart path">
            <a:extLst xmlns:a="http://schemas.openxmlformats.org/drawingml/2006/main">
              <a:ext uri="{FF2B5EF4-FFF2-40B4-BE49-F238E27FC236}">
                <a16:creationId xmlns:a16="http://schemas.microsoft.com/office/drawing/2014/main" id="{26837BFC-E0B5-4C78-AB66-CD7AD28B1863}"/>
              </a:ext>
            </a:extLst>
          </p:cNvPr>
          <p:cNvSpPr>
            <a:spLocks xmlns:a="http://schemas.openxmlformats.org/drawingml/2006/main" noGrp="1"/>
          </p:cNvSpPr>
          <p:nvPr/>
        </p:nvSpPr>
        <p:spPr>
          <a:xfrm xmlns:a="http://schemas.openxmlformats.org/drawingml/2006/main">
            <a:off x="8921560"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29" name="Editable chart path">
            <a:extLst xmlns:a="http://schemas.openxmlformats.org/drawingml/2006/main">
              <a:ext uri="{FF2B5EF4-FFF2-40B4-BE49-F238E27FC236}">
                <a16:creationId xmlns:a16="http://schemas.microsoft.com/office/drawing/2014/main" id="{16DCAED6-9AE2-4E0F-A832-A2DF26D5D93D}"/>
              </a:ext>
            </a:extLst>
          </p:cNvPr>
          <p:cNvSpPr>
            <a:spLocks xmlns:a="http://schemas.openxmlformats.org/drawingml/2006/main" noGrp="1"/>
          </p:cNvSpPr>
          <p:nvPr/>
        </p:nvSpPr>
        <p:spPr>
          <a:xfrm xmlns:a="http://schemas.openxmlformats.org/drawingml/2006/main">
            <a:off x="10206795"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0" name="Editable chart path">
            <a:extLst xmlns:a="http://schemas.openxmlformats.org/drawingml/2006/main">
              <a:ext uri="{FF2B5EF4-FFF2-40B4-BE49-F238E27FC236}">
                <a16:creationId xmlns:a16="http://schemas.microsoft.com/office/drawing/2014/main" id="{00CA9C44-E4D6-497B-9049-FF63933C515B}"/>
              </a:ext>
            </a:extLst>
          </p:cNvPr>
          <p:cNvSpPr>
            <a:spLocks xmlns:a="http://schemas.openxmlformats.org/drawingml/2006/main" noGrp="1"/>
          </p:cNvSpPr>
          <p:nvPr/>
        </p:nvSpPr>
        <p:spPr>
          <a:xfrm xmlns:a="http://schemas.openxmlformats.org/drawingml/2006/main">
            <a:off x="10278197"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1" name="Editable chart path">
            <a:extLst xmlns:a="http://schemas.openxmlformats.org/drawingml/2006/main">
              <a:ext uri="{FF2B5EF4-FFF2-40B4-BE49-F238E27FC236}">
                <a16:creationId xmlns:a16="http://schemas.microsoft.com/office/drawing/2014/main" id="{E52843E0-216B-4DF6-8FB1-4BEF4EB1726C}"/>
              </a:ext>
            </a:extLst>
          </p:cNvPr>
          <p:cNvSpPr>
            <a:spLocks xmlns:a="http://schemas.openxmlformats.org/drawingml/2006/main" noGrp="1"/>
          </p:cNvSpPr>
          <p:nvPr/>
        </p:nvSpPr>
        <p:spPr>
          <a:xfrm xmlns:a="http://schemas.openxmlformats.org/drawingml/2006/main">
            <a:off x="10349599"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2" name="Editable chart path">
            <a:extLst xmlns:a="http://schemas.openxmlformats.org/drawingml/2006/main">
              <a:ext uri="{FF2B5EF4-FFF2-40B4-BE49-F238E27FC236}">
                <a16:creationId xmlns:a16="http://schemas.microsoft.com/office/drawing/2014/main" id="{248A0663-663F-4C9D-AAF6-AD84988F32F4}"/>
              </a:ext>
            </a:extLst>
          </p:cNvPr>
          <p:cNvSpPr>
            <a:spLocks xmlns:a="http://schemas.openxmlformats.org/drawingml/2006/main" noGrp="1"/>
          </p:cNvSpPr>
          <p:nvPr/>
        </p:nvSpPr>
        <p:spPr>
          <a:xfrm xmlns:a="http://schemas.openxmlformats.org/drawingml/2006/main">
            <a:off x="7707726"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3" name="Editable chart path">
            <a:extLst xmlns:a="http://schemas.openxmlformats.org/drawingml/2006/main">
              <a:ext uri="{FF2B5EF4-FFF2-40B4-BE49-F238E27FC236}">
                <a16:creationId xmlns:a16="http://schemas.microsoft.com/office/drawing/2014/main" id="{0DD9DF94-D30A-41F6-A940-818089D7C4D2}"/>
              </a:ext>
            </a:extLst>
          </p:cNvPr>
          <p:cNvSpPr>
            <a:spLocks xmlns:a="http://schemas.openxmlformats.org/drawingml/2006/main" noGrp="1"/>
          </p:cNvSpPr>
          <p:nvPr/>
        </p:nvSpPr>
        <p:spPr>
          <a:xfrm xmlns:a="http://schemas.openxmlformats.org/drawingml/2006/main">
            <a:off x="7779128"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4" name="Editable chart path">
            <a:extLst xmlns:a="http://schemas.openxmlformats.org/drawingml/2006/main">
              <a:ext uri="{FF2B5EF4-FFF2-40B4-BE49-F238E27FC236}">
                <a16:creationId xmlns:a16="http://schemas.microsoft.com/office/drawing/2014/main" id="{98A1CE51-CB16-4C40-8E94-D8E1BC8BEFB0}"/>
              </a:ext>
            </a:extLst>
          </p:cNvPr>
          <p:cNvSpPr>
            <a:spLocks xmlns:a="http://schemas.openxmlformats.org/drawingml/2006/main" noGrp="1"/>
          </p:cNvSpPr>
          <p:nvPr/>
        </p:nvSpPr>
        <p:spPr>
          <a:xfrm xmlns:a="http://schemas.openxmlformats.org/drawingml/2006/main">
            <a:off x="7850530"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5" name="Editable chart path">
            <a:extLst xmlns:a="http://schemas.openxmlformats.org/drawingml/2006/main">
              <a:ext uri="{FF2B5EF4-FFF2-40B4-BE49-F238E27FC236}">
                <a16:creationId xmlns:a16="http://schemas.microsoft.com/office/drawing/2014/main" id="{3CA7EA75-8015-4030-ACE2-E3CE4B5586FD}"/>
              </a:ext>
            </a:extLst>
          </p:cNvPr>
          <p:cNvSpPr>
            <a:spLocks xmlns:a="http://schemas.openxmlformats.org/drawingml/2006/main" noGrp="1"/>
          </p:cNvSpPr>
          <p:nvPr/>
        </p:nvSpPr>
        <p:spPr>
          <a:xfrm xmlns:a="http://schemas.openxmlformats.org/drawingml/2006/main">
            <a:off x="7921932"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6" name="Editable chart path">
            <a:extLst xmlns:a="http://schemas.openxmlformats.org/drawingml/2006/main">
              <a:ext uri="{FF2B5EF4-FFF2-40B4-BE49-F238E27FC236}">
                <a16:creationId xmlns:a16="http://schemas.microsoft.com/office/drawing/2014/main" id="{5EDA1B3E-6793-4735-831C-85AC5041EFDE}"/>
              </a:ext>
            </a:extLst>
          </p:cNvPr>
          <p:cNvSpPr>
            <a:spLocks xmlns:a="http://schemas.openxmlformats.org/drawingml/2006/main" noGrp="1"/>
          </p:cNvSpPr>
          <p:nvPr/>
        </p:nvSpPr>
        <p:spPr>
          <a:xfrm xmlns:a="http://schemas.openxmlformats.org/drawingml/2006/main">
            <a:off x="7993334"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7" name="Editable chart path">
            <a:extLst xmlns:a="http://schemas.openxmlformats.org/drawingml/2006/main">
              <a:ext uri="{FF2B5EF4-FFF2-40B4-BE49-F238E27FC236}">
                <a16:creationId xmlns:a16="http://schemas.microsoft.com/office/drawing/2014/main" id="{E2B6E2B0-FC96-46C9-A73D-171DC629CE8D}"/>
              </a:ext>
            </a:extLst>
          </p:cNvPr>
          <p:cNvSpPr>
            <a:spLocks xmlns:a="http://schemas.openxmlformats.org/drawingml/2006/main" noGrp="1"/>
          </p:cNvSpPr>
          <p:nvPr/>
        </p:nvSpPr>
        <p:spPr>
          <a:xfrm xmlns:a="http://schemas.openxmlformats.org/drawingml/2006/main">
            <a:off x="8064736"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8" name="Editable chart path">
            <a:extLst xmlns:a="http://schemas.openxmlformats.org/drawingml/2006/main">
              <a:ext uri="{FF2B5EF4-FFF2-40B4-BE49-F238E27FC236}">
                <a16:creationId xmlns:a16="http://schemas.microsoft.com/office/drawing/2014/main" id="{AAD8A764-0749-4320-9086-2BEA005B25AD}"/>
              </a:ext>
            </a:extLst>
          </p:cNvPr>
          <p:cNvSpPr>
            <a:spLocks xmlns:a="http://schemas.openxmlformats.org/drawingml/2006/main" noGrp="1"/>
          </p:cNvSpPr>
          <p:nvPr/>
        </p:nvSpPr>
        <p:spPr>
          <a:xfrm xmlns:a="http://schemas.openxmlformats.org/drawingml/2006/main">
            <a:off x="8136138"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39" name="Editable chart path">
            <a:extLst xmlns:a="http://schemas.openxmlformats.org/drawingml/2006/main">
              <a:ext uri="{FF2B5EF4-FFF2-40B4-BE49-F238E27FC236}">
                <a16:creationId xmlns:a16="http://schemas.microsoft.com/office/drawing/2014/main" id="{E6D7C3FC-8281-45C2-B77C-8633EA5FA60D}"/>
              </a:ext>
            </a:extLst>
          </p:cNvPr>
          <p:cNvSpPr>
            <a:spLocks xmlns:a="http://schemas.openxmlformats.org/drawingml/2006/main" noGrp="1"/>
          </p:cNvSpPr>
          <p:nvPr/>
        </p:nvSpPr>
        <p:spPr>
          <a:xfrm xmlns:a="http://schemas.openxmlformats.org/drawingml/2006/main">
            <a:off x="8207540"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0" name="Editable chart path">
            <a:extLst xmlns:a="http://schemas.openxmlformats.org/drawingml/2006/main">
              <a:ext uri="{FF2B5EF4-FFF2-40B4-BE49-F238E27FC236}">
                <a16:creationId xmlns:a16="http://schemas.microsoft.com/office/drawing/2014/main" id="{A5B0BF99-75DA-4AD5-A458-832EAAF0A0A7}"/>
              </a:ext>
            </a:extLst>
          </p:cNvPr>
          <p:cNvSpPr>
            <a:spLocks xmlns:a="http://schemas.openxmlformats.org/drawingml/2006/main" noGrp="1"/>
          </p:cNvSpPr>
          <p:nvPr/>
        </p:nvSpPr>
        <p:spPr>
          <a:xfrm xmlns:a="http://schemas.openxmlformats.org/drawingml/2006/main">
            <a:off x="8278942"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1" name="Editable chart path">
            <a:extLst xmlns:a="http://schemas.openxmlformats.org/drawingml/2006/main">
              <a:ext uri="{FF2B5EF4-FFF2-40B4-BE49-F238E27FC236}">
                <a16:creationId xmlns:a16="http://schemas.microsoft.com/office/drawing/2014/main" id="{39177BE7-AF40-4BF0-AEC3-0788E36CEC84}"/>
              </a:ext>
            </a:extLst>
          </p:cNvPr>
          <p:cNvSpPr>
            <a:spLocks xmlns:a="http://schemas.openxmlformats.org/drawingml/2006/main" noGrp="1"/>
          </p:cNvSpPr>
          <p:nvPr/>
        </p:nvSpPr>
        <p:spPr>
          <a:xfrm xmlns:a="http://schemas.openxmlformats.org/drawingml/2006/main">
            <a:off x="8350344"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2" name="Editable chart path">
            <a:extLst xmlns:a="http://schemas.openxmlformats.org/drawingml/2006/main">
              <a:ext uri="{FF2B5EF4-FFF2-40B4-BE49-F238E27FC236}">
                <a16:creationId xmlns:a16="http://schemas.microsoft.com/office/drawing/2014/main" id="{C5AE4D47-9BE5-4EF6-A168-C3CBA5575154}"/>
              </a:ext>
            </a:extLst>
          </p:cNvPr>
          <p:cNvSpPr>
            <a:spLocks xmlns:a="http://schemas.openxmlformats.org/drawingml/2006/main" noGrp="1"/>
          </p:cNvSpPr>
          <p:nvPr/>
        </p:nvSpPr>
        <p:spPr>
          <a:xfrm xmlns:a="http://schemas.openxmlformats.org/drawingml/2006/main">
            <a:off x="8421746"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3" name="Editable chart path">
            <a:extLst xmlns:a="http://schemas.openxmlformats.org/drawingml/2006/main">
              <a:ext uri="{FF2B5EF4-FFF2-40B4-BE49-F238E27FC236}">
                <a16:creationId xmlns:a16="http://schemas.microsoft.com/office/drawing/2014/main" id="{DFA7E720-383F-45B9-9DB1-929E7C20ED0D}"/>
              </a:ext>
            </a:extLst>
          </p:cNvPr>
          <p:cNvSpPr>
            <a:spLocks xmlns:a="http://schemas.openxmlformats.org/drawingml/2006/main" noGrp="1"/>
          </p:cNvSpPr>
          <p:nvPr/>
        </p:nvSpPr>
        <p:spPr>
          <a:xfrm xmlns:a="http://schemas.openxmlformats.org/drawingml/2006/main">
            <a:off x="8493148"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4" name="Editable chart path">
            <a:extLst xmlns:a="http://schemas.openxmlformats.org/drawingml/2006/main">
              <a:ext uri="{FF2B5EF4-FFF2-40B4-BE49-F238E27FC236}">
                <a16:creationId xmlns:a16="http://schemas.microsoft.com/office/drawing/2014/main" id="{4D071A01-32DD-468B-8318-D37E9FA7148D}"/>
              </a:ext>
            </a:extLst>
          </p:cNvPr>
          <p:cNvSpPr>
            <a:spLocks xmlns:a="http://schemas.openxmlformats.org/drawingml/2006/main" noGrp="1"/>
          </p:cNvSpPr>
          <p:nvPr/>
        </p:nvSpPr>
        <p:spPr>
          <a:xfrm xmlns:a="http://schemas.openxmlformats.org/drawingml/2006/main">
            <a:off x="8564550"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5" name="Editable chart path">
            <a:extLst xmlns:a="http://schemas.openxmlformats.org/drawingml/2006/main">
              <a:ext uri="{FF2B5EF4-FFF2-40B4-BE49-F238E27FC236}">
                <a16:creationId xmlns:a16="http://schemas.microsoft.com/office/drawing/2014/main" id="{9B990C69-EDF1-4677-8327-30A48AA71F29}"/>
              </a:ext>
            </a:extLst>
          </p:cNvPr>
          <p:cNvSpPr>
            <a:spLocks xmlns:a="http://schemas.openxmlformats.org/drawingml/2006/main" noGrp="1"/>
          </p:cNvSpPr>
          <p:nvPr/>
        </p:nvSpPr>
        <p:spPr>
          <a:xfrm xmlns:a="http://schemas.openxmlformats.org/drawingml/2006/main">
            <a:off x="8635952"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6" name="Editable chart path">
            <a:extLst xmlns:a="http://schemas.openxmlformats.org/drawingml/2006/main">
              <a:ext uri="{FF2B5EF4-FFF2-40B4-BE49-F238E27FC236}">
                <a16:creationId xmlns:a16="http://schemas.microsoft.com/office/drawing/2014/main" id="{5831930A-B5C5-442E-87B8-FD9B97DB678B}"/>
              </a:ext>
            </a:extLst>
          </p:cNvPr>
          <p:cNvSpPr>
            <a:spLocks xmlns:a="http://schemas.openxmlformats.org/drawingml/2006/main" noGrp="1"/>
          </p:cNvSpPr>
          <p:nvPr/>
        </p:nvSpPr>
        <p:spPr>
          <a:xfrm xmlns:a="http://schemas.openxmlformats.org/drawingml/2006/main">
            <a:off x="8707354"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7" name="Editable chart path">
            <a:extLst xmlns:a="http://schemas.openxmlformats.org/drawingml/2006/main">
              <a:ext uri="{FF2B5EF4-FFF2-40B4-BE49-F238E27FC236}">
                <a16:creationId xmlns:a16="http://schemas.microsoft.com/office/drawing/2014/main" id="{B6BE54AC-785A-4C6E-AF20-5C18296B3BF5}"/>
              </a:ext>
            </a:extLst>
          </p:cNvPr>
          <p:cNvSpPr>
            <a:spLocks xmlns:a="http://schemas.openxmlformats.org/drawingml/2006/main" noGrp="1"/>
          </p:cNvSpPr>
          <p:nvPr/>
        </p:nvSpPr>
        <p:spPr>
          <a:xfrm xmlns:a="http://schemas.openxmlformats.org/drawingml/2006/main">
            <a:off x="8778756"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8" name="Editable chart path">
            <a:extLst xmlns:a="http://schemas.openxmlformats.org/drawingml/2006/main">
              <a:ext uri="{FF2B5EF4-FFF2-40B4-BE49-F238E27FC236}">
                <a16:creationId xmlns:a16="http://schemas.microsoft.com/office/drawing/2014/main" id="{35D0F6AE-D304-406C-8E9E-217F99625617}"/>
              </a:ext>
            </a:extLst>
          </p:cNvPr>
          <p:cNvSpPr>
            <a:spLocks xmlns:a="http://schemas.openxmlformats.org/drawingml/2006/main" noGrp="1"/>
          </p:cNvSpPr>
          <p:nvPr/>
        </p:nvSpPr>
        <p:spPr>
          <a:xfrm xmlns:a="http://schemas.openxmlformats.org/drawingml/2006/main">
            <a:off x="8850158"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49" name="Editable chart path">
            <a:extLst xmlns:a="http://schemas.openxmlformats.org/drawingml/2006/main">
              <a:ext uri="{FF2B5EF4-FFF2-40B4-BE49-F238E27FC236}">
                <a16:creationId xmlns:a16="http://schemas.microsoft.com/office/drawing/2014/main" id="{BE70AC20-B557-45EB-83AB-91ABBD639E1A}"/>
              </a:ext>
            </a:extLst>
          </p:cNvPr>
          <p:cNvSpPr>
            <a:spLocks xmlns:a="http://schemas.openxmlformats.org/drawingml/2006/main" noGrp="1"/>
          </p:cNvSpPr>
          <p:nvPr/>
        </p:nvSpPr>
        <p:spPr>
          <a:xfrm xmlns:a="http://schemas.openxmlformats.org/drawingml/2006/main">
            <a:off x="8921560"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0" name="Editable chart path">
            <a:extLst xmlns:a="http://schemas.openxmlformats.org/drawingml/2006/main">
              <a:ext uri="{FF2B5EF4-FFF2-40B4-BE49-F238E27FC236}">
                <a16:creationId xmlns:a16="http://schemas.microsoft.com/office/drawing/2014/main" id="{1D7ABB76-0148-4A6C-96FF-AF0359F50803}"/>
              </a:ext>
            </a:extLst>
          </p:cNvPr>
          <p:cNvSpPr>
            <a:spLocks xmlns:a="http://schemas.openxmlformats.org/drawingml/2006/main" noGrp="1"/>
          </p:cNvSpPr>
          <p:nvPr/>
        </p:nvSpPr>
        <p:spPr>
          <a:xfrm xmlns:a="http://schemas.openxmlformats.org/drawingml/2006/main">
            <a:off x="8992961" y="296261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1" name="Editable chart path">
            <a:extLst xmlns:a="http://schemas.openxmlformats.org/drawingml/2006/main">
              <a:ext uri="{FF2B5EF4-FFF2-40B4-BE49-F238E27FC236}">
                <a16:creationId xmlns:a16="http://schemas.microsoft.com/office/drawing/2014/main" id="{F5BC0D8D-B036-4D70-A924-F5CAD4F72DD5}"/>
              </a:ext>
            </a:extLst>
          </p:cNvPr>
          <p:cNvSpPr>
            <a:spLocks xmlns:a="http://schemas.openxmlformats.org/drawingml/2006/main" noGrp="1"/>
          </p:cNvSpPr>
          <p:nvPr/>
        </p:nvSpPr>
        <p:spPr>
          <a:xfrm xmlns:a="http://schemas.openxmlformats.org/drawingml/2006/main">
            <a:off x="8278942"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2" name="Editable chart path">
            <a:extLst xmlns:a="http://schemas.openxmlformats.org/drawingml/2006/main">
              <a:ext uri="{FF2B5EF4-FFF2-40B4-BE49-F238E27FC236}">
                <a16:creationId xmlns:a16="http://schemas.microsoft.com/office/drawing/2014/main" id="{8A171096-0A15-4765-8B1D-55B2490F46CD}"/>
              </a:ext>
            </a:extLst>
          </p:cNvPr>
          <p:cNvSpPr>
            <a:spLocks xmlns:a="http://schemas.openxmlformats.org/drawingml/2006/main" noGrp="1"/>
          </p:cNvSpPr>
          <p:nvPr/>
        </p:nvSpPr>
        <p:spPr>
          <a:xfrm xmlns:a="http://schemas.openxmlformats.org/drawingml/2006/main">
            <a:off x="8350344"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3" name="Editable chart path">
            <a:extLst xmlns:a="http://schemas.openxmlformats.org/drawingml/2006/main">
              <a:ext uri="{FF2B5EF4-FFF2-40B4-BE49-F238E27FC236}">
                <a16:creationId xmlns:a16="http://schemas.microsoft.com/office/drawing/2014/main" id="{F1787334-8721-4D59-9226-54672F6F6127}"/>
              </a:ext>
            </a:extLst>
          </p:cNvPr>
          <p:cNvSpPr>
            <a:spLocks xmlns:a="http://schemas.openxmlformats.org/drawingml/2006/main" noGrp="1"/>
          </p:cNvSpPr>
          <p:nvPr/>
        </p:nvSpPr>
        <p:spPr>
          <a:xfrm xmlns:a="http://schemas.openxmlformats.org/drawingml/2006/main">
            <a:off x="8421746"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4" name="Editable chart path">
            <a:extLst xmlns:a="http://schemas.openxmlformats.org/drawingml/2006/main">
              <a:ext uri="{FF2B5EF4-FFF2-40B4-BE49-F238E27FC236}">
                <a16:creationId xmlns:a16="http://schemas.microsoft.com/office/drawing/2014/main" id="{CB3DAF53-28FC-4250-BF6C-BBB9CA8ADDE6}"/>
              </a:ext>
            </a:extLst>
          </p:cNvPr>
          <p:cNvSpPr>
            <a:spLocks xmlns:a="http://schemas.openxmlformats.org/drawingml/2006/main" noGrp="1"/>
          </p:cNvSpPr>
          <p:nvPr/>
        </p:nvSpPr>
        <p:spPr>
          <a:xfrm xmlns:a="http://schemas.openxmlformats.org/drawingml/2006/main">
            <a:off x="8493148"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5" name="Editable chart path">
            <a:extLst xmlns:a="http://schemas.openxmlformats.org/drawingml/2006/main">
              <a:ext uri="{FF2B5EF4-FFF2-40B4-BE49-F238E27FC236}">
                <a16:creationId xmlns:a16="http://schemas.microsoft.com/office/drawing/2014/main" id="{C6164566-7154-4669-8298-9F7E0413CDD6}"/>
              </a:ext>
            </a:extLst>
          </p:cNvPr>
          <p:cNvSpPr>
            <a:spLocks xmlns:a="http://schemas.openxmlformats.org/drawingml/2006/main" noGrp="1"/>
          </p:cNvSpPr>
          <p:nvPr/>
        </p:nvSpPr>
        <p:spPr>
          <a:xfrm xmlns:a="http://schemas.openxmlformats.org/drawingml/2006/main">
            <a:off x="8564550"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6" name="Editable chart path">
            <a:extLst xmlns:a="http://schemas.openxmlformats.org/drawingml/2006/main">
              <a:ext uri="{FF2B5EF4-FFF2-40B4-BE49-F238E27FC236}">
                <a16:creationId xmlns:a16="http://schemas.microsoft.com/office/drawing/2014/main" id="{1583525C-E1F5-4084-B747-B3017A3C18E4}"/>
              </a:ext>
            </a:extLst>
          </p:cNvPr>
          <p:cNvSpPr>
            <a:spLocks xmlns:a="http://schemas.openxmlformats.org/drawingml/2006/main" noGrp="1"/>
          </p:cNvSpPr>
          <p:nvPr/>
        </p:nvSpPr>
        <p:spPr>
          <a:xfrm xmlns:a="http://schemas.openxmlformats.org/drawingml/2006/main">
            <a:off x="8635952"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7" name="Editable chart path">
            <a:extLst xmlns:a="http://schemas.openxmlformats.org/drawingml/2006/main">
              <a:ext uri="{FF2B5EF4-FFF2-40B4-BE49-F238E27FC236}">
                <a16:creationId xmlns:a16="http://schemas.microsoft.com/office/drawing/2014/main" id="{9867AB39-1B8A-43F8-8A7F-B9C2F05C674E}"/>
              </a:ext>
            </a:extLst>
          </p:cNvPr>
          <p:cNvSpPr>
            <a:spLocks xmlns:a="http://schemas.openxmlformats.org/drawingml/2006/main" noGrp="1"/>
          </p:cNvSpPr>
          <p:nvPr/>
        </p:nvSpPr>
        <p:spPr>
          <a:xfrm xmlns:a="http://schemas.openxmlformats.org/drawingml/2006/main">
            <a:off x="8707354"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8" name="Editable chart path">
            <a:extLst xmlns:a="http://schemas.openxmlformats.org/drawingml/2006/main">
              <a:ext uri="{FF2B5EF4-FFF2-40B4-BE49-F238E27FC236}">
                <a16:creationId xmlns:a16="http://schemas.microsoft.com/office/drawing/2014/main" id="{CFB6D852-66E6-4619-B157-09D8BEFDE728}"/>
              </a:ext>
            </a:extLst>
          </p:cNvPr>
          <p:cNvSpPr>
            <a:spLocks xmlns:a="http://schemas.openxmlformats.org/drawingml/2006/main" noGrp="1"/>
          </p:cNvSpPr>
          <p:nvPr/>
        </p:nvSpPr>
        <p:spPr>
          <a:xfrm xmlns:a="http://schemas.openxmlformats.org/drawingml/2006/main">
            <a:off x="8778756"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59" name="Editable chart path">
            <a:extLst xmlns:a="http://schemas.openxmlformats.org/drawingml/2006/main">
              <a:ext uri="{FF2B5EF4-FFF2-40B4-BE49-F238E27FC236}">
                <a16:creationId xmlns:a16="http://schemas.microsoft.com/office/drawing/2014/main" id="{9769E08C-7F3A-486E-BD05-D6E6C24E4F47}"/>
              </a:ext>
            </a:extLst>
          </p:cNvPr>
          <p:cNvSpPr>
            <a:spLocks xmlns:a="http://schemas.openxmlformats.org/drawingml/2006/main" noGrp="1"/>
          </p:cNvSpPr>
          <p:nvPr/>
        </p:nvSpPr>
        <p:spPr>
          <a:xfrm xmlns:a="http://schemas.openxmlformats.org/drawingml/2006/main">
            <a:off x="8850158"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0" name="Editable chart path">
            <a:extLst xmlns:a="http://schemas.openxmlformats.org/drawingml/2006/main">
              <a:ext uri="{FF2B5EF4-FFF2-40B4-BE49-F238E27FC236}">
                <a16:creationId xmlns:a16="http://schemas.microsoft.com/office/drawing/2014/main" id="{02FAAF28-4141-4BB6-A7F8-431D7EE2F436}"/>
              </a:ext>
            </a:extLst>
          </p:cNvPr>
          <p:cNvSpPr>
            <a:spLocks xmlns:a="http://schemas.openxmlformats.org/drawingml/2006/main" noGrp="1"/>
          </p:cNvSpPr>
          <p:nvPr/>
        </p:nvSpPr>
        <p:spPr>
          <a:xfrm xmlns:a="http://schemas.openxmlformats.org/drawingml/2006/main">
            <a:off x="8421746"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1" name="Editable chart path">
            <a:extLst xmlns:a="http://schemas.openxmlformats.org/drawingml/2006/main">
              <a:ext uri="{FF2B5EF4-FFF2-40B4-BE49-F238E27FC236}">
                <a16:creationId xmlns:a16="http://schemas.microsoft.com/office/drawing/2014/main" id="{4C1D0677-4ECF-4770-AE14-845BA5C8CBD0}"/>
              </a:ext>
            </a:extLst>
          </p:cNvPr>
          <p:cNvSpPr>
            <a:spLocks xmlns:a="http://schemas.openxmlformats.org/drawingml/2006/main" noGrp="1"/>
          </p:cNvSpPr>
          <p:nvPr/>
        </p:nvSpPr>
        <p:spPr>
          <a:xfrm xmlns:a="http://schemas.openxmlformats.org/drawingml/2006/main">
            <a:off x="8493148"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2" name="Editable chart path">
            <a:extLst xmlns:a="http://schemas.openxmlformats.org/drawingml/2006/main">
              <a:ext uri="{FF2B5EF4-FFF2-40B4-BE49-F238E27FC236}">
                <a16:creationId xmlns:a16="http://schemas.microsoft.com/office/drawing/2014/main" id="{F8F4DDB5-EC64-4114-A9E0-C31E8BB567E2}"/>
              </a:ext>
            </a:extLst>
          </p:cNvPr>
          <p:cNvSpPr>
            <a:spLocks xmlns:a="http://schemas.openxmlformats.org/drawingml/2006/main" noGrp="1"/>
          </p:cNvSpPr>
          <p:nvPr/>
        </p:nvSpPr>
        <p:spPr>
          <a:xfrm xmlns:a="http://schemas.openxmlformats.org/drawingml/2006/main">
            <a:off x="8564550"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3" name="Editable chart path">
            <a:extLst xmlns:a="http://schemas.openxmlformats.org/drawingml/2006/main">
              <a:ext uri="{FF2B5EF4-FFF2-40B4-BE49-F238E27FC236}">
                <a16:creationId xmlns:a16="http://schemas.microsoft.com/office/drawing/2014/main" id="{CFCCB68F-5B72-4BA3-8049-D77D9D83E2FD}"/>
              </a:ext>
            </a:extLst>
          </p:cNvPr>
          <p:cNvSpPr>
            <a:spLocks xmlns:a="http://schemas.openxmlformats.org/drawingml/2006/main" noGrp="1"/>
          </p:cNvSpPr>
          <p:nvPr/>
        </p:nvSpPr>
        <p:spPr>
          <a:xfrm xmlns:a="http://schemas.openxmlformats.org/drawingml/2006/main">
            <a:off x="8635952"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4" name="Editable chart path">
            <a:extLst xmlns:a="http://schemas.openxmlformats.org/drawingml/2006/main">
              <a:ext uri="{FF2B5EF4-FFF2-40B4-BE49-F238E27FC236}">
                <a16:creationId xmlns:a16="http://schemas.microsoft.com/office/drawing/2014/main" id="{DE71CADD-15AC-4653-B04A-EB52574F7A81}"/>
              </a:ext>
            </a:extLst>
          </p:cNvPr>
          <p:cNvSpPr>
            <a:spLocks xmlns:a="http://schemas.openxmlformats.org/drawingml/2006/main" noGrp="1"/>
          </p:cNvSpPr>
          <p:nvPr/>
        </p:nvSpPr>
        <p:spPr>
          <a:xfrm xmlns:a="http://schemas.openxmlformats.org/drawingml/2006/main">
            <a:off x="8778756"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5" name="Editable chart path">
            <a:extLst xmlns:a="http://schemas.openxmlformats.org/drawingml/2006/main">
              <a:ext uri="{FF2B5EF4-FFF2-40B4-BE49-F238E27FC236}">
                <a16:creationId xmlns:a16="http://schemas.microsoft.com/office/drawing/2014/main" id="{98CE9BAC-915A-4EBE-A47C-EF38AB7E0AD7}"/>
              </a:ext>
            </a:extLst>
          </p:cNvPr>
          <p:cNvSpPr>
            <a:spLocks xmlns:a="http://schemas.openxmlformats.org/drawingml/2006/main" noGrp="1"/>
          </p:cNvSpPr>
          <p:nvPr/>
        </p:nvSpPr>
        <p:spPr>
          <a:xfrm xmlns:a="http://schemas.openxmlformats.org/drawingml/2006/main">
            <a:off x="6993706"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6" name="Editable chart path">
            <a:extLst xmlns:a="http://schemas.openxmlformats.org/drawingml/2006/main">
              <a:ext uri="{FF2B5EF4-FFF2-40B4-BE49-F238E27FC236}">
                <a16:creationId xmlns:a16="http://schemas.microsoft.com/office/drawing/2014/main" id="{71F3C4E6-43AD-4A7C-AAD2-3AEC70C9AF24}"/>
              </a:ext>
            </a:extLst>
          </p:cNvPr>
          <p:cNvSpPr>
            <a:spLocks xmlns:a="http://schemas.openxmlformats.org/drawingml/2006/main" noGrp="1"/>
          </p:cNvSpPr>
          <p:nvPr/>
        </p:nvSpPr>
        <p:spPr>
          <a:xfrm xmlns:a="http://schemas.openxmlformats.org/drawingml/2006/main">
            <a:off x="6993706"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7" name="Editable chart path">
            <a:extLst xmlns:a="http://schemas.openxmlformats.org/drawingml/2006/main">
              <a:ext uri="{FF2B5EF4-FFF2-40B4-BE49-F238E27FC236}">
                <a16:creationId xmlns:a16="http://schemas.microsoft.com/office/drawing/2014/main" id="{F8E7CCA9-8AC0-4D81-81C0-2B0C39E78333}"/>
              </a:ext>
            </a:extLst>
          </p:cNvPr>
          <p:cNvSpPr>
            <a:spLocks xmlns:a="http://schemas.openxmlformats.org/drawingml/2006/main" noGrp="1"/>
          </p:cNvSpPr>
          <p:nvPr/>
        </p:nvSpPr>
        <p:spPr>
          <a:xfrm xmlns:a="http://schemas.openxmlformats.org/drawingml/2006/main">
            <a:off x="6993706"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8" name="Editable chart path">
            <a:extLst xmlns:a="http://schemas.openxmlformats.org/drawingml/2006/main">
              <a:ext uri="{FF2B5EF4-FFF2-40B4-BE49-F238E27FC236}">
                <a16:creationId xmlns:a16="http://schemas.microsoft.com/office/drawing/2014/main" id="{87FF3623-F33D-4512-A902-64587D95FBB1}"/>
              </a:ext>
            </a:extLst>
          </p:cNvPr>
          <p:cNvSpPr>
            <a:spLocks xmlns:a="http://schemas.openxmlformats.org/drawingml/2006/main" noGrp="1"/>
          </p:cNvSpPr>
          <p:nvPr/>
        </p:nvSpPr>
        <p:spPr>
          <a:xfrm xmlns:a="http://schemas.openxmlformats.org/drawingml/2006/main">
            <a:off x="6993706"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69" name="Editable chart path">
            <a:extLst xmlns:a="http://schemas.openxmlformats.org/drawingml/2006/main">
              <a:ext uri="{FF2B5EF4-FFF2-40B4-BE49-F238E27FC236}">
                <a16:creationId xmlns:a16="http://schemas.microsoft.com/office/drawing/2014/main" id="{134F279E-1F01-4405-919E-4412383A4C3E}"/>
              </a:ext>
            </a:extLst>
          </p:cNvPr>
          <p:cNvSpPr>
            <a:spLocks xmlns:a="http://schemas.openxmlformats.org/drawingml/2006/main" noGrp="1"/>
          </p:cNvSpPr>
          <p:nvPr/>
        </p:nvSpPr>
        <p:spPr>
          <a:xfrm xmlns:a="http://schemas.openxmlformats.org/drawingml/2006/main">
            <a:off x="6993706"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0" name="Editable chart path">
            <a:extLst xmlns:a="http://schemas.openxmlformats.org/drawingml/2006/main">
              <a:ext uri="{FF2B5EF4-FFF2-40B4-BE49-F238E27FC236}">
                <a16:creationId xmlns:a16="http://schemas.microsoft.com/office/drawing/2014/main" id="{C76B4297-BD87-4B2C-BED8-BB46E60618DC}"/>
              </a:ext>
            </a:extLst>
          </p:cNvPr>
          <p:cNvSpPr>
            <a:spLocks xmlns:a="http://schemas.openxmlformats.org/drawingml/2006/main" noGrp="1"/>
          </p:cNvSpPr>
          <p:nvPr/>
        </p:nvSpPr>
        <p:spPr>
          <a:xfrm xmlns:a="http://schemas.openxmlformats.org/drawingml/2006/main">
            <a:off x="7136510" y="375332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1" name="Editable chart path">
            <a:extLst xmlns:a="http://schemas.openxmlformats.org/drawingml/2006/main">
              <a:ext uri="{FF2B5EF4-FFF2-40B4-BE49-F238E27FC236}">
                <a16:creationId xmlns:a16="http://schemas.microsoft.com/office/drawing/2014/main" id="{4C4CDA14-F817-41A1-8C07-7D3457CE4406}"/>
              </a:ext>
            </a:extLst>
          </p:cNvPr>
          <p:cNvSpPr>
            <a:spLocks xmlns:a="http://schemas.openxmlformats.org/drawingml/2006/main" noGrp="1"/>
          </p:cNvSpPr>
          <p:nvPr/>
        </p:nvSpPr>
        <p:spPr>
          <a:xfrm xmlns:a="http://schemas.openxmlformats.org/drawingml/2006/main">
            <a:off x="7136510" y="368143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2" name="Editable chart path">
            <a:extLst xmlns:a="http://schemas.openxmlformats.org/drawingml/2006/main">
              <a:ext uri="{FF2B5EF4-FFF2-40B4-BE49-F238E27FC236}">
                <a16:creationId xmlns:a16="http://schemas.microsoft.com/office/drawing/2014/main" id="{D90A5820-81B6-4E49-B5C3-F65E62D26C1B}"/>
              </a:ext>
            </a:extLst>
          </p:cNvPr>
          <p:cNvSpPr>
            <a:spLocks xmlns:a="http://schemas.openxmlformats.org/drawingml/2006/main" noGrp="1"/>
          </p:cNvSpPr>
          <p:nvPr/>
        </p:nvSpPr>
        <p:spPr>
          <a:xfrm xmlns:a="http://schemas.openxmlformats.org/drawingml/2006/main">
            <a:off x="7279314"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3" name="Editable chart path">
            <a:extLst xmlns:a="http://schemas.openxmlformats.org/drawingml/2006/main">
              <a:ext uri="{FF2B5EF4-FFF2-40B4-BE49-F238E27FC236}">
                <a16:creationId xmlns:a16="http://schemas.microsoft.com/office/drawing/2014/main" id="{DB1BD4AD-AF8F-42B3-8415-C65524D5080E}"/>
              </a:ext>
            </a:extLst>
          </p:cNvPr>
          <p:cNvSpPr>
            <a:spLocks xmlns:a="http://schemas.openxmlformats.org/drawingml/2006/main" noGrp="1"/>
          </p:cNvSpPr>
          <p:nvPr/>
        </p:nvSpPr>
        <p:spPr>
          <a:xfrm xmlns:a="http://schemas.openxmlformats.org/drawingml/2006/main">
            <a:off x="7279314"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4" name="Editable chart path">
            <a:extLst xmlns:a="http://schemas.openxmlformats.org/drawingml/2006/main">
              <a:ext uri="{FF2B5EF4-FFF2-40B4-BE49-F238E27FC236}">
                <a16:creationId xmlns:a16="http://schemas.microsoft.com/office/drawing/2014/main" id="{1B4F0A68-7EF0-47E8-962B-C04E28EB7B0C}"/>
              </a:ext>
            </a:extLst>
          </p:cNvPr>
          <p:cNvSpPr>
            <a:spLocks xmlns:a="http://schemas.openxmlformats.org/drawingml/2006/main" noGrp="1"/>
          </p:cNvSpPr>
          <p:nvPr/>
        </p:nvSpPr>
        <p:spPr>
          <a:xfrm xmlns:a="http://schemas.openxmlformats.org/drawingml/2006/main">
            <a:off x="7350716"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5" name="Editable chart path">
            <a:extLst xmlns:a="http://schemas.openxmlformats.org/drawingml/2006/main">
              <a:ext uri="{FF2B5EF4-FFF2-40B4-BE49-F238E27FC236}">
                <a16:creationId xmlns:a16="http://schemas.microsoft.com/office/drawing/2014/main" id="{9B9BA099-EDD6-47C6-861E-CDDCA236ABB1}"/>
              </a:ext>
            </a:extLst>
          </p:cNvPr>
          <p:cNvSpPr>
            <a:spLocks xmlns:a="http://schemas.openxmlformats.org/drawingml/2006/main" noGrp="1"/>
          </p:cNvSpPr>
          <p:nvPr/>
        </p:nvSpPr>
        <p:spPr>
          <a:xfrm xmlns:a="http://schemas.openxmlformats.org/drawingml/2006/main">
            <a:off x="7422118"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6" name="Editable chart path">
            <a:extLst xmlns:a="http://schemas.openxmlformats.org/drawingml/2006/main">
              <a:ext uri="{FF2B5EF4-FFF2-40B4-BE49-F238E27FC236}">
                <a16:creationId xmlns:a16="http://schemas.microsoft.com/office/drawing/2014/main" id="{8116738F-CC63-4838-AC46-C916FB9F7B25}"/>
              </a:ext>
            </a:extLst>
          </p:cNvPr>
          <p:cNvSpPr>
            <a:spLocks xmlns:a="http://schemas.openxmlformats.org/drawingml/2006/main" noGrp="1"/>
          </p:cNvSpPr>
          <p:nvPr/>
        </p:nvSpPr>
        <p:spPr>
          <a:xfrm xmlns:a="http://schemas.openxmlformats.org/drawingml/2006/main">
            <a:off x="7422118"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7" name="Editable chart path">
            <a:extLst xmlns:a="http://schemas.openxmlformats.org/drawingml/2006/main">
              <a:ext uri="{FF2B5EF4-FFF2-40B4-BE49-F238E27FC236}">
                <a16:creationId xmlns:a16="http://schemas.microsoft.com/office/drawing/2014/main" id="{51B50F9C-1B04-4728-8F9B-69163A544860}"/>
              </a:ext>
            </a:extLst>
          </p:cNvPr>
          <p:cNvSpPr>
            <a:spLocks xmlns:a="http://schemas.openxmlformats.org/drawingml/2006/main" noGrp="1"/>
          </p:cNvSpPr>
          <p:nvPr/>
        </p:nvSpPr>
        <p:spPr>
          <a:xfrm xmlns:a="http://schemas.openxmlformats.org/drawingml/2006/main">
            <a:off x="7493520"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8" name="Editable chart path">
            <a:extLst xmlns:a="http://schemas.openxmlformats.org/drawingml/2006/main">
              <a:ext uri="{FF2B5EF4-FFF2-40B4-BE49-F238E27FC236}">
                <a16:creationId xmlns:a16="http://schemas.microsoft.com/office/drawing/2014/main" id="{26538BEA-3B89-4406-A704-3952504FB215}"/>
              </a:ext>
            </a:extLst>
          </p:cNvPr>
          <p:cNvSpPr>
            <a:spLocks xmlns:a="http://schemas.openxmlformats.org/drawingml/2006/main" noGrp="1"/>
          </p:cNvSpPr>
          <p:nvPr/>
        </p:nvSpPr>
        <p:spPr>
          <a:xfrm xmlns:a="http://schemas.openxmlformats.org/drawingml/2006/main">
            <a:off x="7564922"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79" name="Editable chart path">
            <a:extLst xmlns:a="http://schemas.openxmlformats.org/drawingml/2006/main">
              <a:ext uri="{FF2B5EF4-FFF2-40B4-BE49-F238E27FC236}">
                <a16:creationId xmlns:a16="http://schemas.microsoft.com/office/drawing/2014/main" id="{01412DCD-CF81-41E7-B1FE-B09C2F07D954}"/>
              </a:ext>
            </a:extLst>
          </p:cNvPr>
          <p:cNvSpPr>
            <a:spLocks xmlns:a="http://schemas.openxmlformats.org/drawingml/2006/main" noGrp="1"/>
          </p:cNvSpPr>
          <p:nvPr/>
        </p:nvSpPr>
        <p:spPr>
          <a:xfrm xmlns:a="http://schemas.openxmlformats.org/drawingml/2006/main">
            <a:off x="7564922"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0" name="Editable chart path">
            <a:extLst xmlns:a="http://schemas.openxmlformats.org/drawingml/2006/main">
              <a:ext uri="{FF2B5EF4-FFF2-40B4-BE49-F238E27FC236}">
                <a16:creationId xmlns:a16="http://schemas.microsoft.com/office/drawing/2014/main" id="{B9DD7056-21D2-4913-95EA-0728AB73FD15}"/>
              </a:ext>
            </a:extLst>
          </p:cNvPr>
          <p:cNvSpPr>
            <a:spLocks xmlns:a="http://schemas.openxmlformats.org/drawingml/2006/main" noGrp="1"/>
          </p:cNvSpPr>
          <p:nvPr/>
        </p:nvSpPr>
        <p:spPr>
          <a:xfrm xmlns:a="http://schemas.openxmlformats.org/drawingml/2006/main">
            <a:off x="7564922"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1" name="Editable chart path">
            <a:extLst xmlns:a="http://schemas.openxmlformats.org/drawingml/2006/main">
              <a:ext uri="{FF2B5EF4-FFF2-40B4-BE49-F238E27FC236}">
                <a16:creationId xmlns:a16="http://schemas.microsoft.com/office/drawing/2014/main" id="{76B0F099-1655-4EC9-8015-4C02FBCA59AC}"/>
              </a:ext>
            </a:extLst>
          </p:cNvPr>
          <p:cNvSpPr>
            <a:spLocks xmlns:a="http://schemas.openxmlformats.org/drawingml/2006/main" noGrp="1"/>
          </p:cNvSpPr>
          <p:nvPr/>
        </p:nvSpPr>
        <p:spPr>
          <a:xfrm xmlns:a="http://schemas.openxmlformats.org/drawingml/2006/main">
            <a:off x="7636324"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2" name="Editable chart path">
            <a:extLst xmlns:a="http://schemas.openxmlformats.org/drawingml/2006/main">
              <a:ext uri="{FF2B5EF4-FFF2-40B4-BE49-F238E27FC236}">
                <a16:creationId xmlns:a16="http://schemas.microsoft.com/office/drawing/2014/main" id="{10E06EC9-C85B-48CB-B52C-C3CA2FC3C0AD}"/>
              </a:ext>
            </a:extLst>
          </p:cNvPr>
          <p:cNvSpPr>
            <a:spLocks xmlns:a="http://schemas.openxmlformats.org/drawingml/2006/main" noGrp="1"/>
          </p:cNvSpPr>
          <p:nvPr/>
        </p:nvSpPr>
        <p:spPr>
          <a:xfrm xmlns:a="http://schemas.openxmlformats.org/drawingml/2006/main">
            <a:off x="7707726"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3" name="Editable chart path">
            <a:extLst xmlns:a="http://schemas.openxmlformats.org/drawingml/2006/main">
              <a:ext uri="{FF2B5EF4-FFF2-40B4-BE49-F238E27FC236}">
                <a16:creationId xmlns:a16="http://schemas.microsoft.com/office/drawing/2014/main" id="{BC30A3CE-45BC-4641-AECE-6A766F87E3F5}"/>
              </a:ext>
            </a:extLst>
          </p:cNvPr>
          <p:cNvSpPr>
            <a:spLocks xmlns:a="http://schemas.openxmlformats.org/drawingml/2006/main" noGrp="1"/>
          </p:cNvSpPr>
          <p:nvPr/>
        </p:nvSpPr>
        <p:spPr>
          <a:xfrm xmlns:a="http://schemas.openxmlformats.org/drawingml/2006/main">
            <a:off x="7707726"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4" name="Editable chart path">
            <a:extLst xmlns:a="http://schemas.openxmlformats.org/drawingml/2006/main">
              <a:ext uri="{FF2B5EF4-FFF2-40B4-BE49-F238E27FC236}">
                <a16:creationId xmlns:a16="http://schemas.microsoft.com/office/drawing/2014/main" id="{63806E23-6983-46B4-8498-2AC0953D3AB7}"/>
              </a:ext>
            </a:extLst>
          </p:cNvPr>
          <p:cNvSpPr>
            <a:spLocks xmlns:a="http://schemas.openxmlformats.org/drawingml/2006/main" noGrp="1"/>
          </p:cNvSpPr>
          <p:nvPr/>
        </p:nvSpPr>
        <p:spPr>
          <a:xfrm xmlns:a="http://schemas.openxmlformats.org/drawingml/2006/main">
            <a:off x="7779128"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5" name="Editable chart path">
            <a:extLst xmlns:a="http://schemas.openxmlformats.org/drawingml/2006/main">
              <a:ext uri="{FF2B5EF4-FFF2-40B4-BE49-F238E27FC236}">
                <a16:creationId xmlns:a16="http://schemas.microsoft.com/office/drawing/2014/main" id="{CBB332CC-3260-4629-8953-A7CD4DF1B424}"/>
              </a:ext>
            </a:extLst>
          </p:cNvPr>
          <p:cNvSpPr>
            <a:spLocks xmlns:a="http://schemas.openxmlformats.org/drawingml/2006/main" noGrp="1"/>
          </p:cNvSpPr>
          <p:nvPr/>
        </p:nvSpPr>
        <p:spPr>
          <a:xfrm xmlns:a="http://schemas.openxmlformats.org/drawingml/2006/main">
            <a:off x="7850530"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6" name="Editable chart path">
            <a:extLst xmlns:a="http://schemas.openxmlformats.org/drawingml/2006/main">
              <a:ext uri="{FF2B5EF4-FFF2-40B4-BE49-F238E27FC236}">
                <a16:creationId xmlns:a16="http://schemas.microsoft.com/office/drawing/2014/main" id="{3D7E7F7C-0A16-4EC1-8F76-6CF7B4178EC6}"/>
              </a:ext>
            </a:extLst>
          </p:cNvPr>
          <p:cNvSpPr>
            <a:spLocks xmlns:a="http://schemas.openxmlformats.org/drawingml/2006/main" noGrp="1"/>
          </p:cNvSpPr>
          <p:nvPr/>
        </p:nvSpPr>
        <p:spPr>
          <a:xfrm xmlns:a="http://schemas.openxmlformats.org/drawingml/2006/main">
            <a:off x="7921932"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7" name="Editable chart path">
            <a:extLst xmlns:a="http://schemas.openxmlformats.org/drawingml/2006/main">
              <a:ext uri="{FF2B5EF4-FFF2-40B4-BE49-F238E27FC236}">
                <a16:creationId xmlns:a16="http://schemas.microsoft.com/office/drawing/2014/main" id="{B5B8634C-6B26-4276-BA47-A43D00C84AD1}"/>
              </a:ext>
            </a:extLst>
          </p:cNvPr>
          <p:cNvSpPr>
            <a:spLocks xmlns:a="http://schemas.openxmlformats.org/drawingml/2006/main" noGrp="1"/>
          </p:cNvSpPr>
          <p:nvPr/>
        </p:nvSpPr>
        <p:spPr>
          <a:xfrm xmlns:a="http://schemas.openxmlformats.org/drawingml/2006/main">
            <a:off x="7993334"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8" name="Editable chart path">
            <a:extLst xmlns:a="http://schemas.openxmlformats.org/drawingml/2006/main">
              <a:ext uri="{FF2B5EF4-FFF2-40B4-BE49-F238E27FC236}">
                <a16:creationId xmlns:a16="http://schemas.microsoft.com/office/drawing/2014/main" id="{66D24EC6-7F8E-481E-9C9F-AFB7CE0E0BB9}"/>
              </a:ext>
            </a:extLst>
          </p:cNvPr>
          <p:cNvSpPr>
            <a:spLocks xmlns:a="http://schemas.openxmlformats.org/drawingml/2006/main" noGrp="1"/>
          </p:cNvSpPr>
          <p:nvPr/>
        </p:nvSpPr>
        <p:spPr>
          <a:xfrm xmlns:a="http://schemas.openxmlformats.org/drawingml/2006/main">
            <a:off x="8136138" y="4184618"/>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89" name="Editable chart path">
            <a:extLst xmlns:a="http://schemas.openxmlformats.org/drawingml/2006/main">
              <a:ext uri="{FF2B5EF4-FFF2-40B4-BE49-F238E27FC236}">
                <a16:creationId xmlns:a16="http://schemas.microsoft.com/office/drawing/2014/main" id="{A614A11A-5987-489D-B2F1-E2088D59AED3}"/>
              </a:ext>
            </a:extLst>
          </p:cNvPr>
          <p:cNvSpPr>
            <a:spLocks xmlns:a="http://schemas.openxmlformats.org/drawingml/2006/main" noGrp="1"/>
          </p:cNvSpPr>
          <p:nvPr/>
        </p:nvSpPr>
        <p:spPr>
          <a:xfrm xmlns:a="http://schemas.openxmlformats.org/drawingml/2006/main">
            <a:off x="8207540" y="425650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0" name="Editable chart path">
            <a:extLst xmlns:a="http://schemas.openxmlformats.org/drawingml/2006/main">
              <a:ext uri="{FF2B5EF4-FFF2-40B4-BE49-F238E27FC236}">
                <a16:creationId xmlns:a16="http://schemas.microsoft.com/office/drawing/2014/main" id="{417B5585-3B66-49FF-A761-33DCDB3E8C4F}"/>
              </a:ext>
            </a:extLst>
          </p:cNvPr>
          <p:cNvSpPr>
            <a:spLocks xmlns:a="http://schemas.openxmlformats.org/drawingml/2006/main" noGrp="1"/>
          </p:cNvSpPr>
          <p:nvPr/>
        </p:nvSpPr>
        <p:spPr>
          <a:xfrm xmlns:a="http://schemas.openxmlformats.org/drawingml/2006/main">
            <a:off x="8207540" y="289072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1" name="Editable chart path">
            <a:extLst xmlns:a="http://schemas.openxmlformats.org/drawingml/2006/main">
              <a:ext uri="{FF2B5EF4-FFF2-40B4-BE49-F238E27FC236}">
                <a16:creationId xmlns:a16="http://schemas.microsoft.com/office/drawing/2014/main" id="{B460CE9F-1F81-41A9-AA22-C16662EAD5EA}"/>
              </a:ext>
            </a:extLst>
          </p:cNvPr>
          <p:cNvSpPr>
            <a:spLocks xmlns:a="http://schemas.openxmlformats.org/drawingml/2006/main" noGrp="1"/>
          </p:cNvSpPr>
          <p:nvPr/>
        </p:nvSpPr>
        <p:spPr>
          <a:xfrm xmlns:a="http://schemas.openxmlformats.org/drawingml/2006/main">
            <a:off x="8350344"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2" name="Editable chart path">
            <a:extLst xmlns:a="http://schemas.openxmlformats.org/drawingml/2006/main">
              <a:ext uri="{FF2B5EF4-FFF2-40B4-BE49-F238E27FC236}">
                <a16:creationId xmlns:a16="http://schemas.microsoft.com/office/drawing/2014/main" id="{6CCCE54A-F9E6-4DD8-9800-31C71A573A54}"/>
              </a:ext>
            </a:extLst>
          </p:cNvPr>
          <p:cNvSpPr>
            <a:spLocks xmlns:a="http://schemas.openxmlformats.org/drawingml/2006/main" noGrp="1"/>
          </p:cNvSpPr>
          <p:nvPr/>
        </p:nvSpPr>
        <p:spPr>
          <a:xfrm xmlns:a="http://schemas.openxmlformats.org/drawingml/2006/main">
            <a:off x="8493148"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3" name="Editable chart path">
            <a:extLst xmlns:a="http://schemas.openxmlformats.org/drawingml/2006/main">
              <a:ext uri="{FF2B5EF4-FFF2-40B4-BE49-F238E27FC236}">
                <a16:creationId xmlns:a16="http://schemas.microsoft.com/office/drawing/2014/main" id="{EAFE83CF-B925-4D15-90FF-D4D8FC4BB779}"/>
              </a:ext>
            </a:extLst>
          </p:cNvPr>
          <p:cNvSpPr>
            <a:spLocks xmlns:a="http://schemas.openxmlformats.org/drawingml/2006/main" noGrp="1"/>
          </p:cNvSpPr>
          <p:nvPr/>
        </p:nvSpPr>
        <p:spPr>
          <a:xfrm xmlns:a="http://schemas.openxmlformats.org/drawingml/2006/main">
            <a:off x="8493148"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4" name="Editable chart path">
            <a:extLst xmlns:a="http://schemas.openxmlformats.org/drawingml/2006/main">
              <a:ext uri="{FF2B5EF4-FFF2-40B4-BE49-F238E27FC236}">
                <a16:creationId xmlns:a16="http://schemas.microsoft.com/office/drawing/2014/main" id="{28B4727E-CB8B-41B9-8A0C-0B56053909B3}"/>
              </a:ext>
            </a:extLst>
          </p:cNvPr>
          <p:cNvSpPr>
            <a:spLocks xmlns:a="http://schemas.openxmlformats.org/drawingml/2006/main" noGrp="1"/>
          </p:cNvSpPr>
          <p:nvPr/>
        </p:nvSpPr>
        <p:spPr>
          <a:xfrm xmlns:a="http://schemas.openxmlformats.org/drawingml/2006/main">
            <a:off x="8493148" y="274696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5" name="Editable chart path">
            <a:extLst xmlns:a="http://schemas.openxmlformats.org/drawingml/2006/main">
              <a:ext uri="{FF2B5EF4-FFF2-40B4-BE49-F238E27FC236}">
                <a16:creationId xmlns:a16="http://schemas.microsoft.com/office/drawing/2014/main" id="{6AB914AA-73C1-4D78-9C08-3B4C685E12E3}"/>
              </a:ext>
            </a:extLst>
          </p:cNvPr>
          <p:cNvSpPr>
            <a:spLocks xmlns:a="http://schemas.openxmlformats.org/drawingml/2006/main" noGrp="1"/>
          </p:cNvSpPr>
          <p:nvPr/>
        </p:nvSpPr>
        <p:spPr>
          <a:xfrm xmlns:a="http://schemas.openxmlformats.org/drawingml/2006/main">
            <a:off x="8564550"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6" name="Editable chart path">
            <a:extLst xmlns:a="http://schemas.openxmlformats.org/drawingml/2006/main">
              <a:ext uri="{FF2B5EF4-FFF2-40B4-BE49-F238E27FC236}">
                <a16:creationId xmlns:a16="http://schemas.microsoft.com/office/drawing/2014/main" id="{B4378DA7-D2BE-41E1-856B-9087711EA4CD}"/>
              </a:ext>
            </a:extLst>
          </p:cNvPr>
          <p:cNvSpPr>
            <a:spLocks xmlns:a="http://schemas.openxmlformats.org/drawingml/2006/main" noGrp="1"/>
          </p:cNvSpPr>
          <p:nvPr/>
        </p:nvSpPr>
        <p:spPr>
          <a:xfrm xmlns:a="http://schemas.openxmlformats.org/drawingml/2006/main">
            <a:off x="8564550" y="274696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7" name="Editable chart path">
            <a:extLst xmlns:a="http://schemas.openxmlformats.org/drawingml/2006/main">
              <a:ext uri="{FF2B5EF4-FFF2-40B4-BE49-F238E27FC236}">
                <a16:creationId xmlns:a16="http://schemas.microsoft.com/office/drawing/2014/main" id="{446AC5BE-1768-4038-87E9-9739C0AD55C5}"/>
              </a:ext>
            </a:extLst>
          </p:cNvPr>
          <p:cNvSpPr>
            <a:spLocks xmlns:a="http://schemas.openxmlformats.org/drawingml/2006/main" noGrp="1"/>
          </p:cNvSpPr>
          <p:nvPr/>
        </p:nvSpPr>
        <p:spPr>
          <a:xfrm xmlns:a="http://schemas.openxmlformats.org/drawingml/2006/main">
            <a:off x="8635952"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8" name="Editable chart path">
            <a:extLst xmlns:a="http://schemas.openxmlformats.org/drawingml/2006/main">
              <a:ext uri="{FF2B5EF4-FFF2-40B4-BE49-F238E27FC236}">
                <a16:creationId xmlns:a16="http://schemas.microsoft.com/office/drawing/2014/main" id="{E0AB4BFF-E471-4E44-8BCA-F5342CD93166}"/>
              </a:ext>
            </a:extLst>
          </p:cNvPr>
          <p:cNvSpPr>
            <a:spLocks xmlns:a="http://schemas.openxmlformats.org/drawingml/2006/main" noGrp="1"/>
          </p:cNvSpPr>
          <p:nvPr/>
        </p:nvSpPr>
        <p:spPr>
          <a:xfrm xmlns:a="http://schemas.openxmlformats.org/drawingml/2006/main">
            <a:off x="8635952" y="274696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699" name="Editable chart path">
            <a:extLst xmlns:a="http://schemas.openxmlformats.org/drawingml/2006/main">
              <a:ext uri="{FF2B5EF4-FFF2-40B4-BE49-F238E27FC236}">
                <a16:creationId xmlns:a16="http://schemas.microsoft.com/office/drawing/2014/main" id="{B6142D98-8295-41F0-AB81-47915D6394C6}"/>
              </a:ext>
            </a:extLst>
          </p:cNvPr>
          <p:cNvSpPr>
            <a:spLocks xmlns:a="http://schemas.openxmlformats.org/drawingml/2006/main" noGrp="1"/>
          </p:cNvSpPr>
          <p:nvPr/>
        </p:nvSpPr>
        <p:spPr>
          <a:xfrm xmlns:a="http://schemas.openxmlformats.org/drawingml/2006/main">
            <a:off x="8707354"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0" name="Editable chart path">
            <a:extLst xmlns:a="http://schemas.openxmlformats.org/drawingml/2006/main">
              <a:ext uri="{FF2B5EF4-FFF2-40B4-BE49-F238E27FC236}">
                <a16:creationId xmlns:a16="http://schemas.microsoft.com/office/drawing/2014/main" id="{831D66F6-6C94-43ED-88FF-56818C3F3AF8}"/>
              </a:ext>
            </a:extLst>
          </p:cNvPr>
          <p:cNvSpPr>
            <a:spLocks xmlns:a="http://schemas.openxmlformats.org/drawingml/2006/main" noGrp="1"/>
          </p:cNvSpPr>
          <p:nvPr/>
        </p:nvSpPr>
        <p:spPr>
          <a:xfrm xmlns:a="http://schemas.openxmlformats.org/drawingml/2006/main">
            <a:off x="8707354" y="281884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1" name="Editable chart path">
            <a:extLst xmlns:a="http://schemas.openxmlformats.org/drawingml/2006/main">
              <a:ext uri="{FF2B5EF4-FFF2-40B4-BE49-F238E27FC236}">
                <a16:creationId xmlns:a16="http://schemas.microsoft.com/office/drawing/2014/main" id="{658CF865-CFF4-4B24-B2AF-FA44153DB11F}"/>
              </a:ext>
            </a:extLst>
          </p:cNvPr>
          <p:cNvSpPr>
            <a:spLocks xmlns:a="http://schemas.openxmlformats.org/drawingml/2006/main" noGrp="1"/>
          </p:cNvSpPr>
          <p:nvPr/>
        </p:nvSpPr>
        <p:spPr>
          <a:xfrm xmlns:a="http://schemas.openxmlformats.org/drawingml/2006/main">
            <a:off x="8707354" y="2746961"/>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2" name="Editable chart path">
            <a:extLst xmlns:a="http://schemas.openxmlformats.org/drawingml/2006/main">
              <a:ext uri="{FF2B5EF4-FFF2-40B4-BE49-F238E27FC236}">
                <a16:creationId xmlns:a16="http://schemas.microsoft.com/office/drawing/2014/main" id="{58BC35D3-7FE8-466A-8A78-E55102528E6B}"/>
              </a:ext>
            </a:extLst>
          </p:cNvPr>
          <p:cNvSpPr>
            <a:spLocks xmlns:a="http://schemas.openxmlformats.org/drawingml/2006/main" noGrp="1"/>
          </p:cNvSpPr>
          <p:nvPr/>
        </p:nvSpPr>
        <p:spPr>
          <a:xfrm xmlns:a="http://schemas.openxmlformats.org/drawingml/2006/main">
            <a:off x="8778756" y="461591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3" name="Editable chart path">
            <a:extLst xmlns:a="http://schemas.openxmlformats.org/drawingml/2006/main">
              <a:ext uri="{FF2B5EF4-FFF2-40B4-BE49-F238E27FC236}">
                <a16:creationId xmlns:a16="http://schemas.microsoft.com/office/drawing/2014/main" id="{25C87185-4E64-4526-BF2A-0106113290A4}"/>
              </a:ext>
            </a:extLst>
          </p:cNvPr>
          <p:cNvSpPr>
            <a:spLocks xmlns:a="http://schemas.openxmlformats.org/drawingml/2006/main" noGrp="1"/>
          </p:cNvSpPr>
          <p:nvPr/>
        </p:nvSpPr>
        <p:spPr>
          <a:xfrm xmlns:a="http://schemas.openxmlformats.org/drawingml/2006/main">
            <a:off x="8778756"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4" name="Editable chart path">
            <a:extLst xmlns:a="http://schemas.openxmlformats.org/drawingml/2006/main">
              <a:ext uri="{FF2B5EF4-FFF2-40B4-BE49-F238E27FC236}">
                <a16:creationId xmlns:a16="http://schemas.microsoft.com/office/drawing/2014/main" id="{40F271DE-522D-4E6E-8886-980C44B8FC1B}"/>
              </a:ext>
            </a:extLst>
          </p:cNvPr>
          <p:cNvSpPr>
            <a:spLocks xmlns:a="http://schemas.openxmlformats.org/drawingml/2006/main" noGrp="1"/>
          </p:cNvSpPr>
          <p:nvPr/>
        </p:nvSpPr>
        <p:spPr>
          <a:xfrm xmlns:a="http://schemas.openxmlformats.org/drawingml/2006/main">
            <a:off x="8850158" y="454403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5" name="Editable chart path">
            <a:extLst xmlns:a="http://schemas.openxmlformats.org/drawingml/2006/main">
              <a:ext uri="{FF2B5EF4-FFF2-40B4-BE49-F238E27FC236}">
                <a16:creationId xmlns:a16="http://schemas.microsoft.com/office/drawing/2014/main" id="{B11F03F9-5C1D-4051-924D-6AE8999FE3F8}"/>
              </a:ext>
            </a:extLst>
          </p:cNvPr>
          <p:cNvSpPr>
            <a:spLocks xmlns:a="http://schemas.openxmlformats.org/drawingml/2006/main" noGrp="1"/>
          </p:cNvSpPr>
          <p:nvPr/>
        </p:nvSpPr>
        <p:spPr>
          <a:xfrm xmlns:a="http://schemas.openxmlformats.org/drawingml/2006/main">
            <a:off x="8850158" y="4472149"/>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6" name="Editable chart path">
            <a:extLst xmlns:a="http://schemas.openxmlformats.org/drawingml/2006/main">
              <a:ext uri="{FF2B5EF4-FFF2-40B4-BE49-F238E27FC236}">
                <a16:creationId xmlns:a16="http://schemas.microsoft.com/office/drawing/2014/main" id="{28F3B032-05AC-4F07-92F6-A2435568D735}"/>
              </a:ext>
            </a:extLst>
          </p:cNvPr>
          <p:cNvSpPr>
            <a:spLocks xmlns:a="http://schemas.openxmlformats.org/drawingml/2006/main" noGrp="1"/>
          </p:cNvSpPr>
          <p:nvPr/>
        </p:nvSpPr>
        <p:spPr>
          <a:xfrm xmlns:a="http://schemas.openxmlformats.org/drawingml/2006/main">
            <a:off x="8921560" y="440026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7" name="Editable chart path">
            <a:extLst xmlns:a="http://schemas.openxmlformats.org/drawingml/2006/main">
              <a:ext uri="{FF2B5EF4-FFF2-40B4-BE49-F238E27FC236}">
                <a16:creationId xmlns:a16="http://schemas.microsoft.com/office/drawing/2014/main" id="{088E8909-29B4-472D-ADA5-9861BC2CE0F3}"/>
              </a:ext>
            </a:extLst>
          </p:cNvPr>
          <p:cNvSpPr>
            <a:spLocks xmlns:a="http://schemas.openxmlformats.org/drawingml/2006/main" noGrp="1"/>
          </p:cNvSpPr>
          <p:nvPr/>
        </p:nvSpPr>
        <p:spPr>
          <a:xfrm xmlns:a="http://schemas.openxmlformats.org/drawingml/2006/main">
            <a:off x="8921560"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8" name="Editable chart path">
            <a:extLst xmlns:a="http://schemas.openxmlformats.org/drawingml/2006/main">
              <a:ext uri="{FF2B5EF4-FFF2-40B4-BE49-F238E27FC236}">
                <a16:creationId xmlns:a16="http://schemas.microsoft.com/office/drawing/2014/main" id="{16A8B1A2-7FBB-4B86-9A9E-58B316E7F24A}"/>
              </a:ext>
            </a:extLst>
          </p:cNvPr>
          <p:cNvSpPr>
            <a:spLocks xmlns:a="http://schemas.openxmlformats.org/drawingml/2006/main" noGrp="1"/>
          </p:cNvSpPr>
          <p:nvPr/>
        </p:nvSpPr>
        <p:spPr>
          <a:xfrm xmlns:a="http://schemas.openxmlformats.org/drawingml/2006/main">
            <a:off x="8992961" y="4328384"/>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09" name="Editable chart path">
            <a:extLst xmlns:a="http://schemas.openxmlformats.org/drawingml/2006/main">
              <a:ext uri="{FF2B5EF4-FFF2-40B4-BE49-F238E27FC236}">
                <a16:creationId xmlns:a16="http://schemas.microsoft.com/office/drawing/2014/main" id="{794E5B1A-9484-434C-AA5B-7913236AFE64}"/>
              </a:ext>
            </a:extLst>
          </p:cNvPr>
          <p:cNvSpPr>
            <a:spLocks xmlns:a="http://schemas.openxmlformats.org/drawingml/2006/main" noGrp="1"/>
          </p:cNvSpPr>
          <p:nvPr/>
        </p:nvSpPr>
        <p:spPr>
          <a:xfrm xmlns:a="http://schemas.openxmlformats.org/drawingml/2006/main">
            <a:off x="8992961" y="3106376"/>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0" name="Editable chart path">
            <a:extLst xmlns:a="http://schemas.openxmlformats.org/drawingml/2006/main">
              <a:ext uri="{FF2B5EF4-FFF2-40B4-BE49-F238E27FC236}">
                <a16:creationId xmlns:a16="http://schemas.microsoft.com/office/drawing/2014/main" id="{0BE38186-2C38-4BA0-BCE6-8E01F4506BAA}"/>
              </a:ext>
            </a:extLst>
          </p:cNvPr>
          <p:cNvSpPr>
            <a:spLocks xmlns:a="http://schemas.openxmlformats.org/drawingml/2006/main" noGrp="1"/>
          </p:cNvSpPr>
          <p:nvPr/>
        </p:nvSpPr>
        <p:spPr>
          <a:xfrm xmlns:a="http://schemas.openxmlformats.org/drawingml/2006/main">
            <a:off x="9064363" y="303449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1" name="Editable chart path">
            <a:extLst xmlns:a="http://schemas.openxmlformats.org/drawingml/2006/main">
              <a:ext uri="{FF2B5EF4-FFF2-40B4-BE49-F238E27FC236}">
                <a16:creationId xmlns:a16="http://schemas.microsoft.com/office/drawing/2014/main" id="{73CE9F50-7AA7-4A4C-ACB7-48301390E4AD}"/>
              </a:ext>
            </a:extLst>
          </p:cNvPr>
          <p:cNvSpPr>
            <a:spLocks xmlns:a="http://schemas.openxmlformats.org/drawingml/2006/main" noGrp="1"/>
          </p:cNvSpPr>
          <p:nvPr/>
        </p:nvSpPr>
        <p:spPr>
          <a:xfrm xmlns:a="http://schemas.openxmlformats.org/drawingml/2006/main">
            <a:off x="9349971"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2" name="Editable chart path">
            <a:extLst xmlns:a="http://schemas.openxmlformats.org/drawingml/2006/main">
              <a:ext uri="{FF2B5EF4-FFF2-40B4-BE49-F238E27FC236}">
                <a16:creationId xmlns:a16="http://schemas.microsoft.com/office/drawing/2014/main" id="{9389F630-18AC-4239-B62D-59FAF3CAACAD}"/>
              </a:ext>
            </a:extLst>
          </p:cNvPr>
          <p:cNvSpPr>
            <a:spLocks xmlns:a="http://schemas.openxmlformats.org/drawingml/2006/main" noGrp="1"/>
          </p:cNvSpPr>
          <p:nvPr/>
        </p:nvSpPr>
        <p:spPr>
          <a:xfrm xmlns:a="http://schemas.openxmlformats.org/drawingml/2006/main">
            <a:off x="9421373" y="4112735"/>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3" name="Editable chart path">
            <a:extLst xmlns:a="http://schemas.openxmlformats.org/drawingml/2006/main">
              <a:ext uri="{FF2B5EF4-FFF2-40B4-BE49-F238E27FC236}">
                <a16:creationId xmlns:a16="http://schemas.microsoft.com/office/drawing/2014/main" id="{ABD6E371-FC87-433D-AC01-EB83295FD664}"/>
              </a:ext>
            </a:extLst>
          </p:cNvPr>
          <p:cNvSpPr>
            <a:spLocks xmlns:a="http://schemas.openxmlformats.org/drawingml/2006/main" noGrp="1"/>
          </p:cNvSpPr>
          <p:nvPr/>
        </p:nvSpPr>
        <p:spPr>
          <a:xfrm xmlns:a="http://schemas.openxmlformats.org/drawingml/2006/main">
            <a:off x="9635579"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4" name="Editable chart path">
            <a:extLst xmlns:a="http://schemas.openxmlformats.org/drawingml/2006/main">
              <a:ext uri="{FF2B5EF4-FFF2-40B4-BE49-F238E27FC236}">
                <a16:creationId xmlns:a16="http://schemas.microsoft.com/office/drawing/2014/main" id="{41A3C3D8-D651-4B5C-BAAB-4CEE39BC4C27}"/>
              </a:ext>
            </a:extLst>
          </p:cNvPr>
          <p:cNvSpPr>
            <a:spLocks xmlns:a="http://schemas.openxmlformats.org/drawingml/2006/main" noGrp="1"/>
          </p:cNvSpPr>
          <p:nvPr/>
        </p:nvSpPr>
        <p:spPr>
          <a:xfrm xmlns:a="http://schemas.openxmlformats.org/drawingml/2006/main">
            <a:off x="9778383"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5" name="Editable chart path">
            <a:extLst xmlns:a="http://schemas.openxmlformats.org/drawingml/2006/main">
              <a:ext uri="{FF2B5EF4-FFF2-40B4-BE49-F238E27FC236}">
                <a16:creationId xmlns:a16="http://schemas.microsoft.com/office/drawing/2014/main" id="{BF40F449-D8A3-4ACA-8DC5-27E7E5CC1DD2}"/>
              </a:ext>
            </a:extLst>
          </p:cNvPr>
          <p:cNvSpPr>
            <a:spLocks xmlns:a="http://schemas.openxmlformats.org/drawingml/2006/main" noGrp="1"/>
          </p:cNvSpPr>
          <p:nvPr/>
        </p:nvSpPr>
        <p:spPr>
          <a:xfrm xmlns:a="http://schemas.openxmlformats.org/drawingml/2006/main">
            <a:off x="9992589"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6" name="Editable chart path">
            <a:extLst xmlns:a="http://schemas.openxmlformats.org/drawingml/2006/main">
              <a:ext uri="{FF2B5EF4-FFF2-40B4-BE49-F238E27FC236}">
                <a16:creationId xmlns:a16="http://schemas.microsoft.com/office/drawing/2014/main" id="{DCE325F0-BF51-469C-8962-B347A2033399}"/>
              </a:ext>
            </a:extLst>
          </p:cNvPr>
          <p:cNvSpPr>
            <a:spLocks xmlns:a="http://schemas.openxmlformats.org/drawingml/2006/main" noGrp="1"/>
          </p:cNvSpPr>
          <p:nvPr/>
        </p:nvSpPr>
        <p:spPr>
          <a:xfrm xmlns:a="http://schemas.openxmlformats.org/drawingml/2006/main">
            <a:off x="10063991" y="4040852"/>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7" name="Editable chart path">
            <a:extLst xmlns:a="http://schemas.openxmlformats.org/drawingml/2006/main">
              <a:ext uri="{FF2B5EF4-FFF2-40B4-BE49-F238E27FC236}">
                <a16:creationId xmlns:a16="http://schemas.microsoft.com/office/drawing/2014/main" id="{B476CF95-0F83-46F0-8564-D36A39B1DF31}"/>
              </a:ext>
            </a:extLst>
          </p:cNvPr>
          <p:cNvSpPr>
            <a:spLocks xmlns:a="http://schemas.openxmlformats.org/drawingml/2006/main" noGrp="1"/>
          </p:cNvSpPr>
          <p:nvPr/>
        </p:nvSpPr>
        <p:spPr>
          <a:xfrm xmlns:a="http://schemas.openxmlformats.org/drawingml/2006/main">
            <a:off x="10063991" y="3465790"/>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8" name="Editable chart path">
            <a:extLst xmlns:a="http://schemas.openxmlformats.org/drawingml/2006/main">
              <a:ext uri="{FF2B5EF4-FFF2-40B4-BE49-F238E27FC236}">
                <a16:creationId xmlns:a16="http://schemas.microsoft.com/office/drawing/2014/main" id="{8E2662DB-E33D-4C42-AD3D-BD508EF81C20}"/>
              </a:ext>
            </a:extLst>
          </p:cNvPr>
          <p:cNvSpPr>
            <a:spLocks xmlns:a="http://schemas.openxmlformats.org/drawingml/2006/main" noGrp="1"/>
          </p:cNvSpPr>
          <p:nvPr/>
        </p:nvSpPr>
        <p:spPr>
          <a:xfrm xmlns:a="http://schemas.openxmlformats.org/drawingml/2006/main">
            <a:off x="10063991" y="3393907"/>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19" name="Editable chart path">
            <a:extLst xmlns:a="http://schemas.openxmlformats.org/drawingml/2006/main">
              <a:ext uri="{FF2B5EF4-FFF2-40B4-BE49-F238E27FC236}">
                <a16:creationId xmlns:a16="http://schemas.microsoft.com/office/drawing/2014/main" id="{40A58147-05A7-46FE-AAB3-96144EBBF5AC}"/>
              </a:ext>
            </a:extLst>
          </p:cNvPr>
          <p:cNvSpPr>
            <a:spLocks xmlns:a="http://schemas.openxmlformats.org/drawingml/2006/main" noGrp="1"/>
          </p:cNvSpPr>
          <p:nvPr/>
        </p:nvSpPr>
        <p:spPr>
          <a:xfrm xmlns:a="http://schemas.openxmlformats.org/drawingml/2006/main">
            <a:off x="10135393" y="3537673"/>
            <a:ext cx="39190" cy="39190"/>
          </a:xfrm>
          <a:custGeom xmlns:a="http://schemas.openxmlformats.org/drawingml/2006/main">
            <a:pathLst>
              <a:path w="26941" h="26941">
                <a:moveTo>
                  <a:pt x="0" y="26941"/>
                </a:moveTo>
                <a:lnTo>
                  <a:pt x="26941" y="26941"/>
                </a:lnTo>
                <a:lnTo>
                  <a:pt x="26941" y="0"/>
                </a:lnTo>
                <a:lnTo>
                  <a:pt x="0" y="0"/>
                </a:lnTo>
                <a:close/>
              </a:path>
            </a:pathLst>
          </a:custGeom>
          <a:solidFill xmlns:a="http://schemas.openxmlformats.org/drawingml/2006/main">
            <a:srgbClr val="E4EAF4"/>
          </a:solidFill>
          <a:ln xmlns:a="http://schemas.openxmlformats.org/drawingml/2006/main" w="13856">
            <a:solidFill>
              <a:srgbClr val="E4EAF4"/>
            </a:solidFill>
            <a:prstDash val="solid"/>
          </a:ln>
        </p:spPr>
      </p:sp>
      <p:sp>
        <p:nvSpPr>
          <p:cNvPr id="1720" name="Editable chart path">
            <a:extLst xmlns:a="http://schemas.openxmlformats.org/drawingml/2006/main">
              <a:ext uri="{FF2B5EF4-FFF2-40B4-BE49-F238E27FC236}">
                <a16:creationId xmlns:a16="http://schemas.microsoft.com/office/drawing/2014/main" id="{DB6A7628-A4A8-43E6-824E-B3AFF864E602}"/>
              </a:ext>
            </a:extLst>
          </p:cNvPr>
          <p:cNvSpPr>
            <a:spLocks xmlns:a="http://schemas.openxmlformats.org/drawingml/2006/main" noGrp="1"/>
          </p:cNvSpPr>
          <p:nvPr/>
        </p:nvSpPr>
        <p:spPr>
          <a:xfrm xmlns:a="http://schemas.openxmlformats.org/drawingml/2006/main">
            <a:off x="6875098"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21" name="">
            <a:extLst xmlns:a="http://schemas.openxmlformats.org/drawingml/2006/main">
              <a:ext uri="{FF2B5EF4-FFF2-40B4-BE49-F238E27FC236}">
                <a16:creationId xmlns:a16="http://schemas.microsoft.com/office/drawing/2014/main" id="{28156235-065D-41E3-92CB-346EADE9C67A}"/>
              </a:ext>
            </a:extLst>
          </p:cNvPr>
          <p:cNvSpPr>
            <a:spLocks xmlns:a="http://schemas.openxmlformats.org/drawingml/2006/main" noGrp="1"/>
          </p:cNvSpPr>
          <p:nvPr/>
        </p:nvSpPr>
        <p:spPr>
          <a:xfrm xmlns:a="http://schemas.openxmlformats.org/drawingml/2006/main" rot="0">
            <a:off x="6704158" y="5326288"/>
            <a:ext cx="33728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103.6</a:t>
            </a:r>
          </a:p>
        </p:txBody>
      </p:sp>
      <p:sp>
        <p:nvSpPr>
          <p:cNvPr id="1722" name="Editable chart path">
            <a:extLst xmlns:a="http://schemas.openxmlformats.org/drawingml/2006/main">
              <a:ext uri="{FF2B5EF4-FFF2-40B4-BE49-F238E27FC236}">
                <a16:creationId xmlns:a16="http://schemas.microsoft.com/office/drawing/2014/main" id="{40CA2593-F77D-44F9-8DF9-5D6DE0BD926A}"/>
              </a:ext>
            </a:extLst>
          </p:cNvPr>
          <p:cNvSpPr>
            <a:spLocks xmlns:a="http://schemas.openxmlformats.org/drawingml/2006/main" noGrp="1"/>
          </p:cNvSpPr>
          <p:nvPr/>
        </p:nvSpPr>
        <p:spPr>
          <a:xfrm xmlns:a="http://schemas.openxmlformats.org/drawingml/2006/main">
            <a:off x="7669721"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23" name="">
            <a:extLst xmlns:a="http://schemas.openxmlformats.org/drawingml/2006/main">
              <a:ext uri="{FF2B5EF4-FFF2-40B4-BE49-F238E27FC236}">
                <a16:creationId xmlns:a16="http://schemas.microsoft.com/office/drawing/2014/main" id="{FB076B14-1507-4497-ABFF-A7AF3622A940}"/>
              </a:ext>
            </a:extLst>
          </p:cNvPr>
          <p:cNvSpPr>
            <a:spLocks xmlns:a="http://schemas.openxmlformats.org/drawingml/2006/main" noGrp="1"/>
          </p:cNvSpPr>
          <p:nvPr/>
        </p:nvSpPr>
        <p:spPr>
          <a:xfrm xmlns:a="http://schemas.openxmlformats.org/drawingml/2006/main" rot="0">
            <a:off x="7504349" y="5326288"/>
            <a:ext cx="32489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103.7</a:t>
            </a:r>
          </a:p>
        </p:txBody>
      </p:sp>
      <p:sp>
        <p:nvSpPr>
          <p:cNvPr id="1724" name="Editable chart path">
            <a:extLst xmlns:a="http://schemas.openxmlformats.org/drawingml/2006/main">
              <a:ext uri="{FF2B5EF4-FFF2-40B4-BE49-F238E27FC236}">
                <a16:creationId xmlns:a16="http://schemas.microsoft.com/office/drawing/2014/main" id="{BA6FBA07-3072-42BB-B744-09CD202B9BED}"/>
              </a:ext>
            </a:extLst>
          </p:cNvPr>
          <p:cNvSpPr>
            <a:spLocks xmlns:a="http://schemas.openxmlformats.org/drawingml/2006/main" noGrp="1"/>
          </p:cNvSpPr>
          <p:nvPr/>
        </p:nvSpPr>
        <p:spPr>
          <a:xfrm xmlns:a="http://schemas.openxmlformats.org/drawingml/2006/main">
            <a:off x="8464344"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25" name="">
            <a:extLst xmlns:a="http://schemas.openxmlformats.org/drawingml/2006/main">
              <a:ext uri="{FF2B5EF4-FFF2-40B4-BE49-F238E27FC236}">
                <a16:creationId xmlns:a16="http://schemas.microsoft.com/office/drawing/2014/main" id="{C2A4A9F7-8B09-4294-9EBB-56CB6E14C342}"/>
              </a:ext>
            </a:extLst>
          </p:cNvPr>
          <p:cNvSpPr>
            <a:spLocks xmlns:a="http://schemas.openxmlformats.org/drawingml/2006/main" noGrp="1"/>
          </p:cNvSpPr>
          <p:nvPr/>
        </p:nvSpPr>
        <p:spPr>
          <a:xfrm xmlns:a="http://schemas.openxmlformats.org/drawingml/2006/main" rot="0">
            <a:off x="8293495" y="5326288"/>
            <a:ext cx="33670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103.8</a:t>
            </a:r>
          </a:p>
        </p:txBody>
      </p:sp>
      <p:sp>
        <p:nvSpPr>
          <p:cNvPr id="1726" name="Editable chart path">
            <a:extLst xmlns:a="http://schemas.openxmlformats.org/drawingml/2006/main">
              <a:ext uri="{FF2B5EF4-FFF2-40B4-BE49-F238E27FC236}">
                <a16:creationId xmlns:a16="http://schemas.microsoft.com/office/drawing/2014/main" id="{4FDD4B24-08C7-4F68-9F22-7693ED641B5E}"/>
              </a:ext>
            </a:extLst>
          </p:cNvPr>
          <p:cNvSpPr>
            <a:spLocks xmlns:a="http://schemas.openxmlformats.org/drawingml/2006/main" noGrp="1"/>
          </p:cNvSpPr>
          <p:nvPr/>
        </p:nvSpPr>
        <p:spPr>
          <a:xfrm xmlns:a="http://schemas.openxmlformats.org/drawingml/2006/main">
            <a:off x="9258967"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27" name="">
            <a:extLst xmlns:a="http://schemas.openxmlformats.org/drawingml/2006/main">
              <a:ext uri="{FF2B5EF4-FFF2-40B4-BE49-F238E27FC236}">
                <a16:creationId xmlns:a16="http://schemas.microsoft.com/office/drawing/2014/main" id="{8EC8E3AD-B38A-4874-BE6A-F10FD5BE4E89}"/>
              </a:ext>
            </a:extLst>
          </p:cNvPr>
          <p:cNvSpPr>
            <a:spLocks xmlns:a="http://schemas.openxmlformats.org/drawingml/2006/main" noGrp="1"/>
          </p:cNvSpPr>
          <p:nvPr/>
        </p:nvSpPr>
        <p:spPr>
          <a:xfrm xmlns:a="http://schemas.openxmlformats.org/drawingml/2006/main" rot="0">
            <a:off x="9087796" y="5326288"/>
            <a:ext cx="33661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103.9</a:t>
            </a:r>
          </a:p>
        </p:txBody>
      </p:sp>
      <p:sp>
        <p:nvSpPr>
          <p:cNvPr id="1728" name="Editable chart path">
            <a:extLst xmlns:a="http://schemas.openxmlformats.org/drawingml/2006/main">
              <a:ext uri="{FF2B5EF4-FFF2-40B4-BE49-F238E27FC236}">
                <a16:creationId xmlns:a16="http://schemas.microsoft.com/office/drawing/2014/main" id="{F73CD014-76E8-4FBB-BB0F-D3676D1C1B22}"/>
              </a:ext>
            </a:extLst>
          </p:cNvPr>
          <p:cNvSpPr>
            <a:spLocks xmlns:a="http://schemas.openxmlformats.org/drawingml/2006/main" noGrp="1"/>
          </p:cNvSpPr>
          <p:nvPr/>
        </p:nvSpPr>
        <p:spPr>
          <a:xfrm xmlns:a="http://schemas.openxmlformats.org/drawingml/2006/main">
            <a:off x="10053590"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29" name="">
            <a:extLst xmlns:a="http://schemas.openxmlformats.org/drawingml/2006/main">
              <a:ext uri="{FF2B5EF4-FFF2-40B4-BE49-F238E27FC236}">
                <a16:creationId xmlns:a16="http://schemas.microsoft.com/office/drawing/2014/main" id="{64865F4E-73E7-4099-99B4-5DE4FA783CC1}"/>
              </a:ext>
            </a:extLst>
          </p:cNvPr>
          <p:cNvSpPr>
            <a:spLocks xmlns:a="http://schemas.openxmlformats.org/drawingml/2006/main" noGrp="1"/>
          </p:cNvSpPr>
          <p:nvPr/>
        </p:nvSpPr>
        <p:spPr>
          <a:xfrm xmlns:a="http://schemas.openxmlformats.org/drawingml/2006/main" rot="0">
            <a:off x="9880053" y="5326288"/>
            <a:ext cx="34185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104.0</a:t>
            </a:r>
          </a:p>
        </p:txBody>
      </p:sp>
      <p:sp>
        <p:nvSpPr>
          <p:cNvPr id="1730" name="Editable chart path">
            <a:extLst xmlns:a="http://schemas.openxmlformats.org/drawingml/2006/main">
              <a:ext uri="{FF2B5EF4-FFF2-40B4-BE49-F238E27FC236}">
                <a16:creationId xmlns:a16="http://schemas.microsoft.com/office/drawing/2014/main" id="{31E2B8AD-F203-4BEC-8B2C-42728227DDE8}"/>
              </a:ext>
            </a:extLst>
          </p:cNvPr>
          <p:cNvSpPr>
            <a:spLocks xmlns:a="http://schemas.openxmlformats.org/drawingml/2006/main" noGrp="1"/>
          </p:cNvSpPr>
          <p:nvPr/>
        </p:nvSpPr>
        <p:spPr>
          <a:xfrm xmlns:a="http://schemas.openxmlformats.org/drawingml/2006/main">
            <a:off x="10848213" y="5257297"/>
            <a:ext cx="95" cy="48496"/>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31" name="">
            <a:extLst xmlns:a="http://schemas.openxmlformats.org/drawingml/2006/main">
              <a:ext uri="{FF2B5EF4-FFF2-40B4-BE49-F238E27FC236}">
                <a16:creationId xmlns:a16="http://schemas.microsoft.com/office/drawing/2014/main" id="{12431998-4230-4B1F-9275-22500CFBA46F}"/>
              </a:ext>
            </a:extLst>
          </p:cNvPr>
          <p:cNvSpPr>
            <a:spLocks xmlns:a="http://schemas.openxmlformats.org/drawingml/2006/main" noGrp="1"/>
          </p:cNvSpPr>
          <p:nvPr/>
        </p:nvSpPr>
        <p:spPr>
          <a:xfrm xmlns:a="http://schemas.openxmlformats.org/drawingml/2006/main" rot="0">
            <a:off x="10686295" y="5326288"/>
            <a:ext cx="2988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104.1</a:t>
            </a:r>
          </a:p>
        </p:txBody>
      </p:sp>
      <p:sp>
        <p:nvSpPr>
          <p:cNvPr id="1732" name="">
            <a:extLst xmlns:a="http://schemas.openxmlformats.org/drawingml/2006/main">
              <a:ext uri="{FF2B5EF4-FFF2-40B4-BE49-F238E27FC236}">
                <a16:creationId xmlns:a16="http://schemas.microsoft.com/office/drawing/2014/main" id="{F2FFA066-EC29-4E79-89E1-4B9C8C645ED0}"/>
              </a:ext>
            </a:extLst>
          </p:cNvPr>
          <p:cNvSpPr>
            <a:spLocks xmlns:a="http://schemas.openxmlformats.org/drawingml/2006/main" noGrp="1"/>
          </p:cNvSpPr>
          <p:nvPr/>
        </p:nvSpPr>
        <p:spPr>
          <a:xfrm xmlns:a="http://schemas.openxmlformats.org/drawingml/2006/main" rot="0">
            <a:off x="8485920" y="5526991"/>
            <a:ext cx="69351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Longitude</a:t>
            </a:r>
          </a:p>
        </p:txBody>
      </p:sp>
      <p:sp>
        <p:nvSpPr>
          <p:cNvPr id="1733" name="Editable chart path">
            <a:extLst xmlns:a="http://schemas.openxmlformats.org/drawingml/2006/main">
              <a:ext uri="{FF2B5EF4-FFF2-40B4-BE49-F238E27FC236}">
                <a16:creationId xmlns:a16="http://schemas.microsoft.com/office/drawing/2014/main" id="{080B57C5-97D3-4339-9265-4BA7D0D0F293}"/>
              </a:ext>
            </a:extLst>
          </p:cNvPr>
          <p:cNvSpPr>
            <a:spLocks xmlns:a="http://schemas.openxmlformats.org/drawingml/2006/main" noGrp="1"/>
          </p:cNvSpPr>
          <p:nvPr/>
        </p:nvSpPr>
        <p:spPr>
          <a:xfrm xmlns:a="http://schemas.openxmlformats.org/drawingml/2006/main">
            <a:off x="6752684" y="4920975"/>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1734" name="Editable chart path">
            <a:extLst xmlns:a="http://schemas.openxmlformats.org/drawingml/2006/main">
              <a:ext uri="{FF2B5EF4-FFF2-40B4-BE49-F238E27FC236}">
                <a16:creationId xmlns:a16="http://schemas.microsoft.com/office/drawing/2014/main" id="{667868BE-EACC-41DF-9228-3B9DE21C65EE}"/>
              </a:ext>
            </a:extLst>
          </p:cNvPr>
          <p:cNvSpPr>
            <a:spLocks xmlns:a="http://schemas.openxmlformats.org/drawingml/2006/main" noGrp="1"/>
          </p:cNvSpPr>
          <p:nvPr/>
        </p:nvSpPr>
        <p:spPr>
          <a:xfrm xmlns:a="http://schemas.openxmlformats.org/drawingml/2006/main">
            <a:off x="6704188" y="4920975"/>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35" name="">
            <a:extLst xmlns:a="http://schemas.openxmlformats.org/drawingml/2006/main">
              <a:ext uri="{FF2B5EF4-FFF2-40B4-BE49-F238E27FC236}">
                <a16:creationId xmlns:a16="http://schemas.microsoft.com/office/drawing/2014/main" id="{4E544F97-FA45-4F33-AC6A-31F79E464B7E}"/>
              </a:ext>
            </a:extLst>
          </p:cNvPr>
          <p:cNvSpPr>
            <a:spLocks xmlns:a="http://schemas.openxmlformats.org/drawingml/2006/main" noGrp="1"/>
          </p:cNvSpPr>
          <p:nvPr/>
        </p:nvSpPr>
        <p:spPr>
          <a:xfrm xmlns:a="http://schemas.openxmlformats.org/drawingml/2006/main" rot="0">
            <a:off x="6403773" y="4833616"/>
            <a:ext cx="2466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1.20</a:t>
            </a:r>
          </a:p>
        </p:txBody>
      </p:sp>
      <p:sp>
        <p:nvSpPr>
          <p:cNvPr id="1736" name="Editable chart path">
            <a:extLst xmlns:a="http://schemas.openxmlformats.org/drawingml/2006/main">
              <a:ext uri="{FF2B5EF4-FFF2-40B4-BE49-F238E27FC236}">
                <a16:creationId xmlns:a16="http://schemas.microsoft.com/office/drawing/2014/main" id="{2AEA8B3E-2A68-44AC-B81A-0B64DB4626A4}"/>
              </a:ext>
            </a:extLst>
          </p:cNvPr>
          <p:cNvSpPr>
            <a:spLocks xmlns:a="http://schemas.openxmlformats.org/drawingml/2006/main" noGrp="1"/>
          </p:cNvSpPr>
          <p:nvPr/>
        </p:nvSpPr>
        <p:spPr>
          <a:xfrm xmlns:a="http://schemas.openxmlformats.org/drawingml/2006/main">
            <a:off x="6752684" y="4523554"/>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1737" name="Editable chart path">
            <a:extLst xmlns:a="http://schemas.openxmlformats.org/drawingml/2006/main">
              <a:ext uri="{FF2B5EF4-FFF2-40B4-BE49-F238E27FC236}">
                <a16:creationId xmlns:a16="http://schemas.microsoft.com/office/drawing/2014/main" id="{2D82E134-D1EF-4B40-8721-1E98A9A44127}"/>
              </a:ext>
            </a:extLst>
          </p:cNvPr>
          <p:cNvSpPr>
            <a:spLocks xmlns:a="http://schemas.openxmlformats.org/drawingml/2006/main" noGrp="1"/>
          </p:cNvSpPr>
          <p:nvPr/>
        </p:nvSpPr>
        <p:spPr>
          <a:xfrm xmlns:a="http://schemas.openxmlformats.org/drawingml/2006/main">
            <a:off x="6704188" y="4523554"/>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38" name="">
            <a:extLst xmlns:a="http://schemas.openxmlformats.org/drawingml/2006/main">
              <a:ext uri="{FF2B5EF4-FFF2-40B4-BE49-F238E27FC236}">
                <a16:creationId xmlns:a16="http://schemas.microsoft.com/office/drawing/2014/main" id="{E7ABBF2F-CE61-4027-B96D-4FCCB06AB09D}"/>
              </a:ext>
            </a:extLst>
          </p:cNvPr>
          <p:cNvSpPr>
            <a:spLocks xmlns:a="http://schemas.openxmlformats.org/drawingml/2006/main" noGrp="1"/>
          </p:cNvSpPr>
          <p:nvPr/>
        </p:nvSpPr>
        <p:spPr>
          <a:xfrm xmlns:a="http://schemas.openxmlformats.org/drawingml/2006/main" rot="0">
            <a:off x="6403149" y="4436194"/>
            <a:ext cx="24669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1.25</a:t>
            </a:r>
          </a:p>
        </p:txBody>
      </p:sp>
      <p:sp>
        <p:nvSpPr>
          <p:cNvPr id="1739" name="Editable chart path">
            <a:extLst xmlns:a="http://schemas.openxmlformats.org/drawingml/2006/main">
              <a:ext uri="{FF2B5EF4-FFF2-40B4-BE49-F238E27FC236}">
                <a16:creationId xmlns:a16="http://schemas.microsoft.com/office/drawing/2014/main" id="{03092807-D6B2-4FFF-9E59-64036604AB04}"/>
              </a:ext>
            </a:extLst>
          </p:cNvPr>
          <p:cNvSpPr>
            <a:spLocks xmlns:a="http://schemas.openxmlformats.org/drawingml/2006/main" noGrp="1"/>
          </p:cNvSpPr>
          <p:nvPr/>
        </p:nvSpPr>
        <p:spPr>
          <a:xfrm xmlns:a="http://schemas.openxmlformats.org/drawingml/2006/main">
            <a:off x="6752684" y="4126132"/>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1740" name="Editable chart path">
            <a:extLst xmlns:a="http://schemas.openxmlformats.org/drawingml/2006/main">
              <a:ext uri="{FF2B5EF4-FFF2-40B4-BE49-F238E27FC236}">
                <a16:creationId xmlns:a16="http://schemas.microsoft.com/office/drawing/2014/main" id="{D2C67B54-BB4F-4D5E-B677-AA03F31E1F5E}"/>
              </a:ext>
            </a:extLst>
          </p:cNvPr>
          <p:cNvSpPr>
            <a:spLocks xmlns:a="http://schemas.openxmlformats.org/drawingml/2006/main" noGrp="1"/>
          </p:cNvSpPr>
          <p:nvPr/>
        </p:nvSpPr>
        <p:spPr>
          <a:xfrm xmlns:a="http://schemas.openxmlformats.org/drawingml/2006/main">
            <a:off x="6704188" y="4126132"/>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41" name="">
            <a:extLst xmlns:a="http://schemas.openxmlformats.org/drawingml/2006/main">
              <a:ext uri="{FF2B5EF4-FFF2-40B4-BE49-F238E27FC236}">
                <a16:creationId xmlns:a16="http://schemas.microsoft.com/office/drawing/2014/main" id="{AA1DAA02-AA5F-45D8-B881-ED609D69DFB2}"/>
              </a:ext>
            </a:extLst>
          </p:cNvPr>
          <p:cNvSpPr>
            <a:spLocks xmlns:a="http://schemas.openxmlformats.org/drawingml/2006/main" noGrp="1"/>
          </p:cNvSpPr>
          <p:nvPr/>
        </p:nvSpPr>
        <p:spPr>
          <a:xfrm xmlns:a="http://schemas.openxmlformats.org/drawingml/2006/main" rot="0">
            <a:off x="6401868" y="4038772"/>
            <a:ext cx="248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1.30</a:t>
            </a:r>
          </a:p>
        </p:txBody>
      </p:sp>
      <p:sp>
        <p:nvSpPr>
          <p:cNvPr id="1742" name="Editable chart path">
            <a:extLst xmlns:a="http://schemas.openxmlformats.org/drawingml/2006/main">
              <a:ext uri="{FF2B5EF4-FFF2-40B4-BE49-F238E27FC236}">
                <a16:creationId xmlns:a16="http://schemas.microsoft.com/office/drawing/2014/main" id="{FC20E9A1-FA5C-4669-AFAE-ED137B271B9F}"/>
              </a:ext>
            </a:extLst>
          </p:cNvPr>
          <p:cNvSpPr>
            <a:spLocks xmlns:a="http://schemas.openxmlformats.org/drawingml/2006/main" noGrp="1"/>
          </p:cNvSpPr>
          <p:nvPr/>
        </p:nvSpPr>
        <p:spPr>
          <a:xfrm xmlns:a="http://schemas.openxmlformats.org/drawingml/2006/main">
            <a:off x="6752684" y="3728710"/>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1743" name="Editable chart path">
            <a:extLst xmlns:a="http://schemas.openxmlformats.org/drawingml/2006/main">
              <a:ext uri="{FF2B5EF4-FFF2-40B4-BE49-F238E27FC236}">
                <a16:creationId xmlns:a16="http://schemas.microsoft.com/office/drawing/2014/main" id="{474B1C63-F054-4856-8B08-A92486B51A66}"/>
              </a:ext>
            </a:extLst>
          </p:cNvPr>
          <p:cNvSpPr>
            <a:spLocks xmlns:a="http://schemas.openxmlformats.org/drawingml/2006/main" noGrp="1"/>
          </p:cNvSpPr>
          <p:nvPr/>
        </p:nvSpPr>
        <p:spPr>
          <a:xfrm xmlns:a="http://schemas.openxmlformats.org/drawingml/2006/main">
            <a:off x="6704188" y="3728710"/>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44" name="">
            <a:extLst xmlns:a="http://schemas.openxmlformats.org/drawingml/2006/main">
              <a:ext uri="{FF2B5EF4-FFF2-40B4-BE49-F238E27FC236}">
                <a16:creationId xmlns:a16="http://schemas.microsoft.com/office/drawing/2014/main" id="{86929ADA-382C-42EF-8933-4C3016E0BED7}"/>
              </a:ext>
            </a:extLst>
          </p:cNvPr>
          <p:cNvSpPr>
            <a:spLocks xmlns:a="http://schemas.openxmlformats.org/drawingml/2006/main" noGrp="1"/>
          </p:cNvSpPr>
          <p:nvPr/>
        </p:nvSpPr>
        <p:spPr>
          <a:xfrm xmlns:a="http://schemas.openxmlformats.org/drawingml/2006/main" rot="0">
            <a:off x="6401244" y="3641350"/>
            <a:ext cx="24860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1.35</a:t>
            </a:r>
          </a:p>
        </p:txBody>
      </p:sp>
      <p:sp>
        <p:nvSpPr>
          <p:cNvPr id="1745" name="Editable chart path">
            <a:extLst xmlns:a="http://schemas.openxmlformats.org/drawingml/2006/main">
              <a:ext uri="{FF2B5EF4-FFF2-40B4-BE49-F238E27FC236}">
                <a16:creationId xmlns:a16="http://schemas.microsoft.com/office/drawing/2014/main" id="{973A15B6-88E1-400D-BA07-7BBFCCDD857D}"/>
              </a:ext>
            </a:extLst>
          </p:cNvPr>
          <p:cNvSpPr>
            <a:spLocks xmlns:a="http://schemas.openxmlformats.org/drawingml/2006/main" noGrp="1"/>
          </p:cNvSpPr>
          <p:nvPr/>
        </p:nvSpPr>
        <p:spPr>
          <a:xfrm xmlns:a="http://schemas.openxmlformats.org/drawingml/2006/main">
            <a:off x="6752684" y="3331288"/>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1746" name="Editable chart path">
            <a:extLst xmlns:a="http://schemas.openxmlformats.org/drawingml/2006/main">
              <a:ext uri="{FF2B5EF4-FFF2-40B4-BE49-F238E27FC236}">
                <a16:creationId xmlns:a16="http://schemas.microsoft.com/office/drawing/2014/main" id="{CCBADBFB-9182-4325-8F9D-B272FD6CAA42}"/>
              </a:ext>
            </a:extLst>
          </p:cNvPr>
          <p:cNvSpPr>
            <a:spLocks xmlns:a="http://schemas.openxmlformats.org/drawingml/2006/main" noGrp="1"/>
          </p:cNvSpPr>
          <p:nvPr/>
        </p:nvSpPr>
        <p:spPr>
          <a:xfrm xmlns:a="http://schemas.openxmlformats.org/drawingml/2006/main">
            <a:off x="6704188" y="3331288"/>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47" name="">
            <a:extLst xmlns:a="http://schemas.openxmlformats.org/drawingml/2006/main">
              <a:ext uri="{FF2B5EF4-FFF2-40B4-BE49-F238E27FC236}">
                <a16:creationId xmlns:a16="http://schemas.microsoft.com/office/drawing/2014/main" id="{6C1949D2-5371-44F9-995A-D15EB6A4780A}"/>
              </a:ext>
            </a:extLst>
          </p:cNvPr>
          <p:cNvSpPr>
            <a:spLocks xmlns:a="http://schemas.openxmlformats.org/drawingml/2006/main" noGrp="1"/>
          </p:cNvSpPr>
          <p:nvPr/>
        </p:nvSpPr>
        <p:spPr>
          <a:xfrm xmlns:a="http://schemas.openxmlformats.org/drawingml/2006/main" rot="0">
            <a:off x="6396248" y="3243929"/>
            <a:ext cx="2542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1.40</a:t>
            </a:r>
          </a:p>
        </p:txBody>
      </p:sp>
      <p:sp>
        <p:nvSpPr>
          <p:cNvPr id="1748" name="Editable chart path">
            <a:extLst xmlns:a="http://schemas.openxmlformats.org/drawingml/2006/main">
              <a:ext uri="{FF2B5EF4-FFF2-40B4-BE49-F238E27FC236}">
                <a16:creationId xmlns:a16="http://schemas.microsoft.com/office/drawing/2014/main" id="{1EBB58A4-AE77-4292-B92B-04BFB4258EA2}"/>
              </a:ext>
            </a:extLst>
          </p:cNvPr>
          <p:cNvSpPr>
            <a:spLocks xmlns:a="http://schemas.openxmlformats.org/drawingml/2006/main" noGrp="1"/>
          </p:cNvSpPr>
          <p:nvPr/>
        </p:nvSpPr>
        <p:spPr>
          <a:xfrm xmlns:a="http://schemas.openxmlformats.org/drawingml/2006/main">
            <a:off x="6752684" y="2933866"/>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8314">
            <a:solidFill>
              <a:srgbClr val="E4EAF4"/>
            </a:solidFill>
            <a:prstDash val="solid"/>
          </a:ln>
        </p:spPr>
      </p:sp>
      <p:sp>
        <p:nvSpPr>
          <p:cNvPr id="1749" name="Editable chart path">
            <a:extLst xmlns:a="http://schemas.openxmlformats.org/drawingml/2006/main">
              <a:ext uri="{FF2B5EF4-FFF2-40B4-BE49-F238E27FC236}">
                <a16:creationId xmlns:a16="http://schemas.microsoft.com/office/drawing/2014/main" id="{18B37D28-EC7A-4DFE-B815-5E8688B4F954}"/>
              </a:ext>
            </a:extLst>
          </p:cNvPr>
          <p:cNvSpPr>
            <a:spLocks xmlns:a="http://schemas.openxmlformats.org/drawingml/2006/main" noGrp="1"/>
          </p:cNvSpPr>
          <p:nvPr/>
        </p:nvSpPr>
        <p:spPr>
          <a:xfrm xmlns:a="http://schemas.openxmlformats.org/drawingml/2006/main">
            <a:off x="6704188" y="2933866"/>
            <a:ext cx="48496"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85">
            <a:solidFill>
              <a:srgbClr val="5A6683"/>
            </a:solidFill>
            <a:prstDash val="solid"/>
          </a:ln>
        </p:spPr>
      </p:sp>
      <p:sp>
        <p:nvSpPr>
          <p:cNvPr id="1750" name="">
            <a:extLst xmlns:a="http://schemas.openxmlformats.org/drawingml/2006/main">
              <a:ext uri="{FF2B5EF4-FFF2-40B4-BE49-F238E27FC236}">
                <a16:creationId xmlns:a16="http://schemas.microsoft.com/office/drawing/2014/main" id="{D9C74CEC-D62C-4BD0-99E9-9BE5E07FBC1A}"/>
              </a:ext>
            </a:extLst>
          </p:cNvPr>
          <p:cNvSpPr>
            <a:spLocks xmlns:a="http://schemas.openxmlformats.org/drawingml/2006/main" noGrp="1"/>
          </p:cNvSpPr>
          <p:nvPr/>
        </p:nvSpPr>
        <p:spPr>
          <a:xfrm xmlns:a="http://schemas.openxmlformats.org/drawingml/2006/main" rot="0">
            <a:off x="6395625" y="2846507"/>
            <a:ext cx="2542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1.45</a:t>
            </a:r>
          </a:p>
        </p:txBody>
      </p:sp>
      <p:sp>
        <p:nvSpPr>
          <p:cNvPr id="1751" name="Editable chart path">
            <a:extLst xmlns:a="http://schemas.openxmlformats.org/drawingml/2006/main">
              <a:ext uri="{FF2B5EF4-FFF2-40B4-BE49-F238E27FC236}">
                <a16:creationId xmlns:a16="http://schemas.microsoft.com/office/drawing/2014/main" id="{DE09BFAC-9AFA-4A9D-A721-7DA3B3AD85BE}"/>
              </a:ext>
            </a:extLst>
          </p:cNvPr>
          <p:cNvSpPr>
            <a:spLocks xmlns:a="http://schemas.openxmlformats.org/drawingml/2006/main" noGrp="1"/>
          </p:cNvSpPr>
          <p:nvPr/>
        </p:nvSpPr>
        <p:spPr>
          <a:xfrm xmlns:a="http://schemas.openxmlformats.org/drawingml/2006/main">
            <a:off x="6752684" y="2647950"/>
            <a:ext cx="95" cy="2609347"/>
          </a:xfrm>
          <a:custGeom xmlns:a="http://schemas.openxmlformats.org/drawingml/2006/main">
            <a:pathLst>
              <a:path w="95" h="1793747">
                <a:moveTo>
                  <a:pt x="0" y="1793747"/>
                </a:moveTo>
                <a:lnTo>
                  <a:pt x="0" y="0"/>
                </a:lnTo>
              </a:path>
            </a:pathLst>
          </a:custGeom>
          <a:noFill xmlns:a="http://schemas.openxmlformats.org/drawingml/2006/main"/>
          <a:ln xmlns:a="http://schemas.openxmlformats.org/drawingml/2006/main" w="11085">
            <a:solidFill>
              <a:srgbClr val="5A6683"/>
            </a:solidFill>
            <a:prstDash val="solid"/>
          </a:ln>
        </p:spPr>
      </p:sp>
      <p:sp>
        <p:nvSpPr>
          <p:cNvPr id="1752" name="Editable chart path">
            <a:extLst xmlns:a="http://schemas.openxmlformats.org/drawingml/2006/main">
              <a:ext uri="{FF2B5EF4-FFF2-40B4-BE49-F238E27FC236}">
                <a16:creationId xmlns:a16="http://schemas.microsoft.com/office/drawing/2014/main" id="{16862D15-0A47-440A-8CE8-6E37783C87C1}"/>
              </a:ext>
            </a:extLst>
          </p:cNvPr>
          <p:cNvSpPr>
            <a:spLocks xmlns:a="http://schemas.openxmlformats.org/drawingml/2006/main" noGrp="1"/>
          </p:cNvSpPr>
          <p:nvPr/>
        </p:nvSpPr>
        <p:spPr>
          <a:xfrm xmlns:a="http://schemas.openxmlformats.org/drawingml/2006/main">
            <a:off x="6752684" y="5257297"/>
            <a:ext cx="4162736" cy="95"/>
          </a:xfrm>
          <a:custGeom xmlns:a="http://schemas.openxmlformats.org/drawingml/2006/main">
            <a:pathLst>
              <a:path w="2861595" h="95">
                <a:moveTo>
                  <a:pt x="0" y="0"/>
                </a:moveTo>
                <a:lnTo>
                  <a:pt x="2861595" y="0"/>
                </a:lnTo>
              </a:path>
            </a:pathLst>
          </a:custGeom>
          <a:noFill xmlns:a="http://schemas.openxmlformats.org/drawingml/2006/main"/>
          <a:ln xmlns:a="http://schemas.openxmlformats.org/drawingml/2006/main" w="11085">
            <a:solidFill>
              <a:srgbClr val="5A6683"/>
            </a:solidFill>
            <a:prstDash val="solid"/>
          </a:ln>
        </p:spPr>
      </p:sp>
      <p:sp>
        <p:nvSpPr>
          <p:cNvPr id="1753" name="">
            <a:extLst xmlns:a="http://schemas.openxmlformats.org/drawingml/2006/main">
              <a:ext uri="{FF2B5EF4-FFF2-40B4-BE49-F238E27FC236}">
                <a16:creationId xmlns:a16="http://schemas.microsoft.com/office/drawing/2014/main" id="{E4EECAD0-F2D2-4C06-BDBC-D59D8BBB469E}"/>
              </a:ext>
            </a:extLst>
          </p:cNvPr>
          <p:cNvSpPr>
            <a:spLocks xmlns:a="http://schemas.openxmlformats.org/drawingml/2006/main" noGrp="1"/>
          </p:cNvSpPr>
          <p:nvPr/>
        </p:nvSpPr>
        <p:spPr>
          <a:xfrm xmlns:a="http://schemas.openxmlformats.org/drawingml/2006/main" rot="0">
            <a:off x="8368986" y="4847870"/>
            <a:ext cx="130654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Grey: no estimates</a:t>
            </a:r>
          </a:p>
        </p:txBody>
      </p:sp>
      <p:sp>
        <p:nvSpPr>
          <p:cNvPr id="1754" name="">
            <a:extLst xmlns:a="http://schemas.openxmlformats.org/drawingml/2006/main">
              <a:ext uri="{FF2B5EF4-FFF2-40B4-BE49-F238E27FC236}">
                <a16:creationId xmlns:a16="http://schemas.microsoft.com/office/drawing/2014/main" id="{69E97A90-69A9-425A-AA2D-C6D20DE63A2E}"/>
              </a:ext>
            </a:extLst>
          </p:cNvPr>
          <p:cNvSpPr>
            <a:spLocks xmlns:a="http://schemas.openxmlformats.org/drawingml/2006/main" noGrp="1"/>
          </p:cNvSpPr>
          <p:nvPr/>
        </p:nvSpPr>
        <p:spPr>
          <a:xfrm xmlns:a="http://schemas.openxmlformats.org/drawingml/2006/main" rot="0">
            <a:off x="8049746" y="4980111"/>
            <a:ext cx="220094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14203A"/>
                </a:solidFill>
                <a:latin typeface="Poppins"/>
                <a:ea typeface="Poppins"/>
                <a:cs typeface="Poppins"/>
              </a:defRPr>
            </a:defPPr>
            <a:lvl1pPr>
              <a:defRPr sz="1100" b="0">
                <a:solidFill>
                  <a:srgbClr val="14203A"/>
                </a:solidFill>
                <a:latin typeface="Poppins"/>
                <a:ea typeface="Poppins"/>
                <a:cs typeface="Poppins"/>
              </a:defRPr>
            </a:lvl1pPr>
            <a:lvl2pPr>
              <a:defRPr sz="1100" b="0">
                <a:solidFill>
                  <a:srgbClr val="14203A"/>
                </a:solidFill>
                <a:latin typeface="Poppins"/>
                <a:ea typeface="Poppins"/>
                <a:cs typeface="Poppins"/>
              </a:defRPr>
            </a:lvl2pPr>
            <a:lvl3pPr>
              <a:defRPr sz="1100" b="0">
                <a:solidFill>
                  <a:srgbClr val="14203A"/>
                </a:solidFill>
                <a:latin typeface="Poppins"/>
                <a:ea typeface="Poppins"/>
                <a:cs typeface="Poppins"/>
              </a:defRPr>
            </a:lvl3pPr>
            <a:lvl4pPr>
              <a:defRPr sz="1100" b="0">
                <a:solidFill>
                  <a:srgbClr val="14203A"/>
                </a:solidFill>
                <a:latin typeface="Poppins"/>
                <a:ea typeface="Poppins"/>
                <a:cs typeface="Poppins"/>
              </a:defRPr>
            </a:lvl4pPr>
            <a:lvl5pPr>
              <a:defRPr sz="1100" b="0">
                <a:solidFill>
                  <a:srgbClr val="14203A"/>
                </a:solidFill>
                <a:latin typeface="Poppins"/>
                <a:ea typeface="Poppins"/>
                <a:cs typeface="Poppins"/>
              </a:defRPr>
            </a:lvl5pPr>
            <a:lvl6pPr>
              <a:defRPr sz="1100" b="0">
                <a:solidFill>
                  <a:srgbClr val="14203A"/>
                </a:solidFill>
                <a:latin typeface="Poppins"/>
                <a:ea typeface="Poppins"/>
                <a:cs typeface="Poppins"/>
              </a:defRPr>
            </a:lvl6pPr>
            <a:lvl7pPr>
              <a:defRPr sz="1100" b="0">
                <a:solidFill>
                  <a:srgbClr val="14203A"/>
                </a:solidFill>
                <a:latin typeface="Poppins"/>
                <a:ea typeface="Poppins"/>
                <a:cs typeface="Poppins"/>
              </a:defRPr>
            </a:lvl7pPr>
            <a:lvl8pPr>
              <a:defRPr sz="1100" b="0">
                <a:solidFill>
                  <a:srgbClr val="14203A"/>
                </a:solidFill>
                <a:latin typeface="Poppins"/>
                <a:ea typeface="Poppins"/>
                <a:cs typeface="Poppins"/>
              </a:defRPr>
            </a:lvl8pPr>
            <a:lvl9pPr>
              <a:defRPr sz="1100" b="0">
                <a:solidFill>
                  <a:srgbClr val="14203A"/>
                </a:solidFill>
                <a:latin typeface="Poppins"/>
                <a:ea typeface="Poppins"/>
                <a:cs typeface="Poppins"/>
              </a:defRPr>
            </a:lvl9pPr>
          </a:lstStyle>
          <a:p xmlns:a="http://schemas.openxmlformats.org/drawingml/2006/main">
            <a:pPr>
              <a:defRPr sz="1100" b="0">
                <a:solidFill>
                  <a:srgbClr val="14203A"/>
                </a:solidFill>
                <a:latin typeface="Poppins"/>
                <a:ea typeface="Poppins"/>
                <a:cs typeface="Poppins"/>
              </a:defRPr>
            </a:pPr>
            <a:r>
              <a:rPr sz="1100" b="0">
                <a:solidFill>
                  <a:srgbClr val="14203A"/>
                </a:solidFill>
                <a:latin typeface="Poppins"/>
                <a:ea typeface="Poppins"/>
                <a:cs typeface="Poppins"/>
              </a:rPr>
              <a:t>No cell tests or named rankings</a:t>
            </a:r>
          </a:p>
        </p:txBody>
      </p:sp>
    </p:spTree>
    <p:extLst>
      <p:ext uri="{BB962C8B-B14F-4D97-AF65-F5344CB8AC3E}">
        <p14:creationId xmlns:p14="http://schemas.microsoft.com/office/powerpoint/2010/main" val="597896415"/>
      </p:ext>
    </p:extLst>
  </p:cSld>
</p:sld>
</file>

<file path=ppt/slides/slide77.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ANONYMOUS MATCHING CANNOT RECOVER TAXI IDENTITY</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Synthetic matching diagnostics do not measure real traffic speeds.</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77</a:t>
            </a:r>
            <a:endParaRPr sz="1200"/>
          </a:p>
        </p:txBody>
      </p:sp>
      <p:sp>
        <p:nvSpPr>
          <p:cNvPr id="14" name="">
            <a:extLst xmlns:a="http://schemas.openxmlformats.org/drawingml/2006/main">
              <a:ext uri="{FF2B5EF4-FFF2-40B4-BE49-F238E27FC236}">
                <a16:creationId xmlns:a16="http://schemas.microsoft.com/office/drawing/2014/main" id="{CD51BC95-5F54-443F-8A46-394E8D89D401}"/>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8CE5BBCF-7134-4CC5-ABED-AC1682F98CE0}"/>
              </a:ext>
            </a:extLst>
          </p:cNvPr>
          <p:cNvSpPr>
            <a:spLocks xmlns:a="http://schemas.openxmlformats.org/drawingml/2006/main" noGrp="1"/>
          </p:cNvSpPr>
          <p:nvPr/>
        </p:nvSpPr>
        <p:spPr>
          <a:xfrm xmlns:a="http://schemas.openxmlformats.org/drawingml/2006/main" rot="0">
            <a:off x="1000125" y="3371663"/>
            <a:ext cx="5003006" cy="447854"/>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959" b="0">
                <a:solidFill>
                  <a:srgbClr val="14203A"/>
                </a:solidFill>
                <a:latin typeface="Poppins"/>
                <a:ea typeface="Poppins"/>
                <a:cs typeface="Poppins"/>
              </a:defRPr>
            </a:defPPr>
            <a:lvl1pPr>
              <a:defRPr sz="1959" b="0">
                <a:solidFill>
                  <a:srgbClr val="14203A"/>
                </a:solidFill>
                <a:latin typeface="Poppins"/>
                <a:ea typeface="Poppins"/>
                <a:cs typeface="Poppins"/>
              </a:defRPr>
            </a:lvl1pPr>
            <a:lvl2pPr>
              <a:defRPr sz="1959" b="0">
                <a:solidFill>
                  <a:srgbClr val="14203A"/>
                </a:solidFill>
                <a:latin typeface="Poppins"/>
                <a:ea typeface="Poppins"/>
                <a:cs typeface="Poppins"/>
              </a:defRPr>
            </a:lvl2pPr>
            <a:lvl3pPr>
              <a:defRPr sz="1959" b="0">
                <a:solidFill>
                  <a:srgbClr val="14203A"/>
                </a:solidFill>
                <a:latin typeface="Poppins"/>
                <a:ea typeface="Poppins"/>
                <a:cs typeface="Poppins"/>
              </a:defRPr>
            </a:lvl3pPr>
            <a:lvl4pPr>
              <a:defRPr sz="1959" b="0">
                <a:solidFill>
                  <a:srgbClr val="14203A"/>
                </a:solidFill>
                <a:latin typeface="Poppins"/>
                <a:ea typeface="Poppins"/>
                <a:cs typeface="Poppins"/>
              </a:defRPr>
            </a:lvl4pPr>
            <a:lvl5pPr>
              <a:defRPr sz="1959" b="0">
                <a:solidFill>
                  <a:srgbClr val="14203A"/>
                </a:solidFill>
                <a:latin typeface="Poppins"/>
                <a:ea typeface="Poppins"/>
                <a:cs typeface="Poppins"/>
              </a:defRPr>
            </a:lvl5pPr>
            <a:lvl6pPr>
              <a:defRPr sz="1959" b="0">
                <a:solidFill>
                  <a:srgbClr val="14203A"/>
                </a:solidFill>
                <a:latin typeface="Poppins"/>
                <a:ea typeface="Poppins"/>
                <a:cs typeface="Poppins"/>
              </a:defRPr>
            </a:lvl6pPr>
            <a:lvl7pPr>
              <a:defRPr sz="1959" b="0">
                <a:solidFill>
                  <a:srgbClr val="14203A"/>
                </a:solidFill>
                <a:latin typeface="Poppins"/>
                <a:ea typeface="Poppins"/>
                <a:cs typeface="Poppins"/>
              </a:defRPr>
            </a:lvl7pPr>
            <a:lvl8pPr>
              <a:defRPr sz="1959" b="0">
                <a:solidFill>
                  <a:srgbClr val="14203A"/>
                </a:solidFill>
                <a:latin typeface="Poppins"/>
                <a:ea typeface="Poppins"/>
                <a:cs typeface="Poppins"/>
              </a:defRPr>
            </a:lvl8pPr>
            <a:lvl9pPr>
              <a:defRPr sz="1959" b="0">
                <a:solidFill>
                  <a:srgbClr val="14203A"/>
                </a:solidFill>
                <a:latin typeface="Poppins"/>
                <a:ea typeface="Poppins"/>
                <a:cs typeface="Poppins"/>
              </a:defRPr>
            </a:lvl9pPr>
          </a:lstStyle>
          <a:p xmlns:a="http://schemas.openxmlformats.org/drawingml/2006/main">
            <a:pPr>
              <a:defRPr sz="1959" b="0">
                <a:solidFill>
                  <a:srgbClr val="14203A"/>
                </a:solidFill>
                <a:latin typeface="Poppins"/>
                <a:ea typeface="Poppins"/>
                <a:cs typeface="Poppins"/>
              </a:defRPr>
            </a:pPr>
            <a:r>
              <a:rPr sz="1959" b="0">
                <a:solidFill>
                  <a:srgbClr val="14203A"/>
                </a:solidFill>
                <a:latin typeface="Poppins"/>
                <a:ea typeface="Poppins"/>
                <a:cs typeface="Poppins"/>
              </a:rPr>
              <a:t>Storm/dry speed change: not estimated</a:t>
            </a:r>
          </a:p>
        </p:txBody>
      </p:sp>
      <p:sp>
        <p:nvSpPr>
          <p:cNvPr id="16" name="">
            <a:extLst xmlns:a="http://schemas.openxmlformats.org/drawingml/2006/main">
              <a:ext uri="{FF2B5EF4-FFF2-40B4-BE49-F238E27FC236}">
                <a16:creationId xmlns:a16="http://schemas.microsoft.com/office/drawing/2014/main" id="{7793EBA4-EBF4-48BD-9778-290BB6618C32}"/>
              </a:ext>
            </a:extLst>
          </p:cNvPr>
          <p:cNvSpPr>
            <a:spLocks xmlns:a="http://schemas.openxmlformats.org/drawingml/2006/main" noGrp="1"/>
          </p:cNvSpPr>
          <p:nvPr/>
        </p:nvSpPr>
        <p:spPr>
          <a:xfrm xmlns:a="http://schemas.openxmlformats.org/drawingml/2006/main" rot="0">
            <a:off x="2076219" y="3668491"/>
            <a:ext cx="2603563" cy="447854"/>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959" b="0">
                <a:solidFill>
                  <a:srgbClr val="14203A"/>
                </a:solidFill>
                <a:latin typeface="Poppins"/>
                <a:ea typeface="Poppins"/>
                <a:cs typeface="Poppins"/>
              </a:defRPr>
            </a:defPPr>
            <a:lvl1pPr>
              <a:defRPr sz="1959" b="0">
                <a:solidFill>
                  <a:srgbClr val="14203A"/>
                </a:solidFill>
                <a:latin typeface="Poppins"/>
                <a:ea typeface="Poppins"/>
                <a:cs typeface="Poppins"/>
              </a:defRPr>
            </a:lvl1pPr>
            <a:lvl2pPr>
              <a:defRPr sz="1959" b="0">
                <a:solidFill>
                  <a:srgbClr val="14203A"/>
                </a:solidFill>
                <a:latin typeface="Poppins"/>
                <a:ea typeface="Poppins"/>
                <a:cs typeface="Poppins"/>
              </a:defRPr>
            </a:lvl2pPr>
            <a:lvl3pPr>
              <a:defRPr sz="1959" b="0">
                <a:solidFill>
                  <a:srgbClr val="14203A"/>
                </a:solidFill>
                <a:latin typeface="Poppins"/>
                <a:ea typeface="Poppins"/>
                <a:cs typeface="Poppins"/>
              </a:defRPr>
            </a:lvl3pPr>
            <a:lvl4pPr>
              <a:defRPr sz="1959" b="0">
                <a:solidFill>
                  <a:srgbClr val="14203A"/>
                </a:solidFill>
                <a:latin typeface="Poppins"/>
                <a:ea typeface="Poppins"/>
                <a:cs typeface="Poppins"/>
              </a:defRPr>
            </a:lvl4pPr>
            <a:lvl5pPr>
              <a:defRPr sz="1959" b="0">
                <a:solidFill>
                  <a:srgbClr val="14203A"/>
                </a:solidFill>
                <a:latin typeface="Poppins"/>
                <a:ea typeface="Poppins"/>
                <a:cs typeface="Poppins"/>
              </a:defRPr>
            </a:lvl5pPr>
            <a:lvl6pPr>
              <a:defRPr sz="1959" b="0">
                <a:solidFill>
                  <a:srgbClr val="14203A"/>
                </a:solidFill>
                <a:latin typeface="Poppins"/>
                <a:ea typeface="Poppins"/>
                <a:cs typeface="Poppins"/>
              </a:defRPr>
            </a:lvl6pPr>
            <a:lvl7pPr>
              <a:defRPr sz="1959" b="0">
                <a:solidFill>
                  <a:srgbClr val="14203A"/>
                </a:solidFill>
                <a:latin typeface="Poppins"/>
                <a:ea typeface="Poppins"/>
                <a:cs typeface="Poppins"/>
              </a:defRPr>
            </a:lvl7pPr>
            <a:lvl8pPr>
              <a:defRPr sz="1959" b="0">
                <a:solidFill>
                  <a:srgbClr val="14203A"/>
                </a:solidFill>
                <a:latin typeface="Poppins"/>
                <a:ea typeface="Poppins"/>
                <a:cs typeface="Poppins"/>
              </a:defRPr>
            </a:lvl8pPr>
            <a:lvl9pPr>
              <a:defRPr sz="1959" b="0">
                <a:solidFill>
                  <a:srgbClr val="14203A"/>
                </a:solidFill>
                <a:latin typeface="Poppins"/>
                <a:ea typeface="Poppins"/>
                <a:cs typeface="Poppins"/>
              </a:defRPr>
            </a:lvl9pPr>
          </a:lstStyle>
          <a:p xmlns:a="http://schemas.openxmlformats.org/drawingml/2006/main">
            <a:pPr>
              <a:defRPr sz="1959" b="0">
                <a:solidFill>
                  <a:srgbClr val="14203A"/>
                </a:solidFill>
                <a:latin typeface="Poppins"/>
                <a:ea typeface="Poppins"/>
                <a:cs typeface="Poppins"/>
              </a:defRPr>
            </a:pPr>
            <a:r>
              <a:rPr sz="1959" b="0">
                <a:solidFill>
                  <a:srgbClr val="14203A"/>
                </a:solidFill>
                <a:latin typeface="Poppins"/>
                <a:ea typeface="Poppins"/>
                <a:cs typeface="Poppins"/>
              </a:rPr>
              <a:t>0 matched day pairs</a:t>
            </a:r>
          </a:p>
        </p:txBody>
      </p:sp>
      <p:sp>
        <p:nvSpPr>
          <p:cNvPr id="17" name="">
            <a:extLst xmlns:a="http://schemas.openxmlformats.org/drawingml/2006/main">
              <a:ext uri="{FF2B5EF4-FFF2-40B4-BE49-F238E27FC236}">
                <a16:creationId xmlns:a16="http://schemas.microsoft.com/office/drawing/2014/main" id="{FAA178E8-1720-4E43-A712-C8BAE48A0609}"/>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8" name="">
            <a:extLst xmlns:a="http://schemas.openxmlformats.org/drawingml/2006/main">
              <a:ext uri="{FF2B5EF4-FFF2-40B4-BE49-F238E27FC236}">
                <a16:creationId xmlns:a16="http://schemas.microsoft.com/office/drawing/2014/main" id="{E2309D94-8A83-4BC1-9780-537545F09B3F}"/>
              </a:ext>
            </a:extLst>
          </p:cNvPr>
          <p:cNvSpPr>
            <a:spLocks xmlns:a="http://schemas.openxmlformats.org/drawingml/2006/main" noGrp="1"/>
          </p:cNvSpPr>
          <p:nvPr/>
        </p:nvSpPr>
        <p:spPr>
          <a:xfrm xmlns:a="http://schemas.openxmlformats.org/drawingml/2006/main">
            <a:off x="1371600" y="5334000"/>
            <a:ext cx="150323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True synthetic speed</a:t>
            </a:r>
          </a:p>
        </p:txBody>
      </p:sp>
      <p:sp>
        <p:nvSpPr>
          <p:cNvPr id="19" name="">
            <a:extLst xmlns:a="http://schemas.openxmlformats.org/drawingml/2006/main">
              <a:ext uri="{FF2B5EF4-FFF2-40B4-BE49-F238E27FC236}">
                <a16:creationId xmlns:a16="http://schemas.microsoft.com/office/drawing/2014/main" id="{5CD10092-F5A8-4116-9E12-A1EA2F209C23}"/>
              </a:ext>
            </a:extLst>
          </p:cNvPr>
          <p:cNvSpPr>
            <a:spLocks xmlns:a="http://schemas.openxmlformats.org/drawingml/2006/main" noGrp="1"/>
          </p:cNvSpPr>
          <p:nvPr/>
        </p:nvSpPr>
        <p:spPr>
          <a:xfrm xmlns:a="http://schemas.openxmlformats.org/drawingml/2006/main">
            <a:off x="1143000" y="5619750"/>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20" name="">
            <a:extLst xmlns:a="http://schemas.openxmlformats.org/drawingml/2006/main">
              <a:ext uri="{FF2B5EF4-FFF2-40B4-BE49-F238E27FC236}">
                <a16:creationId xmlns:a16="http://schemas.microsoft.com/office/drawing/2014/main" id="{E8C72B95-A2FC-4DF6-9FF6-768E1DFB7EE3}"/>
              </a:ext>
            </a:extLst>
          </p:cNvPr>
          <p:cNvSpPr>
            <a:spLocks xmlns:a="http://schemas.openxmlformats.org/drawingml/2006/main" noGrp="1"/>
          </p:cNvSpPr>
          <p:nvPr/>
        </p:nvSpPr>
        <p:spPr>
          <a:xfrm xmlns:a="http://schemas.openxmlformats.org/drawingml/2006/main">
            <a:off x="1371600" y="5553075"/>
            <a:ext cx="278082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Inferred moving links: mean and range</a:t>
            </a:r>
          </a:p>
        </p:txBody>
      </p:sp>
      <p:sp>
        <p:nvSpPr>
          <p:cNvPr id="21" name="">
            <a:extLst xmlns:a="http://schemas.openxmlformats.org/drawingml/2006/main">
              <a:ext uri="{FF2B5EF4-FFF2-40B4-BE49-F238E27FC236}">
                <a16:creationId xmlns:a16="http://schemas.microsoft.com/office/drawing/2014/main" id="{27E2E89B-B4B2-414F-9BC3-D6F4FD1CE866}"/>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Synthetic diagnostics only | 1 km/min radius</a:t>
            </a:r>
          </a:p>
        </p:txBody>
      </p:sp>
      <p:sp>
        <p:nvSpPr>
          <p:cNvPr id="22" name="">
            <a:extLst xmlns:a="http://schemas.openxmlformats.org/drawingml/2006/main">
              <a:ext uri="{FF2B5EF4-FFF2-40B4-BE49-F238E27FC236}">
                <a16:creationId xmlns:a16="http://schemas.microsoft.com/office/drawing/2014/main" id="{90CA952B-32BC-4E82-B1A7-6A7F78BAF25E}"/>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Inferred moving-link speed (km/h)</a:t>
            </a:r>
          </a:p>
        </p:txBody>
      </p:sp>
      <p:sp>
        <p:nvSpPr>
          <p:cNvPr id="23" name="Editable chart path">
            <a:extLst xmlns:a="http://schemas.openxmlformats.org/drawingml/2006/main">
              <a:ext uri="{FF2B5EF4-FFF2-40B4-BE49-F238E27FC236}">
                <a16:creationId xmlns:a16="http://schemas.microsoft.com/office/drawing/2014/main" id="{FF938AF5-B5A6-42A1-9643-C5916D4F3D9B}"/>
              </a:ext>
            </a:extLst>
          </p:cNvPr>
          <p:cNvSpPr>
            <a:spLocks xmlns:a="http://schemas.openxmlformats.org/drawingml/2006/main" noGrp="1"/>
          </p:cNvSpPr>
          <p:nvPr/>
        </p:nvSpPr>
        <p:spPr>
          <a:xfrm xmlns:a="http://schemas.openxmlformats.org/drawingml/2006/main">
            <a:off x="6854086" y="4820896"/>
            <a:ext cx="95" cy="460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24" name="">
            <a:extLst xmlns:a="http://schemas.openxmlformats.org/drawingml/2006/main">
              <a:ext uri="{FF2B5EF4-FFF2-40B4-BE49-F238E27FC236}">
                <a16:creationId xmlns:a16="http://schemas.microsoft.com/office/drawing/2014/main" id="{859A51A9-A32B-48CD-A21B-4FAAD92C7D40}"/>
              </a:ext>
            </a:extLst>
          </p:cNvPr>
          <p:cNvSpPr>
            <a:spLocks xmlns:a="http://schemas.openxmlformats.org/drawingml/2006/main" noGrp="1"/>
          </p:cNvSpPr>
          <p:nvPr/>
        </p:nvSpPr>
        <p:spPr>
          <a:xfrm xmlns:a="http://schemas.openxmlformats.org/drawingml/2006/main" rot="0">
            <a:off x="6805409" y="4879113"/>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25" name="Editable chart path">
            <a:extLst xmlns:a="http://schemas.openxmlformats.org/drawingml/2006/main">
              <a:ext uri="{FF2B5EF4-FFF2-40B4-BE49-F238E27FC236}">
                <a16:creationId xmlns:a16="http://schemas.microsoft.com/office/drawing/2014/main" id="{B39D258E-2272-4D45-8967-7C8F3CC8F64D}"/>
              </a:ext>
            </a:extLst>
          </p:cNvPr>
          <p:cNvSpPr>
            <a:spLocks xmlns:a="http://schemas.openxmlformats.org/drawingml/2006/main" noGrp="1"/>
          </p:cNvSpPr>
          <p:nvPr/>
        </p:nvSpPr>
        <p:spPr>
          <a:xfrm xmlns:a="http://schemas.openxmlformats.org/drawingml/2006/main">
            <a:off x="7512030" y="4820896"/>
            <a:ext cx="95" cy="460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26" name="">
            <a:extLst xmlns:a="http://schemas.openxmlformats.org/drawingml/2006/main">
              <a:ext uri="{FF2B5EF4-FFF2-40B4-BE49-F238E27FC236}">
                <a16:creationId xmlns:a16="http://schemas.microsoft.com/office/drawing/2014/main" id="{E9A06C00-47FC-4B72-84CB-F220155A0BBC}"/>
              </a:ext>
            </a:extLst>
          </p:cNvPr>
          <p:cNvSpPr>
            <a:spLocks xmlns:a="http://schemas.openxmlformats.org/drawingml/2006/main" noGrp="1"/>
          </p:cNvSpPr>
          <p:nvPr/>
        </p:nvSpPr>
        <p:spPr>
          <a:xfrm xmlns:a="http://schemas.openxmlformats.org/drawingml/2006/main" rot="0">
            <a:off x="7463057" y="4879113"/>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27" name="Editable chart path">
            <a:extLst xmlns:a="http://schemas.openxmlformats.org/drawingml/2006/main">
              <a:ext uri="{FF2B5EF4-FFF2-40B4-BE49-F238E27FC236}">
                <a16:creationId xmlns:a16="http://schemas.microsoft.com/office/drawing/2014/main" id="{74B54608-665F-41D1-BF19-20589E61D0AE}"/>
              </a:ext>
            </a:extLst>
          </p:cNvPr>
          <p:cNvSpPr>
            <a:spLocks xmlns:a="http://schemas.openxmlformats.org/drawingml/2006/main" noGrp="1"/>
          </p:cNvSpPr>
          <p:nvPr/>
        </p:nvSpPr>
        <p:spPr>
          <a:xfrm xmlns:a="http://schemas.openxmlformats.org/drawingml/2006/main">
            <a:off x="8169975" y="4820896"/>
            <a:ext cx="95" cy="460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28" name="">
            <a:extLst xmlns:a="http://schemas.openxmlformats.org/drawingml/2006/main">
              <a:ext uri="{FF2B5EF4-FFF2-40B4-BE49-F238E27FC236}">
                <a16:creationId xmlns:a16="http://schemas.microsoft.com/office/drawing/2014/main" id="{863157FF-D2F1-45BA-A1B1-95433FF77C40}"/>
              </a:ext>
            </a:extLst>
          </p:cNvPr>
          <p:cNvSpPr>
            <a:spLocks xmlns:a="http://schemas.openxmlformats.org/drawingml/2006/main" noGrp="1"/>
          </p:cNvSpPr>
          <p:nvPr/>
        </p:nvSpPr>
        <p:spPr>
          <a:xfrm xmlns:a="http://schemas.openxmlformats.org/drawingml/2006/main" rot="0">
            <a:off x="8098962" y="4879113"/>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29" name="Editable chart path">
            <a:extLst xmlns:a="http://schemas.openxmlformats.org/drawingml/2006/main">
              <a:ext uri="{FF2B5EF4-FFF2-40B4-BE49-F238E27FC236}">
                <a16:creationId xmlns:a16="http://schemas.microsoft.com/office/drawing/2014/main" id="{F7162A71-B0BB-4ECD-8146-A26C738F081C}"/>
              </a:ext>
            </a:extLst>
          </p:cNvPr>
          <p:cNvSpPr>
            <a:spLocks xmlns:a="http://schemas.openxmlformats.org/drawingml/2006/main" noGrp="1"/>
          </p:cNvSpPr>
          <p:nvPr/>
        </p:nvSpPr>
        <p:spPr>
          <a:xfrm xmlns:a="http://schemas.openxmlformats.org/drawingml/2006/main">
            <a:off x="8827919" y="4820896"/>
            <a:ext cx="95" cy="460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30" name="">
            <a:extLst xmlns:a="http://schemas.openxmlformats.org/drawingml/2006/main">
              <a:ext uri="{FF2B5EF4-FFF2-40B4-BE49-F238E27FC236}">
                <a16:creationId xmlns:a16="http://schemas.microsoft.com/office/drawing/2014/main" id="{0BDC3515-4048-41C9-B776-E6EB7826FCF0}"/>
              </a:ext>
            </a:extLst>
          </p:cNvPr>
          <p:cNvSpPr>
            <a:spLocks xmlns:a="http://schemas.openxmlformats.org/drawingml/2006/main" noGrp="1"/>
          </p:cNvSpPr>
          <p:nvPr/>
        </p:nvSpPr>
        <p:spPr>
          <a:xfrm xmlns:a="http://schemas.openxmlformats.org/drawingml/2006/main" rot="0">
            <a:off x="8756610" y="4879113"/>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15</a:t>
            </a:r>
          </a:p>
        </p:txBody>
      </p:sp>
      <p:sp>
        <p:nvSpPr>
          <p:cNvPr id="31" name="Editable chart path">
            <a:extLst xmlns:a="http://schemas.openxmlformats.org/drawingml/2006/main">
              <a:ext uri="{FF2B5EF4-FFF2-40B4-BE49-F238E27FC236}">
                <a16:creationId xmlns:a16="http://schemas.microsoft.com/office/drawing/2014/main" id="{D0198870-A37A-4166-B26D-F0795B290CE9}"/>
              </a:ext>
            </a:extLst>
          </p:cNvPr>
          <p:cNvSpPr>
            <a:spLocks xmlns:a="http://schemas.openxmlformats.org/drawingml/2006/main" noGrp="1"/>
          </p:cNvSpPr>
          <p:nvPr/>
        </p:nvSpPr>
        <p:spPr>
          <a:xfrm xmlns:a="http://schemas.openxmlformats.org/drawingml/2006/main">
            <a:off x="9485864" y="4820896"/>
            <a:ext cx="95" cy="460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32" name="">
            <a:extLst xmlns:a="http://schemas.openxmlformats.org/drawingml/2006/main">
              <a:ext uri="{FF2B5EF4-FFF2-40B4-BE49-F238E27FC236}">
                <a16:creationId xmlns:a16="http://schemas.microsoft.com/office/drawing/2014/main" id="{AFA21025-4A0A-4B0C-B50F-EFAED51BFA40}"/>
              </a:ext>
            </a:extLst>
          </p:cNvPr>
          <p:cNvSpPr>
            <a:spLocks xmlns:a="http://schemas.openxmlformats.org/drawingml/2006/main" noGrp="1"/>
          </p:cNvSpPr>
          <p:nvPr/>
        </p:nvSpPr>
        <p:spPr>
          <a:xfrm xmlns:a="http://schemas.openxmlformats.org/drawingml/2006/main" rot="0">
            <a:off x="9397039" y="4879113"/>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33" name="Editable chart path">
            <a:extLst xmlns:a="http://schemas.openxmlformats.org/drawingml/2006/main">
              <a:ext uri="{FF2B5EF4-FFF2-40B4-BE49-F238E27FC236}">
                <a16:creationId xmlns:a16="http://schemas.microsoft.com/office/drawing/2014/main" id="{B2C0FBD5-A967-4D2B-B931-1F612981AD57}"/>
              </a:ext>
            </a:extLst>
          </p:cNvPr>
          <p:cNvSpPr>
            <a:spLocks xmlns:a="http://schemas.openxmlformats.org/drawingml/2006/main" noGrp="1"/>
          </p:cNvSpPr>
          <p:nvPr/>
        </p:nvSpPr>
        <p:spPr>
          <a:xfrm xmlns:a="http://schemas.openxmlformats.org/drawingml/2006/main">
            <a:off x="10143808" y="4820896"/>
            <a:ext cx="95" cy="460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34" name="">
            <a:extLst xmlns:a="http://schemas.openxmlformats.org/drawingml/2006/main">
              <a:ext uri="{FF2B5EF4-FFF2-40B4-BE49-F238E27FC236}">
                <a16:creationId xmlns:a16="http://schemas.microsoft.com/office/drawing/2014/main" id="{4B9FFD50-9F08-4824-B423-D3AD8372A133}"/>
              </a:ext>
            </a:extLst>
          </p:cNvPr>
          <p:cNvSpPr>
            <a:spLocks xmlns:a="http://schemas.openxmlformats.org/drawingml/2006/main" noGrp="1"/>
          </p:cNvSpPr>
          <p:nvPr/>
        </p:nvSpPr>
        <p:spPr>
          <a:xfrm xmlns:a="http://schemas.openxmlformats.org/drawingml/2006/main" rot="0">
            <a:off x="10054687" y="4879113"/>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25</a:t>
            </a:r>
          </a:p>
        </p:txBody>
      </p:sp>
      <p:sp>
        <p:nvSpPr>
          <p:cNvPr id="35" name="Editable chart path">
            <a:extLst xmlns:a="http://schemas.openxmlformats.org/drawingml/2006/main">
              <a:ext uri="{FF2B5EF4-FFF2-40B4-BE49-F238E27FC236}">
                <a16:creationId xmlns:a16="http://schemas.microsoft.com/office/drawing/2014/main" id="{C512DACC-EC1D-419F-B5EC-6082C5646FE3}"/>
              </a:ext>
            </a:extLst>
          </p:cNvPr>
          <p:cNvSpPr>
            <a:spLocks xmlns:a="http://schemas.openxmlformats.org/drawingml/2006/main" noGrp="1"/>
          </p:cNvSpPr>
          <p:nvPr/>
        </p:nvSpPr>
        <p:spPr>
          <a:xfrm xmlns:a="http://schemas.openxmlformats.org/drawingml/2006/main">
            <a:off x="10801753" y="4820896"/>
            <a:ext cx="95" cy="46073"/>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36" name="">
            <a:extLst xmlns:a="http://schemas.openxmlformats.org/drawingml/2006/main">
              <a:ext uri="{FF2B5EF4-FFF2-40B4-BE49-F238E27FC236}">
                <a16:creationId xmlns:a16="http://schemas.microsoft.com/office/drawing/2014/main" id="{49D2CCDD-B6B0-4283-92A5-A9687C09F34A}"/>
              </a:ext>
            </a:extLst>
          </p:cNvPr>
          <p:cNvSpPr>
            <a:spLocks xmlns:a="http://schemas.openxmlformats.org/drawingml/2006/main" noGrp="1"/>
          </p:cNvSpPr>
          <p:nvPr/>
        </p:nvSpPr>
        <p:spPr>
          <a:xfrm xmlns:a="http://schemas.openxmlformats.org/drawingml/2006/main" rot="0">
            <a:off x="10711928" y="4879113"/>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37" name="">
            <a:extLst xmlns:a="http://schemas.openxmlformats.org/drawingml/2006/main">
              <a:ext uri="{FF2B5EF4-FFF2-40B4-BE49-F238E27FC236}">
                <a16:creationId xmlns:a16="http://schemas.microsoft.com/office/drawing/2014/main" id="{6903EBD5-3EC6-47D1-B0E5-DE8908ACD817}"/>
              </a:ext>
            </a:extLst>
          </p:cNvPr>
          <p:cNvSpPr>
            <a:spLocks xmlns:a="http://schemas.openxmlformats.org/drawingml/2006/main" noGrp="1"/>
          </p:cNvSpPr>
          <p:nvPr/>
        </p:nvSpPr>
        <p:spPr>
          <a:xfrm xmlns:a="http://schemas.openxmlformats.org/drawingml/2006/main" rot="0">
            <a:off x="7748570" y="5069791"/>
            <a:ext cx="215312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Known synthetic speed (km/h)</a:t>
            </a:r>
          </a:p>
        </p:txBody>
      </p:sp>
      <p:sp>
        <p:nvSpPr>
          <p:cNvPr id="38" name="Editable chart path">
            <a:extLst xmlns:a="http://schemas.openxmlformats.org/drawingml/2006/main">
              <a:ext uri="{FF2B5EF4-FFF2-40B4-BE49-F238E27FC236}">
                <a16:creationId xmlns:a16="http://schemas.microsoft.com/office/drawing/2014/main" id="{DAE80BBB-E5D8-4AFB-A1AB-B5898087EA8B}"/>
              </a:ext>
            </a:extLst>
          </p:cNvPr>
          <p:cNvSpPr>
            <a:spLocks xmlns:a="http://schemas.openxmlformats.org/drawingml/2006/main" noGrp="1"/>
          </p:cNvSpPr>
          <p:nvPr/>
        </p:nvSpPr>
        <p:spPr>
          <a:xfrm xmlns:a="http://schemas.openxmlformats.org/drawingml/2006/main">
            <a:off x="6656703" y="4722126"/>
            <a:ext cx="4342433" cy="95"/>
          </a:xfrm>
          <a:custGeom xmlns:a="http://schemas.openxmlformats.org/drawingml/2006/main">
            <a:pathLst>
              <a:path w="3142069" h="95">
                <a:moveTo>
                  <a:pt x="0" y="0"/>
                </a:moveTo>
                <a:lnTo>
                  <a:pt x="3142069" y="0"/>
                </a:lnTo>
              </a:path>
            </a:pathLst>
          </a:custGeom>
          <a:noFill xmlns:a="http://schemas.openxmlformats.org/drawingml/2006/main"/>
          <a:ln xmlns:a="http://schemas.openxmlformats.org/drawingml/2006/main" w="7898">
            <a:solidFill>
              <a:srgbClr val="E4EAF4"/>
            </a:solidFill>
            <a:prstDash val="solid"/>
          </a:ln>
        </p:spPr>
      </p:sp>
      <p:sp>
        <p:nvSpPr>
          <p:cNvPr id="39" name="Editable chart path">
            <a:extLst xmlns:a="http://schemas.openxmlformats.org/drawingml/2006/main">
              <a:ext uri="{FF2B5EF4-FFF2-40B4-BE49-F238E27FC236}">
                <a16:creationId xmlns:a16="http://schemas.microsoft.com/office/drawing/2014/main" id="{92ED5975-E2DF-42F4-B9F9-A1218FDDE66A}"/>
              </a:ext>
            </a:extLst>
          </p:cNvPr>
          <p:cNvSpPr>
            <a:spLocks xmlns:a="http://schemas.openxmlformats.org/drawingml/2006/main" noGrp="1"/>
          </p:cNvSpPr>
          <p:nvPr/>
        </p:nvSpPr>
        <p:spPr>
          <a:xfrm xmlns:a="http://schemas.openxmlformats.org/drawingml/2006/main">
            <a:off x="6610629" y="4722126"/>
            <a:ext cx="460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40" name="">
            <a:extLst xmlns:a="http://schemas.openxmlformats.org/drawingml/2006/main">
              <a:ext uri="{FF2B5EF4-FFF2-40B4-BE49-F238E27FC236}">
                <a16:creationId xmlns:a16="http://schemas.microsoft.com/office/drawing/2014/main" id="{19103B74-3DF1-497A-966B-5C985CD676AC}"/>
              </a:ext>
            </a:extLst>
          </p:cNvPr>
          <p:cNvSpPr>
            <a:spLocks xmlns:a="http://schemas.openxmlformats.org/drawingml/2006/main" noGrp="1"/>
          </p:cNvSpPr>
          <p:nvPr/>
        </p:nvSpPr>
        <p:spPr>
          <a:xfrm xmlns:a="http://schemas.openxmlformats.org/drawingml/2006/main" rot="0">
            <a:off x="6467202" y="4631802"/>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a:t>
            </a:r>
          </a:p>
        </p:txBody>
      </p:sp>
      <p:sp>
        <p:nvSpPr>
          <p:cNvPr id="41" name="Editable chart path">
            <a:extLst xmlns:a="http://schemas.openxmlformats.org/drawingml/2006/main">
              <a:ext uri="{FF2B5EF4-FFF2-40B4-BE49-F238E27FC236}">
                <a16:creationId xmlns:a16="http://schemas.microsoft.com/office/drawing/2014/main" id="{4F728780-B815-4BE2-8F7D-82E67BF973C5}"/>
              </a:ext>
            </a:extLst>
          </p:cNvPr>
          <p:cNvSpPr>
            <a:spLocks xmlns:a="http://schemas.openxmlformats.org/drawingml/2006/main" noGrp="1"/>
          </p:cNvSpPr>
          <p:nvPr/>
        </p:nvSpPr>
        <p:spPr>
          <a:xfrm xmlns:a="http://schemas.openxmlformats.org/drawingml/2006/main">
            <a:off x="6656703" y="4255195"/>
            <a:ext cx="4342433" cy="95"/>
          </a:xfrm>
          <a:custGeom xmlns:a="http://schemas.openxmlformats.org/drawingml/2006/main">
            <a:pathLst>
              <a:path w="3142069" h="95">
                <a:moveTo>
                  <a:pt x="0" y="0"/>
                </a:moveTo>
                <a:lnTo>
                  <a:pt x="3142069" y="0"/>
                </a:lnTo>
              </a:path>
            </a:pathLst>
          </a:custGeom>
          <a:noFill xmlns:a="http://schemas.openxmlformats.org/drawingml/2006/main"/>
          <a:ln xmlns:a="http://schemas.openxmlformats.org/drawingml/2006/main" w="7898">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B7BABA0C-9212-445D-9C7D-CEF6049D8999}"/>
              </a:ext>
            </a:extLst>
          </p:cNvPr>
          <p:cNvSpPr>
            <a:spLocks xmlns:a="http://schemas.openxmlformats.org/drawingml/2006/main" noGrp="1"/>
          </p:cNvSpPr>
          <p:nvPr/>
        </p:nvSpPr>
        <p:spPr>
          <a:xfrm xmlns:a="http://schemas.openxmlformats.org/drawingml/2006/main">
            <a:off x="6610629" y="4255195"/>
            <a:ext cx="460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43" name="">
            <a:extLst xmlns:a="http://schemas.openxmlformats.org/drawingml/2006/main">
              <a:ext uri="{FF2B5EF4-FFF2-40B4-BE49-F238E27FC236}">
                <a16:creationId xmlns:a16="http://schemas.microsoft.com/office/drawing/2014/main" id="{EAF48C8D-2950-4A1B-8599-DBE2F6685355}"/>
              </a:ext>
            </a:extLst>
          </p:cNvPr>
          <p:cNvSpPr>
            <a:spLocks xmlns:a="http://schemas.openxmlformats.org/drawingml/2006/main" noGrp="1"/>
          </p:cNvSpPr>
          <p:nvPr/>
        </p:nvSpPr>
        <p:spPr>
          <a:xfrm xmlns:a="http://schemas.openxmlformats.org/drawingml/2006/main" rot="0">
            <a:off x="6422530" y="4164871"/>
            <a:ext cx="1370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a:t>
            </a:r>
          </a:p>
        </p:txBody>
      </p:sp>
      <p:sp>
        <p:nvSpPr>
          <p:cNvPr id="44" name="Editable chart path">
            <a:extLst xmlns:a="http://schemas.openxmlformats.org/drawingml/2006/main">
              <a:ext uri="{FF2B5EF4-FFF2-40B4-BE49-F238E27FC236}">
                <a16:creationId xmlns:a16="http://schemas.microsoft.com/office/drawing/2014/main" id="{9A216963-1F37-4BE4-92B7-BF46E9B16161}"/>
              </a:ext>
            </a:extLst>
          </p:cNvPr>
          <p:cNvSpPr>
            <a:spLocks xmlns:a="http://schemas.openxmlformats.org/drawingml/2006/main" noGrp="1"/>
          </p:cNvSpPr>
          <p:nvPr/>
        </p:nvSpPr>
        <p:spPr>
          <a:xfrm xmlns:a="http://schemas.openxmlformats.org/drawingml/2006/main">
            <a:off x="6656703" y="3788265"/>
            <a:ext cx="4342433" cy="95"/>
          </a:xfrm>
          <a:custGeom xmlns:a="http://schemas.openxmlformats.org/drawingml/2006/main">
            <a:pathLst>
              <a:path w="3142069" h="95">
                <a:moveTo>
                  <a:pt x="0" y="0"/>
                </a:moveTo>
                <a:lnTo>
                  <a:pt x="3142069" y="0"/>
                </a:lnTo>
              </a:path>
            </a:pathLst>
          </a:custGeom>
          <a:noFill xmlns:a="http://schemas.openxmlformats.org/drawingml/2006/main"/>
          <a:ln xmlns:a="http://schemas.openxmlformats.org/drawingml/2006/main" w="7898">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F4D45A2F-4B66-4565-8AD0-681C24963884}"/>
              </a:ext>
            </a:extLst>
          </p:cNvPr>
          <p:cNvSpPr>
            <a:spLocks xmlns:a="http://schemas.openxmlformats.org/drawingml/2006/main" noGrp="1"/>
          </p:cNvSpPr>
          <p:nvPr/>
        </p:nvSpPr>
        <p:spPr>
          <a:xfrm xmlns:a="http://schemas.openxmlformats.org/drawingml/2006/main">
            <a:off x="6610629" y="3788265"/>
            <a:ext cx="460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46" name="">
            <a:extLst xmlns:a="http://schemas.openxmlformats.org/drawingml/2006/main">
              <a:ext uri="{FF2B5EF4-FFF2-40B4-BE49-F238E27FC236}">
                <a16:creationId xmlns:a16="http://schemas.microsoft.com/office/drawing/2014/main" id="{6B8B0615-2E6F-482C-8947-C70E7ED93B12}"/>
              </a:ext>
            </a:extLst>
          </p:cNvPr>
          <p:cNvSpPr>
            <a:spLocks xmlns:a="http://schemas.openxmlformats.org/drawingml/2006/main" noGrp="1"/>
          </p:cNvSpPr>
          <p:nvPr/>
        </p:nvSpPr>
        <p:spPr>
          <a:xfrm xmlns:a="http://schemas.openxmlformats.org/drawingml/2006/main" rot="0">
            <a:off x="6386906" y="3697940"/>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47" name="Editable chart path">
            <a:extLst xmlns:a="http://schemas.openxmlformats.org/drawingml/2006/main">
              <a:ext uri="{FF2B5EF4-FFF2-40B4-BE49-F238E27FC236}">
                <a16:creationId xmlns:a16="http://schemas.microsoft.com/office/drawing/2014/main" id="{C54617B7-BB84-42A3-8885-A05F06235D04}"/>
              </a:ext>
            </a:extLst>
          </p:cNvPr>
          <p:cNvSpPr>
            <a:spLocks xmlns:a="http://schemas.openxmlformats.org/drawingml/2006/main" noGrp="1"/>
          </p:cNvSpPr>
          <p:nvPr/>
        </p:nvSpPr>
        <p:spPr>
          <a:xfrm xmlns:a="http://schemas.openxmlformats.org/drawingml/2006/main">
            <a:off x="6656703" y="3321334"/>
            <a:ext cx="4342433" cy="95"/>
          </a:xfrm>
          <a:custGeom xmlns:a="http://schemas.openxmlformats.org/drawingml/2006/main">
            <a:pathLst>
              <a:path w="3142069" h="95">
                <a:moveTo>
                  <a:pt x="0" y="0"/>
                </a:moveTo>
                <a:lnTo>
                  <a:pt x="3142069" y="0"/>
                </a:lnTo>
              </a:path>
            </a:pathLst>
          </a:custGeom>
          <a:noFill xmlns:a="http://schemas.openxmlformats.org/drawingml/2006/main"/>
          <a:ln xmlns:a="http://schemas.openxmlformats.org/drawingml/2006/main" w="7898">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47D625A0-07AC-457E-8246-DF0E01E587F6}"/>
              </a:ext>
            </a:extLst>
          </p:cNvPr>
          <p:cNvSpPr>
            <a:spLocks xmlns:a="http://schemas.openxmlformats.org/drawingml/2006/main" noGrp="1"/>
          </p:cNvSpPr>
          <p:nvPr/>
        </p:nvSpPr>
        <p:spPr>
          <a:xfrm xmlns:a="http://schemas.openxmlformats.org/drawingml/2006/main">
            <a:off x="6610629" y="3321334"/>
            <a:ext cx="460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49" name="">
            <a:extLst xmlns:a="http://schemas.openxmlformats.org/drawingml/2006/main">
              <a:ext uri="{FF2B5EF4-FFF2-40B4-BE49-F238E27FC236}">
                <a16:creationId xmlns:a16="http://schemas.microsoft.com/office/drawing/2014/main" id="{8BDB669A-A28E-4944-B27A-F379094BB7C8}"/>
              </a:ext>
            </a:extLst>
          </p:cNvPr>
          <p:cNvSpPr>
            <a:spLocks xmlns:a="http://schemas.openxmlformats.org/drawingml/2006/main" noGrp="1"/>
          </p:cNvSpPr>
          <p:nvPr/>
        </p:nvSpPr>
        <p:spPr>
          <a:xfrm xmlns:a="http://schemas.openxmlformats.org/drawingml/2006/main" rot="0">
            <a:off x="6384906" y="3231010"/>
            <a:ext cx="174689"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30</a:t>
            </a:r>
          </a:p>
        </p:txBody>
      </p:sp>
      <p:sp>
        <p:nvSpPr>
          <p:cNvPr id="50" name="Editable chart path">
            <a:extLst xmlns:a="http://schemas.openxmlformats.org/drawingml/2006/main">
              <a:ext uri="{FF2B5EF4-FFF2-40B4-BE49-F238E27FC236}">
                <a16:creationId xmlns:a16="http://schemas.microsoft.com/office/drawing/2014/main" id="{F61F1502-FC4E-40DF-B54A-FAA9A69C3652}"/>
              </a:ext>
            </a:extLst>
          </p:cNvPr>
          <p:cNvSpPr>
            <a:spLocks xmlns:a="http://schemas.openxmlformats.org/drawingml/2006/main" noGrp="1"/>
          </p:cNvSpPr>
          <p:nvPr/>
        </p:nvSpPr>
        <p:spPr>
          <a:xfrm xmlns:a="http://schemas.openxmlformats.org/drawingml/2006/main">
            <a:off x="6656703" y="2854403"/>
            <a:ext cx="4342433" cy="95"/>
          </a:xfrm>
          <a:custGeom xmlns:a="http://schemas.openxmlformats.org/drawingml/2006/main">
            <a:pathLst>
              <a:path w="3142069" h="95">
                <a:moveTo>
                  <a:pt x="0" y="0"/>
                </a:moveTo>
                <a:lnTo>
                  <a:pt x="3142069" y="0"/>
                </a:lnTo>
              </a:path>
            </a:pathLst>
          </a:custGeom>
          <a:noFill xmlns:a="http://schemas.openxmlformats.org/drawingml/2006/main"/>
          <a:ln xmlns:a="http://schemas.openxmlformats.org/drawingml/2006/main" w="7898">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84731B9B-B5EF-4195-9EC8-220B12FB4979}"/>
              </a:ext>
            </a:extLst>
          </p:cNvPr>
          <p:cNvSpPr>
            <a:spLocks xmlns:a="http://schemas.openxmlformats.org/drawingml/2006/main" noGrp="1"/>
          </p:cNvSpPr>
          <p:nvPr/>
        </p:nvSpPr>
        <p:spPr>
          <a:xfrm xmlns:a="http://schemas.openxmlformats.org/drawingml/2006/main">
            <a:off x="6610629" y="2854403"/>
            <a:ext cx="46073"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531">
            <a:solidFill>
              <a:srgbClr val="5A6683"/>
            </a:solidFill>
            <a:prstDash val="solid"/>
          </a:ln>
        </p:spPr>
      </p:sp>
      <p:sp>
        <p:nvSpPr>
          <p:cNvPr id="52" name="">
            <a:extLst xmlns:a="http://schemas.openxmlformats.org/drawingml/2006/main">
              <a:ext uri="{FF2B5EF4-FFF2-40B4-BE49-F238E27FC236}">
                <a16:creationId xmlns:a16="http://schemas.microsoft.com/office/drawing/2014/main" id="{4FD23243-C21F-4109-A0D0-2ECD1B568E0F}"/>
              </a:ext>
            </a:extLst>
          </p:cNvPr>
          <p:cNvSpPr>
            <a:spLocks xmlns:a="http://schemas.openxmlformats.org/drawingml/2006/main" noGrp="1"/>
          </p:cNvSpPr>
          <p:nvPr/>
        </p:nvSpPr>
        <p:spPr>
          <a:xfrm xmlns:a="http://schemas.openxmlformats.org/drawingml/2006/main" rot="0">
            <a:off x="6379382" y="2764079"/>
            <a:ext cx="180213"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40</a:t>
            </a:r>
          </a:p>
        </p:txBody>
      </p:sp>
      <p:sp>
        <p:nvSpPr>
          <p:cNvPr id="53" name="Editable chart path">
            <a:extLst xmlns:a="http://schemas.openxmlformats.org/drawingml/2006/main">
              <a:ext uri="{FF2B5EF4-FFF2-40B4-BE49-F238E27FC236}">
                <a16:creationId xmlns:a16="http://schemas.microsoft.com/office/drawing/2014/main" id="{4E9FE074-7E2C-4E7E-99DF-61F29562F0D1}"/>
              </a:ext>
            </a:extLst>
          </p:cNvPr>
          <p:cNvSpPr>
            <a:spLocks xmlns:a="http://schemas.openxmlformats.org/drawingml/2006/main" noGrp="1"/>
          </p:cNvSpPr>
          <p:nvPr/>
        </p:nvSpPr>
        <p:spPr>
          <a:xfrm xmlns:a="http://schemas.openxmlformats.org/drawingml/2006/main">
            <a:off x="6854086" y="2746720"/>
            <a:ext cx="95" cy="613402"/>
          </a:xfrm>
          <a:custGeom xmlns:a="http://schemas.openxmlformats.org/drawingml/2006/main">
            <a:pathLst>
              <a:path w="95" h="443842">
                <a:moveTo>
                  <a:pt x="0" y="443842"/>
                </a:moveTo>
                <a:lnTo>
                  <a:pt x="0" y="0"/>
                </a:lnTo>
              </a:path>
            </a:pathLst>
          </a:custGeom>
          <a:noFill xmlns:a="http://schemas.openxmlformats.org/drawingml/2006/main"/>
          <a:ln xmlns:a="http://schemas.openxmlformats.org/drawingml/2006/main" w="19746">
            <a:solidFill>
              <a:srgbClr val="2C5EAA"/>
            </a:solidFill>
            <a:prstDash val="solid"/>
          </a:ln>
        </p:spPr>
      </p:sp>
      <p:sp>
        <p:nvSpPr>
          <p:cNvPr id="54" name="Editable chart path">
            <a:extLst xmlns:a="http://schemas.openxmlformats.org/drawingml/2006/main">
              <a:ext uri="{FF2B5EF4-FFF2-40B4-BE49-F238E27FC236}">
                <a16:creationId xmlns:a16="http://schemas.microsoft.com/office/drawing/2014/main" id="{AB96CCDF-6458-4847-9DC8-09E623C0CE1E}"/>
              </a:ext>
            </a:extLst>
          </p:cNvPr>
          <p:cNvSpPr>
            <a:spLocks xmlns:a="http://schemas.openxmlformats.org/drawingml/2006/main" noGrp="1"/>
          </p:cNvSpPr>
          <p:nvPr/>
        </p:nvSpPr>
        <p:spPr>
          <a:xfrm xmlns:a="http://schemas.openxmlformats.org/drawingml/2006/main">
            <a:off x="8827919" y="4021730"/>
            <a:ext cx="95" cy="94085"/>
          </a:xfrm>
          <a:custGeom xmlns:a="http://schemas.openxmlformats.org/drawingml/2006/main">
            <a:pathLst>
              <a:path w="95" h="68078">
                <a:moveTo>
                  <a:pt x="0" y="68078"/>
                </a:moveTo>
                <a:lnTo>
                  <a:pt x="0" y="0"/>
                </a:lnTo>
              </a:path>
            </a:pathLst>
          </a:custGeom>
          <a:noFill xmlns:a="http://schemas.openxmlformats.org/drawingml/2006/main"/>
          <a:ln xmlns:a="http://schemas.openxmlformats.org/drawingml/2006/main" w="19746">
            <a:solidFill>
              <a:srgbClr val="2C5EAA"/>
            </a:solidFill>
            <a:prstDash val="solid"/>
          </a:ln>
        </p:spPr>
      </p:sp>
      <p:sp>
        <p:nvSpPr>
          <p:cNvPr id="55" name="Editable chart path">
            <a:extLst xmlns:a="http://schemas.openxmlformats.org/drawingml/2006/main">
              <a:ext uri="{FF2B5EF4-FFF2-40B4-BE49-F238E27FC236}">
                <a16:creationId xmlns:a16="http://schemas.microsoft.com/office/drawing/2014/main" id="{229C08A3-0294-4AB5-89BB-E1BBD4DE8F3C}"/>
              </a:ext>
            </a:extLst>
          </p:cNvPr>
          <p:cNvSpPr>
            <a:spLocks xmlns:a="http://schemas.openxmlformats.org/drawingml/2006/main" noGrp="1"/>
          </p:cNvSpPr>
          <p:nvPr/>
        </p:nvSpPr>
        <p:spPr>
          <a:xfrm xmlns:a="http://schemas.openxmlformats.org/drawingml/2006/main">
            <a:off x="10801753" y="3672797"/>
            <a:ext cx="95" cy="249712"/>
          </a:xfrm>
          <a:custGeom xmlns:a="http://schemas.openxmlformats.org/drawingml/2006/main">
            <a:pathLst>
              <a:path w="95" h="180685">
                <a:moveTo>
                  <a:pt x="0" y="180685"/>
                </a:moveTo>
                <a:lnTo>
                  <a:pt x="0" y="0"/>
                </a:lnTo>
              </a:path>
            </a:pathLst>
          </a:custGeom>
          <a:noFill xmlns:a="http://schemas.openxmlformats.org/drawingml/2006/main"/>
          <a:ln xmlns:a="http://schemas.openxmlformats.org/drawingml/2006/main" w="19746">
            <a:solidFill>
              <a:srgbClr val="2C5EAA"/>
            </a:solidFill>
            <a:prstDash val="solid"/>
          </a:ln>
        </p:spPr>
      </p:sp>
      <p:sp>
        <p:nvSpPr>
          <p:cNvPr id="56" name="Editable chart path">
            <a:extLst xmlns:a="http://schemas.openxmlformats.org/drawingml/2006/main">
              <a:ext uri="{FF2B5EF4-FFF2-40B4-BE49-F238E27FC236}">
                <a16:creationId xmlns:a16="http://schemas.microsoft.com/office/drawing/2014/main" id="{765AA00A-CD46-4DBB-A4CB-7FABEF82143A}"/>
              </a:ext>
            </a:extLst>
          </p:cNvPr>
          <p:cNvSpPr>
            <a:spLocks xmlns:a="http://schemas.openxmlformats.org/drawingml/2006/main" noGrp="1"/>
          </p:cNvSpPr>
          <p:nvPr/>
        </p:nvSpPr>
        <p:spPr>
          <a:xfrm xmlns:a="http://schemas.openxmlformats.org/drawingml/2006/main">
            <a:off x="6854086" y="3321334"/>
            <a:ext cx="3947667" cy="1400792"/>
          </a:xfrm>
          <a:custGeom xmlns:a="http://schemas.openxmlformats.org/drawingml/2006/main">
            <a:pathLst>
              <a:path w="2856426" h="1013576">
                <a:moveTo>
                  <a:pt x="0" y="1013576"/>
                </a:moveTo>
                <a:lnTo>
                  <a:pt x="2856426" y="0"/>
                </a:lnTo>
              </a:path>
            </a:pathLst>
          </a:custGeom>
          <a:noFill xmlns:a="http://schemas.openxmlformats.org/drawingml/2006/main"/>
          <a:ln xmlns:a="http://schemas.openxmlformats.org/drawingml/2006/main" w="19746">
            <a:solidFill>
              <a:srgbClr val="C0453C"/>
            </a:solidFill>
            <a:prstDash val="dash"/>
          </a:ln>
        </p:spPr>
      </p:sp>
      <p:sp>
        <p:nvSpPr>
          <p:cNvPr id="57" name="Editable chart path">
            <a:extLst xmlns:a="http://schemas.openxmlformats.org/drawingml/2006/main">
              <a:ext uri="{FF2B5EF4-FFF2-40B4-BE49-F238E27FC236}">
                <a16:creationId xmlns:a16="http://schemas.microsoft.com/office/drawing/2014/main" id="{79E06974-474F-4E98-A7BE-CCA0283B8A09}"/>
              </a:ext>
            </a:extLst>
          </p:cNvPr>
          <p:cNvSpPr>
            <a:spLocks xmlns:a="http://schemas.openxmlformats.org/drawingml/2006/main" noGrp="1"/>
          </p:cNvSpPr>
          <p:nvPr/>
        </p:nvSpPr>
        <p:spPr>
          <a:xfrm xmlns:a="http://schemas.openxmlformats.org/drawingml/2006/main">
            <a:off x="6814594" y="2953071"/>
            <a:ext cx="78983" cy="789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3164">
            <a:solidFill>
              <a:srgbClr val="2C5EAA"/>
            </a:solidFill>
            <a:prstDash val="solid"/>
          </a:ln>
        </p:spPr>
      </p:sp>
      <p:sp>
        <p:nvSpPr>
          <p:cNvPr id="58" name="Editable chart path">
            <a:extLst xmlns:a="http://schemas.openxmlformats.org/drawingml/2006/main">
              <a:ext uri="{FF2B5EF4-FFF2-40B4-BE49-F238E27FC236}">
                <a16:creationId xmlns:a16="http://schemas.microsoft.com/office/drawing/2014/main" id="{05B1635B-27EE-4EDB-96CA-C7525CA391CC}"/>
              </a:ext>
            </a:extLst>
          </p:cNvPr>
          <p:cNvSpPr>
            <a:spLocks xmlns:a="http://schemas.openxmlformats.org/drawingml/2006/main" noGrp="1"/>
          </p:cNvSpPr>
          <p:nvPr/>
        </p:nvSpPr>
        <p:spPr>
          <a:xfrm xmlns:a="http://schemas.openxmlformats.org/drawingml/2006/main">
            <a:off x="8788428" y="4013141"/>
            <a:ext cx="78983" cy="789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3164">
            <a:solidFill>
              <a:srgbClr val="2C5EAA"/>
            </a:solidFill>
            <a:prstDash val="solid"/>
          </a:ln>
        </p:spPr>
      </p:sp>
      <p:sp>
        <p:nvSpPr>
          <p:cNvPr id="59" name="Editable chart path">
            <a:extLst xmlns:a="http://schemas.openxmlformats.org/drawingml/2006/main">
              <a:ext uri="{FF2B5EF4-FFF2-40B4-BE49-F238E27FC236}">
                <a16:creationId xmlns:a16="http://schemas.microsoft.com/office/drawing/2014/main" id="{14E9A9C2-D3F4-482E-A8F4-7746D16DBA5F}"/>
              </a:ext>
            </a:extLst>
          </p:cNvPr>
          <p:cNvSpPr>
            <a:spLocks xmlns:a="http://schemas.openxmlformats.org/drawingml/2006/main" noGrp="1"/>
          </p:cNvSpPr>
          <p:nvPr/>
        </p:nvSpPr>
        <p:spPr>
          <a:xfrm xmlns:a="http://schemas.openxmlformats.org/drawingml/2006/main">
            <a:off x="10762261" y="3800325"/>
            <a:ext cx="78983" cy="78983"/>
          </a:xfrm>
          <a:custGeom xmlns:a="http://schemas.openxmlformats.org/drawingml/2006/main">
            <a:pathLst>
              <a:path w="57150" h="57150">
                <a:moveTo>
                  <a:pt x="28575" y="57150"/>
                </a:moveTo>
                <a:cubicBezTo>
                  <a:pt x="36153" y="57150"/>
                  <a:pt x="43422" y="54139"/>
                  <a:pt x="48781" y="48781"/>
                </a:cubicBezTo>
                <a:cubicBezTo>
                  <a:pt x="54139" y="43422"/>
                  <a:pt x="57150" y="36153"/>
                  <a:pt x="57150" y="28575"/>
                </a:cubicBezTo>
                <a:cubicBezTo>
                  <a:pt x="57150" y="20997"/>
                  <a:pt x="54139" y="13728"/>
                  <a:pt x="48781" y="8369"/>
                </a:cubicBezTo>
                <a:cubicBezTo>
                  <a:pt x="43422" y="3011"/>
                  <a:pt x="36153" y="0"/>
                  <a:pt x="28575" y="0"/>
                </a:cubicBezTo>
                <a:cubicBezTo>
                  <a:pt x="20997" y="0"/>
                  <a:pt x="13728" y="3011"/>
                  <a:pt x="8369" y="8369"/>
                </a:cubicBezTo>
                <a:cubicBezTo>
                  <a:pt x="3011" y="13728"/>
                  <a:pt x="0" y="20997"/>
                  <a:pt x="0" y="28575"/>
                </a:cubicBezTo>
                <a:cubicBezTo>
                  <a:pt x="0" y="36153"/>
                  <a:pt x="3011" y="43422"/>
                  <a:pt x="8369" y="48781"/>
                </a:cubicBezTo>
                <a:cubicBezTo>
                  <a:pt x="13728" y="54139"/>
                  <a:pt x="20997" y="57150"/>
                  <a:pt x="28575" y="57150"/>
                </a:cubicBezTo>
                <a:close/>
              </a:path>
            </a:pathLst>
          </a:custGeom>
          <a:solidFill xmlns:a="http://schemas.openxmlformats.org/drawingml/2006/main">
            <a:srgbClr val="2C5EAA"/>
          </a:solidFill>
          <a:ln xmlns:a="http://schemas.openxmlformats.org/drawingml/2006/main" w="13164">
            <a:solidFill>
              <a:srgbClr val="2C5EAA"/>
            </a:solidFill>
            <a:prstDash val="solid"/>
          </a:ln>
        </p:spPr>
      </p:sp>
      <p:sp>
        <p:nvSpPr>
          <p:cNvPr id="60" name="Editable chart path">
            <a:extLst xmlns:a="http://schemas.openxmlformats.org/drawingml/2006/main">
              <a:ext uri="{FF2B5EF4-FFF2-40B4-BE49-F238E27FC236}">
                <a16:creationId xmlns:a16="http://schemas.microsoft.com/office/drawing/2014/main" id="{1CC4F395-BBFD-4FC2-BA04-94421F183A3C}"/>
              </a:ext>
            </a:extLst>
          </p:cNvPr>
          <p:cNvSpPr>
            <a:spLocks xmlns:a="http://schemas.openxmlformats.org/drawingml/2006/main" noGrp="1"/>
          </p:cNvSpPr>
          <p:nvPr/>
        </p:nvSpPr>
        <p:spPr>
          <a:xfrm xmlns:a="http://schemas.openxmlformats.org/drawingml/2006/main">
            <a:off x="6656703" y="2647950"/>
            <a:ext cx="95" cy="2172946"/>
          </a:xfrm>
          <a:custGeom xmlns:a="http://schemas.openxmlformats.org/drawingml/2006/main">
            <a:pathLst>
              <a:path w="95" h="1572286">
                <a:moveTo>
                  <a:pt x="0" y="1572286"/>
                </a:moveTo>
                <a:lnTo>
                  <a:pt x="0" y="0"/>
                </a:lnTo>
              </a:path>
            </a:pathLst>
          </a:custGeom>
          <a:noFill xmlns:a="http://schemas.openxmlformats.org/drawingml/2006/main"/>
          <a:ln xmlns:a="http://schemas.openxmlformats.org/drawingml/2006/main" w="10531">
            <a:solidFill>
              <a:srgbClr val="5A6683"/>
            </a:solidFill>
            <a:prstDash val="solid"/>
          </a:ln>
        </p:spPr>
      </p:sp>
      <p:sp>
        <p:nvSpPr>
          <p:cNvPr id="61" name="Editable chart path">
            <a:extLst xmlns:a="http://schemas.openxmlformats.org/drawingml/2006/main">
              <a:ext uri="{FF2B5EF4-FFF2-40B4-BE49-F238E27FC236}">
                <a16:creationId xmlns:a16="http://schemas.microsoft.com/office/drawing/2014/main" id="{ECCA0C8B-4964-41C4-AF9E-021820A4E89C}"/>
              </a:ext>
            </a:extLst>
          </p:cNvPr>
          <p:cNvSpPr>
            <a:spLocks xmlns:a="http://schemas.openxmlformats.org/drawingml/2006/main" noGrp="1"/>
          </p:cNvSpPr>
          <p:nvPr/>
        </p:nvSpPr>
        <p:spPr>
          <a:xfrm xmlns:a="http://schemas.openxmlformats.org/drawingml/2006/main">
            <a:off x="6656703" y="4820896"/>
            <a:ext cx="4342433" cy="95"/>
          </a:xfrm>
          <a:custGeom xmlns:a="http://schemas.openxmlformats.org/drawingml/2006/main">
            <a:pathLst>
              <a:path w="3142069" h="95">
                <a:moveTo>
                  <a:pt x="0" y="0"/>
                </a:moveTo>
                <a:lnTo>
                  <a:pt x="3142069" y="0"/>
                </a:lnTo>
              </a:path>
            </a:pathLst>
          </a:custGeom>
          <a:noFill xmlns:a="http://schemas.openxmlformats.org/drawingml/2006/main"/>
          <a:ln xmlns:a="http://schemas.openxmlformats.org/drawingml/2006/main" w="10531">
            <a:solidFill>
              <a:srgbClr val="5A6683"/>
            </a:solidFill>
            <a:prstDash val="solid"/>
          </a:ln>
        </p:spPr>
      </p:sp>
      <p:sp>
        <p:nvSpPr>
          <p:cNvPr id="62" name="">
            <a:extLst xmlns:a="http://schemas.openxmlformats.org/drawingml/2006/main">
              <a:ext uri="{FF2B5EF4-FFF2-40B4-BE49-F238E27FC236}">
                <a16:creationId xmlns:a16="http://schemas.microsoft.com/office/drawing/2014/main" id="{8D8B03FB-C68F-40A6-BF6F-02B631A82D5F}"/>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63" name="">
            <a:extLst xmlns:a="http://schemas.openxmlformats.org/drawingml/2006/main">
              <a:ext uri="{FF2B5EF4-FFF2-40B4-BE49-F238E27FC236}">
                <a16:creationId xmlns:a16="http://schemas.microsoft.com/office/drawing/2014/main" id="{F073DC03-D55A-40B9-A449-1E34DD2B7B05}"/>
              </a:ext>
            </a:extLst>
          </p:cNvPr>
          <p:cNvSpPr>
            <a:spLocks xmlns:a="http://schemas.openxmlformats.org/drawingml/2006/main" noGrp="1"/>
          </p:cNvSpPr>
          <p:nvPr/>
        </p:nvSpPr>
        <p:spPr>
          <a:xfrm xmlns:a="http://schemas.openxmlformats.org/drawingml/2006/main">
            <a:off x="6562725" y="5334000"/>
            <a:ext cx="150323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True synthetic speed</a:t>
            </a:r>
          </a:p>
        </p:txBody>
      </p:sp>
      <p:sp>
        <p:nvSpPr>
          <p:cNvPr id="64" name="">
            <a:extLst xmlns:a="http://schemas.openxmlformats.org/drawingml/2006/main">
              <a:ext uri="{FF2B5EF4-FFF2-40B4-BE49-F238E27FC236}">
                <a16:creationId xmlns:a16="http://schemas.microsoft.com/office/drawing/2014/main" id="{63551BF9-712D-4C6C-B176-FBF9BF0A5787}"/>
              </a:ext>
            </a:extLst>
          </p:cNvPr>
          <p:cNvSpPr>
            <a:spLocks xmlns:a="http://schemas.openxmlformats.org/drawingml/2006/main" noGrp="1"/>
          </p:cNvSpPr>
          <p:nvPr/>
        </p:nvSpPr>
        <p:spPr>
          <a:xfrm xmlns:a="http://schemas.openxmlformats.org/drawingml/2006/main">
            <a:off x="6334125" y="5619750"/>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65" name="">
            <a:extLst xmlns:a="http://schemas.openxmlformats.org/drawingml/2006/main">
              <a:ext uri="{FF2B5EF4-FFF2-40B4-BE49-F238E27FC236}">
                <a16:creationId xmlns:a16="http://schemas.microsoft.com/office/drawing/2014/main" id="{CD42D552-4B96-434B-B3FE-FC97510F5046}"/>
              </a:ext>
            </a:extLst>
          </p:cNvPr>
          <p:cNvSpPr>
            <a:spLocks xmlns:a="http://schemas.openxmlformats.org/drawingml/2006/main" noGrp="1"/>
          </p:cNvSpPr>
          <p:nvPr/>
        </p:nvSpPr>
        <p:spPr>
          <a:xfrm xmlns:a="http://schemas.openxmlformats.org/drawingml/2006/main">
            <a:off x="6562725" y="5553075"/>
            <a:ext cx="278082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Inferred moving links: mean and range</a:t>
            </a:r>
          </a:p>
        </p:txBody>
      </p:sp>
    </p:spTree>
    <p:extLst>
      <p:ext uri="{BB962C8B-B14F-4D97-AF65-F5344CB8AC3E}">
        <p14:creationId xmlns:p14="http://schemas.microsoft.com/office/powerpoint/2010/main" val="597896415"/>
      </p:ext>
    </p:extLst>
  </p:cSld>
</p:sld>
</file>

<file path=ppt/slides/slide78.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WHY THE SIMULATOR FAILS THE REALISM RULE (1/2)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Level, timing and spatial diagnostics use saved outputs. The plausibility rule stays unchanged.</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78</a:t>
            </a:r>
            <a:endParaRPr sz="1200"/>
          </a:p>
        </p:txBody>
      </p:sp>
      <p:sp>
        <p:nvSpPr>
          <p:cNvPr id="14" name="">
            <a:extLst xmlns:a="http://schemas.openxmlformats.org/drawingml/2006/main">
              <a:ext uri="{FF2B5EF4-FFF2-40B4-BE49-F238E27FC236}">
                <a16:creationId xmlns:a16="http://schemas.microsoft.com/office/drawing/2014/main" id="{3CDD352F-B345-42AE-A048-2A29697DEB69}"/>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67A98567-3D97-4C68-91E8-0E616D70FBAD}"/>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Level: mean(sim - observed), relative units</a:t>
            </a:r>
          </a:p>
        </p:txBody>
      </p:sp>
      <p:sp>
        <p:nvSpPr>
          <p:cNvPr id="16" name="Editable chart path">
            <a:extLst xmlns:a="http://schemas.openxmlformats.org/drawingml/2006/main">
              <a:ext uri="{FF2B5EF4-FFF2-40B4-BE49-F238E27FC236}">
                <a16:creationId xmlns:a16="http://schemas.microsoft.com/office/drawing/2014/main" id="{F7A06715-1850-4060-A257-5EDE1C8A7B14}"/>
              </a:ext>
            </a:extLst>
          </p:cNvPr>
          <p:cNvSpPr>
            <a:spLocks xmlns:a="http://schemas.openxmlformats.org/drawingml/2006/main" noGrp="1"/>
          </p:cNvSpPr>
          <p:nvPr/>
        </p:nvSpPr>
        <p:spPr>
          <a:xfrm xmlns:a="http://schemas.openxmlformats.org/drawingml/2006/main">
            <a:off x="2434833" y="5005003"/>
            <a:ext cx="95" cy="47551"/>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869">
            <a:solidFill>
              <a:srgbClr val="5A6683"/>
            </a:solidFill>
            <a:prstDash val="solid"/>
          </a:ln>
        </p:spPr>
      </p:sp>
      <p:sp>
        <p:nvSpPr>
          <p:cNvPr id="17" name="">
            <a:extLst xmlns:a="http://schemas.openxmlformats.org/drawingml/2006/main">
              <a:ext uri="{FF2B5EF4-FFF2-40B4-BE49-F238E27FC236}">
                <a16:creationId xmlns:a16="http://schemas.microsoft.com/office/drawing/2014/main" id="{0B941CC6-6AC9-4CD5-9A38-AA72D7307B25}"/>
              </a:ext>
            </a:extLst>
          </p:cNvPr>
          <p:cNvSpPr>
            <a:spLocks xmlns:a="http://schemas.openxmlformats.org/drawingml/2006/main" noGrp="1"/>
          </p:cNvSpPr>
          <p:nvPr/>
        </p:nvSpPr>
        <p:spPr>
          <a:xfrm xmlns:a="http://schemas.openxmlformats.org/drawingml/2006/main" rot="0">
            <a:off x="2126935" y="5069791"/>
            <a:ext cx="60760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demand</a:t>
            </a:r>
          </a:p>
        </p:txBody>
      </p:sp>
      <p:sp>
        <p:nvSpPr>
          <p:cNvPr id="18" name="Editable chart path">
            <a:extLst xmlns:a="http://schemas.openxmlformats.org/drawingml/2006/main">
              <a:ext uri="{FF2B5EF4-FFF2-40B4-BE49-F238E27FC236}">
                <a16:creationId xmlns:a16="http://schemas.microsoft.com/office/drawing/2014/main" id="{F8843AC5-CBBB-4BB4-B487-09F2C385190B}"/>
              </a:ext>
            </a:extLst>
          </p:cNvPr>
          <p:cNvSpPr>
            <a:spLocks xmlns:a="http://schemas.openxmlformats.org/drawingml/2006/main" noGrp="1"/>
          </p:cNvSpPr>
          <p:nvPr/>
        </p:nvSpPr>
        <p:spPr>
          <a:xfrm xmlns:a="http://schemas.openxmlformats.org/drawingml/2006/main">
            <a:off x="3691605" y="5005003"/>
            <a:ext cx="95" cy="47551"/>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869">
            <a:solidFill>
              <a:srgbClr val="5A6683"/>
            </a:solidFill>
            <a:prstDash val="solid"/>
          </a:ln>
        </p:spPr>
      </p:sp>
      <p:sp>
        <p:nvSpPr>
          <p:cNvPr id="19" name="">
            <a:extLst xmlns:a="http://schemas.openxmlformats.org/drawingml/2006/main">
              <a:ext uri="{FF2B5EF4-FFF2-40B4-BE49-F238E27FC236}">
                <a16:creationId xmlns:a16="http://schemas.microsoft.com/office/drawing/2014/main" id="{E4F06B49-0BF5-4090-AB4A-EE8DC40CAD7B}"/>
              </a:ext>
            </a:extLst>
          </p:cNvPr>
          <p:cNvSpPr>
            <a:spLocks xmlns:a="http://schemas.openxmlformats.org/drawingml/2006/main" noGrp="1"/>
          </p:cNvSpPr>
          <p:nvPr/>
        </p:nvSpPr>
        <p:spPr>
          <a:xfrm xmlns:a="http://schemas.openxmlformats.org/drawingml/2006/main" rot="0">
            <a:off x="3456803" y="5069791"/>
            <a:ext cx="46863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supply</a:t>
            </a:r>
          </a:p>
        </p:txBody>
      </p:sp>
      <p:sp>
        <p:nvSpPr>
          <p:cNvPr id="20" name="Editable chart path">
            <a:extLst xmlns:a="http://schemas.openxmlformats.org/drawingml/2006/main">
              <a:ext uri="{FF2B5EF4-FFF2-40B4-BE49-F238E27FC236}">
                <a16:creationId xmlns:a16="http://schemas.microsoft.com/office/drawing/2014/main" id="{5415519C-8625-4D10-813C-F2299501CAF0}"/>
              </a:ext>
            </a:extLst>
          </p:cNvPr>
          <p:cNvSpPr>
            <a:spLocks xmlns:a="http://schemas.openxmlformats.org/drawingml/2006/main" noGrp="1"/>
          </p:cNvSpPr>
          <p:nvPr/>
        </p:nvSpPr>
        <p:spPr>
          <a:xfrm xmlns:a="http://schemas.openxmlformats.org/drawingml/2006/main">
            <a:off x="4948378" y="5005003"/>
            <a:ext cx="95" cy="47551"/>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0869">
            <a:solidFill>
              <a:srgbClr val="5A6683"/>
            </a:solidFill>
            <a:prstDash val="solid"/>
          </a:ln>
        </p:spPr>
      </p:sp>
      <p:sp>
        <p:nvSpPr>
          <p:cNvPr id="21" name="">
            <a:extLst xmlns:a="http://schemas.openxmlformats.org/drawingml/2006/main">
              <a:ext uri="{FF2B5EF4-FFF2-40B4-BE49-F238E27FC236}">
                <a16:creationId xmlns:a16="http://schemas.microsoft.com/office/drawing/2014/main" id="{846D7611-7CD5-4396-9D48-389CDDCC799C}"/>
              </a:ext>
            </a:extLst>
          </p:cNvPr>
          <p:cNvSpPr>
            <a:spLocks xmlns:a="http://schemas.openxmlformats.org/drawingml/2006/main" noGrp="1"/>
          </p:cNvSpPr>
          <p:nvPr/>
        </p:nvSpPr>
        <p:spPr>
          <a:xfrm xmlns:a="http://schemas.openxmlformats.org/drawingml/2006/main" rot="0">
            <a:off x="4822961" y="5069791"/>
            <a:ext cx="24974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mix</a:t>
            </a:r>
          </a:p>
        </p:txBody>
      </p:sp>
      <p:sp>
        <p:nvSpPr>
          <p:cNvPr id="22" name="Editable chart path">
            <a:extLst xmlns:a="http://schemas.openxmlformats.org/drawingml/2006/main">
              <a:ext uri="{FF2B5EF4-FFF2-40B4-BE49-F238E27FC236}">
                <a16:creationId xmlns:a16="http://schemas.microsoft.com/office/drawing/2014/main" id="{DBD3CE79-E2B5-4AFD-B7E6-97D07410D631}"/>
              </a:ext>
            </a:extLst>
          </p:cNvPr>
          <p:cNvSpPr>
            <a:spLocks xmlns:a="http://schemas.openxmlformats.org/drawingml/2006/main" noGrp="1"/>
          </p:cNvSpPr>
          <p:nvPr/>
        </p:nvSpPr>
        <p:spPr>
          <a:xfrm xmlns:a="http://schemas.openxmlformats.org/drawingml/2006/main">
            <a:off x="2015908" y="4801375"/>
            <a:ext cx="3351394"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152">
            <a:solidFill>
              <a:srgbClr val="E4EAF4"/>
            </a:solidFill>
            <a:prstDash val="solid"/>
          </a:ln>
        </p:spPr>
      </p:sp>
      <p:sp>
        <p:nvSpPr>
          <p:cNvPr id="23" name="Editable chart path">
            <a:extLst xmlns:a="http://schemas.openxmlformats.org/drawingml/2006/main">
              <a:ext uri="{FF2B5EF4-FFF2-40B4-BE49-F238E27FC236}">
                <a16:creationId xmlns:a16="http://schemas.microsoft.com/office/drawing/2014/main" id="{7A0B459A-763A-428B-B535-0260D30644C5}"/>
              </a:ext>
            </a:extLst>
          </p:cNvPr>
          <p:cNvSpPr>
            <a:spLocks xmlns:a="http://schemas.openxmlformats.org/drawingml/2006/main" noGrp="1"/>
          </p:cNvSpPr>
          <p:nvPr/>
        </p:nvSpPr>
        <p:spPr>
          <a:xfrm xmlns:a="http://schemas.openxmlformats.org/drawingml/2006/main">
            <a:off x="1968357" y="4801375"/>
            <a:ext cx="47551"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869">
            <a:solidFill>
              <a:srgbClr val="5A6683"/>
            </a:solidFill>
            <a:prstDash val="solid"/>
          </a:ln>
        </p:spPr>
      </p:sp>
      <p:sp>
        <p:nvSpPr>
          <p:cNvPr id="24" name="">
            <a:extLst xmlns:a="http://schemas.openxmlformats.org/drawingml/2006/main">
              <a:ext uri="{FF2B5EF4-FFF2-40B4-BE49-F238E27FC236}">
                <a16:creationId xmlns:a16="http://schemas.microsoft.com/office/drawing/2014/main" id="{3BA2848E-7A3E-46AB-8C28-D0B841BF8742}"/>
              </a:ext>
            </a:extLst>
          </p:cNvPr>
          <p:cNvSpPr>
            <a:spLocks xmlns:a="http://schemas.openxmlformats.org/drawingml/2006/main" noGrp="1"/>
          </p:cNvSpPr>
          <p:nvPr/>
        </p:nvSpPr>
        <p:spPr>
          <a:xfrm xmlns:a="http://schemas.openxmlformats.org/drawingml/2006/main" rot="0">
            <a:off x="1629023" y="4712859"/>
            <a:ext cx="28727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−0.6</a:t>
            </a:r>
          </a:p>
        </p:txBody>
      </p:sp>
      <p:sp>
        <p:nvSpPr>
          <p:cNvPr id="25" name="Editable chart path">
            <a:extLst xmlns:a="http://schemas.openxmlformats.org/drawingml/2006/main">
              <a:ext uri="{FF2B5EF4-FFF2-40B4-BE49-F238E27FC236}">
                <a16:creationId xmlns:a16="http://schemas.microsoft.com/office/drawing/2014/main" id="{36E8407E-6797-4AAF-AC01-3E6D9ABB13E9}"/>
              </a:ext>
            </a:extLst>
          </p:cNvPr>
          <p:cNvSpPr>
            <a:spLocks xmlns:a="http://schemas.openxmlformats.org/drawingml/2006/main" noGrp="1"/>
          </p:cNvSpPr>
          <p:nvPr/>
        </p:nvSpPr>
        <p:spPr>
          <a:xfrm xmlns:a="http://schemas.openxmlformats.org/drawingml/2006/main">
            <a:off x="2015908" y="4337848"/>
            <a:ext cx="3351394"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152">
            <a:solidFill>
              <a:srgbClr val="E4EAF4"/>
            </a:solidFill>
            <a:prstDash val="solid"/>
          </a:ln>
        </p:spPr>
      </p:sp>
      <p:sp>
        <p:nvSpPr>
          <p:cNvPr id="26" name="Editable chart path">
            <a:extLst xmlns:a="http://schemas.openxmlformats.org/drawingml/2006/main">
              <a:ext uri="{FF2B5EF4-FFF2-40B4-BE49-F238E27FC236}">
                <a16:creationId xmlns:a16="http://schemas.microsoft.com/office/drawing/2014/main" id="{0A97ECED-73D7-49ED-8EB0-01457E0CA886}"/>
              </a:ext>
            </a:extLst>
          </p:cNvPr>
          <p:cNvSpPr>
            <a:spLocks xmlns:a="http://schemas.openxmlformats.org/drawingml/2006/main" noGrp="1"/>
          </p:cNvSpPr>
          <p:nvPr/>
        </p:nvSpPr>
        <p:spPr>
          <a:xfrm xmlns:a="http://schemas.openxmlformats.org/drawingml/2006/main">
            <a:off x="1968357" y="4337848"/>
            <a:ext cx="47551"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869">
            <a:solidFill>
              <a:srgbClr val="5A6683"/>
            </a:solidFill>
            <a:prstDash val="solid"/>
          </a:ln>
        </p:spPr>
      </p:sp>
      <p:sp>
        <p:nvSpPr>
          <p:cNvPr id="27" name="">
            <a:extLst xmlns:a="http://schemas.openxmlformats.org/drawingml/2006/main">
              <a:ext uri="{FF2B5EF4-FFF2-40B4-BE49-F238E27FC236}">
                <a16:creationId xmlns:a16="http://schemas.microsoft.com/office/drawing/2014/main" id="{9CEDB381-40FC-4261-9354-4E167B252C78}"/>
              </a:ext>
            </a:extLst>
          </p:cNvPr>
          <p:cNvSpPr>
            <a:spLocks xmlns:a="http://schemas.openxmlformats.org/drawingml/2006/main" noGrp="1"/>
          </p:cNvSpPr>
          <p:nvPr/>
        </p:nvSpPr>
        <p:spPr>
          <a:xfrm xmlns:a="http://schemas.openxmlformats.org/drawingml/2006/main" rot="0">
            <a:off x="1629289" y="4249332"/>
            <a:ext cx="28651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a:t>
            </a:r>
          </a:p>
        </p:txBody>
      </p:sp>
      <p:sp>
        <p:nvSpPr>
          <p:cNvPr id="28" name="Editable chart path">
            <a:extLst xmlns:a="http://schemas.openxmlformats.org/drawingml/2006/main">
              <a:ext uri="{FF2B5EF4-FFF2-40B4-BE49-F238E27FC236}">
                <a16:creationId xmlns:a16="http://schemas.microsoft.com/office/drawing/2014/main" id="{39D48C85-C568-4DBC-8DAD-E33BF482125C}"/>
              </a:ext>
            </a:extLst>
          </p:cNvPr>
          <p:cNvSpPr>
            <a:spLocks xmlns:a="http://schemas.openxmlformats.org/drawingml/2006/main" noGrp="1"/>
          </p:cNvSpPr>
          <p:nvPr/>
        </p:nvSpPr>
        <p:spPr>
          <a:xfrm xmlns:a="http://schemas.openxmlformats.org/drawingml/2006/main">
            <a:off x="2015908" y="3874320"/>
            <a:ext cx="3351394"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152">
            <a:solidFill>
              <a:srgbClr val="E4EAF4"/>
            </a:solidFill>
            <a:prstDash val="solid"/>
          </a:ln>
        </p:spPr>
      </p:sp>
      <p:sp>
        <p:nvSpPr>
          <p:cNvPr id="29" name="Editable chart path">
            <a:extLst xmlns:a="http://schemas.openxmlformats.org/drawingml/2006/main">
              <a:ext uri="{FF2B5EF4-FFF2-40B4-BE49-F238E27FC236}">
                <a16:creationId xmlns:a16="http://schemas.microsoft.com/office/drawing/2014/main" id="{97DC22C2-70F2-42BD-B78A-774B2AC6AB82}"/>
              </a:ext>
            </a:extLst>
          </p:cNvPr>
          <p:cNvSpPr>
            <a:spLocks xmlns:a="http://schemas.openxmlformats.org/drawingml/2006/main" noGrp="1"/>
          </p:cNvSpPr>
          <p:nvPr/>
        </p:nvSpPr>
        <p:spPr>
          <a:xfrm xmlns:a="http://schemas.openxmlformats.org/drawingml/2006/main">
            <a:off x="1968357" y="3874320"/>
            <a:ext cx="47551"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869">
            <a:solidFill>
              <a:srgbClr val="5A6683"/>
            </a:solidFill>
            <a:prstDash val="solid"/>
          </a:ln>
        </p:spPr>
      </p:sp>
      <p:sp>
        <p:nvSpPr>
          <p:cNvPr id="30" name="">
            <a:extLst xmlns:a="http://schemas.openxmlformats.org/drawingml/2006/main">
              <a:ext uri="{FF2B5EF4-FFF2-40B4-BE49-F238E27FC236}">
                <a16:creationId xmlns:a16="http://schemas.microsoft.com/office/drawing/2014/main" id="{4BA2EC73-B0D9-421F-9CD6-522840BBB081}"/>
              </a:ext>
            </a:extLst>
          </p:cNvPr>
          <p:cNvSpPr>
            <a:spLocks xmlns:a="http://schemas.openxmlformats.org/drawingml/2006/main" noGrp="1"/>
          </p:cNvSpPr>
          <p:nvPr/>
        </p:nvSpPr>
        <p:spPr>
          <a:xfrm xmlns:a="http://schemas.openxmlformats.org/drawingml/2006/main" rot="0">
            <a:off x="1634349" y="3785804"/>
            <a:ext cx="2788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−0.2</a:t>
            </a:r>
          </a:p>
        </p:txBody>
      </p:sp>
      <p:sp>
        <p:nvSpPr>
          <p:cNvPr id="31" name="Editable chart path">
            <a:extLst xmlns:a="http://schemas.openxmlformats.org/drawingml/2006/main">
              <a:ext uri="{FF2B5EF4-FFF2-40B4-BE49-F238E27FC236}">
                <a16:creationId xmlns:a16="http://schemas.microsoft.com/office/drawing/2014/main" id="{5D9EDD8F-C6AE-4CAE-A745-5CA1223E6652}"/>
              </a:ext>
            </a:extLst>
          </p:cNvPr>
          <p:cNvSpPr>
            <a:spLocks xmlns:a="http://schemas.openxmlformats.org/drawingml/2006/main" noGrp="1"/>
          </p:cNvSpPr>
          <p:nvPr/>
        </p:nvSpPr>
        <p:spPr>
          <a:xfrm xmlns:a="http://schemas.openxmlformats.org/drawingml/2006/main">
            <a:off x="2015908" y="3410793"/>
            <a:ext cx="3351394"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152">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EE10EC5B-7179-4E7A-A8CE-C8FA564466BA}"/>
              </a:ext>
            </a:extLst>
          </p:cNvPr>
          <p:cNvSpPr>
            <a:spLocks xmlns:a="http://schemas.openxmlformats.org/drawingml/2006/main" noGrp="1"/>
          </p:cNvSpPr>
          <p:nvPr/>
        </p:nvSpPr>
        <p:spPr>
          <a:xfrm xmlns:a="http://schemas.openxmlformats.org/drawingml/2006/main">
            <a:off x="1968357" y="3410793"/>
            <a:ext cx="47551"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869">
            <a:solidFill>
              <a:srgbClr val="5A6683"/>
            </a:solidFill>
            <a:prstDash val="solid"/>
          </a:ln>
        </p:spPr>
      </p:sp>
      <p:sp>
        <p:nvSpPr>
          <p:cNvPr id="33" name="">
            <a:extLst xmlns:a="http://schemas.openxmlformats.org/drawingml/2006/main">
              <a:ext uri="{FF2B5EF4-FFF2-40B4-BE49-F238E27FC236}">
                <a16:creationId xmlns:a16="http://schemas.microsoft.com/office/drawing/2014/main" id="{6DBAE3D2-F25F-41B5-9F5C-B5CAAC114418}"/>
              </a:ext>
            </a:extLst>
          </p:cNvPr>
          <p:cNvSpPr>
            <a:spLocks xmlns:a="http://schemas.openxmlformats.org/drawingml/2006/main" noGrp="1"/>
          </p:cNvSpPr>
          <p:nvPr/>
        </p:nvSpPr>
        <p:spPr>
          <a:xfrm xmlns:a="http://schemas.openxmlformats.org/drawingml/2006/main" rot="0">
            <a:off x="1706231" y="3322277"/>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a:t>
            </a:r>
          </a:p>
        </p:txBody>
      </p:sp>
      <p:sp>
        <p:nvSpPr>
          <p:cNvPr id="34" name="Editable chart path">
            <a:extLst xmlns:a="http://schemas.openxmlformats.org/drawingml/2006/main">
              <a:ext uri="{FF2B5EF4-FFF2-40B4-BE49-F238E27FC236}">
                <a16:creationId xmlns:a16="http://schemas.microsoft.com/office/drawing/2014/main" id="{30F1CAE6-F3E9-4015-90E2-86A82AF9CD39}"/>
              </a:ext>
            </a:extLst>
          </p:cNvPr>
          <p:cNvSpPr>
            <a:spLocks xmlns:a="http://schemas.openxmlformats.org/drawingml/2006/main" noGrp="1"/>
          </p:cNvSpPr>
          <p:nvPr/>
        </p:nvSpPr>
        <p:spPr>
          <a:xfrm xmlns:a="http://schemas.openxmlformats.org/drawingml/2006/main">
            <a:off x="2015908" y="2947266"/>
            <a:ext cx="3351394"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152">
            <a:solidFill>
              <a:srgbClr val="E4EAF4"/>
            </a:solidFill>
            <a:prstDash val="solid"/>
          </a:ln>
        </p:spPr>
      </p:sp>
      <p:sp>
        <p:nvSpPr>
          <p:cNvPr id="35" name="Editable chart path">
            <a:extLst xmlns:a="http://schemas.openxmlformats.org/drawingml/2006/main">
              <a:ext uri="{FF2B5EF4-FFF2-40B4-BE49-F238E27FC236}">
                <a16:creationId xmlns:a16="http://schemas.microsoft.com/office/drawing/2014/main" id="{D75C7844-FEAD-439B-B052-7C00E589A4A8}"/>
              </a:ext>
            </a:extLst>
          </p:cNvPr>
          <p:cNvSpPr>
            <a:spLocks xmlns:a="http://schemas.openxmlformats.org/drawingml/2006/main" noGrp="1"/>
          </p:cNvSpPr>
          <p:nvPr/>
        </p:nvSpPr>
        <p:spPr>
          <a:xfrm xmlns:a="http://schemas.openxmlformats.org/drawingml/2006/main">
            <a:off x="1968357" y="2947266"/>
            <a:ext cx="47551"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869">
            <a:solidFill>
              <a:srgbClr val="5A6683"/>
            </a:solidFill>
            <a:prstDash val="solid"/>
          </a:ln>
        </p:spPr>
      </p:sp>
      <p:sp>
        <p:nvSpPr>
          <p:cNvPr id="36" name="">
            <a:extLst xmlns:a="http://schemas.openxmlformats.org/drawingml/2006/main">
              <a:ext uri="{FF2B5EF4-FFF2-40B4-BE49-F238E27FC236}">
                <a16:creationId xmlns:a16="http://schemas.microsoft.com/office/drawing/2014/main" id="{2654C30E-F5E3-44BD-B8DD-71D49876E212}"/>
              </a:ext>
            </a:extLst>
          </p:cNvPr>
          <p:cNvSpPr>
            <a:spLocks xmlns:a="http://schemas.openxmlformats.org/drawingml/2006/main" noGrp="1"/>
          </p:cNvSpPr>
          <p:nvPr/>
        </p:nvSpPr>
        <p:spPr>
          <a:xfrm xmlns:a="http://schemas.openxmlformats.org/drawingml/2006/main" rot="0">
            <a:off x="1711215" y="2858750"/>
            <a:ext cx="2020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0.2</a:t>
            </a:r>
          </a:p>
        </p:txBody>
      </p:sp>
      <p:sp>
        <p:nvSpPr>
          <p:cNvPr id="37" name="Editable chart path">
            <a:extLst xmlns:a="http://schemas.openxmlformats.org/drawingml/2006/main">
              <a:ext uri="{FF2B5EF4-FFF2-40B4-BE49-F238E27FC236}">
                <a16:creationId xmlns:a16="http://schemas.microsoft.com/office/drawing/2014/main" id="{B6B3A514-E6DF-4D6F-8DB2-DBE247393910}"/>
              </a:ext>
            </a:extLst>
          </p:cNvPr>
          <p:cNvSpPr>
            <a:spLocks xmlns:a="http://schemas.openxmlformats.org/drawingml/2006/main" noGrp="1"/>
          </p:cNvSpPr>
          <p:nvPr/>
        </p:nvSpPr>
        <p:spPr>
          <a:xfrm xmlns:a="http://schemas.openxmlformats.org/drawingml/2006/main">
            <a:off x="2015908" y="2483738"/>
            <a:ext cx="3351394"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152">
            <a:solidFill>
              <a:srgbClr val="E4EAF4"/>
            </a:solidFill>
            <a:prstDash val="solid"/>
          </a:ln>
        </p:spPr>
      </p:sp>
      <p:sp>
        <p:nvSpPr>
          <p:cNvPr id="38" name="Editable chart path">
            <a:extLst xmlns:a="http://schemas.openxmlformats.org/drawingml/2006/main">
              <a:ext uri="{FF2B5EF4-FFF2-40B4-BE49-F238E27FC236}">
                <a16:creationId xmlns:a16="http://schemas.microsoft.com/office/drawing/2014/main" id="{73345D9B-0CE4-4470-8D8F-5D70D89F7A6E}"/>
              </a:ext>
            </a:extLst>
          </p:cNvPr>
          <p:cNvSpPr>
            <a:spLocks xmlns:a="http://schemas.openxmlformats.org/drawingml/2006/main" noGrp="1"/>
          </p:cNvSpPr>
          <p:nvPr/>
        </p:nvSpPr>
        <p:spPr>
          <a:xfrm xmlns:a="http://schemas.openxmlformats.org/drawingml/2006/main">
            <a:off x="1968357" y="2483738"/>
            <a:ext cx="47551"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0869">
            <a:solidFill>
              <a:srgbClr val="5A6683"/>
            </a:solidFill>
            <a:prstDash val="solid"/>
          </a:ln>
        </p:spPr>
      </p:sp>
      <p:sp>
        <p:nvSpPr>
          <p:cNvPr id="39" name="">
            <a:extLst xmlns:a="http://schemas.openxmlformats.org/drawingml/2006/main">
              <a:ext uri="{FF2B5EF4-FFF2-40B4-BE49-F238E27FC236}">
                <a16:creationId xmlns:a16="http://schemas.microsoft.com/office/drawing/2014/main" id="{647BD0B8-8EEB-491E-AFCF-C6F933B68BD0}"/>
              </a:ext>
            </a:extLst>
          </p:cNvPr>
          <p:cNvSpPr>
            <a:spLocks xmlns:a="http://schemas.openxmlformats.org/drawingml/2006/main" noGrp="1"/>
          </p:cNvSpPr>
          <p:nvPr/>
        </p:nvSpPr>
        <p:spPr>
          <a:xfrm xmlns:a="http://schemas.openxmlformats.org/drawingml/2006/main" rot="0">
            <a:off x="1706251" y="2395222"/>
            <a:ext cx="2095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a:t>
            </a:r>
          </a:p>
        </p:txBody>
      </p:sp>
      <p:sp>
        <p:nvSpPr>
          <p:cNvPr id="40" name="Editable chart path">
            <a:extLst xmlns:a="http://schemas.openxmlformats.org/drawingml/2006/main">
              <a:ext uri="{FF2B5EF4-FFF2-40B4-BE49-F238E27FC236}">
                <a16:creationId xmlns:a16="http://schemas.microsoft.com/office/drawing/2014/main" id="{8C87C3E2-88F2-4E20-80AF-BFF3E359D6EB}"/>
              </a:ext>
            </a:extLst>
          </p:cNvPr>
          <p:cNvSpPr>
            <a:spLocks xmlns:a="http://schemas.openxmlformats.org/drawingml/2006/main" noGrp="1"/>
          </p:cNvSpPr>
          <p:nvPr/>
        </p:nvSpPr>
        <p:spPr>
          <a:xfrm xmlns:a="http://schemas.openxmlformats.org/drawingml/2006/main">
            <a:off x="2057801" y="3128563"/>
            <a:ext cx="335139" cy="425518"/>
          </a:xfrm>
          <a:custGeom xmlns:a="http://schemas.openxmlformats.org/drawingml/2006/main">
            <a:pathLst>
              <a:path w="234963" h="298326">
                <a:moveTo>
                  <a:pt x="0" y="298326"/>
                </a:moveTo>
                <a:lnTo>
                  <a:pt x="234963" y="298326"/>
                </a:lnTo>
                <a:lnTo>
                  <a:pt x="234963" y="0"/>
                </a:lnTo>
                <a:lnTo>
                  <a:pt x="0" y="0"/>
                </a:lnTo>
                <a:lnTo>
                  <a:pt x="0" y="298326"/>
                </a:lnTo>
                <a:close/>
              </a:path>
            </a:pathLst>
          </a:custGeom>
          <a:solidFill xmlns:a="http://schemas.openxmlformats.org/drawingml/2006/main">
            <a:srgbClr val="224889">
              <a:alpha val="35000"/>
            </a:srgbClr>
          </a:solidFill>
          <a:ln xmlns:a="http://schemas.openxmlformats.org/drawingml/2006/main" w="13586">
            <a:solidFill>
              <a:srgbClr val="224889"/>
            </a:solidFill>
            <a:prstDash val="solid"/>
          </a:ln>
        </p:spPr>
      </p:sp>
      <p:sp>
        <p:nvSpPr>
          <p:cNvPr id="41" name="Editable chart path">
            <a:extLst xmlns:a="http://schemas.openxmlformats.org/drawingml/2006/main">
              <a:ext uri="{FF2B5EF4-FFF2-40B4-BE49-F238E27FC236}">
                <a16:creationId xmlns:a16="http://schemas.microsoft.com/office/drawing/2014/main" id="{2866DF46-36EB-4378-8E61-6819F77BA791}"/>
              </a:ext>
            </a:extLst>
          </p:cNvPr>
          <p:cNvSpPr>
            <a:spLocks xmlns:a="http://schemas.openxmlformats.org/drawingml/2006/main" noGrp="1"/>
          </p:cNvSpPr>
          <p:nvPr/>
        </p:nvSpPr>
        <p:spPr>
          <a:xfrm xmlns:a="http://schemas.openxmlformats.org/drawingml/2006/main">
            <a:off x="2225370" y="3554081"/>
            <a:ext cx="95" cy="498002"/>
          </a:xfrm>
          <a:custGeom xmlns:a="http://schemas.openxmlformats.org/drawingml/2006/main">
            <a:pathLst>
              <a:path w="95" h="349144">
                <a:moveTo>
                  <a:pt x="0" y="0"/>
                </a:moveTo>
                <a:lnTo>
                  <a:pt x="0" y="349144"/>
                </a:lnTo>
              </a:path>
            </a:pathLst>
          </a:custGeom>
          <a:noFill xmlns:a="http://schemas.openxmlformats.org/drawingml/2006/main"/>
          <a:ln xmlns:a="http://schemas.openxmlformats.org/drawingml/2006/main" w="13586">
            <a:solidFill>
              <a:srgbClr val="14203A"/>
            </a:solidFill>
            <a:prstDash val="solid"/>
          </a:ln>
        </p:spPr>
      </p:sp>
      <p:sp>
        <p:nvSpPr>
          <p:cNvPr id="42" name="Editable chart path">
            <a:extLst xmlns:a="http://schemas.openxmlformats.org/drawingml/2006/main">
              <a:ext uri="{FF2B5EF4-FFF2-40B4-BE49-F238E27FC236}">
                <a16:creationId xmlns:a16="http://schemas.microsoft.com/office/drawing/2014/main" id="{96286C10-491A-4CD3-907D-C40D89A8B6B2}"/>
              </a:ext>
            </a:extLst>
          </p:cNvPr>
          <p:cNvSpPr>
            <a:spLocks xmlns:a="http://schemas.openxmlformats.org/drawingml/2006/main" noGrp="1"/>
          </p:cNvSpPr>
          <p:nvPr/>
        </p:nvSpPr>
        <p:spPr>
          <a:xfrm xmlns:a="http://schemas.openxmlformats.org/drawingml/2006/main">
            <a:off x="2225370" y="2724077"/>
            <a:ext cx="95" cy="404486"/>
          </a:xfrm>
          <a:custGeom xmlns:a="http://schemas.openxmlformats.org/drawingml/2006/main">
            <a:pathLst>
              <a:path w="95" h="283581">
                <a:moveTo>
                  <a:pt x="0" y="283581"/>
                </a:moveTo>
                <a:lnTo>
                  <a:pt x="0" y="0"/>
                </a:lnTo>
              </a:path>
            </a:pathLst>
          </a:custGeom>
          <a:noFill xmlns:a="http://schemas.openxmlformats.org/drawingml/2006/main"/>
          <a:ln xmlns:a="http://schemas.openxmlformats.org/drawingml/2006/main" w="13586">
            <a:solidFill>
              <a:srgbClr val="14203A"/>
            </a:solidFill>
            <a:prstDash val="solid"/>
          </a:ln>
        </p:spPr>
      </p:sp>
      <p:sp>
        <p:nvSpPr>
          <p:cNvPr id="43" name="Editable chart path">
            <a:extLst xmlns:a="http://schemas.openxmlformats.org/drawingml/2006/main">
              <a:ext uri="{FF2B5EF4-FFF2-40B4-BE49-F238E27FC236}">
                <a16:creationId xmlns:a16="http://schemas.microsoft.com/office/drawing/2014/main" id="{56DF17BD-23D8-4F35-AADD-4FBF65D4FEAB}"/>
              </a:ext>
            </a:extLst>
          </p:cNvPr>
          <p:cNvSpPr>
            <a:spLocks xmlns:a="http://schemas.openxmlformats.org/drawingml/2006/main" noGrp="1"/>
          </p:cNvSpPr>
          <p:nvPr/>
        </p:nvSpPr>
        <p:spPr>
          <a:xfrm xmlns:a="http://schemas.openxmlformats.org/drawingml/2006/main">
            <a:off x="2141586" y="4052083"/>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44" name="Editable chart path">
            <a:extLst xmlns:a="http://schemas.openxmlformats.org/drawingml/2006/main">
              <a:ext uri="{FF2B5EF4-FFF2-40B4-BE49-F238E27FC236}">
                <a16:creationId xmlns:a16="http://schemas.microsoft.com/office/drawing/2014/main" id="{C94E291B-CC40-42C5-94F3-F803B03726CB}"/>
              </a:ext>
            </a:extLst>
          </p:cNvPr>
          <p:cNvSpPr>
            <a:spLocks xmlns:a="http://schemas.openxmlformats.org/drawingml/2006/main" noGrp="1"/>
          </p:cNvSpPr>
          <p:nvPr/>
        </p:nvSpPr>
        <p:spPr>
          <a:xfrm xmlns:a="http://schemas.openxmlformats.org/drawingml/2006/main">
            <a:off x="2141586" y="2724077"/>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45" name="Editable chart path">
            <a:extLst xmlns:a="http://schemas.openxmlformats.org/drawingml/2006/main">
              <a:ext uri="{FF2B5EF4-FFF2-40B4-BE49-F238E27FC236}">
                <a16:creationId xmlns:a16="http://schemas.microsoft.com/office/drawing/2014/main" id="{85323209-20DB-4F51-AD77-73901469A2AF}"/>
              </a:ext>
            </a:extLst>
          </p:cNvPr>
          <p:cNvSpPr>
            <a:spLocks xmlns:a="http://schemas.openxmlformats.org/drawingml/2006/main" noGrp="1"/>
          </p:cNvSpPr>
          <p:nvPr/>
        </p:nvSpPr>
        <p:spPr>
          <a:xfrm xmlns:a="http://schemas.openxmlformats.org/drawingml/2006/main">
            <a:off x="3314573" y="3303429"/>
            <a:ext cx="335139" cy="681501"/>
          </a:xfrm>
          <a:custGeom xmlns:a="http://schemas.openxmlformats.org/drawingml/2006/main">
            <a:pathLst>
              <a:path w="234963" h="477793">
                <a:moveTo>
                  <a:pt x="0" y="477793"/>
                </a:moveTo>
                <a:lnTo>
                  <a:pt x="234963" y="477793"/>
                </a:lnTo>
                <a:lnTo>
                  <a:pt x="234963" y="0"/>
                </a:lnTo>
                <a:lnTo>
                  <a:pt x="0" y="0"/>
                </a:lnTo>
                <a:lnTo>
                  <a:pt x="0" y="477793"/>
                </a:lnTo>
                <a:close/>
              </a:path>
            </a:pathLst>
          </a:custGeom>
          <a:solidFill xmlns:a="http://schemas.openxmlformats.org/drawingml/2006/main">
            <a:srgbClr val="224889">
              <a:alpha val="35000"/>
            </a:srgbClr>
          </a:solidFill>
          <a:ln xmlns:a="http://schemas.openxmlformats.org/drawingml/2006/main" w="13586">
            <a:solidFill>
              <a:srgbClr val="224889"/>
            </a:solidFill>
            <a:prstDash val="solid"/>
          </a:ln>
        </p:spPr>
      </p:sp>
      <p:sp>
        <p:nvSpPr>
          <p:cNvPr id="46" name="Editable chart path">
            <a:extLst xmlns:a="http://schemas.openxmlformats.org/drawingml/2006/main">
              <a:ext uri="{FF2B5EF4-FFF2-40B4-BE49-F238E27FC236}">
                <a16:creationId xmlns:a16="http://schemas.microsoft.com/office/drawing/2014/main" id="{E0AB7806-BFF3-4644-A439-4AC04F2FAED7}"/>
              </a:ext>
            </a:extLst>
          </p:cNvPr>
          <p:cNvSpPr>
            <a:spLocks xmlns:a="http://schemas.openxmlformats.org/drawingml/2006/main" noGrp="1"/>
          </p:cNvSpPr>
          <p:nvPr/>
        </p:nvSpPr>
        <p:spPr>
          <a:xfrm xmlns:a="http://schemas.openxmlformats.org/drawingml/2006/main">
            <a:off x="3482143" y="3984930"/>
            <a:ext cx="95" cy="633352"/>
          </a:xfrm>
          <a:custGeom xmlns:a="http://schemas.openxmlformats.org/drawingml/2006/main">
            <a:pathLst>
              <a:path w="95" h="444037">
                <a:moveTo>
                  <a:pt x="0" y="0"/>
                </a:moveTo>
                <a:lnTo>
                  <a:pt x="0" y="444037"/>
                </a:lnTo>
              </a:path>
            </a:pathLst>
          </a:custGeom>
          <a:noFill xmlns:a="http://schemas.openxmlformats.org/drawingml/2006/main"/>
          <a:ln xmlns:a="http://schemas.openxmlformats.org/drawingml/2006/main" w="13586">
            <a:solidFill>
              <a:srgbClr val="14203A"/>
            </a:solidFill>
            <a:prstDash val="solid"/>
          </a:ln>
        </p:spPr>
      </p:sp>
      <p:sp>
        <p:nvSpPr>
          <p:cNvPr id="47" name="Editable chart path">
            <a:extLst xmlns:a="http://schemas.openxmlformats.org/drawingml/2006/main">
              <a:ext uri="{FF2B5EF4-FFF2-40B4-BE49-F238E27FC236}">
                <a16:creationId xmlns:a16="http://schemas.microsoft.com/office/drawing/2014/main" id="{EF868B68-CDD2-4BB8-9AC1-4D1A18993F69}"/>
              </a:ext>
            </a:extLst>
          </p:cNvPr>
          <p:cNvSpPr>
            <a:spLocks xmlns:a="http://schemas.openxmlformats.org/drawingml/2006/main" noGrp="1"/>
          </p:cNvSpPr>
          <p:nvPr/>
        </p:nvSpPr>
        <p:spPr>
          <a:xfrm xmlns:a="http://schemas.openxmlformats.org/drawingml/2006/main">
            <a:off x="3482143" y="2795692"/>
            <a:ext cx="95" cy="507736"/>
          </a:xfrm>
          <a:custGeom xmlns:a="http://schemas.openxmlformats.org/drawingml/2006/main">
            <a:pathLst>
              <a:path w="95" h="355969">
                <a:moveTo>
                  <a:pt x="0" y="355969"/>
                </a:moveTo>
                <a:lnTo>
                  <a:pt x="0" y="0"/>
                </a:lnTo>
              </a:path>
            </a:pathLst>
          </a:custGeom>
          <a:noFill xmlns:a="http://schemas.openxmlformats.org/drawingml/2006/main"/>
          <a:ln xmlns:a="http://schemas.openxmlformats.org/drawingml/2006/main" w="13586">
            <a:solidFill>
              <a:srgbClr val="14203A"/>
            </a:solidFill>
            <a:prstDash val="solid"/>
          </a:ln>
        </p:spPr>
      </p:sp>
      <p:sp>
        <p:nvSpPr>
          <p:cNvPr id="48" name="Editable chart path">
            <a:extLst xmlns:a="http://schemas.openxmlformats.org/drawingml/2006/main">
              <a:ext uri="{FF2B5EF4-FFF2-40B4-BE49-F238E27FC236}">
                <a16:creationId xmlns:a16="http://schemas.microsoft.com/office/drawing/2014/main" id="{AEB6AA99-AAE0-4C56-98EF-07CBBBDF6A29}"/>
              </a:ext>
            </a:extLst>
          </p:cNvPr>
          <p:cNvSpPr>
            <a:spLocks xmlns:a="http://schemas.openxmlformats.org/drawingml/2006/main" noGrp="1"/>
          </p:cNvSpPr>
          <p:nvPr/>
        </p:nvSpPr>
        <p:spPr>
          <a:xfrm xmlns:a="http://schemas.openxmlformats.org/drawingml/2006/main">
            <a:off x="3398358" y="4618282"/>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49" name="Editable chart path">
            <a:extLst xmlns:a="http://schemas.openxmlformats.org/drawingml/2006/main">
              <a:ext uri="{FF2B5EF4-FFF2-40B4-BE49-F238E27FC236}">
                <a16:creationId xmlns:a16="http://schemas.microsoft.com/office/drawing/2014/main" id="{BE582B22-C6F1-4AAB-8F6C-BEF4FF2A32A2}"/>
              </a:ext>
            </a:extLst>
          </p:cNvPr>
          <p:cNvSpPr>
            <a:spLocks xmlns:a="http://schemas.openxmlformats.org/drawingml/2006/main" noGrp="1"/>
          </p:cNvSpPr>
          <p:nvPr/>
        </p:nvSpPr>
        <p:spPr>
          <a:xfrm xmlns:a="http://schemas.openxmlformats.org/drawingml/2006/main">
            <a:off x="3398358" y="2795692"/>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50" name="Editable chart path">
            <a:extLst xmlns:a="http://schemas.openxmlformats.org/drawingml/2006/main">
              <a:ext uri="{FF2B5EF4-FFF2-40B4-BE49-F238E27FC236}">
                <a16:creationId xmlns:a16="http://schemas.microsoft.com/office/drawing/2014/main" id="{FFD15A47-BF73-455C-BF9C-1827A0094A08}"/>
              </a:ext>
            </a:extLst>
          </p:cNvPr>
          <p:cNvSpPr>
            <a:spLocks xmlns:a="http://schemas.openxmlformats.org/drawingml/2006/main" noGrp="1"/>
          </p:cNvSpPr>
          <p:nvPr/>
        </p:nvSpPr>
        <p:spPr>
          <a:xfrm xmlns:a="http://schemas.openxmlformats.org/drawingml/2006/main">
            <a:off x="4571346" y="3528993"/>
            <a:ext cx="335139" cy="702823"/>
          </a:xfrm>
          <a:custGeom xmlns:a="http://schemas.openxmlformats.org/drawingml/2006/main">
            <a:pathLst>
              <a:path w="234963" h="492742">
                <a:moveTo>
                  <a:pt x="0" y="492742"/>
                </a:moveTo>
                <a:lnTo>
                  <a:pt x="234963" y="492742"/>
                </a:lnTo>
                <a:lnTo>
                  <a:pt x="234963" y="0"/>
                </a:lnTo>
                <a:lnTo>
                  <a:pt x="0" y="0"/>
                </a:lnTo>
                <a:lnTo>
                  <a:pt x="0" y="492742"/>
                </a:lnTo>
                <a:close/>
              </a:path>
            </a:pathLst>
          </a:custGeom>
          <a:solidFill xmlns:a="http://schemas.openxmlformats.org/drawingml/2006/main">
            <a:srgbClr val="224889">
              <a:alpha val="35000"/>
            </a:srgbClr>
          </a:solidFill>
          <a:ln xmlns:a="http://schemas.openxmlformats.org/drawingml/2006/main" w="13586">
            <a:solidFill>
              <a:srgbClr val="224889"/>
            </a:solidFill>
            <a:prstDash val="solid"/>
          </a:ln>
        </p:spPr>
      </p:sp>
      <p:sp>
        <p:nvSpPr>
          <p:cNvPr id="51" name="Editable chart path">
            <a:extLst xmlns:a="http://schemas.openxmlformats.org/drawingml/2006/main">
              <a:ext uri="{FF2B5EF4-FFF2-40B4-BE49-F238E27FC236}">
                <a16:creationId xmlns:a16="http://schemas.microsoft.com/office/drawing/2014/main" id="{4C1B11D7-374D-4368-9BCC-2FB1AA431D90}"/>
              </a:ext>
            </a:extLst>
          </p:cNvPr>
          <p:cNvSpPr>
            <a:spLocks xmlns:a="http://schemas.openxmlformats.org/drawingml/2006/main" noGrp="1"/>
          </p:cNvSpPr>
          <p:nvPr/>
        </p:nvSpPr>
        <p:spPr>
          <a:xfrm xmlns:a="http://schemas.openxmlformats.org/drawingml/2006/main">
            <a:off x="4738916" y="4231816"/>
            <a:ext cx="95" cy="657398"/>
          </a:xfrm>
          <a:custGeom xmlns:a="http://schemas.openxmlformats.org/drawingml/2006/main">
            <a:pathLst>
              <a:path w="95" h="460895">
                <a:moveTo>
                  <a:pt x="0" y="0"/>
                </a:moveTo>
                <a:lnTo>
                  <a:pt x="0" y="460895"/>
                </a:lnTo>
              </a:path>
            </a:pathLst>
          </a:custGeom>
          <a:noFill xmlns:a="http://schemas.openxmlformats.org/drawingml/2006/main"/>
          <a:ln xmlns:a="http://schemas.openxmlformats.org/drawingml/2006/main" w="13586">
            <a:solidFill>
              <a:srgbClr val="14203A"/>
            </a:solidFill>
            <a:prstDash val="solid"/>
          </a:ln>
        </p:spPr>
      </p:sp>
      <p:sp>
        <p:nvSpPr>
          <p:cNvPr id="52" name="Editable chart path">
            <a:extLst xmlns:a="http://schemas.openxmlformats.org/drawingml/2006/main">
              <a:ext uri="{FF2B5EF4-FFF2-40B4-BE49-F238E27FC236}">
                <a16:creationId xmlns:a16="http://schemas.microsoft.com/office/drawing/2014/main" id="{D5C1881A-C0E0-42C4-8B97-60253CEB7ADE}"/>
              </a:ext>
            </a:extLst>
          </p:cNvPr>
          <p:cNvSpPr>
            <a:spLocks xmlns:a="http://schemas.openxmlformats.org/drawingml/2006/main" noGrp="1"/>
          </p:cNvSpPr>
          <p:nvPr/>
        </p:nvSpPr>
        <p:spPr>
          <a:xfrm xmlns:a="http://schemas.openxmlformats.org/drawingml/2006/main">
            <a:off x="4738916" y="3004743"/>
            <a:ext cx="95" cy="524249"/>
          </a:xfrm>
          <a:custGeom xmlns:a="http://schemas.openxmlformats.org/drawingml/2006/main">
            <a:pathLst>
              <a:path w="95" h="367546">
                <a:moveTo>
                  <a:pt x="0" y="367546"/>
                </a:moveTo>
                <a:lnTo>
                  <a:pt x="0" y="0"/>
                </a:lnTo>
              </a:path>
            </a:pathLst>
          </a:custGeom>
          <a:noFill xmlns:a="http://schemas.openxmlformats.org/drawingml/2006/main"/>
          <a:ln xmlns:a="http://schemas.openxmlformats.org/drawingml/2006/main" w="13586">
            <a:solidFill>
              <a:srgbClr val="14203A"/>
            </a:solidFill>
            <a:prstDash val="solid"/>
          </a:ln>
        </p:spPr>
      </p:sp>
      <p:sp>
        <p:nvSpPr>
          <p:cNvPr id="53" name="Editable chart path">
            <a:extLst xmlns:a="http://schemas.openxmlformats.org/drawingml/2006/main">
              <a:ext uri="{FF2B5EF4-FFF2-40B4-BE49-F238E27FC236}">
                <a16:creationId xmlns:a16="http://schemas.microsoft.com/office/drawing/2014/main" id="{896CFFCE-C99B-4090-BFCA-1926691ADAC3}"/>
              </a:ext>
            </a:extLst>
          </p:cNvPr>
          <p:cNvSpPr>
            <a:spLocks xmlns:a="http://schemas.openxmlformats.org/drawingml/2006/main" noGrp="1"/>
          </p:cNvSpPr>
          <p:nvPr/>
        </p:nvSpPr>
        <p:spPr>
          <a:xfrm xmlns:a="http://schemas.openxmlformats.org/drawingml/2006/main">
            <a:off x="4655131" y="4889214"/>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54" name="Editable chart path">
            <a:extLst xmlns:a="http://schemas.openxmlformats.org/drawingml/2006/main">
              <a:ext uri="{FF2B5EF4-FFF2-40B4-BE49-F238E27FC236}">
                <a16:creationId xmlns:a16="http://schemas.microsoft.com/office/drawing/2014/main" id="{6907F7F0-42C9-4438-BEAC-093F87882BB2}"/>
              </a:ext>
            </a:extLst>
          </p:cNvPr>
          <p:cNvSpPr>
            <a:spLocks xmlns:a="http://schemas.openxmlformats.org/drawingml/2006/main" noGrp="1"/>
          </p:cNvSpPr>
          <p:nvPr/>
        </p:nvSpPr>
        <p:spPr>
          <a:xfrm xmlns:a="http://schemas.openxmlformats.org/drawingml/2006/main">
            <a:off x="4655131" y="3004743"/>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55" name="Editable chart path">
            <a:extLst xmlns:a="http://schemas.openxmlformats.org/drawingml/2006/main">
              <a:ext uri="{FF2B5EF4-FFF2-40B4-BE49-F238E27FC236}">
                <a16:creationId xmlns:a16="http://schemas.microsoft.com/office/drawing/2014/main" id="{1231BD2B-0719-4397-A4D0-4DA15AA2A54A}"/>
              </a:ext>
            </a:extLst>
          </p:cNvPr>
          <p:cNvSpPr>
            <a:spLocks xmlns:a="http://schemas.openxmlformats.org/drawingml/2006/main" noGrp="1"/>
          </p:cNvSpPr>
          <p:nvPr/>
        </p:nvSpPr>
        <p:spPr>
          <a:xfrm xmlns:a="http://schemas.openxmlformats.org/drawingml/2006/main">
            <a:off x="2476725" y="2770082"/>
            <a:ext cx="335139" cy="722929"/>
          </a:xfrm>
          <a:custGeom xmlns:a="http://schemas.openxmlformats.org/drawingml/2006/main">
            <a:pathLst>
              <a:path w="234963" h="506838">
                <a:moveTo>
                  <a:pt x="0" y="506838"/>
                </a:moveTo>
                <a:lnTo>
                  <a:pt x="234963" y="506838"/>
                </a:lnTo>
                <a:lnTo>
                  <a:pt x="234963" y="0"/>
                </a:lnTo>
                <a:lnTo>
                  <a:pt x="0" y="0"/>
                </a:lnTo>
                <a:lnTo>
                  <a:pt x="0" y="506838"/>
                </a:lnTo>
                <a:close/>
              </a:path>
            </a:pathLst>
          </a:custGeom>
          <a:solidFill xmlns:a="http://schemas.openxmlformats.org/drawingml/2006/main">
            <a:srgbClr val="C0453C">
              <a:alpha val="35000"/>
            </a:srgbClr>
          </a:solidFill>
          <a:ln xmlns:a="http://schemas.openxmlformats.org/drawingml/2006/main" w="13586">
            <a:solidFill>
              <a:srgbClr val="C0453C"/>
            </a:solidFill>
            <a:prstDash val="solid"/>
          </a:ln>
        </p:spPr>
      </p:sp>
      <p:sp>
        <p:nvSpPr>
          <p:cNvPr id="56" name="Editable chart path">
            <a:extLst xmlns:a="http://schemas.openxmlformats.org/drawingml/2006/main">
              <a:ext uri="{FF2B5EF4-FFF2-40B4-BE49-F238E27FC236}">
                <a16:creationId xmlns:a16="http://schemas.microsoft.com/office/drawing/2014/main" id="{58D9E49B-625E-41DB-869D-444FE3272FE1}"/>
              </a:ext>
            </a:extLst>
          </p:cNvPr>
          <p:cNvSpPr>
            <a:spLocks xmlns:a="http://schemas.openxmlformats.org/drawingml/2006/main" noGrp="1"/>
          </p:cNvSpPr>
          <p:nvPr/>
        </p:nvSpPr>
        <p:spPr>
          <a:xfrm xmlns:a="http://schemas.openxmlformats.org/drawingml/2006/main">
            <a:off x="2644295" y="3493011"/>
            <a:ext cx="95" cy="599399"/>
          </a:xfrm>
          <a:custGeom xmlns:a="http://schemas.openxmlformats.org/drawingml/2006/main">
            <a:pathLst>
              <a:path w="95" h="420232">
                <a:moveTo>
                  <a:pt x="0" y="0"/>
                </a:moveTo>
                <a:lnTo>
                  <a:pt x="0" y="420232"/>
                </a:lnTo>
              </a:path>
            </a:pathLst>
          </a:custGeom>
          <a:noFill xmlns:a="http://schemas.openxmlformats.org/drawingml/2006/main"/>
          <a:ln xmlns:a="http://schemas.openxmlformats.org/drawingml/2006/main" w="13586">
            <a:solidFill>
              <a:srgbClr val="14203A"/>
            </a:solidFill>
            <a:prstDash val="solid"/>
          </a:ln>
        </p:spPr>
      </p:sp>
      <p:sp>
        <p:nvSpPr>
          <p:cNvPr id="57" name="Editable chart path">
            <a:extLst xmlns:a="http://schemas.openxmlformats.org/drawingml/2006/main">
              <a:ext uri="{FF2B5EF4-FFF2-40B4-BE49-F238E27FC236}">
                <a16:creationId xmlns:a16="http://schemas.microsoft.com/office/drawing/2014/main" id="{51002FF7-6ED3-415A-8001-E0F341BD259D}"/>
              </a:ext>
            </a:extLst>
          </p:cNvPr>
          <p:cNvSpPr>
            <a:spLocks xmlns:a="http://schemas.openxmlformats.org/drawingml/2006/main" noGrp="1"/>
          </p:cNvSpPr>
          <p:nvPr/>
        </p:nvSpPr>
        <p:spPr>
          <a:xfrm xmlns:a="http://schemas.openxmlformats.org/drawingml/2006/main">
            <a:off x="2644295" y="2573431"/>
            <a:ext cx="95" cy="196651"/>
          </a:xfrm>
          <a:custGeom xmlns:a="http://schemas.openxmlformats.org/drawingml/2006/main">
            <a:pathLst>
              <a:path w="95" h="137870">
                <a:moveTo>
                  <a:pt x="0" y="137870"/>
                </a:moveTo>
                <a:lnTo>
                  <a:pt x="0" y="0"/>
                </a:lnTo>
              </a:path>
            </a:pathLst>
          </a:custGeom>
          <a:noFill xmlns:a="http://schemas.openxmlformats.org/drawingml/2006/main"/>
          <a:ln xmlns:a="http://schemas.openxmlformats.org/drawingml/2006/main" w="13586">
            <a:solidFill>
              <a:srgbClr val="14203A"/>
            </a:solidFill>
            <a:prstDash val="solid"/>
          </a:ln>
        </p:spPr>
      </p:sp>
      <p:sp>
        <p:nvSpPr>
          <p:cNvPr id="58" name="Editable chart path">
            <a:extLst xmlns:a="http://schemas.openxmlformats.org/drawingml/2006/main">
              <a:ext uri="{FF2B5EF4-FFF2-40B4-BE49-F238E27FC236}">
                <a16:creationId xmlns:a16="http://schemas.microsoft.com/office/drawing/2014/main" id="{C64AF22C-1121-42D0-BE87-2C118F816DA8}"/>
              </a:ext>
            </a:extLst>
          </p:cNvPr>
          <p:cNvSpPr>
            <a:spLocks xmlns:a="http://schemas.openxmlformats.org/drawingml/2006/main" noGrp="1"/>
          </p:cNvSpPr>
          <p:nvPr/>
        </p:nvSpPr>
        <p:spPr>
          <a:xfrm xmlns:a="http://schemas.openxmlformats.org/drawingml/2006/main">
            <a:off x="2560510" y="4092410"/>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59" name="Editable chart path">
            <a:extLst xmlns:a="http://schemas.openxmlformats.org/drawingml/2006/main">
              <a:ext uri="{FF2B5EF4-FFF2-40B4-BE49-F238E27FC236}">
                <a16:creationId xmlns:a16="http://schemas.microsoft.com/office/drawing/2014/main" id="{68FCD430-A553-42E0-8F69-AF5B0C219F7F}"/>
              </a:ext>
            </a:extLst>
          </p:cNvPr>
          <p:cNvSpPr>
            <a:spLocks xmlns:a="http://schemas.openxmlformats.org/drawingml/2006/main" noGrp="1"/>
          </p:cNvSpPr>
          <p:nvPr/>
        </p:nvSpPr>
        <p:spPr>
          <a:xfrm xmlns:a="http://schemas.openxmlformats.org/drawingml/2006/main">
            <a:off x="2560510" y="2573431"/>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60" name="Editable chart path">
            <a:extLst xmlns:a="http://schemas.openxmlformats.org/drawingml/2006/main">
              <a:ext uri="{FF2B5EF4-FFF2-40B4-BE49-F238E27FC236}">
                <a16:creationId xmlns:a16="http://schemas.microsoft.com/office/drawing/2014/main" id="{3D30CD35-E420-4468-9B21-4B0FDEC9161A}"/>
              </a:ext>
            </a:extLst>
          </p:cNvPr>
          <p:cNvSpPr>
            <a:spLocks xmlns:a="http://schemas.openxmlformats.org/drawingml/2006/main" noGrp="1"/>
          </p:cNvSpPr>
          <p:nvPr/>
        </p:nvSpPr>
        <p:spPr>
          <a:xfrm xmlns:a="http://schemas.openxmlformats.org/drawingml/2006/main">
            <a:off x="3733498" y="3266868"/>
            <a:ext cx="335139" cy="370185"/>
          </a:xfrm>
          <a:custGeom xmlns:a="http://schemas.openxmlformats.org/drawingml/2006/main">
            <a:pathLst>
              <a:path w="234963" h="259532">
                <a:moveTo>
                  <a:pt x="0" y="259532"/>
                </a:moveTo>
                <a:lnTo>
                  <a:pt x="234963" y="259532"/>
                </a:lnTo>
                <a:lnTo>
                  <a:pt x="234963" y="0"/>
                </a:lnTo>
                <a:lnTo>
                  <a:pt x="0" y="0"/>
                </a:lnTo>
                <a:lnTo>
                  <a:pt x="0" y="259532"/>
                </a:lnTo>
                <a:close/>
              </a:path>
            </a:pathLst>
          </a:custGeom>
          <a:solidFill xmlns:a="http://schemas.openxmlformats.org/drawingml/2006/main">
            <a:srgbClr val="C0453C">
              <a:alpha val="35000"/>
            </a:srgbClr>
          </a:solidFill>
          <a:ln xmlns:a="http://schemas.openxmlformats.org/drawingml/2006/main" w="13586">
            <a:solidFill>
              <a:srgbClr val="C0453C"/>
            </a:solidFill>
            <a:prstDash val="solid"/>
          </a:ln>
        </p:spPr>
      </p:sp>
      <p:sp>
        <p:nvSpPr>
          <p:cNvPr id="61" name="Editable chart path">
            <a:extLst xmlns:a="http://schemas.openxmlformats.org/drawingml/2006/main">
              <a:ext uri="{FF2B5EF4-FFF2-40B4-BE49-F238E27FC236}">
                <a16:creationId xmlns:a16="http://schemas.microsoft.com/office/drawing/2014/main" id="{D04BED9B-20A3-4FA6-8EFF-276DEF30F9FF}"/>
              </a:ext>
            </a:extLst>
          </p:cNvPr>
          <p:cNvSpPr>
            <a:spLocks xmlns:a="http://schemas.openxmlformats.org/drawingml/2006/main" noGrp="1"/>
          </p:cNvSpPr>
          <p:nvPr/>
        </p:nvSpPr>
        <p:spPr>
          <a:xfrm xmlns:a="http://schemas.openxmlformats.org/drawingml/2006/main">
            <a:off x="3901067" y="3637052"/>
            <a:ext cx="95" cy="269715"/>
          </a:xfrm>
          <a:custGeom xmlns:a="http://schemas.openxmlformats.org/drawingml/2006/main">
            <a:pathLst>
              <a:path w="95" h="189094">
                <a:moveTo>
                  <a:pt x="0" y="0"/>
                </a:moveTo>
                <a:lnTo>
                  <a:pt x="0" y="189094"/>
                </a:lnTo>
              </a:path>
            </a:pathLst>
          </a:custGeom>
          <a:noFill xmlns:a="http://schemas.openxmlformats.org/drawingml/2006/main"/>
          <a:ln xmlns:a="http://schemas.openxmlformats.org/drawingml/2006/main" w="13586">
            <a:solidFill>
              <a:srgbClr val="14203A"/>
            </a:solidFill>
            <a:prstDash val="solid"/>
          </a:ln>
        </p:spPr>
      </p:sp>
      <p:sp>
        <p:nvSpPr>
          <p:cNvPr id="62" name="Editable chart path">
            <a:extLst xmlns:a="http://schemas.openxmlformats.org/drawingml/2006/main">
              <a:ext uri="{FF2B5EF4-FFF2-40B4-BE49-F238E27FC236}">
                <a16:creationId xmlns:a16="http://schemas.microsoft.com/office/drawing/2014/main" id="{08E2017D-DC5C-4664-883D-F14512F60563}"/>
              </a:ext>
            </a:extLst>
          </p:cNvPr>
          <p:cNvSpPr>
            <a:spLocks xmlns:a="http://schemas.openxmlformats.org/drawingml/2006/main" noGrp="1"/>
          </p:cNvSpPr>
          <p:nvPr/>
        </p:nvSpPr>
        <p:spPr>
          <a:xfrm xmlns:a="http://schemas.openxmlformats.org/drawingml/2006/main">
            <a:off x="3901067" y="2769039"/>
            <a:ext cx="95" cy="497828"/>
          </a:xfrm>
          <a:custGeom xmlns:a="http://schemas.openxmlformats.org/drawingml/2006/main">
            <a:pathLst>
              <a:path w="95" h="349022">
                <a:moveTo>
                  <a:pt x="0" y="349022"/>
                </a:moveTo>
                <a:lnTo>
                  <a:pt x="0" y="0"/>
                </a:lnTo>
              </a:path>
            </a:pathLst>
          </a:custGeom>
          <a:noFill xmlns:a="http://schemas.openxmlformats.org/drawingml/2006/main"/>
          <a:ln xmlns:a="http://schemas.openxmlformats.org/drawingml/2006/main" w="13586">
            <a:solidFill>
              <a:srgbClr val="14203A"/>
            </a:solidFill>
            <a:prstDash val="solid"/>
          </a:ln>
        </p:spPr>
      </p:sp>
      <p:sp>
        <p:nvSpPr>
          <p:cNvPr id="63" name="Editable chart path">
            <a:extLst xmlns:a="http://schemas.openxmlformats.org/drawingml/2006/main">
              <a:ext uri="{FF2B5EF4-FFF2-40B4-BE49-F238E27FC236}">
                <a16:creationId xmlns:a16="http://schemas.microsoft.com/office/drawing/2014/main" id="{FE8538BB-7C08-4115-B849-280B5B79D3F6}"/>
              </a:ext>
            </a:extLst>
          </p:cNvPr>
          <p:cNvSpPr>
            <a:spLocks xmlns:a="http://schemas.openxmlformats.org/drawingml/2006/main" noGrp="1"/>
          </p:cNvSpPr>
          <p:nvPr/>
        </p:nvSpPr>
        <p:spPr>
          <a:xfrm xmlns:a="http://schemas.openxmlformats.org/drawingml/2006/main">
            <a:off x="3817282" y="3906767"/>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64" name="Editable chart path">
            <a:extLst xmlns:a="http://schemas.openxmlformats.org/drawingml/2006/main">
              <a:ext uri="{FF2B5EF4-FFF2-40B4-BE49-F238E27FC236}">
                <a16:creationId xmlns:a16="http://schemas.microsoft.com/office/drawing/2014/main" id="{CB38F562-FA02-41DB-9B0E-926C1EFAF8A1}"/>
              </a:ext>
            </a:extLst>
          </p:cNvPr>
          <p:cNvSpPr>
            <a:spLocks xmlns:a="http://schemas.openxmlformats.org/drawingml/2006/main" noGrp="1"/>
          </p:cNvSpPr>
          <p:nvPr/>
        </p:nvSpPr>
        <p:spPr>
          <a:xfrm xmlns:a="http://schemas.openxmlformats.org/drawingml/2006/main">
            <a:off x="3817282" y="2769039"/>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65" name="Editable chart path">
            <a:extLst xmlns:a="http://schemas.openxmlformats.org/drawingml/2006/main">
              <a:ext uri="{FF2B5EF4-FFF2-40B4-BE49-F238E27FC236}">
                <a16:creationId xmlns:a16="http://schemas.microsoft.com/office/drawing/2014/main" id="{13A16590-1511-4ACF-A031-6F6011C42AC7}"/>
              </a:ext>
            </a:extLst>
          </p:cNvPr>
          <p:cNvSpPr>
            <a:spLocks xmlns:a="http://schemas.openxmlformats.org/drawingml/2006/main" noGrp="1"/>
          </p:cNvSpPr>
          <p:nvPr/>
        </p:nvSpPr>
        <p:spPr>
          <a:xfrm xmlns:a="http://schemas.openxmlformats.org/drawingml/2006/main">
            <a:off x="4990270" y="3407896"/>
            <a:ext cx="335139" cy="488848"/>
          </a:xfrm>
          <a:custGeom xmlns:a="http://schemas.openxmlformats.org/drawingml/2006/main">
            <a:pathLst>
              <a:path w="234963" h="342726">
                <a:moveTo>
                  <a:pt x="0" y="342726"/>
                </a:moveTo>
                <a:lnTo>
                  <a:pt x="234963" y="342726"/>
                </a:lnTo>
                <a:lnTo>
                  <a:pt x="234963" y="0"/>
                </a:lnTo>
                <a:lnTo>
                  <a:pt x="0" y="0"/>
                </a:lnTo>
                <a:lnTo>
                  <a:pt x="0" y="342726"/>
                </a:lnTo>
                <a:close/>
              </a:path>
            </a:pathLst>
          </a:custGeom>
          <a:solidFill xmlns:a="http://schemas.openxmlformats.org/drawingml/2006/main">
            <a:srgbClr val="C0453C">
              <a:alpha val="35000"/>
            </a:srgbClr>
          </a:solidFill>
          <a:ln xmlns:a="http://schemas.openxmlformats.org/drawingml/2006/main" w="13586">
            <a:solidFill>
              <a:srgbClr val="C0453C"/>
            </a:solidFill>
            <a:prstDash val="solid"/>
          </a:ln>
        </p:spPr>
      </p:sp>
      <p:sp>
        <p:nvSpPr>
          <p:cNvPr id="66" name="Editable chart path">
            <a:extLst xmlns:a="http://schemas.openxmlformats.org/drawingml/2006/main">
              <a:ext uri="{FF2B5EF4-FFF2-40B4-BE49-F238E27FC236}">
                <a16:creationId xmlns:a16="http://schemas.microsoft.com/office/drawing/2014/main" id="{5CC26625-FE3D-495A-A8A2-531D60901C96}"/>
              </a:ext>
            </a:extLst>
          </p:cNvPr>
          <p:cNvSpPr>
            <a:spLocks xmlns:a="http://schemas.openxmlformats.org/drawingml/2006/main" noGrp="1"/>
          </p:cNvSpPr>
          <p:nvPr/>
        </p:nvSpPr>
        <p:spPr>
          <a:xfrm xmlns:a="http://schemas.openxmlformats.org/drawingml/2006/main">
            <a:off x="5157840" y="3896744"/>
            <a:ext cx="95" cy="668233"/>
          </a:xfrm>
          <a:custGeom xmlns:a="http://schemas.openxmlformats.org/drawingml/2006/main">
            <a:pathLst>
              <a:path w="95" h="468491">
                <a:moveTo>
                  <a:pt x="0" y="0"/>
                </a:moveTo>
                <a:lnTo>
                  <a:pt x="0" y="468491"/>
                </a:lnTo>
              </a:path>
            </a:pathLst>
          </a:custGeom>
          <a:noFill xmlns:a="http://schemas.openxmlformats.org/drawingml/2006/main"/>
          <a:ln xmlns:a="http://schemas.openxmlformats.org/drawingml/2006/main" w="13586">
            <a:solidFill>
              <a:srgbClr val="14203A"/>
            </a:solidFill>
            <a:prstDash val="solid"/>
          </a:ln>
        </p:spPr>
      </p:sp>
      <p:sp>
        <p:nvSpPr>
          <p:cNvPr id="67" name="Editable chart path">
            <a:extLst xmlns:a="http://schemas.openxmlformats.org/drawingml/2006/main">
              <a:ext uri="{FF2B5EF4-FFF2-40B4-BE49-F238E27FC236}">
                <a16:creationId xmlns:a16="http://schemas.microsoft.com/office/drawing/2014/main" id="{2CFA1B50-59E9-4C7E-84C0-CA31B02F37C6}"/>
              </a:ext>
            </a:extLst>
          </p:cNvPr>
          <p:cNvSpPr>
            <a:spLocks xmlns:a="http://schemas.openxmlformats.org/drawingml/2006/main" noGrp="1"/>
          </p:cNvSpPr>
          <p:nvPr/>
        </p:nvSpPr>
        <p:spPr>
          <a:xfrm xmlns:a="http://schemas.openxmlformats.org/drawingml/2006/main">
            <a:off x="5157840" y="2925712"/>
            <a:ext cx="95" cy="482184"/>
          </a:xfrm>
          <a:custGeom xmlns:a="http://schemas.openxmlformats.org/drawingml/2006/main">
            <a:pathLst>
              <a:path w="95" h="338054">
                <a:moveTo>
                  <a:pt x="0" y="338054"/>
                </a:moveTo>
                <a:lnTo>
                  <a:pt x="0" y="0"/>
                </a:lnTo>
              </a:path>
            </a:pathLst>
          </a:custGeom>
          <a:noFill xmlns:a="http://schemas.openxmlformats.org/drawingml/2006/main"/>
          <a:ln xmlns:a="http://schemas.openxmlformats.org/drawingml/2006/main" w="13586">
            <a:solidFill>
              <a:srgbClr val="14203A"/>
            </a:solidFill>
            <a:prstDash val="solid"/>
          </a:ln>
        </p:spPr>
      </p:sp>
      <p:sp>
        <p:nvSpPr>
          <p:cNvPr id="68" name="Editable chart path">
            <a:extLst xmlns:a="http://schemas.openxmlformats.org/drawingml/2006/main">
              <a:ext uri="{FF2B5EF4-FFF2-40B4-BE49-F238E27FC236}">
                <a16:creationId xmlns:a16="http://schemas.microsoft.com/office/drawing/2014/main" id="{77263013-B0D3-4937-8266-CFAFE08D35A4}"/>
              </a:ext>
            </a:extLst>
          </p:cNvPr>
          <p:cNvSpPr>
            <a:spLocks xmlns:a="http://schemas.openxmlformats.org/drawingml/2006/main" noGrp="1"/>
          </p:cNvSpPr>
          <p:nvPr/>
        </p:nvSpPr>
        <p:spPr>
          <a:xfrm xmlns:a="http://schemas.openxmlformats.org/drawingml/2006/main">
            <a:off x="5074055" y="4564976"/>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69" name="Editable chart path">
            <a:extLst xmlns:a="http://schemas.openxmlformats.org/drawingml/2006/main">
              <a:ext uri="{FF2B5EF4-FFF2-40B4-BE49-F238E27FC236}">
                <a16:creationId xmlns:a16="http://schemas.microsoft.com/office/drawing/2014/main" id="{9DF56129-ED9B-4C97-BA0F-29C3939DA676}"/>
              </a:ext>
            </a:extLst>
          </p:cNvPr>
          <p:cNvSpPr>
            <a:spLocks xmlns:a="http://schemas.openxmlformats.org/drawingml/2006/main" noGrp="1"/>
          </p:cNvSpPr>
          <p:nvPr/>
        </p:nvSpPr>
        <p:spPr>
          <a:xfrm xmlns:a="http://schemas.openxmlformats.org/drawingml/2006/main">
            <a:off x="5074055" y="2925712"/>
            <a:ext cx="16757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586">
            <a:solidFill>
              <a:srgbClr val="14203A"/>
            </a:solidFill>
            <a:prstDash val="solid"/>
          </a:ln>
        </p:spPr>
      </p:sp>
      <p:sp>
        <p:nvSpPr>
          <p:cNvPr id="70" name="Editable chart path">
            <a:extLst xmlns:a="http://schemas.openxmlformats.org/drawingml/2006/main">
              <a:ext uri="{FF2B5EF4-FFF2-40B4-BE49-F238E27FC236}">
                <a16:creationId xmlns:a16="http://schemas.microsoft.com/office/drawing/2014/main" id="{F3C4EB22-25F4-4D26-9816-E19D8403219E}"/>
              </a:ext>
            </a:extLst>
          </p:cNvPr>
          <p:cNvSpPr>
            <a:spLocks xmlns:a="http://schemas.openxmlformats.org/drawingml/2006/main" noGrp="1"/>
          </p:cNvSpPr>
          <p:nvPr/>
        </p:nvSpPr>
        <p:spPr>
          <a:xfrm xmlns:a="http://schemas.openxmlformats.org/drawingml/2006/main">
            <a:off x="2015908" y="3410793"/>
            <a:ext cx="3351394"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10869">
            <a:solidFill>
              <a:srgbClr val="5A6683"/>
            </a:solidFill>
            <a:prstDash val="solid"/>
          </a:ln>
        </p:spPr>
      </p:sp>
      <p:sp>
        <p:nvSpPr>
          <p:cNvPr id="71" name="Editable chart path">
            <a:extLst xmlns:a="http://schemas.openxmlformats.org/drawingml/2006/main">
              <a:ext uri="{FF2B5EF4-FFF2-40B4-BE49-F238E27FC236}">
                <a16:creationId xmlns:a16="http://schemas.microsoft.com/office/drawing/2014/main" id="{21526278-CD37-411A-A9C3-0860BC05CEF4}"/>
              </a:ext>
            </a:extLst>
          </p:cNvPr>
          <p:cNvSpPr>
            <a:spLocks xmlns:a="http://schemas.openxmlformats.org/drawingml/2006/main" noGrp="1"/>
          </p:cNvSpPr>
          <p:nvPr/>
        </p:nvSpPr>
        <p:spPr>
          <a:xfrm xmlns:a="http://schemas.openxmlformats.org/drawingml/2006/main">
            <a:off x="2057801" y="3347753"/>
            <a:ext cx="33513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586">
            <a:solidFill>
              <a:srgbClr val="224889"/>
            </a:solidFill>
            <a:prstDash val="solid"/>
          </a:ln>
        </p:spPr>
      </p:sp>
      <p:sp>
        <p:nvSpPr>
          <p:cNvPr id="72" name="Editable chart path">
            <a:extLst xmlns:a="http://schemas.openxmlformats.org/drawingml/2006/main">
              <a:ext uri="{FF2B5EF4-FFF2-40B4-BE49-F238E27FC236}">
                <a16:creationId xmlns:a16="http://schemas.microsoft.com/office/drawing/2014/main" id="{4688AA44-8490-4C9F-A356-1A552CDA7215}"/>
              </a:ext>
            </a:extLst>
          </p:cNvPr>
          <p:cNvSpPr>
            <a:spLocks xmlns:a="http://schemas.openxmlformats.org/drawingml/2006/main" noGrp="1"/>
          </p:cNvSpPr>
          <p:nvPr/>
        </p:nvSpPr>
        <p:spPr>
          <a:xfrm xmlns:a="http://schemas.openxmlformats.org/drawingml/2006/main">
            <a:off x="3314573" y="3576272"/>
            <a:ext cx="33513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586">
            <a:solidFill>
              <a:srgbClr val="224889"/>
            </a:solidFill>
            <a:prstDash val="solid"/>
          </a:ln>
        </p:spPr>
      </p:sp>
      <p:sp>
        <p:nvSpPr>
          <p:cNvPr id="73" name="Editable chart path">
            <a:extLst xmlns:a="http://schemas.openxmlformats.org/drawingml/2006/main">
              <a:ext uri="{FF2B5EF4-FFF2-40B4-BE49-F238E27FC236}">
                <a16:creationId xmlns:a16="http://schemas.microsoft.com/office/drawing/2014/main" id="{C2387A53-C5A6-4A93-8F35-AE0DFAFA502F}"/>
              </a:ext>
            </a:extLst>
          </p:cNvPr>
          <p:cNvSpPr>
            <a:spLocks xmlns:a="http://schemas.openxmlformats.org/drawingml/2006/main" noGrp="1"/>
          </p:cNvSpPr>
          <p:nvPr/>
        </p:nvSpPr>
        <p:spPr>
          <a:xfrm xmlns:a="http://schemas.openxmlformats.org/drawingml/2006/main">
            <a:off x="4571346" y="3812092"/>
            <a:ext cx="33513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586">
            <a:solidFill>
              <a:srgbClr val="224889"/>
            </a:solidFill>
            <a:prstDash val="solid"/>
          </a:ln>
        </p:spPr>
      </p:sp>
      <p:sp>
        <p:nvSpPr>
          <p:cNvPr id="74" name="Editable chart path">
            <a:extLst xmlns:a="http://schemas.openxmlformats.org/drawingml/2006/main">
              <a:ext uri="{FF2B5EF4-FFF2-40B4-BE49-F238E27FC236}">
                <a16:creationId xmlns:a16="http://schemas.microsoft.com/office/drawing/2014/main" id="{B2BD3D39-7E3E-443B-A902-5C24FFD402B3}"/>
              </a:ext>
            </a:extLst>
          </p:cNvPr>
          <p:cNvSpPr>
            <a:spLocks xmlns:a="http://schemas.openxmlformats.org/drawingml/2006/main" noGrp="1"/>
          </p:cNvSpPr>
          <p:nvPr/>
        </p:nvSpPr>
        <p:spPr>
          <a:xfrm xmlns:a="http://schemas.openxmlformats.org/drawingml/2006/main">
            <a:off x="2476725" y="3173699"/>
            <a:ext cx="33513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586">
            <a:solidFill>
              <a:srgbClr val="C0453C"/>
            </a:solidFill>
            <a:prstDash val="solid"/>
          </a:ln>
        </p:spPr>
      </p:sp>
      <p:sp>
        <p:nvSpPr>
          <p:cNvPr id="75" name="Editable chart path">
            <a:extLst xmlns:a="http://schemas.openxmlformats.org/drawingml/2006/main">
              <a:ext uri="{FF2B5EF4-FFF2-40B4-BE49-F238E27FC236}">
                <a16:creationId xmlns:a16="http://schemas.microsoft.com/office/drawing/2014/main" id="{C7642479-4BB1-43AC-9F3F-D366F596A325}"/>
              </a:ext>
            </a:extLst>
          </p:cNvPr>
          <p:cNvSpPr>
            <a:spLocks xmlns:a="http://schemas.openxmlformats.org/drawingml/2006/main" noGrp="1"/>
          </p:cNvSpPr>
          <p:nvPr/>
        </p:nvSpPr>
        <p:spPr>
          <a:xfrm xmlns:a="http://schemas.openxmlformats.org/drawingml/2006/main">
            <a:off x="3733498" y="3505584"/>
            <a:ext cx="33513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586">
            <a:solidFill>
              <a:srgbClr val="C0453C"/>
            </a:solidFill>
            <a:prstDash val="solid"/>
          </a:ln>
        </p:spPr>
      </p:sp>
      <p:sp>
        <p:nvSpPr>
          <p:cNvPr id="76" name="Editable chart path">
            <a:extLst xmlns:a="http://schemas.openxmlformats.org/drawingml/2006/main">
              <a:ext uri="{FF2B5EF4-FFF2-40B4-BE49-F238E27FC236}">
                <a16:creationId xmlns:a16="http://schemas.microsoft.com/office/drawing/2014/main" id="{77904EF8-50D5-4DDD-A4AA-0311D6F8B16D}"/>
              </a:ext>
            </a:extLst>
          </p:cNvPr>
          <p:cNvSpPr>
            <a:spLocks xmlns:a="http://schemas.openxmlformats.org/drawingml/2006/main" noGrp="1"/>
          </p:cNvSpPr>
          <p:nvPr/>
        </p:nvSpPr>
        <p:spPr>
          <a:xfrm xmlns:a="http://schemas.openxmlformats.org/drawingml/2006/main">
            <a:off x="4990270" y="3686708"/>
            <a:ext cx="33513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586">
            <a:solidFill>
              <a:srgbClr val="C0453C"/>
            </a:solidFill>
            <a:prstDash val="solid"/>
          </a:ln>
        </p:spPr>
      </p:sp>
      <p:sp>
        <p:nvSpPr>
          <p:cNvPr id="77" name="Editable chart path">
            <a:extLst xmlns:a="http://schemas.openxmlformats.org/drawingml/2006/main">
              <a:ext uri="{FF2B5EF4-FFF2-40B4-BE49-F238E27FC236}">
                <a16:creationId xmlns:a16="http://schemas.microsoft.com/office/drawing/2014/main" id="{9EC8A3BE-E258-455B-9936-F25999D51B9C}"/>
              </a:ext>
            </a:extLst>
          </p:cNvPr>
          <p:cNvSpPr>
            <a:spLocks xmlns:a="http://schemas.openxmlformats.org/drawingml/2006/main" noGrp="1"/>
          </p:cNvSpPr>
          <p:nvPr/>
        </p:nvSpPr>
        <p:spPr>
          <a:xfrm xmlns:a="http://schemas.openxmlformats.org/drawingml/2006/main">
            <a:off x="2015908" y="2457642"/>
            <a:ext cx="95" cy="2547361"/>
          </a:xfrm>
          <a:custGeom xmlns:a="http://schemas.openxmlformats.org/drawingml/2006/main">
            <a:pathLst>
              <a:path w="95" h="1785928">
                <a:moveTo>
                  <a:pt x="0" y="1785928"/>
                </a:moveTo>
                <a:lnTo>
                  <a:pt x="0" y="0"/>
                </a:lnTo>
              </a:path>
            </a:pathLst>
          </a:custGeom>
          <a:noFill xmlns:a="http://schemas.openxmlformats.org/drawingml/2006/main"/>
          <a:ln xmlns:a="http://schemas.openxmlformats.org/drawingml/2006/main" w="10869">
            <a:solidFill>
              <a:srgbClr val="5A6683"/>
            </a:solidFill>
            <a:prstDash val="solid"/>
          </a:ln>
        </p:spPr>
      </p:sp>
      <p:sp>
        <p:nvSpPr>
          <p:cNvPr id="78" name="Editable chart path">
            <a:extLst xmlns:a="http://schemas.openxmlformats.org/drawingml/2006/main">
              <a:ext uri="{FF2B5EF4-FFF2-40B4-BE49-F238E27FC236}">
                <a16:creationId xmlns:a16="http://schemas.microsoft.com/office/drawing/2014/main" id="{EDE9CDBF-98A3-4CD4-B6BE-D9AF3FBCF0E3}"/>
              </a:ext>
            </a:extLst>
          </p:cNvPr>
          <p:cNvSpPr>
            <a:spLocks xmlns:a="http://schemas.openxmlformats.org/drawingml/2006/main" noGrp="1"/>
          </p:cNvSpPr>
          <p:nvPr/>
        </p:nvSpPr>
        <p:spPr>
          <a:xfrm xmlns:a="http://schemas.openxmlformats.org/drawingml/2006/main">
            <a:off x="2015908" y="5005003"/>
            <a:ext cx="3351394"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10869">
            <a:solidFill>
              <a:srgbClr val="5A6683"/>
            </a:solidFill>
            <a:prstDash val="solid"/>
          </a:ln>
        </p:spPr>
      </p:sp>
      <p:sp>
        <p:nvSpPr>
          <p:cNvPr id="79" name="">
            <a:extLst xmlns:a="http://schemas.openxmlformats.org/drawingml/2006/main">
              <a:ext uri="{FF2B5EF4-FFF2-40B4-BE49-F238E27FC236}">
                <a16:creationId xmlns:a16="http://schemas.microsoft.com/office/drawing/2014/main" id="{6EFF1207-BFCD-4F27-9AAD-99FCE5B89DDA}"/>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80" name="">
            <a:extLst xmlns:a="http://schemas.openxmlformats.org/drawingml/2006/main">
              <a:ext uri="{FF2B5EF4-FFF2-40B4-BE49-F238E27FC236}">
                <a16:creationId xmlns:a16="http://schemas.microsoft.com/office/drawing/2014/main" id="{C3C344F6-DEAC-44DF-A9EE-C33BB4FC7CC7}"/>
              </a:ext>
            </a:extLst>
          </p:cNvPr>
          <p:cNvSpPr>
            <a:spLocks xmlns:a="http://schemas.openxmlformats.org/drawingml/2006/main" noGrp="1"/>
          </p:cNvSpPr>
          <p:nvPr/>
        </p:nvSpPr>
        <p:spPr>
          <a:xfrm xmlns:a="http://schemas.openxmlformats.org/drawingml/2006/main">
            <a:off x="1371600" y="5334000"/>
            <a:ext cx="131197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20 training storms</a:t>
            </a:r>
          </a:p>
        </p:txBody>
      </p:sp>
      <p:sp>
        <p:nvSpPr>
          <p:cNvPr id="81" name="">
            <a:extLst xmlns:a="http://schemas.openxmlformats.org/drawingml/2006/main">
              <a:ext uri="{FF2B5EF4-FFF2-40B4-BE49-F238E27FC236}">
                <a16:creationId xmlns:a16="http://schemas.microsoft.com/office/drawing/2014/main" id="{4D493D37-F084-4F96-BBA2-C66299E7C53E}"/>
              </a:ext>
            </a:extLst>
          </p:cNvPr>
          <p:cNvSpPr>
            <a:spLocks xmlns:a="http://schemas.openxmlformats.org/drawingml/2006/main" noGrp="1"/>
          </p:cNvSpPr>
          <p:nvPr/>
        </p:nvSpPr>
        <p:spPr>
          <a:xfrm xmlns:a="http://schemas.openxmlformats.org/drawingml/2006/main">
            <a:off x="2893124"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82" name="">
            <a:extLst xmlns:a="http://schemas.openxmlformats.org/drawingml/2006/main">
              <a:ext uri="{FF2B5EF4-FFF2-40B4-BE49-F238E27FC236}">
                <a16:creationId xmlns:a16="http://schemas.microsoft.com/office/drawing/2014/main" id="{9C3B02DC-E6EB-4513-B087-35F556EFE75C}"/>
              </a:ext>
            </a:extLst>
          </p:cNvPr>
          <p:cNvSpPr>
            <a:spLocks xmlns:a="http://schemas.openxmlformats.org/drawingml/2006/main" noGrp="1"/>
          </p:cNvSpPr>
          <p:nvPr/>
        </p:nvSpPr>
        <p:spPr>
          <a:xfrm xmlns:a="http://schemas.openxmlformats.org/drawingml/2006/main">
            <a:off x="3121724" y="5334000"/>
            <a:ext cx="13492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10 held-out storms</a:t>
            </a:r>
          </a:p>
        </p:txBody>
      </p:sp>
      <p:sp>
        <p:nvSpPr>
          <p:cNvPr id="83" name="">
            <a:extLst xmlns:a="http://schemas.openxmlformats.org/drawingml/2006/main">
              <a:ext uri="{FF2B5EF4-FFF2-40B4-BE49-F238E27FC236}">
                <a16:creationId xmlns:a16="http://schemas.microsoft.com/office/drawing/2014/main" id="{E5B7DF17-BB49-4A5D-A774-261DE14FAB3A}"/>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Timing: correlation over time</a:t>
            </a:r>
          </a:p>
        </p:txBody>
      </p:sp>
      <p:sp>
        <p:nvSpPr>
          <p:cNvPr id="84" name="Editable chart path">
            <a:extLst xmlns:a="http://schemas.openxmlformats.org/drawingml/2006/main">
              <a:ext uri="{FF2B5EF4-FFF2-40B4-BE49-F238E27FC236}">
                <a16:creationId xmlns:a16="http://schemas.microsoft.com/office/drawing/2014/main" id="{5AFE6CE2-7FEF-48F1-9E10-C813483FC142}"/>
              </a:ext>
            </a:extLst>
          </p:cNvPr>
          <p:cNvSpPr>
            <a:spLocks xmlns:a="http://schemas.openxmlformats.org/drawingml/2006/main" noGrp="1"/>
          </p:cNvSpPr>
          <p:nvPr/>
        </p:nvSpPr>
        <p:spPr>
          <a:xfrm xmlns:a="http://schemas.openxmlformats.org/drawingml/2006/main">
            <a:off x="7636139" y="4999146"/>
            <a:ext cx="95" cy="4886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85" name="">
            <a:extLst xmlns:a="http://schemas.openxmlformats.org/drawingml/2006/main">
              <a:ext uri="{FF2B5EF4-FFF2-40B4-BE49-F238E27FC236}">
                <a16:creationId xmlns:a16="http://schemas.microsoft.com/office/drawing/2014/main" id="{7F22FB2B-C770-46BE-8489-22C7F0DFDE8D}"/>
              </a:ext>
            </a:extLst>
          </p:cNvPr>
          <p:cNvSpPr>
            <a:spLocks xmlns:a="http://schemas.openxmlformats.org/drawingml/2006/main" noGrp="1"/>
          </p:cNvSpPr>
          <p:nvPr/>
        </p:nvSpPr>
        <p:spPr>
          <a:xfrm xmlns:a="http://schemas.openxmlformats.org/drawingml/2006/main" rot="0">
            <a:off x="7328128" y="5069791"/>
            <a:ext cx="60760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demand</a:t>
            </a:r>
          </a:p>
        </p:txBody>
      </p:sp>
      <p:sp>
        <p:nvSpPr>
          <p:cNvPr id="86" name="Editable chart path">
            <a:extLst xmlns:a="http://schemas.openxmlformats.org/drawingml/2006/main">
              <a:ext uri="{FF2B5EF4-FFF2-40B4-BE49-F238E27FC236}">
                <a16:creationId xmlns:a16="http://schemas.microsoft.com/office/drawing/2014/main" id="{0F6360B1-133D-4A48-B9B0-828E6A82DCC5}"/>
              </a:ext>
            </a:extLst>
          </p:cNvPr>
          <p:cNvSpPr>
            <a:spLocks xmlns:a="http://schemas.openxmlformats.org/drawingml/2006/main" noGrp="1"/>
          </p:cNvSpPr>
          <p:nvPr/>
        </p:nvSpPr>
        <p:spPr>
          <a:xfrm xmlns:a="http://schemas.openxmlformats.org/drawingml/2006/main">
            <a:off x="8927711" y="4999146"/>
            <a:ext cx="95" cy="4886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87" name="">
            <a:extLst xmlns:a="http://schemas.openxmlformats.org/drawingml/2006/main">
              <a:ext uri="{FF2B5EF4-FFF2-40B4-BE49-F238E27FC236}">
                <a16:creationId xmlns:a16="http://schemas.microsoft.com/office/drawing/2014/main" id="{1612BECB-4F1D-4085-BB30-75133300EABB}"/>
              </a:ext>
            </a:extLst>
          </p:cNvPr>
          <p:cNvSpPr>
            <a:spLocks xmlns:a="http://schemas.openxmlformats.org/drawingml/2006/main" noGrp="1"/>
          </p:cNvSpPr>
          <p:nvPr/>
        </p:nvSpPr>
        <p:spPr>
          <a:xfrm xmlns:a="http://schemas.openxmlformats.org/drawingml/2006/main" rot="0">
            <a:off x="8692895" y="5069791"/>
            <a:ext cx="46863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supply</a:t>
            </a:r>
          </a:p>
        </p:txBody>
      </p:sp>
      <p:sp>
        <p:nvSpPr>
          <p:cNvPr id="88" name="Editable chart path">
            <a:extLst xmlns:a="http://schemas.openxmlformats.org/drawingml/2006/main">
              <a:ext uri="{FF2B5EF4-FFF2-40B4-BE49-F238E27FC236}">
                <a16:creationId xmlns:a16="http://schemas.microsoft.com/office/drawing/2014/main" id="{5CA89784-0EAF-4D9C-B7F2-A4C4A5F00277}"/>
              </a:ext>
            </a:extLst>
          </p:cNvPr>
          <p:cNvSpPr>
            <a:spLocks xmlns:a="http://schemas.openxmlformats.org/drawingml/2006/main" noGrp="1"/>
          </p:cNvSpPr>
          <p:nvPr/>
        </p:nvSpPr>
        <p:spPr>
          <a:xfrm xmlns:a="http://schemas.openxmlformats.org/drawingml/2006/main">
            <a:off x="10219283" y="4999146"/>
            <a:ext cx="95" cy="4886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89" name="">
            <a:extLst xmlns:a="http://schemas.openxmlformats.org/drawingml/2006/main">
              <a:ext uri="{FF2B5EF4-FFF2-40B4-BE49-F238E27FC236}">
                <a16:creationId xmlns:a16="http://schemas.microsoft.com/office/drawing/2014/main" id="{334909E0-0483-4B2B-B281-84DB5C10169B}"/>
              </a:ext>
            </a:extLst>
          </p:cNvPr>
          <p:cNvSpPr>
            <a:spLocks xmlns:a="http://schemas.openxmlformats.org/drawingml/2006/main" noGrp="1"/>
          </p:cNvSpPr>
          <p:nvPr/>
        </p:nvSpPr>
        <p:spPr>
          <a:xfrm xmlns:a="http://schemas.openxmlformats.org/drawingml/2006/main" rot="0">
            <a:off x="10093851" y="5069791"/>
            <a:ext cx="24974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mix</a:t>
            </a:r>
          </a:p>
        </p:txBody>
      </p:sp>
      <p:sp>
        <p:nvSpPr>
          <p:cNvPr id="90" name="Editable chart path">
            <a:extLst xmlns:a="http://schemas.openxmlformats.org/drawingml/2006/main">
              <a:ext uri="{FF2B5EF4-FFF2-40B4-BE49-F238E27FC236}">
                <a16:creationId xmlns:a16="http://schemas.microsoft.com/office/drawing/2014/main" id="{AF11B8B8-9711-4794-8025-EBF073B88C9E}"/>
              </a:ext>
            </a:extLst>
          </p:cNvPr>
          <p:cNvSpPr>
            <a:spLocks xmlns:a="http://schemas.openxmlformats.org/drawingml/2006/main" noGrp="1"/>
          </p:cNvSpPr>
          <p:nvPr/>
        </p:nvSpPr>
        <p:spPr>
          <a:xfrm xmlns:a="http://schemas.openxmlformats.org/drawingml/2006/main">
            <a:off x="7205615" y="4984825"/>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377">
            <a:solidFill>
              <a:srgbClr val="E4EAF4"/>
            </a:solidFill>
            <a:prstDash val="solid"/>
          </a:ln>
        </p:spPr>
      </p:sp>
      <p:sp>
        <p:nvSpPr>
          <p:cNvPr id="91" name="Editable chart path">
            <a:extLst xmlns:a="http://schemas.openxmlformats.org/drawingml/2006/main">
              <a:ext uri="{FF2B5EF4-FFF2-40B4-BE49-F238E27FC236}">
                <a16:creationId xmlns:a16="http://schemas.microsoft.com/office/drawing/2014/main" id="{292D1405-A210-4463-8AD9-C786624A40DE}"/>
              </a:ext>
            </a:extLst>
          </p:cNvPr>
          <p:cNvSpPr>
            <a:spLocks xmlns:a="http://schemas.openxmlformats.org/drawingml/2006/main" noGrp="1"/>
          </p:cNvSpPr>
          <p:nvPr/>
        </p:nvSpPr>
        <p:spPr>
          <a:xfrm xmlns:a="http://schemas.openxmlformats.org/drawingml/2006/main">
            <a:off x="7156747" y="4984825"/>
            <a:ext cx="4886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92" name="">
            <a:extLst xmlns:a="http://schemas.openxmlformats.org/drawingml/2006/main">
              <a:ext uri="{FF2B5EF4-FFF2-40B4-BE49-F238E27FC236}">
                <a16:creationId xmlns:a16="http://schemas.microsoft.com/office/drawing/2014/main" id="{E66B1528-FCE6-40FB-A9C4-F873A2CA53E3}"/>
              </a:ext>
            </a:extLst>
          </p:cNvPr>
          <p:cNvSpPr>
            <a:spLocks xmlns:a="http://schemas.openxmlformats.org/drawingml/2006/main" noGrp="1"/>
          </p:cNvSpPr>
          <p:nvPr/>
        </p:nvSpPr>
        <p:spPr>
          <a:xfrm xmlns:a="http://schemas.openxmlformats.org/drawingml/2006/main" rot="0">
            <a:off x="6771624" y="4897921"/>
            <a:ext cx="33099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93" name="Editable chart path">
            <a:extLst xmlns:a="http://schemas.openxmlformats.org/drawingml/2006/main">
              <a:ext uri="{FF2B5EF4-FFF2-40B4-BE49-F238E27FC236}">
                <a16:creationId xmlns:a16="http://schemas.microsoft.com/office/drawing/2014/main" id="{B7EB2122-EB52-4BF2-8FF2-720C40F28CDF}"/>
              </a:ext>
            </a:extLst>
          </p:cNvPr>
          <p:cNvSpPr>
            <a:spLocks xmlns:a="http://schemas.openxmlformats.org/drawingml/2006/main" noGrp="1"/>
          </p:cNvSpPr>
          <p:nvPr/>
        </p:nvSpPr>
        <p:spPr>
          <a:xfrm xmlns:a="http://schemas.openxmlformats.org/drawingml/2006/main">
            <a:off x="7205615" y="4657717"/>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377">
            <a:solidFill>
              <a:srgbClr val="E4EAF4"/>
            </a:solidFill>
            <a:prstDash val="solid"/>
          </a:ln>
        </p:spPr>
      </p:sp>
      <p:sp>
        <p:nvSpPr>
          <p:cNvPr id="94" name="Editable chart path">
            <a:extLst xmlns:a="http://schemas.openxmlformats.org/drawingml/2006/main">
              <a:ext uri="{FF2B5EF4-FFF2-40B4-BE49-F238E27FC236}">
                <a16:creationId xmlns:a16="http://schemas.microsoft.com/office/drawing/2014/main" id="{2870FA16-F303-417A-B651-110619CFF541}"/>
              </a:ext>
            </a:extLst>
          </p:cNvPr>
          <p:cNvSpPr>
            <a:spLocks xmlns:a="http://schemas.openxmlformats.org/drawingml/2006/main" noGrp="1"/>
          </p:cNvSpPr>
          <p:nvPr/>
        </p:nvSpPr>
        <p:spPr>
          <a:xfrm xmlns:a="http://schemas.openxmlformats.org/drawingml/2006/main">
            <a:off x="7156747" y="4657717"/>
            <a:ext cx="4886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95" name="">
            <a:extLst xmlns:a="http://schemas.openxmlformats.org/drawingml/2006/main">
              <a:ext uri="{FF2B5EF4-FFF2-40B4-BE49-F238E27FC236}">
                <a16:creationId xmlns:a16="http://schemas.microsoft.com/office/drawing/2014/main" id="{E7116A8F-D503-40E9-B7E1-9E382AAB579B}"/>
              </a:ext>
            </a:extLst>
          </p:cNvPr>
          <p:cNvSpPr>
            <a:spLocks xmlns:a="http://schemas.openxmlformats.org/drawingml/2006/main" noGrp="1"/>
          </p:cNvSpPr>
          <p:nvPr/>
        </p:nvSpPr>
        <p:spPr>
          <a:xfrm xmlns:a="http://schemas.openxmlformats.org/drawingml/2006/main" rot="0">
            <a:off x="6739468" y="4570813"/>
            <a:ext cx="36252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−0.75</a:t>
            </a:r>
          </a:p>
        </p:txBody>
      </p:sp>
      <p:sp>
        <p:nvSpPr>
          <p:cNvPr id="96" name="Editable chart path">
            <a:extLst xmlns:a="http://schemas.openxmlformats.org/drawingml/2006/main">
              <a:ext uri="{FF2B5EF4-FFF2-40B4-BE49-F238E27FC236}">
                <a16:creationId xmlns:a16="http://schemas.microsoft.com/office/drawing/2014/main" id="{5466BA18-BCBD-465E-BAA6-B3CF742DFE3B}"/>
              </a:ext>
            </a:extLst>
          </p:cNvPr>
          <p:cNvSpPr>
            <a:spLocks xmlns:a="http://schemas.openxmlformats.org/drawingml/2006/main" noGrp="1"/>
          </p:cNvSpPr>
          <p:nvPr/>
        </p:nvSpPr>
        <p:spPr>
          <a:xfrm xmlns:a="http://schemas.openxmlformats.org/drawingml/2006/main">
            <a:off x="7205615" y="4330610"/>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377">
            <a:solidFill>
              <a:srgbClr val="E4EAF4"/>
            </a:solidFill>
            <a:prstDash val="solid"/>
          </a:ln>
        </p:spPr>
      </p:sp>
      <p:sp>
        <p:nvSpPr>
          <p:cNvPr id="97" name="Editable chart path">
            <a:extLst xmlns:a="http://schemas.openxmlformats.org/drawingml/2006/main">
              <a:ext uri="{FF2B5EF4-FFF2-40B4-BE49-F238E27FC236}">
                <a16:creationId xmlns:a16="http://schemas.microsoft.com/office/drawing/2014/main" id="{FD8FBFBC-FCC2-46AE-A3A3-4C0DC3360AD7}"/>
              </a:ext>
            </a:extLst>
          </p:cNvPr>
          <p:cNvSpPr>
            <a:spLocks xmlns:a="http://schemas.openxmlformats.org/drawingml/2006/main" noGrp="1"/>
          </p:cNvSpPr>
          <p:nvPr/>
        </p:nvSpPr>
        <p:spPr>
          <a:xfrm xmlns:a="http://schemas.openxmlformats.org/drawingml/2006/main">
            <a:off x="7156747" y="4330610"/>
            <a:ext cx="4886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98" name="">
            <a:extLst xmlns:a="http://schemas.openxmlformats.org/drawingml/2006/main">
              <a:ext uri="{FF2B5EF4-FFF2-40B4-BE49-F238E27FC236}">
                <a16:creationId xmlns:a16="http://schemas.microsoft.com/office/drawing/2014/main" id="{2961775F-CD19-4220-AF62-74AB26870A44}"/>
              </a:ext>
            </a:extLst>
          </p:cNvPr>
          <p:cNvSpPr>
            <a:spLocks xmlns:a="http://schemas.openxmlformats.org/drawingml/2006/main" noGrp="1"/>
          </p:cNvSpPr>
          <p:nvPr/>
        </p:nvSpPr>
        <p:spPr>
          <a:xfrm xmlns:a="http://schemas.openxmlformats.org/drawingml/2006/main" rot="0">
            <a:off x="6728571" y="4243705"/>
            <a:ext cx="37404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−0.50</a:t>
            </a:r>
          </a:p>
        </p:txBody>
      </p:sp>
      <p:sp>
        <p:nvSpPr>
          <p:cNvPr id="99" name="Editable chart path">
            <a:extLst xmlns:a="http://schemas.openxmlformats.org/drawingml/2006/main">
              <a:ext uri="{FF2B5EF4-FFF2-40B4-BE49-F238E27FC236}">
                <a16:creationId xmlns:a16="http://schemas.microsoft.com/office/drawing/2014/main" id="{C1BEED09-C258-4F91-A311-6542F50DB4A5}"/>
              </a:ext>
            </a:extLst>
          </p:cNvPr>
          <p:cNvSpPr>
            <a:spLocks xmlns:a="http://schemas.openxmlformats.org/drawingml/2006/main" noGrp="1"/>
          </p:cNvSpPr>
          <p:nvPr/>
        </p:nvSpPr>
        <p:spPr>
          <a:xfrm xmlns:a="http://schemas.openxmlformats.org/drawingml/2006/main">
            <a:off x="7205615" y="4003502"/>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377">
            <a:solidFill>
              <a:srgbClr val="E4EAF4"/>
            </a:solidFill>
            <a:prstDash val="solid"/>
          </a:ln>
        </p:spPr>
      </p:sp>
      <p:sp>
        <p:nvSpPr>
          <p:cNvPr id="100" name="Editable chart path">
            <a:extLst xmlns:a="http://schemas.openxmlformats.org/drawingml/2006/main">
              <a:ext uri="{FF2B5EF4-FFF2-40B4-BE49-F238E27FC236}">
                <a16:creationId xmlns:a16="http://schemas.microsoft.com/office/drawing/2014/main" id="{1D49DA97-AC13-4AD9-AE4B-14ABFC8B3436}"/>
              </a:ext>
            </a:extLst>
          </p:cNvPr>
          <p:cNvSpPr>
            <a:spLocks xmlns:a="http://schemas.openxmlformats.org/drawingml/2006/main" noGrp="1"/>
          </p:cNvSpPr>
          <p:nvPr/>
        </p:nvSpPr>
        <p:spPr>
          <a:xfrm xmlns:a="http://schemas.openxmlformats.org/drawingml/2006/main">
            <a:off x="7156747" y="4003502"/>
            <a:ext cx="4886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101" name="">
            <a:extLst xmlns:a="http://schemas.openxmlformats.org/drawingml/2006/main">
              <a:ext uri="{FF2B5EF4-FFF2-40B4-BE49-F238E27FC236}">
                <a16:creationId xmlns:a16="http://schemas.microsoft.com/office/drawing/2014/main" id="{A1A5A7C9-14BB-428D-8D20-FF5C89178CB8}"/>
              </a:ext>
            </a:extLst>
          </p:cNvPr>
          <p:cNvSpPr>
            <a:spLocks xmlns:a="http://schemas.openxmlformats.org/drawingml/2006/main" noGrp="1"/>
          </p:cNvSpPr>
          <p:nvPr/>
        </p:nvSpPr>
        <p:spPr>
          <a:xfrm xmlns:a="http://schemas.openxmlformats.org/drawingml/2006/main" rot="0">
            <a:off x="6735372" y="3916597"/>
            <a:ext cx="36661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−0.25</a:t>
            </a:r>
          </a:p>
        </p:txBody>
      </p:sp>
      <p:sp>
        <p:nvSpPr>
          <p:cNvPr id="102" name="Editable chart path">
            <a:extLst xmlns:a="http://schemas.openxmlformats.org/drawingml/2006/main">
              <a:ext uri="{FF2B5EF4-FFF2-40B4-BE49-F238E27FC236}">
                <a16:creationId xmlns:a16="http://schemas.microsoft.com/office/drawing/2014/main" id="{4F61727E-A9C0-43B1-9798-F431F6AF16D7}"/>
              </a:ext>
            </a:extLst>
          </p:cNvPr>
          <p:cNvSpPr>
            <a:spLocks xmlns:a="http://schemas.openxmlformats.org/drawingml/2006/main" noGrp="1"/>
          </p:cNvSpPr>
          <p:nvPr/>
        </p:nvSpPr>
        <p:spPr>
          <a:xfrm xmlns:a="http://schemas.openxmlformats.org/drawingml/2006/main">
            <a:off x="7205615" y="3676394"/>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377">
            <a:solidFill>
              <a:srgbClr val="E4EAF4"/>
            </a:solidFill>
            <a:prstDash val="solid"/>
          </a:ln>
        </p:spPr>
      </p:sp>
      <p:sp>
        <p:nvSpPr>
          <p:cNvPr id="103" name="Editable chart path">
            <a:extLst xmlns:a="http://schemas.openxmlformats.org/drawingml/2006/main">
              <a:ext uri="{FF2B5EF4-FFF2-40B4-BE49-F238E27FC236}">
                <a16:creationId xmlns:a16="http://schemas.microsoft.com/office/drawing/2014/main" id="{01387FC0-AC6C-44C2-8CA8-F5DAF42C415F}"/>
              </a:ext>
            </a:extLst>
          </p:cNvPr>
          <p:cNvSpPr>
            <a:spLocks xmlns:a="http://schemas.openxmlformats.org/drawingml/2006/main" noGrp="1"/>
          </p:cNvSpPr>
          <p:nvPr/>
        </p:nvSpPr>
        <p:spPr>
          <a:xfrm xmlns:a="http://schemas.openxmlformats.org/drawingml/2006/main">
            <a:off x="7156747" y="3676394"/>
            <a:ext cx="4886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104" name="">
            <a:extLst xmlns:a="http://schemas.openxmlformats.org/drawingml/2006/main">
              <a:ext uri="{FF2B5EF4-FFF2-40B4-BE49-F238E27FC236}">
                <a16:creationId xmlns:a16="http://schemas.microsoft.com/office/drawing/2014/main" id="{C304390A-A53F-4092-B75C-31C9DDA3FC3D}"/>
              </a:ext>
            </a:extLst>
          </p:cNvPr>
          <p:cNvSpPr>
            <a:spLocks xmlns:a="http://schemas.openxmlformats.org/drawingml/2006/main" noGrp="1"/>
          </p:cNvSpPr>
          <p:nvPr/>
        </p:nvSpPr>
        <p:spPr>
          <a:xfrm xmlns:a="http://schemas.openxmlformats.org/drawingml/2006/main" rot="0">
            <a:off x="6805533" y="3589490"/>
            <a:ext cx="2970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0.00</a:t>
            </a:r>
          </a:p>
        </p:txBody>
      </p:sp>
      <p:sp>
        <p:nvSpPr>
          <p:cNvPr id="105" name="Editable chart path">
            <a:extLst xmlns:a="http://schemas.openxmlformats.org/drawingml/2006/main">
              <a:ext uri="{FF2B5EF4-FFF2-40B4-BE49-F238E27FC236}">
                <a16:creationId xmlns:a16="http://schemas.microsoft.com/office/drawing/2014/main" id="{EF7237AB-164B-429C-A522-73CDF0417FB9}"/>
              </a:ext>
            </a:extLst>
          </p:cNvPr>
          <p:cNvSpPr>
            <a:spLocks xmlns:a="http://schemas.openxmlformats.org/drawingml/2006/main" noGrp="1"/>
          </p:cNvSpPr>
          <p:nvPr/>
        </p:nvSpPr>
        <p:spPr>
          <a:xfrm xmlns:a="http://schemas.openxmlformats.org/drawingml/2006/main">
            <a:off x="7205615" y="3349286"/>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377">
            <a:solidFill>
              <a:srgbClr val="E4EAF4"/>
            </a:solidFill>
            <a:prstDash val="solid"/>
          </a:ln>
        </p:spPr>
      </p:sp>
      <p:sp>
        <p:nvSpPr>
          <p:cNvPr id="106" name="Editable chart path">
            <a:extLst xmlns:a="http://schemas.openxmlformats.org/drawingml/2006/main">
              <a:ext uri="{FF2B5EF4-FFF2-40B4-BE49-F238E27FC236}">
                <a16:creationId xmlns:a16="http://schemas.microsoft.com/office/drawing/2014/main" id="{4A57AD05-9D09-4C69-AB0C-51FF6E4C60F3}"/>
              </a:ext>
            </a:extLst>
          </p:cNvPr>
          <p:cNvSpPr>
            <a:spLocks xmlns:a="http://schemas.openxmlformats.org/drawingml/2006/main" noGrp="1"/>
          </p:cNvSpPr>
          <p:nvPr/>
        </p:nvSpPr>
        <p:spPr>
          <a:xfrm xmlns:a="http://schemas.openxmlformats.org/drawingml/2006/main">
            <a:off x="7156747" y="3349286"/>
            <a:ext cx="4886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107" name="">
            <a:extLst xmlns:a="http://schemas.openxmlformats.org/drawingml/2006/main">
              <a:ext uri="{FF2B5EF4-FFF2-40B4-BE49-F238E27FC236}">
                <a16:creationId xmlns:a16="http://schemas.microsoft.com/office/drawing/2014/main" id="{75554C27-4888-46B7-80FF-B780199E98D5}"/>
              </a:ext>
            </a:extLst>
          </p:cNvPr>
          <p:cNvSpPr>
            <a:spLocks xmlns:a="http://schemas.openxmlformats.org/drawingml/2006/main" noGrp="1"/>
          </p:cNvSpPr>
          <p:nvPr/>
        </p:nvSpPr>
        <p:spPr>
          <a:xfrm xmlns:a="http://schemas.openxmlformats.org/drawingml/2006/main" rot="0">
            <a:off x="6812334" y="3262382"/>
            <a:ext cx="2896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0.25</a:t>
            </a:r>
          </a:p>
        </p:txBody>
      </p:sp>
      <p:sp>
        <p:nvSpPr>
          <p:cNvPr id="108" name="Editable chart path">
            <a:extLst xmlns:a="http://schemas.openxmlformats.org/drawingml/2006/main">
              <a:ext uri="{FF2B5EF4-FFF2-40B4-BE49-F238E27FC236}">
                <a16:creationId xmlns:a16="http://schemas.microsoft.com/office/drawing/2014/main" id="{5905AAD2-46BB-4495-B275-33564B9854BC}"/>
              </a:ext>
            </a:extLst>
          </p:cNvPr>
          <p:cNvSpPr>
            <a:spLocks xmlns:a="http://schemas.openxmlformats.org/drawingml/2006/main" noGrp="1"/>
          </p:cNvSpPr>
          <p:nvPr/>
        </p:nvSpPr>
        <p:spPr>
          <a:xfrm xmlns:a="http://schemas.openxmlformats.org/drawingml/2006/main">
            <a:off x="7205615" y="3022178"/>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377">
            <a:solidFill>
              <a:srgbClr val="E4EAF4"/>
            </a:solidFill>
            <a:prstDash val="solid"/>
          </a:ln>
        </p:spPr>
      </p:sp>
      <p:sp>
        <p:nvSpPr>
          <p:cNvPr id="109" name="Editable chart path">
            <a:extLst xmlns:a="http://schemas.openxmlformats.org/drawingml/2006/main">
              <a:ext uri="{FF2B5EF4-FFF2-40B4-BE49-F238E27FC236}">
                <a16:creationId xmlns:a16="http://schemas.microsoft.com/office/drawing/2014/main" id="{BB01FCA3-E841-4B09-A48D-EEA9ED1582A3}"/>
              </a:ext>
            </a:extLst>
          </p:cNvPr>
          <p:cNvSpPr>
            <a:spLocks xmlns:a="http://schemas.openxmlformats.org/drawingml/2006/main" noGrp="1"/>
          </p:cNvSpPr>
          <p:nvPr/>
        </p:nvSpPr>
        <p:spPr>
          <a:xfrm xmlns:a="http://schemas.openxmlformats.org/drawingml/2006/main">
            <a:off x="7156747" y="3022178"/>
            <a:ext cx="4886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110" name="">
            <a:extLst xmlns:a="http://schemas.openxmlformats.org/drawingml/2006/main">
              <a:ext uri="{FF2B5EF4-FFF2-40B4-BE49-F238E27FC236}">
                <a16:creationId xmlns:a16="http://schemas.microsoft.com/office/drawing/2014/main" id="{867DDEB6-562F-4DAB-9773-44CB7991506C}"/>
              </a:ext>
            </a:extLst>
          </p:cNvPr>
          <p:cNvSpPr>
            <a:spLocks xmlns:a="http://schemas.openxmlformats.org/drawingml/2006/main" noGrp="1"/>
          </p:cNvSpPr>
          <p:nvPr/>
        </p:nvSpPr>
        <p:spPr>
          <a:xfrm xmlns:a="http://schemas.openxmlformats.org/drawingml/2006/main" rot="0">
            <a:off x="6805533" y="2935274"/>
            <a:ext cx="29708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0.50</a:t>
            </a:r>
          </a:p>
        </p:txBody>
      </p:sp>
      <p:sp>
        <p:nvSpPr>
          <p:cNvPr id="111" name="Editable chart path">
            <a:extLst xmlns:a="http://schemas.openxmlformats.org/drawingml/2006/main">
              <a:ext uri="{FF2B5EF4-FFF2-40B4-BE49-F238E27FC236}">
                <a16:creationId xmlns:a16="http://schemas.microsoft.com/office/drawing/2014/main" id="{37BD2705-815D-4F0D-ACA0-5DE492998344}"/>
              </a:ext>
            </a:extLst>
          </p:cNvPr>
          <p:cNvSpPr>
            <a:spLocks xmlns:a="http://schemas.openxmlformats.org/drawingml/2006/main" noGrp="1"/>
          </p:cNvSpPr>
          <p:nvPr/>
        </p:nvSpPr>
        <p:spPr>
          <a:xfrm xmlns:a="http://schemas.openxmlformats.org/drawingml/2006/main">
            <a:off x="7205615" y="2695071"/>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377">
            <a:solidFill>
              <a:srgbClr val="E4EAF4"/>
            </a:solidFill>
            <a:prstDash val="solid"/>
          </a:ln>
        </p:spPr>
      </p:sp>
      <p:sp>
        <p:nvSpPr>
          <p:cNvPr id="112" name="Editable chart path">
            <a:extLst xmlns:a="http://schemas.openxmlformats.org/drawingml/2006/main">
              <a:ext uri="{FF2B5EF4-FFF2-40B4-BE49-F238E27FC236}">
                <a16:creationId xmlns:a16="http://schemas.microsoft.com/office/drawing/2014/main" id="{730AD5C1-DBD4-454B-87FD-9A771CB09B36}"/>
              </a:ext>
            </a:extLst>
          </p:cNvPr>
          <p:cNvSpPr>
            <a:spLocks xmlns:a="http://schemas.openxmlformats.org/drawingml/2006/main" noGrp="1"/>
          </p:cNvSpPr>
          <p:nvPr/>
        </p:nvSpPr>
        <p:spPr>
          <a:xfrm xmlns:a="http://schemas.openxmlformats.org/drawingml/2006/main">
            <a:off x="7156747" y="2695071"/>
            <a:ext cx="4886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170">
            <a:solidFill>
              <a:srgbClr val="5A6683"/>
            </a:solidFill>
            <a:prstDash val="solid"/>
          </a:ln>
        </p:spPr>
      </p:sp>
      <p:sp>
        <p:nvSpPr>
          <p:cNvPr id="113" name="">
            <a:extLst xmlns:a="http://schemas.openxmlformats.org/drawingml/2006/main">
              <a:ext uri="{FF2B5EF4-FFF2-40B4-BE49-F238E27FC236}">
                <a16:creationId xmlns:a16="http://schemas.microsoft.com/office/drawing/2014/main" id="{3B82A46E-8F30-4C7F-B0FD-E6DAEF2FC24C}"/>
              </a:ext>
            </a:extLst>
          </p:cNvPr>
          <p:cNvSpPr>
            <a:spLocks xmlns:a="http://schemas.openxmlformats.org/drawingml/2006/main" noGrp="1"/>
          </p:cNvSpPr>
          <p:nvPr/>
        </p:nvSpPr>
        <p:spPr>
          <a:xfrm xmlns:a="http://schemas.openxmlformats.org/drawingml/2006/main" rot="0">
            <a:off x="6816335" y="2608166"/>
            <a:ext cx="2856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0.75</a:t>
            </a:r>
          </a:p>
        </p:txBody>
      </p:sp>
      <p:sp>
        <p:nvSpPr>
          <p:cNvPr id="114" name="Editable chart path">
            <a:extLst xmlns:a="http://schemas.openxmlformats.org/drawingml/2006/main">
              <a:ext uri="{FF2B5EF4-FFF2-40B4-BE49-F238E27FC236}">
                <a16:creationId xmlns:a16="http://schemas.microsoft.com/office/drawing/2014/main" id="{84EE13FC-5F06-4332-A72B-4E71053593E6}"/>
              </a:ext>
            </a:extLst>
          </p:cNvPr>
          <p:cNvSpPr>
            <a:spLocks xmlns:a="http://schemas.openxmlformats.org/drawingml/2006/main" noGrp="1"/>
          </p:cNvSpPr>
          <p:nvPr/>
        </p:nvSpPr>
        <p:spPr>
          <a:xfrm xmlns:a="http://schemas.openxmlformats.org/drawingml/2006/main">
            <a:off x="7248667" y="2605247"/>
            <a:ext cx="344419" cy="376992"/>
          </a:xfrm>
          <a:custGeom xmlns:a="http://schemas.openxmlformats.org/drawingml/2006/main">
            <a:pathLst>
              <a:path w="234963" h="257184">
                <a:moveTo>
                  <a:pt x="0" y="257184"/>
                </a:moveTo>
                <a:lnTo>
                  <a:pt x="234963" y="257184"/>
                </a:lnTo>
                <a:lnTo>
                  <a:pt x="234963" y="0"/>
                </a:lnTo>
                <a:lnTo>
                  <a:pt x="0" y="0"/>
                </a:lnTo>
                <a:lnTo>
                  <a:pt x="0" y="257184"/>
                </a:lnTo>
                <a:close/>
              </a:path>
            </a:pathLst>
          </a:custGeom>
          <a:solidFill xmlns:a="http://schemas.openxmlformats.org/drawingml/2006/main">
            <a:srgbClr val="224889">
              <a:alpha val="35000"/>
            </a:srgbClr>
          </a:solidFill>
          <a:ln xmlns:a="http://schemas.openxmlformats.org/drawingml/2006/main" w="13962">
            <a:solidFill>
              <a:srgbClr val="224889"/>
            </a:solidFill>
            <a:prstDash val="solid"/>
          </a:ln>
        </p:spPr>
      </p:sp>
      <p:sp>
        <p:nvSpPr>
          <p:cNvPr id="115" name="Editable chart path">
            <a:extLst xmlns:a="http://schemas.openxmlformats.org/drawingml/2006/main">
              <a:ext uri="{FF2B5EF4-FFF2-40B4-BE49-F238E27FC236}">
                <a16:creationId xmlns:a16="http://schemas.microsoft.com/office/drawing/2014/main" id="{947FB664-84DC-4F59-B76D-04C21BD3ED66}"/>
              </a:ext>
            </a:extLst>
          </p:cNvPr>
          <p:cNvSpPr>
            <a:spLocks xmlns:a="http://schemas.openxmlformats.org/drawingml/2006/main" noGrp="1"/>
          </p:cNvSpPr>
          <p:nvPr/>
        </p:nvSpPr>
        <p:spPr>
          <a:xfrm xmlns:a="http://schemas.openxmlformats.org/drawingml/2006/main">
            <a:off x="7420877" y="2982239"/>
            <a:ext cx="95" cy="489124"/>
          </a:xfrm>
          <a:custGeom xmlns:a="http://schemas.openxmlformats.org/drawingml/2006/main">
            <a:pathLst>
              <a:path w="95" h="333680">
                <a:moveTo>
                  <a:pt x="0" y="0"/>
                </a:moveTo>
                <a:lnTo>
                  <a:pt x="0" y="333680"/>
                </a:lnTo>
              </a:path>
            </a:pathLst>
          </a:custGeom>
          <a:noFill xmlns:a="http://schemas.openxmlformats.org/drawingml/2006/main"/>
          <a:ln xmlns:a="http://schemas.openxmlformats.org/drawingml/2006/main" w="13962">
            <a:solidFill>
              <a:srgbClr val="14203A"/>
            </a:solidFill>
            <a:prstDash val="solid"/>
          </a:ln>
        </p:spPr>
      </p:sp>
      <p:sp>
        <p:nvSpPr>
          <p:cNvPr id="116" name="Editable chart path">
            <a:extLst xmlns:a="http://schemas.openxmlformats.org/drawingml/2006/main">
              <a:ext uri="{FF2B5EF4-FFF2-40B4-BE49-F238E27FC236}">
                <a16:creationId xmlns:a16="http://schemas.microsoft.com/office/drawing/2014/main" id="{7818E114-8DCC-4631-A399-592C91B08725}"/>
              </a:ext>
            </a:extLst>
          </p:cNvPr>
          <p:cNvSpPr>
            <a:spLocks xmlns:a="http://schemas.openxmlformats.org/drawingml/2006/main" noGrp="1"/>
          </p:cNvSpPr>
          <p:nvPr/>
        </p:nvSpPr>
        <p:spPr>
          <a:xfrm xmlns:a="http://schemas.openxmlformats.org/drawingml/2006/main">
            <a:off x="7420877" y="2500245"/>
            <a:ext cx="95" cy="105002"/>
          </a:xfrm>
          <a:custGeom xmlns:a="http://schemas.openxmlformats.org/drawingml/2006/main">
            <a:pathLst>
              <a:path w="95" h="71632">
                <a:moveTo>
                  <a:pt x="0" y="71632"/>
                </a:moveTo>
                <a:lnTo>
                  <a:pt x="0" y="0"/>
                </a:lnTo>
              </a:path>
            </a:pathLst>
          </a:custGeom>
          <a:noFill xmlns:a="http://schemas.openxmlformats.org/drawingml/2006/main"/>
          <a:ln xmlns:a="http://schemas.openxmlformats.org/drawingml/2006/main" w="13962">
            <a:solidFill>
              <a:srgbClr val="14203A"/>
            </a:solidFill>
            <a:prstDash val="solid"/>
          </a:ln>
        </p:spPr>
      </p:sp>
      <p:sp>
        <p:nvSpPr>
          <p:cNvPr id="117" name="Editable chart path">
            <a:extLst xmlns:a="http://schemas.openxmlformats.org/drawingml/2006/main">
              <a:ext uri="{FF2B5EF4-FFF2-40B4-BE49-F238E27FC236}">
                <a16:creationId xmlns:a16="http://schemas.microsoft.com/office/drawing/2014/main" id="{DF770EE0-C933-44D4-9EA3-91A38143D067}"/>
              </a:ext>
            </a:extLst>
          </p:cNvPr>
          <p:cNvSpPr>
            <a:spLocks xmlns:a="http://schemas.openxmlformats.org/drawingml/2006/main" noGrp="1"/>
          </p:cNvSpPr>
          <p:nvPr/>
        </p:nvSpPr>
        <p:spPr>
          <a:xfrm xmlns:a="http://schemas.openxmlformats.org/drawingml/2006/main">
            <a:off x="7334772" y="3471363"/>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18" name="Editable chart path">
            <a:extLst xmlns:a="http://schemas.openxmlformats.org/drawingml/2006/main">
              <a:ext uri="{FF2B5EF4-FFF2-40B4-BE49-F238E27FC236}">
                <a16:creationId xmlns:a16="http://schemas.microsoft.com/office/drawing/2014/main" id="{801591F1-AF8F-4DD7-A00B-F574C74CFCAA}"/>
              </a:ext>
            </a:extLst>
          </p:cNvPr>
          <p:cNvSpPr>
            <a:spLocks xmlns:a="http://schemas.openxmlformats.org/drawingml/2006/main" noGrp="1"/>
          </p:cNvSpPr>
          <p:nvPr/>
        </p:nvSpPr>
        <p:spPr>
          <a:xfrm xmlns:a="http://schemas.openxmlformats.org/drawingml/2006/main">
            <a:off x="7334772" y="2500245"/>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19" name="Editable chart path">
            <a:extLst xmlns:a="http://schemas.openxmlformats.org/drawingml/2006/main">
              <a:ext uri="{FF2B5EF4-FFF2-40B4-BE49-F238E27FC236}">
                <a16:creationId xmlns:a16="http://schemas.microsoft.com/office/drawing/2014/main" id="{4176FF79-6CF0-4A55-86CB-CC553EDCA149}"/>
              </a:ext>
            </a:extLst>
          </p:cNvPr>
          <p:cNvSpPr>
            <a:spLocks xmlns:a="http://schemas.openxmlformats.org/drawingml/2006/main" noGrp="1"/>
          </p:cNvSpPr>
          <p:nvPr/>
        </p:nvSpPr>
        <p:spPr>
          <a:xfrm xmlns:a="http://schemas.openxmlformats.org/drawingml/2006/main">
            <a:off x="8540239" y="2722711"/>
            <a:ext cx="344419" cy="1230023"/>
          </a:xfrm>
          <a:custGeom xmlns:a="http://schemas.openxmlformats.org/drawingml/2006/main">
            <a:pathLst>
              <a:path w="234963" h="839122">
                <a:moveTo>
                  <a:pt x="0" y="839122"/>
                </a:moveTo>
                <a:lnTo>
                  <a:pt x="234963" y="839122"/>
                </a:lnTo>
                <a:lnTo>
                  <a:pt x="234963" y="0"/>
                </a:lnTo>
                <a:lnTo>
                  <a:pt x="0" y="0"/>
                </a:lnTo>
                <a:lnTo>
                  <a:pt x="0" y="839122"/>
                </a:lnTo>
                <a:close/>
              </a:path>
            </a:pathLst>
          </a:custGeom>
          <a:solidFill xmlns:a="http://schemas.openxmlformats.org/drawingml/2006/main">
            <a:srgbClr val="224889">
              <a:alpha val="35000"/>
            </a:srgbClr>
          </a:solidFill>
          <a:ln xmlns:a="http://schemas.openxmlformats.org/drawingml/2006/main" w="13962">
            <a:solidFill>
              <a:srgbClr val="224889"/>
            </a:solidFill>
            <a:prstDash val="solid"/>
          </a:ln>
        </p:spPr>
      </p:sp>
      <p:sp>
        <p:nvSpPr>
          <p:cNvPr id="120" name="Editable chart path">
            <a:extLst xmlns:a="http://schemas.openxmlformats.org/drawingml/2006/main">
              <a:ext uri="{FF2B5EF4-FFF2-40B4-BE49-F238E27FC236}">
                <a16:creationId xmlns:a16="http://schemas.microsoft.com/office/drawing/2014/main" id="{4E59F281-F34D-441F-B61D-F801EB961BE0}"/>
              </a:ext>
            </a:extLst>
          </p:cNvPr>
          <p:cNvSpPr>
            <a:spLocks xmlns:a="http://schemas.openxmlformats.org/drawingml/2006/main" noGrp="1"/>
          </p:cNvSpPr>
          <p:nvPr/>
        </p:nvSpPr>
        <p:spPr>
          <a:xfrm xmlns:a="http://schemas.openxmlformats.org/drawingml/2006/main">
            <a:off x="8712449" y="3952735"/>
            <a:ext cx="95" cy="927416"/>
          </a:xfrm>
          <a:custGeom xmlns:a="http://schemas.openxmlformats.org/drawingml/2006/main">
            <a:pathLst>
              <a:path w="95" h="632683">
                <a:moveTo>
                  <a:pt x="0" y="0"/>
                </a:moveTo>
                <a:lnTo>
                  <a:pt x="0" y="632683"/>
                </a:lnTo>
              </a:path>
            </a:pathLst>
          </a:custGeom>
          <a:noFill xmlns:a="http://schemas.openxmlformats.org/drawingml/2006/main"/>
          <a:ln xmlns:a="http://schemas.openxmlformats.org/drawingml/2006/main" w="13962">
            <a:solidFill>
              <a:srgbClr val="14203A"/>
            </a:solidFill>
            <a:prstDash val="solid"/>
          </a:ln>
        </p:spPr>
      </p:sp>
      <p:sp>
        <p:nvSpPr>
          <p:cNvPr id="121" name="Editable chart path">
            <a:extLst xmlns:a="http://schemas.openxmlformats.org/drawingml/2006/main">
              <a:ext uri="{FF2B5EF4-FFF2-40B4-BE49-F238E27FC236}">
                <a16:creationId xmlns:a16="http://schemas.microsoft.com/office/drawing/2014/main" id="{6FFA42E9-8B2B-411E-BB5E-FA73C9F38F36}"/>
              </a:ext>
            </a:extLst>
          </p:cNvPr>
          <p:cNvSpPr>
            <a:spLocks xmlns:a="http://schemas.openxmlformats.org/drawingml/2006/main" noGrp="1"/>
          </p:cNvSpPr>
          <p:nvPr/>
        </p:nvSpPr>
        <p:spPr>
          <a:xfrm xmlns:a="http://schemas.openxmlformats.org/drawingml/2006/main">
            <a:off x="8712449" y="2528507"/>
            <a:ext cx="95" cy="194204"/>
          </a:xfrm>
          <a:custGeom xmlns:a="http://schemas.openxmlformats.org/drawingml/2006/main">
            <a:pathLst>
              <a:path w="95" h="132486">
                <a:moveTo>
                  <a:pt x="0" y="132486"/>
                </a:moveTo>
                <a:lnTo>
                  <a:pt x="0" y="0"/>
                </a:lnTo>
              </a:path>
            </a:pathLst>
          </a:custGeom>
          <a:noFill xmlns:a="http://schemas.openxmlformats.org/drawingml/2006/main"/>
          <a:ln xmlns:a="http://schemas.openxmlformats.org/drawingml/2006/main" w="13962">
            <a:solidFill>
              <a:srgbClr val="14203A"/>
            </a:solidFill>
            <a:prstDash val="solid"/>
          </a:ln>
        </p:spPr>
      </p:sp>
      <p:sp>
        <p:nvSpPr>
          <p:cNvPr id="122" name="Editable chart path">
            <a:extLst xmlns:a="http://schemas.openxmlformats.org/drawingml/2006/main">
              <a:ext uri="{FF2B5EF4-FFF2-40B4-BE49-F238E27FC236}">
                <a16:creationId xmlns:a16="http://schemas.microsoft.com/office/drawing/2014/main" id="{EA212FCB-9595-4F91-B410-79CB6F9996C5}"/>
              </a:ext>
            </a:extLst>
          </p:cNvPr>
          <p:cNvSpPr>
            <a:spLocks xmlns:a="http://schemas.openxmlformats.org/drawingml/2006/main" noGrp="1"/>
          </p:cNvSpPr>
          <p:nvPr/>
        </p:nvSpPr>
        <p:spPr>
          <a:xfrm xmlns:a="http://schemas.openxmlformats.org/drawingml/2006/main">
            <a:off x="8626344" y="4880151"/>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23" name="Editable chart path">
            <a:extLst xmlns:a="http://schemas.openxmlformats.org/drawingml/2006/main">
              <a:ext uri="{FF2B5EF4-FFF2-40B4-BE49-F238E27FC236}">
                <a16:creationId xmlns:a16="http://schemas.microsoft.com/office/drawing/2014/main" id="{D1728DCC-915F-4DF3-867C-BB85923D55A7}"/>
              </a:ext>
            </a:extLst>
          </p:cNvPr>
          <p:cNvSpPr>
            <a:spLocks xmlns:a="http://schemas.openxmlformats.org/drawingml/2006/main" noGrp="1"/>
          </p:cNvSpPr>
          <p:nvPr/>
        </p:nvSpPr>
        <p:spPr>
          <a:xfrm xmlns:a="http://schemas.openxmlformats.org/drawingml/2006/main">
            <a:off x="8626344" y="2528507"/>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24" name="Editable chart path">
            <a:extLst xmlns:a="http://schemas.openxmlformats.org/drawingml/2006/main">
              <a:ext uri="{FF2B5EF4-FFF2-40B4-BE49-F238E27FC236}">
                <a16:creationId xmlns:a16="http://schemas.microsoft.com/office/drawing/2014/main" id="{24495759-DEFE-44D9-B3AC-4F9C283E4B96}"/>
              </a:ext>
            </a:extLst>
          </p:cNvPr>
          <p:cNvSpPr>
            <a:spLocks xmlns:a="http://schemas.openxmlformats.org/drawingml/2006/main" noGrp="1"/>
          </p:cNvSpPr>
          <p:nvPr/>
        </p:nvSpPr>
        <p:spPr>
          <a:xfrm xmlns:a="http://schemas.openxmlformats.org/drawingml/2006/main">
            <a:off x="9831811" y="2655164"/>
            <a:ext cx="344419" cy="647019"/>
          </a:xfrm>
          <a:custGeom xmlns:a="http://schemas.openxmlformats.org/drawingml/2006/main">
            <a:pathLst>
              <a:path w="234963" h="441396">
                <a:moveTo>
                  <a:pt x="0" y="441396"/>
                </a:moveTo>
                <a:lnTo>
                  <a:pt x="234963" y="441396"/>
                </a:lnTo>
                <a:lnTo>
                  <a:pt x="234963" y="0"/>
                </a:lnTo>
                <a:lnTo>
                  <a:pt x="0" y="0"/>
                </a:lnTo>
                <a:lnTo>
                  <a:pt x="0" y="441396"/>
                </a:lnTo>
                <a:close/>
              </a:path>
            </a:pathLst>
          </a:custGeom>
          <a:solidFill xmlns:a="http://schemas.openxmlformats.org/drawingml/2006/main">
            <a:srgbClr val="224889">
              <a:alpha val="35000"/>
            </a:srgbClr>
          </a:solidFill>
          <a:ln xmlns:a="http://schemas.openxmlformats.org/drawingml/2006/main" w="13962">
            <a:solidFill>
              <a:srgbClr val="224889"/>
            </a:solidFill>
            <a:prstDash val="solid"/>
          </a:ln>
        </p:spPr>
      </p:sp>
      <p:sp>
        <p:nvSpPr>
          <p:cNvPr id="125" name="Editable chart path">
            <a:extLst xmlns:a="http://schemas.openxmlformats.org/drawingml/2006/main">
              <a:ext uri="{FF2B5EF4-FFF2-40B4-BE49-F238E27FC236}">
                <a16:creationId xmlns:a16="http://schemas.microsoft.com/office/drawing/2014/main" id="{D19F7889-31DE-444C-BC44-FC934B4F8F2D}"/>
              </a:ext>
            </a:extLst>
          </p:cNvPr>
          <p:cNvSpPr>
            <a:spLocks xmlns:a="http://schemas.openxmlformats.org/drawingml/2006/main" noGrp="1"/>
          </p:cNvSpPr>
          <p:nvPr/>
        </p:nvSpPr>
        <p:spPr>
          <a:xfrm xmlns:a="http://schemas.openxmlformats.org/drawingml/2006/main">
            <a:off x="10004021" y="3302183"/>
            <a:ext cx="95" cy="970071"/>
          </a:xfrm>
          <a:custGeom xmlns:a="http://schemas.openxmlformats.org/drawingml/2006/main">
            <a:pathLst>
              <a:path w="95" h="661782">
                <a:moveTo>
                  <a:pt x="0" y="0"/>
                </a:moveTo>
                <a:lnTo>
                  <a:pt x="0" y="661782"/>
                </a:lnTo>
              </a:path>
            </a:pathLst>
          </a:custGeom>
          <a:noFill xmlns:a="http://schemas.openxmlformats.org/drawingml/2006/main"/>
          <a:ln xmlns:a="http://schemas.openxmlformats.org/drawingml/2006/main" w="13962">
            <a:solidFill>
              <a:srgbClr val="14203A"/>
            </a:solidFill>
            <a:prstDash val="solid"/>
          </a:ln>
        </p:spPr>
      </p:sp>
      <p:sp>
        <p:nvSpPr>
          <p:cNvPr id="126" name="Editable chart path">
            <a:extLst xmlns:a="http://schemas.openxmlformats.org/drawingml/2006/main">
              <a:ext uri="{FF2B5EF4-FFF2-40B4-BE49-F238E27FC236}">
                <a16:creationId xmlns:a16="http://schemas.microsoft.com/office/drawing/2014/main" id="{3C750C35-501E-4861-8EA4-C8BB5610BBF8}"/>
              </a:ext>
            </a:extLst>
          </p:cNvPr>
          <p:cNvSpPr>
            <a:spLocks xmlns:a="http://schemas.openxmlformats.org/drawingml/2006/main" noGrp="1"/>
          </p:cNvSpPr>
          <p:nvPr/>
        </p:nvSpPr>
        <p:spPr>
          <a:xfrm xmlns:a="http://schemas.openxmlformats.org/drawingml/2006/main">
            <a:off x="10004021" y="2532040"/>
            <a:ext cx="95" cy="123123"/>
          </a:xfrm>
          <a:custGeom xmlns:a="http://schemas.openxmlformats.org/drawingml/2006/main">
            <a:pathLst>
              <a:path w="95" h="83995">
                <a:moveTo>
                  <a:pt x="0" y="83995"/>
                </a:moveTo>
                <a:lnTo>
                  <a:pt x="0" y="0"/>
                </a:lnTo>
              </a:path>
            </a:pathLst>
          </a:custGeom>
          <a:noFill xmlns:a="http://schemas.openxmlformats.org/drawingml/2006/main"/>
          <a:ln xmlns:a="http://schemas.openxmlformats.org/drawingml/2006/main" w="13962">
            <a:solidFill>
              <a:srgbClr val="14203A"/>
            </a:solidFill>
            <a:prstDash val="solid"/>
          </a:ln>
        </p:spPr>
      </p:sp>
      <p:sp>
        <p:nvSpPr>
          <p:cNvPr id="127" name="Editable chart path">
            <a:extLst xmlns:a="http://schemas.openxmlformats.org/drawingml/2006/main">
              <a:ext uri="{FF2B5EF4-FFF2-40B4-BE49-F238E27FC236}">
                <a16:creationId xmlns:a16="http://schemas.microsoft.com/office/drawing/2014/main" id="{31E8FA5B-A4BB-49F9-973C-B8F483C40341}"/>
              </a:ext>
            </a:extLst>
          </p:cNvPr>
          <p:cNvSpPr>
            <a:spLocks xmlns:a="http://schemas.openxmlformats.org/drawingml/2006/main" noGrp="1"/>
          </p:cNvSpPr>
          <p:nvPr/>
        </p:nvSpPr>
        <p:spPr>
          <a:xfrm xmlns:a="http://schemas.openxmlformats.org/drawingml/2006/main">
            <a:off x="9917916" y="4272253"/>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28" name="Editable chart path">
            <a:extLst xmlns:a="http://schemas.openxmlformats.org/drawingml/2006/main">
              <a:ext uri="{FF2B5EF4-FFF2-40B4-BE49-F238E27FC236}">
                <a16:creationId xmlns:a16="http://schemas.microsoft.com/office/drawing/2014/main" id="{80EDCD8C-1208-4ED3-8FD0-CAA2CF36B8B7}"/>
              </a:ext>
            </a:extLst>
          </p:cNvPr>
          <p:cNvSpPr>
            <a:spLocks xmlns:a="http://schemas.openxmlformats.org/drawingml/2006/main" noGrp="1"/>
          </p:cNvSpPr>
          <p:nvPr/>
        </p:nvSpPr>
        <p:spPr>
          <a:xfrm xmlns:a="http://schemas.openxmlformats.org/drawingml/2006/main">
            <a:off x="9917916" y="2532040"/>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29" name="Editable chart path">
            <a:extLst xmlns:a="http://schemas.openxmlformats.org/drawingml/2006/main">
              <a:ext uri="{FF2B5EF4-FFF2-40B4-BE49-F238E27FC236}">
                <a16:creationId xmlns:a16="http://schemas.microsoft.com/office/drawing/2014/main" id="{7306A518-50F0-4E8C-8D47-0794CA188584}"/>
              </a:ext>
            </a:extLst>
          </p:cNvPr>
          <p:cNvSpPr>
            <a:spLocks xmlns:a="http://schemas.openxmlformats.org/drawingml/2006/main" noGrp="1"/>
          </p:cNvSpPr>
          <p:nvPr/>
        </p:nvSpPr>
        <p:spPr>
          <a:xfrm xmlns:a="http://schemas.openxmlformats.org/drawingml/2006/main">
            <a:off x="7679191" y="2879723"/>
            <a:ext cx="344419" cy="713487"/>
          </a:xfrm>
          <a:custGeom xmlns:a="http://schemas.openxmlformats.org/drawingml/2006/main">
            <a:pathLst>
              <a:path w="234963" h="486741">
                <a:moveTo>
                  <a:pt x="0" y="486741"/>
                </a:moveTo>
                <a:lnTo>
                  <a:pt x="234963" y="486741"/>
                </a:lnTo>
                <a:lnTo>
                  <a:pt x="234963" y="0"/>
                </a:lnTo>
                <a:lnTo>
                  <a:pt x="0" y="0"/>
                </a:lnTo>
                <a:lnTo>
                  <a:pt x="0" y="486741"/>
                </a:lnTo>
                <a:close/>
              </a:path>
            </a:pathLst>
          </a:custGeom>
          <a:solidFill xmlns:a="http://schemas.openxmlformats.org/drawingml/2006/main">
            <a:srgbClr val="C0453C">
              <a:alpha val="35000"/>
            </a:srgbClr>
          </a:solidFill>
          <a:ln xmlns:a="http://schemas.openxmlformats.org/drawingml/2006/main" w="13962">
            <a:solidFill>
              <a:srgbClr val="C0453C"/>
            </a:solidFill>
            <a:prstDash val="solid"/>
          </a:ln>
        </p:spPr>
      </p:sp>
      <p:sp>
        <p:nvSpPr>
          <p:cNvPr id="130" name="Editable chart path">
            <a:extLst xmlns:a="http://schemas.openxmlformats.org/drawingml/2006/main">
              <a:ext uri="{FF2B5EF4-FFF2-40B4-BE49-F238E27FC236}">
                <a16:creationId xmlns:a16="http://schemas.microsoft.com/office/drawing/2014/main" id="{88B15BB8-C001-4153-A75C-C0A2AAAA0F5F}"/>
              </a:ext>
            </a:extLst>
          </p:cNvPr>
          <p:cNvSpPr>
            <a:spLocks xmlns:a="http://schemas.openxmlformats.org/drawingml/2006/main" noGrp="1"/>
          </p:cNvSpPr>
          <p:nvPr/>
        </p:nvSpPr>
        <p:spPr>
          <a:xfrm xmlns:a="http://schemas.openxmlformats.org/drawingml/2006/main">
            <a:off x="7851401" y="3593210"/>
            <a:ext cx="95" cy="644370"/>
          </a:xfrm>
          <a:custGeom xmlns:a="http://schemas.openxmlformats.org/drawingml/2006/main">
            <a:pathLst>
              <a:path w="95" h="439589">
                <a:moveTo>
                  <a:pt x="0" y="0"/>
                </a:moveTo>
                <a:lnTo>
                  <a:pt x="0" y="439589"/>
                </a:lnTo>
              </a:path>
            </a:pathLst>
          </a:custGeom>
          <a:noFill xmlns:a="http://schemas.openxmlformats.org/drawingml/2006/main"/>
          <a:ln xmlns:a="http://schemas.openxmlformats.org/drawingml/2006/main" w="13962">
            <a:solidFill>
              <a:srgbClr val="14203A"/>
            </a:solidFill>
            <a:prstDash val="solid"/>
          </a:ln>
        </p:spPr>
      </p:sp>
      <p:sp>
        <p:nvSpPr>
          <p:cNvPr id="131" name="Editable chart path">
            <a:extLst xmlns:a="http://schemas.openxmlformats.org/drawingml/2006/main">
              <a:ext uri="{FF2B5EF4-FFF2-40B4-BE49-F238E27FC236}">
                <a16:creationId xmlns:a16="http://schemas.microsoft.com/office/drawing/2014/main" id="{77B72BD9-6085-43A7-9FFF-16EE51FDAB0C}"/>
              </a:ext>
            </a:extLst>
          </p:cNvPr>
          <p:cNvSpPr>
            <a:spLocks xmlns:a="http://schemas.openxmlformats.org/drawingml/2006/main" noGrp="1"/>
          </p:cNvSpPr>
          <p:nvPr/>
        </p:nvSpPr>
        <p:spPr>
          <a:xfrm xmlns:a="http://schemas.openxmlformats.org/drawingml/2006/main">
            <a:off x="7851401" y="2709987"/>
            <a:ext cx="95" cy="169736"/>
          </a:xfrm>
          <a:custGeom xmlns:a="http://schemas.openxmlformats.org/drawingml/2006/main">
            <a:pathLst>
              <a:path w="95" h="115794">
                <a:moveTo>
                  <a:pt x="0" y="115794"/>
                </a:moveTo>
                <a:lnTo>
                  <a:pt x="0" y="0"/>
                </a:lnTo>
              </a:path>
            </a:pathLst>
          </a:custGeom>
          <a:noFill xmlns:a="http://schemas.openxmlformats.org/drawingml/2006/main"/>
          <a:ln xmlns:a="http://schemas.openxmlformats.org/drawingml/2006/main" w="13962">
            <a:solidFill>
              <a:srgbClr val="14203A"/>
            </a:solidFill>
            <a:prstDash val="solid"/>
          </a:ln>
        </p:spPr>
      </p:sp>
      <p:sp>
        <p:nvSpPr>
          <p:cNvPr id="132" name="Editable chart path">
            <a:extLst xmlns:a="http://schemas.openxmlformats.org/drawingml/2006/main">
              <a:ext uri="{FF2B5EF4-FFF2-40B4-BE49-F238E27FC236}">
                <a16:creationId xmlns:a16="http://schemas.microsoft.com/office/drawing/2014/main" id="{9C8830B3-5E4B-4EA2-BA50-299AAD951687}"/>
              </a:ext>
            </a:extLst>
          </p:cNvPr>
          <p:cNvSpPr>
            <a:spLocks xmlns:a="http://schemas.openxmlformats.org/drawingml/2006/main" noGrp="1"/>
          </p:cNvSpPr>
          <p:nvPr/>
        </p:nvSpPr>
        <p:spPr>
          <a:xfrm xmlns:a="http://schemas.openxmlformats.org/drawingml/2006/main">
            <a:off x="7765296" y="4237580"/>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33" name="Editable chart path">
            <a:extLst xmlns:a="http://schemas.openxmlformats.org/drawingml/2006/main">
              <a:ext uri="{FF2B5EF4-FFF2-40B4-BE49-F238E27FC236}">
                <a16:creationId xmlns:a16="http://schemas.microsoft.com/office/drawing/2014/main" id="{6D21AA31-D35F-4407-AA66-6F35D368C545}"/>
              </a:ext>
            </a:extLst>
          </p:cNvPr>
          <p:cNvSpPr>
            <a:spLocks xmlns:a="http://schemas.openxmlformats.org/drawingml/2006/main" noGrp="1"/>
          </p:cNvSpPr>
          <p:nvPr/>
        </p:nvSpPr>
        <p:spPr>
          <a:xfrm xmlns:a="http://schemas.openxmlformats.org/drawingml/2006/main">
            <a:off x="7765296" y="2709987"/>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34" name="Editable chart path">
            <a:extLst xmlns:a="http://schemas.openxmlformats.org/drawingml/2006/main">
              <a:ext uri="{FF2B5EF4-FFF2-40B4-BE49-F238E27FC236}">
                <a16:creationId xmlns:a16="http://schemas.microsoft.com/office/drawing/2014/main" id="{9B2BACAB-0B73-4FDA-816A-360C5D8AF5C9}"/>
              </a:ext>
            </a:extLst>
          </p:cNvPr>
          <p:cNvSpPr>
            <a:spLocks xmlns:a="http://schemas.openxmlformats.org/drawingml/2006/main" noGrp="1"/>
          </p:cNvSpPr>
          <p:nvPr/>
        </p:nvSpPr>
        <p:spPr>
          <a:xfrm xmlns:a="http://schemas.openxmlformats.org/drawingml/2006/main">
            <a:off x="8970763" y="2741389"/>
            <a:ext cx="344419" cy="457068"/>
          </a:xfrm>
          <a:custGeom xmlns:a="http://schemas.openxmlformats.org/drawingml/2006/main">
            <a:pathLst>
              <a:path w="234963" h="311811">
                <a:moveTo>
                  <a:pt x="0" y="311811"/>
                </a:moveTo>
                <a:lnTo>
                  <a:pt x="234963" y="311811"/>
                </a:lnTo>
                <a:lnTo>
                  <a:pt x="234963" y="0"/>
                </a:lnTo>
                <a:lnTo>
                  <a:pt x="0" y="0"/>
                </a:lnTo>
                <a:lnTo>
                  <a:pt x="0" y="311811"/>
                </a:lnTo>
                <a:close/>
              </a:path>
            </a:pathLst>
          </a:custGeom>
          <a:solidFill xmlns:a="http://schemas.openxmlformats.org/drawingml/2006/main">
            <a:srgbClr val="C0453C">
              <a:alpha val="35000"/>
            </a:srgbClr>
          </a:solidFill>
          <a:ln xmlns:a="http://schemas.openxmlformats.org/drawingml/2006/main" w="13962">
            <a:solidFill>
              <a:srgbClr val="C0453C"/>
            </a:solidFill>
            <a:prstDash val="solid"/>
          </a:ln>
        </p:spPr>
      </p:sp>
      <p:sp>
        <p:nvSpPr>
          <p:cNvPr id="135" name="Editable chart path">
            <a:extLst xmlns:a="http://schemas.openxmlformats.org/drawingml/2006/main">
              <a:ext uri="{FF2B5EF4-FFF2-40B4-BE49-F238E27FC236}">
                <a16:creationId xmlns:a16="http://schemas.microsoft.com/office/drawing/2014/main" id="{139A07BA-CA17-49BF-9B0C-86BC7CDF86BF}"/>
              </a:ext>
            </a:extLst>
          </p:cNvPr>
          <p:cNvSpPr>
            <a:spLocks xmlns:a="http://schemas.openxmlformats.org/drawingml/2006/main" noGrp="1"/>
          </p:cNvSpPr>
          <p:nvPr/>
        </p:nvSpPr>
        <p:spPr>
          <a:xfrm xmlns:a="http://schemas.openxmlformats.org/drawingml/2006/main">
            <a:off x="9142973" y="3198457"/>
            <a:ext cx="95" cy="628799"/>
          </a:xfrm>
          <a:custGeom xmlns:a="http://schemas.openxmlformats.org/drawingml/2006/main">
            <a:pathLst>
              <a:path w="95" h="428967">
                <a:moveTo>
                  <a:pt x="0" y="0"/>
                </a:moveTo>
                <a:lnTo>
                  <a:pt x="0" y="428967"/>
                </a:lnTo>
              </a:path>
            </a:pathLst>
          </a:custGeom>
          <a:noFill xmlns:a="http://schemas.openxmlformats.org/drawingml/2006/main"/>
          <a:ln xmlns:a="http://schemas.openxmlformats.org/drawingml/2006/main" w="13962">
            <a:solidFill>
              <a:srgbClr val="14203A"/>
            </a:solidFill>
            <a:prstDash val="solid"/>
          </a:ln>
        </p:spPr>
      </p:sp>
      <p:sp>
        <p:nvSpPr>
          <p:cNvPr id="136" name="Editable chart path">
            <a:extLst xmlns:a="http://schemas.openxmlformats.org/drawingml/2006/main">
              <a:ext uri="{FF2B5EF4-FFF2-40B4-BE49-F238E27FC236}">
                <a16:creationId xmlns:a16="http://schemas.microsoft.com/office/drawing/2014/main" id="{4D22B649-DF87-414F-BA80-8552B32A0D9E}"/>
              </a:ext>
            </a:extLst>
          </p:cNvPr>
          <p:cNvSpPr>
            <a:spLocks xmlns:a="http://schemas.openxmlformats.org/drawingml/2006/main" noGrp="1"/>
          </p:cNvSpPr>
          <p:nvPr/>
        </p:nvSpPr>
        <p:spPr>
          <a:xfrm xmlns:a="http://schemas.openxmlformats.org/drawingml/2006/main">
            <a:off x="9142973" y="2655164"/>
            <a:ext cx="95" cy="86226"/>
          </a:xfrm>
          <a:custGeom xmlns:a="http://schemas.openxmlformats.org/drawingml/2006/main">
            <a:pathLst>
              <a:path w="95" h="58823">
                <a:moveTo>
                  <a:pt x="0" y="58823"/>
                </a:moveTo>
                <a:lnTo>
                  <a:pt x="0" y="0"/>
                </a:lnTo>
              </a:path>
            </a:pathLst>
          </a:custGeom>
          <a:noFill xmlns:a="http://schemas.openxmlformats.org/drawingml/2006/main"/>
          <a:ln xmlns:a="http://schemas.openxmlformats.org/drawingml/2006/main" w="13962">
            <a:solidFill>
              <a:srgbClr val="14203A"/>
            </a:solidFill>
            <a:prstDash val="solid"/>
          </a:ln>
        </p:spPr>
      </p:sp>
      <p:sp>
        <p:nvSpPr>
          <p:cNvPr id="137" name="Editable chart path">
            <a:extLst xmlns:a="http://schemas.openxmlformats.org/drawingml/2006/main">
              <a:ext uri="{FF2B5EF4-FFF2-40B4-BE49-F238E27FC236}">
                <a16:creationId xmlns:a16="http://schemas.microsoft.com/office/drawing/2014/main" id="{E1DBFEEB-DC2F-47A9-9556-90C906D4E1BF}"/>
              </a:ext>
            </a:extLst>
          </p:cNvPr>
          <p:cNvSpPr>
            <a:spLocks xmlns:a="http://schemas.openxmlformats.org/drawingml/2006/main" noGrp="1"/>
          </p:cNvSpPr>
          <p:nvPr/>
        </p:nvSpPr>
        <p:spPr>
          <a:xfrm xmlns:a="http://schemas.openxmlformats.org/drawingml/2006/main">
            <a:off x="9056868" y="3827256"/>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38" name="Editable chart path">
            <a:extLst xmlns:a="http://schemas.openxmlformats.org/drawingml/2006/main">
              <a:ext uri="{FF2B5EF4-FFF2-40B4-BE49-F238E27FC236}">
                <a16:creationId xmlns:a16="http://schemas.microsoft.com/office/drawing/2014/main" id="{89FB3638-BEAE-4767-88D0-4520542CD31A}"/>
              </a:ext>
            </a:extLst>
          </p:cNvPr>
          <p:cNvSpPr>
            <a:spLocks xmlns:a="http://schemas.openxmlformats.org/drawingml/2006/main" noGrp="1"/>
          </p:cNvSpPr>
          <p:nvPr/>
        </p:nvSpPr>
        <p:spPr>
          <a:xfrm xmlns:a="http://schemas.openxmlformats.org/drawingml/2006/main">
            <a:off x="9056868" y="2655164"/>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39" name="Editable chart path">
            <a:extLst xmlns:a="http://schemas.openxmlformats.org/drawingml/2006/main">
              <a:ext uri="{FF2B5EF4-FFF2-40B4-BE49-F238E27FC236}">
                <a16:creationId xmlns:a16="http://schemas.microsoft.com/office/drawing/2014/main" id="{D34302C4-3F6A-4363-8A75-17DF15410905}"/>
              </a:ext>
            </a:extLst>
          </p:cNvPr>
          <p:cNvSpPr>
            <a:spLocks xmlns:a="http://schemas.openxmlformats.org/drawingml/2006/main" noGrp="1"/>
          </p:cNvSpPr>
          <p:nvPr/>
        </p:nvSpPr>
        <p:spPr>
          <a:xfrm xmlns:a="http://schemas.openxmlformats.org/drawingml/2006/main">
            <a:off x="10262335" y="2746165"/>
            <a:ext cx="344419" cy="528017"/>
          </a:xfrm>
          <a:custGeom xmlns:a="http://schemas.openxmlformats.org/drawingml/2006/main">
            <a:pathLst>
              <a:path w="234963" h="360213">
                <a:moveTo>
                  <a:pt x="0" y="360213"/>
                </a:moveTo>
                <a:lnTo>
                  <a:pt x="234963" y="360213"/>
                </a:lnTo>
                <a:lnTo>
                  <a:pt x="234963" y="0"/>
                </a:lnTo>
                <a:lnTo>
                  <a:pt x="0" y="0"/>
                </a:lnTo>
                <a:lnTo>
                  <a:pt x="0" y="360213"/>
                </a:lnTo>
                <a:close/>
              </a:path>
            </a:pathLst>
          </a:custGeom>
          <a:solidFill xmlns:a="http://schemas.openxmlformats.org/drawingml/2006/main">
            <a:srgbClr val="C0453C">
              <a:alpha val="35000"/>
            </a:srgbClr>
          </a:solidFill>
          <a:ln xmlns:a="http://schemas.openxmlformats.org/drawingml/2006/main" w="13962">
            <a:solidFill>
              <a:srgbClr val="C0453C"/>
            </a:solidFill>
            <a:prstDash val="solid"/>
          </a:ln>
        </p:spPr>
      </p:sp>
      <p:sp>
        <p:nvSpPr>
          <p:cNvPr id="140" name="Editable chart path">
            <a:extLst xmlns:a="http://schemas.openxmlformats.org/drawingml/2006/main">
              <a:ext uri="{FF2B5EF4-FFF2-40B4-BE49-F238E27FC236}">
                <a16:creationId xmlns:a16="http://schemas.microsoft.com/office/drawing/2014/main" id="{0A8CDB0A-A295-42D7-A029-8FFCE213688F}"/>
              </a:ext>
            </a:extLst>
          </p:cNvPr>
          <p:cNvSpPr>
            <a:spLocks xmlns:a="http://schemas.openxmlformats.org/drawingml/2006/main" noGrp="1"/>
          </p:cNvSpPr>
          <p:nvPr/>
        </p:nvSpPr>
        <p:spPr>
          <a:xfrm xmlns:a="http://schemas.openxmlformats.org/drawingml/2006/main">
            <a:off x="10434545" y="3274182"/>
            <a:ext cx="95" cy="637729"/>
          </a:xfrm>
          <a:custGeom xmlns:a="http://schemas.openxmlformats.org/drawingml/2006/main">
            <a:pathLst>
              <a:path w="95" h="435059">
                <a:moveTo>
                  <a:pt x="0" y="0"/>
                </a:moveTo>
                <a:lnTo>
                  <a:pt x="0" y="435059"/>
                </a:lnTo>
              </a:path>
            </a:pathLst>
          </a:custGeom>
          <a:noFill xmlns:a="http://schemas.openxmlformats.org/drawingml/2006/main"/>
          <a:ln xmlns:a="http://schemas.openxmlformats.org/drawingml/2006/main" w="13962">
            <a:solidFill>
              <a:srgbClr val="14203A"/>
            </a:solidFill>
            <a:prstDash val="solid"/>
          </a:ln>
        </p:spPr>
      </p:sp>
      <p:sp>
        <p:nvSpPr>
          <p:cNvPr id="141" name="Editable chart path">
            <a:extLst xmlns:a="http://schemas.openxmlformats.org/drawingml/2006/main">
              <a:ext uri="{FF2B5EF4-FFF2-40B4-BE49-F238E27FC236}">
                <a16:creationId xmlns:a16="http://schemas.microsoft.com/office/drawing/2014/main" id="{B5FFA0E6-0329-4735-B595-513AC8B0AB16}"/>
              </a:ext>
            </a:extLst>
          </p:cNvPr>
          <p:cNvSpPr>
            <a:spLocks xmlns:a="http://schemas.openxmlformats.org/drawingml/2006/main" noGrp="1"/>
          </p:cNvSpPr>
          <p:nvPr/>
        </p:nvSpPr>
        <p:spPr>
          <a:xfrm xmlns:a="http://schemas.openxmlformats.org/drawingml/2006/main">
            <a:off x="10434545" y="2619574"/>
            <a:ext cx="95" cy="126591"/>
          </a:xfrm>
          <a:custGeom xmlns:a="http://schemas.openxmlformats.org/drawingml/2006/main">
            <a:pathLst>
              <a:path w="95" h="86360">
                <a:moveTo>
                  <a:pt x="0" y="86360"/>
                </a:moveTo>
                <a:lnTo>
                  <a:pt x="0" y="0"/>
                </a:lnTo>
              </a:path>
            </a:pathLst>
          </a:custGeom>
          <a:noFill xmlns:a="http://schemas.openxmlformats.org/drawingml/2006/main"/>
          <a:ln xmlns:a="http://schemas.openxmlformats.org/drawingml/2006/main" w="13962">
            <a:solidFill>
              <a:srgbClr val="14203A"/>
            </a:solidFill>
            <a:prstDash val="solid"/>
          </a:ln>
        </p:spPr>
      </p:sp>
      <p:sp>
        <p:nvSpPr>
          <p:cNvPr id="142" name="Editable chart path">
            <a:extLst xmlns:a="http://schemas.openxmlformats.org/drawingml/2006/main">
              <a:ext uri="{FF2B5EF4-FFF2-40B4-BE49-F238E27FC236}">
                <a16:creationId xmlns:a16="http://schemas.microsoft.com/office/drawing/2014/main" id="{EC7AAD4B-0675-4B6F-9F13-7B5A4648ABB8}"/>
              </a:ext>
            </a:extLst>
          </p:cNvPr>
          <p:cNvSpPr>
            <a:spLocks xmlns:a="http://schemas.openxmlformats.org/drawingml/2006/main" noGrp="1"/>
          </p:cNvSpPr>
          <p:nvPr/>
        </p:nvSpPr>
        <p:spPr>
          <a:xfrm xmlns:a="http://schemas.openxmlformats.org/drawingml/2006/main">
            <a:off x="10348440" y="3911912"/>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43" name="Editable chart path">
            <a:extLst xmlns:a="http://schemas.openxmlformats.org/drawingml/2006/main">
              <a:ext uri="{FF2B5EF4-FFF2-40B4-BE49-F238E27FC236}">
                <a16:creationId xmlns:a16="http://schemas.microsoft.com/office/drawing/2014/main" id="{1126BDF7-7F75-4676-84C7-3D7F63571A5F}"/>
              </a:ext>
            </a:extLst>
          </p:cNvPr>
          <p:cNvSpPr>
            <a:spLocks xmlns:a="http://schemas.openxmlformats.org/drawingml/2006/main" noGrp="1"/>
          </p:cNvSpPr>
          <p:nvPr/>
        </p:nvSpPr>
        <p:spPr>
          <a:xfrm xmlns:a="http://schemas.openxmlformats.org/drawingml/2006/main">
            <a:off x="10348440" y="2619574"/>
            <a:ext cx="172210"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962">
            <a:solidFill>
              <a:srgbClr val="14203A"/>
            </a:solidFill>
            <a:prstDash val="solid"/>
          </a:ln>
        </p:spPr>
      </p:sp>
      <p:sp>
        <p:nvSpPr>
          <p:cNvPr id="144" name="Editable chart path">
            <a:extLst xmlns:a="http://schemas.openxmlformats.org/drawingml/2006/main">
              <a:ext uri="{FF2B5EF4-FFF2-40B4-BE49-F238E27FC236}">
                <a16:creationId xmlns:a16="http://schemas.microsoft.com/office/drawing/2014/main" id="{82A89DCA-5328-49A0-9CED-66D61B48E97A}"/>
              </a:ext>
            </a:extLst>
          </p:cNvPr>
          <p:cNvSpPr>
            <a:spLocks xmlns:a="http://schemas.openxmlformats.org/drawingml/2006/main" noGrp="1"/>
          </p:cNvSpPr>
          <p:nvPr/>
        </p:nvSpPr>
        <p:spPr>
          <a:xfrm xmlns:a="http://schemas.openxmlformats.org/drawingml/2006/main">
            <a:off x="7205615" y="3676394"/>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11170">
            <a:solidFill>
              <a:srgbClr val="5A6683"/>
            </a:solidFill>
            <a:prstDash val="solid"/>
          </a:ln>
        </p:spPr>
      </p:sp>
      <p:sp>
        <p:nvSpPr>
          <p:cNvPr id="145" name="Editable chart path">
            <a:extLst xmlns:a="http://schemas.openxmlformats.org/drawingml/2006/main">
              <a:ext uri="{FF2B5EF4-FFF2-40B4-BE49-F238E27FC236}">
                <a16:creationId xmlns:a16="http://schemas.microsoft.com/office/drawing/2014/main" id="{90F20C6B-3EAE-4CCE-88E8-D585A06A6921}"/>
              </a:ext>
            </a:extLst>
          </p:cNvPr>
          <p:cNvSpPr>
            <a:spLocks xmlns:a="http://schemas.openxmlformats.org/drawingml/2006/main" noGrp="1"/>
          </p:cNvSpPr>
          <p:nvPr/>
        </p:nvSpPr>
        <p:spPr>
          <a:xfrm xmlns:a="http://schemas.openxmlformats.org/drawingml/2006/main">
            <a:off x="7248667" y="2731641"/>
            <a:ext cx="34441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962">
            <a:solidFill>
              <a:srgbClr val="224889"/>
            </a:solidFill>
            <a:prstDash val="solid"/>
          </a:ln>
        </p:spPr>
      </p:sp>
      <p:sp>
        <p:nvSpPr>
          <p:cNvPr id="146" name="Editable chart path">
            <a:extLst xmlns:a="http://schemas.openxmlformats.org/drawingml/2006/main">
              <a:ext uri="{FF2B5EF4-FFF2-40B4-BE49-F238E27FC236}">
                <a16:creationId xmlns:a16="http://schemas.microsoft.com/office/drawing/2014/main" id="{0DBCA357-7741-442F-A667-C109549126E4}"/>
              </a:ext>
            </a:extLst>
          </p:cNvPr>
          <p:cNvSpPr>
            <a:spLocks xmlns:a="http://schemas.openxmlformats.org/drawingml/2006/main" noGrp="1"/>
          </p:cNvSpPr>
          <p:nvPr/>
        </p:nvSpPr>
        <p:spPr>
          <a:xfrm xmlns:a="http://schemas.openxmlformats.org/drawingml/2006/main">
            <a:off x="8540239" y="2897289"/>
            <a:ext cx="34441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962">
            <a:solidFill>
              <a:srgbClr val="224889"/>
            </a:solidFill>
            <a:prstDash val="solid"/>
          </a:ln>
        </p:spPr>
      </p:sp>
      <p:sp>
        <p:nvSpPr>
          <p:cNvPr id="147" name="Editable chart path">
            <a:extLst xmlns:a="http://schemas.openxmlformats.org/drawingml/2006/main">
              <a:ext uri="{FF2B5EF4-FFF2-40B4-BE49-F238E27FC236}">
                <a16:creationId xmlns:a16="http://schemas.microsoft.com/office/drawing/2014/main" id="{918899E5-0FB7-4E3E-8EE8-FA6F1DDEB603}"/>
              </a:ext>
            </a:extLst>
          </p:cNvPr>
          <p:cNvSpPr>
            <a:spLocks xmlns:a="http://schemas.openxmlformats.org/drawingml/2006/main" noGrp="1"/>
          </p:cNvSpPr>
          <p:nvPr/>
        </p:nvSpPr>
        <p:spPr>
          <a:xfrm xmlns:a="http://schemas.openxmlformats.org/drawingml/2006/main">
            <a:off x="9831811" y="2876092"/>
            <a:ext cx="34441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962">
            <a:solidFill>
              <a:srgbClr val="224889"/>
            </a:solidFill>
            <a:prstDash val="solid"/>
          </a:ln>
        </p:spPr>
      </p:sp>
      <p:sp>
        <p:nvSpPr>
          <p:cNvPr id="148" name="Editable chart path">
            <a:extLst xmlns:a="http://schemas.openxmlformats.org/drawingml/2006/main">
              <a:ext uri="{FF2B5EF4-FFF2-40B4-BE49-F238E27FC236}">
                <a16:creationId xmlns:a16="http://schemas.microsoft.com/office/drawing/2014/main" id="{4309F704-9C1E-4A75-B975-0CED5AA7D466}"/>
              </a:ext>
            </a:extLst>
          </p:cNvPr>
          <p:cNvSpPr>
            <a:spLocks xmlns:a="http://schemas.openxmlformats.org/drawingml/2006/main" noGrp="1"/>
          </p:cNvSpPr>
          <p:nvPr/>
        </p:nvSpPr>
        <p:spPr>
          <a:xfrm xmlns:a="http://schemas.openxmlformats.org/drawingml/2006/main">
            <a:off x="7679191" y="3095516"/>
            <a:ext cx="34441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962">
            <a:solidFill>
              <a:srgbClr val="C0453C"/>
            </a:solidFill>
            <a:prstDash val="solid"/>
          </a:ln>
        </p:spPr>
      </p:sp>
      <p:sp>
        <p:nvSpPr>
          <p:cNvPr id="149" name="Editable chart path">
            <a:extLst xmlns:a="http://schemas.openxmlformats.org/drawingml/2006/main">
              <a:ext uri="{FF2B5EF4-FFF2-40B4-BE49-F238E27FC236}">
                <a16:creationId xmlns:a16="http://schemas.microsoft.com/office/drawing/2014/main" id="{0AB3B635-35C5-4ECA-8E6B-8BA37EAB351E}"/>
              </a:ext>
            </a:extLst>
          </p:cNvPr>
          <p:cNvSpPr>
            <a:spLocks xmlns:a="http://schemas.openxmlformats.org/drawingml/2006/main" noGrp="1"/>
          </p:cNvSpPr>
          <p:nvPr/>
        </p:nvSpPr>
        <p:spPr>
          <a:xfrm xmlns:a="http://schemas.openxmlformats.org/drawingml/2006/main">
            <a:off x="8970763" y="3036244"/>
            <a:ext cx="34441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962">
            <a:solidFill>
              <a:srgbClr val="C0453C"/>
            </a:solidFill>
            <a:prstDash val="solid"/>
          </a:ln>
        </p:spPr>
      </p:sp>
      <p:sp>
        <p:nvSpPr>
          <p:cNvPr id="150" name="Editable chart path">
            <a:extLst xmlns:a="http://schemas.openxmlformats.org/drawingml/2006/main">
              <a:ext uri="{FF2B5EF4-FFF2-40B4-BE49-F238E27FC236}">
                <a16:creationId xmlns:a16="http://schemas.microsoft.com/office/drawing/2014/main" id="{356B145B-4358-40B7-B35D-50BC7C9D30F8}"/>
              </a:ext>
            </a:extLst>
          </p:cNvPr>
          <p:cNvSpPr>
            <a:spLocks xmlns:a="http://schemas.openxmlformats.org/drawingml/2006/main" noGrp="1"/>
          </p:cNvSpPr>
          <p:nvPr/>
        </p:nvSpPr>
        <p:spPr>
          <a:xfrm xmlns:a="http://schemas.openxmlformats.org/drawingml/2006/main">
            <a:off x="10262335" y="3002487"/>
            <a:ext cx="344419"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962">
            <a:solidFill>
              <a:srgbClr val="C0453C"/>
            </a:solidFill>
            <a:prstDash val="solid"/>
          </a:ln>
        </p:spPr>
      </p:sp>
      <p:sp>
        <p:nvSpPr>
          <p:cNvPr id="151" name="Editable chart path">
            <a:extLst xmlns:a="http://schemas.openxmlformats.org/drawingml/2006/main">
              <a:ext uri="{FF2B5EF4-FFF2-40B4-BE49-F238E27FC236}">
                <a16:creationId xmlns:a16="http://schemas.microsoft.com/office/drawing/2014/main" id="{9DE8C97D-7D45-42E6-AB37-BB988D5082F6}"/>
              </a:ext>
            </a:extLst>
          </p:cNvPr>
          <p:cNvSpPr>
            <a:spLocks xmlns:a="http://schemas.openxmlformats.org/drawingml/2006/main" noGrp="1"/>
          </p:cNvSpPr>
          <p:nvPr/>
        </p:nvSpPr>
        <p:spPr>
          <a:xfrm xmlns:a="http://schemas.openxmlformats.org/drawingml/2006/main">
            <a:off x="7205615" y="2381250"/>
            <a:ext cx="95" cy="2617896"/>
          </a:xfrm>
          <a:custGeom xmlns:a="http://schemas.openxmlformats.org/drawingml/2006/main">
            <a:pathLst>
              <a:path w="95" h="1785928">
                <a:moveTo>
                  <a:pt x="0" y="1785928"/>
                </a:moveTo>
                <a:lnTo>
                  <a:pt x="0" y="0"/>
                </a:lnTo>
              </a:path>
            </a:pathLst>
          </a:custGeom>
          <a:noFill xmlns:a="http://schemas.openxmlformats.org/drawingml/2006/main"/>
          <a:ln xmlns:a="http://schemas.openxmlformats.org/drawingml/2006/main" w="11170">
            <a:solidFill>
              <a:srgbClr val="5A6683"/>
            </a:solidFill>
            <a:prstDash val="solid"/>
          </a:ln>
        </p:spPr>
      </p:sp>
      <p:sp>
        <p:nvSpPr>
          <p:cNvPr id="152" name="Editable chart path">
            <a:extLst xmlns:a="http://schemas.openxmlformats.org/drawingml/2006/main">
              <a:ext uri="{FF2B5EF4-FFF2-40B4-BE49-F238E27FC236}">
                <a16:creationId xmlns:a16="http://schemas.microsoft.com/office/drawing/2014/main" id="{1DCC5FEA-4B28-44F2-A3F9-6FD577ED5D36}"/>
              </a:ext>
            </a:extLst>
          </p:cNvPr>
          <p:cNvSpPr>
            <a:spLocks xmlns:a="http://schemas.openxmlformats.org/drawingml/2006/main" noGrp="1"/>
          </p:cNvSpPr>
          <p:nvPr/>
        </p:nvSpPr>
        <p:spPr>
          <a:xfrm xmlns:a="http://schemas.openxmlformats.org/drawingml/2006/main">
            <a:off x="7205615" y="4999146"/>
            <a:ext cx="3444192"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11170">
            <a:solidFill>
              <a:srgbClr val="5A6683"/>
            </a:solidFill>
            <a:prstDash val="solid"/>
          </a:ln>
        </p:spPr>
      </p:sp>
      <p:sp>
        <p:nvSpPr>
          <p:cNvPr id="153" name="">
            <a:extLst xmlns:a="http://schemas.openxmlformats.org/drawingml/2006/main">
              <a:ext uri="{FF2B5EF4-FFF2-40B4-BE49-F238E27FC236}">
                <a16:creationId xmlns:a16="http://schemas.microsoft.com/office/drawing/2014/main" id="{42E76236-4C7A-4E6E-8109-8C094A63D973}"/>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154" name="">
            <a:extLst xmlns:a="http://schemas.openxmlformats.org/drawingml/2006/main">
              <a:ext uri="{FF2B5EF4-FFF2-40B4-BE49-F238E27FC236}">
                <a16:creationId xmlns:a16="http://schemas.microsoft.com/office/drawing/2014/main" id="{BB8DF079-A4BA-43B4-B820-8A31D0A7A782}"/>
              </a:ext>
            </a:extLst>
          </p:cNvPr>
          <p:cNvSpPr>
            <a:spLocks xmlns:a="http://schemas.openxmlformats.org/drawingml/2006/main" noGrp="1"/>
          </p:cNvSpPr>
          <p:nvPr/>
        </p:nvSpPr>
        <p:spPr>
          <a:xfrm xmlns:a="http://schemas.openxmlformats.org/drawingml/2006/main">
            <a:off x="6562725" y="5334000"/>
            <a:ext cx="131197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20 training storms</a:t>
            </a:r>
          </a:p>
        </p:txBody>
      </p:sp>
      <p:sp>
        <p:nvSpPr>
          <p:cNvPr id="155" name="">
            <a:extLst xmlns:a="http://schemas.openxmlformats.org/drawingml/2006/main">
              <a:ext uri="{FF2B5EF4-FFF2-40B4-BE49-F238E27FC236}">
                <a16:creationId xmlns:a16="http://schemas.microsoft.com/office/drawing/2014/main" id="{B6EDE3E8-7A27-4BC4-ABAC-F88A29C46367}"/>
              </a:ext>
            </a:extLst>
          </p:cNvPr>
          <p:cNvSpPr>
            <a:spLocks xmlns:a="http://schemas.openxmlformats.org/drawingml/2006/main" noGrp="1"/>
          </p:cNvSpPr>
          <p:nvPr/>
        </p:nvSpPr>
        <p:spPr>
          <a:xfrm xmlns:a="http://schemas.openxmlformats.org/drawingml/2006/main">
            <a:off x="8084249"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156" name="">
            <a:extLst xmlns:a="http://schemas.openxmlformats.org/drawingml/2006/main">
              <a:ext uri="{FF2B5EF4-FFF2-40B4-BE49-F238E27FC236}">
                <a16:creationId xmlns:a16="http://schemas.microsoft.com/office/drawing/2014/main" id="{007916C8-D194-4425-9532-B61DF2F1BF1A}"/>
              </a:ext>
            </a:extLst>
          </p:cNvPr>
          <p:cNvSpPr>
            <a:spLocks xmlns:a="http://schemas.openxmlformats.org/drawingml/2006/main" noGrp="1"/>
          </p:cNvSpPr>
          <p:nvPr/>
        </p:nvSpPr>
        <p:spPr>
          <a:xfrm xmlns:a="http://schemas.openxmlformats.org/drawingml/2006/main">
            <a:off x="8312849" y="5334000"/>
            <a:ext cx="13492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10 held-out storms</a:t>
            </a:r>
          </a:p>
        </p:txBody>
      </p:sp>
    </p:spTree>
    <p:extLst>
      <p:ext uri="{BB962C8B-B14F-4D97-AF65-F5344CB8AC3E}">
        <p14:creationId xmlns:p14="http://schemas.microsoft.com/office/powerpoint/2010/main" val="597896415"/>
      </p:ext>
    </p:extLst>
  </p:cSld>
</p:sld>
</file>

<file path=ppt/slides/slide79.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WHY THE SIMULATOR FAILS THE REALISM RULE (2/2)</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Level, timing and spatial diagnostics use saved outputs. The plausibility rule stays unchanged.</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79</a:t>
            </a:r>
            <a:endParaRPr sz="1200"/>
          </a:p>
        </p:txBody>
      </p:sp>
      <p:sp>
        <p:nvSpPr>
          <p:cNvPr id="14" name="">
            <a:extLst xmlns:a="http://schemas.openxmlformats.org/drawingml/2006/main">
              <a:ext uri="{FF2B5EF4-FFF2-40B4-BE49-F238E27FC236}">
                <a16:creationId xmlns:a16="http://schemas.microsoft.com/office/drawing/2014/main" id="{7CA28538-08B6-44FC-AA89-721333E25F2E}"/>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B5EDB8D5-4E6A-4C7F-9C88-287AFED7F66E}"/>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Spatial: correlation of cell changes</a:t>
            </a:r>
          </a:p>
        </p:txBody>
      </p:sp>
      <p:sp>
        <p:nvSpPr>
          <p:cNvPr id="16" name="Editable chart path">
            <a:extLst xmlns:a="http://schemas.openxmlformats.org/drawingml/2006/main">
              <a:ext uri="{FF2B5EF4-FFF2-40B4-BE49-F238E27FC236}">
                <a16:creationId xmlns:a16="http://schemas.microsoft.com/office/drawing/2014/main" id="{03EC3051-81CB-4807-B6D5-C3B1370B59AF}"/>
              </a:ext>
            </a:extLst>
          </p:cNvPr>
          <p:cNvSpPr>
            <a:spLocks xmlns:a="http://schemas.openxmlformats.org/drawingml/2006/main" noGrp="1"/>
          </p:cNvSpPr>
          <p:nvPr/>
        </p:nvSpPr>
        <p:spPr>
          <a:xfrm xmlns:a="http://schemas.openxmlformats.org/drawingml/2006/main">
            <a:off x="5012073" y="5001804"/>
            <a:ext cx="95" cy="4827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17" name="">
            <a:extLst xmlns:a="http://schemas.openxmlformats.org/drawingml/2006/main">
              <a:ext uri="{FF2B5EF4-FFF2-40B4-BE49-F238E27FC236}">
                <a16:creationId xmlns:a16="http://schemas.microsoft.com/office/drawing/2014/main" id="{D57D4DFA-4F24-47D3-89D2-7F49E13B0D35}"/>
              </a:ext>
            </a:extLst>
          </p:cNvPr>
          <p:cNvSpPr>
            <a:spLocks xmlns:a="http://schemas.openxmlformats.org/drawingml/2006/main" noGrp="1"/>
          </p:cNvSpPr>
          <p:nvPr/>
        </p:nvSpPr>
        <p:spPr>
          <a:xfrm xmlns:a="http://schemas.openxmlformats.org/drawingml/2006/main" rot="0">
            <a:off x="4704113" y="5069791"/>
            <a:ext cx="60760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demand</a:t>
            </a:r>
          </a:p>
        </p:txBody>
      </p:sp>
      <p:sp>
        <p:nvSpPr>
          <p:cNvPr id="18" name="Editable chart path">
            <a:extLst xmlns:a="http://schemas.openxmlformats.org/drawingml/2006/main">
              <a:ext uri="{FF2B5EF4-FFF2-40B4-BE49-F238E27FC236}">
                <a16:creationId xmlns:a16="http://schemas.microsoft.com/office/drawing/2014/main" id="{6E93F6BA-37BB-4942-BFE5-6D70BB5FF09C}"/>
              </a:ext>
            </a:extLst>
          </p:cNvPr>
          <p:cNvSpPr>
            <a:spLocks xmlns:a="http://schemas.openxmlformats.org/drawingml/2006/main" noGrp="1"/>
          </p:cNvSpPr>
          <p:nvPr/>
        </p:nvSpPr>
        <p:spPr>
          <a:xfrm xmlns:a="http://schemas.openxmlformats.org/drawingml/2006/main">
            <a:off x="6287852" y="5001804"/>
            <a:ext cx="95" cy="4827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19" name="">
            <a:extLst xmlns:a="http://schemas.openxmlformats.org/drawingml/2006/main">
              <a:ext uri="{FF2B5EF4-FFF2-40B4-BE49-F238E27FC236}">
                <a16:creationId xmlns:a16="http://schemas.microsoft.com/office/drawing/2014/main" id="{A938EF6C-C590-448C-B587-BB263EFC771C}"/>
              </a:ext>
            </a:extLst>
          </p:cNvPr>
          <p:cNvSpPr>
            <a:spLocks xmlns:a="http://schemas.openxmlformats.org/drawingml/2006/main" noGrp="1"/>
          </p:cNvSpPr>
          <p:nvPr/>
        </p:nvSpPr>
        <p:spPr>
          <a:xfrm xmlns:a="http://schemas.openxmlformats.org/drawingml/2006/main" rot="0">
            <a:off x="6053043" y="5069791"/>
            <a:ext cx="46863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supply</a:t>
            </a:r>
          </a:p>
        </p:txBody>
      </p:sp>
      <p:sp>
        <p:nvSpPr>
          <p:cNvPr id="20" name="Editable chart path">
            <a:extLst xmlns:a="http://schemas.openxmlformats.org/drawingml/2006/main">
              <a:ext uri="{FF2B5EF4-FFF2-40B4-BE49-F238E27FC236}">
                <a16:creationId xmlns:a16="http://schemas.microsoft.com/office/drawing/2014/main" id="{30F0271B-C3CD-428F-BCAD-5D8C3E74092D}"/>
              </a:ext>
            </a:extLst>
          </p:cNvPr>
          <p:cNvSpPr>
            <a:spLocks xmlns:a="http://schemas.openxmlformats.org/drawingml/2006/main" noGrp="1"/>
          </p:cNvSpPr>
          <p:nvPr/>
        </p:nvSpPr>
        <p:spPr>
          <a:xfrm xmlns:a="http://schemas.openxmlformats.org/drawingml/2006/main">
            <a:off x="7563631" y="5001804"/>
            <a:ext cx="95" cy="4827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21" name="">
            <a:extLst xmlns:a="http://schemas.openxmlformats.org/drawingml/2006/main">
              <a:ext uri="{FF2B5EF4-FFF2-40B4-BE49-F238E27FC236}">
                <a16:creationId xmlns:a16="http://schemas.microsoft.com/office/drawing/2014/main" id="{A42F0C15-49E7-4197-B559-06D53AF1E7D9}"/>
              </a:ext>
            </a:extLst>
          </p:cNvPr>
          <p:cNvSpPr>
            <a:spLocks xmlns:a="http://schemas.openxmlformats.org/drawingml/2006/main" noGrp="1"/>
          </p:cNvSpPr>
          <p:nvPr/>
        </p:nvSpPr>
        <p:spPr>
          <a:xfrm xmlns:a="http://schemas.openxmlformats.org/drawingml/2006/main" rot="0">
            <a:off x="7438206" y="5069791"/>
            <a:ext cx="24974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mix</a:t>
            </a:r>
          </a:p>
        </p:txBody>
      </p:sp>
      <p:sp>
        <p:nvSpPr>
          <p:cNvPr id="22" name="Editable chart path">
            <a:extLst xmlns:a="http://schemas.openxmlformats.org/drawingml/2006/main">
              <a:ext uri="{FF2B5EF4-FFF2-40B4-BE49-F238E27FC236}">
                <a16:creationId xmlns:a16="http://schemas.microsoft.com/office/drawing/2014/main" id="{B2B435A9-F40C-41F7-B126-93347454837A}"/>
              </a:ext>
            </a:extLst>
          </p:cNvPr>
          <p:cNvSpPr>
            <a:spLocks xmlns:a="http://schemas.openxmlformats.org/drawingml/2006/main" noGrp="1"/>
          </p:cNvSpPr>
          <p:nvPr/>
        </p:nvSpPr>
        <p:spPr>
          <a:xfrm xmlns:a="http://schemas.openxmlformats.org/drawingml/2006/main">
            <a:off x="4586813" y="4977270"/>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275">
            <a:solidFill>
              <a:srgbClr val="E4EAF4"/>
            </a:solidFill>
            <a:prstDash val="solid"/>
          </a:ln>
        </p:spPr>
      </p:sp>
      <p:sp>
        <p:nvSpPr>
          <p:cNvPr id="23" name="Editable chart path">
            <a:extLst xmlns:a="http://schemas.openxmlformats.org/drawingml/2006/main">
              <a:ext uri="{FF2B5EF4-FFF2-40B4-BE49-F238E27FC236}">
                <a16:creationId xmlns:a16="http://schemas.microsoft.com/office/drawing/2014/main" id="{62DA5C2C-7A42-4B87-9B23-A0413A553ED7}"/>
              </a:ext>
            </a:extLst>
          </p:cNvPr>
          <p:cNvSpPr>
            <a:spLocks xmlns:a="http://schemas.openxmlformats.org/drawingml/2006/main" noGrp="1"/>
          </p:cNvSpPr>
          <p:nvPr/>
        </p:nvSpPr>
        <p:spPr>
          <a:xfrm xmlns:a="http://schemas.openxmlformats.org/drawingml/2006/main">
            <a:off x="4538543" y="4977270"/>
            <a:ext cx="4827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24" name="">
            <a:extLst xmlns:a="http://schemas.openxmlformats.org/drawingml/2006/main">
              <a:ext uri="{FF2B5EF4-FFF2-40B4-BE49-F238E27FC236}">
                <a16:creationId xmlns:a16="http://schemas.microsoft.com/office/drawing/2014/main" id="{2574FA8D-96B8-45F1-B78A-79D7770042AA}"/>
              </a:ext>
            </a:extLst>
          </p:cNvPr>
          <p:cNvSpPr>
            <a:spLocks xmlns:a="http://schemas.openxmlformats.org/drawingml/2006/main" noGrp="1"/>
          </p:cNvSpPr>
          <p:nvPr/>
        </p:nvSpPr>
        <p:spPr>
          <a:xfrm xmlns:a="http://schemas.openxmlformats.org/drawingml/2006/main" rot="0">
            <a:off x="4198422" y="4889634"/>
            <a:ext cx="287274"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−0.6</a:t>
            </a:r>
          </a:p>
        </p:txBody>
      </p:sp>
      <p:sp>
        <p:nvSpPr>
          <p:cNvPr id="25" name="Editable chart path">
            <a:extLst xmlns:a="http://schemas.openxmlformats.org/drawingml/2006/main">
              <a:ext uri="{FF2B5EF4-FFF2-40B4-BE49-F238E27FC236}">
                <a16:creationId xmlns:a16="http://schemas.microsoft.com/office/drawing/2014/main" id="{528D4004-6E76-4080-AE4E-42AFACE94C50}"/>
              </a:ext>
            </a:extLst>
          </p:cNvPr>
          <p:cNvSpPr>
            <a:spLocks xmlns:a="http://schemas.openxmlformats.org/drawingml/2006/main" noGrp="1"/>
          </p:cNvSpPr>
          <p:nvPr/>
        </p:nvSpPr>
        <p:spPr>
          <a:xfrm xmlns:a="http://schemas.openxmlformats.org/drawingml/2006/main">
            <a:off x="4586813" y="4620925"/>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275">
            <a:solidFill>
              <a:srgbClr val="E4EAF4"/>
            </a:solidFill>
            <a:prstDash val="solid"/>
          </a:ln>
        </p:spPr>
      </p:sp>
      <p:sp>
        <p:nvSpPr>
          <p:cNvPr id="26" name="Editable chart path">
            <a:extLst xmlns:a="http://schemas.openxmlformats.org/drawingml/2006/main">
              <a:ext uri="{FF2B5EF4-FFF2-40B4-BE49-F238E27FC236}">
                <a16:creationId xmlns:a16="http://schemas.microsoft.com/office/drawing/2014/main" id="{E912C861-DC6A-408B-A71D-CB9D38176E12}"/>
              </a:ext>
            </a:extLst>
          </p:cNvPr>
          <p:cNvSpPr>
            <a:spLocks xmlns:a="http://schemas.openxmlformats.org/drawingml/2006/main" noGrp="1"/>
          </p:cNvSpPr>
          <p:nvPr/>
        </p:nvSpPr>
        <p:spPr>
          <a:xfrm xmlns:a="http://schemas.openxmlformats.org/drawingml/2006/main">
            <a:off x="4538543" y="4620925"/>
            <a:ext cx="4827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27" name="">
            <a:extLst xmlns:a="http://schemas.openxmlformats.org/drawingml/2006/main">
              <a:ext uri="{FF2B5EF4-FFF2-40B4-BE49-F238E27FC236}">
                <a16:creationId xmlns:a16="http://schemas.microsoft.com/office/drawing/2014/main" id="{F494207E-5EBD-4353-B285-27F3F8C216E7}"/>
              </a:ext>
            </a:extLst>
          </p:cNvPr>
          <p:cNvSpPr>
            <a:spLocks xmlns:a="http://schemas.openxmlformats.org/drawingml/2006/main" noGrp="1"/>
          </p:cNvSpPr>
          <p:nvPr/>
        </p:nvSpPr>
        <p:spPr>
          <a:xfrm xmlns:a="http://schemas.openxmlformats.org/drawingml/2006/main" rot="0">
            <a:off x="4198680" y="4533289"/>
            <a:ext cx="28651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a:t>
            </a:r>
          </a:p>
        </p:txBody>
      </p:sp>
      <p:sp>
        <p:nvSpPr>
          <p:cNvPr id="28" name="Editable chart path">
            <a:extLst xmlns:a="http://schemas.openxmlformats.org/drawingml/2006/main">
              <a:ext uri="{FF2B5EF4-FFF2-40B4-BE49-F238E27FC236}">
                <a16:creationId xmlns:a16="http://schemas.microsoft.com/office/drawing/2014/main" id="{6CD1F11F-226C-4927-8500-773F3169422B}"/>
              </a:ext>
            </a:extLst>
          </p:cNvPr>
          <p:cNvSpPr>
            <a:spLocks xmlns:a="http://schemas.openxmlformats.org/drawingml/2006/main" noGrp="1"/>
          </p:cNvSpPr>
          <p:nvPr/>
        </p:nvSpPr>
        <p:spPr>
          <a:xfrm xmlns:a="http://schemas.openxmlformats.org/drawingml/2006/main">
            <a:off x="4586813" y="4264581"/>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275">
            <a:solidFill>
              <a:srgbClr val="E4EAF4"/>
            </a:solidFill>
            <a:prstDash val="solid"/>
          </a:ln>
        </p:spPr>
      </p:sp>
      <p:sp>
        <p:nvSpPr>
          <p:cNvPr id="29" name="Editable chart path">
            <a:extLst xmlns:a="http://schemas.openxmlformats.org/drawingml/2006/main">
              <a:ext uri="{FF2B5EF4-FFF2-40B4-BE49-F238E27FC236}">
                <a16:creationId xmlns:a16="http://schemas.microsoft.com/office/drawing/2014/main" id="{C7A2A5FE-94C2-4685-A88F-0C43CABFA640}"/>
              </a:ext>
            </a:extLst>
          </p:cNvPr>
          <p:cNvSpPr>
            <a:spLocks xmlns:a="http://schemas.openxmlformats.org/drawingml/2006/main" noGrp="1"/>
          </p:cNvSpPr>
          <p:nvPr/>
        </p:nvSpPr>
        <p:spPr>
          <a:xfrm xmlns:a="http://schemas.openxmlformats.org/drawingml/2006/main">
            <a:off x="4538543" y="4264581"/>
            <a:ext cx="4827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30" name="">
            <a:extLst xmlns:a="http://schemas.openxmlformats.org/drawingml/2006/main">
              <a:ext uri="{FF2B5EF4-FFF2-40B4-BE49-F238E27FC236}">
                <a16:creationId xmlns:a16="http://schemas.microsoft.com/office/drawing/2014/main" id="{FD28E964-AE37-4971-8F9C-69EED45987EE}"/>
              </a:ext>
            </a:extLst>
          </p:cNvPr>
          <p:cNvSpPr>
            <a:spLocks xmlns:a="http://schemas.openxmlformats.org/drawingml/2006/main" noGrp="1"/>
          </p:cNvSpPr>
          <p:nvPr/>
        </p:nvSpPr>
        <p:spPr>
          <a:xfrm xmlns:a="http://schemas.openxmlformats.org/drawingml/2006/main" rot="0">
            <a:off x="4203701" y="4176945"/>
            <a:ext cx="2788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−0.2</a:t>
            </a:r>
          </a:p>
        </p:txBody>
      </p:sp>
      <p:sp>
        <p:nvSpPr>
          <p:cNvPr id="31" name="Editable chart path">
            <a:extLst xmlns:a="http://schemas.openxmlformats.org/drawingml/2006/main">
              <a:ext uri="{FF2B5EF4-FFF2-40B4-BE49-F238E27FC236}">
                <a16:creationId xmlns:a16="http://schemas.microsoft.com/office/drawing/2014/main" id="{3F9339A8-4288-4327-B0D1-98C3D20B5D24}"/>
              </a:ext>
            </a:extLst>
          </p:cNvPr>
          <p:cNvSpPr>
            <a:spLocks xmlns:a="http://schemas.openxmlformats.org/drawingml/2006/main" noGrp="1"/>
          </p:cNvSpPr>
          <p:nvPr/>
        </p:nvSpPr>
        <p:spPr>
          <a:xfrm xmlns:a="http://schemas.openxmlformats.org/drawingml/2006/main">
            <a:off x="4586813" y="3908236"/>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275">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226AD061-A9AF-4EB7-B8EC-9AD55290ACAE}"/>
              </a:ext>
            </a:extLst>
          </p:cNvPr>
          <p:cNvSpPr>
            <a:spLocks xmlns:a="http://schemas.openxmlformats.org/drawingml/2006/main" noGrp="1"/>
          </p:cNvSpPr>
          <p:nvPr/>
        </p:nvSpPr>
        <p:spPr>
          <a:xfrm xmlns:a="http://schemas.openxmlformats.org/drawingml/2006/main">
            <a:off x="4538543" y="3908236"/>
            <a:ext cx="4827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33" name="">
            <a:extLst xmlns:a="http://schemas.openxmlformats.org/drawingml/2006/main">
              <a:ext uri="{FF2B5EF4-FFF2-40B4-BE49-F238E27FC236}">
                <a16:creationId xmlns:a16="http://schemas.microsoft.com/office/drawing/2014/main" id="{A9AF2B06-765D-41CC-B8D8-7F2BE983BCBD}"/>
              </a:ext>
            </a:extLst>
          </p:cNvPr>
          <p:cNvSpPr>
            <a:spLocks xmlns:a="http://schemas.openxmlformats.org/drawingml/2006/main" noGrp="1"/>
          </p:cNvSpPr>
          <p:nvPr/>
        </p:nvSpPr>
        <p:spPr>
          <a:xfrm xmlns:a="http://schemas.openxmlformats.org/drawingml/2006/main" rot="0">
            <a:off x="4275621" y="3820600"/>
            <a:ext cx="20945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a:t>
            </a:r>
          </a:p>
        </p:txBody>
      </p:sp>
      <p:sp>
        <p:nvSpPr>
          <p:cNvPr id="34" name="Editable chart path">
            <a:extLst xmlns:a="http://schemas.openxmlformats.org/drawingml/2006/main">
              <a:ext uri="{FF2B5EF4-FFF2-40B4-BE49-F238E27FC236}">
                <a16:creationId xmlns:a16="http://schemas.microsoft.com/office/drawing/2014/main" id="{7A7F9018-5F91-49BC-8BC2-3554868069E5}"/>
              </a:ext>
            </a:extLst>
          </p:cNvPr>
          <p:cNvSpPr>
            <a:spLocks xmlns:a="http://schemas.openxmlformats.org/drawingml/2006/main" noGrp="1"/>
          </p:cNvSpPr>
          <p:nvPr/>
        </p:nvSpPr>
        <p:spPr>
          <a:xfrm xmlns:a="http://schemas.openxmlformats.org/drawingml/2006/main">
            <a:off x="4586813" y="3551892"/>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275">
            <a:solidFill>
              <a:srgbClr val="E4EAF4"/>
            </a:solidFill>
            <a:prstDash val="solid"/>
          </a:ln>
        </p:spPr>
      </p:sp>
      <p:sp>
        <p:nvSpPr>
          <p:cNvPr id="35" name="Editable chart path">
            <a:extLst xmlns:a="http://schemas.openxmlformats.org/drawingml/2006/main">
              <a:ext uri="{FF2B5EF4-FFF2-40B4-BE49-F238E27FC236}">
                <a16:creationId xmlns:a16="http://schemas.microsoft.com/office/drawing/2014/main" id="{AC1678BB-7A4E-4AB0-87E6-0836E74F7707}"/>
              </a:ext>
            </a:extLst>
          </p:cNvPr>
          <p:cNvSpPr>
            <a:spLocks xmlns:a="http://schemas.openxmlformats.org/drawingml/2006/main" noGrp="1"/>
          </p:cNvSpPr>
          <p:nvPr/>
        </p:nvSpPr>
        <p:spPr>
          <a:xfrm xmlns:a="http://schemas.openxmlformats.org/drawingml/2006/main">
            <a:off x="4538543" y="3551892"/>
            <a:ext cx="4827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36" name="">
            <a:extLst xmlns:a="http://schemas.openxmlformats.org/drawingml/2006/main">
              <a:ext uri="{FF2B5EF4-FFF2-40B4-BE49-F238E27FC236}">
                <a16:creationId xmlns:a16="http://schemas.microsoft.com/office/drawing/2014/main" id="{E92151C5-7F8B-41E4-BC8B-020137847A05}"/>
              </a:ext>
            </a:extLst>
          </p:cNvPr>
          <p:cNvSpPr>
            <a:spLocks xmlns:a="http://schemas.openxmlformats.org/drawingml/2006/main" noGrp="1"/>
          </p:cNvSpPr>
          <p:nvPr/>
        </p:nvSpPr>
        <p:spPr>
          <a:xfrm xmlns:a="http://schemas.openxmlformats.org/drawingml/2006/main" rot="0">
            <a:off x="4280568" y="3464256"/>
            <a:ext cx="20202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0.2</a:t>
            </a:r>
          </a:p>
        </p:txBody>
      </p:sp>
      <p:sp>
        <p:nvSpPr>
          <p:cNvPr id="37" name="Editable chart path">
            <a:extLst xmlns:a="http://schemas.openxmlformats.org/drawingml/2006/main">
              <a:ext uri="{FF2B5EF4-FFF2-40B4-BE49-F238E27FC236}">
                <a16:creationId xmlns:a16="http://schemas.microsoft.com/office/drawing/2014/main" id="{58D4B903-1908-4A0D-8235-3D4DB76D406C}"/>
              </a:ext>
            </a:extLst>
          </p:cNvPr>
          <p:cNvSpPr>
            <a:spLocks xmlns:a="http://schemas.openxmlformats.org/drawingml/2006/main" noGrp="1"/>
          </p:cNvSpPr>
          <p:nvPr/>
        </p:nvSpPr>
        <p:spPr>
          <a:xfrm xmlns:a="http://schemas.openxmlformats.org/drawingml/2006/main">
            <a:off x="4586813" y="3195547"/>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275">
            <a:solidFill>
              <a:srgbClr val="E4EAF4"/>
            </a:solidFill>
            <a:prstDash val="solid"/>
          </a:ln>
        </p:spPr>
      </p:sp>
      <p:sp>
        <p:nvSpPr>
          <p:cNvPr id="38" name="Editable chart path">
            <a:extLst xmlns:a="http://schemas.openxmlformats.org/drawingml/2006/main">
              <a:ext uri="{FF2B5EF4-FFF2-40B4-BE49-F238E27FC236}">
                <a16:creationId xmlns:a16="http://schemas.microsoft.com/office/drawing/2014/main" id="{46228A1B-1B24-43F6-A488-737C2CA685CC}"/>
              </a:ext>
            </a:extLst>
          </p:cNvPr>
          <p:cNvSpPr>
            <a:spLocks xmlns:a="http://schemas.openxmlformats.org/drawingml/2006/main" noGrp="1"/>
          </p:cNvSpPr>
          <p:nvPr/>
        </p:nvSpPr>
        <p:spPr>
          <a:xfrm xmlns:a="http://schemas.openxmlformats.org/drawingml/2006/main">
            <a:off x="4538543" y="3195547"/>
            <a:ext cx="4827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39" name="">
            <a:extLst xmlns:a="http://schemas.openxmlformats.org/drawingml/2006/main">
              <a:ext uri="{FF2B5EF4-FFF2-40B4-BE49-F238E27FC236}">
                <a16:creationId xmlns:a16="http://schemas.microsoft.com/office/drawing/2014/main" id="{93A16D2D-205C-49B1-9FAA-48100F3469AE}"/>
              </a:ext>
            </a:extLst>
          </p:cNvPr>
          <p:cNvSpPr>
            <a:spLocks xmlns:a="http://schemas.openxmlformats.org/drawingml/2006/main" noGrp="1"/>
          </p:cNvSpPr>
          <p:nvPr/>
        </p:nvSpPr>
        <p:spPr>
          <a:xfrm xmlns:a="http://schemas.openxmlformats.org/drawingml/2006/main" rot="0">
            <a:off x="4275642" y="3107911"/>
            <a:ext cx="20955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0.4</a:t>
            </a:r>
          </a:p>
        </p:txBody>
      </p:sp>
      <p:sp>
        <p:nvSpPr>
          <p:cNvPr id="40" name="Editable chart path">
            <a:extLst xmlns:a="http://schemas.openxmlformats.org/drawingml/2006/main">
              <a:ext uri="{FF2B5EF4-FFF2-40B4-BE49-F238E27FC236}">
                <a16:creationId xmlns:a16="http://schemas.microsoft.com/office/drawing/2014/main" id="{21BDF60E-6360-40A3-800F-A81C005C1B33}"/>
              </a:ext>
            </a:extLst>
          </p:cNvPr>
          <p:cNvSpPr>
            <a:spLocks xmlns:a="http://schemas.openxmlformats.org/drawingml/2006/main" noGrp="1"/>
          </p:cNvSpPr>
          <p:nvPr/>
        </p:nvSpPr>
        <p:spPr>
          <a:xfrm xmlns:a="http://schemas.openxmlformats.org/drawingml/2006/main">
            <a:off x="4586813" y="2839203"/>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275">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F40F7990-AB3C-4203-8C9B-745CD9FD35EE}"/>
              </a:ext>
            </a:extLst>
          </p:cNvPr>
          <p:cNvSpPr>
            <a:spLocks xmlns:a="http://schemas.openxmlformats.org/drawingml/2006/main" noGrp="1"/>
          </p:cNvSpPr>
          <p:nvPr/>
        </p:nvSpPr>
        <p:spPr>
          <a:xfrm xmlns:a="http://schemas.openxmlformats.org/drawingml/2006/main">
            <a:off x="4538543" y="2839203"/>
            <a:ext cx="4827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42" name="">
            <a:extLst xmlns:a="http://schemas.openxmlformats.org/drawingml/2006/main">
              <a:ext uri="{FF2B5EF4-FFF2-40B4-BE49-F238E27FC236}">
                <a16:creationId xmlns:a16="http://schemas.microsoft.com/office/drawing/2014/main" id="{44B07935-AACB-46A8-9685-67BE3AD3E130}"/>
              </a:ext>
            </a:extLst>
          </p:cNvPr>
          <p:cNvSpPr>
            <a:spLocks xmlns:a="http://schemas.openxmlformats.org/drawingml/2006/main" noGrp="1"/>
          </p:cNvSpPr>
          <p:nvPr/>
        </p:nvSpPr>
        <p:spPr>
          <a:xfrm xmlns:a="http://schemas.openxmlformats.org/drawingml/2006/main" rot="0">
            <a:off x="4275289" y="2751567"/>
            <a:ext cx="21040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0.6</a:t>
            </a:r>
          </a:p>
        </p:txBody>
      </p:sp>
      <p:sp>
        <p:nvSpPr>
          <p:cNvPr id="43" name="Editable chart path">
            <a:extLst xmlns:a="http://schemas.openxmlformats.org/drawingml/2006/main">
              <a:ext uri="{FF2B5EF4-FFF2-40B4-BE49-F238E27FC236}">
                <a16:creationId xmlns:a16="http://schemas.microsoft.com/office/drawing/2014/main" id="{A48DD254-304F-4A7A-BB79-D88AD8D09D9B}"/>
              </a:ext>
            </a:extLst>
          </p:cNvPr>
          <p:cNvSpPr>
            <a:spLocks xmlns:a="http://schemas.openxmlformats.org/drawingml/2006/main" noGrp="1"/>
          </p:cNvSpPr>
          <p:nvPr/>
        </p:nvSpPr>
        <p:spPr>
          <a:xfrm xmlns:a="http://schemas.openxmlformats.org/drawingml/2006/main">
            <a:off x="4586813" y="2482858"/>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8275">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47A1A108-419F-4361-A364-A115951E19A1}"/>
              </a:ext>
            </a:extLst>
          </p:cNvPr>
          <p:cNvSpPr>
            <a:spLocks xmlns:a="http://schemas.openxmlformats.org/drawingml/2006/main" noGrp="1"/>
          </p:cNvSpPr>
          <p:nvPr/>
        </p:nvSpPr>
        <p:spPr>
          <a:xfrm xmlns:a="http://schemas.openxmlformats.org/drawingml/2006/main">
            <a:off x="4538543" y="2482858"/>
            <a:ext cx="4827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1033">
            <a:solidFill>
              <a:srgbClr val="5A6683"/>
            </a:solidFill>
            <a:prstDash val="solid"/>
          </a:ln>
        </p:spPr>
      </p:sp>
      <p:sp>
        <p:nvSpPr>
          <p:cNvPr id="45" name="">
            <a:extLst xmlns:a="http://schemas.openxmlformats.org/drawingml/2006/main">
              <a:ext uri="{FF2B5EF4-FFF2-40B4-BE49-F238E27FC236}">
                <a16:creationId xmlns:a16="http://schemas.microsoft.com/office/drawing/2014/main" id="{A2AFC29C-8D0B-49E3-9197-064A5E1AE6AD}"/>
              </a:ext>
            </a:extLst>
          </p:cNvPr>
          <p:cNvSpPr>
            <a:spLocks xmlns:a="http://schemas.openxmlformats.org/drawingml/2006/main" noGrp="1"/>
          </p:cNvSpPr>
          <p:nvPr/>
        </p:nvSpPr>
        <p:spPr>
          <a:xfrm xmlns:a="http://schemas.openxmlformats.org/drawingml/2006/main" rot="0">
            <a:off x="4275473" y="2395223"/>
            <a:ext cx="209836"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0.8</a:t>
            </a:r>
          </a:p>
        </p:txBody>
      </p:sp>
      <p:sp>
        <p:nvSpPr>
          <p:cNvPr id="46" name="Editable chart path">
            <a:extLst xmlns:a="http://schemas.openxmlformats.org/drawingml/2006/main">
              <a:ext uri="{FF2B5EF4-FFF2-40B4-BE49-F238E27FC236}">
                <a16:creationId xmlns:a16="http://schemas.microsoft.com/office/drawing/2014/main" id="{0D5F46F1-C6CC-4A64-A492-751A12CAB5E1}"/>
              </a:ext>
            </a:extLst>
          </p:cNvPr>
          <p:cNvSpPr>
            <a:spLocks xmlns:a="http://schemas.openxmlformats.org/drawingml/2006/main" noGrp="1"/>
          </p:cNvSpPr>
          <p:nvPr/>
        </p:nvSpPr>
        <p:spPr>
          <a:xfrm xmlns:a="http://schemas.openxmlformats.org/drawingml/2006/main">
            <a:off x="4629339" y="3246237"/>
            <a:ext cx="340208" cy="628725"/>
          </a:xfrm>
          <a:custGeom xmlns:a="http://schemas.openxmlformats.org/drawingml/2006/main">
            <a:pathLst>
              <a:path w="234963" h="434226">
                <a:moveTo>
                  <a:pt x="0" y="434226"/>
                </a:moveTo>
                <a:lnTo>
                  <a:pt x="234963" y="434226"/>
                </a:lnTo>
                <a:lnTo>
                  <a:pt x="234963" y="0"/>
                </a:lnTo>
                <a:lnTo>
                  <a:pt x="0" y="0"/>
                </a:lnTo>
                <a:lnTo>
                  <a:pt x="0" y="434226"/>
                </a:lnTo>
                <a:close/>
              </a:path>
            </a:pathLst>
          </a:custGeom>
          <a:solidFill xmlns:a="http://schemas.openxmlformats.org/drawingml/2006/main">
            <a:srgbClr val="224889">
              <a:alpha val="35000"/>
            </a:srgbClr>
          </a:solidFill>
          <a:ln xmlns:a="http://schemas.openxmlformats.org/drawingml/2006/main" w="13791">
            <a:solidFill>
              <a:srgbClr val="224889"/>
            </a:solidFill>
            <a:prstDash val="solid"/>
          </a:ln>
        </p:spPr>
      </p:sp>
      <p:sp>
        <p:nvSpPr>
          <p:cNvPr id="47" name="Editable chart path">
            <a:extLst xmlns:a="http://schemas.openxmlformats.org/drawingml/2006/main">
              <a:ext uri="{FF2B5EF4-FFF2-40B4-BE49-F238E27FC236}">
                <a16:creationId xmlns:a16="http://schemas.microsoft.com/office/drawing/2014/main" id="{2E412296-2993-4A9B-B314-A671FBC1ED19}"/>
              </a:ext>
            </a:extLst>
          </p:cNvPr>
          <p:cNvSpPr>
            <a:spLocks xmlns:a="http://schemas.openxmlformats.org/drawingml/2006/main" noGrp="1"/>
          </p:cNvSpPr>
          <p:nvPr/>
        </p:nvSpPr>
        <p:spPr>
          <a:xfrm xmlns:a="http://schemas.openxmlformats.org/drawingml/2006/main">
            <a:off x="4799443" y="3874963"/>
            <a:ext cx="95" cy="523069"/>
          </a:xfrm>
          <a:custGeom xmlns:a="http://schemas.openxmlformats.org/drawingml/2006/main">
            <a:pathLst>
              <a:path w="95" h="361255">
                <a:moveTo>
                  <a:pt x="0" y="0"/>
                </a:moveTo>
                <a:lnTo>
                  <a:pt x="0" y="361255"/>
                </a:lnTo>
              </a:path>
            </a:pathLst>
          </a:custGeom>
          <a:noFill xmlns:a="http://schemas.openxmlformats.org/drawingml/2006/main"/>
          <a:ln xmlns:a="http://schemas.openxmlformats.org/drawingml/2006/main" w="13791">
            <a:solidFill>
              <a:srgbClr val="14203A"/>
            </a:solidFill>
            <a:prstDash val="solid"/>
          </a:ln>
        </p:spPr>
      </p:sp>
      <p:sp>
        <p:nvSpPr>
          <p:cNvPr id="48" name="Editable chart path">
            <a:extLst xmlns:a="http://schemas.openxmlformats.org/drawingml/2006/main">
              <a:ext uri="{FF2B5EF4-FFF2-40B4-BE49-F238E27FC236}">
                <a16:creationId xmlns:a16="http://schemas.microsoft.com/office/drawing/2014/main" id="{0F3EEEEF-D7B9-411C-987E-BD088848C6B9}"/>
              </a:ext>
            </a:extLst>
          </p:cNvPr>
          <p:cNvSpPr>
            <a:spLocks xmlns:a="http://schemas.openxmlformats.org/drawingml/2006/main" noGrp="1"/>
          </p:cNvSpPr>
          <p:nvPr/>
        </p:nvSpPr>
        <p:spPr>
          <a:xfrm xmlns:a="http://schemas.openxmlformats.org/drawingml/2006/main">
            <a:off x="4799443" y="2894792"/>
            <a:ext cx="95" cy="351445"/>
          </a:xfrm>
          <a:custGeom xmlns:a="http://schemas.openxmlformats.org/drawingml/2006/main">
            <a:pathLst>
              <a:path w="95" h="242723">
                <a:moveTo>
                  <a:pt x="0" y="242723"/>
                </a:moveTo>
                <a:lnTo>
                  <a:pt x="0" y="0"/>
                </a:lnTo>
              </a:path>
            </a:pathLst>
          </a:custGeom>
          <a:noFill xmlns:a="http://schemas.openxmlformats.org/drawingml/2006/main"/>
          <a:ln xmlns:a="http://schemas.openxmlformats.org/drawingml/2006/main" w="13791">
            <a:solidFill>
              <a:srgbClr val="14203A"/>
            </a:solidFill>
            <a:prstDash val="solid"/>
          </a:ln>
        </p:spPr>
      </p:sp>
      <p:sp>
        <p:nvSpPr>
          <p:cNvPr id="49" name="Editable chart path">
            <a:extLst xmlns:a="http://schemas.openxmlformats.org/drawingml/2006/main">
              <a:ext uri="{FF2B5EF4-FFF2-40B4-BE49-F238E27FC236}">
                <a16:creationId xmlns:a16="http://schemas.microsoft.com/office/drawing/2014/main" id="{698757A2-5C2E-44EB-BF77-7D3A64B57352}"/>
              </a:ext>
            </a:extLst>
          </p:cNvPr>
          <p:cNvSpPr>
            <a:spLocks xmlns:a="http://schemas.openxmlformats.org/drawingml/2006/main" noGrp="1"/>
          </p:cNvSpPr>
          <p:nvPr/>
        </p:nvSpPr>
        <p:spPr>
          <a:xfrm xmlns:a="http://schemas.openxmlformats.org/drawingml/2006/main">
            <a:off x="4714391" y="4398032"/>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50" name="Editable chart path">
            <a:extLst xmlns:a="http://schemas.openxmlformats.org/drawingml/2006/main">
              <a:ext uri="{FF2B5EF4-FFF2-40B4-BE49-F238E27FC236}">
                <a16:creationId xmlns:a16="http://schemas.microsoft.com/office/drawing/2014/main" id="{CE8F1EB6-9600-4B00-B88F-93B6250A6758}"/>
              </a:ext>
            </a:extLst>
          </p:cNvPr>
          <p:cNvSpPr>
            <a:spLocks xmlns:a="http://schemas.openxmlformats.org/drawingml/2006/main" noGrp="1"/>
          </p:cNvSpPr>
          <p:nvPr/>
        </p:nvSpPr>
        <p:spPr>
          <a:xfrm xmlns:a="http://schemas.openxmlformats.org/drawingml/2006/main">
            <a:off x="4714391" y="2894792"/>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51" name="Editable chart path">
            <a:extLst xmlns:a="http://schemas.openxmlformats.org/drawingml/2006/main">
              <a:ext uri="{FF2B5EF4-FFF2-40B4-BE49-F238E27FC236}">
                <a16:creationId xmlns:a16="http://schemas.microsoft.com/office/drawing/2014/main" id="{2B502530-E0E1-4B94-AC7F-A368DEF463F1}"/>
              </a:ext>
            </a:extLst>
          </p:cNvPr>
          <p:cNvSpPr>
            <a:spLocks xmlns:a="http://schemas.openxmlformats.org/drawingml/2006/main" noGrp="1"/>
          </p:cNvSpPr>
          <p:nvPr/>
        </p:nvSpPr>
        <p:spPr>
          <a:xfrm xmlns:a="http://schemas.openxmlformats.org/drawingml/2006/main">
            <a:off x="5905118" y="2970516"/>
            <a:ext cx="340208" cy="660529"/>
          </a:xfrm>
          <a:custGeom xmlns:a="http://schemas.openxmlformats.org/drawingml/2006/main">
            <a:pathLst>
              <a:path w="234963" h="456191">
                <a:moveTo>
                  <a:pt x="0" y="456191"/>
                </a:moveTo>
                <a:lnTo>
                  <a:pt x="234963" y="456191"/>
                </a:lnTo>
                <a:lnTo>
                  <a:pt x="234963" y="0"/>
                </a:lnTo>
                <a:lnTo>
                  <a:pt x="0" y="0"/>
                </a:lnTo>
                <a:lnTo>
                  <a:pt x="0" y="456191"/>
                </a:lnTo>
                <a:close/>
              </a:path>
            </a:pathLst>
          </a:custGeom>
          <a:solidFill xmlns:a="http://schemas.openxmlformats.org/drawingml/2006/main">
            <a:srgbClr val="224889">
              <a:alpha val="35000"/>
            </a:srgbClr>
          </a:solidFill>
          <a:ln xmlns:a="http://schemas.openxmlformats.org/drawingml/2006/main" w="13791">
            <a:solidFill>
              <a:srgbClr val="224889"/>
            </a:solidFill>
            <a:prstDash val="solid"/>
          </a:ln>
        </p:spPr>
      </p:sp>
      <p:sp>
        <p:nvSpPr>
          <p:cNvPr id="52" name="Editable chart path">
            <a:extLst xmlns:a="http://schemas.openxmlformats.org/drawingml/2006/main">
              <a:ext uri="{FF2B5EF4-FFF2-40B4-BE49-F238E27FC236}">
                <a16:creationId xmlns:a16="http://schemas.microsoft.com/office/drawing/2014/main" id="{58B34F03-BC5F-4EA7-86C8-198877AAAFF4}"/>
              </a:ext>
            </a:extLst>
          </p:cNvPr>
          <p:cNvSpPr>
            <a:spLocks xmlns:a="http://schemas.openxmlformats.org/drawingml/2006/main" noGrp="1"/>
          </p:cNvSpPr>
          <p:nvPr/>
        </p:nvSpPr>
        <p:spPr>
          <a:xfrm xmlns:a="http://schemas.openxmlformats.org/drawingml/2006/main">
            <a:off x="6075222" y="3631045"/>
            <a:ext cx="95" cy="743112"/>
          </a:xfrm>
          <a:custGeom xmlns:a="http://schemas.openxmlformats.org/drawingml/2006/main">
            <a:pathLst>
              <a:path w="95" h="513226">
                <a:moveTo>
                  <a:pt x="0" y="0"/>
                </a:moveTo>
                <a:lnTo>
                  <a:pt x="0" y="513226"/>
                </a:lnTo>
              </a:path>
            </a:pathLst>
          </a:custGeom>
          <a:noFill xmlns:a="http://schemas.openxmlformats.org/drawingml/2006/main"/>
          <a:ln xmlns:a="http://schemas.openxmlformats.org/drawingml/2006/main" w="13791">
            <a:solidFill>
              <a:srgbClr val="14203A"/>
            </a:solidFill>
            <a:prstDash val="solid"/>
          </a:ln>
        </p:spPr>
      </p:sp>
      <p:sp>
        <p:nvSpPr>
          <p:cNvPr id="53" name="Editable chart path">
            <a:extLst xmlns:a="http://schemas.openxmlformats.org/drawingml/2006/main">
              <a:ext uri="{FF2B5EF4-FFF2-40B4-BE49-F238E27FC236}">
                <a16:creationId xmlns:a16="http://schemas.microsoft.com/office/drawing/2014/main" id="{9D0F303B-3D42-46C5-9C47-E73A0D4FF7D9}"/>
              </a:ext>
            </a:extLst>
          </p:cNvPr>
          <p:cNvSpPr>
            <a:spLocks xmlns:a="http://schemas.openxmlformats.org/drawingml/2006/main" noGrp="1"/>
          </p:cNvSpPr>
          <p:nvPr/>
        </p:nvSpPr>
        <p:spPr>
          <a:xfrm xmlns:a="http://schemas.openxmlformats.org/drawingml/2006/main">
            <a:off x="6075222" y="2593681"/>
            <a:ext cx="95" cy="376834"/>
          </a:xfrm>
          <a:custGeom xmlns:a="http://schemas.openxmlformats.org/drawingml/2006/main">
            <a:pathLst>
              <a:path w="95" h="260259">
                <a:moveTo>
                  <a:pt x="0" y="260259"/>
                </a:moveTo>
                <a:lnTo>
                  <a:pt x="0" y="0"/>
                </a:lnTo>
              </a:path>
            </a:pathLst>
          </a:custGeom>
          <a:noFill xmlns:a="http://schemas.openxmlformats.org/drawingml/2006/main"/>
          <a:ln xmlns:a="http://schemas.openxmlformats.org/drawingml/2006/main" w="13791">
            <a:solidFill>
              <a:srgbClr val="14203A"/>
            </a:solidFill>
            <a:prstDash val="solid"/>
          </a:ln>
        </p:spPr>
      </p:sp>
      <p:sp>
        <p:nvSpPr>
          <p:cNvPr id="54" name="Editable chart path">
            <a:extLst xmlns:a="http://schemas.openxmlformats.org/drawingml/2006/main">
              <a:ext uri="{FF2B5EF4-FFF2-40B4-BE49-F238E27FC236}">
                <a16:creationId xmlns:a16="http://schemas.microsoft.com/office/drawing/2014/main" id="{8CBDF2D3-C95F-4F1C-B456-A60726049E31}"/>
              </a:ext>
            </a:extLst>
          </p:cNvPr>
          <p:cNvSpPr>
            <a:spLocks xmlns:a="http://schemas.openxmlformats.org/drawingml/2006/main" noGrp="1"/>
          </p:cNvSpPr>
          <p:nvPr/>
        </p:nvSpPr>
        <p:spPr>
          <a:xfrm xmlns:a="http://schemas.openxmlformats.org/drawingml/2006/main">
            <a:off x="5990170" y="4374157"/>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55" name="Editable chart path">
            <a:extLst xmlns:a="http://schemas.openxmlformats.org/drawingml/2006/main">
              <a:ext uri="{FF2B5EF4-FFF2-40B4-BE49-F238E27FC236}">
                <a16:creationId xmlns:a16="http://schemas.microsoft.com/office/drawing/2014/main" id="{D209BED1-73D0-4E07-AB98-30E0DFDE5AB1}"/>
              </a:ext>
            </a:extLst>
          </p:cNvPr>
          <p:cNvSpPr>
            <a:spLocks xmlns:a="http://schemas.openxmlformats.org/drawingml/2006/main" noGrp="1"/>
          </p:cNvSpPr>
          <p:nvPr/>
        </p:nvSpPr>
        <p:spPr>
          <a:xfrm xmlns:a="http://schemas.openxmlformats.org/drawingml/2006/main">
            <a:off x="5990170" y="2593681"/>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56" name="Editable chart path">
            <a:extLst xmlns:a="http://schemas.openxmlformats.org/drawingml/2006/main">
              <a:ext uri="{FF2B5EF4-FFF2-40B4-BE49-F238E27FC236}">
                <a16:creationId xmlns:a16="http://schemas.microsoft.com/office/drawing/2014/main" id="{3776FAF3-F9C2-4ECB-8ED8-D687FB121882}"/>
              </a:ext>
            </a:extLst>
          </p:cNvPr>
          <p:cNvSpPr>
            <a:spLocks xmlns:a="http://schemas.openxmlformats.org/drawingml/2006/main" noGrp="1"/>
          </p:cNvSpPr>
          <p:nvPr/>
        </p:nvSpPr>
        <p:spPr>
          <a:xfrm xmlns:a="http://schemas.openxmlformats.org/drawingml/2006/main">
            <a:off x="7180897" y="3009446"/>
            <a:ext cx="340208" cy="571087"/>
          </a:xfrm>
          <a:custGeom xmlns:a="http://schemas.openxmlformats.org/drawingml/2006/main">
            <a:pathLst>
              <a:path w="234963" h="394418">
                <a:moveTo>
                  <a:pt x="0" y="394418"/>
                </a:moveTo>
                <a:lnTo>
                  <a:pt x="234963" y="394418"/>
                </a:lnTo>
                <a:lnTo>
                  <a:pt x="234963" y="0"/>
                </a:lnTo>
                <a:lnTo>
                  <a:pt x="0" y="0"/>
                </a:lnTo>
                <a:lnTo>
                  <a:pt x="0" y="394418"/>
                </a:lnTo>
                <a:close/>
              </a:path>
            </a:pathLst>
          </a:custGeom>
          <a:solidFill xmlns:a="http://schemas.openxmlformats.org/drawingml/2006/main">
            <a:srgbClr val="224889">
              <a:alpha val="35000"/>
            </a:srgbClr>
          </a:solidFill>
          <a:ln xmlns:a="http://schemas.openxmlformats.org/drawingml/2006/main" w="13791">
            <a:solidFill>
              <a:srgbClr val="224889"/>
            </a:solidFill>
            <a:prstDash val="solid"/>
          </a:ln>
        </p:spPr>
      </p:sp>
      <p:sp>
        <p:nvSpPr>
          <p:cNvPr id="57" name="Editable chart path">
            <a:extLst xmlns:a="http://schemas.openxmlformats.org/drawingml/2006/main">
              <a:ext uri="{FF2B5EF4-FFF2-40B4-BE49-F238E27FC236}">
                <a16:creationId xmlns:a16="http://schemas.microsoft.com/office/drawing/2014/main" id="{E6169D1C-9EDD-4631-B760-985F73C00406}"/>
              </a:ext>
            </a:extLst>
          </p:cNvPr>
          <p:cNvSpPr>
            <a:spLocks xmlns:a="http://schemas.openxmlformats.org/drawingml/2006/main" noGrp="1"/>
          </p:cNvSpPr>
          <p:nvPr/>
        </p:nvSpPr>
        <p:spPr>
          <a:xfrm xmlns:a="http://schemas.openxmlformats.org/drawingml/2006/main">
            <a:off x="7351001" y="3580533"/>
            <a:ext cx="95" cy="788100"/>
          </a:xfrm>
          <a:custGeom xmlns:a="http://schemas.openxmlformats.org/drawingml/2006/main">
            <a:pathLst>
              <a:path w="95" h="544297">
                <a:moveTo>
                  <a:pt x="0" y="0"/>
                </a:moveTo>
                <a:lnTo>
                  <a:pt x="0" y="544297"/>
                </a:lnTo>
              </a:path>
            </a:pathLst>
          </a:custGeom>
          <a:noFill xmlns:a="http://schemas.openxmlformats.org/drawingml/2006/main"/>
          <a:ln xmlns:a="http://schemas.openxmlformats.org/drawingml/2006/main" w="13791">
            <a:solidFill>
              <a:srgbClr val="14203A"/>
            </a:solidFill>
            <a:prstDash val="solid"/>
          </a:ln>
        </p:spPr>
      </p:sp>
      <p:sp>
        <p:nvSpPr>
          <p:cNvPr id="58" name="Editable chart path">
            <a:extLst xmlns:a="http://schemas.openxmlformats.org/drawingml/2006/main">
              <a:ext uri="{FF2B5EF4-FFF2-40B4-BE49-F238E27FC236}">
                <a16:creationId xmlns:a16="http://schemas.microsoft.com/office/drawing/2014/main" id="{FFB5F346-6E3D-4BB6-AF2D-58636E910EAA}"/>
              </a:ext>
            </a:extLst>
          </p:cNvPr>
          <p:cNvSpPr>
            <a:spLocks xmlns:a="http://schemas.openxmlformats.org/drawingml/2006/main" noGrp="1"/>
          </p:cNvSpPr>
          <p:nvPr/>
        </p:nvSpPr>
        <p:spPr>
          <a:xfrm xmlns:a="http://schemas.openxmlformats.org/drawingml/2006/main">
            <a:off x="7351001" y="2579428"/>
            <a:ext cx="95" cy="430019"/>
          </a:xfrm>
          <a:custGeom xmlns:a="http://schemas.openxmlformats.org/drawingml/2006/main">
            <a:pathLst>
              <a:path w="95" h="296990">
                <a:moveTo>
                  <a:pt x="0" y="296990"/>
                </a:moveTo>
                <a:lnTo>
                  <a:pt x="0" y="0"/>
                </a:lnTo>
              </a:path>
            </a:pathLst>
          </a:custGeom>
          <a:noFill xmlns:a="http://schemas.openxmlformats.org/drawingml/2006/main"/>
          <a:ln xmlns:a="http://schemas.openxmlformats.org/drawingml/2006/main" w="13791">
            <a:solidFill>
              <a:srgbClr val="14203A"/>
            </a:solidFill>
            <a:prstDash val="solid"/>
          </a:ln>
        </p:spPr>
      </p:sp>
      <p:sp>
        <p:nvSpPr>
          <p:cNvPr id="59" name="Editable chart path">
            <a:extLst xmlns:a="http://schemas.openxmlformats.org/drawingml/2006/main">
              <a:ext uri="{FF2B5EF4-FFF2-40B4-BE49-F238E27FC236}">
                <a16:creationId xmlns:a16="http://schemas.microsoft.com/office/drawing/2014/main" id="{A705D528-8F48-4E2F-81A8-B4817B1DBD04}"/>
              </a:ext>
            </a:extLst>
          </p:cNvPr>
          <p:cNvSpPr>
            <a:spLocks xmlns:a="http://schemas.openxmlformats.org/drawingml/2006/main" noGrp="1"/>
          </p:cNvSpPr>
          <p:nvPr/>
        </p:nvSpPr>
        <p:spPr>
          <a:xfrm xmlns:a="http://schemas.openxmlformats.org/drawingml/2006/main">
            <a:off x="7265949" y="4368633"/>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60" name="Editable chart path">
            <a:extLst xmlns:a="http://schemas.openxmlformats.org/drawingml/2006/main">
              <a:ext uri="{FF2B5EF4-FFF2-40B4-BE49-F238E27FC236}">
                <a16:creationId xmlns:a16="http://schemas.microsoft.com/office/drawing/2014/main" id="{AF10BD9F-C040-412C-9308-F34D898B23F9}"/>
              </a:ext>
            </a:extLst>
          </p:cNvPr>
          <p:cNvSpPr>
            <a:spLocks xmlns:a="http://schemas.openxmlformats.org/drawingml/2006/main" noGrp="1"/>
          </p:cNvSpPr>
          <p:nvPr/>
        </p:nvSpPr>
        <p:spPr>
          <a:xfrm xmlns:a="http://schemas.openxmlformats.org/drawingml/2006/main">
            <a:off x="7265949" y="2579428"/>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61" name="Editable chart path">
            <a:extLst xmlns:a="http://schemas.openxmlformats.org/drawingml/2006/main">
              <a:ext uri="{FF2B5EF4-FFF2-40B4-BE49-F238E27FC236}">
                <a16:creationId xmlns:a16="http://schemas.microsoft.com/office/drawing/2014/main" id="{07C58778-E04D-464F-B67F-9C41C0A80281}"/>
              </a:ext>
            </a:extLst>
          </p:cNvPr>
          <p:cNvSpPr>
            <a:spLocks xmlns:a="http://schemas.openxmlformats.org/drawingml/2006/main" noGrp="1"/>
          </p:cNvSpPr>
          <p:nvPr/>
        </p:nvSpPr>
        <p:spPr>
          <a:xfrm xmlns:a="http://schemas.openxmlformats.org/drawingml/2006/main">
            <a:off x="5054599" y="3482672"/>
            <a:ext cx="340208" cy="611264"/>
          </a:xfrm>
          <a:custGeom xmlns:a="http://schemas.openxmlformats.org/drawingml/2006/main">
            <a:pathLst>
              <a:path w="234963" h="422167">
                <a:moveTo>
                  <a:pt x="0" y="422167"/>
                </a:moveTo>
                <a:lnTo>
                  <a:pt x="234963" y="422167"/>
                </a:lnTo>
                <a:lnTo>
                  <a:pt x="234963" y="0"/>
                </a:lnTo>
                <a:lnTo>
                  <a:pt x="0" y="0"/>
                </a:lnTo>
                <a:lnTo>
                  <a:pt x="0" y="422167"/>
                </a:lnTo>
                <a:close/>
              </a:path>
            </a:pathLst>
          </a:custGeom>
          <a:solidFill xmlns:a="http://schemas.openxmlformats.org/drawingml/2006/main">
            <a:srgbClr val="C0453C">
              <a:alpha val="35000"/>
            </a:srgbClr>
          </a:solidFill>
          <a:ln xmlns:a="http://schemas.openxmlformats.org/drawingml/2006/main" w="13791">
            <a:solidFill>
              <a:srgbClr val="C0453C"/>
            </a:solidFill>
            <a:prstDash val="solid"/>
          </a:ln>
        </p:spPr>
      </p:sp>
      <p:sp>
        <p:nvSpPr>
          <p:cNvPr id="62" name="Editable chart path">
            <a:extLst xmlns:a="http://schemas.openxmlformats.org/drawingml/2006/main">
              <a:ext uri="{FF2B5EF4-FFF2-40B4-BE49-F238E27FC236}">
                <a16:creationId xmlns:a16="http://schemas.microsoft.com/office/drawing/2014/main" id="{CDD38378-B7F5-4010-8CA9-AD8941ED5A77}"/>
              </a:ext>
            </a:extLst>
          </p:cNvPr>
          <p:cNvSpPr>
            <a:spLocks xmlns:a="http://schemas.openxmlformats.org/drawingml/2006/main" noGrp="1"/>
          </p:cNvSpPr>
          <p:nvPr/>
        </p:nvSpPr>
        <p:spPr>
          <a:xfrm xmlns:a="http://schemas.openxmlformats.org/drawingml/2006/main">
            <a:off x="5224703" y="4093936"/>
            <a:ext cx="95" cy="790328"/>
          </a:xfrm>
          <a:custGeom xmlns:a="http://schemas.openxmlformats.org/drawingml/2006/main">
            <a:pathLst>
              <a:path w="95" h="545836">
                <a:moveTo>
                  <a:pt x="0" y="0"/>
                </a:moveTo>
                <a:lnTo>
                  <a:pt x="0" y="545836"/>
                </a:lnTo>
              </a:path>
            </a:pathLst>
          </a:custGeom>
          <a:noFill xmlns:a="http://schemas.openxmlformats.org/drawingml/2006/main"/>
          <a:ln xmlns:a="http://schemas.openxmlformats.org/drawingml/2006/main" w="13791">
            <a:solidFill>
              <a:srgbClr val="14203A"/>
            </a:solidFill>
            <a:prstDash val="solid"/>
          </a:ln>
        </p:spPr>
      </p:sp>
      <p:sp>
        <p:nvSpPr>
          <p:cNvPr id="63" name="Editable chart path">
            <a:extLst xmlns:a="http://schemas.openxmlformats.org/drawingml/2006/main">
              <a:ext uri="{FF2B5EF4-FFF2-40B4-BE49-F238E27FC236}">
                <a16:creationId xmlns:a16="http://schemas.microsoft.com/office/drawing/2014/main" id="{7F898396-2C0C-403F-AC6D-A34D236A2294}"/>
              </a:ext>
            </a:extLst>
          </p:cNvPr>
          <p:cNvSpPr>
            <a:spLocks xmlns:a="http://schemas.openxmlformats.org/drawingml/2006/main" noGrp="1"/>
          </p:cNvSpPr>
          <p:nvPr/>
        </p:nvSpPr>
        <p:spPr>
          <a:xfrm xmlns:a="http://schemas.openxmlformats.org/drawingml/2006/main">
            <a:off x="5224703" y="2809092"/>
            <a:ext cx="95" cy="673580"/>
          </a:xfrm>
          <a:custGeom xmlns:a="http://schemas.openxmlformats.org/drawingml/2006/main">
            <a:pathLst>
              <a:path w="95" h="465205">
                <a:moveTo>
                  <a:pt x="0" y="465205"/>
                </a:moveTo>
                <a:lnTo>
                  <a:pt x="0" y="0"/>
                </a:lnTo>
              </a:path>
            </a:pathLst>
          </a:custGeom>
          <a:noFill xmlns:a="http://schemas.openxmlformats.org/drawingml/2006/main"/>
          <a:ln xmlns:a="http://schemas.openxmlformats.org/drawingml/2006/main" w="13791">
            <a:solidFill>
              <a:srgbClr val="14203A"/>
            </a:solidFill>
            <a:prstDash val="solid"/>
          </a:ln>
        </p:spPr>
      </p:sp>
      <p:sp>
        <p:nvSpPr>
          <p:cNvPr id="64" name="Editable chart path">
            <a:extLst xmlns:a="http://schemas.openxmlformats.org/drawingml/2006/main">
              <a:ext uri="{FF2B5EF4-FFF2-40B4-BE49-F238E27FC236}">
                <a16:creationId xmlns:a16="http://schemas.microsoft.com/office/drawing/2014/main" id="{60F18EDB-4B62-47CB-9886-B3997B6C8D28}"/>
              </a:ext>
            </a:extLst>
          </p:cNvPr>
          <p:cNvSpPr>
            <a:spLocks xmlns:a="http://schemas.openxmlformats.org/drawingml/2006/main" noGrp="1"/>
          </p:cNvSpPr>
          <p:nvPr/>
        </p:nvSpPr>
        <p:spPr>
          <a:xfrm xmlns:a="http://schemas.openxmlformats.org/drawingml/2006/main">
            <a:off x="5139651" y="4884264"/>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65" name="Editable chart path">
            <a:extLst xmlns:a="http://schemas.openxmlformats.org/drawingml/2006/main">
              <a:ext uri="{FF2B5EF4-FFF2-40B4-BE49-F238E27FC236}">
                <a16:creationId xmlns:a16="http://schemas.microsoft.com/office/drawing/2014/main" id="{9FF3EEFD-8EAF-42DB-A827-7E7B58F1C074}"/>
              </a:ext>
            </a:extLst>
          </p:cNvPr>
          <p:cNvSpPr>
            <a:spLocks xmlns:a="http://schemas.openxmlformats.org/drawingml/2006/main" noGrp="1"/>
          </p:cNvSpPr>
          <p:nvPr/>
        </p:nvSpPr>
        <p:spPr>
          <a:xfrm xmlns:a="http://schemas.openxmlformats.org/drawingml/2006/main">
            <a:off x="5139651" y="2809092"/>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66" name="Editable chart path">
            <a:extLst xmlns:a="http://schemas.openxmlformats.org/drawingml/2006/main">
              <a:ext uri="{FF2B5EF4-FFF2-40B4-BE49-F238E27FC236}">
                <a16:creationId xmlns:a16="http://schemas.microsoft.com/office/drawing/2014/main" id="{A9D4C713-4671-474F-A2F8-41D901017991}"/>
              </a:ext>
            </a:extLst>
          </p:cNvPr>
          <p:cNvSpPr>
            <a:spLocks xmlns:a="http://schemas.openxmlformats.org/drawingml/2006/main" noGrp="1"/>
          </p:cNvSpPr>
          <p:nvPr/>
        </p:nvSpPr>
        <p:spPr>
          <a:xfrm xmlns:a="http://schemas.openxmlformats.org/drawingml/2006/main">
            <a:off x="6330378" y="2967709"/>
            <a:ext cx="340208" cy="1022753"/>
          </a:xfrm>
          <a:custGeom xmlns:a="http://schemas.openxmlformats.org/drawingml/2006/main">
            <a:pathLst>
              <a:path w="234963" h="706359">
                <a:moveTo>
                  <a:pt x="0" y="706359"/>
                </a:moveTo>
                <a:lnTo>
                  <a:pt x="234963" y="706359"/>
                </a:lnTo>
                <a:lnTo>
                  <a:pt x="234963" y="0"/>
                </a:lnTo>
                <a:lnTo>
                  <a:pt x="0" y="0"/>
                </a:lnTo>
                <a:lnTo>
                  <a:pt x="0" y="706359"/>
                </a:lnTo>
                <a:close/>
              </a:path>
            </a:pathLst>
          </a:custGeom>
          <a:solidFill xmlns:a="http://schemas.openxmlformats.org/drawingml/2006/main">
            <a:srgbClr val="C0453C">
              <a:alpha val="35000"/>
            </a:srgbClr>
          </a:solidFill>
          <a:ln xmlns:a="http://schemas.openxmlformats.org/drawingml/2006/main" w="13791">
            <a:solidFill>
              <a:srgbClr val="C0453C"/>
            </a:solidFill>
            <a:prstDash val="solid"/>
          </a:ln>
        </p:spPr>
      </p:sp>
      <p:sp>
        <p:nvSpPr>
          <p:cNvPr id="67" name="Editable chart path">
            <a:extLst xmlns:a="http://schemas.openxmlformats.org/drawingml/2006/main">
              <a:ext uri="{FF2B5EF4-FFF2-40B4-BE49-F238E27FC236}">
                <a16:creationId xmlns:a16="http://schemas.microsoft.com/office/drawing/2014/main" id="{8C2C1213-3929-4A4D-BAAE-BD066DF1EFE4}"/>
              </a:ext>
            </a:extLst>
          </p:cNvPr>
          <p:cNvSpPr>
            <a:spLocks xmlns:a="http://schemas.openxmlformats.org/drawingml/2006/main" noGrp="1"/>
          </p:cNvSpPr>
          <p:nvPr/>
        </p:nvSpPr>
        <p:spPr>
          <a:xfrm xmlns:a="http://schemas.openxmlformats.org/drawingml/2006/main">
            <a:off x="6500482" y="3990463"/>
            <a:ext cx="95" cy="764626"/>
          </a:xfrm>
          <a:custGeom xmlns:a="http://schemas.openxmlformats.org/drawingml/2006/main">
            <a:pathLst>
              <a:path w="95" h="528085">
                <a:moveTo>
                  <a:pt x="0" y="0"/>
                </a:moveTo>
                <a:lnTo>
                  <a:pt x="0" y="528085"/>
                </a:lnTo>
              </a:path>
            </a:pathLst>
          </a:custGeom>
          <a:noFill xmlns:a="http://schemas.openxmlformats.org/drawingml/2006/main"/>
          <a:ln xmlns:a="http://schemas.openxmlformats.org/drawingml/2006/main" w="13791">
            <a:solidFill>
              <a:srgbClr val="14203A"/>
            </a:solidFill>
            <a:prstDash val="solid"/>
          </a:ln>
        </p:spPr>
      </p:sp>
      <p:sp>
        <p:nvSpPr>
          <p:cNvPr id="68" name="Editable chart path">
            <a:extLst xmlns:a="http://schemas.openxmlformats.org/drawingml/2006/main">
              <a:ext uri="{FF2B5EF4-FFF2-40B4-BE49-F238E27FC236}">
                <a16:creationId xmlns:a16="http://schemas.microsoft.com/office/drawing/2014/main" id="{8A084F0D-4E5C-4780-B61C-99DB9CEE7AFA}"/>
              </a:ext>
            </a:extLst>
          </p:cNvPr>
          <p:cNvSpPr>
            <a:spLocks xmlns:a="http://schemas.openxmlformats.org/drawingml/2006/main" noGrp="1"/>
          </p:cNvSpPr>
          <p:nvPr/>
        </p:nvSpPr>
        <p:spPr>
          <a:xfrm xmlns:a="http://schemas.openxmlformats.org/drawingml/2006/main">
            <a:off x="6500482" y="2597423"/>
            <a:ext cx="95" cy="370286"/>
          </a:xfrm>
          <a:custGeom xmlns:a="http://schemas.openxmlformats.org/drawingml/2006/main">
            <a:pathLst>
              <a:path w="95" h="255736">
                <a:moveTo>
                  <a:pt x="0" y="255736"/>
                </a:moveTo>
                <a:lnTo>
                  <a:pt x="0" y="0"/>
                </a:lnTo>
              </a:path>
            </a:pathLst>
          </a:custGeom>
          <a:noFill xmlns:a="http://schemas.openxmlformats.org/drawingml/2006/main"/>
          <a:ln xmlns:a="http://schemas.openxmlformats.org/drawingml/2006/main" w="13791">
            <a:solidFill>
              <a:srgbClr val="14203A"/>
            </a:solidFill>
            <a:prstDash val="solid"/>
          </a:ln>
        </p:spPr>
      </p:sp>
      <p:sp>
        <p:nvSpPr>
          <p:cNvPr id="69" name="Editable chart path">
            <a:extLst xmlns:a="http://schemas.openxmlformats.org/drawingml/2006/main">
              <a:ext uri="{FF2B5EF4-FFF2-40B4-BE49-F238E27FC236}">
                <a16:creationId xmlns:a16="http://schemas.microsoft.com/office/drawing/2014/main" id="{AF094A0A-3684-4697-AD43-FFAD33248A60}"/>
              </a:ext>
            </a:extLst>
          </p:cNvPr>
          <p:cNvSpPr>
            <a:spLocks xmlns:a="http://schemas.openxmlformats.org/drawingml/2006/main" noGrp="1"/>
          </p:cNvSpPr>
          <p:nvPr/>
        </p:nvSpPr>
        <p:spPr>
          <a:xfrm xmlns:a="http://schemas.openxmlformats.org/drawingml/2006/main">
            <a:off x="6415430" y="4755089"/>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70" name="Editable chart path">
            <a:extLst xmlns:a="http://schemas.openxmlformats.org/drawingml/2006/main">
              <a:ext uri="{FF2B5EF4-FFF2-40B4-BE49-F238E27FC236}">
                <a16:creationId xmlns:a16="http://schemas.microsoft.com/office/drawing/2014/main" id="{64E16EC6-16BF-4BA2-A620-EE6239042F64}"/>
              </a:ext>
            </a:extLst>
          </p:cNvPr>
          <p:cNvSpPr>
            <a:spLocks xmlns:a="http://schemas.openxmlformats.org/drawingml/2006/main" noGrp="1"/>
          </p:cNvSpPr>
          <p:nvPr/>
        </p:nvSpPr>
        <p:spPr>
          <a:xfrm xmlns:a="http://schemas.openxmlformats.org/drawingml/2006/main">
            <a:off x="6415430" y="2597423"/>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71" name="Editable chart path">
            <a:extLst xmlns:a="http://schemas.openxmlformats.org/drawingml/2006/main">
              <a:ext uri="{FF2B5EF4-FFF2-40B4-BE49-F238E27FC236}">
                <a16:creationId xmlns:a16="http://schemas.microsoft.com/office/drawing/2014/main" id="{89DB96EE-29EF-463A-9D10-2B819F91333D}"/>
              </a:ext>
            </a:extLst>
          </p:cNvPr>
          <p:cNvSpPr>
            <a:spLocks xmlns:a="http://schemas.openxmlformats.org/drawingml/2006/main" noGrp="1"/>
          </p:cNvSpPr>
          <p:nvPr/>
        </p:nvSpPr>
        <p:spPr>
          <a:xfrm xmlns:a="http://schemas.openxmlformats.org/drawingml/2006/main">
            <a:off x="7606157" y="3004235"/>
            <a:ext cx="340208" cy="856251"/>
          </a:xfrm>
          <a:custGeom xmlns:a="http://schemas.openxmlformats.org/drawingml/2006/main">
            <a:pathLst>
              <a:path w="234963" h="591365">
                <a:moveTo>
                  <a:pt x="0" y="591365"/>
                </a:moveTo>
                <a:lnTo>
                  <a:pt x="234963" y="591365"/>
                </a:lnTo>
                <a:lnTo>
                  <a:pt x="234963" y="0"/>
                </a:lnTo>
                <a:lnTo>
                  <a:pt x="0" y="0"/>
                </a:lnTo>
                <a:lnTo>
                  <a:pt x="0" y="591365"/>
                </a:lnTo>
                <a:close/>
              </a:path>
            </a:pathLst>
          </a:custGeom>
          <a:solidFill xmlns:a="http://schemas.openxmlformats.org/drawingml/2006/main">
            <a:srgbClr val="C0453C">
              <a:alpha val="35000"/>
            </a:srgbClr>
          </a:solidFill>
          <a:ln xmlns:a="http://schemas.openxmlformats.org/drawingml/2006/main" w="13791">
            <a:solidFill>
              <a:srgbClr val="C0453C"/>
            </a:solidFill>
            <a:prstDash val="solid"/>
          </a:ln>
        </p:spPr>
      </p:sp>
      <p:sp>
        <p:nvSpPr>
          <p:cNvPr id="72" name="Editable chart path">
            <a:extLst xmlns:a="http://schemas.openxmlformats.org/drawingml/2006/main">
              <a:ext uri="{FF2B5EF4-FFF2-40B4-BE49-F238E27FC236}">
                <a16:creationId xmlns:a16="http://schemas.microsoft.com/office/drawing/2014/main" id="{35E668DB-836C-4EA7-98B1-FBA7085C671D}"/>
              </a:ext>
            </a:extLst>
          </p:cNvPr>
          <p:cNvSpPr>
            <a:spLocks xmlns:a="http://schemas.openxmlformats.org/drawingml/2006/main" noGrp="1"/>
          </p:cNvSpPr>
          <p:nvPr/>
        </p:nvSpPr>
        <p:spPr>
          <a:xfrm xmlns:a="http://schemas.openxmlformats.org/drawingml/2006/main">
            <a:off x="7776261" y="3860486"/>
            <a:ext cx="95" cy="994379"/>
          </a:xfrm>
          <a:custGeom xmlns:a="http://schemas.openxmlformats.org/drawingml/2006/main">
            <a:pathLst>
              <a:path w="95" h="686763">
                <a:moveTo>
                  <a:pt x="0" y="0"/>
                </a:moveTo>
                <a:lnTo>
                  <a:pt x="0" y="686763"/>
                </a:lnTo>
              </a:path>
            </a:pathLst>
          </a:custGeom>
          <a:noFill xmlns:a="http://schemas.openxmlformats.org/drawingml/2006/main"/>
          <a:ln xmlns:a="http://schemas.openxmlformats.org/drawingml/2006/main" w="13791">
            <a:solidFill>
              <a:srgbClr val="14203A"/>
            </a:solidFill>
            <a:prstDash val="solid"/>
          </a:ln>
        </p:spPr>
      </p:sp>
      <p:sp>
        <p:nvSpPr>
          <p:cNvPr id="73" name="Editable chart path">
            <a:extLst xmlns:a="http://schemas.openxmlformats.org/drawingml/2006/main">
              <a:ext uri="{FF2B5EF4-FFF2-40B4-BE49-F238E27FC236}">
                <a16:creationId xmlns:a16="http://schemas.microsoft.com/office/drawing/2014/main" id="{DCCBDD2B-0CAB-4CC7-A5AE-F686A2794C12}"/>
              </a:ext>
            </a:extLst>
          </p:cNvPr>
          <p:cNvSpPr>
            <a:spLocks xmlns:a="http://schemas.openxmlformats.org/drawingml/2006/main" noGrp="1"/>
          </p:cNvSpPr>
          <p:nvPr/>
        </p:nvSpPr>
        <p:spPr>
          <a:xfrm xmlns:a="http://schemas.openxmlformats.org/drawingml/2006/main">
            <a:off x="7776261" y="2533459"/>
            <a:ext cx="95" cy="470776"/>
          </a:xfrm>
          <a:custGeom xmlns:a="http://schemas.openxmlformats.org/drawingml/2006/main">
            <a:pathLst>
              <a:path w="95" h="325139">
                <a:moveTo>
                  <a:pt x="0" y="325139"/>
                </a:moveTo>
                <a:lnTo>
                  <a:pt x="0" y="0"/>
                </a:lnTo>
              </a:path>
            </a:pathLst>
          </a:custGeom>
          <a:noFill xmlns:a="http://schemas.openxmlformats.org/drawingml/2006/main"/>
          <a:ln xmlns:a="http://schemas.openxmlformats.org/drawingml/2006/main" w="13791">
            <a:solidFill>
              <a:srgbClr val="14203A"/>
            </a:solidFill>
            <a:prstDash val="solid"/>
          </a:ln>
        </p:spPr>
      </p:sp>
      <p:sp>
        <p:nvSpPr>
          <p:cNvPr id="74" name="Editable chart path">
            <a:extLst xmlns:a="http://schemas.openxmlformats.org/drawingml/2006/main">
              <a:ext uri="{FF2B5EF4-FFF2-40B4-BE49-F238E27FC236}">
                <a16:creationId xmlns:a16="http://schemas.microsoft.com/office/drawing/2014/main" id="{A8B4332A-49C2-4A2B-9834-CB8279B45CE0}"/>
              </a:ext>
            </a:extLst>
          </p:cNvPr>
          <p:cNvSpPr>
            <a:spLocks xmlns:a="http://schemas.openxmlformats.org/drawingml/2006/main" noGrp="1"/>
          </p:cNvSpPr>
          <p:nvPr/>
        </p:nvSpPr>
        <p:spPr>
          <a:xfrm xmlns:a="http://schemas.openxmlformats.org/drawingml/2006/main">
            <a:off x="7691209" y="4854865"/>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75" name="Editable chart path">
            <a:extLst xmlns:a="http://schemas.openxmlformats.org/drawingml/2006/main">
              <a:ext uri="{FF2B5EF4-FFF2-40B4-BE49-F238E27FC236}">
                <a16:creationId xmlns:a16="http://schemas.microsoft.com/office/drawing/2014/main" id="{11C43F2A-C8F1-4D98-89D7-8EACB7838DFD}"/>
              </a:ext>
            </a:extLst>
          </p:cNvPr>
          <p:cNvSpPr>
            <a:spLocks xmlns:a="http://schemas.openxmlformats.org/drawingml/2006/main" noGrp="1"/>
          </p:cNvSpPr>
          <p:nvPr/>
        </p:nvSpPr>
        <p:spPr>
          <a:xfrm xmlns:a="http://schemas.openxmlformats.org/drawingml/2006/main">
            <a:off x="7691209" y="2533459"/>
            <a:ext cx="170104" cy="95"/>
          </a:xfrm>
          <a:custGeom xmlns:a="http://schemas.openxmlformats.org/drawingml/2006/main">
            <a:pathLst>
              <a:path w="117481" h="95">
                <a:moveTo>
                  <a:pt x="0" y="0"/>
                </a:moveTo>
                <a:lnTo>
                  <a:pt x="117481" y="0"/>
                </a:lnTo>
              </a:path>
            </a:pathLst>
          </a:custGeom>
          <a:noFill xmlns:a="http://schemas.openxmlformats.org/drawingml/2006/main"/>
          <a:ln xmlns:a="http://schemas.openxmlformats.org/drawingml/2006/main" w="13791">
            <a:solidFill>
              <a:srgbClr val="14203A"/>
            </a:solidFill>
            <a:prstDash val="solid"/>
          </a:ln>
        </p:spPr>
      </p:sp>
      <p:sp>
        <p:nvSpPr>
          <p:cNvPr id="76" name="Editable chart path">
            <a:extLst xmlns:a="http://schemas.openxmlformats.org/drawingml/2006/main">
              <a:ext uri="{FF2B5EF4-FFF2-40B4-BE49-F238E27FC236}">
                <a16:creationId xmlns:a16="http://schemas.microsoft.com/office/drawing/2014/main" id="{F192F9F1-0EEA-42F4-B236-3F9556F8CA9A}"/>
              </a:ext>
            </a:extLst>
          </p:cNvPr>
          <p:cNvSpPr>
            <a:spLocks xmlns:a="http://schemas.openxmlformats.org/drawingml/2006/main" noGrp="1"/>
          </p:cNvSpPr>
          <p:nvPr/>
        </p:nvSpPr>
        <p:spPr>
          <a:xfrm xmlns:a="http://schemas.openxmlformats.org/drawingml/2006/main">
            <a:off x="4586813" y="3908236"/>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11033">
            <a:solidFill>
              <a:srgbClr val="5A6683"/>
            </a:solidFill>
            <a:prstDash val="solid"/>
          </a:ln>
        </p:spPr>
      </p:sp>
      <p:sp>
        <p:nvSpPr>
          <p:cNvPr id="77" name="Editable chart path">
            <a:extLst xmlns:a="http://schemas.openxmlformats.org/drawingml/2006/main">
              <a:ext uri="{FF2B5EF4-FFF2-40B4-BE49-F238E27FC236}">
                <a16:creationId xmlns:a16="http://schemas.microsoft.com/office/drawing/2014/main" id="{8EF3F418-A8B4-4D89-9B56-A5394F4DF6A2}"/>
              </a:ext>
            </a:extLst>
          </p:cNvPr>
          <p:cNvSpPr>
            <a:spLocks xmlns:a="http://schemas.openxmlformats.org/drawingml/2006/main" noGrp="1"/>
          </p:cNvSpPr>
          <p:nvPr/>
        </p:nvSpPr>
        <p:spPr>
          <a:xfrm xmlns:a="http://schemas.openxmlformats.org/drawingml/2006/main">
            <a:off x="4629339" y="3525789"/>
            <a:ext cx="340208"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791">
            <a:solidFill>
              <a:srgbClr val="224889"/>
            </a:solidFill>
            <a:prstDash val="solid"/>
          </a:ln>
        </p:spPr>
      </p:sp>
      <p:sp>
        <p:nvSpPr>
          <p:cNvPr id="78" name="Editable chart path">
            <a:extLst xmlns:a="http://schemas.openxmlformats.org/drawingml/2006/main">
              <a:ext uri="{FF2B5EF4-FFF2-40B4-BE49-F238E27FC236}">
                <a16:creationId xmlns:a16="http://schemas.microsoft.com/office/drawing/2014/main" id="{D147E652-2842-4886-A2F6-9CD3A553D726}"/>
              </a:ext>
            </a:extLst>
          </p:cNvPr>
          <p:cNvSpPr>
            <a:spLocks xmlns:a="http://schemas.openxmlformats.org/drawingml/2006/main" noGrp="1"/>
          </p:cNvSpPr>
          <p:nvPr/>
        </p:nvSpPr>
        <p:spPr>
          <a:xfrm xmlns:a="http://schemas.openxmlformats.org/drawingml/2006/main">
            <a:off x="5905118" y="3401871"/>
            <a:ext cx="340208"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791">
            <a:solidFill>
              <a:srgbClr val="224889"/>
            </a:solidFill>
            <a:prstDash val="solid"/>
          </a:ln>
        </p:spPr>
      </p:sp>
      <p:sp>
        <p:nvSpPr>
          <p:cNvPr id="79" name="Editable chart path">
            <a:extLst xmlns:a="http://schemas.openxmlformats.org/drawingml/2006/main">
              <a:ext uri="{FF2B5EF4-FFF2-40B4-BE49-F238E27FC236}">
                <a16:creationId xmlns:a16="http://schemas.microsoft.com/office/drawing/2014/main" id="{2BACF05D-CE83-41D6-B882-12E3328C30AC}"/>
              </a:ext>
            </a:extLst>
          </p:cNvPr>
          <p:cNvSpPr>
            <a:spLocks xmlns:a="http://schemas.openxmlformats.org/drawingml/2006/main" noGrp="1"/>
          </p:cNvSpPr>
          <p:nvPr/>
        </p:nvSpPr>
        <p:spPr>
          <a:xfrm xmlns:a="http://schemas.openxmlformats.org/drawingml/2006/main">
            <a:off x="7180897" y="3344410"/>
            <a:ext cx="340208"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791">
            <a:solidFill>
              <a:srgbClr val="224889"/>
            </a:solidFill>
            <a:prstDash val="solid"/>
          </a:ln>
        </p:spPr>
      </p:sp>
      <p:sp>
        <p:nvSpPr>
          <p:cNvPr id="80" name="Editable chart path">
            <a:extLst xmlns:a="http://schemas.openxmlformats.org/drawingml/2006/main">
              <a:ext uri="{FF2B5EF4-FFF2-40B4-BE49-F238E27FC236}">
                <a16:creationId xmlns:a16="http://schemas.microsoft.com/office/drawing/2014/main" id="{5AB9B11F-7BC4-43A9-B92A-1BD45A66DD15}"/>
              </a:ext>
            </a:extLst>
          </p:cNvPr>
          <p:cNvSpPr>
            <a:spLocks xmlns:a="http://schemas.openxmlformats.org/drawingml/2006/main" noGrp="1"/>
          </p:cNvSpPr>
          <p:nvPr/>
        </p:nvSpPr>
        <p:spPr>
          <a:xfrm xmlns:a="http://schemas.openxmlformats.org/drawingml/2006/main">
            <a:off x="5054599" y="3796077"/>
            <a:ext cx="340208"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791">
            <a:solidFill>
              <a:srgbClr val="C0453C"/>
            </a:solidFill>
            <a:prstDash val="solid"/>
          </a:ln>
        </p:spPr>
      </p:sp>
      <p:sp>
        <p:nvSpPr>
          <p:cNvPr id="81" name="Editable chart path">
            <a:extLst xmlns:a="http://schemas.openxmlformats.org/drawingml/2006/main">
              <a:ext uri="{FF2B5EF4-FFF2-40B4-BE49-F238E27FC236}">
                <a16:creationId xmlns:a16="http://schemas.microsoft.com/office/drawing/2014/main" id="{A3F6DF72-615D-4E01-8D09-B67A85046538}"/>
              </a:ext>
            </a:extLst>
          </p:cNvPr>
          <p:cNvSpPr>
            <a:spLocks xmlns:a="http://schemas.openxmlformats.org/drawingml/2006/main" noGrp="1"/>
          </p:cNvSpPr>
          <p:nvPr/>
        </p:nvSpPr>
        <p:spPr>
          <a:xfrm xmlns:a="http://schemas.openxmlformats.org/drawingml/2006/main">
            <a:off x="6330378" y="3487750"/>
            <a:ext cx="340208"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791">
            <a:solidFill>
              <a:srgbClr val="C0453C"/>
            </a:solidFill>
            <a:prstDash val="solid"/>
          </a:ln>
        </p:spPr>
      </p:sp>
      <p:sp>
        <p:nvSpPr>
          <p:cNvPr id="82" name="Editable chart path">
            <a:extLst xmlns:a="http://schemas.openxmlformats.org/drawingml/2006/main">
              <a:ext uri="{FF2B5EF4-FFF2-40B4-BE49-F238E27FC236}">
                <a16:creationId xmlns:a16="http://schemas.microsoft.com/office/drawing/2014/main" id="{9C2670FA-64DB-4D0E-A865-2097DB1A505F}"/>
              </a:ext>
            </a:extLst>
          </p:cNvPr>
          <p:cNvSpPr>
            <a:spLocks xmlns:a="http://schemas.openxmlformats.org/drawingml/2006/main" noGrp="1"/>
          </p:cNvSpPr>
          <p:nvPr/>
        </p:nvSpPr>
        <p:spPr>
          <a:xfrm xmlns:a="http://schemas.openxmlformats.org/drawingml/2006/main">
            <a:off x="7606157" y="3513139"/>
            <a:ext cx="340208" cy="95"/>
          </a:xfrm>
          <a:custGeom xmlns:a="http://schemas.openxmlformats.org/drawingml/2006/main">
            <a:pathLst>
              <a:path w="234963" h="95">
                <a:moveTo>
                  <a:pt x="0" y="0"/>
                </a:moveTo>
                <a:lnTo>
                  <a:pt x="234963" y="0"/>
                </a:lnTo>
              </a:path>
            </a:pathLst>
          </a:custGeom>
          <a:noFill xmlns:a="http://schemas.openxmlformats.org/drawingml/2006/main"/>
          <a:ln xmlns:a="http://schemas.openxmlformats.org/drawingml/2006/main" w="13791">
            <a:solidFill>
              <a:srgbClr val="C0453C"/>
            </a:solidFill>
            <a:prstDash val="solid"/>
          </a:ln>
        </p:spPr>
      </p:sp>
      <p:sp>
        <p:nvSpPr>
          <p:cNvPr id="83" name="Editable chart path">
            <a:extLst xmlns:a="http://schemas.openxmlformats.org/drawingml/2006/main">
              <a:ext uri="{FF2B5EF4-FFF2-40B4-BE49-F238E27FC236}">
                <a16:creationId xmlns:a16="http://schemas.microsoft.com/office/drawing/2014/main" id="{DD2B2EEC-405B-4837-A95B-1ADC03F5BD4E}"/>
              </a:ext>
            </a:extLst>
          </p:cNvPr>
          <p:cNvSpPr>
            <a:spLocks xmlns:a="http://schemas.openxmlformats.org/drawingml/2006/main" noGrp="1"/>
          </p:cNvSpPr>
          <p:nvPr/>
        </p:nvSpPr>
        <p:spPr>
          <a:xfrm xmlns:a="http://schemas.openxmlformats.org/drawingml/2006/main">
            <a:off x="4586813" y="2415919"/>
            <a:ext cx="95" cy="2585885"/>
          </a:xfrm>
          <a:custGeom xmlns:a="http://schemas.openxmlformats.org/drawingml/2006/main">
            <a:pathLst>
              <a:path w="95" h="1785928">
                <a:moveTo>
                  <a:pt x="0" y="1785928"/>
                </a:moveTo>
                <a:lnTo>
                  <a:pt x="0" y="0"/>
                </a:lnTo>
              </a:path>
            </a:pathLst>
          </a:custGeom>
          <a:noFill xmlns:a="http://schemas.openxmlformats.org/drawingml/2006/main"/>
          <a:ln xmlns:a="http://schemas.openxmlformats.org/drawingml/2006/main" w="11033">
            <a:solidFill>
              <a:srgbClr val="5A6683"/>
            </a:solidFill>
            <a:prstDash val="solid"/>
          </a:ln>
        </p:spPr>
      </p:sp>
      <p:sp>
        <p:nvSpPr>
          <p:cNvPr id="84" name="Editable chart path">
            <a:extLst xmlns:a="http://schemas.openxmlformats.org/drawingml/2006/main">
              <a:ext uri="{FF2B5EF4-FFF2-40B4-BE49-F238E27FC236}">
                <a16:creationId xmlns:a16="http://schemas.microsoft.com/office/drawing/2014/main" id="{95A1E939-CDA0-48A8-A6D4-AF1B4C71E52B}"/>
              </a:ext>
            </a:extLst>
          </p:cNvPr>
          <p:cNvSpPr>
            <a:spLocks xmlns:a="http://schemas.openxmlformats.org/drawingml/2006/main" noGrp="1"/>
          </p:cNvSpPr>
          <p:nvPr/>
        </p:nvSpPr>
        <p:spPr>
          <a:xfrm xmlns:a="http://schemas.openxmlformats.org/drawingml/2006/main">
            <a:off x="4586813" y="5001804"/>
            <a:ext cx="3402077" cy="95"/>
          </a:xfrm>
          <a:custGeom xmlns:a="http://schemas.openxmlformats.org/drawingml/2006/main">
            <a:pathLst>
              <a:path w="2349627" h="95">
                <a:moveTo>
                  <a:pt x="0" y="0"/>
                </a:moveTo>
                <a:lnTo>
                  <a:pt x="2349627" y="0"/>
                </a:lnTo>
              </a:path>
            </a:pathLst>
          </a:custGeom>
          <a:noFill xmlns:a="http://schemas.openxmlformats.org/drawingml/2006/main"/>
          <a:ln xmlns:a="http://schemas.openxmlformats.org/drawingml/2006/main" w="11033">
            <a:solidFill>
              <a:srgbClr val="5A6683"/>
            </a:solidFill>
            <a:prstDash val="solid"/>
          </a:ln>
        </p:spPr>
      </p:sp>
      <p:sp>
        <p:nvSpPr>
          <p:cNvPr id="85" name="">
            <a:extLst xmlns:a="http://schemas.openxmlformats.org/drawingml/2006/main">
              <a:ext uri="{FF2B5EF4-FFF2-40B4-BE49-F238E27FC236}">
                <a16:creationId xmlns:a16="http://schemas.microsoft.com/office/drawing/2014/main" id="{D2B8FB24-14F2-40F8-ADE8-B939BE868778}"/>
              </a:ext>
            </a:extLst>
          </p:cNvPr>
          <p:cNvSpPr>
            <a:spLocks xmlns:a="http://schemas.openxmlformats.org/drawingml/2006/main" noGrp="1"/>
          </p:cNvSpPr>
          <p:nvPr/>
        </p:nvSpPr>
        <p:spPr>
          <a:xfrm xmlns:a="http://schemas.openxmlformats.org/drawingml/2006/main">
            <a:off x="1238250" y="5400675"/>
            <a:ext cx="161925" cy="47625"/>
          </a:xfrm>
          <a:prstGeom xmlns:a="http://schemas.openxmlformats.org/drawingml/2006/main" prst="rect">
            <a:avLst/>
          </a:prstGeom>
          <a:solidFill xmlns:a="http://schemas.openxmlformats.org/drawingml/2006/main">
            <a:srgbClr val="224889"/>
          </a:solidFill>
          <a:ln xmlns:a="http://schemas.openxmlformats.org/drawingml/2006/main" w="0">
            <a:noFill/>
          </a:ln>
        </p:spPr>
      </p:sp>
      <p:sp>
        <p:nvSpPr>
          <p:cNvPr id="86" name="">
            <a:extLst xmlns:a="http://schemas.openxmlformats.org/drawingml/2006/main">
              <a:ext uri="{FF2B5EF4-FFF2-40B4-BE49-F238E27FC236}">
                <a16:creationId xmlns:a16="http://schemas.microsoft.com/office/drawing/2014/main" id="{7E65CD1C-C300-44A7-9722-A5FA7DA5A82E}"/>
              </a:ext>
            </a:extLst>
          </p:cNvPr>
          <p:cNvSpPr>
            <a:spLocks xmlns:a="http://schemas.openxmlformats.org/drawingml/2006/main" noGrp="1"/>
          </p:cNvSpPr>
          <p:nvPr/>
        </p:nvSpPr>
        <p:spPr>
          <a:xfrm xmlns:a="http://schemas.openxmlformats.org/drawingml/2006/main">
            <a:off x="1466850" y="5334000"/>
            <a:ext cx="131197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20 training storms</a:t>
            </a:r>
          </a:p>
        </p:txBody>
      </p:sp>
      <p:sp>
        <p:nvSpPr>
          <p:cNvPr id="87" name="">
            <a:extLst xmlns:a="http://schemas.openxmlformats.org/drawingml/2006/main">
              <a:ext uri="{FF2B5EF4-FFF2-40B4-BE49-F238E27FC236}">
                <a16:creationId xmlns:a16="http://schemas.microsoft.com/office/drawing/2014/main" id="{5B547D92-BF2D-4088-B673-39F5065995B4}"/>
              </a:ext>
            </a:extLst>
          </p:cNvPr>
          <p:cNvSpPr>
            <a:spLocks xmlns:a="http://schemas.openxmlformats.org/drawingml/2006/main" noGrp="1"/>
          </p:cNvSpPr>
          <p:nvPr/>
        </p:nvSpPr>
        <p:spPr>
          <a:xfrm xmlns:a="http://schemas.openxmlformats.org/drawingml/2006/main">
            <a:off x="2988374" y="5400675"/>
            <a:ext cx="161925" cy="47625"/>
          </a:xfrm>
          <a:prstGeom xmlns:a="http://schemas.openxmlformats.org/drawingml/2006/main" prst="rect">
            <a:avLst/>
          </a:prstGeom>
          <a:solidFill xmlns:a="http://schemas.openxmlformats.org/drawingml/2006/main">
            <a:srgbClr val="C0453C"/>
          </a:solidFill>
          <a:ln xmlns:a="http://schemas.openxmlformats.org/drawingml/2006/main" w="0">
            <a:noFill/>
          </a:ln>
        </p:spPr>
      </p:sp>
      <p:sp>
        <p:nvSpPr>
          <p:cNvPr id="88" name="">
            <a:extLst xmlns:a="http://schemas.openxmlformats.org/drawingml/2006/main">
              <a:ext uri="{FF2B5EF4-FFF2-40B4-BE49-F238E27FC236}">
                <a16:creationId xmlns:a16="http://schemas.microsoft.com/office/drawing/2014/main" id="{0E42B074-9518-4D81-9625-26ECCCA11589}"/>
              </a:ext>
            </a:extLst>
          </p:cNvPr>
          <p:cNvSpPr>
            <a:spLocks xmlns:a="http://schemas.openxmlformats.org/drawingml/2006/main" noGrp="1"/>
          </p:cNvSpPr>
          <p:nvPr/>
        </p:nvSpPr>
        <p:spPr>
          <a:xfrm xmlns:a="http://schemas.openxmlformats.org/drawingml/2006/main">
            <a:off x="3216974" y="5334000"/>
            <a:ext cx="1349216"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10 held-out storms</a:t>
            </a:r>
          </a:p>
        </p:txBody>
      </p:sp>
    </p:spTree>
    <p:extLst>
      <p:ext uri="{BB962C8B-B14F-4D97-AF65-F5344CB8AC3E}">
        <p14:creationId xmlns:p14="http://schemas.microsoft.com/office/powerpoint/2010/main" val="597896415"/>
      </p:ext>
    </p:extLst>
  </p:cSld>
</p:sld>
</file>

<file path=ppt/slides/slide80.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V2 ON HELD-OUT STORMS (1/5)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Illustration only. Best v2 setting passes three of ten storms, below the registered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80</a:t>
            </a:r>
            <a:endParaRPr sz="1200"/>
          </a:p>
        </p:txBody>
      </p:sp>
      <p:sp>
        <p:nvSpPr>
          <p:cNvPr id="14" name="">
            <a:extLst xmlns:a="http://schemas.openxmlformats.org/drawingml/2006/main">
              <a:ext uri="{FF2B5EF4-FFF2-40B4-BE49-F238E27FC236}">
                <a16:creationId xmlns:a16="http://schemas.microsoft.com/office/drawing/2014/main" id="{89B7E8A4-AD78-4AE4-BD6E-60832834FC5B}"/>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5152DBEA-2D68-484A-B948-877B2F838422}"/>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2026-09-27</a:t>
            </a:r>
          </a:p>
        </p:txBody>
      </p:sp>
      <p:sp>
        <p:nvSpPr>
          <p:cNvPr id="16" name="">
            <a:extLst xmlns:a="http://schemas.openxmlformats.org/drawingml/2006/main">
              <a:ext uri="{FF2B5EF4-FFF2-40B4-BE49-F238E27FC236}">
                <a16:creationId xmlns:a16="http://schemas.microsoft.com/office/drawing/2014/main" id="{D86A3BEE-926E-4C6A-8BFD-078613EEE59C}"/>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BE3826C2-FCAC-4503-AD96-198694275C9E}"/>
              </a:ext>
            </a:extLst>
          </p:cNvPr>
          <p:cNvSpPr>
            <a:spLocks xmlns:a="http://schemas.openxmlformats.org/drawingml/2006/main" noGrp="1"/>
          </p:cNvSpPr>
          <p:nvPr/>
        </p:nvSpPr>
        <p:spPr>
          <a:xfrm xmlns:a="http://schemas.openxmlformats.org/drawingml/2006/main">
            <a:off x="2360844" y="3602550"/>
            <a:ext cx="2668656" cy="602213"/>
          </a:xfrm>
          <a:custGeom xmlns:a="http://schemas.openxmlformats.org/drawingml/2006/main">
            <a:pathLst>
              <a:path w="1557034" h="351363">
                <a:moveTo>
                  <a:pt x="0" y="183565"/>
                </a:moveTo>
                <a:lnTo>
                  <a:pt x="0" y="183565"/>
                </a:lnTo>
                <a:lnTo>
                  <a:pt x="55608" y="218875"/>
                </a:lnTo>
                <a:lnTo>
                  <a:pt x="111217" y="155228"/>
                </a:lnTo>
                <a:lnTo>
                  <a:pt x="166825" y="153044"/>
                </a:lnTo>
                <a:lnTo>
                  <a:pt x="222433" y="163191"/>
                </a:lnTo>
                <a:lnTo>
                  <a:pt x="278042" y="165066"/>
                </a:lnTo>
                <a:lnTo>
                  <a:pt x="333650" y="115692"/>
                </a:lnTo>
                <a:lnTo>
                  <a:pt x="389259" y="117541"/>
                </a:lnTo>
                <a:lnTo>
                  <a:pt x="444867" y="93342"/>
                </a:lnTo>
                <a:lnTo>
                  <a:pt x="500475" y="166092"/>
                </a:lnTo>
                <a:lnTo>
                  <a:pt x="556084" y="209326"/>
                </a:lnTo>
                <a:lnTo>
                  <a:pt x="611692" y="289484"/>
                </a:lnTo>
                <a:lnTo>
                  <a:pt x="667300" y="337598"/>
                </a:lnTo>
                <a:lnTo>
                  <a:pt x="722909" y="351363"/>
                </a:lnTo>
                <a:lnTo>
                  <a:pt x="778517" y="307258"/>
                </a:lnTo>
                <a:lnTo>
                  <a:pt x="834126" y="192531"/>
                </a:lnTo>
                <a:lnTo>
                  <a:pt x="889734" y="176634"/>
                </a:lnTo>
                <a:lnTo>
                  <a:pt x="945342" y="132981"/>
                </a:lnTo>
                <a:lnTo>
                  <a:pt x="1000951" y="62107"/>
                </a:lnTo>
                <a:lnTo>
                  <a:pt x="1056559" y="73434"/>
                </a:lnTo>
                <a:lnTo>
                  <a:pt x="1112167" y="87393"/>
                </a:lnTo>
                <a:lnTo>
                  <a:pt x="1167776" y="97644"/>
                </a:lnTo>
                <a:lnTo>
                  <a:pt x="1223384" y="130166"/>
                </a:lnTo>
                <a:lnTo>
                  <a:pt x="1278993" y="120042"/>
                </a:lnTo>
                <a:lnTo>
                  <a:pt x="1334601" y="81741"/>
                </a:lnTo>
                <a:lnTo>
                  <a:pt x="1390209" y="76738"/>
                </a:lnTo>
                <a:lnTo>
                  <a:pt x="1445818" y="38165"/>
                </a:lnTo>
                <a:lnTo>
                  <a:pt x="1501426" y="30930"/>
                </a:lnTo>
                <a:lnTo>
                  <a:pt x="1557034" y="23446"/>
                </a:lnTo>
                <a:lnTo>
                  <a:pt x="1557034" y="0"/>
                </a:lnTo>
                <a:lnTo>
                  <a:pt x="1557034" y="0"/>
                </a:lnTo>
                <a:lnTo>
                  <a:pt x="1501426" y="7750"/>
                </a:lnTo>
                <a:lnTo>
                  <a:pt x="1445818" y="10310"/>
                </a:lnTo>
                <a:lnTo>
                  <a:pt x="1390209" y="51323"/>
                </a:lnTo>
                <a:lnTo>
                  <a:pt x="1334601" y="60400"/>
                </a:lnTo>
                <a:lnTo>
                  <a:pt x="1278993" y="93906"/>
                </a:lnTo>
                <a:lnTo>
                  <a:pt x="1223384" y="104349"/>
                </a:lnTo>
                <a:lnTo>
                  <a:pt x="1167776" y="69782"/>
                </a:lnTo>
                <a:lnTo>
                  <a:pt x="1112167" y="61074"/>
                </a:lnTo>
                <a:lnTo>
                  <a:pt x="1056559" y="41170"/>
                </a:lnTo>
                <a:lnTo>
                  <a:pt x="1000951" y="37869"/>
                </a:lnTo>
                <a:lnTo>
                  <a:pt x="945342" y="106056"/>
                </a:lnTo>
                <a:lnTo>
                  <a:pt x="889734" y="152008"/>
                </a:lnTo>
                <a:lnTo>
                  <a:pt x="834126" y="165558"/>
                </a:lnTo>
                <a:lnTo>
                  <a:pt x="778517" y="265116"/>
                </a:lnTo>
                <a:lnTo>
                  <a:pt x="722909" y="317693"/>
                </a:lnTo>
                <a:lnTo>
                  <a:pt x="667300" y="304399"/>
                </a:lnTo>
                <a:lnTo>
                  <a:pt x="611692" y="260635"/>
                </a:lnTo>
                <a:lnTo>
                  <a:pt x="556084" y="181381"/>
                </a:lnTo>
                <a:lnTo>
                  <a:pt x="500475" y="137300"/>
                </a:lnTo>
                <a:lnTo>
                  <a:pt x="444867" y="74550"/>
                </a:lnTo>
                <a:lnTo>
                  <a:pt x="389259" y="95530"/>
                </a:lnTo>
                <a:lnTo>
                  <a:pt x="333650" y="95221"/>
                </a:lnTo>
                <a:lnTo>
                  <a:pt x="278042" y="139805"/>
                </a:lnTo>
                <a:lnTo>
                  <a:pt x="222433" y="141059"/>
                </a:lnTo>
                <a:lnTo>
                  <a:pt x="166825" y="130377"/>
                </a:lnTo>
                <a:lnTo>
                  <a:pt x="111217" y="131310"/>
                </a:lnTo>
                <a:lnTo>
                  <a:pt x="55608" y="199036"/>
                </a:lnTo>
                <a:lnTo>
                  <a:pt x="0" y="183565"/>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EE50A61E-D628-4216-866D-27BB328319F3}"/>
              </a:ext>
            </a:extLst>
          </p:cNvPr>
          <p:cNvSpPr>
            <a:spLocks xmlns:a="http://schemas.openxmlformats.org/drawingml/2006/main" noGrp="1"/>
          </p:cNvSpPr>
          <p:nvPr/>
        </p:nvSpPr>
        <p:spPr>
          <a:xfrm xmlns:a="http://schemas.openxmlformats.org/drawingml/2006/main">
            <a:off x="236084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19" name="">
            <a:extLst xmlns:a="http://schemas.openxmlformats.org/drawingml/2006/main">
              <a:ext uri="{FF2B5EF4-FFF2-40B4-BE49-F238E27FC236}">
                <a16:creationId xmlns:a16="http://schemas.microsoft.com/office/drawing/2014/main" id="{33F4232D-09D3-4F36-8E34-31BC4C1C0030}"/>
              </a:ext>
            </a:extLst>
          </p:cNvPr>
          <p:cNvSpPr>
            <a:spLocks xmlns:a="http://schemas.openxmlformats.org/drawingml/2006/main" noGrp="1"/>
          </p:cNvSpPr>
          <p:nvPr/>
        </p:nvSpPr>
        <p:spPr>
          <a:xfrm xmlns:a="http://schemas.openxmlformats.org/drawingml/2006/main" rot="0">
            <a:off x="2309285"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74AF6A15-3E5C-4D92-9D17-0107DEC619CB}"/>
              </a:ext>
            </a:extLst>
          </p:cNvPr>
          <p:cNvSpPr>
            <a:spLocks xmlns:a="http://schemas.openxmlformats.org/drawingml/2006/main" noGrp="1"/>
          </p:cNvSpPr>
          <p:nvPr/>
        </p:nvSpPr>
        <p:spPr>
          <a:xfrm xmlns:a="http://schemas.openxmlformats.org/drawingml/2006/main">
            <a:off x="3123317"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1" name="">
            <a:extLst xmlns:a="http://schemas.openxmlformats.org/drawingml/2006/main">
              <a:ext uri="{FF2B5EF4-FFF2-40B4-BE49-F238E27FC236}">
                <a16:creationId xmlns:a16="http://schemas.microsoft.com/office/drawing/2014/main" id="{85E1E65B-606A-4D5B-86EF-6B6FB5E5285C}"/>
              </a:ext>
            </a:extLst>
          </p:cNvPr>
          <p:cNvSpPr>
            <a:spLocks xmlns:a="http://schemas.openxmlformats.org/drawingml/2006/main" noGrp="1"/>
          </p:cNvSpPr>
          <p:nvPr/>
        </p:nvSpPr>
        <p:spPr>
          <a:xfrm xmlns:a="http://schemas.openxmlformats.org/drawingml/2006/main" rot="0">
            <a:off x="3074147"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866A1C2B-F8B9-4F99-AE90-1C4066055840}"/>
              </a:ext>
            </a:extLst>
          </p:cNvPr>
          <p:cNvSpPr>
            <a:spLocks xmlns:a="http://schemas.openxmlformats.org/drawingml/2006/main" noGrp="1"/>
          </p:cNvSpPr>
          <p:nvPr/>
        </p:nvSpPr>
        <p:spPr>
          <a:xfrm xmlns:a="http://schemas.openxmlformats.org/drawingml/2006/main">
            <a:off x="3885790"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3" name="">
            <a:extLst xmlns:a="http://schemas.openxmlformats.org/drawingml/2006/main">
              <a:ext uri="{FF2B5EF4-FFF2-40B4-BE49-F238E27FC236}">
                <a16:creationId xmlns:a16="http://schemas.microsoft.com/office/drawing/2014/main" id="{EB0E2E51-E7A8-408A-9647-614DB3ECF9E4}"/>
              </a:ext>
            </a:extLst>
          </p:cNvPr>
          <p:cNvSpPr>
            <a:spLocks xmlns:a="http://schemas.openxmlformats.org/drawingml/2006/main" noGrp="1"/>
          </p:cNvSpPr>
          <p:nvPr/>
        </p:nvSpPr>
        <p:spPr>
          <a:xfrm xmlns:a="http://schemas.openxmlformats.org/drawingml/2006/main" rot="0">
            <a:off x="3834205"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982CD108-4708-4031-BFBA-A09677C0B63F}"/>
              </a:ext>
            </a:extLst>
          </p:cNvPr>
          <p:cNvSpPr>
            <a:spLocks xmlns:a="http://schemas.openxmlformats.org/drawingml/2006/main" noGrp="1"/>
          </p:cNvSpPr>
          <p:nvPr/>
        </p:nvSpPr>
        <p:spPr>
          <a:xfrm xmlns:a="http://schemas.openxmlformats.org/drawingml/2006/main">
            <a:off x="464826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5" name="">
            <a:extLst xmlns:a="http://schemas.openxmlformats.org/drawingml/2006/main">
              <a:ext uri="{FF2B5EF4-FFF2-40B4-BE49-F238E27FC236}">
                <a16:creationId xmlns:a16="http://schemas.microsoft.com/office/drawing/2014/main" id="{75B5DF76-31F9-4611-B51A-74DBADDA11EC}"/>
              </a:ext>
            </a:extLst>
          </p:cNvPr>
          <p:cNvSpPr>
            <a:spLocks xmlns:a="http://schemas.openxmlformats.org/drawingml/2006/main" noGrp="1"/>
          </p:cNvSpPr>
          <p:nvPr/>
        </p:nvSpPr>
        <p:spPr>
          <a:xfrm xmlns:a="http://schemas.openxmlformats.org/drawingml/2006/main" rot="0">
            <a:off x="4596548"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738FC2CC-A84D-42D4-93EA-1EA64090A214}"/>
              </a:ext>
            </a:extLst>
          </p:cNvPr>
          <p:cNvSpPr>
            <a:spLocks xmlns:a="http://schemas.openxmlformats.org/drawingml/2006/main" noGrp="1"/>
          </p:cNvSpPr>
          <p:nvPr/>
        </p:nvSpPr>
        <p:spPr>
          <a:xfrm xmlns:a="http://schemas.openxmlformats.org/drawingml/2006/main" rot="0">
            <a:off x="3127503"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499B7857-BA38-4D93-9E63-E5E2B886F88B}"/>
              </a:ext>
            </a:extLst>
          </p:cNvPr>
          <p:cNvSpPr>
            <a:spLocks xmlns:a="http://schemas.openxmlformats.org/drawingml/2006/main" noGrp="1"/>
          </p:cNvSpPr>
          <p:nvPr/>
        </p:nvSpPr>
        <p:spPr>
          <a:xfrm xmlns:a="http://schemas.openxmlformats.org/drawingml/2006/main">
            <a:off x="2227411"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A1470032-D6AE-4894-9C31-470296D64627}"/>
              </a:ext>
            </a:extLst>
          </p:cNvPr>
          <p:cNvSpPr>
            <a:spLocks xmlns:a="http://schemas.openxmlformats.org/drawingml/2006/main" noGrp="1"/>
          </p:cNvSpPr>
          <p:nvPr/>
        </p:nvSpPr>
        <p:spPr>
          <a:xfrm xmlns:a="http://schemas.openxmlformats.org/drawingml/2006/main">
            <a:off x="2170273"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9" name="">
            <a:extLst xmlns:a="http://schemas.openxmlformats.org/drawingml/2006/main">
              <a:ext uri="{FF2B5EF4-FFF2-40B4-BE49-F238E27FC236}">
                <a16:creationId xmlns:a16="http://schemas.microsoft.com/office/drawing/2014/main" id="{E1E34435-61DD-40AF-A680-CBF50E93DAC6}"/>
              </a:ext>
            </a:extLst>
          </p:cNvPr>
          <p:cNvSpPr>
            <a:spLocks xmlns:a="http://schemas.openxmlformats.org/drawingml/2006/main" noGrp="1"/>
          </p:cNvSpPr>
          <p:nvPr/>
        </p:nvSpPr>
        <p:spPr>
          <a:xfrm xmlns:a="http://schemas.openxmlformats.org/drawingml/2006/main" rot="0">
            <a:off x="1917720"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30" name="Editable chart path">
            <a:extLst xmlns:a="http://schemas.openxmlformats.org/drawingml/2006/main">
              <a:ext uri="{FF2B5EF4-FFF2-40B4-BE49-F238E27FC236}">
                <a16:creationId xmlns:a16="http://schemas.microsoft.com/office/drawing/2014/main" id="{58F8597C-166E-4F88-829F-F06983D44CBB}"/>
              </a:ext>
            </a:extLst>
          </p:cNvPr>
          <p:cNvSpPr>
            <a:spLocks xmlns:a="http://schemas.openxmlformats.org/drawingml/2006/main" noGrp="1"/>
          </p:cNvSpPr>
          <p:nvPr/>
        </p:nvSpPr>
        <p:spPr>
          <a:xfrm xmlns:a="http://schemas.openxmlformats.org/drawingml/2006/main">
            <a:off x="2227411"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1" name="Editable chart path">
            <a:extLst xmlns:a="http://schemas.openxmlformats.org/drawingml/2006/main">
              <a:ext uri="{FF2B5EF4-FFF2-40B4-BE49-F238E27FC236}">
                <a16:creationId xmlns:a16="http://schemas.microsoft.com/office/drawing/2014/main" id="{4BA0DF3F-3E58-4F96-BEF2-CC3160255BD8}"/>
              </a:ext>
            </a:extLst>
          </p:cNvPr>
          <p:cNvSpPr>
            <a:spLocks xmlns:a="http://schemas.openxmlformats.org/drawingml/2006/main" noGrp="1"/>
          </p:cNvSpPr>
          <p:nvPr/>
        </p:nvSpPr>
        <p:spPr>
          <a:xfrm xmlns:a="http://schemas.openxmlformats.org/drawingml/2006/main">
            <a:off x="2170273"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2" name="">
            <a:extLst xmlns:a="http://schemas.openxmlformats.org/drawingml/2006/main">
              <a:ext uri="{FF2B5EF4-FFF2-40B4-BE49-F238E27FC236}">
                <a16:creationId xmlns:a16="http://schemas.microsoft.com/office/drawing/2014/main" id="{79781512-CEE7-4314-B2C0-47DC1C594F4A}"/>
              </a:ext>
            </a:extLst>
          </p:cNvPr>
          <p:cNvSpPr>
            <a:spLocks xmlns:a="http://schemas.openxmlformats.org/drawingml/2006/main" noGrp="1"/>
          </p:cNvSpPr>
          <p:nvPr/>
        </p:nvSpPr>
        <p:spPr>
          <a:xfrm xmlns:a="http://schemas.openxmlformats.org/drawingml/2006/main" rot="0">
            <a:off x="1870762"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33" name="Editable chart path">
            <a:extLst xmlns:a="http://schemas.openxmlformats.org/drawingml/2006/main">
              <a:ext uri="{FF2B5EF4-FFF2-40B4-BE49-F238E27FC236}">
                <a16:creationId xmlns:a16="http://schemas.microsoft.com/office/drawing/2014/main" id="{58DE04ED-DDF9-4A42-B727-23E06F045D1C}"/>
              </a:ext>
            </a:extLst>
          </p:cNvPr>
          <p:cNvSpPr>
            <a:spLocks xmlns:a="http://schemas.openxmlformats.org/drawingml/2006/main" noGrp="1"/>
          </p:cNvSpPr>
          <p:nvPr/>
        </p:nvSpPr>
        <p:spPr>
          <a:xfrm xmlns:a="http://schemas.openxmlformats.org/drawingml/2006/main">
            <a:off x="2227411"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35F689DD-2C4A-40B6-9D4B-87FE21087F23}"/>
              </a:ext>
            </a:extLst>
          </p:cNvPr>
          <p:cNvSpPr>
            <a:spLocks xmlns:a="http://schemas.openxmlformats.org/drawingml/2006/main" noGrp="1"/>
          </p:cNvSpPr>
          <p:nvPr/>
        </p:nvSpPr>
        <p:spPr>
          <a:xfrm xmlns:a="http://schemas.openxmlformats.org/drawingml/2006/main">
            <a:off x="2170273"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5" name="">
            <a:extLst xmlns:a="http://schemas.openxmlformats.org/drawingml/2006/main">
              <a:ext uri="{FF2B5EF4-FFF2-40B4-BE49-F238E27FC236}">
                <a16:creationId xmlns:a16="http://schemas.microsoft.com/office/drawing/2014/main" id="{B21099B4-3FC5-4F17-A832-6B2B090737E4}"/>
              </a:ext>
            </a:extLst>
          </p:cNvPr>
          <p:cNvSpPr>
            <a:spLocks xmlns:a="http://schemas.openxmlformats.org/drawingml/2006/main" noGrp="1"/>
          </p:cNvSpPr>
          <p:nvPr/>
        </p:nvSpPr>
        <p:spPr>
          <a:xfrm xmlns:a="http://schemas.openxmlformats.org/drawingml/2006/main" rot="0">
            <a:off x="1870762"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36" name="Editable chart path">
            <a:extLst xmlns:a="http://schemas.openxmlformats.org/drawingml/2006/main">
              <a:ext uri="{FF2B5EF4-FFF2-40B4-BE49-F238E27FC236}">
                <a16:creationId xmlns:a16="http://schemas.microsoft.com/office/drawing/2014/main" id="{D6801EA7-06A4-471F-B35E-37354602F1E2}"/>
              </a:ext>
            </a:extLst>
          </p:cNvPr>
          <p:cNvSpPr>
            <a:spLocks xmlns:a="http://schemas.openxmlformats.org/drawingml/2006/main" noGrp="1"/>
          </p:cNvSpPr>
          <p:nvPr/>
        </p:nvSpPr>
        <p:spPr>
          <a:xfrm xmlns:a="http://schemas.openxmlformats.org/drawingml/2006/main">
            <a:off x="2227411"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4A4216AE-C515-411D-9686-7A96F6AD10D5}"/>
              </a:ext>
            </a:extLst>
          </p:cNvPr>
          <p:cNvSpPr>
            <a:spLocks xmlns:a="http://schemas.openxmlformats.org/drawingml/2006/main" noGrp="1"/>
          </p:cNvSpPr>
          <p:nvPr/>
        </p:nvSpPr>
        <p:spPr>
          <a:xfrm xmlns:a="http://schemas.openxmlformats.org/drawingml/2006/main">
            <a:off x="2170273"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8" name="">
            <a:extLst xmlns:a="http://schemas.openxmlformats.org/drawingml/2006/main">
              <a:ext uri="{FF2B5EF4-FFF2-40B4-BE49-F238E27FC236}">
                <a16:creationId xmlns:a16="http://schemas.microsoft.com/office/drawing/2014/main" id="{6E9BEEAF-D373-4491-ACB9-36C4A87DCEDE}"/>
              </a:ext>
            </a:extLst>
          </p:cNvPr>
          <p:cNvSpPr>
            <a:spLocks xmlns:a="http://schemas.openxmlformats.org/drawingml/2006/main" noGrp="1"/>
          </p:cNvSpPr>
          <p:nvPr/>
        </p:nvSpPr>
        <p:spPr>
          <a:xfrm xmlns:a="http://schemas.openxmlformats.org/drawingml/2006/main" rot="0">
            <a:off x="1833233"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39" name="Editable chart path">
            <a:extLst xmlns:a="http://schemas.openxmlformats.org/drawingml/2006/main">
              <a:ext uri="{FF2B5EF4-FFF2-40B4-BE49-F238E27FC236}">
                <a16:creationId xmlns:a16="http://schemas.microsoft.com/office/drawing/2014/main" id="{55CFCCE2-51EE-4510-80CA-CB97D8C29CC8}"/>
              </a:ext>
            </a:extLst>
          </p:cNvPr>
          <p:cNvSpPr>
            <a:spLocks xmlns:a="http://schemas.openxmlformats.org/drawingml/2006/main" noGrp="1"/>
          </p:cNvSpPr>
          <p:nvPr/>
        </p:nvSpPr>
        <p:spPr>
          <a:xfrm xmlns:a="http://schemas.openxmlformats.org/drawingml/2006/main">
            <a:off x="2360844" y="3622466"/>
            <a:ext cx="2668656" cy="557235"/>
          </a:xfrm>
          <a:custGeom xmlns:a="http://schemas.openxmlformats.org/drawingml/2006/main">
            <a:pathLst>
              <a:path w="1557034" h="325120">
                <a:moveTo>
                  <a:pt x="0" y="171945"/>
                </a:moveTo>
                <a:lnTo>
                  <a:pt x="55608" y="197975"/>
                </a:lnTo>
                <a:lnTo>
                  <a:pt x="111217" y="132491"/>
                </a:lnTo>
                <a:lnTo>
                  <a:pt x="166825" y="132028"/>
                </a:lnTo>
                <a:lnTo>
                  <a:pt x="222433" y="140283"/>
                </a:lnTo>
                <a:lnTo>
                  <a:pt x="278042" y="141205"/>
                </a:lnTo>
                <a:lnTo>
                  <a:pt x="333650" y="92552"/>
                </a:lnTo>
                <a:lnTo>
                  <a:pt x="389259" y="94343"/>
                </a:lnTo>
                <a:lnTo>
                  <a:pt x="444867" y="72350"/>
                </a:lnTo>
                <a:lnTo>
                  <a:pt x="500475" y="138188"/>
                </a:lnTo>
                <a:lnTo>
                  <a:pt x="556084" y="182876"/>
                </a:lnTo>
                <a:lnTo>
                  <a:pt x="611692" y="266056"/>
                </a:lnTo>
                <a:lnTo>
                  <a:pt x="667300" y="312464"/>
                </a:lnTo>
                <a:lnTo>
                  <a:pt x="722909" y="325120"/>
                </a:lnTo>
                <a:lnTo>
                  <a:pt x="778517" y="274914"/>
                </a:lnTo>
                <a:lnTo>
                  <a:pt x="834126" y="169780"/>
                </a:lnTo>
                <a:lnTo>
                  <a:pt x="889734" y="156298"/>
                </a:lnTo>
                <a:lnTo>
                  <a:pt x="945342" y="108036"/>
                </a:lnTo>
                <a:lnTo>
                  <a:pt x="1000951" y="37623"/>
                </a:lnTo>
                <a:lnTo>
                  <a:pt x="1056559" y="44095"/>
                </a:lnTo>
                <a:lnTo>
                  <a:pt x="1112167" y="62935"/>
                </a:lnTo>
                <a:lnTo>
                  <a:pt x="1167776" y="72254"/>
                </a:lnTo>
                <a:lnTo>
                  <a:pt x="1223384" y="106336"/>
                </a:lnTo>
                <a:lnTo>
                  <a:pt x="1278993" y="93551"/>
                </a:lnTo>
                <a:lnTo>
                  <a:pt x="1334601" y="59130"/>
                </a:lnTo>
                <a:lnTo>
                  <a:pt x="1390209" y="53120"/>
                </a:lnTo>
                <a:lnTo>
                  <a:pt x="1445818" y="10577"/>
                </a:lnTo>
                <a:lnTo>
                  <a:pt x="1501426" y="6427"/>
                </a:lnTo>
                <a:lnTo>
                  <a:pt x="1557034" y="0"/>
                </a:lnTo>
              </a:path>
            </a:pathLst>
          </a:custGeom>
          <a:noFill xmlns:a="http://schemas.openxmlformats.org/drawingml/2006/main"/>
          <a:ln xmlns:a="http://schemas.openxmlformats.org/drawingml/2006/main" w="24488">
            <a:solidFill>
              <a:srgbClr val="2C5EAA"/>
            </a:solidFill>
            <a:prstDash val="solid"/>
          </a:ln>
        </p:spPr>
      </p:sp>
      <p:sp>
        <p:nvSpPr>
          <p:cNvPr id="40" name="Editable chart path">
            <a:extLst xmlns:a="http://schemas.openxmlformats.org/drawingml/2006/main">
              <a:ext uri="{FF2B5EF4-FFF2-40B4-BE49-F238E27FC236}">
                <a16:creationId xmlns:a16="http://schemas.microsoft.com/office/drawing/2014/main" id="{401E89BF-A71E-4C88-B42A-C76AA065909F}"/>
              </a:ext>
            </a:extLst>
          </p:cNvPr>
          <p:cNvSpPr>
            <a:spLocks xmlns:a="http://schemas.openxmlformats.org/drawingml/2006/main" noGrp="1"/>
          </p:cNvSpPr>
          <p:nvPr/>
        </p:nvSpPr>
        <p:spPr>
          <a:xfrm xmlns:a="http://schemas.openxmlformats.org/drawingml/2006/main">
            <a:off x="2360844" y="3731259"/>
            <a:ext cx="2668656" cy="237264"/>
          </a:xfrm>
          <a:custGeom xmlns:a="http://schemas.openxmlformats.org/drawingml/2006/main">
            <a:pathLst>
              <a:path w="1557034" h="138432">
                <a:moveTo>
                  <a:pt x="0" y="108470"/>
                </a:moveTo>
                <a:lnTo>
                  <a:pt x="55608" y="108470"/>
                </a:lnTo>
                <a:lnTo>
                  <a:pt x="111217" y="87320"/>
                </a:lnTo>
                <a:lnTo>
                  <a:pt x="166825" y="87320"/>
                </a:lnTo>
                <a:lnTo>
                  <a:pt x="222433" y="93174"/>
                </a:lnTo>
                <a:lnTo>
                  <a:pt x="278042" y="93174"/>
                </a:lnTo>
                <a:lnTo>
                  <a:pt x="333650" y="57176"/>
                </a:lnTo>
                <a:lnTo>
                  <a:pt x="389259" y="57176"/>
                </a:lnTo>
                <a:lnTo>
                  <a:pt x="444867" y="71937"/>
                </a:lnTo>
                <a:lnTo>
                  <a:pt x="500475" y="71937"/>
                </a:lnTo>
                <a:lnTo>
                  <a:pt x="556084" y="122609"/>
                </a:lnTo>
                <a:lnTo>
                  <a:pt x="611692" y="122609"/>
                </a:lnTo>
                <a:lnTo>
                  <a:pt x="667300" y="138432"/>
                </a:lnTo>
                <a:lnTo>
                  <a:pt x="722909" y="138432"/>
                </a:lnTo>
                <a:lnTo>
                  <a:pt x="778517" y="95127"/>
                </a:lnTo>
                <a:lnTo>
                  <a:pt x="834126" y="95127"/>
                </a:lnTo>
                <a:lnTo>
                  <a:pt x="889734" y="92159"/>
                </a:lnTo>
                <a:lnTo>
                  <a:pt x="945342" y="92159"/>
                </a:lnTo>
                <a:lnTo>
                  <a:pt x="1000951" y="59510"/>
                </a:lnTo>
                <a:lnTo>
                  <a:pt x="1056559" y="59510"/>
                </a:lnTo>
                <a:lnTo>
                  <a:pt x="1112167" y="80127"/>
                </a:lnTo>
                <a:lnTo>
                  <a:pt x="1167776" y="80127"/>
                </a:lnTo>
                <a:lnTo>
                  <a:pt x="1223384" y="90138"/>
                </a:lnTo>
                <a:lnTo>
                  <a:pt x="1278993" y="90138"/>
                </a:lnTo>
                <a:lnTo>
                  <a:pt x="1334601" y="61811"/>
                </a:lnTo>
                <a:lnTo>
                  <a:pt x="1390209" y="61811"/>
                </a:lnTo>
                <a:lnTo>
                  <a:pt x="1445818" y="17354"/>
                </a:lnTo>
                <a:lnTo>
                  <a:pt x="1501426" y="17354"/>
                </a:lnTo>
                <a:lnTo>
                  <a:pt x="1557034" y="0"/>
                </a:lnTo>
              </a:path>
            </a:pathLst>
          </a:custGeom>
          <a:noFill xmlns:a="http://schemas.openxmlformats.org/drawingml/2006/main"/>
          <a:ln xmlns:a="http://schemas.openxmlformats.org/drawingml/2006/main" w="16325">
            <a:solidFill>
              <a:srgbClr val="5A6683"/>
            </a:solidFill>
            <a:prstDash val="dash"/>
          </a:ln>
        </p:spPr>
      </p:sp>
      <p:sp>
        <p:nvSpPr>
          <p:cNvPr id="41" name="Editable chart path">
            <a:extLst xmlns:a="http://schemas.openxmlformats.org/drawingml/2006/main">
              <a:ext uri="{FF2B5EF4-FFF2-40B4-BE49-F238E27FC236}">
                <a16:creationId xmlns:a16="http://schemas.microsoft.com/office/drawing/2014/main" id="{5533AA4F-0D7B-40B8-B552-83E8E0BA3AA9}"/>
              </a:ext>
            </a:extLst>
          </p:cNvPr>
          <p:cNvSpPr>
            <a:spLocks xmlns:a="http://schemas.openxmlformats.org/drawingml/2006/main" noGrp="1"/>
          </p:cNvSpPr>
          <p:nvPr/>
        </p:nvSpPr>
        <p:spPr>
          <a:xfrm xmlns:a="http://schemas.openxmlformats.org/drawingml/2006/main">
            <a:off x="2360844" y="3658855"/>
            <a:ext cx="2668656" cy="623476"/>
          </a:xfrm>
          <a:custGeom xmlns:a="http://schemas.openxmlformats.org/drawingml/2006/main">
            <a:pathLst>
              <a:path w="1557034" h="363769">
                <a:moveTo>
                  <a:pt x="0" y="150714"/>
                </a:moveTo>
                <a:lnTo>
                  <a:pt x="55608" y="129135"/>
                </a:lnTo>
                <a:lnTo>
                  <a:pt x="111217" y="363769"/>
                </a:lnTo>
                <a:lnTo>
                  <a:pt x="166825" y="169896"/>
                </a:lnTo>
                <a:lnTo>
                  <a:pt x="222433" y="227099"/>
                </a:lnTo>
                <a:lnTo>
                  <a:pt x="278042" y="0"/>
                </a:lnTo>
                <a:lnTo>
                  <a:pt x="333650" y="144891"/>
                </a:lnTo>
                <a:lnTo>
                  <a:pt x="389259" y="239087"/>
                </a:lnTo>
                <a:lnTo>
                  <a:pt x="444867" y="43844"/>
                </a:lnTo>
                <a:lnTo>
                  <a:pt x="500475" y="152427"/>
                </a:lnTo>
                <a:lnTo>
                  <a:pt x="556084" y="228126"/>
                </a:lnTo>
                <a:lnTo>
                  <a:pt x="611692" y="244225"/>
                </a:lnTo>
                <a:lnTo>
                  <a:pt x="667300" y="247651"/>
                </a:lnTo>
                <a:lnTo>
                  <a:pt x="722909" y="214082"/>
                </a:lnTo>
                <a:lnTo>
                  <a:pt x="778517" y="233949"/>
                </a:lnTo>
                <a:lnTo>
                  <a:pt x="834126" y="256899"/>
                </a:lnTo>
                <a:lnTo>
                  <a:pt x="889734" y="215795"/>
                </a:lnTo>
                <a:lnTo>
                  <a:pt x="945342" y="181884"/>
                </a:lnTo>
                <a:lnTo>
                  <a:pt x="1000951" y="301086"/>
                </a:lnTo>
                <a:lnTo>
                  <a:pt x="1056559" y="260324"/>
                </a:lnTo>
                <a:lnTo>
                  <a:pt x="1112167" y="182912"/>
                </a:lnTo>
                <a:lnTo>
                  <a:pt x="1167776" y="176746"/>
                </a:lnTo>
                <a:lnTo>
                  <a:pt x="1223384" y="260324"/>
                </a:lnTo>
                <a:lnTo>
                  <a:pt x="1278993" y="215795"/>
                </a:lnTo>
                <a:lnTo>
                  <a:pt x="1334601" y="221276"/>
                </a:lnTo>
                <a:lnTo>
                  <a:pt x="1390209" y="195586"/>
                </a:lnTo>
                <a:lnTo>
                  <a:pt x="1445818" y="292865"/>
                </a:lnTo>
                <a:lnTo>
                  <a:pt x="1501426" y="260324"/>
                </a:lnTo>
                <a:lnTo>
                  <a:pt x="1557034" y="270258"/>
                </a:lnTo>
              </a:path>
            </a:pathLst>
          </a:custGeom>
          <a:noFill xmlns:a="http://schemas.openxmlformats.org/drawingml/2006/main"/>
          <a:ln xmlns:a="http://schemas.openxmlformats.org/drawingml/2006/main" w="19590">
            <a:solidFill>
              <a:srgbClr val="14203A"/>
            </a:solidFill>
            <a:prstDash val="solid"/>
          </a:ln>
        </p:spPr>
      </p:sp>
      <p:sp>
        <p:nvSpPr>
          <p:cNvPr id="42" name="Editable chart path">
            <a:extLst xmlns:a="http://schemas.openxmlformats.org/drawingml/2006/main">
              <a:ext uri="{FF2B5EF4-FFF2-40B4-BE49-F238E27FC236}">
                <a16:creationId xmlns:a16="http://schemas.microsoft.com/office/drawing/2014/main" id="{006F8E55-900D-461F-AF77-FBAA2A388275}"/>
              </a:ext>
            </a:extLst>
          </p:cNvPr>
          <p:cNvSpPr>
            <a:spLocks xmlns:a="http://schemas.openxmlformats.org/drawingml/2006/main" noGrp="1"/>
          </p:cNvSpPr>
          <p:nvPr/>
        </p:nvSpPr>
        <p:spPr>
          <a:xfrm xmlns:a="http://schemas.openxmlformats.org/drawingml/2006/main">
            <a:off x="3504554"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43" name="Editable chart path">
            <a:extLst xmlns:a="http://schemas.openxmlformats.org/drawingml/2006/main">
              <a:ext uri="{FF2B5EF4-FFF2-40B4-BE49-F238E27FC236}">
                <a16:creationId xmlns:a16="http://schemas.microsoft.com/office/drawing/2014/main" id="{9F87F91E-DD54-4387-9CFE-EA894BE8E6AB}"/>
              </a:ext>
            </a:extLst>
          </p:cNvPr>
          <p:cNvSpPr>
            <a:spLocks xmlns:a="http://schemas.openxmlformats.org/drawingml/2006/main" noGrp="1"/>
          </p:cNvSpPr>
          <p:nvPr/>
        </p:nvSpPr>
        <p:spPr>
          <a:xfrm xmlns:a="http://schemas.openxmlformats.org/drawingml/2006/main">
            <a:off x="2227411"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44" name="Editable chart path">
            <a:extLst xmlns:a="http://schemas.openxmlformats.org/drawingml/2006/main">
              <a:ext uri="{FF2B5EF4-FFF2-40B4-BE49-F238E27FC236}">
                <a16:creationId xmlns:a16="http://schemas.microsoft.com/office/drawing/2014/main" id="{98509002-3CE1-4385-A8CB-B880907AEC9C}"/>
              </a:ext>
            </a:extLst>
          </p:cNvPr>
          <p:cNvSpPr>
            <a:spLocks xmlns:a="http://schemas.openxmlformats.org/drawingml/2006/main" noGrp="1"/>
          </p:cNvSpPr>
          <p:nvPr/>
        </p:nvSpPr>
        <p:spPr>
          <a:xfrm xmlns:a="http://schemas.openxmlformats.org/drawingml/2006/main">
            <a:off x="2227411"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45" name="">
            <a:extLst xmlns:a="http://schemas.openxmlformats.org/drawingml/2006/main">
              <a:ext uri="{FF2B5EF4-FFF2-40B4-BE49-F238E27FC236}">
                <a16:creationId xmlns:a16="http://schemas.microsoft.com/office/drawing/2014/main" id="{B92FF3E3-6FBB-4EC0-9F2F-274278023EDE}"/>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6" name="">
            <a:extLst xmlns:a="http://schemas.openxmlformats.org/drawingml/2006/main">
              <a:ext uri="{FF2B5EF4-FFF2-40B4-BE49-F238E27FC236}">
                <a16:creationId xmlns:a16="http://schemas.microsoft.com/office/drawing/2014/main" id="{5879EE9C-621E-4150-87BF-B65762FCB2CE}"/>
              </a:ext>
            </a:extLst>
          </p:cNvPr>
          <p:cNvSpPr>
            <a:spLocks xmlns:a="http://schemas.openxmlformats.org/drawingml/2006/main" noGrp="1"/>
          </p:cNvSpPr>
          <p:nvPr/>
        </p:nvSpPr>
        <p:spPr>
          <a:xfrm xmlns:a="http://schemas.openxmlformats.org/drawingml/2006/main">
            <a:off x="1371600"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47" name="">
            <a:extLst xmlns:a="http://schemas.openxmlformats.org/drawingml/2006/main">
              <a:ext uri="{FF2B5EF4-FFF2-40B4-BE49-F238E27FC236}">
                <a16:creationId xmlns:a16="http://schemas.microsoft.com/office/drawing/2014/main" id="{A8FE3010-7C23-48B5-B27B-2DC939AEAB04}"/>
              </a:ext>
            </a:extLst>
          </p:cNvPr>
          <p:cNvSpPr>
            <a:spLocks xmlns:a="http://schemas.openxmlformats.org/drawingml/2006/main" noGrp="1"/>
          </p:cNvSpPr>
          <p:nvPr/>
        </p:nvSpPr>
        <p:spPr>
          <a:xfrm xmlns:a="http://schemas.openxmlformats.org/drawingml/2006/main">
            <a:off x="1143000"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48" name="">
            <a:extLst xmlns:a="http://schemas.openxmlformats.org/drawingml/2006/main">
              <a:ext uri="{FF2B5EF4-FFF2-40B4-BE49-F238E27FC236}">
                <a16:creationId xmlns:a16="http://schemas.microsoft.com/office/drawing/2014/main" id="{86EA4302-740C-414E-B3A3-ED3319C558D5}"/>
              </a:ext>
            </a:extLst>
          </p:cNvPr>
          <p:cNvSpPr>
            <a:spLocks xmlns:a="http://schemas.openxmlformats.org/drawingml/2006/main" noGrp="1"/>
          </p:cNvSpPr>
          <p:nvPr/>
        </p:nvSpPr>
        <p:spPr>
          <a:xfrm xmlns:a="http://schemas.openxmlformats.org/drawingml/2006/main">
            <a:off x="1371600"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49" name="">
            <a:extLst xmlns:a="http://schemas.openxmlformats.org/drawingml/2006/main">
              <a:ext uri="{FF2B5EF4-FFF2-40B4-BE49-F238E27FC236}">
                <a16:creationId xmlns:a16="http://schemas.microsoft.com/office/drawing/2014/main" id="{DF2D5E73-4D12-4959-B4E8-6C3E94977E69}"/>
              </a:ext>
            </a:extLst>
          </p:cNvPr>
          <p:cNvSpPr>
            <a:spLocks xmlns:a="http://schemas.openxmlformats.org/drawingml/2006/main" noGrp="1"/>
          </p:cNvSpPr>
          <p:nvPr/>
        </p:nvSpPr>
        <p:spPr>
          <a:xfrm xmlns:a="http://schemas.openxmlformats.org/drawingml/2006/main">
            <a:off x="4035647"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50" name="">
            <a:extLst xmlns:a="http://schemas.openxmlformats.org/drawingml/2006/main">
              <a:ext uri="{FF2B5EF4-FFF2-40B4-BE49-F238E27FC236}">
                <a16:creationId xmlns:a16="http://schemas.microsoft.com/office/drawing/2014/main" id="{7D28BDCE-A28D-401A-8206-5E11278C279B}"/>
              </a:ext>
            </a:extLst>
          </p:cNvPr>
          <p:cNvSpPr>
            <a:spLocks xmlns:a="http://schemas.openxmlformats.org/drawingml/2006/main" noGrp="1"/>
          </p:cNvSpPr>
          <p:nvPr/>
        </p:nvSpPr>
        <p:spPr>
          <a:xfrm xmlns:a="http://schemas.openxmlformats.org/drawingml/2006/main">
            <a:off x="4264247"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51" name="">
            <a:extLst xmlns:a="http://schemas.openxmlformats.org/drawingml/2006/main">
              <a:ext uri="{FF2B5EF4-FFF2-40B4-BE49-F238E27FC236}">
                <a16:creationId xmlns:a16="http://schemas.microsoft.com/office/drawing/2014/main" id="{C9F99519-5388-49E1-B80C-58626F4A0BC8}"/>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2025-10-24</a:t>
            </a:r>
          </a:p>
        </p:txBody>
      </p:sp>
      <p:sp>
        <p:nvSpPr>
          <p:cNvPr id="52" name="">
            <a:extLst xmlns:a="http://schemas.openxmlformats.org/drawingml/2006/main">
              <a:ext uri="{FF2B5EF4-FFF2-40B4-BE49-F238E27FC236}">
                <a16:creationId xmlns:a16="http://schemas.microsoft.com/office/drawing/2014/main" id="{AC2F3645-E22D-4421-9C96-45973F5CA371}"/>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3" name="Editable chart path">
            <a:extLst xmlns:a="http://schemas.openxmlformats.org/drawingml/2006/main">
              <a:ext uri="{FF2B5EF4-FFF2-40B4-BE49-F238E27FC236}">
                <a16:creationId xmlns:a16="http://schemas.microsoft.com/office/drawing/2014/main" id="{7C6DF0E5-A542-425A-B488-0E6F5C579B0B}"/>
              </a:ext>
            </a:extLst>
          </p:cNvPr>
          <p:cNvSpPr>
            <a:spLocks xmlns:a="http://schemas.openxmlformats.org/drawingml/2006/main" noGrp="1"/>
          </p:cNvSpPr>
          <p:nvPr/>
        </p:nvSpPr>
        <p:spPr>
          <a:xfrm xmlns:a="http://schemas.openxmlformats.org/drawingml/2006/main">
            <a:off x="7551969" y="3357566"/>
            <a:ext cx="2668656" cy="615600"/>
          </a:xfrm>
          <a:custGeom xmlns:a="http://schemas.openxmlformats.org/drawingml/2006/main">
            <a:pathLst>
              <a:path w="1557034" h="359174">
                <a:moveTo>
                  <a:pt x="0" y="326502"/>
                </a:moveTo>
                <a:lnTo>
                  <a:pt x="0" y="326502"/>
                </a:lnTo>
                <a:lnTo>
                  <a:pt x="55608" y="359174"/>
                </a:lnTo>
                <a:lnTo>
                  <a:pt x="111217" y="212821"/>
                </a:lnTo>
                <a:lnTo>
                  <a:pt x="166825" y="214097"/>
                </a:lnTo>
                <a:lnTo>
                  <a:pt x="222433" y="101860"/>
                </a:lnTo>
                <a:lnTo>
                  <a:pt x="278042" y="103703"/>
                </a:lnTo>
                <a:lnTo>
                  <a:pt x="333650" y="17483"/>
                </a:lnTo>
                <a:lnTo>
                  <a:pt x="389259" y="14281"/>
                </a:lnTo>
                <a:lnTo>
                  <a:pt x="444867" y="64149"/>
                </a:lnTo>
                <a:lnTo>
                  <a:pt x="500475" y="69675"/>
                </a:lnTo>
                <a:lnTo>
                  <a:pt x="556084" y="126566"/>
                </a:lnTo>
                <a:lnTo>
                  <a:pt x="611692" y="251695"/>
                </a:lnTo>
                <a:lnTo>
                  <a:pt x="667300" y="341033"/>
                </a:lnTo>
                <a:lnTo>
                  <a:pt x="722909" y="327254"/>
                </a:lnTo>
                <a:lnTo>
                  <a:pt x="778517" y="308695"/>
                </a:lnTo>
                <a:lnTo>
                  <a:pt x="834126" y="211736"/>
                </a:lnTo>
                <a:lnTo>
                  <a:pt x="889734" y="165744"/>
                </a:lnTo>
                <a:lnTo>
                  <a:pt x="945342" y="158929"/>
                </a:lnTo>
                <a:lnTo>
                  <a:pt x="1000951" y="183270"/>
                </a:lnTo>
                <a:lnTo>
                  <a:pt x="1056559" y="180781"/>
                </a:lnTo>
                <a:lnTo>
                  <a:pt x="1112167" y="220007"/>
                </a:lnTo>
                <a:lnTo>
                  <a:pt x="1167776" y="219154"/>
                </a:lnTo>
                <a:lnTo>
                  <a:pt x="1223384" y="238865"/>
                </a:lnTo>
                <a:lnTo>
                  <a:pt x="1278993" y="239967"/>
                </a:lnTo>
                <a:lnTo>
                  <a:pt x="1334601" y="263784"/>
                </a:lnTo>
                <a:lnTo>
                  <a:pt x="1390209" y="262993"/>
                </a:lnTo>
                <a:lnTo>
                  <a:pt x="1445818" y="212724"/>
                </a:lnTo>
                <a:lnTo>
                  <a:pt x="1501426" y="212396"/>
                </a:lnTo>
                <a:lnTo>
                  <a:pt x="1557034" y="296696"/>
                </a:lnTo>
                <a:lnTo>
                  <a:pt x="1557034" y="282650"/>
                </a:lnTo>
                <a:lnTo>
                  <a:pt x="1557034" y="282650"/>
                </a:lnTo>
                <a:lnTo>
                  <a:pt x="1501426" y="198874"/>
                </a:lnTo>
                <a:lnTo>
                  <a:pt x="1445818" y="199212"/>
                </a:lnTo>
                <a:lnTo>
                  <a:pt x="1390209" y="249170"/>
                </a:lnTo>
                <a:lnTo>
                  <a:pt x="1334601" y="250097"/>
                </a:lnTo>
                <a:lnTo>
                  <a:pt x="1278993" y="224750"/>
                </a:lnTo>
                <a:lnTo>
                  <a:pt x="1223384" y="219984"/>
                </a:lnTo>
                <a:lnTo>
                  <a:pt x="1167776" y="204806"/>
                </a:lnTo>
                <a:lnTo>
                  <a:pt x="1112167" y="207294"/>
                </a:lnTo>
                <a:lnTo>
                  <a:pt x="1056559" y="167459"/>
                </a:lnTo>
                <a:lnTo>
                  <a:pt x="1000951" y="168780"/>
                </a:lnTo>
                <a:lnTo>
                  <a:pt x="945342" y="140574"/>
                </a:lnTo>
                <a:lnTo>
                  <a:pt x="889734" y="150344"/>
                </a:lnTo>
                <a:lnTo>
                  <a:pt x="834126" y="193799"/>
                </a:lnTo>
                <a:lnTo>
                  <a:pt x="778517" y="288685"/>
                </a:lnTo>
                <a:lnTo>
                  <a:pt x="722909" y="307677"/>
                </a:lnTo>
                <a:lnTo>
                  <a:pt x="667300" y="320787"/>
                </a:lnTo>
                <a:lnTo>
                  <a:pt x="611692" y="231134"/>
                </a:lnTo>
                <a:lnTo>
                  <a:pt x="556084" y="112776"/>
                </a:lnTo>
                <a:lnTo>
                  <a:pt x="500475" y="53200"/>
                </a:lnTo>
                <a:lnTo>
                  <a:pt x="444867" y="52129"/>
                </a:lnTo>
                <a:lnTo>
                  <a:pt x="389259" y="0"/>
                </a:lnTo>
                <a:lnTo>
                  <a:pt x="333650" y="825"/>
                </a:lnTo>
                <a:lnTo>
                  <a:pt x="278042" y="87580"/>
                </a:lnTo>
                <a:lnTo>
                  <a:pt x="222433" y="89063"/>
                </a:lnTo>
                <a:lnTo>
                  <a:pt x="166825" y="199926"/>
                </a:lnTo>
                <a:lnTo>
                  <a:pt x="111217" y="199506"/>
                </a:lnTo>
                <a:lnTo>
                  <a:pt x="55608" y="346060"/>
                </a:lnTo>
                <a:lnTo>
                  <a:pt x="0" y="326502"/>
                </a:lnTo>
                <a:close/>
              </a:path>
            </a:pathLst>
          </a:custGeom>
          <a:solidFill xmlns:a="http://schemas.openxmlformats.org/drawingml/2006/main">
            <a:srgbClr val="2C5EAA">
              <a:alpha val="20000"/>
            </a:srgbClr>
          </a:solidFill>
          <a:ln xmlns:a="http://schemas.openxmlformats.org/drawingml/2006/main" w="0">
            <a:noFill/>
            <a:prstDash val="solid"/>
          </a:ln>
        </p:spPr>
      </p:sp>
      <p:sp>
        <p:nvSpPr>
          <p:cNvPr id="54" name="Editable chart path">
            <a:extLst xmlns:a="http://schemas.openxmlformats.org/drawingml/2006/main">
              <a:ext uri="{FF2B5EF4-FFF2-40B4-BE49-F238E27FC236}">
                <a16:creationId xmlns:a16="http://schemas.microsoft.com/office/drawing/2014/main" id="{4F6901B0-4AC1-4CE5-B79D-EBB69E8828B1}"/>
              </a:ext>
            </a:extLst>
          </p:cNvPr>
          <p:cNvSpPr>
            <a:spLocks xmlns:a="http://schemas.openxmlformats.org/drawingml/2006/main" noGrp="1"/>
          </p:cNvSpPr>
          <p:nvPr/>
        </p:nvSpPr>
        <p:spPr>
          <a:xfrm xmlns:a="http://schemas.openxmlformats.org/drawingml/2006/main">
            <a:off x="755196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5" name="">
            <a:extLst xmlns:a="http://schemas.openxmlformats.org/drawingml/2006/main">
              <a:ext uri="{FF2B5EF4-FFF2-40B4-BE49-F238E27FC236}">
                <a16:creationId xmlns:a16="http://schemas.microsoft.com/office/drawing/2014/main" id="{563F6F48-7DCF-4E63-A378-636E2EAFEEBD}"/>
              </a:ext>
            </a:extLst>
          </p:cNvPr>
          <p:cNvSpPr>
            <a:spLocks xmlns:a="http://schemas.openxmlformats.org/drawingml/2006/main" noGrp="1"/>
          </p:cNvSpPr>
          <p:nvPr/>
        </p:nvSpPr>
        <p:spPr>
          <a:xfrm xmlns:a="http://schemas.openxmlformats.org/drawingml/2006/main" rot="0">
            <a:off x="7500410"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56" name="Editable chart path">
            <a:extLst xmlns:a="http://schemas.openxmlformats.org/drawingml/2006/main">
              <a:ext uri="{FF2B5EF4-FFF2-40B4-BE49-F238E27FC236}">
                <a16:creationId xmlns:a16="http://schemas.microsoft.com/office/drawing/2014/main" id="{74B7C733-D25E-447D-B26C-D150FCB6CD80}"/>
              </a:ext>
            </a:extLst>
          </p:cNvPr>
          <p:cNvSpPr>
            <a:spLocks xmlns:a="http://schemas.openxmlformats.org/drawingml/2006/main" noGrp="1"/>
          </p:cNvSpPr>
          <p:nvPr/>
        </p:nvSpPr>
        <p:spPr>
          <a:xfrm xmlns:a="http://schemas.openxmlformats.org/drawingml/2006/main">
            <a:off x="8314442"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7" name="">
            <a:extLst xmlns:a="http://schemas.openxmlformats.org/drawingml/2006/main">
              <a:ext uri="{FF2B5EF4-FFF2-40B4-BE49-F238E27FC236}">
                <a16:creationId xmlns:a16="http://schemas.microsoft.com/office/drawing/2014/main" id="{E91F6ECC-16D6-4C21-89A7-A624789B0482}"/>
              </a:ext>
            </a:extLst>
          </p:cNvPr>
          <p:cNvSpPr>
            <a:spLocks xmlns:a="http://schemas.openxmlformats.org/drawingml/2006/main" noGrp="1"/>
          </p:cNvSpPr>
          <p:nvPr/>
        </p:nvSpPr>
        <p:spPr>
          <a:xfrm xmlns:a="http://schemas.openxmlformats.org/drawingml/2006/main" rot="0">
            <a:off x="8265272"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58" name="Editable chart path">
            <a:extLst xmlns:a="http://schemas.openxmlformats.org/drawingml/2006/main">
              <a:ext uri="{FF2B5EF4-FFF2-40B4-BE49-F238E27FC236}">
                <a16:creationId xmlns:a16="http://schemas.microsoft.com/office/drawing/2014/main" id="{5E5448FD-4F23-42AC-85E6-D2E16575A7F3}"/>
              </a:ext>
            </a:extLst>
          </p:cNvPr>
          <p:cNvSpPr>
            <a:spLocks xmlns:a="http://schemas.openxmlformats.org/drawingml/2006/main" noGrp="1"/>
          </p:cNvSpPr>
          <p:nvPr/>
        </p:nvSpPr>
        <p:spPr>
          <a:xfrm xmlns:a="http://schemas.openxmlformats.org/drawingml/2006/main">
            <a:off x="9076915"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9" name="">
            <a:extLst xmlns:a="http://schemas.openxmlformats.org/drawingml/2006/main">
              <a:ext uri="{FF2B5EF4-FFF2-40B4-BE49-F238E27FC236}">
                <a16:creationId xmlns:a16="http://schemas.microsoft.com/office/drawing/2014/main" id="{F44A8C89-E937-43F6-9C74-F6E3A41EFFD0}"/>
              </a:ext>
            </a:extLst>
          </p:cNvPr>
          <p:cNvSpPr>
            <a:spLocks xmlns:a="http://schemas.openxmlformats.org/drawingml/2006/main" noGrp="1"/>
          </p:cNvSpPr>
          <p:nvPr/>
        </p:nvSpPr>
        <p:spPr>
          <a:xfrm xmlns:a="http://schemas.openxmlformats.org/drawingml/2006/main" rot="0">
            <a:off x="9025330"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60" name="Editable chart path">
            <a:extLst xmlns:a="http://schemas.openxmlformats.org/drawingml/2006/main">
              <a:ext uri="{FF2B5EF4-FFF2-40B4-BE49-F238E27FC236}">
                <a16:creationId xmlns:a16="http://schemas.microsoft.com/office/drawing/2014/main" id="{31E30CF5-CE91-45A9-9250-707926814319}"/>
              </a:ext>
            </a:extLst>
          </p:cNvPr>
          <p:cNvSpPr>
            <a:spLocks xmlns:a="http://schemas.openxmlformats.org/drawingml/2006/main" noGrp="1"/>
          </p:cNvSpPr>
          <p:nvPr/>
        </p:nvSpPr>
        <p:spPr>
          <a:xfrm xmlns:a="http://schemas.openxmlformats.org/drawingml/2006/main">
            <a:off x="983938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1" name="">
            <a:extLst xmlns:a="http://schemas.openxmlformats.org/drawingml/2006/main">
              <a:ext uri="{FF2B5EF4-FFF2-40B4-BE49-F238E27FC236}">
                <a16:creationId xmlns:a16="http://schemas.microsoft.com/office/drawing/2014/main" id="{9189DF25-A99F-4F7B-BAF8-3EE3B8253F2C}"/>
              </a:ext>
            </a:extLst>
          </p:cNvPr>
          <p:cNvSpPr>
            <a:spLocks xmlns:a="http://schemas.openxmlformats.org/drawingml/2006/main" noGrp="1"/>
          </p:cNvSpPr>
          <p:nvPr/>
        </p:nvSpPr>
        <p:spPr>
          <a:xfrm xmlns:a="http://schemas.openxmlformats.org/drawingml/2006/main" rot="0">
            <a:off x="9787673"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62" name="">
            <a:extLst xmlns:a="http://schemas.openxmlformats.org/drawingml/2006/main">
              <a:ext uri="{FF2B5EF4-FFF2-40B4-BE49-F238E27FC236}">
                <a16:creationId xmlns:a16="http://schemas.microsoft.com/office/drawing/2014/main" id="{54CA0798-EE66-4672-8159-9608CE8312F9}"/>
              </a:ext>
            </a:extLst>
          </p:cNvPr>
          <p:cNvSpPr>
            <a:spLocks xmlns:a="http://schemas.openxmlformats.org/drawingml/2006/main" noGrp="1"/>
          </p:cNvSpPr>
          <p:nvPr/>
        </p:nvSpPr>
        <p:spPr>
          <a:xfrm xmlns:a="http://schemas.openxmlformats.org/drawingml/2006/main" rot="0">
            <a:off x="8318628"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3" name="Editable chart path">
            <a:extLst xmlns:a="http://schemas.openxmlformats.org/drawingml/2006/main">
              <a:ext uri="{FF2B5EF4-FFF2-40B4-BE49-F238E27FC236}">
                <a16:creationId xmlns:a16="http://schemas.microsoft.com/office/drawing/2014/main" id="{B51EFFD8-78AD-4861-AFB4-18C7AFE235CE}"/>
              </a:ext>
            </a:extLst>
          </p:cNvPr>
          <p:cNvSpPr>
            <a:spLocks xmlns:a="http://schemas.openxmlformats.org/drawingml/2006/main" noGrp="1"/>
          </p:cNvSpPr>
          <p:nvPr/>
        </p:nvSpPr>
        <p:spPr>
          <a:xfrm xmlns:a="http://schemas.openxmlformats.org/drawingml/2006/main">
            <a:off x="7418536"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369EEDE4-01ED-496F-882D-67B13B241C4E}"/>
              </a:ext>
            </a:extLst>
          </p:cNvPr>
          <p:cNvSpPr>
            <a:spLocks xmlns:a="http://schemas.openxmlformats.org/drawingml/2006/main" noGrp="1"/>
          </p:cNvSpPr>
          <p:nvPr/>
        </p:nvSpPr>
        <p:spPr>
          <a:xfrm xmlns:a="http://schemas.openxmlformats.org/drawingml/2006/main">
            <a:off x="7361398"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5" name="Editable chart path">
            <a:extLst xmlns:a="http://schemas.openxmlformats.org/drawingml/2006/main">
              <a:ext uri="{FF2B5EF4-FFF2-40B4-BE49-F238E27FC236}">
                <a16:creationId xmlns:a16="http://schemas.microsoft.com/office/drawing/2014/main" id="{3539CF5F-61C4-43F8-933A-01D83BFA6692}"/>
              </a:ext>
            </a:extLst>
          </p:cNvPr>
          <p:cNvSpPr>
            <a:spLocks xmlns:a="http://schemas.openxmlformats.org/drawingml/2006/main" noGrp="1"/>
          </p:cNvSpPr>
          <p:nvPr/>
        </p:nvSpPr>
        <p:spPr>
          <a:xfrm xmlns:a="http://schemas.openxmlformats.org/drawingml/2006/main">
            <a:off x="7418536"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6" name="Editable chart path">
            <a:extLst xmlns:a="http://schemas.openxmlformats.org/drawingml/2006/main">
              <a:ext uri="{FF2B5EF4-FFF2-40B4-BE49-F238E27FC236}">
                <a16:creationId xmlns:a16="http://schemas.microsoft.com/office/drawing/2014/main" id="{1A73A5D1-DE78-4370-ADE3-0F330F061E7C}"/>
              </a:ext>
            </a:extLst>
          </p:cNvPr>
          <p:cNvSpPr>
            <a:spLocks xmlns:a="http://schemas.openxmlformats.org/drawingml/2006/main" noGrp="1"/>
          </p:cNvSpPr>
          <p:nvPr/>
        </p:nvSpPr>
        <p:spPr>
          <a:xfrm xmlns:a="http://schemas.openxmlformats.org/drawingml/2006/main">
            <a:off x="7361398"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7" name="Editable chart path">
            <a:extLst xmlns:a="http://schemas.openxmlformats.org/drawingml/2006/main">
              <a:ext uri="{FF2B5EF4-FFF2-40B4-BE49-F238E27FC236}">
                <a16:creationId xmlns:a16="http://schemas.microsoft.com/office/drawing/2014/main" id="{B4337352-3C03-406B-B527-80D46833EAA1}"/>
              </a:ext>
            </a:extLst>
          </p:cNvPr>
          <p:cNvSpPr>
            <a:spLocks xmlns:a="http://schemas.openxmlformats.org/drawingml/2006/main" noGrp="1"/>
          </p:cNvSpPr>
          <p:nvPr/>
        </p:nvSpPr>
        <p:spPr>
          <a:xfrm xmlns:a="http://schemas.openxmlformats.org/drawingml/2006/main">
            <a:off x="7418536"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8" name="Editable chart path">
            <a:extLst xmlns:a="http://schemas.openxmlformats.org/drawingml/2006/main">
              <a:ext uri="{FF2B5EF4-FFF2-40B4-BE49-F238E27FC236}">
                <a16:creationId xmlns:a16="http://schemas.microsoft.com/office/drawing/2014/main" id="{6F3A2E45-77DF-4975-A9D2-83D5CF5BAC8D}"/>
              </a:ext>
            </a:extLst>
          </p:cNvPr>
          <p:cNvSpPr>
            <a:spLocks xmlns:a="http://schemas.openxmlformats.org/drawingml/2006/main" noGrp="1"/>
          </p:cNvSpPr>
          <p:nvPr/>
        </p:nvSpPr>
        <p:spPr>
          <a:xfrm xmlns:a="http://schemas.openxmlformats.org/drawingml/2006/main">
            <a:off x="7361398"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9" name="Editable chart path">
            <a:extLst xmlns:a="http://schemas.openxmlformats.org/drawingml/2006/main">
              <a:ext uri="{FF2B5EF4-FFF2-40B4-BE49-F238E27FC236}">
                <a16:creationId xmlns:a16="http://schemas.microsoft.com/office/drawing/2014/main" id="{E36A4FAD-9427-4B4D-9C0E-A2B8BA637D1A}"/>
              </a:ext>
            </a:extLst>
          </p:cNvPr>
          <p:cNvSpPr>
            <a:spLocks xmlns:a="http://schemas.openxmlformats.org/drawingml/2006/main" noGrp="1"/>
          </p:cNvSpPr>
          <p:nvPr/>
        </p:nvSpPr>
        <p:spPr>
          <a:xfrm xmlns:a="http://schemas.openxmlformats.org/drawingml/2006/main">
            <a:off x="7418536"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7DEB6F2C-93E5-47ED-91E6-3ED48ADCCC7E}"/>
              </a:ext>
            </a:extLst>
          </p:cNvPr>
          <p:cNvSpPr>
            <a:spLocks xmlns:a="http://schemas.openxmlformats.org/drawingml/2006/main" noGrp="1"/>
          </p:cNvSpPr>
          <p:nvPr/>
        </p:nvSpPr>
        <p:spPr>
          <a:xfrm xmlns:a="http://schemas.openxmlformats.org/drawingml/2006/main">
            <a:off x="7361398"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71" name="Editable chart path">
            <a:extLst xmlns:a="http://schemas.openxmlformats.org/drawingml/2006/main">
              <a:ext uri="{FF2B5EF4-FFF2-40B4-BE49-F238E27FC236}">
                <a16:creationId xmlns:a16="http://schemas.microsoft.com/office/drawing/2014/main" id="{2D83B8B6-20F4-4129-9562-F16D9F332DF8}"/>
              </a:ext>
            </a:extLst>
          </p:cNvPr>
          <p:cNvSpPr>
            <a:spLocks xmlns:a="http://schemas.openxmlformats.org/drawingml/2006/main" noGrp="1"/>
          </p:cNvSpPr>
          <p:nvPr/>
        </p:nvSpPr>
        <p:spPr>
          <a:xfrm xmlns:a="http://schemas.openxmlformats.org/drawingml/2006/main">
            <a:off x="7551969" y="3370926"/>
            <a:ext cx="2668656" cy="592775"/>
          </a:xfrm>
          <a:custGeom xmlns:a="http://schemas.openxmlformats.org/drawingml/2006/main">
            <a:pathLst>
              <a:path w="1557034" h="345856">
                <a:moveTo>
                  <a:pt x="0" y="318707"/>
                </a:moveTo>
                <a:lnTo>
                  <a:pt x="55608" y="345856"/>
                </a:lnTo>
                <a:lnTo>
                  <a:pt x="111217" y="197449"/>
                </a:lnTo>
                <a:lnTo>
                  <a:pt x="166825" y="199148"/>
                </a:lnTo>
                <a:lnTo>
                  <a:pt x="222433" y="88136"/>
                </a:lnTo>
                <a:lnTo>
                  <a:pt x="278042" y="88305"/>
                </a:lnTo>
                <a:lnTo>
                  <a:pt x="333650" y="706"/>
                </a:lnTo>
                <a:lnTo>
                  <a:pt x="389259" y="0"/>
                </a:lnTo>
                <a:lnTo>
                  <a:pt x="444867" y="50632"/>
                </a:lnTo>
                <a:lnTo>
                  <a:pt x="500475" y="52995"/>
                </a:lnTo>
                <a:lnTo>
                  <a:pt x="556084" y="112809"/>
                </a:lnTo>
                <a:lnTo>
                  <a:pt x="611692" y="234787"/>
                </a:lnTo>
                <a:lnTo>
                  <a:pt x="667300" y="323760"/>
                </a:lnTo>
                <a:lnTo>
                  <a:pt x="722909" y="310305"/>
                </a:lnTo>
                <a:lnTo>
                  <a:pt x="778517" y="289943"/>
                </a:lnTo>
                <a:lnTo>
                  <a:pt x="834126" y="193448"/>
                </a:lnTo>
                <a:lnTo>
                  <a:pt x="889734" y="150291"/>
                </a:lnTo>
                <a:lnTo>
                  <a:pt x="945342" y="142727"/>
                </a:lnTo>
                <a:lnTo>
                  <a:pt x="1000951" y="168488"/>
                </a:lnTo>
                <a:lnTo>
                  <a:pt x="1056559" y="166533"/>
                </a:lnTo>
                <a:lnTo>
                  <a:pt x="1112167" y="204433"/>
                </a:lnTo>
                <a:lnTo>
                  <a:pt x="1167776" y="203164"/>
                </a:lnTo>
                <a:lnTo>
                  <a:pt x="1223384" y="222894"/>
                </a:lnTo>
                <a:lnTo>
                  <a:pt x="1278993" y="225036"/>
                </a:lnTo>
                <a:lnTo>
                  <a:pt x="1334601" y="249707"/>
                </a:lnTo>
                <a:lnTo>
                  <a:pt x="1390209" y="248279"/>
                </a:lnTo>
                <a:lnTo>
                  <a:pt x="1445818" y="198376"/>
                </a:lnTo>
                <a:lnTo>
                  <a:pt x="1501426" y="198610"/>
                </a:lnTo>
                <a:lnTo>
                  <a:pt x="1557034" y="281421"/>
                </a:lnTo>
              </a:path>
            </a:pathLst>
          </a:custGeom>
          <a:noFill xmlns:a="http://schemas.openxmlformats.org/drawingml/2006/main"/>
          <a:ln xmlns:a="http://schemas.openxmlformats.org/drawingml/2006/main" w="24488">
            <a:solidFill>
              <a:srgbClr val="2C5EAA"/>
            </a:solidFill>
            <a:prstDash val="solid"/>
          </a:ln>
        </p:spPr>
      </p:sp>
      <p:sp>
        <p:nvSpPr>
          <p:cNvPr id="72" name="Editable chart path">
            <a:extLst xmlns:a="http://schemas.openxmlformats.org/drawingml/2006/main">
              <a:ext uri="{FF2B5EF4-FFF2-40B4-BE49-F238E27FC236}">
                <a16:creationId xmlns:a16="http://schemas.microsoft.com/office/drawing/2014/main" id="{B36F4D48-2178-43E0-A81A-D75C0D34B1D4}"/>
              </a:ext>
            </a:extLst>
          </p:cNvPr>
          <p:cNvSpPr>
            <a:spLocks xmlns:a="http://schemas.openxmlformats.org/drawingml/2006/main" noGrp="1"/>
          </p:cNvSpPr>
          <p:nvPr/>
        </p:nvSpPr>
        <p:spPr>
          <a:xfrm xmlns:a="http://schemas.openxmlformats.org/drawingml/2006/main">
            <a:off x="7551969" y="3504686"/>
            <a:ext cx="2668656" cy="412484"/>
          </a:xfrm>
          <a:custGeom xmlns:a="http://schemas.openxmlformats.org/drawingml/2006/main">
            <a:pathLst>
              <a:path w="1557034" h="240665">
                <a:moveTo>
                  <a:pt x="0" y="240665"/>
                </a:moveTo>
                <a:lnTo>
                  <a:pt x="55608" y="240665"/>
                </a:lnTo>
                <a:lnTo>
                  <a:pt x="111217" y="155637"/>
                </a:lnTo>
                <a:lnTo>
                  <a:pt x="166825" y="155637"/>
                </a:lnTo>
                <a:lnTo>
                  <a:pt x="222433" y="68787"/>
                </a:lnTo>
                <a:lnTo>
                  <a:pt x="278042" y="68787"/>
                </a:lnTo>
                <a:lnTo>
                  <a:pt x="333650" y="0"/>
                </a:lnTo>
                <a:lnTo>
                  <a:pt x="389259" y="0"/>
                </a:lnTo>
                <a:lnTo>
                  <a:pt x="444867" y="45316"/>
                </a:lnTo>
                <a:lnTo>
                  <a:pt x="500475" y="45316"/>
                </a:lnTo>
                <a:lnTo>
                  <a:pt x="556084" y="159311"/>
                </a:lnTo>
                <a:lnTo>
                  <a:pt x="611692" y="159311"/>
                </a:lnTo>
                <a:lnTo>
                  <a:pt x="667300" y="202448"/>
                </a:lnTo>
                <a:lnTo>
                  <a:pt x="722909" y="202448"/>
                </a:lnTo>
                <a:lnTo>
                  <a:pt x="778517" y="169513"/>
                </a:lnTo>
                <a:lnTo>
                  <a:pt x="834126" y="169513"/>
                </a:lnTo>
                <a:lnTo>
                  <a:pt x="889734" y="143366"/>
                </a:lnTo>
                <a:lnTo>
                  <a:pt x="945342" y="143366"/>
                </a:lnTo>
                <a:lnTo>
                  <a:pt x="1000951" y="152693"/>
                </a:lnTo>
                <a:lnTo>
                  <a:pt x="1056559" y="152693"/>
                </a:lnTo>
                <a:lnTo>
                  <a:pt x="1112167" y="179553"/>
                </a:lnTo>
                <a:lnTo>
                  <a:pt x="1167776" y="179553"/>
                </a:lnTo>
                <a:lnTo>
                  <a:pt x="1223384" y="208388"/>
                </a:lnTo>
                <a:lnTo>
                  <a:pt x="1278993" y="208388"/>
                </a:lnTo>
                <a:lnTo>
                  <a:pt x="1334601" y="198432"/>
                </a:lnTo>
                <a:lnTo>
                  <a:pt x="1390209" y="198432"/>
                </a:lnTo>
                <a:lnTo>
                  <a:pt x="1445818" y="160301"/>
                </a:lnTo>
                <a:lnTo>
                  <a:pt x="1501426" y="160301"/>
                </a:lnTo>
                <a:lnTo>
                  <a:pt x="1557034" y="219960"/>
                </a:lnTo>
              </a:path>
            </a:pathLst>
          </a:custGeom>
          <a:noFill xmlns:a="http://schemas.openxmlformats.org/drawingml/2006/main"/>
          <a:ln xmlns:a="http://schemas.openxmlformats.org/drawingml/2006/main" w="16325">
            <a:solidFill>
              <a:srgbClr val="5A6683"/>
            </a:solidFill>
            <a:prstDash val="dash"/>
          </a:ln>
        </p:spPr>
      </p:sp>
      <p:sp>
        <p:nvSpPr>
          <p:cNvPr id="73" name="Editable chart path">
            <a:extLst xmlns:a="http://schemas.openxmlformats.org/drawingml/2006/main">
              <a:ext uri="{FF2B5EF4-FFF2-40B4-BE49-F238E27FC236}">
                <a16:creationId xmlns:a16="http://schemas.microsoft.com/office/drawing/2014/main" id="{9AC1D22F-359C-4E65-B3A2-58D173C95357}"/>
              </a:ext>
            </a:extLst>
          </p:cNvPr>
          <p:cNvSpPr>
            <a:spLocks xmlns:a="http://schemas.openxmlformats.org/drawingml/2006/main" noGrp="1"/>
          </p:cNvSpPr>
          <p:nvPr/>
        </p:nvSpPr>
        <p:spPr>
          <a:xfrm xmlns:a="http://schemas.openxmlformats.org/drawingml/2006/main">
            <a:off x="7551969" y="3579402"/>
            <a:ext cx="2668656" cy="729265"/>
          </a:xfrm>
          <a:custGeom xmlns:a="http://schemas.openxmlformats.org/drawingml/2006/main">
            <a:pathLst>
              <a:path w="1557034" h="425491">
                <a:moveTo>
                  <a:pt x="0" y="197071"/>
                </a:moveTo>
                <a:lnTo>
                  <a:pt x="55608" y="158882"/>
                </a:lnTo>
                <a:lnTo>
                  <a:pt x="111217" y="121834"/>
                </a:lnTo>
                <a:lnTo>
                  <a:pt x="166825" y="99177"/>
                </a:lnTo>
                <a:lnTo>
                  <a:pt x="222433" y="0"/>
                </a:lnTo>
                <a:lnTo>
                  <a:pt x="278042" y="104449"/>
                </a:lnTo>
                <a:lnTo>
                  <a:pt x="333650" y="131808"/>
                </a:lnTo>
                <a:lnTo>
                  <a:pt x="389259" y="105589"/>
                </a:lnTo>
                <a:lnTo>
                  <a:pt x="444867" y="113711"/>
                </a:lnTo>
                <a:lnTo>
                  <a:pt x="500475" y="84072"/>
                </a:lnTo>
                <a:lnTo>
                  <a:pt x="556084" y="153183"/>
                </a:lnTo>
                <a:lnTo>
                  <a:pt x="611692" y="246802"/>
                </a:lnTo>
                <a:lnTo>
                  <a:pt x="667300" y="346549"/>
                </a:lnTo>
                <a:lnTo>
                  <a:pt x="722909" y="425491"/>
                </a:lnTo>
                <a:lnTo>
                  <a:pt x="778517" y="284991"/>
                </a:lnTo>
                <a:lnTo>
                  <a:pt x="834126" y="266182"/>
                </a:lnTo>
                <a:lnTo>
                  <a:pt x="889734" y="218303"/>
                </a:lnTo>
                <a:lnTo>
                  <a:pt x="945342" y="331017"/>
                </a:lnTo>
                <a:lnTo>
                  <a:pt x="1000951" y="345979"/>
                </a:lnTo>
                <a:lnTo>
                  <a:pt x="1056559" y="354814"/>
                </a:lnTo>
                <a:lnTo>
                  <a:pt x="1112167" y="317052"/>
                </a:lnTo>
                <a:lnTo>
                  <a:pt x="1167776" y="338142"/>
                </a:lnTo>
                <a:lnTo>
                  <a:pt x="1223384" y="284991"/>
                </a:lnTo>
                <a:lnTo>
                  <a:pt x="1278993" y="329022"/>
                </a:lnTo>
                <a:lnTo>
                  <a:pt x="1334601" y="297103"/>
                </a:lnTo>
                <a:lnTo>
                  <a:pt x="1390209" y="308218"/>
                </a:lnTo>
                <a:lnTo>
                  <a:pt x="1445818" y="215026"/>
                </a:lnTo>
                <a:lnTo>
                  <a:pt x="1501426" y="325317"/>
                </a:lnTo>
                <a:lnTo>
                  <a:pt x="1557034" y="273306"/>
                </a:lnTo>
              </a:path>
            </a:pathLst>
          </a:custGeom>
          <a:noFill xmlns:a="http://schemas.openxmlformats.org/drawingml/2006/main"/>
          <a:ln xmlns:a="http://schemas.openxmlformats.org/drawingml/2006/main" w="19590">
            <a:solidFill>
              <a:srgbClr val="14203A"/>
            </a:solidFill>
            <a:prstDash val="solid"/>
          </a:ln>
        </p:spPr>
      </p:sp>
      <p:sp>
        <p:nvSpPr>
          <p:cNvPr id="74" name="Editable chart path">
            <a:extLst xmlns:a="http://schemas.openxmlformats.org/drawingml/2006/main">
              <a:ext uri="{FF2B5EF4-FFF2-40B4-BE49-F238E27FC236}">
                <a16:creationId xmlns:a16="http://schemas.microsoft.com/office/drawing/2014/main" id="{E9E54498-3177-4D80-8E60-8A5DF2E99C26}"/>
              </a:ext>
            </a:extLst>
          </p:cNvPr>
          <p:cNvSpPr>
            <a:spLocks xmlns:a="http://schemas.openxmlformats.org/drawingml/2006/main" noGrp="1"/>
          </p:cNvSpPr>
          <p:nvPr/>
        </p:nvSpPr>
        <p:spPr>
          <a:xfrm xmlns:a="http://schemas.openxmlformats.org/drawingml/2006/main">
            <a:off x="8695679"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75" name="Editable chart path">
            <a:extLst xmlns:a="http://schemas.openxmlformats.org/drawingml/2006/main">
              <a:ext uri="{FF2B5EF4-FFF2-40B4-BE49-F238E27FC236}">
                <a16:creationId xmlns:a16="http://schemas.microsoft.com/office/drawing/2014/main" id="{0FFD9E70-D687-4ED3-BE37-EA38849D35D9}"/>
              </a:ext>
            </a:extLst>
          </p:cNvPr>
          <p:cNvSpPr>
            <a:spLocks xmlns:a="http://schemas.openxmlformats.org/drawingml/2006/main" noGrp="1"/>
          </p:cNvSpPr>
          <p:nvPr/>
        </p:nvSpPr>
        <p:spPr>
          <a:xfrm xmlns:a="http://schemas.openxmlformats.org/drawingml/2006/main">
            <a:off x="7418536"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76" name="Editable chart path">
            <a:extLst xmlns:a="http://schemas.openxmlformats.org/drawingml/2006/main">
              <a:ext uri="{FF2B5EF4-FFF2-40B4-BE49-F238E27FC236}">
                <a16:creationId xmlns:a16="http://schemas.microsoft.com/office/drawing/2014/main" id="{624D0273-9E16-4E1D-9B28-291D7AD79511}"/>
              </a:ext>
            </a:extLst>
          </p:cNvPr>
          <p:cNvSpPr>
            <a:spLocks xmlns:a="http://schemas.openxmlformats.org/drawingml/2006/main" noGrp="1"/>
          </p:cNvSpPr>
          <p:nvPr/>
        </p:nvSpPr>
        <p:spPr>
          <a:xfrm xmlns:a="http://schemas.openxmlformats.org/drawingml/2006/main">
            <a:off x="7418536"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77" name="">
            <a:extLst xmlns:a="http://schemas.openxmlformats.org/drawingml/2006/main">
              <a:ext uri="{FF2B5EF4-FFF2-40B4-BE49-F238E27FC236}">
                <a16:creationId xmlns:a16="http://schemas.microsoft.com/office/drawing/2014/main" id="{6A3C3685-4DFA-43AD-A94B-2FEDD15BD6E2}"/>
              </a:ext>
            </a:extLst>
          </p:cNvPr>
          <p:cNvSpPr>
            <a:spLocks xmlns:a="http://schemas.openxmlformats.org/drawingml/2006/main" noGrp="1"/>
          </p:cNvSpPr>
          <p:nvPr/>
        </p:nvSpPr>
        <p:spPr>
          <a:xfrm xmlns:a="http://schemas.openxmlformats.org/drawingml/2006/main" rot="0">
            <a:off x="7108845"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78" name="">
            <a:extLst xmlns:a="http://schemas.openxmlformats.org/drawingml/2006/main">
              <a:ext uri="{FF2B5EF4-FFF2-40B4-BE49-F238E27FC236}">
                <a16:creationId xmlns:a16="http://schemas.microsoft.com/office/drawing/2014/main" id="{C5A96E92-B8E4-408E-9B9A-6A05474B62D5}"/>
              </a:ext>
            </a:extLst>
          </p:cNvPr>
          <p:cNvSpPr>
            <a:spLocks xmlns:a="http://schemas.openxmlformats.org/drawingml/2006/main" noGrp="1"/>
          </p:cNvSpPr>
          <p:nvPr/>
        </p:nvSpPr>
        <p:spPr>
          <a:xfrm xmlns:a="http://schemas.openxmlformats.org/drawingml/2006/main" rot="0">
            <a:off x="7061887"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79" name="">
            <a:extLst xmlns:a="http://schemas.openxmlformats.org/drawingml/2006/main">
              <a:ext uri="{FF2B5EF4-FFF2-40B4-BE49-F238E27FC236}">
                <a16:creationId xmlns:a16="http://schemas.microsoft.com/office/drawing/2014/main" id="{3BEF7E27-F30A-4B2E-9057-B0EC3166B99D}"/>
              </a:ext>
            </a:extLst>
          </p:cNvPr>
          <p:cNvSpPr>
            <a:spLocks xmlns:a="http://schemas.openxmlformats.org/drawingml/2006/main" noGrp="1"/>
          </p:cNvSpPr>
          <p:nvPr/>
        </p:nvSpPr>
        <p:spPr>
          <a:xfrm xmlns:a="http://schemas.openxmlformats.org/drawingml/2006/main" rot="0">
            <a:off x="7061887"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80" name="">
            <a:extLst xmlns:a="http://schemas.openxmlformats.org/drawingml/2006/main">
              <a:ext uri="{FF2B5EF4-FFF2-40B4-BE49-F238E27FC236}">
                <a16:creationId xmlns:a16="http://schemas.microsoft.com/office/drawing/2014/main" id="{4BA30E9B-09E5-4E00-81B8-28566098DEB9}"/>
              </a:ext>
            </a:extLst>
          </p:cNvPr>
          <p:cNvSpPr>
            <a:spLocks xmlns:a="http://schemas.openxmlformats.org/drawingml/2006/main" noGrp="1"/>
          </p:cNvSpPr>
          <p:nvPr/>
        </p:nvSpPr>
        <p:spPr>
          <a:xfrm xmlns:a="http://schemas.openxmlformats.org/drawingml/2006/main" rot="0">
            <a:off x="7024358"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81" name="">
            <a:extLst xmlns:a="http://schemas.openxmlformats.org/drawingml/2006/main">
              <a:ext uri="{FF2B5EF4-FFF2-40B4-BE49-F238E27FC236}">
                <a16:creationId xmlns:a16="http://schemas.microsoft.com/office/drawing/2014/main" id="{F04C8AEC-453C-49F7-B985-6AB9E90839F4}"/>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2" name="">
            <a:extLst xmlns:a="http://schemas.openxmlformats.org/drawingml/2006/main">
              <a:ext uri="{FF2B5EF4-FFF2-40B4-BE49-F238E27FC236}">
                <a16:creationId xmlns:a16="http://schemas.microsoft.com/office/drawing/2014/main" id="{1158A867-7C4E-44D8-B264-67C9B5E7FBFE}"/>
              </a:ext>
            </a:extLst>
          </p:cNvPr>
          <p:cNvSpPr>
            <a:spLocks xmlns:a="http://schemas.openxmlformats.org/drawingml/2006/main" noGrp="1"/>
          </p:cNvSpPr>
          <p:nvPr/>
        </p:nvSpPr>
        <p:spPr>
          <a:xfrm xmlns:a="http://schemas.openxmlformats.org/drawingml/2006/main">
            <a:off x="6562725"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83" name="">
            <a:extLst xmlns:a="http://schemas.openxmlformats.org/drawingml/2006/main">
              <a:ext uri="{FF2B5EF4-FFF2-40B4-BE49-F238E27FC236}">
                <a16:creationId xmlns:a16="http://schemas.microsoft.com/office/drawing/2014/main" id="{46475E68-EC79-4477-A428-9DF75D770D6C}"/>
              </a:ext>
            </a:extLst>
          </p:cNvPr>
          <p:cNvSpPr>
            <a:spLocks xmlns:a="http://schemas.openxmlformats.org/drawingml/2006/main" noGrp="1"/>
          </p:cNvSpPr>
          <p:nvPr/>
        </p:nvSpPr>
        <p:spPr>
          <a:xfrm xmlns:a="http://schemas.openxmlformats.org/drawingml/2006/main">
            <a:off x="6334125"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84" name="">
            <a:extLst xmlns:a="http://schemas.openxmlformats.org/drawingml/2006/main">
              <a:ext uri="{FF2B5EF4-FFF2-40B4-BE49-F238E27FC236}">
                <a16:creationId xmlns:a16="http://schemas.microsoft.com/office/drawing/2014/main" id="{2BDFF150-433D-4080-9C06-AE99F81E433B}"/>
              </a:ext>
            </a:extLst>
          </p:cNvPr>
          <p:cNvSpPr>
            <a:spLocks xmlns:a="http://schemas.openxmlformats.org/drawingml/2006/main" noGrp="1"/>
          </p:cNvSpPr>
          <p:nvPr/>
        </p:nvSpPr>
        <p:spPr>
          <a:xfrm xmlns:a="http://schemas.openxmlformats.org/drawingml/2006/main">
            <a:off x="6562725"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85" name="">
            <a:extLst xmlns:a="http://schemas.openxmlformats.org/drawingml/2006/main">
              <a:ext uri="{FF2B5EF4-FFF2-40B4-BE49-F238E27FC236}">
                <a16:creationId xmlns:a16="http://schemas.microsoft.com/office/drawing/2014/main" id="{7B998864-92D6-4EDD-8EA7-C0B83A0B3A75}"/>
              </a:ext>
            </a:extLst>
          </p:cNvPr>
          <p:cNvSpPr>
            <a:spLocks xmlns:a="http://schemas.openxmlformats.org/drawingml/2006/main" noGrp="1"/>
          </p:cNvSpPr>
          <p:nvPr/>
        </p:nvSpPr>
        <p:spPr>
          <a:xfrm xmlns:a="http://schemas.openxmlformats.org/drawingml/2006/main">
            <a:off x="9226772"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6" name="">
            <a:extLst xmlns:a="http://schemas.openxmlformats.org/drawingml/2006/main">
              <a:ext uri="{FF2B5EF4-FFF2-40B4-BE49-F238E27FC236}">
                <a16:creationId xmlns:a16="http://schemas.microsoft.com/office/drawing/2014/main" id="{66139045-8782-4C91-8D32-84BCEC9F4C83}"/>
              </a:ext>
            </a:extLst>
          </p:cNvPr>
          <p:cNvSpPr>
            <a:spLocks xmlns:a="http://schemas.openxmlformats.org/drawingml/2006/main" noGrp="1"/>
          </p:cNvSpPr>
          <p:nvPr/>
        </p:nvSpPr>
        <p:spPr>
          <a:xfrm xmlns:a="http://schemas.openxmlformats.org/drawingml/2006/main">
            <a:off x="9455372"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81.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V2 ON HELD-OUT STORMS (2/5)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Illustration only. Best v2 setting passes three of ten storms, below the registered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81</a:t>
            </a:r>
            <a:endParaRPr sz="1200"/>
          </a:p>
        </p:txBody>
      </p:sp>
      <p:sp>
        <p:nvSpPr>
          <p:cNvPr id="14" name="">
            <a:extLst xmlns:a="http://schemas.openxmlformats.org/drawingml/2006/main">
              <a:ext uri="{FF2B5EF4-FFF2-40B4-BE49-F238E27FC236}">
                <a16:creationId xmlns:a16="http://schemas.microsoft.com/office/drawing/2014/main" id="{A67EF87D-8DE6-449A-8C2C-804649433166}"/>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8B6ED9DE-A75D-422E-8D76-F97EA41F90BF}"/>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2025-12-12</a:t>
            </a:r>
          </a:p>
        </p:txBody>
      </p:sp>
      <p:sp>
        <p:nvSpPr>
          <p:cNvPr id="16" name="">
            <a:extLst xmlns:a="http://schemas.openxmlformats.org/drawingml/2006/main">
              <a:ext uri="{FF2B5EF4-FFF2-40B4-BE49-F238E27FC236}">
                <a16:creationId xmlns:a16="http://schemas.microsoft.com/office/drawing/2014/main" id="{9406CDB6-6C47-43DE-8BD1-328FB6DDFC8E}"/>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7D4FE913-3DB4-4DA4-B327-2019FA28E44C}"/>
              </a:ext>
            </a:extLst>
          </p:cNvPr>
          <p:cNvSpPr>
            <a:spLocks xmlns:a="http://schemas.openxmlformats.org/drawingml/2006/main" noGrp="1"/>
          </p:cNvSpPr>
          <p:nvPr/>
        </p:nvSpPr>
        <p:spPr>
          <a:xfrm xmlns:a="http://schemas.openxmlformats.org/drawingml/2006/main">
            <a:off x="2360844" y="3832662"/>
            <a:ext cx="2668656" cy="357384"/>
          </a:xfrm>
          <a:custGeom xmlns:a="http://schemas.openxmlformats.org/drawingml/2006/main">
            <a:pathLst>
              <a:path w="1557034" h="208517">
                <a:moveTo>
                  <a:pt x="0" y="49306"/>
                </a:moveTo>
                <a:lnTo>
                  <a:pt x="0" y="49306"/>
                </a:lnTo>
                <a:lnTo>
                  <a:pt x="55608" y="82333"/>
                </a:lnTo>
                <a:lnTo>
                  <a:pt x="111217" y="50097"/>
                </a:lnTo>
                <a:lnTo>
                  <a:pt x="166825" y="51529"/>
                </a:lnTo>
                <a:lnTo>
                  <a:pt x="222433" y="118401"/>
                </a:lnTo>
                <a:lnTo>
                  <a:pt x="278042" y="126447"/>
                </a:lnTo>
                <a:lnTo>
                  <a:pt x="333650" y="58659"/>
                </a:lnTo>
                <a:lnTo>
                  <a:pt x="389259" y="90679"/>
                </a:lnTo>
                <a:lnTo>
                  <a:pt x="444867" y="73502"/>
                </a:lnTo>
                <a:lnTo>
                  <a:pt x="500475" y="132495"/>
                </a:lnTo>
                <a:lnTo>
                  <a:pt x="556084" y="135271"/>
                </a:lnTo>
                <a:lnTo>
                  <a:pt x="611692" y="144798"/>
                </a:lnTo>
                <a:lnTo>
                  <a:pt x="667300" y="159591"/>
                </a:lnTo>
                <a:lnTo>
                  <a:pt x="722909" y="140492"/>
                </a:lnTo>
                <a:lnTo>
                  <a:pt x="778517" y="208517"/>
                </a:lnTo>
                <a:lnTo>
                  <a:pt x="834126" y="159097"/>
                </a:lnTo>
                <a:lnTo>
                  <a:pt x="889734" y="150614"/>
                </a:lnTo>
                <a:lnTo>
                  <a:pt x="945342" y="142289"/>
                </a:lnTo>
                <a:lnTo>
                  <a:pt x="1000951" y="89843"/>
                </a:lnTo>
                <a:lnTo>
                  <a:pt x="1056559" y="98253"/>
                </a:lnTo>
                <a:lnTo>
                  <a:pt x="1112167" y="143654"/>
                </a:lnTo>
                <a:lnTo>
                  <a:pt x="1167776" y="140637"/>
                </a:lnTo>
                <a:lnTo>
                  <a:pt x="1223384" y="167934"/>
                </a:lnTo>
                <a:lnTo>
                  <a:pt x="1278993" y="163066"/>
                </a:lnTo>
                <a:lnTo>
                  <a:pt x="1334601" y="120233"/>
                </a:lnTo>
                <a:lnTo>
                  <a:pt x="1390209" y="111445"/>
                </a:lnTo>
                <a:lnTo>
                  <a:pt x="1445818" y="78505"/>
                </a:lnTo>
                <a:lnTo>
                  <a:pt x="1501426" y="73902"/>
                </a:lnTo>
                <a:lnTo>
                  <a:pt x="1557034" y="16250"/>
                </a:lnTo>
                <a:lnTo>
                  <a:pt x="1557034" y="0"/>
                </a:lnTo>
                <a:lnTo>
                  <a:pt x="1557034" y="0"/>
                </a:lnTo>
                <a:lnTo>
                  <a:pt x="1501426" y="57832"/>
                </a:lnTo>
                <a:lnTo>
                  <a:pt x="1445818" y="60403"/>
                </a:lnTo>
                <a:lnTo>
                  <a:pt x="1390209" y="95145"/>
                </a:lnTo>
                <a:lnTo>
                  <a:pt x="1334601" y="103939"/>
                </a:lnTo>
                <a:lnTo>
                  <a:pt x="1278993" y="144149"/>
                </a:lnTo>
                <a:lnTo>
                  <a:pt x="1223384" y="149101"/>
                </a:lnTo>
                <a:lnTo>
                  <a:pt x="1167776" y="118511"/>
                </a:lnTo>
                <a:lnTo>
                  <a:pt x="1112167" y="128000"/>
                </a:lnTo>
                <a:lnTo>
                  <a:pt x="1056559" y="79567"/>
                </a:lnTo>
                <a:lnTo>
                  <a:pt x="1000951" y="70548"/>
                </a:lnTo>
                <a:lnTo>
                  <a:pt x="945342" y="126838"/>
                </a:lnTo>
                <a:lnTo>
                  <a:pt x="889734" y="136057"/>
                </a:lnTo>
                <a:lnTo>
                  <a:pt x="834126" y="136262"/>
                </a:lnTo>
                <a:lnTo>
                  <a:pt x="778517" y="189959"/>
                </a:lnTo>
                <a:lnTo>
                  <a:pt x="722909" y="114740"/>
                </a:lnTo>
                <a:lnTo>
                  <a:pt x="667300" y="132305"/>
                </a:lnTo>
                <a:lnTo>
                  <a:pt x="611692" y="115080"/>
                </a:lnTo>
                <a:lnTo>
                  <a:pt x="556084" y="105446"/>
                </a:lnTo>
                <a:lnTo>
                  <a:pt x="500475" y="106800"/>
                </a:lnTo>
                <a:lnTo>
                  <a:pt x="444867" y="53557"/>
                </a:lnTo>
                <a:lnTo>
                  <a:pt x="389259" y="72281"/>
                </a:lnTo>
                <a:lnTo>
                  <a:pt x="333650" y="42363"/>
                </a:lnTo>
                <a:lnTo>
                  <a:pt x="278042" y="108327"/>
                </a:lnTo>
                <a:lnTo>
                  <a:pt x="222433" y="101791"/>
                </a:lnTo>
                <a:lnTo>
                  <a:pt x="166825" y="31319"/>
                </a:lnTo>
                <a:lnTo>
                  <a:pt x="111217" y="31583"/>
                </a:lnTo>
                <a:lnTo>
                  <a:pt x="55608" y="69267"/>
                </a:lnTo>
                <a:lnTo>
                  <a:pt x="0" y="49306"/>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C24D2484-1C18-49A1-BDA8-C5605B68917C}"/>
              </a:ext>
            </a:extLst>
          </p:cNvPr>
          <p:cNvSpPr>
            <a:spLocks xmlns:a="http://schemas.openxmlformats.org/drawingml/2006/main" noGrp="1"/>
          </p:cNvSpPr>
          <p:nvPr/>
        </p:nvSpPr>
        <p:spPr>
          <a:xfrm xmlns:a="http://schemas.openxmlformats.org/drawingml/2006/main">
            <a:off x="236084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19" name="">
            <a:extLst xmlns:a="http://schemas.openxmlformats.org/drawingml/2006/main">
              <a:ext uri="{FF2B5EF4-FFF2-40B4-BE49-F238E27FC236}">
                <a16:creationId xmlns:a16="http://schemas.microsoft.com/office/drawing/2014/main" id="{9069D44E-6013-4FCB-B2F7-7FF6576B9148}"/>
              </a:ext>
            </a:extLst>
          </p:cNvPr>
          <p:cNvSpPr>
            <a:spLocks xmlns:a="http://schemas.openxmlformats.org/drawingml/2006/main" noGrp="1"/>
          </p:cNvSpPr>
          <p:nvPr/>
        </p:nvSpPr>
        <p:spPr>
          <a:xfrm xmlns:a="http://schemas.openxmlformats.org/drawingml/2006/main" rot="0">
            <a:off x="2309285"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28E93835-66F6-4D62-86E5-9B27DABC7A51}"/>
              </a:ext>
            </a:extLst>
          </p:cNvPr>
          <p:cNvSpPr>
            <a:spLocks xmlns:a="http://schemas.openxmlformats.org/drawingml/2006/main" noGrp="1"/>
          </p:cNvSpPr>
          <p:nvPr/>
        </p:nvSpPr>
        <p:spPr>
          <a:xfrm xmlns:a="http://schemas.openxmlformats.org/drawingml/2006/main">
            <a:off x="3123317"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1" name="">
            <a:extLst xmlns:a="http://schemas.openxmlformats.org/drawingml/2006/main">
              <a:ext uri="{FF2B5EF4-FFF2-40B4-BE49-F238E27FC236}">
                <a16:creationId xmlns:a16="http://schemas.microsoft.com/office/drawing/2014/main" id="{D6361C95-6932-4AE2-B14D-2ECD842BB52E}"/>
              </a:ext>
            </a:extLst>
          </p:cNvPr>
          <p:cNvSpPr>
            <a:spLocks xmlns:a="http://schemas.openxmlformats.org/drawingml/2006/main" noGrp="1"/>
          </p:cNvSpPr>
          <p:nvPr/>
        </p:nvSpPr>
        <p:spPr>
          <a:xfrm xmlns:a="http://schemas.openxmlformats.org/drawingml/2006/main" rot="0">
            <a:off x="3074147"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926A0E1C-FC2F-4016-9E96-7C74342DD311}"/>
              </a:ext>
            </a:extLst>
          </p:cNvPr>
          <p:cNvSpPr>
            <a:spLocks xmlns:a="http://schemas.openxmlformats.org/drawingml/2006/main" noGrp="1"/>
          </p:cNvSpPr>
          <p:nvPr/>
        </p:nvSpPr>
        <p:spPr>
          <a:xfrm xmlns:a="http://schemas.openxmlformats.org/drawingml/2006/main">
            <a:off x="3885790"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3" name="">
            <a:extLst xmlns:a="http://schemas.openxmlformats.org/drawingml/2006/main">
              <a:ext uri="{FF2B5EF4-FFF2-40B4-BE49-F238E27FC236}">
                <a16:creationId xmlns:a16="http://schemas.microsoft.com/office/drawing/2014/main" id="{B70CFFEC-01CC-4FAC-B4C1-551E8CB41743}"/>
              </a:ext>
            </a:extLst>
          </p:cNvPr>
          <p:cNvSpPr>
            <a:spLocks xmlns:a="http://schemas.openxmlformats.org/drawingml/2006/main" noGrp="1"/>
          </p:cNvSpPr>
          <p:nvPr/>
        </p:nvSpPr>
        <p:spPr>
          <a:xfrm xmlns:a="http://schemas.openxmlformats.org/drawingml/2006/main" rot="0">
            <a:off x="3834205"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2EDFA66D-37D4-4C7C-B3DA-EE358F6C7573}"/>
              </a:ext>
            </a:extLst>
          </p:cNvPr>
          <p:cNvSpPr>
            <a:spLocks xmlns:a="http://schemas.openxmlformats.org/drawingml/2006/main" noGrp="1"/>
          </p:cNvSpPr>
          <p:nvPr/>
        </p:nvSpPr>
        <p:spPr>
          <a:xfrm xmlns:a="http://schemas.openxmlformats.org/drawingml/2006/main">
            <a:off x="464826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5" name="">
            <a:extLst xmlns:a="http://schemas.openxmlformats.org/drawingml/2006/main">
              <a:ext uri="{FF2B5EF4-FFF2-40B4-BE49-F238E27FC236}">
                <a16:creationId xmlns:a16="http://schemas.microsoft.com/office/drawing/2014/main" id="{E1332AAD-C54B-4F45-A067-034A9F115C2A}"/>
              </a:ext>
            </a:extLst>
          </p:cNvPr>
          <p:cNvSpPr>
            <a:spLocks xmlns:a="http://schemas.openxmlformats.org/drawingml/2006/main" noGrp="1"/>
          </p:cNvSpPr>
          <p:nvPr/>
        </p:nvSpPr>
        <p:spPr>
          <a:xfrm xmlns:a="http://schemas.openxmlformats.org/drawingml/2006/main" rot="0">
            <a:off x="4596548"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FFF3C4F6-9A8E-42EC-8910-1671AD315535}"/>
              </a:ext>
            </a:extLst>
          </p:cNvPr>
          <p:cNvSpPr>
            <a:spLocks xmlns:a="http://schemas.openxmlformats.org/drawingml/2006/main" noGrp="1"/>
          </p:cNvSpPr>
          <p:nvPr/>
        </p:nvSpPr>
        <p:spPr>
          <a:xfrm xmlns:a="http://schemas.openxmlformats.org/drawingml/2006/main" rot="0">
            <a:off x="3127503"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2C2E059A-14AE-431A-BC6B-663F92346A42}"/>
              </a:ext>
            </a:extLst>
          </p:cNvPr>
          <p:cNvSpPr>
            <a:spLocks xmlns:a="http://schemas.openxmlformats.org/drawingml/2006/main" noGrp="1"/>
          </p:cNvSpPr>
          <p:nvPr/>
        </p:nvSpPr>
        <p:spPr>
          <a:xfrm xmlns:a="http://schemas.openxmlformats.org/drawingml/2006/main">
            <a:off x="2227411"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58764694-DB6F-4CDE-A140-F1AFA0596345}"/>
              </a:ext>
            </a:extLst>
          </p:cNvPr>
          <p:cNvSpPr>
            <a:spLocks xmlns:a="http://schemas.openxmlformats.org/drawingml/2006/main" noGrp="1"/>
          </p:cNvSpPr>
          <p:nvPr/>
        </p:nvSpPr>
        <p:spPr>
          <a:xfrm xmlns:a="http://schemas.openxmlformats.org/drawingml/2006/main">
            <a:off x="2170273"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398083BA-CC6B-4F3F-AC87-8A4A1584D712}"/>
              </a:ext>
            </a:extLst>
          </p:cNvPr>
          <p:cNvSpPr>
            <a:spLocks xmlns:a="http://schemas.openxmlformats.org/drawingml/2006/main" noGrp="1"/>
          </p:cNvSpPr>
          <p:nvPr/>
        </p:nvSpPr>
        <p:spPr>
          <a:xfrm xmlns:a="http://schemas.openxmlformats.org/drawingml/2006/main">
            <a:off x="2227411"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F3A2D3DB-957C-4D8A-BF97-8D44C678A21C}"/>
              </a:ext>
            </a:extLst>
          </p:cNvPr>
          <p:cNvSpPr>
            <a:spLocks xmlns:a="http://schemas.openxmlformats.org/drawingml/2006/main" noGrp="1"/>
          </p:cNvSpPr>
          <p:nvPr/>
        </p:nvSpPr>
        <p:spPr>
          <a:xfrm xmlns:a="http://schemas.openxmlformats.org/drawingml/2006/main">
            <a:off x="2170273"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1" name="Editable chart path">
            <a:extLst xmlns:a="http://schemas.openxmlformats.org/drawingml/2006/main">
              <a:ext uri="{FF2B5EF4-FFF2-40B4-BE49-F238E27FC236}">
                <a16:creationId xmlns:a16="http://schemas.microsoft.com/office/drawing/2014/main" id="{4C584DFE-B88E-47F8-9E33-BCBE004DBFF7}"/>
              </a:ext>
            </a:extLst>
          </p:cNvPr>
          <p:cNvSpPr>
            <a:spLocks xmlns:a="http://schemas.openxmlformats.org/drawingml/2006/main" noGrp="1"/>
          </p:cNvSpPr>
          <p:nvPr/>
        </p:nvSpPr>
        <p:spPr>
          <a:xfrm xmlns:a="http://schemas.openxmlformats.org/drawingml/2006/main">
            <a:off x="2227411"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48CD3B92-F6DB-4CE7-8A02-09DD83D1C308}"/>
              </a:ext>
            </a:extLst>
          </p:cNvPr>
          <p:cNvSpPr>
            <a:spLocks xmlns:a="http://schemas.openxmlformats.org/drawingml/2006/main" noGrp="1"/>
          </p:cNvSpPr>
          <p:nvPr/>
        </p:nvSpPr>
        <p:spPr>
          <a:xfrm xmlns:a="http://schemas.openxmlformats.org/drawingml/2006/main">
            <a:off x="2170273"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0B55CB96-AD82-46C2-8310-AB82C7E13BA9}"/>
              </a:ext>
            </a:extLst>
          </p:cNvPr>
          <p:cNvSpPr>
            <a:spLocks xmlns:a="http://schemas.openxmlformats.org/drawingml/2006/main" noGrp="1"/>
          </p:cNvSpPr>
          <p:nvPr/>
        </p:nvSpPr>
        <p:spPr>
          <a:xfrm xmlns:a="http://schemas.openxmlformats.org/drawingml/2006/main">
            <a:off x="2227411"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5ADB9AAA-A508-4ED7-9FFD-8E8A63415E6A}"/>
              </a:ext>
            </a:extLst>
          </p:cNvPr>
          <p:cNvSpPr>
            <a:spLocks xmlns:a="http://schemas.openxmlformats.org/drawingml/2006/main" noGrp="1"/>
          </p:cNvSpPr>
          <p:nvPr/>
        </p:nvSpPr>
        <p:spPr>
          <a:xfrm xmlns:a="http://schemas.openxmlformats.org/drawingml/2006/main">
            <a:off x="2170273"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996A4C3E-A456-4EED-88F5-298E04B1F6F2}"/>
              </a:ext>
            </a:extLst>
          </p:cNvPr>
          <p:cNvSpPr>
            <a:spLocks xmlns:a="http://schemas.openxmlformats.org/drawingml/2006/main" noGrp="1"/>
          </p:cNvSpPr>
          <p:nvPr/>
        </p:nvSpPr>
        <p:spPr>
          <a:xfrm xmlns:a="http://schemas.openxmlformats.org/drawingml/2006/main">
            <a:off x="2360844" y="3846541"/>
            <a:ext cx="2668656" cy="325921"/>
          </a:xfrm>
          <a:custGeom xmlns:a="http://schemas.openxmlformats.org/drawingml/2006/main">
            <a:pathLst>
              <a:path w="1557034" h="190159">
                <a:moveTo>
                  <a:pt x="0" y="41208"/>
                </a:moveTo>
                <a:lnTo>
                  <a:pt x="55608" y="67515"/>
                </a:lnTo>
                <a:lnTo>
                  <a:pt x="111217" y="31314"/>
                </a:lnTo>
                <a:lnTo>
                  <a:pt x="166825" y="33020"/>
                </a:lnTo>
                <a:lnTo>
                  <a:pt x="222433" y="102698"/>
                </a:lnTo>
                <a:lnTo>
                  <a:pt x="278042" y="110420"/>
                </a:lnTo>
                <a:lnTo>
                  <a:pt x="333650" y="42146"/>
                </a:lnTo>
                <a:lnTo>
                  <a:pt x="389259" y="73059"/>
                </a:lnTo>
                <a:lnTo>
                  <a:pt x="444867" y="55311"/>
                </a:lnTo>
                <a:lnTo>
                  <a:pt x="500475" y="110439"/>
                </a:lnTo>
                <a:lnTo>
                  <a:pt x="556084" y="113510"/>
                </a:lnTo>
                <a:lnTo>
                  <a:pt x="611692" y="121061"/>
                </a:lnTo>
                <a:lnTo>
                  <a:pt x="667300" y="137153"/>
                </a:lnTo>
                <a:lnTo>
                  <a:pt x="722909" y="118013"/>
                </a:lnTo>
                <a:lnTo>
                  <a:pt x="778517" y="190159"/>
                </a:lnTo>
                <a:lnTo>
                  <a:pt x="834126" y="140630"/>
                </a:lnTo>
                <a:lnTo>
                  <a:pt x="889734" y="135714"/>
                </a:lnTo>
                <a:lnTo>
                  <a:pt x="945342" y="125878"/>
                </a:lnTo>
                <a:lnTo>
                  <a:pt x="1000951" y="71475"/>
                </a:lnTo>
                <a:lnTo>
                  <a:pt x="1056559" y="80840"/>
                </a:lnTo>
                <a:lnTo>
                  <a:pt x="1112167" y="128892"/>
                </a:lnTo>
                <a:lnTo>
                  <a:pt x="1167776" y="121951"/>
                </a:lnTo>
                <a:lnTo>
                  <a:pt x="1223384" y="150876"/>
                </a:lnTo>
                <a:lnTo>
                  <a:pt x="1278993" y="145957"/>
                </a:lnTo>
                <a:lnTo>
                  <a:pt x="1334601" y="103471"/>
                </a:lnTo>
                <a:lnTo>
                  <a:pt x="1390209" y="94803"/>
                </a:lnTo>
                <a:lnTo>
                  <a:pt x="1445818" y="60279"/>
                </a:lnTo>
                <a:lnTo>
                  <a:pt x="1501426" y="57383"/>
                </a:lnTo>
                <a:lnTo>
                  <a:pt x="1557034" y="0"/>
                </a:lnTo>
              </a:path>
            </a:pathLst>
          </a:custGeom>
          <a:noFill xmlns:a="http://schemas.openxmlformats.org/drawingml/2006/main"/>
          <a:ln xmlns:a="http://schemas.openxmlformats.org/drawingml/2006/main" w="24488">
            <a:solidFill>
              <a:srgbClr val="2C5EAA"/>
            </a:solidFill>
            <a:prstDash val="solid"/>
          </a:ln>
        </p:spPr>
      </p:sp>
      <p:sp>
        <p:nvSpPr>
          <p:cNvPr id="36" name="Editable chart path">
            <a:extLst xmlns:a="http://schemas.openxmlformats.org/drawingml/2006/main">
              <a:ext uri="{FF2B5EF4-FFF2-40B4-BE49-F238E27FC236}">
                <a16:creationId xmlns:a16="http://schemas.microsoft.com/office/drawing/2014/main" id="{021935E5-AD30-4516-B973-68459421CA1D}"/>
              </a:ext>
            </a:extLst>
          </p:cNvPr>
          <p:cNvSpPr>
            <a:spLocks xmlns:a="http://schemas.openxmlformats.org/drawingml/2006/main" noGrp="1"/>
          </p:cNvSpPr>
          <p:nvPr/>
        </p:nvSpPr>
        <p:spPr>
          <a:xfrm xmlns:a="http://schemas.openxmlformats.org/drawingml/2006/main">
            <a:off x="2360844" y="3878930"/>
            <a:ext cx="2668656" cy="225168"/>
          </a:xfrm>
          <a:custGeom xmlns:a="http://schemas.openxmlformats.org/drawingml/2006/main">
            <a:pathLst>
              <a:path w="1557034" h="131375">
                <a:moveTo>
                  <a:pt x="0" y="22311"/>
                </a:moveTo>
                <a:lnTo>
                  <a:pt x="55608" y="22311"/>
                </a:lnTo>
                <a:lnTo>
                  <a:pt x="111217" y="26320"/>
                </a:lnTo>
                <a:lnTo>
                  <a:pt x="166825" y="26320"/>
                </a:lnTo>
                <a:lnTo>
                  <a:pt x="222433" y="89592"/>
                </a:lnTo>
                <a:lnTo>
                  <a:pt x="278042" y="89592"/>
                </a:lnTo>
                <a:lnTo>
                  <a:pt x="333650" y="48095"/>
                </a:lnTo>
                <a:lnTo>
                  <a:pt x="389259" y="48095"/>
                </a:lnTo>
                <a:lnTo>
                  <a:pt x="444867" y="46060"/>
                </a:lnTo>
                <a:lnTo>
                  <a:pt x="500475" y="46060"/>
                </a:lnTo>
                <a:lnTo>
                  <a:pt x="556084" y="52735"/>
                </a:lnTo>
                <a:lnTo>
                  <a:pt x="611692" y="52735"/>
                </a:lnTo>
                <a:lnTo>
                  <a:pt x="667300" y="60769"/>
                </a:lnTo>
                <a:lnTo>
                  <a:pt x="722909" y="60769"/>
                </a:lnTo>
                <a:lnTo>
                  <a:pt x="778517" y="109139"/>
                </a:lnTo>
                <a:lnTo>
                  <a:pt x="834126" y="109139"/>
                </a:lnTo>
                <a:lnTo>
                  <a:pt x="889734" y="109427"/>
                </a:lnTo>
                <a:lnTo>
                  <a:pt x="945342" y="109427"/>
                </a:lnTo>
                <a:lnTo>
                  <a:pt x="1000951" y="76091"/>
                </a:lnTo>
                <a:lnTo>
                  <a:pt x="1056559" y="76091"/>
                </a:lnTo>
                <a:lnTo>
                  <a:pt x="1112167" y="110473"/>
                </a:lnTo>
                <a:lnTo>
                  <a:pt x="1167776" y="110473"/>
                </a:lnTo>
                <a:lnTo>
                  <a:pt x="1223384" y="131375"/>
                </a:lnTo>
                <a:lnTo>
                  <a:pt x="1278993" y="131375"/>
                </a:lnTo>
                <a:lnTo>
                  <a:pt x="1334601" y="79249"/>
                </a:lnTo>
                <a:lnTo>
                  <a:pt x="1390209" y="79249"/>
                </a:lnTo>
                <a:lnTo>
                  <a:pt x="1445818" y="45327"/>
                </a:lnTo>
                <a:lnTo>
                  <a:pt x="1501426" y="45327"/>
                </a:lnTo>
                <a:lnTo>
                  <a:pt x="1557034" y="0"/>
                </a:lnTo>
              </a:path>
            </a:pathLst>
          </a:custGeom>
          <a:noFill xmlns:a="http://schemas.openxmlformats.org/drawingml/2006/main"/>
          <a:ln xmlns:a="http://schemas.openxmlformats.org/drawingml/2006/main" w="16325">
            <a:solidFill>
              <a:srgbClr val="5A6683"/>
            </a:solidFill>
            <a:prstDash val="dash"/>
          </a:ln>
        </p:spPr>
      </p:sp>
      <p:sp>
        <p:nvSpPr>
          <p:cNvPr id="37" name="Editable chart path">
            <a:extLst xmlns:a="http://schemas.openxmlformats.org/drawingml/2006/main">
              <a:ext uri="{FF2B5EF4-FFF2-40B4-BE49-F238E27FC236}">
                <a16:creationId xmlns:a16="http://schemas.microsoft.com/office/drawing/2014/main" id="{6BD6DAD3-FA67-465C-9EA1-1BADE585DE9B}"/>
              </a:ext>
            </a:extLst>
          </p:cNvPr>
          <p:cNvSpPr>
            <a:spLocks xmlns:a="http://schemas.openxmlformats.org/drawingml/2006/main" noGrp="1"/>
          </p:cNvSpPr>
          <p:nvPr/>
        </p:nvSpPr>
        <p:spPr>
          <a:xfrm xmlns:a="http://schemas.openxmlformats.org/drawingml/2006/main">
            <a:off x="2360844" y="3621098"/>
            <a:ext cx="2668656" cy="653121"/>
          </a:xfrm>
          <a:custGeom xmlns:a="http://schemas.openxmlformats.org/drawingml/2006/main">
            <a:pathLst>
              <a:path w="1557034" h="381065">
                <a:moveTo>
                  <a:pt x="0" y="172744"/>
                </a:moveTo>
                <a:lnTo>
                  <a:pt x="55608" y="42962"/>
                </a:lnTo>
                <a:lnTo>
                  <a:pt x="111217" y="142312"/>
                </a:lnTo>
                <a:lnTo>
                  <a:pt x="166825" y="244571"/>
                </a:lnTo>
                <a:lnTo>
                  <a:pt x="222433" y="217272"/>
                </a:lnTo>
                <a:lnTo>
                  <a:pt x="278042" y="180799"/>
                </a:lnTo>
                <a:lnTo>
                  <a:pt x="333650" y="179009"/>
                </a:lnTo>
                <a:lnTo>
                  <a:pt x="389259" y="254864"/>
                </a:lnTo>
                <a:lnTo>
                  <a:pt x="444867" y="214587"/>
                </a:lnTo>
                <a:lnTo>
                  <a:pt x="500475" y="251284"/>
                </a:lnTo>
                <a:lnTo>
                  <a:pt x="556084" y="275450"/>
                </a:lnTo>
                <a:lnTo>
                  <a:pt x="611692" y="276121"/>
                </a:lnTo>
                <a:lnTo>
                  <a:pt x="667300" y="252850"/>
                </a:lnTo>
                <a:lnTo>
                  <a:pt x="722909" y="281044"/>
                </a:lnTo>
                <a:lnTo>
                  <a:pt x="778517" y="357794"/>
                </a:lnTo>
                <a:lnTo>
                  <a:pt x="834126" y="248375"/>
                </a:lnTo>
                <a:lnTo>
                  <a:pt x="889734" y="255759"/>
                </a:lnTo>
                <a:lnTo>
                  <a:pt x="945342" y="246137"/>
                </a:lnTo>
                <a:lnTo>
                  <a:pt x="1000951" y="275226"/>
                </a:lnTo>
                <a:lnTo>
                  <a:pt x="1056559" y="241886"/>
                </a:lnTo>
                <a:lnTo>
                  <a:pt x="1112167" y="281939"/>
                </a:lnTo>
                <a:lnTo>
                  <a:pt x="1167776" y="381065"/>
                </a:lnTo>
                <a:lnTo>
                  <a:pt x="1223384" y="307448"/>
                </a:lnTo>
                <a:lnTo>
                  <a:pt x="1278993" y="365402"/>
                </a:lnTo>
                <a:lnTo>
                  <a:pt x="1334601" y="349067"/>
                </a:lnTo>
                <a:lnTo>
                  <a:pt x="1390209" y="151039"/>
                </a:lnTo>
                <a:lnTo>
                  <a:pt x="1445818" y="126201"/>
                </a:lnTo>
                <a:lnTo>
                  <a:pt x="1501426" y="22600"/>
                </a:lnTo>
                <a:lnTo>
                  <a:pt x="1557034" y="0"/>
                </a:lnTo>
              </a:path>
            </a:pathLst>
          </a:custGeom>
          <a:noFill xmlns:a="http://schemas.openxmlformats.org/drawingml/2006/main"/>
          <a:ln xmlns:a="http://schemas.openxmlformats.org/drawingml/2006/main" w="19590">
            <a:solidFill>
              <a:srgbClr val="14203A"/>
            </a:solidFill>
            <a:prstDash val="solid"/>
          </a:ln>
        </p:spPr>
      </p:sp>
      <p:sp>
        <p:nvSpPr>
          <p:cNvPr id="38" name="Editable chart path">
            <a:extLst xmlns:a="http://schemas.openxmlformats.org/drawingml/2006/main">
              <a:ext uri="{FF2B5EF4-FFF2-40B4-BE49-F238E27FC236}">
                <a16:creationId xmlns:a16="http://schemas.microsoft.com/office/drawing/2014/main" id="{B7C16572-A21C-4ED8-9FA9-11D712CA3EB8}"/>
              </a:ext>
            </a:extLst>
          </p:cNvPr>
          <p:cNvSpPr>
            <a:spLocks xmlns:a="http://schemas.openxmlformats.org/drawingml/2006/main" noGrp="1"/>
          </p:cNvSpPr>
          <p:nvPr/>
        </p:nvSpPr>
        <p:spPr>
          <a:xfrm xmlns:a="http://schemas.openxmlformats.org/drawingml/2006/main">
            <a:off x="3504554"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39" name="Editable chart path">
            <a:extLst xmlns:a="http://schemas.openxmlformats.org/drawingml/2006/main">
              <a:ext uri="{FF2B5EF4-FFF2-40B4-BE49-F238E27FC236}">
                <a16:creationId xmlns:a16="http://schemas.microsoft.com/office/drawing/2014/main" id="{A009C717-0398-4B87-B46C-36DDA732BECF}"/>
              </a:ext>
            </a:extLst>
          </p:cNvPr>
          <p:cNvSpPr>
            <a:spLocks xmlns:a="http://schemas.openxmlformats.org/drawingml/2006/main" noGrp="1"/>
          </p:cNvSpPr>
          <p:nvPr/>
        </p:nvSpPr>
        <p:spPr>
          <a:xfrm xmlns:a="http://schemas.openxmlformats.org/drawingml/2006/main">
            <a:off x="2227411"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40" name="Editable chart path">
            <a:extLst xmlns:a="http://schemas.openxmlformats.org/drawingml/2006/main">
              <a:ext uri="{FF2B5EF4-FFF2-40B4-BE49-F238E27FC236}">
                <a16:creationId xmlns:a16="http://schemas.microsoft.com/office/drawing/2014/main" id="{B8FDA4B1-3B97-4FDD-AC0C-7CD4F3F87C8D}"/>
              </a:ext>
            </a:extLst>
          </p:cNvPr>
          <p:cNvSpPr>
            <a:spLocks xmlns:a="http://schemas.openxmlformats.org/drawingml/2006/main" noGrp="1"/>
          </p:cNvSpPr>
          <p:nvPr/>
        </p:nvSpPr>
        <p:spPr>
          <a:xfrm xmlns:a="http://schemas.openxmlformats.org/drawingml/2006/main">
            <a:off x="2227411"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41" name="">
            <a:extLst xmlns:a="http://schemas.openxmlformats.org/drawingml/2006/main">
              <a:ext uri="{FF2B5EF4-FFF2-40B4-BE49-F238E27FC236}">
                <a16:creationId xmlns:a16="http://schemas.microsoft.com/office/drawing/2014/main" id="{96BE81A5-877D-49B8-BC95-27E09D9C1B2B}"/>
              </a:ext>
            </a:extLst>
          </p:cNvPr>
          <p:cNvSpPr>
            <a:spLocks xmlns:a="http://schemas.openxmlformats.org/drawingml/2006/main" noGrp="1"/>
          </p:cNvSpPr>
          <p:nvPr/>
        </p:nvSpPr>
        <p:spPr>
          <a:xfrm xmlns:a="http://schemas.openxmlformats.org/drawingml/2006/main" rot="0">
            <a:off x="1917720"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42" name="">
            <a:extLst xmlns:a="http://schemas.openxmlformats.org/drawingml/2006/main">
              <a:ext uri="{FF2B5EF4-FFF2-40B4-BE49-F238E27FC236}">
                <a16:creationId xmlns:a16="http://schemas.microsoft.com/office/drawing/2014/main" id="{BCC336C5-F38B-4D65-BB72-15BDAF547E3C}"/>
              </a:ext>
            </a:extLst>
          </p:cNvPr>
          <p:cNvSpPr>
            <a:spLocks xmlns:a="http://schemas.openxmlformats.org/drawingml/2006/main" noGrp="1"/>
          </p:cNvSpPr>
          <p:nvPr/>
        </p:nvSpPr>
        <p:spPr>
          <a:xfrm xmlns:a="http://schemas.openxmlformats.org/drawingml/2006/main" rot="0">
            <a:off x="1870762"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43" name="">
            <a:extLst xmlns:a="http://schemas.openxmlformats.org/drawingml/2006/main">
              <a:ext uri="{FF2B5EF4-FFF2-40B4-BE49-F238E27FC236}">
                <a16:creationId xmlns:a16="http://schemas.microsoft.com/office/drawing/2014/main" id="{9C475400-9C87-4E07-A767-79ACF38678FD}"/>
              </a:ext>
            </a:extLst>
          </p:cNvPr>
          <p:cNvSpPr>
            <a:spLocks xmlns:a="http://schemas.openxmlformats.org/drawingml/2006/main" noGrp="1"/>
          </p:cNvSpPr>
          <p:nvPr/>
        </p:nvSpPr>
        <p:spPr>
          <a:xfrm xmlns:a="http://schemas.openxmlformats.org/drawingml/2006/main" rot="0">
            <a:off x="1870762"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44" name="">
            <a:extLst xmlns:a="http://schemas.openxmlformats.org/drawingml/2006/main">
              <a:ext uri="{FF2B5EF4-FFF2-40B4-BE49-F238E27FC236}">
                <a16:creationId xmlns:a16="http://schemas.microsoft.com/office/drawing/2014/main" id="{64B912E3-99CF-46E9-A90D-D49C5FCD8B4C}"/>
              </a:ext>
            </a:extLst>
          </p:cNvPr>
          <p:cNvSpPr>
            <a:spLocks xmlns:a="http://schemas.openxmlformats.org/drawingml/2006/main" noGrp="1"/>
          </p:cNvSpPr>
          <p:nvPr/>
        </p:nvSpPr>
        <p:spPr>
          <a:xfrm xmlns:a="http://schemas.openxmlformats.org/drawingml/2006/main" rot="0">
            <a:off x="1833233"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45" name="">
            <a:extLst xmlns:a="http://schemas.openxmlformats.org/drawingml/2006/main">
              <a:ext uri="{FF2B5EF4-FFF2-40B4-BE49-F238E27FC236}">
                <a16:creationId xmlns:a16="http://schemas.microsoft.com/office/drawing/2014/main" id="{4790EE0C-E36B-488C-9622-96A4CC945811}"/>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6" name="">
            <a:extLst xmlns:a="http://schemas.openxmlformats.org/drawingml/2006/main">
              <a:ext uri="{FF2B5EF4-FFF2-40B4-BE49-F238E27FC236}">
                <a16:creationId xmlns:a16="http://schemas.microsoft.com/office/drawing/2014/main" id="{876D109E-1B06-4720-B6A9-6D858A79439B}"/>
              </a:ext>
            </a:extLst>
          </p:cNvPr>
          <p:cNvSpPr>
            <a:spLocks xmlns:a="http://schemas.openxmlformats.org/drawingml/2006/main" noGrp="1"/>
          </p:cNvSpPr>
          <p:nvPr/>
        </p:nvSpPr>
        <p:spPr>
          <a:xfrm xmlns:a="http://schemas.openxmlformats.org/drawingml/2006/main">
            <a:off x="1371600"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47" name="">
            <a:extLst xmlns:a="http://schemas.openxmlformats.org/drawingml/2006/main">
              <a:ext uri="{FF2B5EF4-FFF2-40B4-BE49-F238E27FC236}">
                <a16:creationId xmlns:a16="http://schemas.microsoft.com/office/drawing/2014/main" id="{162699E0-D199-4B05-83B5-B4DAE5EA2CB4}"/>
              </a:ext>
            </a:extLst>
          </p:cNvPr>
          <p:cNvSpPr>
            <a:spLocks xmlns:a="http://schemas.openxmlformats.org/drawingml/2006/main" noGrp="1"/>
          </p:cNvSpPr>
          <p:nvPr/>
        </p:nvSpPr>
        <p:spPr>
          <a:xfrm xmlns:a="http://schemas.openxmlformats.org/drawingml/2006/main">
            <a:off x="1143000"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48" name="">
            <a:extLst xmlns:a="http://schemas.openxmlformats.org/drawingml/2006/main">
              <a:ext uri="{FF2B5EF4-FFF2-40B4-BE49-F238E27FC236}">
                <a16:creationId xmlns:a16="http://schemas.microsoft.com/office/drawing/2014/main" id="{03376CB6-FDB2-4B2C-B058-F31E8E23BB02}"/>
              </a:ext>
            </a:extLst>
          </p:cNvPr>
          <p:cNvSpPr>
            <a:spLocks xmlns:a="http://schemas.openxmlformats.org/drawingml/2006/main" noGrp="1"/>
          </p:cNvSpPr>
          <p:nvPr/>
        </p:nvSpPr>
        <p:spPr>
          <a:xfrm xmlns:a="http://schemas.openxmlformats.org/drawingml/2006/main">
            <a:off x="1371600"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49" name="">
            <a:extLst xmlns:a="http://schemas.openxmlformats.org/drawingml/2006/main">
              <a:ext uri="{FF2B5EF4-FFF2-40B4-BE49-F238E27FC236}">
                <a16:creationId xmlns:a16="http://schemas.microsoft.com/office/drawing/2014/main" id="{94ABCBEA-EF6B-44B7-B456-35391053CC13}"/>
              </a:ext>
            </a:extLst>
          </p:cNvPr>
          <p:cNvSpPr>
            <a:spLocks xmlns:a="http://schemas.openxmlformats.org/drawingml/2006/main" noGrp="1"/>
          </p:cNvSpPr>
          <p:nvPr/>
        </p:nvSpPr>
        <p:spPr>
          <a:xfrm xmlns:a="http://schemas.openxmlformats.org/drawingml/2006/main">
            <a:off x="4035647"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50" name="">
            <a:extLst xmlns:a="http://schemas.openxmlformats.org/drawingml/2006/main">
              <a:ext uri="{FF2B5EF4-FFF2-40B4-BE49-F238E27FC236}">
                <a16:creationId xmlns:a16="http://schemas.microsoft.com/office/drawing/2014/main" id="{9FE9E9D6-B113-4C26-9DB6-00777BD57F99}"/>
              </a:ext>
            </a:extLst>
          </p:cNvPr>
          <p:cNvSpPr>
            <a:spLocks xmlns:a="http://schemas.openxmlformats.org/drawingml/2006/main" noGrp="1"/>
          </p:cNvSpPr>
          <p:nvPr/>
        </p:nvSpPr>
        <p:spPr>
          <a:xfrm xmlns:a="http://schemas.openxmlformats.org/drawingml/2006/main">
            <a:off x="4264247"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51" name="">
            <a:extLst xmlns:a="http://schemas.openxmlformats.org/drawingml/2006/main">
              <a:ext uri="{FF2B5EF4-FFF2-40B4-BE49-F238E27FC236}">
                <a16:creationId xmlns:a16="http://schemas.microsoft.com/office/drawing/2014/main" id="{32FF16E6-8311-4254-BA8C-6F4F39F0D06D}"/>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2026-05-08</a:t>
            </a:r>
          </a:p>
        </p:txBody>
      </p:sp>
      <p:sp>
        <p:nvSpPr>
          <p:cNvPr id="52" name="">
            <a:extLst xmlns:a="http://schemas.openxmlformats.org/drawingml/2006/main">
              <a:ext uri="{FF2B5EF4-FFF2-40B4-BE49-F238E27FC236}">
                <a16:creationId xmlns:a16="http://schemas.microsoft.com/office/drawing/2014/main" id="{7D42FE39-D561-4338-8E8F-414CFA7752A5}"/>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3" name="Editable chart path">
            <a:extLst xmlns:a="http://schemas.openxmlformats.org/drawingml/2006/main">
              <a:ext uri="{FF2B5EF4-FFF2-40B4-BE49-F238E27FC236}">
                <a16:creationId xmlns:a16="http://schemas.microsoft.com/office/drawing/2014/main" id="{DACDCD3B-C674-4DD9-8576-3114FA5514F9}"/>
              </a:ext>
            </a:extLst>
          </p:cNvPr>
          <p:cNvSpPr>
            <a:spLocks xmlns:a="http://schemas.openxmlformats.org/drawingml/2006/main" noGrp="1"/>
          </p:cNvSpPr>
          <p:nvPr/>
        </p:nvSpPr>
        <p:spPr>
          <a:xfrm xmlns:a="http://schemas.openxmlformats.org/drawingml/2006/main">
            <a:off x="7551969" y="3391403"/>
            <a:ext cx="2668656" cy="898056"/>
          </a:xfrm>
          <a:custGeom xmlns:a="http://schemas.openxmlformats.org/drawingml/2006/main">
            <a:pathLst>
              <a:path w="1557034" h="523973">
                <a:moveTo>
                  <a:pt x="0" y="306760"/>
                </a:moveTo>
                <a:lnTo>
                  <a:pt x="0" y="306760"/>
                </a:lnTo>
                <a:lnTo>
                  <a:pt x="55608" y="342274"/>
                </a:lnTo>
                <a:lnTo>
                  <a:pt x="111217" y="292006"/>
                </a:lnTo>
                <a:lnTo>
                  <a:pt x="166825" y="291815"/>
                </a:lnTo>
                <a:lnTo>
                  <a:pt x="222433" y="312666"/>
                </a:lnTo>
                <a:lnTo>
                  <a:pt x="278042" y="316168"/>
                </a:lnTo>
                <a:lnTo>
                  <a:pt x="333650" y="324065"/>
                </a:lnTo>
                <a:lnTo>
                  <a:pt x="389259" y="330319"/>
                </a:lnTo>
                <a:lnTo>
                  <a:pt x="444867" y="369976"/>
                </a:lnTo>
                <a:lnTo>
                  <a:pt x="500475" y="429154"/>
                </a:lnTo>
                <a:lnTo>
                  <a:pt x="556084" y="482623"/>
                </a:lnTo>
                <a:lnTo>
                  <a:pt x="611692" y="523973"/>
                </a:lnTo>
                <a:lnTo>
                  <a:pt x="667300" y="513764"/>
                </a:lnTo>
                <a:lnTo>
                  <a:pt x="722909" y="457906"/>
                </a:lnTo>
                <a:lnTo>
                  <a:pt x="778517" y="364981"/>
                </a:lnTo>
                <a:lnTo>
                  <a:pt x="834126" y="330863"/>
                </a:lnTo>
                <a:lnTo>
                  <a:pt x="889734" y="211931"/>
                </a:lnTo>
                <a:lnTo>
                  <a:pt x="945342" y="203604"/>
                </a:lnTo>
                <a:lnTo>
                  <a:pt x="1000951" y="111523"/>
                </a:lnTo>
                <a:lnTo>
                  <a:pt x="1056559" y="108595"/>
                </a:lnTo>
                <a:lnTo>
                  <a:pt x="1112167" y="18630"/>
                </a:lnTo>
                <a:lnTo>
                  <a:pt x="1167776" y="20648"/>
                </a:lnTo>
                <a:lnTo>
                  <a:pt x="1223384" y="97185"/>
                </a:lnTo>
                <a:lnTo>
                  <a:pt x="1278993" y="90964"/>
                </a:lnTo>
                <a:lnTo>
                  <a:pt x="1334601" y="146138"/>
                </a:lnTo>
                <a:lnTo>
                  <a:pt x="1390209" y="136817"/>
                </a:lnTo>
                <a:lnTo>
                  <a:pt x="1445818" y="187089"/>
                </a:lnTo>
                <a:lnTo>
                  <a:pt x="1501426" y="185312"/>
                </a:lnTo>
                <a:lnTo>
                  <a:pt x="1557034" y="131315"/>
                </a:lnTo>
                <a:lnTo>
                  <a:pt x="1557034" y="113120"/>
                </a:lnTo>
                <a:lnTo>
                  <a:pt x="1557034" y="113120"/>
                </a:lnTo>
                <a:lnTo>
                  <a:pt x="1501426" y="168220"/>
                </a:lnTo>
                <a:lnTo>
                  <a:pt x="1445818" y="171781"/>
                </a:lnTo>
                <a:lnTo>
                  <a:pt x="1390209" y="118836"/>
                </a:lnTo>
                <a:lnTo>
                  <a:pt x="1334601" y="126972"/>
                </a:lnTo>
                <a:lnTo>
                  <a:pt x="1278993" y="73266"/>
                </a:lnTo>
                <a:lnTo>
                  <a:pt x="1223384" y="75801"/>
                </a:lnTo>
                <a:lnTo>
                  <a:pt x="1167776" y="1878"/>
                </a:lnTo>
                <a:lnTo>
                  <a:pt x="1112167" y="0"/>
                </a:lnTo>
                <a:lnTo>
                  <a:pt x="1056559" y="89276"/>
                </a:lnTo>
                <a:lnTo>
                  <a:pt x="1000951" y="90082"/>
                </a:lnTo>
                <a:lnTo>
                  <a:pt x="945342" y="184785"/>
                </a:lnTo>
                <a:lnTo>
                  <a:pt x="889734" y="191942"/>
                </a:lnTo>
                <a:lnTo>
                  <a:pt x="834126" y="311601"/>
                </a:lnTo>
                <a:lnTo>
                  <a:pt x="778517" y="340155"/>
                </a:lnTo>
                <a:lnTo>
                  <a:pt x="722909" y="435261"/>
                </a:lnTo>
                <a:lnTo>
                  <a:pt x="667300" y="488497"/>
                </a:lnTo>
                <a:lnTo>
                  <a:pt x="611692" y="501868"/>
                </a:lnTo>
                <a:lnTo>
                  <a:pt x="556084" y="458691"/>
                </a:lnTo>
                <a:lnTo>
                  <a:pt x="500475" y="406997"/>
                </a:lnTo>
                <a:lnTo>
                  <a:pt x="444867" y="350307"/>
                </a:lnTo>
                <a:lnTo>
                  <a:pt x="389259" y="311270"/>
                </a:lnTo>
                <a:lnTo>
                  <a:pt x="333650" y="302811"/>
                </a:lnTo>
                <a:lnTo>
                  <a:pt x="278042" y="296400"/>
                </a:lnTo>
                <a:lnTo>
                  <a:pt x="222433" y="295600"/>
                </a:lnTo>
                <a:lnTo>
                  <a:pt x="166825" y="272875"/>
                </a:lnTo>
                <a:lnTo>
                  <a:pt x="111217" y="269929"/>
                </a:lnTo>
                <a:lnTo>
                  <a:pt x="55608" y="324012"/>
                </a:lnTo>
                <a:lnTo>
                  <a:pt x="0" y="306760"/>
                </a:lnTo>
                <a:close/>
              </a:path>
            </a:pathLst>
          </a:custGeom>
          <a:solidFill xmlns:a="http://schemas.openxmlformats.org/drawingml/2006/main">
            <a:srgbClr val="2C5EAA">
              <a:alpha val="20000"/>
            </a:srgbClr>
          </a:solidFill>
          <a:ln xmlns:a="http://schemas.openxmlformats.org/drawingml/2006/main" w="0">
            <a:noFill/>
            <a:prstDash val="solid"/>
          </a:ln>
        </p:spPr>
      </p:sp>
      <p:sp>
        <p:nvSpPr>
          <p:cNvPr id="54" name="Editable chart path">
            <a:extLst xmlns:a="http://schemas.openxmlformats.org/drawingml/2006/main">
              <a:ext uri="{FF2B5EF4-FFF2-40B4-BE49-F238E27FC236}">
                <a16:creationId xmlns:a16="http://schemas.microsoft.com/office/drawing/2014/main" id="{0356D1FF-D601-4E1F-B2AA-A7A5A51BF03A}"/>
              </a:ext>
            </a:extLst>
          </p:cNvPr>
          <p:cNvSpPr>
            <a:spLocks xmlns:a="http://schemas.openxmlformats.org/drawingml/2006/main" noGrp="1"/>
          </p:cNvSpPr>
          <p:nvPr/>
        </p:nvSpPr>
        <p:spPr>
          <a:xfrm xmlns:a="http://schemas.openxmlformats.org/drawingml/2006/main">
            <a:off x="755196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5" name="">
            <a:extLst xmlns:a="http://schemas.openxmlformats.org/drawingml/2006/main">
              <a:ext uri="{FF2B5EF4-FFF2-40B4-BE49-F238E27FC236}">
                <a16:creationId xmlns:a16="http://schemas.microsoft.com/office/drawing/2014/main" id="{D4B73FFC-3E0C-4A71-95B2-3E19E55B75E6}"/>
              </a:ext>
            </a:extLst>
          </p:cNvPr>
          <p:cNvSpPr>
            <a:spLocks xmlns:a="http://schemas.openxmlformats.org/drawingml/2006/main" noGrp="1"/>
          </p:cNvSpPr>
          <p:nvPr/>
        </p:nvSpPr>
        <p:spPr>
          <a:xfrm xmlns:a="http://schemas.openxmlformats.org/drawingml/2006/main" rot="0">
            <a:off x="7500410"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56" name="Editable chart path">
            <a:extLst xmlns:a="http://schemas.openxmlformats.org/drawingml/2006/main">
              <a:ext uri="{FF2B5EF4-FFF2-40B4-BE49-F238E27FC236}">
                <a16:creationId xmlns:a16="http://schemas.microsoft.com/office/drawing/2014/main" id="{69167A08-4018-4D98-99E5-FEE12EDD91FE}"/>
              </a:ext>
            </a:extLst>
          </p:cNvPr>
          <p:cNvSpPr>
            <a:spLocks xmlns:a="http://schemas.openxmlformats.org/drawingml/2006/main" noGrp="1"/>
          </p:cNvSpPr>
          <p:nvPr/>
        </p:nvSpPr>
        <p:spPr>
          <a:xfrm xmlns:a="http://schemas.openxmlformats.org/drawingml/2006/main">
            <a:off x="8314442"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7" name="">
            <a:extLst xmlns:a="http://schemas.openxmlformats.org/drawingml/2006/main">
              <a:ext uri="{FF2B5EF4-FFF2-40B4-BE49-F238E27FC236}">
                <a16:creationId xmlns:a16="http://schemas.microsoft.com/office/drawing/2014/main" id="{33B0348F-E5D7-442A-AEE6-98421B33087D}"/>
              </a:ext>
            </a:extLst>
          </p:cNvPr>
          <p:cNvSpPr>
            <a:spLocks xmlns:a="http://schemas.openxmlformats.org/drawingml/2006/main" noGrp="1"/>
          </p:cNvSpPr>
          <p:nvPr/>
        </p:nvSpPr>
        <p:spPr>
          <a:xfrm xmlns:a="http://schemas.openxmlformats.org/drawingml/2006/main" rot="0">
            <a:off x="8265272"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58" name="Editable chart path">
            <a:extLst xmlns:a="http://schemas.openxmlformats.org/drawingml/2006/main">
              <a:ext uri="{FF2B5EF4-FFF2-40B4-BE49-F238E27FC236}">
                <a16:creationId xmlns:a16="http://schemas.microsoft.com/office/drawing/2014/main" id="{2DC2E8AC-3BDF-4C0A-A194-4D2072F4A1CE}"/>
              </a:ext>
            </a:extLst>
          </p:cNvPr>
          <p:cNvSpPr>
            <a:spLocks xmlns:a="http://schemas.openxmlformats.org/drawingml/2006/main" noGrp="1"/>
          </p:cNvSpPr>
          <p:nvPr/>
        </p:nvSpPr>
        <p:spPr>
          <a:xfrm xmlns:a="http://schemas.openxmlformats.org/drawingml/2006/main">
            <a:off x="9076915"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9" name="">
            <a:extLst xmlns:a="http://schemas.openxmlformats.org/drawingml/2006/main">
              <a:ext uri="{FF2B5EF4-FFF2-40B4-BE49-F238E27FC236}">
                <a16:creationId xmlns:a16="http://schemas.microsoft.com/office/drawing/2014/main" id="{9C0C8393-E2B3-4037-B306-160CFC1F42EC}"/>
              </a:ext>
            </a:extLst>
          </p:cNvPr>
          <p:cNvSpPr>
            <a:spLocks xmlns:a="http://schemas.openxmlformats.org/drawingml/2006/main" noGrp="1"/>
          </p:cNvSpPr>
          <p:nvPr/>
        </p:nvSpPr>
        <p:spPr>
          <a:xfrm xmlns:a="http://schemas.openxmlformats.org/drawingml/2006/main" rot="0">
            <a:off x="9025330"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60" name="Editable chart path">
            <a:extLst xmlns:a="http://schemas.openxmlformats.org/drawingml/2006/main">
              <a:ext uri="{FF2B5EF4-FFF2-40B4-BE49-F238E27FC236}">
                <a16:creationId xmlns:a16="http://schemas.microsoft.com/office/drawing/2014/main" id="{6BC79785-9CEC-4313-9E06-D067FDAAE67B}"/>
              </a:ext>
            </a:extLst>
          </p:cNvPr>
          <p:cNvSpPr>
            <a:spLocks xmlns:a="http://schemas.openxmlformats.org/drawingml/2006/main" noGrp="1"/>
          </p:cNvSpPr>
          <p:nvPr/>
        </p:nvSpPr>
        <p:spPr>
          <a:xfrm xmlns:a="http://schemas.openxmlformats.org/drawingml/2006/main">
            <a:off x="983938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1" name="">
            <a:extLst xmlns:a="http://schemas.openxmlformats.org/drawingml/2006/main">
              <a:ext uri="{FF2B5EF4-FFF2-40B4-BE49-F238E27FC236}">
                <a16:creationId xmlns:a16="http://schemas.microsoft.com/office/drawing/2014/main" id="{73CDEBC0-FBC6-4695-B2CD-ACC10E6DE03C}"/>
              </a:ext>
            </a:extLst>
          </p:cNvPr>
          <p:cNvSpPr>
            <a:spLocks xmlns:a="http://schemas.openxmlformats.org/drawingml/2006/main" noGrp="1"/>
          </p:cNvSpPr>
          <p:nvPr/>
        </p:nvSpPr>
        <p:spPr>
          <a:xfrm xmlns:a="http://schemas.openxmlformats.org/drawingml/2006/main" rot="0">
            <a:off x="9787673"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62" name="">
            <a:extLst xmlns:a="http://schemas.openxmlformats.org/drawingml/2006/main">
              <a:ext uri="{FF2B5EF4-FFF2-40B4-BE49-F238E27FC236}">
                <a16:creationId xmlns:a16="http://schemas.microsoft.com/office/drawing/2014/main" id="{3EE7D727-6A2F-4E98-9C22-E6895150B620}"/>
              </a:ext>
            </a:extLst>
          </p:cNvPr>
          <p:cNvSpPr>
            <a:spLocks xmlns:a="http://schemas.openxmlformats.org/drawingml/2006/main" noGrp="1"/>
          </p:cNvSpPr>
          <p:nvPr/>
        </p:nvSpPr>
        <p:spPr>
          <a:xfrm xmlns:a="http://schemas.openxmlformats.org/drawingml/2006/main" rot="0">
            <a:off x="8318628"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3" name="Editable chart path">
            <a:extLst xmlns:a="http://schemas.openxmlformats.org/drawingml/2006/main">
              <a:ext uri="{FF2B5EF4-FFF2-40B4-BE49-F238E27FC236}">
                <a16:creationId xmlns:a16="http://schemas.microsoft.com/office/drawing/2014/main" id="{491C9BB1-D888-42FC-8D8A-1F7B7387CB25}"/>
              </a:ext>
            </a:extLst>
          </p:cNvPr>
          <p:cNvSpPr>
            <a:spLocks xmlns:a="http://schemas.openxmlformats.org/drawingml/2006/main" noGrp="1"/>
          </p:cNvSpPr>
          <p:nvPr/>
        </p:nvSpPr>
        <p:spPr>
          <a:xfrm xmlns:a="http://schemas.openxmlformats.org/drawingml/2006/main">
            <a:off x="7418536"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B885F86A-E578-4C5A-86BC-4B393D2C102C}"/>
              </a:ext>
            </a:extLst>
          </p:cNvPr>
          <p:cNvSpPr>
            <a:spLocks xmlns:a="http://schemas.openxmlformats.org/drawingml/2006/main" noGrp="1"/>
          </p:cNvSpPr>
          <p:nvPr/>
        </p:nvSpPr>
        <p:spPr>
          <a:xfrm xmlns:a="http://schemas.openxmlformats.org/drawingml/2006/main">
            <a:off x="7361398"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5" name="Editable chart path">
            <a:extLst xmlns:a="http://schemas.openxmlformats.org/drawingml/2006/main">
              <a:ext uri="{FF2B5EF4-FFF2-40B4-BE49-F238E27FC236}">
                <a16:creationId xmlns:a16="http://schemas.microsoft.com/office/drawing/2014/main" id="{CFBFB9F6-3E0C-45C4-99B6-6522B3721439}"/>
              </a:ext>
            </a:extLst>
          </p:cNvPr>
          <p:cNvSpPr>
            <a:spLocks xmlns:a="http://schemas.openxmlformats.org/drawingml/2006/main" noGrp="1"/>
          </p:cNvSpPr>
          <p:nvPr/>
        </p:nvSpPr>
        <p:spPr>
          <a:xfrm xmlns:a="http://schemas.openxmlformats.org/drawingml/2006/main">
            <a:off x="7418536"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6" name="Editable chart path">
            <a:extLst xmlns:a="http://schemas.openxmlformats.org/drawingml/2006/main">
              <a:ext uri="{FF2B5EF4-FFF2-40B4-BE49-F238E27FC236}">
                <a16:creationId xmlns:a16="http://schemas.microsoft.com/office/drawing/2014/main" id="{73AE39FE-3DCF-4BC2-B62F-A9542B21C1AF}"/>
              </a:ext>
            </a:extLst>
          </p:cNvPr>
          <p:cNvSpPr>
            <a:spLocks xmlns:a="http://schemas.openxmlformats.org/drawingml/2006/main" noGrp="1"/>
          </p:cNvSpPr>
          <p:nvPr/>
        </p:nvSpPr>
        <p:spPr>
          <a:xfrm xmlns:a="http://schemas.openxmlformats.org/drawingml/2006/main">
            <a:off x="7361398"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7" name="Editable chart path">
            <a:extLst xmlns:a="http://schemas.openxmlformats.org/drawingml/2006/main">
              <a:ext uri="{FF2B5EF4-FFF2-40B4-BE49-F238E27FC236}">
                <a16:creationId xmlns:a16="http://schemas.microsoft.com/office/drawing/2014/main" id="{2744F798-8FCC-4472-B0B8-C1D81903A61A}"/>
              </a:ext>
            </a:extLst>
          </p:cNvPr>
          <p:cNvSpPr>
            <a:spLocks xmlns:a="http://schemas.openxmlformats.org/drawingml/2006/main" noGrp="1"/>
          </p:cNvSpPr>
          <p:nvPr/>
        </p:nvSpPr>
        <p:spPr>
          <a:xfrm xmlns:a="http://schemas.openxmlformats.org/drawingml/2006/main">
            <a:off x="7418536"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8" name="Editable chart path">
            <a:extLst xmlns:a="http://schemas.openxmlformats.org/drawingml/2006/main">
              <a:ext uri="{FF2B5EF4-FFF2-40B4-BE49-F238E27FC236}">
                <a16:creationId xmlns:a16="http://schemas.microsoft.com/office/drawing/2014/main" id="{3ED8C7A3-ED5F-4B8E-ACE8-5C092BC34D9B}"/>
              </a:ext>
            </a:extLst>
          </p:cNvPr>
          <p:cNvSpPr>
            <a:spLocks xmlns:a="http://schemas.openxmlformats.org/drawingml/2006/main" noGrp="1"/>
          </p:cNvSpPr>
          <p:nvPr/>
        </p:nvSpPr>
        <p:spPr>
          <a:xfrm xmlns:a="http://schemas.openxmlformats.org/drawingml/2006/main">
            <a:off x="7361398"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9" name="Editable chart path">
            <a:extLst xmlns:a="http://schemas.openxmlformats.org/drawingml/2006/main">
              <a:ext uri="{FF2B5EF4-FFF2-40B4-BE49-F238E27FC236}">
                <a16:creationId xmlns:a16="http://schemas.microsoft.com/office/drawing/2014/main" id="{2ADF379C-8024-4D5A-8EF0-2D9C5919035D}"/>
              </a:ext>
            </a:extLst>
          </p:cNvPr>
          <p:cNvSpPr>
            <a:spLocks xmlns:a="http://schemas.openxmlformats.org/drawingml/2006/main" noGrp="1"/>
          </p:cNvSpPr>
          <p:nvPr/>
        </p:nvSpPr>
        <p:spPr>
          <a:xfrm xmlns:a="http://schemas.openxmlformats.org/drawingml/2006/main">
            <a:off x="7418536"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6478E5D1-8537-455C-BC43-11F5BE8DB513}"/>
              </a:ext>
            </a:extLst>
          </p:cNvPr>
          <p:cNvSpPr>
            <a:spLocks xmlns:a="http://schemas.openxmlformats.org/drawingml/2006/main" noGrp="1"/>
          </p:cNvSpPr>
          <p:nvPr/>
        </p:nvSpPr>
        <p:spPr>
          <a:xfrm xmlns:a="http://schemas.openxmlformats.org/drawingml/2006/main">
            <a:off x="7361398"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71" name="Editable chart path">
            <a:extLst xmlns:a="http://schemas.openxmlformats.org/drawingml/2006/main">
              <a:ext uri="{FF2B5EF4-FFF2-40B4-BE49-F238E27FC236}">
                <a16:creationId xmlns:a16="http://schemas.microsoft.com/office/drawing/2014/main" id="{BA0E1319-C371-49AE-9800-62878870FC91}"/>
              </a:ext>
            </a:extLst>
          </p:cNvPr>
          <p:cNvSpPr>
            <a:spLocks xmlns:a="http://schemas.openxmlformats.org/drawingml/2006/main" noGrp="1"/>
          </p:cNvSpPr>
          <p:nvPr/>
        </p:nvSpPr>
        <p:spPr>
          <a:xfrm xmlns:a="http://schemas.openxmlformats.org/drawingml/2006/main">
            <a:off x="7551969" y="3406967"/>
            <a:ext cx="2668656" cy="865196"/>
          </a:xfrm>
          <a:custGeom xmlns:a="http://schemas.openxmlformats.org/drawingml/2006/main">
            <a:pathLst>
              <a:path w="1557034" h="504801">
                <a:moveTo>
                  <a:pt x="0" y="297679"/>
                </a:moveTo>
                <a:lnTo>
                  <a:pt x="55608" y="325158"/>
                </a:lnTo>
                <a:lnTo>
                  <a:pt x="111217" y="271837"/>
                </a:lnTo>
                <a:lnTo>
                  <a:pt x="166825" y="272764"/>
                </a:lnTo>
                <a:lnTo>
                  <a:pt x="222433" y="294755"/>
                </a:lnTo>
                <a:lnTo>
                  <a:pt x="278042" y="297094"/>
                </a:lnTo>
                <a:lnTo>
                  <a:pt x="333650" y="304819"/>
                </a:lnTo>
                <a:lnTo>
                  <a:pt x="389259" y="312014"/>
                </a:lnTo>
                <a:lnTo>
                  <a:pt x="444867" y="352373"/>
                </a:lnTo>
                <a:lnTo>
                  <a:pt x="500475" y="409876"/>
                </a:lnTo>
                <a:lnTo>
                  <a:pt x="556084" y="461306"/>
                </a:lnTo>
                <a:lnTo>
                  <a:pt x="611692" y="504801"/>
                </a:lnTo>
                <a:lnTo>
                  <a:pt x="667300" y="491953"/>
                </a:lnTo>
                <a:lnTo>
                  <a:pt x="722909" y="437117"/>
                </a:lnTo>
                <a:lnTo>
                  <a:pt x="778517" y="342595"/>
                </a:lnTo>
                <a:lnTo>
                  <a:pt x="834126" y="310680"/>
                </a:lnTo>
                <a:lnTo>
                  <a:pt x="889734" y="192866"/>
                </a:lnTo>
                <a:lnTo>
                  <a:pt x="945342" y="184751"/>
                </a:lnTo>
                <a:lnTo>
                  <a:pt x="1000951" y="91225"/>
                </a:lnTo>
                <a:lnTo>
                  <a:pt x="1056559" y="89960"/>
                </a:lnTo>
                <a:lnTo>
                  <a:pt x="1112167" y="0"/>
                </a:lnTo>
                <a:lnTo>
                  <a:pt x="1167776" y="4001"/>
                </a:lnTo>
                <a:lnTo>
                  <a:pt x="1223384" y="76657"/>
                </a:lnTo>
                <a:lnTo>
                  <a:pt x="1278993" y="73114"/>
                </a:lnTo>
                <a:lnTo>
                  <a:pt x="1334601" y="128457"/>
                </a:lnTo>
                <a:lnTo>
                  <a:pt x="1390209" y="118515"/>
                </a:lnTo>
                <a:lnTo>
                  <a:pt x="1445818" y="169743"/>
                </a:lnTo>
                <a:lnTo>
                  <a:pt x="1501426" y="167134"/>
                </a:lnTo>
                <a:lnTo>
                  <a:pt x="1557034" y="113492"/>
                </a:lnTo>
              </a:path>
            </a:pathLst>
          </a:custGeom>
          <a:noFill xmlns:a="http://schemas.openxmlformats.org/drawingml/2006/main"/>
          <a:ln xmlns:a="http://schemas.openxmlformats.org/drawingml/2006/main" w="24488">
            <a:solidFill>
              <a:srgbClr val="2C5EAA"/>
            </a:solidFill>
            <a:prstDash val="solid"/>
          </a:ln>
        </p:spPr>
      </p:sp>
      <p:sp>
        <p:nvSpPr>
          <p:cNvPr id="72" name="Editable chart path">
            <a:extLst xmlns:a="http://schemas.openxmlformats.org/drawingml/2006/main">
              <a:ext uri="{FF2B5EF4-FFF2-40B4-BE49-F238E27FC236}">
                <a16:creationId xmlns:a16="http://schemas.microsoft.com/office/drawing/2014/main" id="{739A39FE-747A-4191-AB9D-8E2AADA1ED2A}"/>
              </a:ext>
            </a:extLst>
          </p:cNvPr>
          <p:cNvSpPr>
            <a:spLocks xmlns:a="http://schemas.openxmlformats.org/drawingml/2006/main" noGrp="1"/>
          </p:cNvSpPr>
          <p:nvPr/>
        </p:nvSpPr>
        <p:spPr>
          <a:xfrm xmlns:a="http://schemas.openxmlformats.org/drawingml/2006/main">
            <a:off x="7551969" y="3634395"/>
            <a:ext cx="2668656" cy="476755"/>
          </a:xfrm>
          <a:custGeom xmlns:a="http://schemas.openxmlformats.org/drawingml/2006/main">
            <a:pathLst>
              <a:path w="1557034" h="278164">
                <a:moveTo>
                  <a:pt x="0" y="164985"/>
                </a:moveTo>
                <a:lnTo>
                  <a:pt x="55608" y="164985"/>
                </a:lnTo>
                <a:lnTo>
                  <a:pt x="111217" y="156450"/>
                </a:lnTo>
                <a:lnTo>
                  <a:pt x="166825" y="156450"/>
                </a:lnTo>
                <a:lnTo>
                  <a:pt x="222433" y="172280"/>
                </a:lnTo>
                <a:lnTo>
                  <a:pt x="278042" y="172280"/>
                </a:lnTo>
                <a:lnTo>
                  <a:pt x="333650" y="188089"/>
                </a:lnTo>
                <a:lnTo>
                  <a:pt x="389259" y="188089"/>
                </a:lnTo>
                <a:lnTo>
                  <a:pt x="444867" y="236642"/>
                </a:lnTo>
                <a:lnTo>
                  <a:pt x="500475" y="236642"/>
                </a:lnTo>
                <a:lnTo>
                  <a:pt x="556084" y="278164"/>
                </a:lnTo>
                <a:lnTo>
                  <a:pt x="611692" y="278164"/>
                </a:lnTo>
                <a:lnTo>
                  <a:pt x="667300" y="261839"/>
                </a:lnTo>
                <a:lnTo>
                  <a:pt x="722909" y="261839"/>
                </a:lnTo>
                <a:lnTo>
                  <a:pt x="778517" y="198157"/>
                </a:lnTo>
                <a:lnTo>
                  <a:pt x="834126" y="198157"/>
                </a:lnTo>
                <a:lnTo>
                  <a:pt x="889734" y="122488"/>
                </a:lnTo>
                <a:lnTo>
                  <a:pt x="945342" y="122488"/>
                </a:lnTo>
                <a:lnTo>
                  <a:pt x="1000951" y="55350"/>
                </a:lnTo>
                <a:lnTo>
                  <a:pt x="1056559" y="55350"/>
                </a:lnTo>
                <a:lnTo>
                  <a:pt x="1112167" y="0"/>
                </a:lnTo>
                <a:lnTo>
                  <a:pt x="1167776" y="0"/>
                </a:lnTo>
                <a:lnTo>
                  <a:pt x="1223384" y="45756"/>
                </a:lnTo>
                <a:lnTo>
                  <a:pt x="1278993" y="45756"/>
                </a:lnTo>
                <a:lnTo>
                  <a:pt x="1334601" y="77150"/>
                </a:lnTo>
                <a:lnTo>
                  <a:pt x="1390209" y="77150"/>
                </a:lnTo>
                <a:lnTo>
                  <a:pt x="1445818" y="97884"/>
                </a:lnTo>
                <a:lnTo>
                  <a:pt x="1501426" y="97884"/>
                </a:lnTo>
                <a:lnTo>
                  <a:pt x="1557034" y="35380"/>
                </a:lnTo>
              </a:path>
            </a:pathLst>
          </a:custGeom>
          <a:noFill xmlns:a="http://schemas.openxmlformats.org/drawingml/2006/main"/>
          <a:ln xmlns:a="http://schemas.openxmlformats.org/drawingml/2006/main" w="16325">
            <a:solidFill>
              <a:srgbClr val="5A6683"/>
            </a:solidFill>
            <a:prstDash val="dash"/>
          </a:ln>
        </p:spPr>
      </p:sp>
      <p:sp>
        <p:nvSpPr>
          <p:cNvPr id="73" name="Editable chart path">
            <a:extLst xmlns:a="http://schemas.openxmlformats.org/drawingml/2006/main">
              <a:ext uri="{FF2B5EF4-FFF2-40B4-BE49-F238E27FC236}">
                <a16:creationId xmlns:a16="http://schemas.microsoft.com/office/drawing/2014/main" id="{EC7697EE-D0CD-4982-A375-5B2B8470B166}"/>
              </a:ext>
            </a:extLst>
          </p:cNvPr>
          <p:cNvSpPr>
            <a:spLocks xmlns:a="http://schemas.openxmlformats.org/drawingml/2006/main" noGrp="1"/>
          </p:cNvSpPr>
          <p:nvPr/>
        </p:nvSpPr>
        <p:spPr>
          <a:xfrm xmlns:a="http://schemas.openxmlformats.org/drawingml/2006/main">
            <a:off x="7551969" y="3917169"/>
            <a:ext cx="2668656" cy="415064"/>
          </a:xfrm>
          <a:custGeom xmlns:a="http://schemas.openxmlformats.org/drawingml/2006/main">
            <a:pathLst>
              <a:path w="1557034" h="242170">
                <a:moveTo>
                  <a:pt x="0" y="0"/>
                </a:moveTo>
                <a:lnTo>
                  <a:pt x="55608" y="9373"/>
                </a:lnTo>
                <a:lnTo>
                  <a:pt x="111217" y="42941"/>
                </a:lnTo>
                <a:lnTo>
                  <a:pt x="166825" y="154762"/>
                </a:lnTo>
                <a:lnTo>
                  <a:pt x="222433" y="103756"/>
                </a:lnTo>
                <a:lnTo>
                  <a:pt x="278042" y="25939"/>
                </a:lnTo>
                <a:lnTo>
                  <a:pt x="333650" y="85446"/>
                </a:lnTo>
                <a:lnTo>
                  <a:pt x="389259" y="136452"/>
                </a:lnTo>
                <a:lnTo>
                  <a:pt x="444867" y="29427"/>
                </a:lnTo>
                <a:lnTo>
                  <a:pt x="500475" y="154980"/>
                </a:lnTo>
                <a:lnTo>
                  <a:pt x="556084" y="120758"/>
                </a:lnTo>
                <a:lnTo>
                  <a:pt x="611692" y="180701"/>
                </a:lnTo>
                <a:lnTo>
                  <a:pt x="667300" y="164353"/>
                </a:lnTo>
                <a:lnTo>
                  <a:pt x="722909" y="242170"/>
                </a:lnTo>
                <a:lnTo>
                  <a:pt x="778517" y="150839"/>
                </a:lnTo>
                <a:lnTo>
                  <a:pt x="834126" y="186369"/>
                </a:lnTo>
                <a:lnTo>
                  <a:pt x="889734" y="224732"/>
                </a:lnTo>
                <a:lnTo>
                  <a:pt x="945342" y="57981"/>
                </a:lnTo>
                <a:lnTo>
                  <a:pt x="1000951" y="108987"/>
                </a:lnTo>
                <a:lnTo>
                  <a:pt x="1056559" y="59289"/>
                </a:lnTo>
                <a:lnTo>
                  <a:pt x="1112167" y="6757"/>
                </a:lnTo>
                <a:lnTo>
                  <a:pt x="1167776" y="74765"/>
                </a:lnTo>
                <a:lnTo>
                  <a:pt x="1223384" y="109859"/>
                </a:lnTo>
                <a:lnTo>
                  <a:pt x="1278993" y="17874"/>
                </a:lnTo>
                <a:lnTo>
                  <a:pt x="1334601" y="36620"/>
                </a:lnTo>
                <a:lnTo>
                  <a:pt x="1390209" y="126425"/>
                </a:lnTo>
                <a:lnTo>
                  <a:pt x="1445818" y="75201"/>
                </a:lnTo>
                <a:lnTo>
                  <a:pt x="1501426" y="73893"/>
                </a:lnTo>
                <a:lnTo>
                  <a:pt x="1557034" y="113565"/>
                </a:lnTo>
              </a:path>
            </a:pathLst>
          </a:custGeom>
          <a:noFill xmlns:a="http://schemas.openxmlformats.org/drawingml/2006/main"/>
          <a:ln xmlns:a="http://schemas.openxmlformats.org/drawingml/2006/main" w="19590">
            <a:solidFill>
              <a:srgbClr val="14203A"/>
            </a:solidFill>
            <a:prstDash val="solid"/>
          </a:ln>
        </p:spPr>
      </p:sp>
      <p:sp>
        <p:nvSpPr>
          <p:cNvPr id="74" name="Editable chart path">
            <a:extLst xmlns:a="http://schemas.openxmlformats.org/drawingml/2006/main">
              <a:ext uri="{FF2B5EF4-FFF2-40B4-BE49-F238E27FC236}">
                <a16:creationId xmlns:a16="http://schemas.microsoft.com/office/drawing/2014/main" id="{0BC703DD-D06E-4807-99F4-A4DC82B05054}"/>
              </a:ext>
            </a:extLst>
          </p:cNvPr>
          <p:cNvSpPr>
            <a:spLocks xmlns:a="http://schemas.openxmlformats.org/drawingml/2006/main" noGrp="1"/>
          </p:cNvSpPr>
          <p:nvPr/>
        </p:nvSpPr>
        <p:spPr>
          <a:xfrm xmlns:a="http://schemas.openxmlformats.org/drawingml/2006/main">
            <a:off x="8695679"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75" name="Editable chart path">
            <a:extLst xmlns:a="http://schemas.openxmlformats.org/drawingml/2006/main">
              <a:ext uri="{FF2B5EF4-FFF2-40B4-BE49-F238E27FC236}">
                <a16:creationId xmlns:a16="http://schemas.microsoft.com/office/drawing/2014/main" id="{285DD763-1922-4C59-9FC0-53B614B9E28E}"/>
              </a:ext>
            </a:extLst>
          </p:cNvPr>
          <p:cNvSpPr>
            <a:spLocks xmlns:a="http://schemas.openxmlformats.org/drawingml/2006/main" noGrp="1"/>
          </p:cNvSpPr>
          <p:nvPr/>
        </p:nvSpPr>
        <p:spPr>
          <a:xfrm xmlns:a="http://schemas.openxmlformats.org/drawingml/2006/main">
            <a:off x="7418536"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76" name="Editable chart path">
            <a:extLst xmlns:a="http://schemas.openxmlformats.org/drawingml/2006/main">
              <a:ext uri="{FF2B5EF4-FFF2-40B4-BE49-F238E27FC236}">
                <a16:creationId xmlns:a16="http://schemas.microsoft.com/office/drawing/2014/main" id="{B9775C6D-35DD-4A3D-BB2B-8D73540F52DA}"/>
              </a:ext>
            </a:extLst>
          </p:cNvPr>
          <p:cNvSpPr>
            <a:spLocks xmlns:a="http://schemas.openxmlformats.org/drawingml/2006/main" noGrp="1"/>
          </p:cNvSpPr>
          <p:nvPr/>
        </p:nvSpPr>
        <p:spPr>
          <a:xfrm xmlns:a="http://schemas.openxmlformats.org/drawingml/2006/main">
            <a:off x="7418536"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77" name="">
            <a:extLst xmlns:a="http://schemas.openxmlformats.org/drawingml/2006/main">
              <a:ext uri="{FF2B5EF4-FFF2-40B4-BE49-F238E27FC236}">
                <a16:creationId xmlns:a16="http://schemas.microsoft.com/office/drawing/2014/main" id="{FE3B9254-F713-4A3A-B741-F3CD7802D520}"/>
              </a:ext>
            </a:extLst>
          </p:cNvPr>
          <p:cNvSpPr>
            <a:spLocks xmlns:a="http://schemas.openxmlformats.org/drawingml/2006/main" noGrp="1"/>
          </p:cNvSpPr>
          <p:nvPr/>
        </p:nvSpPr>
        <p:spPr>
          <a:xfrm xmlns:a="http://schemas.openxmlformats.org/drawingml/2006/main" rot="0">
            <a:off x="7108845"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78" name="">
            <a:extLst xmlns:a="http://schemas.openxmlformats.org/drawingml/2006/main">
              <a:ext uri="{FF2B5EF4-FFF2-40B4-BE49-F238E27FC236}">
                <a16:creationId xmlns:a16="http://schemas.microsoft.com/office/drawing/2014/main" id="{DA71E4B5-9226-49BD-9887-43FB76A02100}"/>
              </a:ext>
            </a:extLst>
          </p:cNvPr>
          <p:cNvSpPr>
            <a:spLocks xmlns:a="http://schemas.openxmlformats.org/drawingml/2006/main" noGrp="1"/>
          </p:cNvSpPr>
          <p:nvPr/>
        </p:nvSpPr>
        <p:spPr>
          <a:xfrm xmlns:a="http://schemas.openxmlformats.org/drawingml/2006/main" rot="0">
            <a:off x="7061887"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79" name="">
            <a:extLst xmlns:a="http://schemas.openxmlformats.org/drawingml/2006/main">
              <a:ext uri="{FF2B5EF4-FFF2-40B4-BE49-F238E27FC236}">
                <a16:creationId xmlns:a16="http://schemas.microsoft.com/office/drawing/2014/main" id="{8580433D-48C8-4E1C-B6F0-1B7C4C189930}"/>
              </a:ext>
            </a:extLst>
          </p:cNvPr>
          <p:cNvSpPr>
            <a:spLocks xmlns:a="http://schemas.openxmlformats.org/drawingml/2006/main" noGrp="1"/>
          </p:cNvSpPr>
          <p:nvPr/>
        </p:nvSpPr>
        <p:spPr>
          <a:xfrm xmlns:a="http://schemas.openxmlformats.org/drawingml/2006/main" rot="0">
            <a:off x="7061887"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80" name="">
            <a:extLst xmlns:a="http://schemas.openxmlformats.org/drawingml/2006/main">
              <a:ext uri="{FF2B5EF4-FFF2-40B4-BE49-F238E27FC236}">
                <a16:creationId xmlns:a16="http://schemas.microsoft.com/office/drawing/2014/main" id="{8CE9EB71-9601-4FA8-8A91-8B566F13D812}"/>
              </a:ext>
            </a:extLst>
          </p:cNvPr>
          <p:cNvSpPr>
            <a:spLocks xmlns:a="http://schemas.openxmlformats.org/drawingml/2006/main" noGrp="1"/>
          </p:cNvSpPr>
          <p:nvPr/>
        </p:nvSpPr>
        <p:spPr>
          <a:xfrm xmlns:a="http://schemas.openxmlformats.org/drawingml/2006/main" rot="0">
            <a:off x="7024358"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81" name="">
            <a:extLst xmlns:a="http://schemas.openxmlformats.org/drawingml/2006/main">
              <a:ext uri="{FF2B5EF4-FFF2-40B4-BE49-F238E27FC236}">
                <a16:creationId xmlns:a16="http://schemas.microsoft.com/office/drawing/2014/main" id="{875C88CA-F945-498D-AAF6-807745B9554B}"/>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2" name="">
            <a:extLst xmlns:a="http://schemas.openxmlformats.org/drawingml/2006/main">
              <a:ext uri="{FF2B5EF4-FFF2-40B4-BE49-F238E27FC236}">
                <a16:creationId xmlns:a16="http://schemas.microsoft.com/office/drawing/2014/main" id="{7B281FDC-B299-4F8B-BF61-1DD38D0401C6}"/>
              </a:ext>
            </a:extLst>
          </p:cNvPr>
          <p:cNvSpPr>
            <a:spLocks xmlns:a="http://schemas.openxmlformats.org/drawingml/2006/main" noGrp="1"/>
          </p:cNvSpPr>
          <p:nvPr/>
        </p:nvSpPr>
        <p:spPr>
          <a:xfrm xmlns:a="http://schemas.openxmlformats.org/drawingml/2006/main">
            <a:off x="6562725"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83" name="">
            <a:extLst xmlns:a="http://schemas.openxmlformats.org/drawingml/2006/main">
              <a:ext uri="{FF2B5EF4-FFF2-40B4-BE49-F238E27FC236}">
                <a16:creationId xmlns:a16="http://schemas.microsoft.com/office/drawing/2014/main" id="{848A4DB5-20BF-4976-941E-38F0DA3F0FF0}"/>
              </a:ext>
            </a:extLst>
          </p:cNvPr>
          <p:cNvSpPr>
            <a:spLocks xmlns:a="http://schemas.openxmlformats.org/drawingml/2006/main" noGrp="1"/>
          </p:cNvSpPr>
          <p:nvPr/>
        </p:nvSpPr>
        <p:spPr>
          <a:xfrm xmlns:a="http://schemas.openxmlformats.org/drawingml/2006/main">
            <a:off x="6334125"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84" name="">
            <a:extLst xmlns:a="http://schemas.openxmlformats.org/drawingml/2006/main">
              <a:ext uri="{FF2B5EF4-FFF2-40B4-BE49-F238E27FC236}">
                <a16:creationId xmlns:a16="http://schemas.microsoft.com/office/drawing/2014/main" id="{7AD812F5-90F2-4943-B0FB-DD907A60961A}"/>
              </a:ext>
            </a:extLst>
          </p:cNvPr>
          <p:cNvSpPr>
            <a:spLocks xmlns:a="http://schemas.openxmlformats.org/drawingml/2006/main" noGrp="1"/>
          </p:cNvSpPr>
          <p:nvPr/>
        </p:nvSpPr>
        <p:spPr>
          <a:xfrm xmlns:a="http://schemas.openxmlformats.org/drawingml/2006/main">
            <a:off x="6562725"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85" name="">
            <a:extLst xmlns:a="http://schemas.openxmlformats.org/drawingml/2006/main">
              <a:ext uri="{FF2B5EF4-FFF2-40B4-BE49-F238E27FC236}">
                <a16:creationId xmlns:a16="http://schemas.microsoft.com/office/drawing/2014/main" id="{C0C5E873-F289-44F0-A651-6FF8ECF14ED9}"/>
              </a:ext>
            </a:extLst>
          </p:cNvPr>
          <p:cNvSpPr>
            <a:spLocks xmlns:a="http://schemas.openxmlformats.org/drawingml/2006/main" noGrp="1"/>
          </p:cNvSpPr>
          <p:nvPr/>
        </p:nvSpPr>
        <p:spPr>
          <a:xfrm xmlns:a="http://schemas.openxmlformats.org/drawingml/2006/main">
            <a:off x="9226772"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6" name="">
            <a:extLst xmlns:a="http://schemas.openxmlformats.org/drawingml/2006/main">
              <a:ext uri="{FF2B5EF4-FFF2-40B4-BE49-F238E27FC236}">
                <a16:creationId xmlns:a16="http://schemas.microsoft.com/office/drawing/2014/main" id="{5F24F35C-97D6-4328-ABF8-EFA00D0A1E8D}"/>
              </a:ext>
            </a:extLst>
          </p:cNvPr>
          <p:cNvSpPr>
            <a:spLocks xmlns:a="http://schemas.openxmlformats.org/drawingml/2006/main" noGrp="1"/>
          </p:cNvSpPr>
          <p:nvPr/>
        </p:nvSpPr>
        <p:spPr>
          <a:xfrm xmlns:a="http://schemas.openxmlformats.org/drawingml/2006/main">
            <a:off x="9455372"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8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V2 ON HELD-OUT STORMS (3/5)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Illustration only. Best v2 setting passes three of ten storms, below the registered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82</a:t>
            </a:r>
            <a:endParaRPr sz="1200"/>
          </a:p>
        </p:txBody>
      </p:sp>
      <p:sp>
        <p:nvSpPr>
          <p:cNvPr id="14" name="">
            <a:extLst xmlns:a="http://schemas.openxmlformats.org/drawingml/2006/main">
              <a:ext uri="{FF2B5EF4-FFF2-40B4-BE49-F238E27FC236}">
                <a16:creationId xmlns:a16="http://schemas.microsoft.com/office/drawing/2014/main" id="{19242249-5BD7-4A11-8875-9B503CEF3653}"/>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6F80698E-8B2E-4617-95A1-C2A7CCC1F96C}"/>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2026-02-19</a:t>
            </a:r>
          </a:p>
        </p:txBody>
      </p:sp>
      <p:sp>
        <p:nvSpPr>
          <p:cNvPr id="16" name="">
            <a:extLst xmlns:a="http://schemas.openxmlformats.org/drawingml/2006/main">
              <a:ext uri="{FF2B5EF4-FFF2-40B4-BE49-F238E27FC236}">
                <a16:creationId xmlns:a16="http://schemas.microsoft.com/office/drawing/2014/main" id="{30E096F0-A247-483A-9896-7566EE9DBE8E}"/>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058A8E2F-CE30-4BBC-ADBA-7F75846961A3}"/>
              </a:ext>
            </a:extLst>
          </p:cNvPr>
          <p:cNvSpPr>
            <a:spLocks xmlns:a="http://schemas.openxmlformats.org/drawingml/2006/main" noGrp="1"/>
          </p:cNvSpPr>
          <p:nvPr/>
        </p:nvSpPr>
        <p:spPr>
          <a:xfrm xmlns:a="http://schemas.openxmlformats.org/drawingml/2006/main">
            <a:off x="2360844" y="3556825"/>
            <a:ext cx="2668656" cy="580485"/>
          </a:xfrm>
          <a:custGeom xmlns:a="http://schemas.openxmlformats.org/drawingml/2006/main">
            <a:pathLst>
              <a:path w="1557034" h="338686">
                <a:moveTo>
                  <a:pt x="0" y="210244"/>
                </a:moveTo>
                <a:lnTo>
                  <a:pt x="0" y="210244"/>
                </a:lnTo>
                <a:lnTo>
                  <a:pt x="55608" y="338686"/>
                </a:lnTo>
                <a:lnTo>
                  <a:pt x="111217" y="286758"/>
                </a:lnTo>
                <a:lnTo>
                  <a:pt x="166825" y="299957"/>
                </a:lnTo>
                <a:lnTo>
                  <a:pt x="222433" y="272332"/>
                </a:lnTo>
                <a:lnTo>
                  <a:pt x="278042" y="254703"/>
                </a:lnTo>
                <a:lnTo>
                  <a:pt x="333650" y="202034"/>
                </a:lnTo>
                <a:lnTo>
                  <a:pt x="389259" y="174457"/>
                </a:lnTo>
                <a:lnTo>
                  <a:pt x="444867" y="192136"/>
                </a:lnTo>
                <a:lnTo>
                  <a:pt x="500475" y="212594"/>
                </a:lnTo>
                <a:lnTo>
                  <a:pt x="556084" y="239694"/>
                </a:lnTo>
                <a:lnTo>
                  <a:pt x="611692" y="233556"/>
                </a:lnTo>
                <a:lnTo>
                  <a:pt x="667300" y="249344"/>
                </a:lnTo>
                <a:lnTo>
                  <a:pt x="722909" y="210064"/>
                </a:lnTo>
                <a:lnTo>
                  <a:pt x="778517" y="217005"/>
                </a:lnTo>
                <a:lnTo>
                  <a:pt x="834126" y="202474"/>
                </a:lnTo>
                <a:lnTo>
                  <a:pt x="889734" y="224093"/>
                </a:lnTo>
                <a:lnTo>
                  <a:pt x="945342" y="219548"/>
                </a:lnTo>
                <a:lnTo>
                  <a:pt x="1000951" y="261842"/>
                </a:lnTo>
                <a:lnTo>
                  <a:pt x="1056559" y="265081"/>
                </a:lnTo>
                <a:lnTo>
                  <a:pt x="1112167" y="240311"/>
                </a:lnTo>
                <a:lnTo>
                  <a:pt x="1167776" y="253658"/>
                </a:lnTo>
                <a:lnTo>
                  <a:pt x="1223384" y="169667"/>
                </a:lnTo>
                <a:lnTo>
                  <a:pt x="1278993" y="197766"/>
                </a:lnTo>
                <a:lnTo>
                  <a:pt x="1334601" y="63168"/>
                </a:lnTo>
                <a:lnTo>
                  <a:pt x="1390209" y="41204"/>
                </a:lnTo>
                <a:lnTo>
                  <a:pt x="1445818" y="70966"/>
                </a:lnTo>
                <a:lnTo>
                  <a:pt x="1501426" y="51459"/>
                </a:lnTo>
                <a:lnTo>
                  <a:pt x="1557034" y="23267"/>
                </a:lnTo>
                <a:lnTo>
                  <a:pt x="1557034" y="0"/>
                </a:lnTo>
                <a:lnTo>
                  <a:pt x="1557034" y="0"/>
                </a:lnTo>
                <a:lnTo>
                  <a:pt x="1501426" y="27818"/>
                </a:lnTo>
                <a:lnTo>
                  <a:pt x="1445818" y="48567"/>
                </a:lnTo>
                <a:lnTo>
                  <a:pt x="1390209" y="14333"/>
                </a:lnTo>
                <a:lnTo>
                  <a:pt x="1334601" y="35392"/>
                </a:lnTo>
                <a:lnTo>
                  <a:pt x="1278993" y="165281"/>
                </a:lnTo>
                <a:lnTo>
                  <a:pt x="1223384" y="142610"/>
                </a:lnTo>
                <a:lnTo>
                  <a:pt x="1167776" y="227731"/>
                </a:lnTo>
                <a:lnTo>
                  <a:pt x="1112167" y="213414"/>
                </a:lnTo>
                <a:lnTo>
                  <a:pt x="1056559" y="241848"/>
                </a:lnTo>
                <a:lnTo>
                  <a:pt x="1000951" y="236197"/>
                </a:lnTo>
                <a:lnTo>
                  <a:pt x="945342" y="187777"/>
                </a:lnTo>
                <a:lnTo>
                  <a:pt x="889734" y="198091"/>
                </a:lnTo>
                <a:lnTo>
                  <a:pt x="834126" y="176978"/>
                </a:lnTo>
                <a:lnTo>
                  <a:pt x="778517" y="187780"/>
                </a:lnTo>
                <a:lnTo>
                  <a:pt x="722909" y="185316"/>
                </a:lnTo>
                <a:lnTo>
                  <a:pt x="667300" y="226694"/>
                </a:lnTo>
                <a:lnTo>
                  <a:pt x="611692" y="196034"/>
                </a:lnTo>
                <a:lnTo>
                  <a:pt x="556084" y="206277"/>
                </a:lnTo>
                <a:lnTo>
                  <a:pt x="500475" y="179255"/>
                </a:lnTo>
                <a:lnTo>
                  <a:pt x="444867" y="157990"/>
                </a:lnTo>
                <a:lnTo>
                  <a:pt x="389259" y="143939"/>
                </a:lnTo>
                <a:lnTo>
                  <a:pt x="333650" y="170117"/>
                </a:lnTo>
                <a:lnTo>
                  <a:pt x="278042" y="223293"/>
                </a:lnTo>
                <a:lnTo>
                  <a:pt x="222433" y="241417"/>
                </a:lnTo>
                <a:lnTo>
                  <a:pt x="166825" y="267384"/>
                </a:lnTo>
                <a:lnTo>
                  <a:pt x="111217" y="252360"/>
                </a:lnTo>
                <a:lnTo>
                  <a:pt x="55608" y="308975"/>
                </a:lnTo>
                <a:lnTo>
                  <a:pt x="0" y="210244"/>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B38E3FFE-F90B-4036-89C4-D9EA4B1981A7}"/>
              </a:ext>
            </a:extLst>
          </p:cNvPr>
          <p:cNvSpPr>
            <a:spLocks xmlns:a="http://schemas.openxmlformats.org/drawingml/2006/main" noGrp="1"/>
          </p:cNvSpPr>
          <p:nvPr/>
        </p:nvSpPr>
        <p:spPr>
          <a:xfrm xmlns:a="http://schemas.openxmlformats.org/drawingml/2006/main">
            <a:off x="236084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19" name="">
            <a:extLst xmlns:a="http://schemas.openxmlformats.org/drawingml/2006/main">
              <a:ext uri="{FF2B5EF4-FFF2-40B4-BE49-F238E27FC236}">
                <a16:creationId xmlns:a16="http://schemas.microsoft.com/office/drawing/2014/main" id="{5ABA8AB5-9B9E-4C88-BFDF-ACA7F9ABFA60}"/>
              </a:ext>
            </a:extLst>
          </p:cNvPr>
          <p:cNvSpPr>
            <a:spLocks xmlns:a="http://schemas.openxmlformats.org/drawingml/2006/main" noGrp="1"/>
          </p:cNvSpPr>
          <p:nvPr/>
        </p:nvSpPr>
        <p:spPr>
          <a:xfrm xmlns:a="http://schemas.openxmlformats.org/drawingml/2006/main" rot="0">
            <a:off x="2309285"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299223CB-6E72-4CB7-9BA9-5D399291A12C}"/>
              </a:ext>
            </a:extLst>
          </p:cNvPr>
          <p:cNvSpPr>
            <a:spLocks xmlns:a="http://schemas.openxmlformats.org/drawingml/2006/main" noGrp="1"/>
          </p:cNvSpPr>
          <p:nvPr/>
        </p:nvSpPr>
        <p:spPr>
          <a:xfrm xmlns:a="http://schemas.openxmlformats.org/drawingml/2006/main">
            <a:off x="3123317"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1" name="">
            <a:extLst xmlns:a="http://schemas.openxmlformats.org/drawingml/2006/main">
              <a:ext uri="{FF2B5EF4-FFF2-40B4-BE49-F238E27FC236}">
                <a16:creationId xmlns:a16="http://schemas.microsoft.com/office/drawing/2014/main" id="{52325EAB-9934-4BF3-82FF-2118EC224D98}"/>
              </a:ext>
            </a:extLst>
          </p:cNvPr>
          <p:cNvSpPr>
            <a:spLocks xmlns:a="http://schemas.openxmlformats.org/drawingml/2006/main" noGrp="1"/>
          </p:cNvSpPr>
          <p:nvPr/>
        </p:nvSpPr>
        <p:spPr>
          <a:xfrm xmlns:a="http://schemas.openxmlformats.org/drawingml/2006/main" rot="0">
            <a:off x="3074147"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DBD7ED12-5AF2-4B28-A250-AEEDD219BCED}"/>
              </a:ext>
            </a:extLst>
          </p:cNvPr>
          <p:cNvSpPr>
            <a:spLocks xmlns:a="http://schemas.openxmlformats.org/drawingml/2006/main" noGrp="1"/>
          </p:cNvSpPr>
          <p:nvPr/>
        </p:nvSpPr>
        <p:spPr>
          <a:xfrm xmlns:a="http://schemas.openxmlformats.org/drawingml/2006/main">
            <a:off x="3885790"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3" name="">
            <a:extLst xmlns:a="http://schemas.openxmlformats.org/drawingml/2006/main">
              <a:ext uri="{FF2B5EF4-FFF2-40B4-BE49-F238E27FC236}">
                <a16:creationId xmlns:a16="http://schemas.microsoft.com/office/drawing/2014/main" id="{CF1B679B-3630-4340-ACE6-B315B4E87213}"/>
              </a:ext>
            </a:extLst>
          </p:cNvPr>
          <p:cNvSpPr>
            <a:spLocks xmlns:a="http://schemas.openxmlformats.org/drawingml/2006/main" noGrp="1"/>
          </p:cNvSpPr>
          <p:nvPr/>
        </p:nvSpPr>
        <p:spPr>
          <a:xfrm xmlns:a="http://schemas.openxmlformats.org/drawingml/2006/main" rot="0">
            <a:off x="3834205"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43D73AAC-B581-467F-BF7E-E91B5B349FC2}"/>
              </a:ext>
            </a:extLst>
          </p:cNvPr>
          <p:cNvSpPr>
            <a:spLocks xmlns:a="http://schemas.openxmlformats.org/drawingml/2006/main" noGrp="1"/>
          </p:cNvSpPr>
          <p:nvPr/>
        </p:nvSpPr>
        <p:spPr>
          <a:xfrm xmlns:a="http://schemas.openxmlformats.org/drawingml/2006/main">
            <a:off x="464826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5" name="">
            <a:extLst xmlns:a="http://schemas.openxmlformats.org/drawingml/2006/main">
              <a:ext uri="{FF2B5EF4-FFF2-40B4-BE49-F238E27FC236}">
                <a16:creationId xmlns:a16="http://schemas.microsoft.com/office/drawing/2014/main" id="{9E141F3C-F73C-4E6E-84AA-FDAC4EB6075D}"/>
              </a:ext>
            </a:extLst>
          </p:cNvPr>
          <p:cNvSpPr>
            <a:spLocks xmlns:a="http://schemas.openxmlformats.org/drawingml/2006/main" noGrp="1"/>
          </p:cNvSpPr>
          <p:nvPr/>
        </p:nvSpPr>
        <p:spPr>
          <a:xfrm xmlns:a="http://schemas.openxmlformats.org/drawingml/2006/main" rot="0">
            <a:off x="4596548"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37ACA59E-5162-4112-AD20-5A24F60512FE}"/>
              </a:ext>
            </a:extLst>
          </p:cNvPr>
          <p:cNvSpPr>
            <a:spLocks xmlns:a="http://schemas.openxmlformats.org/drawingml/2006/main" noGrp="1"/>
          </p:cNvSpPr>
          <p:nvPr/>
        </p:nvSpPr>
        <p:spPr>
          <a:xfrm xmlns:a="http://schemas.openxmlformats.org/drawingml/2006/main" rot="0">
            <a:off x="3127503"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0394F133-1851-4D7E-8F35-C81CEE831CC2}"/>
              </a:ext>
            </a:extLst>
          </p:cNvPr>
          <p:cNvSpPr>
            <a:spLocks xmlns:a="http://schemas.openxmlformats.org/drawingml/2006/main" noGrp="1"/>
          </p:cNvSpPr>
          <p:nvPr/>
        </p:nvSpPr>
        <p:spPr>
          <a:xfrm xmlns:a="http://schemas.openxmlformats.org/drawingml/2006/main">
            <a:off x="2227411"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69C5FB24-8939-4F3A-A8B2-5306D6371082}"/>
              </a:ext>
            </a:extLst>
          </p:cNvPr>
          <p:cNvSpPr>
            <a:spLocks xmlns:a="http://schemas.openxmlformats.org/drawingml/2006/main" noGrp="1"/>
          </p:cNvSpPr>
          <p:nvPr/>
        </p:nvSpPr>
        <p:spPr>
          <a:xfrm xmlns:a="http://schemas.openxmlformats.org/drawingml/2006/main">
            <a:off x="2170273"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353C7AA0-9CD6-4355-A139-08904C499D65}"/>
              </a:ext>
            </a:extLst>
          </p:cNvPr>
          <p:cNvSpPr>
            <a:spLocks xmlns:a="http://schemas.openxmlformats.org/drawingml/2006/main" noGrp="1"/>
          </p:cNvSpPr>
          <p:nvPr/>
        </p:nvSpPr>
        <p:spPr>
          <a:xfrm xmlns:a="http://schemas.openxmlformats.org/drawingml/2006/main">
            <a:off x="2227411"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00E9DD40-DB99-407A-A48C-1E0C50A6CF5A}"/>
              </a:ext>
            </a:extLst>
          </p:cNvPr>
          <p:cNvSpPr>
            <a:spLocks xmlns:a="http://schemas.openxmlformats.org/drawingml/2006/main" noGrp="1"/>
          </p:cNvSpPr>
          <p:nvPr/>
        </p:nvSpPr>
        <p:spPr>
          <a:xfrm xmlns:a="http://schemas.openxmlformats.org/drawingml/2006/main">
            <a:off x="2170273"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1" name="Editable chart path">
            <a:extLst xmlns:a="http://schemas.openxmlformats.org/drawingml/2006/main">
              <a:ext uri="{FF2B5EF4-FFF2-40B4-BE49-F238E27FC236}">
                <a16:creationId xmlns:a16="http://schemas.microsoft.com/office/drawing/2014/main" id="{B915C5D0-695E-41A8-96CE-A29F54D87F10}"/>
              </a:ext>
            </a:extLst>
          </p:cNvPr>
          <p:cNvSpPr>
            <a:spLocks xmlns:a="http://schemas.openxmlformats.org/drawingml/2006/main" noGrp="1"/>
          </p:cNvSpPr>
          <p:nvPr/>
        </p:nvSpPr>
        <p:spPr>
          <a:xfrm xmlns:a="http://schemas.openxmlformats.org/drawingml/2006/main">
            <a:off x="2227411"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57D0E4E9-DA51-4B1D-B002-71B26317AFB6}"/>
              </a:ext>
            </a:extLst>
          </p:cNvPr>
          <p:cNvSpPr>
            <a:spLocks xmlns:a="http://schemas.openxmlformats.org/drawingml/2006/main" noGrp="1"/>
          </p:cNvSpPr>
          <p:nvPr/>
        </p:nvSpPr>
        <p:spPr>
          <a:xfrm xmlns:a="http://schemas.openxmlformats.org/drawingml/2006/main">
            <a:off x="2170273"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3C51AA10-4830-4A87-BEF2-BC3B43134477}"/>
              </a:ext>
            </a:extLst>
          </p:cNvPr>
          <p:cNvSpPr>
            <a:spLocks xmlns:a="http://schemas.openxmlformats.org/drawingml/2006/main" noGrp="1"/>
          </p:cNvSpPr>
          <p:nvPr/>
        </p:nvSpPr>
        <p:spPr>
          <a:xfrm xmlns:a="http://schemas.openxmlformats.org/drawingml/2006/main">
            <a:off x="2227411"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51E78484-AE83-4450-BCB0-A12A795F279A}"/>
              </a:ext>
            </a:extLst>
          </p:cNvPr>
          <p:cNvSpPr>
            <a:spLocks xmlns:a="http://schemas.openxmlformats.org/drawingml/2006/main" noGrp="1"/>
          </p:cNvSpPr>
          <p:nvPr/>
        </p:nvSpPr>
        <p:spPr>
          <a:xfrm xmlns:a="http://schemas.openxmlformats.org/drawingml/2006/main">
            <a:off x="2170273"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8F83296E-3C80-4805-8081-C999414E1219}"/>
              </a:ext>
            </a:extLst>
          </p:cNvPr>
          <p:cNvSpPr>
            <a:spLocks xmlns:a="http://schemas.openxmlformats.org/drawingml/2006/main" noGrp="1"/>
          </p:cNvSpPr>
          <p:nvPr/>
        </p:nvSpPr>
        <p:spPr>
          <a:xfrm xmlns:a="http://schemas.openxmlformats.org/drawingml/2006/main">
            <a:off x="2360844" y="3576442"/>
            <a:ext cx="2668656" cy="532792"/>
          </a:xfrm>
          <a:custGeom xmlns:a="http://schemas.openxmlformats.org/drawingml/2006/main">
            <a:pathLst>
              <a:path w="1557034" h="310859">
                <a:moveTo>
                  <a:pt x="0" y="198798"/>
                </a:moveTo>
                <a:lnTo>
                  <a:pt x="55608" y="310859"/>
                </a:lnTo>
                <a:lnTo>
                  <a:pt x="111217" y="258161"/>
                </a:lnTo>
                <a:lnTo>
                  <a:pt x="166825" y="273815"/>
                </a:lnTo>
                <a:lnTo>
                  <a:pt x="222433" y="246299"/>
                </a:lnTo>
                <a:lnTo>
                  <a:pt x="278042" y="226172"/>
                </a:lnTo>
                <a:lnTo>
                  <a:pt x="333650" y="173319"/>
                </a:lnTo>
                <a:lnTo>
                  <a:pt x="389259" y="147670"/>
                </a:lnTo>
                <a:lnTo>
                  <a:pt x="444867" y="162923"/>
                </a:lnTo>
                <a:lnTo>
                  <a:pt x="500475" y="186317"/>
                </a:lnTo>
                <a:lnTo>
                  <a:pt x="556084" y="210759"/>
                </a:lnTo>
                <a:lnTo>
                  <a:pt x="611692" y="202602"/>
                </a:lnTo>
                <a:lnTo>
                  <a:pt x="667300" y="226402"/>
                </a:lnTo>
                <a:lnTo>
                  <a:pt x="722909" y="187826"/>
                </a:lnTo>
                <a:lnTo>
                  <a:pt x="778517" y="191653"/>
                </a:lnTo>
                <a:lnTo>
                  <a:pt x="834126" y="176858"/>
                </a:lnTo>
                <a:lnTo>
                  <a:pt x="889734" y="199923"/>
                </a:lnTo>
                <a:lnTo>
                  <a:pt x="945342" y="192752"/>
                </a:lnTo>
                <a:lnTo>
                  <a:pt x="1000951" y="237514"/>
                </a:lnTo>
                <a:lnTo>
                  <a:pt x="1056559" y="242018"/>
                </a:lnTo>
                <a:lnTo>
                  <a:pt x="1112167" y="217135"/>
                </a:lnTo>
                <a:lnTo>
                  <a:pt x="1167776" y="228674"/>
                </a:lnTo>
                <a:lnTo>
                  <a:pt x="1223384" y="144779"/>
                </a:lnTo>
                <a:lnTo>
                  <a:pt x="1278993" y="169460"/>
                </a:lnTo>
                <a:lnTo>
                  <a:pt x="1334601" y="36691"/>
                </a:lnTo>
                <a:lnTo>
                  <a:pt x="1390209" y="15128"/>
                </a:lnTo>
                <a:lnTo>
                  <a:pt x="1445818" y="47837"/>
                </a:lnTo>
                <a:lnTo>
                  <a:pt x="1501426" y="26363"/>
                </a:lnTo>
                <a:lnTo>
                  <a:pt x="1557034" y="0"/>
                </a:lnTo>
              </a:path>
            </a:pathLst>
          </a:custGeom>
          <a:noFill xmlns:a="http://schemas.openxmlformats.org/drawingml/2006/main"/>
          <a:ln xmlns:a="http://schemas.openxmlformats.org/drawingml/2006/main" w="24488">
            <a:solidFill>
              <a:srgbClr val="2C5EAA"/>
            </a:solidFill>
            <a:prstDash val="solid"/>
          </a:ln>
        </p:spPr>
      </p:sp>
      <p:sp>
        <p:nvSpPr>
          <p:cNvPr id="36" name="Editable chart path">
            <a:extLst xmlns:a="http://schemas.openxmlformats.org/drawingml/2006/main">
              <a:ext uri="{FF2B5EF4-FFF2-40B4-BE49-F238E27FC236}">
                <a16:creationId xmlns:a16="http://schemas.microsoft.com/office/drawing/2014/main" id="{63CDD469-0B97-4548-BE3B-61A7A95E0480}"/>
              </a:ext>
            </a:extLst>
          </p:cNvPr>
          <p:cNvSpPr>
            <a:spLocks xmlns:a="http://schemas.openxmlformats.org/drawingml/2006/main" noGrp="1"/>
          </p:cNvSpPr>
          <p:nvPr/>
        </p:nvSpPr>
        <p:spPr>
          <a:xfrm xmlns:a="http://schemas.openxmlformats.org/drawingml/2006/main">
            <a:off x="2360844" y="3551873"/>
            <a:ext cx="2668656" cy="365296"/>
          </a:xfrm>
          <a:custGeom xmlns:a="http://schemas.openxmlformats.org/drawingml/2006/main">
            <a:pathLst>
              <a:path w="1557034" h="213133">
                <a:moveTo>
                  <a:pt x="0" y="213133"/>
                </a:moveTo>
                <a:lnTo>
                  <a:pt x="55608" y="213133"/>
                </a:lnTo>
                <a:lnTo>
                  <a:pt x="111217" y="178612"/>
                </a:lnTo>
                <a:lnTo>
                  <a:pt x="166825" y="178612"/>
                </a:lnTo>
                <a:lnTo>
                  <a:pt x="222433" y="150261"/>
                </a:lnTo>
                <a:lnTo>
                  <a:pt x="278042" y="150261"/>
                </a:lnTo>
                <a:lnTo>
                  <a:pt x="333650" y="104939"/>
                </a:lnTo>
                <a:lnTo>
                  <a:pt x="389259" y="104939"/>
                </a:lnTo>
                <a:lnTo>
                  <a:pt x="444867" y="126600"/>
                </a:lnTo>
                <a:lnTo>
                  <a:pt x="500475" y="126600"/>
                </a:lnTo>
                <a:lnTo>
                  <a:pt x="556084" y="128788"/>
                </a:lnTo>
                <a:lnTo>
                  <a:pt x="611692" y="128788"/>
                </a:lnTo>
                <a:lnTo>
                  <a:pt x="667300" y="148157"/>
                </a:lnTo>
                <a:lnTo>
                  <a:pt x="722909" y="148157"/>
                </a:lnTo>
                <a:lnTo>
                  <a:pt x="778517" y="141865"/>
                </a:lnTo>
                <a:lnTo>
                  <a:pt x="834126" y="141865"/>
                </a:lnTo>
                <a:lnTo>
                  <a:pt x="889734" y="156448"/>
                </a:lnTo>
                <a:lnTo>
                  <a:pt x="945342" y="156448"/>
                </a:lnTo>
                <a:lnTo>
                  <a:pt x="1000951" y="203433"/>
                </a:lnTo>
                <a:lnTo>
                  <a:pt x="1056559" y="203433"/>
                </a:lnTo>
                <a:lnTo>
                  <a:pt x="1112167" y="190813"/>
                </a:lnTo>
                <a:lnTo>
                  <a:pt x="1167776" y="190813"/>
                </a:lnTo>
                <a:lnTo>
                  <a:pt x="1223384" y="131265"/>
                </a:lnTo>
                <a:lnTo>
                  <a:pt x="1278993" y="131265"/>
                </a:lnTo>
                <a:lnTo>
                  <a:pt x="1334601" y="8218"/>
                </a:lnTo>
                <a:lnTo>
                  <a:pt x="1390209" y="8218"/>
                </a:lnTo>
                <a:lnTo>
                  <a:pt x="1445818" y="35759"/>
                </a:lnTo>
                <a:lnTo>
                  <a:pt x="1501426" y="35759"/>
                </a:lnTo>
                <a:lnTo>
                  <a:pt x="1557034" y="0"/>
                </a:lnTo>
              </a:path>
            </a:pathLst>
          </a:custGeom>
          <a:noFill xmlns:a="http://schemas.openxmlformats.org/drawingml/2006/main"/>
          <a:ln xmlns:a="http://schemas.openxmlformats.org/drawingml/2006/main" w="16325">
            <a:solidFill>
              <a:srgbClr val="5A6683"/>
            </a:solidFill>
            <a:prstDash val="dash"/>
          </a:ln>
        </p:spPr>
      </p:sp>
      <p:sp>
        <p:nvSpPr>
          <p:cNvPr id="37" name="Editable chart path">
            <a:extLst xmlns:a="http://schemas.openxmlformats.org/drawingml/2006/main">
              <a:ext uri="{FF2B5EF4-FFF2-40B4-BE49-F238E27FC236}">
                <a16:creationId xmlns:a16="http://schemas.microsoft.com/office/drawing/2014/main" id="{B36F3AB0-42BF-4DD3-B124-DD2B8E7ECA7D}"/>
              </a:ext>
            </a:extLst>
          </p:cNvPr>
          <p:cNvSpPr>
            <a:spLocks xmlns:a="http://schemas.openxmlformats.org/drawingml/2006/main" noGrp="1"/>
          </p:cNvSpPr>
          <p:nvPr/>
        </p:nvSpPr>
        <p:spPr>
          <a:xfrm xmlns:a="http://schemas.openxmlformats.org/drawingml/2006/main">
            <a:off x="2360844" y="3326627"/>
            <a:ext cx="2668656" cy="596568"/>
          </a:xfrm>
          <a:custGeom xmlns:a="http://schemas.openxmlformats.org/drawingml/2006/main">
            <a:pathLst>
              <a:path w="1557034" h="348069">
                <a:moveTo>
                  <a:pt x="0" y="344553"/>
                </a:moveTo>
                <a:lnTo>
                  <a:pt x="55608" y="315645"/>
                </a:lnTo>
                <a:lnTo>
                  <a:pt x="111217" y="348069"/>
                </a:lnTo>
                <a:lnTo>
                  <a:pt x="166825" y="131258"/>
                </a:lnTo>
                <a:lnTo>
                  <a:pt x="222433" y="199232"/>
                </a:lnTo>
                <a:lnTo>
                  <a:pt x="278042" y="87115"/>
                </a:lnTo>
                <a:lnTo>
                  <a:pt x="333650" y="128524"/>
                </a:lnTo>
                <a:lnTo>
                  <a:pt x="389259" y="194934"/>
                </a:lnTo>
                <a:lnTo>
                  <a:pt x="444867" y="15235"/>
                </a:lnTo>
                <a:lnTo>
                  <a:pt x="500475" y="96491"/>
                </a:lnTo>
                <a:lnTo>
                  <a:pt x="556084" y="143369"/>
                </a:lnTo>
                <a:lnTo>
                  <a:pt x="611692" y="211342"/>
                </a:lnTo>
                <a:lnTo>
                  <a:pt x="667300" y="202357"/>
                </a:lnTo>
                <a:lnTo>
                  <a:pt x="722909" y="164073"/>
                </a:lnTo>
                <a:lnTo>
                  <a:pt x="778517" y="292206"/>
                </a:lnTo>
                <a:lnTo>
                  <a:pt x="834126" y="264079"/>
                </a:lnTo>
                <a:lnTo>
                  <a:pt x="889734" y="318770"/>
                </a:lnTo>
                <a:lnTo>
                  <a:pt x="945342" y="274236"/>
                </a:lnTo>
                <a:lnTo>
                  <a:pt x="1000951" y="110554"/>
                </a:lnTo>
                <a:lnTo>
                  <a:pt x="1056559" y="83990"/>
                </a:lnTo>
                <a:lnTo>
                  <a:pt x="1112167" y="78130"/>
                </a:lnTo>
                <a:lnTo>
                  <a:pt x="1167776" y="0"/>
                </a:lnTo>
                <a:lnTo>
                  <a:pt x="1223384" y="102741"/>
                </a:lnTo>
                <a:lnTo>
                  <a:pt x="1278993" y="33205"/>
                </a:lnTo>
                <a:lnTo>
                  <a:pt x="1334601" y="112898"/>
                </a:lnTo>
                <a:lnTo>
                  <a:pt x="1390209" y="162901"/>
                </a:lnTo>
                <a:lnTo>
                  <a:pt x="1445818" y="337131"/>
                </a:lnTo>
                <a:lnTo>
                  <a:pt x="1501426" y="300019"/>
                </a:lnTo>
                <a:lnTo>
                  <a:pt x="1557034" y="19142"/>
                </a:lnTo>
              </a:path>
            </a:pathLst>
          </a:custGeom>
          <a:noFill xmlns:a="http://schemas.openxmlformats.org/drawingml/2006/main"/>
          <a:ln xmlns:a="http://schemas.openxmlformats.org/drawingml/2006/main" w="19590">
            <a:solidFill>
              <a:srgbClr val="14203A"/>
            </a:solidFill>
            <a:prstDash val="solid"/>
          </a:ln>
        </p:spPr>
      </p:sp>
      <p:sp>
        <p:nvSpPr>
          <p:cNvPr id="38" name="Editable chart path">
            <a:extLst xmlns:a="http://schemas.openxmlformats.org/drawingml/2006/main">
              <a:ext uri="{FF2B5EF4-FFF2-40B4-BE49-F238E27FC236}">
                <a16:creationId xmlns:a16="http://schemas.microsoft.com/office/drawing/2014/main" id="{40436FCC-B67C-4441-98E2-16DB8B7A18CC}"/>
              </a:ext>
            </a:extLst>
          </p:cNvPr>
          <p:cNvSpPr>
            <a:spLocks xmlns:a="http://schemas.openxmlformats.org/drawingml/2006/main" noGrp="1"/>
          </p:cNvSpPr>
          <p:nvPr/>
        </p:nvSpPr>
        <p:spPr>
          <a:xfrm xmlns:a="http://schemas.openxmlformats.org/drawingml/2006/main">
            <a:off x="3504554"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39" name="Editable chart path">
            <a:extLst xmlns:a="http://schemas.openxmlformats.org/drawingml/2006/main">
              <a:ext uri="{FF2B5EF4-FFF2-40B4-BE49-F238E27FC236}">
                <a16:creationId xmlns:a16="http://schemas.microsoft.com/office/drawing/2014/main" id="{89583B49-7121-41A9-91AC-19C1FEF340CB}"/>
              </a:ext>
            </a:extLst>
          </p:cNvPr>
          <p:cNvSpPr>
            <a:spLocks xmlns:a="http://schemas.openxmlformats.org/drawingml/2006/main" noGrp="1"/>
          </p:cNvSpPr>
          <p:nvPr/>
        </p:nvSpPr>
        <p:spPr>
          <a:xfrm xmlns:a="http://schemas.openxmlformats.org/drawingml/2006/main">
            <a:off x="2227411"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40" name="Editable chart path">
            <a:extLst xmlns:a="http://schemas.openxmlformats.org/drawingml/2006/main">
              <a:ext uri="{FF2B5EF4-FFF2-40B4-BE49-F238E27FC236}">
                <a16:creationId xmlns:a16="http://schemas.microsoft.com/office/drawing/2014/main" id="{CEE17DE3-F057-4736-81B6-FCA28AF97E9C}"/>
              </a:ext>
            </a:extLst>
          </p:cNvPr>
          <p:cNvSpPr>
            <a:spLocks xmlns:a="http://schemas.openxmlformats.org/drawingml/2006/main" noGrp="1"/>
          </p:cNvSpPr>
          <p:nvPr/>
        </p:nvSpPr>
        <p:spPr>
          <a:xfrm xmlns:a="http://schemas.openxmlformats.org/drawingml/2006/main">
            <a:off x="2227411"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41" name="">
            <a:extLst xmlns:a="http://schemas.openxmlformats.org/drawingml/2006/main">
              <a:ext uri="{FF2B5EF4-FFF2-40B4-BE49-F238E27FC236}">
                <a16:creationId xmlns:a16="http://schemas.microsoft.com/office/drawing/2014/main" id="{6C4931F8-926B-46B6-8067-B2324917AC7B}"/>
              </a:ext>
            </a:extLst>
          </p:cNvPr>
          <p:cNvSpPr>
            <a:spLocks xmlns:a="http://schemas.openxmlformats.org/drawingml/2006/main" noGrp="1"/>
          </p:cNvSpPr>
          <p:nvPr/>
        </p:nvSpPr>
        <p:spPr>
          <a:xfrm xmlns:a="http://schemas.openxmlformats.org/drawingml/2006/main" rot="0">
            <a:off x="1917720"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42" name="">
            <a:extLst xmlns:a="http://schemas.openxmlformats.org/drawingml/2006/main">
              <a:ext uri="{FF2B5EF4-FFF2-40B4-BE49-F238E27FC236}">
                <a16:creationId xmlns:a16="http://schemas.microsoft.com/office/drawing/2014/main" id="{51240351-B2E6-4184-9FA3-AF185480969E}"/>
              </a:ext>
            </a:extLst>
          </p:cNvPr>
          <p:cNvSpPr>
            <a:spLocks xmlns:a="http://schemas.openxmlformats.org/drawingml/2006/main" noGrp="1"/>
          </p:cNvSpPr>
          <p:nvPr/>
        </p:nvSpPr>
        <p:spPr>
          <a:xfrm xmlns:a="http://schemas.openxmlformats.org/drawingml/2006/main" rot="0">
            <a:off x="1870762"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43" name="">
            <a:extLst xmlns:a="http://schemas.openxmlformats.org/drawingml/2006/main">
              <a:ext uri="{FF2B5EF4-FFF2-40B4-BE49-F238E27FC236}">
                <a16:creationId xmlns:a16="http://schemas.microsoft.com/office/drawing/2014/main" id="{740B39B7-DEF6-4AC2-821A-A53EF5DD4B9E}"/>
              </a:ext>
            </a:extLst>
          </p:cNvPr>
          <p:cNvSpPr>
            <a:spLocks xmlns:a="http://schemas.openxmlformats.org/drawingml/2006/main" noGrp="1"/>
          </p:cNvSpPr>
          <p:nvPr/>
        </p:nvSpPr>
        <p:spPr>
          <a:xfrm xmlns:a="http://schemas.openxmlformats.org/drawingml/2006/main" rot="0">
            <a:off x="1870762"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44" name="">
            <a:extLst xmlns:a="http://schemas.openxmlformats.org/drawingml/2006/main">
              <a:ext uri="{FF2B5EF4-FFF2-40B4-BE49-F238E27FC236}">
                <a16:creationId xmlns:a16="http://schemas.microsoft.com/office/drawing/2014/main" id="{AC1F98A5-07EE-4103-848A-344981091B84}"/>
              </a:ext>
            </a:extLst>
          </p:cNvPr>
          <p:cNvSpPr>
            <a:spLocks xmlns:a="http://schemas.openxmlformats.org/drawingml/2006/main" noGrp="1"/>
          </p:cNvSpPr>
          <p:nvPr/>
        </p:nvSpPr>
        <p:spPr>
          <a:xfrm xmlns:a="http://schemas.openxmlformats.org/drawingml/2006/main" rot="0">
            <a:off x="1833233"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45" name="">
            <a:extLst xmlns:a="http://schemas.openxmlformats.org/drawingml/2006/main">
              <a:ext uri="{FF2B5EF4-FFF2-40B4-BE49-F238E27FC236}">
                <a16:creationId xmlns:a16="http://schemas.microsoft.com/office/drawing/2014/main" id="{E9901322-8D41-4750-85C5-16E31FDF6022}"/>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6" name="">
            <a:extLst xmlns:a="http://schemas.openxmlformats.org/drawingml/2006/main">
              <a:ext uri="{FF2B5EF4-FFF2-40B4-BE49-F238E27FC236}">
                <a16:creationId xmlns:a16="http://schemas.microsoft.com/office/drawing/2014/main" id="{179976D3-F896-44CE-9BC1-16082559D0CB}"/>
              </a:ext>
            </a:extLst>
          </p:cNvPr>
          <p:cNvSpPr>
            <a:spLocks xmlns:a="http://schemas.openxmlformats.org/drawingml/2006/main" noGrp="1"/>
          </p:cNvSpPr>
          <p:nvPr/>
        </p:nvSpPr>
        <p:spPr>
          <a:xfrm xmlns:a="http://schemas.openxmlformats.org/drawingml/2006/main">
            <a:off x="1371600"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47" name="">
            <a:extLst xmlns:a="http://schemas.openxmlformats.org/drawingml/2006/main">
              <a:ext uri="{FF2B5EF4-FFF2-40B4-BE49-F238E27FC236}">
                <a16:creationId xmlns:a16="http://schemas.microsoft.com/office/drawing/2014/main" id="{D3E3F97E-6D95-4A1C-9BA9-4F0AF652FBE4}"/>
              </a:ext>
            </a:extLst>
          </p:cNvPr>
          <p:cNvSpPr>
            <a:spLocks xmlns:a="http://schemas.openxmlformats.org/drawingml/2006/main" noGrp="1"/>
          </p:cNvSpPr>
          <p:nvPr/>
        </p:nvSpPr>
        <p:spPr>
          <a:xfrm xmlns:a="http://schemas.openxmlformats.org/drawingml/2006/main">
            <a:off x="1143000"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48" name="">
            <a:extLst xmlns:a="http://schemas.openxmlformats.org/drawingml/2006/main">
              <a:ext uri="{FF2B5EF4-FFF2-40B4-BE49-F238E27FC236}">
                <a16:creationId xmlns:a16="http://schemas.microsoft.com/office/drawing/2014/main" id="{DF1A0FC2-C318-4B10-B155-1624473FBC11}"/>
              </a:ext>
            </a:extLst>
          </p:cNvPr>
          <p:cNvSpPr>
            <a:spLocks xmlns:a="http://schemas.openxmlformats.org/drawingml/2006/main" noGrp="1"/>
          </p:cNvSpPr>
          <p:nvPr/>
        </p:nvSpPr>
        <p:spPr>
          <a:xfrm xmlns:a="http://schemas.openxmlformats.org/drawingml/2006/main">
            <a:off x="1371600"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49" name="">
            <a:extLst xmlns:a="http://schemas.openxmlformats.org/drawingml/2006/main">
              <a:ext uri="{FF2B5EF4-FFF2-40B4-BE49-F238E27FC236}">
                <a16:creationId xmlns:a16="http://schemas.microsoft.com/office/drawing/2014/main" id="{C6C8F1DE-F6D3-418E-A841-968966531050}"/>
              </a:ext>
            </a:extLst>
          </p:cNvPr>
          <p:cNvSpPr>
            <a:spLocks xmlns:a="http://schemas.openxmlformats.org/drawingml/2006/main" noGrp="1"/>
          </p:cNvSpPr>
          <p:nvPr/>
        </p:nvSpPr>
        <p:spPr>
          <a:xfrm xmlns:a="http://schemas.openxmlformats.org/drawingml/2006/main">
            <a:off x="4035647"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50" name="">
            <a:extLst xmlns:a="http://schemas.openxmlformats.org/drawingml/2006/main">
              <a:ext uri="{FF2B5EF4-FFF2-40B4-BE49-F238E27FC236}">
                <a16:creationId xmlns:a16="http://schemas.microsoft.com/office/drawing/2014/main" id="{D6500786-B931-4717-B293-A7C5B8055764}"/>
              </a:ext>
            </a:extLst>
          </p:cNvPr>
          <p:cNvSpPr>
            <a:spLocks xmlns:a="http://schemas.openxmlformats.org/drawingml/2006/main" noGrp="1"/>
          </p:cNvSpPr>
          <p:nvPr/>
        </p:nvSpPr>
        <p:spPr>
          <a:xfrm xmlns:a="http://schemas.openxmlformats.org/drawingml/2006/main">
            <a:off x="4264247"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51" name="">
            <a:extLst xmlns:a="http://schemas.openxmlformats.org/drawingml/2006/main">
              <a:ext uri="{FF2B5EF4-FFF2-40B4-BE49-F238E27FC236}">
                <a16:creationId xmlns:a16="http://schemas.microsoft.com/office/drawing/2014/main" id="{E8B230CE-9610-454A-A6F4-22AC234D936A}"/>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2025-12-04</a:t>
            </a:r>
          </a:p>
        </p:txBody>
      </p:sp>
      <p:sp>
        <p:nvSpPr>
          <p:cNvPr id="52" name="">
            <a:extLst xmlns:a="http://schemas.openxmlformats.org/drawingml/2006/main">
              <a:ext uri="{FF2B5EF4-FFF2-40B4-BE49-F238E27FC236}">
                <a16:creationId xmlns:a16="http://schemas.microsoft.com/office/drawing/2014/main" id="{8DDA9973-0465-4581-B9D8-52D6932031FF}"/>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3" name="Editable chart path">
            <a:extLst xmlns:a="http://schemas.openxmlformats.org/drawingml/2006/main">
              <a:ext uri="{FF2B5EF4-FFF2-40B4-BE49-F238E27FC236}">
                <a16:creationId xmlns:a16="http://schemas.microsoft.com/office/drawing/2014/main" id="{B7BDC448-7D0E-4D72-ACA0-08A799397036}"/>
              </a:ext>
            </a:extLst>
          </p:cNvPr>
          <p:cNvSpPr>
            <a:spLocks xmlns:a="http://schemas.openxmlformats.org/drawingml/2006/main" noGrp="1"/>
          </p:cNvSpPr>
          <p:nvPr/>
        </p:nvSpPr>
        <p:spPr>
          <a:xfrm xmlns:a="http://schemas.openxmlformats.org/drawingml/2006/main">
            <a:off x="7551969" y="3898271"/>
            <a:ext cx="2668656" cy="326969"/>
          </a:xfrm>
          <a:custGeom xmlns:a="http://schemas.openxmlformats.org/drawingml/2006/main">
            <a:pathLst>
              <a:path w="1557034" h="190771">
                <a:moveTo>
                  <a:pt x="0" y="11026"/>
                </a:moveTo>
                <a:lnTo>
                  <a:pt x="0" y="11026"/>
                </a:lnTo>
                <a:lnTo>
                  <a:pt x="55608" y="45510"/>
                </a:lnTo>
                <a:lnTo>
                  <a:pt x="111217" y="15501"/>
                </a:lnTo>
                <a:lnTo>
                  <a:pt x="166825" y="16709"/>
                </a:lnTo>
                <a:lnTo>
                  <a:pt x="222433" y="100188"/>
                </a:lnTo>
                <a:lnTo>
                  <a:pt x="278042" y="100759"/>
                </a:lnTo>
                <a:lnTo>
                  <a:pt x="333650" y="53988"/>
                </a:lnTo>
                <a:lnTo>
                  <a:pt x="389259" y="58832"/>
                </a:lnTo>
                <a:lnTo>
                  <a:pt x="444867" y="53545"/>
                </a:lnTo>
                <a:lnTo>
                  <a:pt x="500475" y="75150"/>
                </a:lnTo>
                <a:lnTo>
                  <a:pt x="556084" y="55690"/>
                </a:lnTo>
                <a:lnTo>
                  <a:pt x="611692" y="89731"/>
                </a:lnTo>
                <a:lnTo>
                  <a:pt x="667300" y="190771"/>
                </a:lnTo>
                <a:lnTo>
                  <a:pt x="722909" y="161335"/>
                </a:lnTo>
                <a:lnTo>
                  <a:pt x="778517" y="158659"/>
                </a:lnTo>
                <a:lnTo>
                  <a:pt x="834126" y="182778"/>
                </a:lnTo>
                <a:lnTo>
                  <a:pt x="889734" y="99162"/>
                </a:lnTo>
                <a:lnTo>
                  <a:pt x="945342" y="73051"/>
                </a:lnTo>
                <a:lnTo>
                  <a:pt x="1000951" y="97158"/>
                </a:lnTo>
                <a:lnTo>
                  <a:pt x="1056559" y="79458"/>
                </a:lnTo>
                <a:lnTo>
                  <a:pt x="1112167" y="38586"/>
                </a:lnTo>
                <a:lnTo>
                  <a:pt x="1167776" y="40890"/>
                </a:lnTo>
                <a:lnTo>
                  <a:pt x="1223384" y="71046"/>
                </a:lnTo>
                <a:lnTo>
                  <a:pt x="1278993" y="72450"/>
                </a:lnTo>
                <a:lnTo>
                  <a:pt x="1334601" y="133193"/>
                </a:lnTo>
                <a:lnTo>
                  <a:pt x="1390209" y="132503"/>
                </a:lnTo>
                <a:lnTo>
                  <a:pt x="1445818" y="161411"/>
                </a:lnTo>
                <a:lnTo>
                  <a:pt x="1501426" y="163660"/>
                </a:lnTo>
                <a:lnTo>
                  <a:pt x="1557034" y="109466"/>
                </a:lnTo>
                <a:lnTo>
                  <a:pt x="1557034" y="94312"/>
                </a:lnTo>
                <a:lnTo>
                  <a:pt x="1557034" y="94312"/>
                </a:lnTo>
                <a:lnTo>
                  <a:pt x="1501426" y="147062"/>
                </a:lnTo>
                <a:lnTo>
                  <a:pt x="1445818" y="149906"/>
                </a:lnTo>
                <a:lnTo>
                  <a:pt x="1390209" y="114725"/>
                </a:lnTo>
                <a:lnTo>
                  <a:pt x="1334601" y="117519"/>
                </a:lnTo>
                <a:lnTo>
                  <a:pt x="1278993" y="53536"/>
                </a:lnTo>
                <a:lnTo>
                  <a:pt x="1223384" y="56311"/>
                </a:lnTo>
                <a:lnTo>
                  <a:pt x="1167776" y="22264"/>
                </a:lnTo>
                <a:lnTo>
                  <a:pt x="1112167" y="23623"/>
                </a:lnTo>
                <a:lnTo>
                  <a:pt x="1056559" y="63996"/>
                </a:lnTo>
                <a:lnTo>
                  <a:pt x="1000951" y="82553"/>
                </a:lnTo>
                <a:lnTo>
                  <a:pt x="945342" y="57672"/>
                </a:lnTo>
                <a:lnTo>
                  <a:pt x="889734" y="78535"/>
                </a:lnTo>
                <a:lnTo>
                  <a:pt x="834126" y="159535"/>
                </a:lnTo>
                <a:lnTo>
                  <a:pt x="778517" y="141127"/>
                </a:lnTo>
                <a:lnTo>
                  <a:pt x="722909" y="144143"/>
                </a:lnTo>
                <a:lnTo>
                  <a:pt x="667300" y="172357"/>
                </a:lnTo>
                <a:lnTo>
                  <a:pt x="611692" y="69455"/>
                </a:lnTo>
                <a:lnTo>
                  <a:pt x="556084" y="38877"/>
                </a:lnTo>
                <a:lnTo>
                  <a:pt x="500475" y="57561"/>
                </a:lnTo>
                <a:lnTo>
                  <a:pt x="444867" y="35192"/>
                </a:lnTo>
                <a:lnTo>
                  <a:pt x="389259" y="44273"/>
                </a:lnTo>
                <a:lnTo>
                  <a:pt x="333650" y="37142"/>
                </a:lnTo>
                <a:lnTo>
                  <a:pt x="278042" y="84371"/>
                </a:lnTo>
                <a:lnTo>
                  <a:pt x="222433" y="84984"/>
                </a:lnTo>
                <a:lnTo>
                  <a:pt x="166825" y="2451"/>
                </a:lnTo>
                <a:lnTo>
                  <a:pt x="111217" y="0"/>
                </a:lnTo>
                <a:lnTo>
                  <a:pt x="55608" y="30200"/>
                </a:lnTo>
                <a:lnTo>
                  <a:pt x="0" y="11026"/>
                </a:lnTo>
                <a:close/>
              </a:path>
            </a:pathLst>
          </a:custGeom>
          <a:solidFill xmlns:a="http://schemas.openxmlformats.org/drawingml/2006/main">
            <a:srgbClr val="2C5EAA">
              <a:alpha val="20000"/>
            </a:srgbClr>
          </a:solidFill>
          <a:ln xmlns:a="http://schemas.openxmlformats.org/drawingml/2006/main" w="0">
            <a:noFill/>
            <a:prstDash val="solid"/>
          </a:ln>
        </p:spPr>
      </p:sp>
      <p:sp>
        <p:nvSpPr>
          <p:cNvPr id="54" name="Editable chart path">
            <a:extLst xmlns:a="http://schemas.openxmlformats.org/drawingml/2006/main">
              <a:ext uri="{FF2B5EF4-FFF2-40B4-BE49-F238E27FC236}">
                <a16:creationId xmlns:a16="http://schemas.microsoft.com/office/drawing/2014/main" id="{3B80F962-D8F0-40D4-B411-45E3130825B9}"/>
              </a:ext>
            </a:extLst>
          </p:cNvPr>
          <p:cNvSpPr>
            <a:spLocks xmlns:a="http://schemas.openxmlformats.org/drawingml/2006/main" noGrp="1"/>
          </p:cNvSpPr>
          <p:nvPr/>
        </p:nvSpPr>
        <p:spPr>
          <a:xfrm xmlns:a="http://schemas.openxmlformats.org/drawingml/2006/main">
            <a:off x="755196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5" name="">
            <a:extLst xmlns:a="http://schemas.openxmlformats.org/drawingml/2006/main">
              <a:ext uri="{FF2B5EF4-FFF2-40B4-BE49-F238E27FC236}">
                <a16:creationId xmlns:a16="http://schemas.microsoft.com/office/drawing/2014/main" id="{E5B880B1-2A8F-4FF6-BCE6-72E75E6F7333}"/>
              </a:ext>
            </a:extLst>
          </p:cNvPr>
          <p:cNvSpPr>
            <a:spLocks xmlns:a="http://schemas.openxmlformats.org/drawingml/2006/main" noGrp="1"/>
          </p:cNvSpPr>
          <p:nvPr/>
        </p:nvSpPr>
        <p:spPr>
          <a:xfrm xmlns:a="http://schemas.openxmlformats.org/drawingml/2006/main" rot="0">
            <a:off x="7500410"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56" name="Editable chart path">
            <a:extLst xmlns:a="http://schemas.openxmlformats.org/drawingml/2006/main">
              <a:ext uri="{FF2B5EF4-FFF2-40B4-BE49-F238E27FC236}">
                <a16:creationId xmlns:a16="http://schemas.microsoft.com/office/drawing/2014/main" id="{BCDF4C08-D5F0-45CD-9152-A5299BA915A8}"/>
              </a:ext>
            </a:extLst>
          </p:cNvPr>
          <p:cNvSpPr>
            <a:spLocks xmlns:a="http://schemas.openxmlformats.org/drawingml/2006/main" noGrp="1"/>
          </p:cNvSpPr>
          <p:nvPr/>
        </p:nvSpPr>
        <p:spPr>
          <a:xfrm xmlns:a="http://schemas.openxmlformats.org/drawingml/2006/main">
            <a:off x="8314442"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7" name="">
            <a:extLst xmlns:a="http://schemas.openxmlformats.org/drawingml/2006/main">
              <a:ext uri="{FF2B5EF4-FFF2-40B4-BE49-F238E27FC236}">
                <a16:creationId xmlns:a16="http://schemas.microsoft.com/office/drawing/2014/main" id="{8295E188-94E4-48C6-B73E-5A18B8568C0B}"/>
              </a:ext>
            </a:extLst>
          </p:cNvPr>
          <p:cNvSpPr>
            <a:spLocks xmlns:a="http://schemas.openxmlformats.org/drawingml/2006/main" noGrp="1"/>
          </p:cNvSpPr>
          <p:nvPr/>
        </p:nvSpPr>
        <p:spPr>
          <a:xfrm xmlns:a="http://schemas.openxmlformats.org/drawingml/2006/main" rot="0">
            <a:off x="8265272"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58" name="Editable chart path">
            <a:extLst xmlns:a="http://schemas.openxmlformats.org/drawingml/2006/main">
              <a:ext uri="{FF2B5EF4-FFF2-40B4-BE49-F238E27FC236}">
                <a16:creationId xmlns:a16="http://schemas.microsoft.com/office/drawing/2014/main" id="{79299EC3-BA05-4558-9217-A6E4B13712A5}"/>
              </a:ext>
            </a:extLst>
          </p:cNvPr>
          <p:cNvSpPr>
            <a:spLocks xmlns:a="http://schemas.openxmlformats.org/drawingml/2006/main" noGrp="1"/>
          </p:cNvSpPr>
          <p:nvPr/>
        </p:nvSpPr>
        <p:spPr>
          <a:xfrm xmlns:a="http://schemas.openxmlformats.org/drawingml/2006/main">
            <a:off x="9076915"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9" name="">
            <a:extLst xmlns:a="http://schemas.openxmlformats.org/drawingml/2006/main">
              <a:ext uri="{FF2B5EF4-FFF2-40B4-BE49-F238E27FC236}">
                <a16:creationId xmlns:a16="http://schemas.microsoft.com/office/drawing/2014/main" id="{17706196-7FE7-453D-A5C7-C5D55C61C6F3}"/>
              </a:ext>
            </a:extLst>
          </p:cNvPr>
          <p:cNvSpPr>
            <a:spLocks xmlns:a="http://schemas.openxmlformats.org/drawingml/2006/main" noGrp="1"/>
          </p:cNvSpPr>
          <p:nvPr/>
        </p:nvSpPr>
        <p:spPr>
          <a:xfrm xmlns:a="http://schemas.openxmlformats.org/drawingml/2006/main" rot="0">
            <a:off x="9025330"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60" name="Editable chart path">
            <a:extLst xmlns:a="http://schemas.openxmlformats.org/drawingml/2006/main">
              <a:ext uri="{FF2B5EF4-FFF2-40B4-BE49-F238E27FC236}">
                <a16:creationId xmlns:a16="http://schemas.microsoft.com/office/drawing/2014/main" id="{1BDF87C9-E2C5-4B15-8D06-2C60EF8E9951}"/>
              </a:ext>
            </a:extLst>
          </p:cNvPr>
          <p:cNvSpPr>
            <a:spLocks xmlns:a="http://schemas.openxmlformats.org/drawingml/2006/main" noGrp="1"/>
          </p:cNvSpPr>
          <p:nvPr/>
        </p:nvSpPr>
        <p:spPr>
          <a:xfrm xmlns:a="http://schemas.openxmlformats.org/drawingml/2006/main">
            <a:off x="983938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1" name="">
            <a:extLst xmlns:a="http://schemas.openxmlformats.org/drawingml/2006/main">
              <a:ext uri="{FF2B5EF4-FFF2-40B4-BE49-F238E27FC236}">
                <a16:creationId xmlns:a16="http://schemas.microsoft.com/office/drawing/2014/main" id="{90F9590B-2C45-411A-B363-21623CA98331}"/>
              </a:ext>
            </a:extLst>
          </p:cNvPr>
          <p:cNvSpPr>
            <a:spLocks xmlns:a="http://schemas.openxmlformats.org/drawingml/2006/main" noGrp="1"/>
          </p:cNvSpPr>
          <p:nvPr/>
        </p:nvSpPr>
        <p:spPr>
          <a:xfrm xmlns:a="http://schemas.openxmlformats.org/drawingml/2006/main" rot="0">
            <a:off x="9787673"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62" name="">
            <a:extLst xmlns:a="http://schemas.openxmlformats.org/drawingml/2006/main">
              <a:ext uri="{FF2B5EF4-FFF2-40B4-BE49-F238E27FC236}">
                <a16:creationId xmlns:a16="http://schemas.microsoft.com/office/drawing/2014/main" id="{6D5941A8-1CED-43FF-90AC-FEDFAB6490DF}"/>
              </a:ext>
            </a:extLst>
          </p:cNvPr>
          <p:cNvSpPr>
            <a:spLocks xmlns:a="http://schemas.openxmlformats.org/drawingml/2006/main" noGrp="1"/>
          </p:cNvSpPr>
          <p:nvPr/>
        </p:nvSpPr>
        <p:spPr>
          <a:xfrm xmlns:a="http://schemas.openxmlformats.org/drawingml/2006/main" rot="0">
            <a:off x="8318628"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3" name="Editable chart path">
            <a:extLst xmlns:a="http://schemas.openxmlformats.org/drawingml/2006/main">
              <a:ext uri="{FF2B5EF4-FFF2-40B4-BE49-F238E27FC236}">
                <a16:creationId xmlns:a16="http://schemas.microsoft.com/office/drawing/2014/main" id="{971563B1-B186-4CDD-8FE0-FC569B478803}"/>
              </a:ext>
            </a:extLst>
          </p:cNvPr>
          <p:cNvSpPr>
            <a:spLocks xmlns:a="http://schemas.openxmlformats.org/drawingml/2006/main" noGrp="1"/>
          </p:cNvSpPr>
          <p:nvPr/>
        </p:nvSpPr>
        <p:spPr>
          <a:xfrm xmlns:a="http://schemas.openxmlformats.org/drawingml/2006/main">
            <a:off x="7418536"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F2FAFA1C-767C-4E6F-A782-95EE011C4B99}"/>
              </a:ext>
            </a:extLst>
          </p:cNvPr>
          <p:cNvSpPr>
            <a:spLocks xmlns:a="http://schemas.openxmlformats.org/drawingml/2006/main" noGrp="1"/>
          </p:cNvSpPr>
          <p:nvPr/>
        </p:nvSpPr>
        <p:spPr>
          <a:xfrm xmlns:a="http://schemas.openxmlformats.org/drawingml/2006/main">
            <a:off x="7361398"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5" name="">
            <a:extLst xmlns:a="http://schemas.openxmlformats.org/drawingml/2006/main">
              <a:ext uri="{FF2B5EF4-FFF2-40B4-BE49-F238E27FC236}">
                <a16:creationId xmlns:a16="http://schemas.microsoft.com/office/drawing/2014/main" id="{7D09B98E-3436-4CBA-B7C5-380BB0375997}"/>
              </a:ext>
            </a:extLst>
          </p:cNvPr>
          <p:cNvSpPr>
            <a:spLocks xmlns:a="http://schemas.openxmlformats.org/drawingml/2006/main" noGrp="1"/>
          </p:cNvSpPr>
          <p:nvPr/>
        </p:nvSpPr>
        <p:spPr>
          <a:xfrm xmlns:a="http://schemas.openxmlformats.org/drawingml/2006/main" rot="0">
            <a:off x="7108845"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66" name="Editable chart path">
            <a:extLst xmlns:a="http://schemas.openxmlformats.org/drawingml/2006/main">
              <a:ext uri="{FF2B5EF4-FFF2-40B4-BE49-F238E27FC236}">
                <a16:creationId xmlns:a16="http://schemas.microsoft.com/office/drawing/2014/main" id="{055FF702-EFE2-469A-852E-7F165C8C2C64}"/>
              </a:ext>
            </a:extLst>
          </p:cNvPr>
          <p:cNvSpPr>
            <a:spLocks xmlns:a="http://schemas.openxmlformats.org/drawingml/2006/main" noGrp="1"/>
          </p:cNvSpPr>
          <p:nvPr/>
        </p:nvSpPr>
        <p:spPr>
          <a:xfrm xmlns:a="http://schemas.openxmlformats.org/drawingml/2006/main">
            <a:off x="7418536"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A97E9B00-61C3-4B5F-BCB2-E0868A0E87F0}"/>
              </a:ext>
            </a:extLst>
          </p:cNvPr>
          <p:cNvSpPr>
            <a:spLocks xmlns:a="http://schemas.openxmlformats.org/drawingml/2006/main" noGrp="1"/>
          </p:cNvSpPr>
          <p:nvPr/>
        </p:nvSpPr>
        <p:spPr>
          <a:xfrm xmlns:a="http://schemas.openxmlformats.org/drawingml/2006/main">
            <a:off x="7361398"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8" name="">
            <a:extLst xmlns:a="http://schemas.openxmlformats.org/drawingml/2006/main">
              <a:ext uri="{FF2B5EF4-FFF2-40B4-BE49-F238E27FC236}">
                <a16:creationId xmlns:a16="http://schemas.microsoft.com/office/drawing/2014/main" id="{8454C827-DFF2-4D41-B8A7-9EF0DFB5E0DF}"/>
              </a:ext>
            </a:extLst>
          </p:cNvPr>
          <p:cNvSpPr>
            <a:spLocks xmlns:a="http://schemas.openxmlformats.org/drawingml/2006/main" noGrp="1"/>
          </p:cNvSpPr>
          <p:nvPr/>
        </p:nvSpPr>
        <p:spPr>
          <a:xfrm xmlns:a="http://schemas.openxmlformats.org/drawingml/2006/main" rot="0">
            <a:off x="7061887"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69" name="Editable chart path">
            <a:extLst xmlns:a="http://schemas.openxmlformats.org/drawingml/2006/main">
              <a:ext uri="{FF2B5EF4-FFF2-40B4-BE49-F238E27FC236}">
                <a16:creationId xmlns:a16="http://schemas.microsoft.com/office/drawing/2014/main" id="{B3D72B04-7DAC-4E6B-8C25-124312C1FA54}"/>
              </a:ext>
            </a:extLst>
          </p:cNvPr>
          <p:cNvSpPr>
            <a:spLocks xmlns:a="http://schemas.openxmlformats.org/drawingml/2006/main" noGrp="1"/>
          </p:cNvSpPr>
          <p:nvPr/>
        </p:nvSpPr>
        <p:spPr>
          <a:xfrm xmlns:a="http://schemas.openxmlformats.org/drawingml/2006/main">
            <a:off x="7418536"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7DFA6424-9517-42A0-8C41-8E20E1D57CE5}"/>
              </a:ext>
            </a:extLst>
          </p:cNvPr>
          <p:cNvSpPr>
            <a:spLocks xmlns:a="http://schemas.openxmlformats.org/drawingml/2006/main" noGrp="1"/>
          </p:cNvSpPr>
          <p:nvPr/>
        </p:nvSpPr>
        <p:spPr>
          <a:xfrm xmlns:a="http://schemas.openxmlformats.org/drawingml/2006/main">
            <a:off x="7361398"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71" name="">
            <a:extLst xmlns:a="http://schemas.openxmlformats.org/drawingml/2006/main">
              <a:ext uri="{FF2B5EF4-FFF2-40B4-BE49-F238E27FC236}">
                <a16:creationId xmlns:a16="http://schemas.microsoft.com/office/drawing/2014/main" id="{2F992D7F-28F5-4FFF-B1AF-05F7747AD648}"/>
              </a:ext>
            </a:extLst>
          </p:cNvPr>
          <p:cNvSpPr>
            <a:spLocks xmlns:a="http://schemas.openxmlformats.org/drawingml/2006/main" noGrp="1"/>
          </p:cNvSpPr>
          <p:nvPr/>
        </p:nvSpPr>
        <p:spPr>
          <a:xfrm xmlns:a="http://schemas.openxmlformats.org/drawingml/2006/main" rot="0">
            <a:off x="7061887"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72" name="Editable chart path">
            <a:extLst xmlns:a="http://schemas.openxmlformats.org/drawingml/2006/main">
              <a:ext uri="{FF2B5EF4-FFF2-40B4-BE49-F238E27FC236}">
                <a16:creationId xmlns:a16="http://schemas.microsoft.com/office/drawing/2014/main" id="{C8231202-F9A8-4E59-9C21-B8864920D7A3}"/>
              </a:ext>
            </a:extLst>
          </p:cNvPr>
          <p:cNvSpPr>
            <a:spLocks xmlns:a="http://schemas.openxmlformats.org/drawingml/2006/main" noGrp="1"/>
          </p:cNvSpPr>
          <p:nvPr/>
        </p:nvSpPr>
        <p:spPr>
          <a:xfrm xmlns:a="http://schemas.openxmlformats.org/drawingml/2006/main">
            <a:off x="7418536"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73" name="Editable chart path">
            <a:extLst xmlns:a="http://schemas.openxmlformats.org/drawingml/2006/main">
              <a:ext uri="{FF2B5EF4-FFF2-40B4-BE49-F238E27FC236}">
                <a16:creationId xmlns:a16="http://schemas.microsoft.com/office/drawing/2014/main" id="{0B915BA7-0E6D-4A48-ABAC-18ED4EF827F7}"/>
              </a:ext>
            </a:extLst>
          </p:cNvPr>
          <p:cNvSpPr>
            <a:spLocks xmlns:a="http://schemas.openxmlformats.org/drawingml/2006/main" noGrp="1"/>
          </p:cNvSpPr>
          <p:nvPr/>
        </p:nvSpPr>
        <p:spPr>
          <a:xfrm xmlns:a="http://schemas.openxmlformats.org/drawingml/2006/main">
            <a:off x="7361398"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74" name="">
            <a:extLst xmlns:a="http://schemas.openxmlformats.org/drawingml/2006/main">
              <a:ext uri="{FF2B5EF4-FFF2-40B4-BE49-F238E27FC236}">
                <a16:creationId xmlns:a16="http://schemas.microsoft.com/office/drawing/2014/main" id="{3028D48A-CC53-4321-BDF3-E6B6829B2820}"/>
              </a:ext>
            </a:extLst>
          </p:cNvPr>
          <p:cNvSpPr>
            <a:spLocks xmlns:a="http://schemas.openxmlformats.org/drawingml/2006/main" noGrp="1"/>
          </p:cNvSpPr>
          <p:nvPr/>
        </p:nvSpPr>
        <p:spPr>
          <a:xfrm xmlns:a="http://schemas.openxmlformats.org/drawingml/2006/main" rot="0">
            <a:off x="7024358"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75" name="Editable chart path">
            <a:extLst xmlns:a="http://schemas.openxmlformats.org/drawingml/2006/main">
              <a:ext uri="{FF2B5EF4-FFF2-40B4-BE49-F238E27FC236}">
                <a16:creationId xmlns:a16="http://schemas.microsoft.com/office/drawing/2014/main" id="{48B16CC6-3F5A-442D-BBBA-80FFCE3073C5}"/>
              </a:ext>
            </a:extLst>
          </p:cNvPr>
          <p:cNvSpPr>
            <a:spLocks xmlns:a="http://schemas.openxmlformats.org/drawingml/2006/main" noGrp="1"/>
          </p:cNvSpPr>
          <p:nvPr/>
        </p:nvSpPr>
        <p:spPr>
          <a:xfrm xmlns:a="http://schemas.openxmlformats.org/drawingml/2006/main">
            <a:off x="7551969" y="3909648"/>
            <a:ext cx="2668656" cy="298339"/>
          </a:xfrm>
          <a:custGeom xmlns:a="http://schemas.openxmlformats.org/drawingml/2006/main">
            <a:pathLst>
              <a:path w="1557034" h="174067">
                <a:moveTo>
                  <a:pt x="0" y="4388"/>
                </a:moveTo>
                <a:lnTo>
                  <a:pt x="55608" y="31093"/>
                </a:lnTo>
                <a:lnTo>
                  <a:pt x="111217" y="0"/>
                </a:lnTo>
                <a:lnTo>
                  <a:pt x="166825" y="2602"/>
                </a:lnTo>
                <a:lnTo>
                  <a:pt x="222433" y="85408"/>
                </a:lnTo>
                <a:lnTo>
                  <a:pt x="278042" y="85959"/>
                </a:lnTo>
                <a:lnTo>
                  <a:pt x="333650" y="39805"/>
                </a:lnTo>
                <a:lnTo>
                  <a:pt x="389259" y="44568"/>
                </a:lnTo>
                <a:lnTo>
                  <a:pt x="444867" y="38558"/>
                </a:lnTo>
                <a:lnTo>
                  <a:pt x="500475" y="59139"/>
                </a:lnTo>
                <a:lnTo>
                  <a:pt x="556084" y="40376"/>
                </a:lnTo>
                <a:lnTo>
                  <a:pt x="611692" y="73363"/>
                </a:lnTo>
                <a:lnTo>
                  <a:pt x="667300" y="174067"/>
                </a:lnTo>
                <a:lnTo>
                  <a:pt x="722909" y="146200"/>
                </a:lnTo>
                <a:lnTo>
                  <a:pt x="778517" y="142243"/>
                </a:lnTo>
                <a:lnTo>
                  <a:pt x="834126" y="163039"/>
                </a:lnTo>
                <a:lnTo>
                  <a:pt x="889734" y="81348"/>
                </a:lnTo>
                <a:lnTo>
                  <a:pt x="945342" y="59541"/>
                </a:lnTo>
                <a:lnTo>
                  <a:pt x="1000951" y="82532"/>
                </a:lnTo>
                <a:lnTo>
                  <a:pt x="1056559" y="64281"/>
                </a:lnTo>
                <a:lnTo>
                  <a:pt x="1112167" y="24841"/>
                </a:lnTo>
                <a:lnTo>
                  <a:pt x="1167776" y="22806"/>
                </a:lnTo>
                <a:lnTo>
                  <a:pt x="1223384" y="55557"/>
                </a:lnTo>
                <a:lnTo>
                  <a:pt x="1278993" y="56200"/>
                </a:lnTo>
                <a:lnTo>
                  <a:pt x="1334601" y="117596"/>
                </a:lnTo>
                <a:lnTo>
                  <a:pt x="1390209" y="117351"/>
                </a:lnTo>
                <a:lnTo>
                  <a:pt x="1445818" y="148884"/>
                </a:lnTo>
                <a:lnTo>
                  <a:pt x="1501426" y="149538"/>
                </a:lnTo>
                <a:lnTo>
                  <a:pt x="1557034" y="95885"/>
                </a:lnTo>
              </a:path>
            </a:pathLst>
          </a:custGeom>
          <a:noFill xmlns:a="http://schemas.openxmlformats.org/drawingml/2006/main"/>
          <a:ln xmlns:a="http://schemas.openxmlformats.org/drawingml/2006/main" w="24488">
            <a:solidFill>
              <a:srgbClr val="2C5EAA"/>
            </a:solidFill>
            <a:prstDash val="solid"/>
          </a:ln>
        </p:spPr>
      </p:sp>
      <p:sp>
        <p:nvSpPr>
          <p:cNvPr id="76" name="Editable chart path">
            <a:extLst xmlns:a="http://schemas.openxmlformats.org/drawingml/2006/main">
              <a:ext uri="{FF2B5EF4-FFF2-40B4-BE49-F238E27FC236}">
                <a16:creationId xmlns:a16="http://schemas.microsoft.com/office/drawing/2014/main" id="{48944FF3-F5B0-4F9C-90CD-85881AE4B6F1}"/>
              </a:ext>
            </a:extLst>
          </p:cNvPr>
          <p:cNvSpPr>
            <a:spLocks xmlns:a="http://schemas.openxmlformats.org/drawingml/2006/main" noGrp="1"/>
          </p:cNvSpPr>
          <p:nvPr/>
        </p:nvSpPr>
        <p:spPr>
          <a:xfrm xmlns:a="http://schemas.openxmlformats.org/drawingml/2006/main">
            <a:off x="7551969" y="3917169"/>
            <a:ext cx="2668656" cy="227449"/>
          </a:xfrm>
          <a:custGeom xmlns:a="http://schemas.openxmlformats.org/drawingml/2006/main">
            <a:pathLst>
              <a:path w="1557034" h="132706">
                <a:moveTo>
                  <a:pt x="0" y="0"/>
                </a:moveTo>
                <a:lnTo>
                  <a:pt x="55608" y="0"/>
                </a:lnTo>
                <a:lnTo>
                  <a:pt x="111217" y="8936"/>
                </a:lnTo>
                <a:lnTo>
                  <a:pt x="166825" y="8936"/>
                </a:lnTo>
                <a:lnTo>
                  <a:pt x="222433" y="75998"/>
                </a:lnTo>
                <a:lnTo>
                  <a:pt x="278042" y="75998"/>
                </a:lnTo>
                <a:lnTo>
                  <a:pt x="333650" y="47925"/>
                </a:lnTo>
                <a:lnTo>
                  <a:pt x="389259" y="47925"/>
                </a:lnTo>
                <a:lnTo>
                  <a:pt x="444867" y="57235"/>
                </a:lnTo>
                <a:lnTo>
                  <a:pt x="500475" y="57235"/>
                </a:lnTo>
                <a:lnTo>
                  <a:pt x="556084" y="47047"/>
                </a:lnTo>
                <a:lnTo>
                  <a:pt x="611692" y="47047"/>
                </a:lnTo>
                <a:lnTo>
                  <a:pt x="667300" y="111720"/>
                </a:lnTo>
                <a:lnTo>
                  <a:pt x="722909" y="111720"/>
                </a:lnTo>
                <a:lnTo>
                  <a:pt x="778517" y="115966"/>
                </a:lnTo>
                <a:lnTo>
                  <a:pt x="834126" y="115966"/>
                </a:lnTo>
                <a:lnTo>
                  <a:pt x="889734" y="47668"/>
                </a:lnTo>
                <a:lnTo>
                  <a:pt x="945342" y="47668"/>
                </a:lnTo>
                <a:lnTo>
                  <a:pt x="1000951" y="62357"/>
                </a:lnTo>
                <a:lnTo>
                  <a:pt x="1056559" y="62357"/>
                </a:lnTo>
                <a:lnTo>
                  <a:pt x="1112167" y="35800"/>
                </a:lnTo>
                <a:lnTo>
                  <a:pt x="1167776" y="35800"/>
                </a:lnTo>
                <a:lnTo>
                  <a:pt x="1223384" y="56047"/>
                </a:lnTo>
                <a:lnTo>
                  <a:pt x="1278993" y="56047"/>
                </a:lnTo>
                <a:lnTo>
                  <a:pt x="1334601" y="105336"/>
                </a:lnTo>
                <a:lnTo>
                  <a:pt x="1390209" y="105336"/>
                </a:lnTo>
                <a:lnTo>
                  <a:pt x="1445818" y="132706"/>
                </a:lnTo>
                <a:lnTo>
                  <a:pt x="1501426" y="132706"/>
                </a:lnTo>
                <a:lnTo>
                  <a:pt x="1557034" y="96059"/>
                </a:lnTo>
              </a:path>
            </a:pathLst>
          </a:custGeom>
          <a:noFill xmlns:a="http://schemas.openxmlformats.org/drawingml/2006/main"/>
          <a:ln xmlns:a="http://schemas.openxmlformats.org/drawingml/2006/main" w="16325">
            <a:solidFill>
              <a:srgbClr val="5A6683"/>
            </a:solidFill>
            <a:prstDash val="dash"/>
          </a:ln>
        </p:spPr>
      </p:sp>
      <p:sp>
        <p:nvSpPr>
          <p:cNvPr id="77" name="Editable chart path">
            <a:extLst xmlns:a="http://schemas.openxmlformats.org/drawingml/2006/main">
              <a:ext uri="{FF2B5EF4-FFF2-40B4-BE49-F238E27FC236}">
                <a16:creationId xmlns:a16="http://schemas.microsoft.com/office/drawing/2014/main" id="{78196A63-2941-4414-A0C0-3DC9EDE9C8FE}"/>
              </a:ext>
            </a:extLst>
          </p:cNvPr>
          <p:cNvSpPr>
            <a:spLocks xmlns:a="http://schemas.openxmlformats.org/drawingml/2006/main" noGrp="1"/>
          </p:cNvSpPr>
          <p:nvPr/>
        </p:nvSpPr>
        <p:spPr>
          <a:xfrm xmlns:a="http://schemas.openxmlformats.org/drawingml/2006/main">
            <a:off x="7551969" y="3753566"/>
            <a:ext cx="2668656" cy="513410"/>
          </a:xfrm>
          <a:custGeom xmlns:a="http://schemas.openxmlformats.org/drawingml/2006/main">
            <a:pathLst>
              <a:path w="1557034" h="299550">
                <a:moveTo>
                  <a:pt x="0" y="95455"/>
                </a:moveTo>
                <a:lnTo>
                  <a:pt x="55608" y="11514"/>
                </a:lnTo>
                <a:lnTo>
                  <a:pt x="111217" y="47727"/>
                </a:lnTo>
                <a:lnTo>
                  <a:pt x="166825" y="117369"/>
                </a:lnTo>
                <a:lnTo>
                  <a:pt x="222433" y="122197"/>
                </a:lnTo>
                <a:lnTo>
                  <a:pt x="278042" y="122012"/>
                </a:lnTo>
                <a:lnTo>
                  <a:pt x="333650" y="0"/>
                </a:lnTo>
                <a:lnTo>
                  <a:pt x="389259" y="77813"/>
                </a:lnTo>
                <a:lnTo>
                  <a:pt x="444867" y="30456"/>
                </a:lnTo>
                <a:lnTo>
                  <a:pt x="500475" y="59056"/>
                </a:lnTo>
                <a:lnTo>
                  <a:pt x="556084" y="223038"/>
                </a:lnTo>
                <a:lnTo>
                  <a:pt x="611692" y="299550"/>
                </a:lnTo>
                <a:lnTo>
                  <a:pt x="667300" y="220252"/>
                </a:lnTo>
                <a:lnTo>
                  <a:pt x="722909" y="174567"/>
                </a:lnTo>
                <a:lnTo>
                  <a:pt x="778517" y="126654"/>
                </a:lnTo>
                <a:lnTo>
                  <a:pt x="834126" y="113840"/>
                </a:lnTo>
                <a:lnTo>
                  <a:pt x="889734" y="147268"/>
                </a:lnTo>
                <a:lnTo>
                  <a:pt x="945342" y="166953"/>
                </a:lnTo>
                <a:lnTo>
                  <a:pt x="1000951" y="144297"/>
                </a:lnTo>
                <a:lnTo>
                  <a:pt x="1056559" y="231023"/>
                </a:lnTo>
                <a:lnTo>
                  <a:pt x="1112167" y="85798"/>
                </a:lnTo>
                <a:lnTo>
                  <a:pt x="1167776" y="164725"/>
                </a:lnTo>
                <a:lnTo>
                  <a:pt x="1223384" y="126469"/>
                </a:lnTo>
                <a:lnTo>
                  <a:pt x="1278993" y="90069"/>
                </a:lnTo>
                <a:lnTo>
                  <a:pt x="1334601" y="83012"/>
                </a:lnTo>
                <a:lnTo>
                  <a:pt x="1390209" y="158225"/>
                </a:lnTo>
                <a:lnTo>
                  <a:pt x="1445818" y="296950"/>
                </a:lnTo>
                <a:lnTo>
                  <a:pt x="1501426" y="168810"/>
                </a:lnTo>
                <a:lnTo>
                  <a:pt x="1557034" y="213009"/>
                </a:lnTo>
              </a:path>
            </a:pathLst>
          </a:custGeom>
          <a:noFill xmlns:a="http://schemas.openxmlformats.org/drawingml/2006/main"/>
          <a:ln xmlns:a="http://schemas.openxmlformats.org/drawingml/2006/main" w="19590">
            <a:solidFill>
              <a:srgbClr val="14203A"/>
            </a:solidFill>
            <a:prstDash val="solid"/>
          </a:ln>
        </p:spPr>
      </p:sp>
      <p:sp>
        <p:nvSpPr>
          <p:cNvPr id="78" name="Editable chart path">
            <a:extLst xmlns:a="http://schemas.openxmlformats.org/drawingml/2006/main">
              <a:ext uri="{FF2B5EF4-FFF2-40B4-BE49-F238E27FC236}">
                <a16:creationId xmlns:a16="http://schemas.microsoft.com/office/drawing/2014/main" id="{FE456BEF-7EB0-4A0D-B343-BA1C89854664}"/>
              </a:ext>
            </a:extLst>
          </p:cNvPr>
          <p:cNvSpPr>
            <a:spLocks xmlns:a="http://schemas.openxmlformats.org/drawingml/2006/main" noGrp="1"/>
          </p:cNvSpPr>
          <p:nvPr/>
        </p:nvSpPr>
        <p:spPr>
          <a:xfrm xmlns:a="http://schemas.openxmlformats.org/drawingml/2006/main">
            <a:off x="8695679"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79" name="Editable chart path">
            <a:extLst xmlns:a="http://schemas.openxmlformats.org/drawingml/2006/main">
              <a:ext uri="{FF2B5EF4-FFF2-40B4-BE49-F238E27FC236}">
                <a16:creationId xmlns:a16="http://schemas.microsoft.com/office/drawing/2014/main" id="{C8BE4879-297C-4F0E-B249-45185CAF8855}"/>
              </a:ext>
            </a:extLst>
          </p:cNvPr>
          <p:cNvSpPr>
            <a:spLocks xmlns:a="http://schemas.openxmlformats.org/drawingml/2006/main" noGrp="1"/>
          </p:cNvSpPr>
          <p:nvPr/>
        </p:nvSpPr>
        <p:spPr>
          <a:xfrm xmlns:a="http://schemas.openxmlformats.org/drawingml/2006/main">
            <a:off x="7418536"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80" name="Editable chart path">
            <a:extLst xmlns:a="http://schemas.openxmlformats.org/drawingml/2006/main">
              <a:ext uri="{FF2B5EF4-FFF2-40B4-BE49-F238E27FC236}">
                <a16:creationId xmlns:a16="http://schemas.microsoft.com/office/drawing/2014/main" id="{6097E08F-0627-4B2B-99FE-1BE997E38803}"/>
              </a:ext>
            </a:extLst>
          </p:cNvPr>
          <p:cNvSpPr>
            <a:spLocks xmlns:a="http://schemas.openxmlformats.org/drawingml/2006/main" noGrp="1"/>
          </p:cNvSpPr>
          <p:nvPr/>
        </p:nvSpPr>
        <p:spPr>
          <a:xfrm xmlns:a="http://schemas.openxmlformats.org/drawingml/2006/main">
            <a:off x="7418536"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81" name="">
            <a:extLst xmlns:a="http://schemas.openxmlformats.org/drawingml/2006/main">
              <a:ext uri="{FF2B5EF4-FFF2-40B4-BE49-F238E27FC236}">
                <a16:creationId xmlns:a16="http://schemas.microsoft.com/office/drawing/2014/main" id="{1EB48633-EFE2-4037-A75E-36EDB93EA1D0}"/>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2" name="">
            <a:extLst xmlns:a="http://schemas.openxmlformats.org/drawingml/2006/main">
              <a:ext uri="{FF2B5EF4-FFF2-40B4-BE49-F238E27FC236}">
                <a16:creationId xmlns:a16="http://schemas.microsoft.com/office/drawing/2014/main" id="{CE02EE22-9A51-4C08-8A23-797A0B2C4444}"/>
              </a:ext>
            </a:extLst>
          </p:cNvPr>
          <p:cNvSpPr>
            <a:spLocks xmlns:a="http://schemas.openxmlformats.org/drawingml/2006/main" noGrp="1"/>
          </p:cNvSpPr>
          <p:nvPr/>
        </p:nvSpPr>
        <p:spPr>
          <a:xfrm xmlns:a="http://schemas.openxmlformats.org/drawingml/2006/main">
            <a:off x="6562725"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83" name="">
            <a:extLst xmlns:a="http://schemas.openxmlformats.org/drawingml/2006/main">
              <a:ext uri="{FF2B5EF4-FFF2-40B4-BE49-F238E27FC236}">
                <a16:creationId xmlns:a16="http://schemas.microsoft.com/office/drawing/2014/main" id="{C770C7A9-B15D-4AC7-82E8-B77B2BCCA876}"/>
              </a:ext>
            </a:extLst>
          </p:cNvPr>
          <p:cNvSpPr>
            <a:spLocks xmlns:a="http://schemas.openxmlformats.org/drawingml/2006/main" noGrp="1"/>
          </p:cNvSpPr>
          <p:nvPr/>
        </p:nvSpPr>
        <p:spPr>
          <a:xfrm xmlns:a="http://schemas.openxmlformats.org/drawingml/2006/main">
            <a:off x="6334125"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84" name="">
            <a:extLst xmlns:a="http://schemas.openxmlformats.org/drawingml/2006/main">
              <a:ext uri="{FF2B5EF4-FFF2-40B4-BE49-F238E27FC236}">
                <a16:creationId xmlns:a16="http://schemas.microsoft.com/office/drawing/2014/main" id="{39534129-D94C-4EDD-B36B-3A52CFDF344E}"/>
              </a:ext>
            </a:extLst>
          </p:cNvPr>
          <p:cNvSpPr>
            <a:spLocks xmlns:a="http://schemas.openxmlformats.org/drawingml/2006/main" noGrp="1"/>
          </p:cNvSpPr>
          <p:nvPr/>
        </p:nvSpPr>
        <p:spPr>
          <a:xfrm xmlns:a="http://schemas.openxmlformats.org/drawingml/2006/main">
            <a:off x="6562725"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85" name="">
            <a:extLst xmlns:a="http://schemas.openxmlformats.org/drawingml/2006/main">
              <a:ext uri="{FF2B5EF4-FFF2-40B4-BE49-F238E27FC236}">
                <a16:creationId xmlns:a16="http://schemas.microsoft.com/office/drawing/2014/main" id="{70B94CD2-7D30-40B5-8BCE-40B1582C9F25}"/>
              </a:ext>
            </a:extLst>
          </p:cNvPr>
          <p:cNvSpPr>
            <a:spLocks xmlns:a="http://schemas.openxmlformats.org/drawingml/2006/main" noGrp="1"/>
          </p:cNvSpPr>
          <p:nvPr/>
        </p:nvSpPr>
        <p:spPr>
          <a:xfrm xmlns:a="http://schemas.openxmlformats.org/drawingml/2006/main">
            <a:off x="9226772"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6" name="">
            <a:extLst xmlns:a="http://schemas.openxmlformats.org/drawingml/2006/main">
              <a:ext uri="{FF2B5EF4-FFF2-40B4-BE49-F238E27FC236}">
                <a16:creationId xmlns:a16="http://schemas.microsoft.com/office/drawing/2014/main" id="{E18061A2-6790-420D-A633-155CFCEEBDFD}"/>
              </a:ext>
            </a:extLst>
          </p:cNvPr>
          <p:cNvSpPr>
            <a:spLocks xmlns:a="http://schemas.openxmlformats.org/drawingml/2006/main" noGrp="1"/>
          </p:cNvSpPr>
          <p:nvPr/>
        </p:nvSpPr>
        <p:spPr>
          <a:xfrm xmlns:a="http://schemas.openxmlformats.org/drawingml/2006/main">
            <a:off x="9455372"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83.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V2 ON HELD-OUT STORMS (4/5)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Illustration only. Best v2 setting passes three of ten storms, below the registered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83</a:t>
            </a:r>
            <a:endParaRPr sz="1200"/>
          </a:p>
        </p:txBody>
      </p:sp>
      <p:sp>
        <p:nvSpPr>
          <p:cNvPr id="14" name="">
            <a:extLst xmlns:a="http://schemas.openxmlformats.org/drawingml/2006/main">
              <a:ext uri="{FF2B5EF4-FFF2-40B4-BE49-F238E27FC236}">
                <a16:creationId xmlns:a16="http://schemas.microsoft.com/office/drawing/2014/main" id="{79051D79-2D51-4096-B841-D4B36D7A000D}"/>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4D940D20-CAD0-4F92-AB9E-2A8E01DFA1E0}"/>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2026-05-15</a:t>
            </a:r>
          </a:p>
        </p:txBody>
      </p:sp>
      <p:sp>
        <p:nvSpPr>
          <p:cNvPr id="16" name="">
            <a:extLst xmlns:a="http://schemas.openxmlformats.org/drawingml/2006/main">
              <a:ext uri="{FF2B5EF4-FFF2-40B4-BE49-F238E27FC236}">
                <a16:creationId xmlns:a16="http://schemas.microsoft.com/office/drawing/2014/main" id="{2FCDC245-3187-4632-9823-42E8F55C88AC}"/>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47180832-BABB-448A-8F48-6063B28E3EA7}"/>
              </a:ext>
            </a:extLst>
          </p:cNvPr>
          <p:cNvSpPr>
            <a:spLocks xmlns:a="http://schemas.openxmlformats.org/drawingml/2006/main" noGrp="1"/>
          </p:cNvSpPr>
          <p:nvPr/>
        </p:nvSpPr>
        <p:spPr>
          <a:xfrm xmlns:a="http://schemas.openxmlformats.org/drawingml/2006/main">
            <a:off x="2360844" y="3287634"/>
            <a:ext cx="2668656" cy="690823"/>
          </a:xfrm>
          <a:custGeom xmlns:a="http://schemas.openxmlformats.org/drawingml/2006/main">
            <a:pathLst>
              <a:path w="1557034" h="403063">
                <a:moveTo>
                  <a:pt x="0" y="367304"/>
                </a:moveTo>
                <a:lnTo>
                  <a:pt x="0" y="367304"/>
                </a:lnTo>
                <a:lnTo>
                  <a:pt x="55608" y="403063"/>
                </a:lnTo>
                <a:lnTo>
                  <a:pt x="111217" y="331102"/>
                </a:lnTo>
                <a:lnTo>
                  <a:pt x="166825" y="337303"/>
                </a:lnTo>
                <a:lnTo>
                  <a:pt x="222433" y="326039"/>
                </a:lnTo>
                <a:lnTo>
                  <a:pt x="278042" y="328946"/>
                </a:lnTo>
                <a:lnTo>
                  <a:pt x="333650" y="288547"/>
                </a:lnTo>
                <a:lnTo>
                  <a:pt x="389259" y="300416"/>
                </a:lnTo>
                <a:lnTo>
                  <a:pt x="444867" y="121923"/>
                </a:lnTo>
                <a:lnTo>
                  <a:pt x="500475" y="165133"/>
                </a:lnTo>
                <a:lnTo>
                  <a:pt x="556084" y="31603"/>
                </a:lnTo>
                <a:lnTo>
                  <a:pt x="611692" y="54219"/>
                </a:lnTo>
                <a:lnTo>
                  <a:pt x="667300" y="209733"/>
                </a:lnTo>
                <a:lnTo>
                  <a:pt x="722909" y="202978"/>
                </a:lnTo>
                <a:lnTo>
                  <a:pt x="778517" y="245366"/>
                </a:lnTo>
                <a:lnTo>
                  <a:pt x="834126" y="236887"/>
                </a:lnTo>
                <a:lnTo>
                  <a:pt x="889734" y="223491"/>
                </a:lnTo>
                <a:lnTo>
                  <a:pt x="945342" y="185543"/>
                </a:lnTo>
                <a:lnTo>
                  <a:pt x="1000951" y="236235"/>
                </a:lnTo>
                <a:lnTo>
                  <a:pt x="1056559" y="235132"/>
                </a:lnTo>
                <a:lnTo>
                  <a:pt x="1112167" y="344996"/>
                </a:lnTo>
                <a:lnTo>
                  <a:pt x="1167776" y="332151"/>
                </a:lnTo>
                <a:lnTo>
                  <a:pt x="1223384" y="344915"/>
                </a:lnTo>
                <a:lnTo>
                  <a:pt x="1278993" y="333937"/>
                </a:lnTo>
                <a:lnTo>
                  <a:pt x="1334601" y="327378"/>
                </a:lnTo>
                <a:lnTo>
                  <a:pt x="1390209" y="324176"/>
                </a:lnTo>
                <a:lnTo>
                  <a:pt x="1445818" y="334214"/>
                </a:lnTo>
                <a:lnTo>
                  <a:pt x="1501426" y="330905"/>
                </a:lnTo>
                <a:lnTo>
                  <a:pt x="1557034" y="392748"/>
                </a:lnTo>
                <a:lnTo>
                  <a:pt x="1557034" y="373171"/>
                </a:lnTo>
                <a:lnTo>
                  <a:pt x="1557034" y="373171"/>
                </a:lnTo>
                <a:lnTo>
                  <a:pt x="1501426" y="307630"/>
                </a:lnTo>
                <a:lnTo>
                  <a:pt x="1445818" y="310601"/>
                </a:lnTo>
                <a:lnTo>
                  <a:pt x="1390209" y="305885"/>
                </a:lnTo>
                <a:lnTo>
                  <a:pt x="1334601" y="308124"/>
                </a:lnTo>
                <a:lnTo>
                  <a:pt x="1278993" y="312081"/>
                </a:lnTo>
                <a:lnTo>
                  <a:pt x="1223384" y="318611"/>
                </a:lnTo>
                <a:lnTo>
                  <a:pt x="1167776" y="306622"/>
                </a:lnTo>
                <a:lnTo>
                  <a:pt x="1112167" y="313573"/>
                </a:lnTo>
                <a:lnTo>
                  <a:pt x="1056559" y="208234"/>
                </a:lnTo>
                <a:lnTo>
                  <a:pt x="1000951" y="209406"/>
                </a:lnTo>
                <a:lnTo>
                  <a:pt x="945342" y="160098"/>
                </a:lnTo>
                <a:lnTo>
                  <a:pt x="889734" y="190875"/>
                </a:lnTo>
                <a:lnTo>
                  <a:pt x="834126" y="201732"/>
                </a:lnTo>
                <a:lnTo>
                  <a:pt x="778517" y="222240"/>
                </a:lnTo>
                <a:lnTo>
                  <a:pt x="722909" y="179957"/>
                </a:lnTo>
                <a:lnTo>
                  <a:pt x="667300" y="170227"/>
                </a:lnTo>
                <a:lnTo>
                  <a:pt x="611692" y="19843"/>
                </a:lnTo>
                <a:lnTo>
                  <a:pt x="556084" y="0"/>
                </a:lnTo>
                <a:lnTo>
                  <a:pt x="500475" y="140787"/>
                </a:lnTo>
                <a:lnTo>
                  <a:pt x="444867" y="96311"/>
                </a:lnTo>
                <a:lnTo>
                  <a:pt x="389259" y="275415"/>
                </a:lnTo>
                <a:lnTo>
                  <a:pt x="333650" y="262303"/>
                </a:lnTo>
                <a:lnTo>
                  <a:pt x="278042" y="306776"/>
                </a:lnTo>
                <a:lnTo>
                  <a:pt x="222433" y="302110"/>
                </a:lnTo>
                <a:lnTo>
                  <a:pt x="166825" y="312819"/>
                </a:lnTo>
                <a:lnTo>
                  <a:pt x="111217" y="308747"/>
                </a:lnTo>
                <a:lnTo>
                  <a:pt x="55608" y="381599"/>
                </a:lnTo>
                <a:lnTo>
                  <a:pt x="0" y="367304"/>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B44DB877-BC32-45F3-83FB-FAD5BC1DCA05}"/>
              </a:ext>
            </a:extLst>
          </p:cNvPr>
          <p:cNvSpPr>
            <a:spLocks xmlns:a="http://schemas.openxmlformats.org/drawingml/2006/main" noGrp="1"/>
          </p:cNvSpPr>
          <p:nvPr/>
        </p:nvSpPr>
        <p:spPr>
          <a:xfrm xmlns:a="http://schemas.openxmlformats.org/drawingml/2006/main">
            <a:off x="236084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19" name="">
            <a:extLst xmlns:a="http://schemas.openxmlformats.org/drawingml/2006/main">
              <a:ext uri="{FF2B5EF4-FFF2-40B4-BE49-F238E27FC236}">
                <a16:creationId xmlns:a16="http://schemas.microsoft.com/office/drawing/2014/main" id="{085F888E-E8E5-4EB8-85FD-82E16B9915F1}"/>
              </a:ext>
            </a:extLst>
          </p:cNvPr>
          <p:cNvSpPr>
            <a:spLocks xmlns:a="http://schemas.openxmlformats.org/drawingml/2006/main" noGrp="1"/>
          </p:cNvSpPr>
          <p:nvPr/>
        </p:nvSpPr>
        <p:spPr>
          <a:xfrm xmlns:a="http://schemas.openxmlformats.org/drawingml/2006/main" rot="0">
            <a:off x="2309285"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55BA7BF3-2013-4C0D-958B-7A5CDCBDF81D}"/>
              </a:ext>
            </a:extLst>
          </p:cNvPr>
          <p:cNvSpPr>
            <a:spLocks xmlns:a="http://schemas.openxmlformats.org/drawingml/2006/main" noGrp="1"/>
          </p:cNvSpPr>
          <p:nvPr/>
        </p:nvSpPr>
        <p:spPr>
          <a:xfrm xmlns:a="http://schemas.openxmlformats.org/drawingml/2006/main">
            <a:off x="3123317"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1" name="">
            <a:extLst xmlns:a="http://schemas.openxmlformats.org/drawingml/2006/main">
              <a:ext uri="{FF2B5EF4-FFF2-40B4-BE49-F238E27FC236}">
                <a16:creationId xmlns:a16="http://schemas.microsoft.com/office/drawing/2014/main" id="{F81F7ABB-48EA-41F8-8EE9-B9110F526040}"/>
              </a:ext>
            </a:extLst>
          </p:cNvPr>
          <p:cNvSpPr>
            <a:spLocks xmlns:a="http://schemas.openxmlformats.org/drawingml/2006/main" noGrp="1"/>
          </p:cNvSpPr>
          <p:nvPr/>
        </p:nvSpPr>
        <p:spPr>
          <a:xfrm xmlns:a="http://schemas.openxmlformats.org/drawingml/2006/main" rot="0">
            <a:off x="3074147"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5315D65C-D6D4-40AA-B3BB-3F9CAA2CE44F}"/>
              </a:ext>
            </a:extLst>
          </p:cNvPr>
          <p:cNvSpPr>
            <a:spLocks xmlns:a="http://schemas.openxmlformats.org/drawingml/2006/main" noGrp="1"/>
          </p:cNvSpPr>
          <p:nvPr/>
        </p:nvSpPr>
        <p:spPr>
          <a:xfrm xmlns:a="http://schemas.openxmlformats.org/drawingml/2006/main">
            <a:off x="3885790"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3" name="">
            <a:extLst xmlns:a="http://schemas.openxmlformats.org/drawingml/2006/main">
              <a:ext uri="{FF2B5EF4-FFF2-40B4-BE49-F238E27FC236}">
                <a16:creationId xmlns:a16="http://schemas.microsoft.com/office/drawing/2014/main" id="{0C996A50-A5BE-43A7-85B0-0CFDBA5AA508}"/>
              </a:ext>
            </a:extLst>
          </p:cNvPr>
          <p:cNvSpPr>
            <a:spLocks xmlns:a="http://schemas.openxmlformats.org/drawingml/2006/main" noGrp="1"/>
          </p:cNvSpPr>
          <p:nvPr/>
        </p:nvSpPr>
        <p:spPr>
          <a:xfrm xmlns:a="http://schemas.openxmlformats.org/drawingml/2006/main" rot="0">
            <a:off x="3834205"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3E9FDBCC-9290-4689-954A-1FB52B0917FE}"/>
              </a:ext>
            </a:extLst>
          </p:cNvPr>
          <p:cNvSpPr>
            <a:spLocks xmlns:a="http://schemas.openxmlformats.org/drawingml/2006/main" noGrp="1"/>
          </p:cNvSpPr>
          <p:nvPr/>
        </p:nvSpPr>
        <p:spPr>
          <a:xfrm xmlns:a="http://schemas.openxmlformats.org/drawingml/2006/main">
            <a:off x="464826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5" name="">
            <a:extLst xmlns:a="http://schemas.openxmlformats.org/drawingml/2006/main">
              <a:ext uri="{FF2B5EF4-FFF2-40B4-BE49-F238E27FC236}">
                <a16:creationId xmlns:a16="http://schemas.microsoft.com/office/drawing/2014/main" id="{57B81FAB-FB5A-46A4-89EF-06448A6E12FA}"/>
              </a:ext>
            </a:extLst>
          </p:cNvPr>
          <p:cNvSpPr>
            <a:spLocks xmlns:a="http://schemas.openxmlformats.org/drawingml/2006/main" noGrp="1"/>
          </p:cNvSpPr>
          <p:nvPr/>
        </p:nvSpPr>
        <p:spPr>
          <a:xfrm xmlns:a="http://schemas.openxmlformats.org/drawingml/2006/main" rot="0">
            <a:off x="4596548"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72BD9E85-6AB9-4810-A40B-19C738A6B14D}"/>
              </a:ext>
            </a:extLst>
          </p:cNvPr>
          <p:cNvSpPr>
            <a:spLocks xmlns:a="http://schemas.openxmlformats.org/drawingml/2006/main" noGrp="1"/>
          </p:cNvSpPr>
          <p:nvPr/>
        </p:nvSpPr>
        <p:spPr>
          <a:xfrm xmlns:a="http://schemas.openxmlformats.org/drawingml/2006/main" rot="0">
            <a:off x="3127503"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F95533C2-B5A3-44A9-B70B-47FDA6617575}"/>
              </a:ext>
            </a:extLst>
          </p:cNvPr>
          <p:cNvSpPr>
            <a:spLocks xmlns:a="http://schemas.openxmlformats.org/drawingml/2006/main" noGrp="1"/>
          </p:cNvSpPr>
          <p:nvPr/>
        </p:nvSpPr>
        <p:spPr>
          <a:xfrm xmlns:a="http://schemas.openxmlformats.org/drawingml/2006/main">
            <a:off x="2227411"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7D5AED96-8A60-42AF-A3C6-C9CF4500CBAF}"/>
              </a:ext>
            </a:extLst>
          </p:cNvPr>
          <p:cNvSpPr>
            <a:spLocks xmlns:a="http://schemas.openxmlformats.org/drawingml/2006/main" noGrp="1"/>
          </p:cNvSpPr>
          <p:nvPr/>
        </p:nvSpPr>
        <p:spPr>
          <a:xfrm xmlns:a="http://schemas.openxmlformats.org/drawingml/2006/main">
            <a:off x="2170273"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94AACC3A-9CDF-4CFB-96DB-6AD326ADC2DE}"/>
              </a:ext>
            </a:extLst>
          </p:cNvPr>
          <p:cNvSpPr>
            <a:spLocks xmlns:a="http://schemas.openxmlformats.org/drawingml/2006/main" noGrp="1"/>
          </p:cNvSpPr>
          <p:nvPr/>
        </p:nvSpPr>
        <p:spPr>
          <a:xfrm xmlns:a="http://schemas.openxmlformats.org/drawingml/2006/main">
            <a:off x="2227411"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661C47EA-4D40-4FD2-A887-273EC879A9BA}"/>
              </a:ext>
            </a:extLst>
          </p:cNvPr>
          <p:cNvSpPr>
            <a:spLocks xmlns:a="http://schemas.openxmlformats.org/drawingml/2006/main" noGrp="1"/>
          </p:cNvSpPr>
          <p:nvPr/>
        </p:nvSpPr>
        <p:spPr>
          <a:xfrm xmlns:a="http://schemas.openxmlformats.org/drawingml/2006/main">
            <a:off x="2170273"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1" name="Editable chart path">
            <a:extLst xmlns:a="http://schemas.openxmlformats.org/drawingml/2006/main">
              <a:ext uri="{FF2B5EF4-FFF2-40B4-BE49-F238E27FC236}">
                <a16:creationId xmlns:a16="http://schemas.microsoft.com/office/drawing/2014/main" id="{825ED20C-F126-4EA0-9ED3-5AB1F2D43816}"/>
              </a:ext>
            </a:extLst>
          </p:cNvPr>
          <p:cNvSpPr>
            <a:spLocks xmlns:a="http://schemas.openxmlformats.org/drawingml/2006/main" noGrp="1"/>
          </p:cNvSpPr>
          <p:nvPr/>
        </p:nvSpPr>
        <p:spPr>
          <a:xfrm xmlns:a="http://schemas.openxmlformats.org/drawingml/2006/main">
            <a:off x="2227411"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92A33D8A-9CC1-40D5-91FA-CE69AF69639E}"/>
              </a:ext>
            </a:extLst>
          </p:cNvPr>
          <p:cNvSpPr>
            <a:spLocks xmlns:a="http://schemas.openxmlformats.org/drawingml/2006/main" noGrp="1"/>
          </p:cNvSpPr>
          <p:nvPr/>
        </p:nvSpPr>
        <p:spPr>
          <a:xfrm xmlns:a="http://schemas.openxmlformats.org/drawingml/2006/main">
            <a:off x="2170273"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82C54150-740F-41DA-8A61-113E675A3F05}"/>
              </a:ext>
            </a:extLst>
          </p:cNvPr>
          <p:cNvSpPr>
            <a:spLocks xmlns:a="http://schemas.openxmlformats.org/drawingml/2006/main" noGrp="1"/>
          </p:cNvSpPr>
          <p:nvPr/>
        </p:nvSpPr>
        <p:spPr>
          <a:xfrm xmlns:a="http://schemas.openxmlformats.org/drawingml/2006/main">
            <a:off x="2227411"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CBC4181F-3065-483C-9F59-D7EC67E05997}"/>
              </a:ext>
            </a:extLst>
          </p:cNvPr>
          <p:cNvSpPr>
            <a:spLocks xmlns:a="http://schemas.openxmlformats.org/drawingml/2006/main" noGrp="1"/>
          </p:cNvSpPr>
          <p:nvPr/>
        </p:nvSpPr>
        <p:spPr>
          <a:xfrm xmlns:a="http://schemas.openxmlformats.org/drawingml/2006/main">
            <a:off x="2170273"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8F4CE765-97BD-4A74-AF8B-1EECD65B599D}"/>
              </a:ext>
            </a:extLst>
          </p:cNvPr>
          <p:cNvSpPr>
            <a:spLocks xmlns:a="http://schemas.openxmlformats.org/drawingml/2006/main" noGrp="1"/>
          </p:cNvSpPr>
          <p:nvPr/>
        </p:nvSpPr>
        <p:spPr>
          <a:xfrm xmlns:a="http://schemas.openxmlformats.org/drawingml/2006/main">
            <a:off x="2360844" y="3314195"/>
            <a:ext cx="2668656" cy="646397"/>
          </a:xfrm>
          <a:custGeom xmlns:a="http://schemas.openxmlformats.org/drawingml/2006/main">
            <a:pathLst>
              <a:path w="1557034" h="377142">
                <a:moveTo>
                  <a:pt x="0" y="351807"/>
                </a:moveTo>
                <a:lnTo>
                  <a:pt x="55608" y="377142"/>
                </a:lnTo>
                <a:lnTo>
                  <a:pt x="111217" y="305397"/>
                </a:lnTo>
                <a:lnTo>
                  <a:pt x="166825" y="309224"/>
                </a:lnTo>
                <a:lnTo>
                  <a:pt x="222433" y="297763"/>
                </a:lnTo>
                <a:lnTo>
                  <a:pt x="278042" y="300444"/>
                </a:lnTo>
                <a:lnTo>
                  <a:pt x="333650" y="259950"/>
                </a:lnTo>
                <a:lnTo>
                  <a:pt x="389259" y="272488"/>
                </a:lnTo>
                <a:lnTo>
                  <a:pt x="444867" y="91887"/>
                </a:lnTo>
                <a:lnTo>
                  <a:pt x="500475" y="137059"/>
                </a:lnTo>
                <a:lnTo>
                  <a:pt x="556084" y="0"/>
                </a:lnTo>
                <a:lnTo>
                  <a:pt x="611692" y="23842"/>
                </a:lnTo>
                <a:lnTo>
                  <a:pt x="667300" y="173522"/>
                </a:lnTo>
                <a:lnTo>
                  <a:pt x="722909" y="175570"/>
                </a:lnTo>
                <a:lnTo>
                  <a:pt x="778517" y="218856"/>
                </a:lnTo>
                <a:lnTo>
                  <a:pt x="834126" y="202308"/>
                </a:lnTo>
                <a:lnTo>
                  <a:pt x="889734" y="191877"/>
                </a:lnTo>
                <a:lnTo>
                  <a:pt x="945342" y="157261"/>
                </a:lnTo>
                <a:lnTo>
                  <a:pt x="1000951" y="206564"/>
                </a:lnTo>
                <a:lnTo>
                  <a:pt x="1056559" y="207770"/>
                </a:lnTo>
                <a:lnTo>
                  <a:pt x="1112167" y="314827"/>
                </a:lnTo>
                <a:lnTo>
                  <a:pt x="1167776" y="303184"/>
                </a:lnTo>
                <a:lnTo>
                  <a:pt x="1223384" y="315571"/>
                </a:lnTo>
                <a:lnTo>
                  <a:pt x="1278993" y="307590"/>
                </a:lnTo>
                <a:lnTo>
                  <a:pt x="1334601" y="301881"/>
                </a:lnTo>
                <a:lnTo>
                  <a:pt x="1390209" y="298949"/>
                </a:lnTo>
                <a:lnTo>
                  <a:pt x="1445818" y="307408"/>
                </a:lnTo>
                <a:lnTo>
                  <a:pt x="1501426" y="303657"/>
                </a:lnTo>
                <a:lnTo>
                  <a:pt x="1557034" y="368438"/>
                </a:lnTo>
              </a:path>
            </a:pathLst>
          </a:custGeom>
          <a:noFill xmlns:a="http://schemas.openxmlformats.org/drawingml/2006/main"/>
          <a:ln xmlns:a="http://schemas.openxmlformats.org/drawingml/2006/main" w="24488">
            <a:solidFill>
              <a:srgbClr val="2C5EAA"/>
            </a:solidFill>
            <a:prstDash val="solid"/>
          </a:ln>
        </p:spPr>
      </p:sp>
      <p:sp>
        <p:nvSpPr>
          <p:cNvPr id="36" name="Editable chart path">
            <a:extLst xmlns:a="http://schemas.openxmlformats.org/drawingml/2006/main">
              <a:ext uri="{FF2B5EF4-FFF2-40B4-BE49-F238E27FC236}">
                <a16:creationId xmlns:a16="http://schemas.microsoft.com/office/drawing/2014/main" id="{4FEAA13A-A87A-4C79-9C82-2F3BBCB81D17}"/>
              </a:ext>
            </a:extLst>
          </p:cNvPr>
          <p:cNvSpPr>
            <a:spLocks xmlns:a="http://schemas.openxmlformats.org/drawingml/2006/main" noGrp="1"/>
          </p:cNvSpPr>
          <p:nvPr/>
        </p:nvSpPr>
        <p:spPr>
          <a:xfrm xmlns:a="http://schemas.openxmlformats.org/drawingml/2006/main">
            <a:off x="2360844" y="3482469"/>
            <a:ext cx="2668656" cy="482269"/>
          </a:xfrm>
          <a:custGeom xmlns:a="http://schemas.openxmlformats.org/drawingml/2006/main">
            <a:pathLst>
              <a:path w="1557034" h="281381">
                <a:moveTo>
                  <a:pt x="0" y="253627"/>
                </a:moveTo>
                <a:lnTo>
                  <a:pt x="55608" y="253627"/>
                </a:lnTo>
                <a:lnTo>
                  <a:pt x="111217" y="251230"/>
                </a:lnTo>
                <a:lnTo>
                  <a:pt x="166825" y="251230"/>
                </a:lnTo>
                <a:lnTo>
                  <a:pt x="222433" y="241600"/>
                </a:lnTo>
                <a:lnTo>
                  <a:pt x="278042" y="241600"/>
                </a:lnTo>
                <a:lnTo>
                  <a:pt x="333650" y="204073"/>
                </a:lnTo>
                <a:lnTo>
                  <a:pt x="389259" y="204073"/>
                </a:lnTo>
                <a:lnTo>
                  <a:pt x="444867" y="90335"/>
                </a:lnTo>
                <a:lnTo>
                  <a:pt x="500475" y="90335"/>
                </a:lnTo>
                <a:lnTo>
                  <a:pt x="556084" y="0"/>
                </a:lnTo>
                <a:lnTo>
                  <a:pt x="611692" y="0"/>
                </a:lnTo>
                <a:lnTo>
                  <a:pt x="667300" y="118960"/>
                </a:lnTo>
                <a:lnTo>
                  <a:pt x="722909" y="118960"/>
                </a:lnTo>
                <a:lnTo>
                  <a:pt x="778517" y="143774"/>
                </a:lnTo>
                <a:lnTo>
                  <a:pt x="834126" y="143774"/>
                </a:lnTo>
                <a:lnTo>
                  <a:pt x="889734" y="138021"/>
                </a:lnTo>
                <a:lnTo>
                  <a:pt x="945342" y="138021"/>
                </a:lnTo>
                <a:lnTo>
                  <a:pt x="1000951" y="184619"/>
                </a:lnTo>
                <a:lnTo>
                  <a:pt x="1056559" y="184619"/>
                </a:lnTo>
                <a:lnTo>
                  <a:pt x="1112167" y="259929"/>
                </a:lnTo>
                <a:lnTo>
                  <a:pt x="1167776" y="259929"/>
                </a:lnTo>
                <a:lnTo>
                  <a:pt x="1223384" y="256632"/>
                </a:lnTo>
                <a:lnTo>
                  <a:pt x="1278993" y="256632"/>
                </a:lnTo>
                <a:lnTo>
                  <a:pt x="1334601" y="254800"/>
                </a:lnTo>
                <a:lnTo>
                  <a:pt x="1390209" y="254800"/>
                </a:lnTo>
                <a:lnTo>
                  <a:pt x="1445818" y="256058"/>
                </a:lnTo>
                <a:lnTo>
                  <a:pt x="1501426" y="256058"/>
                </a:lnTo>
                <a:lnTo>
                  <a:pt x="1557034" y="281381"/>
                </a:lnTo>
              </a:path>
            </a:pathLst>
          </a:custGeom>
          <a:noFill xmlns:a="http://schemas.openxmlformats.org/drawingml/2006/main"/>
          <a:ln xmlns:a="http://schemas.openxmlformats.org/drawingml/2006/main" w="16325">
            <a:solidFill>
              <a:srgbClr val="5A6683"/>
            </a:solidFill>
            <a:prstDash val="dash"/>
          </a:ln>
        </p:spPr>
      </p:sp>
      <p:sp>
        <p:nvSpPr>
          <p:cNvPr id="37" name="Editable chart path">
            <a:extLst xmlns:a="http://schemas.openxmlformats.org/drawingml/2006/main">
              <a:ext uri="{FF2B5EF4-FFF2-40B4-BE49-F238E27FC236}">
                <a16:creationId xmlns:a16="http://schemas.microsoft.com/office/drawing/2014/main" id="{49659909-3B10-4DB0-9747-1E6C9DCA5D34}"/>
              </a:ext>
            </a:extLst>
          </p:cNvPr>
          <p:cNvSpPr>
            <a:spLocks xmlns:a="http://schemas.openxmlformats.org/drawingml/2006/main" noGrp="1"/>
          </p:cNvSpPr>
          <p:nvPr/>
        </p:nvSpPr>
        <p:spPr>
          <a:xfrm xmlns:a="http://schemas.openxmlformats.org/drawingml/2006/main">
            <a:off x="2360844" y="3463020"/>
            <a:ext cx="2668656" cy="1017899"/>
          </a:xfrm>
          <a:custGeom xmlns:a="http://schemas.openxmlformats.org/drawingml/2006/main">
            <a:pathLst>
              <a:path w="1557034" h="593896">
                <a:moveTo>
                  <a:pt x="0" y="264974"/>
                </a:moveTo>
                <a:lnTo>
                  <a:pt x="55608" y="221519"/>
                </a:lnTo>
                <a:lnTo>
                  <a:pt x="111217" y="0"/>
                </a:lnTo>
                <a:lnTo>
                  <a:pt x="166825" y="112349"/>
                </a:lnTo>
                <a:lnTo>
                  <a:pt x="222433" y="107403"/>
                </a:lnTo>
                <a:lnTo>
                  <a:pt x="278042" y="16252"/>
                </a:lnTo>
                <a:lnTo>
                  <a:pt x="333650" y="350473"/>
                </a:lnTo>
                <a:lnTo>
                  <a:pt x="389259" y="132134"/>
                </a:lnTo>
                <a:lnTo>
                  <a:pt x="444867" y="111289"/>
                </a:lnTo>
                <a:lnTo>
                  <a:pt x="500475" y="63241"/>
                </a:lnTo>
                <a:lnTo>
                  <a:pt x="556084" y="443390"/>
                </a:lnTo>
                <a:lnTo>
                  <a:pt x="611692" y="459289"/>
                </a:lnTo>
                <a:lnTo>
                  <a:pt x="667300" y="436324"/>
                </a:lnTo>
                <a:lnTo>
                  <a:pt x="722909" y="436324"/>
                </a:lnTo>
                <a:lnTo>
                  <a:pt x="778517" y="493559"/>
                </a:lnTo>
                <a:lnTo>
                  <a:pt x="834126" y="486846"/>
                </a:lnTo>
                <a:lnTo>
                  <a:pt x="889734" y="508751"/>
                </a:lnTo>
                <a:lnTo>
                  <a:pt x="945342" y="504511"/>
                </a:lnTo>
                <a:lnTo>
                  <a:pt x="1000951" y="593896"/>
                </a:lnTo>
                <a:lnTo>
                  <a:pt x="1056559" y="495679"/>
                </a:lnTo>
                <a:lnTo>
                  <a:pt x="1112167" y="450456"/>
                </a:lnTo>
                <a:lnTo>
                  <a:pt x="1167776" y="455049"/>
                </a:lnTo>
                <a:lnTo>
                  <a:pt x="1223384" y="148032"/>
                </a:lnTo>
                <a:lnTo>
                  <a:pt x="1278993" y="436324"/>
                </a:lnTo>
                <a:lnTo>
                  <a:pt x="1334601" y="378737"/>
                </a:lnTo>
                <a:lnTo>
                  <a:pt x="1390209" y="75959"/>
                </a:lnTo>
                <a:lnTo>
                  <a:pt x="1445818" y="165697"/>
                </a:lnTo>
                <a:lnTo>
                  <a:pt x="1501426" y="183716"/>
                </a:lnTo>
                <a:lnTo>
                  <a:pt x="1557034" y="180889"/>
                </a:lnTo>
              </a:path>
            </a:pathLst>
          </a:custGeom>
          <a:noFill xmlns:a="http://schemas.openxmlformats.org/drawingml/2006/main"/>
          <a:ln xmlns:a="http://schemas.openxmlformats.org/drawingml/2006/main" w="19590">
            <a:solidFill>
              <a:srgbClr val="14203A"/>
            </a:solidFill>
            <a:prstDash val="solid"/>
          </a:ln>
        </p:spPr>
      </p:sp>
      <p:sp>
        <p:nvSpPr>
          <p:cNvPr id="38" name="Editable chart path">
            <a:extLst xmlns:a="http://schemas.openxmlformats.org/drawingml/2006/main">
              <a:ext uri="{FF2B5EF4-FFF2-40B4-BE49-F238E27FC236}">
                <a16:creationId xmlns:a16="http://schemas.microsoft.com/office/drawing/2014/main" id="{AC00555E-2DAA-4F40-B2C0-40982754200D}"/>
              </a:ext>
            </a:extLst>
          </p:cNvPr>
          <p:cNvSpPr>
            <a:spLocks xmlns:a="http://schemas.openxmlformats.org/drawingml/2006/main" noGrp="1"/>
          </p:cNvSpPr>
          <p:nvPr/>
        </p:nvSpPr>
        <p:spPr>
          <a:xfrm xmlns:a="http://schemas.openxmlformats.org/drawingml/2006/main">
            <a:off x="3504554"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39" name="Editable chart path">
            <a:extLst xmlns:a="http://schemas.openxmlformats.org/drawingml/2006/main">
              <a:ext uri="{FF2B5EF4-FFF2-40B4-BE49-F238E27FC236}">
                <a16:creationId xmlns:a16="http://schemas.microsoft.com/office/drawing/2014/main" id="{8A874E2E-04AB-40EE-92FE-CC3D9C195987}"/>
              </a:ext>
            </a:extLst>
          </p:cNvPr>
          <p:cNvSpPr>
            <a:spLocks xmlns:a="http://schemas.openxmlformats.org/drawingml/2006/main" noGrp="1"/>
          </p:cNvSpPr>
          <p:nvPr/>
        </p:nvSpPr>
        <p:spPr>
          <a:xfrm xmlns:a="http://schemas.openxmlformats.org/drawingml/2006/main">
            <a:off x="2227411"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40" name="Editable chart path">
            <a:extLst xmlns:a="http://schemas.openxmlformats.org/drawingml/2006/main">
              <a:ext uri="{FF2B5EF4-FFF2-40B4-BE49-F238E27FC236}">
                <a16:creationId xmlns:a16="http://schemas.microsoft.com/office/drawing/2014/main" id="{BA7330FD-4D87-4676-9A9C-914BBAEE202E}"/>
              </a:ext>
            </a:extLst>
          </p:cNvPr>
          <p:cNvSpPr>
            <a:spLocks xmlns:a="http://schemas.openxmlformats.org/drawingml/2006/main" noGrp="1"/>
          </p:cNvSpPr>
          <p:nvPr/>
        </p:nvSpPr>
        <p:spPr>
          <a:xfrm xmlns:a="http://schemas.openxmlformats.org/drawingml/2006/main">
            <a:off x="2227411"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41" name="">
            <a:extLst xmlns:a="http://schemas.openxmlformats.org/drawingml/2006/main">
              <a:ext uri="{FF2B5EF4-FFF2-40B4-BE49-F238E27FC236}">
                <a16:creationId xmlns:a16="http://schemas.microsoft.com/office/drawing/2014/main" id="{2F012669-2BAD-4B9E-982B-5A948E037FE8}"/>
              </a:ext>
            </a:extLst>
          </p:cNvPr>
          <p:cNvSpPr>
            <a:spLocks xmlns:a="http://schemas.openxmlformats.org/drawingml/2006/main" noGrp="1"/>
          </p:cNvSpPr>
          <p:nvPr/>
        </p:nvSpPr>
        <p:spPr>
          <a:xfrm xmlns:a="http://schemas.openxmlformats.org/drawingml/2006/main" rot="0">
            <a:off x="1917720"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42" name="">
            <a:extLst xmlns:a="http://schemas.openxmlformats.org/drawingml/2006/main">
              <a:ext uri="{FF2B5EF4-FFF2-40B4-BE49-F238E27FC236}">
                <a16:creationId xmlns:a16="http://schemas.microsoft.com/office/drawing/2014/main" id="{1158EB50-132E-4CB7-844E-99516CE80F1F}"/>
              </a:ext>
            </a:extLst>
          </p:cNvPr>
          <p:cNvSpPr>
            <a:spLocks xmlns:a="http://schemas.openxmlformats.org/drawingml/2006/main" noGrp="1"/>
          </p:cNvSpPr>
          <p:nvPr/>
        </p:nvSpPr>
        <p:spPr>
          <a:xfrm xmlns:a="http://schemas.openxmlformats.org/drawingml/2006/main" rot="0">
            <a:off x="1870762"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43" name="">
            <a:extLst xmlns:a="http://schemas.openxmlformats.org/drawingml/2006/main">
              <a:ext uri="{FF2B5EF4-FFF2-40B4-BE49-F238E27FC236}">
                <a16:creationId xmlns:a16="http://schemas.microsoft.com/office/drawing/2014/main" id="{F43B8B6B-E1CE-4E91-8FDD-B5460342A7CA}"/>
              </a:ext>
            </a:extLst>
          </p:cNvPr>
          <p:cNvSpPr>
            <a:spLocks xmlns:a="http://schemas.openxmlformats.org/drawingml/2006/main" noGrp="1"/>
          </p:cNvSpPr>
          <p:nvPr/>
        </p:nvSpPr>
        <p:spPr>
          <a:xfrm xmlns:a="http://schemas.openxmlformats.org/drawingml/2006/main" rot="0">
            <a:off x="1870762"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44" name="">
            <a:extLst xmlns:a="http://schemas.openxmlformats.org/drawingml/2006/main">
              <a:ext uri="{FF2B5EF4-FFF2-40B4-BE49-F238E27FC236}">
                <a16:creationId xmlns:a16="http://schemas.microsoft.com/office/drawing/2014/main" id="{B043C17A-9FEA-4194-990A-B0F1A9907DE8}"/>
              </a:ext>
            </a:extLst>
          </p:cNvPr>
          <p:cNvSpPr>
            <a:spLocks xmlns:a="http://schemas.openxmlformats.org/drawingml/2006/main" noGrp="1"/>
          </p:cNvSpPr>
          <p:nvPr/>
        </p:nvSpPr>
        <p:spPr>
          <a:xfrm xmlns:a="http://schemas.openxmlformats.org/drawingml/2006/main" rot="0">
            <a:off x="1833233"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45" name="">
            <a:extLst xmlns:a="http://schemas.openxmlformats.org/drawingml/2006/main">
              <a:ext uri="{FF2B5EF4-FFF2-40B4-BE49-F238E27FC236}">
                <a16:creationId xmlns:a16="http://schemas.microsoft.com/office/drawing/2014/main" id="{05A705FF-0858-47C5-952E-2AF2328C3FBF}"/>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6" name="">
            <a:extLst xmlns:a="http://schemas.openxmlformats.org/drawingml/2006/main">
              <a:ext uri="{FF2B5EF4-FFF2-40B4-BE49-F238E27FC236}">
                <a16:creationId xmlns:a16="http://schemas.microsoft.com/office/drawing/2014/main" id="{F04EFA61-3E6F-4550-A263-60CD64389538}"/>
              </a:ext>
            </a:extLst>
          </p:cNvPr>
          <p:cNvSpPr>
            <a:spLocks xmlns:a="http://schemas.openxmlformats.org/drawingml/2006/main" noGrp="1"/>
          </p:cNvSpPr>
          <p:nvPr/>
        </p:nvSpPr>
        <p:spPr>
          <a:xfrm xmlns:a="http://schemas.openxmlformats.org/drawingml/2006/main">
            <a:off x="1371600"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47" name="">
            <a:extLst xmlns:a="http://schemas.openxmlformats.org/drawingml/2006/main">
              <a:ext uri="{FF2B5EF4-FFF2-40B4-BE49-F238E27FC236}">
                <a16:creationId xmlns:a16="http://schemas.microsoft.com/office/drawing/2014/main" id="{C4F3B031-8364-4395-9309-0F8012F2B718}"/>
              </a:ext>
            </a:extLst>
          </p:cNvPr>
          <p:cNvSpPr>
            <a:spLocks xmlns:a="http://schemas.openxmlformats.org/drawingml/2006/main" noGrp="1"/>
          </p:cNvSpPr>
          <p:nvPr/>
        </p:nvSpPr>
        <p:spPr>
          <a:xfrm xmlns:a="http://schemas.openxmlformats.org/drawingml/2006/main">
            <a:off x="1143000"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48" name="">
            <a:extLst xmlns:a="http://schemas.openxmlformats.org/drawingml/2006/main">
              <a:ext uri="{FF2B5EF4-FFF2-40B4-BE49-F238E27FC236}">
                <a16:creationId xmlns:a16="http://schemas.microsoft.com/office/drawing/2014/main" id="{8F251683-3971-4474-8F87-C68D18C67DF5}"/>
              </a:ext>
            </a:extLst>
          </p:cNvPr>
          <p:cNvSpPr>
            <a:spLocks xmlns:a="http://schemas.openxmlformats.org/drawingml/2006/main" noGrp="1"/>
          </p:cNvSpPr>
          <p:nvPr/>
        </p:nvSpPr>
        <p:spPr>
          <a:xfrm xmlns:a="http://schemas.openxmlformats.org/drawingml/2006/main">
            <a:off x="1371600"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49" name="">
            <a:extLst xmlns:a="http://schemas.openxmlformats.org/drawingml/2006/main">
              <a:ext uri="{FF2B5EF4-FFF2-40B4-BE49-F238E27FC236}">
                <a16:creationId xmlns:a16="http://schemas.microsoft.com/office/drawing/2014/main" id="{1B36FF35-E3FD-4DDE-B444-E441C4B4A946}"/>
              </a:ext>
            </a:extLst>
          </p:cNvPr>
          <p:cNvSpPr>
            <a:spLocks xmlns:a="http://schemas.openxmlformats.org/drawingml/2006/main" noGrp="1"/>
          </p:cNvSpPr>
          <p:nvPr/>
        </p:nvSpPr>
        <p:spPr>
          <a:xfrm xmlns:a="http://schemas.openxmlformats.org/drawingml/2006/main">
            <a:off x="4035647"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50" name="">
            <a:extLst xmlns:a="http://schemas.openxmlformats.org/drawingml/2006/main">
              <a:ext uri="{FF2B5EF4-FFF2-40B4-BE49-F238E27FC236}">
                <a16:creationId xmlns:a16="http://schemas.microsoft.com/office/drawing/2014/main" id="{CC978CCA-BA76-4C59-8C96-2B95DA29A92E}"/>
              </a:ext>
            </a:extLst>
          </p:cNvPr>
          <p:cNvSpPr>
            <a:spLocks xmlns:a="http://schemas.openxmlformats.org/drawingml/2006/main" noGrp="1"/>
          </p:cNvSpPr>
          <p:nvPr/>
        </p:nvSpPr>
        <p:spPr>
          <a:xfrm xmlns:a="http://schemas.openxmlformats.org/drawingml/2006/main">
            <a:off x="4264247"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51" name="">
            <a:extLst xmlns:a="http://schemas.openxmlformats.org/drawingml/2006/main">
              <a:ext uri="{FF2B5EF4-FFF2-40B4-BE49-F238E27FC236}">
                <a16:creationId xmlns:a16="http://schemas.microsoft.com/office/drawing/2014/main" id="{F477425B-DA2B-4BFD-9974-F5E31D8905DE}"/>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2026-06-12</a:t>
            </a:r>
          </a:p>
        </p:txBody>
      </p:sp>
      <p:sp>
        <p:nvSpPr>
          <p:cNvPr id="52" name="">
            <a:extLst xmlns:a="http://schemas.openxmlformats.org/drawingml/2006/main">
              <a:ext uri="{FF2B5EF4-FFF2-40B4-BE49-F238E27FC236}">
                <a16:creationId xmlns:a16="http://schemas.microsoft.com/office/drawing/2014/main" id="{DBD1D9AA-5470-4388-A4E3-FDFF39571DA9}"/>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3" name="Editable chart path">
            <a:extLst xmlns:a="http://schemas.openxmlformats.org/drawingml/2006/main">
              <a:ext uri="{FF2B5EF4-FFF2-40B4-BE49-F238E27FC236}">
                <a16:creationId xmlns:a16="http://schemas.microsoft.com/office/drawing/2014/main" id="{5EEC7C8E-2AA1-465E-941C-3825D55E0A98}"/>
              </a:ext>
            </a:extLst>
          </p:cNvPr>
          <p:cNvSpPr>
            <a:spLocks xmlns:a="http://schemas.openxmlformats.org/drawingml/2006/main" noGrp="1"/>
          </p:cNvSpPr>
          <p:nvPr/>
        </p:nvSpPr>
        <p:spPr>
          <a:xfrm xmlns:a="http://schemas.openxmlformats.org/drawingml/2006/main">
            <a:off x="7551969" y="3694015"/>
            <a:ext cx="2668656" cy="557317"/>
          </a:xfrm>
          <a:custGeom xmlns:a="http://schemas.openxmlformats.org/drawingml/2006/main">
            <a:pathLst>
              <a:path w="1557034" h="325168">
                <a:moveTo>
                  <a:pt x="0" y="130200"/>
                </a:moveTo>
                <a:lnTo>
                  <a:pt x="0" y="130200"/>
                </a:lnTo>
                <a:lnTo>
                  <a:pt x="55608" y="164042"/>
                </a:lnTo>
                <a:lnTo>
                  <a:pt x="111217" y="16607"/>
                </a:lnTo>
                <a:lnTo>
                  <a:pt x="166825" y="18680"/>
                </a:lnTo>
                <a:lnTo>
                  <a:pt x="222433" y="117016"/>
                </a:lnTo>
                <a:lnTo>
                  <a:pt x="278042" y="116844"/>
                </a:lnTo>
                <a:lnTo>
                  <a:pt x="333650" y="131861"/>
                </a:lnTo>
                <a:lnTo>
                  <a:pt x="389259" y="138399"/>
                </a:lnTo>
                <a:lnTo>
                  <a:pt x="444867" y="129579"/>
                </a:lnTo>
                <a:lnTo>
                  <a:pt x="500475" y="176627"/>
                </a:lnTo>
                <a:lnTo>
                  <a:pt x="556084" y="217044"/>
                </a:lnTo>
                <a:lnTo>
                  <a:pt x="611692" y="250625"/>
                </a:lnTo>
                <a:lnTo>
                  <a:pt x="667300" y="325168"/>
                </a:lnTo>
                <a:lnTo>
                  <a:pt x="722909" y="282142"/>
                </a:lnTo>
                <a:lnTo>
                  <a:pt x="778517" y="263865"/>
                </a:lnTo>
                <a:lnTo>
                  <a:pt x="834126" y="239546"/>
                </a:lnTo>
                <a:lnTo>
                  <a:pt x="889734" y="254680"/>
                </a:lnTo>
                <a:lnTo>
                  <a:pt x="945342" y="236700"/>
                </a:lnTo>
                <a:lnTo>
                  <a:pt x="1000951" y="211977"/>
                </a:lnTo>
                <a:lnTo>
                  <a:pt x="1056559" y="205413"/>
                </a:lnTo>
                <a:lnTo>
                  <a:pt x="1112167" y="223238"/>
                </a:lnTo>
                <a:lnTo>
                  <a:pt x="1167776" y="223087"/>
                </a:lnTo>
                <a:lnTo>
                  <a:pt x="1223384" y="209257"/>
                </a:lnTo>
                <a:lnTo>
                  <a:pt x="1278993" y="207385"/>
                </a:lnTo>
                <a:lnTo>
                  <a:pt x="1334601" y="174166"/>
                </a:lnTo>
                <a:lnTo>
                  <a:pt x="1390209" y="174950"/>
                </a:lnTo>
                <a:lnTo>
                  <a:pt x="1445818" y="118795"/>
                </a:lnTo>
                <a:lnTo>
                  <a:pt x="1501426" y="118744"/>
                </a:lnTo>
                <a:lnTo>
                  <a:pt x="1557034" y="152357"/>
                </a:lnTo>
                <a:lnTo>
                  <a:pt x="1557034" y="136399"/>
                </a:lnTo>
                <a:lnTo>
                  <a:pt x="1557034" y="136399"/>
                </a:lnTo>
                <a:lnTo>
                  <a:pt x="1501426" y="101770"/>
                </a:lnTo>
                <a:lnTo>
                  <a:pt x="1445818" y="103034"/>
                </a:lnTo>
                <a:lnTo>
                  <a:pt x="1390209" y="151893"/>
                </a:lnTo>
                <a:lnTo>
                  <a:pt x="1334601" y="155518"/>
                </a:lnTo>
                <a:lnTo>
                  <a:pt x="1278993" y="192362"/>
                </a:lnTo>
                <a:lnTo>
                  <a:pt x="1223384" y="193173"/>
                </a:lnTo>
                <a:lnTo>
                  <a:pt x="1167776" y="205249"/>
                </a:lnTo>
                <a:lnTo>
                  <a:pt x="1112167" y="205828"/>
                </a:lnTo>
                <a:lnTo>
                  <a:pt x="1056559" y="189208"/>
                </a:lnTo>
                <a:lnTo>
                  <a:pt x="1000951" y="193144"/>
                </a:lnTo>
                <a:lnTo>
                  <a:pt x="945342" y="220147"/>
                </a:lnTo>
                <a:lnTo>
                  <a:pt x="889734" y="237720"/>
                </a:lnTo>
                <a:lnTo>
                  <a:pt x="834126" y="220900"/>
                </a:lnTo>
                <a:lnTo>
                  <a:pt x="778517" y="246271"/>
                </a:lnTo>
                <a:lnTo>
                  <a:pt x="722909" y="263235"/>
                </a:lnTo>
                <a:lnTo>
                  <a:pt x="667300" y="304943"/>
                </a:lnTo>
                <a:lnTo>
                  <a:pt x="611692" y="227885"/>
                </a:lnTo>
                <a:lnTo>
                  <a:pt x="556084" y="194213"/>
                </a:lnTo>
                <a:lnTo>
                  <a:pt x="500475" y="155838"/>
                </a:lnTo>
                <a:lnTo>
                  <a:pt x="444867" y="112649"/>
                </a:lnTo>
                <a:lnTo>
                  <a:pt x="389259" y="119576"/>
                </a:lnTo>
                <a:lnTo>
                  <a:pt x="333650" y="115609"/>
                </a:lnTo>
                <a:lnTo>
                  <a:pt x="278042" y="101097"/>
                </a:lnTo>
                <a:lnTo>
                  <a:pt x="222433" y="96850"/>
                </a:lnTo>
                <a:lnTo>
                  <a:pt x="166825" y="477"/>
                </a:lnTo>
                <a:lnTo>
                  <a:pt x="111217" y="0"/>
                </a:lnTo>
                <a:lnTo>
                  <a:pt x="55608" y="148241"/>
                </a:lnTo>
                <a:lnTo>
                  <a:pt x="0" y="130200"/>
                </a:lnTo>
                <a:close/>
              </a:path>
            </a:pathLst>
          </a:custGeom>
          <a:solidFill xmlns:a="http://schemas.openxmlformats.org/drawingml/2006/main">
            <a:srgbClr val="2C5EAA">
              <a:alpha val="20000"/>
            </a:srgbClr>
          </a:solidFill>
          <a:ln xmlns:a="http://schemas.openxmlformats.org/drawingml/2006/main" w="0">
            <a:noFill/>
            <a:prstDash val="solid"/>
          </a:ln>
        </p:spPr>
      </p:sp>
      <p:sp>
        <p:nvSpPr>
          <p:cNvPr id="54" name="Editable chart path">
            <a:extLst xmlns:a="http://schemas.openxmlformats.org/drawingml/2006/main">
              <a:ext uri="{FF2B5EF4-FFF2-40B4-BE49-F238E27FC236}">
                <a16:creationId xmlns:a16="http://schemas.microsoft.com/office/drawing/2014/main" id="{6B529627-F1B5-4379-A56E-1D6C6147B817}"/>
              </a:ext>
            </a:extLst>
          </p:cNvPr>
          <p:cNvSpPr>
            <a:spLocks xmlns:a="http://schemas.openxmlformats.org/drawingml/2006/main" noGrp="1"/>
          </p:cNvSpPr>
          <p:nvPr/>
        </p:nvSpPr>
        <p:spPr>
          <a:xfrm xmlns:a="http://schemas.openxmlformats.org/drawingml/2006/main">
            <a:off x="755196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5" name="">
            <a:extLst xmlns:a="http://schemas.openxmlformats.org/drawingml/2006/main">
              <a:ext uri="{FF2B5EF4-FFF2-40B4-BE49-F238E27FC236}">
                <a16:creationId xmlns:a16="http://schemas.microsoft.com/office/drawing/2014/main" id="{D97B5187-CBBF-419C-906D-E103D02292BC}"/>
              </a:ext>
            </a:extLst>
          </p:cNvPr>
          <p:cNvSpPr>
            <a:spLocks xmlns:a="http://schemas.openxmlformats.org/drawingml/2006/main" noGrp="1"/>
          </p:cNvSpPr>
          <p:nvPr/>
        </p:nvSpPr>
        <p:spPr>
          <a:xfrm xmlns:a="http://schemas.openxmlformats.org/drawingml/2006/main" rot="0">
            <a:off x="7500410"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56" name="Editable chart path">
            <a:extLst xmlns:a="http://schemas.openxmlformats.org/drawingml/2006/main">
              <a:ext uri="{FF2B5EF4-FFF2-40B4-BE49-F238E27FC236}">
                <a16:creationId xmlns:a16="http://schemas.microsoft.com/office/drawing/2014/main" id="{EF23D88B-3DD9-4C89-915A-BDDA9B3D3D3A}"/>
              </a:ext>
            </a:extLst>
          </p:cNvPr>
          <p:cNvSpPr>
            <a:spLocks xmlns:a="http://schemas.openxmlformats.org/drawingml/2006/main" noGrp="1"/>
          </p:cNvSpPr>
          <p:nvPr/>
        </p:nvSpPr>
        <p:spPr>
          <a:xfrm xmlns:a="http://schemas.openxmlformats.org/drawingml/2006/main">
            <a:off x="8314442"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7" name="">
            <a:extLst xmlns:a="http://schemas.openxmlformats.org/drawingml/2006/main">
              <a:ext uri="{FF2B5EF4-FFF2-40B4-BE49-F238E27FC236}">
                <a16:creationId xmlns:a16="http://schemas.microsoft.com/office/drawing/2014/main" id="{DBBA797D-7745-4D90-8EC4-BC8045BC8C25}"/>
              </a:ext>
            </a:extLst>
          </p:cNvPr>
          <p:cNvSpPr>
            <a:spLocks xmlns:a="http://schemas.openxmlformats.org/drawingml/2006/main" noGrp="1"/>
          </p:cNvSpPr>
          <p:nvPr/>
        </p:nvSpPr>
        <p:spPr>
          <a:xfrm xmlns:a="http://schemas.openxmlformats.org/drawingml/2006/main" rot="0">
            <a:off x="8265272"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58" name="Editable chart path">
            <a:extLst xmlns:a="http://schemas.openxmlformats.org/drawingml/2006/main">
              <a:ext uri="{FF2B5EF4-FFF2-40B4-BE49-F238E27FC236}">
                <a16:creationId xmlns:a16="http://schemas.microsoft.com/office/drawing/2014/main" id="{566DAB4C-64E2-4937-B787-ABB875FAEE00}"/>
              </a:ext>
            </a:extLst>
          </p:cNvPr>
          <p:cNvSpPr>
            <a:spLocks xmlns:a="http://schemas.openxmlformats.org/drawingml/2006/main" noGrp="1"/>
          </p:cNvSpPr>
          <p:nvPr/>
        </p:nvSpPr>
        <p:spPr>
          <a:xfrm xmlns:a="http://schemas.openxmlformats.org/drawingml/2006/main">
            <a:off x="9076915"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9" name="">
            <a:extLst xmlns:a="http://schemas.openxmlformats.org/drawingml/2006/main">
              <a:ext uri="{FF2B5EF4-FFF2-40B4-BE49-F238E27FC236}">
                <a16:creationId xmlns:a16="http://schemas.microsoft.com/office/drawing/2014/main" id="{0CD71072-511D-4DAC-A7D1-AAF29DBF246C}"/>
              </a:ext>
            </a:extLst>
          </p:cNvPr>
          <p:cNvSpPr>
            <a:spLocks xmlns:a="http://schemas.openxmlformats.org/drawingml/2006/main" noGrp="1"/>
          </p:cNvSpPr>
          <p:nvPr/>
        </p:nvSpPr>
        <p:spPr>
          <a:xfrm xmlns:a="http://schemas.openxmlformats.org/drawingml/2006/main" rot="0">
            <a:off x="9025330"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60" name="Editable chart path">
            <a:extLst xmlns:a="http://schemas.openxmlformats.org/drawingml/2006/main">
              <a:ext uri="{FF2B5EF4-FFF2-40B4-BE49-F238E27FC236}">
                <a16:creationId xmlns:a16="http://schemas.microsoft.com/office/drawing/2014/main" id="{C61A09CA-3814-41A4-BB5C-4DAD2527536D}"/>
              </a:ext>
            </a:extLst>
          </p:cNvPr>
          <p:cNvSpPr>
            <a:spLocks xmlns:a="http://schemas.openxmlformats.org/drawingml/2006/main" noGrp="1"/>
          </p:cNvSpPr>
          <p:nvPr/>
        </p:nvSpPr>
        <p:spPr>
          <a:xfrm xmlns:a="http://schemas.openxmlformats.org/drawingml/2006/main">
            <a:off x="983938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1" name="">
            <a:extLst xmlns:a="http://schemas.openxmlformats.org/drawingml/2006/main">
              <a:ext uri="{FF2B5EF4-FFF2-40B4-BE49-F238E27FC236}">
                <a16:creationId xmlns:a16="http://schemas.microsoft.com/office/drawing/2014/main" id="{03A50B99-1840-4C98-8760-1DB2C37D3D1D}"/>
              </a:ext>
            </a:extLst>
          </p:cNvPr>
          <p:cNvSpPr>
            <a:spLocks xmlns:a="http://schemas.openxmlformats.org/drawingml/2006/main" noGrp="1"/>
          </p:cNvSpPr>
          <p:nvPr/>
        </p:nvSpPr>
        <p:spPr>
          <a:xfrm xmlns:a="http://schemas.openxmlformats.org/drawingml/2006/main" rot="0">
            <a:off x="9787673"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62" name="">
            <a:extLst xmlns:a="http://schemas.openxmlformats.org/drawingml/2006/main">
              <a:ext uri="{FF2B5EF4-FFF2-40B4-BE49-F238E27FC236}">
                <a16:creationId xmlns:a16="http://schemas.microsoft.com/office/drawing/2014/main" id="{E5278DD1-8835-4DBE-8730-8BA434BC0147}"/>
              </a:ext>
            </a:extLst>
          </p:cNvPr>
          <p:cNvSpPr>
            <a:spLocks xmlns:a="http://schemas.openxmlformats.org/drawingml/2006/main" noGrp="1"/>
          </p:cNvSpPr>
          <p:nvPr/>
        </p:nvSpPr>
        <p:spPr>
          <a:xfrm xmlns:a="http://schemas.openxmlformats.org/drawingml/2006/main" rot="0">
            <a:off x="8318628"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3" name="Editable chart path">
            <a:extLst xmlns:a="http://schemas.openxmlformats.org/drawingml/2006/main">
              <a:ext uri="{FF2B5EF4-FFF2-40B4-BE49-F238E27FC236}">
                <a16:creationId xmlns:a16="http://schemas.microsoft.com/office/drawing/2014/main" id="{3AD0A33A-22BA-4B9A-9FD9-F9049FBF95E2}"/>
              </a:ext>
            </a:extLst>
          </p:cNvPr>
          <p:cNvSpPr>
            <a:spLocks xmlns:a="http://schemas.openxmlformats.org/drawingml/2006/main" noGrp="1"/>
          </p:cNvSpPr>
          <p:nvPr/>
        </p:nvSpPr>
        <p:spPr>
          <a:xfrm xmlns:a="http://schemas.openxmlformats.org/drawingml/2006/main">
            <a:off x="7418536"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D3CECD90-8368-4F14-B352-BAFF491039BF}"/>
              </a:ext>
            </a:extLst>
          </p:cNvPr>
          <p:cNvSpPr>
            <a:spLocks xmlns:a="http://schemas.openxmlformats.org/drawingml/2006/main" noGrp="1"/>
          </p:cNvSpPr>
          <p:nvPr/>
        </p:nvSpPr>
        <p:spPr>
          <a:xfrm xmlns:a="http://schemas.openxmlformats.org/drawingml/2006/main">
            <a:off x="7361398"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5" name="Editable chart path">
            <a:extLst xmlns:a="http://schemas.openxmlformats.org/drawingml/2006/main">
              <a:ext uri="{FF2B5EF4-FFF2-40B4-BE49-F238E27FC236}">
                <a16:creationId xmlns:a16="http://schemas.microsoft.com/office/drawing/2014/main" id="{369BD5D0-14BC-4C8C-88A3-6C6D2E0AA30E}"/>
              </a:ext>
            </a:extLst>
          </p:cNvPr>
          <p:cNvSpPr>
            <a:spLocks xmlns:a="http://schemas.openxmlformats.org/drawingml/2006/main" noGrp="1"/>
          </p:cNvSpPr>
          <p:nvPr/>
        </p:nvSpPr>
        <p:spPr>
          <a:xfrm xmlns:a="http://schemas.openxmlformats.org/drawingml/2006/main">
            <a:off x="7418536"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6" name="Editable chart path">
            <a:extLst xmlns:a="http://schemas.openxmlformats.org/drawingml/2006/main">
              <a:ext uri="{FF2B5EF4-FFF2-40B4-BE49-F238E27FC236}">
                <a16:creationId xmlns:a16="http://schemas.microsoft.com/office/drawing/2014/main" id="{C4ECAF87-8A37-4E11-8FFF-3C5B797001C7}"/>
              </a:ext>
            </a:extLst>
          </p:cNvPr>
          <p:cNvSpPr>
            <a:spLocks xmlns:a="http://schemas.openxmlformats.org/drawingml/2006/main" noGrp="1"/>
          </p:cNvSpPr>
          <p:nvPr/>
        </p:nvSpPr>
        <p:spPr>
          <a:xfrm xmlns:a="http://schemas.openxmlformats.org/drawingml/2006/main">
            <a:off x="7361398"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7" name="Editable chart path">
            <a:extLst xmlns:a="http://schemas.openxmlformats.org/drawingml/2006/main">
              <a:ext uri="{FF2B5EF4-FFF2-40B4-BE49-F238E27FC236}">
                <a16:creationId xmlns:a16="http://schemas.microsoft.com/office/drawing/2014/main" id="{DC4E9DAC-CC7F-4E1C-9789-C9A591C38CF2}"/>
              </a:ext>
            </a:extLst>
          </p:cNvPr>
          <p:cNvSpPr>
            <a:spLocks xmlns:a="http://schemas.openxmlformats.org/drawingml/2006/main" noGrp="1"/>
          </p:cNvSpPr>
          <p:nvPr/>
        </p:nvSpPr>
        <p:spPr>
          <a:xfrm xmlns:a="http://schemas.openxmlformats.org/drawingml/2006/main">
            <a:off x="7418536"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8" name="Editable chart path">
            <a:extLst xmlns:a="http://schemas.openxmlformats.org/drawingml/2006/main">
              <a:ext uri="{FF2B5EF4-FFF2-40B4-BE49-F238E27FC236}">
                <a16:creationId xmlns:a16="http://schemas.microsoft.com/office/drawing/2014/main" id="{DDBCB013-127E-4C91-9632-798996F98B71}"/>
              </a:ext>
            </a:extLst>
          </p:cNvPr>
          <p:cNvSpPr>
            <a:spLocks xmlns:a="http://schemas.openxmlformats.org/drawingml/2006/main" noGrp="1"/>
          </p:cNvSpPr>
          <p:nvPr/>
        </p:nvSpPr>
        <p:spPr>
          <a:xfrm xmlns:a="http://schemas.openxmlformats.org/drawingml/2006/main">
            <a:off x="7361398"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9" name="Editable chart path">
            <a:extLst xmlns:a="http://schemas.openxmlformats.org/drawingml/2006/main">
              <a:ext uri="{FF2B5EF4-FFF2-40B4-BE49-F238E27FC236}">
                <a16:creationId xmlns:a16="http://schemas.microsoft.com/office/drawing/2014/main" id="{4501DAFA-1BC7-4D90-B48C-9CAE7AEBEF5B}"/>
              </a:ext>
            </a:extLst>
          </p:cNvPr>
          <p:cNvSpPr>
            <a:spLocks xmlns:a="http://schemas.openxmlformats.org/drawingml/2006/main" noGrp="1"/>
          </p:cNvSpPr>
          <p:nvPr/>
        </p:nvSpPr>
        <p:spPr>
          <a:xfrm xmlns:a="http://schemas.openxmlformats.org/drawingml/2006/main">
            <a:off x="7418536"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6B9239BD-3A1B-4D54-A3FB-C188A499029A}"/>
              </a:ext>
            </a:extLst>
          </p:cNvPr>
          <p:cNvSpPr>
            <a:spLocks xmlns:a="http://schemas.openxmlformats.org/drawingml/2006/main" noGrp="1"/>
          </p:cNvSpPr>
          <p:nvPr/>
        </p:nvSpPr>
        <p:spPr>
          <a:xfrm xmlns:a="http://schemas.openxmlformats.org/drawingml/2006/main">
            <a:off x="7361398"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71" name="Editable chart path">
            <a:extLst xmlns:a="http://schemas.openxmlformats.org/drawingml/2006/main">
              <a:ext uri="{FF2B5EF4-FFF2-40B4-BE49-F238E27FC236}">
                <a16:creationId xmlns:a16="http://schemas.microsoft.com/office/drawing/2014/main" id="{33427BB2-FB25-4184-8757-135522019ACD}"/>
              </a:ext>
            </a:extLst>
          </p:cNvPr>
          <p:cNvSpPr>
            <a:spLocks xmlns:a="http://schemas.openxmlformats.org/drawingml/2006/main" noGrp="1"/>
          </p:cNvSpPr>
          <p:nvPr/>
        </p:nvSpPr>
        <p:spPr>
          <a:xfrm xmlns:a="http://schemas.openxmlformats.org/drawingml/2006/main">
            <a:off x="7551969" y="3706562"/>
            <a:ext cx="2668656" cy="526195"/>
          </a:xfrm>
          <a:custGeom xmlns:a="http://schemas.openxmlformats.org/drawingml/2006/main">
            <a:pathLst>
              <a:path w="1557034" h="307010">
                <a:moveTo>
                  <a:pt x="0" y="122879"/>
                </a:moveTo>
                <a:lnTo>
                  <a:pt x="55608" y="149223"/>
                </a:lnTo>
                <a:lnTo>
                  <a:pt x="111217" y="0"/>
                </a:lnTo>
                <a:lnTo>
                  <a:pt x="166825" y="1575"/>
                </a:lnTo>
                <a:lnTo>
                  <a:pt x="222433" y="101221"/>
                </a:lnTo>
                <a:lnTo>
                  <a:pt x="278042" y="102407"/>
                </a:lnTo>
                <a:lnTo>
                  <a:pt x="333650" y="116774"/>
                </a:lnTo>
                <a:lnTo>
                  <a:pt x="389259" y="120528"/>
                </a:lnTo>
                <a:lnTo>
                  <a:pt x="444867" y="113980"/>
                </a:lnTo>
                <a:lnTo>
                  <a:pt x="500475" y="159034"/>
                </a:lnTo>
                <a:lnTo>
                  <a:pt x="556084" y="197721"/>
                </a:lnTo>
                <a:lnTo>
                  <a:pt x="611692" y="231568"/>
                </a:lnTo>
                <a:lnTo>
                  <a:pt x="667300" y="307010"/>
                </a:lnTo>
                <a:lnTo>
                  <a:pt x="722909" y="266561"/>
                </a:lnTo>
                <a:lnTo>
                  <a:pt x="778517" y="246810"/>
                </a:lnTo>
                <a:lnTo>
                  <a:pt x="834126" y="224351"/>
                </a:lnTo>
                <a:lnTo>
                  <a:pt x="889734" y="238911"/>
                </a:lnTo>
                <a:lnTo>
                  <a:pt x="945342" y="220965"/>
                </a:lnTo>
                <a:lnTo>
                  <a:pt x="1000951" y="193615"/>
                </a:lnTo>
                <a:lnTo>
                  <a:pt x="1056559" y="190458"/>
                </a:lnTo>
                <a:lnTo>
                  <a:pt x="1112167" y="206995"/>
                </a:lnTo>
                <a:lnTo>
                  <a:pt x="1167776" y="206309"/>
                </a:lnTo>
                <a:lnTo>
                  <a:pt x="1223384" y="192427"/>
                </a:lnTo>
                <a:lnTo>
                  <a:pt x="1278993" y="192237"/>
                </a:lnTo>
                <a:lnTo>
                  <a:pt x="1334601" y="157621"/>
                </a:lnTo>
                <a:lnTo>
                  <a:pt x="1390209" y="156251"/>
                </a:lnTo>
                <a:lnTo>
                  <a:pt x="1445818" y="102823"/>
                </a:lnTo>
                <a:lnTo>
                  <a:pt x="1501426" y="102185"/>
                </a:lnTo>
                <a:lnTo>
                  <a:pt x="1557034" y="137017"/>
                </a:lnTo>
              </a:path>
            </a:pathLst>
          </a:custGeom>
          <a:noFill xmlns:a="http://schemas.openxmlformats.org/drawingml/2006/main"/>
          <a:ln xmlns:a="http://schemas.openxmlformats.org/drawingml/2006/main" w="24488">
            <a:solidFill>
              <a:srgbClr val="2C5EAA"/>
            </a:solidFill>
            <a:prstDash val="solid"/>
          </a:ln>
        </p:spPr>
      </p:sp>
      <p:sp>
        <p:nvSpPr>
          <p:cNvPr id="72" name="Editable chart path">
            <a:extLst xmlns:a="http://schemas.openxmlformats.org/drawingml/2006/main">
              <a:ext uri="{FF2B5EF4-FFF2-40B4-BE49-F238E27FC236}">
                <a16:creationId xmlns:a16="http://schemas.microsoft.com/office/drawing/2014/main" id="{7713EB1B-813E-4FE4-A21F-49D8C6B9503B}"/>
              </a:ext>
            </a:extLst>
          </p:cNvPr>
          <p:cNvSpPr>
            <a:spLocks xmlns:a="http://schemas.openxmlformats.org/drawingml/2006/main" noGrp="1"/>
          </p:cNvSpPr>
          <p:nvPr/>
        </p:nvSpPr>
        <p:spPr>
          <a:xfrm xmlns:a="http://schemas.openxmlformats.org/drawingml/2006/main">
            <a:off x="7551969" y="3766319"/>
            <a:ext cx="2668656" cy="352915"/>
          </a:xfrm>
          <a:custGeom xmlns:a="http://schemas.openxmlformats.org/drawingml/2006/main">
            <a:pathLst>
              <a:path w="1557034" h="205909">
                <a:moveTo>
                  <a:pt x="0" y="88014"/>
                </a:moveTo>
                <a:lnTo>
                  <a:pt x="55608" y="88014"/>
                </a:lnTo>
                <a:lnTo>
                  <a:pt x="111217" y="0"/>
                </a:lnTo>
                <a:lnTo>
                  <a:pt x="166825" y="0"/>
                </a:lnTo>
                <a:lnTo>
                  <a:pt x="222433" y="78817"/>
                </a:lnTo>
                <a:lnTo>
                  <a:pt x="278042" y="78817"/>
                </a:lnTo>
                <a:lnTo>
                  <a:pt x="333650" y="96960"/>
                </a:lnTo>
                <a:lnTo>
                  <a:pt x="389259" y="96960"/>
                </a:lnTo>
                <a:lnTo>
                  <a:pt x="444867" y="111447"/>
                </a:lnTo>
                <a:lnTo>
                  <a:pt x="500475" y="111447"/>
                </a:lnTo>
                <a:lnTo>
                  <a:pt x="556084" y="152354"/>
                </a:lnTo>
                <a:lnTo>
                  <a:pt x="611692" y="152354"/>
                </a:lnTo>
                <a:lnTo>
                  <a:pt x="667300" y="205909"/>
                </a:lnTo>
                <a:lnTo>
                  <a:pt x="722909" y="205909"/>
                </a:lnTo>
                <a:lnTo>
                  <a:pt x="778517" y="190350"/>
                </a:lnTo>
                <a:lnTo>
                  <a:pt x="834126" y="190350"/>
                </a:lnTo>
                <a:lnTo>
                  <a:pt x="889734" y="189954"/>
                </a:lnTo>
                <a:lnTo>
                  <a:pt x="945342" y="189954"/>
                </a:lnTo>
                <a:lnTo>
                  <a:pt x="1000951" y="149355"/>
                </a:lnTo>
                <a:lnTo>
                  <a:pt x="1056559" y="149355"/>
                </a:lnTo>
                <a:lnTo>
                  <a:pt x="1112167" y="164609"/>
                </a:lnTo>
                <a:lnTo>
                  <a:pt x="1167776" y="164609"/>
                </a:lnTo>
                <a:lnTo>
                  <a:pt x="1223384" y="155252"/>
                </a:lnTo>
                <a:lnTo>
                  <a:pt x="1278993" y="155252"/>
                </a:lnTo>
                <a:lnTo>
                  <a:pt x="1334601" y="123894"/>
                </a:lnTo>
                <a:lnTo>
                  <a:pt x="1390209" y="123894"/>
                </a:lnTo>
                <a:lnTo>
                  <a:pt x="1445818" y="78987"/>
                </a:lnTo>
                <a:lnTo>
                  <a:pt x="1501426" y="78987"/>
                </a:lnTo>
                <a:lnTo>
                  <a:pt x="1557034" y="105760"/>
                </a:lnTo>
              </a:path>
            </a:pathLst>
          </a:custGeom>
          <a:noFill xmlns:a="http://schemas.openxmlformats.org/drawingml/2006/main"/>
          <a:ln xmlns:a="http://schemas.openxmlformats.org/drawingml/2006/main" w="16325">
            <a:solidFill>
              <a:srgbClr val="5A6683"/>
            </a:solidFill>
            <a:prstDash val="dash"/>
          </a:ln>
        </p:spPr>
      </p:sp>
      <p:sp>
        <p:nvSpPr>
          <p:cNvPr id="73" name="Editable chart path">
            <a:extLst xmlns:a="http://schemas.openxmlformats.org/drawingml/2006/main">
              <a:ext uri="{FF2B5EF4-FFF2-40B4-BE49-F238E27FC236}">
                <a16:creationId xmlns:a16="http://schemas.microsoft.com/office/drawing/2014/main" id="{FCA8E50E-0E92-4ED4-A884-30757DECE486}"/>
              </a:ext>
            </a:extLst>
          </p:cNvPr>
          <p:cNvSpPr>
            <a:spLocks xmlns:a="http://schemas.openxmlformats.org/drawingml/2006/main" noGrp="1"/>
          </p:cNvSpPr>
          <p:nvPr/>
        </p:nvSpPr>
        <p:spPr>
          <a:xfrm xmlns:a="http://schemas.openxmlformats.org/drawingml/2006/main">
            <a:off x="7551969" y="3789837"/>
            <a:ext cx="2668656" cy="534584"/>
          </a:xfrm>
          <a:custGeom xmlns:a="http://schemas.openxmlformats.org/drawingml/2006/main">
            <a:pathLst>
              <a:path w="1557034" h="311904">
                <a:moveTo>
                  <a:pt x="0" y="74292"/>
                </a:moveTo>
                <a:lnTo>
                  <a:pt x="55608" y="80637"/>
                </a:lnTo>
                <a:lnTo>
                  <a:pt x="111217" y="44616"/>
                </a:lnTo>
                <a:lnTo>
                  <a:pt x="166825" y="129551"/>
                </a:lnTo>
                <a:lnTo>
                  <a:pt x="222433" y="46049"/>
                </a:lnTo>
                <a:lnTo>
                  <a:pt x="278042" y="0"/>
                </a:lnTo>
                <a:lnTo>
                  <a:pt x="333650" y="51165"/>
                </a:lnTo>
                <a:lnTo>
                  <a:pt x="389259" y="23127"/>
                </a:lnTo>
                <a:lnTo>
                  <a:pt x="444867" y="53621"/>
                </a:lnTo>
                <a:lnTo>
                  <a:pt x="500475" y="46049"/>
                </a:lnTo>
                <a:lnTo>
                  <a:pt x="556084" y="172325"/>
                </a:lnTo>
                <a:lnTo>
                  <a:pt x="611692" y="191359"/>
                </a:lnTo>
                <a:lnTo>
                  <a:pt x="667300" y="256236"/>
                </a:lnTo>
                <a:lnTo>
                  <a:pt x="722909" y="225742"/>
                </a:lnTo>
                <a:lnTo>
                  <a:pt x="778517" y="311904"/>
                </a:lnTo>
                <a:lnTo>
                  <a:pt x="834126" y="258488"/>
                </a:lnTo>
                <a:lnTo>
                  <a:pt x="889734" y="221444"/>
                </a:lnTo>
                <a:lnTo>
                  <a:pt x="945342" y="149198"/>
                </a:lnTo>
                <a:lnTo>
                  <a:pt x="1000951" y="140602"/>
                </a:lnTo>
                <a:lnTo>
                  <a:pt x="1056559" y="241910"/>
                </a:lnTo>
                <a:lnTo>
                  <a:pt x="1112167" y="236998"/>
                </a:lnTo>
                <a:lnTo>
                  <a:pt x="1167776" y="153291"/>
                </a:lnTo>
                <a:lnTo>
                  <a:pt x="1223384" y="240477"/>
                </a:lnTo>
                <a:lnTo>
                  <a:pt x="1278993" y="159022"/>
                </a:lnTo>
                <a:lnTo>
                  <a:pt x="1334601" y="142649"/>
                </a:lnTo>
                <a:lnTo>
                  <a:pt x="1390209" y="189926"/>
                </a:lnTo>
                <a:lnTo>
                  <a:pt x="1445818" y="195861"/>
                </a:lnTo>
                <a:lnTo>
                  <a:pt x="1501426" y="75315"/>
                </a:lnTo>
                <a:lnTo>
                  <a:pt x="1557034" y="162297"/>
                </a:lnTo>
              </a:path>
            </a:pathLst>
          </a:custGeom>
          <a:noFill xmlns:a="http://schemas.openxmlformats.org/drawingml/2006/main"/>
          <a:ln xmlns:a="http://schemas.openxmlformats.org/drawingml/2006/main" w="19590">
            <a:solidFill>
              <a:srgbClr val="14203A"/>
            </a:solidFill>
            <a:prstDash val="solid"/>
          </a:ln>
        </p:spPr>
      </p:sp>
      <p:sp>
        <p:nvSpPr>
          <p:cNvPr id="74" name="Editable chart path">
            <a:extLst xmlns:a="http://schemas.openxmlformats.org/drawingml/2006/main">
              <a:ext uri="{FF2B5EF4-FFF2-40B4-BE49-F238E27FC236}">
                <a16:creationId xmlns:a16="http://schemas.microsoft.com/office/drawing/2014/main" id="{5A6639A9-8FB6-4CB0-BB53-822488568247}"/>
              </a:ext>
            </a:extLst>
          </p:cNvPr>
          <p:cNvSpPr>
            <a:spLocks xmlns:a="http://schemas.openxmlformats.org/drawingml/2006/main" noGrp="1"/>
          </p:cNvSpPr>
          <p:nvPr/>
        </p:nvSpPr>
        <p:spPr>
          <a:xfrm xmlns:a="http://schemas.openxmlformats.org/drawingml/2006/main">
            <a:off x="8695679"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75" name="Editable chart path">
            <a:extLst xmlns:a="http://schemas.openxmlformats.org/drawingml/2006/main">
              <a:ext uri="{FF2B5EF4-FFF2-40B4-BE49-F238E27FC236}">
                <a16:creationId xmlns:a16="http://schemas.microsoft.com/office/drawing/2014/main" id="{88A9248F-BC3D-406E-B305-880F6F499FCE}"/>
              </a:ext>
            </a:extLst>
          </p:cNvPr>
          <p:cNvSpPr>
            <a:spLocks xmlns:a="http://schemas.openxmlformats.org/drawingml/2006/main" noGrp="1"/>
          </p:cNvSpPr>
          <p:nvPr/>
        </p:nvSpPr>
        <p:spPr>
          <a:xfrm xmlns:a="http://schemas.openxmlformats.org/drawingml/2006/main">
            <a:off x="7418536"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76" name="Editable chart path">
            <a:extLst xmlns:a="http://schemas.openxmlformats.org/drawingml/2006/main">
              <a:ext uri="{FF2B5EF4-FFF2-40B4-BE49-F238E27FC236}">
                <a16:creationId xmlns:a16="http://schemas.microsoft.com/office/drawing/2014/main" id="{429774C4-A3A5-4814-A364-8CD8EBB0C61F}"/>
              </a:ext>
            </a:extLst>
          </p:cNvPr>
          <p:cNvSpPr>
            <a:spLocks xmlns:a="http://schemas.openxmlformats.org/drawingml/2006/main" noGrp="1"/>
          </p:cNvSpPr>
          <p:nvPr/>
        </p:nvSpPr>
        <p:spPr>
          <a:xfrm xmlns:a="http://schemas.openxmlformats.org/drawingml/2006/main">
            <a:off x="7418536"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77" name="">
            <a:extLst xmlns:a="http://schemas.openxmlformats.org/drawingml/2006/main">
              <a:ext uri="{FF2B5EF4-FFF2-40B4-BE49-F238E27FC236}">
                <a16:creationId xmlns:a16="http://schemas.microsoft.com/office/drawing/2014/main" id="{B77E300F-2102-4F3D-883F-195A2DC4CDEA}"/>
              </a:ext>
            </a:extLst>
          </p:cNvPr>
          <p:cNvSpPr>
            <a:spLocks xmlns:a="http://schemas.openxmlformats.org/drawingml/2006/main" noGrp="1"/>
          </p:cNvSpPr>
          <p:nvPr/>
        </p:nvSpPr>
        <p:spPr>
          <a:xfrm xmlns:a="http://schemas.openxmlformats.org/drawingml/2006/main" rot="0">
            <a:off x="7108845"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78" name="">
            <a:extLst xmlns:a="http://schemas.openxmlformats.org/drawingml/2006/main">
              <a:ext uri="{FF2B5EF4-FFF2-40B4-BE49-F238E27FC236}">
                <a16:creationId xmlns:a16="http://schemas.microsoft.com/office/drawing/2014/main" id="{30ABF9F2-E00D-4325-981D-E8F16EAFE695}"/>
              </a:ext>
            </a:extLst>
          </p:cNvPr>
          <p:cNvSpPr>
            <a:spLocks xmlns:a="http://schemas.openxmlformats.org/drawingml/2006/main" noGrp="1"/>
          </p:cNvSpPr>
          <p:nvPr/>
        </p:nvSpPr>
        <p:spPr>
          <a:xfrm xmlns:a="http://schemas.openxmlformats.org/drawingml/2006/main" rot="0">
            <a:off x="7061887"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79" name="">
            <a:extLst xmlns:a="http://schemas.openxmlformats.org/drawingml/2006/main">
              <a:ext uri="{FF2B5EF4-FFF2-40B4-BE49-F238E27FC236}">
                <a16:creationId xmlns:a16="http://schemas.microsoft.com/office/drawing/2014/main" id="{0A9480A7-DA09-466A-A02A-D88707D58EFA}"/>
              </a:ext>
            </a:extLst>
          </p:cNvPr>
          <p:cNvSpPr>
            <a:spLocks xmlns:a="http://schemas.openxmlformats.org/drawingml/2006/main" noGrp="1"/>
          </p:cNvSpPr>
          <p:nvPr/>
        </p:nvSpPr>
        <p:spPr>
          <a:xfrm xmlns:a="http://schemas.openxmlformats.org/drawingml/2006/main" rot="0">
            <a:off x="7061887"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80" name="">
            <a:extLst xmlns:a="http://schemas.openxmlformats.org/drawingml/2006/main">
              <a:ext uri="{FF2B5EF4-FFF2-40B4-BE49-F238E27FC236}">
                <a16:creationId xmlns:a16="http://schemas.microsoft.com/office/drawing/2014/main" id="{E60A0CB4-F68A-4D7D-9295-CABA105AE679}"/>
              </a:ext>
            </a:extLst>
          </p:cNvPr>
          <p:cNvSpPr>
            <a:spLocks xmlns:a="http://schemas.openxmlformats.org/drawingml/2006/main" noGrp="1"/>
          </p:cNvSpPr>
          <p:nvPr/>
        </p:nvSpPr>
        <p:spPr>
          <a:xfrm xmlns:a="http://schemas.openxmlformats.org/drawingml/2006/main" rot="0">
            <a:off x="7024358"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81" name="">
            <a:extLst xmlns:a="http://schemas.openxmlformats.org/drawingml/2006/main">
              <a:ext uri="{FF2B5EF4-FFF2-40B4-BE49-F238E27FC236}">
                <a16:creationId xmlns:a16="http://schemas.microsoft.com/office/drawing/2014/main" id="{1515C3C5-411C-4411-8B52-1EAE9B3D1D1C}"/>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2" name="">
            <a:extLst xmlns:a="http://schemas.openxmlformats.org/drawingml/2006/main">
              <a:ext uri="{FF2B5EF4-FFF2-40B4-BE49-F238E27FC236}">
                <a16:creationId xmlns:a16="http://schemas.microsoft.com/office/drawing/2014/main" id="{A3C31930-88C9-4E9F-82C0-99D389FBBC58}"/>
              </a:ext>
            </a:extLst>
          </p:cNvPr>
          <p:cNvSpPr>
            <a:spLocks xmlns:a="http://schemas.openxmlformats.org/drawingml/2006/main" noGrp="1"/>
          </p:cNvSpPr>
          <p:nvPr/>
        </p:nvSpPr>
        <p:spPr>
          <a:xfrm xmlns:a="http://schemas.openxmlformats.org/drawingml/2006/main">
            <a:off x="6562725"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83" name="">
            <a:extLst xmlns:a="http://schemas.openxmlformats.org/drawingml/2006/main">
              <a:ext uri="{FF2B5EF4-FFF2-40B4-BE49-F238E27FC236}">
                <a16:creationId xmlns:a16="http://schemas.microsoft.com/office/drawing/2014/main" id="{2FFD1C25-B619-422E-9160-8552E55F986B}"/>
              </a:ext>
            </a:extLst>
          </p:cNvPr>
          <p:cNvSpPr>
            <a:spLocks xmlns:a="http://schemas.openxmlformats.org/drawingml/2006/main" noGrp="1"/>
          </p:cNvSpPr>
          <p:nvPr/>
        </p:nvSpPr>
        <p:spPr>
          <a:xfrm xmlns:a="http://schemas.openxmlformats.org/drawingml/2006/main">
            <a:off x="6334125"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84" name="">
            <a:extLst xmlns:a="http://schemas.openxmlformats.org/drawingml/2006/main">
              <a:ext uri="{FF2B5EF4-FFF2-40B4-BE49-F238E27FC236}">
                <a16:creationId xmlns:a16="http://schemas.microsoft.com/office/drawing/2014/main" id="{CA6935A5-3E3C-4D42-8838-6603A8506400}"/>
              </a:ext>
            </a:extLst>
          </p:cNvPr>
          <p:cNvSpPr>
            <a:spLocks xmlns:a="http://schemas.openxmlformats.org/drawingml/2006/main" noGrp="1"/>
          </p:cNvSpPr>
          <p:nvPr/>
        </p:nvSpPr>
        <p:spPr>
          <a:xfrm xmlns:a="http://schemas.openxmlformats.org/drawingml/2006/main">
            <a:off x="6562725"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85" name="">
            <a:extLst xmlns:a="http://schemas.openxmlformats.org/drawingml/2006/main">
              <a:ext uri="{FF2B5EF4-FFF2-40B4-BE49-F238E27FC236}">
                <a16:creationId xmlns:a16="http://schemas.microsoft.com/office/drawing/2014/main" id="{D55DBB8C-7762-47F0-AE4A-99923685B4F2}"/>
              </a:ext>
            </a:extLst>
          </p:cNvPr>
          <p:cNvSpPr>
            <a:spLocks xmlns:a="http://schemas.openxmlformats.org/drawingml/2006/main" noGrp="1"/>
          </p:cNvSpPr>
          <p:nvPr/>
        </p:nvSpPr>
        <p:spPr>
          <a:xfrm xmlns:a="http://schemas.openxmlformats.org/drawingml/2006/main">
            <a:off x="9226772"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6" name="">
            <a:extLst xmlns:a="http://schemas.openxmlformats.org/drawingml/2006/main">
              <a:ext uri="{FF2B5EF4-FFF2-40B4-BE49-F238E27FC236}">
                <a16:creationId xmlns:a16="http://schemas.microsoft.com/office/drawing/2014/main" id="{DA576474-E902-4A7E-816D-696E25F48C8F}"/>
              </a:ext>
            </a:extLst>
          </p:cNvPr>
          <p:cNvSpPr>
            <a:spLocks xmlns:a="http://schemas.openxmlformats.org/drawingml/2006/main" noGrp="1"/>
          </p:cNvSpPr>
          <p:nvPr/>
        </p:nvSpPr>
        <p:spPr>
          <a:xfrm xmlns:a="http://schemas.openxmlformats.org/drawingml/2006/main">
            <a:off x="9455372"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84.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V2 ON HELD-OUT STORMS (5/5)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Illustration only. Best v2 setting passes three of ten storms, below the registered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84</a:t>
            </a:r>
            <a:endParaRPr sz="1200"/>
          </a:p>
        </p:txBody>
      </p:sp>
      <p:sp>
        <p:nvSpPr>
          <p:cNvPr id="14" name="">
            <a:extLst xmlns:a="http://schemas.openxmlformats.org/drawingml/2006/main">
              <a:ext uri="{FF2B5EF4-FFF2-40B4-BE49-F238E27FC236}">
                <a16:creationId xmlns:a16="http://schemas.microsoft.com/office/drawing/2014/main" id="{8A3483E6-083F-4D58-8EED-84A27FA84949}"/>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86736ACD-75A7-4FB5-83C9-FEB6CC8CB0F3}"/>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2026-09-11</a:t>
            </a:r>
          </a:p>
        </p:txBody>
      </p:sp>
      <p:sp>
        <p:nvSpPr>
          <p:cNvPr id="16" name="">
            <a:extLst xmlns:a="http://schemas.openxmlformats.org/drawingml/2006/main">
              <a:ext uri="{FF2B5EF4-FFF2-40B4-BE49-F238E27FC236}">
                <a16:creationId xmlns:a16="http://schemas.microsoft.com/office/drawing/2014/main" id="{EE2696E4-2C8F-4133-BF00-3D1BCC6833DB}"/>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82BF3610-8D7C-4A6F-9F13-8E2328AF1252}"/>
              </a:ext>
            </a:extLst>
          </p:cNvPr>
          <p:cNvSpPr>
            <a:spLocks xmlns:a="http://schemas.openxmlformats.org/drawingml/2006/main" noGrp="1"/>
          </p:cNvSpPr>
          <p:nvPr/>
        </p:nvSpPr>
        <p:spPr>
          <a:xfrm xmlns:a="http://schemas.openxmlformats.org/drawingml/2006/main">
            <a:off x="2360844" y="3678682"/>
            <a:ext cx="2668656" cy="388029"/>
          </a:xfrm>
          <a:custGeom xmlns:a="http://schemas.openxmlformats.org/drawingml/2006/main">
            <a:pathLst>
              <a:path w="1557034" h="226397">
                <a:moveTo>
                  <a:pt x="0" y="139146"/>
                </a:moveTo>
                <a:lnTo>
                  <a:pt x="0" y="139146"/>
                </a:lnTo>
                <a:lnTo>
                  <a:pt x="55608" y="176594"/>
                </a:lnTo>
                <a:lnTo>
                  <a:pt x="111217" y="118382"/>
                </a:lnTo>
                <a:lnTo>
                  <a:pt x="166825" y="129794"/>
                </a:lnTo>
                <a:lnTo>
                  <a:pt x="222433" y="180703"/>
                </a:lnTo>
                <a:lnTo>
                  <a:pt x="278042" y="199504"/>
                </a:lnTo>
                <a:lnTo>
                  <a:pt x="333650" y="193786"/>
                </a:lnTo>
                <a:lnTo>
                  <a:pt x="389259" y="215321"/>
                </a:lnTo>
                <a:lnTo>
                  <a:pt x="444867" y="199534"/>
                </a:lnTo>
                <a:lnTo>
                  <a:pt x="500475" y="222333"/>
                </a:lnTo>
                <a:lnTo>
                  <a:pt x="556084" y="217564"/>
                </a:lnTo>
                <a:lnTo>
                  <a:pt x="611692" y="226397"/>
                </a:lnTo>
                <a:lnTo>
                  <a:pt x="667300" y="216356"/>
                </a:lnTo>
                <a:lnTo>
                  <a:pt x="722909" y="162391"/>
                </a:lnTo>
                <a:lnTo>
                  <a:pt x="778517" y="171136"/>
                </a:lnTo>
                <a:lnTo>
                  <a:pt x="834126" y="154242"/>
                </a:lnTo>
                <a:lnTo>
                  <a:pt x="889734" y="168678"/>
                </a:lnTo>
                <a:lnTo>
                  <a:pt x="945342" y="174819"/>
                </a:lnTo>
                <a:lnTo>
                  <a:pt x="1000951" y="195112"/>
                </a:lnTo>
                <a:lnTo>
                  <a:pt x="1056559" y="184443"/>
                </a:lnTo>
                <a:lnTo>
                  <a:pt x="1112167" y="196002"/>
                </a:lnTo>
                <a:lnTo>
                  <a:pt x="1167776" y="188252"/>
                </a:lnTo>
                <a:lnTo>
                  <a:pt x="1223384" y="211835"/>
                </a:lnTo>
                <a:lnTo>
                  <a:pt x="1278993" y="208711"/>
                </a:lnTo>
                <a:lnTo>
                  <a:pt x="1334601" y="213266"/>
                </a:lnTo>
                <a:lnTo>
                  <a:pt x="1390209" y="214414"/>
                </a:lnTo>
                <a:lnTo>
                  <a:pt x="1445818" y="126469"/>
                </a:lnTo>
                <a:lnTo>
                  <a:pt x="1501426" y="126910"/>
                </a:lnTo>
                <a:lnTo>
                  <a:pt x="1557034" y="18479"/>
                </a:lnTo>
                <a:lnTo>
                  <a:pt x="1557034" y="0"/>
                </a:lnTo>
                <a:lnTo>
                  <a:pt x="1557034" y="0"/>
                </a:lnTo>
                <a:lnTo>
                  <a:pt x="1501426" y="106865"/>
                </a:lnTo>
                <a:lnTo>
                  <a:pt x="1445818" y="106141"/>
                </a:lnTo>
                <a:lnTo>
                  <a:pt x="1390209" y="187857"/>
                </a:lnTo>
                <a:lnTo>
                  <a:pt x="1334601" y="195032"/>
                </a:lnTo>
                <a:lnTo>
                  <a:pt x="1278993" y="187047"/>
                </a:lnTo>
                <a:lnTo>
                  <a:pt x="1223384" y="188091"/>
                </a:lnTo>
                <a:lnTo>
                  <a:pt x="1167776" y="168017"/>
                </a:lnTo>
                <a:lnTo>
                  <a:pt x="1112167" y="170429"/>
                </a:lnTo>
                <a:lnTo>
                  <a:pt x="1056559" y="166800"/>
                </a:lnTo>
                <a:lnTo>
                  <a:pt x="1000951" y="172699"/>
                </a:lnTo>
                <a:lnTo>
                  <a:pt x="945342" y="152895"/>
                </a:lnTo>
                <a:lnTo>
                  <a:pt x="889734" y="144106"/>
                </a:lnTo>
                <a:lnTo>
                  <a:pt x="834126" y="134978"/>
                </a:lnTo>
                <a:lnTo>
                  <a:pt x="778517" y="149846"/>
                </a:lnTo>
                <a:lnTo>
                  <a:pt x="722909" y="140866"/>
                </a:lnTo>
                <a:lnTo>
                  <a:pt x="667300" y="188863"/>
                </a:lnTo>
                <a:lnTo>
                  <a:pt x="611692" y="195293"/>
                </a:lnTo>
                <a:lnTo>
                  <a:pt x="556084" y="195093"/>
                </a:lnTo>
                <a:lnTo>
                  <a:pt x="500475" y="198045"/>
                </a:lnTo>
                <a:lnTo>
                  <a:pt x="444867" y="176639"/>
                </a:lnTo>
                <a:lnTo>
                  <a:pt x="389259" y="195769"/>
                </a:lnTo>
                <a:lnTo>
                  <a:pt x="333650" y="170115"/>
                </a:lnTo>
                <a:lnTo>
                  <a:pt x="278042" y="174552"/>
                </a:lnTo>
                <a:lnTo>
                  <a:pt x="222433" y="161778"/>
                </a:lnTo>
                <a:lnTo>
                  <a:pt x="166825" y="104243"/>
                </a:lnTo>
                <a:lnTo>
                  <a:pt x="111217" y="100529"/>
                </a:lnTo>
                <a:lnTo>
                  <a:pt x="55608" y="161358"/>
                </a:lnTo>
                <a:lnTo>
                  <a:pt x="0" y="139146"/>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CE7A191F-557C-4BC5-83D5-1A527FB4619B}"/>
              </a:ext>
            </a:extLst>
          </p:cNvPr>
          <p:cNvSpPr>
            <a:spLocks xmlns:a="http://schemas.openxmlformats.org/drawingml/2006/main" noGrp="1"/>
          </p:cNvSpPr>
          <p:nvPr/>
        </p:nvSpPr>
        <p:spPr>
          <a:xfrm xmlns:a="http://schemas.openxmlformats.org/drawingml/2006/main">
            <a:off x="236084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19" name="">
            <a:extLst xmlns:a="http://schemas.openxmlformats.org/drawingml/2006/main">
              <a:ext uri="{FF2B5EF4-FFF2-40B4-BE49-F238E27FC236}">
                <a16:creationId xmlns:a16="http://schemas.microsoft.com/office/drawing/2014/main" id="{533FFA69-9D5A-4CDD-9F14-8BC6DB668FC8}"/>
              </a:ext>
            </a:extLst>
          </p:cNvPr>
          <p:cNvSpPr>
            <a:spLocks xmlns:a="http://schemas.openxmlformats.org/drawingml/2006/main" noGrp="1"/>
          </p:cNvSpPr>
          <p:nvPr/>
        </p:nvSpPr>
        <p:spPr>
          <a:xfrm xmlns:a="http://schemas.openxmlformats.org/drawingml/2006/main" rot="0">
            <a:off x="2309285"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8ABC248B-BA0B-4523-ACCF-2789769C9112}"/>
              </a:ext>
            </a:extLst>
          </p:cNvPr>
          <p:cNvSpPr>
            <a:spLocks xmlns:a="http://schemas.openxmlformats.org/drawingml/2006/main" noGrp="1"/>
          </p:cNvSpPr>
          <p:nvPr/>
        </p:nvSpPr>
        <p:spPr>
          <a:xfrm xmlns:a="http://schemas.openxmlformats.org/drawingml/2006/main">
            <a:off x="3123317"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1" name="">
            <a:extLst xmlns:a="http://schemas.openxmlformats.org/drawingml/2006/main">
              <a:ext uri="{FF2B5EF4-FFF2-40B4-BE49-F238E27FC236}">
                <a16:creationId xmlns:a16="http://schemas.microsoft.com/office/drawing/2014/main" id="{48466F8F-8B7F-4319-BE22-D48166C08E67}"/>
              </a:ext>
            </a:extLst>
          </p:cNvPr>
          <p:cNvSpPr>
            <a:spLocks xmlns:a="http://schemas.openxmlformats.org/drawingml/2006/main" noGrp="1"/>
          </p:cNvSpPr>
          <p:nvPr/>
        </p:nvSpPr>
        <p:spPr>
          <a:xfrm xmlns:a="http://schemas.openxmlformats.org/drawingml/2006/main" rot="0">
            <a:off x="3074147"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C1E6AE2A-D00C-43F3-B0E0-859726D882D8}"/>
              </a:ext>
            </a:extLst>
          </p:cNvPr>
          <p:cNvSpPr>
            <a:spLocks xmlns:a="http://schemas.openxmlformats.org/drawingml/2006/main" noGrp="1"/>
          </p:cNvSpPr>
          <p:nvPr/>
        </p:nvSpPr>
        <p:spPr>
          <a:xfrm xmlns:a="http://schemas.openxmlformats.org/drawingml/2006/main">
            <a:off x="3885790"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3" name="">
            <a:extLst xmlns:a="http://schemas.openxmlformats.org/drawingml/2006/main">
              <a:ext uri="{FF2B5EF4-FFF2-40B4-BE49-F238E27FC236}">
                <a16:creationId xmlns:a16="http://schemas.microsoft.com/office/drawing/2014/main" id="{0B42CA4B-22C2-4F35-85AF-DE44501A293F}"/>
              </a:ext>
            </a:extLst>
          </p:cNvPr>
          <p:cNvSpPr>
            <a:spLocks xmlns:a="http://schemas.openxmlformats.org/drawingml/2006/main" noGrp="1"/>
          </p:cNvSpPr>
          <p:nvPr/>
        </p:nvSpPr>
        <p:spPr>
          <a:xfrm xmlns:a="http://schemas.openxmlformats.org/drawingml/2006/main" rot="0">
            <a:off x="3834205"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FB668D91-C48A-46F4-98B5-D626B309D123}"/>
              </a:ext>
            </a:extLst>
          </p:cNvPr>
          <p:cNvSpPr>
            <a:spLocks xmlns:a="http://schemas.openxmlformats.org/drawingml/2006/main" noGrp="1"/>
          </p:cNvSpPr>
          <p:nvPr/>
        </p:nvSpPr>
        <p:spPr>
          <a:xfrm xmlns:a="http://schemas.openxmlformats.org/drawingml/2006/main">
            <a:off x="4648264"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5" name="">
            <a:extLst xmlns:a="http://schemas.openxmlformats.org/drawingml/2006/main">
              <a:ext uri="{FF2B5EF4-FFF2-40B4-BE49-F238E27FC236}">
                <a16:creationId xmlns:a16="http://schemas.microsoft.com/office/drawing/2014/main" id="{8C8F2EE7-BAE9-48DD-B8F3-07AD373AB3F8}"/>
              </a:ext>
            </a:extLst>
          </p:cNvPr>
          <p:cNvSpPr>
            <a:spLocks xmlns:a="http://schemas.openxmlformats.org/drawingml/2006/main" noGrp="1"/>
          </p:cNvSpPr>
          <p:nvPr/>
        </p:nvSpPr>
        <p:spPr>
          <a:xfrm xmlns:a="http://schemas.openxmlformats.org/drawingml/2006/main" rot="0">
            <a:off x="4596548"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ABDF5CF1-2745-42F2-8542-25251BF2F28C}"/>
              </a:ext>
            </a:extLst>
          </p:cNvPr>
          <p:cNvSpPr>
            <a:spLocks xmlns:a="http://schemas.openxmlformats.org/drawingml/2006/main" noGrp="1"/>
          </p:cNvSpPr>
          <p:nvPr/>
        </p:nvSpPr>
        <p:spPr>
          <a:xfrm xmlns:a="http://schemas.openxmlformats.org/drawingml/2006/main" rot="0">
            <a:off x="3127503"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AA5585B6-4D59-428B-9FEF-B5717F46E66A}"/>
              </a:ext>
            </a:extLst>
          </p:cNvPr>
          <p:cNvSpPr>
            <a:spLocks xmlns:a="http://schemas.openxmlformats.org/drawingml/2006/main" noGrp="1"/>
          </p:cNvSpPr>
          <p:nvPr/>
        </p:nvSpPr>
        <p:spPr>
          <a:xfrm xmlns:a="http://schemas.openxmlformats.org/drawingml/2006/main">
            <a:off x="2227411"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08F40F1A-2331-49AA-9489-8D97DF70BB63}"/>
              </a:ext>
            </a:extLst>
          </p:cNvPr>
          <p:cNvSpPr>
            <a:spLocks xmlns:a="http://schemas.openxmlformats.org/drawingml/2006/main" noGrp="1"/>
          </p:cNvSpPr>
          <p:nvPr/>
        </p:nvSpPr>
        <p:spPr>
          <a:xfrm xmlns:a="http://schemas.openxmlformats.org/drawingml/2006/main">
            <a:off x="2170273"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AD760E70-79D8-417E-907B-E703644A4FFC}"/>
              </a:ext>
            </a:extLst>
          </p:cNvPr>
          <p:cNvSpPr>
            <a:spLocks xmlns:a="http://schemas.openxmlformats.org/drawingml/2006/main" noGrp="1"/>
          </p:cNvSpPr>
          <p:nvPr/>
        </p:nvSpPr>
        <p:spPr>
          <a:xfrm xmlns:a="http://schemas.openxmlformats.org/drawingml/2006/main">
            <a:off x="2227411"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7D9986EE-235C-4E46-8D52-5F08DBD36026}"/>
              </a:ext>
            </a:extLst>
          </p:cNvPr>
          <p:cNvSpPr>
            <a:spLocks xmlns:a="http://schemas.openxmlformats.org/drawingml/2006/main" noGrp="1"/>
          </p:cNvSpPr>
          <p:nvPr/>
        </p:nvSpPr>
        <p:spPr>
          <a:xfrm xmlns:a="http://schemas.openxmlformats.org/drawingml/2006/main">
            <a:off x="2170273"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1" name="Editable chart path">
            <a:extLst xmlns:a="http://schemas.openxmlformats.org/drawingml/2006/main">
              <a:ext uri="{FF2B5EF4-FFF2-40B4-BE49-F238E27FC236}">
                <a16:creationId xmlns:a16="http://schemas.microsoft.com/office/drawing/2014/main" id="{6A3EA01A-8FB6-4B71-A672-E50F3BAEEE00}"/>
              </a:ext>
            </a:extLst>
          </p:cNvPr>
          <p:cNvSpPr>
            <a:spLocks xmlns:a="http://schemas.openxmlformats.org/drawingml/2006/main" noGrp="1"/>
          </p:cNvSpPr>
          <p:nvPr/>
        </p:nvSpPr>
        <p:spPr>
          <a:xfrm xmlns:a="http://schemas.openxmlformats.org/drawingml/2006/main">
            <a:off x="2227411"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BCD4942E-95FB-4FA4-B09F-8AE8B784CC9F}"/>
              </a:ext>
            </a:extLst>
          </p:cNvPr>
          <p:cNvSpPr>
            <a:spLocks xmlns:a="http://schemas.openxmlformats.org/drawingml/2006/main" noGrp="1"/>
          </p:cNvSpPr>
          <p:nvPr/>
        </p:nvSpPr>
        <p:spPr>
          <a:xfrm xmlns:a="http://schemas.openxmlformats.org/drawingml/2006/main">
            <a:off x="2170273"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B599153E-643A-4698-AD2E-F2FF69F62BD8}"/>
              </a:ext>
            </a:extLst>
          </p:cNvPr>
          <p:cNvSpPr>
            <a:spLocks xmlns:a="http://schemas.openxmlformats.org/drawingml/2006/main" noGrp="1"/>
          </p:cNvSpPr>
          <p:nvPr/>
        </p:nvSpPr>
        <p:spPr>
          <a:xfrm xmlns:a="http://schemas.openxmlformats.org/drawingml/2006/main">
            <a:off x="2227411"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5F60B315-8115-42EB-9CC5-C4EF057394DC}"/>
              </a:ext>
            </a:extLst>
          </p:cNvPr>
          <p:cNvSpPr>
            <a:spLocks xmlns:a="http://schemas.openxmlformats.org/drawingml/2006/main" noGrp="1"/>
          </p:cNvSpPr>
          <p:nvPr/>
        </p:nvSpPr>
        <p:spPr>
          <a:xfrm xmlns:a="http://schemas.openxmlformats.org/drawingml/2006/main">
            <a:off x="2170273"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7B004656-2351-47AD-9C3D-63DB2BB20B2D}"/>
              </a:ext>
            </a:extLst>
          </p:cNvPr>
          <p:cNvSpPr>
            <a:spLocks xmlns:a="http://schemas.openxmlformats.org/drawingml/2006/main" noGrp="1"/>
          </p:cNvSpPr>
          <p:nvPr/>
        </p:nvSpPr>
        <p:spPr>
          <a:xfrm xmlns:a="http://schemas.openxmlformats.org/drawingml/2006/main">
            <a:off x="2360844" y="3693759"/>
            <a:ext cx="2668656" cy="346070"/>
          </a:xfrm>
          <a:custGeom xmlns:a="http://schemas.openxmlformats.org/drawingml/2006/main">
            <a:pathLst>
              <a:path w="1557034" h="201916">
                <a:moveTo>
                  <a:pt x="0" y="130349"/>
                </a:moveTo>
                <a:lnTo>
                  <a:pt x="55608" y="159778"/>
                </a:lnTo>
                <a:lnTo>
                  <a:pt x="111217" y="99827"/>
                </a:lnTo>
                <a:lnTo>
                  <a:pt x="166825" y="109282"/>
                </a:lnTo>
                <a:lnTo>
                  <a:pt x="222433" y="162245"/>
                </a:lnTo>
                <a:lnTo>
                  <a:pt x="278042" y="177358"/>
                </a:lnTo>
                <a:lnTo>
                  <a:pt x="333650" y="173393"/>
                </a:lnTo>
                <a:lnTo>
                  <a:pt x="389259" y="195875"/>
                </a:lnTo>
                <a:lnTo>
                  <a:pt x="444867" y="179047"/>
                </a:lnTo>
                <a:lnTo>
                  <a:pt x="500475" y="201916"/>
                </a:lnTo>
                <a:lnTo>
                  <a:pt x="556084" y="196269"/>
                </a:lnTo>
                <a:lnTo>
                  <a:pt x="611692" y="201420"/>
                </a:lnTo>
                <a:lnTo>
                  <a:pt x="667300" y="192311"/>
                </a:lnTo>
                <a:lnTo>
                  <a:pt x="722909" y="141720"/>
                </a:lnTo>
                <a:lnTo>
                  <a:pt x="778517" y="151628"/>
                </a:lnTo>
                <a:lnTo>
                  <a:pt x="834126" y="134811"/>
                </a:lnTo>
                <a:lnTo>
                  <a:pt x="889734" y="148246"/>
                </a:lnTo>
                <a:lnTo>
                  <a:pt x="945342" y="154404"/>
                </a:lnTo>
                <a:lnTo>
                  <a:pt x="1000951" y="173840"/>
                </a:lnTo>
                <a:lnTo>
                  <a:pt x="1056559" y="166718"/>
                </a:lnTo>
                <a:lnTo>
                  <a:pt x="1112167" y="174805"/>
                </a:lnTo>
                <a:lnTo>
                  <a:pt x="1167776" y="170316"/>
                </a:lnTo>
                <a:lnTo>
                  <a:pt x="1223384" y="191456"/>
                </a:lnTo>
                <a:lnTo>
                  <a:pt x="1278993" y="190201"/>
                </a:lnTo>
                <a:lnTo>
                  <a:pt x="1334601" y="194354"/>
                </a:lnTo>
                <a:lnTo>
                  <a:pt x="1390209" y="193192"/>
                </a:lnTo>
                <a:lnTo>
                  <a:pt x="1445818" y="107482"/>
                </a:lnTo>
                <a:lnTo>
                  <a:pt x="1501426" y="108369"/>
                </a:lnTo>
                <a:lnTo>
                  <a:pt x="1557034" y="0"/>
                </a:lnTo>
              </a:path>
            </a:pathLst>
          </a:custGeom>
          <a:noFill xmlns:a="http://schemas.openxmlformats.org/drawingml/2006/main"/>
          <a:ln xmlns:a="http://schemas.openxmlformats.org/drawingml/2006/main" w="24488">
            <a:solidFill>
              <a:srgbClr val="2C5EAA"/>
            </a:solidFill>
            <a:prstDash val="solid"/>
          </a:ln>
        </p:spPr>
      </p:sp>
      <p:sp>
        <p:nvSpPr>
          <p:cNvPr id="36" name="Editable chart path">
            <a:extLst xmlns:a="http://schemas.openxmlformats.org/drawingml/2006/main">
              <a:ext uri="{FF2B5EF4-FFF2-40B4-BE49-F238E27FC236}">
                <a16:creationId xmlns:a16="http://schemas.microsoft.com/office/drawing/2014/main" id="{5A31AF43-3BC3-4B88-9618-6064CF4D307D}"/>
              </a:ext>
            </a:extLst>
          </p:cNvPr>
          <p:cNvSpPr>
            <a:spLocks xmlns:a="http://schemas.openxmlformats.org/drawingml/2006/main" noGrp="1"/>
          </p:cNvSpPr>
          <p:nvPr/>
        </p:nvSpPr>
        <p:spPr>
          <a:xfrm xmlns:a="http://schemas.openxmlformats.org/drawingml/2006/main">
            <a:off x="2360844" y="3739338"/>
            <a:ext cx="2668656" cy="265117"/>
          </a:xfrm>
          <a:custGeom xmlns:a="http://schemas.openxmlformats.org/drawingml/2006/main">
            <a:pathLst>
              <a:path w="1557034" h="154683">
                <a:moveTo>
                  <a:pt x="0" y="103756"/>
                </a:moveTo>
                <a:lnTo>
                  <a:pt x="55608" y="103756"/>
                </a:lnTo>
                <a:lnTo>
                  <a:pt x="111217" y="88342"/>
                </a:lnTo>
                <a:lnTo>
                  <a:pt x="166825" y="88342"/>
                </a:lnTo>
                <a:lnTo>
                  <a:pt x="222433" y="140693"/>
                </a:lnTo>
                <a:lnTo>
                  <a:pt x="278042" y="140693"/>
                </a:lnTo>
                <a:lnTo>
                  <a:pt x="333650" y="147886"/>
                </a:lnTo>
                <a:lnTo>
                  <a:pt x="389259" y="147886"/>
                </a:lnTo>
                <a:lnTo>
                  <a:pt x="444867" y="134380"/>
                </a:lnTo>
                <a:lnTo>
                  <a:pt x="500475" y="134380"/>
                </a:lnTo>
                <a:lnTo>
                  <a:pt x="556084" y="130452"/>
                </a:lnTo>
                <a:lnTo>
                  <a:pt x="611692" y="130452"/>
                </a:lnTo>
                <a:lnTo>
                  <a:pt x="667300" y="118952"/>
                </a:lnTo>
                <a:lnTo>
                  <a:pt x="722909" y="118952"/>
                </a:lnTo>
                <a:lnTo>
                  <a:pt x="778517" y="117838"/>
                </a:lnTo>
                <a:lnTo>
                  <a:pt x="834126" y="117838"/>
                </a:lnTo>
                <a:lnTo>
                  <a:pt x="889734" y="134232"/>
                </a:lnTo>
                <a:lnTo>
                  <a:pt x="945342" y="134232"/>
                </a:lnTo>
                <a:lnTo>
                  <a:pt x="1000951" y="149990"/>
                </a:lnTo>
                <a:lnTo>
                  <a:pt x="1056559" y="149990"/>
                </a:lnTo>
                <a:lnTo>
                  <a:pt x="1112167" y="146066"/>
                </a:lnTo>
                <a:lnTo>
                  <a:pt x="1167776" y="146066"/>
                </a:lnTo>
                <a:lnTo>
                  <a:pt x="1223384" y="154683"/>
                </a:lnTo>
                <a:lnTo>
                  <a:pt x="1278993" y="154683"/>
                </a:lnTo>
                <a:lnTo>
                  <a:pt x="1334601" y="154273"/>
                </a:lnTo>
                <a:lnTo>
                  <a:pt x="1390209" y="154273"/>
                </a:lnTo>
                <a:lnTo>
                  <a:pt x="1445818" y="84878"/>
                </a:lnTo>
                <a:lnTo>
                  <a:pt x="1501426" y="84878"/>
                </a:lnTo>
                <a:lnTo>
                  <a:pt x="1557034" y="0"/>
                </a:lnTo>
              </a:path>
            </a:pathLst>
          </a:custGeom>
          <a:noFill xmlns:a="http://schemas.openxmlformats.org/drawingml/2006/main"/>
          <a:ln xmlns:a="http://schemas.openxmlformats.org/drawingml/2006/main" w="16325">
            <a:solidFill>
              <a:srgbClr val="5A6683"/>
            </a:solidFill>
            <a:prstDash val="dash"/>
          </a:ln>
        </p:spPr>
      </p:sp>
      <p:sp>
        <p:nvSpPr>
          <p:cNvPr id="37" name="Editable chart path">
            <a:extLst xmlns:a="http://schemas.openxmlformats.org/drawingml/2006/main">
              <a:ext uri="{FF2B5EF4-FFF2-40B4-BE49-F238E27FC236}">
                <a16:creationId xmlns:a16="http://schemas.microsoft.com/office/drawing/2014/main" id="{9E8AEDBC-8668-48A5-AD70-EE33CD166CAE}"/>
              </a:ext>
            </a:extLst>
          </p:cNvPr>
          <p:cNvSpPr>
            <a:spLocks xmlns:a="http://schemas.openxmlformats.org/drawingml/2006/main" noGrp="1"/>
          </p:cNvSpPr>
          <p:nvPr/>
        </p:nvSpPr>
        <p:spPr>
          <a:xfrm xmlns:a="http://schemas.openxmlformats.org/drawingml/2006/main">
            <a:off x="2360844" y="3748248"/>
            <a:ext cx="2668656" cy="559778"/>
          </a:xfrm>
          <a:custGeom xmlns:a="http://schemas.openxmlformats.org/drawingml/2006/main">
            <a:pathLst>
              <a:path w="1557034" h="326604">
                <a:moveTo>
                  <a:pt x="0" y="98557"/>
                </a:moveTo>
                <a:lnTo>
                  <a:pt x="55608" y="100680"/>
                </a:lnTo>
                <a:lnTo>
                  <a:pt x="111217" y="222285"/>
                </a:lnTo>
                <a:lnTo>
                  <a:pt x="166825" y="207425"/>
                </a:lnTo>
                <a:lnTo>
                  <a:pt x="222433" y="117359"/>
                </a:lnTo>
                <a:lnTo>
                  <a:pt x="278042" y="91886"/>
                </a:lnTo>
                <a:lnTo>
                  <a:pt x="333650" y="223498"/>
                </a:lnTo>
                <a:lnTo>
                  <a:pt x="389259" y="116449"/>
                </a:lnTo>
                <a:lnTo>
                  <a:pt x="444867" y="219555"/>
                </a:lnTo>
                <a:lnTo>
                  <a:pt x="500475" y="140710"/>
                </a:lnTo>
                <a:lnTo>
                  <a:pt x="556084" y="198024"/>
                </a:lnTo>
                <a:lnTo>
                  <a:pt x="611692" y="178010"/>
                </a:lnTo>
                <a:lnTo>
                  <a:pt x="667300" y="326604"/>
                </a:lnTo>
                <a:lnTo>
                  <a:pt x="722909" y="322055"/>
                </a:lnTo>
                <a:lnTo>
                  <a:pt x="778517" y="266863"/>
                </a:lnTo>
                <a:lnTo>
                  <a:pt x="834126" y="324784"/>
                </a:lnTo>
                <a:lnTo>
                  <a:pt x="889734" y="182862"/>
                </a:lnTo>
                <a:lnTo>
                  <a:pt x="945342" y="262921"/>
                </a:lnTo>
                <a:lnTo>
                  <a:pt x="1000951" y="300827"/>
                </a:lnTo>
                <a:lnTo>
                  <a:pt x="1056559" y="168912"/>
                </a:lnTo>
                <a:lnTo>
                  <a:pt x="1112167" y="227137"/>
                </a:lnTo>
                <a:lnTo>
                  <a:pt x="1167776" y="229866"/>
                </a:lnTo>
                <a:lnTo>
                  <a:pt x="1223384" y="259282"/>
                </a:lnTo>
                <a:lnTo>
                  <a:pt x="1278993" y="216220"/>
                </a:lnTo>
                <a:lnTo>
                  <a:pt x="1334601" y="180739"/>
                </a:lnTo>
                <a:lnTo>
                  <a:pt x="1390209" y="134948"/>
                </a:lnTo>
                <a:lnTo>
                  <a:pt x="1445818" y="117966"/>
                </a:lnTo>
                <a:lnTo>
                  <a:pt x="1501426" y="71568"/>
                </a:lnTo>
                <a:lnTo>
                  <a:pt x="1557034" y="0"/>
                </a:lnTo>
              </a:path>
            </a:pathLst>
          </a:custGeom>
          <a:noFill xmlns:a="http://schemas.openxmlformats.org/drawingml/2006/main"/>
          <a:ln xmlns:a="http://schemas.openxmlformats.org/drawingml/2006/main" w="19590">
            <a:solidFill>
              <a:srgbClr val="14203A"/>
            </a:solidFill>
            <a:prstDash val="solid"/>
          </a:ln>
        </p:spPr>
      </p:sp>
      <p:sp>
        <p:nvSpPr>
          <p:cNvPr id="38" name="Editable chart path">
            <a:extLst xmlns:a="http://schemas.openxmlformats.org/drawingml/2006/main">
              <a:ext uri="{FF2B5EF4-FFF2-40B4-BE49-F238E27FC236}">
                <a16:creationId xmlns:a16="http://schemas.microsoft.com/office/drawing/2014/main" id="{F62FDCAD-8B2E-4F3D-8729-64D2440D109C}"/>
              </a:ext>
            </a:extLst>
          </p:cNvPr>
          <p:cNvSpPr>
            <a:spLocks xmlns:a="http://schemas.openxmlformats.org/drawingml/2006/main" noGrp="1"/>
          </p:cNvSpPr>
          <p:nvPr/>
        </p:nvSpPr>
        <p:spPr>
          <a:xfrm xmlns:a="http://schemas.openxmlformats.org/drawingml/2006/main">
            <a:off x="3504554"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39" name="Editable chart path">
            <a:extLst xmlns:a="http://schemas.openxmlformats.org/drawingml/2006/main">
              <a:ext uri="{FF2B5EF4-FFF2-40B4-BE49-F238E27FC236}">
                <a16:creationId xmlns:a16="http://schemas.microsoft.com/office/drawing/2014/main" id="{97BC6487-383B-4A17-8543-DB45E3AD0264}"/>
              </a:ext>
            </a:extLst>
          </p:cNvPr>
          <p:cNvSpPr>
            <a:spLocks xmlns:a="http://schemas.openxmlformats.org/drawingml/2006/main" noGrp="1"/>
          </p:cNvSpPr>
          <p:nvPr/>
        </p:nvSpPr>
        <p:spPr>
          <a:xfrm xmlns:a="http://schemas.openxmlformats.org/drawingml/2006/main">
            <a:off x="2227411"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40" name="Editable chart path">
            <a:extLst xmlns:a="http://schemas.openxmlformats.org/drawingml/2006/main">
              <a:ext uri="{FF2B5EF4-FFF2-40B4-BE49-F238E27FC236}">
                <a16:creationId xmlns:a16="http://schemas.microsoft.com/office/drawing/2014/main" id="{BC24E369-4C42-487A-A210-96F1A5E94B3A}"/>
              </a:ext>
            </a:extLst>
          </p:cNvPr>
          <p:cNvSpPr>
            <a:spLocks xmlns:a="http://schemas.openxmlformats.org/drawingml/2006/main" noGrp="1"/>
          </p:cNvSpPr>
          <p:nvPr/>
        </p:nvSpPr>
        <p:spPr>
          <a:xfrm xmlns:a="http://schemas.openxmlformats.org/drawingml/2006/main">
            <a:off x="2227411"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41" name="">
            <a:extLst xmlns:a="http://schemas.openxmlformats.org/drawingml/2006/main">
              <a:ext uri="{FF2B5EF4-FFF2-40B4-BE49-F238E27FC236}">
                <a16:creationId xmlns:a16="http://schemas.microsoft.com/office/drawing/2014/main" id="{C7860467-ED57-4395-98F0-0A1416472255}"/>
              </a:ext>
            </a:extLst>
          </p:cNvPr>
          <p:cNvSpPr>
            <a:spLocks xmlns:a="http://schemas.openxmlformats.org/drawingml/2006/main" noGrp="1"/>
          </p:cNvSpPr>
          <p:nvPr/>
        </p:nvSpPr>
        <p:spPr>
          <a:xfrm xmlns:a="http://schemas.openxmlformats.org/drawingml/2006/main" rot="0">
            <a:off x="1917720"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42" name="">
            <a:extLst xmlns:a="http://schemas.openxmlformats.org/drawingml/2006/main">
              <a:ext uri="{FF2B5EF4-FFF2-40B4-BE49-F238E27FC236}">
                <a16:creationId xmlns:a16="http://schemas.microsoft.com/office/drawing/2014/main" id="{79E4551B-2153-4D1C-BED8-EDDD40F28A57}"/>
              </a:ext>
            </a:extLst>
          </p:cNvPr>
          <p:cNvSpPr>
            <a:spLocks xmlns:a="http://schemas.openxmlformats.org/drawingml/2006/main" noGrp="1"/>
          </p:cNvSpPr>
          <p:nvPr/>
        </p:nvSpPr>
        <p:spPr>
          <a:xfrm xmlns:a="http://schemas.openxmlformats.org/drawingml/2006/main" rot="0">
            <a:off x="1870762"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43" name="">
            <a:extLst xmlns:a="http://schemas.openxmlformats.org/drawingml/2006/main">
              <a:ext uri="{FF2B5EF4-FFF2-40B4-BE49-F238E27FC236}">
                <a16:creationId xmlns:a16="http://schemas.microsoft.com/office/drawing/2014/main" id="{7870DFCB-113A-4D4A-BB6C-5DEF69F7C5AF}"/>
              </a:ext>
            </a:extLst>
          </p:cNvPr>
          <p:cNvSpPr>
            <a:spLocks xmlns:a="http://schemas.openxmlformats.org/drawingml/2006/main" noGrp="1"/>
          </p:cNvSpPr>
          <p:nvPr/>
        </p:nvSpPr>
        <p:spPr>
          <a:xfrm xmlns:a="http://schemas.openxmlformats.org/drawingml/2006/main" rot="0">
            <a:off x="1870762"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44" name="">
            <a:extLst xmlns:a="http://schemas.openxmlformats.org/drawingml/2006/main">
              <a:ext uri="{FF2B5EF4-FFF2-40B4-BE49-F238E27FC236}">
                <a16:creationId xmlns:a16="http://schemas.microsoft.com/office/drawing/2014/main" id="{64365D03-1A7E-463A-ABE4-9E604C52B05A}"/>
              </a:ext>
            </a:extLst>
          </p:cNvPr>
          <p:cNvSpPr>
            <a:spLocks xmlns:a="http://schemas.openxmlformats.org/drawingml/2006/main" noGrp="1"/>
          </p:cNvSpPr>
          <p:nvPr/>
        </p:nvSpPr>
        <p:spPr>
          <a:xfrm xmlns:a="http://schemas.openxmlformats.org/drawingml/2006/main" rot="0">
            <a:off x="1833233"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45" name="">
            <a:extLst xmlns:a="http://schemas.openxmlformats.org/drawingml/2006/main">
              <a:ext uri="{FF2B5EF4-FFF2-40B4-BE49-F238E27FC236}">
                <a16:creationId xmlns:a16="http://schemas.microsoft.com/office/drawing/2014/main" id="{EAFEAEA8-4F2E-4289-934F-BB9E8F71663C}"/>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6" name="">
            <a:extLst xmlns:a="http://schemas.openxmlformats.org/drawingml/2006/main">
              <a:ext uri="{FF2B5EF4-FFF2-40B4-BE49-F238E27FC236}">
                <a16:creationId xmlns:a16="http://schemas.microsoft.com/office/drawing/2014/main" id="{A160EDFC-FF16-45F5-A243-6979CBB67152}"/>
              </a:ext>
            </a:extLst>
          </p:cNvPr>
          <p:cNvSpPr>
            <a:spLocks xmlns:a="http://schemas.openxmlformats.org/drawingml/2006/main" noGrp="1"/>
          </p:cNvSpPr>
          <p:nvPr/>
        </p:nvSpPr>
        <p:spPr>
          <a:xfrm xmlns:a="http://schemas.openxmlformats.org/drawingml/2006/main">
            <a:off x="1371600"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47" name="">
            <a:extLst xmlns:a="http://schemas.openxmlformats.org/drawingml/2006/main">
              <a:ext uri="{FF2B5EF4-FFF2-40B4-BE49-F238E27FC236}">
                <a16:creationId xmlns:a16="http://schemas.microsoft.com/office/drawing/2014/main" id="{98DABE4E-5935-476A-A172-81B49E584FBA}"/>
              </a:ext>
            </a:extLst>
          </p:cNvPr>
          <p:cNvSpPr>
            <a:spLocks xmlns:a="http://schemas.openxmlformats.org/drawingml/2006/main" noGrp="1"/>
          </p:cNvSpPr>
          <p:nvPr/>
        </p:nvSpPr>
        <p:spPr>
          <a:xfrm xmlns:a="http://schemas.openxmlformats.org/drawingml/2006/main">
            <a:off x="1143000"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48" name="">
            <a:extLst xmlns:a="http://schemas.openxmlformats.org/drawingml/2006/main">
              <a:ext uri="{FF2B5EF4-FFF2-40B4-BE49-F238E27FC236}">
                <a16:creationId xmlns:a16="http://schemas.microsoft.com/office/drawing/2014/main" id="{E25A194A-7E3F-48B2-8FF4-4D6F9344F06A}"/>
              </a:ext>
            </a:extLst>
          </p:cNvPr>
          <p:cNvSpPr>
            <a:spLocks xmlns:a="http://schemas.openxmlformats.org/drawingml/2006/main" noGrp="1"/>
          </p:cNvSpPr>
          <p:nvPr/>
        </p:nvSpPr>
        <p:spPr>
          <a:xfrm xmlns:a="http://schemas.openxmlformats.org/drawingml/2006/main">
            <a:off x="1371600"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49" name="">
            <a:extLst xmlns:a="http://schemas.openxmlformats.org/drawingml/2006/main">
              <a:ext uri="{FF2B5EF4-FFF2-40B4-BE49-F238E27FC236}">
                <a16:creationId xmlns:a16="http://schemas.microsoft.com/office/drawing/2014/main" id="{F4BB7FD7-21ED-49DB-B4DD-388E642FF2C4}"/>
              </a:ext>
            </a:extLst>
          </p:cNvPr>
          <p:cNvSpPr>
            <a:spLocks xmlns:a="http://schemas.openxmlformats.org/drawingml/2006/main" noGrp="1"/>
          </p:cNvSpPr>
          <p:nvPr/>
        </p:nvSpPr>
        <p:spPr>
          <a:xfrm xmlns:a="http://schemas.openxmlformats.org/drawingml/2006/main">
            <a:off x="4035647"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50" name="">
            <a:extLst xmlns:a="http://schemas.openxmlformats.org/drawingml/2006/main">
              <a:ext uri="{FF2B5EF4-FFF2-40B4-BE49-F238E27FC236}">
                <a16:creationId xmlns:a16="http://schemas.microsoft.com/office/drawing/2014/main" id="{09543381-B1B1-4D3B-9F59-AD6C1B61758B}"/>
              </a:ext>
            </a:extLst>
          </p:cNvPr>
          <p:cNvSpPr>
            <a:spLocks xmlns:a="http://schemas.openxmlformats.org/drawingml/2006/main" noGrp="1"/>
          </p:cNvSpPr>
          <p:nvPr/>
        </p:nvSpPr>
        <p:spPr>
          <a:xfrm xmlns:a="http://schemas.openxmlformats.org/drawingml/2006/main">
            <a:off x="4264247"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51" name="">
            <a:extLst xmlns:a="http://schemas.openxmlformats.org/drawingml/2006/main">
              <a:ext uri="{FF2B5EF4-FFF2-40B4-BE49-F238E27FC236}">
                <a16:creationId xmlns:a16="http://schemas.microsoft.com/office/drawing/2014/main" id="{9E224E99-1EFE-4C3E-83DC-F1EFA00C6621}"/>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2026-07-26</a:t>
            </a:r>
          </a:p>
        </p:txBody>
      </p:sp>
      <p:sp>
        <p:nvSpPr>
          <p:cNvPr id="52" name="">
            <a:extLst xmlns:a="http://schemas.openxmlformats.org/drawingml/2006/main">
              <a:ext uri="{FF2B5EF4-FFF2-40B4-BE49-F238E27FC236}">
                <a16:creationId xmlns:a16="http://schemas.microsoft.com/office/drawing/2014/main" id="{05B15CE3-D179-4AAE-A69E-35EF8F46F3FA}"/>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3" name="Editable chart path">
            <a:extLst xmlns:a="http://schemas.openxmlformats.org/drawingml/2006/main">
              <a:ext uri="{FF2B5EF4-FFF2-40B4-BE49-F238E27FC236}">
                <a16:creationId xmlns:a16="http://schemas.microsoft.com/office/drawing/2014/main" id="{8CBB6D1D-33E5-47ED-91AD-57169526B5A1}"/>
              </a:ext>
            </a:extLst>
          </p:cNvPr>
          <p:cNvSpPr>
            <a:spLocks xmlns:a="http://schemas.openxmlformats.org/drawingml/2006/main" noGrp="1"/>
          </p:cNvSpPr>
          <p:nvPr/>
        </p:nvSpPr>
        <p:spPr>
          <a:xfrm xmlns:a="http://schemas.openxmlformats.org/drawingml/2006/main">
            <a:off x="7551969" y="3836448"/>
            <a:ext cx="2668656" cy="378018"/>
          </a:xfrm>
          <a:custGeom xmlns:a="http://schemas.openxmlformats.org/drawingml/2006/main">
            <a:pathLst>
              <a:path w="1557034" h="220556">
                <a:moveTo>
                  <a:pt x="0" y="47097"/>
                </a:moveTo>
                <a:lnTo>
                  <a:pt x="0" y="47097"/>
                </a:lnTo>
                <a:lnTo>
                  <a:pt x="55608" y="87390"/>
                </a:lnTo>
                <a:lnTo>
                  <a:pt x="111217" y="27426"/>
                </a:lnTo>
                <a:lnTo>
                  <a:pt x="166825" y="29603"/>
                </a:lnTo>
                <a:lnTo>
                  <a:pt x="222433" y="80587"/>
                </a:lnTo>
                <a:lnTo>
                  <a:pt x="278042" y="79986"/>
                </a:lnTo>
                <a:lnTo>
                  <a:pt x="333650" y="107339"/>
                </a:lnTo>
                <a:lnTo>
                  <a:pt x="389259" y="103180"/>
                </a:lnTo>
                <a:lnTo>
                  <a:pt x="444867" y="79224"/>
                </a:lnTo>
                <a:lnTo>
                  <a:pt x="500475" y="111478"/>
                </a:lnTo>
                <a:lnTo>
                  <a:pt x="556084" y="122465"/>
                </a:lnTo>
                <a:lnTo>
                  <a:pt x="611692" y="184058"/>
                </a:lnTo>
                <a:lnTo>
                  <a:pt x="667300" y="220556"/>
                </a:lnTo>
                <a:lnTo>
                  <a:pt x="722909" y="190991"/>
                </a:lnTo>
                <a:lnTo>
                  <a:pt x="778517" y="112671"/>
                </a:lnTo>
                <a:lnTo>
                  <a:pt x="834126" y="57493"/>
                </a:lnTo>
                <a:lnTo>
                  <a:pt x="889734" y="62730"/>
                </a:lnTo>
                <a:lnTo>
                  <a:pt x="945342" y="57227"/>
                </a:lnTo>
                <a:lnTo>
                  <a:pt x="1000951" y="93794"/>
                </a:lnTo>
                <a:lnTo>
                  <a:pt x="1056559" y="91958"/>
                </a:lnTo>
                <a:lnTo>
                  <a:pt x="1112167" y="36074"/>
                </a:lnTo>
                <a:lnTo>
                  <a:pt x="1167776" y="41078"/>
                </a:lnTo>
                <a:lnTo>
                  <a:pt x="1223384" y="71656"/>
                </a:lnTo>
                <a:lnTo>
                  <a:pt x="1278993" y="74028"/>
                </a:lnTo>
                <a:lnTo>
                  <a:pt x="1334601" y="85540"/>
                </a:lnTo>
                <a:lnTo>
                  <a:pt x="1390209" y="110701"/>
                </a:lnTo>
                <a:lnTo>
                  <a:pt x="1445818" y="148226"/>
                </a:lnTo>
                <a:lnTo>
                  <a:pt x="1501426" y="164294"/>
                </a:lnTo>
                <a:lnTo>
                  <a:pt x="1557034" y="143080"/>
                </a:lnTo>
                <a:lnTo>
                  <a:pt x="1557034" y="118394"/>
                </a:lnTo>
                <a:lnTo>
                  <a:pt x="1557034" y="118394"/>
                </a:lnTo>
                <a:lnTo>
                  <a:pt x="1501426" y="137209"/>
                </a:lnTo>
                <a:lnTo>
                  <a:pt x="1445818" y="118832"/>
                </a:lnTo>
                <a:lnTo>
                  <a:pt x="1390209" y="86146"/>
                </a:lnTo>
                <a:lnTo>
                  <a:pt x="1334601" y="62426"/>
                </a:lnTo>
                <a:lnTo>
                  <a:pt x="1278993" y="52595"/>
                </a:lnTo>
                <a:lnTo>
                  <a:pt x="1223384" y="47547"/>
                </a:lnTo>
                <a:lnTo>
                  <a:pt x="1167776" y="12952"/>
                </a:lnTo>
                <a:lnTo>
                  <a:pt x="1112167" y="9326"/>
                </a:lnTo>
                <a:lnTo>
                  <a:pt x="1056559" y="66018"/>
                </a:lnTo>
                <a:lnTo>
                  <a:pt x="1000951" y="66321"/>
                </a:lnTo>
                <a:lnTo>
                  <a:pt x="945342" y="29029"/>
                </a:lnTo>
                <a:lnTo>
                  <a:pt x="889734" y="33564"/>
                </a:lnTo>
                <a:lnTo>
                  <a:pt x="834126" y="30739"/>
                </a:lnTo>
                <a:lnTo>
                  <a:pt x="778517" y="82764"/>
                </a:lnTo>
                <a:lnTo>
                  <a:pt x="722909" y="160049"/>
                </a:lnTo>
                <a:lnTo>
                  <a:pt x="667300" y="187918"/>
                </a:lnTo>
                <a:lnTo>
                  <a:pt x="611692" y="153152"/>
                </a:lnTo>
                <a:lnTo>
                  <a:pt x="556084" y="94052"/>
                </a:lnTo>
                <a:lnTo>
                  <a:pt x="500475" y="79313"/>
                </a:lnTo>
                <a:lnTo>
                  <a:pt x="444867" y="58049"/>
                </a:lnTo>
                <a:lnTo>
                  <a:pt x="389259" y="77810"/>
                </a:lnTo>
                <a:lnTo>
                  <a:pt x="333650" y="80095"/>
                </a:lnTo>
                <a:lnTo>
                  <a:pt x="278042" y="50533"/>
                </a:lnTo>
                <a:lnTo>
                  <a:pt x="222433" y="59904"/>
                </a:lnTo>
                <a:lnTo>
                  <a:pt x="166825" y="6576"/>
                </a:lnTo>
                <a:lnTo>
                  <a:pt x="111217" y="0"/>
                </a:lnTo>
                <a:lnTo>
                  <a:pt x="55608" y="64557"/>
                </a:lnTo>
                <a:lnTo>
                  <a:pt x="0" y="47097"/>
                </a:lnTo>
                <a:close/>
              </a:path>
            </a:pathLst>
          </a:custGeom>
          <a:solidFill xmlns:a="http://schemas.openxmlformats.org/drawingml/2006/main">
            <a:srgbClr val="2C5EAA">
              <a:alpha val="20000"/>
            </a:srgbClr>
          </a:solidFill>
          <a:ln xmlns:a="http://schemas.openxmlformats.org/drawingml/2006/main" w="0">
            <a:noFill/>
            <a:prstDash val="solid"/>
          </a:ln>
        </p:spPr>
      </p:sp>
      <p:sp>
        <p:nvSpPr>
          <p:cNvPr id="54" name="Editable chart path">
            <a:extLst xmlns:a="http://schemas.openxmlformats.org/drawingml/2006/main">
              <a:ext uri="{FF2B5EF4-FFF2-40B4-BE49-F238E27FC236}">
                <a16:creationId xmlns:a16="http://schemas.microsoft.com/office/drawing/2014/main" id="{F6C1A950-5ACA-4F7D-A495-218ED02074B7}"/>
              </a:ext>
            </a:extLst>
          </p:cNvPr>
          <p:cNvSpPr>
            <a:spLocks xmlns:a="http://schemas.openxmlformats.org/drawingml/2006/main" noGrp="1"/>
          </p:cNvSpPr>
          <p:nvPr/>
        </p:nvSpPr>
        <p:spPr>
          <a:xfrm xmlns:a="http://schemas.openxmlformats.org/drawingml/2006/main">
            <a:off x="755196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5" name="">
            <a:extLst xmlns:a="http://schemas.openxmlformats.org/drawingml/2006/main">
              <a:ext uri="{FF2B5EF4-FFF2-40B4-BE49-F238E27FC236}">
                <a16:creationId xmlns:a16="http://schemas.microsoft.com/office/drawing/2014/main" id="{E62C22B3-BB67-4C52-9F3E-64866460D01C}"/>
              </a:ext>
            </a:extLst>
          </p:cNvPr>
          <p:cNvSpPr>
            <a:spLocks xmlns:a="http://schemas.openxmlformats.org/drawingml/2006/main" noGrp="1"/>
          </p:cNvSpPr>
          <p:nvPr/>
        </p:nvSpPr>
        <p:spPr>
          <a:xfrm xmlns:a="http://schemas.openxmlformats.org/drawingml/2006/main" rot="0">
            <a:off x="7500410" y="4849077"/>
            <a:ext cx="9696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0</a:t>
            </a:r>
          </a:p>
        </p:txBody>
      </p:sp>
      <p:sp>
        <p:nvSpPr>
          <p:cNvPr id="56" name="Editable chart path">
            <a:extLst xmlns:a="http://schemas.openxmlformats.org/drawingml/2006/main">
              <a:ext uri="{FF2B5EF4-FFF2-40B4-BE49-F238E27FC236}">
                <a16:creationId xmlns:a16="http://schemas.microsoft.com/office/drawing/2014/main" id="{BC4B99DF-A618-4248-AD97-E445B8FB5C6C}"/>
              </a:ext>
            </a:extLst>
          </p:cNvPr>
          <p:cNvSpPr>
            <a:spLocks xmlns:a="http://schemas.openxmlformats.org/drawingml/2006/main" noGrp="1"/>
          </p:cNvSpPr>
          <p:nvPr/>
        </p:nvSpPr>
        <p:spPr>
          <a:xfrm xmlns:a="http://schemas.openxmlformats.org/drawingml/2006/main">
            <a:off x="8314442"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7" name="">
            <a:extLst xmlns:a="http://schemas.openxmlformats.org/drawingml/2006/main">
              <a:ext uri="{FF2B5EF4-FFF2-40B4-BE49-F238E27FC236}">
                <a16:creationId xmlns:a16="http://schemas.microsoft.com/office/drawing/2014/main" id="{0DADC0E3-012E-478D-84BF-F7D8942503CD}"/>
              </a:ext>
            </a:extLst>
          </p:cNvPr>
          <p:cNvSpPr>
            <a:spLocks xmlns:a="http://schemas.openxmlformats.org/drawingml/2006/main" noGrp="1"/>
          </p:cNvSpPr>
          <p:nvPr/>
        </p:nvSpPr>
        <p:spPr>
          <a:xfrm xmlns:a="http://schemas.openxmlformats.org/drawingml/2006/main" rot="0">
            <a:off x="8265272" y="4849077"/>
            <a:ext cx="89249"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a:t>
            </a:r>
          </a:p>
        </p:txBody>
      </p:sp>
      <p:sp>
        <p:nvSpPr>
          <p:cNvPr id="58" name="Editable chart path">
            <a:extLst xmlns:a="http://schemas.openxmlformats.org/drawingml/2006/main">
              <a:ext uri="{FF2B5EF4-FFF2-40B4-BE49-F238E27FC236}">
                <a16:creationId xmlns:a16="http://schemas.microsoft.com/office/drawing/2014/main" id="{4DECE2DB-0971-4866-A866-6C8847B16949}"/>
              </a:ext>
            </a:extLst>
          </p:cNvPr>
          <p:cNvSpPr>
            <a:spLocks xmlns:a="http://schemas.openxmlformats.org/drawingml/2006/main" noGrp="1"/>
          </p:cNvSpPr>
          <p:nvPr/>
        </p:nvSpPr>
        <p:spPr>
          <a:xfrm xmlns:a="http://schemas.openxmlformats.org/drawingml/2006/main">
            <a:off x="9076915"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59" name="">
            <a:extLst xmlns:a="http://schemas.openxmlformats.org/drawingml/2006/main">
              <a:ext uri="{FF2B5EF4-FFF2-40B4-BE49-F238E27FC236}">
                <a16:creationId xmlns:a16="http://schemas.microsoft.com/office/drawing/2014/main" id="{2B59C3FC-A43E-4EB0-AA47-256F941D809F}"/>
              </a:ext>
            </a:extLst>
          </p:cNvPr>
          <p:cNvSpPr>
            <a:spLocks xmlns:a="http://schemas.openxmlformats.org/drawingml/2006/main" noGrp="1"/>
          </p:cNvSpPr>
          <p:nvPr/>
        </p:nvSpPr>
        <p:spPr>
          <a:xfrm xmlns:a="http://schemas.openxmlformats.org/drawingml/2006/main" rot="0">
            <a:off x="9025330" y="4849077"/>
            <a:ext cx="97155"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4</a:t>
            </a:r>
          </a:p>
        </p:txBody>
      </p:sp>
      <p:sp>
        <p:nvSpPr>
          <p:cNvPr id="60" name="Editable chart path">
            <a:extLst xmlns:a="http://schemas.openxmlformats.org/drawingml/2006/main">
              <a:ext uri="{FF2B5EF4-FFF2-40B4-BE49-F238E27FC236}">
                <a16:creationId xmlns:a16="http://schemas.microsoft.com/office/drawing/2014/main" id="{17FB9A91-BC05-4658-B17D-631BD8EB72B1}"/>
              </a:ext>
            </a:extLst>
          </p:cNvPr>
          <p:cNvSpPr>
            <a:spLocks xmlns:a="http://schemas.openxmlformats.org/drawingml/2006/main" noGrp="1"/>
          </p:cNvSpPr>
          <p:nvPr/>
        </p:nvSpPr>
        <p:spPr>
          <a:xfrm xmlns:a="http://schemas.openxmlformats.org/drawingml/2006/main">
            <a:off x="9839389" y="4749199"/>
            <a:ext cx="95" cy="57138"/>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1" name="">
            <a:extLst xmlns:a="http://schemas.openxmlformats.org/drawingml/2006/main">
              <a:ext uri="{FF2B5EF4-FFF2-40B4-BE49-F238E27FC236}">
                <a16:creationId xmlns:a16="http://schemas.microsoft.com/office/drawing/2014/main" id="{5EBDDB75-6659-4DFB-88FD-D4A3A8F70B2A}"/>
              </a:ext>
            </a:extLst>
          </p:cNvPr>
          <p:cNvSpPr>
            <a:spLocks xmlns:a="http://schemas.openxmlformats.org/drawingml/2006/main" noGrp="1"/>
          </p:cNvSpPr>
          <p:nvPr/>
        </p:nvSpPr>
        <p:spPr>
          <a:xfrm xmlns:a="http://schemas.openxmlformats.org/drawingml/2006/main" rot="0">
            <a:off x="9787673" y="4849077"/>
            <a:ext cx="9801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6</a:t>
            </a:r>
          </a:p>
        </p:txBody>
      </p:sp>
      <p:sp>
        <p:nvSpPr>
          <p:cNvPr id="62" name="">
            <a:extLst xmlns:a="http://schemas.openxmlformats.org/drawingml/2006/main">
              <a:ext uri="{FF2B5EF4-FFF2-40B4-BE49-F238E27FC236}">
                <a16:creationId xmlns:a16="http://schemas.microsoft.com/office/drawing/2014/main" id="{414D1D37-8CC9-417F-A7AC-F75F6D0C3816}"/>
              </a:ext>
            </a:extLst>
          </p:cNvPr>
          <p:cNvSpPr>
            <a:spLocks xmlns:a="http://schemas.openxmlformats.org/drawingml/2006/main" noGrp="1"/>
          </p:cNvSpPr>
          <p:nvPr/>
        </p:nvSpPr>
        <p:spPr>
          <a:xfrm xmlns:a="http://schemas.openxmlformats.org/drawingml/2006/main" rot="0">
            <a:off x="8318628"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3" name="Editable chart path">
            <a:extLst xmlns:a="http://schemas.openxmlformats.org/drawingml/2006/main">
              <a:ext uri="{FF2B5EF4-FFF2-40B4-BE49-F238E27FC236}">
                <a16:creationId xmlns:a16="http://schemas.microsoft.com/office/drawing/2014/main" id="{C986CFD8-A264-4633-94F7-1E748F25B2E7}"/>
              </a:ext>
            </a:extLst>
          </p:cNvPr>
          <p:cNvSpPr>
            <a:spLocks xmlns:a="http://schemas.openxmlformats.org/drawingml/2006/main" noGrp="1"/>
          </p:cNvSpPr>
          <p:nvPr/>
        </p:nvSpPr>
        <p:spPr>
          <a:xfrm xmlns:a="http://schemas.openxmlformats.org/drawingml/2006/main">
            <a:off x="7418536" y="4379493"/>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2B50C89C-F0FE-4CA1-9F4C-DF326F053E23}"/>
              </a:ext>
            </a:extLst>
          </p:cNvPr>
          <p:cNvSpPr>
            <a:spLocks xmlns:a="http://schemas.openxmlformats.org/drawingml/2006/main" noGrp="1"/>
          </p:cNvSpPr>
          <p:nvPr/>
        </p:nvSpPr>
        <p:spPr>
          <a:xfrm xmlns:a="http://schemas.openxmlformats.org/drawingml/2006/main">
            <a:off x="7361398" y="4379493"/>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5" name="Editable chart path">
            <a:extLst xmlns:a="http://schemas.openxmlformats.org/drawingml/2006/main">
              <a:ext uri="{FF2B5EF4-FFF2-40B4-BE49-F238E27FC236}">
                <a16:creationId xmlns:a16="http://schemas.microsoft.com/office/drawing/2014/main" id="{1271A5FE-58FA-4DE0-AF77-D08AECAD3E20}"/>
              </a:ext>
            </a:extLst>
          </p:cNvPr>
          <p:cNvSpPr>
            <a:spLocks xmlns:a="http://schemas.openxmlformats.org/drawingml/2006/main" noGrp="1"/>
          </p:cNvSpPr>
          <p:nvPr/>
        </p:nvSpPr>
        <p:spPr>
          <a:xfrm xmlns:a="http://schemas.openxmlformats.org/drawingml/2006/main">
            <a:off x="7418536" y="391716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6" name="Editable chart path">
            <a:extLst xmlns:a="http://schemas.openxmlformats.org/drawingml/2006/main">
              <a:ext uri="{FF2B5EF4-FFF2-40B4-BE49-F238E27FC236}">
                <a16:creationId xmlns:a16="http://schemas.microsoft.com/office/drawing/2014/main" id="{DFB81596-65DD-42A4-9644-13B4EF792206}"/>
              </a:ext>
            </a:extLst>
          </p:cNvPr>
          <p:cNvSpPr>
            <a:spLocks xmlns:a="http://schemas.openxmlformats.org/drawingml/2006/main" noGrp="1"/>
          </p:cNvSpPr>
          <p:nvPr/>
        </p:nvSpPr>
        <p:spPr>
          <a:xfrm xmlns:a="http://schemas.openxmlformats.org/drawingml/2006/main">
            <a:off x="7361398" y="3917169"/>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7" name="Editable chart path">
            <a:extLst xmlns:a="http://schemas.openxmlformats.org/drawingml/2006/main">
              <a:ext uri="{FF2B5EF4-FFF2-40B4-BE49-F238E27FC236}">
                <a16:creationId xmlns:a16="http://schemas.microsoft.com/office/drawing/2014/main" id="{4812B0BA-C1F4-4CD4-8151-B1F4FE6D89B0}"/>
              </a:ext>
            </a:extLst>
          </p:cNvPr>
          <p:cNvSpPr>
            <a:spLocks xmlns:a="http://schemas.openxmlformats.org/drawingml/2006/main" noGrp="1"/>
          </p:cNvSpPr>
          <p:nvPr/>
        </p:nvSpPr>
        <p:spPr>
          <a:xfrm xmlns:a="http://schemas.openxmlformats.org/drawingml/2006/main">
            <a:off x="7418536" y="3454846"/>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68" name="Editable chart path">
            <a:extLst xmlns:a="http://schemas.openxmlformats.org/drawingml/2006/main">
              <a:ext uri="{FF2B5EF4-FFF2-40B4-BE49-F238E27FC236}">
                <a16:creationId xmlns:a16="http://schemas.microsoft.com/office/drawing/2014/main" id="{6EB9D79C-6184-431E-BBCE-9D9E3B8C7A91}"/>
              </a:ext>
            </a:extLst>
          </p:cNvPr>
          <p:cNvSpPr>
            <a:spLocks xmlns:a="http://schemas.openxmlformats.org/drawingml/2006/main" noGrp="1"/>
          </p:cNvSpPr>
          <p:nvPr/>
        </p:nvSpPr>
        <p:spPr>
          <a:xfrm xmlns:a="http://schemas.openxmlformats.org/drawingml/2006/main">
            <a:off x="7361398" y="3454846"/>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69" name="Editable chart path">
            <a:extLst xmlns:a="http://schemas.openxmlformats.org/drawingml/2006/main">
              <a:ext uri="{FF2B5EF4-FFF2-40B4-BE49-F238E27FC236}">
                <a16:creationId xmlns:a16="http://schemas.microsoft.com/office/drawing/2014/main" id="{D819F173-CB2C-4727-82B9-9B62BF9CB98A}"/>
              </a:ext>
            </a:extLst>
          </p:cNvPr>
          <p:cNvSpPr>
            <a:spLocks xmlns:a="http://schemas.openxmlformats.org/drawingml/2006/main" noGrp="1"/>
          </p:cNvSpPr>
          <p:nvPr/>
        </p:nvSpPr>
        <p:spPr>
          <a:xfrm xmlns:a="http://schemas.openxmlformats.org/drawingml/2006/main">
            <a:off x="7418536" y="2992522"/>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795">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6EBA99B0-73CE-49C7-B67F-C570F0FB0AB4}"/>
              </a:ext>
            </a:extLst>
          </p:cNvPr>
          <p:cNvSpPr>
            <a:spLocks xmlns:a="http://schemas.openxmlformats.org/drawingml/2006/main" noGrp="1"/>
          </p:cNvSpPr>
          <p:nvPr/>
        </p:nvSpPr>
        <p:spPr>
          <a:xfrm xmlns:a="http://schemas.openxmlformats.org/drawingml/2006/main">
            <a:off x="7361398" y="2992522"/>
            <a:ext cx="57138"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60">
            <a:solidFill>
              <a:srgbClr val="5A6683"/>
            </a:solidFill>
            <a:prstDash val="solid"/>
          </a:ln>
        </p:spPr>
      </p:sp>
      <p:sp>
        <p:nvSpPr>
          <p:cNvPr id="71" name="Editable chart path">
            <a:extLst xmlns:a="http://schemas.openxmlformats.org/drawingml/2006/main">
              <a:ext uri="{FF2B5EF4-FFF2-40B4-BE49-F238E27FC236}">
                <a16:creationId xmlns:a16="http://schemas.microsoft.com/office/drawing/2014/main" id="{61C800F6-C972-4421-8D6D-FB8F77FB851E}"/>
              </a:ext>
            </a:extLst>
          </p:cNvPr>
          <p:cNvSpPr>
            <a:spLocks xmlns:a="http://schemas.openxmlformats.org/drawingml/2006/main" noGrp="1"/>
          </p:cNvSpPr>
          <p:nvPr/>
        </p:nvSpPr>
        <p:spPr>
          <a:xfrm xmlns:a="http://schemas.openxmlformats.org/drawingml/2006/main">
            <a:off x="7551969" y="3859892"/>
            <a:ext cx="2668656" cy="327939"/>
          </a:xfrm>
          <a:custGeom xmlns:a="http://schemas.openxmlformats.org/drawingml/2006/main">
            <a:pathLst>
              <a:path w="1557034" h="191337">
                <a:moveTo>
                  <a:pt x="0" y="33418"/>
                </a:moveTo>
                <a:lnTo>
                  <a:pt x="55608" y="62443"/>
                </a:lnTo>
                <a:lnTo>
                  <a:pt x="111217" y="0"/>
                </a:lnTo>
                <a:lnTo>
                  <a:pt x="166825" y="3018"/>
                </a:lnTo>
                <a:lnTo>
                  <a:pt x="222433" y="57404"/>
                </a:lnTo>
                <a:lnTo>
                  <a:pt x="278042" y="55166"/>
                </a:lnTo>
                <a:lnTo>
                  <a:pt x="333650" y="79584"/>
                </a:lnTo>
                <a:lnTo>
                  <a:pt x="389259" y="76808"/>
                </a:lnTo>
                <a:lnTo>
                  <a:pt x="444867" y="53798"/>
                </a:lnTo>
                <a:lnTo>
                  <a:pt x="500475" y="81945"/>
                </a:lnTo>
                <a:lnTo>
                  <a:pt x="556084" y="95837"/>
                </a:lnTo>
                <a:lnTo>
                  <a:pt x="611692" y="154757"/>
                </a:lnTo>
                <a:lnTo>
                  <a:pt x="667300" y="191337"/>
                </a:lnTo>
                <a:lnTo>
                  <a:pt x="722909" y="163368"/>
                </a:lnTo>
                <a:lnTo>
                  <a:pt x="778517" y="84572"/>
                </a:lnTo>
                <a:lnTo>
                  <a:pt x="834126" y="32315"/>
                </a:lnTo>
                <a:lnTo>
                  <a:pt x="889734" y="34109"/>
                </a:lnTo>
                <a:lnTo>
                  <a:pt x="945342" y="29049"/>
                </a:lnTo>
                <a:lnTo>
                  <a:pt x="1000951" y="67168"/>
                </a:lnTo>
                <a:lnTo>
                  <a:pt x="1056559" y="66447"/>
                </a:lnTo>
                <a:lnTo>
                  <a:pt x="1112167" y="9107"/>
                </a:lnTo>
                <a:lnTo>
                  <a:pt x="1167776" y="10708"/>
                </a:lnTo>
                <a:lnTo>
                  <a:pt x="1223384" y="46275"/>
                </a:lnTo>
                <a:lnTo>
                  <a:pt x="1278993" y="48661"/>
                </a:lnTo>
                <a:lnTo>
                  <a:pt x="1334601" y="58845"/>
                </a:lnTo>
                <a:lnTo>
                  <a:pt x="1390209" y="84844"/>
                </a:lnTo>
                <a:lnTo>
                  <a:pt x="1445818" y="121452"/>
                </a:lnTo>
                <a:lnTo>
                  <a:pt x="1501426" y="136158"/>
                </a:lnTo>
                <a:lnTo>
                  <a:pt x="1557034" y="116217"/>
                </a:lnTo>
              </a:path>
            </a:pathLst>
          </a:custGeom>
          <a:noFill xmlns:a="http://schemas.openxmlformats.org/drawingml/2006/main"/>
          <a:ln xmlns:a="http://schemas.openxmlformats.org/drawingml/2006/main" w="24488">
            <a:solidFill>
              <a:srgbClr val="2C5EAA"/>
            </a:solidFill>
            <a:prstDash val="solid"/>
          </a:ln>
        </p:spPr>
      </p:sp>
      <p:sp>
        <p:nvSpPr>
          <p:cNvPr id="72" name="Editable chart path">
            <a:extLst xmlns:a="http://schemas.openxmlformats.org/drawingml/2006/main">
              <a:ext uri="{FF2B5EF4-FFF2-40B4-BE49-F238E27FC236}">
                <a16:creationId xmlns:a16="http://schemas.microsoft.com/office/drawing/2014/main" id="{6BDAC613-BAAB-4C6F-9CE9-555DFE6906F7}"/>
              </a:ext>
            </a:extLst>
          </p:cNvPr>
          <p:cNvSpPr>
            <a:spLocks xmlns:a="http://schemas.openxmlformats.org/drawingml/2006/main" noGrp="1"/>
          </p:cNvSpPr>
          <p:nvPr/>
        </p:nvSpPr>
        <p:spPr>
          <a:xfrm xmlns:a="http://schemas.openxmlformats.org/drawingml/2006/main">
            <a:off x="7551969" y="3884170"/>
            <a:ext cx="2668656" cy="161236"/>
          </a:xfrm>
          <a:custGeom xmlns:a="http://schemas.openxmlformats.org/drawingml/2006/main">
            <a:pathLst>
              <a:path w="1557034" h="94074">
                <a:moveTo>
                  <a:pt x="0" y="19253"/>
                </a:moveTo>
                <a:lnTo>
                  <a:pt x="55608" y="19253"/>
                </a:lnTo>
                <a:lnTo>
                  <a:pt x="111217" y="0"/>
                </a:lnTo>
                <a:lnTo>
                  <a:pt x="166825" y="0"/>
                </a:lnTo>
                <a:lnTo>
                  <a:pt x="222433" y="38408"/>
                </a:lnTo>
                <a:lnTo>
                  <a:pt x="278042" y="38408"/>
                </a:lnTo>
                <a:lnTo>
                  <a:pt x="333650" y="56678"/>
                </a:lnTo>
                <a:lnTo>
                  <a:pt x="389259" y="56678"/>
                </a:lnTo>
                <a:lnTo>
                  <a:pt x="444867" y="54254"/>
                </a:lnTo>
                <a:lnTo>
                  <a:pt x="500475" y="54254"/>
                </a:lnTo>
                <a:lnTo>
                  <a:pt x="556084" y="78074"/>
                </a:lnTo>
                <a:lnTo>
                  <a:pt x="611692" y="78074"/>
                </a:lnTo>
                <a:lnTo>
                  <a:pt x="667300" y="89733"/>
                </a:lnTo>
                <a:lnTo>
                  <a:pt x="722909" y="89733"/>
                </a:lnTo>
                <a:lnTo>
                  <a:pt x="778517" y="15658"/>
                </a:lnTo>
                <a:lnTo>
                  <a:pt x="834126" y="15658"/>
                </a:lnTo>
                <a:lnTo>
                  <a:pt x="889734" y="17805"/>
                </a:lnTo>
                <a:lnTo>
                  <a:pt x="945342" y="17805"/>
                </a:lnTo>
                <a:lnTo>
                  <a:pt x="1000951" y="47900"/>
                </a:lnTo>
                <a:lnTo>
                  <a:pt x="1056559" y="47900"/>
                </a:lnTo>
                <a:lnTo>
                  <a:pt x="1112167" y="3182"/>
                </a:lnTo>
                <a:lnTo>
                  <a:pt x="1167776" y="3182"/>
                </a:lnTo>
                <a:lnTo>
                  <a:pt x="1223384" y="38509"/>
                </a:lnTo>
                <a:lnTo>
                  <a:pt x="1278993" y="38509"/>
                </a:lnTo>
                <a:lnTo>
                  <a:pt x="1334601" y="64219"/>
                </a:lnTo>
                <a:lnTo>
                  <a:pt x="1390209" y="64219"/>
                </a:lnTo>
                <a:lnTo>
                  <a:pt x="1445818" y="94074"/>
                </a:lnTo>
                <a:lnTo>
                  <a:pt x="1501426" y="94074"/>
                </a:lnTo>
                <a:lnTo>
                  <a:pt x="1557034" y="55243"/>
                </a:lnTo>
              </a:path>
            </a:pathLst>
          </a:custGeom>
          <a:noFill xmlns:a="http://schemas.openxmlformats.org/drawingml/2006/main"/>
          <a:ln xmlns:a="http://schemas.openxmlformats.org/drawingml/2006/main" w="16325">
            <a:solidFill>
              <a:srgbClr val="5A6683"/>
            </a:solidFill>
            <a:prstDash val="dash"/>
          </a:ln>
        </p:spPr>
      </p:sp>
      <p:sp>
        <p:nvSpPr>
          <p:cNvPr id="73" name="Editable chart path">
            <a:extLst xmlns:a="http://schemas.openxmlformats.org/drawingml/2006/main">
              <a:ext uri="{FF2B5EF4-FFF2-40B4-BE49-F238E27FC236}">
                <a16:creationId xmlns:a16="http://schemas.microsoft.com/office/drawing/2014/main" id="{0FDB9727-4781-42C5-A2DA-3FD93CB5BEA1}"/>
              </a:ext>
            </a:extLst>
          </p:cNvPr>
          <p:cNvSpPr>
            <a:spLocks xmlns:a="http://schemas.openxmlformats.org/drawingml/2006/main" noGrp="1"/>
          </p:cNvSpPr>
          <p:nvPr/>
        </p:nvSpPr>
        <p:spPr>
          <a:xfrm xmlns:a="http://schemas.openxmlformats.org/drawingml/2006/main">
            <a:off x="7551969" y="2743461"/>
            <a:ext cx="2668656" cy="1910227"/>
          </a:xfrm>
          <a:custGeom xmlns:a="http://schemas.openxmlformats.org/drawingml/2006/main">
            <a:pathLst>
              <a:path w="1557034" h="1114527">
                <a:moveTo>
                  <a:pt x="0" y="684803"/>
                </a:moveTo>
                <a:lnTo>
                  <a:pt x="55608" y="652363"/>
                </a:lnTo>
                <a:lnTo>
                  <a:pt x="111217" y="701690"/>
                </a:lnTo>
                <a:lnTo>
                  <a:pt x="166825" y="768348"/>
                </a:lnTo>
                <a:lnTo>
                  <a:pt x="222433" y="599925"/>
                </a:lnTo>
                <a:lnTo>
                  <a:pt x="278042" y="823008"/>
                </a:lnTo>
                <a:lnTo>
                  <a:pt x="333650" y="732353"/>
                </a:lnTo>
                <a:lnTo>
                  <a:pt x="389259" y="560374"/>
                </a:lnTo>
                <a:lnTo>
                  <a:pt x="444867" y="631921"/>
                </a:lnTo>
                <a:lnTo>
                  <a:pt x="500475" y="543932"/>
                </a:lnTo>
                <a:lnTo>
                  <a:pt x="556084" y="503048"/>
                </a:lnTo>
                <a:lnTo>
                  <a:pt x="611692" y="635031"/>
                </a:lnTo>
                <a:lnTo>
                  <a:pt x="667300" y="866113"/>
                </a:lnTo>
                <a:lnTo>
                  <a:pt x="722909" y="1018983"/>
                </a:lnTo>
                <a:lnTo>
                  <a:pt x="778517" y="1114527"/>
                </a:lnTo>
                <a:lnTo>
                  <a:pt x="834126" y="861225"/>
                </a:lnTo>
                <a:lnTo>
                  <a:pt x="889734" y="933661"/>
                </a:lnTo>
                <a:lnTo>
                  <a:pt x="945342" y="833673"/>
                </a:lnTo>
                <a:lnTo>
                  <a:pt x="1000951" y="589259"/>
                </a:lnTo>
                <a:lnTo>
                  <a:pt x="1056559" y="415503"/>
                </a:lnTo>
                <a:lnTo>
                  <a:pt x="1112167" y="438167"/>
                </a:lnTo>
                <a:lnTo>
                  <a:pt x="1167776" y="425280"/>
                </a:lnTo>
                <a:lnTo>
                  <a:pt x="1223384" y="199975"/>
                </a:lnTo>
                <a:lnTo>
                  <a:pt x="1278993" y="122207"/>
                </a:lnTo>
                <a:lnTo>
                  <a:pt x="1334601" y="219972"/>
                </a:lnTo>
                <a:lnTo>
                  <a:pt x="1390209" y="0"/>
                </a:lnTo>
                <a:lnTo>
                  <a:pt x="1445818" y="308406"/>
                </a:lnTo>
                <a:lnTo>
                  <a:pt x="1501426" y="338624"/>
                </a:lnTo>
                <a:lnTo>
                  <a:pt x="1557034" y="508381"/>
                </a:lnTo>
              </a:path>
            </a:pathLst>
          </a:custGeom>
          <a:noFill xmlns:a="http://schemas.openxmlformats.org/drawingml/2006/main"/>
          <a:ln xmlns:a="http://schemas.openxmlformats.org/drawingml/2006/main" w="19590">
            <a:solidFill>
              <a:srgbClr val="14203A"/>
            </a:solidFill>
            <a:prstDash val="solid"/>
          </a:ln>
        </p:spPr>
      </p:sp>
      <p:sp>
        <p:nvSpPr>
          <p:cNvPr id="74" name="Editable chart path">
            <a:extLst xmlns:a="http://schemas.openxmlformats.org/drawingml/2006/main">
              <a:ext uri="{FF2B5EF4-FFF2-40B4-BE49-F238E27FC236}">
                <a16:creationId xmlns:a16="http://schemas.microsoft.com/office/drawing/2014/main" id="{B45EF7E9-E9E4-4382-B6E9-6078EA2F7264}"/>
              </a:ext>
            </a:extLst>
          </p:cNvPr>
          <p:cNvSpPr>
            <a:spLocks xmlns:a="http://schemas.openxmlformats.org/drawingml/2006/main" noGrp="1"/>
          </p:cNvSpPr>
          <p:nvPr/>
        </p:nvSpPr>
        <p:spPr>
          <a:xfrm xmlns:a="http://schemas.openxmlformats.org/drawingml/2006/main">
            <a:off x="8695679"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6325">
            <a:solidFill>
              <a:srgbClr val="C0453C"/>
            </a:solidFill>
            <a:prstDash val="dash"/>
          </a:ln>
        </p:spPr>
      </p:sp>
      <p:sp>
        <p:nvSpPr>
          <p:cNvPr id="75" name="Editable chart path">
            <a:extLst xmlns:a="http://schemas.openxmlformats.org/drawingml/2006/main">
              <a:ext uri="{FF2B5EF4-FFF2-40B4-BE49-F238E27FC236}">
                <a16:creationId xmlns:a16="http://schemas.microsoft.com/office/drawing/2014/main" id="{8F7B33B1-2FF1-404D-AF92-2658FE686C49}"/>
              </a:ext>
            </a:extLst>
          </p:cNvPr>
          <p:cNvSpPr>
            <a:spLocks xmlns:a="http://schemas.openxmlformats.org/drawingml/2006/main" noGrp="1"/>
          </p:cNvSpPr>
          <p:nvPr/>
        </p:nvSpPr>
        <p:spPr>
          <a:xfrm xmlns:a="http://schemas.openxmlformats.org/drawingml/2006/main">
            <a:off x="7418536" y="2647950"/>
            <a:ext cx="95" cy="2101249"/>
          </a:xfrm>
          <a:custGeom xmlns:a="http://schemas.openxmlformats.org/drawingml/2006/main">
            <a:pathLst>
              <a:path w="95" h="1225979">
                <a:moveTo>
                  <a:pt x="0" y="1225979"/>
                </a:moveTo>
                <a:lnTo>
                  <a:pt x="0" y="0"/>
                </a:lnTo>
              </a:path>
            </a:pathLst>
          </a:custGeom>
          <a:noFill xmlns:a="http://schemas.openxmlformats.org/drawingml/2006/main"/>
          <a:ln xmlns:a="http://schemas.openxmlformats.org/drawingml/2006/main" w="13060">
            <a:solidFill>
              <a:srgbClr val="5A6683"/>
            </a:solidFill>
            <a:prstDash val="solid"/>
          </a:ln>
        </p:spPr>
      </p:sp>
      <p:sp>
        <p:nvSpPr>
          <p:cNvPr id="76" name="Editable chart path">
            <a:extLst xmlns:a="http://schemas.openxmlformats.org/drawingml/2006/main">
              <a:ext uri="{FF2B5EF4-FFF2-40B4-BE49-F238E27FC236}">
                <a16:creationId xmlns:a16="http://schemas.microsoft.com/office/drawing/2014/main" id="{422ABB2D-7C4E-4683-A1E5-4F07BE7C91C5}"/>
              </a:ext>
            </a:extLst>
          </p:cNvPr>
          <p:cNvSpPr>
            <a:spLocks xmlns:a="http://schemas.openxmlformats.org/drawingml/2006/main" noGrp="1"/>
          </p:cNvSpPr>
          <p:nvPr/>
        </p:nvSpPr>
        <p:spPr>
          <a:xfrm xmlns:a="http://schemas.openxmlformats.org/drawingml/2006/main">
            <a:off x="7418536" y="4749199"/>
            <a:ext cx="2935522"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60">
            <a:solidFill>
              <a:srgbClr val="5A6683"/>
            </a:solidFill>
            <a:prstDash val="solid"/>
          </a:ln>
        </p:spPr>
      </p:sp>
      <p:sp>
        <p:nvSpPr>
          <p:cNvPr id="77" name="">
            <a:extLst xmlns:a="http://schemas.openxmlformats.org/drawingml/2006/main">
              <a:ext uri="{FF2B5EF4-FFF2-40B4-BE49-F238E27FC236}">
                <a16:creationId xmlns:a16="http://schemas.microsoft.com/office/drawing/2014/main" id="{7D1A020B-796D-4409-89FA-F0C0708E895E}"/>
              </a:ext>
            </a:extLst>
          </p:cNvPr>
          <p:cNvSpPr>
            <a:spLocks xmlns:a="http://schemas.openxmlformats.org/drawingml/2006/main" noGrp="1"/>
          </p:cNvSpPr>
          <p:nvPr/>
        </p:nvSpPr>
        <p:spPr>
          <a:xfrm xmlns:a="http://schemas.openxmlformats.org/drawingml/2006/main" rot="0">
            <a:off x="7108845" y="4295157"/>
            <a:ext cx="189262"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50</a:t>
            </a:r>
          </a:p>
        </p:txBody>
      </p:sp>
      <p:sp>
        <p:nvSpPr>
          <p:cNvPr id="78" name="">
            <a:extLst xmlns:a="http://schemas.openxmlformats.org/drawingml/2006/main">
              <a:ext uri="{FF2B5EF4-FFF2-40B4-BE49-F238E27FC236}">
                <a16:creationId xmlns:a16="http://schemas.microsoft.com/office/drawing/2014/main" id="{1DE3E43B-C199-4DC8-9E29-AAA12F423345}"/>
              </a:ext>
            </a:extLst>
          </p:cNvPr>
          <p:cNvSpPr>
            <a:spLocks xmlns:a="http://schemas.openxmlformats.org/drawingml/2006/main" noGrp="1"/>
          </p:cNvSpPr>
          <p:nvPr/>
        </p:nvSpPr>
        <p:spPr>
          <a:xfrm xmlns:a="http://schemas.openxmlformats.org/drawingml/2006/main" rot="0">
            <a:off x="7061887" y="3832833"/>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100</a:t>
            </a:r>
          </a:p>
        </p:txBody>
      </p:sp>
      <p:sp>
        <p:nvSpPr>
          <p:cNvPr id="79" name="">
            <a:extLst xmlns:a="http://schemas.openxmlformats.org/drawingml/2006/main">
              <a:ext uri="{FF2B5EF4-FFF2-40B4-BE49-F238E27FC236}">
                <a16:creationId xmlns:a16="http://schemas.microsoft.com/office/drawing/2014/main" id="{9494174C-854C-4E91-A029-7D50558CCD9D}"/>
              </a:ext>
            </a:extLst>
          </p:cNvPr>
          <p:cNvSpPr>
            <a:spLocks xmlns:a="http://schemas.openxmlformats.org/drawingml/2006/main" noGrp="1"/>
          </p:cNvSpPr>
          <p:nvPr/>
        </p:nvSpPr>
        <p:spPr>
          <a:xfrm xmlns:a="http://schemas.openxmlformats.org/drawingml/2006/main" rot="0">
            <a:off x="7061887" y="3370509"/>
            <a:ext cx="236220"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150</a:t>
            </a:r>
          </a:p>
        </p:txBody>
      </p:sp>
      <p:sp>
        <p:nvSpPr>
          <p:cNvPr id="80" name="">
            <a:extLst xmlns:a="http://schemas.openxmlformats.org/drawingml/2006/main">
              <a:ext uri="{FF2B5EF4-FFF2-40B4-BE49-F238E27FC236}">
                <a16:creationId xmlns:a16="http://schemas.microsoft.com/office/drawing/2014/main" id="{A1CB33C2-7582-4743-B8E4-573F5253D6B4}"/>
              </a:ext>
            </a:extLst>
          </p:cNvPr>
          <p:cNvSpPr>
            <a:spLocks xmlns:a="http://schemas.openxmlformats.org/drawingml/2006/main" noGrp="1"/>
          </p:cNvSpPr>
          <p:nvPr/>
        </p:nvSpPr>
        <p:spPr>
          <a:xfrm xmlns:a="http://schemas.openxmlformats.org/drawingml/2006/main" rot="0">
            <a:off x="7024358" y="2908186"/>
            <a:ext cx="273748" cy="264469"/>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7" b="0">
                <a:solidFill>
                  <a:srgbClr val="5A6683"/>
                </a:solidFill>
                <a:latin typeface="Poppins"/>
                <a:ea typeface="Poppins"/>
                <a:cs typeface="Poppins"/>
              </a:defRPr>
            </a:defPPr>
            <a:lvl1pPr>
              <a:defRPr sz="1157" b="0">
                <a:solidFill>
                  <a:srgbClr val="5A6683"/>
                </a:solidFill>
                <a:latin typeface="Poppins"/>
                <a:ea typeface="Poppins"/>
                <a:cs typeface="Poppins"/>
              </a:defRPr>
            </a:lvl1pPr>
            <a:lvl2pPr>
              <a:defRPr sz="1157" b="0">
                <a:solidFill>
                  <a:srgbClr val="5A6683"/>
                </a:solidFill>
                <a:latin typeface="Poppins"/>
                <a:ea typeface="Poppins"/>
                <a:cs typeface="Poppins"/>
              </a:defRPr>
            </a:lvl2pPr>
            <a:lvl3pPr>
              <a:defRPr sz="1157" b="0">
                <a:solidFill>
                  <a:srgbClr val="5A6683"/>
                </a:solidFill>
                <a:latin typeface="Poppins"/>
                <a:ea typeface="Poppins"/>
                <a:cs typeface="Poppins"/>
              </a:defRPr>
            </a:lvl3pPr>
            <a:lvl4pPr>
              <a:defRPr sz="1157" b="0">
                <a:solidFill>
                  <a:srgbClr val="5A6683"/>
                </a:solidFill>
                <a:latin typeface="Poppins"/>
                <a:ea typeface="Poppins"/>
                <a:cs typeface="Poppins"/>
              </a:defRPr>
            </a:lvl4pPr>
            <a:lvl5pPr>
              <a:defRPr sz="1157" b="0">
                <a:solidFill>
                  <a:srgbClr val="5A6683"/>
                </a:solidFill>
                <a:latin typeface="Poppins"/>
                <a:ea typeface="Poppins"/>
                <a:cs typeface="Poppins"/>
              </a:defRPr>
            </a:lvl5pPr>
            <a:lvl6pPr>
              <a:defRPr sz="1157" b="0">
                <a:solidFill>
                  <a:srgbClr val="5A6683"/>
                </a:solidFill>
                <a:latin typeface="Poppins"/>
                <a:ea typeface="Poppins"/>
                <a:cs typeface="Poppins"/>
              </a:defRPr>
            </a:lvl6pPr>
            <a:lvl7pPr>
              <a:defRPr sz="1157" b="0">
                <a:solidFill>
                  <a:srgbClr val="5A6683"/>
                </a:solidFill>
                <a:latin typeface="Poppins"/>
                <a:ea typeface="Poppins"/>
                <a:cs typeface="Poppins"/>
              </a:defRPr>
            </a:lvl7pPr>
            <a:lvl8pPr>
              <a:defRPr sz="1157" b="0">
                <a:solidFill>
                  <a:srgbClr val="5A6683"/>
                </a:solidFill>
                <a:latin typeface="Poppins"/>
                <a:ea typeface="Poppins"/>
                <a:cs typeface="Poppins"/>
              </a:defRPr>
            </a:lvl8pPr>
            <a:lvl9pPr>
              <a:defRPr sz="1157" b="0">
                <a:solidFill>
                  <a:srgbClr val="5A6683"/>
                </a:solidFill>
                <a:latin typeface="Poppins"/>
                <a:ea typeface="Poppins"/>
                <a:cs typeface="Poppins"/>
              </a:defRPr>
            </a:lvl9pPr>
          </a:lstStyle>
          <a:p xmlns:a="http://schemas.openxmlformats.org/drawingml/2006/main">
            <a:pPr>
              <a:defRPr sz="1157" b="0">
                <a:solidFill>
                  <a:srgbClr val="5A6683"/>
                </a:solidFill>
                <a:latin typeface="Poppins"/>
                <a:ea typeface="Poppins"/>
                <a:cs typeface="Poppins"/>
              </a:defRPr>
            </a:pPr>
            <a:r>
              <a:rPr sz="1157" b="0">
                <a:solidFill>
                  <a:srgbClr val="5A6683"/>
                </a:solidFill>
                <a:latin typeface="Poppins"/>
                <a:ea typeface="Poppins"/>
                <a:cs typeface="Poppins"/>
              </a:rPr>
              <a:t>200</a:t>
            </a:r>
          </a:p>
        </p:txBody>
      </p:sp>
      <p:sp>
        <p:nvSpPr>
          <p:cNvPr id="81" name="">
            <a:extLst xmlns:a="http://schemas.openxmlformats.org/drawingml/2006/main">
              <a:ext uri="{FF2B5EF4-FFF2-40B4-BE49-F238E27FC236}">
                <a16:creationId xmlns:a16="http://schemas.microsoft.com/office/drawing/2014/main" id="{24117A6A-1279-4BD7-92B3-1C7F54836086}"/>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82" name="">
            <a:extLst xmlns:a="http://schemas.openxmlformats.org/drawingml/2006/main">
              <a:ext uri="{FF2B5EF4-FFF2-40B4-BE49-F238E27FC236}">
                <a16:creationId xmlns:a16="http://schemas.microsoft.com/office/drawing/2014/main" id="{DD8DE34E-60C8-4B6D-BBB9-871C623D31FB}"/>
              </a:ext>
            </a:extLst>
          </p:cNvPr>
          <p:cNvSpPr>
            <a:spLocks xmlns:a="http://schemas.openxmlformats.org/drawingml/2006/main" noGrp="1"/>
          </p:cNvSpPr>
          <p:nvPr/>
        </p:nvSpPr>
        <p:spPr>
          <a:xfrm xmlns:a="http://schemas.openxmlformats.org/drawingml/2006/main">
            <a:off x="6562725" y="5334000"/>
            <a:ext cx="2060734"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v2 (mean, 5-95%)</a:t>
            </a:r>
          </a:p>
        </p:txBody>
      </p:sp>
      <p:sp>
        <p:nvSpPr>
          <p:cNvPr id="83" name="">
            <a:extLst xmlns:a="http://schemas.openxmlformats.org/drawingml/2006/main">
              <a:ext uri="{FF2B5EF4-FFF2-40B4-BE49-F238E27FC236}">
                <a16:creationId xmlns:a16="http://schemas.microsoft.com/office/drawing/2014/main" id="{9AFFE6A0-605F-410A-8C9D-B1F0DEB374D1}"/>
              </a:ext>
            </a:extLst>
          </p:cNvPr>
          <p:cNvSpPr>
            <a:spLocks xmlns:a="http://schemas.openxmlformats.org/drawingml/2006/main" noGrp="1"/>
          </p:cNvSpPr>
          <p:nvPr/>
        </p:nvSpPr>
        <p:spPr>
          <a:xfrm xmlns:a="http://schemas.openxmlformats.org/drawingml/2006/main">
            <a:off x="6334125" y="5619750"/>
            <a:ext cx="161925" cy="47625"/>
          </a:xfrm>
          <a:prstGeom xmlns:a="http://schemas.openxmlformats.org/drawingml/2006/main" prst="rect">
            <a:avLst/>
          </a:prstGeom>
          <a:solidFill xmlns:a="http://schemas.openxmlformats.org/drawingml/2006/main">
            <a:srgbClr val="5A6683"/>
          </a:solidFill>
          <a:ln xmlns:a="http://schemas.openxmlformats.org/drawingml/2006/main" w="0">
            <a:noFill/>
          </a:ln>
        </p:spPr>
      </p:sp>
      <p:sp>
        <p:nvSpPr>
          <p:cNvPr id="84" name="">
            <a:extLst xmlns:a="http://schemas.openxmlformats.org/drawingml/2006/main">
              <a:ext uri="{FF2B5EF4-FFF2-40B4-BE49-F238E27FC236}">
                <a16:creationId xmlns:a16="http://schemas.microsoft.com/office/drawing/2014/main" id="{F445EE7B-551B-42D8-A9B0-639A8F948D45}"/>
              </a:ext>
            </a:extLst>
          </p:cNvPr>
          <p:cNvSpPr>
            <a:spLocks xmlns:a="http://schemas.openxmlformats.org/drawingml/2006/main" noGrp="1"/>
          </p:cNvSpPr>
          <p:nvPr/>
        </p:nvSpPr>
        <p:spPr>
          <a:xfrm xmlns:a="http://schemas.openxmlformats.org/drawingml/2006/main">
            <a:off x="6562725" y="5553075"/>
            <a:ext cx="2454497"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Benchmark: baseline x rain effects</a:t>
            </a:r>
          </a:p>
        </p:txBody>
      </p:sp>
      <p:sp>
        <p:nvSpPr>
          <p:cNvPr id="85" name="">
            <a:extLst xmlns:a="http://schemas.openxmlformats.org/drawingml/2006/main">
              <a:ext uri="{FF2B5EF4-FFF2-40B4-BE49-F238E27FC236}">
                <a16:creationId xmlns:a16="http://schemas.microsoft.com/office/drawing/2014/main" id="{716DFB42-6ED3-44EA-89DE-9786F7CEE05C}"/>
              </a:ext>
            </a:extLst>
          </p:cNvPr>
          <p:cNvSpPr>
            <a:spLocks xmlns:a="http://schemas.openxmlformats.org/drawingml/2006/main" noGrp="1"/>
          </p:cNvSpPr>
          <p:nvPr/>
        </p:nvSpPr>
        <p:spPr>
          <a:xfrm xmlns:a="http://schemas.openxmlformats.org/drawingml/2006/main">
            <a:off x="9226772" y="5619750"/>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6" name="">
            <a:extLst xmlns:a="http://schemas.openxmlformats.org/drawingml/2006/main">
              <a:ext uri="{FF2B5EF4-FFF2-40B4-BE49-F238E27FC236}">
                <a16:creationId xmlns:a16="http://schemas.microsoft.com/office/drawing/2014/main" id="{1DBA1625-7FFE-48EC-AC63-C0497F75BDCB}"/>
              </a:ext>
            </a:extLst>
          </p:cNvPr>
          <p:cNvSpPr>
            <a:spLocks xmlns:a="http://schemas.openxmlformats.org/drawingml/2006/main" noGrp="1"/>
          </p:cNvSpPr>
          <p:nvPr/>
        </p:nvSpPr>
        <p:spPr>
          <a:xfrm xmlns:a="http://schemas.openxmlformats.org/drawingml/2006/main">
            <a:off x="9455372" y="5553075"/>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85.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V1 ON HELD-OUT STORMS (1/5)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Simulation only. No setting passes the unchanged overall plausibility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85</a:t>
            </a:r>
            <a:endParaRPr sz="1200"/>
          </a:p>
        </p:txBody>
      </p:sp>
      <p:sp>
        <p:nvSpPr>
          <p:cNvPr id="14" name="">
            <a:extLst xmlns:a="http://schemas.openxmlformats.org/drawingml/2006/main">
              <a:ext uri="{FF2B5EF4-FFF2-40B4-BE49-F238E27FC236}">
                <a16:creationId xmlns:a16="http://schemas.microsoft.com/office/drawing/2014/main" id="{5DAFCFED-C9A0-406D-9E5F-1DF4777C7D25}"/>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E6764412-9966-491B-BF47-C05629E67E3D}"/>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2026-09-27</a:t>
            </a:r>
          </a:p>
        </p:txBody>
      </p:sp>
      <p:sp>
        <p:nvSpPr>
          <p:cNvPr id="16" name="">
            <a:extLst xmlns:a="http://schemas.openxmlformats.org/drawingml/2006/main">
              <a:ext uri="{FF2B5EF4-FFF2-40B4-BE49-F238E27FC236}">
                <a16:creationId xmlns:a16="http://schemas.microsoft.com/office/drawing/2014/main" id="{9D0E272E-25F1-4E8F-B733-E89FD197024C}"/>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528B3507-B885-402C-9B84-478F7ADA60B9}"/>
              </a:ext>
            </a:extLst>
          </p:cNvPr>
          <p:cNvSpPr>
            <a:spLocks xmlns:a="http://schemas.openxmlformats.org/drawingml/2006/main" noGrp="1"/>
          </p:cNvSpPr>
          <p:nvPr/>
        </p:nvSpPr>
        <p:spPr>
          <a:xfrm xmlns:a="http://schemas.openxmlformats.org/drawingml/2006/main">
            <a:off x="2358621" y="3611156"/>
            <a:ext cx="2673861" cy="476537"/>
          </a:xfrm>
          <a:custGeom xmlns:a="http://schemas.openxmlformats.org/drawingml/2006/main">
            <a:pathLst>
              <a:path w="1557034" h="277496">
                <a:moveTo>
                  <a:pt x="0" y="177876"/>
                </a:moveTo>
                <a:lnTo>
                  <a:pt x="0" y="177876"/>
                </a:lnTo>
                <a:lnTo>
                  <a:pt x="55608" y="165526"/>
                </a:lnTo>
                <a:lnTo>
                  <a:pt x="111217" y="94248"/>
                </a:lnTo>
                <a:lnTo>
                  <a:pt x="166825" y="108845"/>
                </a:lnTo>
                <a:lnTo>
                  <a:pt x="222433" y="118661"/>
                </a:lnTo>
                <a:lnTo>
                  <a:pt x="278042" y="118953"/>
                </a:lnTo>
                <a:lnTo>
                  <a:pt x="333650" y="65104"/>
                </a:lnTo>
                <a:lnTo>
                  <a:pt x="389259" y="67146"/>
                </a:lnTo>
                <a:lnTo>
                  <a:pt x="444867" y="45684"/>
                </a:lnTo>
                <a:lnTo>
                  <a:pt x="500475" y="86509"/>
                </a:lnTo>
                <a:lnTo>
                  <a:pt x="556084" y="149238"/>
                </a:lnTo>
                <a:lnTo>
                  <a:pt x="611692" y="191397"/>
                </a:lnTo>
                <a:lnTo>
                  <a:pt x="667300" y="246622"/>
                </a:lnTo>
                <a:lnTo>
                  <a:pt x="722909" y="277496"/>
                </a:lnTo>
                <a:lnTo>
                  <a:pt x="778517" y="251500"/>
                </a:lnTo>
                <a:lnTo>
                  <a:pt x="834126" y="210920"/>
                </a:lnTo>
                <a:lnTo>
                  <a:pt x="889734" y="205430"/>
                </a:lnTo>
                <a:lnTo>
                  <a:pt x="945342" y="165730"/>
                </a:lnTo>
                <a:lnTo>
                  <a:pt x="1000951" y="86315"/>
                </a:lnTo>
                <a:lnTo>
                  <a:pt x="1056559" y="73545"/>
                </a:lnTo>
                <a:lnTo>
                  <a:pt x="1112167" y="88666"/>
                </a:lnTo>
                <a:lnTo>
                  <a:pt x="1167776" y="93203"/>
                </a:lnTo>
                <a:lnTo>
                  <a:pt x="1223384" y="129675"/>
                </a:lnTo>
                <a:lnTo>
                  <a:pt x="1278993" y="127520"/>
                </a:lnTo>
                <a:lnTo>
                  <a:pt x="1334601" y="88380"/>
                </a:lnTo>
                <a:lnTo>
                  <a:pt x="1390209" y="88415"/>
                </a:lnTo>
                <a:lnTo>
                  <a:pt x="1445818" y="37288"/>
                </a:lnTo>
                <a:lnTo>
                  <a:pt x="1501426" y="29400"/>
                </a:lnTo>
                <a:lnTo>
                  <a:pt x="1557034" y="20443"/>
                </a:lnTo>
                <a:lnTo>
                  <a:pt x="1557034" y="0"/>
                </a:lnTo>
                <a:lnTo>
                  <a:pt x="1557034" y="0"/>
                </a:lnTo>
                <a:lnTo>
                  <a:pt x="1501426" y="10276"/>
                </a:lnTo>
                <a:lnTo>
                  <a:pt x="1445818" y="12239"/>
                </a:lnTo>
                <a:lnTo>
                  <a:pt x="1390209" y="57530"/>
                </a:lnTo>
                <a:lnTo>
                  <a:pt x="1334601" y="65719"/>
                </a:lnTo>
                <a:lnTo>
                  <a:pt x="1278993" y="99270"/>
                </a:lnTo>
                <a:lnTo>
                  <a:pt x="1223384" y="101771"/>
                </a:lnTo>
                <a:lnTo>
                  <a:pt x="1167776" y="64603"/>
                </a:lnTo>
                <a:lnTo>
                  <a:pt x="1112167" y="62753"/>
                </a:lnTo>
                <a:lnTo>
                  <a:pt x="1056559" y="48719"/>
                </a:lnTo>
                <a:lnTo>
                  <a:pt x="1000951" y="56780"/>
                </a:lnTo>
                <a:lnTo>
                  <a:pt x="945342" y="139497"/>
                </a:lnTo>
                <a:lnTo>
                  <a:pt x="889734" y="177306"/>
                </a:lnTo>
                <a:lnTo>
                  <a:pt x="834126" y="180238"/>
                </a:lnTo>
                <a:lnTo>
                  <a:pt x="778517" y="217268"/>
                </a:lnTo>
                <a:lnTo>
                  <a:pt x="722909" y="248019"/>
                </a:lnTo>
                <a:lnTo>
                  <a:pt x="667300" y="215863"/>
                </a:lnTo>
                <a:lnTo>
                  <a:pt x="611692" y="164623"/>
                </a:lnTo>
                <a:lnTo>
                  <a:pt x="556084" y="119485"/>
                </a:lnTo>
                <a:lnTo>
                  <a:pt x="500475" y="60062"/>
                </a:lnTo>
                <a:lnTo>
                  <a:pt x="444867" y="23195"/>
                </a:lnTo>
                <a:lnTo>
                  <a:pt x="389259" y="45947"/>
                </a:lnTo>
                <a:lnTo>
                  <a:pt x="333650" y="47035"/>
                </a:lnTo>
                <a:lnTo>
                  <a:pt x="278042" y="97036"/>
                </a:lnTo>
                <a:lnTo>
                  <a:pt x="222433" y="96425"/>
                </a:lnTo>
                <a:lnTo>
                  <a:pt x="166825" y="88856"/>
                </a:lnTo>
                <a:lnTo>
                  <a:pt x="111217" y="76508"/>
                </a:lnTo>
                <a:lnTo>
                  <a:pt x="55608" y="149726"/>
                </a:lnTo>
                <a:lnTo>
                  <a:pt x="0" y="177876"/>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3116702C-7DF7-4F7E-AD54-4BD64F788F6C}"/>
              </a:ext>
            </a:extLst>
          </p:cNvPr>
          <p:cNvSpPr>
            <a:spLocks xmlns:a="http://schemas.openxmlformats.org/drawingml/2006/main" noGrp="1"/>
          </p:cNvSpPr>
          <p:nvPr/>
        </p:nvSpPr>
        <p:spPr>
          <a:xfrm xmlns:a="http://schemas.openxmlformats.org/drawingml/2006/main">
            <a:off x="2358621"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19" name="">
            <a:extLst xmlns:a="http://schemas.openxmlformats.org/drawingml/2006/main">
              <a:ext uri="{FF2B5EF4-FFF2-40B4-BE49-F238E27FC236}">
                <a16:creationId xmlns:a16="http://schemas.microsoft.com/office/drawing/2014/main" id="{C3B471EC-9E72-4A89-BC13-AEF2A67CF199}"/>
              </a:ext>
            </a:extLst>
          </p:cNvPr>
          <p:cNvSpPr>
            <a:spLocks xmlns:a="http://schemas.openxmlformats.org/drawingml/2006/main" noGrp="1"/>
          </p:cNvSpPr>
          <p:nvPr/>
        </p:nvSpPr>
        <p:spPr>
          <a:xfrm xmlns:a="http://schemas.openxmlformats.org/drawingml/2006/main" rot="0">
            <a:off x="2306962"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21618E6D-FEBD-411F-8AF8-A0B4464BC801}"/>
              </a:ext>
            </a:extLst>
          </p:cNvPr>
          <p:cNvSpPr>
            <a:spLocks xmlns:a="http://schemas.openxmlformats.org/drawingml/2006/main" noGrp="1"/>
          </p:cNvSpPr>
          <p:nvPr/>
        </p:nvSpPr>
        <p:spPr>
          <a:xfrm xmlns:a="http://schemas.openxmlformats.org/drawingml/2006/main">
            <a:off x="312258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1" name="">
            <a:extLst xmlns:a="http://schemas.openxmlformats.org/drawingml/2006/main">
              <a:ext uri="{FF2B5EF4-FFF2-40B4-BE49-F238E27FC236}">
                <a16:creationId xmlns:a16="http://schemas.microsoft.com/office/drawing/2014/main" id="{EFF6E356-1896-4663-9B54-C82DA53B00D6}"/>
              </a:ext>
            </a:extLst>
          </p:cNvPr>
          <p:cNvSpPr>
            <a:spLocks xmlns:a="http://schemas.openxmlformats.org/drawingml/2006/main" noGrp="1"/>
          </p:cNvSpPr>
          <p:nvPr/>
        </p:nvSpPr>
        <p:spPr>
          <a:xfrm xmlns:a="http://schemas.openxmlformats.org/drawingml/2006/main" rot="0">
            <a:off x="3073307"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832D1283-E87A-4ADD-A9EE-BD910E36F156}"/>
              </a:ext>
            </a:extLst>
          </p:cNvPr>
          <p:cNvSpPr>
            <a:spLocks xmlns:a="http://schemas.openxmlformats.org/drawingml/2006/main" noGrp="1"/>
          </p:cNvSpPr>
          <p:nvPr/>
        </p:nvSpPr>
        <p:spPr>
          <a:xfrm xmlns:a="http://schemas.openxmlformats.org/drawingml/2006/main">
            <a:off x="388654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3" name="">
            <a:extLst xmlns:a="http://schemas.openxmlformats.org/drawingml/2006/main">
              <a:ext uri="{FF2B5EF4-FFF2-40B4-BE49-F238E27FC236}">
                <a16:creationId xmlns:a16="http://schemas.microsoft.com/office/drawing/2014/main" id="{15057F96-1758-4879-9645-38E252FAF5BE}"/>
              </a:ext>
            </a:extLst>
          </p:cNvPr>
          <p:cNvSpPr>
            <a:spLocks xmlns:a="http://schemas.openxmlformats.org/drawingml/2006/main" noGrp="1"/>
          </p:cNvSpPr>
          <p:nvPr/>
        </p:nvSpPr>
        <p:spPr>
          <a:xfrm xmlns:a="http://schemas.openxmlformats.org/drawingml/2006/main" rot="0">
            <a:off x="3834856"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87079E89-C9EA-45C6-BF2B-D1D9A8416C5C}"/>
              </a:ext>
            </a:extLst>
          </p:cNvPr>
          <p:cNvSpPr>
            <a:spLocks xmlns:a="http://schemas.openxmlformats.org/drawingml/2006/main" noGrp="1"/>
          </p:cNvSpPr>
          <p:nvPr/>
        </p:nvSpPr>
        <p:spPr>
          <a:xfrm xmlns:a="http://schemas.openxmlformats.org/drawingml/2006/main">
            <a:off x="465050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5" name="">
            <a:extLst xmlns:a="http://schemas.openxmlformats.org/drawingml/2006/main">
              <a:ext uri="{FF2B5EF4-FFF2-40B4-BE49-F238E27FC236}">
                <a16:creationId xmlns:a16="http://schemas.microsoft.com/office/drawing/2014/main" id="{0A8983BA-F88D-49FB-A81E-9566ED280E43}"/>
              </a:ext>
            </a:extLst>
          </p:cNvPr>
          <p:cNvSpPr>
            <a:spLocks xmlns:a="http://schemas.openxmlformats.org/drawingml/2006/main" noGrp="1"/>
          </p:cNvSpPr>
          <p:nvPr/>
        </p:nvSpPr>
        <p:spPr>
          <a:xfrm xmlns:a="http://schemas.openxmlformats.org/drawingml/2006/main" rot="0">
            <a:off x="4598686"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E3053F25-C095-4C86-8B8B-FF31EAF52AF1}"/>
              </a:ext>
            </a:extLst>
          </p:cNvPr>
          <p:cNvSpPr>
            <a:spLocks xmlns:a="http://schemas.openxmlformats.org/drawingml/2006/main" noGrp="1"/>
          </p:cNvSpPr>
          <p:nvPr/>
        </p:nvSpPr>
        <p:spPr>
          <a:xfrm xmlns:a="http://schemas.openxmlformats.org/drawingml/2006/main" rot="0">
            <a:off x="3127879"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1F12A4CB-9EC0-4161-B086-5AE680BA9C2D}"/>
              </a:ext>
            </a:extLst>
          </p:cNvPr>
          <p:cNvSpPr>
            <a:spLocks xmlns:a="http://schemas.openxmlformats.org/drawingml/2006/main" noGrp="1"/>
          </p:cNvSpPr>
          <p:nvPr/>
        </p:nvSpPr>
        <p:spPr>
          <a:xfrm xmlns:a="http://schemas.openxmlformats.org/drawingml/2006/main">
            <a:off x="2224928"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35970818-6423-44E0-A361-92F134DBBF8A}"/>
              </a:ext>
            </a:extLst>
          </p:cNvPr>
          <p:cNvSpPr>
            <a:spLocks xmlns:a="http://schemas.openxmlformats.org/drawingml/2006/main" noGrp="1"/>
          </p:cNvSpPr>
          <p:nvPr/>
        </p:nvSpPr>
        <p:spPr>
          <a:xfrm xmlns:a="http://schemas.openxmlformats.org/drawingml/2006/main">
            <a:off x="2167679"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9" name="">
            <a:extLst xmlns:a="http://schemas.openxmlformats.org/drawingml/2006/main">
              <a:ext uri="{FF2B5EF4-FFF2-40B4-BE49-F238E27FC236}">
                <a16:creationId xmlns:a16="http://schemas.microsoft.com/office/drawing/2014/main" id="{88BDED73-95C4-48F4-B860-4E79D0CB4DE2}"/>
              </a:ext>
            </a:extLst>
          </p:cNvPr>
          <p:cNvSpPr>
            <a:spLocks xmlns:a="http://schemas.openxmlformats.org/drawingml/2006/main" noGrp="1"/>
          </p:cNvSpPr>
          <p:nvPr/>
        </p:nvSpPr>
        <p:spPr>
          <a:xfrm xmlns:a="http://schemas.openxmlformats.org/drawingml/2006/main" rot="0">
            <a:off x="1914622"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30" name="Editable chart path">
            <a:extLst xmlns:a="http://schemas.openxmlformats.org/drawingml/2006/main">
              <a:ext uri="{FF2B5EF4-FFF2-40B4-BE49-F238E27FC236}">
                <a16:creationId xmlns:a16="http://schemas.microsoft.com/office/drawing/2014/main" id="{89AFB621-BC25-42DD-A083-BA0858F4C3A6}"/>
              </a:ext>
            </a:extLst>
          </p:cNvPr>
          <p:cNvSpPr>
            <a:spLocks xmlns:a="http://schemas.openxmlformats.org/drawingml/2006/main" noGrp="1"/>
          </p:cNvSpPr>
          <p:nvPr/>
        </p:nvSpPr>
        <p:spPr>
          <a:xfrm xmlns:a="http://schemas.openxmlformats.org/drawingml/2006/main">
            <a:off x="2224928"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1" name="Editable chart path">
            <a:extLst xmlns:a="http://schemas.openxmlformats.org/drawingml/2006/main">
              <a:ext uri="{FF2B5EF4-FFF2-40B4-BE49-F238E27FC236}">
                <a16:creationId xmlns:a16="http://schemas.microsoft.com/office/drawing/2014/main" id="{704F86CA-4B2A-43DE-9D27-8282C39DEFD5}"/>
              </a:ext>
            </a:extLst>
          </p:cNvPr>
          <p:cNvSpPr>
            <a:spLocks xmlns:a="http://schemas.openxmlformats.org/drawingml/2006/main" noGrp="1"/>
          </p:cNvSpPr>
          <p:nvPr/>
        </p:nvSpPr>
        <p:spPr>
          <a:xfrm xmlns:a="http://schemas.openxmlformats.org/drawingml/2006/main">
            <a:off x="2167679"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2" name="">
            <a:extLst xmlns:a="http://schemas.openxmlformats.org/drawingml/2006/main">
              <a:ext uri="{FF2B5EF4-FFF2-40B4-BE49-F238E27FC236}">
                <a16:creationId xmlns:a16="http://schemas.microsoft.com/office/drawing/2014/main" id="{9B367D9E-BC3F-4994-88FD-1248FEE7DDB7}"/>
              </a:ext>
            </a:extLst>
          </p:cNvPr>
          <p:cNvSpPr>
            <a:spLocks xmlns:a="http://schemas.openxmlformats.org/drawingml/2006/main" noGrp="1"/>
          </p:cNvSpPr>
          <p:nvPr/>
        </p:nvSpPr>
        <p:spPr>
          <a:xfrm xmlns:a="http://schemas.openxmlformats.org/drawingml/2006/main" rot="0">
            <a:off x="1867568"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33" name="Editable chart path">
            <a:extLst xmlns:a="http://schemas.openxmlformats.org/drawingml/2006/main">
              <a:ext uri="{FF2B5EF4-FFF2-40B4-BE49-F238E27FC236}">
                <a16:creationId xmlns:a16="http://schemas.microsoft.com/office/drawing/2014/main" id="{34B0020B-CF3A-4DB8-8A3F-6D967E5EB9B9}"/>
              </a:ext>
            </a:extLst>
          </p:cNvPr>
          <p:cNvSpPr>
            <a:spLocks xmlns:a="http://schemas.openxmlformats.org/drawingml/2006/main" noGrp="1"/>
          </p:cNvSpPr>
          <p:nvPr/>
        </p:nvSpPr>
        <p:spPr>
          <a:xfrm xmlns:a="http://schemas.openxmlformats.org/drawingml/2006/main">
            <a:off x="2224928"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07E073D5-CA87-45AC-AB19-50DD314E2EFB}"/>
              </a:ext>
            </a:extLst>
          </p:cNvPr>
          <p:cNvSpPr>
            <a:spLocks xmlns:a="http://schemas.openxmlformats.org/drawingml/2006/main" noGrp="1"/>
          </p:cNvSpPr>
          <p:nvPr/>
        </p:nvSpPr>
        <p:spPr>
          <a:xfrm xmlns:a="http://schemas.openxmlformats.org/drawingml/2006/main">
            <a:off x="2167679"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5" name="">
            <a:extLst xmlns:a="http://schemas.openxmlformats.org/drawingml/2006/main">
              <a:ext uri="{FF2B5EF4-FFF2-40B4-BE49-F238E27FC236}">
                <a16:creationId xmlns:a16="http://schemas.microsoft.com/office/drawing/2014/main" id="{D79365EB-EE96-406E-9F8F-95E19ABCC233}"/>
              </a:ext>
            </a:extLst>
          </p:cNvPr>
          <p:cNvSpPr>
            <a:spLocks xmlns:a="http://schemas.openxmlformats.org/drawingml/2006/main" noGrp="1"/>
          </p:cNvSpPr>
          <p:nvPr/>
        </p:nvSpPr>
        <p:spPr>
          <a:xfrm xmlns:a="http://schemas.openxmlformats.org/drawingml/2006/main" rot="0">
            <a:off x="1867568"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36" name="Editable chart path">
            <a:extLst xmlns:a="http://schemas.openxmlformats.org/drawingml/2006/main">
              <a:ext uri="{FF2B5EF4-FFF2-40B4-BE49-F238E27FC236}">
                <a16:creationId xmlns:a16="http://schemas.microsoft.com/office/drawing/2014/main" id="{B3B04114-73AD-483B-A599-2D1FD58E877D}"/>
              </a:ext>
            </a:extLst>
          </p:cNvPr>
          <p:cNvSpPr>
            <a:spLocks xmlns:a="http://schemas.openxmlformats.org/drawingml/2006/main" noGrp="1"/>
          </p:cNvSpPr>
          <p:nvPr/>
        </p:nvSpPr>
        <p:spPr>
          <a:xfrm xmlns:a="http://schemas.openxmlformats.org/drawingml/2006/main">
            <a:off x="2224928"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7" name="Editable chart path">
            <a:extLst xmlns:a="http://schemas.openxmlformats.org/drawingml/2006/main">
              <a:ext uri="{FF2B5EF4-FFF2-40B4-BE49-F238E27FC236}">
                <a16:creationId xmlns:a16="http://schemas.microsoft.com/office/drawing/2014/main" id="{A6C4E0AE-0F67-49D8-8182-878089B25474}"/>
              </a:ext>
            </a:extLst>
          </p:cNvPr>
          <p:cNvSpPr>
            <a:spLocks xmlns:a="http://schemas.openxmlformats.org/drawingml/2006/main" noGrp="1"/>
          </p:cNvSpPr>
          <p:nvPr/>
        </p:nvSpPr>
        <p:spPr>
          <a:xfrm xmlns:a="http://schemas.openxmlformats.org/drawingml/2006/main">
            <a:off x="2167679"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8" name="">
            <a:extLst xmlns:a="http://schemas.openxmlformats.org/drawingml/2006/main">
              <a:ext uri="{FF2B5EF4-FFF2-40B4-BE49-F238E27FC236}">
                <a16:creationId xmlns:a16="http://schemas.microsoft.com/office/drawing/2014/main" id="{914B0C18-D66C-459A-8A93-C5BB3F7A4BE0}"/>
              </a:ext>
            </a:extLst>
          </p:cNvPr>
          <p:cNvSpPr>
            <a:spLocks xmlns:a="http://schemas.openxmlformats.org/drawingml/2006/main" noGrp="1"/>
          </p:cNvSpPr>
          <p:nvPr/>
        </p:nvSpPr>
        <p:spPr>
          <a:xfrm xmlns:a="http://schemas.openxmlformats.org/drawingml/2006/main" rot="0">
            <a:off x="1830040"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39" name="Editable chart path">
            <a:extLst xmlns:a="http://schemas.openxmlformats.org/drawingml/2006/main">
              <a:ext uri="{FF2B5EF4-FFF2-40B4-BE49-F238E27FC236}">
                <a16:creationId xmlns:a16="http://schemas.microsoft.com/office/drawing/2014/main" id="{1FB7C717-A0C0-45C9-897E-75D48B07FE97}"/>
              </a:ext>
            </a:extLst>
          </p:cNvPr>
          <p:cNvSpPr>
            <a:spLocks xmlns:a="http://schemas.openxmlformats.org/drawingml/2006/main" noGrp="1"/>
          </p:cNvSpPr>
          <p:nvPr/>
        </p:nvSpPr>
        <p:spPr>
          <a:xfrm xmlns:a="http://schemas.openxmlformats.org/drawingml/2006/main">
            <a:off x="2358621" y="3628219"/>
            <a:ext cx="2673861" cy="437210"/>
          </a:xfrm>
          <a:custGeom xmlns:a="http://schemas.openxmlformats.org/drawingml/2006/main">
            <a:pathLst>
              <a:path w="1557034" h="254595">
                <a:moveTo>
                  <a:pt x="0" y="167940"/>
                </a:moveTo>
                <a:lnTo>
                  <a:pt x="55608" y="149450"/>
                </a:lnTo>
                <a:lnTo>
                  <a:pt x="111217" y="74948"/>
                </a:lnTo>
                <a:lnTo>
                  <a:pt x="166825" y="88116"/>
                </a:lnTo>
                <a:lnTo>
                  <a:pt x="222433" y="96423"/>
                </a:lnTo>
                <a:lnTo>
                  <a:pt x="278042" y="97784"/>
                </a:lnTo>
                <a:lnTo>
                  <a:pt x="333650" y="46118"/>
                </a:lnTo>
                <a:lnTo>
                  <a:pt x="389259" y="48031"/>
                </a:lnTo>
                <a:lnTo>
                  <a:pt x="444867" y="24346"/>
                </a:lnTo>
                <a:lnTo>
                  <a:pt x="500475" y="64749"/>
                </a:lnTo>
                <a:lnTo>
                  <a:pt x="556084" y="122795"/>
                </a:lnTo>
                <a:lnTo>
                  <a:pt x="611692" y="168023"/>
                </a:lnTo>
                <a:lnTo>
                  <a:pt x="667300" y="222392"/>
                </a:lnTo>
                <a:lnTo>
                  <a:pt x="722909" y="254595"/>
                </a:lnTo>
                <a:lnTo>
                  <a:pt x="778517" y="222874"/>
                </a:lnTo>
                <a:lnTo>
                  <a:pt x="834126" y="186547"/>
                </a:lnTo>
                <a:lnTo>
                  <a:pt x="889734" y="179779"/>
                </a:lnTo>
                <a:lnTo>
                  <a:pt x="945342" y="145185"/>
                </a:lnTo>
                <a:lnTo>
                  <a:pt x="1000951" y="62358"/>
                </a:lnTo>
                <a:lnTo>
                  <a:pt x="1056559" y="51794"/>
                </a:lnTo>
                <a:lnTo>
                  <a:pt x="1112167" y="67136"/>
                </a:lnTo>
                <a:lnTo>
                  <a:pt x="1167776" y="70149"/>
                </a:lnTo>
                <a:lnTo>
                  <a:pt x="1223384" y="104748"/>
                </a:lnTo>
                <a:lnTo>
                  <a:pt x="1278993" y="101835"/>
                </a:lnTo>
                <a:lnTo>
                  <a:pt x="1334601" y="66257"/>
                </a:lnTo>
                <a:lnTo>
                  <a:pt x="1390209" y="61055"/>
                </a:lnTo>
                <a:lnTo>
                  <a:pt x="1445818" y="16030"/>
                </a:lnTo>
                <a:lnTo>
                  <a:pt x="1501426" y="10393"/>
                </a:lnTo>
                <a:lnTo>
                  <a:pt x="1557034" y="0"/>
                </a:lnTo>
              </a:path>
            </a:pathLst>
          </a:custGeom>
          <a:noFill xmlns:a="http://schemas.openxmlformats.org/drawingml/2006/main"/>
          <a:ln xmlns:a="http://schemas.openxmlformats.org/drawingml/2006/main" w="24536">
            <a:solidFill>
              <a:srgbClr val="2C5EAA"/>
            </a:solidFill>
            <a:prstDash val="solid"/>
          </a:ln>
        </p:spPr>
      </p:sp>
      <p:sp>
        <p:nvSpPr>
          <p:cNvPr id="40" name="Editable chart path">
            <a:extLst xmlns:a="http://schemas.openxmlformats.org/drawingml/2006/main">
              <a:ext uri="{FF2B5EF4-FFF2-40B4-BE49-F238E27FC236}">
                <a16:creationId xmlns:a16="http://schemas.microsoft.com/office/drawing/2014/main" id="{5AB57395-79C9-411B-90ED-A7C5516D0699}"/>
              </a:ext>
            </a:extLst>
          </p:cNvPr>
          <p:cNvSpPr>
            <a:spLocks xmlns:a="http://schemas.openxmlformats.org/drawingml/2006/main" noGrp="1"/>
          </p:cNvSpPr>
          <p:nvPr/>
        </p:nvSpPr>
        <p:spPr>
          <a:xfrm xmlns:a="http://schemas.openxmlformats.org/drawingml/2006/main">
            <a:off x="2358621" y="3658417"/>
            <a:ext cx="2673861" cy="623206"/>
          </a:xfrm>
          <a:custGeom xmlns:a="http://schemas.openxmlformats.org/drawingml/2006/main">
            <a:pathLst>
              <a:path w="1557034" h="362903">
                <a:moveTo>
                  <a:pt x="0" y="150355"/>
                </a:moveTo>
                <a:lnTo>
                  <a:pt x="55608" y="128827"/>
                </a:lnTo>
                <a:lnTo>
                  <a:pt x="111217" y="362903"/>
                </a:lnTo>
                <a:lnTo>
                  <a:pt x="166825" y="169492"/>
                </a:lnTo>
                <a:lnTo>
                  <a:pt x="222433" y="226558"/>
                </a:lnTo>
                <a:lnTo>
                  <a:pt x="278042" y="0"/>
                </a:lnTo>
                <a:lnTo>
                  <a:pt x="333650" y="144546"/>
                </a:lnTo>
                <a:lnTo>
                  <a:pt x="389259" y="238518"/>
                </a:lnTo>
                <a:lnTo>
                  <a:pt x="444867" y="43740"/>
                </a:lnTo>
                <a:lnTo>
                  <a:pt x="500475" y="152064"/>
                </a:lnTo>
                <a:lnTo>
                  <a:pt x="556084" y="227583"/>
                </a:lnTo>
                <a:lnTo>
                  <a:pt x="611692" y="243644"/>
                </a:lnTo>
                <a:lnTo>
                  <a:pt x="667300" y="247061"/>
                </a:lnTo>
                <a:lnTo>
                  <a:pt x="722909" y="213573"/>
                </a:lnTo>
                <a:lnTo>
                  <a:pt x="778517" y="233393"/>
                </a:lnTo>
                <a:lnTo>
                  <a:pt x="834126" y="256288"/>
                </a:lnTo>
                <a:lnTo>
                  <a:pt x="889734" y="215282"/>
                </a:lnTo>
                <a:lnTo>
                  <a:pt x="945342" y="181452"/>
                </a:lnTo>
                <a:lnTo>
                  <a:pt x="1000951" y="300369"/>
                </a:lnTo>
                <a:lnTo>
                  <a:pt x="1056559" y="259705"/>
                </a:lnTo>
                <a:lnTo>
                  <a:pt x="1112167" y="182477"/>
                </a:lnTo>
                <a:lnTo>
                  <a:pt x="1167776" y="176326"/>
                </a:lnTo>
                <a:lnTo>
                  <a:pt x="1223384" y="259705"/>
                </a:lnTo>
                <a:lnTo>
                  <a:pt x="1278993" y="215282"/>
                </a:lnTo>
                <a:lnTo>
                  <a:pt x="1334601" y="220749"/>
                </a:lnTo>
                <a:lnTo>
                  <a:pt x="1390209" y="195120"/>
                </a:lnTo>
                <a:lnTo>
                  <a:pt x="1445818" y="292168"/>
                </a:lnTo>
                <a:lnTo>
                  <a:pt x="1501426" y="259705"/>
                </a:lnTo>
                <a:lnTo>
                  <a:pt x="1557034" y="269615"/>
                </a:lnTo>
              </a:path>
            </a:pathLst>
          </a:custGeom>
          <a:noFill xmlns:a="http://schemas.openxmlformats.org/drawingml/2006/main"/>
          <a:ln xmlns:a="http://schemas.openxmlformats.org/drawingml/2006/main" w="19628">
            <a:solidFill>
              <a:srgbClr val="14203A"/>
            </a:solidFill>
            <a:prstDash val="solid"/>
          </a:ln>
        </p:spPr>
      </p:sp>
      <p:sp>
        <p:nvSpPr>
          <p:cNvPr id="41" name="Editable chart path">
            <a:extLst xmlns:a="http://schemas.openxmlformats.org/drawingml/2006/main">
              <a:ext uri="{FF2B5EF4-FFF2-40B4-BE49-F238E27FC236}">
                <a16:creationId xmlns:a16="http://schemas.microsoft.com/office/drawing/2014/main" id="{6CEB6955-14CC-465D-A609-ECBEBBEA5060}"/>
              </a:ext>
            </a:extLst>
          </p:cNvPr>
          <p:cNvSpPr>
            <a:spLocks xmlns:a="http://schemas.openxmlformats.org/drawingml/2006/main" noGrp="1"/>
          </p:cNvSpPr>
          <p:nvPr/>
        </p:nvSpPr>
        <p:spPr>
          <a:xfrm xmlns:a="http://schemas.openxmlformats.org/drawingml/2006/main">
            <a:off x="3504562"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42" name="Editable chart path">
            <a:extLst xmlns:a="http://schemas.openxmlformats.org/drawingml/2006/main">
              <a:ext uri="{FF2B5EF4-FFF2-40B4-BE49-F238E27FC236}">
                <a16:creationId xmlns:a16="http://schemas.microsoft.com/office/drawing/2014/main" id="{5D92FBA7-4FE1-4C3F-9971-BA03CCC8F4C1}"/>
              </a:ext>
            </a:extLst>
          </p:cNvPr>
          <p:cNvSpPr>
            <a:spLocks xmlns:a="http://schemas.openxmlformats.org/drawingml/2006/main" noGrp="1"/>
          </p:cNvSpPr>
          <p:nvPr/>
        </p:nvSpPr>
        <p:spPr>
          <a:xfrm xmlns:a="http://schemas.openxmlformats.org/drawingml/2006/main">
            <a:off x="2224928"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43" name="Editable chart path">
            <a:extLst xmlns:a="http://schemas.openxmlformats.org/drawingml/2006/main">
              <a:ext uri="{FF2B5EF4-FFF2-40B4-BE49-F238E27FC236}">
                <a16:creationId xmlns:a16="http://schemas.microsoft.com/office/drawing/2014/main" id="{50C496AB-221A-4F24-BA28-A2792FFC7D4B}"/>
              </a:ext>
            </a:extLst>
          </p:cNvPr>
          <p:cNvSpPr>
            <a:spLocks xmlns:a="http://schemas.openxmlformats.org/drawingml/2006/main" noGrp="1"/>
          </p:cNvSpPr>
          <p:nvPr/>
        </p:nvSpPr>
        <p:spPr>
          <a:xfrm xmlns:a="http://schemas.openxmlformats.org/drawingml/2006/main">
            <a:off x="2224928"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44" name="">
            <a:extLst xmlns:a="http://schemas.openxmlformats.org/drawingml/2006/main">
              <a:ext uri="{FF2B5EF4-FFF2-40B4-BE49-F238E27FC236}">
                <a16:creationId xmlns:a16="http://schemas.microsoft.com/office/drawing/2014/main" id="{34E0DEAF-E5E7-43E1-B621-10FF52F57E8D}"/>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5" name="">
            <a:extLst xmlns:a="http://schemas.openxmlformats.org/drawingml/2006/main">
              <a:ext uri="{FF2B5EF4-FFF2-40B4-BE49-F238E27FC236}">
                <a16:creationId xmlns:a16="http://schemas.microsoft.com/office/drawing/2014/main" id="{DF1E3220-278C-40C3-A016-DC366848A96D}"/>
              </a:ext>
            </a:extLst>
          </p:cNvPr>
          <p:cNvSpPr>
            <a:spLocks xmlns:a="http://schemas.openxmlformats.org/drawingml/2006/main" noGrp="1"/>
          </p:cNvSpPr>
          <p:nvPr/>
        </p:nvSpPr>
        <p:spPr>
          <a:xfrm xmlns:a="http://schemas.openxmlformats.org/drawingml/2006/main">
            <a:off x="1371600"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46" name="">
            <a:extLst xmlns:a="http://schemas.openxmlformats.org/drawingml/2006/main">
              <a:ext uri="{FF2B5EF4-FFF2-40B4-BE49-F238E27FC236}">
                <a16:creationId xmlns:a16="http://schemas.microsoft.com/office/drawing/2014/main" id="{261AADB7-1B35-4DD5-866A-4B9E19A6546D}"/>
              </a:ext>
            </a:extLst>
          </p:cNvPr>
          <p:cNvSpPr>
            <a:spLocks xmlns:a="http://schemas.openxmlformats.org/drawingml/2006/main" noGrp="1"/>
          </p:cNvSpPr>
          <p:nvPr/>
        </p:nvSpPr>
        <p:spPr>
          <a:xfrm xmlns:a="http://schemas.openxmlformats.org/drawingml/2006/main">
            <a:off x="3441478"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47" name="">
            <a:extLst xmlns:a="http://schemas.openxmlformats.org/drawingml/2006/main">
              <a:ext uri="{FF2B5EF4-FFF2-40B4-BE49-F238E27FC236}">
                <a16:creationId xmlns:a16="http://schemas.microsoft.com/office/drawing/2014/main" id="{12D361E4-7EFA-415C-AA2C-45BC53390680}"/>
              </a:ext>
            </a:extLst>
          </p:cNvPr>
          <p:cNvSpPr>
            <a:spLocks xmlns:a="http://schemas.openxmlformats.org/drawingml/2006/main" noGrp="1"/>
          </p:cNvSpPr>
          <p:nvPr/>
        </p:nvSpPr>
        <p:spPr>
          <a:xfrm xmlns:a="http://schemas.openxmlformats.org/drawingml/2006/main">
            <a:off x="3670078"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48" name="">
            <a:extLst xmlns:a="http://schemas.openxmlformats.org/drawingml/2006/main">
              <a:ext uri="{FF2B5EF4-FFF2-40B4-BE49-F238E27FC236}">
                <a16:creationId xmlns:a16="http://schemas.microsoft.com/office/drawing/2014/main" id="{E8A22080-FB90-4115-8209-CEA9AA408B0B}"/>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2025-10-24</a:t>
            </a:r>
          </a:p>
        </p:txBody>
      </p:sp>
      <p:sp>
        <p:nvSpPr>
          <p:cNvPr id="49" name="">
            <a:extLst xmlns:a="http://schemas.openxmlformats.org/drawingml/2006/main">
              <a:ext uri="{FF2B5EF4-FFF2-40B4-BE49-F238E27FC236}">
                <a16:creationId xmlns:a16="http://schemas.microsoft.com/office/drawing/2014/main" id="{B51C304A-6B75-4BE9-982C-846B35AB6AD8}"/>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0" name="Editable chart path">
            <a:extLst xmlns:a="http://schemas.openxmlformats.org/drawingml/2006/main">
              <a:ext uri="{FF2B5EF4-FFF2-40B4-BE49-F238E27FC236}">
                <a16:creationId xmlns:a16="http://schemas.microsoft.com/office/drawing/2014/main" id="{28789B2F-BA50-4ADD-9558-A05AF3B1351D}"/>
              </a:ext>
            </a:extLst>
          </p:cNvPr>
          <p:cNvSpPr>
            <a:spLocks xmlns:a="http://schemas.openxmlformats.org/drawingml/2006/main" noGrp="1"/>
          </p:cNvSpPr>
          <p:nvPr/>
        </p:nvSpPr>
        <p:spPr>
          <a:xfrm xmlns:a="http://schemas.openxmlformats.org/drawingml/2006/main">
            <a:off x="7549746" y="3274643"/>
            <a:ext cx="2673861" cy="641976"/>
          </a:xfrm>
          <a:custGeom xmlns:a="http://schemas.openxmlformats.org/drawingml/2006/main">
            <a:pathLst>
              <a:path w="1557034" h="373834">
                <a:moveTo>
                  <a:pt x="0" y="373834"/>
                </a:moveTo>
                <a:lnTo>
                  <a:pt x="0" y="373834"/>
                </a:lnTo>
                <a:lnTo>
                  <a:pt x="55608" y="361322"/>
                </a:lnTo>
                <a:lnTo>
                  <a:pt x="111217" y="201672"/>
                </a:lnTo>
                <a:lnTo>
                  <a:pt x="166825" y="216314"/>
                </a:lnTo>
                <a:lnTo>
                  <a:pt x="222433" y="103613"/>
                </a:lnTo>
                <a:lnTo>
                  <a:pt x="278042" y="105991"/>
                </a:lnTo>
                <a:lnTo>
                  <a:pt x="333650" y="14155"/>
                </a:lnTo>
                <a:lnTo>
                  <a:pt x="389259" y="16272"/>
                </a:lnTo>
                <a:lnTo>
                  <a:pt x="444867" y="66168"/>
                </a:lnTo>
                <a:lnTo>
                  <a:pt x="500475" y="67524"/>
                </a:lnTo>
                <a:lnTo>
                  <a:pt x="556084" y="124469"/>
                </a:lnTo>
                <a:lnTo>
                  <a:pt x="611692" y="194649"/>
                </a:lnTo>
                <a:lnTo>
                  <a:pt x="667300" y="313446"/>
                </a:lnTo>
                <a:lnTo>
                  <a:pt x="722909" y="334485"/>
                </a:lnTo>
                <a:lnTo>
                  <a:pt x="778517" y="336043"/>
                </a:lnTo>
                <a:lnTo>
                  <a:pt x="834126" y="295623"/>
                </a:lnTo>
                <a:lnTo>
                  <a:pt x="889734" y="248477"/>
                </a:lnTo>
                <a:lnTo>
                  <a:pt x="945342" y="223313"/>
                </a:lnTo>
                <a:lnTo>
                  <a:pt x="1000951" y="242084"/>
                </a:lnTo>
                <a:lnTo>
                  <a:pt x="1056559" y="232269"/>
                </a:lnTo>
                <a:lnTo>
                  <a:pt x="1112167" y="260282"/>
                </a:lnTo>
                <a:lnTo>
                  <a:pt x="1167776" y="252330"/>
                </a:lnTo>
                <a:lnTo>
                  <a:pt x="1223384" y="271275"/>
                </a:lnTo>
                <a:lnTo>
                  <a:pt x="1278993" y="269568"/>
                </a:lnTo>
                <a:lnTo>
                  <a:pt x="1334601" y="298286"/>
                </a:lnTo>
                <a:lnTo>
                  <a:pt x="1390209" y="301910"/>
                </a:lnTo>
                <a:lnTo>
                  <a:pt x="1445818" y="247555"/>
                </a:lnTo>
                <a:lnTo>
                  <a:pt x="1501426" y="237869"/>
                </a:lnTo>
                <a:lnTo>
                  <a:pt x="1557034" y="319151"/>
                </a:lnTo>
                <a:lnTo>
                  <a:pt x="1557034" y="301902"/>
                </a:lnTo>
                <a:lnTo>
                  <a:pt x="1557034" y="301902"/>
                </a:lnTo>
                <a:lnTo>
                  <a:pt x="1501426" y="221638"/>
                </a:lnTo>
                <a:lnTo>
                  <a:pt x="1445818" y="233300"/>
                </a:lnTo>
                <a:lnTo>
                  <a:pt x="1390209" y="289058"/>
                </a:lnTo>
                <a:lnTo>
                  <a:pt x="1334601" y="286370"/>
                </a:lnTo>
                <a:lnTo>
                  <a:pt x="1278993" y="256255"/>
                </a:lnTo>
                <a:lnTo>
                  <a:pt x="1223384" y="257509"/>
                </a:lnTo>
                <a:lnTo>
                  <a:pt x="1167776" y="239575"/>
                </a:lnTo>
                <a:lnTo>
                  <a:pt x="1112167" y="245513"/>
                </a:lnTo>
                <a:lnTo>
                  <a:pt x="1056559" y="213145"/>
                </a:lnTo>
                <a:lnTo>
                  <a:pt x="1000951" y="222580"/>
                </a:lnTo>
                <a:lnTo>
                  <a:pt x="945342" y="205869"/>
                </a:lnTo>
                <a:lnTo>
                  <a:pt x="889734" y="230377"/>
                </a:lnTo>
                <a:lnTo>
                  <a:pt x="834126" y="275717"/>
                </a:lnTo>
                <a:lnTo>
                  <a:pt x="778517" y="313939"/>
                </a:lnTo>
                <a:lnTo>
                  <a:pt x="722909" y="310173"/>
                </a:lnTo>
                <a:lnTo>
                  <a:pt x="667300" y="293513"/>
                </a:lnTo>
                <a:lnTo>
                  <a:pt x="611692" y="174460"/>
                </a:lnTo>
                <a:lnTo>
                  <a:pt x="556084" y="110445"/>
                </a:lnTo>
                <a:lnTo>
                  <a:pt x="500475" y="52268"/>
                </a:lnTo>
                <a:lnTo>
                  <a:pt x="444867" y="49332"/>
                </a:lnTo>
                <a:lnTo>
                  <a:pt x="389259" y="0"/>
                </a:lnTo>
                <a:lnTo>
                  <a:pt x="333650" y="1373"/>
                </a:lnTo>
                <a:lnTo>
                  <a:pt x="278042" y="91137"/>
                </a:lnTo>
                <a:lnTo>
                  <a:pt x="222433" y="91304"/>
                </a:lnTo>
                <a:lnTo>
                  <a:pt x="166825" y="202212"/>
                </a:lnTo>
                <a:lnTo>
                  <a:pt x="111217" y="188494"/>
                </a:lnTo>
                <a:lnTo>
                  <a:pt x="55608" y="348647"/>
                </a:lnTo>
                <a:lnTo>
                  <a:pt x="0" y="373834"/>
                </a:lnTo>
                <a:close/>
              </a:path>
            </a:pathLst>
          </a:custGeom>
          <a:solidFill xmlns:a="http://schemas.openxmlformats.org/drawingml/2006/main">
            <a:srgbClr val="2C5EAA">
              <a:alpha val="20000"/>
            </a:srgbClr>
          </a:solidFill>
          <a:ln xmlns:a="http://schemas.openxmlformats.org/drawingml/2006/main" w="0">
            <a:noFill/>
            <a:prstDash val="solid"/>
          </a:ln>
        </p:spPr>
      </p:sp>
      <p:sp>
        <p:nvSpPr>
          <p:cNvPr id="51" name="Editable chart path">
            <a:extLst xmlns:a="http://schemas.openxmlformats.org/drawingml/2006/main">
              <a:ext uri="{FF2B5EF4-FFF2-40B4-BE49-F238E27FC236}">
                <a16:creationId xmlns:a16="http://schemas.microsoft.com/office/drawing/2014/main" id="{80EBE91F-6F3E-44EF-A8C9-59B183DED147}"/>
              </a:ext>
            </a:extLst>
          </p:cNvPr>
          <p:cNvSpPr>
            <a:spLocks xmlns:a="http://schemas.openxmlformats.org/drawingml/2006/main" noGrp="1"/>
          </p:cNvSpPr>
          <p:nvPr/>
        </p:nvSpPr>
        <p:spPr>
          <a:xfrm xmlns:a="http://schemas.openxmlformats.org/drawingml/2006/main">
            <a:off x="7549746"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2" name="">
            <a:extLst xmlns:a="http://schemas.openxmlformats.org/drawingml/2006/main">
              <a:ext uri="{FF2B5EF4-FFF2-40B4-BE49-F238E27FC236}">
                <a16:creationId xmlns:a16="http://schemas.microsoft.com/office/drawing/2014/main" id="{A7B82EB2-A07A-4B88-B1ED-9112D5D8B43C}"/>
              </a:ext>
            </a:extLst>
          </p:cNvPr>
          <p:cNvSpPr>
            <a:spLocks xmlns:a="http://schemas.openxmlformats.org/drawingml/2006/main" noGrp="1"/>
          </p:cNvSpPr>
          <p:nvPr/>
        </p:nvSpPr>
        <p:spPr>
          <a:xfrm xmlns:a="http://schemas.openxmlformats.org/drawingml/2006/main" rot="0">
            <a:off x="7498087"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53" name="Editable chart path">
            <a:extLst xmlns:a="http://schemas.openxmlformats.org/drawingml/2006/main">
              <a:ext uri="{FF2B5EF4-FFF2-40B4-BE49-F238E27FC236}">
                <a16:creationId xmlns:a16="http://schemas.microsoft.com/office/drawing/2014/main" id="{1B6A41FD-7B04-4624-8FD8-FF66B5581C4B}"/>
              </a:ext>
            </a:extLst>
          </p:cNvPr>
          <p:cNvSpPr>
            <a:spLocks xmlns:a="http://schemas.openxmlformats.org/drawingml/2006/main" noGrp="1"/>
          </p:cNvSpPr>
          <p:nvPr/>
        </p:nvSpPr>
        <p:spPr>
          <a:xfrm xmlns:a="http://schemas.openxmlformats.org/drawingml/2006/main">
            <a:off x="831370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4" name="">
            <a:extLst xmlns:a="http://schemas.openxmlformats.org/drawingml/2006/main">
              <a:ext uri="{FF2B5EF4-FFF2-40B4-BE49-F238E27FC236}">
                <a16:creationId xmlns:a16="http://schemas.microsoft.com/office/drawing/2014/main" id="{DFC721DA-B500-44AD-B396-7A1806FCA06C}"/>
              </a:ext>
            </a:extLst>
          </p:cNvPr>
          <p:cNvSpPr>
            <a:spLocks xmlns:a="http://schemas.openxmlformats.org/drawingml/2006/main" noGrp="1"/>
          </p:cNvSpPr>
          <p:nvPr/>
        </p:nvSpPr>
        <p:spPr>
          <a:xfrm xmlns:a="http://schemas.openxmlformats.org/drawingml/2006/main" rot="0">
            <a:off x="8264432"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55" name="Editable chart path">
            <a:extLst xmlns:a="http://schemas.openxmlformats.org/drawingml/2006/main">
              <a:ext uri="{FF2B5EF4-FFF2-40B4-BE49-F238E27FC236}">
                <a16:creationId xmlns:a16="http://schemas.microsoft.com/office/drawing/2014/main" id="{F77553BA-16A2-46CB-9C61-5E50094C219C}"/>
              </a:ext>
            </a:extLst>
          </p:cNvPr>
          <p:cNvSpPr>
            <a:spLocks xmlns:a="http://schemas.openxmlformats.org/drawingml/2006/main" noGrp="1"/>
          </p:cNvSpPr>
          <p:nvPr/>
        </p:nvSpPr>
        <p:spPr>
          <a:xfrm xmlns:a="http://schemas.openxmlformats.org/drawingml/2006/main">
            <a:off x="907766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6" name="">
            <a:extLst xmlns:a="http://schemas.openxmlformats.org/drawingml/2006/main">
              <a:ext uri="{FF2B5EF4-FFF2-40B4-BE49-F238E27FC236}">
                <a16:creationId xmlns:a16="http://schemas.microsoft.com/office/drawing/2014/main" id="{5A2ABF25-34AC-4D4F-89A8-267864C72BA8}"/>
              </a:ext>
            </a:extLst>
          </p:cNvPr>
          <p:cNvSpPr>
            <a:spLocks xmlns:a="http://schemas.openxmlformats.org/drawingml/2006/main" noGrp="1"/>
          </p:cNvSpPr>
          <p:nvPr/>
        </p:nvSpPr>
        <p:spPr>
          <a:xfrm xmlns:a="http://schemas.openxmlformats.org/drawingml/2006/main" rot="0">
            <a:off x="9025981"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57" name="Editable chart path">
            <a:extLst xmlns:a="http://schemas.openxmlformats.org/drawingml/2006/main">
              <a:ext uri="{FF2B5EF4-FFF2-40B4-BE49-F238E27FC236}">
                <a16:creationId xmlns:a16="http://schemas.microsoft.com/office/drawing/2014/main" id="{F5E8AC5D-C5B4-449C-8C7E-368E2104E867}"/>
              </a:ext>
            </a:extLst>
          </p:cNvPr>
          <p:cNvSpPr>
            <a:spLocks xmlns:a="http://schemas.openxmlformats.org/drawingml/2006/main" noGrp="1"/>
          </p:cNvSpPr>
          <p:nvPr/>
        </p:nvSpPr>
        <p:spPr>
          <a:xfrm xmlns:a="http://schemas.openxmlformats.org/drawingml/2006/main">
            <a:off x="984162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8" name="">
            <a:extLst xmlns:a="http://schemas.openxmlformats.org/drawingml/2006/main">
              <a:ext uri="{FF2B5EF4-FFF2-40B4-BE49-F238E27FC236}">
                <a16:creationId xmlns:a16="http://schemas.microsoft.com/office/drawing/2014/main" id="{AAFC75A4-A2D0-480F-B914-4767000BB659}"/>
              </a:ext>
            </a:extLst>
          </p:cNvPr>
          <p:cNvSpPr>
            <a:spLocks xmlns:a="http://schemas.openxmlformats.org/drawingml/2006/main" noGrp="1"/>
          </p:cNvSpPr>
          <p:nvPr/>
        </p:nvSpPr>
        <p:spPr>
          <a:xfrm xmlns:a="http://schemas.openxmlformats.org/drawingml/2006/main" rot="0">
            <a:off x="9789811"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59" name="">
            <a:extLst xmlns:a="http://schemas.openxmlformats.org/drawingml/2006/main">
              <a:ext uri="{FF2B5EF4-FFF2-40B4-BE49-F238E27FC236}">
                <a16:creationId xmlns:a16="http://schemas.microsoft.com/office/drawing/2014/main" id="{1F7E6AC2-3742-40C3-B1CD-6A66F8651F51}"/>
              </a:ext>
            </a:extLst>
          </p:cNvPr>
          <p:cNvSpPr>
            <a:spLocks xmlns:a="http://schemas.openxmlformats.org/drawingml/2006/main" noGrp="1"/>
          </p:cNvSpPr>
          <p:nvPr/>
        </p:nvSpPr>
        <p:spPr>
          <a:xfrm xmlns:a="http://schemas.openxmlformats.org/drawingml/2006/main" rot="0">
            <a:off x="8319004"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0" name="Editable chart path">
            <a:extLst xmlns:a="http://schemas.openxmlformats.org/drawingml/2006/main">
              <a:ext uri="{FF2B5EF4-FFF2-40B4-BE49-F238E27FC236}">
                <a16:creationId xmlns:a16="http://schemas.microsoft.com/office/drawing/2014/main" id="{95B25C14-3941-4E5B-9D62-DAA7A1C4CCA1}"/>
              </a:ext>
            </a:extLst>
          </p:cNvPr>
          <p:cNvSpPr>
            <a:spLocks xmlns:a="http://schemas.openxmlformats.org/drawingml/2006/main" noGrp="1"/>
          </p:cNvSpPr>
          <p:nvPr/>
        </p:nvSpPr>
        <p:spPr>
          <a:xfrm xmlns:a="http://schemas.openxmlformats.org/drawingml/2006/main">
            <a:off x="7416053"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7CD1D3B5-01ED-4C44-B750-981C04DC636C}"/>
              </a:ext>
            </a:extLst>
          </p:cNvPr>
          <p:cNvSpPr>
            <a:spLocks xmlns:a="http://schemas.openxmlformats.org/drawingml/2006/main" noGrp="1"/>
          </p:cNvSpPr>
          <p:nvPr/>
        </p:nvSpPr>
        <p:spPr>
          <a:xfrm xmlns:a="http://schemas.openxmlformats.org/drawingml/2006/main">
            <a:off x="7358804"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2" name="Editable chart path">
            <a:extLst xmlns:a="http://schemas.openxmlformats.org/drawingml/2006/main">
              <a:ext uri="{FF2B5EF4-FFF2-40B4-BE49-F238E27FC236}">
                <a16:creationId xmlns:a16="http://schemas.microsoft.com/office/drawing/2014/main" id="{62509F4C-4A33-4BCF-868A-BF0ABB190F20}"/>
              </a:ext>
            </a:extLst>
          </p:cNvPr>
          <p:cNvSpPr>
            <a:spLocks xmlns:a="http://schemas.openxmlformats.org/drawingml/2006/main" noGrp="1"/>
          </p:cNvSpPr>
          <p:nvPr/>
        </p:nvSpPr>
        <p:spPr>
          <a:xfrm xmlns:a="http://schemas.openxmlformats.org/drawingml/2006/main">
            <a:off x="7416053"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3" name="Editable chart path">
            <a:extLst xmlns:a="http://schemas.openxmlformats.org/drawingml/2006/main">
              <a:ext uri="{FF2B5EF4-FFF2-40B4-BE49-F238E27FC236}">
                <a16:creationId xmlns:a16="http://schemas.microsoft.com/office/drawing/2014/main" id="{AD60BAD1-CFF9-45DF-8AAA-A8C88197D41A}"/>
              </a:ext>
            </a:extLst>
          </p:cNvPr>
          <p:cNvSpPr>
            <a:spLocks xmlns:a="http://schemas.openxmlformats.org/drawingml/2006/main" noGrp="1"/>
          </p:cNvSpPr>
          <p:nvPr/>
        </p:nvSpPr>
        <p:spPr>
          <a:xfrm xmlns:a="http://schemas.openxmlformats.org/drawingml/2006/main">
            <a:off x="7358804"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4" name="Editable chart path">
            <a:extLst xmlns:a="http://schemas.openxmlformats.org/drawingml/2006/main">
              <a:ext uri="{FF2B5EF4-FFF2-40B4-BE49-F238E27FC236}">
                <a16:creationId xmlns:a16="http://schemas.microsoft.com/office/drawing/2014/main" id="{8A584213-8945-4BA2-AB48-076E73D649DE}"/>
              </a:ext>
            </a:extLst>
          </p:cNvPr>
          <p:cNvSpPr>
            <a:spLocks xmlns:a="http://schemas.openxmlformats.org/drawingml/2006/main" noGrp="1"/>
          </p:cNvSpPr>
          <p:nvPr/>
        </p:nvSpPr>
        <p:spPr>
          <a:xfrm xmlns:a="http://schemas.openxmlformats.org/drawingml/2006/main">
            <a:off x="7416053"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5" name="Editable chart path">
            <a:extLst xmlns:a="http://schemas.openxmlformats.org/drawingml/2006/main">
              <a:ext uri="{FF2B5EF4-FFF2-40B4-BE49-F238E27FC236}">
                <a16:creationId xmlns:a16="http://schemas.microsoft.com/office/drawing/2014/main" id="{C3EC7E59-74DD-4C4A-B940-D5C36229BEEB}"/>
              </a:ext>
            </a:extLst>
          </p:cNvPr>
          <p:cNvSpPr>
            <a:spLocks xmlns:a="http://schemas.openxmlformats.org/drawingml/2006/main" noGrp="1"/>
          </p:cNvSpPr>
          <p:nvPr/>
        </p:nvSpPr>
        <p:spPr>
          <a:xfrm xmlns:a="http://schemas.openxmlformats.org/drawingml/2006/main">
            <a:off x="7358804"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6" name="Editable chart path">
            <a:extLst xmlns:a="http://schemas.openxmlformats.org/drawingml/2006/main">
              <a:ext uri="{FF2B5EF4-FFF2-40B4-BE49-F238E27FC236}">
                <a16:creationId xmlns:a16="http://schemas.microsoft.com/office/drawing/2014/main" id="{1C9D8974-F836-4880-839D-DCE2F88D7EB7}"/>
              </a:ext>
            </a:extLst>
          </p:cNvPr>
          <p:cNvSpPr>
            <a:spLocks xmlns:a="http://schemas.openxmlformats.org/drawingml/2006/main" noGrp="1"/>
          </p:cNvSpPr>
          <p:nvPr/>
        </p:nvSpPr>
        <p:spPr>
          <a:xfrm xmlns:a="http://schemas.openxmlformats.org/drawingml/2006/main">
            <a:off x="7416053"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AA04C700-963C-43F1-AF70-AB4E5D869D92}"/>
              </a:ext>
            </a:extLst>
          </p:cNvPr>
          <p:cNvSpPr>
            <a:spLocks xmlns:a="http://schemas.openxmlformats.org/drawingml/2006/main" noGrp="1"/>
          </p:cNvSpPr>
          <p:nvPr/>
        </p:nvSpPr>
        <p:spPr>
          <a:xfrm xmlns:a="http://schemas.openxmlformats.org/drawingml/2006/main">
            <a:off x="7358804"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8" name="Editable chart path">
            <a:extLst xmlns:a="http://schemas.openxmlformats.org/drawingml/2006/main">
              <a:ext uri="{FF2B5EF4-FFF2-40B4-BE49-F238E27FC236}">
                <a16:creationId xmlns:a16="http://schemas.microsoft.com/office/drawing/2014/main" id="{5344C794-6AF6-4625-BABE-D3EC42A3010F}"/>
              </a:ext>
            </a:extLst>
          </p:cNvPr>
          <p:cNvSpPr>
            <a:spLocks xmlns:a="http://schemas.openxmlformats.org/drawingml/2006/main" noGrp="1"/>
          </p:cNvSpPr>
          <p:nvPr/>
        </p:nvSpPr>
        <p:spPr>
          <a:xfrm xmlns:a="http://schemas.openxmlformats.org/drawingml/2006/main">
            <a:off x="7549746" y="3287022"/>
            <a:ext cx="2673861" cy="629597"/>
          </a:xfrm>
          <a:custGeom xmlns:a="http://schemas.openxmlformats.org/drawingml/2006/main">
            <a:pathLst>
              <a:path w="1557034" h="366625">
                <a:moveTo>
                  <a:pt x="0" y="366625"/>
                </a:moveTo>
                <a:lnTo>
                  <a:pt x="55608" y="347805"/>
                </a:lnTo>
                <a:lnTo>
                  <a:pt x="111217" y="187871"/>
                </a:lnTo>
                <a:lnTo>
                  <a:pt x="166825" y="202010"/>
                </a:lnTo>
                <a:lnTo>
                  <a:pt x="222433" y="90056"/>
                </a:lnTo>
                <a:lnTo>
                  <a:pt x="278042" y="91202"/>
                </a:lnTo>
                <a:lnTo>
                  <a:pt x="333650" y="373"/>
                </a:lnTo>
                <a:lnTo>
                  <a:pt x="389259" y="0"/>
                </a:lnTo>
                <a:lnTo>
                  <a:pt x="444867" y="50303"/>
                </a:lnTo>
                <a:lnTo>
                  <a:pt x="500475" y="52333"/>
                </a:lnTo>
                <a:lnTo>
                  <a:pt x="556084" y="110094"/>
                </a:lnTo>
                <a:lnTo>
                  <a:pt x="611692" y="178589"/>
                </a:lnTo>
                <a:lnTo>
                  <a:pt x="667300" y="295577"/>
                </a:lnTo>
                <a:lnTo>
                  <a:pt x="722909" y="316093"/>
                </a:lnTo>
                <a:lnTo>
                  <a:pt x="778517" y="319051"/>
                </a:lnTo>
                <a:lnTo>
                  <a:pt x="834126" y="280645"/>
                </a:lnTo>
                <a:lnTo>
                  <a:pt x="889734" y="231648"/>
                </a:lnTo>
                <a:lnTo>
                  <a:pt x="945342" y="209070"/>
                </a:lnTo>
                <a:lnTo>
                  <a:pt x="1000951" y="225956"/>
                </a:lnTo>
                <a:lnTo>
                  <a:pt x="1056559" y="215099"/>
                </a:lnTo>
                <a:lnTo>
                  <a:pt x="1112167" y="244940"/>
                </a:lnTo>
                <a:lnTo>
                  <a:pt x="1167776" y="239297"/>
                </a:lnTo>
                <a:lnTo>
                  <a:pt x="1223384" y="257301"/>
                </a:lnTo>
                <a:lnTo>
                  <a:pt x="1278993" y="255611"/>
                </a:lnTo>
                <a:lnTo>
                  <a:pt x="1334601" y="285094"/>
                </a:lnTo>
                <a:lnTo>
                  <a:pt x="1390209" y="288668"/>
                </a:lnTo>
                <a:lnTo>
                  <a:pt x="1445818" y="232818"/>
                </a:lnTo>
                <a:lnTo>
                  <a:pt x="1501426" y="224996"/>
                </a:lnTo>
                <a:lnTo>
                  <a:pt x="1557034" y="303422"/>
                </a:lnTo>
              </a:path>
            </a:pathLst>
          </a:custGeom>
          <a:noFill xmlns:a="http://schemas.openxmlformats.org/drawingml/2006/main"/>
          <a:ln xmlns:a="http://schemas.openxmlformats.org/drawingml/2006/main" w="24536">
            <a:solidFill>
              <a:srgbClr val="2C5EAA"/>
            </a:solidFill>
            <a:prstDash val="solid"/>
          </a:ln>
        </p:spPr>
      </p:sp>
      <p:sp>
        <p:nvSpPr>
          <p:cNvPr id="69" name="Editable chart path">
            <a:extLst xmlns:a="http://schemas.openxmlformats.org/drawingml/2006/main">
              <a:ext uri="{FF2B5EF4-FFF2-40B4-BE49-F238E27FC236}">
                <a16:creationId xmlns:a16="http://schemas.microsoft.com/office/drawing/2014/main" id="{FB2D617B-52D8-4C22-8FF8-B63FAE6318DF}"/>
              </a:ext>
            </a:extLst>
          </p:cNvPr>
          <p:cNvSpPr>
            <a:spLocks xmlns:a="http://schemas.openxmlformats.org/drawingml/2006/main" noGrp="1"/>
          </p:cNvSpPr>
          <p:nvPr/>
        </p:nvSpPr>
        <p:spPr>
          <a:xfrm xmlns:a="http://schemas.openxmlformats.org/drawingml/2006/main">
            <a:off x="7549746" y="3578998"/>
            <a:ext cx="2673861" cy="728948"/>
          </a:xfrm>
          <a:custGeom xmlns:a="http://schemas.openxmlformats.org/drawingml/2006/main">
            <a:pathLst>
              <a:path w="1557034" h="424479">
                <a:moveTo>
                  <a:pt x="0" y="196602"/>
                </a:moveTo>
                <a:lnTo>
                  <a:pt x="55608" y="158504"/>
                </a:lnTo>
                <a:lnTo>
                  <a:pt x="111217" y="121544"/>
                </a:lnTo>
                <a:lnTo>
                  <a:pt x="166825" y="98941"/>
                </a:lnTo>
                <a:lnTo>
                  <a:pt x="222433" y="0"/>
                </a:lnTo>
                <a:lnTo>
                  <a:pt x="278042" y="104201"/>
                </a:lnTo>
                <a:lnTo>
                  <a:pt x="333650" y="131495"/>
                </a:lnTo>
                <a:lnTo>
                  <a:pt x="389259" y="105338"/>
                </a:lnTo>
                <a:lnTo>
                  <a:pt x="444867" y="113441"/>
                </a:lnTo>
                <a:lnTo>
                  <a:pt x="500475" y="83872"/>
                </a:lnTo>
                <a:lnTo>
                  <a:pt x="556084" y="152818"/>
                </a:lnTo>
                <a:lnTo>
                  <a:pt x="611692" y="246215"/>
                </a:lnTo>
                <a:lnTo>
                  <a:pt x="667300" y="345724"/>
                </a:lnTo>
                <a:lnTo>
                  <a:pt x="722909" y="424479"/>
                </a:lnTo>
                <a:lnTo>
                  <a:pt x="778517" y="284313"/>
                </a:lnTo>
                <a:lnTo>
                  <a:pt x="834126" y="265548"/>
                </a:lnTo>
                <a:lnTo>
                  <a:pt x="889734" y="217784"/>
                </a:lnTo>
                <a:lnTo>
                  <a:pt x="945342" y="330229"/>
                </a:lnTo>
                <a:lnTo>
                  <a:pt x="1000951" y="345156"/>
                </a:lnTo>
                <a:lnTo>
                  <a:pt x="1056559" y="353969"/>
                </a:lnTo>
                <a:lnTo>
                  <a:pt x="1112167" y="316298"/>
                </a:lnTo>
                <a:lnTo>
                  <a:pt x="1167776" y="337337"/>
                </a:lnTo>
                <a:lnTo>
                  <a:pt x="1223384" y="284313"/>
                </a:lnTo>
                <a:lnTo>
                  <a:pt x="1278993" y="328239"/>
                </a:lnTo>
                <a:lnTo>
                  <a:pt x="1334601" y="296396"/>
                </a:lnTo>
                <a:lnTo>
                  <a:pt x="1390209" y="307484"/>
                </a:lnTo>
                <a:lnTo>
                  <a:pt x="1445818" y="214514"/>
                </a:lnTo>
                <a:lnTo>
                  <a:pt x="1501426" y="324543"/>
                </a:lnTo>
                <a:lnTo>
                  <a:pt x="1557034" y="272656"/>
                </a:lnTo>
              </a:path>
            </a:pathLst>
          </a:custGeom>
          <a:noFill xmlns:a="http://schemas.openxmlformats.org/drawingml/2006/main"/>
          <a:ln xmlns:a="http://schemas.openxmlformats.org/drawingml/2006/main" w="19628">
            <a:solidFill>
              <a:srgbClr val="14203A"/>
            </a:solidFill>
            <a:prstDash val="solid"/>
          </a:ln>
        </p:spPr>
      </p:sp>
      <p:sp>
        <p:nvSpPr>
          <p:cNvPr id="70" name="Editable chart path">
            <a:extLst xmlns:a="http://schemas.openxmlformats.org/drawingml/2006/main">
              <a:ext uri="{FF2B5EF4-FFF2-40B4-BE49-F238E27FC236}">
                <a16:creationId xmlns:a16="http://schemas.microsoft.com/office/drawing/2014/main" id="{FEB8E340-94CC-4CCC-A400-E77D036F07F5}"/>
              </a:ext>
            </a:extLst>
          </p:cNvPr>
          <p:cNvSpPr>
            <a:spLocks xmlns:a="http://schemas.openxmlformats.org/drawingml/2006/main" noGrp="1"/>
          </p:cNvSpPr>
          <p:nvPr/>
        </p:nvSpPr>
        <p:spPr>
          <a:xfrm xmlns:a="http://schemas.openxmlformats.org/drawingml/2006/main">
            <a:off x="8695687"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71" name="Editable chart path">
            <a:extLst xmlns:a="http://schemas.openxmlformats.org/drawingml/2006/main">
              <a:ext uri="{FF2B5EF4-FFF2-40B4-BE49-F238E27FC236}">
                <a16:creationId xmlns:a16="http://schemas.microsoft.com/office/drawing/2014/main" id="{1B45F8A7-87C9-4BB0-9EFF-7B7BDC617822}"/>
              </a:ext>
            </a:extLst>
          </p:cNvPr>
          <p:cNvSpPr>
            <a:spLocks xmlns:a="http://schemas.openxmlformats.org/drawingml/2006/main" noGrp="1"/>
          </p:cNvSpPr>
          <p:nvPr/>
        </p:nvSpPr>
        <p:spPr>
          <a:xfrm xmlns:a="http://schemas.openxmlformats.org/drawingml/2006/main">
            <a:off x="7416053"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72" name="Editable chart path">
            <a:extLst xmlns:a="http://schemas.openxmlformats.org/drawingml/2006/main">
              <a:ext uri="{FF2B5EF4-FFF2-40B4-BE49-F238E27FC236}">
                <a16:creationId xmlns:a16="http://schemas.microsoft.com/office/drawing/2014/main" id="{5CEAC44F-ED3F-4DD8-A8A8-AF8D5CA65A78}"/>
              </a:ext>
            </a:extLst>
          </p:cNvPr>
          <p:cNvSpPr>
            <a:spLocks xmlns:a="http://schemas.openxmlformats.org/drawingml/2006/main" noGrp="1"/>
          </p:cNvSpPr>
          <p:nvPr/>
        </p:nvSpPr>
        <p:spPr>
          <a:xfrm xmlns:a="http://schemas.openxmlformats.org/drawingml/2006/main">
            <a:off x="7416053"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73" name="">
            <a:extLst xmlns:a="http://schemas.openxmlformats.org/drawingml/2006/main">
              <a:ext uri="{FF2B5EF4-FFF2-40B4-BE49-F238E27FC236}">
                <a16:creationId xmlns:a16="http://schemas.microsoft.com/office/drawing/2014/main" id="{C8608B10-77BF-4AC1-8A49-3C973D7B41A4}"/>
              </a:ext>
            </a:extLst>
          </p:cNvPr>
          <p:cNvSpPr>
            <a:spLocks xmlns:a="http://schemas.openxmlformats.org/drawingml/2006/main" noGrp="1"/>
          </p:cNvSpPr>
          <p:nvPr/>
        </p:nvSpPr>
        <p:spPr>
          <a:xfrm xmlns:a="http://schemas.openxmlformats.org/drawingml/2006/main" rot="0">
            <a:off x="7105747"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74" name="">
            <a:extLst xmlns:a="http://schemas.openxmlformats.org/drawingml/2006/main">
              <a:ext uri="{FF2B5EF4-FFF2-40B4-BE49-F238E27FC236}">
                <a16:creationId xmlns:a16="http://schemas.microsoft.com/office/drawing/2014/main" id="{ACE54A9B-D5C8-49D4-9C8A-2A9FEE0C8A22}"/>
              </a:ext>
            </a:extLst>
          </p:cNvPr>
          <p:cNvSpPr>
            <a:spLocks xmlns:a="http://schemas.openxmlformats.org/drawingml/2006/main" noGrp="1"/>
          </p:cNvSpPr>
          <p:nvPr/>
        </p:nvSpPr>
        <p:spPr>
          <a:xfrm xmlns:a="http://schemas.openxmlformats.org/drawingml/2006/main" rot="0">
            <a:off x="7058693"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75" name="">
            <a:extLst xmlns:a="http://schemas.openxmlformats.org/drawingml/2006/main">
              <a:ext uri="{FF2B5EF4-FFF2-40B4-BE49-F238E27FC236}">
                <a16:creationId xmlns:a16="http://schemas.microsoft.com/office/drawing/2014/main" id="{26A4939B-74CC-44DE-A93A-9678E3706B42}"/>
              </a:ext>
            </a:extLst>
          </p:cNvPr>
          <p:cNvSpPr>
            <a:spLocks xmlns:a="http://schemas.openxmlformats.org/drawingml/2006/main" noGrp="1"/>
          </p:cNvSpPr>
          <p:nvPr/>
        </p:nvSpPr>
        <p:spPr>
          <a:xfrm xmlns:a="http://schemas.openxmlformats.org/drawingml/2006/main" rot="0">
            <a:off x="7058693"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76" name="">
            <a:extLst xmlns:a="http://schemas.openxmlformats.org/drawingml/2006/main">
              <a:ext uri="{FF2B5EF4-FFF2-40B4-BE49-F238E27FC236}">
                <a16:creationId xmlns:a16="http://schemas.microsoft.com/office/drawing/2014/main" id="{46131250-2F9E-40C6-BD8E-B341A67DC1DA}"/>
              </a:ext>
            </a:extLst>
          </p:cNvPr>
          <p:cNvSpPr>
            <a:spLocks xmlns:a="http://schemas.openxmlformats.org/drawingml/2006/main" noGrp="1"/>
          </p:cNvSpPr>
          <p:nvPr/>
        </p:nvSpPr>
        <p:spPr>
          <a:xfrm xmlns:a="http://schemas.openxmlformats.org/drawingml/2006/main" rot="0">
            <a:off x="7021165"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77" name="">
            <a:extLst xmlns:a="http://schemas.openxmlformats.org/drawingml/2006/main">
              <a:ext uri="{FF2B5EF4-FFF2-40B4-BE49-F238E27FC236}">
                <a16:creationId xmlns:a16="http://schemas.microsoft.com/office/drawing/2014/main" id="{04B282F1-EB2F-4AF4-AF3C-EFF01C63FD39}"/>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78" name="">
            <a:extLst xmlns:a="http://schemas.openxmlformats.org/drawingml/2006/main">
              <a:ext uri="{FF2B5EF4-FFF2-40B4-BE49-F238E27FC236}">
                <a16:creationId xmlns:a16="http://schemas.microsoft.com/office/drawing/2014/main" id="{91869FE4-48F4-450A-9D9C-34BD3C5E4795}"/>
              </a:ext>
            </a:extLst>
          </p:cNvPr>
          <p:cNvSpPr>
            <a:spLocks xmlns:a="http://schemas.openxmlformats.org/drawingml/2006/main" noGrp="1"/>
          </p:cNvSpPr>
          <p:nvPr/>
        </p:nvSpPr>
        <p:spPr>
          <a:xfrm xmlns:a="http://schemas.openxmlformats.org/drawingml/2006/main">
            <a:off x="6562725"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79" name="">
            <a:extLst xmlns:a="http://schemas.openxmlformats.org/drawingml/2006/main">
              <a:ext uri="{FF2B5EF4-FFF2-40B4-BE49-F238E27FC236}">
                <a16:creationId xmlns:a16="http://schemas.microsoft.com/office/drawing/2014/main" id="{A38CCEF3-E4F0-4278-B044-FDD61A588258}"/>
              </a:ext>
            </a:extLst>
          </p:cNvPr>
          <p:cNvSpPr>
            <a:spLocks xmlns:a="http://schemas.openxmlformats.org/drawingml/2006/main" noGrp="1"/>
          </p:cNvSpPr>
          <p:nvPr/>
        </p:nvSpPr>
        <p:spPr>
          <a:xfrm xmlns:a="http://schemas.openxmlformats.org/drawingml/2006/main">
            <a:off x="8632603"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0" name="">
            <a:extLst xmlns:a="http://schemas.openxmlformats.org/drawingml/2006/main">
              <a:ext uri="{FF2B5EF4-FFF2-40B4-BE49-F238E27FC236}">
                <a16:creationId xmlns:a16="http://schemas.microsoft.com/office/drawing/2014/main" id="{E9A13CC3-803F-4030-B1EE-6F7EBC7F1993}"/>
              </a:ext>
            </a:extLst>
          </p:cNvPr>
          <p:cNvSpPr>
            <a:spLocks xmlns:a="http://schemas.openxmlformats.org/drawingml/2006/main" noGrp="1"/>
          </p:cNvSpPr>
          <p:nvPr/>
        </p:nvSpPr>
        <p:spPr>
          <a:xfrm xmlns:a="http://schemas.openxmlformats.org/drawingml/2006/main">
            <a:off x="8861203"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86.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V1 ON HELD-OUT STORMS (2/5)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Simulation only. No setting passes the unchanged overall plausibility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86</a:t>
            </a:r>
            <a:endParaRPr sz="1200"/>
          </a:p>
        </p:txBody>
      </p:sp>
      <p:sp>
        <p:nvSpPr>
          <p:cNvPr id="14" name="">
            <a:extLst xmlns:a="http://schemas.openxmlformats.org/drawingml/2006/main">
              <a:ext uri="{FF2B5EF4-FFF2-40B4-BE49-F238E27FC236}">
                <a16:creationId xmlns:a16="http://schemas.microsoft.com/office/drawing/2014/main" id="{2C307C3A-F413-4EC5-998A-4054AAC62CD4}"/>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33379546-E2F6-40E4-A85C-209E60DC2441}"/>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2025-12-12</a:t>
            </a:r>
          </a:p>
        </p:txBody>
      </p:sp>
      <p:sp>
        <p:nvSpPr>
          <p:cNvPr id="16" name="">
            <a:extLst xmlns:a="http://schemas.openxmlformats.org/drawingml/2006/main">
              <a:ext uri="{FF2B5EF4-FFF2-40B4-BE49-F238E27FC236}">
                <a16:creationId xmlns:a16="http://schemas.microsoft.com/office/drawing/2014/main" id="{BB8A0704-AFAE-405A-B209-C4DB446A98C6}"/>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D6F92438-C14B-4B01-AD83-A2AF8F605A05}"/>
              </a:ext>
            </a:extLst>
          </p:cNvPr>
          <p:cNvSpPr>
            <a:spLocks xmlns:a="http://schemas.openxmlformats.org/drawingml/2006/main" noGrp="1"/>
          </p:cNvSpPr>
          <p:nvPr/>
        </p:nvSpPr>
        <p:spPr>
          <a:xfrm xmlns:a="http://schemas.openxmlformats.org/drawingml/2006/main">
            <a:off x="2358621" y="3792128"/>
            <a:ext cx="2673861" cy="389472"/>
          </a:xfrm>
          <a:custGeom xmlns:a="http://schemas.openxmlformats.org/drawingml/2006/main">
            <a:pathLst>
              <a:path w="1557034" h="226796">
                <a:moveTo>
                  <a:pt x="0" y="72493"/>
                </a:moveTo>
                <a:lnTo>
                  <a:pt x="0" y="72493"/>
                </a:lnTo>
                <a:lnTo>
                  <a:pt x="55608" y="62510"/>
                </a:lnTo>
                <a:lnTo>
                  <a:pt x="111217" y="15757"/>
                </a:lnTo>
                <a:lnTo>
                  <a:pt x="166825" y="29061"/>
                </a:lnTo>
                <a:lnTo>
                  <a:pt x="222433" y="105405"/>
                </a:lnTo>
                <a:lnTo>
                  <a:pt x="278042" y="110671"/>
                </a:lnTo>
                <a:lnTo>
                  <a:pt x="333650" y="44842"/>
                </a:lnTo>
                <a:lnTo>
                  <a:pt x="389259" y="62916"/>
                </a:lnTo>
                <a:lnTo>
                  <a:pt x="444867" y="50316"/>
                </a:lnTo>
                <a:lnTo>
                  <a:pt x="500475" y="92561"/>
                </a:lnTo>
                <a:lnTo>
                  <a:pt x="556084" y="104675"/>
                </a:lnTo>
                <a:lnTo>
                  <a:pt x="611692" y="121939"/>
                </a:lnTo>
                <a:lnTo>
                  <a:pt x="667300" y="152452"/>
                </a:lnTo>
                <a:lnTo>
                  <a:pt x="722909" y="149959"/>
                </a:lnTo>
                <a:lnTo>
                  <a:pt x="778517" y="226796"/>
                </a:lnTo>
                <a:lnTo>
                  <a:pt x="834126" y="203050"/>
                </a:lnTo>
                <a:lnTo>
                  <a:pt x="889734" y="196773"/>
                </a:lnTo>
                <a:lnTo>
                  <a:pt x="945342" y="187033"/>
                </a:lnTo>
                <a:lnTo>
                  <a:pt x="1000951" y="119355"/>
                </a:lnTo>
                <a:lnTo>
                  <a:pt x="1056559" y="119167"/>
                </a:lnTo>
                <a:lnTo>
                  <a:pt x="1112167" y="170183"/>
                </a:lnTo>
                <a:lnTo>
                  <a:pt x="1167776" y="163950"/>
                </a:lnTo>
                <a:lnTo>
                  <a:pt x="1223384" y="195340"/>
                </a:lnTo>
                <a:lnTo>
                  <a:pt x="1278993" y="192930"/>
                </a:lnTo>
                <a:lnTo>
                  <a:pt x="1334601" y="149837"/>
                </a:lnTo>
                <a:lnTo>
                  <a:pt x="1390209" y="146869"/>
                </a:lnTo>
                <a:lnTo>
                  <a:pt x="1445818" y="102900"/>
                </a:lnTo>
                <a:lnTo>
                  <a:pt x="1501426" y="93525"/>
                </a:lnTo>
                <a:lnTo>
                  <a:pt x="1557034" y="17267"/>
                </a:lnTo>
                <a:lnTo>
                  <a:pt x="1557034" y="2188"/>
                </a:lnTo>
                <a:lnTo>
                  <a:pt x="1557034" y="2188"/>
                </a:lnTo>
                <a:lnTo>
                  <a:pt x="1501426" y="73822"/>
                </a:lnTo>
                <a:lnTo>
                  <a:pt x="1445818" y="86477"/>
                </a:lnTo>
                <a:lnTo>
                  <a:pt x="1390209" y="125804"/>
                </a:lnTo>
                <a:lnTo>
                  <a:pt x="1334601" y="129533"/>
                </a:lnTo>
                <a:lnTo>
                  <a:pt x="1278993" y="172796"/>
                </a:lnTo>
                <a:lnTo>
                  <a:pt x="1223384" y="175517"/>
                </a:lnTo>
                <a:lnTo>
                  <a:pt x="1167776" y="141485"/>
                </a:lnTo>
                <a:lnTo>
                  <a:pt x="1112167" y="144520"/>
                </a:lnTo>
                <a:lnTo>
                  <a:pt x="1056559" y="101826"/>
                </a:lnTo>
                <a:lnTo>
                  <a:pt x="1000951" y="101154"/>
                </a:lnTo>
                <a:lnTo>
                  <a:pt x="945342" y="161226"/>
                </a:lnTo>
                <a:lnTo>
                  <a:pt x="889734" y="171524"/>
                </a:lnTo>
                <a:lnTo>
                  <a:pt x="834126" y="181632"/>
                </a:lnTo>
                <a:lnTo>
                  <a:pt x="778517" y="204622"/>
                </a:lnTo>
                <a:lnTo>
                  <a:pt x="722909" y="125523"/>
                </a:lnTo>
                <a:lnTo>
                  <a:pt x="667300" y="127215"/>
                </a:lnTo>
                <a:lnTo>
                  <a:pt x="611692" y="96265"/>
                </a:lnTo>
                <a:lnTo>
                  <a:pt x="556084" y="78563"/>
                </a:lnTo>
                <a:lnTo>
                  <a:pt x="500475" y="64465"/>
                </a:lnTo>
                <a:lnTo>
                  <a:pt x="444867" y="31266"/>
                </a:lnTo>
                <a:lnTo>
                  <a:pt x="389259" y="46543"/>
                </a:lnTo>
                <a:lnTo>
                  <a:pt x="333650" y="26826"/>
                </a:lnTo>
                <a:lnTo>
                  <a:pt x="278042" y="94268"/>
                </a:lnTo>
                <a:lnTo>
                  <a:pt x="222433" y="90863"/>
                </a:lnTo>
                <a:lnTo>
                  <a:pt x="166825" y="10338"/>
                </a:lnTo>
                <a:lnTo>
                  <a:pt x="111217" y="0"/>
                </a:lnTo>
                <a:lnTo>
                  <a:pt x="55608" y="47317"/>
                </a:lnTo>
                <a:lnTo>
                  <a:pt x="0" y="72493"/>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84B49355-0A6E-4A74-9D14-72848922B947}"/>
              </a:ext>
            </a:extLst>
          </p:cNvPr>
          <p:cNvSpPr>
            <a:spLocks xmlns:a="http://schemas.openxmlformats.org/drawingml/2006/main" noGrp="1"/>
          </p:cNvSpPr>
          <p:nvPr/>
        </p:nvSpPr>
        <p:spPr>
          <a:xfrm xmlns:a="http://schemas.openxmlformats.org/drawingml/2006/main">
            <a:off x="2358621"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19" name="">
            <a:extLst xmlns:a="http://schemas.openxmlformats.org/drawingml/2006/main">
              <a:ext uri="{FF2B5EF4-FFF2-40B4-BE49-F238E27FC236}">
                <a16:creationId xmlns:a16="http://schemas.microsoft.com/office/drawing/2014/main" id="{9B631A65-8CB9-41EA-A4AD-B04A15AA0168}"/>
              </a:ext>
            </a:extLst>
          </p:cNvPr>
          <p:cNvSpPr>
            <a:spLocks xmlns:a="http://schemas.openxmlformats.org/drawingml/2006/main" noGrp="1"/>
          </p:cNvSpPr>
          <p:nvPr/>
        </p:nvSpPr>
        <p:spPr>
          <a:xfrm xmlns:a="http://schemas.openxmlformats.org/drawingml/2006/main" rot="0">
            <a:off x="2306962"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4E2A2C33-B847-4A46-8C06-ED14E8BF8415}"/>
              </a:ext>
            </a:extLst>
          </p:cNvPr>
          <p:cNvSpPr>
            <a:spLocks xmlns:a="http://schemas.openxmlformats.org/drawingml/2006/main" noGrp="1"/>
          </p:cNvSpPr>
          <p:nvPr/>
        </p:nvSpPr>
        <p:spPr>
          <a:xfrm xmlns:a="http://schemas.openxmlformats.org/drawingml/2006/main">
            <a:off x="312258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1" name="">
            <a:extLst xmlns:a="http://schemas.openxmlformats.org/drawingml/2006/main">
              <a:ext uri="{FF2B5EF4-FFF2-40B4-BE49-F238E27FC236}">
                <a16:creationId xmlns:a16="http://schemas.microsoft.com/office/drawing/2014/main" id="{32682AC3-6EA3-49E3-91E3-C82556774DBB}"/>
              </a:ext>
            </a:extLst>
          </p:cNvPr>
          <p:cNvSpPr>
            <a:spLocks xmlns:a="http://schemas.openxmlformats.org/drawingml/2006/main" noGrp="1"/>
          </p:cNvSpPr>
          <p:nvPr/>
        </p:nvSpPr>
        <p:spPr>
          <a:xfrm xmlns:a="http://schemas.openxmlformats.org/drawingml/2006/main" rot="0">
            <a:off x="3073307"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D86B1F54-1B41-4B09-AEBC-4C85CB22C247}"/>
              </a:ext>
            </a:extLst>
          </p:cNvPr>
          <p:cNvSpPr>
            <a:spLocks xmlns:a="http://schemas.openxmlformats.org/drawingml/2006/main" noGrp="1"/>
          </p:cNvSpPr>
          <p:nvPr/>
        </p:nvSpPr>
        <p:spPr>
          <a:xfrm xmlns:a="http://schemas.openxmlformats.org/drawingml/2006/main">
            <a:off x="388654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3" name="">
            <a:extLst xmlns:a="http://schemas.openxmlformats.org/drawingml/2006/main">
              <a:ext uri="{FF2B5EF4-FFF2-40B4-BE49-F238E27FC236}">
                <a16:creationId xmlns:a16="http://schemas.microsoft.com/office/drawing/2014/main" id="{43DFAE70-584A-44E3-AA18-43373A86B466}"/>
              </a:ext>
            </a:extLst>
          </p:cNvPr>
          <p:cNvSpPr>
            <a:spLocks xmlns:a="http://schemas.openxmlformats.org/drawingml/2006/main" noGrp="1"/>
          </p:cNvSpPr>
          <p:nvPr/>
        </p:nvSpPr>
        <p:spPr>
          <a:xfrm xmlns:a="http://schemas.openxmlformats.org/drawingml/2006/main" rot="0">
            <a:off x="3834856"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44D0FCFB-B2C3-4593-BB64-04DAF6210BE4}"/>
              </a:ext>
            </a:extLst>
          </p:cNvPr>
          <p:cNvSpPr>
            <a:spLocks xmlns:a="http://schemas.openxmlformats.org/drawingml/2006/main" noGrp="1"/>
          </p:cNvSpPr>
          <p:nvPr/>
        </p:nvSpPr>
        <p:spPr>
          <a:xfrm xmlns:a="http://schemas.openxmlformats.org/drawingml/2006/main">
            <a:off x="465050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5" name="">
            <a:extLst xmlns:a="http://schemas.openxmlformats.org/drawingml/2006/main">
              <a:ext uri="{FF2B5EF4-FFF2-40B4-BE49-F238E27FC236}">
                <a16:creationId xmlns:a16="http://schemas.microsoft.com/office/drawing/2014/main" id="{516C7C60-596E-4BF6-A640-30B8EB65ABE7}"/>
              </a:ext>
            </a:extLst>
          </p:cNvPr>
          <p:cNvSpPr>
            <a:spLocks xmlns:a="http://schemas.openxmlformats.org/drawingml/2006/main" noGrp="1"/>
          </p:cNvSpPr>
          <p:nvPr/>
        </p:nvSpPr>
        <p:spPr>
          <a:xfrm xmlns:a="http://schemas.openxmlformats.org/drawingml/2006/main" rot="0">
            <a:off x="4598686"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07F1FB54-8C48-4723-A950-32EE20BB7F4D}"/>
              </a:ext>
            </a:extLst>
          </p:cNvPr>
          <p:cNvSpPr>
            <a:spLocks xmlns:a="http://schemas.openxmlformats.org/drawingml/2006/main" noGrp="1"/>
          </p:cNvSpPr>
          <p:nvPr/>
        </p:nvSpPr>
        <p:spPr>
          <a:xfrm xmlns:a="http://schemas.openxmlformats.org/drawingml/2006/main" rot="0">
            <a:off x="3127879"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D71155E1-CDA5-47DA-962E-D58523355871}"/>
              </a:ext>
            </a:extLst>
          </p:cNvPr>
          <p:cNvSpPr>
            <a:spLocks xmlns:a="http://schemas.openxmlformats.org/drawingml/2006/main" noGrp="1"/>
          </p:cNvSpPr>
          <p:nvPr/>
        </p:nvSpPr>
        <p:spPr>
          <a:xfrm xmlns:a="http://schemas.openxmlformats.org/drawingml/2006/main">
            <a:off x="2224928"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4EE9BFF7-2676-4F43-AED2-C74DF2936CD6}"/>
              </a:ext>
            </a:extLst>
          </p:cNvPr>
          <p:cNvSpPr>
            <a:spLocks xmlns:a="http://schemas.openxmlformats.org/drawingml/2006/main" noGrp="1"/>
          </p:cNvSpPr>
          <p:nvPr/>
        </p:nvSpPr>
        <p:spPr>
          <a:xfrm xmlns:a="http://schemas.openxmlformats.org/drawingml/2006/main">
            <a:off x="2167679"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7B270013-B30C-46B1-981E-13EBE431369B}"/>
              </a:ext>
            </a:extLst>
          </p:cNvPr>
          <p:cNvSpPr>
            <a:spLocks xmlns:a="http://schemas.openxmlformats.org/drawingml/2006/main" noGrp="1"/>
          </p:cNvSpPr>
          <p:nvPr/>
        </p:nvSpPr>
        <p:spPr>
          <a:xfrm xmlns:a="http://schemas.openxmlformats.org/drawingml/2006/main">
            <a:off x="2224928"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9063C8DD-61A8-428B-959D-119CAD4E9B21}"/>
              </a:ext>
            </a:extLst>
          </p:cNvPr>
          <p:cNvSpPr>
            <a:spLocks xmlns:a="http://schemas.openxmlformats.org/drawingml/2006/main" noGrp="1"/>
          </p:cNvSpPr>
          <p:nvPr/>
        </p:nvSpPr>
        <p:spPr>
          <a:xfrm xmlns:a="http://schemas.openxmlformats.org/drawingml/2006/main">
            <a:off x="2167679"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1" name="Editable chart path">
            <a:extLst xmlns:a="http://schemas.openxmlformats.org/drawingml/2006/main">
              <a:ext uri="{FF2B5EF4-FFF2-40B4-BE49-F238E27FC236}">
                <a16:creationId xmlns:a16="http://schemas.microsoft.com/office/drawing/2014/main" id="{0FF1D2B1-4236-4AA4-9DD1-1BD9A4DFDAAF}"/>
              </a:ext>
            </a:extLst>
          </p:cNvPr>
          <p:cNvSpPr>
            <a:spLocks xmlns:a="http://schemas.openxmlformats.org/drawingml/2006/main" noGrp="1"/>
          </p:cNvSpPr>
          <p:nvPr/>
        </p:nvSpPr>
        <p:spPr>
          <a:xfrm xmlns:a="http://schemas.openxmlformats.org/drawingml/2006/main">
            <a:off x="2224928"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B2927964-4A60-426C-B81E-AA64FA9E4C25}"/>
              </a:ext>
            </a:extLst>
          </p:cNvPr>
          <p:cNvSpPr>
            <a:spLocks xmlns:a="http://schemas.openxmlformats.org/drawingml/2006/main" noGrp="1"/>
          </p:cNvSpPr>
          <p:nvPr/>
        </p:nvSpPr>
        <p:spPr>
          <a:xfrm xmlns:a="http://schemas.openxmlformats.org/drawingml/2006/main">
            <a:off x="2167679"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C3194C76-C267-481C-9D4C-BCEAD39179A0}"/>
              </a:ext>
            </a:extLst>
          </p:cNvPr>
          <p:cNvSpPr>
            <a:spLocks xmlns:a="http://schemas.openxmlformats.org/drawingml/2006/main" noGrp="1"/>
          </p:cNvSpPr>
          <p:nvPr/>
        </p:nvSpPr>
        <p:spPr>
          <a:xfrm xmlns:a="http://schemas.openxmlformats.org/drawingml/2006/main">
            <a:off x="2224928"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B67E1D4F-0DA3-46FD-81CC-6AA03430162C}"/>
              </a:ext>
            </a:extLst>
          </p:cNvPr>
          <p:cNvSpPr>
            <a:spLocks xmlns:a="http://schemas.openxmlformats.org/drawingml/2006/main" noGrp="1"/>
          </p:cNvSpPr>
          <p:nvPr/>
        </p:nvSpPr>
        <p:spPr>
          <a:xfrm xmlns:a="http://schemas.openxmlformats.org/drawingml/2006/main">
            <a:off x="2167679"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38DAA88A-1FFE-40B6-804F-D021426C6339}"/>
              </a:ext>
            </a:extLst>
          </p:cNvPr>
          <p:cNvSpPr>
            <a:spLocks xmlns:a="http://schemas.openxmlformats.org/drawingml/2006/main" noGrp="1"/>
          </p:cNvSpPr>
          <p:nvPr/>
        </p:nvSpPr>
        <p:spPr>
          <a:xfrm xmlns:a="http://schemas.openxmlformats.org/drawingml/2006/main">
            <a:off x="2358621" y="3807295"/>
            <a:ext cx="2673861" cy="355385"/>
          </a:xfrm>
          <a:custGeom xmlns:a="http://schemas.openxmlformats.org/drawingml/2006/main">
            <a:pathLst>
              <a:path w="1557034" h="206947">
                <a:moveTo>
                  <a:pt x="0" y="63661"/>
                </a:moveTo>
                <a:lnTo>
                  <a:pt x="55608" y="45558"/>
                </a:lnTo>
                <a:lnTo>
                  <a:pt x="111217" y="0"/>
                </a:lnTo>
                <a:lnTo>
                  <a:pt x="166825" y="11458"/>
                </a:lnTo>
                <a:lnTo>
                  <a:pt x="222433" y="88183"/>
                </a:lnTo>
                <a:lnTo>
                  <a:pt x="278042" y="94108"/>
                </a:lnTo>
                <a:lnTo>
                  <a:pt x="333650" y="26058"/>
                </a:lnTo>
                <a:lnTo>
                  <a:pt x="389259" y="44892"/>
                </a:lnTo>
                <a:lnTo>
                  <a:pt x="444867" y="32862"/>
                </a:lnTo>
                <a:lnTo>
                  <a:pt x="500475" y="71228"/>
                </a:lnTo>
                <a:lnTo>
                  <a:pt x="556084" y="82165"/>
                </a:lnTo>
                <a:lnTo>
                  <a:pt x="611692" y="102001"/>
                </a:lnTo>
                <a:lnTo>
                  <a:pt x="667300" y="132058"/>
                </a:lnTo>
                <a:lnTo>
                  <a:pt x="722909" y="128450"/>
                </a:lnTo>
                <a:lnTo>
                  <a:pt x="778517" y="206947"/>
                </a:lnTo>
                <a:lnTo>
                  <a:pt x="834126" y="182232"/>
                </a:lnTo>
                <a:lnTo>
                  <a:pt x="889734" y="176459"/>
                </a:lnTo>
                <a:lnTo>
                  <a:pt x="945342" y="163661"/>
                </a:lnTo>
                <a:lnTo>
                  <a:pt x="1000951" y="102171"/>
                </a:lnTo>
                <a:lnTo>
                  <a:pt x="1056559" y="100949"/>
                </a:lnTo>
                <a:lnTo>
                  <a:pt x="1112167" y="148684"/>
                </a:lnTo>
                <a:lnTo>
                  <a:pt x="1167776" y="145415"/>
                </a:lnTo>
                <a:lnTo>
                  <a:pt x="1223384" y="178014"/>
                </a:lnTo>
                <a:lnTo>
                  <a:pt x="1278993" y="174226"/>
                </a:lnTo>
                <a:lnTo>
                  <a:pt x="1334601" y="131912"/>
                </a:lnTo>
                <a:lnTo>
                  <a:pt x="1390209" y="126432"/>
                </a:lnTo>
                <a:lnTo>
                  <a:pt x="1445818" y="86754"/>
                </a:lnTo>
                <a:lnTo>
                  <a:pt x="1501426" y="73890"/>
                </a:lnTo>
                <a:lnTo>
                  <a:pt x="1557034" y="1416"/>
                </a:lnTo>
              </a:path>
            </a:pathLst>
          </a:custGeom>
          <a:noFill xmlns:a="http://schemas.openxmlformats.org/drawingml/2006/main"/>
          <a:ln xmlns:a="http://schemas.openxmlformats.org/drawingml/2006/main" w="24536">
            <a:solidFill>
              <a:srgbClr val="2C5EAA"/>
            </a:solidFill>
            <a:prstDash val="solid"/>
          </a:ln>
        </p:spPr>
      </p:sp>
      <p:sp>
        <p:nvSpPr>
          <p:cNvPr id="36" name="Editable chart path">
            <a:extLst xmlns:a="http://schemas.openxmlformats.org/drawingml/2006/main">
              <a:ext uri="{FF2B5EF4-FFF2-40B4-BE49-F238E27FC236}">
                <a16:creationId xmlns:a16="http://schemas.microsoft.com/office/drawing/2014/main" id="{C8691AF9-05E5-4AF4-A679-7517ED25A2A5}"/>
              </a:ext>
            </a:extLst>
          </p:cNvPr>
          <p:cNvSpPr>
            <a:spLocks xmlns:a="http://schemas.openxmlformats.org/drawingml/2006/main" noGrp="1"/>
          </p:cNvSpPr>
          <p:nvPr/>
        </p:nvSpPr>
        <p:spPr>
          <a:xfrm xmlns:a="http://schemas.openxmlformats.org/drawingml/2006/main">
            <a:off x="2358621" y="3620676"/>
            <a:ext cx="2673861" cy="652837"/>
          </a:xfrm>
          <a:custGeom xmlns:a="http://schemas.openxmlformats.org/drawingml/2006/main">
            <a:pathLst>
              <a:path w="1557034" h="380158">
                <a:moveTo>
                  <a:pt x="0" y="172332"/>
                </a:moveTo>
                <a:lnTo>
                  <a:pt x="55608" y="42860"/>
                </a:lnTo>
                <a:lnTo>
                  <a:pt x="111217" y="141973"/>
                </a:lnTo>
                <a:lnTo>
                  <a:pt x="166825" y="243989"/>
                </a:lnTo>
                <a:lnTo>
                  <a:pt x="222433" y="216755"/>
                </a:lnTo>
                <a:lnTo>
                  <a:pt x="278042" y="180369"/>
                </a:lnTo>
                <a:lnTo>
                  <a:pt x="333650" y="178583"/>
                </a:lnTo>
                <a:lnTo>
                  <a:pt x="389259" y="254257"/>
                </a:lnTo>
                <a:lnTo>
                  <a:pt x="444867" y="214076"/>
                </a:lnTo>
                <a:lnTo>
                  <a:pt x="500475" y="250686"/>
                </a:lnTo>
                <a:lnTo>
                  <a:pt x="556084" y="274794"/>
                </a:lnTo>
                <a:lnTo>
                  <a:pt x="611692" y="275464"/>
                </a:lnTo>
                <a:lnTo>
                  <a:pt x="667300" y="252248"/>
                </a:lnTo>
                <a:lnTo>
                  <a:pt x="722909" y="280375"/>
                </a:lnTo>
                <a:lnTo>
                  <a:pt x="778517" y="356943"/>
                </a:lnTo>
                <a:lnTo>
                  <a:pt x="834126" y="247784"/>
                </a:lnTo>
                <a:lnTo>
                  <a:pt x="889734" y="255150"/>
                </a:lnTo>
                <a:lnTo>
                  <a:pt x="945342" y="245551"/>
                </a:lnTo>
                <a:lnTo>
                  <a:pt x="1000951" y="274571"/>
                </a:lnTo>
                <a:lnTo>
                  <a:pt x="1056559" y="241310"/>
                </a:lnTo>
                <a:lnTo>
                  <a:pt x="1112167" y="281268"/>
                </a:lnTo>
                <a:lnTo>
                  <a:pt x="1167776" y="380158"/>
                </a:lnTo>
                <a:lnTo>
                  <a:pt x="1223384" y="306716"/>
                </a:lnTo>
                <a:lnTo>
                  <a:pt x="1278993" y="364532"/>
                </a:lnTo>
                <a:lnTo>
                  <a:pt x="1334601" y="348237"/>
                </a:lnTo>
                <a:lnTo>
                  <a:pt x="1390209" y="150679"/>
                </a:lnTo>
                <a:lnTo>
                  <a:pt x="1445818" y="125901"/>
                </a:lnTo>
                <a:lnTo>
                  <a:pt x="1501426" y="22546"/>
                </a:lnTo>
                <a:lnTo>
                  <a:pt x="1557034" y="0"/>
                </a:lnTo>
              </a:path>
            </a:pathLst>
          </a:custGeom>
          <a:noFill xmlns:a="http://schemas.openxmlformats.org/drawingml/2006/main"/>
          <a:ln xmlns:a="http://schemas.openxmlformats.org/drawingml/2006/main" w="19628">
            <a:solidFill>
              <a:srgbClr val="14203A"/>
            </a:solidFill>
            <a:prstDash val="solid"/>
          </a:ln>
        </p:spPr>
      </p:sp>
      <p:sp>
        <p:nvSpPr>
          <p:cNvPr id="37" name="Editable chart path">
            <a:extLst xmlns:a="http://schemas.openxmlformats.org/drawingml/2006/main">
              <a:ext uri="{FF2B5EF4-FFF2-40B4-BE49-F238E27FC236}">
                <a16:creationId xmlns:a16="http://schemas.microsoft.com/office/drawing/2014/main" id="{118993E2-1F20-4049-99EF-71F78507381A}"/>
              </a:ext>
            </a:extLst>
          </p:cNvPr>
          <p:cNvSpPr>
            <a:spLocks xmlns:a="http://schemas.openxmlformats.org/drawingml/2006/main" noGrp="1"/>
          </p:cNvSpPr>
          <p:nvPr/>
        </p:nvSpPr>
        <p:spPr>
          <a:xfrm xmlns:a="http://schemas.openxmlformats.org/drawingml/2006/main">
            <a:off x="3504562"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38" name="Editable chart path">
            <a:extLst xmlns:a="http://schemas.openxmlformats.org/drawingml/2006/main">
              <a:ext uri="{FF2B5EF4-FFF2-40B4-BE49-F238E27FC236}">
                <a16:creationId xmlns:a16="http://schemas.microsoft.com/office/drawing/2014/main" id="{3D83B9BB-AE42-41EF-B3C8-A30FA4AEE3A5}"/>
              </a:ext>
            </a:extLst>
          </p:cNvPr>
          <p:cNvSpPr>
            <a:spLocks xmlns:a="http://schemas.openxmlformats.org/drawingml/2006/main" noGrp="1"/>
          </p:cNvSpPr>
          <p:nvPr/>
        </p:nvSpPr>
        <p:spPr>
          <a:xfrm xmlns:a="http://schemas.openxmlformats.org/drawingml/2006/main">
            <a:off x="2224928"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39" name="Editable chart path">
            <a:extLst xmlns:a="http://schemas.openxmlformats.org/drawingml/2006/main">
              <a:ext uri="{FF2B5EF4-FFF2-40B4-BE49-F238E27FC236}">
                <a16:creationId xmlns:a16="http://schemas.microsoft.com/office/drawing/2014/main" id="{8FF23157-24D6-4CFF-B9BB-FEE0800A4E46}"/>
              </a:ext>
            </a:extLst>
          </p:cNvPr>
          <p:cNvSpPr>
            <a:spLocks xmlns:a="http://schemas.openxmlformats.org/drawingml/2006/main" noGrp="1"/>
          </p:cNvSpPr>
          <p:nvPr/>
        </p:nvSpPr>
        <p:spPr>
          <a:xfrm xmlns:a="http://schemas.openxmlformats.org/drawingml/2006/main">
            <a:off x="2224928"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40" name="">
            <a:extLst xmlns:a="http://schemas.openxmlformats.org/drawingml/2006/main">
              <a:ext uri="{FF2B5EF4-FFF2-40B4-BE49-F238E27FC236}">
                <a16:creationId xmlns:a16="http://schemas.microsoft.com/office/drawing/2014/main" id="{4A30E749-D531-455E-BEFE-5754B220D5FB}"/>
              </a:ext>
            </a:extLst>
          </p:cNvPr>
          <p:cNvSpPr>
            <a:spLocks xmlns:a="http://schemas.openxmlformats.org/drawingml/2006/main" noGrp="1"/>
          </p:cNvSpPr>
          <p:nvPr/>
        </p:nvSpPr>
        <p:spPr>
          <a:xfrm xmlns:a="http://schemas.openxmlformats.org/drawingml/2006/main" rot="0">
            <a:off x="1914622"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41" name="">
            <a:extLst xmlns:a="http://schemas.openxmlformats.org/drawingml/2006/main">
              <a:ext uri="{FF2B5EF4-FFF2-40B4-BE49-F238E27FC236}">
                <a16:creationId xmlns:a16="http://schemas.microsoft.com/office/drawing/2014/main" id="{22A04FA2-9D24-4CC1-B020-21732F264913}"/>
              </a:ext>
            </a:extLst>
          </p:cNvPr>
          <p:cNvSpPr>
            <a:spLocks xmlns:a="http://schemas.openxmlformats.org/drawingml/2006/main" noGrp="1"/>
          </p:cNvSpPr>
          <p:nvPr/>
        </p:nvSpPr>
        <p:spPr>
          <a:xfrm xmlns:a="http://schemas.openxmlformats.org/drawingml/2006/main" rot="0">
            <a:off x="1867568"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42" name="">
            <a:extLst xmlns:a="http://schemas.openxmlformats.org/drawingml/2006/main">
              <a:ext uri="{FF2B5EF4-FFF2-40B4-BE49-F238E27FC236}">
                <a16:creationId xmlns:a16="http://schemas.microsoft.com/office/drawing/2014/main" id="{77B51186-BD2D-4FFF-8018-E532CA3D2319}"/>
              </a:ext>
            </a:extLst>
          </p:cNvPr>
          <p:cNvSpPr>
            <a:spLocks xmlns:a="http://schemas.openxmlformats.org/drawingml/2006/main" noGrp="1"/>
          </p:cNvSpPr>
          <p:nvPr/>
        </p:nvSpPr>
        <p:spPr>
          <a:xfrm xmlns:a="http://schemas.openxmlformats.org/drawingml/2006/main" rot="0">
            <a:off x="1867568"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43" name="">
            <a:extLst xmlns:a="http://schemas.openxmlformats.org/drawingml/2006/main">
              <a:ext uri="{FF2B5EF4-FFF2-40B4-BE49-F238E27FC236}">
                <a16:creationId xmlns:a16="http://schemas.microsoft.com/office/drawing/2014/main" id="{18D952D0-66D4-4C24-83A8-E5C5C265A7F0}"/>
              </a:ext>
            </a:extLst>
          </p:cNvPr>
          <p:cNvSpPr>
            <a:spLocks xmlns:a="http://schemas.openxmlformats.org/drawingml/2006/main" noGrp="1"/>
          </p:cNvSpPr>
          <p:nvPr/>
        </p:nvSpPr>
        <p:spPr>
          <a:xfrm xmlns:a="http://schemas.openxmlformats.org/drawingml/2006/main" rot="0">
            <a:off x="1830040"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44" name="">
            <a:extLst xmlns:a="http://schemas.openxmlformats.org/drawingml/2006/main">
              <a:ext uri="{FF2B5EF4-FFF2-40B4-BE49-F238E27FC236}">
                <a16:creationId xmlns:a16="http://schemas.microsoft.com/office/drawing/2014/main" id="{A83B299A-E5AF-41ED-B3A5-B10E0CB03AF8}"/>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5" name="">
            <a:extLst xmlns:a="http://schemas.openxmlformats.org/drawingml/2006/main">
              <a:ext uri="{FF2B5EF4-FFF2-40B4-BE49-F238E27FC236}">
                <a16:creationId xmlns:a16="http://schemas.microsoft.com/office/drawing/2014/main" id="{BF205904-4CA0-4E90-BD03-D98B489220FF}"/>
              </a:ext>
            </a:extLst>
          </p:cNvPr>
          <p:cNvSpPr>
            <a:spLocks xmlns:a="http://schemas.openxmlformats.org/drawingml/2006/main" noGrp="1"/>
          </p:cNvSpPr>
          <p:nvPr/>
        </p:nvSpPr>
        <p:spPr>
          <a:xfrm xmlns:a="http://schemas.openxmlformats.org/drawingml/2006/main">
            <a:off x="1371600"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46" name="">
            <a:extLst xmlns:a="http://schemas.openxmlformats.org/drawingml/2006/main">
              <a:ext uri="{FF2B5EF4-FFF2-40B4-BE49-F238E27FC236}">
                <a16:creationId xmlns:a16="http://schemas.microsoft.com/office/drawing/2014/main" id="{9CE0041B-1143-4E1B-9B18-17FA440F055E}"/>
              </a:ext>
            </a:extLst>
          </p:cNvPr>
          <p:cNvSpPr>
            <a:spLocks xmlns:a="http://schemas.openxmlformats.org/drawingml/2006/main" noGrp="1"/>
          </p:cNvSpPr>
          <p:nvPr/>
        </p:nvSpPr>
        <p:spPr>
          <a:xfrm xmlns:a="http://schemas.openxmlformats.org/drawingml/2006/main">
            <a:off x="3441478"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47" name="">
            <a:extLst xmlns:a="http://schemas.openxmlformats.org/drawingml/2006/main">
              <a:ext uri="{FF2B5EF4-FFF2-40B4-BE49-F238E27FC236}">
                <a16:creationId xmlns:a16="http://schemas.microsoft.com/office/drawing/2014/main" id="{40FA5AC5-0219-4539-9117-9AE62A9336E0}"/>
              </a:ext>
            </a:extLst>
          </p:cNvPr>
          <p:cNvSpPr>
            <a:spLocks xmlns:a="http://schemas.openxmlformats.org/drawingml/2006/main" noGrp="1"/>
          </p:cNvSpPr>
          <p:nvPr/>
        </p:nvSpPr>
        <p:spPr>
          <a:xfrm xmlns:a="http://schemas.openxmlformats.org/drawingml/2006/main">
            <a:off x="3670078"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48" name="">
            <a:extLst xmlns:a="http://schemas.openxmlformats.org/drawingml/2006/main">
              <a:ext uri="{FF2B5EF4-FFF2-40B4-BE49-F238E27FC236}">
                <a16:creationId xmlns:a16="http://schemas.microsoft.com/office/drawing/2014/main" id="{7545C2B4-ECBC-4EFE-B8D8-3586D21F2624}"/>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2026-05-08</a:t>
            </a:r>
          </a:p>
        </p:txBody>
      </p:sp>
      <p:sp>
        <p:nvSpPr>
          <p:cNvPr id="49" name="">
            <a:extLst xmlns:a="http://schemas.openxmlformats.org/drawingml/2006/main">
              <a:ext uri="{FF2B5EF4-FFF2-40B4-BE49-F238E27FC236}">
                <a16:creationId xmlns:a16="http://schemas.microsoft.com/office/drawing/2014/main" id="{B34D31D9-9F78-4263-B50A-B2F037760101}"/>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0" name="Editable chart path">
            <a:extLst xmlns:a="http://schemas.openxmlformats.org/drawingml/2006/main">
              <a:ext uri="{FF2B5EF4-FFF2-40B4-BE49-F238E27FC236}">
                <a16:creationId xmlns:a16="http://schemas.microsoft.com/office/drawing/2014/main" id="{2F7664FB-60EB-4484-96B2-0F2AF9B6A0A4}"/>
              </a:ext>
            </a:extLst>
          </p:cNvPr>
          <p:cNvSpPr>
            <a:spLocks xmlns:a="http://schemas.openxmlformats.org/drawingml/2006/main" noGrp="1"/>
          </p:cNvSpPr>
          <p:nvPr/>
        </p:nvSpPr>
        <p:spPr>
          <a:xfrm xmlns:a="http://schemas.openxmlformats.org/drawingml/2006/main">
            <a:off x="7549746" y="3386714"/>
            <a:ext cx="2673861" cy="798302"/>
          </a:xfrm>
          <a:custGeom xmlns:a="http://schemas.openxmlformats.org/drawingml/2006/main">
            <a:pathLst>
              <a:path w="1557034" h="464865">
                <a:moveTo>
                  <a:pt x="0" y="308572"/>
                </a:moveTo>
                <a:lnTo>
                  <a:pt x="0" y="308572"/>
                </a:lnTo>
                <a:lnTo>
                  <a:pt x="55608" y="297116"/>
                </a:lnTo>
                <a:lnTo>
                  <a:pt x="111217" y="236743"/>
                </a:lnTo>
                <a:lnTo>
                  <a:pt x="166825" y="248592"/>
                </a:lnTo>
                <a:lnTo>
                  <a:pt x="222433" y="274794"/>
                </a:lnTo>
                <a:lnTo>
                  <a:pt x="278042" y="277100"/>
                </a:lnTo>
                <a:lnTo>
                  <a:pt x="333650" y="288762"/>
                </a:lnTo>
                <a:lnTo>
                  <a:pt x="389259" y="293028"/>
                </a:lnTo>
                <a:lnTo>
                  <a:pt x="444867" y="331168"/>
                </a:lnTo>
                <a:lnTo>
                  <a:pt x="500475" y="364158"/>
                </a:lnTo>
                <a:lnTo>
                  <a:pt x="556084" y="431236"/>
                </a:lnTo>
                <a:lnTo>
                  <a:pt x="611692" y="464865"/>
                </a:lnTo>
                <a:lnTo>
                  <a:pt x="667300" y="453248"/>
                </a:lnTo>
                <a:lnTo>
                  <a:pt x="722909" y="440543"/>
                </a:lnTo>
                <a:lnTo>
                  <a:pt x="778517" y="348903"/>
                </a:lnTo>
                <a:lnTo>
                  <a:pt x="834126" y="334835"/>
                </a:lnTo>
                <a:lnTo>
                  <a:pt x="889734" y="219197"/>
                </a:lnTo>
                <a:lnTo>
                  <a:pt x="945342" y="215054"/>
                </a:lnTo>
                <a:lnTo>
                  <a:pt x="1000951" y="113959"/>
                </a:lnTo>
                <a:lnTo>
                  <a:pt x="1056559" y="112186"/>
                </a:lnTo>
                <a:lnTo>
                  <a:pt x="1112167" y="20614"/>
                </a:lnTo>
                <a:lnTo>
                  <a:pt x="1167776" y="22889"/>
                </a:lnTo>
                <a:lnTo>
                  <a:pt x="1223384" y="98595"/>
                </a:lnTo>
                <a:lnTo>
                  <a:pt x="1278993" y="99195"/>
                </a:lnTo>
                <a:lnTo>
                  <a:pt x="1334601" y="154451"/>
                </a:lnTo>
                <a:lnTo>
                  <a:pt x="1390209" y="151820"/>
                </a:lnTo>
                <a:lnTo>
                  <a:pt x="1445818" y="204655"/>
                </a:lnTo>
                <a:lnTo>
                  <a:pt x="1501426" y="199131"/>
                </a:lnTo>
                <a:lnTo>
                  <a:pt x="1557034" y="140473"/>
                </a:lnTo>
                <a:lnTo>
                  <a:pt x="1557034" y="118995"/>
                </a:lnTo>
                <a:lnTo>
                  <a:pt x="1557034" y="118995"/>
                </a:lnTo>
                <a:lnTo>
                  <a:pt x="1501426" y="177632"/>
                </a:lnTo>
                <a:lnTo>
                  <a:pt x="1445818" y="183280"/>
                </a:lnTo>
                <a:lnTo>
                  <a:pt x="1390209" y="129978"/>
                </a:lnTo>
                <a:lnTo>
                  <a:pt x="1334601" y="134158"/>
                </a:lnTo>
                <a:lnTo>
                  <a:pt x="1278993" y="77496"/>
                </a:lnTo>
                <a:lnTo>
                  <a:pt x="1223384" y="77459"/>
                </a:lnTo>
                <a:lnTo>
                  <a:pt x="1167776" y="0"/>
                </a:lnTo>
                <a:lnTo>
                  <a:pt x="1112167" y="1535"/>
                </a:lnTo>
                <a:lnTo>
                  <a:pt x="1056559" y="91824"/>
                </a:lnTo>
                <a:lnTo>
                  <a:pt x="1000951" y="90001"/>
                </a:lnTo>
                <a:lnTo>
                  <a:pt x="945342" y="187618"/>
                </a:lnTo>
                <a:lnTo>
                  <a:pt x="889734" y="192926"/>
                </a:lnTo>
                <a:lnTo>
                  <a:pt x="834126" y="311679"/>
                </a:lnTo>
                <a:lnTo>
                  <a:pt x="778517" y="326278"/>
                </a:lnTo>
                <a:lnTo>
                  <a:pt x="722909" y="417679"/>
                </a:lnTo>
                <a:lnTo>
                  <a:pt x="667300" y="432380"/>
                </a:lnTo>
                <a:lnTo>
                  <a:pt x="611692" y="439864"/>
                </a:lnTo>
                <a:lnTo>
                  <a:pt x="556084" y="412775"/>
                </a:lnTo>
                <a:lnTo>
                  <a:pt x="500475" y="349592"/>
                </a:lnTo>
                <a:lnTo>
                  <a:pt x="444867" y="313875"/>
                </a:lnTo>
                <a:lnTo>
                  <a:pt x="389259" y="274664"/>
                </a:lnTo>
                <a:lnTo>
                  <a:pt x="333650" y="267989"/>
                </a:lnTo>
                <a:lnTo>
                  <a:pt x="278042" y="261796"/>
                </a:lnTo>
                <a:lnTo>
                  <a:pt x="222433" y="259103"/>
                </a:lnTo>
                <a:lnTo>
                  <a:pt x="166825" y="231994"/>
                </a:lnTo>
                <a:lnTo>
                  <a:pt x="111217" y="221758"/>
                </a:lnTo>
                <a:lnTo>
                  <a:pt x="55608" y="282445"/>
                </a:lnTo>
                <a:lnTo>
                  <a:pt x="0" y="308572"/>
                </a:lnTo>
                <a:close/>
              </a:path>
            </a:pathLst>
          </a:custGeom>
          <a:solidFill xmlns:a="http://schemas.openxmlformats.org/drawingml/2006/main">
            <a:srgbClr val="2C5EAA">
              <a:alpha val="20000"/>
            </a:srgbClr>
          </a:solidFill>
          <a:ln xmlns:a="http://schemas.openxmlformats.org/drawingml/2006/main" w="0">
            <a:noFill/>
            <a:prstDash val="solid"/>
          </a:ln>
        </p:spPr>
      </p:sp>
      <p:sp>
        <p:nvSpPr>
          <p:cNvPr id="51" name="Editable chart path">
            <a:extLst xmlns:a="http://schemas.openxmlformats.org/drawingml/2006/main">
              <a:ext uri="{FF2B5EF4-FFF2-40B4-BE49-F238E27FC236}">
                <a16:creationId xmlns:a16="http://schemas.microsoft.com/office/drawing/2014/main" id="{6200AED0-3E42-46EE-B9C0-FBDE233A7F3A}"/>
              </a:ext>
            </a:extLst>
          </p:cNvPr>
          <p:cNvSpPr>
            <a:spLocks xmlns:a="http://schemas.openxmlformats.org/drawingml/2006/main" noGrp="1"/>
          </p:cNvSpPr>
          <p:nvPr/>
        </p:nvSpPr>
        <p:spPr>
          <a:xfrm xmlns:a="http://schemas.openxmlformats.org/drawingml/2006/main">
            <a:off x="7549746"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2" name="">
            <a:extLst xmlns:a="http://schemas.openxmlformats.org/drawingml/2006/main">
              <a:ext uri="{FF2B5EF4-FFF2-40B4-BE49-F238E27FC236}">
                <a16:creationId xmlns:a16="http://schemas.microsoft.com/office/drawing/2014/main" id="{887A3554-FB5A-4D76-B64A-8FDEC934A5A0}"/>
              </a:ext>
            </a:extLst>
          </p:cNvPr>
          <p:cNvSpPr>
            <a:spLocks xmlns:a="http://schemas.openxmlformats.org/drawingml/2006/main" noGrp="1"/>
          </p:cNvSpPr>
          <p:nvPr/>
        </p:nvSpPr>
        <p:spPr>
          <a:xfrm xmlns:a="http://schemas.openxmlformats.org/drawingml/2006/main" rot="0">
            <a:off x="7498087"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53" name="Editable chart path">
            <a:extLst xmlns:a="http://schemas.openxmlformats.org/drawingml/2006/main">
              <a:ext uri="{FF2B5EF4-FFF2-40B4-BE49-F238E27FC236}">
                <a16:creationId xmlns:a16="http://schemas.microsoft.com/office/drawing/2014/main" id="{84E50443-9774-479C-8CD0-C7930592C4F2}"/>
              </a:ext>
            </a:extLst>
          </p:cNvPr>
          <p:cNvSpPr>
            <a:spLocks xmlns:a="http://schemas.openxmlformats.org/drawingml/2006/main" noGrp="1"/>
          </p:cNvSpPr>
          <p:nvPr/>
        </p:nvSpPr>
        <p:spPr>
          <a:xfrm xmlns:a="http://schemas.openxmlformats.org/drawingml/2006/main">
            <a:off x="831370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4" name="">
            <a:extLst xmlns:a="http://schemas.openxmlformats.org/drawingml/2006/main">
              <a:ext uri="{FF2B5EF4-FFF2-40B4-BE49-F238E27FC236}">
                <a16:creationId xmlns:a16="http://schemas.microsoft.com/office/drawing/2014/main" id="{678C7E1B-F986-4D62-B6E3-7268E1F9B464}"/>
              </a:ext>
            </a:extLst>
          </p:cNvPr>
          <p:cNvSpPr>
            <a:spLocks xmlns:a="http://schemas.openxmlformats.org/drawingml/2006/main" noGrp="1"/>
          </p:cNvSpPr>
          <p:nvPr/>
        </p:nvSpPr>
        <p:spPr>
          <a:xfrm xmlns:a="http://schemas.openxmlformats.org/drawingml/2006/main" rot="0">
            <a:off x="8264432"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55" name="Editable chart path">
            <a:extLst xmlns:a="http://schemas.openxmlformats.org/drawingml/2006/main">
              <a:ext uri="{FF2B5EF4-FFF2-40B4-BE49-F238E27FC236}">
                <a16:creationId xmlns:a16="http://schemas.microsoft.com/office/drawing/2014/main" id="{2AC35B40-C51D-497C-9625-1F73384D854A}"/>
              </a:ext>
            </a:extLst>
          </p:cNvPr>
          <p:cNvSpPr>
            <a:spLocks xmlns:a="http://schemas.openxmlformats.org/drawingml/2006/main" noGrp="1"/>
          </p:cNvSpPr>
          <p:nvPr/>
        </p:nvSpPr>
        <p:spPr>
          <a:xfrm xmlns:a="http://schemas.openxmlformats.org/drawingml/2006/main">
            <a:off x="907766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6" name="">
            <a:extLst xmlns:a="http://schemas.openxmlformats.org/drawingml/2006/main">
              <a:ext uri="{FF2B5EF4-FFF2-40B4-BE49-F238E27FC236}">
                <a16:creationId xmlns:a16="http://schemas.microsoft.com/office/drawing/2014/main" id="{75C639BC-92E4-4799-86E3-6D0D90DB0FDE}"/>
              </a:ext>
            </a:extLst>
          </p:cNvPr>
          <p:cNvSpPr>
            <a:spLocks xmlns:a="http://schemas.openxmlformats.org/drawingml/2006/main" noGrp="1"/>
          </p:cNvSpPr>
          <p:nvPr/>
        </p:nvSpPr>
        <p:spPr>
          <a:xfrm xmlns:a="http://schemas.openxmlformats.org/drawingml/2006/main" rot="0">
            <a:off x="9025981"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57" name="Editable chart path">
            <a:extLst xmlns:a="http://schemas.openxmlformats.org/drawingml/2006/main">
              <a:ext uri="{FF2B5EF4-FFF2-40B4-BE49-F238E27FC236}">
                <a16:creationId xmlns:a16="http://schemas.microsoft.com/office/drawing/2014/main" id="{C1C996AF-7F78-4B6B-B033-27EFD6CF1E89}"/>
              </a:ext>
            </a:extLst>
          </p:cNvPr>
          <p:cNvSpPr>
            <a:spLocks xmlns:a="http://schemas.openxmlformats.org/drawingml/2006/main" noGrp="1"/>
          </p:cNvSpPr>
          <p:nvPr/>
        </p:nvSpPr>
        <p:spPr>
          <a:xfrm xmlns:a="http://schemas.openxmlformats.org/drawingml/2006/main">
            <a:off x="984162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8" name="">
            <a:extLst xmlns:a="http://schemas.openxmlformats.org/drawingml/2006/main">
              <a:ext uri="{FF2B5EF4-FFF2-40B4-BE49-F238E27FC236}">
                <a16:creationId xmlns:a16="http://schemas.microsoft.com/office/drawing/2014/main" id="{FB128436-2E7A-49A5-8DCA-8F52D0675FD5}"/>
              </a:ext>
            </a:extLst>
          </p:cNvPr>
          <p:cNvSpPr>
            <a:spLocks xmlns:a="http://schemas.openxmlformats.org/drawingml/2006/main" noGrp="1"/>
          </p:cNvSpPr>
          <p:nvPr/>
        </p:nvSpPr>
        <p:spPr>
          <a:xfrm xmlns:a="http://schemas.openxmlformats.org/drawingml/2006/main" rot="0">
            <a:off x="9789811"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59" name="">
            <a:extLst xmlns:a="http://schemas.openxmlformats.org/drawingml/2006/main">
              <a:ext uri="{FF2B5EF4-FFF2-40B4-BE49-F238E27FC236}">
                <a16:creationId xmlns:a16="http://schemas.microsoft.com/office/drawing/2014/main" id="{B60F46E6-8CBB-4415-82F6-7F4815804250}"/>
              </a:ext>
            </a:extLst>
          </p:cNvPr>
          <p:cNvSpPr>
            <a:spLocks xmlns:a="http://schemas.openxmlformats.org/drawingml/2006/main" noGrp="1"/>
          </p:cNvSpPr>
          <p:nvPr/>
        </p:nvSpPr>
        <p:spPr>
          <a:xfrm xmlns:a="http://schemas.openxmlformats.org/drawingml/2006/main" rot="0">
            <a:off x="8319004"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0" name="Editable chart path">
            <a:extLst xmlns:a="http://schemas.openxmlformats.org/drawingml/2006/main">
              <a:ext uri="{FF2B5EF4-FFF2-40B4-BE49-F238E27FC236}">
                <a16:creationId xmlns:a16="http://schemas.microsoft.com/office/drawing/2014/main" id="{E42E8FF8-0879-446C-A89C-60CC9C67737D}"/>
              </a:ext>
            </a:extLst>
          </p:cNvPr>
          <p:cNvSpPr>
            <a:spLocks xmlns:a="http://schemas.openxmlformats.org/drawingml/2006/main" noGrp="1"/>
          </p:cNvSpPr>
          <p:nvPr/>
        </p:nvSpPr>
        <p:spPr>
          <a:xfrm xmlns:a="http://schemas.openxmlformats.org/drawingml/2006/main">
            <a:off x="7416053"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34F85334-DF0D-4AAD-8689-F1BDD2418F5C}"/>
              </a:ext>
            </a:extLst>
          </p:cNvPr>
          <p:cNvSpPr>
            <a:spLocks xmlns:a="http://schemas.openxmlformats.org/drawingml/2006/main" noGrp="1"/>
          </p:cNvSpPr>
          <p:nvPr/>
        </p:nvSpPr>
        <p:spPr>
          <a:xfrm xmlns:a="http://schemas.openxmlformats.org/drawingml/2006/main">
            <a:off x="7358804"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2" name="Editable chart path">
            <a:extLst xmlns:a="http://schemas.openxmlformats.org/drawingml/2006/main">
              <a:ext uri="{FF2B5EF4-FFF2-40B4-BE49-F238E27FC236}">
                <a16:creationId xmlns:a16="http://schemas.microsoft.com/office/drawing/2014/main" id="{A288C95A-513B-4787-9705-185A29FCEC06}"/>
              </a:ext>
            </a:extLst>
          </p:cNvPr>
          <p:cNvSpPr>
            <a:spLocks xmlns:a="http://schemas.openxmlformats.org/drawingml/2006/main" noGrp="1"/>
          </p:cNvSpPr>
          <p:nvPr/>
        </p:nvSpPr>
        <p:spPr>
          <a:xfrm xmlns:a="http://schemas.openxmlformats.org/drawingml/2006/main">
            <a:off x="7416053"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3" name="Editable chart path">
            <a:extLst xmlns:a="http://schemas.openxmlformats.org/drawingml/2006/main">
              <a:ext uri="{FF2B5EF4-FFF2-40B4-BE49-F238E27FC236}">
                <a16:creationId xmlns:a16="http://schemas.microsoft.com/office/drawing/2014/main" id="{32AA8680-19E3-4559-B64B-4DBFC1AC5607}"/>
              </a:ext>
            </a:extLst>
          </p:cNvPr>
          <p:cNvSpPr>
            <a:spLocks xmlns:a="http://schemas.openxmlformats.org/drawingml/2006/main" noGrp="1"/>
          </p:cNvSpPr>
          <p:nvPr/>
        </p:nvSpPr>
        <p:spPr>
          <a:xfrm xmlns:a="http://schemas.openxmlformats.org/drawingml/2006/main">
            <a:off x="7358804"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4" name="Editable chart path">
            <a:extLst xmlns:a="http://schemas.openxmlformats.org/drawingml/2006/main">
              <a:ext uri="{FF2B5EF4-FFF2-40B4-BE49-F238E27FC236}">
                <a16:creationId xmlns:a16="http://schemas.microsoft.com/office/drawing/2014/main" id="{9E1E2AD5-B9D5-4B8F-8405-18AD0E09986D}"/>
              </a:ext>
            </a:extLst>
          </p:cNvPr>
          <p:cNvSpPr>
            <a:spLocks xmlns:a="http://schemas.openxmlformats.org/drawingml/2006/main" noGrp="1"/>
          </p:cNvSpPr>
          <p:nvPr/>
        </p:nvSpPr>
        <p:spPr>
          <a:xfrm xmlns:a="http://schemas.openxmlformats.org/drawingml/2006/main">
            <a:off x="7416053"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5" name="Editable chart path">
            <a:extLst xmlns:a="http://schemas.openxmlformats.org/drawingml/2006/main">
              <a:ext uri="{FF2B5EF4-FFF2-40B4-BE49-F238E27FC236}">
                <a16:creationId xmlns:a16="http://schemas.microsoft.com/office/drawing/2014/main" id="{8B1F4B09-7480-455E-9206-503BFBBEC3BE}"/>
              </a:ext>
            </a:extLst>
          </p:cNvPr>
          <p:cNvSpPr>
            <a:spLocks xmlns:a="http://schemas.openxmlformats.org/drawingml/2006/main" noGrp="1"/>
          </p:cNvSpPr>
          <p:nvPr/>
        </p:nvSpPr>
        <p:spPr>
          <a:xfrm xmlns:a="http://schemas.openxmlformats.org/drawingml/2006/main">
            <a:off x="7358804"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6" name="Editable chart path">
            <a:extLst xmlns:a="http://schemas.openxmlformats.org/drawingml/2006/main">
              <a:ext uri="{FF2B5EF4-FFF2-40B4-BE49-F238E27FC236}">
                <a16:creationId xmlns:a16="http://schemas.microsoft.com/office/drawing/2014/main" id="{8F77D53D-06AE-4737-ABD0-155A0FF6DBBF}"/>
              </a:ext>
            </a:extLst>
          </p:cNvPr>
          <p:cNvSpPr>
            <a:spLocks xmlns:a="http://schemas.openxmlformats.org/drawingml/2006/main" noGrp="1"/>
          </p:cNvSpPr>
          <p:nvPr/>
        </p:nvSpPr>
        <p:spPr>
          <a:xfrm xmlns:a="http://schemas.openxmlformats.org/drawingml/2006/main">
            <a:off x="7416053"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EABDF4BA-8689-476D-BC3C-745D9D11DE00}"/>
              </a:ext>
            </a:extLst>
          </p:cNvPr>
          <p:cNvSpPr>
            <a:spLocks xmlns:a="http://schemas.openxmlformats.org/drawingml/2006/main" noGrp="1"/>
          </p:cNvSpPr>
          <p:nvPr/>
        </p:nvSpPr>
        <p:spPr>
          <a:xfrm xmlns:a="http://schemas.openxmlformats.org/drawingml/2006/main">
            <a:off x="7358804"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8" name="Editable chart path">
            <a:extLst xmlns:a="http://schemas.openxmlformats.org/drawingml/2006/main">
              <a:ext uri="{FF2B5EF4-FFF2-40B4-BE49-F238E27FC236}">
                <a16:creationId xmlns:a16="http://schemas.microsoft.com/office/drawing/2014/main" id="{144154C4-51FA-48BC-9A82-7CB0F308778B}"/>
              </a:ext>
            </a:extLst>
          </p:cNvPr>
          <p:cNvSpPr>
            <a:spLocks xmlns:a="http://schemas.openxmlformats.org/drawingml/2006/main" noGrp="1"/>
          </p:cNvSpPr>
          <p:nvPr/>
        </p:nvSpPr>
        <p:spPr>
          <a:xfrm xmlns:a="http://schemas.openxmlformats.org/drawingml/2006/main">
            <a:off x="7549746" y="3403430"/>
            <a:ext cx="2673861" cy="758706"/>
          </a:xfrm>
          <a:custGeom xmlns:a="http://schemas.openxmlformats.org/drawingml/2006/main">
            <a:pathLst>
              <a:path w="1557034" h="441807">
                <a:moveTo>
                  <a:pt x="0" y="298839"/>
                </a:moveTo>
                <a:lnTo>
                  <a:pt x="55608" y="280013"/>
                </a:lnTo>
                <a:lnTo>
                  <a:pt x="111217" y="219030"/>
                </a:lnTo>
                <a:lnTo>
                  <a:pt x="166825" y="231878"/>
                </a:lnTo>
                <a:lnTo>
                  <a:pt x="222433" y="257662"/>
                </a:lnTo>
                <a:lnTo>
                  <a:pt x="278042" y="259576"/>
                </a:lnTo>
                <a:lnTo>
                  <a:pt x="333650" y="269310"/>
                </a:lnTo>
                <a:lnTo>
                  <a:pt x="389259" y="273773"/>
                </a:lnTo>
                <a:lnTo>
                  <a:pt x="444867" y="312101"/>
                </a:lnTo>
                <a:lnTo>
                  <a:pt x="500475" y="347618"/>
                </a:lnTo>
                <a:lnTo>
                  <a:pt x="556084" y="412744"/>
                </a:lnTo>
                <a:lnTo>
                  <a:pt x="611692" y="441807"/>
                </a:lnTo>
                <a:lnTo>
                  <a:pt x="667300" y="433180"/>
                </a:lnTo>
                <a:lnTo>
                  <a:pt x="722909" y="419209"/>
                </a:lnTo>
                <a:lnTo>
                  <a:pt x="778517" y="327353"/>
                </a:lnTo>
                <a:lnTo>
                  <a:pt x="834126" y="313707"/>
                </a:lnTo>
                <a:lnTo>
                  <a:pt x="889734" y="194951"/>
                </a:lnTo>
                <a:lnTo>
                  <a:pt x="945342" y="189979"/>
                </a:lnTo>
                <a:lnTo>
                  <a:pt x="1000951" y="91744"/>
                </a:lnTo>
                <a:lnTo>
                  <a:pt x="1056559" y="91802"/>
                </a:lnTo>
                <a:lnTo>
                  <a:pt x="1112167" y="0"/>
                </a:lnTo>
                <a:lnTo>
                  <a:pt x="1167776" y="1993"/>
                </a:lnTo>
                <a:lnTo>
                  <a:pt x="1223384" y="78691"/>
                </a:lnTo>
                <a:lnTo>
                  <a:pt x="1278993" y="78384"/>
                </a:lnTo>
                <a:lnTo>
                  <a:pt x="1334601" y="135759"/>
                </a:lnTo>
                <a:lnTo>
                  <a:pt x="1390209" y="131161"/>
                </a:lnTo>
                <a:lnTo>
                  <a:pt x="1445818" y="183638"/>
                </a:lnTo>
                <a:lnTo>
                  <a:pt x="1501426" y="179546"/>
                </a:lnTo>
                <a:lnTo>
                  <a:pt x="1557034" y="119408"/>
                </a:lnTo>
              </a:path>
            </a:pathLst>
          </a:custGeom>
          <a:noFill xmlns:a="http://schemas.openxmlformats.org/drawingml/2006/main"/>
          <a:ln xmlns:a="http://schemas.openxmlformats.org/drawingml/2006/main" w="24536">
            <a:solidFill>
              <a:srgbClr val="2C5EAA"/>
            </a:solidFill>
            <a:prstDash val="solid"/>
          </a:ln>
        </p:spPr>
      </p:sp>
      <p:sp>
        <p:nvSpPr>
          <p:cNvPr id="69" name="Editable chart path">
            <a:extLst xmlns:a="http://schemas.openxmlformats.org/drawingml/2006/main">
              <a:ext uri="{FF2B5EF4-FFF2-40B4-BE49-F238E27FC236}">
                <a16:creationId xmlns:a16="http://schemas.microsoft.com/office/drawing/2014/main" id="{08E51F46-45CF-4473-AC79-4F064FEFA670}"/>
              </a:ext>
            </a:extLst>
          </p:cNvPr>
          <p:cNvSpPr>
            <a:spLocks xmlns:a="http://schemas.openxmlformats.org/drawingml/2006/main" noGrp="1"/>
          </p:cNvSpPr>
          <p:nvPr/>
        </p:nvSpPr>
        <p:spPr>
          <a:xfrm xmlns:a="http://schemas.openxmlformats.org/drawingml/2006/main">
            <a:off x="7549746" y="3916619"/>
            <a:ext cx="2673861" cy="414884"/>
          </a:xfrm>
          <a:custGeom xmlns:a="http://schemas.openxmlformats.org/drawingml/2006/main">
            <a:pathLst>
              <a:path w="1557034" h="241594">
                <a:moveTo>
                  <a:pt x="0" y="0"/>
                </a:moveTo>
                <a:lnTo>
                  <a:pt x="55608" y="9351"/>
                </a:lnTo>
                <a:lnTo>
                  <a:pt x="111217" y="42839"/>
                </a:lnTo>
                <a:lnTo>
                  <a:pt x="166825" y="154394"/>
                </a:lnTo>
                <a:lnTo>
                  <a:pt x="222433" y="103509"/>
                </a:lnTo>
                <a:lnTo>
                  <a:pt x="278042" y="25877"/>
                </a:lnTo>
                <a:lnTo>
                  <a:pt x="333650" y="85243"/>
                </a:lnTo>
                <a:lnTo>
                  <a:pt x="389259" y="136128"/>
                </a:lnTo>
                <a:lnTo>
                  <a:pt x="444867" y="29357"/>
                </a:lnTo>
                <a:lnTo>
                  <a:pt x="500475" y="154611"/>
                </a:lnTo>
                <a:lnTo>
                  <a:pt x="556084" y="120471"/>
                </a:lnTo>
                <a:lnTo>
                  <a:pt x="611692" y="180271"/>
                </a:lnTo>
                <a:lnTo>
                  <a:pt x="667300" y="163962"/>
                </a:lnTo>
                <a:lnTo>
                  <a:pt x="722909" y="241594"/>
                </a:lnTo>
                <a:lnTo>
                  <a:pt x="778517" y="150480"/>
                </a:lnTo>
                <a:lnTo>
                  <a:pt x="834126" y="185925"/>
                </a:lnTo>
                <a:lnTo>
                  <a:pt x="889734" y="224197"/>
                </a:lnTo>
                <a:lnTo>
                  <a:pt x="945342" y="57843"/>
                </a:lnTo>
                <a:lnTo>
                  <a:pt x="1000951" y="108728"/>
                </a:lnTo>
                <a:lnTo>
                  <a:pt x="1056559" y="59148"/>
                </a:lnTo>
                <a:lnTo>
                  <a:pt x="1112167" y="6741"/>
                </a:lnTo>
                <a:lnTo>
                  <a:pt x="1167776" y="74587"/>
                </a:lnTo>
                <a:lnTo>
                  <a:pt x="1223384" y="109598"/>
                </a:lnTo>
                <a:lnTo>
                  <a:pt x="1278993" y="17831"/>
                </a:lnTo>
                <a:lnTo>
                  <a:pt x="1334601" y="36533"/>
                </a:lnTo>
                <a:lnTo>
                  <a:pt x="1390209" y="126125"/>
                </a:lnTo>
                <a:lnTo>
                  <a:pt x="1445818" y="75022"/>
                </a:lnTo>
                <a:lnTo>
                  <a:pt x="1501426" y="73718"/>
                </a:lnTo>
                <a:lnTo>
                  <a:pt x="1557034" y="113295"/>
                </a:lnTo>
              </a:path>
            </a:pathLst>
          </a:custGeom>
          <a:noFill xmlns:a="http://schemas.openxmlformats.org/drawingml/2006/main"/>
          <a:ln xmlns:a="http://schemas.openxmlformats.org/drawingml/2006/main" w="19628">
            <a:solidFill>
              <a:srgbClr val="14203A"/>
            </a:solidFill>
            <a:prstDash val="solid"/>
          </a:ln>
        </p:spPr>
      </p:sp>
      <p:sp>
        <p:nvSpPr>
          <p:cNvPr id="70" name="Editable chart path">
            <a:extLst xmlns:a="http://schemas.openxmlformats.org/drawingml/2006/main">
              <a:ext uri="{FF2B5EF4-FFF2-40B4-BE49-F238E27FC236}">
                <a16:creationId xmlns:a16="http://schemas.microsoft.com/office/drawing/2014/main" id="{07F27A47-1874-45CF-BF28-63C8929CCF3A}"/>
              </a:ext>
            </a:extLst>
          </p:cNvPr>
          <p:cNvSpPr>
            <a:spLocks xmlns:a="http://schemas.openxmlformats.org/drawingml/2006/main" noGrp="1"/>
          </p:cNvSpPr>
          <p:nvPr/>
        </p:nvSpPr>
        <p:spPr>
          <a:xfrm xmlns:a="http://schemas.openxmlformats.org/drawingml/2006/main">
            <a:off x="8695687"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71" name="Editable chart path">
            <a:extLst xmlns:a="http://schemas.openxmlformats.org/drawingml/2006/main">
              <a:ext uri="{FF2B5EF4-FFF2-40B4-BE49-F238E27FC236}">
                <a16:creationId xmlns:a16="http://schemas.microsoft.com/office/drawing/2014/main" id="{A0196C91-A145-439C-BCAA-1528FB621D97}"/>
              </a:ext>
            </a:extLst>
          </p:cNvPr>
          <p:cNvSpPr>
            <a:spLocks xmlns:a="http://schemas.openxmlformats.org/drawingml/2006/main" noGrp="1"/>
          </p:cNvSpPr>
          <p:nvPr/>
        </p:nvSpPr>
        <p:spPr>
          <a:xfrm xmlns:a="http://schemas.openxmlformats.org/drawingml/2006/main">
            <a:off x="7416053"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72" name="Editable chart path">
            <a:extLst xmlns:a="http://schemas.openxmlformats.org/drawingml/2006/main">
              <a:ext uri="{FF2B5EF4-FFF2-40B4-BE49-F238E27FC236}">
                <a16:creationId xmlns:a16="http://schemas.microsoft.com/office/drawing/2014/main" id="{DC637592-8BB1-49F6-AF3F-A7068318B66F}"/>
              </a:ext>
            </a:extLst>
          </p:cNvPr>
          <p:cNvSpPr>
            <a:spLocks xmlns:a="http://schemas.openxmlformats.org/drawingml/2006/main" noGrp="1"/>
          </p:cNvSpPr>
          <p:nvPr/>
        </p:nvSpPr>
        <p:spPr>
          <a:xfrm xmlns:a="http://schemas.openxmlformats.org/drawingml/2006/main">
            <a:off x="7416053"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73" name="">
            <a:extLst xmlns:a="http://schemas.openxmlformats.org/drawingml/2006/main">
              <a:ext uri="{FF2B5EF4-FFF2-40B4-BE49-F238E27FC236}">
                <a16:creationId xmlns:a16="http://schemas.microsoft.com/office/drawing/2014/main" id="{56A0AE74-C874-47D6-86D2-D95BAA982BB3}"/>
              </a:ext>
            </a:extLst>
          </p:cNvPr>
          <p:cNvSpPr>
            <a:spLocks xmlns:a="http://schemas.openxmlformats.org/drawingml/2006/main" noGrp="1"/>
          </p:cNvSpPr>
          <p:nvPr/>
        </p:nvSpPr>
        <p:spPr>
          <a:xfrm xmlns:a="http://schemas.openxmlformats.org/drawingml/2006/main" rot="0">
            <a:off x="7105747"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74" name="">
            <a:extLst xmlns:a="http://schemas.openxmlformats.org/drawingml/2006/main">
              <a:ext uri="{FF2B5EF4-FFF2-40B4-BE49-F238E27FC236}">
                <a16:creationId xmlns:a16="http://schemas.microsoft.com/office/drawing/2014/main" id="{06667DF1-69B3-4B1F-B0B3-E2040040AD6A}"/>
              </a:ext>
            </a:extLst>
          </p:cNvPr>
          <p:cNvSpPr>
            <a:spLocks xmlns:a="http://schemas.openxmlformats.org/drawingml/2006/main" noGrp="1"/>
          </p:cNvSpPr>
          <p:nvPr/>
        </p:nvSpPr>
        <p:spPr>
          <a:xfrm xmlns:a="http://schemas.openxmlformats.org/drawingml/2006/main" rot="0">
            <a:off x="7058693"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75" name="">
            <a:extLst xmlns:a="http://schemas.openxmlformats.org/drawingml/2006/main">
              <a:ext uri="{FF2B5EF4-FFF2-40B4-BE49-F238E27FC236}">
                <a16:creationId xmlns:a16="http://schemas.microsoft.com/office/drawing/2014/main" id="{69894A51-5590-4E8E-A879-AE6692F328D1}"/>
              </a:ext>
            </a:extLst>
          </p:cNvPr>
          <p:cNvSpPr>
            <a:spLocks xmlns:a="http://schemas.openxmlformats.org/drawingml/2006/main" noGrp="1"/>
          </p:cNvSpPr>
          <p:nvPr/>
        </p:nvSpPr>
        <p:spPr>
          <a:xfrm xmlns:a="http://schemas.openxmlformats.org/drawingml/2006/main" rot="0">
            <a:off x="7058693"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76" name="">
            <a:extLst xmlns:a="http://schemas.openxmlformats.org/drawingml/2006/main">
              <a:ext uri="{FF2B5EF4-FFF2-40B4-BE49-F238E27FC236}">
                <a16:creationId xmlns:a16="http://schemas.microsoft.com/office/drawing/2014/main" id="{87646B36-E8D2-4712-B45D-6698FC3C7FE2}"/>
              </a:ext>
            </a:extLst>
          </p:cNvPr>
          <p:cNvSpPr>
            <a:spLocks xmlns:a="http://schemas.openxmlformats.org/drawingml/2006/main" noGrp="1"/>
          </p:cNvSpPr>
          <p:nvPr/>
        </p:nvSpPr>
        <p:spPr>
          <a:xfrm xmlns:a="http://schemas.openxmlformats.org/drawingml/2006/main" rot="0">
            <a:off x="7021165"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77" name="">
            <a:extLst xmlns:a="http://schemas.openxmlformats.org/drawingml/2006/main">
              <a:ext uri="{FF2B5EF4-FFF2-40B4-BE49-F238E27FC236}">
                <a16:creationId xmlns:a16="http://schemas.microsoft.com/office/drawing/2014/main" id="{7A121682-53D0-406E-A808-6A7503A09769}"/>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78" name="">
            <a:extLst xmlns:a="http://schemas.openxmlformats.org/drawingml/2006/main">
              <a:ext uri="{FF2B5EF4-FFF2-40B4-BE49-F238E27FC236}">
                <a16:creationId xmlns:a16="http://schemas.microsoft.com/office/drawing/2014/main" id="{7A5CFC24-9DA0-4D55-995B-92BB123BA203}"/>
              </a:ext>
            </a:extLst>
          </p:cNvPr>
          <p:cNvSpPr>
            <a:spLocks xmlns:a="http://schemas.openxmlformats.org/drawingml/2006/main" noGrp="1"/>
          </p:cNvSpPr>
          <p:nvPr/>
        </p:nvSpPr>
        <p:spPr>
          <a:xfrm xmlns:a="http://schemas.openxmlformats.org/drawingml/2006/main">
            <a:off x="6562725"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79" name="">
            <a:extLst xmlns:a="http://schemas.openxmlformats.org/drawingml/2006/main">
              <a:ext uri="{FF2B5EF4-FFF2-40B4-BE49-F238E27FC236}">
                <a16:creationId xmlns:a16="http://schemas.microsoft.com/office/drawing/2014/main" id="{8BBC71F4-E7FF-4EEF-8CCC-0D090A94C55D}"/>
              </a:ext>
            </a:extLst>
          </p:cNvPr>
          <p:cNvSpPr>
            <a:spLocks xmlns:a="http://schemas.openxmlformats.org/drawingml/2006/main" noGrp="1"/>
          </p:cNvSpPr>
          <p:nvPr/>
        </p:nvSpPr>
        <p:spPr>
          <a:xfrm xmlns:a="http://schemas.openxmlformats.org/drawingml/2006/main">
            <a:off x="8632603"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0" name="">
            <a:extLst xmlns:a="http://schemas.openxmlformats.org/drawingml/2006/main">
              <a:ext uri="{FF2B5EF4-FFF2-40B4-BE49-F238E27FC236}">
                <a16:creationId xmlns:a16="http://schemas.microsoft.com/office/drawing/2014/main" id="{DBEFD32D-2EE0-4125-9800-2FA559446C49}"/>
              </a:ext>
            </a:extLst>
          </p:cNvPr>
          <p:cNvSpPr>
            <a:spLocks xmlns:a="http://schemas.openxmlformats.org/drawingml/2006/main" noGrp="1"/>
          </p:cNvSpPr>
          <p:nvPr/>
        </p:nvSpPr>
        <p:spPr>
          <a:xfrm xmlns:a="http://schemas.openxmlformats.org/drawingml/2006/main">
            <a:off x="8861203"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87.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V1 ON HELD-OUT STORMS (3/5)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Simulation only. No setting passes the unchanged overall plausibility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87</a:t>
            </a:r>
            <a:endParaRPr sz="1200"/>
          </a:p>
        </p:txBody>
      </p:sp>
      <p:sp>
        <p:nvSpPr>
          <p:cNvPr id="14" name="">
            <a:extLst xmlns:a="http://schemas.openxmlformats.org/drawingml/2006/main">
              <a:ext uri="{FF2B5EF4-FFF2-40B4-BE49-F238E27FC236}">
                <a16:creationId xmlns:a16="http://schemas.microsoft.com/office/drawing/2014/main" id="{9BBFB4B7-A867-4AC8-AA17-0F15AFD8954C}"/>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E54CD4BE-AEC6-4F57-8DF0-08F4C3949DF6}"/>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2026-02-19</a:t>
            </a:r>
          </a:p>
        </p:txBody>
      </p:sp>
      <p:sp>
        <p:nvSpPr>
          <p:cNvPr id="16" name="">
            <a:extLst xmlns:a="http://schemas.openxmlformats.org/drawingml/2006/main">
              <a:ext uri="{FF2B5EF4-FFF2-40B4-BE49-F238E27FC236}">
                <a16:creationId xmlns:a16="http://schemas.microsoft.com/office/drawing/2014/main" id="{ECC14A69-555D-4F1B-9EEB-ED8452868BA5}"/>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40EB5634-8B8E-40BD-956C-B14DC91B281A}"/>
              </a:ext>
            </a:extLst>
          </p:cNvPr>
          <p:cNvSpPr>
            <a:spLocks xmlns:a="http://schemas.openxmlformats.org/drawingml/2006/main" noGrp="1"/>
          </p:cNvSpPr>
          <p:nvPr/>
        </p:nvSpPr>
        <p:spPr>
          <a:xfrm xmlns:a="http://schemas.openxmlformats.org/drawingml/2006/main">
            <a:off x="2358621" y="3559957"/>
            <a:ext cx="2673861" cy="470620"/>
          </a:xfrm>
          <a:custGeom xmlns:a="http://schemas.openxmlformats.org/drawingml/2006/main">
            <a:pathLst>
              <a:path w="1557034" h="274050">
                <a:moveTo>
                  <a:pt x="0" y="207690"/>
                </a:moveTo>
                <a:lnTo>
                  <a:pt x="0" y="207690"/>
                </a:lnTo>
                <a:lnTo>
                  <a:pt x="55608" y="241506"/>
                </a:lnTo>
                <a:lnTo>
                  <a:pt x="111217" y="194028"/>
                </a:lnTo>
                <a:lnTo>
                  <a:pt x="166825" y="253725"/>
                </a:lnTo>
                <a:lnTo>
                  <a:pt x="222433" y="249218"/>
                </a:lnTo>
                <a:lnTo>
                  <a:pt x="278042" y="254238"/>
                </a:lnTo>
                <a:lnTo>
                  <a:pt x="333650" y="211243"/>
                </a:lnTo>
                <a:lnTo>
                  <a:pt x="389259" y="188887"/>
                </a:lnTo>
                <a:lnTo>
                  <a:pt x="444867" y="201023"/>
                </a:lnTo>
                <a:lnTo>
                  <a:pt x="500475" y="201456"/>
                </a:lnTo>
                <a:lnTo>
                  <a:pt x="556084" y="229048"/>
                </a:lnTo>
                <a:lnTo>
                  <a:pt x="611692" y="243661"/>
                </a:lnTo>
                <a:lnTo>
                  <a:pt x="667300" y="274050"/>
                </a:lnTo>
                <a:lnTo>
                  <a:pt x="722909" y="248453"/>
                </a:lnTo>
                <a:lnTo>
                  <a:pt x="778517" y="236827"/>
                </a:lnTo>
                <a:lnTo>
                  <a:pt x="834126" y="217056"/>
                </a:lnTo>
                <a:lnTo>
                  <a:pt x="889734" y="230415"/>
                </a:lnTo>
                <a:lnTo>
                  <a:pt x="945342" y="217281"/>
                </a:lnTo>
                <a:lnTo>
                  <a:pt x="1000951" y="257261"/>
                </a:lnTo>
                <a:lnTo>
                  <a:pt x="1056559" y="253007"/>
                </a:lnTo>
                <a:lnTo>
                  <a:pt x="1112167" y="230168"/>
                </a:lnTo>
                <a:lnTo>
                  <a:pt x="1167776" y="236964"/>
                </a:lnTo>
                <a:lnTo>
                  <a:pt x="1223384" y="144987"/>
                </a:lnTo>
                <a:lnTo>
                  <a:pt x="1278993" y="165111"/>
                </a:lnTo>
                <a:lnTo>
                  <a:pt x="1334601" y="45725"/>
                </a:lnTo>
                <a:lnTo>
                  <a:pt x="1390209" y="46708"/>
                </a:lnTo>
                <a:lnTo>
                  <a:pt x="1445818" y="87415"/>
                </a:lnTo>
                <a:lnTo>
                  <a:pt x="1501426" y="60229"/>
                </a:lnTo>
                <a:lnTo>
                  <a:pt x="1557034" y="29395"/>
                </a:lnTo>
                <a:lnTo>
                  <a:pt x="1557034" y="0"/>
                </a:lnTo>
                <a:lnTo>
                  <a:pt x="1557034" y="0"/>
                </a:lnTo>
                <a:lnTo>
                  <a:pt x="1501426" y="35541"/>
                </a:lnTo>
                <a:lnTo>
                  <a:pt x="1445818" y="59839"/>
                </a:lnTo>
                <a:lnTo>
                  <a:pt x="1390209" y="20491"/>
                </a:lnTo>
                <a:lnTo>
                  <a:pt x="1334601" y="20308"/>
                </a:lnTo>
                <a:lnTo>
                  <a:pt x="1278993" y="138098"/>
                </a:lnTo>
                <a:lnTo>
                  <a:pt x="1223384" y="118137"/>
                </a:lnTo>
                <a:lnTo>
                  <a:pt x="1167776" y="203918"/>
                </a:lnTo>
                <a:lnTo>
                  <a:pt x="1112167" y="196324"/>
                </a:lnTo>
                <a:lnTo>
                  <a:pt x="1056559" y="227720"/>
                </a:lnTo>
                <a:lnTo>
                  <a:pt x="1000951" y="232947"/>
                </a:lnTo>
                <a:lnTo>
                  <a:pt x="945342" y="187681"/>
                </a:lnTo>
                <a:lnTo>
                  <a:pt x="889734" y="201210"/>
                </a:lnTo>
                <a:lnTo>
                  <a:pt x="834126" y="188714"/>
                </a:lnTo>
                <a:lnTo>
                  <a:pt x="778517" y="206680"/>
                </a:lnTo>
                <a:lnTo>
                  <a:pt x="722909" y="208976"/>
                </a:lnTo>
                <a:lnTo>
                  <a:pt x="667300" y="236267"/>
                </a:lnTo>
                <a:lnTo>
                  <a:pt x="611692" y="205031"/>
                </a:lnTo>
                <a:lnTo>
                  <a:pt x="556084" y="197797"/>
                </a:lnTo>
                <a:lnTo>
                  <a:pt x="500475" y="174307"/>
                </a:lnTo>
                <a:lnTo>
                  <a:pt x="444867" y="165193"/>
                </a:lnTo>
                <a:lnTo>
                  <a:pt x="389259" y="161405"/>
                </a:lnTo>
                <a:lnTo>
                  <a:pt x="333650" y="170669"/>
                </a:lnTo>
                <a:lnTo>
                  <a:pt x="278042" y="218596"/>
                </a:lnTo>
                <a:lnTo>
                  <a:pt x="222433" y="218163"/>
                </a:lnTo>
                <a:lnTo>
                  <a:pt x="166825" y="218719"/>
                </a:lnTo>
                <a:lnTo>
                  <a:pt x="111217" y="161264"/>
                </a:lnTo>
                <a:lnTo>
                  <a:pt x="55608" y="215936"/>
                </a:lnTo>
                <a:lnTo>
                  <a:pt x="0" y="207690"/>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742FB261-27E4-419E-A55B-FCDBB00081C1}"/>
              </a:ext>
            </a:extLst>
          </p:cNvPr>
          <p:cNvSpPr>
            <a:spLocks xmlns:a="http://schemas.openxmlformats.org/drawingml/2006/main" noGrp="1"/>
          </p:cNvSpPr>
          <p:nvPr/>
        </p:nvSpPr>
        <p:spPr>
          <a:xfrm xmlns:a="http://schemas.openxmlformats.org/drawingml/2006/main">
            <a:off x="2358621"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19" name="">
            <a:extLst xmlns:a="http://schemas.openxmlformats.org/drawingml/2006/main">
              <a:ext uri="{FF2B5EF4-FFF2-40B4-BE49-F238E27FC236}">
                <a16:creationId xmlns:a16="http://schemas.microsoft.com/office/drawing/2014/main" id="{F44CBF7B-01B3-4E4E-88B0-8AED3ABC2BBC}"/>
              </a:ext>
            </a:extLst>
          </p:cNvPr>
          <p:cNvSpPr>
            <a:spLocks xmlns:a="http://schemas.openxmlformats.org/drawingml/2006/main" noGrp="1"/>
          </p:cNvSpPr>
          <p:nvPr/>
        </p:nvSpPr>
        <p:spPr>
          <a:xfrm xmlns:a="http://schemas.openxmlformats.org/drawingml/2006/main" rot="0">
            <a:off x="2306962"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D762E2FD-9EAE-4BE2-B46C-0FB3E9BA409A}"/>
              </a:ext>
            </a:extLst>
          </p:cNvPr>
          <p:cNvSpPr>
            <a:spLocks xmlns:a="http://schemas.openxmlformats.org/drawingml/2006/main" noGrp="1"/>
          </p:cNvSpPr>
          <p:nvPr/>
        </p:nvSpPr>
        <p:spPr>
          <a:xfrm xmlns:a="http://schemas.openxmlformats.org/drawingml/2006/main">
            <a:off x="312258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1" name="">
            <a:extLst xmlns:a="http://schemas.openxmlformats.org/drawingml/2006/main">
              <a:ext uri="{FF2B5EF4-FFF2-40B4-BE49-F238E27FC236}">
                <a16:creationId xmlns:a16="http://schemas.microsoft.com/office/drawing/2014/main" id="{4DD05F40-403B-4EDF-99E4-B47F3EC0B89F}"/>
              </a:ext>
            </a:extLst>
          </p:cNvPr>
          <p:cNvSpPr>
            <a:spLocks xmlns:a="http://schemas.openxmlformats.org/drawingml/2006/main" noGrp="1"/>
          </p:cNvSpPr>
          <p:nvPr/>
        </p:nvSpPr>
        <p:spPr>
          <a:xfrm xmlns:a="http://schemas.openxmlformats.org/drawingml/2006/main" rot="0">
            <a:off x="3073307"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3D5896D4-BAD4-4CD2-B1D4-836AFB1B3BE2}"/>
              </a:ext>
            </a:extLst>
          </p:cNvPr>
          <p:cNvSpPr>
            <a:spLocks xmlns:a="http://schemas.openxmlformats.org/drawingml/2006/main" noGrp="1"/>
          </p:cNvSpPr>
          <p:nvPr/>
        </p:nvSpPr>
        <p:spPr>
          <a:xfrm xmlns:a="http://schemas.openxmlformats.org/drawingml/2006/main">
            <a:off x="388654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3" name="">
            <a:extLst xmlns:a="http://schemas.openxmlformats.org/drawingml/2006/main">
              <a:ext uri="{FF2B5EF4-FFF2-40B4-BE49-F238E27FC236}">
                <a16:creationId xmlns:a16="http://schemas.microsoft.com/office/drawing/2014/main" id="{2A6BE1DC-2955-4A20-85B7-B9FA5FF846E5}"/>
              </a:ext>
            </a:extLst>
          </p:cNvPr>
          <p:cNvSpPr>
            <a:spLocks xmlns:a="http://schemas.openxmlformats.org/drawingml/2006/main" noGrp="1"/>
          </p:cNvSpPr>
          <p:nvPr/>
        </p:nvSpPr>
        <p:spPr>
          <a:xfrm xmlns:a="http://schemas.openxmlformats.org/drawingml/2006/main" rot="0">
            <a:off x="3834856"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542AF18E-23AE-4787-9561-98492BD70E77}"/>
              </a:ext>
            </a:extLst>
          </p:cNvPr>
          <p:cNvSpPr>
            <a:spLocks xmlns:a="http://schemas.openxmlformats.org/drawingml/2006/main" noGrp="1"/>
          </p:cNvSpPr>
          <p:nvPr/>
        </p:nvSpPr>
        <p:spPr>
          <a:xfrm xmlns:a="http://schemas.openxmlformats.org/drawingml/2006/main">
            <a:off x="465050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5" name="">
            <a:extLst xmlns:a="http://schemas.openxmlformats.org/drawingml/2006/main">
              <a:ext uri="{FF2B5EF4-FFF2-40B4-BE49-F238E27FC236}">
                <a16:creationId xmlns:a16="http://schemas.microsoft.com/office/drawing/2014/main" id="{9FC70CC6-6A2A-47A1-B99C-589BD4CD1AC6}"/>
              </a:ext>
            </a:extLst>
          </p:cNvPr>
          <p:cNvSpPr>
            <a:spLocks xmlns:a="http://schemas.openxmlformats.org/drawingml/2006/main" noGrp="1"/>
          </p:cNvSpPr>
          <p:nvPr/>
        </p:nvSpPr>
        <p:spPr>
          <a:xfrm xmlns:a="http://schemas.openxmlformats.org/drawingml/2006/main" rot="0">
            <a:off x="4598686"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BDE01D75-66F5-47CB-939F-ABABEE48BF3B}"/>
              </a:ext>
            </a:extLst>
          </p:cNvPr>
          <p:cNvSpPr>
            <a:spLocks xmlns:a="http://schemas.openxmlformats.org/drawingml/2006/main" noGrp="1"/>
          </p:cNvSpPr>
          <p:nvPr/>
        </p:nvSpPr>
        <p:spPr>
          <a:xfrm xmlns:a="http://schemas.openxmlformats.org/drawingml/2006/main" rot="0">
            <a:off x="3127879"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303021B9-DD3D-490A-8DD3-10A6BBB3B047}"/>
              </a:ext>
            </a:extLst>
          </p:cNvPr>
          <p:cNvSpPr>
            <a:spLocks xmlns:a="http://schemas.openxmlformats.org/drawingml/2006/main" noGrp="1"/>
          </p:cNvSpPr>
          <p:nvPr/>
        </p:nvSpPr>
        <p:spPr>
          <a:xfrm xmlns:a="http://schemas.openxmlformats.org/drawingml/2006/main">
            <a:off x="2224928"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18211092-D01D-4BA5-85E2-014A9EF9C15D}"/>
              </a:ext>
            </a:extLst>
          </p:cNvPr>
          <p:cNvSpPr>
            <a:spLocks xmlns:a="http://schemas.openxmlformats.org/drawingml/2006/main" noGrp="1"/>
          </p:cNvSpPr>
          <p:nvPr/>
        </p:nvSpPr>
        <p:spPr>
          <a:xfrm xmlns:a="http://schemas.openxmlformats.org/drawingml/2006/main">
            <a:off x="2167679"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173B1DDF-81D4-42EB-81AD-B2066E171F35}"/>
              </a:ext>
            </a:extLst>
          </p:cNvPr>
          <p:cNvSpPr>
            <a:spLocks xmlns:a="http://schemas.openxmlformats.org/drawingml/2006/main" noGrp="1"/>
          </p:cNvSpPr>
          <p:nvPr/>
        </p:nvSpPr>
        <p:spPr>
          <a:xfrm xmlns:a="http://schemas.openxmlformats.org/drawingml/2006/main">
            <a:off x="2224928"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C664BF16-4BF4-4D5A-9A33-492AFC1A1716}"/>
              </a:ext>
            </a:extLst>
          </p:cNvPr>
          <p:cNvSpPr>
            <a:spLocks xmlns:a="http://schemas.openxmlformats.org/drawingml/2006/main" noGrp="1"/>
          </p:cNvSpPr>
          <p:nvPr/>
        </p:nvSpPr>
        <p:spPr>
          <a:xfrm xmlns:a="http://schemas.openxmlformats.org/drawingml/2006/main">
            <a:off x="2167679"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1" name="Editable chart path">
            <a:extLst xmlns:a="http://schemas.openxmlformats.org/drawingml/2006/main">
              <a:ext uri="{FF2B5EF4-FFF2-40B4-BE49-F238E27FC236}">
                <a16:creationId xmlns:a16="http://schemas.microsoft.com/office/drawing/2014/main" id="{0E584ABB-278A-458D-9278-B0482657A340}"/>
              </a:ext>
            </a:extLst>
          </p:cNvPr>
          <p:cNvSpPr>
            <a:spLocks xmlns:a="http://schemas.openxmlformats.org/drawingml/2006/main" noGrp="1"/>
          </p:cNvSpPr>
          <p:nvPr/>
        </p:nvSpPr>
        <p:spPr>
          <a:xfrm xmlns:a="http://schemas.openxmlformats.org/drawingml/2006/main">
            <a:off x="2224928"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22CC472A-864C-4F50-BF51-841C3B24BE37}"/>
              </a:ext>
            </a:extLst>
          </p:cNvPr>
          <p:cNvSpPr>
            <a:spLocks xmlns:a="http://schemas.openxmlformats.org/drawingml/2006/main" noGrp="1"/>
          </p:cNvSpPr>
          <p:nvPr/>
        </p:nvSpPr>
        <p:spPr>
          <a:xfrm xmlns:a="http://schemas.openxmlformats.org/drawingml/2006/main">
            <a:off x="2167679"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14ED8005-931E-4A80-BF13-9F695FA68173}"/>
              </a:ext>
            </a:extLst>
          </p:cNvPr>
          <p:cNvSpPr>
            <a:spLocks xmlns:a="http://schemas.openxmlformats.org/drawingml/2006/main" noGrp="1"/>
          </p:cNvSpPr>
          <p:nvPr/>
        </p:nvSpPr>
        <p:spPr>
          <a:xfrm xmlns:a="http://schemas.openxmlformats.org/drawingml/2006/main">
            <a:off x="2224928"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ECECB413-AC95-4031-B9E7-C1E049972DD1}"/>
              </a:ext>
            </a:extLst>
          </p:cNvPr>
          <p:cNvSpPr>
            <a:spLocks xmlns:a="http://schemas.openxmlformats.org/drawingml/2006/main" noGrp="1"/>
          </p:cNvSpPr>
          <p:nvPr/>
        </p:nvSpPr>
        <p:spPr>
          <a:xfrm xmlns:a="http://schemas.openxmlformats.org/drawingml/2006/main">
            <a:off x="2167679"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605B04C5-6402-4E43-9926-514F13566712}"/>
              </a:ext>
            </a:extLst>
          </p:cNvPr>
          <p:cNvSpPr>
            <a:spLocks xmlns:a="http://schemas.openxmlformats.org/drawingml/2006/main" noGrp="1"/>
          </p:cNvSpPr>
          <p:nvPr/>
        </p:nvSpPr>
        <p:spPr>
          <a:xfrm xmlns:a="http://schemas.openxmlformats.org/drawingml/2006/main">
            <a:off x="2358621" y="3580229"/>
            <a:ext cx="2673861" cy="415018"/>
          </a:xfrm>
          <a:custGeom xmlns:a="http://schemas.openxmlformats.org/drawingml/2006/main">
            <a:pathLst>
              <a:path w="1557034" h="241672">
                <a:moveTo>
                  <a:pt x="0" y="195886"/>
                </a:moveTo>
                <a:lnTo>
                  <a:pt x="55608" y="215849"/>
                </a:lnTo>
                <a:lnTo>
                  <a:pt x="111217" y="164664"/>
                </a:lnTo>
                <a:lnTo>
                  <a:pt x="166825" y="222049"/>
                </a:lnTo>
                <a:lnTo>
                  <a:pt x="222433" y="221715"/>
                </a:lnTo>
                <a:lnTo>
                  <a:pt x="278042" y="225668"/>
                </a:lnTo>
                <a:lnTo>
                  <a:pt x="333650" y="178564"/>
                </a:lnTo>
                <a:lnTo>
                  <a:pt x="389259" y="163146"/>
                </a:lnTo>
                <a:lnTo>
                  <a:pt x="444867" y="171088"/>
                </a:lnTo>
                <a:lnTo>
                  <a:pt x="500475" y="176789"/>
                </a:lnTo>
                <a:lnTo>
                  <a:pt x="556084" y="199954"/>
                </a:lnTo>
                <a:lnTo>
                  <a:pt x="611692" y="209116"/>
                </a:lnTo>
                <a:lnTo>
                  <a:pt x="667300" y="241672"/>
                </a:lnTo>
                <a:lnTo>
                  <a:pt x="722909" y="214977"/>
                </a:lnTo>
                <a:lnTo>
                  <a:pt x="778517" y="209994"/>
                </a:lnTo>
                <a:lnTo>
                  <a:pt x="834126" y="191509"/>
                </a:lnTo>
                <a:lnTo>
                  <a:pt x="889734" y="201777"/>
                </a:lnTo>
                <a:lnTo>
                  <a:pt x="945342" y="191644"/>
                </a:lnTo>
                <a:lnTo>
                  <a:pt x="1000951" y="233260"/>
                </a:lnTo>
                <a:lnTo>
                  <a:pt x="1056559" y="229516"/>
                </a:lnTo>
                <a:lnTo>
                  <a:pt x="1112167" y="200356"/>
                </a:lnTo>
                <a:lnTo>
                  <a:pt x="1167776" y="208101"/>
                </a:lnTo>
                <a:lnTo>
                  <a:pt x="1223384" y="122172"/>
                </a:lnTo>
                <a:lnTo>
                  <a:pt x="1278993" y="140233"/>
                </a:lnTo>
                <a:lnTo>
                  <a:pt x="1334601" y="20134"/>
                </a:lnTo>
                <a:lnTo>
                  <a:pt x="1390209" y="22236"/>
                </a:lnTo>
                <a:lnTo>
                  <a:pt x="1445818" y="59272"/>
                </a:lnTo>
                <a:lnTo>
                  <a:pt x="1501426" y="37201"/>
                </a:lnTo>
                <a:lnTo>
                  <a:pt x="1557034" y="0"/>
                </a:lnTo>
              </a:path>
            </a:pathLst>
          </a:custGeom>
          <a:noFill xmlns:a="http://schemas.openxmlformats.org/drawingml/2006/main"/>
          <a:ln xmlns:a="http://schemas.openxmlformats.org/drawingml/2006/main" w="24536">
            <a:solidFill>
              <a:srgbClr val="2C5EAA"/>
            </a:solidFill>
            <a:prstDash val="solid"/>
          </a:ln>
        </p:spPr>
      </p:sp>
      <p:sp>
        <p:nvSpPr>
          <p:cNvPr id="36" name="Editable chart path">
            <a:extLst xmlns:a="http://schemas.openxmlformats.org/drawingml/2006/main">
              <a:ext uri="{FF2B5EF4-FFF2-40B4-BE49-F238E27FC236}">
                <a16:creationId xmlns:a16="http://schemas.microsoft.com/office/drawing/2014/main" id="{A2153B19-F144-4ACC-9814-54E711BEC805}"/>
              </a:ext>
            </a:extLst>
          </p:cNvPr>
          <p:cNvSpPr>
            <a:spLocks xmlns:a="http://schemas.openxmlformats.org/drawingml/2006/main" noGrp="1"/>
          </p:cNvSpPr>
          <p:nvPr/>
        </p:nvSpPr>
        <p:spPr>
          <a:xfrm xmlns:a="http://schemas.openxmlformats.org/drawingml/2006/main">
            <a:off x="2358621" y="3326333"/>
            <a:ext cx="2673861" cy="596309"/>
          </a:xfrm>
          <a:custGeom xmlns:a="http://schemas.openxmlformats.org/drawingml/2006/main">
            <a:pathLst>
              <a:path w="1557034" h="347241">
                <a:moveTo>
                  <a:pt x="0" y="343734"/>
                </a:moveTo>
                <a:lnTo>
                  <a:pt x="55608" y="314894"/>
                </a:lnTo>
                <a:lnTo>
                  <a:pt x="111217" y="347241"/>
                </a:lnTo>
                <a:lnTo>
                  <a:pt x="166825" y="130946"/>
                </a:lnTo>
                <a:lnTo>
                  <a:pt x="222433" y="198758"/>
                </a:lnTo>
                <a:lnTo>
                  <a:pt x="278042" y="86908"/>
                </a:lnTo>
                <a:lnTo>
                  <a:pt x="333650" y="128218"/>
                </a:lnTo>
                <a:lnTo>
                  <a:pt x="389259" y="194471"/>
                </a:lnTo>
                <a:lnTo>
                  <a:pt x="444867" y="15199"/>
                </a:lnTo>
                <a:lnTo>
                  <a:pt x="500475" y="96261"/>
                </a:lnTo>
                <a:lnTo>
                  <a:pt x="556084" y="143027"/>
                </a:lnTo>
                <a:lnTo>
                  <a:pt x="611692" y="210839"/>
                </a:lnTo>
                <a:lnTo>
                  <a:pt x="667300" y="201875"/>
                </a:lnTo>
                <a:lnTo>
                  <a:pt x="722909" y="163683"/>
                </a:lnTo>
                <a:lnTo>
                  <a:pt x="778517" y="291511"/>
                </a:lnTo>
                <a:lnTo>
                  <a:pt x="834126" y="263451"/>
                </a:lnTo>
                <a:lnTo>
                  <a:pt x="889734" y="318012"/>
                </a:lnTo>
                <a:lnTo>
                  <a:pt x="945342" y="273584"/>
                </a:lnTo>
                <a:lnTo>
                  <a:pt x="1000951" y="110291"/>
                </a:lnTo>
                <a:lnTo>
                  <a:pt x="1056559" y="83790"/>
                </a:lnTo>
                <a:lnTo>
                  <a:pt x="1112167" y="77944"/>
                </a:lnTo>
                <a:lnTo>
                  <a:pt x="1167776" y="0"/>
                </a:lnTo>
                <a:lnTo>
                  <a:pt x="1223384" y="102497"/>
                </a:lnTo>
                <a:lnTo>
                  <a:pt x="1278993" y="33126"/>
                </a:lnTo>
                <a:lnTo>
                  <a:pt x="1334601" y="112629"/>
                </a:lnTo>
                <a:lnTo>
                  <a:pt x="1390209" y="162514"/>
                </a:lnTo>
                <a:lnTo>
                  <a:pt x="1445818" y="336329"/>
                </a:lnTo>
                <a:lnTo>
                  <a:pt x="1501426" y="299305"/>
                </a:lnTo>
                <a:lnTo>
                  <a:pt x="1557034" y="19096"/>
                </a:lnTo>
              </a:path>
            </a:pathLst>
          </a:custGeom>
          <a:noFill xmlns:a="http://schemas.openxmlformats.org/drawingml/2006/main"/>
          <a:ln xmlns:a="http://schemas.openxmlformats.org/drawingml/2006/main" w="19628">
            <a:solidFill>
              <a:srgbClr val="14203A"/>
            </a:solidFill>
            <a:prstDash val="solid"/>
          </a:ln>
        </p:spPr>
      </p:sp>
      <p:sp>
        <p:nvSpPr>
          <p:cNvPr id="37" name="Editable chart path">
            <a:extLst xmlns:a="http://schemas.openxmlformats.org/drawingml/2006/main">
              <a:ext uri="{FF2B5EF4-FFF2-40B4-BE49-F238E27FC236}">
                <a16:creationId xmlns:a16="http://schemas.microsoft.com/office/drawing/2014/main" id="{DC5F26D2-1198-4E12-8291-14F9238A1522}"/>
              </a:ext>
            </a:extLst>
          </p:cNvPr>
          <p:cNvSpPr>
            <a:spLocks xmlns:a="http://schemas.openxmlformats.org/drawingml/2006/main" noGrp="1"/>
          </p:cNvSpPr>
          <p:nvPr/>
        </p:nvSpPr>
        <p:spPr>
          <a:xfrm xmlns:a="http://schemas.openxmlformats.org/drawingml/2006/main">
            <a:off x="3504562"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38" name="Editable chart path">
            <a:extLst xmlns:a="http://schemas.openxmlformats.org/drawingml/2006/main">
              <a:ext uri="{FF2B5EF4-FFF2-40B4-BE49-F238E27FC236}">
                <a16:creationId xmlns:a16="http://schemas.microsoft.com/office/drawing/2014/main" id="{F3D611E2-9BCD-42D8-BE11-9CA3F3670FEA}"/>
              </a:ext>
            </a:extLst>
          </p:cNvPr>
          <p:cNvSpPr>
            <a:spLocks xmlns:a="http://schemas.openxmlformats.org/drawingml/2006/main" noGrp="1"/>
          </p:cNvSpPr>
          <p:nvPr/>
        </p:nvSpPr>
        <p:spPr>
          <a:xfrm xmlns:a="http://schemas.openxmlformats.org/drawingml/2006/main">
            <a:off x="2224928"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39" name="Editable chart path">
            <a:extLst xmlns:a="http://schemas.openxmlformats.org/drawingml/2006/main">
              <a:ext uri="{FF2B5EF4-FFF2-40B4-BE49-F238E27FC236}">
                <a16:creationId xmlns:a16="http://schemas.microsoft.com/office/drawing/2014/main" id="{8C57F7B9-B274-4F3E-8EE2-0EAC15BD93DF}"/>
              </a:ext>
            </a:extLst>
          </p:cNvPr>
          <p:cNvSpPr>
            <a:spLocks xmlns:a="http://schemas.openxmlformats.org/drawingml/2006/main" noGrp="1"/>
          </p:cNvSpPr>
          <p:nvPr/>
        </p:nvSpPr>
        <p:spPr>
          <a:xfrm xmlns:a="http://schemas.openxmlformats.org/drawingml/2006/main">
            <a:off x="2224928"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40" name="">
            <a:extLst xmlns:a="http://schemas.openxmlformats.org/drawingml/2006/main">
              <a:ext uri="{FF2B5EF4-FFF2-40B4-BE49-F238E27FC236}">
                <a16:creationId xmlns:a16="http://schemas.microsoft.com/office/drawing/2014/main" id="{01308781-FF8C-49D2-9052-3C6B1998E1C8}"/>
              </a:ext>
            </a:extLst>
          </p:cNvPr>
          <p:cNvSpPr>
            <a:spLocks xmlns:a="http://schemas.openxmlformats.org/drawingml/2006/main" noGrp="1"/>
          </p:cNvSpPr>
          <p:nvPr/>
        </p:nvSpPr>
        <p:spPr>
          <a:xfrm xmlns:a="http://schemas.openxmlformats.org/drawingml/2006/main" rot="0">
            <a:off x="1914622"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41" name="">
            <a:extLst xmlns:a="http://schemas.openxmlformats.org/drawingml/2006/main">
              <a:ext uri="{FF2B5EF4-FFF2-40B4-BE49-F238E27FC236}">
                <a16:creationId xmlns:a16="http://schemas.microsoft.com/office/drawing/2014/main" id="{CB65B5F9-5FCF-4FB1-BC42-2B1D23B41F60}"/>
              </a:ext>
            </a:extLst>
          </p:cNvPr>
          <p:cNvSpPr>
            <a:spLocks xmlns:a="http://schemas.openxmlformats.org/drawingml/2006/main" noGrp="1"/>
          </p:cNvSpPr>
          <p:nvPr/>
        </p:nvSpPr>
        <p:spPr>
          <a:xfrm xmlns:a="http://schemas.openxmlformats.org/drawingml/2006/main" rot="0">
            <a:off x="1867568"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42" name="">
            <a:extLst xmlns:a="http://schemas.openxmlformats.org/drawingml/2006/main">
              <a:ext uri="{FF2B5EF4-FFF2-40B4-BE49-F238E27FC236}">
                <a16:creationId xmlns:a16="http://schemas.microsoft.com/office/drawing/2014/main" id="{90177663-267E-4FC4-B040-5F644B92BBE3}"/>
              </a:ext>
            </a:extLst>
          </p:cNvPr>
          <p:cNvSpPr>
            <a:spLocks xmlns:a="http://schemas.openxmlformats.org/drawingml/2006/main" noGrp="1"/>
          </p:cNvSpPr>
          <p:nvPr/>
        </p:nvSpPr>
        <p:spPr>
          <a:xfrm xmlns:a="http://schemas.openxmlformats.org/drawingml/2006/main" rot="0">
            <a:off x="1867568"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43" name="">
            <a:extLst xmlns:a="http://schemas.openxmlformats.org/drawingml/2006/main">
              <a:ext uri="{FF2B5EF4-FFF2-40B4-BE49-F238E27FC236}">
                <a16:creationId xmlns:a16="http://schemas.microsoft.com/office/drawing/2014/main" id="{D07B4348-3CA6-446C-AB92-D8C69D5405F6}"/>
              </a:ext>
            </a:extLst>
          </p:cNvPr>
          <p:cNvSpPr>
            <a:spLocks xmlns:a="http://schemas.openxmlformats.org/drawingml/2006/main" noGrp="1"/>
          </p:cNvSpPr>
          <p:nvPr/>
        </p:nvSpPr>
        <p:spPr>
          <a:xfrm xmlns:a="http://schemas.openxmlformats.org/drawingml/2006/main" rot="0">
            <a:off x="1830040"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44" name="">
            <a:extLst xmlns:a="http://schemas.openxmlformats.org/drawingml/2006/main">
              <a:ext uri="{FF2B5EF4-FFF2-40B4-BE49-F238E27FC236}">
                <a16:creationId xmlns:a16="http://schemas.microsoft.com/office/drawing/2014/main" id="{98DA09CC-CE37-4A58-98DB-BECB3394C217}"/>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5" name="">
            <a:extLst xmlns:a="http://schemas.openxmlformats.org/drawingml/2006/main">
              <a:ext uri="{FF2B5EF4-FFF2-40B4-BE49-F238E27FC236}">
                <a16:creationId xmlns:a16="http://schemas.microsoft.com/office/drawing/2014/main" id="{2D424AAB-F44B-4090-8D44-6039485C1B51}"/>
              </a:ext>
            </a:extLst>
          </p:cNvPr>
          <p:cNvSpPr>
            <a:spLocks xmlns:a="http://schemas.openxmlformats.org/drawingml/2006/main" noGrp="1"/>
          </p:cNvSpPr>
          <p:nvPr/>
        </p:nvSpPr>
        <p:spPr>
          <a:xfrm xmlns:a="http://schemas.openxmlformats.org/drawingml/2006/main">
            <a:off x="1371600"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46" name="">
            <a:extLst xmlns:a="http://schemas.openxmlformats.org/drawingml/2006/main">
              <a:ext uri="{FF2B5EF4-FFF2-40B4-BE49-F238E27FC236}">
                <a16:creationId xmlns:a16="http://schemas.microsoft.com/office/drawing/2014/main" id="{4968B6D0-C14E-4DA0-A51E-5024A55857AF}"/>
              </a:ext>
            </a:extLst>
          </p:cNvPr>
          <p:cNvSpPr>
            <a:spLocks xmlns:a="http://schemas.openxmlformats.org/drawingml/2006/main" noGrp="1"/>
          </p:cNvSpPr>
          <p:nvPr/>
        </p:nvSpPr>
        <p:spPr>
          <a:xfrm xmlns:a="http://schemas.openxmlformats.org/drawingml/2006/main">
            <a:off x="3441478"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47" name="">
            <a:extLst xmlns:a="http://schemas.openxmlformats.org/drawingml/2006/main">
              <a:ext uri="{FF2B5EF4-FFF2-40B4-BE49-F238E27FC236}">
                <a16:creationId xmlns:a16="http://schemas.microsoft.com/office/drawing/2014/main" id="{EC272B27-0BB8-4BE4-88CB-56E0E07D2039}"/>
              </a:ext>
            </a:extLst>
          </p:cNvPr>
          <p:cNvSpPr>
            <a:spLocks xmlns:a="http://schemas.openxmlformats.org/drawingml/2006/main" noGrp="1"/>
          </p:cNvSpPr>
          <p:nvPr/>
        </p:nvSpPr>
        <p:spPr>
          <a:xfrm xmlns:a="http://schemas.openxmlformats.org/drawingml/2006/main">
            <a:off x="3670078"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48" name="">
            <a:extLst xmlns:a="http://schemas.openxmlformats.org/drawingml/2006/main">
              <a:ext uri="{FF2B5EF4-FFF2-40B4-BE49-F238E27FC236}">
                <a16:creationId xmlns:a16="http://schemas.microsoft.com/office/drawing/2014/main" id="{061882D4-0CE7-4D95-B675-978220B09178}"/>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2025-12-04</a:t>
            </a:r>
          </a:p>
        </p:txBody>
      </p:sp>
      <p:sp>
        <p:nvSpPr>
          <p:cNvPr id="49" name="">
            <a:extLst xmlns:a="http://schemas.openxmlformats.org/drawingml/2006/main">
              <a:ext uri="{FF2B5EF4-FFF2-40B4-BE49-F238E27FC236}">
                <a16:creationId xmlns:a16="http://schemas.microsoft.com/office/drawing/2014/main" id="{17560396-6D0B-4D40-A225-F62FD87B8AB8}"/>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0" name="Editable chart path">
            <a:extLst xmlns:a="http://schemas.openxmlformats.org/drawingml/2006/main">
              <a:ext uri="{FF2B5EF4-FFF2-40B4-BE49-F238E27FC236}">
                <a16:creationId xmlns:a16="http://schemas.microsoft.com/office/drawing/2014/main" id="{69218FD4-2B11-44AF-A1AB-CB616ECDFFCB}"/>
              </a:ext>
            </a:extLst>
          </p:cNvPr>
          <p:cNvSpPr>
            <a:spLocks xmlns:a="http://schemas.openxmlformats.org/drawingml/2006/main" noGrp="1"/>
          </p:cNvSpPr>
          <p:nvPr/>
        </p:nvSpPr>
        <p:spPr>
          <a:xfrm xmlns:a="http://schemas.openxmlformats.org/drawingml/2006/main">
            <a:off x="7549746" y="3807351"/>
            <a:ext cx="2673861" cy="387969"/>
          </a:xfrm>
          <a:custGeom xmlns:a="http://schemas.openxmlformats.org/drawingml/2006/main">
            <a:pathLst>
              <a:path w="1557034" h="225921">
                <a:moveTo>
                  <a:pt x="0" y="63628"/>
                </a:moveTo>
                <a:lnTo>
                  <a:pt x="0" y="63628"/>
                </a:lnTo>
                <a:lnTo>
                  <a:pt x="55608" y="52771"/>
                </a:lnTo>
                <a:lnTo>
                  <a:pt x="111217" y="13166"/>
                </a:lnTo>
                <a:lnTo>
                  <a:pt x="166825" y="26987"/>
                </a:lnTo>
                <a:lnTo>
                  <a:pt x="222433" y="116460"/>
                </a:lnTo>
                <a:lnTo>
                  <a:pt x="278042" y="119834"/>
                </a:lnTo>
                <a:lnTo>
                  <a:pt x="333650" y="74150"/>
                </a:lnTo>
                <a:lnTo>
                  <a:pt x="389259" y="80158"/>
                </a:lnTo>
                <a:lnTo>
                  <a:pt x="444867" y="76864"/>
                </a:lnTo>
                <a:lnTo>
                  <a:pt x="500475" y="94075"/>
                </a:lnTo>
                <a:lnTo>
                  <a:pt x="556084" y="83060"/>
                </a:lnTo>
                <a:lnTo>
                  <a:pt x="611692" y="109376"/>
                </a:lnTo>
                <a:lnTo>
                  <a:pt x="667300" y="225921"/>
                </a:lnTo>
                <a:lnTo>
                  <a:pt x="722909" y="216709"/>
                </a:lnTo>
                <a:lnTo>
                  <a:pt x="778517" y="208874"/>
                </a:lnTo>
                <a:lnTo>
                  <a:pt x="834126" y="218313"/>
                </a:lnTo>
                <a:lnTo>
                  <a:pt x="889734" y="135060"/>
                </a:lnTo>
                <a:lnTo>
                  <a:pt x="945342" y="127288"/>
                </a:lnTo>
                <a:lnTo>
                  <a:pt x="1000951" y="158819"/>
                </a:lnTo>
                <a:lnTo>
                  <a:pt x="1056559" y="143672"/>
                </a:lnTo>
                <a:lnTo>
                  <a:pt x="1112167" y="97075"/>
                </a:lnTo>
                <a:lnTo>
                  <a:pt x="1167776" y="88802"/>
                </a:lnTo>
                <a:lnTo>
                  <a:pt x="1223384" y="115372"/>
                </a:lnTo>
                <a:lnTo>
                  <a:pt x="1278993" y="111233"/>
                </a:lnTo>
                <a:lnTo>
                  <a:pt x="1334601" y="171893"/>
                </a:lnTo>
                <a:lnTo>
                  <a:pt x="1390209" y="169249"/>
                </a:lnTo>
                <a:lnTo>
                  <a:pt x="1445818" y="198524"/>
                </a:lnTo>
                <a:lnTo>
                  <a:pt x="1501426" y="204049"/>
                </a:lnTo>
                <a:lnTo>
                  <a:pt x="1557034" y="145174"/>
                </a:lnTo>
                <a:lnTo>
                  <a:pt x="1557034" y="129603"/>
                </a:lnTo>
                <a:lnTo>
                  <a:pt x="1557034" y="129603"/>
                </a:lnTo>
                <a:lnTo>
                  <a:pt x="1501426" y="185755"/>
                </a:lnTo>
                <a:lnTo>
                  <a:pt x="1445818" y="186064"/>
                </a:lnTo>
                <a:lnTo>
                  <a:pt x="1390209" y="152799"/>
                </a:lnTo>
                <a:lnTo>
                  <a:pt x="1334601" y="154348"/>
                </a:lnTo>
                <a:lnTo>
                  <a:pt x="1278993" y="94523"/>
                </a:lnTo>
                <a:lnTo>
                  <a:pt x="1223384" y="100582"/>
                </a:lnTo>
                <a:lnTo>
                  <a:pt x="1167776" y="72062"/>
                </a:lnTo>
                <a:lnTo>
                  <a:pt x="1112167" y="80963"/>
                </a:lnTo>
                <a:lnTo>
                  <a:pt x="1056559" y="129313"/>
                </a:lnTo>
                <a:lnTo>
                  <a:pt x="1000951" y="141242"/>
                </a:lnTo>
                <a:lnTo>
                  <a:pt x="945342" y="110136"/>
                </a:lnTo>
                <a:lnTo>
                  <a:pt x="889734" y="114808"/>
                </a:lnTo>
                <a:lnTo>
                  <a:pt x="834126" y="198626"/>
                </a:lnTo>
                <a:lnTo>
                  <a:pt x="778517" y="188552"/>
                </a:lnTo>
                <a:lnTo>
                  <a:pt x="722909" y="196285"/>
                </a:lnTo>
                <a:lnTo>
                  <a:pt x="667300" y="208132"/>
                </a:lnTo>
                <a:lnTo>
                  <a:pt x="611692" y="90449"/>
                </a:lnTo>
                <a:lnTo>
                  <a:pt x="556084" y="65867"/>
                </a:lnTo>
                <a:lnTo>
                  <a:pt x="500475" y="79503"/>
                </a:lnTo>
                <a:lnTo>
                  <a:pt x="444867" y="64563"/>
                </a:lnTo>
                <a:lnTo>
                  <a:pt x="389259" y="64030"/>
                </a:lnTo>
                <a:lnTo>
                  <a:pt x="333650" y="56786"/>
                </a:lnTo>
                <a:lnTo>
                  <a:pt x="278042" y="104079"/>
                </a:lnTo>
                <a:lnTo>
                  <a:pt x="222433" y="103009"/>
                </a:lnTo>
                <a:lnTo>
                  <a:pt x="166825" y="12125"/>
                </a:lnTo>
                <a:lnTo>
                  <a:pt x="111217" y="0"/>
                </a:lnTo>
                <a:lnTo>
                  <a:pt x="55608" y="38895"/>
                </a:lnTo>
                <a:lnTo>
                  <a:pt x="0" y="63628"/>
                </a:lnTo>
                <a:close/>
              </a:path>
            </a:pathLst>
          </a:custGeom>
          <a:solidFill xmlns:a="http://schemas.openxmlformats.org/drawingml/2006/main">
            <a:srgbClr val="2C5EAA">
              <a:alpha val="20000"/>
            </a:srgbClr>
          </a:solidFill>
          <a:ln xmlns:a="http://schemas.openxmlformats.org/drawingml/2006/main" w="0">
            <a:noFill/>
            <a:prstDash val="solid"/>
          </a:ln>
        </p:spPr>
      </p:sp>
      <p:sp>
        <p:nvSpPr>
          <p:cNvPr id="51" name="Editable chart path">
            <a:extLst xmlns:a="http://schemas.openxmlformats.org/drawingml/2006/main">
              <a:ext uri="{FF2B5EF4-FFF2-40B4-BE49-F238E27FC236}">
                <a16:creationId xmlns:a16="http://schemas.microsoft.com/office/drawing/2014/main" id="{0BDD0EF6-7692-4CE8-A1F7-37620E1FA953}"/>
              </a:ext>
            </a:extLst>
          </p:cNvPr>
          <p:cNvSpPr>
            <a:spLocks xmlns:a="http://schemas.openxmlformats.org/drawingml/2006/main" noGrp="1"/>
          </p:cNvSpPr>
          <p:nvPr/>
        </p:nvSpPr>
        <p:spPr>
          <a:xfrm xmlns:a="http://schemas.openxmlformats.org/drawingml/2006/main">
            <a:off x="7549746"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2" name="">
            <a:extLst xmlns:a="http://schemas.openxmlformats.org/drawingml/2006/main">
              <a:ext uri="{FF2B5EF4-FFF2-40B4-BE49-F238E27FC236}">
                <a16:creationId xmlns:a16="http://schemas.microsoft.com/office/drawing/2014/main" id="{BC52A2F7-D754-4B2B-BFF4-EBCE8EFBB5F4}"/>
              </a:ext>
            </a:extLst>
          </p:cNvPr>
          <p:cNvSpPr>
            <a:spLocks xmlns:a="http://schemas.openxmlformats.org/drawingml/2006/main" noGrp="1"/>
          </p:cNvSpPr>
          <p:nvPr/>
        </p:nvSpPr>
        <p:spPr>
          <a:xfrm xmlns:a="http://schemas.openxmlformats.org/drawingml/2006/main" rot="0">
            <a:off x="7498087"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53" name="Editable chart path">
            <a:extLst xmlns:a="http://schemas.openxmlformats.org/drawingml/2006/main">
              <a:ext uri="{FF2B5EF4-FFF2-40B4-BE49-F238E27FC236}">
                <a16:creationId xmlns:a16="http://schemas.microsoft.com/office/drawing/2014/main" id="{7C83B9FF-0590-44B2-A8D3-3CFEAC021FE4}"/>
              </a:ext>
            </a:extLst>
          </p:cNvPr>
          <p:cNvSpPr>
            <a:spLocks xmlns:a="http://schemas.openxmlformats.org/drawingml/2006/main" noGrp="1"/>
          </p:cNvSpPr>
          <p:nvPr/>
        </p:nvSpPr>
        <p:spPr>
          <a:xfrm xmlns:a="http://schemas.openxmlformats.org/drawingml/2006/main">
            <a:off x="831370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4" name="">
            <a:extLst xmlns:a="http://schemas.openxmlformats.org/drawingml/2006/main">
              <a:ext uri="{FF2B5EF4-FFF2-40B4-BE49-F238E27FC236}">
                <a16:creationId xmlns:a16="http://schemas.microsoft.com/office/drawing/2014/main" id="{B10B2BDA-FAC3-4269-81D8-7379440DE054}"/>
              </a:ext>
            </a:extLst>
          </p:cNvPr>
          <p:cNvSpPr>
            <a:spLocks xmlns:a="http://schemas.openxmlformats.org/drawingml/2006/main" noGrp="1"/>
          </p:cNvSpPr>
          <p:nvPr/>
        </p:nvSpPr>
        <p:spPr>
          <a:xfrm xmlns:a="http://schemas.openxmlformats.org/drawingml/2006/main" rot="0">
            <a:off x="8264432"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55" name="Editable chart path">
            <a:extLst xmlns:a="http://schemas.openxmlformats.org/drawingml/2006/main">
              <a:ext uri="{FF2B5EF4-FFF2-40B4-BE49-F238E27FC236}">
                <a16:creationId xmlns:a16="http://schemas.microsoft.com/office/drawing/2014/main" id="{A3FA6FA5-EE18-4E9C-B0C3-312D6DD2434E}"/>
              </a:ext>
            </a:extLst>
          </p:cNvPr>
          <p:cNvSpPr>
            <a:spLocks xmlns:a="http://schemas.openxmlformats.org/drawingml/2006/main" noGrp="1"/>
          </p:cNvSpPr>
          <p:nvPr/>
        </p:nvSpPr>
        <p:spPr>
          <a:xfrm xmlns:a="http://schemas.openxmlformats.org/drawingml/2006/main">
            <a:off x="907766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6" name="">
            <a:extLst xmlns:a="http://schemas.openxmlformats.org/drawingml/2006/main">
              <a:ext uri="{FF2B5EF4-FFF2-40B4-BE49-F238E27FC236}">
                <a16:creationId xmlns:a16="http://schemas.microsoft.com/office/drawing/2014/main" id="{9005CBF3-A32D-4E46-AB48-4819BD9E12CB}"/>
              </a:ext>
            </a:extLst>
          </p:cNvPr>
          <p:cNvSpPr>
            <a:spLocks xmlns:a="http://schemas.openxmlformats.org/drawingml/2006/main" noGrp="1"/>
          </p:cNvSpPr>
          <p:nvPr/>
        </p:nvSpPr>
        <p:spPr>
          <a:xfrm xmlns:a="http://schemas.openxmlformats.org/drawingml/2006/main" rot="0">
            <a:off x="9025981"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57" name="Editable chart path">
            <a:extLst xmlns:a="http://schemas.openxmlformats.org/drawingml/2006/main">
              <a:ext uri="{FF2B5EF4-FFF2-40B4-BE49-F238E27FC236}">
                <a16:creationId xmlns:a16="http://schemas.microsoft.com/office/drawing/2014/main" id="{06B4771C-6F7B-4046-85FD-C5C853DA4FB2}"/>
              </a:ext>
            </a:extLst>
          </p:cNvPr>
          <p:cNvSpPr>
            <a:spLocks xmlns:a="http://schemas.openxmlformats.org/drawingml/2006/main" noGrp="1"/>
          </p:cNvSpPr>
          <p:nvPr/>
        </p:nvSpPr>
        <p:spPr>
          <a:xfrm xmlns:a="http://schemas.openxmlformats.org/drawingml/2006/main">
            <a:off x="984162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8" name="">
            <a:extLst xmlns:a="http://schemas.openxmlformats.org/drawingml/2006/main">
              <a:ext uri="{FF2B5EF4-FFF2-40B4-BE49-F238E27FC236}">
                <a16:creationId xmlns:a16="http://schemas.microsoft.com/office/drawing/2014/main" id="{1EE4CDFD-CC03-46A8-89AA-447701191EDE}"/>
              </a:ext>
            </a:extLst>
          </p:cNvPr>
          <p:cNvSpPr>
            <a:spLocks xmlns:a="http://schemas.openxmlformats.org/drawingml/2006/main" noGrp="1"/>
          </p:cNvSpPr>
          <p:nvPr/>
        </p:nvSpPr>
        <p:spPr>
          <a:xfrm xmlns:a="http://schemas.openxmlformats.org/drawingml/2006/main" rot="0">
            <a:off x="9789811"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59" name="">
            <a:extLst xmlns:a="http://schemas.openxmlformats.org/drawingml/2006/main">
              <a:ext uri="{FF2B5EF4-FFF2-40B4-BE49-F238E27FC236}">
                <a16:creationId xmlns:a16="http://schemas.microsoft.com/office/drawing/2014/main" id="{058AC8C2-EA86-4D94-A6DC-8D3D7168E4BE}"/>
              </a:ext>
            </a:extLst>
          </p:cNvPr>
          <p:cNvSpPr>
            <a:spLocks xmlns:a="http://schemas.openxmlformats.org/drawingml/2006/main" noGrp="1"/>
          </p:cNvSpPr>
          <p:nvPr/>
        </p:nvSpPr>
        <p:spPr>
          <a:xfrm xmlns:a="http://schemas.openxmlformats.org/drawingml/2006/main" rot="0">
            <a:off x="8319004"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0" name="Editable chart path">
            <a:extLst xmlns:a="http://schemas.openxmlformats.org/drawingml/2006/main">
              <a:ext uri="{FF2B5EF4-FFF2-40B4-BE49-F238E27FC236}">
                <a16:creationId xmlns:a16="http://schemas.microsoft.com/office/drawing/2014/main" id="{5E458D31-0287-49A0-A457-F7315AEAD471}"/>
              </a:ext>
            </a:extLst>
          </p:cNvPr>
          <p:cNvSpPr>
            <a:spLocks xmlns:a="http://schemas.openxmlformats.org/drawingml/2006/main" noGrp="1"/>
          </p:cNvSpPr>
          <p:nvPr/>
        </p:nvSpPr>
        <p:spPr>
          <a:xfrm xmlns:a="http://schemas.openxmlformats.org/drawingml/2006/main">
            <a:off x="7416053"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45810597-2B3C-4E59-A273-E54B5D9B4466}"/>
              </a:ext>
            </a:extLst>
          </p:cNvPr>
          <p:cNvSpPr>
            <a:spLocks xmlns:a="http://schemas.openxmlformats.org/drawingml/2006/main" noGrp="1"/>
          </p:cNvSpPr>
          <p:nvPr/>
        </p:nvSpPr>
        <p:spPr>
          <a:xfrm xmlns:a="http://schemas.openxmlformats.org/drawingml/2006/main">
            <a:off x="7358804"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2" name="">
            <a:extLst xmlns:a="http://schemas.openxmlformats.org/drawingml/2006/main">
              <a:ext uri="{FF2B5EF4-FFF2-40B4-BE49-F238E27FC236}">
                <a16:creationId xmlns:a16="http://schemas.microsoft.com/office/drawing/2014/main" id="{501676E2-A90F-47EF-9D56-1492A7470E0E}"/>
              </a:ext>
            </a:extLst>
          </p:cNvPr>
          <p:cNvSpPr>
            <a:spLocks xmlns:a="http://schemas.openxmlformats.org/drawingml/2006/main" noGrp="1"/>
          </p:cNvSpPr>
          <p:nvPr/>
        </p:nvSpPr>
        <p:spPr>
          <a:xfrm xmlns:a="http://schemas.openxmlformats.org/drawingml/2006/main" rot="0">
            <a:off x="7105747"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63" name="Editable chart path">
            <a:extLst xmlns:a="http://schemas.openxmlformats.org/drawingml/2006/main">
              <a:ext uri="{FF2B5EF4-FFF2-40B4-BE49-F238E27FC236}">
                <a16:creationId xmlns:a16="http://schemas.microsoft.com/office/drawing/2014/main" id="{FD00FF38-B886-4977-8C6F-78D32E89958E}"/>
              </a:ext>
            </a:extLst>
          </p:cNvPr>
          <p:cNvSpPr>
            <a:spLocks xmlns:a="http://schemas.openxmlformats.org/drawingml/2006/main" noGrp="1"/>
          </p:cNvSpPr>
          <p:nvPr/>
        </p:nvSpPr>
        <p:spPr>
          <a:xfrm xmlns:a="http://schemas.openxmlformats.org/drawingml/2006/main">
            <a:off x="7416053"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4" name="Editable chart path">
            <a:extLst xmlns:a="http://schemas.openxmlformats.org/drawingml/2006/main">
              <a:ext uri="{FF2B5EF4-FFF2-40B4-BE49-F238E27FC236}">
                <a16:creationId xmlns:a16="http://schemas.microsoft.com/office/drawing/2014/main" id="{8E605BB9-E152-4CD7-8357-728641B3FA64}"/>
              </a:ext>
            </a:extLst>
          </p:cNvPr>
          <p:cNvSpPr>
            <a:spLocks xmlns:a="http://schemas.openxmlformats.org/drawingml/2006/main" noGrp="1"/>
          </p:cNvSpPr>
          <p:nvPr/>
        </p:nvSpPr>
        <p:spPr>
          <a:xfrm xmlns:a="http://schemas.openxmlformats.org/drawingml/2006/main">
            <a:off x="7358804"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5" name="">
            <a:extLst xmlns:a="http://schemas.openxmlformats.org/drawingml/2006/main">
              <a:ext uri="{FF2B5EF4-FFF2-40B4-BE49-F238E27FC236}">
                <a16:creationId xmlns:a16="http://schemas.microsoft.com/office/drawing/2014/main" id="{54117437-70BD-4A1E-9999-281CF1A67689}"/>
              </a:ext>
            </a:extLst>
          </p:cNvPr>
          <p:cNvSpPr>
            <a:spLocks xmlns:a="http://schemas.openxmlformats.org/drawingml/2006/main" noGrp="1"/>
          </p:cNvSpPr>
          <p:nvPr/>
        </p:nvSpPr>
        <p:spPr>
          <a:xfrm xmlns:a="http://schemas.openxmlformats.org/drawingml/2006/main" rot="0">
            <a:off x="7058693"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66" name="Editable chart path">
            <a:extLst xmlns:a="http://schemas.openxmlformats.org/drawingml/2006/main">
              <a:ext uri="{FF2B5EF4-FFF2-40B4-BE49-F238E27FC236}">
                <a16:creationId xmlns:a16="http://schemas.microsoft.com/office/drawing/2014/main" id="{68476832-BC60-48AA-B54E-CE1ED336CD68}"/>
              </a:ext>
            </a:extLst>
          </p:cNvPr>
          <p:cNvSpPr>
            <a:spLocks xmlns:a="http://schemas.openxmlformats.org/drawingml/2006/main" noGrp="1"/>
          </p:cNvSpPr>
          <p:nvPr/>
        </p:nvSpPr>
        <p:spPr>
          <a:xfrm xmlns:a="http://schemas.openxmlformats.org/drawingml/2006/main">
            <a:off x="7416053"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E948CB69-E727-410A-8520-35122DCFBF0A}"/>
              </a:ext>
            </a:extLst>
          </p:cNvPr>
          <p:cNvSpPr>
            <a:spLocks xmlns:a="http://schemas.openxmlformats.org/drawingml/2006/main" noGrp="1"/>
          </p:cNvSpPr>
          <p:nvPr/>
        </p:nvSpPr>
        <p:spPr>
          <a:xfrm xmlns:a="http://schemas.openxmlformats.org/drawingml/2006/main">
            <a:off x="7358804"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8" name="">
            <a:extLst xmlns:a="http://schemas.openxmlformats.org/drawingml/2006/main">
              <a:ext uri="{FF2B5EF4-FFF2-40B4-BE49-F238E27FC236}">
                <a16:creationId xmlns:a16="http://schemas.microsoft.com/office/drawing/2014/main" id="{0CEBC31D-4716-473A-B39F-204EA25F2E86}"/>
              </a:ext>
            </a:extLst>
          </p:cNvPr>
          <p:cNvSpPr>
            <a:spLocks xmlns:a="http://schemas.openxmlformats.org/drawingml/2006/main" noGrp="1"/>
          </p:cNvSpPr>
          <p:nvPr/>
        </p:nvSpPr>
        <p:spPr>
          <a:xfrm xmlns:a="http://schemas.openxmlformats.org/drawingml/2006/main" rot="0">
            <a:off x="7058693"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69" name="Editable chart path">
            <a:extLst xmlns:a="http://schemas.openxmlformats.org/drawingml/2006/main">
              <a:ext uri="{FF2B5EF4-FFF2-40B4-BE49-F238E27FC236}">
                <a16:creationId xmlns:a16="http://schemas.microsoft.com/office/drawing/2014/main" id="{2B9ABC63-4473-48ED-A3DC-A854844B7CCE}"/>
              </a:ext>
            </a:extLst>
          </p:cNvPr>
          <p:cNvSpPr>
            <a:spLocks xmlns:a="http://schemas.openxmlformats.org/drawingml/2006/main" noGrp="1"/>
          </p:cNvSpPr>
          <p:nvPr/>
        </p:nvSpPr>
        <p:spPr>
          <a:xfrm xmlns:a="http://schemas.openxmlformats.org/drawingml/2006/main">
            <a:off x="7416053"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70" name="Editable chart path">
            <a:extLst xmlns:a="http://schemas.openxmlformats.org/drawingml/2006/main">
              <a:ext uri="{FF2B5EF4-FFF2-40B4-BE49-F238E27FC236}">
                <a16:creationId xmlns:a16="http://schemas.microsoft.com/office/drawing/2014/main" id="{10575EEB-6EE9-4554-9474-6F848A55604A}"/>
              </a:ext>
            </a:extLst>
          </p:cNvPr>
          <p:cNvSpPr>
            <a:spLocks xmlns:a="http://schemas.openxmlformats.org/drawingml/2006/main" noGrp="1"/>
          </p:cNvSpPr>
          <p:nvPr/>
        </p:nvSpPr>
        <p:spPr>
          <a:xfrm xmlns:a="http://schemas.openxmlformats.org/drawingml/2006/main">
            <a:off x="7358804"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71" name="">
            <a:extLst xmlns:a="http://schemas.openxmlformats.org/drawingml/2006/main">
              <a:ext uri="{FF2B5EF4-FFF2-40B4-BE49-F238E27FC236}">
                <a16:creationId xmlns:a16="http://schemas.microsoft.com/office/drawing/2014/main" id="{33D5CD1C-C935-431B-8970-905977BD9671}"/>
              </a:ext>
            </a:extLst>
          </p:cNvPr>
          <p:cNvSpPr>
            <a:spLocks xmlns:a="http://schemas.openxmlformats.org/drawingml/2006/main" noGrp="1"/>
          </p:cNvSpPr>
          <p:nvPr/>
        </p:nvSpPr>
        <p:spPr>
          <a:xfrm xmlns:a="http://schemas.openxmlformats.org/drawingml/2006/main" rot="0">
            <a:off x="7021165"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72" name="Editable chart path">
            <a:extLst xmlns:a="http://schemas.openxmlformats.org/drawingml/2006/main">
              <a:ext uri="{FF2B5EF4-FFF2-40B4-BE49-F238E27FC236}">
                <a16:creationId xmlns:a16="http://schemas.microsoft.com/office/drawing/2014/main" id="{A1C3001B-E36D-4163-BA3A-7209E560F630}"/>
              </a:ext>
            </a:extLst>
          </p:cNvPr>
          <p:cNvSpPr>
            <a:spLocks xmlns:a="http://schemas.openxmlformats.org/drawingml/2006/main" noGrp="1"/>
          </p:cNvSpPr>
          <p:nvPr/>
        </p:nvSpPr>
        <p:spPr>
          <a:xfrm xmlns:a="http://schemas.openxmlformats.org/drawingml/2006/main">
            <a:off x="7549746" y="3818823"/>
            <a:ext cx="2673861" cy="360590"/>
          </a:xfrm>
          <a:custGeom xmlns:a="http://schemas.openxmlformats.org/drawingml/2006/main">
            <a:pathLst>
              <a:path w="1557034" h="209978">
                <a:moveTo>
                  <a:pt x="0" y="56948"/>
                </a:moveTo>
                <a:lnTo>
                  <a:pt x="55608" y="38316"/>
                </a:lnTo>
                <a:lnTo>
                  <a:pt x="111217" y="0"/>
                </a:lnTo>
                <a:lnTo>
                  <a:pt x="166825" y="13291"/>
                </a:lnTo>
                <a:lnTo>
                  <a:pt x="222433" y="102496"/>
                </a:lnTo>
                <a:lnTo>
                  <a:pt x="278042" y="104922"/>
                </a:lnTo>
                <a:lnTo>
                  <a:pt x="333650" y="58880"/>
                </a:lnTo>
                <a:lnTo>
                  <a:pt x="389259" y="64801"/>
                </a:lnTo>
                <a:lnTo>
                  <a:pt x="444867" y="64209"/>
                </a:lnTo>
                <a:lnTo>
                  <a:pt x="500475" y="79004"/>
                </a:lnTo>
                <a:lnTo>
                  <a:pt x="556084" y="66164"/>
                </a:lnTo>
                <a:lnTo>
                  <a:pt x="611692" y="93846"/>
                </a:lnTo>
                <a:lnTo>
                  <a:pt x="667300" y="209978"/>
                </a:lnTo>
                <a:lnTo>
                  <a:pt x="722909" y="199673"/>
                </a:lnTo>
                <a:lnTo>
                  <a:pt x="778517" y="193442"/>
                </a:lnTo>
                <a:lnTo>
                  <a:pt x="834126" y="201202"/>
                </a:lnTo>
                <a:lnTo>
                  <a:pt x="889734" y="118050"/>
                </a:lnTo>
                <a:lnTo>
                  <a:pt x="945342" y="112944"/>
                </a:lnTo>
                <a:lnTo>
                  <a:pt x="1000951" y="143848"/>
                </a:lnTo>
                <a:lnTo>
                  <a:pt x="1056559" y="129898"/>
                </a:lnTo>
                <a:lnTo>
                  <a:pt x="1112167" y="82301"/>
                </a:lnTo>
                <a:lnTo>
                  <a:pt x="1167776" y="73919"/>
                </a:lnTo>
                <a:lnTo>
                  <a:pt x="1223384" y="101441"/>
                </a:lnTo>
                <a:lnTo>
                  <a:pt x="1278993" y="96051"/>
                </a:lnTo>
                <a:lnTo>
                  <a:pt x="1334601" y="156039"/>
                </a:lnTo>
                <a:lnTo>
                  <a:pt x="1390209" y="153025"/>
                </a:lnTo>
                <a:lnTo>
                  <a:pt x="1445818" y="185580"/>
                </a:lnTo>
                <a:lnTo>
                  <a:pt x="1501426" y="187171"/>
                </a:lnTo>
                <a:lnTo>
                  <a:pt x="1557034" y="129796"/>
                </a:lnTo>
              </a:path>
            </a:pathLst>
          </a:custGeom>
          <a:noFill xmlns:a="http://schemas.openxmlformats.org/drawingml/2006/main"/>
          <a:ln xmlns:a="http://schemas.openxmlformats.org/drawingml/2006/main" w="24536">
            <a:solidFill>
              <a:srgbClr val="2C5EAA"/>
            </a:solidFill>
            <a:prstDash val="solid"/>
          </a:ln>
        </p:spPr>
      </p:sp>
      <p:sp>
        <p:nvSpPr>
          <p:cNvPr id="73" name="Editable chart path">
            <a:extLst xmlns:a="http://schemas.openxmlformats.org/drawingml/2006/main">
              <a:ext uri="{FF2B5EF4-FFF2-40B4-BE49-F238E27FC236}">
                <a16:creationId xmlns:a16="http://schemas.microsoft.com/office/drawing/2014/main" id="{4228AD81-F571-48C7-BF34-D3B9B52F6FC7}"/>
              </a:ext>
            </a:extLst>
          </p:cNvPr>
          <p:cNvSpPr>
            <a:spLocks xmlns:a="http://schemas.openxmlformats.org/drawingml/2006/main" noGrp="1"/>
          </p:cNvSpPr>
          <p:nvPr/>
        </p:nvSpPr>
        <p:spPr>
          <a:xfrm xmlns:a="http://schemas.openxmlformats.org/drawingml/2006/main">
            <a:off x="7549746" y="3753086"/>
            <a:ext cx="2673861" cy="513187"/>
          </a:xfrm>
          <a:custGeom xmlns:a="http://schemas.openxmlformats.org/drawingml/2006/main">
            <a:pathLst>
              <a:path w="1557034" h="298838">
                <a:moveTo>
                  <a:pt x="0" y="95228"/>
                </a:moveTo>
                <a:lnTo>
                  <a:pt x="55608" y="11487"/>
                </a:lnTo>
                <a:lnTo>
                  <a:pt x="111217" y="47614"/>
                </a:lnTo>
                <a:lnTo>
                  <a:pt x="166825" y="117090"/>
                </a:lnTo>
                <a:lnTo>
                  <a:pt x="222433" y="121906"/>
                </a:lnTo>
                <a:lnTo>
                  <a:pt x="278042" y="121721"/>
                </a:lnTo>
                <a:lnTo>
                  <a:pt x="333650" y="0"/>
                </a:lnTo>
                <a:lnTo>
                  <a:pt x="389259" y="77627"/>
                </a:lnTo>
                <a:lnTo>
                  <a:pt x="444867" y="30384"/>
                </a:lnTo>
                <a:lnTo>
                  <a:pt x="500475" y="58915"/>
                </a:lnTo>
                <a:lnTo>
                  <a:pt x="556084" y="222507"/>
                </a:lnTo>
                <a:lnTo>
                  <a:pt x="611692" y="298838"/>
                </a:lnTo>
                <a:lnTo>
                  <a:pt x="667300" y="219728"/>
                </a:lnTo>
                <a:lnTo>
                  <a:pt x="722909" y="174152"/>
                </a:lnTo>
                <a:lnTo>
                  <a:pt x="778517" y="126353"/>
                </a:lnTo>
                <a:lnTo>
                  <a:pt x="834126" y="113569"/>
                </a:lnTo>
                <a:lnTo>
                  <a:pt x="889734" y="146918"/>
                </a:lnTo>
                <a:lnTo>
                  <a:pt x="945342" y="166556"/>
                </a:lnTo>
                <a:lnTo>
                  <a:pt x="1000951" y="143953"/>
                </a:lnTo>
                <a:lnTo>
                  <a:pt x="1056559" y="230474"/>
                </a:lnTo>
                <a:lnTo>
                  <a:pt x="1112167" y="85594"/>
                </a:lnTo>
                <a:lnTo>
                  <a:pt x="1167776" y="164333"/>
                </a:lnTo>
                <a:lnTo>
                  <a:pt x="1223384" y="126168"/>
                </a:lnTo>
                <a:lnTo>
                  <a:pt x="1278993" y="89855"/>
                </a:lnTo>
                <a:lnTo>
                  <a:pt x="1334601" y="82815"/>
                </a:lnTo>
                <a:lnTo>
                  <a:pt x="1390209" y="157849"/>
                </a:lnTo>
                <a:lnTo>
                  <a:pt x="1445818" y="296244"/>
                </a:lnTo>
                <a:lnTo>
                  <a:pt x="1501426" y="168409"/>
                </a:lnTo>
                <a:lnTo>
                  <a:pt x="1557034" y="212503"/>
                </a:lnTo>
              </a:path>
            </a:pathLst>
          </a:custGeom>
          <a:noFill xmlns:a="http://schemas.openxmlformats.org/drawingml/2006/main"/>
          <a:ln xmlns:a="http://schemas.openxmlformats.org/drawingml/2006/main" w="19628">
            <a:solidFill>
              <a:srgbClr val="14203A"/>
            </a:solidFill>
            <a:prstDash val="solid"/>
          </a:ln>
        </p:spPr>
      </p:sp>
      <p:sp>
        <p:nvSpPr>
          <p:cNvPr id="74" name="Editable chart path">
            <a:extLst xmlns:a="http://schemas.openxmlformats.org/drawingml/2006/main">
              <a:ext uri="{FF2B5EF4-FFF2-40B4-BE49-F238E27FC236}">
                <a16:creationId xmlns:a16="http://schemas.microsoft.com/office/drawing/2014/main" id="{CB1C732C-41AA-4586-8553-4CED1C549AAD}"/>
              </a:ext>
            </a:extLst>
          </p:cNvPr>
          <p:cNvSpPr>
            <a:spLocks xmlns:a="http://schemas.openxmlformats.org/drawingml/2006/main" noGrp="1"/>
          </p:cNvSpPr>
          <p:nvPr/>
        </p:nvSpPr>
        <p:spPr>
          <a:xfrm xmlns:a="http://schemas.openxmlformats.org/drawingml/2006/main">
            <a:off x="8695687"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75" name="Editable chart path">
            <a:extLst xmlns:a="http://schemas.openxmlformats.org/drawingml/2006/main">
              <a:ext uri="{FF2B5EF4-FFF2-40B4-BE49-F238E27FC236}">
                <a16:creationId xmlns:a16="http://schemas.microsoft.com/office/drawing/2014/main" id="{F224062F-4184-4378-9FD8-1855707252F7}"/>
              </a:ext>
            </a:extLst>
          </p:cNvPr>
          <p:cNvSpPr>
            <a:spLocks xmlns:a="http://schemas.openxmlformats.org/drawingml/2006/main" noGrp="1"/>
          </p:cNvSpPr>
          <p:nvPr/>
        </p:nvSpPr>
        <p:spPr>
          <a:xfrm xmlns:a="http://schemas.openxmlformats.org/drawingml/2006/main">
            <a:off x="7416053"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76" name="Editable chart path">
            <a:extLst xmlns:a="http://schemas.openxmlformats.org/drawingml/2006/main">
              <a:ext uri="{FF2B5EF4-FFF2-40B4-BE49-F238E27FC236}">
                <a16:creationId xmlns:a16="http://schemas.microsoft.com/office/drawing/2014/main" id="{B43D75F3-AED2-44D0-B86A-BC28BB6DC96A}"/>
              </a:ext>
            </a:extLst>
          </p:cNvPr>
          <p:cNvSpPr>
            <a:spLocks xmlns:a="http://schemas.openxmlformats.org/drawingml/2006/main" noGrp="1"/>
          </p:cNvSpPr>
          <p:nvPr/>
        </p:nvSpPr>
        <p:spPr>
          <a:xfrm xmlns:a="http://schemas.openxmlformats.org/drawingml/2006/main">
            <a:off x="7416053"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77" name="">
            <a:extLst xmlns:a="http://schemas.openxmlformats.org/drawingml/2006/main">
              <a:ext uri="{FF2B5EF4-FFF2-40B4-BE49-F238E27FC236}">
                <a16:creationId xmlns:a16="http://schemas.microsoft.com/office/drawing/2014/main" id="{F736576E-332B-4311-95E9-7432868E003D}"/>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78" name="">
            <a:extLst xmlns:a="http://schemas.openxmlformats.org/drawingml/2006/main">
              <a:ext uri="{FF2B5EF4-FFF2-40B4-BE49-F238E27FC236}">
                <a16:creationId xmlns:a16="http://schemas.microsoft.com/office/drawing/2014/main" id="{AAF27475-6105-4508-9343-0CCABBB1B100}"/>
              </a:ext>
            </a:extLst>
          </p:cNvPr>
          <p:cNvSpPr>
            <a:spLocks xmlns:a="http://schemas.openxmlformats.org/drawingml/2006/main" noGrp="1"/>
          </p:cNvSpPr>
          <p:nvPr/>
        </p:nvSpPr>
        <p:spPr>
          <a:xfrm xmlns:a="http://schemas.openxmlformats.org/drawingml/2006/main">
            <a:off x="6562725"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79" name="">
            <a:extLst xmlns:a="http://schemas.openxmlformats.org/drawingml/2006/main">
              <a:ext uri="{FF2B5EF4-FFF2-40B4-BE49-F238E27FC236}">
                <a16:creationId xmlns:a16="http://schemas.microsoft.com/office/drawing/2014/main" id="{874320BB-3A00-4033-83A9-62AF3ED441B7}"/>
              </a:ext>
            </a:extLst>
          </p:cNvPr>
          <p:cNvSpPr>
            <a:spLocks xmlns:a="http://schemas.openxmlformats.org/drawingml/2006/main" noGrp="1"/>
          </p:cNvSpPr>
          <p:nvPr/>
        </p:nvSpPr>
        <p:spPr>
          <a:xfrm xmlns:a="http://schemas.openxmlformats.org/drawingml/2006/main">
            <a:off x="8632603"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0" name="">
            <a:extLst xmlns:a="http://schemas.openxmlformats.org/drawingml/2006/main">
              <a:ext uri="{FF2B5EF4-FFF2-40B4-BE49-F238E27FC236}">
                <a16:creationId xmlns:a16="http://schemas.microsoft.com/office/drawing/2014/main" id="{0F7B8911-AE44-425C-8893-D71C6DD54346}"/>
              </a:ext>
            </a:extLst>
          </p:cNvPr>
          <p:cNvSpPr>
            <a:spLocks xmlns:a="http://schemas.openxmlformats.org/drawingml/2006/main" noGrp="1"/>
          </p:cNvSpPr>
          <p:nvPr/>
        </p:nvSpPr>
        <p:spPr>
          <a:xfrm xmlns:a="http://schemas.openxmlformats.org/drawingml/2006/main">
            <a:off x="8861203"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88.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V1 ON HELD-OUT STORMS (4/5)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Simulation only. No setting passes the unchanged overall plausibility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88</a:t>
            </a:r>
            <a:endParaRPr sz="1200"/>
          </a:p>
        </p:txBody>
      </p:sp>
      <p:sp>
        <p:nvSpPr>
          <p:cNvPr id="14" name="">
            <a:extLst xmlns:a="http://schemas.openxmlformats.org/drawingml/2006/main">
              <a:ext uri="{FF2B5EF4-FFF2-40B4-BE49-F238E27FC236}">
                <a16:creationId xmlns:a16="http://schemas.microsoft.com/office/drawing/2014/main" id="{587663D7-2D95-436C-80F2-23156ECC9FE3}"/>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3D603C54-0C47-4DA4-840D-86EA0FD4F628}"/>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2026-05-15</a:t>
            </a:r>
          </a:p>
        </p:txBody>
      </p:sp>
      <p:sp>
        <p:nvSpPr>
          <p:cNvPr id="16" name="">
            <a:extLst xmlns:a="http://schemas.openxmlformats.org/drawingml/2006/main">
              <a:ext uri="{FF2B5EF4-FFF2-40B4-BE49-F238E27FC236}">
                <a16:creationId xmlns:a16="http://schemas.microsoft.com/office/drawing/2014/main" id="{2319607D-926A-4333-9D0F-BBC61D83F0C4}"/>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2ED758CE-28A9-4078-A704-213FA7DA3D00}"/>
              </a:ext>
            </a:extLst>
          </p:cNvPr>
          <p:cNvSpPr>
            <a:spLocks xmlns:a="http://schemas.openxmlformats.org/drawingml/2006/main" noGrp="1"/>
          </p:cNvSpPr>
          <p:nvPr/>
        </p:nvSpPr>
        <p:spPr>
          <a:xfrm xmlns:a="http://schemas.openxmlformats.org/drawingml/2006/main">
            <a:off x="2358621" y="3210060"/>
            <a:ext cx="2673861" cy="785078"/>
          </a:xfrm>
          <a:custGeom xmlns:a="http://schemas.openxmlformats.org/drawingml/2006/main">
            <a:pathLst>
              <a:path w="1557034" h="457165">
                <a:moveTo>
                  <a:pt x="0" y="411441"/>
                </a:moveTo>
                <a:lnTo>
                  <a:pt x="0" y="411441"/>
                </a:lnTo>
                <a:lnTo>
                  <a:pt x="55608" y="402954"/>
                </a:lnTo>
                <a:lnTo>
                  <a:pt x="111217" y="319889"/>
                </a:lnTo>
                <a:lnTo>
                  <a:pt x="166825" y="335062"/>
                </a:lnTo>
                <a:lnTo>
                  <a:pt x="222433" y="335180"/>
                </a:lnTo>
                <a:lnTo>
                  <a:pt x="278042" y="345197"/>
                </a:lnTo>
                <a:lnTo>
                  <a:pt x="333650" y="313463"/>
                </a:lnTo>
                <a:lnTo>
                  <a:pt x="389259" y="322929"/>
                </a:lnTo>
                <a:lnTo>
                  <a:pt x="444867" y="130703"/>
                </a:lnTo>
                <a:lnTo>
                  <a:pt x="500475" y="165890"/>
                </a:lnTo>
                <a:lnTo>
                  <a:pt x="556084" y="28230"/>
                </a:lnTo>
                <a:lnTo>
                  <a:pt x="611692" y="56785"/>
                </a:lnTo>
                <a:lnTo>
                  <a:pt x="667300" y="229424"/>
                </a:lnTo>
                <a:lnTo>
                  <a:pt x="722909" y="232498"/>
                </a:lnTo>
                <a:lnTo>
                  <a:pt x="778517" y="272971"/>
                </a:lnTo>
                <a:lnTo>
                  <a:pt x="834126" y="256563"/>
                </a:lnTo>
                <a:lnTo>
                  <a:pt x="889734" y="238665"/>
                </a:lnTo>
                <a:lnTo>
                  <a:pt x="945342" y="221693"/>
                </a:lnTo>
                <a:lnTo>
                  <a:pt x="1000951" y="285207"/>
                </a:lnTo>
                <a:lnTo>
                  <a:pt x="1056559" y="278583"/>
                </a:lnTo>
                <a:lnTo>
                  <a:pt x="1112167" y="391505"/>
                </a:lnTo>
                <a:lnTo>
                  <a:pt x="1167776" y="389438"/>
                </a:lnTo>
                <a:lnTo>
                  <a:pt x="1223384" y="401428"/>
                </a:lnTo>
                <a:lnTo>
                  <a:pt x="1278993" y="393122"/>
                </a:lnTo>
                <a:lnTo>
                  <a:pt x="1334601" y="389110"/>
                </a:lnTo>
                <a:lnTo>
                  <a:pt x="1390209" y="383185"/>
                </a:lnTo>
                <a:lnTo>
                  <a:pt x="1445818" y="390778"/>
                </a:lnTo>
                <a:lnTo>
                  <a:pt x="1501426" y="390867"/>
                </a:lnTo>
                <a:lnTo>
                  <a:pt x="1557034" y="457165"/>
                </a:lnTo>
                <a:lnTo>
                  <a:pt x="1557034" y="433831"/>
                </a:lnTo>
                <a:lnTo>
                  <a:pt x="1557034" y="433831"/>
                </a:lnTo>
                <a:lnTo>
                  <a:pt x="1501426" y="365872"/>
                </a:lnTo>
                <a:lnTo>
                  <a:pt x="1445818" y="367095"/>
                </a:lnTo>
                <a:lnTo>
                  <a:pt x="1390209" y="360477"/>
                </a:lnTo>
                <a:lnTo>
                  <a:pt x="1334601" y="362656"/>
                </a:lnTo>
                <a:lnTo>
                  <a:pt x="1278993" y="369334"/>
                </a:lnTo>
                <a:lnTo>
                  <a:pt x="1223384" y="377419"/>
                </a:lnTo>
                <a:lnTo>
                  <a:pt x="1167776" y="364719"/>
                </a:lnTo>
                <a:lnTo>
                  <a:pt x="1112167" y="366772"/>
                </a:lnTo>
                <a:lnTo>
                  <a:pt x="1056559" y="254074"/>
                </a:lnTo>
                <a:lnTo>
                  <a:pt x="1000951" y="253410"/>
                </a:lnTo>
                <a:lnTo>
                  <a:pt x="945342" y="198254"/>
                </a:lnTo>
                <a:lnTo>
                  <a:pt x="889734" y="208506"/>
                </a:lnTo>
                <a:lnTo>
                  <a:pt x="834126" y="223367"/>
                </a:lnTo>
                <a:lnTo>
                  <a:pt x="778517" y="242994"/>
                </a:lnTo>
                <a:lnTo>
                  <a:pt x="722909" y="200612"/>
                </a:lnTo>
                <a:lnTo>
                  <a:pt x="667300" y="199614"/>
                </a:lnTo>
                <a:lnTo>
                  <a:pt x="611692" y="20967"/>
                </a:lnTo>
                <a:lnTo>
                  <a:pt x="556084" y="0"/>
                </a:lnTo>
                <a:lnTo>
                  <a:pt x="500475" y="132778"/>
                </a:lnTo>
                <a:lnTo>
                  <a:pt x="444867" y="110106"/>
                </a:lnTo>
                <a:lnTo>
                  <a:pt x="389259" y="295601"/>
                </a:lnTo>
                <a:lnTo>
                  <a:pt x="333650" y="285421"/>
                </a:lnTo>
                <a:lnTo>
                  <a:pt x="278042" y="327002"/>
                </a:lnTo>
                <a:lnTo>
                  <a:pt x="222433" y="313659"/>
                </a:lnTo>
                <a:lnTo>
                  <a:pt x="166825" y="317189"/>
                </a:lnTo>
                <a:lnTo>
                  <a:pt x="111217" y="300235"/>
                </a:lnTo>
                <a:lnTo>
                  <a:pt x="55608" y="382055"/>
                </a:lnTo>
                <a:lnTo>
                  <a:pt x="0" y="411441"/>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80D8595F-03B7-4297-8FC9-4D60216C863F}"/>
              </a:ext>
            </a:extLst>
          </p:cNvPr>
          <p:cNvSpPr>
            <a:spLocks xmlns:a="http://schemas.openxmlformats.org/drawingml/2006/main" noGrp="1"/>
          </p:cNvSpPr>
          <p:nvPr/>
        </p:nvSpPr>
        <p:spPr>
          <a:xfrm xmlns:a="http://schemas.openxmlformats.org/drawingml/2006/main">
            <a:off x="2358621"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19" name="">
            <a:extLst xmlns:a="http://schemas.openxmlformats.org/drawingml/2006/main">
              <a:ext uri="{FF2B5EF4-FFF2-40B4-BE49-F238E27FC236}">
                <a16:creationId xmlns:a16="http://schemas.microsoft.com/office/drawing/2014/main" id="{7B397B41-FFB4-43D1-BE1F-C07C76ABBD62}"/>
              </a:ext>
            </a:extLst>
          </p:cNvPr>
          <p:cNvSpPr>
            <a:spLocks xmlns:a="http://schemas.openxmlformats.org/drawingml/2006/main" noGrp="1"/>
          </p:cNvSpPr>
          <p:nvPr/>
        </p:nvSpPr>
        <p:spPr>
          <a:xfrm xmlns:a="http://schemas.openxmlformats.org/drawingml/2006/main" rot="0">
            <a:off x="2306962"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09B8AD6C-D23E-45CE-8000-C60643B30D6E}"/>
              </a:ext>
            </a:extLst>
          </p:cNvPr>
          <p:cNvSpPr>
            <a:spLocks xmlns:a="http://schemas.openxmlformats.org/drawingml/2006/main" noGrp="1"/>
          </p:cNvSpPr>
          <p:nvPr/>
        </p:nvSpPr>
        <p:spPr>
          <a:xfrm xmlns:a="http://schemas.openxmlformats.org/drawingml/2006/main">
            <a:off x="312258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1" name="">
            <a:extLst xmlns:a="http://schemas.openxmlformats.org/drawingml/2006/main">
              <a:ext uri="{FF2B5EF4-FFF2-40B4-BE49-F238E27FC236}">
                <a16:creationId xmlns:a16="http://schemas.microsoft.com/office/drawing/2014/main" id="{C8EB7B02-320A-4044-870D-C9E422749515}"/>
              </a:ext>
            </a:extLst>
          </p:cNvPr>
          <p:cNvSpPr>
            <a:spLocks xmlns:a="http://schemas.openxmlformats.org/drawingml/2006/main" noGrp="1"/>
          </p:cNvSpPr>
          <p:nvPr/>
        </p:nvSpPr>
        <p:spPr>
          <a:xfrm xmlns:a="http://schemas.openxmlformats.org/drawingml/2006/main" rot="0">
            <a:off x="3073307"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DD0FB144-80F4-48B9-AE87-9FFD71C5D535}"/>
              </a:ext>
            </a:extLst>
          </p:cNvPr>
          <p:cNvSpPr>
            <a:spLocks xmlns:a="http://schemas.openxmlformats.org/drawingml/2006/main" noGrp="1"/>
          </p:cNvSpPr>
          <p:nvPr/>
        </p:nvSpPr>
        <p:spPr>
          <a:xfrm xmlns:a="http://schemas.openxmlformats.org/drawingml/2006/main">
            <a:off x="388654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3" name="">
            <a:extLst xmlns:a="http://schemas.openxmlformats.org/drawingml/2006/main">
              <a:ext uri="{FF2B5EF4-FFF2-40B4-BE49-F238E27FC236}">
                <a16:creationId xmlns:a16="http://schemas.microsoft.com/office/drawing/2014/main" id="{D8EF2A1A-8996-4788-B6D8-69587492AD63}"/>
              </a:ext>
            </a:extLst>
          </p:cNvPr>
          <p:cNvSpPr>
            <a:spLocks xmlns:a="http://schemas.openxmlformats.org/drawingml/2006/main" noGrp="1"/>
          </p:cNvSpPr>
          <p:nvPr/>
        </p:nvSpPr>
        <p:spPr>
          <a:xfrm xmlns:a="http://schemas.openxmlformats.org/drawingml/2006/main" rot="0">
            <a:off x="3834856"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95D3D902-3F4D-4F20-A5D4-166A26512E64}"/>
              </a:ext>
            </a:extLst>
          </p:cNvPr>
          <p:cNvSpPr>
            <a:spLocks xmlns:a="http://schemas.openxmlformats.org/drawingml/2006/main" noGrp="1"/>
          </p:cNvSpPr>
          <p:nvPr/>
        </p:nvSpPr>
        <p:spPr>
          <a:xfrm xmlns:a="http://schemas.openxmlformats.org/drawingml/2006/main">
            <a:off x="465050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5" name="">
            <a:extLst xmlns:a="http://schemas.openxmlformats.org/drawingml/2006/main">
              <a:ext uri="{FF2B5EF4-FFF2-40B4-BE49-F238E27FC236}">
                <a16:creationId xmlns:a16="http://schemas.microsoft.com/office/drawing/2014/main" id="{D6916E78-1492-42CB-B0B2-AE873D2E67E7}"/>
              </a:ext>
            </a:extLst>
          </p:cNvPr>
          <p:cNvSpPr>
            <a:spLocks xmlns:a="http://schemas.openxmlformats.org/drawingml/2006/main" noGrp="1"/>
          </p:cNvSpPr>
          <p:nvPr/>
        </p:nvSpPr>
        <p:spPr>
          <a:xfrm xmlns:a="http://schemas.openxmlformats.org/drawingml/2006/main" rot="0">
            <a:off x="4598686"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CFB304BE-4D21-4882-A0FE-7D37195BDA66}"/>
              </a:ext>
            </a:extLst>
          </p:cNvPr>
          <p:cNvSpPr>
            <a:spLocks xmlns:a="http://schemas.openxmlformats.org/drawingml/2006/main" noGrp="1"/>
          </p:cNvSpPr>
          <p:nvPr/>
        </p:nvSpPr>
        <p:spPr>
          <a:xfrm xmlns:a="http://schemas.openxmlformats.org/drawingml/2006/main" rot="0">
            <a:off x="3127879"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D2A71BD4-8C01-4414-B7C6-160CD529AD1E}"/>
              </a:ext>
            </a:extLst>
          </p:cNvPr>
          <p:cNvSpPr>
            <a:spLocks xmlns:a="http://schemas.openxmlformats.org/drawingml/2006/main" noGrp="1"/>
          </p:cNvSpPr>
          <p:nvPr/>
        </p:nvSpPr>
        <p:spPr>
          <a:xfrm xmlns:a="http://schemas.openxmlformats.org/drawingml/2006/main">
            <a:off x="2224928"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C054E44C-81A8-49B2-B029-B908C10F7D20}"/>
              </a:ext>
            </a:extLst>
          </p:cNvPr>
          <p:cNvSpPr>
            <a:spLocks xmlns:a="http://schemas.openxmlformats.org/drawingml/2006/main" noGrp="1"/>
          </p:cNvSpPr>
          <p:nvPr/>
        </p:nvSpPr>
        <p:spPr>
          <a:xfrm xmlns:a="http://schemas.openxmlformats.org/drawingml/2006/main">
            <a:off x="2167679"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16D6DC10-55A0-4139-9E1A-CE39F8498C22}"/>
              </a:ext>
            </a:extLst>
          </p:cNvPr>
          <p:cNvSpPr>
            <a:spLocks xmlns:a="http://schemas.openxmlformats.org/drawingml/2006/main" noGrp="1"/>
          </p:cNvSpPr>
          <p:nvPr/>
        </p:nvSpPr>
        <p:spPr>
          <a:xfrm xmlns:a="http://schemas.openxmlformats.org/drawingml/2006/main">
            <a:off x="2224928"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B4218013-5B01-4AA1-B195-E6E286E19E61}"/>
              </a:ext>
            </a:extLst>
          </p:cNvPr>
          <p:cNvSpPr>
            <a:spLocks xmlns:a="http://schemas.openxmlformats.org/drawingml/2006/main" noGrp="1"/>
          </p:cNvSpPr>
          <p:nvPr/>
        </p:nvSpPr>
        <p:spPr>
          <a:xfrm xmlns:a="http://schemas.openxmlformats.org/drawingml/2006/main">
            <a:off x="2167679"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1" name="Editable chart path">
            <a:extLst xmlns:a="http://schemas.openxmlformats.org/drawingml/2006/main">
              <a:ext uri="{FF2B5EF4-FFF2-40B4-BE49-F238E27FC236}">
                <a16:creationId xmlns:a16="http://schemas.microsoft.com/office/drawing/2014/main" id="{E2F4DC1C-E6F7-448B-99A2-4415036A83E5}"/>
              </a:ext>
            </a:extLst>
          </p:cNvPr>
          <p:cNvSpPr>
            <a:spLocks xmlns:a="http://schemas.openxmlformats.org/drawingml/2006/main" noGrp="1"/>
          </p:cNvSpPr>
          <p:nvPr/>
        </p:nvSpPr>
        <p:spPr>
          <a:xfrm xmlns:a="http://schemas.openxmlformats.org/drawingml/2006/main">
            <a:off x="2224928"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BA787E7A-8073-4B97-BA77-DDFFC240C3FF}"/>
              </a:ext>
            </a:extLst>
          </p:cNvPr>
          <p:cNvSpPr>
            <a:spLocks xmlns:a="http://schemas.openxmlformats.org/drawingml/2006/main" noGrp="1"/>
          </p:cNvSpPr>
          <p:nvPr/>
        </p:nvSpPr>
        <p:spPr>
          <a:xfrm xmlns:a="http://schemas.openxmlformats.org/drawingml/2006/main">
            <a:off x="2167679"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EDBAC42C-5EED-459B-B880-8C9348CC2491}"/>
              </a:ext>
            </a:extLst>
          </p:cNvPr>
          <p:cNvSpPr>
            <a:spLocks xmlns:a="http://schemas.openxmlformats.org/drawingml/2006/main" noGrp="1"/>
          </p:cNvSpPr>
          <p:nvPr/>
        </p:nvSpPr>
        <p:spPr>
          <a:xfrm xmlns:a="http://schemas.openxmlformats.org/drawingml/2006/main">
            <a:off x="2224928"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20F4B3BE-2A6E-4947-B652-93A56BAB3878}"/>
              </a:ext>
            </a:extLst>
          </p:cNvPr>
          <p:cNvSpPr>
            <a:spLocks xmlns:a="http://schemas.openxmlformats.org/drawingml/2006/main" noGrp="1"/>
          </p:cNvSpPr>
          <p:nvPr/>
        </p:nvSpPr>
        <p:spPr>
          <a:xfrm xmlns:a="http://schemas.openxmlformats.org/drawingml/2006/main">
            <a:off x="2167679"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9B38C707-829C-4490-AA5B-678996175B70}"/>
              </a:ext>
            </a:extLst>
          </p:cNvPr>
          <p:cNvSpPr>
            <a:spLocks xmlns:a="http://schemas.openxmlformats.org/drawingml/2006/main" noGrp="1"/>
          </p:cNvSpPr>
          <p:nvPr/>
        </p:nvSpPr>
        <p:spPr>
          <a:xfrm xmlns:a="http://schemas.openxmlformats.org/drawingml/2006/main">
            <a:off x="2358621" y="3237097"/>
            <a:ext cx="2673861" cy="735868"/>
          </a:xfrm>
          <a:custGeom xmlns:a="http://schemas.openxmlformats.org/drawingml/2006/main">
            <a:pathLst>
              <a:path w="1557034" h="428508">
                <a:moveTo>
                  <a:pt x="0" y="395697"/>
                </a:moveTo>
                <a:lnTo>
                  <a:pt x="55608" y="377897"/>
                </a:lnTo>
                <a:lnTo>
                  <a:pt x="111217" y="293828"/>
                </a:lnTo>
                <a:lnTo>
                  <a:pt x="166825" y="309371"/>
                </a:lnTo>
                <a:lnTo>
                  <a:pt x="222433" y="308440"/>
                </a:lnTo>
                <a:lnTo>
                  <a:pt x="278042" y="319280"/>
                </a:lnTo>
                <a:lnTo>
                  <a:pt x="333650" y="284338"/>
                </a:lnTo>
                <a:lnTo>
                  <a:pt x="389259" y="293033"/>
                </a:lnTo>
                <a:lnTo>
                  <a:pt x="444867" y="105088"/>
                </a:lnTo>
                <a:lnTo>
                  <a:pt x="500475" y="133731"/>
                </a:lnTo>
                <a:lnTo>
                  <a:pt x="556084" y="0"/>
                </a:lnTo>
                <a:lnTo>
                  <a:pt x="611692" y="24321"/>
                </a:lnTo>
                <a:lnTo>
                  <a:pt x="667300" y="197806"/>
                </a:lnTo>
                <a:lnTo>
                  <a:pt x="722909" y="200353"/>
                </a:lnTo>
                <a:lnTo>
                  <a:pt x="778517" y="241596"/>
                </a:lnTo>
                <a:lnTo>
                  <a:pt x="834126" y="224490"/>
                </a:lnTo>
                <a:lnTo>
                  <a:pt x="889734" y="206490"/>
                </a:lnTo>
                <a:lnTo>
                  <a:pt x="945342" y="194224"/>
                </a:lnTo>
                <a:lnTo>
                  <a:pt x="1000951" y="251148"/>
                </a:lnTo>
                <a:lnTo>
                  <a:pt x="1056559" y="251105"/>
                </a:lnTo>
                <a:lnTo>
                  <a:pt x="1112167" y="363899"/>
                </a:lnTo>
                <a:lnTo>
                  <a:pt x="1167776" y="360344"/>
                </a:lnTo>
                <a:lnTo>
                  <a:pt x="1223384" y="372190"/>
                </a:lnTo>
                <a:lnTo>
                  <a:pt x="1278993" y="364328"/>
                </a:lnTo>
                <a:lnTo>
                  <a:pt x="1334601" y="361624"/>
                </a:lnTo>
                <a:lnTo>
                  <a:pt x="1390209" y="354672"/>
                </a:lnTo>
                <a:lnTo>
                  <a:pt x="1445818" y="364095"/>
                </a:lnTo>
                <a:lnTo>
                  <a:pt x="1501426" y="361948"/>
                </a:lnTo>
                <a:lnTo>
                  <a:pt x="1557034" y="428508"/>
                </a:lnTo>
              </a:path>
            </a:pathLst>
          </a:custGeom>
          <a:noFill xmlns:a="http://schemas.openxmlformats.org/drawingml/2006/main"/>
          <a:ln xmlns:a="http://schemas.openxmlformats.org/drawingml/2006/main" w="24536">
            <a:solidFill>
              <a:srgbClr val="2C5EAA"/>
            </a:solidFill>
            <a:prstDash val="solid"/>
          </a:ln>
        </p:spPr>
      </p:sp>
      <p:sp>
        <p:nvSpPr>
          <p:cNvPr id="36" name="Editable chart path">
            <a:extLst xmlns:a="http://schemas.openxmlformats.org/drawingml/2006/main">
              <a:ext uri="{FF2B5EF4-FFF2-40B4-BE49-F238E27FC236}">
                <a16:creationId xmlns:a16="http://schemas.microsoft.com/office/drawing/2014/main" id="{14B114D0-16F2-425D-8727-7AAA723921CD}"/>
              </a:ext>
            </a:extLst>
          </p:cNvPr>
          <p:cNvSpPr>
            <a:spLocks xmlns:a="http://schemas.openxmlformats.org/drawingml/2006/main" noGrp="1"/>
          </p:cNvSpPr>
          <p:nvPr/>
        </p:nvSpPr>
        <p:spPr>
          <a:xfrm xmlns:a="http://schemas.openxmlformats.org/drawingml/2006/main">
            <a:off x="2358621" y="3462667"/>
            <a:ext cx="2673861" cy="1017458"/>
          </a:xfrm>
          <a:custGeom xmlns:a="http://schemas.openxmlformats.org/drawingml/2006/main">
            <a:pathLst>
              <a:path w="1557034" h="592483">
                <a:moveTo>
                  <a:pt x="0" y="264344"/>
                </a:moveTo>
                <a:lnTo>
                  <a:pt x="55608" y="220992"/>
                </a:lnTo>
                <a:lnTo>
                  <a:pt x="111217" y="0"/>
                </a:lnTo>
                <a:lnTo>
                  <a:pt x="166825" y="112082"/>
                </a:lnTo>
                <a:lnTo>
                  <a:pt x="222433" y="107147"/>
                </a:lnTo>
                <a:lnTo>
                  <a:pt x="278042" y="16213"/>
                </a:lnTo>
                <a:lnTo>
                  <a:pt x="333650" y="349639"/>
                </a:lnTo>
                <a:lnTo>
                  <a:pt x="389259" y="131819"/>
                </a:lnTo>
                <a:lnTo>
                  <a:pt x="444867" y="111024"/>
                </a:lnTo>
                <a:lnTo>
                  <a:pt x="500475" y="63090"/>
                </a:lnTo>
                <a:lnTo>
                  <a:pt x="556084" y="442335"/>
                </a:lnTo>
                <a:lnTo>
                  <a:pt x="611692" y="458196"/>
                </a:lnTo>
                <a:lnTo>
                  <a:pt x="667300" y="435286"/>
                </a:lnTo>
                <a:lnTo>
                  <a:pt x="722909" y="435286"/>
                </a:lnTo>
                <a:lnTo>
                  <a:pt x="778517" y="492385"/>
                </a:lnTo>
                <a:lnTo>
                  <a:pt x="834126" y="485688"/>
                </a:lnTo>
                <a:lnTo>
                  <a:pt x="889734" y="507540"/>
                </a:lnTo>
                <a:lnTo>
                  <a:pt x="945342" y="503311"/>
                </a:lnTo>
                <a:lnTo>
                  <a:pt x="1000951" y="592483"/>
                </a:lnTo>
                <a:lnTo>
                  <a:pt x="1056559" y="494499"/>
                </a:lnTo>
                <a:lnTo>
                  <a:pt x="1112167" y="449385"/>
                </a:lnTo>
                <a:lnTo>
                  <a:pt x="1167776" y="453967"/>
                </a:lnTo>
                <a:lnTo>
                  <a:pt x="1223384" y="147680"/>
                </a:lnTo>
                <a:lnTo>
                  <a:pt x="1278993" y="435286"/>
                </a:lnTo>
                <a:lnTo>
                  <a:pt x="1334601" y="377836"/>
                </a:lnTo>
                <a:lnTo>
                  <a:pt x="1390209" y="75779"/>
                </a:lnTo>
                <a:lnTo>
                  <a:pt x="1445818" y="165303"/>
                </a:lnTo>
                <a:lnTo>
                  <a:pt x="1501426" y="183278"/>
                </a:lnTo>
                <a:lnTo>
                  <a:pt x="1557034" y="180459"/>
                </a:lnTo>
              </a:path>
            </a:pathLst>
          </a:custGeom>
          <a:noFill xmlns:a="http://schemas.openxmlformats.org/drawingml/2006/main"/>
          <a:ln xmlns:a="http://schemas.openxmlformats.org/drawingml/2006/main" w="19628">
            <a:solidFill>
              <a:srgbClr val="14203A"/>
            </a:solidFill>
            <a:prstDash val="solid"/>
          </a:ln>
        </p:spPr>
      </p:sp>
      <p:sp>
        <p:nvSpPr>
          <p:cNvPr id="37" name="Editable chart path">
            <a:extLst xmlns:a="http://schemas.openxmlformats.org/drawingml/2006/main">
              <a:ext uri="{FF2B5EF4-FFF2-40B4-BE49-F238E27FC236}">
                <a16:creationId xmlns:a16="http://schemas.microsoft.com/office/drawing/2014/main" id="{59945991-F586-472E-9CFB-0C60A0F5F780}"/>
              </a:ext>
            </a:extLst>
          </p:cNvPr>
          <p:cNvSpPr>
            <a:spLocks xmlns:a="http://schemas.openxmlformats.org/drawingml/2006/main" noGrp="1"/>
          </p:cNvSpPr>
          <p:nvPr/>
        </p:nvSpPr>
        <p:spPr>
          <a:xfrm xmlns:a="http://schemas.openxmlformats.org/drawingml/2006/main">
            <a:off x="3504562"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38" name="Editable chart path">
            <a:extLst xmlns:a="http://schemas.openxmlformats.org/drawingml/2006/main">
              <a:ext uri="{FF2B5EF4-FFF2-40B4-BE49-F238E27FC236}">
                <a16:creationId xmlns:a16="http://schemas.microsoft.com/office/drawing/2014/main" id="{EFBA9F6E-F6F5-4A16-8DFF-5725576FAD61}"/>
              </a:ext>
            </a:extLst>
          </p:cNvPr>
          <p:cNvSpPr>
            <a:spLocks xmlns:a="http://schemas.openxmlformats.org/drawingml/2006/main" noGrp="1"/>
          </p:cNvSpPr>
          <p:nvPr/>
        </p:nvSpPr>
        <p:spPr>
          <a:xfrm xmlns:a="http://schemas.openxmlformats.org/drawingml/2006/main">
            <a:off x="2224928"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39" name="Editable chart path">
            <a:extLst xmlns:a="http://schemas.openxmlformats.org/drawingml/2006/main">
              <a:ext uri="{FF2B5EF4-FFF2-40B4-BE49-F238E27FC236}">
                <a16:creationId xmlns:a16="http://schemas.microsoft.com/office/drawing/2014/main" id="{88C84EBF-1D9B-4497-A44B-F6E165FE459D}"/>
              </a:ext>
            </a:extLst>
          </p:cNvPr>
          <p:cNvSpPr>
            <a:spLocks xmlns:a="http://schemas.openxmlformats.org/drawingml/2006/main" noGrp="1"/>
          </p:cNvSpPr>
          <p:nvPr/>
        </p:nvSpPr>
        <p:spPr>
          <a:xfrm xmlns:a="http://schemas.openxmlformats.org/drawingml/2006/main">
            <a:off x="2224928"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40" name="">
            <a:extLst xmlns:a="http://schemas.openxmlformats.org/drawingml/2006/main">
              <a:ext uri="{FF2B5EF4-FFF2-40B4-BE49-F238E27FC236}">
                <a16:creationId xmlns:a16="http://schemas.microsoft.com/office/drawing/2014/main" id="{96C7C556-E799-40F2-986A-DA9BC5F9946C}"/>
              </a:ext>
            </a:extLst>
          </p:cNvPr>
          <p:cNvSpPr>
            <a:spLocks xmlns:a="http://schemas.openxmlformats.org/drawingml/2006/main" noGrp="1"/>
          </p:cNvSpPr>
          <p:nvPr/>
        </p:nvSpPr>
        <p:spPr>
          <a:xfrm xmlns:a="http://schemas.openxmlformats.org/drawingml/2006/main" rot="0">
            <a:off x="1914622"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41" name="">
            <a:extLst xmlns:a="http://schemas.openxmlformats.org/drawingml/2006/main">
              <a:ext uri="{FF2B5EF4-FFF2-40B4-BE49-F238E27FC236}">
                <a16:creationId xmlns:a16="http://schemas.microsoft.com/office/drawing/2014/main" id="{67FF361C-8305-47B4-B817-247B8A1F5C5F}"/>
              </a:ext>
            </a:extLst>
          </p:cNvPr>
          <p:cNvSpPr>
            <a:spLocks xmlns:a="http://schemas.openxmlformats.org/drawingml/2006/main" noGrp="1"/>
          </p:cNvSpPr>
          <p:nvPr/>
        </p:nvSpPr>
        <p:spPr>
          <a:xfrm xmlns:a="http://schemas.openxmlformats.org/drawingml/2006/main" rot="0">
            <a:off x="1867568"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42" name="">
            <a:extLst xmlns:a="http://schemas.openxmlformats.org/drawingml/2006/main">
              <a:ext uri="{FF2B5EF4-FFF2-40B4-BE49-F238E27FC236}">
                <a16:creationId xmlns:a16="http://schemas.microsoft.com/office/drawing/2014/main" id="{B15E0B74-9AD6-4602-9640-552F96DB6919}"/>
              </a:ext>
            </a:extLst>
          </p:cNvPr>
          <p:cNvSpPr>
            <a:spLocks xmlns:a="http://schemas.openxmlformats.org/drawingml/2006/main" noGrp="1"/>
          </p:cNvSpPr>
          <p:nvPr/>
        </p:nvSpPr>
        <p:spPr>
          <a:xfrm xmlns:a="http://schemas.openxmlformats.org/drawingml/2006/main" rot="0">
            <a:off x="1867568"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43" name="">
            <a:extLst xmlns:a="http://schemas.openxmlformats.org/drawingml/2006/main">
              <a:ext uri="{FF2B5EF4-FFF2-40B4-BE49-F238E27FC236}">
                <a16:creationId xmlns:a16="http://schemas.microsoft.com/office/drawing/2014/main" id="{68118376-12D4-481C-BA22-F6847A7D1D1F}"/>
              </a:ext>
            </a:extLst>
          </p:cNvPr>
          <p:cNvSpPr>
            <a:spLocks xmlns:a="http://schemas.openxmlformats.org/drawingml/2006/main" noGrp="1"/>
          </p:cNvSpPr>
          <p:nvPr/>
        </p:nvSpPr>
        <p:spPr>
          <a:xfrm xmlns:a="http://schemas.openxmlformats.org/drawingml/2006/main" rot="0">
            <a:off x="1830040"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44" name="">
            <a:extLst xmlns:a="http://schemas.openxmlformats.org/drawingml/2006/main">
              <a:ext uri="{FF2B5EF4-FFF2-40B4-BE49-F238E27FC236}">
                <a16:creationId xmlns:a16="http://schemas.microsoft.com/office/drawing/2014/main" id="{2D0E110B-CB0B-4427-812B-299893CF7AC4}"/>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5" name="">
            <a:extLst xmlns:a="http://schemas.openxmlformats.org/drawingml/2006/main">
              <a:ext uri="{FF2B5EF4-FFF2-40B4-BE49-F238E27FC236}">
                <a16:creationId xmlns:a16="http://schemas.microsoft.com/office/drawing/2014/main" id="{93023B86-655E-4B02-B179-FAAB41148DBA}"/>
              </a:ext>
            </a:extLst>
          </p:cNvPr>
          <p:cNvSpPr>
            <a:spLocks xmlns:a="http://schemas.openxmlformats.org/drawingml/2006/main" noGrp="1"/>
          </p:cNvSpPr>
          <p:nvPr/>
        </p:nvSpPr>
        <p:spPr>
          <a:xfrm xmlns:a="http://schemas.openxmlformats.org/drawingml/2006/main">
            <a:off x="1371600"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46" name="">
            <a:extLst xmlns:a="http://schemas.openxmlformats.org/drawingml/2006/main">
              <a:ext uri="{FF2B5EF4-FFF2-40B4-BE49-F238E27FC236}">
                <a16:creationId xmlns:a16="http://schemas.microsoft.com/office/drawing/2014/main" id="{47CEACD0-B5EE-4DB1-9245-64FFB21325EC}"/>
              </a:ext>
            </a:extLst>
          </p:cNvPr>
          <p:cNvSpPr>
            <a:spLocks xmlns:a="http://schemas.openxmlformats.org/drawingml/2006/main" noGrp="1"/>
          </p:cNvSpPr>
          <p:nvPr/>
        </p:nvSpPr>
        <p:spPr>
          <a:xfrm xmlns:a="http://schemas.openxmlformats.org/drawingml/2006/main">
            <a:off x="3441478"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47" name="">
            <a:extLst xmlns:a="http://schemas.openxmlformats.org/drawingml/2006/main">
              <a:ext uri="{FF2B5EF4-FFF2-40B4-BE49-F238E27FC236}">
                <a16:creationId xmlns:a16="http://schemas.microsoft.com/office/drawing/2014/main" id="{62A247F1-3605-46A0-B3CC-45D21749E216}"/>
              </a:ext>
            </a:extLst>
          </p:cNvPr>
          <p:cNvSpPr>
            <a:spLocks xmlns:a="http://schemas.openxmlformats.org/drawingml/2006/main" noGrp="1"/>
          </p:cNvSpPr>
          <p:nvPr/>
        </p:nvSpPr>
        <p:spPr>
          <a:xfrm xmlns:a="http://schemas.openxmlformats.org/drawingml/2006/main">
            <a:off x="3670078"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48" name="">
            <a:extLst xmlns:a="http://schemas.openxmlformats.org/drawingml/2006/main">
              <a:ext uri="{FF2B5EF4-FFF2-40B4-BE49-F238E27FC236}">
                <a16:creationId xmlns:a16="http://schemas.microsoft.com/office/drawing/2014/main" id="{F357F8DC-82C6-4171-994D-30A197020F12}"/>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2026-06-12</a:t>
            </a:r>
          </a:p>
        </p:txBody>
      </p:sp>
      <p:sp>
        <p:nvSpPr>
          <p:cNvPr id="49" name="">
            <a:extLst xmlns:a="http://schemas.openxmlformats.org/drawingml/2006/main">
              <a:ext uri="{FF2B5EF4-FFF2-40B4-BE49-F238E27FC236}">
                <a16:creationId xmlns:a16="http://schemas.microsoft.com/office/drawing/2014/main" id="{B03B2690-CD32-4C34-BEA3-5357DC0ADE4B}"/>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0" name="Editable chart path">
            <a:extLst xmlns:a="http://schemas.openxmlformats.org/drawingml/2006/main">
              <a:ext uri="{FF2B5EF4-FFF2-40B4-BE49-F238E27FC236}">
                <a16:creationId xmlns:a16="http://schemas.microsoft.com/office/drawing/2014/main" id="{DBCD3FF1-4140-4B8F-8D4B-4758AFA247EC}"/>
              </a:ext>
            </a:extLst>
          </p:cNvPr>
          <p:cNvSpPr>
            <a:spLocks xmlns:a="http://schemas.openxmlformats.org/drawingml/2006/main" noGrp="1"/>
          </p:cNvSpPr>
          <p:nvPr/>
        </p:nvSpPr>
        <p:spPr>
          <a:xfrm xmlns:a="http://schemas.openxmlformats.org/drawingml/2006/main">
            <a:off x="7549746" y="3597296"/>
            <a:ext cx="2673861" cy="624701"/>
          </a:xfrm>
          <a:custGeom xmlns:a="http://schemas.openxmlformats.org/drawingml/2006/main">
            <a:pathLst>
              <a:path w="1557034" h="363774">
                <a:moveTo>
                  <a:pt x="0" y="185947"/>
                </a:moveTo>
                <a:lnTo>
                  <a:pt x="0" y="185947"/>
                </a:lnTo>
                <a:lnTo>
                  <a:pt x="55608" y="175387"/>
                </a:lnTo>
                <a:lnTo>
                  <a:pt x="111217" y="13516"/>
                </a:lnTo>
                <a:lnTo>
                  <a:pt x="166825" y="27825"/>
                </a:lnTo>
                <a:lnTo>
                  <a:pt x="222433" y="136290"/>
                </a:lnTo>
                <a:lnTo>
                  <a:pt x="278042" y="135690"/>
                </a:lnTo>
                <a:lnTo>
                  <a:pt x="333650" y="150254"/>
                </a:lnTo>
                <a:lnTo>
                  <a:pt x="389259" y="154867"/>
                </a:lnTo>
                <a:lnTo>
                  <a:pt x="444867" y="146421"/>
                </a:lnTo>
                <a:lnTo>
                  <a:pt x="500475" y="178143"/>
                </a:lnTo>
                <a:lnTo>
                  <a:pt x="556084" y="231113"/>
                </a:lnTo>
                <a:lnTo>
                  <a:pt x="611692" y="266379"/>
                </a:lnTo>
                <a:lnTo>
                  <a:pt x="667300" y="363774"/>
                </a:lnTo>
                <a:lnTo>
                  <a:pt x="722909" y="355480"/>
                </a:lnTo>
                <a:lnTo>
                  <a:pt x="778517" y="336497"/>
                </a:lnTo>
                <a:lnTo>
                  <a:pt x="834126" y="324584"/>
                </a:lnTo>
                <a:lnTo>
                  <a:pt x="889734" y="339635"/>
                </a:lnTo>
                <a:lnTo>
                  <a:pt x="945342" y="324924"/>
                </a:lnTo>
                <a:lnTo>
                  <a:pt x="1000951" y="281713"/>
                </a:lnTo>
                <a:lnTo>
                  <a:pt x="1056559" y="269940"/>
                </a:lnTo>
                <a:lnTo>
                  <a:pt x="1112167" y="272373"/>
                </a:lnTo>
                <a:lnTo>
                  <a:pt x="1167776" y="260064"/>
                </a:lnTo>
                <a:lnTo>
                  <a:pt x="1223384" y="236622"/>
                </a:lnTo>
                <a:lnTo>
                  <a:pt x="1278993" y="236839"/>
                </a:lnTo>
                <a:lnTo>
                  <a:pt x="1334601" y="196983"/>
                </a:lnTo>
                <a:lnTo>
                  <a:pt x="1390209" y="196566"/>
                </a:lnTo>
                <a:lnTo>
                  <a:pt x="1445818" y="141384"/>
                </a:lnTo>
                <a:lnTo>
                  <a:pt x="1501426" y="140662"/>
                </a:lnTo>
                <a:lnTo>
                  <a:pt x="1557034" y="175212"/>
                </a:lnTo>
                <a:lnTo>
                  <a:pt x="1557034" y="158684"/>
                </a:lnTo>
                <a:lnTo>
                  <a:pt x="1557034" y="158684"/>
                </a:lnTo>
                <a:lnTo>
                  <a:pt x="1501426" y="124825"/>
                </a:lnTo>
                <a:lnTo>
                  <a:pt x="1445818" y="124209"/>
                </a:lnTo>
                <a:lnTo>
                  <a:pt x="1390209" y="183884"/>
                </a:lnTo>
                <a:lnTo>
                  <a:pt x="1334601" y="182005"/>
                </a:lnTo>
                <a:lnTo>
                  <a:pt x="1278993" y="216956"/>
                </a:lnTo>
                <a:lnTo>
                  <a:pt x="1223384" y="220724"/>
                </a:lnTo>
                <a:lnTo>
                  <a:pt x="1167776" y="245594"/>
                </a:lnTo>
                <a:lnTo>
                  <a:pt x="1112167" y="253747"/>
                </a:lnTo>
                <a:lnTo>
                  <a:pt x="1056559" y="249566"/>
                </a:lnTo>
                <a:lnTo>
                  <a:pt x="1000951" y="265890"/>
                </a:lnTo>
                <a:lnTo>
                  <a:pt x="945342" y="302351"/>
                </a:lnTo>
                <a:lnTo>
                  <a:pt x="889734" y="313430"/>
                </a:lnTo>
                <a:lnTo>
                  <a:pt x="834126" y="302154"/>
                </a:lnTo>
                <a:lnTo>
                  <a:pt x="778517" y="315105"/>
                </a:lnTo>
                <a:lnTo>
                  <a:pt x="722909" y="334275"/>
                </a:lnTo>
                <a:lnTo>
                  <a:pt x="667300" y="339225"/>
                </a:lnTo>
                <a:lnTo>
                  <a:pt x="611692" y="244085"/>
                </a:lnTo>
                <a:lnTo>
                  <a:pt x="556084" y="210064"/>
                </a:lnTo>
                <a:lnTo>
                  <a:pt x="500475" y="159967"/>
                </a:lnTo>
                <a:lnTo>
                  <a:pt x="444867" y="126394"/>
                </a:lnTo>
                <a:lnTo>
                  <a:pt x="389259" y="136660"/>
                </a:lnTo>
                <a:lnTo>
                  <a:pt x="333650" y="134548"/>
                </a:lnTo>
                <a:lnTo>
                  <a:pt x="278042" y="118735"/>
                </a:lnTo>
                <a:lnTo>
                  <a:pt x="222433" y="121825"/>
                </a:lnTo>
                <a:lnTo>
                  <a:pt x="166825" y="14228"/>
                </a:lnTo>
                <a:lnTo>
                  <a:pt x="111217" y="0"/>
                </a:lnTo>
                <a:lnTo>
                  <a:pt x="55608" y="160191"/>
                </a:lnTo>
                <a:lnTo>
                  <a:pt x="0" y="185947"/>
                </a:lnTo>
                <a:close/>
              </a:path>
            </a:pathLst>
          </a:custGeom>
          <a:solidFill xmlns:a="http://schemas.openxmlformats.org/drawingml/2006/main">
            <a:srgbClr val="2C5EAA">
              <a:alpha val="20000"/>
            </a:srgbClr>
          </a:solidFill>
          <a:ln xmlns:a="http://schemas.openxmlformats.org/drawingml/2006/main" w="0">
            <a:noFill/>
            <a:prstDash val="solid"/>
          </a:ln>
        </p:spPr>
      </p:sp>
      <p:sp>
        <p:nvSpPr>
          <p:cNvPr id="51" name="Editable chart path">
            <a:extLst xmlns:a="http://schemas.openxmlformats.org/drawingml/2006/main">
              <a:ext uri="{FF2B5EF4-FFF2-40B4-BE49-F238E27FC236}">
                <a16:creationId xmlns:a16="http://schemas.microsoft.com/office/drawing/2014/main" id="{9F952A76-1812-4D6A-891E-0B4C750EB431}"/>
              </a:ext>
            </a:extLst>
          </p:cNvPr>
          <p:cNvSpPr>
            <a:spLocks xmlns:a="http://schemas.openxmlformats.org/drawingml/2006/main" noGrp="1"/>
          </p:cNvSpPr>
          <p:nvPr/>
        </p:nvSpPr>
        <p:spPr>
          <a:xfrm xmlns:a="http://schemas.openxmlformats.org/drawingml/2006/main">
            <a:off x="7549746"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2" name="">
            <a:extLst xmlns:a="http://schemas.openxmlformats.org/drawingml/2006/main">
              <a:ext uri="{FF2B5EF4-FFF2-40B4-BE49-F238E27FC236}">
                <a16:creationId xmlns:a16="http://schemas.microsoft.com/office/drawing/2014/main" id="{37AA2A40-35A3-4608-BA6F-E4DC0F873DD7}"/>
              </a:ext>
            </a:extLst>
          </p:cNvPr>
          <p:cNvSpPr>
            <a:spLocks xmlns:a="http://schemas.openxmlformats.org/drawingml/2006/main" noGrp="1"/>
          </p:cNvSpPr>
          <p:nvPr/>
        </p:nvSpPr>
        <p:spPr>
          <a:xfrm xmlns:a="http://schemas.openxmlformats.org/drawingml/2006/main" rot="0">
            <a:off x="7498087"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53" name="Editable chart path">
            <a:extLst xmlns:a="http://schemas.openxmlformats.org/drawingml/2006/main">
              <a:ext uri="{FF2B5EF4-FFF2-40B4-BE49-F238E27FC236}">
                <a16:creationId xmlns:a16="http://schemas.microsoft.com/office/drawing/2014/main" id="{F7198516-EE9C-4742-92FE-A150F43B8BCC}"/>
              </a:ext>
            </a:extLst>
          </p:cNvPr>
          <p:cNvSpPr>
            <a:spLocks xmlns:a="http://schemas.openxmlformats.org/drawingml/2006/main" noGrp="1"/>
          </p:cNvSpPr>
          <p:nvPr/>
        </p:nvSpPr>
        <p:spPr>
          <a:xfrm xmlns:a="http://schemas.openxmlformats.org/drawingml/2006/main">
            <a:off x="831370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4" name="">
            <a:extLst xmlns:a="http://schemas.openxmlformats.org/drawingml/2006/main">
              <a:ext uri="{FF2B5EF4-FFF2-40B4-BE49-F238E27FC236}">
                <a16:creationId xmlns:a16="http://schemas.microsoft.com/office/drawing/2014/main" id="{139D49DD-448C-4F17-BBE2-4C6830996738}"/>
              </a:ext>
            </a:extLst>
          </p:cNvPr>
          <p:cNvSpPr>
            <a:spLocks xmlns:a="http://schemas.openxmlformats.org/drawingml/2006/main" noGrp="1"/>
          </p:cNvSpPr>
          <p:nvPr/>
        </p:nvSpPr>
        <p:spPr>
          <a:xfrm xmlns:a="http://schemas.openxmlformats.org/drawingml/2006/main" rot="0">
            <a:off x="8264432"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55" name="Editable chart path">
            <a:extLst xmlns:a="http://schemas.openxmlformats.org/drawingml/2006/main">
              <a:ext uri="{FF2B5EF4-FFF2-40B4-BE49-F238E27FC236}">
                <a16:creationId xmlns:a16="http://schemas.microsoft.com/office/drawing/2014/main" id="{1D7543FE-67C4-4A7B-AD57-DF8DA0D126A6}"/>
              </a:ext>
            </a:extLst>
          </p:cNvPr>
          <p:cNvSpPr>
            <a:spLocks xmlns:a="http://schemas.openxmlformats.org/drawingml/2006/main" noGrp="1"/>
          </p:cNvSpPr>
          <p:nvPr/>
        </p:nvSpPr>
        <p:spPr>
          <a:xfrm xmlns:a="http://schemas.openxmlformats.org/drawingml/2006/main">
            <a:off x="907766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6" name="">
            <a:extLst xmlns:a="http://schemas.openxmlformats.org/drawingml/2006/main">
              <a:ext uri="{FF2B5EF4-FFF2-40B4-BE49-F238E27FC236}">
                <a16:creationId xmlns:a16="http://schemas.microsoft.com/office/drawing/2014/main" id="{6D0DC1C8-AF46-4534-BF7E-D3205C3F6A59}"/>
              </a:ext>
            </a:extLst>
          </p:cNvPr>
          <p:cNvSpPr>
            <a:spLocks xmlns:a="http://schemas.openxmlformats.org/drawingml/2006/main" noGrp="1"/>
          </p:cNvSpPr>
          <p:nvPr/>
        </p:nvSpPr>
        <p:spPr>
          <a:xfrm xmlns:a="http://schemas.openxmlformats.org/drawingml/2006/main" rot="0">
            <a:off x="9025981"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57" name="Editable chart path">
            <a:extLst xmlns:a="http://schemas.openxmlformats.org/drawingml/2006/main">
              <a:ext uri="{FF2B5EF4-FFF2-40B4-BE49-F238E27FC236}">
                <a16:creationId xmlns:a16="http://schemas.microsoft.com/office/drawing/2014/main" id="{3CB20905-EDA2-4C95-8149-F5071419AD85}"/>
              </a:ext>
            </a:extLst>
          </p:cNvPr>
          <p:cNvSpPr>
            <a:spLocks xmlns:a="http://schemas.openxmlformats.org/drawingml/2006/main" noGrp="1"/>
          </p:cNvSpPr>
          <p:nvPr/>
        </p:nvSpPr>
        <p:spPr>
          <a:xfrm xmlns:a="http://schemas.openxmlformats.org/drawingml/2006/main">
            <a:off x="984162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8" name="">
            <a:extLst xmlns:a="http://schemas.openxmlformats.org/drawingml/2006/main">
              <a:ext uri="{FF2B5EF4-FFF2-40B4-BE49-F238E27FC236}">
                <a16:creationId xmlns:a16="http://schemas.microsoft.com/office/drawing/2014/main" id="{F954862F-17F5-4D62-AB88-EFDB20AF1685}"/>
              </a:ext>
            </a:extLst>
          </p:cNvPr>
          <p:cNvSpPr>
            <a:spLocks xmlns:a="http://schemas.openxmlformats.org/drawingml/2006/main" noGrp="1"/>
          </p:cNvSpPr>
          <p:nvPr/>
        </p:nvSpPr>
        <p:spPr>
          <a:xfrm xmlns:a="http://schemas.openxmlformats.org/drawingml/2006/main" rot="0">
            <a:off x="9789811"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59" name="">
            <a:extLst xmlns:a="http://schemas.openxmlformats.org/drawingml/2006/main">
              <a:ext uri="{FF2B5EF4-FFF2-40B4-BE49-F238E27FC236}">
                <a16:creationId xmlns:a16="http://schemas.microsoft.com/office/drawing/2014/main" id="{F8855CA6-E3B9-4372-ACB0-25FBE2FF7B8A}"/>
              </a:ext>
            </a:extLst>
          </p:cNvPr>
          <p:cNvSpPr>
            <a:spLocks xmlns:a="http://schemas.openxmlformats.org/drawingml/2006/main" noGrp="1"/>
          </p:cNvSpPr>
          <p:nvPr/>
        </p:nvSpPr>
        <p:spPr>
          <a:xfrm xmlns:a="http://schemas.openxmlformats.org/drawingml/2006/main" rot="0">
            <a:off x="8319004"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0" name="Editable chart path">
            <a:extLst xmlns:a="http://schemas.openxmlformats.org/drawingml/2006/main">
              <a:ext uri="{FF2B5EF4-FFF2-40B4-BE49-F238E27FC236}">
                <a16:creationId xmlns:a16="http://schemas.microsoft.com/office/drawing/2014/main" id="{5496E816-049B-4F9A-A793-3A9E0B3DD35D}"/>
              </a:ext>
            </a:extLst>
          </p:cNvPr>
          <p:cNvSpPr>
            <a:spLocks xmlns:a="http://schemas.openxmlformats.org/drawingml/2006/main" noGrp="1"/>
          </p:cNvSpPr>
          <p:nvPr/>
        </p:nvSpPr>
        <p:spPr>
          <a:xfrm xmlns:a="http://schemas.openxmlformats.org/drawingml/2006/main">
            <a:off x="7416053"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A590624D-DFCB-496C-80BB-9E99A0C92E13}"/>
              </a:ext>
            </a:extLst>
          </p:cNvPr>
          <p:cNvSpPr>
            <a:spLocks xmlns:a="http://schemas.openxmlformats.org/drawingml/2006/main" noGrp="1"/>
          </p:cNvSpPr>
          <p:nvPr/>
        </p:nvSpPr>
        <p:spPr>
          <a:xfrm xmlns:a="http://schemas.openxmlformats.org/drawingml/2006/main">
            <a:off x="7358804"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2" name="Editable chart path">
            <a:extLst xmlns:a="http://schemas.openxmlformats.org/drawingml/2006/main">
              <a:ext uri="{FF2B5EF4-FFF2-40B4-BE49-F238E27FC236}">
                <a16:creationId xmlns:a16="http://schemas.microsoft.com/office/drawing/2014/main" id="{1048E3E7-04D0-4339-B44E-155EFFBCB327}"/>
              </a:ext>
            </a:extLst>
          </p:cNvPr>
          <p:cNvSpPr>
            <a:spLocks xmlns:a="http://schemas.openxmlformats.org/drawingml/2006/main" noGrp="1"/>
          </p:cNvSpPr>
          <p:nvPr/>
        </p:nvSpPr>
        <p:spPr>
          <a:xfrm xmlns:a="http://schemas.openxmlformats.org/drawingml/2006/main">
            <a:off x="7416053"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3" name="Editable chart path">
            <a:extLst xmlns:a="http://schemas.openxmlformats.org/drawingml/2006/main">
              <a:ext uri="{FF2B5EF4-FFF2-40B4-BE49-F238E27FC236}">
                <a16:creationId xmlns:a16="http://schemas.microsoft.com/office/drawing/2014/main" id="{E785F410-4C51-47E0-B437-300155A625BE}"/>
              </a:ext>
            </a:extLst>
          </p:cNvPr>
          <p:cNvSpPr>
            <a:spLocks xmlns:a="http://schemas.openxmlformats.org/drawingml/2006/main" noGrp="1"/>
          </p:cNvSpPr>
          <p:nvPr/>
        </p:nvSpPr>
        <p:spPr>
          <a:xfrm xmlns:a="http://schemas.openxmlformats.org/drawingml/2006/main">
            <a:off x="7358804"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4" name="Editable chart path">
            <a:extLst xmlns:a="http://schemas.openxmlformats.org/drawingml/2006/main">
              <a:ext uri="{FF2B5EF4-FFF2-40B4-BE49-F238E27FC236}">
                <a16:creationId xmlns:a16="http://schemas.microsoft.com/office/drawing/2014/main" id="{A3E1C50F-6F2B-4006-89F6-6B08C5DEC8E3}"/>
              </a:ext>
            </a:extLst>
          </p:cNvPr>
          <p:cNvSpPr>
            <a:spLocks xmlns:a="http://schemas.openxmlformats.org/drawingml/2006/main" noGrp="1"/>
          </p:cNvSpPr>
          <p:nvPr/>
        </p:nvSpPr>
        <p:spPr>
          <a:xfrm xmlns:a="http://schemas.openxmlformats.org/drawingml/2006/main">
            <a:off x="7416053"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5" name="Editable chart path">
            <a:extLst xmlns:a="http://schemas.openxmlformats.org/drawingml/2006/main">
              <a:ext uri="{FF2B5EF4-FFF2-40B4-BE49-F238E27FC236}">
                <a16:creationId xmlns:a16="http://schemas.microsoft.com/office/drawing/2014/main" id="{06F58FA4-2D6C-43C2-B3F4-CEDDC0C35C1D}"/>
              </a:ext>
            </a:extLst>
          </p:cNvPr>
          <p:cNvSpPr>
            <a:spLocks xmlns:a="http://schemas.openxmlformats.org/drawingml/2006/main" noGrp="1"/>
          </p:cNvSpPr>
          <p:nvPr/>
        </p:nvSpPr>
        <p:spPr>
          <a:xfrm xmlns:a="http://schemas.openxmlformats.org/drawingml/2006/main">
            <a:off x="7358804"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6" name="Editable chart path">
            <a:extLst xmlns:a="http://schemas.openxmlformats.org/drawingml/2006/main">
              <a:ext uri="{FF2B5EF4-FFF2-40B4-BE49-F238E27FC236}">
                <a16:creationId xmlns:a16="http://schemas.microsoft.com/office/drawing/2014/main" id="{C3DCCF44-F381-41E4-85E1-84FC8B350FC7}"/>
              </a:ext>
            </a:extLst>
          </p:cNvPr>
          <p:cNvSpPr>
            <a:spLocks xmlns:a="http://schemas.openxmlformats.org/drawingml/2006/main" noGrp="1"/>
          </p:cNvSpPr>
          <p:nvPr/>
        </p:nvSpPr>
        <p:spPr>
          <a:xfrm xmlns:a="http://schemas.openxmlformats.org/drawingml/2006/main">
            <a:off x="7416053"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3022EE5F-F575-44AA-A999-4EB5C4BBF96B}"/>
              </a:ext>
            </a:extLst>
          </p:cNvPr>
          <p:cNvSpPr>
            <a:spLocks xmlns:a="http://schemas.openxmlformats.org/drawingml/2006/main" noGrp="1"/>
          </p:cNvSpPr>
          <p:nvPr/>
        </p:nvSpPr>
        <p:spPr>
          <a:xfrm xmlns:a="http://schemas.openxmlformats.org/drawingml/2006/main">
            <a:off x="7358804"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8" name="Editable chart path">
            <a:extLst xmlns:a="http://schemas.openxmlformats.org/drawingml/2006/main">
              <a:ext uri="{FF2B5EF4-FFF2-40B4-BE49-F238E27FC236}">
                <a16:creationId xmlns:a16="http://schemas.microsoft.com/office/drawing/2014/main" id="{FA4C7371-798B-40FF-B65D-01CCEAA6626B}"/>
              </a:ext>
            </a:extLst>
          </p:cNvPr>
          <p:cNvSpPr>
            <a:spLocks xmlns:a="http://schemas.openxmlformats.org/drawingml/2006/main" noGrp="1"/>
          </p:cNvSpPr>
          <p:nvPr/>
        </p:nvSpPr>
        <p:spPr>
          <a:xfrm xmlns:a="http://schemas.openxmlformats.org/drawingml/2006/main">
            <a:off x="7549746" y="3609514"/>
            <a:ext cx="2673861" cy="591932"/>
          </a:xfrm>
          <a:custGeom xmlns:a="http://schemas.openxmlformats.org/drawingml/2006/main">
            <a:pathLst>
              <a:path w="1557034" h="344692">
                <a:moveTo>
                  <a:pt x="0" y="178832"/>
                </a:moveTo>
                <a:lnTo>
                  <a:pt x="55608" y="161390"/>
                </a:lnTo>
                <a:lnTo>
                  <a:pt x="111217" y="0"/>
                </a:lnTo>
                <a:lnTo>
                  <a:pt x="166825" y="14214"/>
                </a:lnTo>
                <a:lnTo>
                  <a:pt x="222433" y="120365"/>
                </a:lnTo>
                <a:lnTo>
                  <a:pt x="278042" y="121193"/>
                </a:lnTo>
                <a:lnTo>
                  <a:pt x="333650" y="135934"/>
                </a:lnTo>
                <a:lnTo>
                  <a:pt x="389259" y="138353"/>
                </a:lnTo>
                <a:lnTo>
                  <a:pt x="444867" y="128568"/>
                </a:lnTo>
                <a:lnTo>
                  <a:pt x="500475" y="161192"/>
                </a:lnTo>
                <a:lnTo>
                  <a:pt x="556084" y="213762"/>
                </a:lnTo>
                <a:lnTo>
                  <a:pt x="611692" y="247044"/>
                </a:lnTo>
                <a:lnTo>
                  <a:pt x="667300" y="344692"/>
                </a:lnTo>
                <a:lnTo>
                  <a:pt x="722909" y="335661"/>
                </a:lnTo>
                <a:lnTo>
                  <a:pt x="778517" y="317638"/>
                </a:lnTo>
                <a:lnTo>
                  <a:pt x="834126" y="305377"/>
                </a:lnTo>
                <a:lnTo>
                  <a:pt x="889734" y="319180"/>
                </a:lnTo>
                <a:lnTo>
                  <a:pt x="945342" y="303701"/>
                </a:lnTo>
                <a:lnTo>
                  <a:pt x="1000951" y="266410"/>
                </a:lnTo>
                <a:lnTo>
                  <a:pt x="1056559" y="252687"/>
                </a:lnTo>
                <a:lnTo>
                  <a:pt x="1112167" y="256047"/>
                </a:lnTo>
                <a:lnTo>
                  <a:pt x="1167776" y="245508"/>
                </a:lnTo>
                <a:lnTo>
                  <a:pt x="1223384" y="220530"/>
                </a:lnTo>
                <a:lnTo>
                  <a:pt x="1278993" y="218215"/>
                </a:lnTo>
                <a:lnTo>
                  <a:pt x="1334601" y="181761"/>
                </a:lnTo>
                <a:lnTo>
                  <a:pt x="1390209" y="183273"/>
                </a:lnTo>
                <a:lnTo>
                  <a:pt x="1445818" y="127330"/>
                </a:lnTo>
                <a:lnTo>
                  <a:pt x="1501426" y="124741"/>
                </a:lnTo>
                <a:lnTo>
                  <a:pt x="1557034" y="160009"/>
                </a:lnTo>
              </a:path>
            </a:pathLst>
          </a:custGeom>
          <a:noFill xmlns:a="http://schemas.openxmlformats.org/drawingml/2006/main"/>
          <a:ln xmlns:a="http://schemas.openxmlformats.org/drawingml/2006/main" w="24536">
            <a:solidFill>
              <a:srgbClr val="2C5EAA"/>
            </a:solidFill>
            <a:prstDash val="solid"/>
          </a:ln>
        </p:spPr>
      </p:sp>
      <p:sp>
        <p:nvSpPr>
          <p:cNvPr id="69" name="Editable chart path">
            <a:extLst xmlns:a="http://schemas.openxmlformats.org/drawingml/2006/main">
              <a:ext uri="{FF2B5EF4-FFF2-40B4-BE49-F238E27FC236}">
                <a16:creationId xmlns:a16="http://schemas.microsoft.com/office/drawing/2014/main" id="{63C3EF7B-496F-4B19-9081-9BA88833114F}"/>
              </a:ext>
            </a:extLst>
          </p:cNvPr>
          <p:cNvSpPr>
            <a:spLocks xmlns:a="http://schemas.openxmlformats.org/drawingml/2006/main" noGrp="1"/>
          </p:cNvSpPr>
          <p:nvPr/>
        </p:nvSpPr>
        <p:spPr>
          <a:xfrm xmlns:a="http://schemas.openxmlformats.org/drawingml/2006/main">
            <a:off x="7549746" y="3789342"/>
            <a:ext cx="2673861" cy="534352"/>
          </a:xfrm>
          <a:custGeom xmlns:a="http://schemas.openxmlformats.org/drawingml/2006/main">
            <a:pathLst>
              <a:path w="1557034" h="311162">
                <a:moveTo>
                  <a:pt x="0" y="74115"/>
                </a:moveTo>
                <a:lnTo>
                  <a:pt x="55608" y="80445"/>
                </a:lnTo>
                <a:lnTo>
                  <a:pt x="111217" y="44510"/>
                </a:lnTo>
                <a:lnTo>
                  <a:pt x="166825" y="129243"/>
                </a:lnTo>
                <a:lnTo>
                  <a:pt x="222433" y="45939"/>
                </a:lnTo>
                <a:lnTo>
                  <a:pt x="278042" y="0"/>
                </a:lnTo>
                <a:lnTo>
                  <a:pt x="333650" y="51044"/>
                </a:lnTo>
                <a:lnTo>
                  <a:pt x="389259" y="23072"/>
                </a:lnTo>
                <a:lnTo>
                  <a:pt x="444867" y="53494"/>
                </a:lnTo>
                <a:lnTo>
                  <a:pt x="500475" y="45939"/>
                </a:lnTo>
                <a:lnTo>
                  <a:pt x="556084" y="171915"/>
                </a:lnTo>
                <a:lnTo>
                  <a:pt x="611692" y="190903"/>
                </a:lnTo>
                <a:lnTo>
                  <a:pt x="667300" y="255627"/>
                </a:lnTo>
                <a:lnTo>
                  <a:pt x="722909" y="225205"/>
                </a:lnTo>
                <a:lnTo>
                  <a:pt x="778517" y="311162"/>
                </a:lnTo>
                <a:lnTo>
                  <a:pt x="834126" y="257872"/>
                </a:lnTo>
                <a:lnTo>
                  <a:pt x="889734" y="220917"/>
                </a:lnTo>
                <a:lnTo>
                  <a:pt x="945342" y="148843"/>
                </a:lnTo>
                <a:lnTo>
                  <a:pt x="1000951" y="140268"/>
                </a:lnTo>
                <a:lnTo>
                  <a:pt x="1056559" y="241334"/>
                </a:lnTo>
                <a:lnTo>
                  <a:pt x="1112167" y="236434"/>
                </a:lnTo>
                <a:lnTo>
                  <a:pt x="1167776" y="152927"/>
                </a:lnTo>
                <a:lnTo>
                  <a:pt x="1223384" y="239905"/>
                </a:lnTo>
                <a:lnTo>
                  <a:pt x="1278993" y="158644"/>
                </a:lnTo>
                <a:lnTo>
                  <a:pt x="1334601" y="142310"/>
                </a:lnTo>
                <a:lnTo>
                  <a:pt x="1390209" y="189474"/>
                </a:lnTo>
                <a:lnTo>
                  <a:pt x="1445818" y="195395"/>
                </a:lnTo>
                <a:lnTo>
                  <a:pt x="1501426" y="75136"/>
                </a:lnTo>
                <a:lnTo>
                  <a:pt x="1557034" y="161910"/>
                </a:lnTo>
              </a:path>
            </a:pathLst>
          </a:custGeom>
          <a:noFill xmlns:a="http://schemas.openxmlformats.org/drawingml/2006/main"/>
          <a:ln xmlns:a="http://schemas.openxmlformats.org/drawingml/2006/main" w="19628">
            <a:solidFill>
              <a:srgbClr val="14203A"/>
            </a:solidFill>
            <a:prstDash val="solid"/>
          </a:ln>
        </p:spPr>
      </p:sp>
      <p:sp>
        <p:nvSpPr>
          <p:cNvPr id="70" name="Editable chart path">
            <a:extLst xmlns:a="http://schemas.openxmlformats.org/drawingml/2006/main">
              <a:ext uri="{FF2B5EF4-FFF2-40B4-BE49-F238E27FC236}">
                <a16:creationId xmlns:a16="http://schemas.microsoft.com/office/drawing/2014/main" id="{ED275881-3D5D-4852-971A-CE3E50D0D3E8}"/>
              </a:ext>
            </a:extLst>
          </p:cNvPr>
          <p:cNvSpPr>
            <a:spLocks xmlns:a="http://schemas.openxmlformats.org/drawingml/2006/main" noGrp="1"/>
          </p:cNvSpPr>
          <p:nvPr/>
        </p:nvSpPr>
        <p:spPr>
          <a:xfrm xmlns:a="http://schemas.openxmlformats.org/drawingml/2006/main">
            <a:off x="8695687"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71" name="Editable chart path">
            <a:extLst xmlns:a="http://schemas.openxmlformats.org/drawingml/2006/main">
              <a:ext uri="{FF2B5EF4-FFF2-40B4-BE49-F238E27FC236}">
                <a16:creationId xmlns:a16="http://schemas.microsoft.com/office/drawing/2014/main" id="{A9168F38-C8B9-41CC-B14E-C2E1CFBD1A0B}"/>
              </a:ext>
            </a:extLst>
          </p:cNvPr>
          <p:cNvSpPr>
            <a:spLocks xmlns:a="http://schemas.openxmlformats.org/drawingml/2006/main" noGrp="1"/>
          </p:cNvSpPr>
          <p:nvPr/>
        </p:nvSpPr>
        <p:spPr>
          <a:xfrm xmlns:a="http://schemas.openxmlformats.org/drawingml/2006/main">
            <a:off x="7416053"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72" name="Editable chart path">
            <a:extLst xmlns:a="http://schemas.openxmlformats.org/drawingml/2006/main">
              <a:ext uri="{FF2B5EF4-FFF2-40B4-BE49-F238E27FC236}">
                <a16:creationId xmlns:a16="http://schemas.microsoft.com/office/drawing/2014/main" id="{A251E6A8-5DBC-4059-B96B-514E83661036}"/>
              </a:ext>
            </a:extLst>
          </p:cNvPr>
          <p:cNvSpPr>
            <a:spLocks xmlns:a="http://schemas.openxmlformats.org/drawingml/2006/main" noGrp="1"/>
          </p:cNvSpPr>
          <p:nvPr/>
        </p:nvSpPr>
        <p:spPr>
          <a:xfrm xmlns:a="http://schemas.openxmlformats.org/drawingml/2006/main">
            <a:off x="7416053"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73" name="">
            <a:extLst xmlns:a="http://schemas.openxmlformats.org/drawingml/2006/main">
              <a:ext uri="{FF2B5EF4-FFF2-40B4-BE49-F238E27FC236}">
                <a16:creationId xmlns:a16="http://schemas.microsoft.com/office/drawing/2014/main" id="{CC4E1053-21AC-42CE-A3C9-7FD71173C719}"/>
              </a:ext>
            </a:extLst>
          </p:cNvPr>
          <p:cNvSpPr>
            <a:spLocks xmlns:a="http://schemas.openxmlformats.org/drawingml/2006/main" noGrp="1"/>
          </p:cNvSpPr>
          <p:nvPr/>
        </p:nvSpPr>
        <p:spPr>
          <a:xfrm xmlns:a="http://schemas.openxmlformats.org/drawingml/2006/main" rot="0">
            <a:off x="7105747"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74" name="">
            <a:extLst xmlns:a="http://schemas.openxmlformats.org/drawingml/2006/main">
              <a:ext uri="{FF2B5EF4-FFF2-40B4-BE49-F238E27FC236}">
                <a16:creationId xmlns:a16="http://schemas.microsoft.com/office/drawing/2014/main" id="{3B7D7324-B88E-45F2-889D-FD3526192920}"/>
              </a:ext>
            </a:extLst>
          </p:cNvPr>
          <p:cNvSpPr>
            <a:spLocks xmlns:a="http://schemas.openxmlformats.org/drawingml/2006/main" noGrp="1"/>
          </p:cNvSpPr>
          <p:nvPr/>
        </p:nvSpPr>
        <p:spPr>
          <a:xfrm xmlns:a="http://schemas.openxmlformats.org/drawingml/2006/main" rot="0">
            <a:off x="7058693"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75" name="">
            <a:extLst xmlns:a="http://schemas.openxmlformats.org/drawingml/2006/main">
              <a:ext uri="{FF2B5EF4-FFF2-40B4-BE49-F238E27FC236}">
                <a16:creationId xmlns:a16="http://schemas.microsoft.com/office/drawing/2014/main" id="{3F71F741-99AE-4E92-A5C3-4EAD29F2671C}"/>
              </a:ext>
            </a:extLst>
          </p:cNvPr>
          <p:cNvSpPr>
            <a:spLocks xmlns:a="http://schemas.openxmlformats.org/drawingml/2006/main" noGrp="1"/>
          </p:cNvSpPr>
          <p:nvPr/>
        </p:nvSpPr>
        <p:spPr>
          <a:xfrm xmlns:a="http://schemas.openxmlformats.org/drawingml/2006/main" rot="0">
            <a:off x="7058693"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76" name="">
            <a:extLst xmlns:a="http://schemas.openxmlformats.org/drawingml/2006/main">
              <a:ext uri="{FF2B5EF4-FFF2-40B4-BE49-F238E27FC236}">
                <a16:creationId xmlns:a16="http://schemas.microsoft.com/office/drawing/2014/main" id="{0AD58228-8D7B-43F2-8FE9-43FB212A3920}"/>
              </a:ext>
            </a:extLst>
          </p:cNvPr>
          <p:cNvSpPr>
            <a:spLocks xmlns:a="http://schemas.openxmlformats.org/drawingml/2006/main" noGrp="1"/>
          </p:cNvSpPr>
          <p:nvPr/>
        </p:nvSpPr>
        <p:spPr>
          <a:xfrm xmlns:a="http://schemas.openxmlformats.org/drawingml/2006/main" rot="0">
            <a:off x="7021165"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77" name="">
            <a:extLst xmlns:a="http://schemas.openxmlformats.org/drawingml/2006/main">
              <a:ext uri="{FF2B5EF4-FFF2-40B4-BE49-F238E27FC236}">
                <a16:creationId xmlns:a16="http://schemas.microsoft.com/office/drawing/2014/main" id="{80E4B71C-E13F-412F-A492-5AB496111FE9}"/>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78" name="">
            <a:extLst xmlns:a="http://schemas.openxmlformats.org/drawingml/2006/main">
              <a:ext uri="{FF2B5EF4-FFF2-40B4-BE49-F238E27FC236}">
                <a16:creationId xmlns:a16="http://schemas.microsoft.com/office/drawing/2014/main" id="{9E389DC0-80DC-4969-BB52-35FEDB774866}"/>
              </a:ext>
            </a:extLst>
          </p:cNvPr>
          <p:cNvSpPr>
            <a:spLocks xmlns:a="http://schemas.openxmlformats.org/drawingml/2006/main" noGrp="1"/>
          </p:cNvSpPr>
          <p:nvPr/>
        </p:nvSpPr>
        <p:spPr>
          <a:xfrm xmlns:a="http://schemas.openxmlformats.org/drawingml/2006/main">
            <a:off x="6562725"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79" name="">
            <a:extLst xmlns:a="http://schemas.openxmlformats.org/drawingml/2006/main">
              <a:ext uri="{FF2B5EF4-FFF2-40B4-BE49-F238E27FC236}">
                <a16:creationId xmlns:a16="http://schemas.microsoft.com/office/drawing/2014/main" id="{032A1CDA-CF3F-408D-B0C9-3579ACDE2238}"/>
              </a:ext>
            </a:extLst>
          </p:cNvPr>
          <p:cNvSpPr>
            <a:spLocks xmlns:a="http://schemas.openxmlformats.org/drawingml/2006/main" noGrp="1"/>
          </p:cNvSpPr>
          <p:nvPr/>
        </p:nvSpPr>
        <p:spPr>
          <a:xfrm xmlns:a="http://schemas.openxmlformats.org/drawingml/2006/main">
            <a:off x="8632603"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0" name="">
            <a:extLst xmlns:a="http://schemas.openxmlformats.org/drawingml/2006/main">
              <a:ext uri="{FF2B5EF4-FFF2-40B4-BE49-F238E27FC236}">
                <a16:creationId xmlns:a16="http://schemas.microsoft.com/office/drawing/2014/main" id="{2B408B56-679B-44D6-A55B-209E9001596D}"/>
              </a:ext>
            </a:extLst>
          </p:cNvPr>
          <p:cNvSpPr>
            <a:spLocks xmlns:a="http://schemas.openxmlformats.org/drawingml/2006/main" noGrp="1"/>
          </p:cNvSpPr>
          <p:nvPr/>
        </p:nvSpPr>
        <p:spPr>
          <a:xfrm xmlns:a="http://schemas.openxmlformats.org/drawingml/2006/main">
            <a:off x="8861203"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89.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SIMULATION V1 ON HELD-OUT STORMS (5/5)</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Simulation only. No setting passes the unchanged overall plausibility rule.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89</a:t>
            </a:r>
            <a:endParaRPr sz="1200"/>
          </a:p>
        </p:txBody>
      </p:sp>
      <p:sp>
        <p:nvSpPr>
          <p:cNvPr id="14" name="">
            <a:extLst xmlns:a="http://schemas.openxmlformats.org/drawingml/2006/main">
              <a:ext uri="{FF2B5EF4-FFF2-40B4-BE49-F238E27FC236}">
                <a16:creationId xmlns:a16="http://schemas.microsoft.com/office/drawing/2014/main" id="{95BE227F-84FD-4ABF-B042-13014197DF36}"/>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4E6898B7-92BC-48C1-89DC-ECA6C9023543}"/>
              </a:ext>
            </a:extLst>
          </p:cNvPr>
          <p:cNvSpPr>
            <a:spLocks xmlns:a="http://schemas.openxmlformats.org/drawingml/2006/main" noGrp="1"/>
          </p:cNvSpPr>
          <p:nvPr/>
        </p:nvSpPr>
        <p:spPr>
          <a:xfrm xmlns:a="http://schemas.openxmlformats.org/drawingml/2006/main">
            <a:off x="1000125"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2026-09-11</a:t>
            </a:r>
          </a:p>
        </p:txBody>
      </p:sp>
      <p:sp>
        <p:nvSpPr>
          <p:cNvPr id="16" name="">
            <a:extLst xmlns:a="http://schemas.openxmlformats.org/drawingml/2006/main">
              <a:ext uri="{FF2B5EF4-FFF2-40B4-BE49-F238E27FC236}">
                <a16:creationId xmlns:a16="http://schemas.microsoft.com/office/drawing/2014/main" id="{5F9C26C5-CB84-4E42-BAA4-28E2F7E0E951}"/>
              </a:ext>
            </a:extLst>
          </p:cNvPr>
          <p:cNvSpPr>
            <a:spLocks xmlns:a="http://schemas.openxmlformats.org/drawingml/2006/main" noGrp="1"/>
          </p:cNvSpPr>
          <p:nvPr/>
        </p:nvSpPr>
        <p:spPr>
          <a:xfrm xmlns:a="http://schemas.openxmlformats.org/drawingml/2006/main">
            <a:off x="1000125"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17" name="Editable chart path">
            <a:extLst xmlns:a="http://schemas.openxmlformats.org/drawingml/2006/main">
              <a:ext uri="{FF2B5EF4-FFF2-40B4-BE49-F238E27FC236}">
                <a16:creationId xmlns:a16="http://schemas.microsoft.com/office/drawing/2014/main" id="{DBB236E7-157C-422E-AC76-CBF438222855}"/>
              </a:ext>
            </a:extLst>
          </p:cNvPr>
          <p:cNvSpPr>
            <a:spLocks xmlns:a="http://schemas.openxmlformats.org/drawingml/2006/main" noGrp="1"/>
          </p:cNvSpPr>
          <p:nvPr/>
        </p:nvSpPr>
        <p:spPr>
          <a:xfrm xmlns:a="http://schemas.openxmlformats.org/drawingml/2006/main">
            <a:off x="2358621" y="3600595"/>
            <a:ext cx="2673861" cy="436021"/>
          </a:xfrm>
          <a:custGeom xmlns:a="http://schemas.openxmlformats.org/drawingml/2006/main">
            <a:pathLst>
              <a:path w="1557034" h="253902">
                <a:moveTo>
                  <a:pt x="0" y="184026"/>
                </a:moveTo>
                <a:lnTo>
                  <a:pt x="0" y="184026"/>
                </a:lnTo>
                <a:lnTo>
                  <a:pt x="55608" y="175635"/>
                </a:lnTo>
                <a:lnTo>
                  <a:pt x="111217" y="105750"/>
                </a:lnTo>
                <a:lnTo>
                  <a:pt x="166825" y="126407"/>
                </a:lnTo>
                <a:lnTo>
                  <a:pt x="222433" y="186632"/>
                </a:lnTo>
                <a:lnTo>
                  <a:pt x="278042" y="198377"/>
                </a:lnTo>
                <a:lnTo>
                  <a:pt x="333650" y="208754"/>
                </a:lnTo>
                <a:lnTo>
                  <a:pt x="389259" y="234860"/>
                </a:lnTo>
                <a:lnTo>
                  <a:pt x="444867" y="225240"/>
                </a:lnTo>
                <a:lnTo>
                  <a:pt x="500475" y="246082"/>
                </a:lnTo>
                <a:lnTo>
                  <a:pt x="556084" y="242487"/>
                </a:lnTo>
                <a:lnTo>
                  <a:pt x="611692" y="253902"/>
                </a:lnTo>
                <a:lnTo>
                  <a:pt x="667300" y="250722"/>
                </a:lnTo>
                <a:lnTo>
                  <a:pt x="722909" y="229567"/>
                </a:lnTo>
                <a:lnTo>
                  <a:pt x="778517" y="233130"/>
                </a:lnTo>
                <a:lnTo>
                  <a:pt x="834126" y="216707"/>
                </a:lnTo>
                <a:lnTo>
                  <a:pt x="889734" y="221511"/>
                </a:lnTo>
                <a:lnTo>
                  <a:pt x="945342" y="216319"/>
                </a:lnTo>
                <a:lnTo>
                  <a:pt x="1000951" y="238479"/>
                </a:lnTo>
                <a:lnTo>
                  <a:pt x="1056559" y="232172"/>
                </a:lnTo>
                <a:lnTo>
                  <a:pt x="1112167" y="235269"/>
                </a:lnTo>
                <a:lnTo>
                  <a:pt x="1167776" y="232190"/>
                </a:lnTo>
                <a:lnTo>
                  <a:pt x="1223384" y="249651"/>
                </a:lnTo>
                <a:lnTo>
                  <a:pt x="1278993" y="240095"/>
                </a:lnTo>
                <a:lnTo>
                  <a:pt x="1334601" y="233716"/>
                </a:lnTo>
                <a:lnTo>
                  <a:pt x="1390209" y="228107"/>
                </a:lnTo>
                <a:lnTo>
                  <a:pt x="1445818" y="134195"/>
                </a:lnTo>
                <a:lnTo>
                  <a:pt x="1501426" y="130102"/>
                </a:lnTo>
                <a:lnTo>
                  <a:pt x="1557034" y="20529"/>
                </a:lnTo>
                <a:lnTo>
                  <a:pt x="1557034" y="0"/>
                </a:lnTo>
                <a:lnTo>
                  <a:pt x="1557034" y="0"/>
                </a:lnTo>
                <a:lnTo>
                  <a:pt x="1501426" y="112443"/>
                </a:lnTo>
                <a:lnTo>
                  <a:pt x="1445818" y="113125"/>
                </a:lnTo>
                <a:lnTo>
                  <a:pt x="1390209" y="210972"/>
                </a:lnTo>
                <a:lnTo>
                  <a:pt x="1334601" y="214322"/>
                </a:lnTo>
                <a:lnTo>
                  <a:pt x="1278993" y="218027"/>
                </a:lnTo>
                <a:lnTo>
                  <a:pt x="1223384" y="225694"/>
                </a:lnTo>
                <a:lnTo>
                  <a:pt x="1167776" y="209715"/>
                </a:lnTo>
                <a:lnTo>
                  <a:pt x="1112167" y="210310"/>
                </a:lnTo>
                <a:lnTo>
                  <a:pt x="1056559" y="201711"/>
                </a:lnTo>
                <a:lnTo>
                  <a:pt x="1000951" y="209513"/>
                </a:lnTo>
                <a:lnTo>
                  <a:pt x="945342" y="194381"/>
                </a:lnTo>
                <a:lnTo>
                  <a:pt x="889734" y="197497"/>
                </a:lnTo>
                <a:lnTo>
                  <a:pt x="834126" y="189604"/>
                </a:lnTo>
                <a:lnTo>
                  <a:pt x="778517" y="207081"/>
                </a:lnTo>
                <a:lnTo>
                  <a:pt x="722909" y="201088"/>
                </a:lnTo>
                <a:lnTo>
                  <a:pt x="667300" y="225166"/>
                </a:lnTo>
                <a:lnTo>
                  <a:pt x="611692" y="228969"/>
                </a:lnTo>
                <a:lnTo>
                  <a:pt x="556084" y="223332"/>
                </a:lnTo>
                <a:lnTo>
                  <a:pt x="500475" y="222872"/>
                </a:lnTo>
                <a:lnTo>
                  <a:pt x="444867" y="207687"/>
                </a:lnTo>
                <a:lnTo>
                  <a:pt x="389259" y="211882"/>
                </a:lnTo>
                <a:lnTo>
                  <a:pt x="333650" y="184576"/>
                </a:lnTo>
                <a:lnTo>
                  <a:pt x="278042" y="175847"/>
                </a:lnTo>
                <a:lnTo>
                  <a:pt x="222433" y="163958"/>
                </a:lnTo>
                <a:lnTo>
                  <a:pt x="166825" y="104708"/>
                </a:lnTo>
                <a:lnTo>
                  <a:pt x="111217" y="88199"/>
                </a:lnTo>
                <a:lnTo>
                  <a:pt x="55608" y="157113"/>
                </a:lnTo>
                <a:lnTo>
                  <a:pt x="0" y="184026"/>
                </a:lnTo>
                <a:close/>
              </a:path>
            </a:pathLst>
          </a:custGeom>
          <a:solidFill xmlns:a="http://schemas.openxmlformats.org/drawingml/2006/main">
            <a:srgbClr val="2C5EAA">
              <a:alpha val="20000"/>
            </a:srgbClr>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9CA341A8-C7E1-475E-BFE0-04A0E16D7943}"/>
              </a:ext>
            </a:extLst>
          </p:cNvPr>
          <p:cNvSpPr>
            <a:spLocks xmlns:a="http://schemas.openxmlformats.org/drawingml/2006/main" noGrp="1"/>
          </p:cNvSpPr>
          <p:nvPr/>
        </p:nvSpPr>
        <p:spPr>
          <a:xfrm xmlns:a="http://schemas.openxmlformats.org/drawingml/2006/main">
            <a:off x="2358621"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19" name="">
            <a:extLst xmlns:a="http://schemas.openxmlformats.org/drawingml/2006/main">
              <a:ext uri="{FF2B5EF4-FFF2-40B4-BE49-F238E27FC236}">
                <a16:creationId xmlns:a16="http://schemas.microsoft.com/office/drawing/2014/main" id="{B3D5ADA1-1C19-48A7-873D-84BBB43E6B64}"/>
              </a:ext>
            </a:extLst>
          </p:cNvPr>
          <p:cNvSpPr>
            <a:spLocks xmlns:a="http://schemas.openxmlformats.org/drawingml/2006/main" noGrp="1"/>
          </p:cNvSpPr>
          <p:nvPr/>
        </p:nvSpPr>
        <p:spPr>
          <a:xfrm xmlns:a="http://schemas.openxmlformats.org/drawingml/2006/main" rot="0">
            <a:off x="2306962"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20" name="Editable chart path">
            <a:extLst xmlns:a="http://schemas.openxmlformats.org/drawingml/2006/main">
              <a:ext uri="{FF2B5EF4-FFF2-40B4-BE49-F238E27FC236}">
                <a16:creationId xmlns:a16="http://schemas.microsoft.com/office/drawing/2014/main" id="{9AB6E7DB-7517-4AF4-AE15-EEB88D681C13}"/>
              </a:ext>
            </a:extLst>
          </p:cNvPr>
          <p:cNvSpPr>
            <a:spLocks xmlns:a="http://schemas.openxmlformats.org/drawingml/2006/main" noGrp="1"/>
          </p:cNvSpPr>
          <p:nvPr/>
        </p:nvSpPr>
        <p:spPr>
          <a:xfrm xmlns:a="http://schemas.openxmlformats.org/drawingml/2006/main">
            <a:off x="312258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1" name="">
            <a:extLst xmlns:a="http://schemas.openxmlformats.org/drawingml/2006/main">
              <a:ext uri="{FF2B5EF4-FFF2-40B4-BE49-F238E27FC236}">
                <a16:creationId xmlns:a16="http://schemas.microsoft.com/office/drawing/2014/main" id="{F7BB2B5B-4664-4D60-9180-9D089863DF0B}"/>
              </a:ext>
            </a:extLst>
          </p:cNvPr>
          <p:cNvSpPr>
            <a:spLocks xmlns:a="http://schemas.openxmlformats.org/drawingml/2006/main" noGrp="1"/>
          </p:cNvSpPr>
          <p:nvPr/>
        </p:nvSpPr>
        <p:spPr>
          <a:xfrm xmlns:a="http://schemas.openxmlformats.org/drawingml/2006/main" rot="0">
            <a:off x="3073307"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22" name="Editable chart path">
            <a:extLst xmlns:a="http://schemas.openxmlformats.org/drawingml/2006/main">
              <a:ext uri="{FF2B5EF4-FFF2-40B4-BE49-F238E27FC236}">
                <a16:creationId xmlns:a16="http://schemas.microsoft.com/office/drawing/2014/main" id="{35D9B947-6155-4FBF-A538-D44A12EAF1D8}"/>
              </a:ext>
            </a:extLst>
          </p:cNvPr>
          <p:cNvSpPr>
            <a:spLocks xmlns:a="http://schemas.openxmlformats.org/drawingml/2006/main" noGrp="1"/>
          </p:cNvSpPr>
          <p:nvPr/>
        </p:nvSpPr>
        <p:spPr>
          <a:xfrm xmlns:a="http://schemas.openxmlformats.org/drawingml/2006/main">
            <a:off x="388654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3" name="">
            <a:extLst xmlns:a="http://schemas.openxmlformats.org/drawingml/2006/main">
              <a:ext uri="{FF2B5EF4-FFF2-40B4-BE49-F238E27FC236}">
                <a16:creationId xmlns:a16="http://schemas.microsoft.com/office/drawing/2014/main" id="{D2873B07-35DA-4AAC-BAC3-35B4DD7FCE36}"/>
              </a:ext>
            </a:extLst>
          </p:cNvPr>
          <p:cNvSpPr>
            <a:spLocks xmlns:a="http://schemas.openxmlformats.org/drawingml/2006/main" noGrp="1"/>
          </p:cNvSpPr>
          <p:nvPr/>
        </p:nvSpPr>
        <p:spPr>
          <a:xfrm xmlns:a="http://schemas.openxmlformats.org/drawingml/2006/main" rot="0">
            <a:off x="3834856"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24" name="Editable chart path">
            <a:extLst xmlns:a="http://schemas.openxmlformats.org/drawingml/2006/main">
              <a:ext uri="{FF2B5EF4-FFF2-40B4-BE49-F238E27FC236}">
                <a16:creationId xmlns:a16="http://schemas.microsoft.com/office/drawing/2014/main" id="{C91EF6A2-E231-42D0-9419-FC526D3F10C8}"/>
              </a:ext>
            </a:extLst>
          </p:cNvPr>
          <p:cNvSpPr>
            <a:spLocks xmlns:a="http://schemas.openxmlformats.org/drawingml/2006/main" noGrp="1"/>
          </p:cNvSpPr>
          <p:nvPr/>
        </p:nvSpPr>
        <p:spPr>
          <a:xfrm xmlns:a="http://schemas.openxmlformats.org/drawingml/2006/main">
            <a:off x="4650502"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5" name="">
            <a:extLst xmlns:a="http://schemas.openxmlformats.org/drawingml/2006/main">
              <a:ext uri="{FF2B5EF4-FFF2-40B4-BE49-F238E27FC236}">
                <a16:creationId xmlns:a16="http://schemas.microsoft.com/office/drawing/2014/main" id="{8B3997C9-1A37-428E-9ED5-AF7DEA4655CB}"/>
              </a:ext>
            </a:extLst>
          </p:cNvPr>
          <p:cNvSpPr>
            <a:spLocks xmlns:a="http://schemas.openxmlformats.org/drawingml/2006/main" noGrp="1"/>
          </p:cNvSpPr>
          <p:nvPr/>
        </p:nvSpPr>
        <p:spPr>
          <a:xfrm xmlns:a="http://schemas.openxmlformats.org/drawingml/2006/main" rot="0">
            <a:off x="4598686"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26" name="">
            <a:extLst xmlns:a="http://schemas.openxmlformats.org/drawingml/2006/main">
              <a:ext uri="{FF2B5EF4-FFF2-40B4-BE49-F238E27FC236}">
                <a16:creationId xmlns:a16="http://schemas.microsoft.com/office/drawing/2014/main" id="{78416C4E-C8E7-4CE8-945F-799941DFD28E}"/>
              </a:ext>
            </a:extLst>
          </p:cNvPr>
          <p:cNvSpPr>
            <a:spLocks xmlns:a="http://schemas.openxmlformats.org/drawingml/2006/main" noGrp="1"/>
          </p:cNvSpPr>
          <p:nvPr/>
        </p:nvSpPr>
        <p:spPr>
          <a:xfrm xmlns:a="http://schemas.openxmlformats.org/drawingml/2006/main" rot="0">
            <a:off x="3127879"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27" name="Editable chart path">
            <a:extLst xmlns:a="http://schemas.openxmlformats.org/drawingml/2006/main">
              <a:ext uri="{FF2B5EF4-FFF2-40B4-BE49-F238E27FC236}">
                <a16:creationId xmlns:a16="http://schemas.microsoft.com/office/drawing/2014/main" id="{1FBFD065-06CF-45A7-B449-1BE8034A4D1A}"/>
              </a:ext>
            </a:extLst>
          </p:cNvPr>
          <p:cNvSpPr>
            <a:spLocks xmlns:a="http://schemas.openxmlformats.org/drawingml/2006/main" noGrp="1"/>
          </p:cNvSpPr>
          <p:nvPr/>
        </p:nvSpPr>
        <p:spPr>
          <a:xfrm xmlns:a="http://schemas.openxmlformats.org/drawingml/2006/main">
            <a:off x="2224928"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28" name="Editable chart path">
            <a:extLst xmlns:a="http://schemas.openxmlformats.org/drawingml/2006/main">
              <a:ext uri="{FF2B5EF4-FFF2-40B4-BE49-F238E27FC236}">
                <a16:creationId xmlns:a16="http://schemas.microsoft.com/office/drawing/2014/main" id="{373AD2F4-CDEB-47A8-949C-9E99CE819FD6}"/>
              </a:ext>
            </a:extLst>
          </p:cNvPr>
          <p:cNvSpPr>
            <a:spLocks xmlns:a="http://schemas.openxmlformats.org/drawingml/2006/main" noGrp="1"/>
          </p:cNvSpPr>
          <p:nvPr/>
        </p:nvSpPr>
        <p:spPr>
          <a:xfrm xmlns:a="http://schemas.openxmlformats.org/drawingml/2006/main">
            <a:off x="2167679"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29" name="Editable chart path">
            <a:extLst xmlns:a="http://schemas.openxmlformats.org/drawingml/2006/main">
              <a:ext uri="{FF2B5EF4-FFF2-40B4-BE49-F238E27FC236}">
                <a16:creationId xmlns:a16="http://schemas.microsoft.com/office/drawing/2014/main" id="{A9046A90-0892-4C7A-8238-AFE9035FC4BF}"/>
              </a:ext>
            </a:extLst>
          </p:cNvPr>
          <p:cNvSpPr>
            <a:spLocks xmlns:a="http://schemas.openxmlformats.org/drawingml/2006/main" noGrp="1"/>
          </p:cNvSpPr>
          <p:nvPr/>
        </p:nvSpPr>
        <p:spPr>
          <a:xfrm xmlns:a="http://schemas.openxmlformats.org/drawingml/2006/main">
            <a:off x="2224928"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0" name="Editable chart path">
            <a:extLst xmlns:a="http://schemas.openxmlformats.org/drawingml/2006/main">
              <a:ext uri="{FF2B5EF4-FFF2-40B4-BE49-F238E27FC236}">
                <a16:creationId xmlns:a16="http://schemas.microsoft.com/office/drawing/2014/main" id="{3E088830-C076-4482-A089-0994E8C5F8AA}"/>
              </a:ext>
            </a:extLst>
          </p:cNvPr>
          <p:cNvSpPr>
            <a:spLocks xmlns:a="http://schemas.openxmlformats.org/drawingml/2006/main" noGrp="1"/>
          </p:cNvSpPr>
          <p:nvPr/>
        </p:nvSpPr>
        <p:spPr>
          <a:xfrm xmlns:a="http://schemas.openxmlformats.org/drawingml/2006/main">
            <a:off x="2167679"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1" name="Editable chart path">
            <a:extLst xmlns:a="http://schemas.openxmlformats.org/drawingml/2006/main">
              <a:ext uri="{FF2B5EF4-FFF2-40B4-BE49-F238E27FC236}">
                <a16:creationId xmlns:a16="http://schemas.microsoft.com/office/drawing/2014/main" id="{BC64FBBB-CE44-46EB-BB40-2E9FADF20203}"/>
              </a:ext>
            </a:extLst>
          </p:cNvPr>
          <p:cNvSpPr>
            <a:spLocks xmlns:a="http://schemas.openxmlformats.org/drawingml/2006/main" noGrp="1"/>
          </p:cNvSpPr>
          <p:nvPr/>
        </p:nvSpPr>
        <p:spPr>
          <a:xfrm xmlns:a="http://schemas.openxmlformats.org/drawingml/2006/main">
            <a:off x="2224928"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2" name="Editable chart path">
            <a:extLst xmlns:a="http://schemas.openxmlformats.org/drawingml/2006/main">
              <a:ext uri="{FF2B5EF4-FFF2-40B4-BE49-F238E27FC236}">
                <a16:creationId xmlns:a16="http://schemas.microsoft.com/office/drawing/2014/main" id="{1FD409BE-9F8F-4806-A7B6-556AF2AE0391}"/>
              </a:ext>
            </a:extLst>
          </p:cNvPr>
          <p:cNvSpPr>
            <a:spLocks xmlns:a="http://schemas.openxmlformats.org/drawingml/2006/main" noGrp="1"/>
          </p:cNvSpPr>
          <p:nvPr/>
        </p:nvSpPr>
        <p:spPr>
          <a:xfrm xmlns:a="http://schemas.openxmlformats.org/drawingml/2006/main">
            <a:off x="2167679"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3" name="Editable chart path">
            <a:extLst xmlns:a="http://schemas.openxmlformats.org/drawingml/2006/main">
              <a:ext uri="{FF2B5EF4-FFF2-40B4-BE49-F238E27FC236}">
                <a16:creationId xmlns:a16="http://schemas.microsoft.com/office/drawing/2014/main" id="{DE1CDE2B-EBE7-4B36-8996-AFE8947E0EC8}"/>
              </a:ext>
            </a:extLst>
          </p:cNvPr>
          <p:cNvSpPr>
            <a:spLocks xmlns:a="http://schemas.openxmlformats.org/drawingml/2006/main" noGrp="1"/>
          </p:cNvSpPr>
          <p:nvPr/>
        </p:nvSpPr>
        <p:spPr>
          <a:xfrm xmlns:a="http://schemas.openxmlformats.org/drawingml/2006/main">
            <a:off x="2224928"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34" name="Editable chart path">
            <a:extLst xmlns:a="http://schemas.openxmlformats.org/drawingml/2006/main">
              <a:ext uri="{FF2B5EF4-FFF2-40B4-BE49-F238E27FC236}">
                <a16:creationId xmlns:a16="http://schemas.microsoft.com/office/drawing/2014/main" id="{77E8C0BB-901F-4D2A-8E3F-358FFB316B0B}"/>
              </a:ext>
            </a:extLst>
          </p:cNvPr>
          <p:cNvSpPr>
            <a:spLocks xmlns:a="http://schemas.openxmlformats.org/drawingml/2006/main" noGrp="1"/>
          </p:cNvSpPr>
          <p:nvPr/>
        </p:nvSpPr>
        <p:spPr>
          <a:xfrm xmlns:a="http://schemas.openxmlformats.org/drawingml/2006/main">
            <a:off x="2167679"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35" name="Editable chart path">
            <a:extLst xmlns:a="http://schemas.openxmlformats.org/drawingml/2006/main">
              <a:ext uri="{FF2B5EF4-FFF2-40B4-BE49-F238E27FC236}">
                <a16:creationId xmlns:a16="http://schemas.microsoft.com/office/drawing/2014/main" id="{409EE374-F127-4459-A6F8-B3349665E83A}"/>
              </a:ext>
            </a:extLst>
          </p:cNvPr>
          <p:cNvSpPr>
            <a:spLocks xmlns:a="http://schemas.openxmlformats.org/drawingml/2006/main" noGrp="1"/>
          </p:cNvSpPr>
          <p:nvPr/>
        </p:nvSpPr>
        <p:spPr>
          <a:xfrm xmlns:a="http://schemas.openxmlformats.org/drawingml/2006/main">
            <a:off x="2358621" y="3619623"/>
            <a:ext cx="2673861" cy="395655"/>
          </a:xfrm>
          <a:custGeom xmlns:a="http://schemas.openxmlformats.org/drawingml/2006/main">
            <a:pathLst>
              <a:path w="1557034" h="230396">
                <a:moveTo>
                  <a:pt x="0" y="172946"/>
                </a:moveTo>
                <a:lnTo>
                  <a:pt x="55608" y="155230"/>
                </a:lnTo>
                <a:lnTo>
                  <a:pt x="111217" y="85542"/>
                </a:lnTo>
                <a:lnTo>
                  <a:pt x="166825" y="105761"/>
                </a:lnTo>
                <a:lnTo>
                  <a:pt x="222433" y="162966"/>
                </a:lnTo>
                <a:lnTo>
                  <a:pt x="278042" y="177200"/>
                </a:lnTo>
                <a:lnTo>
                  <a:pt x="333650" y="185986"/>
                </a:lnTo>
                <a:lnTo>
                  <a:pt x="389259" y="211007"/>
                </a:lnTo>
                <a:lnTo>
                  <a:pt x="444867" y="204773"/>
                </a:lnTo>
                <a:lnTo>
                  <a:pt x="500475" y="224568"/>
                </a:lnTo>
                <a:lnTo>
                  <a:pt x="556084" y="223077"/>
                </a:lnTo>
                <a:lnTo>
                  <a:pt x="611692" y="230396"/>
                </a:lnTo>
                <a:lnTo>
                  <a:pt x="667300" y="227267"/>
                </a:lnTo>
                <a:lnTo>
                  <a:pt x="722909" y="200902"/>
                </a:lnTo>
                <a:lnTo>
                  <a:pt x="778517" y="208860"/>
                </a:lnTo>
                <a:lnTo>
                  <a:pt x="834126" y="191331"/>
                </a:lnTo>
                <a:lnTo>
                  <a:pt x="889734" y="197160"/>
                </a:lnTo>
                <a:lnTo>
                  <a:pt x="945342" y="194548"/>
                </a:lnTo>
                <a:lnTo>
                  <a:pt x="1000951" y="212353"/>
                </a:lnTo>
                <a:lnTo>
                  <a:pt x="1056559" y="205718"/>
                </a:lnTo>
                <a:lnTo>
                  <a:pt x="1112167" y="212712"/>
                </a:lnTo>
                <a:lnTo>
                  <a:pt x="1167776" y="210160"/>
                </a:lnTo>
                <a:lnTo>
                  <a:pt x="1223384" y="226561"/>
                </a:lnTo>
                <a:lnTo>
                  <a:pt x="1278993" y="217997"/>
                </a:lnTo>
                <a:lnTo>
                  <a:pt x="1334601" y="214377"/>
                </a:lnTo>
                <a:lnTo>
                  <a:pt x="1390209" y="209127"/>
                </a:lnTo>
                <a:lnTo>
                  <a:pt x="1445818" y="113814"/>
                </a:lnTo>
                <a:lnTo>
                  <a:pt x="1501426" y="111036"/>
                </a:lnTo>
                <a:lnTo>
                  <a:pt x="1557034" y="0"/>
                </a:lnTo>
              </a:path>
            </a:pathLst>
          </a:custGeom>
          <a:noFill xmlns:a="http://schemas.openxmlformats.org/drawingml/2006/main"/>
          <a:ln xmlns:a="http://schemas.openxmlformats.org/drawingml/2006/main" w="24536">
            <a:solidFill>
              <a:srgbClr val="2C5EAA"/>
            </a:solidFill>
            <a:prstDash val="solid"/>
          </a:ln>
        </p:spPr>
      </p:sp>
      <p:sp>
        <p:nvSpPr>
          <p:cNvPr id="36" name="Editable chart path">
            <a:extLst xmlns:a="http://schemas.openxmlformats.org/drawingml/2006/main">
              <a:ext uri="{FF2B5EF4-FFF2-40B4-BE49-F238E27FC236}">
                <a16:creationId xmlns:a16="http://schemas.microsoft.com/office/drawing/2014/main" id="{E7709910-A2F7-4D2C-B956-6462A14B76E6}"/>
              </a:ext>
            </a:extLst>
          </p:cNvPr>
          <p:cNvSpPr>
            <a:spLocks xmlns:a="http://schemas.openxmlformats.org/drawingml/2006/main" noGrp="1"/>
          </p:cNvSpPr>
          <p:nvPr/>
        </p:nvSpPr>
        <p:spPr>
          <a:xfrm xmlns:a="http://schemas.openxmlformats.org/drawingml/2006/main">
            <a:off x="2358621" y="3747771"/>
            <a:ext cx="2673861" cy="559535"/>
          </a:xfrm>
          <a:custGeom xmlns:a="http://schemas.openxmlformats.org/drawingml/2006/main">
            <a:pathLst>
              <a:path w="1557034" h="325827">
                <a:moveTo>
                  <a:pt x="0" y="98323"/>
                </a:moveTo>
                <a:lnTo>
                  <a:pt x="55608" y="100441"/>
                </a:lnTo>
                <a:lnTo>
                  <a:pt x="111217" y="221756"/>
                </a:lnTo>
                <a:lnTo>
                  <a:pt x="166825" y="206932"/>
                </a:lnTo>
                <a:lnTo>
                  <a:pt x="222433" y="117080"/>
                </a:lnTo>
                <a:lnTo>
                  <a:pt x="278042" y="91667"/>
                </a:lnTo>
                <a:lnTo>
                  <a:pt x="333650" y="222966"/>
                </a:lnTo>
                <a:lnTo>
                  <a:pt x="389259" y="116172"/>
                </a:lnTo>
                <a:lnTo>
                  <a:pt x="444867" y="219033"/>
                </a:lnTo>
                <a:lnTo>
                  <a:pt x="500475" y="140375"/>
                </a:lnTo>
                <a:lnTo>
                  <a:pt x="556084" y="197553"/>
                </a:lnTo>
                <a:lnTo>
                  <a:pt x="611692" y="177586"/>
                </a:lnTo>
                <a:lnTo>
                  <a:pt x="667300" y="325827"/>
                </a:lnTo>
                <a:lnTo>
                  <a:pt x="722909" y="321289"/>
                </a:lnTo>
                <a:lnTo>
                  <a:pt x="778517" y="266228"/>
                </a:lnTo>
                <a:lnTo>
                  <a:pt x="834126" y="324012"/>
                </a:lnTo>
                <a:lnTo>
                  <a:pt x="889734" y="182427"/>
                </a:lnTo>
                <a:lnTo>
                  <a:pt x="945342" y="262295"/>
                </a:lnTo>
                <a:lnTo>
                  <a:pt x="1000951" y="300112"/>
                </a:lnTo>
                <a:lnTo>
                  <a:pt x="1056559" y="168510"/>
                </a:lnTo>
                <a:lnTo>
                  <a:pt x="1112167" y="226596"/>
                </a:lnTo>
                <a:lnTo>
                  <a:pt x="1167776" y="229319"/>
                </a:lnTo>
                <a:lnTo>
                  <a:pt x="1223384" y="258665"/>
                </a:lnTo>
                <a:lnTo>
                  <a:pt x="1278993" y="215705"/>
                </a:lnTo>
                <a:lnTo>
                  <a:pt x="1334601" y="180309"/>
                </a:lnTo>
                <a:lnTo>
                  <a:pt x="1390209" y="134627"/>
                </a:lnTo>
                <a:lnTo>
                  <a:pt x="1445818" y="117685"/>
                </a:lnTo>
                <a:lnTo>
                  <a:pt x="1501426" y="71398"/>
                </a:lnTo>
                <a:lnTo>
                  <a:pt x="1557034" y="0"/>
                </a:lnTo>
              </a:path>
            </a:pathLst>
          </a:custGeom>
          <a:noFill xmlns:a="http://schemas.openxmlformats.org/drawingml/2006/main"/>
          <a:ln xmlns:a="http://schemas.openxmlformats.org/drawingml/2006/main" w="19628">
            <a:solidFill>
              <a:srgbClr val="14203A"/>
            </a:solidFill>
            <a:prstDash val="solid"/>
          </a:ln>
        </p:spPr>
      </p:sp>
      <p:sp>
        <p:nvSpPr>
          <p:cNvPr id="37" name="Editable chart path">
            <a:extLst xmlns:a="http://schemas.openxmlformats.org/drawingml/2006/main">
              <a:ext uri="{FF2B5EF4-FFF2-40B4-BE49-F238E27FC236}">
                <a16:creationId xmlns:a16="http://schemas.microsoft.com/office/drawing/2014/main" id="{728DAE71-C0A7-4748-8A0C-A5100E91F5CB}"/>
              </a:ext>
            </a:extLst>
          </p:cNvPr>
          <p:cNvSpPr>
            <a:spLocks xmlns:a="http://schemas.openxmlformats.org/drawingml/2006/main" noGrp="1"/>
          </p:cNvSpPr>
          <p:nvPr/>
        </p:nvSpPr>
        <p:spPr>
          <a:xfrm xmlns:a="http://schemas.openxmlformats.org/drawingml/2006/main">
            <a:off x="3504562"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38" name="Editable chart path">
            <a:extLst xmlns:a="http://schemas.openxmlformats.org/drawingml/2006/main">
              <a:ext uri="{FF2B5EF4-FFF2-40B4-BE49-F238E27FC236}">
                <a16:creationId xmlns:a16="http://schemas.microsoft.com/office/drawing/2014/main" id="{7C4FE5A8-A2E3-4650-9690-41923AE28EC5}"/>
              </a:ext>
            </a:extLst>
          </p:cNvPr>
          <p:cNvSpPr>
            <a:spLocks xmlns:a="http://schemas.openxmlformats.org/drawingml/2006/main" noGrp="1"/>
          </p:cNvSpPr>
          <p:nvPr/>
        </p:nvSpPr>
        <p:spPr>
          <a:xfrm xmlns:a="http://schemas.openxmlformats.org/drawingml/2006/main">
            <a:off x="2224928"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39" name="Editable chart path">
            <a:extLst xmlns:a="http://schemas.openxmlformats.org/drawingml/2006/main">
              <a:ext uri="{FF2B5EF4-FFF2-40B4-BE49-F238E27FC236}">
                <a16:creationId xmlns:a16="http://schemas.microsoft.com/office/drawing/2014/main" id="{EBE361A1-52FA-4970-B8AC-5BF48BB98F62}"/>
              </a:ext>
            </a:extLst>
          </p:cNvPr>
          <p:cNvSpPr>
            <a:spLocks xmlns:a="http://schemas.openxmlformats.org/drawingml/2006/main" noGrp="1"/>
          </p:cNvSpPr>
          <p:nvPr/>
        </p:nvSpPr>
        <p:spPr>
          <a:xfrm xmlns:a="http://schemas.openxmlformats.org/drawingml/2006/main">
            <a:off x="2224928"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40" name="">
            <a:extLst xmlns:a="http://schemas.openxmlformats.org/drawingml/2006/main">
              <a:ext uri="{FF2B5EF4-FFF2-40B4-BE49-F238E27FC236}">
                <a16:creationId xmlns:a16="http://schemas.microsoft.com/office/drawing/2014/main" id="{28178F25-E4E1-49C8-8F61-CCEEF084FD1E}"/>
              </a:ext>
            </a:extLst>
          </p:cNvPr>
          <p:cNvSpPr>
            <a:spLocks xmlns:a="http://schemas.openxmlformats.org/drawingml/2006/main" noGrp="1"/>
          </p:cNvSpPr>
          <p:nvPr/>
        </p:nvSpPr>
        <p:spPr>
          <a:xfrm xmlns:a="http://schemas.openxmlformats.org/drawingml/2006/main" rot="0">
            <a:off x="1914622"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41" name="">
            <a:extLst xmlns:a="http://schemas.openxmlformats.org/drawingml/2006/main">
              <a:ext uri="{FF2B5EF4-FFF2-40B4-BE49-F238E27FC236}">
                <a16:creationId xmlns:a16="http://schemas.microsoft.com/office/drawing/2014/main" id="{4961827E-0A46-4A8F-AFD3-4C147B7D1406}"/>
              </a:ext>
            </a:extLst>
          </p:cNvPr>
          <p:cNvSpPr>
            <a:spLocks xmlns:a="http://schemas.openxmlformats.org/drawingml/2006/main" noGrp="1"/>
          </p:cNvSpPr>
          <p:nvPr/>
        </p:nvSpPr>
        <p:spPr>
          <a:xfrm xmlns:a="http://schemas.openxmlformats.org/drawingml/2006/main" rot="0">
            <a:off x="1867568"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42" name="">
            <a:extLst xmlns:a="http://schemas.openxmlformats.org/drawingml/2006/main">
              <a:ext uri="{FF2B5EF4-FFF2-40B4-BE49-F238E27FC236}">
                <a16:creationId xmlns:a16="http://schemas.microsoft.com/office/drawing/2014/main" id="{96838B08-3247-4A10-AA58-0CFCB3BD784B}"/>
              </a:ext>
            </a:extLst>
          </p:cNvPr>
          <p:cNvSpPr>
            <a:spLocks xmlns:a="http://schemas.openxmlformats.org/drawingml/2006/main" noGrp="1"/>
          </p:cNvSpPr>
          <p:nvPr/>
        </p:nvSpPr>
        <p:spPr>
          <a:xfrm xmlns:a="http://schemas.openxmlformats.org/drawingml/2006/main" rot="0">
            <a:off x="1867568"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43" name="">
            <a:extLst xmlns:a="http://schemas.openxmlformats.org/drawingml/2006/main">
              <a:ext uri="{FF2B5EF4-FFF2-40B4-BE49-F238E27FC236}">
                <a16:creationId xmlns:a16="http://schemas.microsoft.com/office/drawing/2014/main" id="{F07C4F2F-F796-4B43-B7FD-4BA45EABDC0A}"/>
              </a:ext>
            </a:extLst>
          </p:cNvPr>
          <p:cNvSpPr>
            <a:spLocks xmlns:a="http://schemas.openxmlformats.org/drawingml/2006/main" noGrp="1"/>
          </p:cNvSpPr>
          <p:nvPr/>
        </p:nvSpPr>
        <p:spPr>
          <a:xfrm xmlns:a="http://schemas.openxmlformats.org/drawingml/2006/main" rot="0">
            <a:off x="1830040"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44" name="">
            <a:extLst xmlns:a="http://schemas.openxmlformats.org/drawingml/2006/main">
              <a:ext uri="{FF2B5EF4-FFF2-40B4-BE49-F238E27FC236}">
                <a16:creationId xmlns:a16="http://schemas.microsoft.com/office/drawing/2014/main" id="{3125E832-A810-48F3-B818-CD1F1EF0F783}"/>
              </a:ext>
            </a:extLst>
          </p:cNvPr>
          <p:cNvSpPr>
            <a:spLocks xmlns:a="http://schemas.openxmlformats.org/drawingml/2006/main" noGrp="1"/>
          </p:cNvSpPr>
          <p:nvPr/>
        </p:nvSpPr>
        <p:spPr>
          <a:xfrm xmlns:a="http://schemas.openxmlformats.org/drawingml/2006/main">
            <a:off x="1143000"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45" name="">
            <a:extLst xmlns:a="http://schemas.openxmlformats.org/drawingml/2006/main">
              <a:ext uri="{FF2B5EF4-FFF2-40B4-BE49-F238E27FC236}">
                <a16:creationId xmlns:a16="http://schemas.microsoft.com/office/drawing/2014/main" id="{6D3015B4-A1EE-4F89-A88C-FBA1D1C1A9BA}"/>
              </a:ext>
            </a:extLst>
          </p:cNvPr>
          <p:cNvSpPr>
            <a:spLocks xmlns:a="http://schemas.openxmlformats.org/drawingml/2006/main" noGrp="1"/>
          </p:cNvSpPr>
          <p:nvPr/>
        </p:nvSpPr>
        <p:spPr>
          <a:xfrm xmlns:a="http://schemas.openxmlformats.org/drawingml/2006/main">
            <a:off x="1371600"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46" name="">
            <a:extLst xmlns:a="http://schemas.openxmlformats.org/drawingml/2006/main">
              <a:ext uri="{FF2B5EF4-FFF2-40B4-BE49-F238E27FC236}">
                <a16:creationId xmlns:a16="http://schemas.microsoft.com/office/drawing/2014/main" id="{DE7562AD-DDE1-42E3-BE0B-3F992F830458}"/>
              </a:ext>
            </a:extLst>
          </p:cNvPr>
          <p:cNvSpPr>
            <a:spLocks xmlns:a="http://schemas.openxmlformats.org/drawingml/2006/main" noGrp="1"/>
          </p:cNvSpPr>
          <p:nvPr/>
        </p:nvSpPr>
        <p:spPr>
          <a:xfrm xmlns:a="http://schemas.openxmlformats.org/drawingml/2006/main">
            <a:off x="3441478"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47" name="">
            <a:extLst xmlns:a="http://schemas.openxmlformats.org/drawingml/2006/main">
              <a:ext uri="{FF2B5EF4-FFF2-40B4-BE49-F238E27FC236}">
                <a16:creationId xmlns:a16="http://schemas.microsoft.com/office/drawing/2014/main" id="{07160630-D274-4AF7-AE94-819AD15B5819}"/>
              </a:ext>
            </a:extLst>
          </p:cNvPr>
          <p:cNvSpPr>
            <a:spLocks xmlns:a="http://schemas.openxmlformats.org/drawingml/2006/main" noGrp="1"/>
          </p:cNvSpPr>
          <p:nvPr/>
        </p:nvSpPr>
        <p:spPr>
          <a:xfrm xmlns:a="http://schemas.openxmlformats.org/drawingml/2006/main">
            <a:off x="3670078"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
        <p:nvSpPr>
          <p:cNvPr id="48" name="">
            <a:extLst xmlns:a="http://schemas.openxmlformats.org/drawingml/2006/main">
              <a:ext uri="{FF2B5EF4-FFF2-40B4-BE49-F238E27FC236}">
                <a16:creationId xmlns:a16="http://schemas.microsoft.com/office/drawing/2014/main" id="{6D68B0F7-B8D6-4775-8702-0D6CA8385B78}"/>
              </a:ext>
            </a:extLst>
          </p:cNvPr>
          <p:cNvSpPr>
            <a:spLocks xmlns:a="http://schemas.openxmlformats.org/drawingml/2006/main" noGrp="1"/>
          </p:cNvSpPr>
          <p:nvPr/>
        </p:nvSpPr>
        <p:spPr>
          <a:xfrm xmlns:a="http://schemas.openxmlformats.org/drawingml/2006/main">
            <a:off x="6191250" y="2009775"/>
            <a:ext cx="5000625"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2026-07-26</a:t>
            </a:r>
          </a:p>
        </p:txBody>
      </p:sp>
      <p:sp>
        <p:nvSpPr>
          <p:cNvPr id="49" name="">
            <a:extLst xmlns:a="http://schemas.openxmlformats.org/drawingml/2006/main">
              <a:ext uri="{FF2B5EF4-FFF2-40B4-BE49-F238E27FC236}">
                <a16:creationId xmlns:a16="http://schemas.microsoft.com/office/drawing/2014/main" id="{DCF507AB-B74E-4E31-BF3A-DB989B02EEFF}"/>
              </a:ext>
            </a:extLst>
          </p:cNvPr>
          <p:cNvSpPr>
            <a:spLocks xmlns:a="http://schemas.openxmlformats.org/drawingml/2006/main" noGrp="1"/>
          </p:cNvSpPr>
          <p:nvPr/>
        </p:nvSpPr>
        <p:spPr>
          <a:xfrm xmlns:a="http://schemas.openxmlformats.org/drawingml/2006/main">
            <a:off x="6191250" y="2352675"/>
            <a:ext cx="5000625" cy="2476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Vacant taxis, % of start</a:t>
            </a:r>
          </a:p>
        </p:txBody>
      </p:sp>
      <p:sp>
        <p:nvSpPr>
          <p:cNvPr id="50" name="Editable chart path">
            <a:extLst xmlns:a="http://schemas.openxmlformats.org/drawingml/2006/main">
              <a:ext uri="{FF2B5EF4-FFF2-40B4-BE49-F238E27FC236}">
                <a16:creationId xmlns:a16="http://schemas.microsoft.com/office/drawing/2014/main" id="{AC3BCD07-EDF2-4A67-9082-AC4A91DAD8F9}"/>
              </a:ext>
            </a:extLst>
          </p:cNvPr>
          <p:cNvSpPr>
            <a:spLocks xmlns:a="http://schemas.openxmlformats.org/drawingml/2006/main" noGrp="1"/>
          </p:cNvSpPr>
          <p:nvPr/>
        </p:nvSpPr>
        <p:spPr>
          <a:xfrm xmlns:a="http://schemas.openxmlformats.org/drawingml/2006/main">
            <a:off x="7549746" y="3752381"/>
            <a:ext cx="2673861" cy="380848"/>
          </a:xfrm>
          <a:custGeom xmlns:a="http://schemas.openxmlformats.org/drawingml/2006/main">
            <a:pathLst>
              <a:path w="1557034" h="221774">
                <a:moveTo>
                  <a:pt x="0" y="95638"/>
                </a:moveTo>
                <a:lnTo>
                  <a:pt x="0" y="95638"/>
                </a:lnTo>
                <a:lnTo>
                  <a:pt x="55608" y="89192"/>
                </a:lnTo>
                <a:lnTo>
                  <a:pt x="111217" y="15412"/>
                </a:lnTo>
                <a:lnTo>
                  <a:pt x="166825" y="30863"/>
                </a:lnTo>
                <a:lnTo>
                  <a:pt x="222433" y="96378"/>
                </a:lnTo>
                <a:lnTo>
                  <a:pt x="278042" y="99908"/>
                </a:lnTo>
                <a:lnTo>
                  <a:pt x="333650" y="121682"/>
                </a:lnTo>
                <a:lnTo>
                  <a:pt x="389259" y="116352"/>
                </a:lnTo>
                <a:lnTo>
                  <a:pt x="444867" y="92002"/>
                </a:lnTo>
                <a:lnTo>
                  <a:pt x="500475" y="108922"/>
                </a:lnTo>
                <a:lnTo>
                  <a:pt x="556084" y="130112"/>
                </a:lnTo>
                <a:lnTo>
                  <a:pt x="611692" y="167040"/>
                </a:lnTo>
                <a:lnTo>
                  <a:pt x="667300" y="221774"/>
                </a:lnTo>
                <a:lnTo>
                  <a:pt x="722909" y="218608"/>
                </a:lnTo>
                <a:lnTo>
                  <a:pt x="778517" y="137903"/>
                </a:lnTo>
                <a:lnTo>
                  <a:pt x="834126" y="106485"/>
                </a:lnTo>
                <a:lnTo>
                  <a:pt x="889734" y="100811"/>
                </a:lnTo>
                <a:lnTo>
                  <a:pt x="945342" y="86333"/>
                </a:lnTo>
                <a:lnTo>
                  <a:pt x="1000951" y="116283"/>
                </a:lnTo>
                <a:lnTo>
                  <a:pt x="1056559" y="111755"/>
                </a:lnTo>
                <a:lnTo>
                  <a:pt x="1112167" y="42254"/>
                </a:lnTo>
                <a:lnTo>
                  <a:pt x="1167776" y="45659"/>
                </a:lnTo>
                <a:lnTo>
                  <a:pt x="1223384" y="78440"/>
                </a:lnTo>
                <a:lnTo>
                  <a:pt x="1278993" y="81741"/>
                </a:lnTo>
                <a:lnTo>
                  <a:pt x="1334601" y="99256"/>
                </a:lnTo>
                <a:lnTo>
                  <a:pt x="1390209" y="118476"/>
                </a:lnTo>
                <a:lnTo>
                  <a:pt x="1445818" y="165323"/>
                </a:lnTo>
                <a:lnTo>
                  <a:pt x="1501426" y="178116"/>
                </a:lnTo>
                <a:lnTo>
                  <a:pt x="1557034" y="174407"/>
                </a:lnTo>
                <a:lnTo>
                  <a:pt x="1557034" y="142410"/>
                </a:lnTo>
                <a:lnTo>
                  <a:pt x="1557034" y="142410"/>
                </a:lnTo>
                <a:lnTo>
                  <a:pt x="1501426" y="152803"/>
                </a:lnTo>
                <a:lnTo>
                  <a:pt x="1445818" y="139974"/>
                </a:lnTo>
                <a:lnTo>
                  <a:pt x="1390209" y="92911"/>
                </a:lnTo>
                <a:lnTo>
                  <a:pt x="1334601" y="72306"/>
                </a:lnTo>
                <a:lnTo>
                  <a:pt x="1278993" y="57722"/>
                </a:lnTo>
                <a:lnTo>
                  <a:pt x="1223384" y="51159"/>
                </a:lnTo>
                <a:lnTo>
                  <a:pt x="1167776" y="21784"/>
                </a:lnTo>
                <a:lnTo>
                  <a:pt x="1112167" y="20348"/>
                </a:lnTo>
                <a:lnTo>
                  <a:pt x="1056559" y="86417"/>
                </a:lnTo>
                <a:lnTo>
                  <a:pt x="1000951" y="90911"/>
                </a:lnTo>
                <a:lnTo>
                  <a:pt x="945342" y="59793"/>
                </a:lnTo>
                <a:lnTo>
                  <a:pt x="889734" y="75683"/>
                </a:lnTo>
                <a:lnTo>
                  <a:pt x="834126" y="76443"/>
                </a:lnTo>
                <a:lnTo>
                  <a:pt x="778517" y="102268"/>
                </a:lnTo>
                <a:lnTo>
                  <a:pt x="722909" y="180139"/>
                </a:lnTo>
                <a:lnTo>
                  <a:pt x="667300" y="189899"/>
                </a:lnTo>
                <a:lnTo>
                  <a:pt x="611692" y="141200"/>
                </a:lnTo>
                <a:lnTo>
                  <a:pt x="556084" y="102989"/>
                </a:lnTo>
                <a:lnTo>
                  <a:pt x="500475" y="85033"/>
                </a:lnTo>
                <a:lnTo>
                  <a:pt x="444867" y="65917"/>
                </a:lnTo>
                <a:lnTo>
                  <a:pt x="389259" y="95145"/>
                </a:lnTo>
                <a:lnTo>
                  <a:pt x="333650" y="94453"/>
                </a:lnTo>
                <a:lnTo>
                  <a:pt x="278042" y="70974"/>
                </a:lnTo>
                <a:lnTo>
                  <a:pt x="222433" y="73652"/>
                </a:lnTo>
                <a:lnTo>
                  <a:pt x="166825" y="12853"/>
                </a:lnTo>
                <a:lnTo>
                  <a:pt x="111217" y="0"/>
                </a:lnTo>
                <a:lnTo>
                  <a:pt x="55608" y="68252"/>
                </a:lnTo>
                <a:lnTo>
                  <a:pt x="0" y="95638"/>
                </a:lnTo>
                <a:close/>
              </a:path>
            </a:pathLst>
          </a:custGeom>
          <a:solidFill xmlns:a="http://schemas.openxmlformats.org/drawingml/2006/main">
            <a:srgbClr val="2C5EAA">
              <a:alpha val="20000"/>
            </a:srgbClr>
          </a:solidFill>
          <a:ln xmlns:a="http://schemas.openxmlformats.org/drawingml/2006/main" w="0">
            <a:noFill/>
            <a:prstDash val="solid"/>
          </a:ln>
        </p:spPr>
      </p:sp>
      <p:sp>
        <p:nvSpPr>
          <p:cNvPr id="51" name="Editable chart path">
            <a:extLst xmlns:a="http://schemas.openxmlformats.org/drawingml/2006/main">
              <a:ext uri="{FF2B5EF4-FFF2-40B4-BE49-F238E27FC236}">
                <a16:creationId xmlns:a16="http://schemas.microsoft.com/office/drawing/2014/main" id="{707426AC-36FF-48FE-BBD3-CCAE23021A50}"/>
              </a:ext>
            </a:extLst>
          </p:cNvPr>
          <p:cNvSpPr>
            <a:spLocks xmlns:a="http://schemas.openxmlformats.org/drawingml/2006/main" noGrp="1"/>
          </p:cNvSpPr>
          <p:nvPr/>
        </p:nvSpPr>
        <p:spPr>
          <a:xfrm xmlns:a="http://schemas.openxmlformats.org/drawingml/2006/main">
            <a:off x="7549746"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2" name="">
            <a:extLst xmlns:a="http://schemas.openxmlformats.org/drawingml/2006/main">
              <a:ext uri="{FF2B5EF4-FFF2-40B4-BE49-F238E27FC236}">
                <a16:creationId xmlns:a16="http://schemas.microsoft.com/office/drawing/2014/main" id="{B62652EB-4075-4932-9E4C-857E48CDA9AE}"/>
              </a:ext>
            </a:extLst>
          </p:cNvPr>
          <p:cNvSpPr>
            <a:spLocks xmlns:a="http://schemas.openxmlformats.org/drawingml/2006/main" noGrp="1"/>
          </p:cNvSpPr>
          <p:nvPr/>
        </p:nvSpPr>
        <p:spPr>
          <a:xfrm xmlns:a="http://schemas.openxmlformats.org/drawingml/2006/main" rot="0">
            <a:off x="7498087" y="4848361"/>
            <a:ext cx="9715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0</a:t>
            </a:r>
          </a:p>
        </p:txBody>
      </p:sp>
      <p:sp>
        <p:nvSpPr>
          <p:cNvPr id="53" name="Editable chart path">
            <a:extLst xmlns:a="http://schemas.openxmlformats.org/drawingml/2006/main">
              <a:ext uri="{FF2B5EF4-FFF2-40B4-BE49-F238E27FC236}">
                <a16:creationId xmlns:a16="http://schemas.microsoft.com/office/drawing/2014/main" id="{BDB16377-069E-4429-9809-897E64FA8DFC}"/>
              </a:ext>
            </a:extLst>
          </p:cNvPr>
          <p:cNvSpPr>
            <a:spLocks xmlns:a="http://schemas.openxmlformats.org/drawingml/2006/main" noGrp="1"/>
          </p:cNvSpPr>
          <p:nvPr/>
        </p:nvSpPr>
        <p:spPr>
          <a:xfrm xmlns:a="http://schemas.openxmlformats.org/drawingml/2006/main">
            <a:off x="831370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4" name="">
            <a:extLst xmlns:a="http://schemas.openxmlformats.org/drawingml/2006/main">
              <a:ext uri="{FF2B5EF4-FFF2-40B4-BE49-F238E27FC236}">
                <a16:creationId xmlns:a16="http://schemas.microsoft.com/office/drawing/2014/main" id="{AA15CD30-0F4F-47BC-992D-C6A475295841}"/>
              </a:ext>
            </a:extLst>
          </p:cNvPr>
          <p:cNvSpPr>
            <a:spLocks xmlns:a="http://schemas.openxmlformats.org/drawingml/2006/main" noGrp="1"/>
          </p:cNvSpPr>
          <p:nvPr/>
        </p:nvSpPr>
        <p:spPr>
          <a:xfrm xmlns:a="http://schemas.openxmlformats.org/drawingml/2006/main" rot="0">
            <a:off x="8264432" y="4848361"/>
            <a:ext cx="89440"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a:t>
            </a:r>
          </a:p>
        </p:txBody>
      </p:sp>
      <p:sp>
        <p:nvSpPr>
          <p:cNvPr id="55" name="Editable chart path">
            <a:extLst xmlns:a="http://schemas.openxmlformats.org/drawingml/2006/main">
              <a:ext uri="{FF2B5EF4-FFF2-40B4-BE49-F238E27FC236}">
                <a16:creationId xmlns:a16="http://schemas.microsoft.com/office/drawing/2014/main" id="{8D277E06-D526-4193-9670-671FC2A90123}"/>
              </a:ext>
            </a:extLst>
          </p:cNvPr>
          <p:cNvSpPr>
            <a:spLocks xmlns:a="http://schemas.openxmlformats.org/drawingml/2006/main" noGrp="1"/>
          </p:cNvSpPr>
          <p:nvPr/>
        </p:nvSpPr>
        <p:spPr>
          <a:xfrm xmlns:a="http://schemas.openxmlformats.org/drawingml/2006/main">
            <a:off x="907766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6" name="">
            <a:extLst xmlns:a="http://schemas.openxmlformats.org/drawingml/2006/main">
              <a:ext uri="{FF2B5EF4-FFF2-40B4-BE49-F238E27FC236}">
                <a16:creationId xmlns:a16="http://schemas.microsoft.com/office/drawing/2014/main" id="{77D44A36-67E4-46EF-B92A-BA65DC136061}"/>
              </a:ext>
            </a:extLst>
          </p:cNvPr>
          <p:cNvSpPr>
            <a:spLocks xmlns:a="http://schemas.openxmlformats.org/drawingml/2006/main" noGrp="1"/>
          </p:cNvSpPr>
          <p:nvPr/>
        </p:nvSpPr>
        <p:spPr>
          <a:xfrm xmlns:a="http://schemas.openxmlformats.org/drawingml/2006/main" rot="0">
            <a:off x="9025981" y="4848361"/>
            <a:ext cx="9734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4</a:t>
            </a:r>
          </a:p>
        </p:txBody>
      </p:sp>
      <p:sp>
        <p:nvSpPr>
          <p:cNvPr id="57" name="Editable chart path">
            <a:extLst xmlns:a="http://schemas.openxmlformats.org/drawingml/2006/main">
              <a:ext uri="{FF2B5EF4-FFF2-40B4-BE49-F238E27FC236}">
                <a16:creationId xmlns:a16="http://schemas.microsoft.com/office/drawing/2014/main" id="{3DDF51D1-3129-4343-8788-2FC89B51C0B9}"/>
              </a:ext>
            </a:extLst>
          </p:cNvPr>
          <p:cNvSpPr>
            <a:spLocks xmlns:a="http://schemas.openxmlformats.org/drawingml/2006/main" noGrp="1"/>
          </p:cNvSpPr>
          <p:nvPr/>
        </p:nvSpPr>
        <p:spPr>
          <a:xfrm xmlns:a="http://schemas.openxmlformats.org/drawingml/2006/main">
            <a:off x="9841627" y="4748288"/>
            <a:ext cx="95" cy="57250"/>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58" name="">
            <a:extLst xmlns:a="http://schemas.openxmlformats.org/drawingml/2006/main">
              <a:ext uri="{FF2B5EF4-FFF2-40B4-BE49-F238E27FC236}">
                <a16:creationId xmlns:a16="http://schemas.microsoft.com/office/drawing/2014/main" id="{4AF1BD28-77CD-4575-9A63-50E473AC358F}"/>
              </a:ext>
            </a:extLst>
          </p:cNvPr>
          <p:cNvSpPr>
            <a:spLocks xmlns:a="http://schemas.openxmlformats.org/drawingml/2006/main" noGrp="1"/>
          </p:cNvSpPr>
          <p:nvPr/>
        </p:nvSpPr>
        <p:spPr>
          <a:xfrm xmlns:a="http://schemas.openxmlformats.org/drawingml/2006/main" rot="0">
            <a:off x="9789811" y="4848361"/>
            <a:ext cx="9820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6</a:t>
            </a:r>
          </a:p>
        </p:txBody>
      </p:sp>
      <p:sp>
        <p:nvSpPr>
          <p:cNvPr id="59" name="">
            <a:extLst xmlns:a="http://schemas.openxmlformats.org/drawingml/2006/main">
              <a:ext uri="{FF2B5EF4-FFF2-40B4-BE49-F238E27FC236}">
                <a16:creationId xmlns:a16="http://schemas.microsoft.com/office/drawing/2014/main" id="{45E75E6C-5C65-4639-8639-D06BDB5C9164}"/>
              </a:ext>
            </a:extLst>
          </p:cNvPr>
          <p:cNvSpPr>
            <a:spLocks xmlns:a="http://schemas.openxmlformats.org/drawingml/2006/main" noGrp="1"/>
          </p:cNvSpPr>
          <p:nvPr/>
        </p:nvSpPr>
        <p:spPr>
          <a:xfrm xmlns:a="http://schemas.openxmlformats.org/drawingml/2006/main" rot="0">
            <a:off x="8319004" y="5069791"/>
            <a:ext cx="113166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Hours from start</a:t>
            </a:r>
          </a:p>
        </p:txBody>
      </p:sp>
      <p:sp>
        <p:nvSpPr>
          <p:cNvPr id="60" name="Editable chart path">
            <a:extLst xmlns:a="http://schemas.openxmlformats.org/drawingml/2006/main">
              <a:ext uri="{FF2B5EF4-FFF2-40B4-BE49-F238E27FC236}">
                <a16:creationId xmlns:a16="http://schemas.microsoft.com/office/drawing/2014/main" id="{563FE251-8D4E-4C5C-AB93-023A40331505}"/>
              </a:ext>
            </a:extLst>
          </p:cNvPr>
          <p:cNvSpPr>
            <a:spLocks xmlns:a="http://schemas.openxmlformats.org/drawingml/2006/main" noGrp="1"/>
          </p:cNvSpPr>
          <p:nvPr/>
        </p:nvSpPr>
        <p:spPr>
          <a:xfrm xmlns:a="http://schemas.openxmlformats.org/drawingml/2006/main">
            <a:off x="7416053" y="4378742"/>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3859AA9D-EB33-4B6C-98DE-6329B02A77F6}"/>
              </a:ext>
            </a:extLst>
          </p:cNvPr>
          <p:cNvSpPr>
            <a:spLocks xmlns:a="http://schemas.openxmlformats.org/drawingml/2006/main" noGrp="1"/>
          </p:cNvSpPr>
          <p:nvPr/>
        </p:nvSpPr>
        <p:spPr>
          <a:xfrm xmlns:a="http://schemas.openxmlformats.org/drawingml/2006/main">
            <a:off x="7358804" y="4378742"/>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2" name="Editable chart path">
            <a:extLst xmlns:a="http://schemas.openxmlformats.org/drawingml/2006/main">
              <a:ext uri="{FF2B5EF4-FFF2-40B4-BE49-F238E27FC236}">
                <a16:creationId xmlns:a16="http://schemas.microsoft.com/office/drawing/2014/main" id="{3C598970-499C-4C46-BC69-9BA5F62AF795}"/>
              </a:ext>
            </a:extLst>
          </p:cNvPr>
          <p:cNvSpPr>
            <a:spLocks xmlns:a="http://schemas.openxmlformats.org/drawingml/2006/main" noGrp="1"/>
          </p:cNvSpPr>
          <p:nvPr/>
        </p:nvSpPr>
        <p:spPr>
          <a:xfrm xmlns:a="http://schemas.openxmlformats.org/drawingml/2006/main">
            <a:off x="7416053" y="3916619"/>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3" name="Editable chart path">
            <a:extLst xmlns:a="http://schemas.openxmlformats.org/drawingml/2006/main">
              <a:ext uri="{FF2B5EF4-FFF2-40B4-BE49-F238E27FC236}">
                <a16:creationId xmlns:a16="http://schemas.microsoft.com/office/drawing/2014/main" id="{3DC09413-D521-48D6-998B-AEB28E432C17}"/>
              </a:ext>
            </a:extLst>
          </p:cNvPr>
          <p:cNvSpPr>
            <a:spLocks xmlns:a="http://schemas.openxmlformats.org/drawingml/2006/main" noGrp="1"/>
          </p:cNvSpPr>
          <p:nvPr/>
        </p:nvSpPr>
        <p:spPr>
          <a:xfrm xmlns:a="http://schemas.openxmlformats.org/drawingml/2006/main">
            <a:off x="7358804" y="3916619"/>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4" name="Editable chart path">
            <a:extLst xmlns:a="http://schemas.openxmlformats.org/drawingml/2006/main">
              <a:ext uri="{FF2B5EF4-FFF2-40B4-BE49-F238E27FC236}">
                <a16:creationId xmlns:a16="http://schemas.microsoft.com/office/drawing/2014/main" id="{9A8FD644-52C2-4FFF-8EBA-0197435F1C9C}"/>
              </a:ext>
            </a:extLst>
          </p:cNvPr>
          <p:cNvSpPr>
            <a:spLocks xmlns:a="http://schemas.openxmlformats.org/drawingml/2006/main" noGrp="1"/>
          </p:cNvSpPr>
          <p:nvPr/>
        </p:nvSpPr>
        <p:spPr>
          <a:xfrm xmlns:a="http://schemas.openxmlformats.org/drawingml/2006/main">
            <a:off x="7416053" y="3454496"/>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5" name="Editable chart path">
            <a:extLst xmlns:a="http://schemas.openxmlformats.org/drawingml/2006/main">
              <a:ext uri="{FF2B5EF4-FFF2-40B4-BE49-F238E27FC236}">
                <a16:creationId xmlns:a16="http://schemas.microsoft.com/office/drawing/2014/main" id="{816386A4-EE88-4638-88D9-3A112262BCFC}"/>
              </a:ext>
            </a:extLst>
          </p:cNvPr>
          <p:cNvSpPr>
            <a:spLocks xmlns:a="http://schemas.openxmlformats.org/drawingml/2006/main" noGrp="1"/>
          </p:cNvSpPr>
          <p:nvPr/>
        </p:nvSpPr>
        <p:spPr>
          <a:xfrm xmlns:a="http://schemas.openxmlformats.org/drawingml/2006/main">
            <a:off x="7358804" y="3454496"/>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6" name="Editable chart path">
            <a:extLst xmlns:a="http://schemas.openxmlformats.org/drawingml/2006/main">
              <a:ext uri="{FF2B5EF4-FFF2-40B4-BE49-F238E27FC236}">
                <a16:creationId xmlns:a16="http://schemas.microsoft.com/office/drawing/2014/main" id="{5EC81AAB-4E16-4AB4-8C37-44A84378A6D5}"/>
              </a:ext>
            </a:extLst>
          </p:cNvPr>
          <p:cNvSpPr>
            <a:spLocks xmlns:a="http://schemas.openxmlformats.org/drawingml/2006/main" noGrp="1"/>
          </p:cNvSpPr>
          <p:nvPr/>
        </p:nvSpPr>
        <p:spPr>
          <a:xfrm xmlns:a="http://schemas.openxmlformats.org/drawingml/2006/main">
            <a:off x="7416053" y="2992373"/>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9814">
            <a:solidFill>
              <a:srgbClr val="E4EAF4"/>
            </a:solidFill>
            <a:prstDash val="solid"/>
          </a:ln>
        </p:spPr>
      </p:sp>
      <p:sp>
        <p:nvSpPr>
          <p:cNvPr id="67" name="Editable chart path">
            <a:extLst xmlns:a="http://schemas.openxmlformats.org/drawingml/2006/main">
              <a:ext uri="{FF2B5EF4-FFF2-40B4-BE49-F238E27FC236}">
                <a16:creationId xmlns:a16="http://schemas.microsoft.com/office/drawing/2014/main" id="{29578F73-39F0-464A-AE09-5F4D459B5FBF}"/>
              </a:ext>
            </a:extLst>
          </p:cNvPr>
          <p:cNvSpPr>
            <a:spLocks xmlns:a="http://schemas.openxmlformats.org/drawingml/2006/main" noGrp="1"/>
          </p:cNvSpPr>
          <p:nvPr/>
        </p:nvSpPr>
        <p:spPr>
          <a:xfrm xmlns:a="http://schemas.openxmlformats.org/drawingml/2006/main">
            <a:off x="7358804" y="2992373"/>
            <a:ext cx="57250" cy="95"/>
          </a:xfrm>
          <a:custGeom xmlns:a="http://schemas.openxmlformats.org/drawingml/2006/main">
            <a:pathLst>
              <a:path w="33338" h="95">
                <a:moveTo>
                  <a:pt x="33338" y="0"/>
                </a:moveTo>
                <a:lnTo>
                  <a:pt x="0" y="0"/>
                </a:lnTo>
              </a:path>
            </a:pathLst>
          </a:custGeom>
          <a:solidFill xmlns:a="http://schemas.openxmlformats.org/drawingml/2006/main">
            <a:srgbClr val="5A6683"/>
          </a:solidFill>
          <a:ln xmlns:a="http://schemas.openxmlformats.org/drawingml/2006/main" w="13086">
            <a:solidFill>
              <a:srgbClr val="5A6683"/>
            </a:solidFill>
            <a:prstDash val="solid"/>
          </a:ln>
        </p:spPr>
      </p:sp>
      <p:sp>
        <p:nvSpPr>
          <p:cNvPr id="68" name="Editable chart path">
            <a:extLst xmlns:a="http://schemas.openxmlformats.org/drawingml/2006/main">
              <a:ext uri="{FF2B5EF4-FFF2-40B4-BE49-F238E27FC236}">
                <a16:creationId xmlns:a16="http://schemas.microsoft.com/office/drawing/2014/main" id="{34D13D2C-9132-4ABA-86BB-53A83F7330D6}"/>
              </a:ext>
            </a:extLst>
          </p:cNvPr>
          <p:cNvSpPr>
            <a:spLocks xmlns:a="http://schemas.openxmlformats.org/drawingml/2006/main" noGrp="1"/>
          </p:cNvSpPr>
          <p:nvPr/>
        </p:nvSpPr>
        <p:spPr>
          <a:xfrm xmlns:a="http://schemas.openxmlformats.org/drawingml/2006/main">
            <a:off x="7549746" y="3765743"/>
            <a:ext cx="2673861" cy="344055"/>
          </a:xfrm>
          <a:custGeom xmlns:a="http://schemas.openxmlformats.org/drawingml/2006/main">
            <a:pathLst>
              <a:path w="1557034" h="200349">
                <a:moveTo>
                  <a:pt x="0" y="87857"/>
                </a:moveTo>
                <a:lnTo>
                  <a:pt x="55608" y="70505"/>
                </a:lnTo>
                <a:lnTo>
                  <a:pt x="111217" y="0"/>
                </a:lnTo>
                <a:lnTo>
                  <a:pt x="166825" y="14084"/>
                </a:lnTo>
                <a:lnTo>
                  <a:pt x="222433" y="76471"/>
                </a:lnTo>
                <a:lnTo>
                  <a:pt x="278042" y="77891"/>
                </a:lnTo>
                <a:lnTo>
                  <a:pt x="333650" y="100072"/>
                </a:lnTo>
                <a:lnTo>
                  <a:pt x="389259" y="98182"/>
                </a:lnTo>
                <a:lnTo>
                  <a:pt x="444867" y="71783"/>
                </a:lnTo>
                <a:lnTo>
                  <a:pt x="500475" y="88695"/>
                </a:lnTo>
                <a:lnTo>
                  <a:pt x="556084" y="109434"/>
                </a:lnTo>
                <a:lnTo>
                  <a:pt x="611692" y="147771"/>
                </a:lnTo>
                <a:lnTo>
                  <a:pt x="667300" y="200349"/>
                </a:lnTo>
                <a:lnTo>
                  <a:pt x="722909" y="194070"/>
                </a:lnTo>
                <a:lnTo>
                  <a:pt x="778517" y="112452"/>
                </a:lnTo>
                <a:lnTo>
                  <a:pt x="834126" y="83453"/>
                </a:lnTo>
                <a:lnTo>
                  <a:pt x="889734" y="81223"/>
                </a:lnTo>
                <a:lnTo>
                  <a:pt x="945342" y="65607"/>
                </a:lnTo>
                <a:lnTo>
                  <a:pt x="1000951" y="94990"/>
                </a:lnTo>
                <a:lnTo>
                  <a:pt x="1056559" y="88895"/>
                </a:lnTo>
                <a:lnTo>
                  <a:pt x="1112167" y="24401"/>
                </a:lnTo>
                <a:lnTo>
                  <a:pt x="1167776" y="24351"/>
                </a:lnTo>
                <a:lnTo>
                  <a:pt x="1223384" y="59700"/>
                </a:lnTo>
                <a:lnTo>
                  <a:pt x="1278993" y="62785"/>
                </a:lnTo>
                <a:lnTo>
                  <a:pt x="1334601" y="78666"/>
                </a:lnTo>
                <a:lnTo>
                  <a:pt x="1390209" y="99264"/>
                </a:lnTo>
                <a:lnTo>
                  <a:pt x="1445818" y="143761"/>
                </a:lnTo>
                <a:lnTo>
                  <a:pt x="1501426" y="158993"/>
                </a:lnTo>
                <a:lnTo>
                  <a:pt x="1557034" y="149731"/>
                </a:lnTo>
              </a:path>
            </a:pathLst>
          </a:custGeom>
          <a:noFill xmlns:a="http://schemas.openxmlformats.org/drawingml/2006/main"/>
          <a:ln xmlns:a="http://schemas.openxmlformats.org/drawingml/2006/main" w="24536">
            <a:solidFill>
              <a:srgbClr val="2C5EAA"/>
            </a:solidFill>
            <a:prstDash val="solid"/>
          </a:ln>
        </p:spPr>
      </p:sp>
      <p:sp>
        <p:nvSpPr>
          <p:cNvPr id="69" name="Editable chart path">
            <a:extLst xmlns:a="http://schemas.openxmlformats.org/drawingml/2006/main">
              <a:ext uri="{FF2B5EF4-FFF2-40B4-BE49-F238E27FC236}">
                <a16:creationId xmlns:a16="http://schemas.microsoft.com/office/drawing/2014/main" id="{A0A08FDD-9A64-4701-B9C8-DC010811085A}"/>
              </a:ext>
            </a:extLst>
          </p:cNvPr>
          <p:cNvSpPr>
            <a:spLocks xmlns:a="http://schemas.openxmlformats.org/drawingml/2006/main" noGrp="1"/>
          </p:cNvSpPr>
          <p:nvPr/>
        </p:nvSpPr>
        <p:spPr>
          <a:xfrm xmlns:a="http://schemas.openxmlformats.org/drawingml/2006/main">
            <a:off x="7549746" y="2743420"/>
            <a:ext cx="2673861" cy="1909398"/>
          </a:xfrm>
          <a:custGeom xmlns:a="http://schemas.openxmlformats.org/drawingml/2006/main">
            <a:pathLst>
              <a:path w="1557034" h="1111875">
                <a:moveTo>
                  <a:pt x="0" y="683174"/>
                </a:moveTo>
                <a:lnTo>
                  <a:pt x="55608" y="650810"/>
                </a:lnTo>
                <a:lnTo>
                  <a:pt x="111217" y="700020"/>
                </a:lnTo>
                <a:lnTo>
                  <a:pt x="166825" y="766520"/>
                </a:lnTo>
                <a:lnTo>
                  <a:pt x="222433" y="598497"/>
                </a:lnTo>
                <a:lnTo>
                  <a:pt x="278042" y="821050"/>
                </a:lnTo>
                <a:lnTo>
                  <a:pt x="333650" y="730610"/>
                </a:lnTo>
                <a:lnTo>
                  <a:pt x="389259" y="559041"/>
                </a:lnTo>
                <a:lnTo>
                  <a:pt x="444867" y="630417"/>
                </a:lnTo>
                <a:lnTo>
                  <a:pt x="500475" y="542638"/>
                </a:lnTo>
                <a:lnTo>
                  <a:pt x="556084" y="501851"/>
                </a:lnTo>
                <a:lnTo>
                  <a:pt x="611692" y="633520"/>
                </a:lnTo>
                <a:lnTo>
                  <a:pt x="667300" y="864053"/>
                </a:lnTo>
                <a:lnTo>
                  <a:pt x="722909" y="1016559"/>
                </a:lnTo>
                <a:lnTo>
                  <a:pt x="778517" y="1111875"/>
                </a:lnTo>
                <a:lnTo>
                  <a:pt x="834126" y="859176"/>
                </a:lnTo>
                <a:lnTo>
                  <a:pt x="889734" y="931439"/>
                </a:lnTo>
                <a:lnTo>
                  <a:pt x="945342" y="831690"/>
                </a:lnTo>
                <a:lnTo>
                  <a:pt x="1000951" y="587857"/>
                </a:lnTo>
                <a:lnTo>
                  <a:pt x="1056559" y="414515"/>
                </a:lnTo>
                <a:lnTo>
                  <a:pt x="1112167" y="437125"/>
                </a:lnTo>
                <a:lnTo>
                  <a:pt x="1167776" y="424268"/>
                </a:lnTo>
                <a:lnTo>
                  <a:pt x="1223384" y="199499"/>
                </a:lnTo>
                <a:lnTo>
                  <a:pt x="1278993" y="121916"/>
                </a:lnTo>
                <a:lnTo>
                  <a:pt x="1334601" y="219449"/>
                </a:lnTo>
                <a:lnTo>
                  <a:pt x="1390209" y="0"/>
                </a:lnTo>
                <a:lnTo>
                  <a:pt x="1445818" y="307672"/>
                </a:lnTo>
                <a:lnTo>
                  <a:pt x="1501426" y="337818"/>
                </a:lnTo>
                <a:lnTo>
                  <a:pt x="1557034" y="507171"/>
                </a:lnTo>
              </a:path>
            </a:pathLst>
          </a:custGeom>
          <a:noFill xmlns:a="http://schemas.openxmlformats.org/drawingml/2006/main"/>
          <a:ln xmlns:a="http://schemas.openxmlformats.org/drawingml/2006/main" w="19628">
            <a:solidFill>
              <a:srgbClr val="14203A"/>
            </a:solidFill>
            <a:prstDash val="solid"/>
          </a:ln>
        </p:spPr>
      </p:sp>
      <p:sp>
        <p:nvSpPr>
          <p:cNvPr id="70" name="Editable chart path">
            <a:extLst xmlns:a="http://schemas.openxmlformats.org/drawingml/2006/main">
              <a:ext uri="{FF2B5EF4-FFF2-40B4-BE49-F238E27FC236}">
                <a16:creationId xmlns:a16="http://schemas.microsoft.com/office/drawing/2014/main" id="{D138125A-958A-46E4-8228-D6F3758FAA3D}"/>
              </a:ext>
            </a:extLst>
          </p:cNvPr>
          <p:cNvSpPr>
            <a:spLocks xmlns:a="http://schemas.openxmlformats.org/drawingml/2006/main" noGrp="1"/>
          </p:cNvSpPr>
          <p:nvPr/>
        </p:nvSpPr>
        <p:spPr>
          <a:xfrm xmlns:a="http://schemas.openxmlformats.org/drawingml/2006/main">
            <a:off x="8695687"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6357">
            <a:solidFill>
              <a:srgbClr val="C0453C"/>
            </a:solidFill>
            <a:prstDash val="dash"/>
          </a:ln>
        </p:spPr>
      </p:sp>
      <p:sp>
        <p:nvSpPr>
          <p:cNvPr id="71" name="Editable chart path">
            <a:extLst xmlns:a="http://schemas.openxmlformats.org/drawingml/2006/main">
              <a:ext uri="{FF2B5EF4-FFF2-40B4-BE49-F238E27FC236}">
                <a16:creationId xmlns:a16="http://schemas.microsoft.com/office/drawing/2014/main" id="{2733581F-F000-4284-B066-8B41C6F4F9B0}"/>
              </a:ext>
            </a:extLst>
          </p:cNvPr>
          <p:cNvSpPr>
            <a:spLocks xmlns:a="http://schemas.openxmlformats.org/drawingml/2006/main" noGrp="1"/>
          </p:cNvSpPr>
          <p:nvPr/>
        </p:nvSpPr>
        <p:spPr>
          <a:xfrm xmlns:a="http://schemas.openxmlformats.org/drawingml/2006/main">
            <a:off x="7416053" y="2647950"/>
            <a:ext cx="95" cy="2100338"/>
          </a:xfrm>
          <a:custGeom xmlns:a="http://schemas.openxmlformats.org/drawingml/2006/main">
            <a:pathLst>
              <a:path w="95" h="1223062">
                <a:moveTo>
                  <a:pt x="0" y="1223062"/>
                </a:moveTo>
                <a:lnTo>
                  <a:pt x="0" y="0"/>
                </a:lnTo>
              </a:path>
            </a:pathLst>
          </a:custGeom>
          <a:noFill xmlns:a="http://schemas.openxmlformats.org/drawingml/2006/main"/>
          <a:ln xmlns:a="http://schemas.openxmlformats.org/drawingml/2006/main" w="13086">
            <a:solidFill>
              <a:srgbClr val="5A6683"/>
            </a:solidFill>
            <a:prstDash val="solid"/>
          </a:ln>
        </p:spPr>
      </p:sp>
      <p:sp>
        <p:nvSpPr>
          <p:cNvPr id="72" name="Editable chart path">
            <a:extLst xmlns:a="http://schemas.openxmlformats.org/drawingml/2006/main">
              <a:ext uri="{FF2B5EF4-FFF2-40B4-BE49-F238E27FC236}">
                <a16:creationId xmlns:a16="http://schemas.microsoft.com/office/drawing/2014/main" id="{05529FD1-AAD6-4802-97D2-E64BB36DE22A}"/>
              </a:ext>
            </a:extLst>
          </p:cNvPr>
          <p:cNvSpPr>
            <a:spLocks xmlns:a="http://schemas.openxmlformats.org/drawingml/2006/main" noGrp="1"/>
          </p:cNvSpPr>
          <p:nvPr/>
        </p:nvSpPr>
        <p:spPr>
          <a:xfrm xmlns:a="http://schemas.openxmlformats.org/drawingml/2006/main">
            <a:off x="7416053" y="4748288"/>
            <a:ext cx="2941247" cy="95"/>
          </a:xfrm>
          <a:custGeom xmlns:a="http://schemas.openxmlformats.org/drawingml/2006/main">
            <a:pathLst>
              <a:path w="1712738" h="95">
                <a:moveTo>
                  <a:pt x="0" y="0"/>
                </a:moveTo>
                <a:lnTo>
                  <a:pt x="1712738" y="0"/>
                </a:lnTo>
              </a:path>
            </a:pathLst>
          </a:custGeom>
          <a:noFill xmlns:a="http://schemas.openxmlformats.org/drawingml/2006/main"/>
          <a:ln xmlns:a="http://schemas.openxmlformats.org/drawingml/2006/main" w="13086">
            <a:solidFill>
              <a:srgbClr val="5A6683"/>
            </a:solidFill>
            <a:prstDash val="solid"/>
          </a:ln>
        </p:spPr>
      </p:sp>
      <p:sp>
        <p:nvSpPr>
          <p:cNvPr id="73" name="">
            <a:extLst xmlns:a="http://schemas.openxmlformats.org/drawingml/2006/main">
              <a:ext uri="{FF2B5EF4-FFF2-40B4-BE49-F238E27FC236}">
                <a16:creationId xmlns:a16="http://schemas.microsoft.com/office/drawing/2014/main" id="{D1EF41E4-1A05-4E46-96E0-A659946CD746}"/>
              </a:ext>
            </a:extLst>
          </p:cNvPr>
          <p:cNvSpPr>
            <a:spLocks xmlns:a="http://schemas.openxmlformats.org/drawingml/2006/main" noGrp="1"/>
          </p:cNvSpPr>
          <p:nvPr/>
        </p:nvSpPr>
        <p:spPr>
          <a:xfrm xmlns:a="http://schemas.openxmlformats.org/drawingml/2006/main" rot="0">
            <a:off x="7105747" y="4294241"/>
            <a:ext cx="189643"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50</a:t>
            </a:r>
          </a:p>
        </p:txBody>
      </p:sp>
      <p:sp>
        <p:nvSpPr>
          <p:cNvPr id="74" name="">
            <a:extLst xmlns:a="http://schemas.openxmlformats.org/drawingml/2006/main">
              <a:ext uri="{FF2B5EF4-FFF2-40B4-BE49-F238E27FC236}">
                <a16:creationId xmlns:a16="http://schemas.microsoft.com/office/drawing/2014/main" id="{8A9E1CEE-83B6-4832-B646-2735D491F9E0}"/>
              </a:ext>
            </a:extLst>
          </p:cNvPr>
          <p:cNvSpPr>
            <a:spLocks xmlns:a="http://schemas.openxmlformats.org/drawingml/2006/main" noGrp="1"/>
          </p:cNvSpPr>
          <p:nvPr/>
        </p:nvSpPr>
        <p:spPr>
          <a:xfrm xmlns:a="http://schemas.openxmlformats.org/drawingml/2006/main" rot="0">
            <a:off x="7058693" y="3832118"/>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100</a:t>
            </a:r>
          </a:p>
        </p:txBody>
      </p:sp>
      <p:sp>
        <p:nvSpPr>
          <p:cNvPr id="75" name="">
            <a:extLst xmlns:a="http://schemas.openxmlformats.org/drawingml/2006/main">
              <a:ext uri="{FF2B5EF4-FFF2-40B4-BE49-F238E27FC236}">
                <a16:creationId xmlns:a16="http://schemas.microsoft.com/office/drawing/2014/main" id="{59DD87A1-DE15-41BB-84D2-2209D94AB3EC}"/>
              </a:ext>
            </a:extLst>
          </p:cNvPr>
          <p:cNvSpPr>
            <a:spLocks xmlns:a="http://schemas.openxmlformats.org/drawingml/2006/main" noGrp="1"/>
          </p:cNvSpPr>
          <p:nvPr/>
        </p:nvSpPr>
        <p:spPr>
          <a:xfrm xmlns:a="http://schemas.openxmlformats.org/drawingml/2006/main" rot="0">
            <a:off x="7058693" y="3369995"/>
            <a:ext cx="236696"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150</a:t>
            </a:r>
          </a:p>
        </p:txBody>
      </p:sp>
      <p:sp>
        <p:nvSpPr>
          <p:cNvPr id="76" name="">
            <a:extLst xmlns:a="http://schemas.openxmlformats.org/drawingml/2006/main">
              <a:ext uri="{FF2B5EF4-FFF2-40B4-BE49-F238E27FC236}">
                <a16:creationId xmlns:a16="http://schemas.microsoft.com/office/drawing/2014/main" id="{77BC9BC2-89E9-43E4-A167-7B5B191A2E57}"/>
              </a:ext>
            </a:extLst>
          </p:cNvPr>
          <p:cNvSpPr>
            <a:spLocks xmlns:a="http://schemas.openxmlformats.org/drawingml/2006/main" noGrp="1"/>
          </p:cNvSpPr>
          <p:nvPr/>
        </p:nvSpPr>
        <p:spPr>
          <a:xfrm xmlns:a="http://schemas.openxmlformats.org/drawingml/2006/main" rot="0">
            <a:off x="7021165" y="2907872"/>
            <a:ext cx="274225" cy="26498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59" b="0">
                <a:solidFill>
                  <a:srgbClr val="5A6683"/>
                </a:solidFill>
                <a:latin typeface="Poppins"/>
                <a:ea typeface="Poppins"/>
                <a:cs typeface="Poppins"/>
              </a:defRPr>
            </a:defPPr>
            <a:lvl1pPr>
              <a:defRPr sz="1159" b="0">
                <a:solidFill>
                  <a:srgbClr val="5A6683"/>
                </a:solidFill>
                <a:latin typeface="Poppins"/>
                <a:ea typeface="Poppins"/>
                <a:cs typeface="Poppins"/>
              </a:defRPr>
            </a:lvl1pPr>
            <a:lvl2pPr>
              <a:defRPr sz="1159" b="0">
                <a:solidFill>
                  <a:srgbClr val="5A6683"/>
                </a:solidFill>
                <a:latin typeface="Poppins"/>
                <a:ea typeface="Poppins"/>
                <a:cs typeface="Poppins"/>
              </a:defRPr>
            </a:lvl2pPr>
            <a:lvl3pPr>
              <a:defRPr sz="1159" b="0">
                <a:solidFill>
                  <a:srgbClr val="5A6683"/>
                </a:solidFill>
                <a:latin typeface="Poppins"/>
                <a:ea typeface="Poppins"/>
                <a:cs typeface="Poppins"/>
              </a:defRPr>
            </a:lvl3pPr>
            <a:lvl4pPr>
              <a:defRPr sz="1159" b="0">
                <a:solidFill>
                  <a:srgbClr val="5A6683"/>
                </a:solidFill>
                <a:latin typeface="Poppins"/>
                <a:ea typeface="Poppins"/>
                <a:cs typeface="Poppins"/>
              </a:defRPr>
            </a:lvl4pPr>
            <a:lvl5pPr>
              <a:defRPr sz="1159" b="0">
                <a:solidFill>
                  <a:srgbClr val="5A6683"/>
                </a:solidFill>
                <a:latin typeface="Poppins"/>
                <a:ea typeface="Poppins"/>
                <a:cs typeface="Poppins"/>
              </a:defRPr>
            </a:lvl5pPr>
            <a:lvl6pPr>
              <a:defRPr sz="1159" b="0">
                <a:solidFill>
                  <a:srgbClr val="5A6683"/>
                </a:solidFill>
                <a:latin typeface="Poppins"/>
                <a:ea typeface="Poppins"/>
                <a:cs typeface="Poppins"/>
              </a:defRPr>
            </a:lvl6pPr>
            <a:lvl7pPr>
              <a:defRPr sz="1159" b="0">
                <a:solidFill>
                  <a:srgbClr val="5A6683"/>
                </a:solidFill>
                <a:latin typeface="Poppins"/>
                <a:ea typeface="Poppins"/>
                <a:cs typeface="Poppins"/>
              </a:defRPr>
            </a:lvl7pPr>
            <a:lvl8pPr>
              <a:defRPr sz="1159" b="0">
                <a:solidFill>
                  <a:srgbClr val="5A6683"/>
                </a:solidFill>
                <a:latin typeface="Poppins"/>
                <a:ea typeface="Poppins"/>
                <a:cs typeface="Poppins"/>
              </a:defRPr>
            </a:lvl8pPr>
            <a:lvl9pPr>
              <a:defRPr sz="1159" b="0">
                <a:solidFill>
                  <a:srgbClr val="5A6683"/>
                </a:solidFill>
                <a:latin typeface="Poppins"/>
                <a:ea typeface="Poppins"/>
                <a:cs typeface="Poppins"/>
              </a:defRPr>
            </a:lvl9pPr>
          </a:lstStyle>
          <a:p xmlns:a="http://schemas.openxmlformats.org/drawingml/2006/main">
            <a:pPr>
              <a:defRPr sz="1159" b="0">
                <a:solidFill>
                  <a:srgbClr val="5A6683"/>
                </a:solidFill>
                <a:latin typeface="Poppins"/>
                <a:ea typeface="Poppins"/>
                <a:cs typeface="Poppins"/>
              </a:defRPr>
            </a:pPr>
            <a:r>
              <a:rPr sz="1159" b="0">
                <a:solidFill>
                  <a:srgbClr val="5A6683"/>
                </a:solidFill>
                <a:latin typeface="Poppins"/>
                <a:ea typeface="Poppins"/>
                <a:cs typeface="Poppins"/>
              </a:rPr>
              <a:t>200</a:t>
            </a:r>
          </a:p>
        </p:txBody>
      </p:sp>
      <p:sp>
        <p:nvSpPr>
          <p:cNvPr id="77" name="">
            <a:extLst xmlns:a="http://schemas.openxmlformats.org/drawingml/2006/main">
              <a:ext uri="{FF2B5EF4-FFF2-40B4-BE49-F238E27FC236}">
                <a16:creationId xmlns:a16="http://schemas.microsoft.com/office/drawing/2014/main" id="{511C5C7D-7B0D-4CD1-9367-3FFFE13A6C3F}"/>
              </a:ext>
            </a:extLst>
          </p:cNvPr>
          <p:cNvSpPr>
            <a:spLocks xmlns:a="http://schemas.openxmlformats.org/drawingml/2006/main" noGrp="1"/>
          </p:cNvSpPr>
          <p:nvPr/>
        </p:nvSpPr>
        <p:spPr>
          <a:xfrm xmlns:a="http://schemas.openxmlformats.org/drawingml/2006/main">
            <a:off x="6334125" y="5400675"/>
            <a:ext cx="161925" cy="47625"/>
          </a:xfrm>
          <a:prstGeom xmlns:a="http://schemas.openxmlformats.org/drawingml/2006/main" prst="rect">
            <a:avLst/>
          </a:prstGeom>
          <a:solidFill xmlns:a="http://schemas.openxmlformats.org/drawingml/2006/main">
            <a:srgbClr val="2C5EAA"/>
          </a:solidFill>
          <a:ln xmlns:a="http://schemas.openxmlformats.org/drawingml/2006/main" w="0">
            <a:noFill/>
          </a:ln>
        </p:spPr>
      </p:sp>
      <p:sp>
        <p:nvSpPr>
          <p:cNvPr id="78" name="">
            <a:extLst xmlns:a="http://schemas.openxmlformats.org/drawingml/2006/main">
              <a:ext uri="{FF2B5EF4-FFF2-40B4-BE49-F238E27FC236}">
                <a16:creationId xmlns:a16="http://schemas.microsoft.com/office/drawing/2014/main" id="{9D0ACCFC-3A3E-488B-BBCA-455ED611B1FB}"/>
              </a:ext>
            </a:extLst>
          </p:cNvPr>
          <p:cNvSpPr>
            <a:spLocks xmlns:a="http://schemas.openxmlformats.org/drawingml/2006/main" noGrp="1"/>
          </p:cNvSpPr>
          <p:nvPr/>
        </p:nvSpPr>
        <p:spPr>
          <a:xfrm xmlns:a="http://schemas.openxmlformats.org/drawingml/2006/main">
            <a:off x="6562725" y="5334000"/>
            <a:ext cx="1860328"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Simulated (mean, 5-95%)</a:t>
            </a:r>
          </a:p>
        </p:txBody>
      </p:sp>
      <p:sp>
        <p:nvSpPr>
          <p:cNvPr id="79" name="">
            <a:extLst xmlns:a="http://schemas.openxmlformats.org/drawingml/2006/main">
              <a:ext uri="{FF2B5EF4-FFF2-40B4-BE49-F238E27FC236}">
                <a16:creationId xmlns:a16="http://schemas.microsoft.com/office/drawing/2014/main" id="{E5DC0D69-96B8-403B-9FBC-A85154F9DD31}"/>
              </a:ext>
            </a:extLst>
          </p:cNvPr>
          <p:cNvSpPr>
            <a:spLocks xmlns:a="http://schemas.openxmlformats.org/drawingml/2006/main" noGrp="1"/>
          </p:cNvSpPr>
          <p:nvPr/>
        </p:nvSpPr>
        <p:spPr>
          <a:xfrm xmlns:a="http://schemas.openxmlformats.org/drawingml/2006/main">
            <a:off x="8632603" y="5400675"/>
            <a:ext cx="161925" cy="47625"/>
          </a:xfrm>
          <a:prstGeom xmlns:a="http://schemas.openxmlformats.org/drawingml/2006/main" prst="rect">
            <a:avLst/>
          </a:prstGeom>
          <a:solidFill xmlns:a="http://schemas.openxmlformats.org/drawingml/2006/main">
            <a:srgbClr val="14203A"/>
          </a:solidFill>
          <a:ln xmlns:a="http://schemas.openxmlformats.org/drawingml/2006/main" w="0">
            <a:noFill/>
          </a:ln>
        </p:spPr>
      </p:sp>
      <p:sp>
        <p:nvSpPr>
          <p:cNvPr id="80" name="">
            <a:extLst xmlns:a="http://schemas.openxmlformats.org/drawingml/2006/main">
              <a:ext uri="{FF2B5EF4-FFF2-40B4-BE49-F238E27FC236}">
                <a16:creationId xmlns:a16="http://schemas.microsoft.com/office/drawing/2014/main" id="{A62D00F9-851F-499D-99D1-E172284516BE}"/>
              </a:ext>
            </a:extLst>
          </p:cNvPr>
          <p:cNvSpPr>
            <a:spLocks xmlns:a="http://schemas.openxmlformats.org/drawingml/2006/main" noGrp="1"/>
          </p:cNvSpPr>
          <p:nvPr/>
        </p:nvSpPr>
        <p:spPr>
          <a:xfrm xmlns:a="http://schemas.openxmlformats.org/drawingml/2006/main">
            <a:off x="8861203" y="5334000"/>
            <a:ext cx="1068610" cy="2286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Observed feed</a:t>
            </a:r>
          </a:p>
        </p:txBody>
      </p:sp>
    </p:spTree>
    <p:extLst>
      <p:ext uri="{BB962C8B-B14F-4D97-AF65-F5344CB8AC3E}">
        <p14:creationId xmlns:p14="http://schemas.microsoft.com/office/powerpoint/2010/main" val="597896415"/>
      </p:ext>
    </p:extLst>
  </p:cSld>
</p:sld>
</file>

<file path=ppt/slides/slide90.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ISLAND-WIDE RAIN AND RELATIVE SHARE</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Gaining share can coexist with losing taxis. Counts and percentages need separate interpretation.</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90</a:t>
            </a:r>
            <a:endParaRPr sz="1200"/>
          </a:p>
        </p:txBody>
      </p:sp>
      <p:sp>
        <p:nvSpPr>
          <p:cNvPr id="14" name="">
            <a:extLst xmlns:a="http://schemas.openxmlformats.org/drawingml/2006/main">
              <a:ext uri="{FF2B5EF4-FFF2-40B4-BE49-F238E27FC236}">
                <a16:creationId xmlns:a16="http://schemas.microsoft.com/office/drawing/2014/main" id="{686CB38F-BE2B-44AE-9354-B397F3F2CE41}"/>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17A07B20-69CB-4ABF-9365-36AECDE9C00A}"/>
              </a:ext>
            </a:extLst>
          </p:cNvPr>
          <p:cNvSpPr>
            <a:spLocks xmlns:a="http://schemas.openxmlformats.org/drawingml/2006/main" noGrp="1"/>
          </p:cNvSpPr>
          <p:nvPr/>
        </p:nvSpPr>
        <p:spPr>
          <a:xfrm xmlns:a="http://schemas.openxmlformats.org/drawingml/2006/main">
            <a:off x="1095375" y="2009775"/>
            <a:ext cx="10001250" cy="4762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Island-wide rain: 329 of 374 cells have fewer vacant taxis; the centre loses share most (labels: &gt;= 4 expected taxis, FDR q</a:t>
            </a:r>
          </a:p>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&lt; 0.10)</a:t>
            </a:r>
          </a:p>
        </p:txBody>
      </p:sp>
      <p:sp>
        <p:nvSpPr>
          <p:cNvPr id="16" name="Editable chart path">
            <a:extLst xmlns:a="http://schemas.openxmlformats.org/drawingml/2006/main">
              <a:ext uri="{FF2B5EF4-FFF2-40B4-BE49-F238E27FC236}">
                <a16:creationId xmlns:a16="http://schemas.microsoft.com/office/drawing/2014/main" id="{429D782F-6D22-40EB-9165-6C1AB98969D8}"/>
              </a:ext>
            </a:extLst>
          </p:cNvPr>
          <p:cNvSpPr>
            <a:spLocks xmlns:a="http://schemas.openxmlformats.org/drawingml/2006/main" noGrp="1"/>
          </p:cNvSpPr>
          <p:nvPr/>
        </p:nvSpPr>
        <p:spPr>
          <a:xfrm xmlns:a="http://schemas.openxmlformats.org/drawingml/2006/main">
            <a:off x="1457898" y="2571750"/>
            <a:ext cx="3575946" cy="2124729"/>
          </a:xfrm>
          <a:custGeom xmlns:a="http://schemas.openxmlformats.org/drawingml/2006/main">
            <a:pathLst>
              <a:path w="4807699" h="2856603">
                <a:moveTo>
                  <a:pt x="1005589" y="1792639"/>
                </a:moveTo>
                <a:lnTo>
                  <a:pt x="983191" y="1788136"/>
                </a:lnTo>
                <a:lnTo>
                  <a:pt x="989120" y="1801754"/>
                </a:lnTo>
                <a:lnTo>
                  <a:pt x="1001526" y="1804829"/>
                </a:lnTo>
                <a:lnTo>
                  <a:pt x="1028535" y="1838545"/>
                </a:lnTo>
                <a:lnTo>
                  <a:pt x="1028865" y="1880607"/>
                </a:lnTo>
                <a:lnTo>
                  <a:pt x="993402" y="1879619"/>
                </a:lnTo>
                <a:lnTo>
                  <a:pt x="993621" y="1874457"/>
                </a:lnTo>
                <a:lnTo>
                  <a:pt x="987143" y="1870064"/>
                </a:lnTo>
                <a:lnTo>
                  <a:pt x="983630" y="1840741"/>
                </a:lnTo>
                <a:lnTo>
                  <a:pt x="973529" y="1821522"/>
                </a:lnTo>
                <a:lnTo>
                  <a:pt x="976823" y="1810650"/>
                </a:lnTo>
                <a:lnTo>
                  <a:pt x="986704" y="1802633"/>
                </a:lnTo>
                <a:lnTo>
                  <a:pt x="981105" y="1789125"/>
                </a:lnTo>
                <a:lnTo>
                  <a:pt x="969796" y="1802852"/>
                </a:lnTo>
                <a:lnTo>
                  <a:pt x="964526" y="1819545"/>
                </a:lnTo>
                <a:lnTo>
                  <a:pt x="966722" y="1865122"/>
                </a:lnTo>
                <a:lnTo>
                  <a:pt x="936200" y="1876653"/>
                </a:lnTo>
                <a:lnTo>
                  <a:pt x="913034" y="1875116"/>
                </a:lnTo>
                <a:lnTo>
                  <a:pt x="858357" y="1885329"/>
                </a:lnTo>
                <a:lnTo>
                  <a:pt x="843315" y="1777154"/>
                </a:lnTo>
                <a:lnTo>
                  <a:pt x="837057" y="1774298"/>
                </a:lnTo>
                <a:lnTo>
                  <a:pt x="824102" y="1777813"/>
                </a:lnTo>
                <a:lnTo>
                  <a:pt x="836618" y="1897410"/>
                </a:lnTo>
                <a:lnTo>
                  <a:pt x="817075" y="1906415"/>
                </a:lnTo>
                <a:lnTo>
                  <a:pt x="813342" y="1902022"/>
                </a:lnTo>
                <a:lnTo>
                  <a:pt x="798630" y="1912675"/>
                </a:lnTo>
                <a:lnTo>
                  <a:pt x="739122" y="1846562"/>
                </a:lnTo>
                <a:lnTo>
                  <a:pt x="735829" y="1800656"/>
                </a:lnTo>
                <a:lnTo>
                  <a:pt x="692680" y="1806037"/>
                </a:lnTo>
                <a:lnTo>
                  <a:pt x="700475" y="1870723"/>
                </a:lnTo>
                <a:lnTo>
                  <a:pt x="753615" y="1925525"/>
                </a:lnTo>
                <a:lnTo>
                  <a:pt x="749772" y="1923877"/>
                </a:lnTo>
                <a:lnTo>
                  <a:pt x="752846" y="1929039"/>
                </a:lnTo>
                <a:lnTo>
                  <a:pt x="737036" y="1945842"/>
                </a:lnTo>
                <a:lnTo>
                  <a:pt x="668526" y="1999765"/>
                </a:lnTo>
                <a:lnTo>
                  <a:pt x="653265" y="1981315"/>
                </a:lnTo>
                <a:lnTo>
                  <a:pt x="655900" y="1977251"/>
                </a:lnTo>
                <a:lnTo>
                  <a:pt x="648214" y="1964621"/>
                </a:lnTo>
                <a:lnTo>
                  <a:pt x="581241" y="1931235"/>
                </a:lnTo>
                <a:lnTo>
                  <a:pt x="585413" y="1922230"/>
                </a:lnTo>
                <a:lnTo>
                  <a:pt x="570920" y="1910698"/>
                </a:lnTo>
                <a:lnTo>
                  <a:pt x="558843" y="1920802"/>
                </a:lnTo>
                <a:lnTo>
                  <a:pt x="550828" y="1911907"/>
                </a:lnTo>
                <a:lnTo>
                  <a:pt x="561259" y="1902901"/>
                </a:lnTo>
                <a:lnTo>
                  <a:pt x="527552" y="1864134"/>
                </a:lnTo>
                <a:lnTo>
                  <a:pt x="505923" y="1882474"/>
                </a:lnTo>
                <a:lnTo>
                  <a:pt x="484294" y="1856885"/>
                </a:lnTo>
                <a:lnTo>
                  <a:pt x="568615" y="1764963"/>
                </a:lnTo>
                <a:lnTo>
                  <a:pt x="564992" y="1753432"/>
                </a:lnTo>
                <a:lnTo>
                  <a:pt x="553134" y="1749149"/>
                </a:lnTo>
                <a:lnTo>
                  <a:pt x="496042" y="1810760"/>
                </a:lnTo>
                <a:lnTo>
                  <a:pt x="479024" y="1816580"/>
                </a:lnTo>
                <a:lnTo>
                  <a:pt x="451027" y="1789564"/>
                </a:lnTo>
                <a:lnTo>
                  <a:pt x="446196" y="1775836"/>
                </a:lnTo>
                <a:lnTo>
                  <a:pt x="506911" y="1712907"/>
                </a:lnTo>
                <a:lnTo>
                  <a:pt x="509217" y="1707197"/>
                </a:lnTo>
                <a:lnTo>
                  <a:pt x="503069" y="1699948"/>
                </a:lnTo>
                <a:lnTo>
                  <a:pt x="482428" y="1683695"/>
                </a:lnTo>
                <a:lnTo>
                  <a:pt x="446745" y="1723011"/>
                </a:lnTo>
                <a:lnTo>
                  <a:pt x="411941" y="1750357"/>
                </a:lnTo>
                <a:lnTo>
                  <a:pt x="385591" y="1732566"/>
                </a:lnTo>
                <a:lnTo>
                  <a:pt x="350677" y="1697532"/>
                </a:lnTo>
                <a:lnTo>
                  <a:pt x="316641" y="1746294"/>
                </a:lnTo>
                <a:lnTo>
                  <a:pt x="354739" y="1778472"/>
                </a:lnTo>
                <a:lnTo>
                  <a:pt x="431813" y="1868636"/>
                </a:lnTo>
                <a:lnTo>
                  <a:pt x="447843" y="1965720"/>
                </a:lnTo>
                <a:lnTo>
                  <a:pt x="482977" y="2030515"/>
                </a:lnTo>
                <a:lnTo>
                  <a:pt x="488247" y="2048307"/>
                </a:lnTo>
                <a:lnTo>
                  <a:pt x="483087" y="2077300"/>
                </a:lnTo>
                <a:lnTo>
                  <a:pt x="460908" y="2099704"/>
                </a:lnTo>
                <a:lnTo>
                  <a:pt x="440268" y="2105085"/>
                </a:lnTo>
                <a:lnTo>
                  <a:pt x="384493" y="2101241"/>
                </a:lnTo>
                <a:lnTo>
                  <a:pt x="381419" y="2105195"/>
                </a:lnTo>
                <a:lnTo>
                  <a:pt x="373733" y="2207001"/>
                </a:lnTo>
                <a:lnTo>
                  <a:pt x="413368" y="2207001"/>
                </a:lnTo>
                <a:lnTo>
                  <a:pt x="413478" y="2305402"/>
                </a:lnTo>
                <a:lnTo>
                  <a:pt x="127798" y="2305402"/>
                </a:lnTo>
                <a:lnTo>
                  <a:pt x="127798" y="2380850"/>
                </a:lnTo>
                <a:lnTo>
                  <a:pt x="424348" y="2380850"/>
                </a:lnTo>
                <a:lnTo>
                  <a:pt x="424348" y="2446964"/>
                </a:lnTo>
                <a:lnTo>
                  <a:pt x="352324" y="2479142"/>
                </a:lnTo>
                <a:lnTo>
                  <a:pt x="127798" y="2479142"/>
                </a:lnTo>
                <a:lnTo>
                  <a:pt x="127798" y="2554700"/>
                </a:lnTo>
                <a:lnTo>
                  <a:pt x="484624" y="2554700"/>
                </a:lnTo>
                <a:lnTo>
                  <a:pt x="484624" y="2652991"/>
                </a:lnTo>
                <a:lnTo>
                  <a:pt x="127908" y="2652991"/>
                </a:lnTo>
                <a:lnTo>
                  <a:pt x="127908" y="2736457"/>
                </a:lnTo>
                <a:lnTo>
                  <a:pt x="562357" y="2736347"/>
                </a:lnTo>
                <a:lnTo>
                  <a:pt x="580582" y="2785108"/>
                </a:lnTo>
                <a:lnTo>
                  <a:pt x="465081" y="2827829"/>
                </a:lnTo>
                <a:lnTo>
                  <a:pt x="427971" y="2850123"/>
                </a:lnTo>
                <a:lnTo>
                  <a:pt x="403816" y="2856603"/>
                </a:lnTo>
                <a:lnTo>
                  <a:pt x="39635" y="2765120"/>
                </a:lnTo>
                <a:lnTo>
                  <a:pt x="13614" y="2750953"/>
                </a:lnTo>
                <a:lnTo>
                  <a:pt x="1427" y="2728989"/>
                </a:lnTo>
                <a:lnTo>
                  <a:pt x="0" y="2493968"/>
                </a:lnTo>
                <a:lnTo>
                  <a:pt x="73890" y="2493968"/>
                </a:lnTo>
                <a:lnTo>
                  <a:pt x="74000" y="2464206"/>
                </a:lnTo>
                <a:lnTo>
                  <a:pt x="34585" y="2464206"/>
                </a:lnTo>
                <a:lnTo>
                  <a:pt x="34585" y="2392162"/>
                </a:lnTo>
                <a:lnTo>
                  <a:pt x="69059" y="2392162"/>
                </a:lnTo>
                <a:lnTo>
                  <a:pt x="69059" y="2362400"/>
                </a:lnTo>
                <a:lnTo>
                  <a:pt x="44466" y="2362400"/>
                </a:lnTo>
                <a:lnTo>
                  <a:pt x="44466" y="2312211"/>
                </a:lnTo>
                <a:lnTo>
                  <a:pt x="110" y="2312211"/>
                </a:lnTo>
                <a:lnTo>
                  <a:pt x="1318" y="2292553"/>
                </a:lnTo>
                <a:lnTo>
                  <a:pt x="62691" y="2128148"/>
                </a:lnTo>
                <a:lnTo>
                  <a:pt x="78172" y="2112992"/>
                </a:lnTo>
                <a:lnTo>
                  <a:pt x="110232" y="2101131"/>
                </a:lnTo>
                <a:lnTo>
                  <a:pt x="131202" y="2087513"/>
                </a:lnTo>
                <a:lnTo>
                  <a:pt x="147012" y="2068953"/>
                </a:lnTo>
                <a:lnTo>
                  <a:pt x="156564" y="2048307"/>
                </a:lnTo>
                <a:lnTo>
                  <a:pt x="160516" y="2024146"/>
                </a:lnTo>
                <a:lnTo>
                  <a:pt x="157333" y="1999216"/>
                </a:lnTo>
                <a:lnTo>
                  <a:pt x="137460" y="1948478"/>
                </a:lnTo>
                <a:lnTo>
                  <a:pt x="129665" y="1947599"/>
                </a:lnTo>
                <a:lnTo>
                  <a:pt x="131531" y="1936068"/>
                </a:lnTo>
                <a:lnTo>
                  <a:pt x="128018" y="1940351"/>
                </a:lnTo>
                <a:lnTo>
                  <a:pt x="133068" y="1911357"/>
                </a:lnTo>
                <a:lnTo>
                  <a:pt x="134935" y="1916409"/>
                </a:lnTo>
                <a:lnTo>
                  <a:pt x="136692" y="1906635"/>
                </a:lnTo>
                <a:lnTo>
                  <a:pt x="142730" y="1907623"/>
                </a:lnTo>
                <a:lnTo>
                  <a:pt x="283045" y="1532249"/>
                </a:lnTo>
                <a:lnTo>
                  <a:pt x="296659" y="1479973"/>
                </a:lnTo>
                <a:lnTo>
                  <a:pt x="319167" y="1427588"/>
                </a:lnTo>
                <a:lnTo>
                  <a:pt x="314226" y="1420010"/>
                </a:lnTo>
                <a:lnTo>
                  <a:pt x="319715" y="1414189"/>
                </a:lnTo>
                <a:lnTo>
                  <a:pt x="316531" y="1411224"/>
                </a:lnTo>
                <a:lnTo>
                  <a:pt x="329158" y="1398155"/>
                </a:lnTo>
                <a:lnTo>
                  <a:pt x="338270" y="1376520"/>
                </a:lnTo>
                <a:lnTo>
                  <a:pt x="336953" y="1371578"/>
                </a:lnTo>
                <a:lnTo>
                  <a:pt x="326303" y="1376191"/>
                </a:lnTo>
                <a:lnTo>
                  <a:pt x="317739" y="1366746"/>
                </a:lnTo>
                <a:lnTo>
                  <a:pt x="312030" y="1347856"/>
                </a:lnTo>
                <a:lnTo>
                  <a:pt x="315763" y="1329406"/>
                </a:lnTo>
                <a:lnTo>
                  <a:pt x="301600" y="1320291"/>
                </a:lnTo>
                <a:lnTo>
                  <a:pt x="303027" y="1317545"/>
                </a:lnTo>
                <a:lnTo>
                  <a:pt x="317080" y="1326880"/>
                </a:lnTo>
                <a:lnTo>
                  <a:pt x="328828" y="1314031"/>
                </a:lnTo>
                <a:lnTo>
                  <a:pt x="344309" y="1307881"/>
                </a:lnTo>
                <a:lnTo>
                  <a:pt x="352104" y="1311285"/>
                </a:lnTo>
                <a:lnTo>
                  <a:pt x="356935" y="1321279"/>
                </a:lnTo>
                <a:lnTo>
                  <a:pt x="363303" y="1292396"/>
                </a:lnTo>
                <a:lnTo>
                  <a:pt x="378235" y="1257143"/>
                </a:lnTo>
                <a:lnTo>
                  <a:pt x="380870" y="1237374"/>
                </a:lnTo>
                <a:lnTo>
                  <a:pt x="383944" y="1242097"/>
                </a:lnTo>
                <a:lnTo>
                  <a:pt x="404585" y="1225623"/>
                </a:lnTo>
                <a:lnTo>
                  <a:pt x="417870" y="1208381"/>
                </a:lnTo>
                <a:lnTo>
                  <a:pt x="451247" y="1132933"/>
                </a:lnTo>
                <a:lnTo>
                  <a:pt x="476279" y="1096142"/>
                </a:lnTo>
                <a:lnTo>
                  <a:pt x="479244" y="1077692"/>
                </a:lnTo>
                <a:lnTo>
                  <a:pt x="498018" y="1071871"/>
                </a:lnTo>
                <a:lnTo>
                  <a:pt x="496371" y="1059242"/>
                </a:lnTo>
                <a:lnTo>
                  <a:pt x="501751" y="1054959"/>
                </a:lnTo>
                <a:lnTo>
                  <a:pt x="516134" y="1073628"/>
                </a:lnTo>
                <a:lnTo>
                  <a:pt x="516244" y="1055618"/>
                </a:lnTo>
                <a:lnTo>
                  <a:pt x="525686" y="1053751"/>
                </a:lnTo>
                <a:lnTo>
                  <a:pt x="541277" y="1014104"/>
                </a:lnTo>
                <a:lnTo>
                  <a:pt x="565650" y="972042"/>
                </a:lnTo>
                <a:lnTo>
                  <a:pt x="562686" y="958424"/>
                </a:lnTo>
                <a:lnTo>
                  <a:pt x="574104" y="960072"/>
                </a:lnTo>
                <a:lnTo>
                  <a:pt x="568285" y="950407"/>
                </a:lnTo>
                <a:lnTo>
                  <a:pt x="586731" y="933604"/>
                </a:lnTo>
                <a:lnTo>
                  <a:pt x="594087" y="931627"/>
                </a:lnTo>
                <a:lnTo>
                  <a:pt x="594965" y="941072"/>
                </a:lnTo>
                <a:lnTo>
                  <a:pt x="597929" y="940633"/>
                </a:lnTo>
                <a:lnTo>
                  <a:pt x="601004" y="931078"/>
                </a:lnTo>
                <a:lnTo>
                  <a:pt x="594306" y="920096"/>
                </a:lnTo>
                <a:lnTo>
                  <a:pt x="600784" y="908565"/>
                </a:lnTo>
                <a:lnTo>
                  <a:pt x="613739" y="899559"/>
                </a:lnTo>
                <a:lnTo>
                  <a:pt x="613849" y="881109"/>
                </a:lnTo>
                <a:lnTo>
                  <a:pt x="626256" y="859364"/>
                </a:lnTo>
                <a:lnTo>
                  <a:pt x="622194" y="833665"/>
                </a:lnTo>
                <a:lnTo>
                  <a:pt x="627464" y="806759"/>
                </a:lnTo>
                <a:lnTo>
                  <a:pt x="618680" y="791164"/>
                </a:lnTo>
                <a:lnTo>
                  <a:pt x="625707" y="774361"/>
                </a:lnTo>
                <a:lnTo>
                  <a:pt x="629879" y="777326"/>
                </a:lnTo>
                <a:lnTo>
                  <a:pt x="631855" y="773702"/>
                </a:lnTo>
                <a:lnTo>
                  <a:pt x="626146" y="769639"/>
                </a:lnTo>
                <a:lnTo>
                  <a:pt x="628781" y="761182"/>
                </a:lnTo>
                <a:lnTo>
                  <a:pt x="638772" y="755691"/>
                </a:lnTo>
                <a:lnTo>
                  <a:pt x="629440" y="741414"/>
                </a:lnTo>
                <a:lnTo>
                  <a:pt x="623511" y="716484"/>
                </a:lnTo>
                <a:lnTo>
                  <a:pt x="643493" y="707918"/>
                </a:lnTo>
                <a:lnTo>
                  <a:pt x="651947" y="692104"/>
                </a:lnTo>
                <a:lnTo>
                  <a:pt x="652606" y="679255"/>
                </a:lnTo>
                <a:lnTo>
                  <a:pt x="671600" y="674532"/>
                </a:lnTo>
                <a:lnTo>
                  <a:pt x="684556" y="681231"/>
                </a:lnTo>
                <a:lnTo>
                  <a:pt x="687410" y="672226"/>
                </a:lnTo>
                <a:lnTo>
                  <a:pt x="701464" y="664978"/>
                </a:lnTo>
                <a:lnTo>
                  <a:pt x="704099" y="656192"/>
                </a:lnTo>
                <a:lnTo>
                  <a:pt x="712553" y="648724"/>
                </a:lnTo>
                <a:lnTo>
                  <a:pt x="709369" y="635655"/>
                </a:lnTo>
                <a:lnTo>
                  <a:pt x="712333" y="631372"/>
                </a:lnTo>
                <a:lnTo>
                  <a:pt x="719030" y="626759"/>
                </a:lnTo>
                <a:lnTo>
                  <a:pt x="729241" y="629065"/>
                </a:lnTo>
                <a:lnTo>
                  <a:pt x="735719" y="625771"/>
                </a:lnTo>
                <a:lnTo>
                  <a:pt x="725728" y="616655"/>
                </a:lnTo>
                <a:lnTo>
                  <a:pt x="722763" y="602269"/>
                </a:lnTo>
                <a:lnTo>
                  <a:pt x="729680" y="579426"/>
                </a:lnTo>
                <a:lnTo>
                  <a:pt x="739122" y="582061"/>
                </a:lnTo>
                <a:lnTo>
                  <a:pt x="739891" y="573715"/>
                </a:lnTo>
                <a:lnTo>
                  <a:pt x="730888" y="565917"/>
                </a:lnTo>
                <a:lnTo>
                  <a:pt x="749114" y="556033"/>
                </a:lnTo>
                <a:lnTo>
                  <a:pt x="758995" y="565807"/>
                </a:lnTo>
                <a:lnTo>
                  <a:pt x="753944" y="557681"/>
                </a:lnTo>
                <a:lnTo>
                  <a:pt x="760093" y="549773"/>
                </a:lnTo>
                <a:lnTo>
                  <a:pt x="751419" y="551860"/>
                </a:lnTo>
                <a:lnTo>
                  <a:pt x="744502" y="535496"/>
                </a:lnTo>
                <a:lnTo>
                  <a:pt x="753176" y="500683"/>
                </a:lnTo>
                <a:lnTo>
                  <a:pt x="771072" y="489151"/>
                </a:lnTo>
                <a:lnTo>
                  <a:pt x="781832" y="490689"/>
                </a:lnTo>
                <a:lnTo>
                  <a:pt x="776232" y="488273"/>
                </a:lnTo>
                <a:lnTo>
                  <a:pt x="777989" y="481793"/>
                </a:lnTo>
                <a:lnTo>
                  <a:pt x="794458" y="457412"/>
                </a:lnTo>
                <a:lnTo>
                  <a:pt x="804778" y="463892"/>
                </a:lnTo>
                <a:lnTo>
                  <a:pt x="831128" y="457193"/>
                </a:lnTo>
                <a:lnTo>
                  <a:pt x="852099" y="434899"/>
                </a:lnTo>
                <a:lnTo>
                  <a:pt x="863627" y="442147"/>
                </a:lnTo>
                <a:lnTo>
                  <a:pt x="876363" y="443245"/>
                </a:lnTo>
                <a:lnTo>
                  <a:pt x="879766" y="448077"/>
                </a:lnTo>
                <a:lnTo>
                  <a:pt x="880315" y="430945"/>
                </a:lnTo>
                <a:lnTo>
                  <a:pt x="887342" y="426223"/>
                </a:lnTo>
                <a:lnTo>
                  <a:pt x="901176" y="428968"/>
                </a:lnTo>
                <a:lnTo>
                  <a:pt x="910179" y="414362"/>
                </a:lnTo>
                <a:lnTo>
                  <a:pt x="961452" y="408761"/>
                </a:lnTo>
                <a:lnTo>
                  <a:pt x="972541" y="399865"/>
                </a:lnTo>
                <a:lnTo>
                  <a:pt x="992523" y="392727"/>
                </a:lnTo>
                <a:lnTo>
                  <a:pt x="992413" y="388114"/>
                </a:lnTo>
                <a:lnTo>
                  <a:pt x="1036440" y="342757"/>
                </a:lnTo>
                <a:lnTo>
                  <a:pt x="1063339" y="327382"/>
                </a:lnTo>
                <a:lnTo>
                  <a:pt x="1106598" y="284990"/>
                </a:lnTo>
                <a:lnTo>
                  <a:pt x="1107915" y="273569"/>
                </a:lnTo>
                <a:lnTo>
                  <a:pt x="1116040" y="278840"/>
                </a:lnTo>
                <a:lnTo>
                  <a:pt x="1143817" y="252483"/>
                </a:lnTo>
                <a:lnTo>
                  <a:pt x="1173351" y="235900"/>
                </a:lnTo>
                <a:lnTo>
                  <a:pt x="1220233" y="222172"/>
                </a:lnTo>
                <a:lnTo>
                  <a:pt x="1227259" y="224588"/>
                </a:lnTo>
                <a:lnTo>
                  <a:pt x="1230443" y="220744"/>
                </a:lnTo>
                <a:lnTo>
                  <a:pt x="1271067" y="213715"/>
                </a:lnTo>
                <a:lnTo>
                  <a:pt x="1335954" y="215143"/>
                </a:lnTo>
                <a:lnTo>
                  <a:pt x="1354509" y="219865"/>
                </a:lnTo>
                <a:lnTo>
                  <a:pt x="1380200" y="240292"/>
                </a:lnTo>
                <a:lnTo>
                  <a:pt x="1381957" y="248419"/>
                </a:lnTo>
                <a:lnTo>
                  <a:pt x="1376797" y="239304"/>
                </a:lnTo>
                <a:lnTo>
                  <a:pt x="1376906" y="246333"/>
                </a:lnTo>
                <a:lnTo>
                  <a:pt x="1371417" y="251385"/>
                </a:lnTo>
                <a:lnTo>
                  <a:pt x="1378773" y="249518"/>
                </a:lnTo>
                <a:lnTo>
                  <a:pt x="1393595" y="259951"/>
                </a:lnTo>
                <a:lnTo>
                  <a:pt x="1378444" y="270604"/>
                </a:lnTo>
                <a:lnTo>
                  <a:pt x="1387117" y="263355"/>
                </a:lnTo>
                <a:lnTo>
                  <a:pt x="1395022" y="262916"/>
                </a:lnTo>
                <a:lnTo>
                  <a:pt x="1387447" y="269615"/>
                </a:lnTo>
                <a:lnTo>
                  <a:pt x="1390521" y="267748"/>
                </a:lnTo>
                <a:lnTo>
                  <a:pt x="1393924" y="272031"/>
                </a:lnTo>
                <a:lnTo>
                  <a:pt x="1394034" y="265332"/>
                </a:lnTo>
                <a:lnTo>
                  <a:pt x="1403037" y="269615"/>
                </a:lnTo>
                <a:lnTo>
                  <a:pt x="1406111" y="280817"/>
                </a:lnTo>
                <a:lnTo>
                  <a:pt x="1415114" y="279829"/>
                </a:lnTo>
                <a:lnTo>
                  <a:pt x="1451455" y="307724"/>
                </a:lnTo>
                <a:lnTo>
                  <a:pt x="1452993" y="314972"/>
                </a:lnTo>
                <a:lnTo>
                  <a:pt x="1436634" y="333312"/>
                </a:lnTo>
                <a:lnTo>
                  <a:pt x="1439378" y="351873"/>
                </a:lnTo>
                <a:lnTo>
                  <a:pt x="1443441" y="351982"/>
                </a:lnTo>
                <a:lnTo>
                  <a:pt x="1444758" y="340341"/>
                </a:lnTo>
                <a:lnTo>
                  <a:pt x="1454749" y="326284"/>
                </a:lnTo>
                <a:lnTo>
                  <a:pt x="1460349" y="350006"/>
                </a:lnTo>
                <a:lnTo>
                  <a:pt x="1499325" y="349896"/>
                </a:lnTo>
                <a:lnTo>
                  <a:pt x="1504046" y="345832"/>
                </a:lnTo>
                <a:lnTo>
                  <a:pt x="1507120" y="352092"/>
                </a:lnTo>
                <a:lnTo>
                  <a:pt x="1506901" y="277962"/>
                </a:lnTo>
                <a:lnTo>
                  <a:pt x="1516453" y="268846"/>
                </a:lnTo>
                <a:lnTo>
                  <a:pt x="1671370" y="300585"/>
                </a:lnTo>
                <a:lnTo>
                  <a:pt x="1714628" y="290152"/>
                </a:lnTo>
                <a:lnTo>
                  <a:pt x="1740978" y="301354"/>
                </a:lnTo>
                <a:lnTo>
                  <a:pt x="1771610" y="292019"/>
                </a:lnTo>
                <a:lnTo>
                  <a:pt x="1769195" y="283014"/>
                </a:lnTo>
                <a:lnTo>
                  <a:pt x="1775014" y="267529"/>
                </a:lnTo>
                <a:lnTo>
                  <a:pt x="1792580" y="252812"/>
                </a:lnTo>
                <a:lnTo>
                  <a:pt x="1801693" y="236449"/>
                </a:lnTo>
                <a:lnTo>
                  <a:pt x="1793459" y="200756"/>
                </a:lnTo>
                <a:lnTo>
                  <a:pt x="1797411" y="198560"/>
                </a:lnTo>
                <a:lnTo>
                  <a:pt x="1813331" y="244685"/>
                </a:lnTo>
                <a:lnTo>
                  <a:pt x="1834960" y="228651"/>
                </a:lnTo>
                <a:lnTo>
                  <a:pt x="1873388" y="214264"/>
                </a:lnTo>
                <a:lnTo>
                  <a:pt x="1943325" y="168358"/>
                </a:lnTo>
                <a:lnTo>
                  <a:pt x="1951779" y="166821"/>
                </a:lnTo>
                <a:lnTo>
                  <a:pt x="1976044" y="141562"/>
                </a:lnTo>
                <a:lnTo>
                  <a:pt x="2017216" y="112129"/>
                </a:lnTo>
                <a:lnTo>
                  <a:pt x="2034124" y="104991"/>
                </a:lnTo>
                <a:lnTo>
                  <a:pt x="2118774" y="43160"/>
                </a:lnTo>
                <a:lnTo>
                  <a:pt x="2131949" y="43600"/>
                </a:lnTo>
                <a:lnTo>
                  <a:pt x="2150613" y="25149"/>
                </a:lnTo>
                <a:lnTo>
                  <a:pt x="2166643" y="19109"/>
                </a:lnTo>
                <a:lnTo>
                  <a:pt x="2228127" y="2196"/>
                </a:lnTo>
                <a:lnTo>
                  <a:pt x="2239765" y="10872"/>
                </a:lnTo>
                <a:lnTo>
                  <a:pt x="2264468" y="4503"/>
                </a:lnTo>
                <a:lnTo>
                  <a:pt x="2323427" y="0"/>
                </a:lnTo>
                <a:lnTo>
                  <a:pt x="2368551" y="16803"/>
                </a:lnTo>
                <a:lnTo>
                  <a:pt x="2376676" y="23392"/>
                </a:lnTo>
                <a:lnTo>
                  <a:pt x="2355815" y="37999"/>
                </a:lnTo>
                <a:lnTo>
                  <a:pt x="2337370" y="63807"/>
                </a:lnTo>
                <a:lnTo>
                  <a:pt x="2346264" y="69298"/>
                </a:lnTo>
                <a:lnTo>
                  <a:pt x="2358670" y="50738"/>
                </a:lnTo>
                <a:lnTo>
                  <a:pt x="2384142" y="39646"/>
                </a:lnTo>
                <a:lnTo>
                  <a:pt x="2380519" y="52825"/>
                </a:lnTo>
                <a:lnTo>
                  <a:pt x="2390071" y="54802"/>
                </a:lnTo>
                <a:lnTo>
                  <a:pt x="2371296" y="88407"/>
                </a:lnTo>
                <a:lnTo>
                  <a:pt x="2376896" y="91373"/>
                </a:lnTo>
                <a:lnTo>
                  <a:pt x="2399952" y="55351"/>
                </a:lnTo>
                <a:lnTo>
                  <a:pt x="2389522" y="74130"/>
                </a:lnTo>
                <a:lnTo>
                  <a:pt x="2393694" y="76986"/>
                </a:lnTo>
                <a:lnTo>
                  <a:pt x="2377884" y="104881"/>
                </a:lnTo>
                <a:lnTo>
                  <a:pt x="2381836" y="107077"/>
                </a:lnTo>
                <a:lnTo>
                  <a:pt x="2397207" y="79072"/>
                </a:lnTo>
                <a:lnTo>
                  <a:pt x="2402807" y="81818"/>
                </a:lnTo>
                <a:lnTo>
                  <a:pt x="2435635" y="23941"/>
                </a:lnTo>
                <a:lnTo>
                  <a:pt x="2509854" y="66553"/>
                </a:lnTo>
                <a:lnTo>
                  <a:pt x="2484053" y="112678"/>
                </a:lnTo>
                <a:lnTo>
                  <a:pt x="2494483" y="118719"/>
                </a:lnTo>
                <a:lnTo>
                  <a:pt x="2520504" y="72813"/>
                </a:lnTo>
                <a:lnTo>
                  <a:pt x="2532362" y="72483"/>
                </a:lnTo>
                <a:lnTo>
                  <a:pt x="2542902" y="65454"/>
                </a:lnTo>
                <a:lnTo>
                  <a:pt x="2682558" y="123441"/>
                </a:lnTo>
                <a:lnTo>
                  <a:pt x="2727902" y="146064"/>
                </a:lnTo>
                <a:lnTo>
                  <a:pt x="2772148" y="174728"/>
                </a:lnTo>
                <a:lnTo>
                  <a:pt x="2770611" y="186150"/>
                </a:lnTo>
                <a:lnTo>
                  <a:pt x="2737564" y="200756"/>
                </a:lnTo>
                <a:lnTo>
                  <a:pt x="2766439" y="271043"/>
                </a:lnTo>
                <a:lnTo>
                  <a:pt x="2778297" y="311568"/>
                </a:lnTo>
                <a:lnTo>
                  <a:pt x="2829021" y="377022"/>
                </a:lnTo>
                <a:lnTo>
                  <a:pt x="2822653" y="382184"/>
                </a:lnTo>
                <a:lnTo>
                  <a:pt x="2831656" y="402611"/>
                </a:lnTo>
                <a:lnTo>
                  <a:pt x="2846258" y="397120"/>
                </a:lnTo>
                <a:lnTo>
                  <a:pt x="2850869" y="406894"/>
                </a:lnTo>
                <a:lnTo>
                  <a:pt x="2840439" y="428419"/>
                </a:lnTo>
                <a:lnTo>
                  <a:pt x="2784555" y="474654"/>
                </a:lnTo>
                <a:lnTo>
                  <a:pt x="2771709" y="478608"/>
                </a:lnTo>
                <a:lnTo>
                  <a:pt x="2767647" y="485856"/>
                </a:lnTo>
                <a:lnTo>
                  <a:pt x="2833632" y="515618"/>
                </a:lnTo>
                <a:lnTo>
                  <a:pt x="2848783" y="507711"/>
                </a:lnTo>
                <a:lnTo>
                  <a:pt x="2867997" y="504966"/>
                </a:lnTo>
                <a:lnTo>
                  <a:pt x="2893030" y="483001"/>
                </a:lnTo>
                <a:lnTo>
                  <a:pt x="2893469" y="471140"/>
                </a:lnTo>
                <a:lnTo>
                  <a:pt x="2900825" y="461695"/>
                </a:lnTo>
                <a:lnTo>
                  <a:pt x="2941887" y="434899"/>
                </a:lnTo>
                <a:lnTo>
                  <a:pt x="2968018" y="426442"/>
                </a:lnTo>
                <a:lnTo>
                  <a:pt x="2995795" y="428419"/>
                </a:lnTo>
                <a:lnTo>
                  <a:pt x="3013801" y="436216"/>
                </a:lnTo>
                <a:lnTo>
                  <a:pt x="3100757" y="494203"/>
                </a:lnTo>
                <a:lnTo>
                  <a:pt x="3083519" y="518144"/>
                </a:lnTo>
                <a:lnTo>
                  <a:pt x="3091425" y="522757"/>
                </a:lnTo>
                <a:lnTo>
                  <a:pt x="3106905" y="497827"/>
                </a:lnTo>
                <a:lnTo>
                  <a:pt x="3196825" y="550762"/>
                </a:lnTo>
                <a:lnTo>
                  <a:pt x="3204291" y="560536"/>
                </a:lnTo>
                <a:lnTo>
                  <a:pt x="3207365" y="575252"/>
                </a:lnTo>
                <a:lnTo>
                  <a:pt x="3192543" y="609188"/>
                </a:lnTo>
                <a:lnTo>
                  <a:pt x="3210659" y="615447"/>
                </a:lnTo>
                <a:lnTo>
                  <a:pt x="3228555" y="585246"/>
                </a:lnTo>
                <a:lnTo>
                  <a:pt x="3273460" y="555923"/>
                </a:lnTo>
                <a:lnTo>
                  <a:pt x="3290149" y="553507"/>
                </a:lnTo>
                <a:lnTo>
                  <a:pt x="3307606" y="557351"/>
                </a:lnTo>
                <a:lnTo>
                  <a:pt x="3318256" y="546259"/>
                </a:lnTo>
                <a:lnTo>
                  <a:pt x="3348558" y="540988"/>
                </a:lnTo>
                <a:lnTo>
                  <a:pt x="3369309" y="545380"/>
                </a:lnTo>
                <a:lnTo>
                  <a:pt x="3384021" y="573934"/>
                </a:lnTo>
                <a:lnTo>
                  <a:pt x="3386107" y="598754"/>
                </a:lnTo>
                <a:lnTo>
                  <a:pt x="3396208" y="597327"/>
                </a:lnTo>
                <a:lnTo>
                  <a:pt x="3401917" y="587333"/>
                </a:lnTo>
                <a:lnTo>
                  <a:pt x="3410152" y="587992"/>
                </a:lnTo>
                <a:lnTo>
                  <a:pt x="3436282" y="612263"/>
                </a:lnTo>
                <a:lnTo>
                  <a:pt x="3435514" y="621927"/>
                </a:lnTo>
                <a:lnTo>
                  <a:pt x="3441004" y="627528"/>
                </a:lnTo>
                <a:lnTo>
                  <a:pt x="3465487" y="637632"/>
                </a:lnTo>
                <a:lnTo>
                  <a:pt x="3489202" y="654215"/>
                </a:lnTo>
                <a:lnTo>
                  <a:pt x="3570119" y="734715"/>
                </a:lnTo>
                <a:lnTo>
                  <a:pt x="3571656" y="751298"/>
                </a:lnTo>
                <a:lnTo>
                  <a:pt x="3558481" y="759645"/>
                </a:lnTo>
                <a:lnTo>
                  <a:pt x="3561885" y="763049"/>
                </a:lnTo>
                <a:lnTo>
                  <a:pt x="3562105" y="780511"/>
                </a:lnTo>
                <a:lnTo>
                  <a:pt x="3609315" y="764367"/>
                </a:lnTo>
                <a:lnTo>
                  <a:pt x="3653671" y="805551"/>
                </a:lnTo>
                <a:lnTo>
                  <a:pt x="3654879" y="814666"/>
                </a:lnTo>
                <a:lnTo>
                  <a:pt x="3630615" y="839596"/>
                </a:lnTo>
                <a:lnTo>
                  <a:pt x="3628090" y="849700"/>
                </a:lnTo>
                <a:lnTo>
                  <a:pt x="3631274" y="854093"/>
                </a:lnTo>
                <a:lnTo>
                  <a:pt x="3643680" y="851347"/>
                </a:lnTo>
                <a:lnTo>
                  <a:pt x="3673214" y="827625"/>
                </a:lnTo>
                <a:lnTo>
                  <a:pt x="3702309" y="852994"/>
                </a:lnTo>
                <a:lnTo>
                  <a:pt x="3705823" y="862329"/>
                </a:lnTo>
                <a:lnTo>
                  <a:pt x="3699455" y="899230"/>
                </a:lnTo>
                <a:lnTo>
                  <a:pt x="3701870" y="912518"/>
                </a:lnTo>
                <a:lnTo>
                  <a:pt x="3711642" y="923281"/>
                </a:lnTo>
                <a:lnTo>
                  <a:pt x="3771808" y="964025"/>
                </a:lnTo>
                <a:lnTo>
                  <a:pt x="3826485" y="977314"/>
                </a:lnTo>
                <a:lnTo>
                  <a:pt x="3869194" y="982146"/>
                </a:lnTo>
                <a:lnTo>
                  <a:pt x="3942206" y="973909"/>
                </a:lnTo>
                <a:lnTo>
                  <a:pt x="3958235" y="990163"/>
                </a:lnTo>
                <a:lnTo>
                  <a:pt x="3972399" y="984892"/>
                </a:lnTo>
                <a:lnTo>
                  <a:pt x="3975692" y="974898"/>
                </a:lnTo>
                <a:lnTo>
                  <a:pt x="3970862" y="961499"/>
                </a:lnTo>
                <a:lnTo>
                  <a:pt x="3991503" y="948650"/>
                </a:lnTo>
                <a:lnTo>
                  <a:pt x="4007422" y="929321"/>
                </a:lnTo>
                <a:lnTo>
                  <a:pt x="4030149" y="916582"/>
                </a:lnTo>
                <a:lnTo>
                  <a:pt x="4042336" y="881438"/>
                </a:lnTo>
                <a:lnTo>
                  <a:pt x="4051010" y="879681"/>
                </a:lnTo>
                <a:lnTo>
                  <a:pt x="4057707" y="868040"/>
                </a:lnTo>
                <a:lnTo>
                  <a:pt x="4072200" y="860352"/>
                </a:lnTo>
                <a:lnTo>
                  <a:pt x="4115897" y="857277"/>
                </a:lnTo>
                <a:lnTo>
                  <a:pt x="4124900" y="850688"/>
                </a:lnTo>
                <a:lnTo>
                  <a:pt x="4121058" y="848931"/>
                </a:lnTo>
                <a:lnTo>
                  <a:pt x="4139064" y="845526"/>
                </a:lnTo>
                <a:lnTo>
                  <a:pt x="4135440" y="847942"/>
                </a:lnTo>
                <a:lnTo>
                  <a:pt x="4144224" y="851567"/>
                </a:lnTo>
                <a:lnTo>
                  <a:pt x="4155093" y="852335"/>
                </a:lnTo>
                <a:lnTo>
                  <a:pt x="4155862" y="848492"/>
                </a:lnTo>
                <a:lnTo>
                  <a:pt x="4197693" y="852665"/>
                </a:lnTo>
                <a:lnTo>
                  <a:pt x="4253467" y="869687"/>
                </a:lnTo>
                <a:lnTo>
                  <a:pt x="4274987" y="871664"/>
                </a:lnTo>
                <a:lnTo>
                  <a:pt x="4319562" y="898790"/>
                </a:lnTo>
                <a:lnTo>
                  <a:pt x="4396746" y="1057155"/>
                </a:lnTo>
                <a:lnTo>
                  <a:pt x="4412666" y="1068467"/>
                </a:lnTo>
                <a:lnTo>
                  <a:pt x="4426390" y="1066710"/>
                </a:lnTo>
                <a:lnTo>
                  <a:pt x="4424634" y="1078241"/>
                </a:lnTo>
                <a:lnTo>
                  <a:pt x="4403993" y="1079120"/>
                </a:lnTo>
                <a:lnTo>
                  <a:pt x="4391366" y="1111847"/>
                </a:lnTo>
                <a:lnTo>
                  <a:pt x="4398064" y="1115471"/>
                </a:lnTo>
                <a:lnTo>
                  <a:pt x="4400809" y="1108991"/>
                </a:lnTo>
                <a:lnTo>
                  <a:pt x="4440114" y="1121511"/>
                </a:lnTo>
                <a:lnTo>
                  <a:pt x="4478542" y="1105587"/>
                </a:lnTo>
                <a:lnTo>
                  <a:pt x="4636533" y="1175874"/>
                </a:lnTo>
                <a:lnTo>
                  <a:pt x="4712399" y="1221340"/>
                </a:lnTo>
                <a:lnTo>
                  <a:pt x="4783106" y="1273286"/>
                </a:lnTo>
                <a:lnTo>
                  <a:pt x="4799465" y="1295361"/>
                </a:lnTo>
                <a:lnTo>
                  <a:pt x="4807699" y="1324574"/>
                </a:lnTo>
                <a:lnTo>
                  <a:pt x="4803417" y="1340059"/>
                </a:lnTo>
                <a:lnTo>
                  <a:pt x="4790023" y="1339290"/>
                </a:lnTo>
                <a:lnTo>
                  <a:pt x="4788266" y="1331053"/>
                </a:lnTo>
                <a:lnTo>
                  <a:pt x="4797818" y="1314141"/>
                </a:lnTo>
                <a:lnTo>
                  <a:pt x="4792987" y="1294153"/>
                </a:lnTo>
                <a:lnTo>
                  <a:pt x="4781459" y="1278887"/>
                </a:lnTo>
                <a:lnTo>
                  <a:pt x="4744788" y="1250224"/>
                </a:lnTo>
                <a:lnTo>
                  <a:pt x="4731833" y="1248906"/>
                </a:lnTo>
                <a:lnTo>
                  <a:pt x="4710423" y="1234629"/>
                </a:lnTo>
                <a:lnTo>
                  <a:pt x="4696260" y="1230346"/>
                </a:lnTo>
                <a:lnTo>
                  <a:pt x="4679023" y="1234190"/>
                </a:lnTo>
                <a:lnTo>
                  <a:pt x="4672545" y="1243085"/>
                </a:lnTo>
                <a:lnTo>
                  <a:pt x="4683524" y="1250773"/>
                </a:lnTo>
                <a:lnTo>
                  <a:pt x="4686708" y="1261865"/>
                </a:lnTo>
                <a:lnTo>
                  <a:pt x="4561435" y="1557398"/>
                </a:lnTo>
                <a:lnTo>
                  <a:pt x="4556275" y="1575629"/>
                </a:lnTo>
                <a:lnTo>
                  <a:pt x="4557043" y="1593640"/>
                </a:lnTo>
                <a:lnTo>
                  <a:pt x="4563960" y="1608356"/>
                </a:lnTo>
                <a:lnTo>
                  <a:pt x="4686488" y="1605281"/>
                </a:lnTo>
                <a:lnTo>
                  <a:pt x="4688575" y="1677874"/>
                </a:lnTo>
                <a:lnTo>
                  <a:pt x="4697468" y="1684024"/>
                </a:lnTo>
                <a:lnTo>
                  <a:pt x="4688026" y="1697752"/>
                </a:lnTo>
                <a:lnTo>
                  <a:pt x="4648171" y="1698850"/>
                </a:lnTo>
                <a:lnTo>
                  <a:pt x="4646963" y="1651626"/>
                </a:lnTo>
                <a:lnTo>
                  <a:pt x="4577904" y="1653493"/>
                </a:lnTo>
                <a:lnTo>
                  <a:pt x="4579221" y="1700607"/>
                </a:lnTo>
                <a:lnTo>
                  <a:pt x="4447031" y="1708295"/>
                </a:lnTo>
                <a:lnTo>
                  <a:pt x="4385438" y="1749698"/>
                </a:lnTo>
                <a:lnTo>
                  <a:pt x="4352939" y="1761120"/>
                </a:lnTo>
                <a:lnTo>
                  <a:pt x="4320660" y="1756837"/>
                </a:lnTo>
                <a:lnTo>
                  <a:pt x="4233265" y="1719277"/>
                </a:lnTo>
                <a:lnTo>
                  <a:pt x="4152458" y="1743438"/>
                </a:lnTo>
                <a:lnTo>
                  <a:pt x="4163328" y="1736849"/>
                </a:lnTo>
                <a:lnTo>
                  <a:pt x="4166731" y="1728283"/>
                </a:lnTo>
                <a:lnTo>
                  <a:pt x="4155532" y="1692480"/>
                </a:lnTo>
                <a:lnTo>
                  <a:pt x="4140491" y="1696324"/>
                </a:lnTo>
                <a:lnTo>
                  <a:pt x="4101844" y="1693249"/>
                </a:lnTo>
                <a:lnTo>
                  <a:pt x="4073298" y="1705989"/>
                </a:lnTo>
                <a:lnTo>
                  <a:pt x="4072639" y="1697093"/>
                </a:lnTo>
                <a:lnTo>
                  <a:pt x="4026746" y="1698960"/>
                </a:lnTo>
                <a:lnTo>
                  <a:pt x="4012034" y="1704890"/>
                </a:lnTo>
                <a:lnTo>
                  <a:pt x="4005117" y="1700937"/>
                </a:lnTo>
                <a:lnTo>
                  <a:pt x="3986782" y="1709723"/>
                </a:lnTo>
                <a:lnTo>
                  <a:pt x="3980414" y="1707306"/>
                </a:lnTo>
                <a:lnTo>
                  <a:pt x="3941327" y="1720485"/>
                </a:lnTo>
                <a:lnTo>
                  <a:pt x="3920028" y="1715104"/>
                </a:lnTo>
                <a:lnTo>
                  <a:pt x="3902790" y="1726635"/>
                </a:lnTo>
                <a:lnTo>
                  <a:pt x="3901253" y="1723121"/>
                </a:lnTo>
                <a:lnTo>
                  <a:pt x="3894666" y="1725098"/>
                </a:lnTo>
                <a:lnTo>
                  <a:pt x="3872158" y="1740363"/>
                </a:lnTo>
                <a:lnTo>
                  <a:pt x="3865790" y="1738057"/>
                </a:lnTo>
                <a:lnTo>
                  <a:pt x="3843283" y="1752444"/>
                </a:lnTo>
                <a:lnTo>
                  <a:pt x="3842185" y="1748380"/>
                </a:lnTo>
                <a:lnTo>
                  <a:pt x="3835488" y="1747831"/>
                </a:lnTo>
                <a:lnTo>
                  <a:pt x="3817262" y="1756068"/>
                </a:lnTo>
                <a:lnTo>
                  <a:pt x="3814078" y="1753542"/>
                </a:lnTo>
                <a:lnTo>
                  <a:pt x="3793437" y="1760021"/>
                </a:lnTo>
                <a:lnTo>
                  <a:pt x="3786630" y="1756727"/>
                </a:lnTo>
                <a:lnTo>
                  <a:pt x="3764452" y="1761559"/>
                </a:lnTo>
                <a:lnTo>
                  <a:pt x="3715155" y="1774408"/>
                </a:lnTo>
                <a:lnTo>
                  <a:pt x="3704066" y="1781986"/>
                </a:lnTo>
                <a:lnTo>
                  <a:pt x="3698796" y="1779790"/>
                </a:lnTo>
                <a:lnTo>
                  <a:pt x="3685072" y="1785940"/>
                </a:lnTo>
                <a:lnTo>
                  <a:pt x="3683754" y="1782645"/>
                </a:lnTo>
                <a:lnTo>
                  <a:pt x="3684303" y="1786379"/>
                </a:lnTo>
                <a:lnTo>
                  <a:pt x="3668274" y="1795275"/>
                </a:lnTo>
                <a:lnTo>
                  <a:pt x="3635007" y="1807245"/>
                </a:lnTo>
                <a:lnTo>
                  <a:pt x="3630395" y="1804829"/>
                </a:lnTo>
                <a:lnTo>
                  <a:pt x="3599654" y="1821852"/>
                </a:lnTo>
                <a:lnTo>
                  <a:pt x="3599434" y="1818557"/>
                </a:lnTo>
                <a:lnTo>
                  <a:pt x="3584612" y="1813945"/>
                </a:lnTo>
                <a:lnTo>
                  <a:pt x="3539487" y="1835360"/>
                </a:lnTo>
                <a:lnTo>
                  <a:pt x="3523897" y="1835250"/>
                </a:lnTo>
                <a:lnTo>
                  <a:pt x="3516760" y="1840631"/>
                </a:lnTo>
                <a:lnTo>
                  <a:pt x="3514674" y="1836239"/>
                </a:lnTo>
                <a:lnTo>
                  <a:pt x="3507867" y="1836019"/>
                </a:lnTo>
                <a:lnTo>
                  <a:pt x="3493265" y="1844585"/>
                </a:lnTo>
                <a:lnTo>
                  <a:pt x="3486677" y="1840302"/>
                </a:lnTo>
                <a:lnTo>
                  <a:pt x="3448250" y="1855458"/>
                </a:lnTo>
                <a:lnTo>
                  <a:pt x="3423217" y="1855677"/>
                </a:lnTo>
                <a:lnTo>
                  <a:pt x="3361733" y="1884561"/>
                </a:lnTo>
                <a:lnTo>
                  <a:pt x="3290917" y="1900485"/>
                </a:lnTo>
                <a:lnTo>
                  <a:pt x="3217905" y="1925525"/>
                </a:lnTo>
                <a:lnTo>
                  <a:pt x="3183870" y="1940570"/>
                </a:lnTo>
                <a:lnTo>
                  <a:pt x="3174647" y="1949905"/>
                </a:lnTo>
                <a:lnTo>
                  <a:pt x="3166742" y="1945293"/>
                </a:lnTo>
                <a:lnTo>
                  <a:pt x="3157959" y="1946391"/>
                </a:lnTo>
                <a:lnTo>
                  <a:pt x="3122386" y="1980985"/>
                </a:lnTo>
                <a:lnTo>
                  <a:pt x="3107015" y="1976373"/>
                </a:lnTo>
                <a:lnTo>
                  <a:pt x="3070893" y="2009869"/>
                </a:lnTo>
                <a:lnTo>
                  <a:pt x="3063098" y="2006135"/>
                </a:lnTo>
                <a:lnTo>
                  <a:pt x="3053985" y="2008880"/>
                </a:lnTo>
                <a:lnTo>
                  <a:pt x="3014570" y="2052480"/>
                </a:lnTo>
                <a:lnTo>
                  <a:pt x="2967030" y="2086415"/>
                </a:lnTo>
                <a:lnTo>
                  <a:pt x="2983169" y="2083889"/>
                </a:lnTo>
                <a:lnTo>
                  <a:pt x="2984048" y="2088721"/>
                </a:lnTo>
                <a:lnTo>
                  <a:pt x="2969006" y="2088941"/>
                </a:lnTo>
                <a:lnTo>
                  <a:pt x="2942985" y="2071040"/>
                </a:lnTo>
                <a:lnTo>
                  <a:pt x="2917623" y="2089710"/>
                </a:lnTo>
                <a:lnTo>
                  <a:pt x="2918941" y="2095091"/>
                </a:lnTo>
                <a:lnTo>
                  <a:pt x="2922015" y="2093114"/>
                </a:lnTo>
                <a:lnTo>
                  <a:pt x="2919050" y="2095311"/>
                </a:lnTo>
                <a:lnTo>
                  <a:pt x="2924979" y="2111565"/>
                </a:lnTo>
                <a:lnTo>
                  <a:pt x="2919270" y="2130564"/>
                </a:lnTo>
                <a:lnTo>
                  <a:pt x="2791691" y="2229185"/>
                </a:lnTo>
                <a:lnTo>
                  <a:pt x="2811015" y="2256091"/>
                </a:lnTo>
                <a:lnTo>
                  <a:pt x="2801353" y="2263120"/>
                </a:lnTo>
                <a:lnTo>
                  <a:pt x="2782139" y="2236213"/>
                </a:lnTo>
                <a:lnTo>
                  <a:pt x="2761169" y="2250600"/>
                </a:lnTo>
                <a:lnTo>
                  <a:pt x="2746567" y="2252797"/>
                </a:lnTo>
                <a:lnTo>
                  <a:pt x="2733611" y="2247635"/>
                </a:lnTo>
                <a:lnTo>
                  <a:pt x="2710884" y="2225670"/>
                </a:lnTo>
                <a:lnTo>
                  <a:pt x="2699466" y="2225670"/>
                </a:lnTo>
                <a:lnTo>
                  <a:pt x="2701991" y="2275530"/>
                </a:lnTo>
                <a:lnTo>
                  <a:pt x="2689584" y="2281351"/>
                </a:lnTo>
                <a:lnTo>
                  <a:pt x="2704955" y="2298703"/>
                </a:lnTo>
                <a:lnTo>
                  <a:pt x="2696062" y="2306720"/>
                </a:lnTo>
                <a:lnTo>
                  <a:pt x="2635018" y="2239618"/>
                </a:lnTo>
                <a:lnTo>
                  <a:pt x="2619427" y="2253895"/>
                </a:lnTo>
                <a:lnTo>
                  <a:pt x="2646326" y="2288050"/>
                </a:lnTo>
                <a:lnTo>
                  <a:pt x="2637653" y="2297824"/>
                </a:lnTo>
                <a:lnTo>
                  <a:pt x="2566397" y="2231052"/>
                </a:lnTo>
                <a:lnTo>
                  <a:pt x="2485480" y="2233358"/>
                </a:lnTo>
                <a:lnTo>
                  <a:pt x="2398086" y="2280911"/>
                </a:lnTo>
                <a:lnTo>
                  <a:pt x="2401270" y="2312650"/>
                </a:lnTo>
                <a:lnTo>
                  <a:pt x="2467255" y="2274871"/>
                </a:lnTo>
                <a:lnTo>
                  <a:pt x="2529507" y="2272455"/>
                </a:lnTo>
                <a:lnTo>
                  <a:pt x="2599664" y="2338239"/>
                </a:lnTo>
                <a:lnTo>
                  <a:pt x="2532471" y="2371735"/>
                </a:lnTo>
                <a:lnTo>
                  <a:pt x="2476477" y="2354053"/>
                </a:lnTo>
                <a:lnTo>
                  <a:pt x="2483504" y="2345927"/>
                </a:lnTo>
                <a:lnTo>
                  <a:pt x="2477356" y="2344060"/>
                </a:lnTo>
                <a:lnTo>
                  <a:pt x="2476367" y="2347135"/>
                </a:lnTo>
                <a:lnTo>
                  <a:pt x="2476148" y="2343620"/>
                </a:lnTo>
                <a:lnTo>
                  <a:pt x="2475050" y="2346695"/>
                </a:lnTo>
                <a:lnTo>
                  <a:pt x="2474281" y="2342851"/>
                </a:lnTo>
                <a:lnTo>
                  <a:pt x="2468133" y="2350429"/>
                </a:lnTo>
                <a:lnTo>
                  <a:pt x="2448370" y="2346256"/>
                </a:lnTo>
                <a:lnTo>
                  <a:pt x="2445516" y="2351308"/>
                </a:lnTo>
                <a:lnTo>
                  <a:pt x="2438818" y="2348562"/>
                </a:lnTo>
                <a:lnTo>
                  <a:pt x="2446724" y="2349770"/>
                </a:lnTo>
                <a:lnTo>
                  <a:pt x="2448151" y="2346036"/>
                </a:lnTo>
                <a:lnTo>
                  <a:pt x="2420703" y="2337360"/>
                </a:lnTo>
                <a:lnTo>
                  <a:pt x="2396988" y="2312980"/>
                </a:lnTo>
                <a:lnTo>
                  <a:pt x="2396878" y="2354822"/>
                </a:lnTo>
                <a:lnTo>
                  <a:pt x="2401379" y="2359105"/>
                </a:lnTo>
                <a:lnTo>
                  <a:pt x="2410163" y="2366683"/>
                </a:lnTo>
                <a:lnTo>
                  <a:pt x="2432341" y="2373712"/>
                </a:lnTo>
                <a:lnTo>
                  <a:pt x="2492946" y="2374371"/>
                </a:lnTo>
                <a:lnTo>
                  <a:pt x="2517100" y="2388757"/>
                </a:lnTo>
                <a:lnTo>
                  <a:pt x="2541145" y="2389526"/>
                </a:lnTo>
                <a:lnTo>
                  <a:pt x="2554320" y="2379752"/>
                </a:lnTo>
                <a:lnTo>
                  <a:pt x="2576608" y="2385902"/>
                </a:lnTo>
                <a:lnTo>
                  <a:pt x="2589893" y="2384145"/>
                </a:lnTo>
                <a:lnTo>
                  <a:pt x="2592528" y="2398532"/>
                </a:lnTo>
                <a:lnTo>
                  <a:pt x="2597359" y="2400399"/>
                </a:lnTo>
                <a:lnTo>
                  <a:pt x="2639299" y="2388977"/>
                </a:lnTo>
                <a:lnTo>
                  <a:pt x="2664881" y="2401387"/>
                </a:lnTo>
                <a:lnTo>
                  <a:pt x="2660929" y="2415884"/>
                </a:lnTo>
                <a:lnTo>
                  <a:pt x="2618549" y="2479032"/>
                </a:lnTo>
                <a:lnTo>
                  <a:pt x="2569471" y="2529660"/>
                </a:lnTo>
                <a:lnTo>
                  <a:pt x="2543011" y="2547891"/>
                </a:lnTo>
                <a:lnTo>
                  <a:pt x="2533020" y="2549868"/>
                </a:lnTo>
                <a:lnTo>
                  <a:pt x="2540596" y="2543278"/>
                </a:lnTo>
                <a:lnTo>
                  <a:pt x="2536424" y="2540752"/>
                </a:lnTo>
                <a:lnTo>
                  <a:pt x="2516332" y="2545585"/>
                </a:lnTo>
                <a:lnTo>
                  <a:pt x="2496789" y="2558434"/>
                </a:lnTo>
                <a:lnTo>
                  <a:pt x="2479881" y="2551295"/>
                </a:lnTo>
                <a:lnTo>
                  <a:pt x="2465827" y="2537677"/>
                </a:lnTo>
                <a:lnTo>
                  <a:pt x="2460448" y="2538556"/>
                </a:lnTo>
                <a:lnTo>
                  <a:pt x="2460338" y="2533394"/>
                </a:lnTo>
                <a:lnTo>
                  <a:pt x="2466596" y="2534712"/>
                </a:lnTo>
                <a:lnTo>
                  <a:pt x="2466157" y="2526915"/>
                </a:lnTo>
                <a:lnTo>
                  <a:pt x="2461875" y="2520874"/>
                </a:lnTo>
                <a:lnTo>
                  <a:pt x="2452982" y="2518678"/>
                </a:lnTo>
                <a:lnTo>
                  <a:pt x="2446284" y="2505609"/>
                </a:lnTo>
                <a:lnTo>
                  <a:pt x="2433658" y="2503852"/>
                </a:lnTo>
                <a:lnTo>
                  <a:pt x="2430694" y="2507366"/>
                </a:lnTo>
                <a:lnTo>
                  <a:pt x="2435305" y="2510441"/>
                </a:lnTo>
                <a:lnTo>
                  <a:pt x="2431353" y="2513406"/>
                </a:lnTo>
                <a:lnTo>
                  <a:pt x="2391278" y="2470246"/>
                </a:lnTo>
                <a:lnTo>
                  <a:pt x="2389083" y="2462668"/>
                </a:lnTo>
                <a:lnTo>
                  <a:pt x="2394682" y="2466183"/>
                </a:lnTo>
                <a:lnTo>
                  <a:pt x="2397646" y="2459593"/>
                </a:lnTo>
                <a:lnTo>
                  <a:pt x="2394023" y="2450698"/>
                </a:lnTo>
                <a:lnTo>
                  <a:pt x="2380409" y="2445536"/>
                </a:lnTo>
                <a:lnTo>
                  <a:pt x="2364050" y="2427525"/>
                </a:lnTo>
                <a:lnTo>
                  <a:pt x="2353180" y="2428953"/>
                </a:lnTo>
                <a:lnTo>
                  <a:pt x="2358121" y="2433455"/>
                </a:lnTo>
                <a:lnTo>
                  <a:pt x="2351424" y="2437738"/>
                </a:lnTo>
                <a:lnTo>
                  <a:pt x="2327489" y="2424450"/>
                </a:lnTo>
                <a:lnTo>
                  <a:pt x="2320682" y="2414127"/>
                </a:lnTo>
                <a:lnTo>
                  <a:pt x="2309373" y="2409734"/>
                </a:lnTo>
                <a:lnTo>
                  <a:pt x="2312118" y="2406878"/>
                </a:lnTo>
                <a:lnTo>
                  <a:pt x="2307177" y="2399081"/>
                </a:lnTo>
                <a:lnTo>
                  <a:pt x="2296308" y="2396116"/>
                </a:lnTo>
                <a:lnTo>
                  <a:pt x="2291148" y="2385682"/>
                </a:lnTo>
                <a:lnTo>
                  <a:pt x="2280937" y="2382498"/>
                </a:lnTo>
                <a:lnTo>
                  <a:pt x="2276655" y="2373053"/>
                </a:lnTo>
                <a:lnTo>
                  <a:pt x="2264798" y="2368330"/>
                </a:lnTo>
                <a:lnTo>
                  <a:pt x="2254587" y="2357128"/>
                </a:lnTo>
                <a:lnTo>
                  <a:pt x="2242839" y="2356579"/>
                </a:lnTo>
                <a:lnTo>
                  <a:pt x="2247231" y="2365036"/>
                </a:lnTo>
                <a:lnTo>
                  <a:pt x="2253269" y="2366903"/>
                </a:lnTo>
                <a:lnTo>
                  <a:pt x="2248329" y="2371845"/>
                </a:lnTo>
                <a:lnTo>
                  <a:pt x="2229664" y="2343291"/>
                </a:lnTo>
                <a:lnTo>
                  <a:pt x="2206937" y="2321216"/>
                </a:lnTo>
                <a:lnTo>
                  <a:pt x="2207157" y="2316604"/>
                </a:lnTo>
                <a:lnTo>
                  <a:pt x="2229444" y="2314188"/>
                </a:lnTo>
                <a:lnTo>
                  <a:pt x="2270397" y="2325390"/>
                </a:lnTo>
                <a:lnTo>
                  <a:pt x="2295100" y="2327586"/>
                </a:lnTo>
                <a:lnTo>
                  <a:pt x="2311569" y="2317153"/>
                </a:lnTo>
                <a:lnTo>
                  <a:pt x="2329685" y="2314517"/>
                </a:lnTo>
                <a:lnTo>
                  <a:pt x="2348020" y="2321985"/>
                </a:lnTo>
                <a:lnTo>
                  <a:pt x="2349996" y="2326927"/>
                </a:lnTo>
                <a:lnTo>
                  <a:pt x="2350436" y="2322754"/>
                </a:lnTo>
                <a:lnTo>
                  <a:pt x="2352302" y="2325939"/>
                </a:lnTo>
                <a:lnTo>
                  <a:pt x="2354169" y="2323413"/>
                </a:lnTo>
                <a:lnTo>
                  <a:pt x="2365916" y="2339447"/>
                </a:lnTo>
                <a:lnTo>
                  <a:pt x="2367014" y="2332418"/>
                </a:lnTo>
                <a:lnTo>
                  <a:pt x="2386008" y="2340875"/>
                </a:lnTo>
                <a:lnTo>
                  <a:pt x="2389522" y="2322644"/>
                </a:lnTo>
                <a:lnTo>
                  <a:pt x="2388534" y="2281021"/>
                </a:lnTo>
                <a:lnTo>
                  <a:pt x="2351863" y="2280802"/>
                </a:lnTo>
                <a:lnTo>
                  <a:pt x="2351314" y="2293321"/>
                </a:lnTo>
                <a:lnTo>
                  <a:pt x="2331551" y="2293212"/>
                </a:lnTo>
                <a:lnTo>
                  <a:pt x="2348789" y="2290905"/>
                </a:lnTo>
                <a:lnTo>
                  <a:pt x="2348130" y="2279154"/>
                </a:lnTo>
                <a:lnTo>
                  <a:pt x="2306299" y="2272565"/>
                </a:lnTo>
                <a:lnTo>
                  <a:pt x="2298504" y="2266305"/>
                </a:lnTo>
                <a:lnTo>
                  <a:pt x="2277204" y="2275969"/>
                </a:lnTo>
                <a:lnTo>
                  <a:pt x="2280498" y="2282010"/>
                </a:lnTo>
                <a:lnTo>
                  <a:pt x="2257441" y="2286403"/>
                </a:lnTo>
                <a:lnTo>
                  <a:pt x="2256234" y="2282339"/>
                </a:lnTo>
                <a:lnTo>
                  <a:pt x="2247560" y="2280692"/>
                </a:lnTo>
                <a:lnTo>
                  <a:pt x="2246133" y="2274322"/>
                </a:lnTo>
                <a:lnTo>
                  <a:pt x="2254916" y="2270149"/>
                </a:lnTo>
                <a:lnTo>
                  <a:pt x="2260296" y="2261363"/>
                </a:lnTo>
                <a:lnTo>
                  <a:pt x="2266664" y="2261363"/>
                </a:lnTo>
                <a:lnTo>
                  <a:pt x="2270177" y="2268062"/>
                </a:lnTo>
                <a:lnTo>
                  <a:pt x="2275338" y="2266195"/>
                </a:lnTo>
                <a:lnTo>
                  <a:pt x="2276216" y="2274432"/>
                </a:lnTo>
                <a:lnTo>
                  <a:pt x="2297296" y="2265207"/>
                </a:lnTo>
                <a:lnTo>
                  <a:pt x="2274240" y="2244450"/>
                </a:lnTo>
                <a:lnTo>
                  <a:pt x="2259967" y="2244011"/>
                </a:lnTo>
                <a:lnTo>
                  <a:pt x="2245145" y="2259935"/>
                </a:lnTo>
                <a:lnTo>
                  <a:pt x="2227578" y="2259825"/>
                </a:lnTo>
                <a:lnTo>
                  <a:pt x="2212536" y="2250161"/>
                </a:lnTo>
                <a:lnTo>
                  <a:pt x="2202216" y="2259716"/>
                </a:lnTo>
                <a:lnTo>
                  <a:pt x="2204961" y="2263230"/>
                </a:lnTo>
                <a:lnTo>
                  <a:pt x="2195189" y="2275420"/>
                </a:lnTo>
                <a:lnTo>
                  <a:pt x="2192335" y="2273663"/>
                </a:lnTo>
                <a:lnTo>
                  <a:pt x="2189700" y="2289478"/>
                </a:lnTo>
                <a:lnTo>
                  <a:pt x="2144246" y="2250051"/>
                </a:lnTo>
                <a:lnTo>
                  <a:pt x="2147539" y="2243901"/>
                </a:lnTo>
                <a:lnTo>
                  <a:pt x="2124593" y="2224682"/>
                </a:lnTo>
                <a:lnTo>
                  <a:pt x="2114711" y="2241924"/>
                </a:lnTo>
                <a:lnTo>
                  <a:pt x="2067281" y="2213590"/>
                </a:lnTo>
                <a:lnTo>
                  <a:pt x="1974177" y="2369538"/>
                </a:lnTo>
                <a:lnTo>
                  <a:pt x="1897981" y="2323742"/>
                </a:lnTo>
                <a:lnTo>
                  <a:pt x="1986474" y="2174273"/>
                </a:lnTo>
                <a:lnTo>
                  <a:pt x="1879316" y="2109698"/>
                </a:lnTo>
                <a:lnTo>
                  <a:pt x="1811245" y="2224243"/>
                </a:lnTo>
                <a:lnTo>
                  <a:pt x="1586939" y="2089710"/>
                </a:lnTo>
                <a:lnTo>
                  <a:pt x="1617352" y="2037214"/>
                </a:lnTo>
                <a:lnTo>
                  <a:pt x="1655560" y="2030845"/>
                </a:lnTo>
                <a:lnTo>
                  <a:pt x="1794337" y="2113651"/>
                </a:lnTo>
                <a:lnTo>
                  <a:pt x="1829032" y="2055006"/>
                </a:lnTo>
                <a:lnTo>
                  <a:pt x="1702112" y="1978679"/>
                </a:lnTo>
                <a:lnTo>
                  <a:pt x="1727693" y="1936287"/>
                </a:lnTo>
                <a:lnTo>
                  <a:pt x="1678396" y="1883243"/>
                </a:lnTo>
                <a:lnTo>
                  <a:pt x="1643153" y="1907074"/>
                </a:lnTo>
                <a:lnTo>
                  <a:pt x="1574203" y="1913883"/>
                </a:lnTo>
                <a:lnTo>
                  <a:pt x="1520076" y="1896861"/>
                </a:lnTo>
                <a:lnTo>
                  <a:pt x="1517221" y="1885439"/>
                </a:lnTo>
                <a:lnTo>
                  <a:pt x="1527542" y="1865781"/>
                </a:lnTo>
                <a:lnTo>
                  <a:pt x="1512171" y="1860949"/>
                </a:lnTo>
                <a:lnTo>
                  <a:pt x="1483954" y="1888514"/>
                </a:lnTo>
                <a:lnTo>
                  <a:pt x="1360877" y="1857544"/>
                </a:lnTo>
                <a:lnTo>
                  <a:pt x="1338479" y="1872480"/>
                </a:lnTo>
                <a:lnTo>
                  <a:pt x="1282485" y="1845134"/>
                </a:lnTo>
                <a:lnTo>
                  <a:pt x="1209363" y="1782974"/>
                </a:lnTo>
                <a:lnTo>
                  <a:pt x="1169289" y="1782755"/>
                </a:lnTo>
                <a:lnTo>
                  <a:pt x="1174010" y="1804390"/>
                </a:lnTo>
                <a:lnTo>
                  <a:pt x="1203983" y="1810650"/>
                </a:lnTo>
                <a:lnTo>
                  <a:pt x="1265028" y="1862486"/>
                </a:lnTo>
                <a:lnTo>
                  <a:pt x="1259319" y="1877532"/>
                </a:lnTo>
                <a:lnTo>
                  <a:pt x="1284900" y="1879069"/>
                </a:lnTo>
                <a:lnTo>
                  <a:pt x="1165776" y="1879728"/>
                </a:lnTo>
                <a:lnTo>
                  <a:pt x="1165007" y="1951553"/>
                </a:lnTo>
                <a:lnTo>
                  <a:pt x="1170497" y="1965061"/>
                </a:lnTo>
                <a:lnTo>
                  <a:pt x="1226601" y="1977910"/>
                </a:lnTo>
                <a:lnTo>
                  <a:pt x="1234725" y="1963413"/>
                </a:lnTo>
                <a:lnTo>
                  <a:pt x="1252621" y="1969124"/>
                </a:lnTo>
                <a:lnTo>
                  <a:pt x="1242521" y="1985378"/>
                </a:lnTo>
                <a:lnTo>
                  <a:pt x="1257123" y="1972748"/>
                </a:lnTo>
                <a:lnTo>
                  <a:pt x="1265906" y="1970552"/>
                </a:lnTo>
                <a:lnTo>
                  <a:pt x="1304553" y="1989661"/>
                </a:lnTo>
                <a:lnTo>
                  <a:pt x="1319705" y="2015689"/>
                </a:lnTo>
                <a:lnTo>
                  <a:pt x="1325853" y="2049295"/>
                </a:lnTo>
                <a:lnTo>
                  <a:pt x="1355826" y="2084658"/>
                </a:lnTo>
                <a:lnTo>
                  <a:pt x="1359998" y="2087843"/>
                </a:lnTo>
                <a:lnTo>
                  <a:pt x="1368672" y="2084768"/>
                </a:lnTo>
                <a:lnTo>
                  <a:pt x="1368233" y="2089051"/>
                </a:lnTo>
                <a:lnTo>
                  <a:pt x="1374491" y="2090808"/>
                </a:lnTo>
                <a:lnTo>
                  <a:pt x="1374381" y="2102339"/>
                </a:lnTo>
                <a:lnTo>
                  <a:pt x="1382176" y="2098056"/>
                </a:lnTo>
                <a:lnTo>
                  <a:pt x="1386129" y="2109807"/>
                </a:lnTo>
                <a:lnTo>
                  <a:pt x="1429058" y="2116616"/>
                </a:lnTo>
                <a:lnTo>
                  <a:pt x="1474951" y="2163181"/>
                </a:lnTo>
                <a:lnTo>
                  <a:pt x="1475939" y="2170869"/>
                </a:lnTo>
                <a:lnTo>
                  <a:pt x="1458592" y="2188880"/>
                </a:lnTo>
                <a:lnTo>
                  <a:pt x="1443221" y="2198105"/>
                </a:lnTo>
                <a:lnTo>
                  <a:pt x="1416981" y="2203706"/>
                </a:lnTo>
                <a:lnTo>
                  <a:pt x="1396010" y="2213370"/>
                </a:lnTo>
                <a:lnTo>
                  <a:pt x="1382396" y="2200521"/>
                </a:lnTo>
                <a:lnTo>
                  <a:pt x="1361426" y="2199203"/>
                </a:lnTo>
                <a:lnTo>
                  <a:pt x="1322669" y="2186574"/>
                </a:lnTo>
                <a:lnTo>
                  <a:pt x="1294013" y="2213041"/>
                </a:lnTo>
                <a:lnTo>
                  <a:pt x="1300930" y="2215237"/>
                </a:lnTo>
                <a:lnTo>
                  <a:pt x="1323547" y="2194371"/>
                </a:lnTo>
                <a:lnTo>
                  <a:pt x="1331233" y="2194700"/>
                </a:lnTo>
                <a:lnTo>
                  <a:pt x="1378553" y="2205463"/>
                </a:lnTo>
                <a:lnTo>
                  <a:pt x="1396779" y="2223145"/>
                </a:lnTo>
                <a:lnTo>
                  <a:pt x="1398975" y="2232150"/>
                </a:lnTo>
                <a:lnTo>
                  <a:pt x="1377236" y="2278385"/>
                </a:lnTo>
                <a:lnTo>
                  <a:pt x="1357144" y="2293761"/>
                </a:lnTo>
                <a:lnTo>
                  <a:pt x="1282375" y="2326158"/>
                </a:lnTo>
                <a:lnTo>
                  <a:pt x="1230224" y="2282119"/>
                </a:lnTo>
                <a:lnTo>
                  <a:pt x="1153918" y="2240716"/>
                </a:lnTo>
                <a:lnTo>
                  <a:pt x="1152820" y="2224462"/>
                </a:lnTo>
                <a:lnTo>
                  <a:pt x="1147221" y="2212821"/>
                </a:lnTo>
                <a:lnTo>
                  <a:pt x="1131301" y="2238410"/>
                </a:lnTo>
                <a:lnTo>
                  <a:pt x="1102535" y="2223035"/>
                </a:lnTo>
                <a:lnTo>
                  <a:pt x="1088152" y="2253346"/>
                </a:lnTo>
                <a:lnTo>
                  <a:pt x="1187185" y="2312321"/>
                </a:lnTo>
                <a:lnTo>
                  <a:pt x="1189930" y="2325499"/>
                </a:lnTo>
                <a:lnTo>
                  <a:pt x="1102645" y="2374810"/>
                </a:lnTo>
                <a:lnTo>
                  <a:pt x="970784" y="2421704"/>
                </a:lnTo>
                <a:lnTo>
                  <a:pt x="930051" y="2277507"/>
                </a:lnTo>
                <a:lnTo>
                  <a:pt x="870324" y="2222486"/>
                </a:lnTo>
                <a:lnTo>
                  <a:pt x="817185" y="2281131"/>
                </a:lnTo>
                <a:lnTo>
                  <a:pt x="880645" y="2339667"/>
                </a:lnTo>
                <a:lnTo>
                  <a:pt x="929722" y="2512418"/>
                </a:lnTo>
                <a:lnTo>
                  <a:pt x="929832" y="2534053"/>
                </a:lnTo>
                <a:lnTo>
                  <a:pt x="923025" y="2548330"/>
                </a:lnTo>
                <a:lnTo>
                  <a:pt x="901835" y="2570734"/>
                </a:lnTo>
                <a:lnTo>
                  <a:pt x="892283" y="2560960"/>
                </a:lnTo>
                <a:lnTo>
                  <a:pt x="844194" y="2612467"/>
                </a:lnTo>
                <a:lnTo>
                  <a:pt x="849025" y="2623669"/>
                </a:lnTo>
                <a:lnTo>
                  <a:pt x="754384" y="2719434"/>
                </a:lnTo>
                <a:lnTo>
                  <a:pt x="743295" y="2725255"/>
                </a:lnTo>
                <a:lnTo>
                  <a:pt x="730888" y="2723607"/>
                </a:lnTo>
                <a:lnTo>
                  <a:pt x="721665" y="2715151"/>
                </a:lnTo>
                <a:lnTo>
                  <a:pt x="703769" y="2677592"/>
                </a:lnTo>
                <a:lnTo>
                  <a:pt x="702232" y="2661997"/>
                </a:lnTo>
                <a:lnTo>
                  <a:pt x="705636" y="2662546"/>
                </a:lnTo>
                <a:lnTo>
                  <a:pt x="707612" y="2676054"/>
                </a:lnTo>
                <a:lnTo>
                  <a:pt x="725289" y="2713064"/>
                </a:lnTo>
                <a:lnTo>
                  <a:pt x="729680" y="2714712"/>
                </a:lnTo>
                <a:lnTo>
                  <a:pt x="772060" y="2673199"/>
                </a:lnTo>
                <a:lnTo>
                  <a:pt x="774256" y="2658373"/>
                </a:lnTo>
                <a:lnTo>
                  <a:pt x="755811" y="2619386"/>
                </a:lnTo>
                <a:lnTo>
                  <a:pt x="748235" y="2614114"/>
                </a:lnTo>
                <a:lnTo>
                  <a:pt x="737915" y="2594895"/>
                </a:lnTo>
                <a:lnTo>
                  <a:pt x="692790" y="2590832"/>
                </a:lnTo>
                <a:lnTo>
                  <a:pt x="651618" y="2505389"/>
                </a:lnTo>
                <a:lnTo>
                  <a:pt x="629330" y="2479691"/>
                </a:lnTo>
                <a:lnTo>
                  <a:pt x="527333" y="2226769"/>
                </a:lnTo>
                <a:lnTo>
                  <a:pt x="527333" y="2172955"/>
                </a:lnTo>
                <a:lnTo>
                  <a:pt x="582558" y="2129685"/>
                </a:lnTo>
                <a:lnTo>
                  <a:pt x="604956" y="2160985"/>
                </a:lnTo>
                <a:lnTo>
                  <a:pt x="780624" y="2037873"/>
                </a:lnTo>
                <a:lnTo>
                  <a:pt x="854844" y="1993395"/>
                </a:lnTo>
                <a:lnTo>
                  <a:pt x="910728" y="1976263"/>
                </a:lnTo>
                <a:lnTo>
                  <a:pt x="955743" y="1977690"/>
                </a:lnTo>
                <a:lnTo>
                  <a:pt x="995268" y="1971870"/>
                </a:lnTo>
                <a:lnTo>
                  <a:pt x="1001416" y="1978789"/>
                </a:lnTo>
                <a:lnTo>
                  <a:pt x="943556" y="2042376"/>
                </a:lnTo>
                <a:lnTo>
                  <a:pt x="936749" y="2066976"/>
                </a:lnTo>
                <a:lnTo>
                  <a:pt x="895137" y="2107611"/>
                </a:lnTo>
                <a:lnTo>
                  <a:pt x="862200" y="2133200"/>
                </a:lnTo>
                <a:lnTo>
                  <a:pt x="904250" y="2174713"/>
                </a:lnTo>
                <a:lnTo>
                  <a:pt x="948497" y="2127269"/>
                </a:lnTo>
                <a:lnTo>
                  <a:pt x="962550" y="2139020"/>
                </a:lnTo>
                <a:lnTo>
                  <a:pt x="978470" y="2129026"/>
                </a:lnTo>
                <a:lnTo>
                  <a:pt x="988351" y="2128697"/>
                </a:lnTo>
                <a:lnTo>
                  <a:pt x="984618" y="2121119"/>
                </a:lnTo>
                <a:lnTo>
                  <a:pt x="990327" y="2120790"/>
                </a:lnTo>
                <a:lnTo>
                  <a:pt x="991425" y="2125402"/>
                </a:lnTo>
                <a:lnTo>
                  <a:pt x="998013" y="2122657"/>
                </a:lnTo>
                <a:lnTo>
                  <a:pt x="986814" y="2104426"/>
                </a:lnTo>
                <a:lnTo>
                  <a:pt x="995048" y="2085097"/>
                </a:lnTo>
                <a:lnTo>
                  <a:pt x="988351" y="2079716"/>
                </a:lnTo>
                <a:lnTo>
                  <a:pt x="1013054" y="2056104"/>
                </a:lnTo>
                <a:lnTo>
                  <a:pt x="1079589" y="1975494"/>
                </a:lnTo>
                <a:lnTo>
                  <a:pt x="1093532" y="1973956"/>
                </a:lnTo>
                <a:lnTo>
                  <a:pt x="1095509" y="1964402"/>
                </a:lnTo>
                <a:lnTo>
                  <a:pt x="1105719" y="1958252"/>
                </a:lnTo>
                <a:lnTo>
                  <a:pt x="1128666" y="1955396"/>
                </a:lnTo>
                <a:lnTo>
                  <a:pt x="1165446" y="1967697"/>
                </a:lnTo>
                <a:lnTo>
                  <a:pt x="1159298" y="1950564"/>
                </a:lnTo>
                <a:lnTo>
                  <a:pt x="1160835" y="1798899"/>
                </a:lnTo>
                <a:lnTo>
                  <a:pt x="1154028" y="1783084"/>
                </a:lnTo>
                <a:lnTo>
                  <a:pt x="1143268" y="1790333"/>
                </a:lnTo>
                <a:lnTo>
                  <a:pt x="1127458" y="1791760"/>
                </a:lnTo>
                <a:lnTo>
                  <a:pt x="1128336" y="1816251"/>
                </a:lnTo>
                <a:lnTo>
                  <a:pt x="1121200" y="1822071"/>
                </a:lnTo>
                <a:lnTo>
                  <a:pt x="1115930" y="1843597"/>
                </a:lnTo>
                <a:lnTo>
                  <a:pt x="1120431" y="1843377"/>
                </a:lnTo>
                <a:lnTo>
                  <a:pt x="1120761" y="1852822"/>
                </a:lnTo>
                <a:lnTo>
                  <a:pt x="1061802" y="1855238"/>
                </a:lnTo>
                <a:lnTo>
                  <a:pt x="1060704" y="1831406"/>
                </a:lnTo>
                <a:lnTo>
                  <a:pt x="1027876" y="1820314"/>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91942A01-4B3B-4930-8363-847AF0F62725}"/>
              </a:ext>
            </a:extLst>
          </p:cNvPr>
          <p:cNvSpPr>
            <a:spLocks xmlns:a="http://schemas.openxmlformats.org/drawingml/2006/main" noGrp="1"/>
          </p:cNvSpPr>
          <p:nvPr/>
        </p:nvSpPr>
        <p:spPr>
          <a:xfrm xmlns:a="http://schemas.openxmlformats.org/drawingml/2006/main">
            <a:off x="4076752" y="2920303"/>
            <a:ext cx="626764" cy="233948"/>
          </a:xfrm>
          <a:custGeom xmlns:a="http://schemas.openxmlformats.org/drawingml/2006/main">
            <a:pathLst>
              <a:path w="842657" h="314533">
                <a:moveTo>
                  <a:pt x="18226" y="92581"/>
                </a:moveTo>
                <a:lnTo>
                  <a:pt x="20531" y="86980"/>
                </a:lnTo>
                <a:lnTo>
                  <a:pt x="13285" y="81818"/>
                </a:lnTo>
                <a:lnTo>
                  <a:pt x="11967" y="68859"/>
                </a:lnTo>
                <a:lnTo>
                  <a:pt x="0" y="62819"/>
                </a:lnTo>
                <a:lnTo>
                  <a:pt x="2964" y="50628"/>
                </a:lnTo>
                <a:lnTo>
                  <a:pt x="110" y="48871"/>
                </a:lnTo>
                <a:lnTo>
                  <a:pt x="30632" y="41403"/>
                </a:lnTo>
                <a:lnTo>
                  <a:pt x="44905" y="22294"/>
                </a:lnTo>
                <a:lnTo>
                  <a:pt x="65985" y="15924"/>
                </a:lnTo>
                <a:lnTo>
                  <a:pt x="80368" y="0"/>
                </a:lnTo>
                <a:lnTo>
                  <a:pt x="130873" y="17462"/>
                </a:lnTo>
                <a:lnTo>
                  <a:pt x="181706" y="41293"/>
                </a:lnTo>
                <a:lnTo>
                  <a:pt x="212668" y="46455"/>
                </a:lnTo>
                <a:lnTo>
                  <a:pt x="238250" y="60073"/>
                </a:lnTo>
                <a:lnTo>
                  <a:pt x="249009" y="71385"/>
                </a:lnTo>
                <a:lnTo>
                  <a:pt x="253291" y="85003"/>
                </a:lnTo>
                <a:lnTo>
                  <a:pt x="295451" y="103453"/>
                </a:lnTo>
                <a:lnTo>
                  <a:pt x="298196" y="97742"/>
                </a:lnTo>
                <a:lnTo>
                  <a:pt x="317959" y="99060"/>
                </a:lnTo>
                <a:lnTo>
                  <a:pt x="325644" y="114216"/>
                </a:lnTo>
                <a:lnTo>
                  <a:pt x="360229" y="111690"/>
                </a:lnTo>
                <a:lnTo>
                  <a:pt x="384383" y="114655"/>
                </a:lnTo>
                <a:lnTo>
                  <a:pt x="413259" y="103892"/>
                </a:lnTo>
                <a:lnTo>
                  <a:pt x="470570" y="99060"/>
                </a:lnTo>
                <a:lnTo>
                  <a:pt x="483526" y="92361"/>
                </a:lnTo>
                <a:lnTo>
                  <a:pt x="510095" y="97852"/>
                </a:lnTo>
                <a:lnTo>
                  <a:pt x="524478" y="108615"/>
                </a:lnTo>
                <a:lnTo>
                  <a:pt x="540947" y="106089"/>
                </a:lnTo>
                <a:lnTo>
                  <a:pt x="575532" y="114985"/>
                </a:lnTo>
                <a:lnTo>
                  <a:pt x="628232" y="112129"/>
                </a:lnTo>
                <a:lnTo>
                  <a:pt x="643164" y="106858"/>
                </a:lnTo>
                <a:lnTo>
                  <a:pt x="651288" y="98731"/>
                </a:lnTo>
                <a:lnTo>
                  <a:pt x="741648" y="96205"/>
                </a:lnTo>
                <a:lnTo>
                  <a:pt x="775025" y="110811"/>
                </a:lnTo>
                <a:lnTo>
                  <a:pt x="799289" y="137169"/>
                </a:lnTo>
                <a:lnTo>
                  <a:pt x="822784" y="192520"/>
                </a:lnTo>
                <a:lnTo>
                  <a:pt x="842657" y="266430"/>
                </a:lnTo>
                <a:lnTo>
                  <a:pt x="837936" y="274118"/>
                </a:lnTo>
                <a:lnTo>
                  <a:pt x="824980" y="277852"/>
                </a:lnTo>
                <a:lnTo>
                  <a:pt x="769096" y="264014"/>
                </a:lnTo>
                <a:lnTo>
                  <a:pt x="684665" y="263575"/>
                </a:lnTo>
                <a:lnTo>
                  <a:pt x="677419" y="278621"/>
                </a:lnTo>
                <a:lnTo>
                  <a:pt x="669404" y="272471"/>
                </a:lnTo>
                <a:lnTo>
                  <a:pt x="671929" y="265222"/>
                </a:lnTo>
                <a:lnTo>
                  <a:pt x="665781" y="263465"/>
                </a:lnTo>
                <a:lnTo>
                  <a:pt x="568834" y="262806"/>
                </a:lnTo>
                <a:lnTo>
                  <a:pt x="530187" y="281476"/>
                </a:lnTo>
                <a:lnTo>
                  <a:pt x="510425" y="270494"/>
                </a:lnTo>
                <a:lnTo>
                  <a:pt x="503837" y="278950"/>
                </a:lnTo>
                <a:lnTo>
                  <a:pt x="486710" y="285539"/>
                </a:lnTo>
                <a:lnTo>
                  <a:pt x="482977" y="280378"/>
                </a:lnTo>
                <a:lnTo>
                  <a:pt x="475401" y="282684"/>
                </a:lnTo>
                <a:lnTo>
                  <a:pt x="458493" y="296302"/>
                </a:lnTo>
                <a:lnTo>
                  <a:pt x="447184" y="299158"/>
                </a:lnTo>
                <a:lnTo>
                  <a:pt x="437303" y="296192"/>
                </a:lnTo>
                <a:lnTo>
                  <a:pt x="394045" y="311458"/>
                </a:lnTo>
                <a:lnTo>
                  <a:pt x="351885" y="314533"/>
                </a:lnTo>
                <a:lnTo>
                  <a:pt x="320813" y="277962"/>
                </a:lnTo>
                <a:lnTo>
                  <a:pt x="313347" y="254789"/>
                </a:lnTo>
                <a:lnTo>
                  <a:pt x="297428" y="245125"/>
                </a:lnTo>
                <a:lnTo>
                  <a:pt x="264600" y="247541"/>
                </a:lnTo>
                <a:lnTo>
                  <a:pt x="244617" y="209872"/>
                </a:lnTo>
                <a:lnTo>
                  <a:pt x="246704" y="199329"/>
                </a:lnTo>
                <a:lnTo>
                  <a:pt x="241873" y="201305"/>
                </a:lnTo>
                <a:lnTo>
                  <a:pt x="222769" y="187907"/>
                </a:lnTo>
                <a:lnTo>
                  <a:pt x="200700" y="186040"/>
                </a:lnTo>
                <a:lnTo>
                  <a:pt x="192795" y="177913"/>
                </a:lnTo>
                <a:lnTo>
                  <a:pt x="161614" y="168908"/>
                </a:lnTo>
                <a:lnTo>
                  <a:pt x="137899" y="151775"/>
                </a:lnTo>
                <a:lnTo>
                  <a:pt x="130873" y="149139"/>
                </a:lnTo>
                <a:lnTo>
                  <a:pt x="132410" y="153423"/>
                </a:lnTo>
                <a:lnTo>
                  <a:pt x="124505" y="152434"/>
                </a:lnTo>
                <a:lnTo>
                  <a:pt x="115721" y="141781"/>
                </a:lnTo>
                <a:lnTo>
                  <a:pt x="88163" y="136620"/>
                </a:lnTo>
                <a:lnTo>
                  <a:pt x="79929" y="119377"/>
                </a:lnTo>
                <a:lnTo>
                  <a:pt x="63240" y="116412"/>
                </a:lnTo>
                <a:lnTo>
                  <a:pt x="56982" y="121903"/>
                </a:lnTo>
                <a:lnTo>
                  <a:pt x="46881" y="119927"/>
                </a:lnTo>
                <a:lnTo>
                  <a:pt x="26131" y="98182"/>
                </a:lnTo>
                <a:lnTo>
                  <a:pt x="21849" y="100049"/>
                </a:lnTo>
                <a:lnTo>
                  <a:pt x="23825" y="92800"/>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1CBE2FE3-E0F4-4601-9D2D-E054CF273EBF}"/>
              </a:ext>
            </a:extLst>
          </p:cNvPr>
          <p:cNvSpPr>
            <a:spLocks xmlns:a="http://schemas.openxmlformats.org/drawingml/2006/main" noGrp="1"/>
          </p:cNvSpPr>
          <p:nvPr/>
        </p:nvSpPr>
        <p:spPr>
          <a:xfrm xmlns:a="http://schemas.openxmlformats.org/drawingml/2006/main">
            <a:off x="3397151" y="4517995"/>
            <a:ext cx="132621" cy="156428"/>
          </a:xfrm>
          <a:custGeom xmlns:a="http://schemas.openxmlformats.org/drawingml/2006/main">
            <a:pathLst>
              <a:path w="178303" h="210311">
                <a:moveTo>
                  <a:pt x="60825" y="17901"/>
                </a:moveTo>
                <a:lnTo>
                  <a:pt x="69938" y="31080"/>
                </a:lnTo>
                <a:lnTo>
                  <a:pt x="76196" y="24490"/>
                </a:lnTo>
                <a:lnTo>
                  <a:pt x="87944" y="24930"/>
                </a:lnTo>
                <a:lnTo>
                  <a:pt x="93873" y="20647"/>
                </a:lnTo>
                <a:lnTo>
                  <a:pt x="87395" y="14936"/>
                </a:lnTo>
                <a:lnTo>
                  <a:pt x="85858" y="18011"/>
                </a:lnTo>
                <a:lnTo>
                  <a:pt x="89700" y="10982"/>
                </a:lnTo>
                <a:lnTo>
                  <a:pt x="160626" y="1977"/>
                </a:lnTo>
                <a:lnTo>
                  <a:pt x="166775" y="6370"/>
                </a:lnTo>
                <a:lnTo>
                  <a:pt x="166775" y="15924"/>
                </a:lnTo>
                <a:lnTo>
                  <a:pt x="155795" y="33935"/>
                </a:lnTo>
                <a:lnTo>
                  <a:pt x="128457" y="44259"/>
                </a:lnTo>
                <a:lnTo>
                  <a:pt x="129884" y="38328"/>
                </a:lnTo>
                <a:lnTo>
                  <a:pt x="119893" y="37120"/>
                </a:lnTo>
                <a:lnTo>
                  <a:pt x="112647" y="44368"/>
                </a:lnTo>
                <a:lnTo>
                  <a:pt x="110341" y="55241"/>
                </a:lnTo>
                <a:lnTo>
                  <a:pt x="120442" y="76217"/>
                </a:lnTo>
                <a:lnTo>
                  <a:pt x="132300" y="76327"/>
                </a:lnTo>
                <a:lnTo>
                  <a:pt x="134715" y="72154"/>
                </a:lnTo>
                <a:lnTo>
                  <a:pt x="130873" y="69518"/>
                </a:lnTo>
                <a:lnTo>
                  <a:pt x="139327" y="72483"/>
                </a:lnTo>
                <a:lnTo>
                  <a:pt x="144377" y="97523"/>
                </a:lnTo>
                <a:lnTo>
                  <a:pt x="166226" y="116193"/>
                </a:lnTo>
                <a:lnTo>
                  <a:pt x="170617" y="127944"/>
                </a:lnTo>
                <a:lnTo>
                  <a:pt x="177864" y="132996"/>
                </a:lnTo>
                <a:lnTo>
                  <a:pt x="178303" y="140134"/>
                </a:lnTo>
                <a:lnTo>
                  <a:pt x="173362" y="135521"/>
                </a:lnTo>
                <a:lnTo>
                  <a:pt x="165896" y="138816"/>
                </a:lnTo>
                <a:lnTo>
                  <a:pt x="161285" y="152105"/>
                </a:lnTo>
                <a:lnTo>
                  <a:pt x="167543" y="157157"/>
                </a:lnTo>
                <a:lnTo>
                  <a:pt x="151733" y="163856"/>
                </a:lnTo>
                <a:lnTo>
                  <a:pt x="155356" y="160781"/>
                </a:lnTo>
                <a:lnTo>
                  <a:pt x="143279" y="154850"/>
                </a:lnTo>
                <a:lnTo>
                  <a:pt x="135484" y="143099"/>
                </a:lnTo>
                <a:lnTo>
                  <a:pt x="116380" y="128273"/>
                </a:lnTo>
                <a:lnTo>
                  <a:pt x="102436" y="108285"/>
                </a:lnTo>
                <a:lnTo>
                  <a:pt x="89151" y="128053"/>
                </a:lnTo>
                <a:lnTo>
                  <a:pt x="92335" y="147822"/>
                </a:lnTo>
                <a:lnTo>
                  <a:pt x="92226" y="141232"/>
                </a:lnTo>
                <a:lnTo>
                  <a:pt x="83332" y="142770"/>
                </a:lnTo>
                <a:lnTo>
                  <a:pt x="87395" y="164515"/>
                </a:lnTo>
                <a:lnTo>
                  <a:pt x="91347" y="165833"/>
                </a:lnTo>
                <a:lnTo>
                  <a:pt x="92775" y="161879"/>
                </a:lnTo>
                <a:lnTo>
                  <a:pt x="93982" y="180329"/>
                </a:lnTo>
                <a:lnTo>
                  <a:pt x="89042" y="179231"/>
                </a:lnTo>
                <a:lnTo>
                  <a:pt x="87834" y="190543"/>
                </a:lnTo>
                <a:lnTo>
                  <a:pt x="92226" y="195375"/>
                </a:lnTo>
                <a:lnTo>
                  <a:pt x="97825" y="193288"/>
                </a:lnTo>
                <a:lnTo>
                  <a:pt x="99252" y="201854"/>
                </a:lnTo>
                <a:lnTo>
                  <a:pt x="92335" y="210311"/>
                </a:lnTo>
                <a:lnTo>
                  <a:pt x="78282" y="195814"/>
                </a:lnTo>
                <a:lnTo>
                  <a:pt x="67522" y="193069"/>
                </a:lnTo>
                <a:lnTo>
                  <a:pt x="55006" y="171543"/>
                </a:lnTo>
                <a:lnTo>
                  <a:pt x="0" y="113557"/>
                </a:lnTo>
                <a:lnTo>
                  <a:pt x="12846" y="102135"/>
                </a:lnTo>
                <a:lnTo>
                  <a:pt x="26021" y="99280"/>
                </a:lnTo>
                <a:lnTo>
                  <a:pt x="33377" y="102025"/>
                </a:lnTo>
                <a:lnTo>
                  <a:pt x="29754" y="102794"/>
                </a:lnTo>
                <a:lnTo>
                  <a:pt x="35243" y="107736"/>
                </a:lnTo>
                <a:lnTo>
                  <a:pt x="40184" y="107846"/>
                </a:lnTo>
                <a:lnTo>
                  <a:pt x="39306" y="104442"/>
                </a:lnTo>
                <a:lnTo>
                  <a:pt x="46662" y="111910"/>
                </a:lnTo>
                <a:lnTo>
                  <a:pt x="59617" y="114106"/>
                </a:lnTo>
                <a:lnTo>
                  <a:pt x="56763" y="120915"/>
                </a:lnTo>
                <a:lnTo>
                  <a:pt x="77404" y="132227"/>
                </a:lnTo>
                <a:lnTo>
                  <a:pt x="81246" y="126077"/>
                </a:lnTo>
                <a:lnTo>
                  <a:pt x="73012" y="119487"/>
                </a:lnTo>
                <a:lnTo>
                  <a:pt x="88163" y="126845"/>
                </a:lnTo>
                <a:lnTo>
                  <a:pt x="100021" y="107517"/>
                </a:lnTo>
                <a:lnTo>
                  <a:pt x="97825" y="97742"/>
                </a:lnTo>
                <a:lnTo>
                  <a:pt x="101558" y="91812"/>
                </a:lnTo>
                <a:lnTo>
                  <a:pt x="97166" y="85003"/>
                </a:lnTo>
                <a:lnTo>
                  <a:pt x="93543" y="87748"/>
                </a:lnTo>
                <a:lnTo>
                  <a:pt x="77513" y="74021"/>
                </a:lnTo>
                <a:lnTo>
                  <a:pt x="86846" y="65674"/>
                </a:lnTo>
                <a:lnTo>
                  <a:pt x="93214" y="70946"/>
                </a:lnTo>
                <a:lnTo>
                  <a:pt x="99362" y="68639"/>
                </a:lnTo>
                <a:lnTo>
                  <a:pt x="98484" y="50628"/>
                </a:lnTo>
                <a:lnTo>
                  <a:pt x="77623" y="51507"/>
                </a:lnTo>
                <a:lnTo>
                  <a:pt x="74878" y="36900"/>
                </a:lnTo>
                <a:lnTo>
                  <a:pt x="54347" y="64027"/>
                </a:lnTo>
                <a:lnTo>
                  <a:pt x="39745" y="65894"/>
                </a:lnTo>
                <a:lnTo>
                  <a:pt x="41611" y="57218"/>
                </a:lnTo>
                <a:lnTo>
                  <a:pt x="63680" y="48761"/>
                </a:lnTo>
                <a:lnTo>
                  <a:pt x="68620" y="32727"/>
                </a:lnTo>
                <a:lnTo>
                  <a:pt x="55445" y="18121"/>
                </a:lnTo>
                <a:lnTo>
                  <a:pt x="51273" y="23722"/>
                </a:lnTo>
                <a:lnTo>
                  <a:pt x="53908" y="25699"/>
                </a:lnTo>
                <a:lnTo>
                  <a:pt x="46552" y="24820"/>
                </a:lnTo>
                <a:lnTo>
                  <a:pt x="25691" y="4173"/>
                </a:lnTo>
                <a:lnTo>
                  <a:pt x="29644" y="0"/>
                </a:lnTo>
                <a:lnTo>
                  <a:pt x="58190" y="8786"/>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C3E343D4-638A-4D28-89C1-9A1A43908257}"/>
              </a:ext>
            </a:extLst>
          </p:cNvPr>
          <p:cNvSpPr>
            <a:spLocks xmlns:a="http://schemas.openxmlformats.org/drawingml/2006/main" noGrp="1"/>
          </p:cNvSpPr>
          <p:nvPr/>
        </p:nvSpPr>
        <p:spPr>
          <a:xfrm xmlns:a="http://schemas.openxmlformats.org/drawingml/2006/main">
            <a:off x="3409891" y="4411640"/>
            <a:ext cx="87053" cy="63633"/>
          </a:xfrm>
          <a:custGeom xmlns:a="http://schemas.openxmlformats.org/drawingml/2006/main">
            <a:pathLst>
              <a:path w="117039" h="85552">
                <a:moveTo>
                  <a:pt x="117039" y="50958"/>
                </a:moveTo>
                <a:lnTo>
                  <a:pt x="114513" y="65894"/>
                </a:lnTo>
                <a:lnTo>
                  <a:pt x="102546" y="73252"/>
                </a:lnTo>
                <a:lnTo>
                  <a:pt x="60496" y="55021"/>
                </a:lnTo>
                <a:lnTo>
                  <a:pt x="47321" y="59524"/>
                </a:lnTo>
                <a:lnTo>
                  <a:pt x="14273" y="85552"/>
                </a:lnTo>
                <a:lnTo>
                  <a:pt x="5050" y="85223"/>
                </a:lnTo>
                <a:lnTo>
                  <a:pt x="0" y="77755"/>
                </a:lnTo>
                <a:lnTo>
                  <a:pt x="5160" y="63038"/>
                </a:lnTo>
                <a:lnTo>
                  <a:pt x="49956" y="32837"/>
                </a:lnTo>
                <a:lnTo>
                  <a:pt x="80807" y="0"/>
                </a:lnTo>
                <a:lnTo>
                  <a:pt x="91567" y="3624"/>
                </a:lnTo>
                <a:lnTo>
                  <a:pt x="103973" y="16254"/>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8AA43F44-99C2-4138-8FDE-87D38AE9AED1}"/>
              </a:ext>
            </a:extLst>
          </p:cNvPr>
          <p:cNvSpPr>
            <a:spLocks xmlns:a="http://schemas.openxmlformats.org/drawingml/2006/main" noGrp="1"/>
          </p:cNvSpPr>
          <p:nvPr/>
        </p:nvSpPr>
        <p:spPr>
          <a:xfrm xmlns:a="http://schemas.openxmlformats.org/drawingml/2006/main">
            <a:off x="3333046" y="4499371"/>
            <a:ext cx="43200" cy="59304"/>
          </a:xfrm>
          <a:custGeom xmlns:a="http://schemas.openxmlformats.org/drawingml/2006/main">
            <a:pathLst>
              <a:path w="58080" h="79731">
                <a:moveTo>
                  <a:pt x="58080" y="66553"/>
                </a:moveTo>
                <a:lnTo>
                  <a:pt x="55555" y="77535"/>
                </a:lnTo>
                <a:lnTo>
                  <a:pt x="49407" y="79731"/>
                </a:lnTo>
                <a:lnTo>
                  <a:pt x="20092" y="63148"/>
                </a:lnTo>
                <a:lnTo>
                  <a:pt x="0" y="20647"/>
                </a:lnTo>
                <a:lnTo>
                  <a:pt x="7027" y="0"/>
                </a:lnTo>
                <a:lnTo>
                  <a:pt x="26460" y="5930"/>
                </a:lnTo>
                <a:lnTo>
                  <a:pt x="43807" y="28115"/>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A63D07B3-9134-4C58-8893-AA0BFE55867F}"/>
              </a:ext>
            </a:extLst>
          </p:cNvPr>
          <p:cNvSpPr>
            <a:spLocks xmlns:a="http://schemas.openxmlformats.org/drawingml/2006/main" noGrp="1"/>
          </p:cNvSpPr>
          <p:nvPr/>
        </p:nvSpPr>
        <p:spPr>
          <a:xfrm xmlns:a="http://schemas.openxmlformats.org/drawingml/2006/main">
            <a:off x="3518258" y="4575747"/>
            <a:ext cx="38872" cy="37821"/>
          </a:xfrm>
          <a:custGeom xmlns:a="http://schemas.openxmlformats.org/drawingml/2006/main">
            <a:pathLst>
              <a:path w="52261" h="50848">
                <a:moveTo>
                  <a:pt x="28546" y="12630"/>
                </a:moveTo>
                <a:lnTo>
                  <a:pt x="37329" y="9555"/>
                </a:lnTo>
                <a:lnTo>
                  <a:pt x="31401" y="5052"/>
                </a:lnTo>
                <a:lnTo>
                  <a:pt x="36341" y="8017"/>
                </a:lnTo>
                <a:lnTo>
                  <a:pt x="49297" y="28444"/>
                </a:lnTo>
                <a:lnTo>
                  <a:pt x="52261" y="38877"/>
                </a:lnTo>
                <a:lnTo>
                  <a:pt x="43697" y="50848"/>
                </a:lnTo>
                <a:lnTo>
                  <a:pt x="37549" y="48432"/>
                </a:lnTo>
                <a:lnTo>
                  <a:pt x="43478" y="50409"/>
                </a:lnTo>
                <a:lnTo>
                  <a:pt x="50175" y="41623"/>
                </a:lnTo>
                <a:lnTo>
                  <a:pt x="48528" y="44039"/>
                </a:lnTo>
                <a:lnTo>
                  <a:pt x="26570" y="34265"/>
                </a:lnTo>
                <a:lnTo>
                  <a:pt x="26570" y="31190"/>
                </a:lnTo>
                <a:lnTo>
                  <a:pt x="28436" y="37450"/>
                </a:lnTo>
                <a:lnTo>
                  <a:pt x="17786" y="22404"/>
                </a:lnTo>
                <a:lnTo>
                  <a:pt x="23605" y="23832"/>
                </a:lnTo>
                <a:lnTo>
                  <a:pt x="26240" y="18890"/>
                </a:lnTo>
                <a:lnTo>
                  <a:pt x="17237" y="16254"/>
                </a:lnTo>
                <a:lnTo>
                  <a:pt x="13065" y="22074"/>
                </a:lnTo>
                <a:lnTo>
                  <a:pt x="0" y="6699"/>
                </a:lnTo>
                <a:lnTo>
                  <a:pt x="1318" y="988"/>
                </a:lnTo>
                <a:lnTo>
                  <a:pt x="11967" y="0"/>
                </a:lnTo>
                <a:lnTo>
                  <a:pt x="12516" y="3954"/>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BB3A71CD-B55C-46DF-B6F3-6F5E0ADC04DD}"/>
              </a:ext>
            </a:extLst>
          </p:cNvPr>
          <p:cNvSpPr>
            <a:spLocks xmlns:a="http://schemas.openxmlformats.org/drawingml/2006/main" noGrp="1"/>
          </p:cNvSpPr>
          <p:nvPr/>
        </p:nvSpPr>
        <p:spPr>
          <a:xfrm xmlns:a="http://schemas.openxmlformats.org/drawingml/2006/main">
            <a:off x="3317612" y="4656289"/>
            <a:ext cx="26214" cy="26548"/>
          </a:xfrm>
          <a:custGeom xmlns:a="http://schemas.openxmlformats.org/drawingml/2006/main">
            <a:pathLst>
              <a:path w="35243" h="35692">
                <a:moveTo>
                  <a:pt x="17018" y="0"/>
                </a:moveTo>
                <a:lnTo>
                  <a:pt x="31181" y="8676"/>
                </a:lnTo>
                <a:lnTo>
                  <a:pt x="35243" y="16913"/>
                </a:lnTo>
                <a:lnTo>
                  <a:pt x="33048" y="12739"/>
                </a:lnTo>
                <a:lnTo>
                  <a:pt x="28217" y="14387"/>
                </a:lnTo>
                <a:lnTo>
                  <a:pt x="18774" y="30750"/>
                </a:lnTo>
                <a:lnTo>
                  <a:pt x="22727" y="33276"/>
                </a:lnTo>
                <a:lnTo>
                  <a:pt x="9881" y="35692"/>
                </a:lnTo>
                <a:lnTo>
                  <a:pt x="0" y="23063"/>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06972B34-2985-4E4F-A37A-E3CA5E439EEA}"/>
              </a:ext>
            </a:extLst>
          </p:cNvPr>
          <p:cNvSpPr>
            <a:spLocks xmlns:a="http://schemas.openxmlformats.org/drawingml/2006/main" noGrp="1"/>
          </p:cNvSpPr>
          <p:nvPr/>
        </p:nvSpPr>
        <p:spPr>
          <a:xfrm xmlns:a="http://schemas.openxmlformats.org/drawingml/2006/main">
            <a:off x="3303320" y="4644282"/>
            <a:ext cx="16414" cy="18706"/>
          </a:xfrm>
          <a:custGeom xmlns:a="http://schemas.openxmlformats.org/drawingml/2006/main">
            <a:pathLst>
              <a:path w="22068" h="25149">
                <a:moveTo>
                  <a:pt x="4721" y="0"/>
                </a:moveTo>
                <a:lnTo>
                  <a:pt x="16249" y="2636"/>
                </a:lnTo>
                <a:lnTo>
                  <a:pt x="22068" y="8676"/>
                </a:lnTo>
                <a:lnTo>
                  <a:pt x="9332" y="25149"/>
                </a:lnTo>
                <a:lnTo>
                  <a:pt x="988" y="16364"/>
                </a:lnTo>
                <a:lnTo>
                  <a:pt x="0" y="5491"/>
                </a:lnTo>
                <a:lnTo>
                  <a:pt x="769" y="9115"/>
                </a:lnTo>
                <a:lnTo>
                  <a:pt x="4721" y="5821"/>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94EDCD12-D2EA-4B4C-914E-7084637A67CE}"/>
              </a:ext>
            </a:extLst>
          </p:cNvPr>
          <p:cNvSpPr>
            <a:spLocks xmlns:a="http://schemas.openxmlformats.org/drawingml/2006/main" noGrp="1"/>
          </p:cNvSpPr>
          <p:nvPr/>
        </p:nvSpPr>
        <p:spPr>
          <a:xfrm xmlns:a="http://schemas.openxmlformats.org/drawingml/2006/main">
            <a:off x="3515236" y="2719275"/>
            <a:ext cx="122658" cy="141888"/>
          </a:xfrm>
          <a:custGeom xmlns:a="http://schemas.openxmlformats.org/drawingml/2006/main">
            <a:pathLst>
              <a:path w="164908" h="190762">
                <a:moveTo>
                  <a:pt x="161724" y="139036"/>
                </a:moveTo>
                <a:lnTo>
                  <a:pt x="164908" y="152324"/>
                </a:lnTo>
                <a:lnTo>
                  <a:pt x="160516" y="162208"/>
                </a:lnTo>
                <a:lnTo>
                  <a:pt x="130433" y="185930"/>
                </a:lnTo>
                <a:lnTo>
                  <a:pt x="107926" y="190762"/>
                </a:lnTo>
                <a:lnTo>
                  <a:pt x="87834" y="183624"/>
                </a:lnTo>
                <a:lnTo>
                  <a:pt x="66095" y="159682"/>
                </a:lnTo>
                <a:lnTo>
                  <a:pt x="44905" y="121794"/>
                </a:lnTo>
                <a:lnTo>
                  <a:pt x="25033" y="106858"/>
                </a:lnTo>
                <a:lnTo>
                  <a:pt x="23166" y="74899"/>
                </a:lnTo>
                <a:lnTo>
                  <a:pt x="2306" y="33167"/>
                </a:lnTo>
                <a:lnTo>
                  <a:pt x="0" y="14497"/>
                </a:lnTo>
                <a:lnTo>
                  <a:pt x="30083" y="0"/>
                </a:lnTo>
                <a:lnTo>
                  <a:pt x="42709" y="2306"/>
                </a:lnTo>
                <a:lnTo>
                  <a:pt x="95849" y="58755"/>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9A3EC6F0-09DC-4211-913D-CDD2756074C5}"/>
              </a:ext>
            </a:extLst>
          </p:cNvPr>
          <p:cNvSpPr>
            <a:spLocks xmlns:a="http://schemas.openxmlformats.org/drawingml/2006/main" noGrp="1"/>
          </p:cNvSpPr>
          <p:nvPr/>
        </p:nvSpPr>
        <p:spPr>
          <a:xfrm xmlns:a="http://schemas.openxmlformats.org/drawingml/2006/main">
            <a:off x="4752187" y="2818523"/>
            <a:ext cx="647915" cy="841282"/>
          </a:xfrm>
          <a:custGeom xmlns:a="http://schemas.openxmlformats.org/drawingml/2006/main">
            <a:pathLst>
              <a:path w="871093" h="1131066">
                <a:moveTo>
                  <a:pt x="493846" y="90604"/>
                </a:moveTo>
                <a:lnTo>
                  <a:pt x="502081" y="101367"/>
                </a:lnTo>
                <a:lnTo>
                  <a:pt x="512511" y="95766"/>
                </a:lnTo>
                <a:lnTo>
                  <a:pt x="539739" y="98511"/>
                </a:lnTo>
                <a:lnTo>
                  <a:pt x="598808" y="118719"/>
                </a:lnTo>
                <a:lnTo>
                  <a:pt x="621645" y="130030"/>
                </a:lnTo>
                <a:lnTo>
                  <a:pt x="622303" y="133984"/>
                </a:lnTo>
                <a:lnTo>
                  <a:pt x="625707" y="131787"/>
                </a:lnTo>
                <a:lnTo>
                  <a:pt x="666769" y="147931"/>
                </a:lnTo>
                <a:lnTo>
                  <a:pt x="698280" y="167480"/>
                </a:lnTo>
                <a:lnTo>
                  <a:pt x="754713" y="219097"/>
                </a:lnTo>
                <a:lnTo>
                  <a:pt x="784028" y="236888"/>
                </a:lnTo>
                <a:lnTo>
                  <a:pt x="834312" y="334081"/>
                </a:lnTo>
                <a:lnTo>
                  <a:pt x="834203" y="346930"/>
                </a:lnTo>
                <a:lnTo>
                  <a:pt x="817844" y="363184"/>
                </a:lnTo>
                <a:lnTo>
                  <a:pt x="819271" y="366589"/>
                </a:lnTo>
                <a:lnTo>
                  <a:pt x="850562" y="376692"/>
                </a:lnTo>
                <a:lnTo>
                  <a:pt x="868787" y="402281"/>
                </a:lnTo>
                <a:lnTo>
                  <a:pt x="871093" y="447418"/>
                </a:lnTo>
                <a:lnTo>
                  <a:pt x="862749" y="486955"/>
                </a:lnTo>
                <a:lnTo>
                  <a:pt x="843206" y="528907"/>
                </a:lnTo>
                <a:lnTo>
                  <a:pt x="794348" y="608638"/>
                </a:lnTo>
                <a:lnTo>
                  <a:pt x="773268" y="652458"/>
                </a:lnTo>
                <a:lnTo>
                  <a:pt x="736487" y="757009"/>
                </a:lnTo>
                <a:lnTo>
                  <a:pt x="719140" y="850908"/>
                </a:lnTo>
                <a:lnTo>
                  <a:pt x="719799" y="903842"/>
                </a:lnTo>
                <a:lnTo>
                  <a:pt x="729131" y="941621"/>
                </a:lnTo>
                <a:lnTo>
                  <a:pt x="768986" y="1016301"/>
                </a:lnTo>
                <a:lnTo>
                  <a:pt x="823223" y="1098668"/>
                </a:lnTo>
                <a:lnTo>
                  <a:pt x="822345" y="1117228"/>
                </a:lnTo>
                <a:lnTo>
                  <a:pt x="807194" y="1130627"/>
                </a:lnTo>
                <a:lnTo>
                  <a:pt x="794128" y="1131066"/>
                </a:lnTo>
                <a:lnTo>
                  <a:pt x="784028" y="1125904"/>
                </a:lnTo>
                <a:lnTo>
                  <a:pt x="256914" y="678156"/>
                </a:lnTo>
                <a:lnTo>
                  <a:pt x="137021" y="569212"/>
                </a:lnTo>
                <a:lnTo>
                  <a:pt x="95739" y="507492"/>
                </a:lnTo>
                <a:lnTo>
                  <a:pt x="79490" y="467406"/>
                </a:lnTo>
                <a:lnTo>
                  <a:pt x="70706" y="431933"/>
                </a:lnTo>
                <a:lnTo>
                  <a:pt x="81466" y="423367"/>
                </a:lnTo>
                <a:lnTo>
                  <a:pt x="173692" y="426003"/>
                </a:lnTo>
                <a:lnTo>
                  <a:pt x="196419" y="420622"/>
                </a:lnTo>
                <a:lnTo>
                  <a:pt x="213217" y="410957"/>
                </a:lnTo>
                <a:lnTo>
                  <a:pt x="225514" y="393715"/>
                </a:lnTo>
                <a:lnTo>
                  <a:pt x="224306" y="381854"/>
                </a:lnTo>
                <a:lnTo>
                  <a:pt x="213107" y="371092"/>
                </a:lnTo>
                <a:lnTo>
                  <a:pt x="211241" y="356265"/>
                </a:lnTo>
                <a:lnTo>
                  <a:pt x="231442" y="320244"/>
                </a:lnTo>
                <a:lnTo>
                  <a:pt x="214644" y="312446"/>
                </a:lnTo>
                <a:lnTo>
                  <a:pt x="196199" y="314203"/>
                </a:lnTo>
                <a:lnTo>
                  <a:pt x="170178" y="341000"/>
                </a:lnTo>
                <a:lnTo>
                  <a:pt x="146243" y="350664"/>
                </a:lnTo>
                <a:lnTo>
                  <a:pt x="57861" y="346601"/>
                </a:lnTo>
                <a:lnTo>
                  <a:pt x="43807" y="338474"/>
                </a:lnTo>
                <a:lnTo>
                  <a:pt x="34475" y="326723"/>
                </a:lnTo>
                <a:lnTo>
                  <a:pt x="1976" y="240292"/>
                </a:lnTo>
                <a:lnTo>
                  <a:pt x="0" y="198670"/>
                </a:lnTo>
                <a:lnTo>
                  <a:pt x="18335" y="160671"/>
                </a:lnTo>
                <a:lnTo>
                  <a:pt x="133617" y="56669"/>
                </a:lnTo>
                <a:lnTo>
                  <a:pt x="168970" y="37669"/>
                </a:lnTo>
                <a:lnTo>
                  <a:pt x="300063" y="1208"/>
                </a:lnTo>
                <a:lnTo>
                  <a:pt x="343431" y="0"/>
                </a:lnTo>
                <a:lnTo>
                  <a:pt x="380321" y="10653"/>
                </a:lnTo>
                <a:lnTo>
                  <a:pt x="413808" y="60622"/>
                </a:lnTo>
                <a:lnTo>
                  <a:pt x="488466" y="74680"/>
                </a:lnTo>
                <a:lnTo>
                  <a:pt x="496701" y="81269"/>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B394D714-3A77-4409-8163-7CC6CB9A383F}"/>
              </a:ext>
            </a:extLst>
          </p:cNvPr>
          <p:cNvSpPr>
            <a:spLocks xmlns:a="http://schemas.openxmlformats.org/drawingml/2006/main" noGrp="1"/>
          </p:cNvSpPr>
          <p:nvPr/>
        </p:nvSpPr>
        <p:spPr>
          <a:xfrm xmlns:a="http://schemas.openxmlformats.org/drawingml/2006/main">
            <a:off x="4221050" y="3082858"/>
            <a:ext cx="85420" cy="78908"/>
          </a:xfrm>
          <a:custGeom xmlns:a="http://schemas.openxmlformats.org/drawingml/2006/main">
            <a:pathLst>
              <a:path w="114843" h="106089">
                <a:moveTo>
                  <a:pt x="32499" y="6699"/>
                </a:moveTo>
                <a:lnTo>
                  <a:pt x="60386" y="43490"/>
                </a:lnTo>
                <a:lnTo>
                  <a:pt x="104413" y="57657"/>
                </a:lnTo>
                <a:lnTo>
                  <a:pt x="114843" y="95985"/>
                </a:lnTo>
                <a:lnTo>
                  <a:pt x="110341" y="105430"/>
                </a:lnTo>
                <a:lnTo>
                  <a:pt x="104413" y="106089"/>
                </a:lnTo>
                <a:lnTo>
                  <a:pt x="90140" y="93899"/>
                </a:lnTo>
                <a:lnTo>
                  <a:pt x="8344" y="14057"/>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3E2F357D-D9F7-4773-BF82-43456211A4B6}"/>
              </a:ext>
            </a:extLst>
          </p:cNvPr>
          <p:cNvSpPr>
            <a:spLocks xmlns:a="http://schemas.openxmlformats.org/drawingml/2006/main" noGrp="1"/>
          </p:cNvSpPr>
          <p:nvPr/>
        </p:nvSpPr>
        <p:spPr>
          <a:xfrm xmlns:a="http://schemas.openxmlformats.org/drawingml/2006/main">
            <a:off x="2698769" y="4642811"/>
            <a:ext cx="196808" cy="236317"/>
          </a:xfrm>
          <a:custGeom xmlns:a="http://schemas.openxmlformats.org/drawingml/2006/main">
            <a:pathLst>
              <a:path w="264600" h="317718">
                <a:moveTo>
                  <a:pt x="25801" y="45906"/>
                </a:moveTo>
                <a:lnTo>
                  <a:pt x="42490" y="47883"/>
                </a:lnTo>
                <a:lnTo>
                  <a:pt x="37000" y="59414"/>
                </a:lnTo>
                <a:lnTo>
                  <a:pt x="42380" y="78743"/>
                </a:lnTo>
                <a:lnTo>
                  <a:pt x="35024" y="80939"/>
                </a:lnTo>
                <a:lnTo>
                  <a:pt x="46881" y="77315"/>
                </a:lnTo>
                <a:lnTo>
                  <a:pt x="48858" y="80720"/>
                </a:lnTo>
                <a:lnTo>
                  <a:pt x="53469" y="74789"/>
                </a:lnTo>
                <a:lnTo>
                  <a:pt x="57751" y="80171"/>
                </a:lnTo>
                <a:lnTo>
                  <a:pt x="52151" y="94887"/>
                </a:lnTo>
                <a:lnTo>
                  <a:pt x="58849" y="99280"/>
                </a:lnTo>
                <a:lnTo>
                  <a:pt x="43807" y="108176"/>
                </a:lnTo>
                <a:lnTo>
                  <a:pt x="35134" y="102025"/>
                </a:lnTo>
                <a:lnTo>
                  <a:pt x="32608" y="104112"/>
                </a:lnTo>
                <a:lnTo>
                  <a:pt x="43148" y="109164"/>
                </a:lnTo>
                <a:lnTo>
                  <a:pt x="61264" y="102025"/>
                </a:lnTo>
                <a:lnTo>
                  <a:pt x="53359" y="109274"/>
                </a:lnTo>
                <a:lnTo>
                  <a:pt x="63570" y="107846"/>
                </a:lnTo>
                <a:lnTo>
                  <a:pt x="61154" y="122013"/>
                </a:lnTo>
                <a:lnTo>
                  <a:pt x="65107" y="111141"/>
                </a:lnTo>
                <a:lnTo>
                  <a:pt x="91237" y="99719"/>
                </a:lnTo>
                <a:lnTo>
                  <a:pt x="105620" y="98291"/>
                </a:lnTo>
                <a:lnTo>
                  <a:pt x="135813" y="105979"/>
                </a:lnTo>
                <a:lnTo>
                  <a:pt x="171496" y="87309"/>
                </a:lnTo>
                <a:lnTo>
                  <a:pt x="193674" y="80720"/>
                </a:lnTo>
                <a:lnTo>
                  <a:pt x="193674" y="76217"/>
                </a:lnTo>
                <a:lnTo>
                  <a:pt x="249997" y="75338"/>
                </a:lnTo>
                <a:lnTo>
                  <a:pt x="262184" y="125637"/>
                </a:lnTo>
                <a:lnTo>
                  <a:pt x="264600" y="169567"/>
                </a:lnTo>
                <a:lnTo>
                  <a:pt x="260208" y="187028"/>
                </a:lnTo>
                <a:lnTo>
                  <a:pt x="245496" y="205039"/>
                </a:lnTo>
                <a:lnTo>
                  <a:pt x="203665" y="227882"/>
                </a:lnTo>
                <a:lnTo>
                  <a:pt x="194003" y="273898"/>
                </a:lnTo>
                <a:lnTo>
                  <a:pt x="169190" y="298059"/>
                </a:lnTo>
                <a:lnTo>
                  <a:pt x="146573" y="312995"/>
                </a:lnTo>
                <a:lnTo>
                  <a:pt x="121760" y="317718"/>
                </a:lnTo>
                <a:lnTo>
                  <a:pt x="97276" y="309701"/>
                </a:lnTo>
                <a:lnTo>
                  <a:pt x="32389" y="244246"/>
                </a:lnTo>
                <a:lnTo>
                  <a:pt x="31510" y="230299"/>
                </a:lnTo>
                <a:lnTo>
                  <a:pt x="60166" y="194826"/>
                </a:lnTo>
                <a:lnTo>
                  <a:pt x="67083" y="172312"/>
                </a:lnTo>
                <a:lnTo>
                  <a:pt x="61923" y="146943"/>
                </a:lnTo>
                <a:lnTo>
                  <a:pt x="56653" y="155399"/>
                </a:lnTo>
                <a:lnTo>
                  <a:pt x="54237" y="146833"/>
                </a:lnTo>
                <a:lnTo>
                  <a:pt x="43039" y="143648"/>
                </a:lnTo>
                <a:lnTo>
                  <a:pt x="54347" y="148590"/>
                </a:lnTo>
                <a:lnTo>
                  <a:pt x="54896" y="157815"/>
                </a:lnTo>
                <a:lnTo>
                  <a:pt x="43807" y="168029"/>
                </a:lnTo>
                <a:lnTo>
                  <a:pt x="35792" y="156827"/>
                </a:lnTo>
                <a:lnTo>
                  <a:pt x="33487" y="166272"/>
                </a:lnTo>
                <a:lnTo>
                  <a:pt x="21958" y="178023"/>
                </a:lnTo>
                <a:lnTo>
                  <a:pt x="8344" y="155180"/>
                </a:lnTo>
                <a:lnTo>
                  <a:pt x="0" y="122233"/>
                </a:lnTo>
                <a:lnTo>
                  <a:pt x="4282" y="92032"/>
                </a:lnTo>
                <a:lnTo>
                  <a:pt x="12516" y="81379"/>
                </a:lnTo>
                <a:lnTo>
                  <a:pt x="17128" y="56449"/>
                </a:lnTo>
                <a:lnTo>
                  <a:pt x="12516" y="549"/>
                </a:lnTo>
                <a:lnTo>
                  <a:pt x="15700"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BBCDE0D8-F82E-4909-AD8A-FA1230D9B61B}"/>
              </a:ext>
            </a:extLst>
          </p:cNvPr>
          <p:cNvSpPr>
            <a:spLocks xmlns:a="http://schemas.openxmlformats.org/drawingml/2006/main" noGrp="1"/>
          </p:cNvSpPr>
          <p:nvPr/>
        </p:nvSpPr>
        <p:spPr>
          <a:xfrm xmlns:a="http://schemas.openxmlformats.org/drawingml/2006/main">
            <a:off x="2286043" y="4674669"/>
            <a:ext cx="216734" cy="88466"/>
          </a:xfrm>
          <a:custGeom xmlns:a="http://schemas.openxmlformats.org/drawingml/2006/main">
            <a:pathLst>
              <a:path w="291389" h="118938">
                <a:moveTo>
                  <a:pt x="171825" y="220"/>
                </a:moveTo>
                <a:lnTo>
                  <a:pt x="195321" y="7468"/>
                </a:lnTo>
                <a:lnTo>
                  <a:pt x="180608" y="3075"/>
                </a:lnTo>
                <a:lnTo>
                  <a:pt x="177315" y="13398"/>
                </a:lnTo>
                <a:lnTo>
                  <a:pt x="187855" y="29872"/>
                </a:lnTo>
                <a:lnTo>
                  <a:pt x="199822" y="36900"/>
                </a:lnTo>
                <a:lnTo>
                  <a:pt x="218816" y="34924"/>
                </a:lnTo>
                <a:lnTo>
                  <a:pt x="234517" y="24161"/>
                </a:lnTo>
                <a:lnTo>
                  <a:pt x="236163" y="21415"/>
                </a:lnTo>
                <a:lnTo>
                  <a:pt x="230454" y="18011"/>
                </a:lnTo>
                <a:lnTo>
                  <a:pt x="243520" y="24820"/>
                </a:lnTo>
                <a:lnTo>
                  <a:pt x="258232" y="59634"/>
                </a:lnTo>
                <a:lnTo>
                  <a:pt x="251315" y="43160"/>
                </a:lnTo>
                <a:lnTo>
                  <a:pt x="242531" y="40525"/>
                </a:lnTo>
                <a:lnTo>
                  <a:pt x="230015" y="45906"/>
                </a:lnTo>
                <a:lnTo>
                  <a:pt x="222549" y="59414"/>
                </a:lnTo>
                <a:lnTo>
                  <a:pt x="233968" y="71385"/>
                </a:lnTo>
                <a:lnTo>
                  <a:pt x="247472" y="72813"/>
                </a:lnTo>
                <a:lnTo>
                  <a:pt x="269321" y="88957"/>
                </a:lnTo>
                <a:lnTo>
                  <a:pt x="277665" y="87199"/>
                </a:lnTo>
                <a:lnTo>
                  <a:pt x="273054" y="80939"/>
                </a:lnTo>
                <a:lnTo>
                  <a:pt x="291389" y="107517"/>
                </a:lnTo>
                <a:lnTo>
                  <a:pt x="270638" y="110043"/>
                </a:lnTo>
                <a:lnTo>
                  <a:pt x="274481" y="104002"/>
                </a:lnTo>
                <a:lnTo>
                  <a:pt x="270419" y="97633"/>
                </a:lnTo>
                <a:lnTo>
                  <a:pt x="249339" y="92581"/>
                </a:lnTo>
                <a:lnTo>
                  <a:pt x="247801" y="112129"/>
                </a:lnTo>
                <a:lnTo>
                  <a:pt x="260757" y="110592"/>
                </a:lnTo>
                <a:lnTo>
                  <a:pt x="217279" y="118938"/>
                </a:lnTo>
                <a:lnTo>
                  <a:pt x="176546" y="110592"/>
                </a:lnTo>
                <a:lnTo>
                  <a:pt x="107157" y="118389"/>
                </a:lnTo>
                <a:lnTo>
                  <a:pt x="7356" y="101696"/>
                </a:lnTo>
                <a:lnTo>
                  <a:pt x="0" y="94557"/>
                </a:lnTo>
                <a:lnTo>
                  <a:pt x="3843" y="83795"/>
                </a:lnTo>
                <a:lnTo>
                  <a:pt x="39086" y="61720"/>
                </a:lnTo>
                <a:lnTo>
                  <a:pt x="74110" y="23282"/>
                </a:lnTo>
                <a:lnTo>
                  <a:pt x="153819"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773A294D-38A6-49A8-AAA3-A21F36BAEFD0}"/>
              </a:ext>
            </a:extLst>
          </p:cNvPr>
          <p:cNvSpPr>
            <a:spLocks xmlns:a="http://schemas.openxmlformats.org/drawingml/2006/main" noGrp="1"/>
          </p:cNvSpPr>
          <p:nvPr/>
        </p:nvSpPr>
        <p:spPr>
          <a:xfrm xmlns:a="http://schemas.openxmlformats.org/drawingml/2006/main">
            <a:off x="2551938" y="4478868"/>
            <a:ext cx="254054" cy="100474"/>
          </a:xfrm>
          <a:custGeom xmlns:a="http://schemas.openxmlformats.org/drawingml/2006/main">
            <a:pathLst>
              <a:path w="341564" h="135082">
                <a:moveTo>
                  <a:pt x="119344" y="13618"/>
                </a:moveTo>
                <a:lnTo>
                  <a:pt x="162603" y="33167"/>
                </a:lnTo>
                <a:lnTo>
                  <a:pt x="167873" y="21306"/>
                </a:lnTo>
                <a:lnTo>
                  <a:pt x="184451" y="8456"/>
                </a:lnTo>
                <a:lnTo>
                  <a:pt x="194662" y="7029"/>
                </a:lnTo>
                <a:lnTo>
                  <a:pt x="199493" y="11641"/>
                </a:lnTo>
                <a:lnTo>
                  <a:pt x="216181" y="62489"/>
                </a:lnTo>
                <a:lnTo>
                  <a:pt x="221561" y="66992"/>
                </a:lnTo>
                <a:lnTo>
                  <a:pt x="262843" y="82697"/>
                </a:lnTo>
                <a:lnTo>
                  <a:pt x="277116" y="78523"/>
                </a:lnTo>
                <a:lnTo>
                  <a:pt x="303137" y="79841"/>
                </a:lnTo>
                <a:lnTo>
                  <a:pt x="330585" y="95766"/>
                </a:lnTo>
                <a:lnTo>
                  <a:pt x="341564" y="108395"/>
                </a:lnTo>
                <a:lnTo>
                  <a:pt x="320923" y="135082"/>
                </a:lnTo>
                <a:lnTo>
                  <a:pt x="265258" y="132776"/>
                </a:lnTo>
                <a:lnTo>
                  <a:pt x="212997" y="121354"/>
                </a:lnTo>
                <a:lnTo>
                  <a:pt x="136801" y="81818"/>
                </a:lnTo>
                <a:lnTo>
                  <a:pt x="61374" y="65345"/>
                </a:lnTo>
                <a:lnTo>
                  <a:pt x="32938" y="65564"/>
                </a:lnTo>
                <a:lnTo>
                  <a:pt x="5380" y="48652"/>
                </a:lnTo>
                <a:lnTo>
                  <a:pt x="0" y="35033"/>
                </a:lnTo>
                <a:lnTo>
                  <a:pt x="3733" y="26357"/>
                </a:lnTo>
                <a:lnTo>
                  <a:pt x="40294" y="6260"/>
                </a:lnTo>
                <a:lnTo>
                  <a:pt x="72683" y="0"/>
                </a:lnTo>
                <a:lnTo>
                  <a:pt x="105950" y="3624"/>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AC3467BC-1080-473C-BEB6-05769D2E5D40}"/>
              </a:ext>
            </a:extLst>
          </p:cNvPr>
          <p:cNvSpPr>
            <a:spLocks xmlns:a="http://schemas.openxmlformats.org/drawingml/2006/main" noGrp="1"/>
          </p:cNvSpPr>
          <p:nvPr/>
        </p:nvSpPr>
        <p:spPr>
          <a:xfrm xmlns:a="http://schemas.openxmlformats.org/drawingml/2006/main">
            <a:off x="2714856" y="4453872"/>
            <a:ext cx="158835" cy="133230"/>
          </a:xfrm>
          <a:custGeom xmlns:a="http://schemas.openxmlformats.org/drawingml/2006/main">
            <a:pathLst>
              <a:path w="213546" h="179121">
                <a:moveTo>
                  <a:pt x="17567" y="0"/>
                </a:moveTo>
                <a:lnTo>
                  <a:pt x="59398" y="7468"/>
                </a:lnTo>
                <a:lnTo>
                  <a:pt x="107597" y="48102"/>
                </a:lnTo>
                <a:lnTo>
                  <a:pt x="119344" y="67980"/>
                </a:lnTo>
                <a:lnTo>
                  <a:pt x="128128" y="72922"/>
                </a:lnTo>
                <a:lnTo>
                  <a:pt x="132629" y="66443"/>
                </a:lnTo>
                <a:lnTo>
                  <a:pt x="137131" y="70506"/>
                </a:lnTo>
                <a:lnTo>
                  <a:pt x="134715" y="73252"/>
                </a:lnTo>
                <a:lnTo>
                  <a:pt x="143608" y="81379"/>
                </a:lnTo>
                <a:lnTo>
                  <a:pt x="146243" y="79072"/>
                </a:lnTo>
                <a:lnTo>
                  <a:pt x="152941" y="85552"/>
                </a:lnTo>
                <a:lnTo>
                  <a:pt x="150416" y="88078"/>
                </a:lnTo>
                <a:lnTo>
                  <a:pt x="158650" y="96205"/>
                </a:lnTo>
                <a:lnTo>
                  <a:pt x="161834" y="93240"/>
                </a:lnTo>
                <a:lnTo>
                  <a:pt x="186208" y="119268"/>
                </a:lnTo>
                <a:lnTo>
                  <a:pt x="192027" y="128053"/>
                </a:lnTo>
                <a:lnTo>
                  <a:pt x="188623" y="140573"/>
                </a:lnTo>
                <a:lnTo>
                  <a:pt x="198065" y="144637"/>
                </a:lnTo>
                <a:lnTo>
                  <a:pt x="213546" y="173850"/>
                </a:lnTo>
                <a:lnTo>
                  <a:pt x="212668" y="179121"/>
                </a:lnTo>
                <a:lnTo>
                  <a:pt x="183244" y="171324"/>
                </a:lnTo>
                <a:lnTo>
                  <a:pt x="149867" y="169676"/>
                </a:lnTo>
                <a:lnTo>
                  <a:pt x="141852" y="139036"/>
                </a:lnTo>
                <a:lnTo>
                  <a:pt x="122528" y="121135"/>
                </a:lnTo>
                <a:lnTo>
                  <a:pt x="82344" y="105759"/>
                </a:lnTo>
                <a:lnTo>
                  <a:pt x="36890" y="101257"/>
                </a:lnTo>
                <a:lnTo>
                  <a:pt x="11967" y="86870"/>
                </a:lnTo>
                <a:lnTo>
                  <a:pt x="0" y="16913"/>
                </a:lnTo>
                <a:lnTo>
                  <a:pt x="5599" y="13728"/>
                </a:lnTo>
                <a:lnTo>
                  <a:pt x="4941" y="5601"/>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AA708A16-9BDE-4EBD-AF2F-FE325A47C6D3}"/>
              </a:ext>
            </a:extLst>
          </p:cNvPr>
          <p:cNvSpPr>
            <a:spLocks xmlns:a="http://schemas.openxmlformats.org/drawingml/2006/main" noGrp="1"/>
          </p:cNvSpPr>
          <p:nvPr/>
        </p:nvSpPr>
        <p:spPr>
          <a:xfrm xmlns:a="http://schemas.openxmlformats.org/drawingml/2006/main">
            <a:off x="2368360" y="4846944"/>
            <a:ext cx="118738" cy="99330"/>
          </a:xfrm>
          <a:custGeom xmlns:a="http://schemas.openxmlformats.org/drawingml/2006/main">
            <a:pathLst>
              <a:path w="159638" h="133545">
                <a:moveTo>
                  <a:pt x="106169" y="0"/>
                </a:moveTo>
                <a:lnTo>
                  <a:pt x="132300" y="2526"/>
                </a:lnTo>
                <a:lnTo>
                  <a:pt x="136033" y="9115"/>
                </a:lnTo>
                <a:lnTo>
                  <a:pt x="118356" y="14497"/>
                </a:lnTo>
                <a:lnTo>
                  <a:pt x="116490" y="20098"/>
                </a:lnTo>
                <a:lnTo>
                  <a:pt x="129775" y="11312"/>
                </a:lnTo>
                <a:lnTo>
                  <a:pt x="142511" y="12739"/>
                </a:lnTo>
                <a:lnTo>
                  <a:pt x="158979" y="40195"/>
                </a:lnTo>
                <a:lnTo>
                  <a:pt x="150635" y="47443"/>
                </a:lnTo>
                <a:lnTo>
                  <a:pt x="151514" y="50958"/>
                </a:lnTo>
                <a:lnTo>
                  <a:pt x="153380" y="47224"/>
                </a:lnTo>
                <a:lnTo>
                  <a:pt x="159638" y="47773"/>
                </a:lnTo>
                <a:lnTo>
                  <a:pt x="157552" y="61281"/>
                </a:lnTo>
                <a:lnTo>
                  <a:pt x="145914" y="58645"/>
                </a:lnTo>
                <a:lnTo>
                  <a:pt x="133068" y="68749"/>
                </a:lnTo>
                <a:lnTo>
                  <a:pt x="122309" y="43380"/>
                </a:lnTo>
                <a:lnTo>
                  <a:pt x="122089" y="50079"/>
                </a:lnTo>
                <a:lnTo>
                  <a:pt x="131861" y="63038"/>
                </a:lnTo>
                <a:lnTo>
                  <a:pt x="128457" y="70067"/>
                </a:lnTo>
                <a:lnTo>
                  <a:pt x="122089" y="57328"/>
                </a:lnTo>
                <a:lnTo>
                  <a:pt x="112647" y="54472"/>
                </a:lnTo>
                <a:lnTo>
                  <a:pt x="104083" y="58426"/>
                </a:lnTo>
                <a:lnTo>
                  <a:pt x="113416" y="55131"/>
                </a:lnTo>
                <a:lnTo>
                  <a:pt x="121870" y="58096"/>
                </a:lnTo>
                <a:lnTo>
                  <a:pt x="126371" y="66882"/>
                </a:lnTo>
                <a:lnTo>
                  <a:pt x="122967" y="97633"/>
                </a:lnTo>
                <a:lnTo>
                  <a:pt x="107487" y="96534"/>
                </a:lnTo>
                <a:lnTo>
                  <a:pt x="90579" y="106089"/>
                </a:lnTo>
                <a:lnTo>
                  <a:pt x="84321" y="98950"/>
                </a:lnTo>
                <a:lnTo>
                  <a:pt x="78831" y="98950"/>
                </a:lnTo>
                <a:lnTo>
                  <a:pt x="52700" y="114985"/>
                </a:lnTo>
                <a:lnTo>
                  <a:pt x="53469" y="118389"/>
                </a:lnTo>
                <a:lnTo>
                  <a:pt x="43917" y="121025"/>
                </a:lnTo>
                <a:lnTo>
                  <a:pt x="39086" y="115534"/>
                </a:lnTo>
                <a:lnTo>
                  <a:pt x="20861" y="133545"/>
                </a:lnTo>
                <a:lnTo>
                  <a:pt x="24593" y="125308"/>
                </a:lnTo>
                <a:lnTo>
                  <a:pt x="19323" y="101806"/>
                </a:lnTo>
                <a:lnTo>
                  <a:pt x="7685" y="67541"/>
                </a:lnTo>
                <a:lnTo>
                  <a:pt x="0" y="63148"/>
                </a:lnTo>
                <a:lnTo>
                  <a:pt x="878" y="57547"/>
                </a:lnTo>
                <a:lnTo>
                  <a:pt x="45015" y="51068"/>
                </a:lnTo>
                <a:lnTo>
                  <a:pt x="56543" y="60073"/>
                </a:lnTo>
                <a:lnTo>
                  <a:pt x="59507" y="57877"/>
                </a:lnTo>
                <a:lnTo>
                  <a:pt x="53688" y="44039"/>
                </a:lnTo>
                <a:lnTo>
                  <a:pt x="72243" y="12300"/>
                </a:lnTo>
                <a:lnTo>
                  <a:pt x="87834" y="3405"/>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46F4C286-9B7D-4A70-B5CB-7BDE843394A5}"/>
              </a:ext>
            </a:extLst>
          </p:cNvPr>
          <p:cNvSpPr>
            <a:spLocks xmlns:a="http://schemas.openxmlformats.org/drawingml/2006/main" noGrp="1"/>
          </p:cNvSpPr>
          <p:nvPr/>
        </p:nvSpPr>
        <p:spPr>
          <a:xfrm xmlns:a="http://schemas.openxmlformats.org/drawingml/2006/main">
            <a:off x="2458352" y="4976334"/>
            <a:ext cx="108204" cy="81441"/>
          </a:xfrm>
          <a:custGeom xmlns:a="http://schemas.openxmlformats.org/drawingml/2006/main">
            <a:pathLst>
              <a:path w="145475" h="109493">
                <a:moveTo>
                  <a:pt x="50834" y="0"/>
                </a:moveTo>
                <a:lnTo>
                  <a:pt x="69389" y="8127"/>
                </a:lnTo>
                <a:lnTo>
                  <a:pt x="73671" y="17681"/>
                </a:lnTo>
                <a:lnTo>
                  <a:pt x="93653" y="9005"/>
                </a:lnTo>
                <a:lnTo>
                  <a:pt x="92116" y="26467"/>
                </a:lnTo>
                <a:lnTo>
                  <a:pt x="94861" y="8786"/>
                </a:lnTo>
                <a:lnTo>
                  <a:pt x="103754" y="6589"/>
                </a:lnTo>
                <a:lnTo>
                  <a:pt x="124065" y="13398"/>
                </a:lnTo>
                <a:lnTo>
                  <a:pt x="129006" y="22953"/>
                </a:lnTo>
                <a:lnTo>
                  <a:pt x="131970" y="19439"/>
                </a:lnTo>
                <a:lnTo>
                  <a:pt x="145475" y="22184"/>
                </a:lnTo>
                <a:lnTo>
                  <a:pt x="144816" y="33606"/>
                </a:lnTo>
                <a:lnTo>
                  <a:pt x="134386" y="47773"/>
                </a:lnTo>
                <a:lnTo>
                  <a:pt x="120223" y="40525"/>
                </a:lnTo>
                <a:lnTo>
                  <a:pt x="113745" y="45906"/>
                </a:lnTo>
                <a:lnTo>
                  <a:pt x="122309" y="43819"/>
                </a:lnTo>
                <a:lnTo>
                  <a:pt x="127140" y="49750"/>
                </a:lnTo>
                <a:lnTo>
                  <a:pt x="124944" y="68200"/>
                </a:lnTo>
                <a:lnTo>
                  <a:pt x="120662" y="71605"/>
                </a:lnTo>
                <a:lnTo>
                  <a:pt x="125383" y="100488"/>
                </a:lnTo>
                <a:lnTo>
                  <a:pt x="108036" y="109493"/>
                </a:lnTo>
                <a:lnTo>
                  <a:pt x="93433" y="107187"/>
                </a:lnTo>
                <a:lnTo>
                  <a:pt x="77184" y="96534"/>
                </a:lnTo>
                <a:lnTo>
                  <a:pt x="72134" y="102245"/>
                </a:lnTo>
                <a:lnTo>
                  <a:pt x="63240" y="102025"/>
                </a:lnTo>
                <a:lnTo>
                  <a:pt x="42160" y="77096"/>
                </a:lnTo>
                <a:lnTo>
                  <a:pt x="31840" y="46235"/>
                </a:lnTo>
                <a:lnTo>
                  <a:pt x="23166" y="40305"/>
                </a:lnTo>
                <a:lnTo>
                  <a:pt x="16359" y="42392"/>
                </a:lnTo>
                <a:lnTo>
                  <a:pt x="988" y="37230"/>
                </a:lnTo>
                <a:lnTo>
                  <a:pt x="0" y="28883"/>
                </a:lnTo>
                <a:lnTo>
                  <a:pt x="14493" y="11861"/>
                </a:lnTo>
                <a:lnTo>
                  <a:pt x="20970" y="14826"/>
                </a:lnTo>
                <a:lnTo>
                  <a:pt x="34914" y="1098"/>
                </a:lnTo>
                <a:lnTo>
                  <a:pt x="38318" y="6589"/>
                </a:lnTo>
                <a:lnTo>
                  <a:pt x="39415" y="2306"/>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EB8CAADD-FE1F-4F5F-9EA7-0784B373AB18}"/>
              </a:ext>
            </a:extLst>
          </p:cNvPr>
          <p:cNvSpPr>
            <a:spLocks xmlns:a="http://schemas.openxmlformats.org/drawingml/2006/main" noGrp="1"/>
          </p:cNvSpPr>
          <p:nvPr/>
        </p:nvSpPr>
        <p:spPr>
          <a:xfrm xmlns:a="http://schemas.openxmlformats.org/drawingml/2006/main">
            <a:off x="2977893" y="4695090"/>
            <a:ext cx="77988" cy="82993"/>
          </a:xfrm>
          <a:custGeom xmlns:a="http://schemas.openxmlformats.org/drawingml/2006/main">
            <a:pathLst>
              <a:path w="104852" h="111580">
                <a:moveTo>
                  <a:pt x="13175" y="3075"/>
                </a:moveTo>
                <a:lnTo>
                  <a:pt x="38427" y="26797"/>
                </a:lnTo>
                <a:lnTo>
                  <a:pt x="52481" y="32068"/>
                </a:lnTo>
                <a:lnTo>
                  <a:pt x="72134" y="66553"/>
                </a:lnTo>
                <a:lnTo>
                  <a:pt x="104303" y="99170"/>
                </a:lnTo>
                <a:lnTo>
                  <a:pt x="104852" y="111580"/>
                </a:lnTo>
                <a:lnTo>
                  <a:pt x="72463" y="103234"/>
                </a:lnTo>
                <a:lnTo>
                  <a:pt x="18665" y="69298"/>
                </a:lnTo>
                <a:lnTo>
                  <a:pt x="769" y="32068"/>
                </a:lnTo>
                <a:lnTo>
                  <a:pt x="0" y="2965"/>
                </a:lnTo>
                <a:lnTo>
                  <a:pt x="6368"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C3774979-D2D3-437F-A864-5B749331F6F1}"/>
              </a:ext>
            </a:extLst>
          </p:cNvPr>
          <p:cNvSpPr>
            <a:spLocks xmlns:a="http://schemas.openxmlformats.org/drawingml/2006/main" noGrp="1"/>
          </p:cNvSpPr>
          <p:nvPr/>
        </p:nvSpPr>
        <p:spPr>
          <a:xfrm xmlns:a="http://schemas.openxmlformats.org/drawingml/2006/main">
            <a:off x="2609592" y="4552222"/>
            <a:ext cx="29970" cy="43620"/>
          </a:xfrm>
          <a:custGeom xmlns:a="http://schemas.openxmlformats.org/drawingml/2006/main">
            <a:pathLst>
              <a:path w="40294" h="58645">
                <a:moveTo>
                  <a:pt x="7137" y="0"/>
                </a:moveTo>
                <a:lnTo>
                  <a:pt x="18555" y="3734"/>
                </a:lnTo>
                <a:lnTo>
                  <a:pt x="3733" y="1208"/>
                </a:lnTo>
                <a:lnTo>
                  <a:pt x="8893" y="22514"/>
                </a:lnTo>
                <a:lnTo>
                  <a:pt x="37988" y="27785"/>
                </a:lnTo>
                <a:lnTo>
                  <a:pt x="28875" y="45467"/>
                </a:lnTo>
                <a:lnTo>
                  <a:pt x="40294" y="53154"/>
                </a:lnTo>
                <a:lnTo>
                  <a:pt x="21080" y="58645"/>
                </a:lnTo>
                <a:lnTo>
                  <a:pt x="2086" y="44588"/>
                </a:lnTo>
                <a:lnTo>
                  <a:pt x="11089" y="47993"/>
                </a:lnTo>
                <a:lnTo>
                  <a:pt x="14383" y="42172"/>
                </a:lnTo>
                <a:lnTo>
                  <a:pt x="6807" y="30421"/>
                </a:lnTo>
                <a:lnTo>
                  <a:pt x="2635" y="30201"/>
                </a:lnTo>
                <a:lnTo>
                  <a:pt x="0" y="36461"/>
                </a:lnTo>
                <a:lnTo>
                  <a:pt x="5380" y="19219"/>
                </a:lnTo>
                <a:lnTo>
                  <a:pt x="988" y="3185"/>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5C3D20DC-DDF2-44F3-85ED-8EE6F14EEECD}"/>
              </a:ext>
            </a:extLst>
          </p:cNvPr>
          <p:cNvSpPr>
            <a:spLocks xmlns:a="http://schemas.openxmlformats.org/drawingml/2006/main" noGrp="1"/>
          </p:cNvSpPr>
          <p:nvPr/>
        </p:nvSpPr>
        <p:spPr>
          <a:xfrm xmlns:a="http://schemas.openxmlformats.org/drawingml/2006/main">
            <a:off x="2679986" y="4806101"/>
            <a:ext cx="28745" cy="7597"/>
          </a:xfrm>
          <a:custGeom xmlns:a="http://schemas.openxmlformats.org/drawingml/2006/main">
            <a:pathLst>
              <a:path w="38647" h="10214">
                <a:moveTo>
                  <a:pt x="20751" y="0"/>
                </a:moveTo>
                <a:lnTo>
                  <a:pt x="38647" y="0"/>
                </a:lnTo>
                <a:lnTo>
                  <a:pt x="38647" y="10214"/>
                </a:lnTo>
                <a:lnTo>
                  <a:pt x="0" y="10214"/>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66EBDB49-9208-4B4A-95F8-A2B759882071}"/>
              </a:ext>
            </a:extLst>
          </p:cNvPr>
          <p:cNvSpPr>
            <a:spLocks xmlns:a="http://schemas.openxmlformats.org/drawingml/2006/main" noGrp="1"/>
          </p:cNvSpPr>
          <p:nvPr/>
        </p:nvSpPr>
        <p:spPr>
          <a:xfrm xmlns:a="http://schemas.openxmlformats.org/drawingml/2006/main">
            <a:off x="2630090" y="4557205"/>
            <a:ext cx="38545" cy="35288"/>
          </a:xfrm>
          <a:custGeom xmlns:a="http://schemas.openxmlformats.org/drawingml/2006/main">
            <a:pathLst>
              <a:path w="51822" h="47443">
                <a:moveTo>
                  <a:pt x="33267" y="16583"/>
                </a:moveTo>
                <a:lnTo>
                  <a:pt x="51822" y="33825"/>
                </a:lnTo>
                <a:lnTo>
                  <a:pt x="44356" y="26577"/>
                </a:lnTo>
                <a:lnTo>
                  <a:pt x="39415" y="35473"/>
                </a:lnTo>
                <a:lnTo>
                  <a:pt x="40404" y="43160"/>
                </a:lnTo>
                <a:lnTo>
                  <a:pt x="51163" y="40415"/>
                </a:lnTo>
                <a:lnTo>
                  <a:pt x="22288" y="47443"/>
                </a:lnTo>
                <a:lnTo>
                  <a:pt x="33048" y="41952"/>
                </a:lnTo>
                <a:lnTo>
                  <a:pt x="25362" y="17791"/>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1F41EAD4-579C-484A-A2B2-6BFA7A379FB4}"/>
              </a:ext>
            </a:extLst>
          </p:cNvPr>
          <p:cNvSpPr>
            <a:spLocks xmlns:a="http://schemas.openxmlformats.org/drawingml/2006/main" noGrp="1"/>
          </p:cNvSpPr>
          <p:nvPr/>
        </p:nvSpPr>
        <p:spPr>
          <a:xfrm xmlns:a="http://schemas.openxmlformats.org/drawingml/2006/main">
            <a:off x="2518130" y="4856256"/>
            <a:ext cx="19028" cy="19850"/>
          </a:xfrm>
          <a:custGeom xmlns:a="http://schemas.openxmlformats.org/drawingml/2006/main">
            <a:pathLst>
              <a:path w="25582" h="26687">
                <a:moveTo>
                  <a:pt x="14053" y="25149"/>
                </a:moveTo>
                <a:lnTo>
                  <a:pt x="5599" y="26687"/>
                </a:lnTo>
                <a:lnTo>
                  <a:pt x="0" y="22843"/>
                </a:lnTo>
                <a:lnTo>
                  <a:pt x="7027" y="17681"/>
                </a:lnTo>
                <a:lnTo>
                  <a:pt x="8783" y="9664"/>
                </a:lnTo>
                <a:lnTo>
                  <a:pt x="25582"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A1BA0D91-4B3C-4A71-B086-3CF200692820}"/>
              </a:ext>
            </a:extLst>
          </p:cNvPr>
          <p:cNvSpPr>
            <a:spLocks xmlns:a="http://schemas.openxmlformats.org/drawingml/2006/main" noGrp="1"/>
          </p:cNvSpPr>
          <p:nvPr/>
        </p:nvSpPr>
        <p:spPr>
          <a:xfrm xmlns:a="http://schemas.openxmlformats.org/drawingml/2006/main">
            <a:off x="1903697" y="3156048"/>
            <a:ext cx="13229" cy="19850"/>
          </a:xfrm>
          <a:custGeom xmlns:a="http://schemas.openxmlformats.org/drawingml/2006/main">
            <a:pathLst>
              <a:path w="17786" h="26687">
                <a:moveTo>
                  <a:pt x="9223" y="26687"/>
                </a:moveTo>
                <a:lnTo>
                  <a:pt x="0" y="23722"/>
                </a:lnTo>
                <a:lnTo>
                  <a:pt x="10540" y="0"/>
                </a:lnTo>
                <a:lnTo>
                  <a:pt x="17786" y="14387"/>
                </a:lnTo>
                <a:lnTo>
                  <a:pt x="17457" y="20098"/>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5AACC93D-80E2-4674-869D-1EEDA06F7F5B}"/>
              </a:ext>
            </a:extLst>
          </p:cNvPr>
          <p:cNvSpPr>
            <a:spLocks xmlns:a="http://schemas.openxmlformats.org/drawingml/2006/main" noGrp="1"/>
          </p:cNvSpPr>
          <p:nvPr/>
        </p:nvSpPr>
        <p:spPr>
          <a:xfrm xmlns:a="http://schemas.openxmlformats.org/drawingml/2006/main">
            <a:off x="1457898" y="2571750"/>
            <a:ext cx="3575946" cy="2124729"/>
          </a:xfrm>
          <a:custGeom xmlns:a="http://schemas.openxmlformats.org/drawingml/2006/main">
            <a:pathLst>
              <a:path w="4807699" h="2856603">
                <a:moveTo>
                  <a:pt x="1005589" y="1792639"/>
                </a:moveTo>
                <a:lnTo>
                  <a:pt x="983191" y="1788136"/>
                </a:lnTo>
                <a:lnTo>
                  <a:pt x="989120" y="1801754"/>
                </a:lnTo>
                <a:lnTo>
                  <a:pt x="1001526" y="1804829"/>
                </a:lnTo>
                <a:lnTo>
                  <a:pt x="1028535" y="1838545"/>
                </a:lnTo>
                <a:lnTo>
                  <a:pt x="1028865" y="1880607"/>
                </a:lnTo>
                <a:lnTo>
                  <a:pt x="993402" y="1879619"/>
                </a:lnTo>
                <a:lnTo>
                  <a:pt x="993621" y="1874457"/>
                </a:lnTo>
                <a:lnTo>
                  <a:pt x="987143" y="1870064"/>
                </a:lnTo>
                <a:lnTo>
                  <a:pt x="983630" y="1840741"/>
                </a:lnTo>
                <a:lnTo>
                  <a:pt x="973529" y="1821522"/>
                </a:lnTo>
                <a:lnTo>
                  <a:pt x="976823" y="1810650"/>
                </a:lnTo>
                <a:lnTo>
                  <a:pt x="986704" y="1802633"/>
                </a:lnTo>
                <a:lnTo>
                  <a:pt x="981105" y="1789125"/>
                </a:lnTo>
                <a:lnTo>
                  <a:pt x="969796" y="1802852"/>
                </a:lnTo>
                <a:lnTo>
                  <a:pt x="964526" y="1819545"/>
                </a:lnTo>
                <a:lnTo>
                  <a:pt x="966722" y="1865122"/>
                </a:lnTo>
                <a:lnTo>
                  <a:pt x="936200" y="1876653"/>
                </a:lnTo>
                <a:lnTo>
                  <a:pt x="913034" y="1875116"/>
                </a:lnTo>
                <a:lnTo>
                  <a:pt x="858357" y="1885329"/>
                </a:lnTo>
                <a:lnTo>
                  <a:pt x="843315" y="1777154"/>
                </a:lnTo>
                <a:lnTo>
                  <a:pt x="837057" y="1774298"/>
                </a:lnTo>
                <a:lnTo>
                  <a:pt x="824102" y="1777813"/>
                </a:lnTo>
                <a:lnTo>
                  <a:pt x="836618" y="1897410"/>
                </a:lnTo>
                <a:lnTo>
                  <a:pt x="817075" y="1906415"/>
                </a:lnTo>
                <a:lnTo>
                  <a:pt x="813342" y="1902022"/>
                </a:lnTo>
                <a:lnTo>
                  <a:pt x="798630" y="1912675"/>
                </a:lnTo>
                <a:lnTo>
                  <a:pt x="739122" y="1846562"/>
                </a:lnTo>
                <a:lnTo>
                  <a:pt x="735829" y="1800656"/>
                </a:lnTo>
                <a:lnTo>
                  <a:pt x="692680" y="1806037"/>
                </a:lnTo>
                <a:lnTo>
                  <a:pt x="700475" y="1870723"/>
                </a:lnTo>
                <a:lnTo>
                  <a:pt x="753615" y="1925525"/>
                </a:lnTo>
                <a:lnTo>
                  <a:pt x="749772" y="1923877"/>
                </a:lnTo>
                <a:lnTo>
                  <a:pt x="752846" y="1929039"/>
                </a:lnTo>
                <a:lnTo>
                  <a:pt x="737036" y="1945842"/>
                </a:lnTo>
                <a:lnTo>
                  <a:pt x="668526" y="1999765"/>
                </a:lnTo>
                <a:lnTo>
                  <a:pt x="653265" y="1981315"/>
                </a:lnTo>
                <a:lnTo>
                  <a:pt x="655900" y="1977251"/>
                </a:lnTo>
                <a:lnTo>
                  <a:pt x="648214" y="1964621"/>
                </a:lnTo>
                <a:lnTo>
                  <a:pt x="581241" y="1931235"/>
                </a:lnTo>
                <a:lnTo>
                  <a:pt x="585413" y="1922230"/>
                </a:lnTo>
                <a:lnTo>
                  <a:pt x="570920" y="1910698"/>
                </a:lnTo>
                <a:lnTo>
                  <a:pt x="558843" y="1920802"/>
                </a:lnTo>
                <a:lnTo>
                  <a:pt x="550828" y="1911907"/>
                </a:lnTo>
                <a:lnTo>
                  <a:pt x="561259" y="1902901"/>
                </a:lnTo>
                <a:lnTo>
                  <a:pt x="527552" y="1864134"/>
                </a:lnTo>
                <a:lnTo>
                  <a:pt x="505923" y="1882474"/>
                </a:lnTo>
                <a:lnTo>
                  <a:pt x="484294" y="1856885"/>
                </a:lnTo>
                <a:lnTo>
                  <a:pt x="568615" y="1764963"/>
                </a:lnTo>
                <a:lnTo>
                  <a:pt x="564992" y="1753432"/>
                </a:lnTo>
                <a:lnTo>
                  <a:pt x="553134" y="1749149"/>
                </a:lnTo>
                <a:lnTo>
                  <a:pt x="496042" y="1810760"/>
                </a:lnTo>
                <a:lnTo>
                  <a:pt x="479024" y="1816580"/>
                </a:lnTo>
                <a:lnTo>
                  <a:pt x="451027" y="1789564"/>
                </a:lnTo>
                <a:lnTo>
                  <a:pt x="446196" y="1775836"/>
                </a:lnTo>
                <a:lnTo>
                  <a:pt x="506911" y="1712907"/>
                </a:lnTo>
                <a:lnTo>
                  <a:pt x="509217" y="1707197"/>
                </a:lnTo>
                <a:lnTo>
                  <a:pt x="503069" y="1699948"/>
                </a:lnTo>
                <a:lnTo>
                  <a:pt x="482428" y="1683695"/>
                </a:lnTo>
                <a:lnTo>
                  <a:pt x="446745" y="1723011"/>
                </a:lnTo>
                <a:lnTo>
                  <a:pt x="411941" y="1750357"/>
                </a:lnTo>
                <a:lnTo>
                  <a:pt x="385591" y="1732566"/>
                </a:lnTo>
                <a:lnTo>
                  <a:pt x="350677" y="1697532"/>
                </a:lnTo>
                <a:lnTo>
                  <a:pt x="316641" y="1746294"/>
                </a:lnTo>
                <a:lnTo>
                  <a:pt x="354739" y="1778472"/>
                </a:lnTo>
                <a:lnTo>
                  <a:pt x="431813" y="1868636"/>
                </a:lnTo>
                <a:lnTo>
                  <a:pt x="447843" y="1965720"/>
                </a:lnTo>
                <a:lnTo>
                  <a:pt x="482977" y="2030515"/>
                </a:lnTo>
                <a:lnTo>
                  <a:pt x="488247" y="2048307"/>
                </a:lnTo>
                <a:lnTo>
                  <a:pt x="483087" y="2077300"/>
                </a:lnTo>
                <a:lnTo>
                  <a:pt x="460908" y="2099704"/>
                </a:lnTo>
                <a:lnTo>
                  <a:pt x="440268" y="2105085"/>
                </a:lnTo>
                <a:lnTo>
                  <a:pt x="384493" y="2101241"/>
                </a:lnTo>
                <a:lnTo>
                  <a:pt x="381419" y="2105195"/>
                </a:lnTo>
                <a:lnTo>
                  <a:pt x="373733" y="2207001"/>
                </a:lnTo>
                <a:lnTo>
                  <a:pt x="413368" y="2207001"/>
                </a:lnTo>
                <a:lnTo>
                  <a:pt x="413478" y="2305402"/>
                </a:lnTo>
                <a:lnTo>
                  <a:pt x="127798" y="2305402"/>
                </a:lnTo>
                <a:lnTo>
                  <a:pt x="127798" y="2380850"/>
                </a:lnTo>
                <a:lnTo>
                  <a:pt x="424348" y="2380850"/>
                </a:lnTo>
                <a:lnTo>
                  <a:pt x="424348" y="2446964"/>
                </a:lnTo>
                <a:lnTo>
                  <a:pt x="352324" y="2479142"/>
                </a:lnTo>
                <a:lnTo>
                  <a:pt x="127798" y="2479142"/>
                </a:lnTo>
                <a:lnTo>
                  <a:pt x="127798" y="2554700"/>
                </a:lnTo>
                <a:lnTo>
                  <a:pt x="484624" y="2554700"/>
                </a:lnTo>
                <a:lnTo>
                  <a:pt x="484624" y="2652991"/>
                </a:lnTo>
                <a:lnTo>
                  <a:pt x="127908" y="2652991"/>
                </a:lnTo>
                <a:lnTo>
                  <a:pt x="127908" y="2736457"/>
                </a:lnTo>
                <a:lnTo>
                  <a:pt x="562357" y="2736347"/>
                </a:lnTo>
                <a:lnTo>
                  <a:pt x="580582" y="2785108"/>
                </a:lnTo>
                <a:lnTo>
                  <a:pt x="465081" y="2827829"/>
                </a:lnTo>
                <a:lnTo>
                  <a:pt x="427971" y="2850123"/>
                </a:lnTo>
                <a:lnTo>
                  <a:pt x="403816" y="2856603"/>
                </a:lnTo>
                <a:lnTo>
                  <a:pt x="39635" y="2765120"/>
                </a:lnTo>
                <a:lnTo>
                  <a:pt x="13614" y="2750953"/>
                </a:lnTo>
                <a:lnTo>
                  <a:pt x="1427" y="2728989"/>
                </a:lnTo>
                <a:lnTo>
                  <a:pt x="0" y="2493968"/>
                </a:lnTo>
                <a:lnTo>
                  <a:pt x="73890" y="2493968"/>
                </a:lnTo>
                <a:lnTo>
                  <a:pt x="74000" y="2464206"/>
                </a:lnTo>
                <a:lnTo>
                  <a:pt x="34585" y="2464206"/>
                </a:lnTo>
                <a:lnTo>
                  <a:pt x="34585" y="2392162"/>
                </a:lnTo>
                <a:lnTo>
                  <a:pt x="69059" y="2392162"/>
                </a:lnTo>
                <a:lnTo>
                  <a:pt x="69059" y="2362400"/>
                </a:lnTo>
                <a:lnTo>
                  <a:pt x="44466" y="2362400"/>
                </a:lnTo>
                <a:lnTo>
                  <a:pt x="44466" y="2312211"/>
                </a:lnTo>
                <a:lnTo>
                  <a:pt x="110" y="2312211"/>
                </a:lnTo>
                <a:lnTo>
                  <a:pt x="1318" y="2292553"/>
                </a:lnTo>
                <a:lnTo>
                  <a:pt x="62691" y="2128148"/>
                </a:lnTo>
                <a:lnTo>
                  <a:pt x="78172" y="2112992"/>
                </a:lnTo>
                <a:lnTo>
                  <a:pt x="110232" y="2101131"/>
                </a:lnTo>
                <a:lnTo>
                  <a:pt x="131202" y="2087513"/>
                </a:lnTo>
                <a:lnTo>
                  <a:pt x="147012" y="2068953"/>
                </a:lnTo>
                <a:lnTo>
                  <a:pt x="156564" y="2048307"/>
                </a:lnTo>
                <a:lnTo>
                  <a:pt x="160516" y="2024146"/>
                </a:lnTo>
                <a:lnTo>
                  <a:pt x="157333" y="1999216"/>
                </a:lnTo>
                <a:lnTo>
                  <a:pt x="137460" y="1948478"/>
                </a:lnTo>
                <a:lnTo>
                  <a:pt x="129665" y="1947599"/>
                </a:lnTo>
                <a:lnTo>
                  <a:pt x="131531" y="1936068"/>
                </a:lnTo>
                <a:lnTo>
                  <a:pt x="128018" y="1940351"/>
                </a:lnTo>
                <a:lnTo>
                  <a:pt x="133068" y="1911357"/>
                </a:lnTo>
                <a:lnTo>
                  <a:pt x="134935" y="1916409"/>
                </a:lnTo>
                <a:lnTo>
                  <a:pt x="136692" y="1906635"/>
                </a:lnTo>
                <a:lnTo>
                  <a:pt x="142730" y="1907623"/>
                </a:lnTo>
                <a:lnTo>
                  <a:pt x="283045" y="1532249"/>
                </a:lnTo>
                <a:lnTo>
                  <a:pt x="296659" y="1479973"/>
                </a:lnTo>
                <a:lnTo>
                  <a:pt x="319167" y="1427588"/>
                </a:lnTo>
                <a:lnTo>
                  <a:pt x="314226" y="1420010"/>
                </a:lnTo>
                <a:lnTo>
                  <a:pt x="319715" y="1414189"/>
                </a:lnTo>
                <a:lnTo>
                  <a:pt x="316531" y="1411224"/>
                </a:lnTo>
                <a:lnTo>
                  <a:pt x="329158" y="1398155"/>
                </a:lnTo>
                <a:lnTo>
                  <a:pt x="338270" y="1376520"/>
                </a:lnTo>
                <a:lnTo>
                  <a:pt x="336953" y="1371578"/>
                </a:lnTo>
                <a:lnTo>
                  <a:pt x="326303" y="1376191"/>
                </a:lnTo>
                <a:lnTo>
                  <a:pt x="317739" y="1366746"/>
                </a:lnTo>
                <a:lnTo>
                  <a:pt x="312030" y="1347856"/>
                </a:lnTo>
                <a:lnTo>
                  <a:pt x="315763" y="1329406"/>
                </a:lnTo>
                <a:lnTo>
                  <a:pt x="301600" y="1320291"/>
                </a:lnTo>
                <a:lnTo>
                  <a:pt x="303027" y="1317545"/>
                </a:lnTo>
                <a:lnTo>
                  <a:pt x="317080" y="1326880"/>
                </a:lnTo>
                <a:lnTo>
                  <a:pt x="328828" y="1314031"/>
                </a:lnTo>
                <a:lnTo>
                  <a:pt x="344309" y="1307881"/>
                </a:lnTo>
                <a:lnTo>
                  <a:pt x="352104" y="1311285"/>
                </a:lnTo>
                <a:lnTo>
                  <a:pt x="356935" y="1321279"/>
                </a:lnTo>
                <a:lnTo>
                  <a:pt x="363303" y="1292396"/>
                </a:lnTo>
                <a:lnTo>
                  <a:pt x="378235" y="1257143"/>
                </a:lnTo>
                <a:lnTo>
                  <a:pt x="380870" y="1237374"/>
                </a:lnTo>
                <a:lnTo>
                  <a:pt x="383944" y="1242097"/>
                </a:lnTo>
                <a:lnTo>
                  <a:pt x="404585" y="1225623"/>
                </a:lnTo>
                <a:lnTo>
                  <a:pt x="417870" y="1208381"/>
                </a:lnTo>
                <a:lnTo>
                  <a:pt x="451247" y="1132933"/>
                </a:lnTo>
                <a:lnTo>
                  <a:pt x="476279" y="1096142"/>
                </a:lnTo>
                <a:lnTo>
                  <a:pt x="479244" y="1077692"/>
                </a:lnTo>
                <a:lnTo>
                  <a:pt x="498018" y="1071871"/>
                </a:lnTo>
                <a:lnTo>
                  <a:pt x="496371" y="1059242"/>
                </a:lnTo>
                <a:lnTo>
                  <a:pt x="501751" y="1054959"/>
                </a:lnTo>
                <a:lnTo>
                  <a:pt x="516134" y="1073628"/>
                </a:lnTo>
                <a:lnTo>
                  <a:pt x="516244" y="1055618"/>
                </a:lnTo>
                <a:lnTo>
                  <a:pt x="525686" y="1053751"/>
                </a:lnTo>
                <a:lnTo>
                  <a:pt x="541277" y="1014104"/>
                </a:lnTo>
                <a:lnTo>
                  <a:pt x="565650" y="972042"/>
                </a:lnTo>
                <a:lnTo>
                  <a:pt x="562686" y="958424"/>
                </a:lnTo>
                <a:lnTo>
                  <a:pt x="574104" y="960072"/>
                </a:lnTo>
                <a:lnTo>
                  <a:pt x="568285" y="950407"/>
                </a:lnTo>
                <a:lnTo>
                  <a:pt x="586731" y="933604"/>
                </a:lnTo>
                <a:lnTo>
                  <a:pt x="594087" y="931627"/>
                </a:lnTo>
                <a:lnTo>
                  <a:pt x="594965" y="941072"/>
                </a:lnTo>
                <a:lnTo>
                  <a:pt x="597929" y="940633"/>
                </a:lnTo>
                <a:lnTo>
                  <a:pt x="601004" y="931078"/>
                </a:lnTo>
                <a:lnTo>
                  <a:pt x="594306" y="920096"/>
                </a:lnTo>
                <a:lnTo>
                  <a:pt x="600784" y="908565"/>
                </a:lnTo>
                <a:lnTo>
                  <a:pt x="613739" y="899559"/>
                </a:lnTo>
                <a:lnTo>
                  <a:pt x="613849" y="881109"/>
                </a:lnTo>
                <a:lnTo>
                  <a:pt x="626256" y="859364"/>
                </a:lnTo>
                <a:lnTo>
                  <a:pt x="622194" y="833665"/>
                </a:lnTo>
                <a:lnTo>
                  <a:pt x="627464" y="806759"/>
                </a:lnTo>
                <a:lnTo>
                  <a:pt x="618680" y="791164"/>
                </a:lnTo>
                <a:lnTo>
                  <a:pt x="625707" y="774361"/>
                </a:lnTo>
                <a:lnTo>
                  <a:pt x="629879" y="777326"/>
                </a:lnTo>
                <a:lnTo>
                  <a:pt x="631855" y="773702"/>
                </a:lnTo>
                <a:lnTo>
                  <a:pt x="626146" y="769639"/>
                </a:lnTo>
                <a:lnTo>
                  <a:pt x="628781" y="761182"/>
                </a:lnTo>
                <a:lnTo>
                  <a:pt x="638772" y="755691"/>
                </a:lnTo>
                <a:lnTo>
                  <a:pt x="629440" y="741414"/>
                </a:lnTo>
                <a:lnTo>
                  <a:pt x="623511" y="716484"/>
                </a:lnTo>
                <a:lnTo>
                  <a:pt x="643493" y="707918"/>
                </a:lnTo>
                <a:lnTo>
                  <a:pt x="651947" y="692104"/>
                </a:lnTo>
                <a:lnTo>
                  <a:pt x="652606" y="679255"/>
                </a:lnTo>
                <a:lnTo>
                  <a:pt x="671600" y="674532"/>
                </a:lnTo>
                <a:lnTo>
                  <a:pt x="684556" y="681231"/>
                </a:lnTo>
                <a:lnTo>
                  <a:pt x="687410" y="672226"/>
                </a:lnTo>
                <a:lnTo>
                  <a:pt x="701464" y="664978"/>
                </a:lnTo>
                <a:lnTo>
                  <a:pt x="704099" y="656192"/>
                </a:lnTo>
                <a:lnTo>
                  <a:pt x="712553" y="648724"/>
                </a:lnTo>
                <a:lnTo>
                  <a:pt x="709369" y="635655"/>
                </a:lnTo>
                <a:lnTo>
                  <a:pt x="712333" y="631372"/>
                </a:lnTo>
                <a:lnTo>
                  <a:pt x="719030" y="626759"/>
                </a:lnTo>
                <a:lnTo>
                  <a:pt x="729241" y="629065"/>
                </a:lnTo>
                <a:lnTo>
                  <a:pt x="735719" y="625771"/>
                </a:lnTo>
                <a:lnTo>
                  <a:pt x="725728" y="616655"/>
                </a:lnTo>
                <a:lnTo>
                  <a:pt x="722763" y="602269"/>
                </a:lnTo>
                <a:lnTo>
                  <a:pt x="729680" y="579426"/>
                </a:lnTo>
                <a:lnTo>
                  <a:pt x="739122" y="582061"/>
                </a:lnTo>
                <a:lnTo>
                  <a:pt x="739891" y="573715"/>
                </a:lnTo>
                <a:lnTo>
                  <a:pt x="730888" y="565917"/>
                </a:lnTo>
                <a:lnTo>
                  <a:pt x="749114" y="556033"/>
                </a:lnTo>
                <a:lnTo>
                  <a:pt x="758995" y="565807"/>
                </a:lnTo>
                <a:lnTo>
                  <a:pt x="753944" y="557681"/>
                </a:lnTo>
                <a:lnTo>
                  <a:pt x="760093" y="549773"/>
                </a:lnTo>
                <a:lnTo>
                  <a:pt x="751419" y="551860"/>
                </a:lnTo>
                <a:lnTo>
                  <a:pt x="744502" y="535496"/>
                </a:lnTo>
                <a:lnTo>
                  <a:pt x="753176" y="500683"/>
                </a:lnTo>
                <a:lnTo>
                  <a:pt x="771072" y="489151"/>
                </a:lnTo>
                <a:lnTo>
                  <a:pt x="781832" y="490689"/>
                </a:lnTo>
                <a:lnTo>
                  <a:pt x="776232" y="488273"/>
                </a:lnTo>
                <a:lnTo>
                  <a:pt x="777989" y="481793"/>
                </a:lnTo>
                <a:lnTo>
                  <a:pt x="794458" y="457412"/>
                </a:lnTo>
                <a:lnTo>
                  <a:pt x="804778" y="463892"/>
                </a:lnTo>
                <a:lnTo>
                  <a:pt x="831128" y="457193"/>
                </a:lnTo>
                <a:lnTo>
                  <a:pt x="852099" y="434899"/>
                </a:lnTo>
                <a:lnTo>
                  <a:pt x="863627" y="442147"/>
                </a:lnTo>
                <a:lnTo>
                  <a:pt x="876363" y="443245"/>
                </a:lnTo>
                <a:lnTo>
                  <a:pt x="879766" y="448077"/>
                </a:lnTo>
                <a:lnTo>
                  <a:pt x="880315" y="430945"/>
                </a:lnTo>
                <a:lnTo>
                  <a:pt x="887342" y="426223"/>
                </a:lnTo>
                <a:lnTo>
                  <a:pt x="901176" y="428968"/>
                </a:lnTo>
                <a:lnTo>
                  <a:pt x="910179" y="414362"/>
                </a:lnTo>
                <a:lnTo>
                  <a:pt x="961452" y="408761"/>
                </a:lnTo>
                <a:lnTo>
                  <a:pt x="972541" y="399865"/>
                </a:lnTo>
                <a:lnTo>
                  <a:pt x="992523" y="392727"/>
                </a:lnTo>
                <a:lnTo>
                  <a:pt x="992413" y="388114"/>
                </a:lnTo>
                <a:lnTo>
                  <a:pt x="1036440" y="342757"/>
                </a:lnTo>
                <a:lnTo>
                  <a:pt x="1063339" y="327382"/>
                </a:lnTo>
                <a:lnTo>
                  <a:pt x="1106598" y="284990"/>
                </a:lnTo>
                <a:lnTo>
                  <a:pt x="1107915" y="273569"/>
                </a:lnTo>
                <a:lnTo>
                  <a:pt x="1116040" y="278840"/>
                </a:lnTo>
                <a:lnTo>
                  <a:pt x="1143817" y="252483"/>
                </a:lnTo>
                <a:lnTo>
                  <a:pt x="1173351" y="235900"/>
                </a:lnTo>
                <a:lnTo>
                  <a:pt x="1220233" y="222172"/>
                </a:lnTo>
                <a:lnTo>
                  <a:pt x="1227259" y="224588"/>
                </a:lnTo>
                <a:lnTo>
                  <a:pt x="1230443" y="220744"/>
                </a:lnTo>
                <a:lnTo>
                  <a:pt x="1271067" y="213715"/>
                </a:lnTo>
                <a:lnTo>
                  <a:pt x="1335954" y="215143"/>
                </a:lnTo>
                <a:lnTo>
                  <a:pt x="1354509" y="219865"/>
                </a:lnTo>
                <a:lnTo>
                  <a:pt x="1380200" y="240292"/>
                </a:lnTo>
                <a:lnTo>
                  <a:pt x="1381957" y="248419"/>
                </a:lnTo>
                <a:lnTo>
                  <a:pt x="1376797" y="239304"/>
                </a:lnTo>
                <a:lnTo>
                  <a:pt x="1376906" y="246333"/>
                </a:lnTo>
                <a:lnTo>
                  <a:pt x="1371417" y="251385"/>
                </a:lnTo>
                <a:lnTo>
                  <a:pt x="1378773" y="249518"/>
                </a:lnTo>
                <a:lnTo>
                  <a:pt x="1393595" y="259951"/>
                </a:lnTo>
                <a:lnTo>
                  <a:pt x="1378444" y="270604"/>
                </a:lnTo>
                <a:lnTo>
                  <a:pt x="1387117" y="263355"/>
                </a:lnTo>
                <a:lnTo>
                  <a:pt x="1395022" y="262916"/>
                </a:lnTo>
                <a:lnTo>
                  <a:pt x="1387447" y="269615"/>
                </a:lnTo>
                <a:lnTo>
                  <a:pt x="1390521" y="267748"/>
                </a:lnTo>
                <a:lnTo>
                  <a:pt x="1393924" y="272031"/>
                </a:lnTo>
                <a:lnTo>
                  <a:pt x="1394034" y="265332"/>
                </a:lnTo>
                <a:lnTo>
                  <a:pt x="1403037" y="269615"/>
                </a:lnTo>
                <a:lnTo>
                  <a:pt x="1406111" y="280817"/>
                </a:lnTo>
                <a:lnTo>
                  <a:pt x="1415114" y="279829"/>
                </a:lnTo>
                <a:lnTo>
                  <a:pt x="1451455" y="307724"/>
                </a:lnTo>
                <a:lnTo>
                  <a:pt x="1452993" y="314972"/>
                </a:lnTo>
                <a:lnTo>
                  <a:pt x="1436634" y="333312"/>
                </a:lnTo>
                <a:lnTo>
                  <a:pt x="1439378" y="351873"/>
                </a:lnTo>
                <a:lnTo>
                  <a:pt x="1443441" y="351982"/>
                </a:lnTo>
                <a:lnTo>
                  <a:pt x="1444758" y="340341"/>
                </a:lnTo>
                <a:lnTo>
                  <a:pt x="1454749" y="326284"/>
                </a:lnTo>
                <a:lnTo>
                  <a:pt x="1460349" y="350006"/>
                </a:lnTo>
                <a:lnTo>
                  <a:pt x="1499325" y="349896"/>
                </a:lnTo>
                <a:lnTo>
                  <a:pt x="1504046" y="345832"/>
                </a:lnTo>
                <a:lnTo>
                  <a:pt x="1507120" y="352092"/>
                </a:lnTo>
                <a:lnTo>
                  <a:pt x="1506901" y="277962"/>
                </a:lnTo>
                <a:lnTo>
                  <a:pt x="1516453" y="268846"/>
                </a:lnTo>
                <a:lnTo>
                  <a:pt x="1671370" y="300585"/>
                </a:lnTo>
                <a:lnTo>
                  <a:pt x="1714628" y="290152"/>
                </a:lnTo>
                <a:lnTo>
                  <a:pt x="1740978" y="301354"/>
                </a:lnTo>
                <a:lnTo>
                  <a:pt x="1771610" y="292019"/>
                </a:lnTo>
                <a:lnTo>
                  <a:pt x="1769195" y="283014"/>
                </a:lnTo>
                <a:lnTo>
                  <a:pt x="1775014" y="267529"/>
                </a:lnTo>
                <a:lnTo>
                  <a:pt x="1792580" y="252812"/>
                </a:lnTo>
                <a:lnTo>
                  <a:pt x="1801693" y="236449"/>
                </a:lnTo>
                <a:lnTo>
                  <a:pt x="1793459" y="200756"/>
                </a:lnTo>
                <a:lnTo>
                  <a:pt x="1797411" y="198560"/>
                </a:lnTo>
                <a:lnTo>
                  <a:pt x="1813331" y="244685"/>
                </a:lnTo>
                <a:lnTo>
                  <a:pt x="1834960" y="228651"/>
                </a:lnTo>
                <a:lnTo>
                  <a:pt x="1873388" y="214264"/>
                </a:lnTo>
                <a:lnTo>
                  <a:pt x="1943325" y="168358"/>
                </a:lnTo>
                <a:lnTo>
                  <a:pt x="1951779" y="166821"/>
                </a:lnTo>
                <a:lnTo>
                  <a:pt x="1976044" y="141562"/>
                </a:lnTo>
                <a:lnTo>
                  <a:pt x="2017216" y="112129"/>
                </a:lnTo>
                <a:lnTo>
                  <a:pt x="2034124" y="104991"/>
                </a:lnTo>
                <a:lnTo>
                  <a:pt x="2118774" y="43160"/>
                </a:lnTo>
                <a:lnTo>
                  <a:pt x="2131949" y="43600"/>
                </a:lnTo>
                <a:lnTo>
                  <a:pt x="2150613" y="25149"/>
                </a:lnTo>
                <a:lnTo>
                  <a:pt x="2166643" y="19109"/>
                </a:lnTo>
                <a:lnTo>
                  <a:pt x="2228127" y="2196"/>
                </a:lnTo>
                <a:lnTo>
                  <a:pt x="2239765" y="10872"/>
                </a:lnTo>
                <a:lnTo>
                  <a:pt x="2264468" y="4503"/>
                </a:lnTo>
                <a:lnTo>
                  <a:pt x="2323427" y="0"/>
                </a:lnTo>
                <a:lnTo>
                  <a:pt x="2368551" y="16803"/>
                </a:lnTo>
                <a:lnTo>
                  <a:pt x="2376676" y="23392"/>
                </a:lnTo>
                <a:lnTo>
                  <a:pt x="2355815" y="37999"/>
                </a:lnTo>
                <a:lnTo>
                  <a:pt x="2337370" y="63807"/>
                </a:lnTo>
                <a:lnTo>
                  <a:pt x="2346264" y="69298"/>
                </a:lnTo>
                <a:lnTo>
                  <a:pt x="2358670" y="50738"/>
                </a:lnTo>
                <a:lnTo>
                  <a:pt x="2384142" y="39646"/>
                </a:lnTo>
                <a:lnTo>
                  <a:pt x="2380519" y="52825"/>
                </a:lnTo>
                <a:lnTo>
                  <a:pt x="2390071" y="54802"/>
                </a:lnTo>
                <a:lnTo>
                  <a:pt x="2371296" y="88407"/>
                </a:lnTo>
                <a:lnTo>
                  <a:pt x="2376896" y="91373"/>
                </a:lnTo>
                <a:lnTo>
                  <a:pt x="2399952" y="55351"/>
                </a:lnTo>
                <a:lnTo>
                  <a:pt x="2389522" y="74130"/>
                </a:lnTo>
                <a:lnTo>
                  <a:pt x="2393694" y="76986"/>
                </a:lnTo>
                <a:lnTo>
                  <a:pt x="2377884" y="104881"/>
                </a:lnTo>
                <a:lnTo>
                  <a:pt x="2381836" y="107077"/>
                </a:lnTo>
                <a:lnTo>
                  <a:pt x="2397207" y="79072"/>
                </a:lnTo>
                <a:lnTo>
                  <a:pt x="2402807" y="81818"/>
                </a:lnTo>
                <a:lnTo>
                  <a:pt x="2435635" y="23941"/>
                </a:lnTo>
                <a:lnTo>
                  <a:pt x="2509854" y="66553"/>
                </a:lnTo>
                <a:lnTo>
                  <a:pt x="2484053" y="112678"/>
                </a:lnTo>
                <a:lnTo>
                  <a:pt x="2494483" y="118719"/>
                </a:lnTo>
                <a:lnTo>
                  <a:pt x="2520504" y="72813"/>
                </a:lnTo>
                <a:lnTo>
                  <a:pt x="2532362" y="72483"/>
                </a:lnTo>
                <a:lnTo>
                  <a:pt x="2542902" y="65454"/>
                </a:lnTo>
                <a:lnTo>
                  <a:pt x="2682558" y="123441"/>
                </a:lnTo>
                <a:lnTo>
                  <a:pt x="2727902" y="146064"/>
                </a:lnTo>
                <a:lnTo>
                  <a:pt x="2772148" y="174728"/>
                </a:lnTo>
                <a:lnTo>
                  <a:pt x="2770611" y="186150"/>
                </a:lnTo>
                <a:lnTo>
                  <a:pt x="2737564" y="200756"/>
                </a:lnTo>
                <a:lnTo>
                  <a:pt x="2766439" y="271043"/>
                </a:lnTo>
                <a:lnTo>
                  <a:pt x="2778297" y="311568"/>
                </a:lnTo>
                <a:lnTo>
                  <a:pt x="2829021" y="377022"/>
                </a:lnTo>
                <a:lnTo>
                  <a:pt x="2822653" y="382184"/>
                </a:lnTo>
                <a:lnTo>
                  <a:pt x="2831656" y="402611"/>
                </a:lnTo>
                <a:lnTo>
                  <a:pt x="2846258" y="397120"/>
                </a:lnTo>
                <a:lnTo>
                  <a:pt x="2850869" y="406894"/>
                </a:lnTo>
                <a:lnTo>
                  <a:pt x="2840439" y="428419"/>
                </a:lnTo>
                <a:lnTo>
                  <a:pt x="2784555" y="474654"/>
                </a:lnTo>
                <a:lnTo>
                  <a:pt x="2771709" y="478608"/>
                </a:lnTo>
                <a:lnTo>
                  <a:pt x="2767647" y="485856"/>
                </a:lnTo>
                <a:lnTo>
                  <a:pt x="2833632" y="515618"/>
                </a:lnTo>
                <a:lnTo>
                  <a:pt x="2848783" y="507711"/>
                </a:lnTo>
                <a:lnTo>
                  <a:pt x="2867997" y="504966"/>
                </a:lnTo>
                <a:lnTo>
                  <a:pt x="2893030" y="483001"/>
                </a:lnTo>
                <a:lnTo>
                  <a:pt x="2893469" y="471140"/>
                </a:lnTo>
                <a:lnTo>
                  <a:pt x="2900825" y="461695"/>
                </a:lnTo>
                <a:lnTo>
                  <a:pt x="2941887" y="434899"/>
                </a:lnTo>
                <a:lnTo>
                  <a:pt x="2968018" y="426442"/>
                </a:lnTo>
                <a:lnTo>
                  <a:pt x="2995795" y="428419"/>
                </a:lnTo>
                <a:lnTo>
                  <a:pt x="3013801" y="436216"/>
                </a:lnTo>
                <a:lnTo>
                  <a:pt x="3100757" y="494203"/>
                </a:lnTo>
                <a:lnTo>
                  <a:pt x="3083519" y="518144"/>
                </a:lnTo>
                <a:lnTo>
                  <a:pt x="3091425" y="522757"/>
                </a:lnTo>
                <a:lnTo>
                  <a:pt x="3106905" y="497827"/>
                </a:lnTo>
                <a:lnTo>
                  <a:pt x="3196825" y="550762"/>
                </a:lnTo>
                <a:lnTo>
                  <a:pt x="3204291" y="560536"/>
                </a:lnTo>
                <a:lnTo>
                  <a:pt x="3207365" y="575252"/>
                </a:lnTo>
                <a:lnTo>
                  <a:pt x="3192543" y="609188"/>
                </a:lnTo>
                <a:lnTo>
                  <a:pt x="3210659" y="615447"/>
                </a:lnTo>
                <a:lnTo>
                  <a:pt x="3228555" y="585246"/>
                </a:lnTo>
                <a:lnTo>
                  <a:pt x="3273460" y="555923"/>
                </a:lnTo>
                <a:lnTo>
                  <a:pt x="3290149" y="553507"/>
                </a:lnTo>
                <a:lnTo>
                  <a:pt x="3307606" y="557351"/>
                </a:lnTo>
                <a:lnTo>
                  <a:pt x="3318256" y="546259"/>
                </a:lnTo>
                <a:lnTo>
                  <a:pt x="3348558" y="540988"/>
                </a:lnTo>
                <a:lnTo>
                  <a:pt x="3369309" y="545380"/>
                </a:lnTo>
                <a:lnTo>
                  <a:pt x="3384021" y="573934"/>
                </a:lnTo>
                <a:lnTo>
                  <a:pt x="3386107" y="598754"/>
                </a:lnTo>
                <a:lnTo>
                  <a:pt x="3396208" y="597327"/>
                </a:lnTo>
                <a:lnTo>
                  <a:pt x="3401917" y="587333"/>
                </a:lnTo>
                <a:lnTo>
                  <a:pt x="3410152" y="587992"/>
                </a:lnTo>
                <a:lnTo>
                  <a:pt x="3436282" y="612263"/>
                </a:lnTo>
                <a:lnTo>
                  <a:pt x="3435514" y="621927"/>
                </a:lnTo>
                <a:lnTo>
                  <a:pt x="3441004" y="627528"/>
                </a:lnTo>
                <a:lnTo>
                  <a:pt x="3465487" y="637632"/>
                </a:lnTo>
                <a:lnTo>
                  <a:pt x="3489202" y="654215"/>
                </a:lnTo>
                <a:lnTo>
                  <a:pt x="3570119" y="734715"/>
                </a:lnTo>
                <a:lnTo>
                  <a:pt x="3571656" y="751298"/>
                </a:lnTo>
                <a:lnTo>
                  <a:pt x="3558481" y="759645"/>
                </a:lnTo>
                <a:lnTo>
                  <a:pt x="3561885" y="763049"/>
                </a:lnTo>
                <a:lnTo>
                  <a:pt x="3562105" y="780511"/>
                </a:lnTo>
                <a:lnTo>
                  <a:pt x="3609315" y="764367"/>
                </a:lnTo>
                <a:lnTo>
                  <a:pt x="3653671" y="805551"/>
                </a:lnTo>
                <a:lnTo>
                  <a:pt x="3654879" y="814666"/>
                </a:lnTo>
                <a:lnTo>
                  <a:pt x="3630615" y="839596"/>
                </a:lnTo>
                <a:lnTo>
                  <a:pt x="3628090" y="849700"/>
                </a:lnTo>
                <a:lnTo>
                  <a:pt x="3631274" y="854093"/>
                </a:lnTo>
                <a:lnTo>
                  <a:pt x="3643680" y="851347"/>
                </a:lnTo>
                <a:lnTo>
                  <a:pt x="3673214" y="827625"/>
                </a:lnTo>
                <a:lnTo>
                  <a:pt x="3702309" y="852994"/>
                </a:lnTo>
                <a:lnTo>
                  <a:pt x="3705823" y="862329"/>
                </a:lnTo>
                <a:lnTo>
                  <a:pt x="3699455" y="899230"/>
                </a:lnTo>
                <a:lnTo>
                  <a:pt x="3701870" y="912518"/>
                </a:lnTo>
                <a:lnTo>
                  <a:pt x="3711642" y="923281"/>
                </a:lnTo>
                <a:lnTo>
                  <a:pt x="3771808" y="964025"/>
                </a:lnTo>
                <a:lnTo>
                  <a:pt x="3826485" y="977314"/>
                </a:lnTo>
                <a:lnTo>
                  <a:pt x="3869194" y="982146"/>
                </a:lnTo>
                <a:lnTo>
                  <a:pt x="3942206" y="973909"/>
                </a:lnTo>
                <a:lnTo>
                  <a:pt x="3958235" y="990163"/>
                </a:lnTo>
                <a:lnTo>
                  <a:pt x="3972399" y="984892"/>
                </a:lnTo>
                <a:lnTo>
                  <a:pt x="3975692" y="974898"/>
                </a:lnTo>
                <a:lnTo>
                  <a:pt x="3970862" y="961499"/>
                </a:lnTo>
                <a:lnTo>
                  <a:pt x="3991503" y="948650"/>
                </a:lnTo>
                <a:lnTo>
                  <a:pt x="4007422" y="929321"/>
                </a:lnTo>
                <a:lnTo>
                  <a:pt x="4030149" y="916582"/>
                </a:lnTo>
                <a:lnTo>
                  <a:pt x="4042336" y="881438"/>
                </a:lnTo>
                <a:lnTo>
                  <a:pt x="4051010" y="879681"/>
                </a:lnTo>
                <a:lnTo>
                  <a:pt x="4057707" y="868040"/>
                </a:lnTo>
                <a:lnTo>
                  <a:pt x="4072200" y="860352"/>
                </a:lnTo>
                <a:lnTo>
                  <a:pt x="4115897" y="857277"/>
                </a:lnTo>
                <a:lnTo>
                  <a:pt x="4124900" y="850688"/>
                </a:lnTo>
                <a:lnTo>
                  <a:pt x="4121058" y="848931"/>
                </a:lnTo>
                <a:lnTo>
                  <a:pt x="4139064" y="845526"/>
                </a:lnTo>
                <a:lnTo>
                  <a:pt x="4135440" y="847942"/>
                </a:lnTo>
                <a:lnTo>
                  <a:pt x="4144224" y="851567"/>
                </a:lnTo>
                <a:lnTo>
                  <a:pt x="4155093" y="852335"/>
                </a:lnTo>
                <a:lnTo>
                  <a:pt x="4155862" y="848492"/>
                </a:lnTo>
                <a:lnTo>
                  <a:pt x="4197693" y="852665"/>
                </a:lnTo>
                <a:lnTo>
                  <a:pt x="4253467" y="869687"/>
                </a:lnTo>
                <a:lnTo>
                  <a:pt x="4274987" y="871664"/>
                </a:lnTo>
                <a:lnTo>
                  <a:pt x="4319562" y="898790"/>
                </a:lnTo>
                <a:lnTo>
                  <a:pt x="4396746" y="1057155"/>
                </a:lnTo>
                <a:lnTo>
                  <a:pt x="4412666" y="1068467"/>
                </a:lnTo>
                <a:lnTo>
                  <a:pt x="4426390" y="1066710"/>
                </a:lnTo>
                <a:lnTo>
                  <a:pt x="4424634" y="1078241"/>
                </a:lnTo>
                <a:lnTo>
                  <a:pt x="4403993" y="1079120"/>
                </a:lnTo>
                <a:lnTo>
                  <a:pt x="4391366" y="1111847"/>
                </a:lnTo>
                <a:lnTo>
                  <a:pt x="4398064" y="1115471"/>
                </a:lnTo>
                <a:lnTo>
                  <a:pt x="4400809" y="1108991"/>
                </a:lnTo>
                <a:lnTo>
                  <a:pt x="4440114" y="1121511"/>
                </a:lnTo>
                <a:lnTo>
                  <a:pt x="4478542" y="1105587"/>
                </a:lnTo>
                <a:lnTo>
                  <a:pt x="4636533" y="1175874"/>
                </a:lnTo>
                <a:lnTo>
                  <a:pt x="4712399" y="1221340"/>
                </a:lnTo>
                <a:lnTo>
                  <a:pt x="4783106" y="1273286"/>
                </a:lnTo>
                <a:lnTo>
                  <a:pt x="4799465" y="1295361"/>
                </a:lnTo>
                <a:lnTo>
                  <a:pt x="4807699" y="1324574"/>
                </a:lnTo>
                <a:lnTo>
                  <a:pt x="4803417" y="1340059"/>
                </a:lnTo>
                <a:lnTo>
                  <a:pt x="4790023" y="1339290"/>
                </a:lnTo>
                <a:lnTo>
                  <a:pt x="4788266" y="1331053"/>
                </a:lnTo>
                <a:lnTo>
                  <a:pt x="4797818" y="1314141"/>
                </a:lnTo>
                <a:lnTo>
                  <a:pt x="4792987" y="1294153"/>
                </a:lnTo>
                <a:lnTo>
                  <a:pt x="4781459" y="1278887"/>
                </a:lnTo>
                <a:lnTo>
                  <a:pt x="4744788" y="1250224"/>
                </a:lnTo>
                <a:lnTo>
                  <a:pt x="4731833" y="1248906"/>
                </a:lnTo>
                <a:lnTo>
                  <a:pt x="4710423" y="1234629"/>
                </a:lnTo>
                <a:lnTo>
                  <a:pt x="4696260" y="1230346"/>
                </a:lnTo>
                <a:lnTo>
                  <a:pt x="4679023" y="1234190"/>
                </a:lnTo>
                <a:lnTo>
                  <a:pt x="4672545" y="1243085"/>
                </a:lnTo>
                <a:lnTo>
                  <a:pt x="4683524" y="1250773"/>
                </a:lnTo>
                <a:lnTo>
                  <a:pt x="4686708" y="1261865"/>
                </a:lnTo>
                <a:lnTo>
                  <a:pt x="4561435" y="1557398"/>
                </a:lnTo>
                <a:lnTo>
                  <a:pt x="4556275" y="1575629"/>
                </a:lnTo>
                <a:lnTo>
                  <a:pt x="4557043" y="1593640"/>
                </a:lnTo>
                <a:lnTo>
                  <a:pt x="4563960" y="1608356"/>
                </a:lnTo>
                <a:lnTo>
                  <a:pt x="4686488" y="1605281"/>
                </a:lnTo>
                <a:lnTo>
                  <a:pt x="4688575" y="1677874"/>
                </a:lnTo>
                <a:lnTo>
                  <a:pt x="4697468" y="1684024"/>
                </a:lnTo>
                <a:lnTo>
                  <a:pt x="4688026" y="1697752"/>
                </a:lnTo>
                <a:lnTo>
                  <a:pt x="4648171" y="1698850"/>
                </a:lnTo>
                <a:lnTo>
                  <a:pt x="4646963" y="1651626"/>
                </a:lnTo>
                <a:lnTo>
                  <a:pt x="4577904" y="1653493"/>
                </a:lnTo>
                <a:lnTo>
                  <a:pt x="4579221" y="1700607"/>
                </a:lnTo>
                <a:lnTo>
                  <a:pt x="4447031" y="1708295"/>
                </a:lnTo>
                <a:lnTo>
                  <a:pt x="4385438" y="1749698"/>
                </a:lnTo>
                <a:lnTo>
                  <a:pt x="4352939" y="1761120"/>
                </a:lnTo>
                <a:lnTo>
                  <a:pt x="4320660" y="1756837"/>
                </a:lnTo>
                <a:lnTo>
                  <a:pt x="4233265" y="1719277"/>
                </a:lnTo>
                <a:lnTo>
                  <a:pt x="4152458" y="1743438"/>
                </a:lnTo>
                <a:lnTo>
                  <a:pt x="4163328" y="1736849"/>
                </a:lnTo>
                <a:lnTo>
                  <a:pt x="4166731" y="1728283"/>
                </a:lnTo>
                <a:lnTo>
                  <a:pt x="4155532" y="1692480"/>
                </a:lnTo>
                <a:lnTo>
                  <a:pt x="4140491" y="1696324"/>
                </a:lnTo>
                <a:lnTo>
                  <a:pt x="4101844" y="1693249"/>
                </a:lnTo>
                <a:lnTo>
                  <a:pt x="4073298" y="1705989"/>
                </a:lnTo>
                <a:lnTo>
                  <a:pt x="4072639" y="1697093"/>
                </a:lnTo>
                <a:lnTo>
                  <a:pt x="4026746" y="1698960"/>
                </a:lnTo>
                <a:lnTo>
                  <a:pt x="4012034" y="1704890"/>
                </a:lnTo>
                <a:lnTo>
                  <a:pt x="4005117" y="1700937"/>
                </a:lnTo>
                <a:lnTo>
                  <a:pt x="3986782" y="1709723"/>
                </a:lnTo>
                <a:lnTo>
                  <a:pt x="3980414" y="1707306"/>
                </a:lnTo>
                <a:lnTo>
                  <a:pt x="3941327" y="1720485"/>
                </a:lnTo>
                <a:lnTo>
                  <a:pt x="3920028" y="1715104"/>
                </a:lnTo>
                <a:lnTo>
                  <a:pt x="3902790" y="1726635"/>
                </a:lnTo>
                <a:lnTo>
                  <a:pt x="3901253" y="1723121"/>
                </a:lnTo>
                <a:lnTo>
                  <a:pt x="3894666" y="1725098"/>
                </a:lnTo>
                <a:lnTo>
                  <a:pt x="3872158" y="1740363"/>
                </a:lnTo>
                <a:lnTo>
                  <a:pt x="3865790" y="1738057"/>
                </a:lnTo>
                <a:lnTo>
                  <a:pt x="3843283" y="1752444"/>
                </a:lnTo>
                <a:lnTo>
                  <a:pt x="3842185" y="1748380"/>
                </a:lnTo>
                <a:lnTo>
                  <a:pt x="3835488" y="1747831"/>
                </a:lnTo>
                <a:lnTo>
                  <a:pt x="3817262" y="1756068"/>
                </a:lnTo>
                <a:lnTo>
                  <a:pt x="3814078" y="1753542"/>
                </a:lnTo>
                <a:lnTo>
                  <a:pt x="3793437" y="1760021"/>
                </a:lnTo>
                <a:lnTo>
                  <a:pt x="3786630" y="1756727"/>
                </a:lnTo>
                <a:lnTo>
                  <a:pt x="3764452" y="1761559"/>
                </a:lnTo>
                <a:lnTo>
                  <a:pt x="3715155" y="1774408"/>
                </a:lnTo>
                <a:lnTo>
                  <a:pt x="3704066" y="1781986"/>
                </a:lnTo>
                <a:lnTo>
                  <a:pt x="3698796" y="1779790"/>
                </a:lnTo>
                <a:lnTo>
                  <a:pt x="3685072" y="1785940"/>
                </a:lnTo>
                <a:lnTo>
                  <a:pt x="3683754" y="1782645"/>
                </a:lnTo>
                <a:lnTo>
                  <a:pt x="3684303" y="1786379"/>
                </a:lnTo>
                <a:lnTo>
                  <a:pt x="3668274" y="1795275"/>
                </a:lnTo>
                <a:lnTo>
                  <a:pt x="3635007" y="1807245"/>
                </a:lnTo>
                <a:lnTo>
                  <a:pt x="3630395" y="1804829"/>
                </a:lnTo>
                <a:lnTo>
                  <a:pt x="3599654" y="1821852"/>
                </a:lnTo>
                <a:lnTo>
                  <a:pt x="3599434" y="1818557"/>
                </a:lnTo>
                <a:lnTo>
                  <a:pt x="3584612" y="1813945"/>
                </a:lnTo>
                <a:lnTo>
                  <a:pt x="3539487" y="1835360"/>
                </a:lnTo>
                <a:lnTo>
                  <a:pt x="3523897" y="1835250"/>
                </a:lnTo>
                <a:lnTo>
                  <a:pt x="3516760" y="1840631"/>
                </a:lnTo>
                <a:lnTo>
                  <a:pt x="3514674" y="1836239"/>
                </a:lnTo>
                <a:lnTo>
                  <a:pt x="3507867" y="1836019"/>
                </a:lnTo>
                <a:lnTo>
                  <a:pt x="3493265" y="1844585"/>
                </a:lnTo>
                <a:lnTo>
                  <a:pt x="3486677" y="1840302"/>
                </a:lnTo>
                <a:lnTo>
                  <a:pt x="3448250" y="1855458"/>
                </a:lnTo>
                <a:lnTo>
                  <a:pt x="3423217" y="1855677"/>
                </a:lnTo>
                <a:lnTo>
                  <a:pt x="3361733" y="1884561"/>
                </a:lnTo>
                <a:lnTo>
                  <a:pt x="3290917" y="1900485"/>
                </a:lnTo>
                <a:lnTo>
                  <a:pt x="3217905" y="1925525"/>
                </a:lnTo>
                <a:lnTo>
                  <a:pt x="3183870" y="1940570"/>
                </a:lnTo>
                <a:lnTo>
                  <a:pt x="3174647" y="1949905"/>
                </a:lnTo>
                <a:lnTo>
                  <a:pt x="3166742" y="1945293"/>
                </a:lnTo>
                <a:lnTo>
                  <a:pt x="3157959" y="1946391"/>
                </a:lnTo>
                <a:lnTo>
                  <a:pt x="3122386" y="1980985"/>
                </a:lnTo>
                <a:lnTo>
                  <a:pt x="3107015" y="1976373"/>
                </a:lnTo>
                <a:lnTo>
                  <a:pt x="3070893" y="2009869"/>
                </a:lnTo>
                <a:lnTo>
                  <a:pt x="3063098" y="2006135"/>
                </a:lnTo>
                <a:lnTo>
                  <a:pt x="3053985" y="2008880"/>
                </a:lnTo>
                <a:lnTo>
                  <a:pt x="3014570" y="2052480"/>
                </a:lnTo>
                <a:lnTo>
                  <a:pt x="2967030" y="2086415"/>
                </a:lnTo>
                <a:lnTo>
                  <a:pt x="2983169" y="2083889"/>
                </a:lnTo>
                <a:lnTo>
                  <a:pt x="2984048" y="2088721"/>
                </a:lnTo>
                <a:lnTo>
                  <a:pt x="2969006" y="2088941"/>
                </a:lnTo>
                <a:lnTo>
                  <a:pt x="2942985" y="2071040"/>
                </a:lnTo>
                <a:lnTo>
                  <a:pt x="2917623" y="2089710"/>
                </a:lnTo>
                <a:lnTo>
                  <a:pt x="2918941" y="2095091"/>
                </a:lnTo>
                <a:lnTo>
                  <a:pt x="2922015" y="2093114"/>
                </a:lnTo>
                <a:lnTo>
                  <a:pt x="2919050" y="2095311"/>
                </a:lnTo>
                <a:lnTo>
                  <a:pt x="2924979" y="2111565"/>
                </a:lnTo>
                <a:lnTo>
                  <a:pt x="2919270" y="2130564"/>
                </a:lnTo>
                <a:lnTo>
                  <a:pt x="2791691" y="2229185"/>
                </a:lnTo>
                <a:lnTo>
                  <a:pt x="2811015" y="2256091"/>
                </a:lnTo>
                <a:lnTo>
                  <a:pt x="2801353" y="2263120"/>
                </a:lnTo>
                <a:lnTo>
                  <a:pt x="2782139" y="2236213"/>
                </a:lnTo>
                <a:lnTo>
                  <a:pt x="2761169" y="2250600"/>
                </a:lnTo>
                <a:lnTo>
                  <a:pt x="2746567" y="2252797"/>
                </a:lnTo>
                <a:lnTo>
                  <a:pt x="2733611" y="2247635"/>
                </a:lnTo>
                <a:lnTo>
                  <a:pt x="2710884" y="2225670"/>
                </a:lnTo>
                <a:lnTo>
                  <a:pt x="2699466" y="2225670"/>
                </a:lnTo>
                <a:lnTo>
                  <a:pt x="2701991" y="2275530"/>
                </a:lnTo>
                <a:lnTo>
                  <a:pt x="2689584" y="2281351"/>
                </a:lnTo>
                <a:lnTo>
                  <a:pt x="2704955" y="2298703"/>
                </a:lnTo>
                <a:lnTo>
                  <a:pt x="2696062" y="2306720"/>
                </a:lnTo>
                <a:lnTo>
                  <a:pt x="2635018" y="2239618"/>
                </a:lnTo>
                <a:lnTo>
                  <a:pt x="2619427" y="2253895"/>
                </a:lnTo>
                <a:lnTo>
                  <a:pt x="2646326" y="2288050"/>
                </a:lnTo>
                <a:lnTo>
                  <a:pt x="2637653" y="2297824"/>
                </a:lnTo>
                <a:lnTo>
                  <a:pt x="2566397" y="2231052"/>
                </a:lnTo>
                <a:lnTo>
                  <a:pt x="2485480" y="2233358"/>
                </a:lnTo>
                <a:lnTo>
                  <a:pt x="2398086" y="2280911"/>
                </a:lnTo>
                <a:lnTo>
                  <a:pt x="2401270" y="2312650"/>
                </a:lnTo>
                <a:lnTo>
                  <a:pt x="2467255" y="2274871"/>
                </a:lnTo>
                <a:lnTo>
                  <a:pt x="2529507" y="2272455"/>
                </a:lnTo>
                <a:lnTo>
                  <a:pt x="2599664" y="2338239"/>
                </a:lnTo>
                <a:lnTo>
                  <a:pt x="2532471" y="2371735"/>
                </a:lnTo>
                <a:lnTo>
                  <a:pt x="2476477" y="2354053"/>
                </a:lnTo>
                <a:lnTo>
                  <a:pt x="2483504" y="2345927"/>
                </a:lnTo>
                <a:lnTo>
                  <a:pt x="2477356" y="2344060"/>
                </a:lnTo>
                <a:lnTo>
                  <a:pt x="2476367" y="2347135"/>
                </a:lnTo>
                <a:lnTo>
                  <a:pt x="2476148" y="2343620"/>
                </a:lnTo>
                <a:lnTo>
                  <a:pt x="2475050" y="2346695"/>
                </a:lnTo>
                <a:lnTo>
                  <a:pt x="2474281" y="2342851"/>
                </a:lnTo>
                <a:lnTo>
                  <a:pt x="2468133" y="2350429"/>
                </a:lnTo>
                <a:lnTo>
                  <a:pt x="2448370" y="2346256"/>
                </a:lnTo>
                <a:lnTo>
                  <a:pt x="2445516" y="2351308"/>
                </a:lnTo>
                <a:lnTo>
                  <a:pt x="2438818" y="2348562"/>
                </a:lnTo>
                <a:lnTo>
                  <a:pt x="2446724" y="2349770"/>
                </a:lnTo>
                <a:lnTo>
                  <a:pt x="2448151" y="2346036"/>
                </a:lnTo>
                <a:lnTo>
                  <a:pt x="2420703" y="2337360"/>
                </a:lnTo>
                <a:lnTo>
                  <a:pt x="2396988" y="2312980"/>
                </a:lnTo>
                <a:lnTo>
                  <a:pt x="2396878" y="2354822"/>
                </a:lnTo>
                <a:lnTo>
                  <a:pt x="2410163" y="2366683"/>
                </a:lnTo>
                <a:lnTo>
                  <a:pt x="2432341" y="2373712"/>
                </a:lnTo>
                <a:lnTo>
                  <a:pt x="2492946" y="2374371"/>
                </a:lnTo>
                <a:lnTo>
                  <a:pt x="2517100" y="2388757"/>
                </a:lnTo>
                <a:lnTo>
                  <a:pt x="2541145" y="2389526"/>
                </a:lnTo>
                <a:lnTo>
                  <a:pt x="2554320" y="2379752"/>
                </a:lnTo>
                <a:lnTo>
                  <a:pt x="2576608" y="2385902"/>
                </a:lnTo>
                <a:lnTo>
                  <a:pt x="2589893" y="2384145"/>
                </a:lnTo>
                <a:lnTo>
                  <a:pt x="2592528" y="2398532"/>
                </a:lnTo>
                <a:lnTo>
                  <a:pt x="2597359" y="2400399"/>
                </a:lnTo>
                <a:lnTo>
                  <a:pt x="2639299" y="2388977"/>
                </a:lnTo>
                <a:lnTo>
                  <a:pt x="2664881" y="2401387"/>
                </a:lnTo>
                <a:lnTo>
                  <a:pt x="2660929" y="2415884"/>
                </a:lnTo>
                <a:lnTo>
                  <a:pt x="2618549" y="2479032"/>
                </a:lnTo>
                <a:lnTo>
                  <a:pt x="2569471" y="2529660"/>
                </a:lnTo>
                <a:lnTo>
                  <a:pt x="2543011" y="2547891"/>
                </a:lnTo>
                <a:lnTo>
                  <a:pt x="2533020" y="2549868"/>
                </a:lnTo>
                <a:lnTo>
                  <a:pt x="2540596" y="2543278"/>
                </a:lnTo>
                <a:lnTo>
                  <a:pt x="2536424" y="2540752"/>
                </a:lnTo>
                <a:lnTo>
                  <a:pt x="2516332" y="2545585"/>
                </a:lnTo>
                <a:lnTo>
                  <a:pt x="2496789" y="2558434"/>
                </a:lnTo>
                <a:lnTo>
                  <a:pt x="2479881" y="2551295"/>
                </a:lnTo>
                <a:lnTo>
                  <a:pt x="2465827" y="2537677"/>
                </a:lnTo>
                <a:lnTo>
                  <a:pt x="2460448" y="2538556"/>
                </a:lnTo>
                <a:lnTo>
                  <a:pt x="2460338" y="2533394"/>
                </a:lnTo>
                <a:lnTo>
                  <a:pt x="2466596" y="2534712"/>
                </a:lnTo>
                <a:lnTo>
                  <a:pt x="2466157" y="2526915"/>
                </a:lnTo>
                <a:lnTo>
                  <a:pt x="2461875" y="2520874"/>
                </a:lnTo>
                <a:lnTo>
                  <a:pt x="2452982" y="2518678"/>
                </a:lnTo>
                <a:lnTo>
                  <a:pt x="2446284" y="2505609"/>
                </a:lnTo>
                <a:lnTo>
                  <a:pt x="2433658" y="2503852"/>
                </a:lnTo>
                <a:lnTo>
                  <a:pt x="2430694" y="2507366"/>
                </a:lnTo>
                <a:lnTo>
                  <a:pt x="2435305" y="2510441"/>
                </a:lnTo>
                <a:lnTo>
                  <a:pt x="2431353" y="2513406"/>
                </a:lnTo>
                <a:lnTo>
                  <a:pt x="2391278" y="2470246"/>
                </a:lnTo>
                <a:lnTo>
                  <a:pt x="2389083" y="2462668"/>
                </a:lnTo>
                <a:lnTo>
                  <a:pt x="2394682" y="2466183"/>
                </a:lnTo>
                <a:lnTo>
                  <a:pt x="2397646" y="2459593"/>
                </a:lnTo>
                <a:lnTo>
                  <a:pt x="2394023" y="2450698"/>
                </a:lnTo>
                <a:lnTo>
                  <a:pt x="2380409" y="2445536"/>
                </a:lnTo>
                <a:lnTo>
                  <a:pt x="2364050" y="2427525"/>
                </a:lnTo>
                <a:lnTo>
                  <a:pt x="2353180" y="2428953"/>
                </a:lnTo>
                <a:lnTo>
                  <a:pt x="2358121" y="2433455"/>
                </a:lnTo>
                <a:lnTo>
                  <a:pt x="2351424" y="2437738"/>
                </a:lnTo>
                <a:lnTo>
                  <a:pt x="2327489" y="2424450"/>
                </a:lnTo>
                <a:lnTo>
                  <a:pt x="2320682" y="2414127"/>
                </a:lnTo>
                <a:lnTo>
                  <a:pt x="2309373" y="2409734"/>
                </a:lnTo>
                <a:lnTo>
                  <a:pt x="2312118" y="2406878"/>
                </a:lnTo>
                <a:lnTo>
                  <a:pt x="2307177" y="2399081"/>
                </a:lnTo>
                <a:lnTo>
                  <a:pt x="2296308" y="2396116"/>
                </a:lnTo>
                <a:lnTo>
                  <a:pt x="2291148" y="2385682"/>
                </a:lnTo>
                <a:lnTo>
                  <a:pt x="2280937" y="2382498"/>
                </a:lnTo>
                <a:lnTo>
                  <a:pt x="2276655" y="2373053"/>
                </a:lnTo>
                <a:lnTo>
                  <a:pt x="2264798" y="2368330"/>
                </a:lnTo>
                <a:lnTo>
                  <a:pt x="2254587" y="2357128"/>
                </a:lnTo>
                <a:lnTo>
                  <a:pt x="2242839" y="2356579"/>
                </a:lnTo>
                <a:lnTo>
                  <a:pt x="2247231" y="2365036"/>
                </a:lnTo>
                <a:lnTo>
                  <a:pt x="2253269" y="2366903"/>
                </a:lnTo>
                <a:lnTo>
                  <a:pt x="2248329" y="2371845"/>
                </a:lnTo>
                <a:lnTo>
                  <a:pt x="2229664" y="2343291"/>
                </a:lnTo>
                <a:lnTo>
                  <a:pt x="2206937" y="2321216"/>
                </a:lnTo>
                <a:lnTo>
                  <a:pt x="2207157" y="2316604"/>
                </a:lnTo>
                <a:lnTo>
                  <a:pt x="2229444" y="2314188"/>
                </a:lnTo>
                <a:lnTo>
                  <a:pt x="2270397" y="2325390"/>
                </a:lnTo>
                <a:lnTo>
                  <a:pt x="2295100" y="2327586"/>
                </a:lnTo>
                <a:lnTo>
                  <a:pt x="2311569" y="2317153"/>
                </a:lnTo>
                <a:lnTo>
                  <a:pt x="2329685" y="2314517"/>
                </a:lnTo>
                <a:lnTo>
                  <a:pt x="2348020" y="2321985"/>
                </a:lnTo>
                <a:lnTo>
                  <a:pt x="2349996" y="2326927"/>
                </a:lnTo>
                <a:lnTo>
                  <a:pt x="2350436" y="2322754"/>
                </a:lnTo>
                <a:lnTo>
                  <a:pt x="2352302" y="2325939"/>
                </a:lnTo>
                <a:lnTo>
                  <a:pt x="2354169" y="2323413"/>
                </a:lnTo>
                <a:lnTo>
                  <a:pt x="2365916" y="2339447"/>
                </a:lnTo>
                <a:lnTo>
                  <a:pt x="2367014" y="2332418"/>
                </a:lnTo>
                <a:lnTo>
                  <a:pt x="2386008" y="2340875"/>
                </a:lnTo>
                <a:lnTo>
                  <a:pt x="2389522" y="2322644"/>
                </a:lnTo>
                <a:lnTo>
                  <a:pt x="2388534" y="2281021"/>
                </a:lnTo>
                <a:lnTo>
                  <a:pt x="2351863" y="2280802"/>
                </a:lnTo>
                <a:lnTo>
                  <a:pt x="2351314" y="2293321"/>
                </a:lnTo>
                <a:lnTo>
                  <a:pt x="2331551" y="2293212"/>
                </a:lnTo>
                <a:lnTo>
                  <a:pt x="2348789" y="2290905"/>
                </a:lnTo>
                <a:lnTo>
                  <a:pt x="2348130" y="2279154"/>
                </a:lnTo>
                <a:lnTo>
                  <a:pt x="2306299" y="2272565"/>
                </a:lnTo>
                <a:lnTo>
                  <a:pt x="2298504" y="2266305"/>
                </a:lnTo>
                <a:lnTo>
                  <a:pt x="2277204" y="2275969"/>
                </a:lnTo>
                <a:lnTo>
                  <a:pt x="2280498" y="2282010"/>
                </a:lnTo>
                <a:lnTo>
                  <a:pt x="2257441" y="2286403"/>
                </a:lnTo>
                <a:lnTo>
                  <a:pt x="2256234" y="2282339"/>
                </a:lnTo>
                <a:lnTo>
                  <a:pt x="2247560" y="2280692"/>
                </a:lnTo>
                <a:lnTo>
                  <a:pt x="2246133" y="2274322"/>
                </a:lnTo>
                <a:lnTo>
                  <a:pt x="2254916" y="2270149"/>
                </a:lnTo>
                <a:lnTo>
                  <a:pt x="2260296" y="2261363"/>
                </a:lnTo>
                <a:lnTo>
                  <a:pt x="2266664" y="2261363"/>
                </a:lnTo>
                <a:lnTo>
                  <a:pt x="2270177" y="2268062"/>
                </a:lnTo>
                <a:lnTo>
                  <a:pt x="2275338" y="2266195"/>
                </a:lnTo>
                <a:lnTo>
                  <a:pt x="2276216" y="2274432"/>
                </a:lnTo>
                <a:lnTo>
                  <a:pt x="2297296" y="2265207"/>
                </a:lnTo>
                <a:lnTo>
                  <a:pt x="2274240" y="2244450"/>
                </a:lnTo>
                <a:lnTo>
                  <a:pt x="2259967" y="2244011"/>
                </a:lnTo>
                <a:lnTo>
                  <a:pt x="2245145" y="2259935"/>
                </a:lnTo>
                <a:lnTo>
                  <a:pt x="2227578" y="2259825"/>
                </a:lnTo>
                <a:lnTo>
                  <a:pt x="2212536" y="2250161"/>
                </a:lnTo>
                <a:lnTo>
                  <a:pt x="2202216" y="2259716"/>
                </a:lnTo>
                <a:lnTo>
                  <a:pt x="2204961" y="2263230"/>
                </a:lnTo>
                <a:lnTo>
                  <a:pt x="2195189" y="2275420"/>
                </a:lnTo>
                <a:lnTo>
                  <a:pt x="2192335" y="2273663"/>
                </a:lnTo>
                <a:lnTo>
                  <a:pt x="2189700" y="2289478"/>
                </a:lnTo>
                <a:lnTo>
                  <a:pt x="2144246" y="2250051"/>
                </a:lnTo>
                <a:lnTo>
                  <a:pt x="2147539" y="2243901"/>
                </a:lnTo>
                <a:lnTo>
                  <a:pt x="2124593" y="2224682"/>
                </a:lnTo>
                <a:lnTo>
                  <a:pt x="2114711" y="2241924"/>
                </a:lnTo>
                <a:lnTo>
                  <a:pt x="2067281" y="2213590"/>
                </a:lnTo>
                <a:lnTo>
                  <a:pt x="1974177" y="2369538"/>
                </a:lnTo>
                <a:lnTo>
                  <a:pt x="1897981" y="2323742"/>
                </a:lnTo>
                <a:lnTo>
                  <a:pt x="1986474" y="2174273"/>
                </a:lnTo>
                <a:lnTo>
                  <a:pt x="1879316" y="2109698"/>
                </a:lnTo>
                <a:lnTo>
                  <a:pt x="1811245" y="2224243"/>
                </a:lnTo>
                <a:lnTo>
                  <a:pt x="1586939" y="2089710"/>
                </a:lnTo>
                <a:lnTo>
                  <a:pt x="1617352" y="2037214"/>
                </a:lnTo>
                <a:lnTo>
                  <a:pt x="1655560" y="2030845"/>
                </a:lnTo>
                <a:lnTo>
                  <a:pt x="1794337" y="2113651"/>
                </a:lnTo>
                <a:lnTo>
                  <a:pt x="1829032" y="2055006"/>
                </a:lnTo>
                <a:lnTo>
                  <a:pt x="1702112" y="1978679"/>
                </a:lnTo>
                <a:lnTo>
                  <a:pt x="1727693" y="1936287"/>
                </a:lnTo>
                <a:lnTo>
                  <a:pt x="1678396" y="1883243"/>
                </a:lnTo>
                <a:lnTo>
                  <a:pt x="1643153" y="1907074"/>
                </a:lnTo>
                <a:lnTo>
                  <a:pt x="1574203" y="1913883"/>
                </a:lnTo>
                <a:lnTo>
                  <a:pt x="1520076" y="1896861"/>
                </a:lnTo>
                <a:lnTo>
                  <a:pt x="1517221" y="1885439"/>
                </a:lnTo>
                <a:lnTo>
                  <a:pt x="1527542" y="1865781"/>
                </a:lnTo>
                <a:lnTo>
                  <a:pt x="1512171" y="1860949"/>
                </a:lnTo>
                <a:lnTo>
                  <a:pt x="1483954" y="1888514"/>
                </a:lnTo>
                <a:lnTo>
                  <a:pt x="1360877" y="1857544"/>
                </a:lnTo>
                <a:lnTo>
                  <a:pt x="1338479" y="1872480"/>
                </a:lnTo>
                <a:lnTo>
                  <a:pt x="1282485" y="1845134"/>
                </a:lnTo>
                <a:lnTo>
                  <a:pt x="1209363" y="1782974"/>
                </a:lnTo>
                <a:lnTo>
                  <a:pt x="1169289" y="1782755"/>
                </a:lnTo>
                <a:lnTo>
                  <a:pt x="1174010" y="1804390"/>
                </a:lnTo>
                <a:lnTo>
                  <a:pt x="1203983" y="1810650"/>
                </a:lnTo>
                <a:lnTo>
                  <a:pt x="1265028" y="1862486"/>
                </a:lnTo>
                <a:lnTo>
                  <a:pt x="1259319" y="1877532"/>
                </a:lnTo>
                <a:lnTo>
                  <a:pt x="1284900" y="1879069"/>
                </a:lnTo>
                <a:lnTo>
                  <a:pt x="1165776" y="1879728"/>
                </a:lnTo>
                <a:lnTo>
                  <a:pt x="1165007" y="1951553"/>
                </a:lnTo>
                <a:lnTo>
                  <a:pt x="1170497" y="1965061"/>
                </a:lnTo>
                <a:lnTo>
                  <a:pt x="1226601" y="1977910"/>
                </a:lnTo>
                <a:lnTo>
                  <a:pt x="1234725" y="1963413"/>
                </a:lnTo>
                <a:lnTo>
                  <a:pt x="1252621" y="1969124"/>
                </a:lnTo>
                <a:lnTo>
                  <a:pt x="1242521" y="1985378"/>
                </a:lnTo>
                <a:lnTo>
                  <a:pt x="1257123" y="1972748"/>
                </a:lnTo>
                <a:lnTo>
                  <a:pt x="1265906" y="1970552"/>
                </a:lnTo>
                <a:lnTo>
                  <a:pt x="1304553" y="1989661"/>
                </a:lnTo>
                <a:lnTo>
                  <a:pt x="1319705" y="2015689"/>
                </a:lnTo>
                <a:lnTo>
                  <a:pt x="1325853" y="2049295"/>
                </a:lnTo>
                <a:lnTo>
                  <a:pt x="1355826" y="2084658"/>
                </a:lnTo>
                <a:lnTo>
                  <a:pt x="1359998" y="2087843"/>
                </a:lnTo>
                <a:lnTo>
                  <a:pt x="1368672" y="2084768"/>
                </a:lnTo>
                <a:lnTo>
                  <a:pt x="1368233" y="2089051"/>
                </a:lnTo>
                <a:lnTo>
                  <a:pt x="1374491" y="2090808"/>
                </a:lnTo>
                <a:lnTo>
                  <a:pt x="1374381" y="2102339"/>
                </a:lnTo>
                <a:lnTo>
                  <a:pt x="1382176" y="2098056"/>
                </a:lnTo>
                <a:lnTo>
                  <a:pt x="1386129" y="2109807"/>
                </a:lnTo>
                <a:lnTo>
                  <a:pt x="1429058" y="2116616"/>
                </a:lnTo>
                <a:lnTo>
                  <a:pt x="1474951" y="2163181"/>
                </a:lnTo>
                <a:lnTo>
                  <a:pt x="1475939" y="2170869"/>
                </a:lnTo>
                <a:lnTo>
                  <a:pt x="1458592" y="2188880"/>
                </a:lnTo>
                <a:lnTo>
                  <a:pt x="1443221" y="2198105"/>
                </a:lnTo>
                <a:lnTo>
                  <a:pt x="1416981" y="2203706"/>
                </a:lnTo>
                <a:lnTo>
                  <a:pt x="1396010" y="2213370"/>
                </a:lnTo>
                <a:lnTo>
                  <a:pt x="1382396" y="2200521"/>
                </a:lnTo>
                <a:lnTo>
                  <a:pt x="1361426" y="2199203"/>
                </a:lnTo>
                <a:lnTo>
                  <a:pt x="1322669" y="2186574"/>
                </a:lnTo>
                <a:lnTo>
                  <a:pt x="1294013" y="2213041"/>
                </a:lnTo>
                <a:lnTo>
                  <a:pt x="1300930" y="2215237"/>
                </a:lnTo>
                <a:lnTo>
                  <a:pt x="1323547" y="2194371"/>
                </a:lnTo>
                <a:lnTo>
                  <a:pt x="1331233" y="2194700"/>
                </a:lnTo>
                <a:lnTo>
                  <a:pt x="1378553" y="2205463"/>
                </a:lnTo>
                <a:lnTo>
                  <a:pt x="1396779" y="2223145"/>
                </a:lnTo>
                <a:lnTo>
                  <a:pt x="1398975" y="2232150"/>
                </a:lnTo>
                <a:lnTo>
                  <a:pt x="1377236" y="2278385"/>
                </a:lnTo>
                <a:lnTo>
                  <a:pt x="1357144" y="2293761"/>
                </a:lnTo>
                <a:lnTo>
                  <a:pt x="1282375" y="2326158"/>
                </a:lnTo>
                <a:lnTo>
                  <a:pt x="1230224" y="2282119"/>
                </a:lnTo>
                <a:lnTo>
                  <a:pt x="1153918" y="2240716"/>
                </a:lnTo>
                <a:lnTo>
                  <a:pt x="1152820" y="2224462"/>
                </a:lnTo>
                <a:lnTo>
                  <a:pt x="1147221" y="2212821"/>
                </a:lnTo>
                <a:lnTo>
                  <a:pt x="1131301" y="2238410"/>
                </a:lnTo>
                <a:lnTo>
                  <a:pt x="1102535" y="2223035"/>
                </a:lnTo>
                <a:lnTo>
                  <a:pt x="1088152" y="2253346"/>
                </a:lnTo>
                <a:lnTo>
                  <a:pt x="1187185" y="2312321"/>
                </a:lnTo>
                <a:lnTo>
                  <a:pt x="1189930" y="2325499"/>
                </a:lnTo>
                <a:lnTo>
                  <a:pt x="1102645" y="2374810"/>
                </a:lnTo>
                <a:lnTo>
                  <a:pt x="970784" y="2421704"/>
                </a:lnTo>
                <a:lnTo>
                  <a:pt x="930051" y="2277507"/>
                </a:lnTo>
                <a:lnTo>
                  <a:pt x="870324" y="2222486"/>
                </a:lnTo>
                <a:lnTo>
                  <a:pt x="817185" y="2281131"/>
                </a:lnTo>
                <a:lnTo>
                  <a:pt x="880645" y="2339667"/>
                </a:lnTo>
                <a:lnTo>
                  <a:pt x="929722" y="2512418"/>
                </a:lnTo>
                <a:lnTo>
                  <a:pt x="929832" y="2534053"/>
                </a:lnTo>
                <a:lnTo>
                  <a:pt x="923025" y="2548330"/>
                </a:lnTo>
                <a:lnTo>
                  <a:pt x="901835" y="2570734"/>
                </a:lnTo>
                <a:lnTo>
                  <a:pt x="892283" y="2560960"/>
                </a:lnTo>
                <a:lnTo>
                  <a:pt x="844194" y="2612467"/>
                </a:lnTo>
                <a:lnTo>
                  <a:pt x="849025" y="2623669"/>
                </a:lnTo>
                <a:lnTo>
                  <a:pt x="754384" y="2719434"/>
                </a:lnTo>
                <a:lnTo>
                  <a:pt x="743295" y="2725255"/>
                </a:lnTo>
                <a:lnTo>
                  <a:pt x="730888" y="2723607"/>
                </a:lnTo>
                <a:lnTo>
                  <a:pt x="721665" y="2715151"/>
                </a:lnTo>
                <a:lnTo>
                  <a:pt x="703769" y="2677592"/>
                </a:lnTo>
                <a:lnTo>
                  <a:pt x="702232" y="2661997"/>
                </a:lnTo>
                <a:lnTo>
                  <a:pt x="705636" y="2662546"/>
                </a:lnTo>
                <a:lnTo>
                  <a:pt x="707612" y="2676054"/>
                </a:lnTo>
                <a:lnTo>
                  <a:pt x="725289" y="2713064"/>
                </a:lnTo>
                <a:lnTo>
                  <a:pt x="729680" y="2714712"/>
                </a:lnTo>
                <a:lnTo>
                  <a:pt x="772060" y="2673199"/>
                </a:lnTo>
                <a:lnTo>
                  <a:pt x="774256" y="2658373"/>
                </a:lnTo>
                <a:lnTo>
                  <a:pt x="755811" y="2619386"/>
                </a:lnTo>
                <a:lnTo>
                  <a:pt x="748235" y="2614114"/>
                </a:lnTo>
                <a:lnTo>
                  <a:pt x="737915" y="2594895"/>
                </a:lnTo>
                <a:lnTo>
                  <a:pt x="692790" y="2590832"/>
                </a:lnTo>
                <a:lnTo>
                  <a:pt x="651618" y="2505389"/>
                </a:lnTo>
                <a:lnTo>
                  <a:pt x="629330" y="2479691"/>
                </a:lnTo>
                <a:lnTo>
                  <a:pt x="527333" y="2226769"/>
                </a:lnTo>
                <a:lnTo>
                  <a:pt x="527333" y="2172955"/>
                </a:lnTo>
                <a:lnTo>
                  <a:pt x="582558" y="2129685"/>
                </a:lnTo>
                <a:lnTo>
                  <a:pt x="604956" y="2160985"/>
                </a:lnTo>
                <a:lnTo>
                  <a:pt x="780624" y="2037873"/>
                </a:lnTo>
                <a:lnTo>
                  <a:pt x="854844" y="1993395"/>
                </a:lnTo>
                <a:lnTo>
                  <a:pt x="910728" y="1976263"/>
                </a:lnTo>
                <a:lnTo>
                  <a:pt x="955743" y="1977690"/>
                </a:lnTo>
                <a:lnTo>
                  <a:pt x="995268" y="1971870"/>
                </a:lnTo>
                <a:lnTo>
                  <a:pt x="1001416" y="1978789"/>
                </a:lnTo>
                <a:lnTo>
                  <a:pt x="943556" y="2042376"/>
                </a:lnTo>
                <a:lnTo>
                  <a:pt x="936749" y="2066976"/>
                </a:lnTo>
                <a:lnTo>
                  <a:pt x="895137" y="2107611"/>
                </a:lnTo>
                <a:lnTo>
                  <a:pt x="862200" y="2133200"/>
                </a:lnTo>
                <a:lnTo>
                  <a:pt x="904250" y="2174713"/>
                </a:lnTo>
                <a:lnTo>
                  <a:pt x="948497" y="2127269"/>
                </a:lnTo>
                <a:lnTo>
                  <a:pt x="962550" y="2139020"/>
                </a:lnTo>
                <a:lnTo>
                  <a:pt x="978470" y="2129026"/>
                </a:lnTo>
                <a:lnTo>
                  <a:pt x="988351" y="2128697"/>
                </a:lnTo>
                <a:lnTo>
                  <a:pt x="984618" y="2121119"/>
                </a:lnTo>
                <a:lnTo>
                  <a:pt x="990327" y="2120790"/>
                </a:lnTo>
                <a:lnTo>
                  <a:pt x="991425" y="2125402"/>
                </a:lnTo>
                <a:lnTo>
                  <a:pt x="998013" y="2122657"/>
                </a:lnTo>
                <a:lnTo>
                  <a:pt x="986814" y="2104426"/>
                </a:lnTo>
                <a:lnTo>
                  <a:pt x="995048" y="2085097"/>
                </a:lnTo>
                <a:lnTo>
                  <a:pt x="988351" y="2079716"/>
                </a:lnTo>
                <a:lnTo>
                  <a:pt x="1013054" y="2056104"/>
                </a:lnTo>
                <a:lnTo>
                  <a:pt x="1079589" y="1975494"/>
                </a:lnTo>
                <a:lnTo>
                  <a:pt x="1093532" y="1973956"/>
                </a:lnTo>
                <a:lnTo>
                  <a:pt x="1095509" y="1964402"/>
                </a:lnTo>
                <a:lnTo>
                  <a:pt x="1105719" y="1958252"/>
                </a:lnTo>
                <a:lnTo>
                  <a:pt x="1128666" y="1955396"/>
                </a:lnTo>
                <a:lnTo>
                  <a:pt x="1165446" y="1967697"/>
                </a:lnTo>
                <a:lnTo>
                  <a:pt x="1159298" y="1950564"/>
                </a:lnTo>
                <a:lnTo>
                  <a:pt x="1160835" y="1798899"/>
                </a:lnTo>
                <a:lnTo>
                  <a:pt x="1154028" y="1783084"/>
                </a:lnTo>
                <a:lnTo>
                  <a:pt x="1143268" y="1790333"/>
                </a:lnTo>
                <a:lnTo>
                  <a:pt x="1127458" y="1791760"/>
                </a:lnTo>
                <a:lnTo>
                  <a:pt x="1128336" y="1816251"/>
                </a:lnTo>
                <a:lnTo>
                  <a:pt x="1121200" y="1822071"/>
                </a:lnTo>
                <a:lnTo>
                  <a:pt x="1115930" y="1843597"/>
                </a:lnTo>
                <a:lnTo>
                  <a:pt x="1120431" y="1843377"/>
                </a:lnTo>
                <a:lnTo>
                  <a:pt x="1120761" y="1852822"/>
                </a:lnTo>
                <a:lnTo>
                  <a:pt x="1061802" y="1855238"/>
                </a:lnTo>
                <a:lnTo>
                  <a:pt x="1060704" y="1831406"/>
                </a:lnTo>
                <a:lnTo>
                  <a:pt x="1027876" y="1820314"/>
                </a:lnTo>
                <a:lnTo>
                  <a:pt x="1005589" y="1792639"/>
                </a:lnTo>
                <a:lnTo>
                  <a:pt x="1005589" y="1792639"/>
                </a:lnTo>
              </a:path>
            </a:pathLst>
          </a:custGeom>
          <a:noFill xmlns:a="http://schemas.openxmlformats.org/drawingml/2006/main"/>
          <a:ln xmlns:a="http://schemas.openxmlformats.org/drawingml/2006/main" w="2834">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01F405A7-93F1-462C-988A-0C31775BA698}"/>
              </a:ext>
            </a:extLst>
          </p:cNvPr>
          <p:cNvSpPr>
            <a:spLocks xmlns:a="http://schemas.openxmlformats.org/drawingml/2006/main" noGrp="1"/>
          </p:cNvSpPr>
          <p:nvPr/>
        </p:nvSpPr>
        <p:spPr>
          <a:xfrm xmlns:a="http://schemas.openxmlformats.org/drawingml/2006/main">
            <a:off x="4076752" y="2920303"/>
            <a:ext cx="626764" cy="233948"/>
          </a:xfrm>
          <a:custGeom xmlns:a="http://schemas.openxmlformats.org/drawingml/2006/main">
            <a:pathLst>
              <a:path w="842657" h="314533">
                <a:moveTo>
                  <a:pt x="18226" y="92581"/>
                </a:moveTo>
                <a:lnTo>
                  <a:pt x="20531" y="86980"/>
                </a:lnTo>
                <a:lnTo>
                  <a:pt x="13285" y="81818"/>
                </a:lnTo>
                <a:lnTo>
                  <a:pt x="11967" y="68859"/>
                </a:lnTo>
                <a:lnTo>
                  <a:pt x="0" y="62819"/>
                </a:lnTo>
                <a:lnTo>
                  <a:pt x="2964" y="50628"/>
                </a:lnTo>
                <a:lnTo>
                  <a:pt x="110" y="48871"/>
                </a:lnTo>
                <a:lnTo>
                  <a:pt x="30632" y="41403"/>
                </a:lnTo>
                <a:lnTo>
                  <a:pt x="44905" y="22294"/>
                </a:lnTo>
                <a:lnTo>
                  <a:pt x="65985" y="15924"/>
                </a:lnTo>
                <a:lnTo>
                  <a:pt x="80368" y="0"/>
                </a:lnTo>
                <a:lnTo>
                  <a:pt x="130873" y="17462"/>
                </a:lnTo>
                <a:lnTo>
                  <a:pt x="181706" y="41293"/>
                </a:lnTo>
                <a:lnTo>
                  <a:pt x="212668" y="46455"/>
                </a:lnTo>
                <a:lnTo>
                  <a:pt x="238250" y="60073"/>
                </a:lnTo>
                <a:lnTo>
                  <a:pt x="249009" y="71385"/>
                </a:lnTo>
                <a:lnTo>
                  <a:pt x="253291" y="85003"/>
                </a:lnTo>
                <a:lnTo>
                  <a:pt x="295451" y="103453"/>
                </a:lnTo>
                <a:lnTo>
                  <a:pt x="298196" y="97742"/>
                </a:lnTo>
                <a:lnTo>
                  <a:pt x="317959" y="99060"/>
                </a:lnTo>
                <a:lnTo>
                  <a:pt x="325644" y="114216"/>
                </a:lnTo>
                <a:lnTo>
                  <a:pt x="360229" y="111690"/>
                </a:lnTo>
                <a:lnTo>
                  <a:pt x="384383" y="114655"/>
                </a:lnTo>
                <a:lnTo>
                  <a:pt x="413259" y="103892"/>
                </a:lnTo>
                <a:lnTo>
                  <a:pt x="470570" y="99060"/>
                </a:lnTo>
                <a:lnTo>
                  <a:pt x="483526" y="92361"/>
                </a:lnTo>
                <a:lnTo>
                  <a:pt x="510095" y="97852"/>
                </a:lnTo>
                <a:lnTo>
                  <a:pt x="524478" y="108615"/>
                </a:lnTo>
                <a:lnTo>
                  <a:pt x="540947" y="106089"/>
                </a:lnTo>
                <a:lnTo>
                  <a:pt x="575532" y="114985"/>
                </a:lnTo>
                <a:lnTo>
                  <a:pt x="628232" y="112129"/>
                </a:lnTo>
                <a:lnTo>
                  <a:pt x="643164" y="106858"/>
                </a:lnTo>
                <a:lnTo>
                  <a:pt x="651288" y="98731"/>
                </a:lnTo>
                <a:lnTo>
                  <a:pt x="741648" y="96205"/>
                </a:lnTo>
                <a:lnTo>
                  <a:pt x="775025" y="110811"/>
                </a:lnTo>
                <a:lnTo>
                  <a:pt x="799289" y="137169"/>
                </a:lnTo>
                <a:lnTo>
                  <a:pt x="822784" y="192520"/>
                </a:lnTo>
                <a:lnTo>
                  <a:pt x="842657" y="266430"/>
                </a:lnTo>
                <a:lnTo>
                  <a:pt x="837936" y="274118"/>
                </a:lnTo>
                <a:lnTo>
                  <a:pt x="824980" y="277852"/>
                </a:lnTo>
                <a:lnTo>
                  <a:pt x="769096" y="264014"/>
                </a:lnTo>
                <a:lnTo>
                  <a:pt x="684665" y="263575"/>
                </a:lnTo>
                <a:lnTo>
                  <a:pt x="677419" y="278621"/>
                </a:lnTo>
                <a:lnTo>
                  <a:pt x="669404" y="272471"/>
                </a:lnTo>
                <a:lnTo>
                  <a:pt x="671929" y="265222"/>
                </a:lnTo>
                <a:lnTo>
                  <a:pt x="665781" y="263465"/>
                </a:lnTo>
                <a:lnTo>
                  <a:pt x="568834" y="262806"/>
                </a:lnTo>
                <a:lnTo>
                  <a:pt x="530187" y="281476"/>
                </a:lnTo>
                <a:lnTo>
                  <a:pt x="510425" y="270494"/>
                </a:lnTo>
                <a:lnTo>
                  <a:pt x="503837" y="278950"/>
                </a:lnTo>
                <a:lnTo>
                  <a:pt x="486710" y="285539"/>
                </a:lnTo>
                <a:lnTo>
                  <a:pt x="482977" y="280378"/>
                </a:lnTo>
                <a:lnTo>
                  <a:pt x="475401" y="282684"/>
                </a:lnTo>
                <a:lnTo>
                  <a:pt x="458493" y="296302"/>
                </a:lnTo>
                <a:lnTo>
                  <a:pt x="447184" y="299158"/>
                </a:lnTo>
                <a:lnTo>
                  <a:pt x="437303" y="296192"/>
                </a:lnTo>
                <a:lnTo>
                  <a:pt x="394045" y="311458"/>
                </a:lnTo>
                <a:lnTo>
                  <a:pt x="351885" y="314533"/>
                </a:lnTo>
                <a:lnTo>
                  <a:pt x="320813" y="277962"/>
                </a:lnTo>
                <a:lnTo>
                  <a:pt x="313347" y="254789"/>
                </a:lnTo>
                <a:lnTo>
                  <a:pt x="297428" y="245125"/>
                </a:lnTo>
                <a:lnTo>
                  <a:pt x="264600" y="247541"/>
                </a:lnTo>
                <a:lnTo>
                  <a:pt x="244617" y="209872"/>
                </a:lnTo>
                <a:lnTo>
                  <a:pt x="246704" y="199329"/>
                </a:lnTo>
                <a:lnTo>
                  <a:pt x="241873" y="201305"/>
                </a:lnTo>
                <a:lnTo>
                  <a:pt x="222769" y="187907"/>
                </a:lnTo>
                <a:lnTo>
                  <a:pt x="200700" y="186040"/>
                </a:lnTo>
                <a:lnTo>
                  <a:pt x="192795" y="177913"/>
                </a:lnTo>
                <a:lnTo>
                  <a:pt x="161614" y="168908"/>
                </a:lnTo>
                <a:lnTo>
                  <a:pt x="137899" y="151775"/>
                </a:lnTo>
                <a:lnTo>
                  <a:pt x="130873" y="149139"/>
                </a:lnTo>
                <a:lnTo>
                  <a:pt x="132410" y="153423"/>
                </a:lnTo>
                <a:lnTo>
                  <a:pt x="124505" y="152434"/>
                </a:lnTo>
                <a:lnTo>
                  <a:pt x="115721" y="141781"/>
                </a:lnTo>
                <a:lnTo>
                  <a:pt x="88163" y="136620"/>
                </a:lnTo>
                <a:lnTo>
                  <a:pt x="79929" y="119377"/>
                </a:lnTo>
                <a:lnTo>
                  <a:pt x="63240" y="116412"/>
                </a:lnTo>
                <a:lnTo>
                  <a:pt x="56982" y="121903"/>
                </a:lnTo>
                <a:lnTo>
                  <a:pt x="46881" y="119927"/>
                </a:lnTo>
                <a:lnTo>
                  <a:pt x="26131" y="98182"/>
                </a:lnTo>
                <a:lnTo>
                  <a:pt x="21849" y="100049"/>
                </a:lnTo>
                <a:lnTo>
                  <a:pt x="23825" y="92800"/>
                </a:lnTo>
                <a:lnTo>
                  <a:pt x="18226" y="92581"/>
                </a:lnTo>
              </a:path>
            </a:pathLst>
          </a:custGeom>
          <a:noFill xmlns:a="http://schemas.openxmlformats.org/drawingml/2006/main"/>
          <a:ln xmlns:a="http://schemas.openxmlformats.org/drawingml/2006/main" w="2834">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B0F0D9BA-567B-4A0F-8834-6C47221764E5}"/>
              </a:ext>
            </a:extLst>
          </p:cNvPr>
          <p:cNvSpPr>
            <a:spLocks xmlns:a="http://schemas.openxmlformats.org/drawingml/2006/main" noGrp="1"/>
          </p:cNvSpPr>
          <p:nvPr/>
        </p:nvSpPr>
        <p:spPr>
          <a:xfrm xmlns:a="http://schemas.openxmlformats.org/drawingml/2006/main">
            <a:off x="3397151" y="4517995"/>
            <a:ext cx="132621" cy="156428"/>
          </a:xfrm>
          <a:custGeom xmlns:a="http://schemas.openxmlformats.org/drawingml/2006/main">
            <a:pathLst>
              <a:path w="178303" h="210311">
                <a:moveTo>
                  <a:pt x="60825" y="17901"/>
                </a:moveTo>
                <a:lnTo>
                  <a:pt x="69938" y="31080"/>
                </a:lnTo>
                <a:lnTo>
                  <a:pt x="76196" y="24490"/>
                </a:lnTo>
                <a:lnTo>
                  <a:pt x="87944" y="24930"/>
                </a:lnTo>
                <a:lnTo>
                  <a:pt x="93873" y="20647"/>
                </a:lnTo>
                <a:lnTo>
                  <a:pt x="87395" y="14936"/>
                </a:lnTo>
                <a:lnTo>
                  <a:pt x="85858" y="18011"/>
                </a:lnTo>
                <a:lnTo>
                  <a:pt x="89700" y="10982"/>
                </a:lnTo>
                <a:lnTo>
                  <a:pt x="160626" y="1977"/>
                </a:lnTo>
                <a:lnTo>
                  <a:pt x="166775" y="6370"/>
                </a:lnTo>
                <a:lnTo>
                  <a:pt x="166775" y="15924"/>
                </a:lnTo>
                <a:lnTo>
                  <a:pt x="155795" y="33935"/>
                </a:lnTo>
                <a:lnTo>
                  <a:pt x="128457" y="44259"/>
                </a:lnTo>
                <a:lnTo>
                  <a:pt x="129884" y="38328"/>
                </a:lnTo>
                <a:lnTo>
                  <a:pt x="119893" y="37120"/>
                </a:lnTo>
                <a:lnTo>
                  <a:pt x="112647" y="44368"/>
                </a:lnTo>
                <a:lnTo>
                  <a:pt x="110341" y="55241"/>
                </a:lnTo>
                <a:lnTo>
                  <a:pt x="120442" y="76217"/>
                </a:lnTo>
                <a:lnTo>
                  <a:pt x="132300" y="76327"/>
                </a:lnTo>
                <a:lnTo>
                  <a:pt x="134715" y="72154"/>
                </a:lnTo>
                <a:lnTo>
                  <a:pt x="130873" y="69518"/>
                </a:lnTo>
                <a:lnTo>
                  <a:pt x="139327" y="72483"/>
                </a:lnTo>
                <a:lnTo>
                  <a:pt x="144377" y="97523"/>
                </a:lnTo>
                <a:lnTo>
                  <a:pt x="166226" y="116193"/>
                </a:lnTo>
                <a:lnTo>
                  <a:pt x="170617" y="127944"/>
                </a:lnTo>
                <a:lnTo>
                  <a:pt x="177864" y="132996"/>
                </a:lnTo>
                <a:lnTo>
                  <a:pt x="178303" y="140134"/>
                </a:lnTo>
                <a:lnTo>
                  <a:pt x="173362" y="135521"/>
                </a:lnTo>
                <a:lnTo>
                  <a:pt x="165896" y="138816"/>
                </a:lnTo>
                <a:lnTo>
                  <a:pt x="161285" y="152105"/>
                </a:lnTo>
                <a:lnTo>
                  <a:pt x="167543" y="157157"/>
                </a:lnTo>
                <a:lnTo>
                  <a:pt x="151733" y="163856"/>
                </a:lnTo>
                <a:lnTo>
                  <a:pt x="155356" y="160781"/>
                </a:lnTo>
                <a:lnTo>
                  <a:pt x="143279" y="154850"/>
                </a:lnTo>
                <a:lnTo>
                  <a:pt x="135484" y="143099"/>
                </a:lnTo>
                <a:lnTo>
                  <a:pt x="116380" y="128273"/>
                </a:lnTo>
                <a:lnTo>
                  <a:pt x="102436" y="108285"/>
                </a:lnTo>
                <a:lnTo>
                  <a:pt x="89151" y="128053"/>
                </a:lnTo>
                <a:lnTo>
                  <a:pt x="92335" y="147822"/>
                </a:lnTo>
                <a:lnTo>
                  <a:pt x="92226" y="141232"/>
                </a:lnTo>
                <a:lnTo>
                  <a:pt x="83332" y="142770"/>
                </a:lnTo>
                <a:lnTo>
                  <a:pt x="87395" y="164515"/>
                </a:lnTo>
                <a:lnTo>
                  <a:pt x="91347" y="165833"/>
                </a:lnTo>
                <a:lnTo>
                  <a:pt x="92775" y="161879"/>
                </a:lnTo>
                <a:lnTo>
                  <a:pt x="93982" y="180329"/>
                </a:lnTo>
                <a:lnTo>
                  <a:pt x="89042" y="179231"/>
                </a:lnTo>
                <a:lnTo>
                  <a:pt x="87834" y="190543"/>
                </a:lnTo>
                <a:lnTo>
                  <a:pt x="92226" y="195375"/>
                </a:lnTo>
                <a:lnTo>
                  <a:pt x="97825" y="193288"/>
                </a:lnTo>
                <a:lnTo>
                  <a:pt x="99252" y="201854"/>
                </a:lnTo>
                <a:lnTo>
                  <a:pt x="92335" y="210311"/>
                </a:lnTo>
                <a:lnTo>
                  <a:pt x="78282" y="195814"/>
                </a:lnTo>
                <a:lnTo>
                  <a:pt x="67522" y="193069"/>
                </a:lnTo>
                <a:lnTo>
                  <a:pt x="55006" y="171543"/>
                </a:lnTo>
                <a:lnTo>
                  <a:pt x="0" y="113557"/>
                </a:lnTo>
                <a:lnTo>
                  <a:pt x="12846" y="102135"/>
                </a:lnTo>
                <a:lnTo>
                  <a:pt x="26021" y="99280"/>
                </a:lnTo>
                <a:lnTo>
                  <a:pt x="33377" y="102025"/>
                </a:lnTo>
                <a:lnTo>
                  <a:pt x="29754" y="102794"/>
                </a:lnTo>
                <a:lnTo>
                  <a:pt x="35243" y="107736"/>
                </a:lnTo>
                <a:lnTo>
                  <a:pt x="40184" y="107846"/>
                </a:lnTo>
                <a:lnTo>
                  <a:pt x="39306" y="104442"/>
                </a:lnTo>
                <a:lnTo>
                  <a:pt x="46662" y="111910"/>
                </a:lnTo>
                <a:lnTo>
                  <a:pt x="59617" y="114106"/>
                </a:lnTo>
                <a:lnTo>
                  <a:pt x="56763" y="120915"/>
                </a:lnTo>
                <a:lnTo>
                  <a:pt x="77404" y="132227"/>
                </a:lnTo>
                <a:lnTo>
                  <a:pt x="81246" y="126077"/>
                </a:lnTo>
                <a:lnTo>
                  <a:pt x="73012" y="119487"/>
                </a:lnTo>
                <a:lnTo>
                  <a:pt x="88163" y="126845"/>
                </a:lnTo>
                <a:lnTo>
                  <a:pt x="100021" y="107517"/>
                </a:lnTo>
                <a:lnTo>
                  <a:pt x="97825" y="97742"/>
                </a:lnTo>
                <a:lnTo>
                  <a:pt x="101558" y="91812"/>
                </a:lnTo>
                <a:lnTo>
                  <a:pt x="97166" y="85003"/>
                </a:lnTo>
                <a:lnTo>
                  <a:pt x="93543" y="87748"/>
                </a:lnTo>
                <a:lnTo>
                  <a:pt x="77513" y="74021"/>
                </a:lnTo>
                <a:lnTo>
                  <a:pt x="86846" y="65674"/>
                </a:lnTo>
                <a:lnTo>
                  <a:pt x="93214" y="70946"/>
                </a:lnTo>
                <a:lnTo>
                  <a:pt x="99362" y="68639"/>
                </a:lnTo>
                <a:lnTo>
                  <a:pt x="98484" y="50628"/>
                </a:lnTo>
                <a:lnTo>
                  <a:pt x="77623" y="51507"/>
                </a:lnTo>
                <a:lnTo>
                  <a:pt x="74878" y="36900"/>
                </a:lnTo>
                <a:lnTo>
                  <a:pt x="54347" y="64027"/>
                </a:lnTo>
                <a:lnTo>
                  <a:pt x="39745" y="65894"/>
                </a:lnTo>
                <a:lnTo>
                  <a:pt x="41611" y="57218"/>
                </a:lnTo>
                <a:lnTo>
                  <a:pt x="63680" y="48761"/>
                </a:lnTo>
                <a:lnTo>
                  <a:pt x="68620" y="32727"/>
                </a:lnTo>
                <a:lnTo>
                  <a:pt x="55445" y="18121"/>
                </a:lnTo>
                <a:lnTo>
                  <a:pt x="51273" y="23722"/>
                </a:lnTo>
                <a:lnTo>
                  <a:pt x="53908" y="25699"/>
                </a:lnTo>
                <a:lnTo>
                  <a:pt x="46552" y="24820"/>
                </a:lnTo>
                <a:lnTo>
                  <a:pt x="25691" y="4173"/>
                </a:lnTo>
                <a:lnTo>
                  <a:pt x="29644" y="0"/>
                </a:lnTo>
                <a:lnTo>
                  <a:pt x="58190" y="8786"/>
                </a:lnTo>
                <a:lnTo>
                  <a:pt x="60825" y="17901"/>
                </a:lnTo>
              </a:path>
            </a:pathLst>
          </a:custGeom>
          <a:noFill xmlns:a="http://schemas.openxmlformats.org/drawingml/2006/main"/>
          <a:ln xmlns:a="http://schemas.openxmlformats.org/drawingml/2006/main" w="2834">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C01B262A-D0BB-4B20-A738-657CFE9B760F}"/>
              </a:ext>
            </a:extLst>
          </p:cNvPr>
          <p:cNvSpPr>
            <a:spLocks xmlns:a="http://schemas.openxmlformats.org/drawingml/2006/main" noGrp="1"/>
          </p:cNvSpPr>
          <p:nvPr/>
        </p:nvSpPr>
        <p:spPr>
          <a:xfrm xmlns:a="http://schemas.openxmlformats.org/drawingml/2006/main">
            <a:off x="3409891" y="4411640"/>
            <a:ext cx="87053" cy="63633"/>
          </a:xfrm>
          <a:custGeom xmlns:a="http://schemas.openxmlformats.org/drawingml/2006/main">
            <a:pathLst>
              <a:path w="117039" h="85552">
                <a:moveTo>
                  <a:pt x="117039" y="50958"/>
                </a:moveTo>
                <a:lnTo>
                  <a:pt x="114513" y="65894"/>
                </a:lnTo>
                <a:lnTo>
                  <a:pt x="102546" y="73252"/>
                </a:lnTo>
                <a:lnTo>
                  <a:pt x="60496" y="55021"/>
                </a:lnTo>
                <a:lnTo>
                  <a:pt x="47321" y="59524"/>
                </a:lnTo>
                <a:lnTo>
                  <a:pt x="14273" y="85552"/>
                </a:lnTo>
                <a:lnTo>
                  <a:pt x="5050" y="85223"/>
                </a:lnTo>
                <a:lnTo>
                  <a:pt x="0" y="77755"/>
                </a:lnTo>
                <a:lnTo>
                  <a:pt x="5160" y="63038"/>
                </a:lnTo>
                <a:lnTo>
                  <a:pt x="49956" y="32837"/>
                </a:lnTo>
                <a:lnTo>
                  <a:pt x="80807" y="0"/>
                </a:lnTo>
                <a:lnTo>
                  <a:pt x="91567" y="3624"/>
                </a:lnTo>
                <a:lnTo>
                  <a:pt x="103973" y="16254"/>
                </a:lnTo>
                <a:lnTo>
                  <a:pt x="117039" y="50958"/>
                </a:lnTo>
              </a:path>
            </a:pathLst>
          </a:custGeom>
          <a:noFill xmlns:a="http://schemas.openxmlformats.org/drawingml/2006/main"/>
          <a:ln xmlns:a="http://schemas.openxmlformats.org/drawingml/2006/main" w="2834">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7D44CC83-494F-492E-8E05-6672D5ACDA23}"/>
              </a:ext>
            </a:extLst>
          </p:cNvPr>
          <p:cNvSpPr>
            <a:spLocks xmlns:a="http://schemas.openxmlformats.org/drawingml/2006/main" noGrp="1"/>
          </p:cNvSpPr>
          <p:nvPr/>
        </p:nvSpPr>
        <p:spPr>
          <a:xfrm xmlns:a="http://schemas.openxmlformats.org/drawingml/2006/main">
            <a:off x="3333046" y="4499371"/>
            <a:ext cx="43200" cy="59304"/>
          </a:xfrm>
          <a:custGeom xmlns:a="http://schemas.openxmlformats.org/drawingml/2006/main">
            <a:pathLst>
              <a:path w="58080" h="79731">
                <a:moveTo>
                  <a:pt x="58080" y="66553"/>
                </a:moveTo>
                <a:lnTo>
                  <a:pt x="55555" y="77535"/>
                </a:lnTo>
                <a:lnTo>
                  <a:pt x="49407" y="79731"/>
                </a:lnTo>
                <a:lnTo>
                  <a:pt x="20092" y="63148"/>
                </a:lnTo>
                <a:lnTo>
                  <a:pt x="0" y="20647"/>
                </a:lnTo>
                <a:lnTo>
                  <a:pt x="7027" y="0"/>
                </a:lnTo>
                <a:lnTo>
                  <a:pt x="26460" y="5930"/>
                </a:lnTo>
                <a:lnTo>
                  <a:pt x="43807" y="28115"/>
                </a:lnTo>
                <a:lnTo>
                  <a:pt x="58080" y="66553"/>
                </a:lnTo>
              </a:path>
            </a:pathLst>
          </a:custGeom>
          <a:noFill xmlns:a="http://schemas.openxmlformats.org/drawingml/2006/main"/>
          <a:ln xmlns:a="http://schemas.openxmlformats.org/drawingml/2006/main" w="2834">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7B797CDA-8C74-4D24-815F-C4EE91C74016}"/>
              </a:ext>
            </a:extLst>
          </p:cNvPr>
          <p:cNvSpPr>
            <a:spLocks xmlns:a="http://schemas.openxmlformats.org/drawingml/2006/main" noGrp="1"/>
          </p:cNvSpPr>
          <p:nvPr/>
        </p:nvSpPr>
        <p:spPr>
          <a:xfrm xmlns:a="http://schemas.openxmlformats.org/drawingml/2006/main">
            <a:off x="3518258" y="4575747"/>
            <a:ext cx="38872" cy="37821"/>
          </a:xfrm>
          <a:custGeom xmlns:a="http://schemas.openxmlformats.org/drawingml/2006/main">
            <a:pathLst>
              <a:path w="52261" h="50848">
                <a:moveTo>
                  <a:pt x="28546" y="12630"/>
                </a:moveTo>
                <a:lnTo>
                  <a:pt x="37329" y="9555"/>
                </a:lnTo>
                <a:lnTo>
                  <a:pt x="31401" y="5052"/>
                </a:lnTo>
                <a:lnTo>
                  <a:pt x="36341" y="8017"/>
                </a:lnTo>
                <a:lnTo>
                  <a:pt x="49297" y="28444"/>
                </a:lnTo>
                <a:lnTo>
                  <a:pt x="52261" y="38877"/>
                </a:lnTo>
                <a:lnTo>
                  <a:pt x="43697" y="50848"/>
                </a:lnTo>
                <a:lnTo>
                  <a:pt x="37549" y="48432"/>
                </a:lnTo>
                <a:lnTo>
                  <a:pt x="43478" y="50409"/>
                </a:lnTo>
                <a:lnTo>
                  <a:pt x="50175" y="41623"/>
                </a:lnTo>
                <a:lnTo>
                  <a:pt x="48528" y="44039"/>
                </a:lnTo>
                <a:lnTo>
                  <a:pt x="26570" y="34265"/>
                </a:lnTo>
                <a:lnTo>
                  <a:pt x="26570" y="31190"/>
                </a:lnTo>
                <a:lnTo>
                  <a:pt x="28436" y="37450"/>
                </a:lnTo>
                <a:lnTo>
                  <a:pt x="17786" y="22404"/>
                </a:lnTo>
                <a:lnTo>
                  <a:pt x="23605" y="23832"/>
                </a:lnTo>
                <a:lnTo>
                  <a:pt x="26240" y="18890"/>
                </a:lnTo>
                <a:lnTo>
                  <a:pt x="17237" y="16254"/>
                </a:lnTo>
                <a:lnTo>
                  <a:pt x="13065" y="22074"/>
                </a:lnTo>
                <a:lnTo>
                  <a:pt x="0" y="6699"/>
                </a:lnTo>
                <a:lnTo>
                  <a:pt x="1318" y="988"/>
                </a:lnTo>
                <a:lnTo>
                  <a:pt x="11967" y="0"/>
                </a:lnTo>
                <a:lnTo>
                  <a:pt x="12516" y="3954"/>
                </a:lnTo>
                <a:lnTo>
                  <a:pt x="28546" y="12630"/>
                </a:lnTo>
              </a:path>
            </a:pathLst>
          </a:custGeom>
          <a:noFill xmlns:a="http://schemas.openxmlformats.org/drawingml/2006/main"/>
          <a:ln xmlns:a="http://schemas.openxmlformats.org/drawingml/2006/main" w="2834">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87F3D2BE-20F0-4BAF-B48B-565DC63A5583}"/>
              </a:ext>
            </a:extLst>
          </p:cNvPr>
          <p:cNvSpPr>
            <a:spLocks xmlns:a="http://schemas.openxmlformats.org/drawingml/2006/main" noGrp="1"/>
          </p:cNvSpPr>
          <p:nvPr/>
        </p:nvSpPr>
        <p:spPr>
          <a:xfrm xmlns:a="http://schemas.openxmlformats.org/drawingml/2006/main">
            <a:off x="3317612" y="4656289"/>
            <a:ext cx="26214" cy="26548"/>
          </a:xfrm>
          <a:custGeom xmlns:a="http://schemas.openxmlformats.org/drawingml/2006/main">
            <a:pathLst>
              <a:path w="35243" h="35692">
                <a:moveTo>
                  <a:pt x="17018" y="0"/>
                </a:moveTo>
                <a:lnTo>
                  <a:pt x="31181" y="8676"/>
                </a:lnTo>
                <a:lnTo>
                  <a:pt x="35243" y="16913"/>
                </a:lnTo>
                <a:lnTo>
                  <a:pt x="33048" y="12739"/>
                </a:lnTo>
                <a:lnTo>
                  <a:pt x="28217" y="14387"/>
                </a:lnTo>
                <a:lnTo>
                  <a:pt x="18774" y="30750"/>
                </a:lnTo>
                <a:lnTo>
                  <a:pt x="22727" y="33276"/>
                </a:lnTo>
                <a:lnTo>
                  <a:pt x="9881" y="35692"/>
                </a:lnTo>
                <a:lnTo>
                  <a:pt x="0" y="23063"/>
                </a:lnTo>
                <a:lnTo>
                  <a:pt x="17018" y="0"/>
                </a:lnTo>
              </a:path>
            </a:pathLst>
          </a:custGeom>
          <a:noFill xmlns:a="http://schemas.openxmlformats.org/drawingml/2006/main"/>
          <a:ln xmlns:a="http://schemas.openxmlformats.org/drawingml/2006/main" w="2834">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9CDCDDAD-A32A-4D34-BFF1-905436A9F25A}"/>
              </a:ext>
            </a:extLst>
          </p:cNvPr>
          <p:cNvSpPr>
            <a:spLocks xmlns:a="http://schemas.openxmlformats.org/drawingml/2006/main" noGrp="1"/>
          </p:cNvSpPr>
          <p:nvPr/>
        </p:nvSpPr>
        <p:spPr>
          <a:xfrm xmlns:a="http://schemas.openxmlformats.org/drawingml/2006/main">
            <a:off x="3303320" y="4644282"/>
            <a:ext cx="16414" cy="18706"/>
          </a:xfrm>
          <a:custGeom xmlns:a="http://schemas.openxmlformats.org/drawingml/2006/main">
            <a:pathLst>
              <a:path w="22068" h="25149">
                <a:moveTo>
                  <a:pt x="4721" y="0"/>
                </a:moveTo>
                <a:lnTo>
                  <a:pt x="16249" y="2636"/>
                </a:lnTo>
                <a:lnTo>
                  <a:pt x="22068" y="8676"/>
                </a:lnTo>
                <a:lnTo>
                  <a:pt x="9332" y="25149"/>
                </a:lnTo>
                <a:lnTo>
                  <a:pt x="988" y="16364"/>
                </a:lnTo>
                <a:lnTo>
                  <a:pt x="0" y="5491"/>
                </a:lnTo>
                <a:lnTo>
                  <a:pt x="769" y="9115"/>
                </a:lnTo>
                <a:lnTo>
                  <a:pt x="4721" y="5821"/>
                </a:lnTo>
                <a:lnTo>
                  <a:pt x="4721" y="0"/>
                </a:lnTo>
              </a:path>
            </a:pathLst>
          </a:custGeom>
          <a:noFill xmlns:a="http://schemas.openxmlformats.org/drawingml/2006/main"/>
          <a:ln xmlns:a="http://schemas.openxmlformats.org/drawingml/2006/main" w="2834">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F8BF7610-3444-43AE-9507-D3C83F7042CF}"/>
              </a:ext>
            </a:extLst>
          </p:cNvPr>
          <p:cNvSpPr>
            <a:spLocks xmlns:a="http://schemas.openxmlformats.org/drawingml/2006/main" noGrp="1"/>
          </p:cNvSpPr>
          <p:nvPr/>
        </p:nvSpPr>
        <p:spPr>
          <a:xfrm xmlns:a="http://schemas.openxmlformats.org/drawingml/2006/main">
            <a:off x="3515236" y="2719275"/>
            <a:ext cx="122658" cy="141888"/>
          </a:xfrm>
          <a:custGeom xmlns:a="http://schemas.openxmlformats.org/drawingml/2006/main">
            <a:pathLst>
              <a:path w="164908" h="190762">
                <a:moveTo>
                  <a:pt x="161724" y="139036"/>
                </a:moveTo>
                <a:lnTo>
                  <a:pt x="164908" y="152324"/>
                </a:lnTo>
                <a:lnTo>
                  <a:pt x="160516" y="162208"/>
                </a:lnTo>
                <a:lnTo>
                  <a:pt x="130433" y="185930"/>
                </a:lnTo>
                <a:lnTo>
                  <a:pt x="107926" y="190762"/>
                </a:lnTo>
                <a:lnTo>
                  <a:pt x="87834" y="183624"/>
                </a:lnTo>
                <a:lnTo>
                  <a:pt x="66095" y="159682"/>
                </a:lnTo>
                <a:lnTo>
                  <a:pt x="44905" y="121794"/>
                </a:lnTo>
                <a:lnTo>
                  <a:pt x="25033" y="106858"/>
                </a:lnTo>
                <a:lnTo>
                  <a:pt x="23166" y="74899"/>
                </a:lnTo>
                <a:lnTo>
                  <a:pt x="2306" y="33167"/>
                </a:lnTo>
                <a:lnTo>
                  <a:pt x="0" y="14497"/>
                </a:lnTo>
                <a:lnTo>
                  <a:pt x="30083" y="0"/>
                </a:lnTo>
                <a:lnTo>
                  <a:pt x="42709" y="2306"/>
                </a:lnTo>
                <a:lnTo>
                  <a:pt x="95849" y="58755"/>
                </a:lnTo>
                <a:lnTo>
                  <a:pt x="161724" y="139036"/>
                </a:lnTo>
              </a:path>
            </a:pathLst>
          </a:custGeom>
          <a:noFill xmlns:a="http://schemas.openxmlformats.org/drawingml/2006/main"/>
          <a:ln xmlns:a="http://schemas.openxmlformats.org/drawingml/2006/main" w="2834">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9BDD3C70-5B02-4D59-A137-B470E041E84C}"/>
              </a:ext>
            </a:extLst>
          </p:cNvPr>
          <p:cNvSpPr>
            <a:spLocks xmlns:a="http://schemas.openxmlformats.org/drawingml/2006/main" noGrp="1"/>
          </p:cNvSpPr>
          <p:nvPr/>
        </p:nvSpPr>
        <p:spPr>
          <a:xfrm xmlns:a="http://schemas.openxmlformats.org/drawingml/2006/main">
            <a:off x="4752187" y="2818523"/>
            <a:ext cx="599311" cy="841282"/>
          </a:xfrm>
          <a:custGeom xmlns:a="http://schemas.openxmlformats.org/drawingml/2006/main">
            <a:pathLst>
              <a:path w="805746" h="1131066">
                <a:moveTo>
                  <a:pt x="493846" y="90604"/>
                </a:moveTo>
                <a:lnTo>
                  <a:pt x="502081" y="101367"/>
                </a:lnTo>
                <a:lnTo>
                  <a:pt x="512511" y="95766"/>
                </a:lnTo>
                <a:lnTo>
                  <a:pt x="539739" y="98511"/>
                </a:lnTo>
                <a:lnTo>
                  <a:pt x="598808" y="118719"/>
                </a:lnTo>
                <a:lnTo>
                  <a:pt x="621645" y="130030"/>
                </a:lnTo>
                <a:lnTo>
                  <a:pt x="622303" y="133984"/>
                </a:lnTo>
                <a:lnTo>
                  <a:pt x="625707" y="131787"/>
                </a:lnTo>
                <a:lnTo>
                  <a:pt x="666769" y="147931"/>
                </a:lnTo>
                <a:lnTo>
                  <a:pt x="698280" y="167480"/>
                </a:lnTo>
                <a:lnTo>
                  <a:pt x="754713" y="219097"/>
                </a:lnTo>
                <a:lnTo>
                  <a:pt x="784028" y="236888"/>
                </a:lnTo>
                <a:lnTo>
                  <a:pt x="805746" y="278867"/>
                </a:lnTo>
                <a:moveTo>
                  <a:pt x="805746" y="590037"/>
                </a:moveTo>
                <a:lnTo>
                  <a:pt x="794348" y="608638"/>
                </a:lnTo>
                <a:lnTo>
                  <a:pt x="773268" y="652458"/>
                </a:lnTo>
                <a:lnTo>
                  <a:pt x="736487" y="757009"/>
                </a:lnTo>
                <a:lnTo>
                  <a:pt x="719140" y="850908"/>
                </a:lnTo>
                <a:lnTo>
                  <a:pt x="719799" y="903842"/>
                </a:lnTo>
                <a:lnTo>
                  <a:pt x="729131" y="941621"/>
                </a:lnTo>
                <a:lnTo>
                  <a:pt x="768986" y="1016301"/>
                </a:lnTo>
                <a:lnTo>
                  <a:pt x="805746" y="1072127"/>
                </a:lnTo>
                <a:moveTo>
                  <a:pt x="805746" y="1130675"/>
                </a:moveTo>
                <a:lnTo>
                  <a:pt x="794128" y="1131066"/>
                </a:lnTo>
                <a:lnTo>
                  <a:pt x="784028" y="1125904"/>
                </a:lnTo>
                <a:lnTo>
                  <a:pt x="256914" y="678156"/>
                </a:lnTo>
                <a:lnTo>
                  <a:pt x="137021" y="569212"/>
                </a:lnTo>
                <a:lnTo>
                  <a:pt x="95739" y="507492"/>
                </a:lnTo>
                <a:lnTo>
                  <a:pt x="79490" y="467406"/>
                </a:lnTo>
                <a:lnTo>
                  <a:pt x="70706" y="431933"/>
                </a:lnTo>
                <a:lnTo>
                  <a:pt x="81466" y="423367"/>
                </a:lnTo>
                <a:lnTo>
                  <a:pt x="173692" y="426003"/>
                </a:lnTo>
                <a:lnTo>
                  <a:pt x="196419" y="420622"/>
                </a:lnTo>
                <a:lnTo>
                  <a:pt x="213217" y="410957"/>
                </a:lnTo>
                <a:lnTo>
                  <a:pt x="225514" y="393715"/>
                </a:lnTo>
                <a:lnTo>
                  <a:pt x="224306" y="381854"/>
                </a:lnTo>
                <a:lnTo>
                  <a:pt x="213107" y="371092"/>
                </a:lnTo>
                <a:lnTo>
                  <a:pt x="211241" y="356265"/>
                </a:lnTo>
                <a:lnTo>
                  <a:pt x="231442" y="320244"/>
                </a:lnTo>
                <a:lnTo>
                  <a:pt x="214644" y="312446"/>
                </a:lnTo>
                <a:lnTo>
                  <a:pt x="196199" y="314203"/>
                </a:lnTo>
                <a:lnTo>
                  <a:pt x="170178" y="341000"/>
                </a:lnTo>
                <a:lnTo>
                  <a:pt x="146243" y="350664"/>
                </a:lnTo>
                <a:lnTo>
                  <a:pt x="57861" y="346601"/>
                </a:lnTo>
                <a:lnTo>
                  <a:pt x="43807" y="338474"/>
                </a:lnTo>
                <a:lnTo>
                  <a:pt x="34475" y="326723"/>
                </a:lnTo>
                <a:lnTo>
                  <a:pt x="1976" y="240292"/>
                </a:lnTo>
                <a:lnTo>
                  <a:pt x="0" y="198670"/>
                </a:lnTo>
                <a:lnTo>
                  <a:pt x="18335" y="160671"/>
                </a:lnTo>
                <a:lnTo>
                  <a:pt x="133617" y="56669"/>
                </a:lnTo>
                <a:lnTo>
                  <a:pt x="168970" y="37669"/>
                </a:lnTo>
                <a:lnTo>
                  <a:pt x="300063" y="1208"/>
                </a:lnTo>
                <a:lnTo>
                  <a:pt x="343431" y="0"/>
                </a:lnTo>
                <a:lnTo>
                  <a:pt x="380321" y="10653"/>
                </a:lnTo>
                <a:lnTo>
                  <a:pt x="413808" y="60622"/>
                </a:lnTo>
                <a:lnTo>
                  <a:pt x="488466" y="74680"/>
                </a:lnTo>
                <a:lnTo>
                  <a:pt x="496701" y="81269"/>
                </a:lnTo>
                <a:lnTo>
                  <a:pt x="493846" y="90604"/>
                </a:lnTo>
              </a:path>
            </a:pathLst>
          </a:custGeom>
          <a:noFill xmlns:a="http://schemas.openxmlformats.org/drawingml/2006/main"/>
          <a:ln xmlns:a="http://schemas.openxmlformats.org/drawingml/2006/main" w="2834">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7A46456D-663C-4A6C-8454-FAC88F4F6C3F}"/>
              </a:ext>
            </a:extLst>
          </p:cNvPr>
          <p:cNvSpPr>
            <a:spLocks xmlns:a="http://schemas.openxmlformats.org/drawingml/2006/main" noGrp="1"/>
          </p:cNvSpPr>
          <p:nvPr/>
        </p:nvSpPr>
        <p:spPr>
          <a:xfrm xmlns:a="http://schemas.openxmlformats.org/drawingml/2006/main">
            <a:off x="4221050" y="3082858"/>
            <a:ext cx="85420" cy="78908"/>
          </a:xfrm>
          <a:custGeom xmlns:a="http://schemas.openxmlformats.org/drawingml/2006/main">
            <a:pathLst>
              <a:path w="114843" h="106089">
                <a:moveTo>
                  <a:pt x="32499" y="6699"/>
                </a:moveTo>
                <a:lnTo>
                  <a:pt x="60386" y="43490"/>
                </a:lnTo>
                <a:lnTo>
                  <a:pt x="104413" y="57657"/>
                </a:lnTo>
                <a:lnTo>
                  <a:pt x="114843" y="95985"/>
                </a:lnTo>
                <a:lnTo>
                  <a:pt x="110341" y="105430"/>
                </a:lnTo>
                <a:lnTo>
                  <a:pt x="104413" y="106089"/>
                </a:lnTo>
                <a:lnTo>
                  <a:pt x="90140" y="93899"/>
                </a:lnTo>
                <a:lnTo>
                  <a:pt x="8344" y="14057"/>
                </a:lnTo>
                <a:lnTo>
                  <a:pt x="0" y="0"/>
                </a:lnTo>
                <a:lnTo>
                  <a:pt x="32499" y="6699"/>
                </a:lnTo>
              </a:path>
            </a:pathLst>
          </a:custGeom>
          <a:noFill xmlns:a="http://schemas.openxmlformats.org/drawingml/2006/main"/>
          <a:ln xmlns:a="http://schemas.openxmlformats.org/drawingml/2006/main" w="2834">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7FCFEB5A-2B58-4F79-93E8-CC50E4DBD63F}"/>
              </a:ext>
            </a:extLst>
          </p:cNvPr>
          <p:cNvSpPr>
            <a:spLocks xmlns:a="http://schemas.openxmlformats.org/drawingml/2006/main" noGrp="1"/>
          </p:cNvSpPr>
          <p:nvPr/>
        </p:nvSpPr>
        <p:spPr>
          <a:xfrm xmlns:a="http://schemas.openxmlformats.org/drawingml/2006/main">
            <a:off x="2698769" y="4642811"/>
            <a:ext cx="196808" cy="236317"/>
          </a:xfrm>
          <a:custGeom xmlns:a="http://schemas.openxmlformats.org/drawingml/2006/main">
            <a:pathLst>
              <a:path w="264600" h="317718">
                <a:moveTo>
                  <a:pt x="25801" y="45906"/>
                </a:moveTo>
                <a:lnTo>
                  <a:pt x="42490" y="47883"/>
                </a:lnTo>
                <a:lnTo>
                  <a:pt x="37000" y="59414"/>
                </a:lnTo>
                <a:lnTo>
                  <a:pt x="42380" y="78743"/>
                </a:lnTo>
                <a:lnTo>
                  <a:pt x="35024" y="80939"/>
                </a:lnTo>
                <a:lnTo>
                  <a:pt x="46881" y="77315"/>
                </a:lnTo>
                <a:lnTo>
                  <a:pt x="48858" y="80720"/>
                </a:lnTo>
                <a:lnTo>
                  <a:pt x="53469" y="74789"/>
                </a:lnTo>
                <a:lnTo>
                  <a:pt x="57751" y="80171"/>
                </a:lnTo>
                <a:lnTo>
                  <a:pt x="52151" y="94887"/>
                </a:lnTo>
                <a:lnTo>
                  <a:pt x="58849" y="99280"/>
                </a:lnTo>
                <a:lnTo>
                  <a:pt x="43807" y="108176"/>
                </a:lnTo>
                <a:lnTo>
                  <a:pt x="35134" y="102025"/>
                </a:lnTo>
                <a:lnTo>
                  <a:pt x="32608" y="104112"/>
                </a:lnTo>
                <a:lnTo>
                  <a:pt x="43148" y="109164"/>
                </a:lnTo>
                <a:lnTo>
                  <a:pt x="61264" y="102025"/>
                </a:lnTo>
                <a:lnTo>
                  <a:pt x="53359" y="109274"/>
                </a:lnTo>
                <a:lnTo>
                  <a:pt x="63570" y="107846"/>
                </a:lnTo>
                <a:lnTo>
                  <a:pt x="61154" y="122013"/>
                </a:lnTo>
                <a:lnTo>
                  <a:pt x="65107" y="111141"/>
                </a:lnTo>
                <a:lnTo>
                  <a:pt x="91237" y="99719"/>
                </a:lnTo>
                <a:lnTo>
                  <a:pt x="105620" y="98291"/>
                </a:lnTo>
                <a:lnTo>
                  <a:pt x="135813" y="105979"/>
                </a:lnTo>
                <a:lnTo>
                  <a:pt x="171496" y="87309"/>
                </a:lnTo>
                <a:lnTo>
                  <a:pt x="193674" y="80720"/>
                </a:lnTo>
                <a:lnTo>
                  <a:pt x="193674" y="76217"/>
                </a:lnTo>
                <a:lnTo>
                  <a:pt x="249997" y="75338"/>
                </a:lnTo>
                <a:lnTo>
                  <a:pt x="262184" y="125637"/>
                </a:lnTo>
                <a:lnTo>
                  <a:pt x="264600" y="169567"/>
                </a:lnTo>
                <a:lnTo>
                  <a:pt x="260208" y="187028"/>
                </a:lnTo>
                <a:lnTo>
                  <a:pt x="245496" y="205039"/>
                </a:lnTo>
                <a:lnTo>
                  <a:pt x="203665" y="227882"/>
                </a:lnTo>
                <a:lnTo>
                  <a:pt x="194003" y="273898"/>
                </a:lnTo>
                <a:lnTo>
                  <a:pt x="169190" y="298059"/>
                </a:lnTo>
                <a:lnTo>
                  <a:pt x="146573" y="312995"/>
                </a:lnTo>
                <a:lnTo>
                  <a:pt x="121760" y="317718"/>
                </a:lnTo>
                <a:lnTo>
                  <a:pt x="97276" y="309701"/>
                </a:lnTo>
                <a:lnTo>
                  <a:pt x="32389" y="244246"/>
                </a:lnTo>
                <a:lnTo>
                  <a:pt x="31510" y="230299"/>
                </a:lnTo>
                <a:lnTo>
                  <a:pt x="60166" y="194826"/>
                </a:lnTo>
                <a:lnTo>
                  <a:pt x="67083" y="172312"/>
                </a:lnTo>
                <a:lnTo>
                  <a:pt x="61923" y="146943"/>
                </a:lnTo>
                <a:lnTo>
                  <a:pt x="56653" y="155399"/>
                </a:lnTo>
                <a:lnTo>
                  <a:pt x="54237" y="146833"/>
                </a:lnTo>
                <a:lnTo>
                  <a:pt x="43039" y="143648"/>
                </a:lnTo>
                <a:lnTo>
                  <a:pt x="54347" y="148590"/>
                </a:lnTo>
                <a:lnTo>
                  <a:pt x="54896" y="157815"/>
                </a:lnTo>
                <a:lnTo>
                  <a:pt x="43807" y="168029"/>
                </a:lnTo>
                <a:lnTo>
                  <a:pt x="35792" y="156827"/>
                </a:lnTo>
                <a:lnTo>
                  <a:pt x="33487" y="166272"/>
                </a:lnTo>
                <a:lnTo>
                  <a:pt x="21958" y="178023"/>
                </a:lnTo>
                <a:lnTo>
                  <a:pt x="8344" y="155180"/>
                </a:lnTo>
                <a:lnTo>
                  <a:pt x="0" y="122233"/>
                </a:lnTo>
                <a:lnTo>
                  <a:pt x="4282" y="92032"/>
                </a:lnTo>
                <a:lnTo>
                  <a:pt x="12516" y="81379"/>
                </a:lnTo>
                <a:lnTo>
                  <a:pt x="17128" y="56449"/>
                </a:lnTo>
                <a:lnTo>
                  <a:pt x="12516" y="549"/>
                </a:lnTo>
                <a:lnTo>
                  <a:pt x="15700" y="0"/>
                </a:lnTo>
                <a:lnTo>
                  <a:pt x="25801" y="45906"/>
                </a:lnTo>
              </a:path>
            </a:pathLst>
          </a:custGeom>
          <a:noFill xmlns:a="http://schemas.openxmlformats.org/drawingml/2006/main"/>
          <a:ln xmlns:a="http://schemas.openxmlformats.org/drawingml/2006/main" w="2834">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406BEB0B-3617-43EB-8524-D7DC104332B6}"/>
              </a:ext>
            </a:extLst>
          </p:cNvPr>
          <p:cNvSpPr>
            <a:spLocks xmlns:a="http://schemas.openxmlformats.org/drawingml/2006/main" noGrp="1"/>
          </p:cNvSpPr>
          <p:nvPr/>
        </p:nvSpPr>
        <p:spPr>
          <a:xfrm xmlns:a="http://schemas.openxmlformats.org/drawingml/2006/main">
            <a:off x="2286043" y="4674669"/>
            <a:ext cx="216734" cy="88466"/>
          </a:xfrm>
          <a:custGeom xmlns:a="http://schemas.openxmlformats.org/drawingml/2006/main">
            <a:pathLst>
              <a:path w="291389" h="118938">
                <a:moveTo>
                  <a:pt x="171825" y="220"/>
                </a:moveTo>
                <a:lnTo>
                  <a:pt x="195321" y="7468"/>
                </a:lnTo>
                <a:lnTo>
                  <a:pt x="180608" y="3075"/>
                </a:lnTo>
                <a:lnTo>
                  <a:pt x="177315" y="13398"/>
                </a:lnTo>
                <a:lnTo>
                  <a:pt x="187855" y="29872"/>
                </a:lnTo>
                <a:lnTo>
                  <a:pt x="199822" y="36900"/>
                </a:lnTo>
                <a:lnTo>
                  <a:pt x="218816" y="34924"/>
                </a:lnTo>
                <a:lnTo>
                  <a:pt x="234517" y="24161"/>
                </a:lnTo>
                <a:lnTo>
                  <a:pt x="236163" y="21415"/>
                </a:lnTo>
                <a:lnTo>
                  <a:pt x="230454" y="18011"/>
                </a:lnTo>
                <a:lnTo>
                  <a:pt x="243520" y="24820"/>
                </a:lnTo>
                <a:lnTo>
                  <a:pt x="258232" y="59634"/>
                </a:lnTo>
                <a:lnTo>
                  <a:pt x="251315" y="43160"/>
                </a:lnTo>
                <a:lnTo>
                  <a:pt x="242531" y="40525"/>
                </a:lnTo>
                <a:lnTo>
                  <a:pt x="230015" y="45906"/>
                </a:lnTo>
                <a:lnTo>
                  <a:pt x="222549" y="59414"/>
                </a:lnTo>
                <a:lnTo>
                  <a:pt x="233968" y="71385"/>
                </a:lnTo>
                <a:lnTo>
                  <a:pt x="247472" y="72813"/>
                </a:lnTo>
                <a:lnTo>
                  <a:pt x="269321" y="88957"/>
                </a:lnTo>
                <a:lnTo>
                  <a:pt x="277665" y="87199"/>
                </a:lnTo>
                <a:lnTo>
                  <a:pt x="273054" y="80939"/>
                </a:lnTo>
                <a:lnTo>
                  <a:pt x="291389" y="107517"/>
                </a:lnTo>
                <a:lnTo>
                  <a:pt x="270638" y="110043"/>
                </a:lnTo>
                <a:lnTo>
                  <a:pt x="274481" y="104002"/>
                </a:lnTo>
                <a:lnTo>
                  <a:pt x="270419" y="97633"/>
                </a:lnTo>
                <a:lnTo>
                  <a:pt x="249339" y="92581"/>
                </a:lnTo>
                <a:lnTo>
                  <a:pt x="247801" y="112129"/>
                </a:lnTo>
                <a:lnTo>
                  <a:pt x="260757" y="110592"/>
                </a:lnTo>
                <a:lnTo>
                  <a:pt x="217279" y="118938"/>
                </a:lnTo>
                <a:lnTo>
                  <a:pt x="176546" y="110592"/>
                </a:lnTo>
                <a:lnTo>
                  <a:pt x="107157" y="118389"/>
                </a:lnTo>
                <a:lnTo>
                  <a:pt x="7356" y="101696"/>
                </a:lnTo>
                <a:lnTo>
                  <a:pt x="0" y="94557"/>
                </a:lnTo>
                <a:lnTo>
                  <a:pt x="3843" y="83795"/>
                </a:lnTo>
                <a:lnTo>
                  <a:pt x="39086" y="61720"/>
                </a:lnTo>
                <a:lnTo>
                  <a:pt x="74110" y="23282"/>
                </a:lnTo>
                <a:lnTo>
                  <a:pt x="153819" y="0"/>
                </a:lnTo>
                <a:lnTo>
                  <a:pt x="171825" y="220"/>
                </a:lnTo>
              </a:path>
            </a:pathLst>
          </a:custGeom>
          <a:noFill xmlns:a="http://schemas.openxmlformats.org/drawingml/2006/main"/>
          <a:ln xmlns:a="http://schemas.openxmlformats.org/drawingml/2006/main" w="2834">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8BD679DE-4919-4F10-ABDD-D03EF6989714}"/>
              </a:ext>
            </a:extLst>
          </p:cNvPr>
          <p:cNvSpPr>
            <a:spLocks xmlns:a="http://schemas.openxmlformats.org/drawingml/2006/main" noGrp="1"/>
          </p:cNvSpPr>
          <p:nvPr/>
        </p:nvSpPr>
        <p:spPr>
          <a:xfrm xmlns:a="http://schemas.openxmlformats.org/drawingml/2006/main">
            <a:off x="2551938" y="4478868"/>
            <a:ext cx="254054" cy="100474"/>
          </a:xfrm>
          <a:custGeom xmlns:a="http://schemas.openxmlformats.org/drawingml/2006/main">
            <a:pathLst>
              <a:path w="341564" h="135082">
                <a:moveTo>
                  <a:pt x="119344" y="13618"/>
                </a:moveTo>
                <a:lnTo>
                  <a:pt x="162603" y="33167"/>
                </a:lnTo>
                <a:lnTo>
                  <a:pt x="167873" y="21306"/>
                </a:lnTo>
                <a:lnTo>
                  <a:pt x="184451" y="8456"/>
                </a:lnTo>
                <a:lnTo>
                  <a:pt x="194662" y="7029"/>
                </a:lnTo>
                <a:lnTo>
                  <a:pt x="199493" y="11641"/>
                </a:lnTo>
                <a:lnTo>
                  <a:pt x="216181" y="62489"/>
                </a:lnTo>
                <a:lnTo>
                  <a:pt x="221561" y="66992"/>
                </a:lnTo>
                <a:lnTo>
                  <a:pt x="262843" y="82697"/>
                </a:lnTo>
                <a:lnTo>
                  <a:pt x="277116" y="78523"/>
                </a:lnTo>
                <a:lnTo>
                  <a:pt x="303137" y="79841"/>
                </a:lnTo>
                <a:lnTo>
                  <a:pt x="330585" y="95766"/>
                </a:lnTo>
                <a:lnTo>
                  <a:pt x="341564" y="108395"/>
                </a:lnTo>
                <a:lnTo>
                  <a:pt x="320923" y="135082"/>
                </a:lnTo>
                <a:lnTo>
                  <a:pt x="265258" y="132776"/>
                </a:lnTo>
                <a:lnTo>
                  <a:pt x="212997" y="121354"/>
                </a:lnTo>
                <a:lnTo>
                  <a:pt x="136801" y="81818"/>
                </a:lnTo>
                <a:lnTo>
                  <a:pt x="61374" y="65345"/>
                </a:lnTo>
                <a:lnTo>
                  <a:pt x="32938" y="65564"/>
                </a:lnTo>
                <a:lnTo>
                  <a:pt x="5380" y="48652"/>
                </a:lnTo>
                <a:lnTo>
                  <a:pt x="0" y="35033"/>
                </a:lnTo>
                <a:lnTo>
                  <a:pt x="3733" y="26357"/>
                </a:lnTo>
                <a:lnTo>
                  <a:pt x="40294" y="6260"/>
                </a:lnTo>
                <a:lnTo>
                  <a:pt x="72683" y="0"/>
                </a:lnTo>
                <a:lnTo>
                  <a:pt x="105950" y="3624"/>
                </a:lnTo>
                <a:lnTo>
                  <a:pt x="119344" y="13618"/>
                </a:lnTo>
              </a:path>
            </a:pathLst>
          </a:custGeom>
          <a:noFill xmlns:a="http://schemas.openxmlformats.org/drawingml/2006/main"/>
          <a:ln xmlns:a="http://schemas.openxmlformats.org/drawingml/2006/main" w="2834">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E385CFC9-E4BC-464E-9E5E-7492BCD58F54}"/>
              </a:ext>
            </a:extLst>
          </p:cNvPr>
          <p:cNvSpPr>
            <a:spLocks xmlns:a="http://schemas.openxmlformats.org/drawingml/2006/main" noGrp="1"/>
          </p:cNvSpPr>
          <p:nvPr/>
        </p:nvSpPr>
        <p:spPr>
          <a:xfrm xmlns:a="http://schemas.openxmlformats.org/drawingml/2006/main">
            <a:off x="2714856" y="4453872"/>
            <a:ext cx="158835" cy="133230"/>
          </a:xfrm>
          <a:custGeom xmlns:a="http://schemas.openxmlformats.org/drawingml/2006/main">
            <a:pathLst>
              <a:path w="213546" h="179121">
                <a:moveTo>
                  <a:pt x="17567" y="0"/>
                </a:moveTo>
                <a:lnTo>
                  <a:pt x="59398" y="7468"/>
                </a:lnTo>
                <a:lnTo>
                  <a:pt x="107597" y="48102"/>
                </a:lnTo>
                <a:lnTo>
                  <a:pt x="119344" y="67980"/>
                </a:lnTo>
                <a:lnTo>
                  <a:pt x="128128" y="72922"/>
                </a:lnTo>
                <a:lnTo>
                  <a:pt x="132629" y="66443"/>
                </a:lnTo>
                <a:lnTo>
                  <a:pt x="137131" y="70506"/>
                </a:lnTo>
                <a:lnTo>
                  <a:pt x="134715" y="73252"/>
                </a:lnTo>
                <a:lnTo>
                  <a:pt x="143608" y="81379"/>
                </a:lnTo>
                <a:lnTo>
                  <a:pt x="146243" y="79072"/>
                </a:lnTo>
                <a:lnTo>
                  <a:pt x="152941" y="85552"/>
                </a:lnTo>
                <a:lnTo>
                  <a:pt x="150416" y="88078"/>
                </a:lnTo>
                <a:lnTo>
                  <a:pt x="158650" y="96205"/>
                </a:lnTo>
                <a:lnTo>
                  <a:pt x="161834" y="93240"/>
                </a:lnTo>
                <a:lnTo>
                  <a:pt x="186208" y="119268"/>
                </a:lnTo>
                <a:lnTo>
                  <a:pt x="192027" y="128053"/>
                </a:lnTo>
                <a:lnTo>
                  <a:pt x="188623" y="140573"/>
                </a:lnTo>
                <a:lnTo>
                  <a:pt x="198065" y="144637"/>
                </a:lnTo>
                <a:lnTo>
                  <a:pt x="213546" y="173850"/>
                </a:lnTo>
                <a:lnTo>
                  <a:pt x="212668" y="179121"/>
                </a:lnTo>
                <a:lnTo>
                  <a:pt x="183244" y="171324"/>
                </a:lnTo>
                <a:lnTo>
                  <a:pt x="149867" y="169676"/>
                </a:lnTo>
                <a:lnTo>
                  <a:pt x="141852" y="139036"/>
                </a:lnTo>
                <a:lnTo>
                  <a:pt x="122528" y="121135"/>
                </a:lnTo>
                <a:lnTo>
                  <a:pt x="82344" y="105759"/>
                </a:lnTo>
                <a:lnTo>
                  <a:pt x="36890" y="101257"/>
                </a:lnTo>
                <a:lnTo>
                  <a:pt x="11967" y="86870"/>
                </a:lnTo>
                <a:lnTo>
                  <a:pt x="0" y="16913"/>
                </a:lnTo>
                <a:lnTo>
                  <a:pt x="5599" y="13728"/>
                </a:lnTo>
                <a:lnTo>
                  <a:pt x="4941" y="5601"/>
                </a:lnTo>
                <a:lnTo>
                  <a:pt x="17567" y="0"/>
                </a:lnTo>
              </a:path>
            </a:pathLst>
          </a:custGeom>
          <a:noFill xmlns:a="http://schemas.openxmlformats.org/drawingml/2006/main"/>
          <a:ln xmlns:a="http://schemas.openxmlformats.org/drawingml/2006/main" w="2834">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0F6900C9-9568-4D22-8C51-B77EB2F319FA}"/>
              </a:ext>
            </a:extLst>
          </p:cNvPr>
          <p:cNvSpPr>
            <a:spLocks xmlns:a="http://schemas.openxmlformats.org/drawingml/2006/main" noGrp="1"/>
          </p:cNvSpPr>
          <p:nvPr/>
        </p:nvSpPr>
        <p:spPr>
          <a:xfrm xmlns:a="http://schemas.openxmlformats.org/drawingml/2006/main">
            <a:off x="2368360" y="4846944"/>
            <a:ext cx="118738" cy="99330"/>
          </a:xfrm>
          <a:custGeom xmlns:a="http://schemas.openxmlformats.org/drawingml/2006/main">
            <a:pathLst>
              <a:path w="159638" h="133545">
                <a:moveTo>
                  <a:pt x="106169" y="0"/>
                </a:moveTo>
                <a:lnTo>
                  <a:pt x="132300" y="2526"/>
                </a:lnTo>
                <a:lnTo>
                  <a:pt x="136033" y="9115"/>
                </a:lnTo>
                <a:lnTo>
                  <a:pt x="118356" y="14497"/>
                </a:lnTo>
                <a:lnTo>
                  <a:pt x="116490" y="20098"/>
                </a:lnTo>
                <a:lnTo>
                  <a:pt x="129775" y="11312"/>
                </a:lnTo>
                <a:lnTo>
                  <a:pt x="142511" y="12739"/>
                </a:lnTo>
                <a:lnTo>
                  <a:pt x="158979" y="40195"/>
                </a:lnTo>
                <a:lnTo>
                  <a:pt x="150635" y="47443"/>
                </a:lnTo>
                <a:lnTo>
                  <a:pt x="151514" y="50958"/>
                </a:lnTo>
                <a:lnTo>
                  <a:pt x="153380" y="47224"/>
                </a:lnTo>
                <a:lnTo>
                  <a:pt x="159638" y="47773"/>
                </a:lnTo>
                <a:lnTo>
                  <a:pt x="157552" y="61281"/>
                </a:lnTo>
                <a:lnTo>
                  <a:pt x="145914" y="58645"/>
                </a:lnTo>
                <a:lnTo>
                  <a:pt x="133068" y="68749"/>
                </a:lnTo>
                <a:lnTo>
                  <a:pt x="122309" y="43380"/>
                </a:lnTo>
                <a:lnTo>
                  <a:pt x="122089" y="50079"/>
                </a:lnTo>
                <a:lnTo>
                  <a:pt x="131861" y="63038"/>
                </a:lnTo>
                <a:lnTo>
                  <a:pt x="128457" y="70067"/>
                </a:lnTo>
                <a:lnTo>
                  <a:pt x="122089" y="57328"/>
                </a:lnTo>
                <a:lnTo>
                  <a:pt x="112647" y="54472"/>
                </a:lnTo>
                <a:lnTo>
                  <a:pt x="104083" y="58426"/>
                </a:lnTo>
                <a:lnTo>
                  <a:pt x="113416" y="55131"/>
                </a:lnTo>
                <a:lnTo>
                  <a:pt x="121870" y="58096"/>
                </a:lnTo>
                <a:lnTo>
                  <a:pt x="126371" y="66882"/>
                </a:lnTo>
                <a:lnTo>
                  <a:pt x="122967" y="97633"/>
                </a:lnTo>
                <a:lnTo>
                  <a:pt x="107487" y="96534"/>
                </a:lnTo>
                <a:lnTo>
                  <a:pt x="90579" y="106089"/>
                </a:lnTo>
                <a:lnTo>
                  <a:pt x="84321" y="98950"/>
                </a:lnTo>
                <a:lnTo>
                  <a:pt x="78831" y="98950"/>
                </a:lnTo>
                <a:lnTo>
                  <a:pt x="52700" y="114985"/>
                </a:lnTo>
                <a:lnTo>
                  <a:pt x="53469" y="118389"/>
                </a:lnTo>
                <a:lnTo>
                  <a:pt x="43917" y="121025"/>
                </a:lnTo>
                <a:lnTo>
                  <a:pt x="39086" y="115534"/>
                </a:lnTo>
                <a:lnTo>
                  <a:pt x="20861" y="133545"/>
                </a:lnTo>
                <a:lnTo>
                  <a:pt x="24593" y="125308"/>
                </a:lnTo>
                <a:lnTo>
                  <a:pt x="19323" y="101806"/>
                </a:lnTo>
                <a:lnTo>
                  <a:pt x="7685" y="67541"/>
                </a:lnTo>
                <a:lnTo>
                  <a:pt x="0" y="63148"/>
                </a:lnTo>
                <a:lnTo>
                  <a:pt x="878" y="57547"/>
                </a:lnTo>
                <a:lnTo>
                  <a:pt x="45015" y="51068"/>
                </a:lnTo>
                <a:lnTo>
                  <a:pt x="56543" y="60073"/>
                </a:lnTo>
                <a:lnTo>
                  <a:pt x="59507" y="57877"/>
                </a:lnTo>
                <a:lnTo>
                  <a:pt x="53688" y="44039"/>
                </a:lnTo>
                <a:lnTo>
                  <a:pt x="72243" y="12300"/>
                </a:lnTo>
                <a:lnTo>
                  <a:pt x="87834" y="3405"/>
                </a:lnTo>
                <a:lnTo>
                  <a:pt x="106169" y="0"/>
                </a:lnTo>
              </a:path>
            </a:pathLst>
          </a:custGeom>
          <a:noFill xmlns:a="http://schemas.openxmlformats.org/drawingml/2006/main"/>
          <a:ln xmlns:a="http://schemas.openxmlformats.org/drawingml/2006/main" w="2834">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A7E421BB-47BE-4AB2-8643-8AF12C690BDB}"/>
              </a:ext>
            </a:extLst>
          </p:cNvPr>
          <p:cNvSpPr>
            <a:spLocks xmlns:a="http://schemas.openxmlformats.org/drawingml/2006/main" noGrp="1"/>
          </p:cNvSpPr>
          <p:nvPr/>
        </p:nvSpPr>
        <p:spPr>
          <a:xfrm xmlns:a="http://schemas.openxmlformats.org/drawingml/2006/main">
            <a:off x="2458352" y="4976334"/>
            <a:ext cx="108204" cy="81441"/>
          </a:xfrm>
          <a:custGeom xmlns:a="http://schemas.openxmlformats.org/drawingml/2006/main">
            <a:pathLst>
              <a:path w="145475" h="109493">
                <a:moveTo>
                  <a:pt x="50834" y="0"/>
                </a:moveTo>
                <a:lnTo>
                  <a:pt x="69389" y="8127"/>
                </a:lnTo>
                <a:lnTo>
                  <a:pt x="73671" y="17681"/>
                </a:lnTo>
                <a:lnTo>
                  <a:pt x="93653" y="9005"/>
                </a:lnTo>
                <a:lnTo>
                  <a:pt x="92116" y="26467"/>
                </a:lnTo>
                <a:lnTo>
                  <a:pt x="94861" y="8786"/>
                </a:lnTo>
                <a:lnTo>
                  <a:pt x="103754" y="6589"/>
                </a:lnTo>
                <a:lnTo>
                  <a:pt x="124065" y="13398"/>
                </a:lnTo>
                <a:lnTo>
                  <a:pt x="129006" y="22953"/>
                </a:lnTo>
                <a:lnTo>
                  <a:pt x="131970" y="19439"/>
                </a:lnTo>
                <a:lnTo>
                  <a:pt x="145475" y="22184"/>
                </a:lnTo>
                <a:lnTo>
                  <a:pt x="144816" y="33606"/>
                </a:lnTo>
                <a:lnTo>
                  <a:pt x="134386" y="47773"/>
                </a:lnTo>
                <a:lnTo>
                  <a:pt x="120223" y="40525"/>
                </a:lnTo>
                <a:lnTo>
                  <a:pt x="113745" y="45906"/>
                </a:lnTo>
                <a:lnTo>
                  <a:pt x="122309" y="43819"/>
                </a:lnTo>
                <a:lnTo>
                  <a:pt x="127140" y="49750"/>
                </a:lnTo>
                <a:lnTo>
                  <a:pt x="124944" y="68200"/>
                </a:lnTo>
                <a:lnTo>
                  <a:pt x="120662" y="71605"/>
                </a:lnTo>
                <a:lnTo>
                  <a:pt x="125383" y="100488"/>
                </a:lnTo>
                <a:lnTo>
                  <a:pt x="108036" y="109493"/>
                </a:lnTo>
                <a:lnTo>
                  <a:pt x="93433" y="107187"/>
                </a:lnTo>
                <a:lnTo>
                  <a:pt x="77184" y="96534"/>
                </a:lnTo>
                <a:lnTo>
                  <a:pt x="72134" y="102245"/>
                </a:lnTo>
                <a:lnTo>
                  <a:pt x="63240" y="102025"/>
                </a:lnTo>
                <a:lnTo>
                  <a:pt x="42160" y="77096"/>
                </a:lnTo>
                <a:lnTo>
                  <a:pt x="31840" y="46235"/>
                </a:lnTo>
                <a:lnTo>
                  <a:pt x="23166" y="40305"/>
                </a:lnTo>
                <a:lnTo>
                  <a:pt x="16359" y="42392"/>
                </a:lnTo>
                <a:lnTo>
                  <a:pt x="988" y="37230"/>
                </a:lnTo>
                <a:lnTo>
                  <a:pt x="0" y="28883"/>
                </a:lnTo>
                <a:lnTo>
                  <a:pt x="14493" y="11861"/>
                </a:lnTo>
                <a:lnTo>
                  <a:pt x="20970" y="14826"/>
                </a:lnTo>
                <a:lnTo>
                  <a:pt x="34914" y="1098"/>
                </a:lnTo>
                <a:lnTo>
                  <a:pt x="38318" y="6589"/>
                </a:lnTo>
                <a:lnTo>
                  <a:pt x="39415" y="2306"/>
                </a:lnTo>
                <a:lnTo>
                  <a:pt x="50834" y="0"/>
                </a:lnTo>
              </a:path>
            </a:pathLst>
          </a:custGeom>
          <a:noFill xmlns:a="http://schemas.openxmlformats.org/drawingml/2006/main"/>
          <a:ln xmlns:a="http://schemas.openxmlformats.org/drawingml/2006/main" w="2834">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018651AE-4D0A-4739-A8CC-ED3B8CB9F543}"/>
              </a:ext>
            </a:extLst>
          </p:cNvPr>
          <p:cNvSpPr>
            <a:spLocks xmlns:a="http://schemas.openxmlformats.org/drawingml/2006/main" noGrp="1"/>
          </p:cNvSpPr>
          <p:nvPr/>
        </p:nvSpPr>
        <p:spPr>
          <a:xfrm xmlns:a="http://schemas.openxmlformats.org/drawingml/2006/main">
            <a:off x="2977893" y="4695090"/>
            <a:ext cx="77988" cy="82993"/>
          </a:xfrm>
          <a:custGeom xmlns:a="http://schemas.openxmlformats.org/drawingml/2006/main">
            <a:pathLst>
              <a:path w="104852" h="111580">
                <a:moveTo>
                  <a:pt x="13175" y="3075"/>
                </a:moveTo>
                <a:lnTo>
                  <a:pt x="38427" y="26797"/>
                </a:lnTo>
                <a:lnTo>
                  <a:pt x="52481" y="32068"/>
                </a:lnTo>
                <a:lnTo>
                  <a:pt x="72134" y="66553"/>
                </a:lnTo>
                <a:lnTo>
                  <a:pt x="104303" y="99170"/>
                </a:lnTo>
                <a:lnTo>
                  <a:pt x="104852" y="111580"/>
                </a:lnTo>
                <a:lnTo>
                  <a:pt x="72463" y="103234"/>
                </a:lnTo>
                <a:lnTo>
                  <a:pt x="18665" y="69298"/>
                </a:lnTo>
                <a:lnTo>
                  <a:pt x="769" y="32068"/>
                </a:lnTo>
                <a:lnTo>
                  <a:pt x="0" y="2965"/>
                </a:lnTo>
                <a:lnTo>
                  <a:pt x="6368" y="0"/>
                </a:lnTo>
                <a:lnTo>
                  <a:pt x="13175" y="3075"/>
                </a:lnTo>
              </a:path>
            </a:pathLst>
          </a:custGeom>
          <a:noFill xmlns:a="http://schemas.openxmlformats.org/drawingml/2006/main"/>
          <a:ln xmlns:a="http://schemas.openxmlformats.org/drawingml/2006/main" w="2834">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4E75626A-DFE1-4B4D-A45B-6E7013C44282}"/>
              </a:ext>
            </a:extLst>
          </p:cNvPr>
          <p:cNvSpPr>
            <a:spLocks xmlns:a="http://schemas.openxmlformats.org/drawingml/2006/main" noGrp="1"/>
          </p:cNvSpPr>
          <p:nvPr/>
        </p:nvSpPr>
        <p:spPr>
          <a:xfrm xmlns:a="http://schemas.openxmlformats.org/drawingml/2006/main">
            <a:off x="2609592" y="4552222"/>
            <a:ext cx="29970" cy="43620"/>
          </a:xfrm>
          <a:custGeom xmlns:a="http://schemas.openxmlformats.org/drawingml/2006/main">
            <a:pathLst>
              <a:path w="40294" h="58645">
                <a:moveTo>
                  <a:pt x="7137" y="0"/>
                </a:moveTo>
                <a:lnTo>
                  <a:pt x="18555" y="3734"/>
                </a:lnTo>
                <a:lnTo>
                  <a:pt x="3733" y="1208"/>
                </a:lnTo>
                <a:lnTo>
                  <a:pt x="8893" y="22514"/>
                </a:lnTo>
                <a:lnTo>
                  <a:pt x="37988" y="27785"/>
                </a:lnTo>
                <a:lnTo>
                  <a:pt x="28875" y="45467"/>
                </a:lnTo>
                <a:lnTo>
                  <a:pt x="40294" y="53154"/>
                </a:lnTo>
                <a:lnTo>
                  <a:pt x="21080" y="58645"/>
                </a:lnTo>
                <a:lnTo>
                  <a:pt x="2086" y="44588"/>
                </a:lnTo>
                <a:lnTo>
                  <a:pt x="11089" y="47993"/>
                </a:lnTo>
                <a:lnTo>
                  <a:pt x="14383" y="42172"/>
                </a:lnTo>
                <a:lnTo>
                  <a:pt x="6807" y="30421"/>
                </a:lnTo>
                <a:lnTo>
                  <a:pt x="2635" y="30201"/>
                </a:lnTo>
                <a:lnTo>
                  <a:pt x="0" y="36461"/>
                </a:lnTo>
                <a:lnTo>
                  <a:pt x="5380" y="19219"/>
                </a:lnTo>
                <a:lnTo>
                  <a:pt x="988" y="3185"/>
                </a:lnTo>
                <a:lnTo>
                  <a:pt x="7137" y="0"/>
                </a:lnTo>
              </a:path>
            </a:pathLst>
          </a:custGeom>
          <a:noFill xmlns:a="http://schemas.openxmlformats.org/drawingml/2006/main"/>
          <a:ln xmlns:a="http://schemas.openxmlformats.org/drawingml/2006/main" w="2834">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E024246B-AD08-42DD-A1D6-A2A14AFD0B30}"/>
              </a:ext>
            </a:extLst>
          </p:cNvPr>
          <p:cNvSpPr>
            <a:spLocks xmlns:a="http://schemas.openxmlformats.org/drawingml/2006/main" noGrp="1"/>
          </p:cNvSpPr>
          <p:nvPr/>
        </p:nvSpPr>
        <p:spPr>
          <a:xfrm xmlns:a="http://schemas.openxmlformats.org/drawingml/2006/main">
            <a:off x="2679986" y="4806101"/>
            <a:ext cx="28745" cy="7597"/>
          </a:xfrm>
          <a:custGeom xmlns:a="http://schemas.openxmlformats.org/drawingml/2006/main">
            <a:pathLst>
              <a:path w="38647" h="10214">
                <a:moveTo>
                  <a:pt x="20751" y="0"/>
                </a:moveTo>
                <a:lnTo>
                  <a:pt x="38647" y="0"/>
                </a:lnTo>
                <a:lnTo>
                  <a:pt x="38647" y="10214"/>
                </a:lnTo>
                <a:lnTo>
                  <a:pt x="0" y="10214"/>
                </a:lnTo>
                <a:lnTo>
                  <a:pt x="0" y="0"/>
                </a:lnTo>
                <a:lnTo>
                  <a:pt x="20751" y="0"/>
                </a:lnTo>
              </a:path>
            </a:pathLst>
          </a:custGeom>
          <a:noFill xmlns:a="http://schemas.openxmlformats.org/drawingml/2006/main"/>
          <a:ln xmlns:a="http://schemas.openxmlformats.org/drawingml/2006/main" w="2834">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BBC57CD5-969F-4C00-B93C-A92A651B0D31}"/>
              </a:ext>
            </a:extLst>
          </p:cNvPr>
          <p:cNvSpPr>
            <a:spLocks xmlns:a="http://schemas.openxmlformats.org/drawingml/2006/main" noGrp="1"/>
          </p:cNvSpPr>
          <p:nvPr/>
        </p:nvSpPr>
        <p:spPr>
          <a:xfrm xmlns:a="http://schemas.openxmlformats.org/drawingml/2006/main">
            <a:off x="2630090" y="4557205"/>
            <a:ext cx="38545" cy="35288"/>
          </a:xfrm>
          <a:custGeom xmlns:a="http://schemas.openxmlformats.org/drawingml/2006/main">
            <a:pathLst>
              <a:path w="51822" h="47443">
                <a:moveTo>
                  <a:pt x="33267" y="16583"/>
                </a:moveTo>
                <a:lnTo>
                  <a:pt x="51822" y="33825"/>
                </a:lnTo>
                <a:lnTo>
                  <a:pt x="44356" y="26577"/>
                </a:lnTo>
                <a:lnTo>
                  <a:pt x="39415" y="35473"/>
                </a:lnTo>
                <a:lnTo>
                  <a:pt x="40404" y="43160"/>
                </a:lnTo>
                <a:lnTo>
                  <a:pt x="51163" y="40415"/>
                </a:lnTo>
                <a:lnTo>
                  <a:pt x="22288" y="47443"/>
                </a:lnTo>
                <a:lnTo>
                  <a:pt x="33048" y="41952"/>
                </a:lnTo>
                <a:lnTo>
                  <a:pt x="25362" y="17791"/>
                </a:lnTo>
                <a:lnTo>
                  <a:pt x="0" y="0"/>
                </a:lnTo>
                <a:lnTo>
                  <a:pt x="33267" y="16583"/>
                </a:lnTo>
              </a:path>
            </a:pathLst>
          </a:custGeom>
          <a:noFill xmlns:a="http://schemas.openxmlformats.org/drawingml/2006/main"/>
          <a:ln xmlns:a="http://schemas.openxmlformats.org/drawingml/2006/main" w="2834">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DF075ED4-A0FD-4EE3-9D50-B4E16D215444}"/>
              </a:ext>
            </a:extLst>
          </p:cNvPr>
          <p:cNvSpPr>
            <a:spLocks xmlns:a="http://schemas.openxmlformats.org/drawingml/2006/main" noGrp="1"/>
          </p:cNvSpPr>
          <p:nvPr/>
        </p:nvSpPr>
        <p:spPr>
          <a:xfrm xmlns:a="http://schemas.openxmlformats.org/drawingml/2006/main">
            <a:off x="2518130" y="4856256"/>
            <a:ext cx="19028" cy="19850"/>
          </a:xfrm>
          <a:custGeom xmlns:a="http://schemas.openxmlformats.org/drawingml/2006/main">
            <a:pathLst>
              <a:path w="25582" h="26687">
                <a:moveTo>
                  <a:pt x="14053" y="25149"/>
                </a:moveTo>
                <a:lnTo>
                  <a:pt x="5599" y="26687"/>
                </a:lnTo>
                <a:lnTo>
                  <a:pt x="0" y="22843"/>
                </a:lnTo>
                <a:lnTo>
                  <a:pt x="7027" y="17681"/>
                </a:lnTo>
                <a:lnTo>
                  <a:pt x="8783" y="9664"/>
                </a:lnTo>
                <a:lnTo>
                  <a:pt x="25582" y="0"/>
                </a:lnTo>
                <a:lnTo>
                  <a:pt x="14053" y="25149"/>
                </a:lnTo>
              </a:path>
            </a:pathLst>
          </a:custGeom>
          <a:noFill xmlns:a="http://schemas.openxmlformats.org/drawingml/2006/main"/>
          <a:ln xmlns:a="http://schemas.openxmlformats.org/drawingml/2006/main" w="2834">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08FEDAD5-91BC-4DA4-9095-E6A84A81DC12}"/>
              </a:ext>
            </a:extLst>
          </p:cNvPr>
          <p:cNvSpPr>
            <a:spLocks xmlns:a="http://schemas.openxmlformats.org/drawingml/2006/main" noGrp="1"/>
          </p:cNvSpPr>
          <p:nvPr/>
        </p:nvSpPr>
        <p:spPr>
          <a:xfrm xmlns:a="http://schemas.openxmlformats.org/drawingml/2006/main">
            <a:off x="1903697" y="3156048"/>
            <a:ext cx="13229" cy="19850"/>
          </a:xfrm>
          <a:custGeom xmlns:a="http://schemas.openxmlformats.org/drawingml/2006/main">
            <a:pathLst>
              <a:path w="17786" h="26687">
                <a:moveTo>
                  <a:pt x="9223" y="26687"/>
                </a:moveTo>
                <a:lnTo>
                  <a:pt x="0" y="23722"/>
                </a:lnTo>
                <a:lnTo>
                  <a:pt x="10540" y="0"/>
                </a:lnTo>
                <a:lnTo>
                  <a:pt x="17786" y="14387"/>
                </a:lnTo>
                <a:lnTo>
                  <a:pt x="17457" y="20098"/>
                </a:lnTo>
                <a:lnTo>
                  <a:pt x="9223" y="26687"/>
                </a:lnTo>
              </a:path>
            </a:pathLst>
          </a:custGeom>
          <a:noFill xmlns:a="http://schemas.openxmlformats.org/drawingml/2006/main"/>
          <a:ln xmlns:a="http://schemas.openxmlformats.org/drawingml/2006/main" w="2834">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03E414DF-764B-47A8-92A1-EA3AB989CFAE}"/>
              </a:ext>
            </a:extLst>
          </p:cNvPr>
          <p:cNvSpPr>
            <a:spLocks xmlns:a="http://schemas.openxmlformats.org/drawingml/2006/main" noGrp="1"/>
          </p:cNvSpPr>
          <p:nvPr/>
        </p:nvSpPr>
        <p:spPr>
          <a:xfrm xmlns:a="http://schemas.openxmlformats.org/drawingml/2006/main">
            <a:off x="3864836"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0453C"/>
          </a:solidFill>
          <a:ln xmlns:a="http://schemas.openxmlformats.org/drawingml/2006/main" w="2125">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59B19F6C-40C3-4A73-8DF0-885314B9CBFB}"/>
              </a:ext>
            </a:extLst>
          </p:cNvPr>
          <p:cNvSpPr>
            <a:spLocks xmlns:a="http://schemas.openxmlformats.org/drawingml/2006/main" noGrp="1"/>
          </p:cNvSpPr>
          <p:nvPr/>
        </p:nvSpPr>
        <p:spPr>
          <a:xfrm xmlns:a="http://schemas.openxmlformats.org/drawingml/2006/main">
            <a:off x="4672011"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85C55"/>
          </a:solidFill>
          <a:ln xmlns:a="http://schemas.openxmlformats.org/drawingml/2006/main" w="2125">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C94A1E9F-B861-4052-9C38-107161CD7274}"/>
              </a:ext>
            </a:extLst>
          </p:cNvPr>
          <p:cNvSpPr>
            <a:spLocks xmlns:a="http://schemas.openxmlformats.org/drawingml/2006/main" noGrp="1"/>
          </p:cNvSpPr>
          <p:nvPr/>
        </p:nvSpPr>
        <p:spPr>
          <a:xfrm xmlns:a="http://schemas.openxmlformats.org/drawingml/2006/main">
            <a:off x="2910902"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B665F"/>
          </a:solidFill>
          <a:ln xmlns:a="http://schemas.openxmlformats.org/drawingml/2006/main" w="2125">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204E07A1-B03F-4038-9252-81440B2ADB71}"/>
              </a:ext>
            </a:extLst>
          </p:cNvPr>
          <p:cNvSpPr>
            <a:spLocks xmlns:a="http://schemas.openxmlformats.org/drawingml/2006/main" noGrp="1"/>
          </p:cNvSpPr>
          <p:nvPr/>
        </p:nvSpPr>
        <p:spPr>
          <a:xfrm xmlns:a="http://schemas.openxmlformats.org/drawingml/2006/main">
            <a:off x="3497939"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C9792"/>
          </a:solidFill>
          <a:ln xmlns:a="http://schemas.openxmlformats.org/drawingml/2006/main" w="2125">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F05C915A-4684-427D-849A-D3B8E764A62F}"/>
              </a:ext>
            </a:extLst>
          </p:cNvPr>
          <p:cNvSpPr>
            <a:spLocks xmlns:a="http://schemas.openxmlformats.org/drawingml/2006/main" noGrp="1"/>
          </p:cNvSpPr>
          <p:nvPr/>
        </p:nvSpPr>
        <p:spPr>
          <a:xfrm xmlns:a="http://schemas.openxmlformats.org/drawingml/2006/main">
            <a:off x="3497939"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C9994"/>
          </a:solidFill>
          <a:ln xmlns:a="http://schemas.openxmlformats.org/drawingml/2006/main" w="2125">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BED03FF7-9A16-4DD7-99A8-A270E0178356}"/>
              </a:ext>
            </a:extLst>
          </p:cNvPr>
          <p:cNvSpPr>
            <a:spLocks xmlns:a="http://schemas.openxmlformats.org/drawingml/2006/main" noGrp="1"/>
          </p:cNvSpPr>
          <p:nvPr/>
        </p:nvSpPr>
        <p:spPr>
          <a:xfrm xmlns:a="http://schemas.openxmlformats.org/drawingml/2006/main">
            <a:off x="3351180"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0A39F"/>
          </a:solidFill>
          <a:ln xmlns:a="http://schemas.openxmlformats.org/drawingml/2006/main" w="2125">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38D7383D-8E43-41C4-B9CE-970036E68C75}"/>
              </a:ext>
            </a:extLst>
          </p:cNvPr>
          <p:cNvSpPr>
            <a:spLocks xmlns:a="http://schemas.openxmlformats.org/drawingml/2006/main" noGrp="1"/>
          </p:cNvSpPr>
          <p:nvPr/>
        </p:nvSpPr>
        <p:spPr>
          <a:xfrm xmlns:a="http://schemas.openxmlformats.org/drawingml/2006/main">
            <a:off x="3497939"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0A49F"/>
          </a:solidFill>
          <a:ln xmlns:a="http://schemas.openxmlformats.org/drawingml/2006/main" w="2125">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46AA7423-3297-4154-8508-CB6E31D1AA22}"/>
              </a:ext>
            </a:extLst>
          </p:cNvPr>
          <p:cNvSpPr>
            <a:spLocks xmlns:a="http://schemas.openxmlformats.org/drawingml/2006/main" noGrp="1"/>
          </p:cNvSpPr>
          <p:nvPr/>
        </p:nvSpPr>
        <p:spPr>
          <a:xfrm xmlns:a="http://schemas.openxmlformats.org/drawingml/2006/main">
            <a:off x="2323866"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0A4A0"/>
          </a:solidFill>
          <a:ln xmlns:a="http://schemas.openxmlformats.org/drawingml/2006/main" w="2125">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482AA695-CC2A-4FF4-9793-AFA85823EC22}"/>
              </a:ext>
            </a:extLst>
          </p:cNvPr>
          <p:cNvSpPr>
            <a:spLocks xmlns:a="http://schemas.openxmlformats.org/drawingml/2006/main" noGrp="1"/>
          </p:cNvSpPr>
          <p:nvPr/>
        </p:nvSpPr>
        <p:spPr>
          <a:xfrm xmlns:a="http://schemas.openxmlformats.org/drawingml/2006/main">
            <a:off x="3791457"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1A7A3"/>
          </a:solidFill>
          <a:ln xmlns:a="http://schemas.openxmlformats.org/drawingml/2006/main" w="2125">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030125BA-64B3-42CA-BEFA-561281298465}"/>
              </a:ext>
            </a:extLst>
          </p:cNvPr>
          <p:cNvSpPr>
            <a:spLocks xmlns:a="http://schemas.openxmlformats.org/drawingml/2006/main" noGrp="1"/>
          </p:cNvSpPr>
          <p:nvPr/>
        </p:nvSpPr>
        <p:spPr>
          <a:xfrm xmlns:a="http://schemas.openxmlformats.org/drawingml/2006/main">
            <a:off x="3277800"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2A8A4"/>
          </a:solidFill>
          <a:ln xmlns:a="http://schemas.openxmlformats.org/drawingml/2006/main" w="2125">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AF3468BF-5159-4B7F-9730-B4142050B75D}"/>
              </a:ext>
            </a:extLst>
          </p:cNvPr>
          <p:cNvSpPr>
            <a:spLocks xmlns:a="http://schemas.openxmlformats.org/drawingml/2006/main" noGrp="1"/>
          </p:cNvSpPr>
          <p:nvPr/>
        </p:nvSpPr>
        <p:spPr>
          <a:xfrm xmlns:a="http://schemas.openxmlformats.org/drawingml/2006/main">
            <a:off x="3204421" y="297577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2AAA6"/>
          </a:solidFill>
          <a:ln xmlns:a="http://schemas.openxmlformats.org/drawingml/2006/main" w="2125">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68D0F639-F7B2-4BF9-8CA1-A298A273FE97}"/>
              </a:ext>
            </a:extLst>
          </p:cNvPr>
          <p:cNvSpPr>
            <a:spLocks xmlns:a="http://schemas.openxmlformats.org/drawingml/2006/main" noGrp="1"/>
          </p:cNvSpPr>
          <p:nvPr/>
        </p:nvSpPr>
        <p:spPr>
          <a:xfrm xmlns:a="http://schemas.openxmlformats.org/drawingml/2006/main">
            <a:off x="3571318"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3ABA7"/>
          </a:solidFill>
          <a:ln xmlns:a="http://schemas.openxmlformats.org/drawingml/2006/main" w="2125">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BF4973A1-87A0-468D-A232-A1FA99075444}"/>
              </a:ext>
            </a:extLst>
          </p:cNvPr>
          <p:cNvSpPr>
            <a:spLocks xmlns:a="http://schemas.openxmlformats.org/drawingml/2006/main" noGrp="1"/>
          </p:cNvSpPr>
          <p:nvPr/>
        </p:nvSpPr>
        <p:spPr>
          <a:xfrm xmlns:a="http://schemas.openxmlformats.org/drawingml/2006/main">
            <a:off x="2837523"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3ABA7"/>
          </a:solidFill>
          <a:ln xmlns:a="http://schemas.openxmlformats.org/drawingml/2006/main" w="2125">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86B4AF17-94DB-4CFF-B8B7-49BAAEBDCA56}"/>
              </a:ext>
            </a:extLst>
          </p:cNvPr>
          <p:cNvSpPr>
            <a:spLocks xmlns:a="http://schemas.openxmlformats.org/drawingml/2006/main" noGrp="1"/>
          </p:cNvSpPr>
          <p:nvPr/>
        </p:nvSpPr>
        <p:spPr>
          <a:xfrm xmlns:a="http://schemas.openxmlformats.org/drawingml/2006/main">
            <a:off x="3204421"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3ACA8"/>
          </a:solidFill>
          <a:ln xmlns:a="http://schemas.openxmlformats.org/drawingml/2006/main" w="2125">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C56D81B7-0CFA-4F34-93C6-25B3B7FEF261}"/>
              </a:ext>
            </a:extLst>
          </p:cNvPr>
          <p:cNvSpPr>
            <a:spLocks xmlns:a="http://schemas.openxmlformats.org/drawingml/2006/main" noGrp="1"/>
          </p:cNvSpPr>
          <p:nvPr/>
        </p:nvSpPr>
        <p:spPr>
          <a:xfrm xmlns:a="http://schemas.openxmlformats.org/drawingml/2006/main">
            <a:off x="2984282"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3ADA9"/>
          </a:solidFill>
          <a:ln xmlns:a="http://schemas.openxmlformats.org/drawingml/2006/main" w="2125">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6817785C-0429-44B1-9413-0DE6A31BE0CE}"/>
              </a:ext>
            </a:extLst>
          </p:cNvPr>
          <p:cNvSpPr>
            <a:spLocks xmlns:a="http://schemas.openxmlformats.org/drawingml/2006/main" noGrp="1"/>
          </p:cNvSpPr>
          <p:nvPr/>
        </p:nvSpPr>
        <p:spPr>
          <a:xfrm xmlns:a="http://schemas.openxmlformats.org/drawingml/2006/main">
            <a:off x="3424559"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4B0AC"/>
          </a:solidFill>
          <a:ln xmlns:a="http://schemas.openxmlformats.org/drawingml/2006/main" w="2125">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B917C25C-A1DF-4F3A-8853-27E3E9DBA679}"/>
              </a:ext>
            </a:extLst>
          </p:cNvPr>
          <p:cNvSpPr>
            <a:spLocks xmlns:a="http://schemas.openxmlformats.org/drawingml/2006/main" noGrp="1"/>
          </p:cNvSpPr>
          <p:nvPr/>
        </p:nvSpPr>
        <p:spPr>
          <a:xfrm xmlns:a="http://schemas.openxmlformats.org/drawingml/2006/main">
            <a:off x="3424559"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4B0AC"/>
          </a:solidFill>
          <a:ln xmlns:a="http://schemas.openxmlformats.org/drawingml/2006/main" w="2125">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C3D01B51-5319-414E-8914-C8818D7B96DE}"/>
              </a:ext>
            </a:extLst>
          </p:cNvPr>
          <p:cNvSpPr>
            <a:spLocks xmlns:a="http://schemas.openxmlformats.org/drawingml/2006/main" noGrp="1"/>
          </p:cNvSpPr>
          <p:nvPr/>
        </p:nvSpPr>
        <p:spPr>
          <a:xfrm xmlns:a="http://schemas.openxmlformats.org/drawingml/2006/main">
            <a:off x="2984282"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5B3AF"/>
          </a:solidFill>
          <a:ln xmlns:a="http://schemas.openxmlformats.org/drawingml/2006/main" w="2125">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64877FB9-9A0B-4B2C-89E1-1DBD29238993}"/>
              </a:ext>
            </a:extLst>
          </p:cNvPr>
          <p:cNvSpPr>
            <a:spLocks xmlns:a="http://schemas.openxmlformats.org/drawingml/2006/main" noGrp="1"/>
          </p:cNvSpPr>
          <p:nvPr/>
        </p:nvSpPr>
        <p:spPr>
          <a:xfrm xmlns:a="http://schemas.openxmlformats.org/drawingml/2006/main">
            <a:off x="3057661"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B5B2"/>
          </a:solidFill>
          <a:ln xmlns:a="http://schemas.openxmlformats.org/drawingml/2006/main" w="2125">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0621C54F-F648-4E2B-8FC8-8F2952F9AE4B}"/>
              </a:ext>
            </a:extLst>
          </p:cNvPr>
          <p:cNvSpPr>
            <a:spLocks xmlns:a="http://schemas.openxmlformats.org/drawingml/2006/main" noGrp="1"/>
          </p:cNvSpPr>
          <p:nvPr/>
        </p:nvSpPr>
        <p:spPr>
          <a:xfrm xmlns:a="http://schemas.openxmlformats.org/drawingml/2006/main">
            <a:off x="2984282"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B6B2"/>
          </a:solidFill>
          <a:ln xmlns:a="http://schemas.openxmlformats.org/drawingml/2006/main" w="2125">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41AB0A27-CD0B-4442-B76A-F82248404091}"/>
              </a:ext>
            </a:extLst>
          </p:cNvPr>
          <p:cNvSpPr>
            <a:spLocks xmlns:a="http://schemas.openxmlformats.org/drawingml/2006/main" noGrp="1"/>
          </p:cNvSpPr>
          <p:nvPr/>
        </p:nvSpPr>
        <p:spPr>
          <a:xfrm xmlns:a="http://schemas.openxmlformats.org/drawingml/2006/main">
            <a:off x="3057661"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B6B2"/>
          </a:solidFill>
          <a:ln xmlns:a="http://schemas.openxmlformats.org/drawingml/2006/main" w="2125">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0BB6A37F-D06E-4D7D-8F07-12A25380D7E6}"/>
              </a:ext>
            </a:extLst>
          </p:cNvPr>
          <p:cNvSpPr>
            <a:spLocks xmlns:a="http://schemas.openxmlformats.org/drawingml/2006/main" noGrp="1"/>
          </p:cNvSpPr>
          <p:nvPr/>
        </p:nvSpPr>
        <p:spPr>
          <a:xfrm xmlns:a="http://schemas.openxmlformats.org/drawingml/2006/main">
            <a:off x="2984282" y="415775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B7B3"/>
          </a:solidFill>
          <a:ln xmlns:a="http://schemas.openxmlformats.org/drawingml/2006/main" w="2125">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7D5C5C79-66DD-4A58-84AE-6FEA52323DF0}"/>
              </a:ext>
            </a:extLst>
          </p:cNvPr>
          <p:cNvSpPr>
            <a:spLocks xmlns:a="http://schemas.openxmlformats.org/drawingml/2006/main" noGrp="1"/>
          </p:cNvSpPr>
          <p:nvPr/>
        </p:nvSpPr>
        <p:spPr>
          <a:xfrm xmlns:a="http://schemas.openxmlformats.org/drawingml/2006/main">
            <a:off x="3277800"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B7B3"/>
          </a:solidFill>
          <a:ln xmlns:a="http://schemas.openxmlformats.org/drawingml/2006/main" w="2125">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B14129DD-ABC7-4EF7-A8DB-98185143C2DF}"/>
              </a:ext>
            </a:extLst>
          </p:cNvPr>
          <p:cNvSpPr>
            <a:spLocks xmlns:a="http://schemas.openxmlformats.org/drawingml/2006/main" noGrp="1"/>
          </p:cNvSpPr>
          <p:nvPr/>
        </p:nvSpPr>
        <p:spPr>
          <a:xfrm xmlns:a="http://schemas.openxmlformats.org/drawingml/2006/main">
            <a:off x="2690764"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B8B5"/>
          </a:solidFill>
          <a:ln xmlns:a="http://schemas.openxmlformats.org/drawingml/2006/main" w="2125">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F8A0E8D9-8957-425A-B027-581FEB5065A3}"/>
              </a:ext>
            </a:extLst>
          </p:cNvPr>
          <p:cNvSpPr>
            <a:spLocks xmlns:a="http://schemas.openxmlformats.org/drawingml/2006/main" noGrp="1"/>
          </p:cNvSpPr>
          <p:nvPr/>
        </p:nvSpPr>
        <p:spPr>
          <a:xfrm xmlns:a="http://schemas.openxmlformats.org/drawingml/2006/main">
            <a:off x="2764143" y="275415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B9B5"/>
          </a:solidFill>
          <a:ln xmlns:a="http://schemas.openxmlformats.org/drawingml/2006/main" w="2125">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10604236-DA90-4487-BC60-631A6C3F1809}"/>
              </a:ext>
            </a:extLst>
          </p:cNvPr>
          <p:cNvSpPr>
            <a:spLocks xmlns:a="http://schemas.openxmlformats.org/drawingml/2006/main" noGrp="1"/>
          </p:cNvSpPr>
          <p:nvPr/>
        </p:nvSpPr>
        <p:spPr>
          <a:xfrm xmlns:a="http://schemas.openxmlformats.org/drawingml/2006/main">
            <a:off x="2837523"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B9B6"/>
          </a:solidFill>
          <a:ln xmlns:a="http://schemas.openxmlformats.org/drawingml/2006/main" w="2125">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64622458-1523-4E3B-9943-EEA0E11290F9}"/>
              </a:ext>
            </a:extLst>
          </p:cNvPr>
          <p:cNvSpPr>
            <a:spLocks xmlns:a="http://schemas.openxmlformats.org/drawingml/2006/main" noGrp="1"/>
          </p:cNvSpPr>
          <p:nvPr/>
        </p:nvSpPr>
        <p:spPr>
          <a:xfrm xmlns:a="http://schemas.openxmlformats.org/drawingml/2006/main">
            <a:off x="2690764"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8BBB7"/>
          </a:solidFill>
          <a:ln xmlns:a="http://schemas.openxmlformats.org/drawingml/2006/main" w="2125">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6BDD8229-02B1-4ABD-9C6A-A5ED322B5AEF}"/>
              </a:ext>
            </a:extLst>
          </p:cNvPr>
          <p:cNvSpPr>
            <a:spLocks xmlns:a="http://schemas.openxmlformats.org/drawingml/2006/main" noGrp="1"/>
          </p:cNvSpPr>
          <p:nvPr/>
        </p:nvSpPr>
        <p:spPr>
          <a:xfrm xmlns:a="http://schemas.openxmlformats.org/drawingml/2006/main">
            <a:off x="2617384"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9BDBA"/>
          </a:solidFill>
          <a:ln xmlns:a="http://schemas.openxmlformats.org/drawingml/2006/main" w="2125">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4422E1DE-A3F8-4F76-B999-A54D1B247456}"/>
              </a:ext>
            </a:extLst>
          </p:cNvPr>
          <p:cNvSpPr>
            <a:spLocks xmlns:a="http://schemas.openxmlformats.org/drawingml/2006/main" noGrp="1"/>
          </p:cNvSpPr>
          <p:nvPr/>
        </p:nvSpPr>
        <p:spPr>
          <a:xfrm xmlns:a="http://schemas.openxmlformats.org/drawingml/2006/main">
            <a:off x="2764143"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AC0BD"/>
          </a:solidFill>
          <a:ln xmlns:a="http://schemas.openxmlformats.org/drawingml/2006/main" w="2125">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60B7B7AD-7144-4A87-85DD-3327D2E8268E}"/>
              </a:ext>
            </a:extLst>
          </p:cNvPr>
          <p:cNvSpPr>
            <a:spLocks xmlns:a="http://schemas.openxmlformats.org/drawingml/2006/main" noGrp="1"/>
          </p:cNvSpPr>
          <p:nvPr/>
        </p:nvSpPr>
        <p:spPr>
          <a:xfrm xmlns:a="http://schemas.openxmlformats.org/drawingml/2006/main">
            <a:off x="2910902"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AC2BF"/>
          </a:solidFill>
          <a:ln xmlns:a="http://schemas.openxmlformats.org/drawingml/2006/main" w="2125">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1EA2A5CB-03EB-4A28-B210-CACB60AB08C4}"/>
              </a:ext>
            </a:extLst>
          </p:cNvPr>
          <p:cNvSpPr>
            <a:spLocks xmlns:a="http://schemas.openxmlformats.org/drawingml/2006/main" noGrp="1"/>
          </p:cNvSpPr>
          <p:nvPr/>
        </p:nvSpPr>
        <p:spPr>
          <a:xfrm xmlns:a="http://schemas.openxmlformats.org/drawingml/2006/main">
            <a:off x="3424559"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AC2BF"/>
          </a:solidFill>
          <a:ln xmlns:a="http://schemas.openxmlformats.org/drawingml/2006/main" w="2125">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373F11E8-78F2-416A-BF58-3D1CF13E0B4A}"/>
              </a:ext>
            </a:extLst>
          </p:cNvPr>
          <p:cNvSpPr>
            <a:spLocks xmlns:a="http://schemas.openxmlformats.org/drawingml/2006/main" noGrp="1"/>
          </p:cNvSpPr>
          <p:nvPr/>
        </p:nvSpPr>
        <p:spPr>
          <a:xfrm xmlns:a="http://schemas.openxmlformats.org/drawingml/2006/main">
            <a:off x="3351180"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BC3C0"/>
          </a:solidFill>
          <a:ln xmlns:a="http://schemas.openxmlformats.org/drawingml/2006/main" w="2125">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CD1CBBC8-C446-430C-8583-04CBB37D659E}"/>
              </a:ext>
            </a:extLst>
          </p:cNvPr>
          <p:cNvSpPr>
            <a:spLocks xmlns:a="http://schemas.openxmlformats.org/drawingml/2006/main" noGrp="1"/>
          </p:cNvSpPr>
          <p:nvPr/>
        </p:nvSpPr>
        <p:spPr>
          <a:xfrm xmlns:a="http://schemas.openxmlformats.org/drawingml/2006/main">
            <a:off x="3131041"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BC4C1"/>
          </a:solidFill>
          <a:ln xmlns:a="http://schemas.openxmlformats.org/drawingml/2006/main" w="2125">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7FA175AB-9BE6-4E32-A207-9FB2DE3EDE16}"/>
              </a:ext>
            </a:extLst>
          </p:cNvPr>
          <p:cNvSpPr>
            <a:spLocks xmlns:a="http://schemas.openxmlformats.org/drawingml/2006/main" noGrp="1"/>
          </p:cNvSpPr>
          <p:nvPr/>
        </p:nvSpPr>
        <p:spPr>
          <a:xfrm xmlns:a="http://schemas.openxmlformats.org/drawingml/2006/main">
            <a:off x="3131041"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BC5C2"/>
          </a:solidFill>
          <a:ln xmlns:a="http://schemas.openxmlformats.org/drawingml/2006/main" w="2125">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AA99D171-4833-411C-92FE-D12A927BF8EF}"/>
              </a:ext>
            </a:extLst>
          </p:cNvPr>
          <p:cNvSpPr>
            <a:spLocks xmlns:a="http://schemas.openxmlformats.org/drawingml/2006/main" noGrp="1"/>
          </p:cNvSpPr>
          <p:nvPr/>
        </p:nvSpPr>
        <p:spPr>
          <a:xfrm xmlns:a="http://schemas.openxmlformats.org/drawingml/2006/main">
            <a:off x="3424559"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CC6C3"/>
          </a:solidFill>
          <a:ln xmlns:a="http://schemas.openxmlformats.org/drawingml/2006/main" w="2125">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3AF775CF-EB1A-446D-9257-BC79D0E156FA}"/>
              </a:ext>
            </a:extLst>
          </p:cNvPr>
          <p:cNvSpPr>
            <a:spLocks xmlns:a="http://schemas.openxmlformats.org/drawingml/2006/main" noGrp="1"/>
          </p:cNvSpPr>
          <p:nvPr/>
        </p:nvSpPr>
        <p:spPr>
          <a:xfrm xmlns:a="http://schemas.openxmlformats.org/drawingml/2006/main">
            <a:off x="3864836"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CC6C3"/>
          </a:solidFill>
          <a:ln xmlns:a="http://schemas.openxmlformats.org/drawingml/2006/main" w="2125">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52A684A9-C2C6-465D-AB46-CB4B7164A573}"/>
              </a:ext>
            </a:extLst>
          </p:cNvPr>
          <p:cNvSpPr>
            <a:spLocks xmlns:a="http://schemas.openxmlformats.org/drawingml/2006/main" noGrp="1"/>
          </p:cNvSpPr>
          <p:nvPr/>
        </p:nvSpPr>
        <p:spPr>
          <a:xfrm xmlns:a="http://schemas.openxmlformats.org/drawingml/2006/main">
            <a:off x="3497939"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CC7C4"/>
          </a:solidFill>
          <a:ln xmlns:a="http://schemas.openxmlformats.org/drawingml/2006/main" w="2125">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04669A25-6D47-4595-84FF-956364C540C0}"/>
              </a:ext>
            </a:extLst>
          </p:cNvPr>
          <p:cNvSpPr>
            <a:spLocks xmlns:a="http://schemas.openxmlformats.org/drawingml/2006/main" noGrp="1"/>
          </p:cNvSpPr>
          <p:nvPr/>
        </p:nvSpPr>
        <p:spPr>
          <a:xfrm xmlns:a="http://schemas.openxmlformats.org/drawingml/2006/main">
            <a:off x="3718077"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CC7C4"/>
          </a:solidFill>
          <a:ln xmlns:a="http://schemas.openxmlformats.org/drawingml/2006/main" w="2125">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C7919856-E598-4306-B6B5-6BD5BF17939C}"/>
              </a:ext>
            </a:extLst>
          </p:cNvPr>
          <p:cNvSpPr>
            <a:spLocks xmlns:a="http://schemas.openxmlformats.org/drawingml/2006/main" noGrp="1"/>
          </p:cNvSpPr>
          <p:nvPr/>
        </p:nvSpPr>
        <p:spPr>
          <a:xfrm xmlns:a="http://schemas.openxmlformats.org/drawingml/2006/main">
            <a:off x="3644698"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CC7C4"/>
          </a:solidFill>
          <a:ln xmlns:a="http://schemas.openxmlformats.org/drawingml/2006/main" w="2125">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C98FEFA2-D64E-4A7E-82D3-1C670EAC26C5}"/>
              </a:ext>
            </a:extLst>
          </p:cNvPr>
          <p:cNvSpPr>
            <a:spLocks xmlns:a="http://schemas.openxmlformats.org/drawingml/2006/main" noGrp="1"/>
          </p:cNvSpPr>
          <p:nvPr/>
        </p:nvSpPr>
        <p:spPr>
          <a:xfrm xmlns:a="http://schemas.openxmlformats.org/drawingml/2006/main">
            <a:off x="2837523"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DC9C7"/>
          </a:solidFill>
          <a:ln xmlns:a="http://schemas.openxmlformats.org/drawingml/2006/main" w="2125">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F2C9D82B-0ACC-48B9-A9A0-70AFC077D076}"/>
              </a:ext>
            </a:extLst>
          </p:cNvPr>
          <p:cNvSpPr>
            <a:spLocks xmlns:a="http://schemas.openxmlformats.org/drawingml/2006/main" noGrp="1"/>
          </p:cNvSpPr>
          <p:nvPr/>
        </p:nvSpPr>
        <p:spPr>
          <a:xfrm xmlns:a="http://schemas.openxmlformats.org/drawingml/2006/main">
            <a:off x="3204421"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DCBC8"/>
          </a:solidFill>
          <a:ln xmlns:a="http://schemas.openxmlformats.org/drawingml/2006/main" w="2125">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10F71E8A-13BC-4F74-A1ED-F79AED3DDF1C}"/>
              </a:ext>
            </a:extLst>
          </p:cNvPr>
          <p:cNvSpPr>
            <a:spLocks xmlns:a="http://schemas.openxmlformats.org/drawingml/2006/main" noGrp="1"/>
          </p:cNvSpPr>
          <p:nvPr/>
        </p:nvSpPr>
        <p:spPr>
          <a:xfrm xmlns:a="http://schemas.openxmlformats.org/drawingml/2006/main">
            <a:off x="3497939"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DCBC8"/>
          </a:solidFill>
          <a:ln xmlns:a="http://schemas.openxmlformats.org/drawingml/2006/main" w="2125">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CEB14F8A-53C2-4A89-9D5B-54B1BE0E4925}"/>
              </a:ext>
            </a:extLst>
          </p:cNvPr>
          <p:cNvSpPr>
            <a:spLocks xmlns:a="http://schemas.openxmlformats.org/drawingml/2006/main" noGrp="1"/>
          </p:cNvSpPr>
          <p:nvPr/>
        </p:nvSpPr>
        <p:spPr>
          <a:xfrm xmlns:a="http://schemas.openxmlformats.org/drawingml/2006/main">
            <a:off x="3277800"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DCBC9"/>
          </a:solidFill>
          <a:ln xmlns:a="http://schemas.openxmlformats.org/drawingml/2006/main" w="2125">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CF0A7C0B-7605-42B3-8924-ED6BB5C7CD53}"/>
              </a:ext>
            </a:extLst>
          </p:cNvPr>
          <p:cNvSpPr>
            <a:spLocks xmlns:a="http://schemas.openxmlformats.org/drawingml/2006/main" noGrp="1"/>
          </p:cNvSpPr>
          <p:nvPr/>
        </p:nvSpPr>
        <p:spPr>
          <a:xfrm xmlns:a="http://schemas.openxmlformats.org/drawingml/2006/main">
            <a:off x="3204421"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ECDCA"/>
          </a:solidFill>
          <a:ln xmlns:a="http://schemas.openxmlformats.org/drawingml/2006/main" w="2125">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904360CA-D900-479E-962D-EDC4A795B1B7}"/>
              </a:ext>
            </a:extLst>
          </p:cNvPr>
          <p:cNvSpPr>
            <a:spLocks xmlns:a="http://schemas.openxmlformats.org/drawingml/2006/main" noGrp="1"/>
          </p:cNvSpPr>
          <p:nvPr/>
        </p:nvSpPr>
        <p:spPr>
          <a:xfrm xmlns:a="http://schemas.openxmlformats.org/drawingml/2006/main">
            <a:off x="3424559" y="415775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ECDCA"/>
          </a:solidFill>
          <a:ln xmlns:a="http://schemas.openxmlformats.org/drawingml/2006/main" w="2125">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F3EE127B-CA12-477C-94C5-8479E2680F2B}"/>
              </a:ext>
            </a:extLst>
          </p:cNvPr>
          <p:cNvSpPr>
            <a:spLocks xmlns:a="http://schemas.openxmlformats.org/drawingml/2006/main" noGrp="1"/>
          </p:cNvSpPr>
          <p:nvPr/>
        </p:nvSpPr>
        <p:spPr>
          <a:xfrm xmlns:a="http://schemas.openxmlformats.org/drawingml/2006/main">
            <a:off x="3351180" y="415775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ECDCB"/>
          </a:solidFill>
          <a:ln xmlns:a="http://schemas.openxmlformats.org/drawingml/2006/main" w="2125">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762AA0D7-21E9-4103-8EBB-0F82A4A87950}"/>
              </a:ext>
            </a:extLst>
          </p:cNvPr>
          <p:cNvSpPr>
            <a:spLocks xmlns:a="http://schemas.openxmlformats.org/drawingml/2006/main" noGrp="1"/>
          </p:cNvSpPr>
          <p:nvPr/>
        </p:nvSpPr>
        <p:spPr>
          <a:xfrm xmlns:a="http://schemas.openxmlformats.org/drawingml/2006/main">
            <a:off x="3351180"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ECDCB"/>
          </a:solidFill>
          <a:ln xmlns:a="http://schemas.openxmlformats.org/drawingml/2006/main" w="2125">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AD1D6E2A-9316-4810-B67D-630332A59B4D}"/>
              </a:ext>
            </a:extLst>
          </p:cNvPr>
          <p:cNvSpPr>
            <a:spLocks xmlns:a="http://schemas.openxmlformats.org/drawingml/2006/main" noGrp="1"/>
          </p:cNvSpPr>
          <p:nvPr/>
        </p:nvSpPr>
        <p:spPr>
          <a:xfrm xmlns:a="http://schemas.openxmlformats.org/drawingml/2006/main">
            <a:off x="4378493"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ECECB"/>
          </a:solidFill>
          <a:ln xmlns:a="http://schemas.openxmlformats.org/drawingml/2006/main" w="2125">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0B31333B-15E5-4DD3-AFC2-C1D438E2ABC8}"/>
              </a:ext>
            </a:extLst>
          </p:cNvPr>
          <p:cNvSpPr>
            <a:spLocks xmlns:a="http://schemas.openxmlformats.org/drawingml/2006/main" noGrp="1"/>
          </p:cNvSpPr>
          <p:nvPr/>
        </p:nvSpPr>
        <p:spPr>
          <a:xfrm xmlns:a="http://schemas.openxmlformats.org/drawingml/2006/main">
            <a:off x="2910902"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ECECB"/>
          </a:solidFill>
          <a:ln xmlns:a="http://schemas.openxmlformats.org/drawingml/2006/main" w="2125">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3C4FD172-7B10-4C5F-BF90-E461FD8DFF37}"/>
              </a:ext>
            </a:extLst>
          </p:cNvPr>
          <p:cNvSpPr>
            <a:spLocks xmlns:a="http://schemas.openxmlformats.org/drawingml/2006/main" noGrp="1"/>
          </p:cNvSpPr>
          <p:nvPr/>
        </p:nvSpPr>
        <p:spPr>
          <a:xfrm xmlns:a="http://schemas.openxmlformats.org/drawingml/2006/main">
            <a:off x="3204421" y="43055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ECECC"/>
          </a:solidFill>
          <a:ln xmlns:a="http://schemas.openxmlformats.org/drawingml/2006/main" w="2125">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B080A730-675A-4B54-BC47-C3E718445959}"/>
              </a:ext>
            </a:extLst>
          </p:cNvPr>
          <p:cNvSpPr>
            <a:spLocks xmlns:a="http://schemas.openxmlformats.org/drawingml/2006/main" noGrp="1"/>
          </p:cNvSpPr>
          <p:nvPr/>
        </p:nvSpPr>
        <p:spPr>
          <a:xfrm xmlns:a="http://schemas.openxmlformats.org/drawingml/2006/main">
            <a:off x="3571318"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FCECC"/>
          </a:solidFill>
          <a:ln xmlns:a="http://schemas.openxmlformats.org/drawingml/2006/main" w="2125">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F40E21FD-8454-4895-BBD4-A17F76F05F24}"/>
              </a:ext>
            </a:extLst>
          </p:cNvPr>
          <p:cNvSpPr>
            <a:spLocks xmlns:a="http://schemas.openxmlformats.org/drawingml/2006/main" noGrp="1"/>
          </p:cNvSpPr>
          <p:nvPr/>
        </p:nvSpPr>
        <p:spPr>
          <a:xfrm xmlns:a="http://schemas.openxmlformats.org/drawingml/2006/main">
            <a:off x="2764143"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FCFCD"/>
          </a:solidFill>
          <a:ln xmlns:a="http://schemas.openxmlformats.org/drawingml/2006/main" w="2125">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32AB22C5-5FE7-454A-B9E1-53DE3450ECF3}"/>
              </a:ext>
            </a:extLst>
          </p:cNvPr>
          <p:cNvSpPr>
            <a:spLocks xmlns:a="http://schemas.openxmlformats.org/drawingml/2006/main" noGrp="1"/>
          </p:cNvSpPr>
          <p:nvPr/>
        </p:nvSpPr>
        <p:spPr>
          <a:xfrm xmlns:a="http://schemas.openxmlformats.org/drawingml/2006/main">
            <a:off x="3497939"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FD0CE"/>
          </a:solidFill>
          <a:ln xmlns:a="http://schemas.openxmlformats.org/drawingml/2006/main" w="2125">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04BF9CEA-355F-4E93-8858-C62D894D261D}"/>
              </a:ext>
            </a:extLst>
          </p:cNvPr>
          <p:cNvSpPr>
            <a:spLocks xmlns:a="http://schemas.openxmlformats.org/drawingml/2006/main" noGrp="1"/>
          </p:cNvSpPr>
          <p:nvPr/>
        </p:nvSpPr>
        <p:spPr>
          <a:xfrm xmlns:a="http://schemas.openxmlformats.org/drawingml/2006/main">
            <a:off x="3497939"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FD1CF"/>
          </a:solidFill>
          <a:ln xmlns:a="http://schemas.openxmlformats.org/drawingml/2006/main" w="2125">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4B9E80CA-3F3B-45D0-BB06-385E73D477A5}"/>
              </a:ext>
            </a:extLst>
          </p:cNvPr>
          <p:cNvSpPr>
            <a:spLocks xmlns:a="http://schemas.openxmlformats.org/drawingml/2006/main" noGrp="1"/>
          </p:cNvSpPr>
          <p:nvPr/>
        </p:nvSpPr>
        <p:spPr>
          <a:xfrm xmlns:a="http://schemas.openxmlformats.org/drawingml/2006/main">
            <a:off x="3497939"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0D2CF"/>
          </a:solidFill>
          <a:ln xmlns:a="http://schemas.openxmlformats.org/drawingml/2006/main" w="2125">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C8E033C9-49A6-416F-AD4A-ED1A7F847F78}"/>
              </a:ext>
            </a:extLst>
          </p:cNvPr>
          <p:cNvSpPr>
            <a:spLocks xmlns:a="http://schemas.openxmlformats.org/drawingml/2006/main" noGrp="1"/>
          </p:cNvSpPr>
          <p:nvPr/>
        </p:nvSpPr>
        <p:spPr>
          <a:xfrm xmlns:a="http://schemas.openxmlformats.org/drawingml/2006/main">
            <a:off x="3131041" y="43055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0D2CF"/>
          </a:solidFill>
          <a:ln xmlns:a="http://schemas.openxmlformats.org/drawingml/2006/main" w="2125">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DE528E89-795F-4995-884D-0EC9A0F3B8D5}"/>
              </a:ext>
            </a:extLst>
          </p:cNvPr>
          <p:cNvSpPr>
            <a:spLocks xmlns:a="http://schemas.openxmlformats.org/drawingml/2006/main" noGrp="1"/>
          </p:cNvSpPr>
          <p:nvPr/>
        </p:nvSpPr>
        <p:spPr>
          <a:xfrm xmlns:a="http://schemas.openxmlformats.org/drawingml/2006/main">
            <a:off x="2837523"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0D3D1"/>
          </a:solidFill>
          <a:ln xmlns:a="http://schemas.openxmlformats.org/drawingml/2006/main" w="2125">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C7782541-FF51-43B0-9CDB-8C033B702E77}"/>
              </a:ext>
            </a:extLst>
          </p:cNvPr>
          <p:cNvSpPr>
            <a:spLocks xmlns:a="http://schemas.openxmlformats.org/drawingml/2006/main" noGrp="1"/>
          </p:cNvSpPr>
          <p:nvPr/>
        </p:nvSpPr>
        <p:spPr>
          <a:xfrm xmlns:a="http://schemas.openxmlformats.org/drawingml/2006/main">
            <a:off x="3277800" y="275415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D5D3"/>
          </a:solidFill>
          <a:ln xmlns:a="http://schemas.openxmlformats.org/drawingml/2006/main" w="2125">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28EEEF61-8AC6-4EF6-AFE7-916D28388A4B}"/>
              </a:ext>
            </a:extLst>
          </p:cNvPr>
          <p:cNvSpPr>
            <a:spLocks xmlns:a="http://schemas.openxmlformats.org/drawingml/2006/main" noGrp="1"/>
          </p:cNvSpPr>
          <p:nvPr/>
        </p:nvSpPr>
        <p:spPr>
          <a:xfrm xmlns:a="http://schemas.openxmlformats.org/drawingml/2006/main">
            <a:off x="2690764"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D5D3"/>
          </a:solidFill>
          <a:ln xmlns:a="http://schemas.openxmlformats.org/drawingml/2006/main" w="2125">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DCF44AC1-A5F6-4F5C-8CBC-94BEAF8D950D}"/>
              </a:ext>
            </a:extLst>
          </p:cNvPr>
          <p:cNvSpPr>
            <a:spLocks xmlns:a="http://schemas.openxmlformats.org/drawingml/2006/main" noGrp="1"/>
          </p:cNvSpPr>
          <p:nvPr/>
        </p:nvSpPr>
        <p:spPr>
          <a:xfrm xmlns:a="http://schemas.openxmlformats.org/drawingml/2006/main">
            <a:off x="2910902"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D5D3"/>
          </a:solidFill>
          <a:ln xmlns:a="http://schemas.openxmlformats.org/drawingml/2006/main" w="2125">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907F904C-3AED-4F71-A611-AC8E649AFBB6}"/>
              </a:ext>
            </a:extLst>
          </p:cNvPr>
          <p:cNvSpPr>
            <a:spLocks xmlns:a="http://schemas.openxmlformats.org/drawingml/2006/main" noGrp="1"/>
          </p:cNvSpPr>
          <p:nvPr/>
        </p:nvSpPr>
        <p:spPr>
          <a:xfrm xmlns:a="http://schemas.openxmlformats.org/drawingml/2006/main">
            <a:off x="3131041" y="26064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D6D4"/>
          </a:solidFill>
          <a:ln xmlns:a="http://schemas.openxmlformats.org/drawingml/2006/main" w="2125">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45A48541-15FF-4C89-8FDE-402613B71811}"/>
              </a:ext>
            </a:extLst>
          </p:cNvPr>
          <p:cNvSpPr>
            <a:spLocks xmlns:a="http://schemas.openxmlformats.org/drawingml/2006/main" noGrp="1"/>
          </p:cNvSpPr>
          <p:nvPr/>
        </p:nvSpPr>
        <p:spPr>
          <a:xfrm xmlns:a="http://schemas.openxmlformats.org/drawingml/2006/main">
            <a:off x="2250486"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D6D4"/>
          </a:solidFill>
          <a:ln xmlns:a="http://schemas.openxmlformats.org/drawingml/2006/main" w="2125">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BF4670EF-A86E-428A-A209-5406DB27697B}"/>
              </a:ext>
            </a:extLst>
          </p:cNvPr>
          <p:cNvSpPr>
            <a:spLocks xmlns:a="http://schemas.openxmlformats.org/drawingml/2006/main" noGrp="1"/>
          </p:cNvSpPr>
          <p:nvPr/>
        </p:nvSpPr>
        <p:spPr>
          <a:xfrm xmlns:a="http://schemas.openxmlformats.org/drawingml/2006/main">
            <a:off x="2910902"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D6D4"/>
          </a:solidFill>
          <a:ln xmlns:a="http://schemas.openxmlformats.org/drawingml/2006/main" w="2125">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35671CC4-FE54-4D0D-AABB-1805B7F68D75}"/>
              </a:ext>
            </a:extLst>
          </p:cNvPr>
          <p:cNvSpPr>
            <a:spLocks xmlns:a="http://schemas.openxmlformats.org/drawingml/2006/main" noGrp="1"/>
          </p:cNvSpPr>
          <p:nvPr/>
        </p:nvSpPr>
        <p:spPr>
          <a:xfrm xmlns:a="http://schemas.openxmlformats.org/drawingml/2006/main">
            <a:off x="3131041"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D7D5"/>
          </a:solidFill>
          <a:ln xmlns:a="http://schemas.openxmlformats.org/drawingml/2006/main" w="2125">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F9AD0E36-0DF1-417F-9004-46C904BAD21C}"/>
              </a:ext>
            </a:extLst>
          </p:cNvPr>
          <p:cNvSpPr>
            <a:spLocks xmlns:a="http://schemas.openxmlformats.org/drawingml/2006/main" noGrp="1"/>
          </p:cNvSpPr>
          <p:nvPr/>
        </p:nvSpPr>
        <p:spPr>
          <a:xfrm xmlns:a="http://schemas.openxmlformats.org/drawingml/2006/main">
            <a:off x="2177107"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D7D5"/>
          </a:solidFill>
          <a:ln xmlns:a="http://schemas.openxmlformats.org/drawingml/2006/main" w="2125">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9A9462EE-5449-4156-A8E6-953ABECE9EDC}"/>
              </a:ext>
            </a:extLst>
          </p:cNvPr>
          <p:cNvSpPr>
            <a:spLocks xmlns:a="http://schemas.openxmlformats.org/drawingml/2006/main" noGrp="1"/>
          </p:cNvSpPr>
          <p:nvPr/>
        </p:nvSpPr>
        <p:spPr>
          <a:xfrm xmlns:a="http://schemas.openxmlformats.org/drawingml/2006/main">
            <a:off x="3351180"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2D8D6"/>
          </a:solidFill>
          <a:ln xmlns:a="http://schemas.openxmlformats.org/drawingml/2006/main" w="2125">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6CCAB754-F7E4-4605-BBB2-9DE40492D3BF}"/>
              </a:ext>
            </a:extLst>
          </p:cNvPr>
          <p:cNvSpPr>
            <a:spLocks xmlns:a="http://schemas.openxmlformats.org/drawingml/2006/main" noGrp="1"/>
          </p:cNvSpPr>
          <p:nvPr/>
        </p:nvSpPr>
        <p:spPr>
          <a:xfrm xmlns:a="http://schemas.openxmlformats.org/drawingml/2006/main">
            <a:off x="3864836"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3DBDA"/>
          </a:solidFill>
          <a:ln xmlns:a="http://schemas.openxmlformats.org/drawingml/2006/main" w="2125">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F1A9E203-9A07-4047-B749-A78C44541B52}"/>
              </a:ext>
            </a:extLst>
          </p:cNvPr>
          <p:cNvSpPr>
            <a:spLocks xmlns:a="http://schemas.openxmlformats.org/drawingml/2006/main" noGrp="1"/>
          </p:cNvSpPr>
          <p:nvPr/>
        </p:nvSpPr>
        <p:spPr>
          <a:xfrm xmlns:a="http://schemas.openxmlformats.org/drawingml/2006/main">
            <a:off x="3497939"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DDDC"/>
          </a:solidFill>
          <a:ln xmlns:a="http://schemas.openxmlformats.org/drawingml/2006/main" w="2125">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A6E31E90-957D-4931-BF7A-BD5B61E605EA}"/>
              </a:ext>
            </a:extLst>
          </p:cNvPr>
          <p:cNvSpPr>
            <a:spLocks xmlns:a="http://schemas.openxmlformats.org/drawingml/2006/main" noGrp="1"/>
          </p:cNvSpPr>
          <p:nvPr/>
        </p:nvSpPr>
        <p:spPr>
          <a:xfrm xmlns:a="http://schemas.openxmlformats.org/drawingml/2006/main">
            <a:off x="3351180"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DEDC"/>
          </a:solidFill>
          <a:ln xmlns:a="http://schemas.openxmlformats.org/drawingml/2006/main" w="2125">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F7094BB6-3730-42C3-8939-1E72C0015B7D}"/>
              </a:ext>
            </a:extLst>
          </p:cNvPr>
          <p:cNvSpPr>
            <a:spLocks xmlns:a="http://schemas.openxmlformats.org/drawingml/2006/main" noGrp="1"/>
          </p:cNvSpPr>
          <p:nvPr/>
        </p:nvSpPr>
        <p:spPr>
          <a:xfrm xmlns:a="http://schemas.openxmlformats.org/drawingml/2006/main">
            <a:off x="2764143"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DEDD"/>
          </a:solidFill>
          <a:ln xmlns:a="http://schemas.openxmlformats.org/drawingml/2006/main" w="2125">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2543C7B8-BF81-4A17-8647-CE349CC8BE24}"/>
              </a:ext>
            </a:extLst>
          </p:cNvPr>
          <p:cNvSpPr>
            <a:spLocks xmlns:a="http://schemas.openxmlformats.org/drawingml/2006/main" noGrp="1"/>
          </p:cNvSpPr>
          <p:nvPr/>
        </p:nvSpPr>
        <p:spPr>
          <a:xfrm xmlns:a="http://schemas.openxmlformats.org/drawingml/2006/main">
            <a:off x="2323866"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DFDD"/>
          </a:solidFill>
          <a:ln xmlns:a="http://schemas.openxmlformats.org/drawingml/2006/main" w="2125">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060ED9CA-1386-40E7-969B-A8C20DA4D270}"/>
              </a:ext>
            </a:extLst>
          </p:cNvPr>
          <p:cNvSpPr>
            <a:spLocks xmlns:a="http://schemas.openxmlformats.org/drawingml/2006/main" noGrp="1"/>
          </p:cNvSpPr>
          <p:nvPr/>
        </p:nvSpPr>
        <p:spPr>
          <a:xfrm xmlns:a="http://schemas.openxmlformats.org/drawingml/2006/main">
            <a:off x="3277800"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DFDE"/>
          </a:solidFill>
          <a:ln xmlns:a="http://schemas.openxmlformats.org/drawingml/2006/main" w="2125">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5FB5A858-7E0A-41CE-A228-AFC4523E53D4}"/>
              </a:ext>
            </a:extLst>
          </p:cNvPr>
          <p:cNvSpPr>
            <a:spLocks xmlns:a="http://schemas.openxmlformats.org/drawingml/2006/main" noGrp="1"/>
          </p:cNvSpPr>
          <p:nvPr/>
        </p:nvSpPr>
        <p:spPr>
          <a:xfrm xmlns:a="http://schemas.openxmlformats.org/drawingml/2006/main">
            <a:off x="2764143"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E0DE"/>
          </a:solidFill>
          <a:ln xmlns:a="http://schemas.openxmlformats.org/drawingml/2006/main" w="2125">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B07D7EDB-3BCB-48AC-BB33-9D8B2EA29595}"/>
              </a:ext>
            </a:extLst>
          </p:cNvPr>
          <p:cNvSpPr>
            <a:spLocks xmlns:a="http://schemas.openxmlformats.org/drawingml/2006/main" noGrp="1"/>
          </p:cNvSpPr>
          <p:nvPr/>
        </p:nvSpPr>
        <p:spPr>
          <a:xfrm xmlns:a="http://schemas.openxmlformats.org/drawingml/2006/main">
            <a:off x="4525252"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0DF"/>
          </a:solidFill>
          <a:ln xmlns:a="http://schemas.openxmlformats.org/drawingml/2006/main" w="2125">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098E4C5D-8EED-404C-95F2-87756184F901}"/>
              </a:ext>
            </a:extLst>
          </p:cNvPr>
          <p:cNvSpPr>
            <a:spLocks xmlns:a="http://schemas.openxmlformats.org/drawingml/2006/main" noGrp="1"/>
          </p:cNvSpPr>
          <p:nvPr/>
        </p:nvSpPr>
        <p:spPr>
          <a:xfrm xmlns:a="http://schemas.openxmlformats.org/drawingml/2006/main">
            <a:off x="3057661"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0DF"/>
          </a:solidFill>
          <a:ln xmlns:a="http://schemas.openxmlformats.org/drawingml/2006/main" w="2125">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50C3A10C-5AD2-42D7-8C7F-5D5E13EE6527}"/>
              </a:ext>
            </a:extLst>
          </p:cNvPr>
          <p:cNvSpPr>
            <a:spLocks xmlns:a="http://schemas.openxmlformats.org/drawingml/2006/main" noGrp="1"/>
          </p:cNvSpPr>
          <p:nvPr/>
        </p:nvSpPr>
        <p:spPr>
          <a:xfrm xmlns:a="http://schemas.openxmlformats.org/drawingml/2006/main">
            <a:off x="2617384"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1DF"/>
          </a:solidFill>
          <a:ln xmlns:a="http://schemas.openxmlformats.org/drawingml/2006/main" w="2125">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47E4D0C0-B660-4052-8E18-CCAC598938C9}"/>
              </a:ext>
            </a:extLst>
          </p:cNvPr>
          <p:cNvSpPr>
            <a:spLocks xmlns:a="http://schemas.openxmlformats.org/drawingml/2006/main" noGrp="1"/>
          </p:cNvSpPr>
          <p:nvPr/>
        </p:nvSpPr>
        <p:spPr>
          <a:xfrm xmlns:a="http://schemas.openxmlformats.org/drawingml/2006/main">
            <a:off x="3497939"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1E0"/>
          </a:solidFill>
          <a:ln xmlns:a="http://schemas.openxmlformats.org/drawingml/2006/main" w="2125">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0C6899C0-3E4C-46A7-95BF-01A22802E0F7}"/>
              </a:ext>
            </a:extLst>
          </p:cNvPr>
          <p:cNvSpPr>
            <a:spLocks xmlns:a="http://schemas.openxmlformats.org/drawingml/2006/main" noGrp="1"/>
          </p:cNvSpPr>
          <p:nvPr/>
        </p:nvSpPr>
        <p:spPr>
          <a:xfrm xmlns:a="http://schemas.openxmlformats.org/drawingml/2006/main">
            <a:off x="2250486"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1E0"/>
          </a:solidFill>
          <a:ln xmlns:a="http://schemas.openxmlformats.org/drawingml/2006/main" w="2125">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DA701237-C05D-4FA1-9AEE-61A7ABD1C8C5}"/>
              </a:ext>
            </a:extLst>
          </p:cNvPr>
          <p:cNvSpPr>
            <a:spLocks xmlns:a="http://schemas.openxmlformats.org/drawingml/2006/main" noGrp="1"/>
          </p:cNvSpPr>
          <p:nvPr/>
        </p:nvSpPr>
        <p:spPr>
          <a:xfrm xmlns:a="http://schemas.openxmlformats.org/drawingml/2006/main">
            <a:off x="3938216"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2E0"/>
          </a:solidFill>
          <a:ln xmlns:a="http://schemas.openxmlformats.org/drawingml/2006/main" w="2125">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7CEA68AC-8540-4F15-A898-63107AAD01E8}"/>
              </a:ext>
            </a:extLst>
          </p:cNvPr>
          <p:cNvSpPr>
            <a:spLocks xmlns:a="http://schemas.openxmlformats.org/drawingml/2006/main" noGrp="1"/>
          </p:cNvSpPr>
          <p:nvPr/>
        </p:nvSpPr>
        <p:spPr>
          <a:xfrm xmlns:a="http://schemas.openxmlformats.org/drawingml/2006/main">
            <a:off x="2984282"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2E0"/>
          </a:solidFill>
          <a:ln xmlns:a="http://schemas.openxmlformats.org/drawingml/2006/main" w="2125">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F86A1133-A6A3-464B-B8F6-108CFF9E43E9}"/>
              </a:ext>
            </a:extLst>
          </p:cNvPr>
          <p:cNvSpPr>
            <a:spLocks xmlns:a="http://schemas.openxmlformats.org/drawingml/2006/main" noGrp="1"/>
          </p:cNvSpPr>
          <p:nvPr/>
        </p:nvSpPr>
        <p:spPr>
          <a:xfrm xmlns:a="http://schemas.openxmlformats.org/drawingml/2006/main">
            <a:off x="2544005"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2E1"/>
          </a:solidFill>
          <a:ln xmlns:a="http://schemas.openxmlformats.org/drawingml/2006/main" w="2125">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3B906B0D-766C-41FF-9156-A1E46700017A}"/>
              </a:ext>
            </a:extLst>
          </p:cNvPr>
          <p:cNvSpPr>
            <a:spLocks xmlns:a="http://schemas.openxmlformats.org/drawingml/2006/main" noGrp="1"/>
          </p:cNvSpPr>
          <p:nvPr/>
        </p:nvSpPr>
        <p:spPr>
          <a:xfrm xmlns:a="http://schemas.openxmlformats.org/drawingml/2006/main">
            <a:off x="2690764"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2E1"/>
          </a:solidFill>
          <a:ln xmlns:a="http://schemas.openxmlformats.org/drawingml/2006/main" w="2125">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49DA4D36-FA6A-4238-B241-C9C9B7416862}"/>
              </a:ext>
            </a:extLst>
          </p:cNvPr>
          <p:cNvSpPr>
            <a:spLocks xmlns:a="http://schemas.openxmlformats.org/drawingml/2006/main" noGrp="1"/>
          </p:cNvSpPr>
          <p:nvPr/>
        </p:nvSpPr>
        <p:spPr>
          <a:xfrm xmlns:a="http://schemas.openxmlformats.org/drawingml/2006/main">
            <a:off x="3864836"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2E1"/>
          </a:solidFill>
          <a:ln xmlns:a="http://schemas.openxmlformats.org/drawingml/2006/main" w="2125">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10CE6F78-037B-4F22-B718-4E94667A3CB8}"/>
              </a:ext>
            </a:extLst>
          </p:cNvPr>
          <p:cNvSpPr>
            <a:spLocks xmlns:a="http://schemas.openxmlformats.org/drawingml/2006/main" noGrp="1"/>
          </p:cNvSpPr>
          <p:nvPr/>
        </p:nvSpPr>
        <p:spPr>
          <a:xfrm xmlns:a="http://schemas.openxmlformats.org/drawingml/2006/main">
            <a:off x="3424559"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E3E2"/>
          </a:solidFill>
          <a:ln xmlns:a="http://schemas.openxmlformats.org/drawingml/2006/main" w="2125">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3FA3EECD-0026-4246-9E99-A183B5D3D667}"/>
              </a:ext>
            </a:extLst>
          </p:cNvPr>
          <p:cNvSpPr>
            <a:spLocks xmlns:a="http://schemas.openxmlformats.org/drawingml/2006/main" noGrp="1"/>
          </p:cNvSpPr>
          <p:nvPr/>
        </p:nvSpPr>
        <p:spPr>
          <a:xfrm xmlns:a="http://schemas.openxmlformats.org/drawingml/2006/main">
            <a:off x="3204421"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3E2"/>
          </a:solidFill>
          <a:ln xmlns:a="http://schemas.openxmlformats.org/drawingml/2006/main" w="2125">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4A2B0398-9EDF-4F7E-8374-ACE7FD5835A0}"/>
              </a:ext>
            </a:extLst>
          </p:cNvPr>
          <p:cNvSpPr>
            <a:spLocks xmlns:a="http://schemas.openxmlformats.org/drawingml/2006/main" noGrp="1"/>
          </p:cNvSpPr>
          <p:nvPr/>
        </p:nvSpPr>
        <p:spPr>
          <a:xfrm xmlns:a="http://schemas.openxmlformats.org/drawingml/2006/main">
            <a:off x="3497939"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3E2"/>
          </a:solidFill>
          <a:ln xmlns:a="http://schemas.openxmlformats.org/drawingml/2006/main" w="2125">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901B5343-1607-468F-ADA0-5315CE86CC3D}"/>
              </a:ext>
            </a:extLst>
          </p:cNvPr>
          <p:cNvSpPr>
            <a:spLocks xmlns:a="http://schemas.openxmlformats.org/drawingml/2006/main" noGrp="1"/>
          </p:cNvSpPr>
          <p:nvPr/>
        </p:nvSpPr>
        <p:spPr>
          <a:xfrm xmlns:a="http://schemas.openxmlformats.org/drawingml/2006/main">
            <a:off x="3644698"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3E2"/>
          </a:solidFill>
          <a:ln xmlns:a="http://schemas.openxmlformats.org/drawingml/2006/main" w="2125">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3A51FAC1-C2C7-4147-AD2B-C6DA7519FE51}"/>
              </a:ext>
            </a:extLst>
          </p:cNvPr>
          <p:cNvSpPr>
            <a:spLocks xmlns:a="http://schemas.openxmlformats.org/drawingml/2006/main" noGrp="1"/>
          </p:cNvSpPr>
          <p:nvPr/>
        </p:nvSpPr>
        <p:spPr>
          <a:xfrm xmlns:a="http://schemas.openxmlformats.org/drawingml/2006/main">
            <a:off x="3571318"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3E2"/>
          </a:solidFill>
          <a:ln xmlns:a="http://schemas.openxmlformats.org/drawingml/2006/main" w="2125">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A70DD8C1-F9C6-4F58-8BF4-2F5F9D2669C1}"/>
              </a:ext>
            </a:extLst>
          </p:cNvPr>
          <p:cNvSpPr>
            <a:spLocks xmlns:a="http://schemas.openxmlformats.org/drawingml/2006/main" noGrp="1"/>
          </p:cNvSpPr>
          <p:nvPr/>
        </p:nvSpPr>
        <p:spPr>
          <a:xfrm xmlns:a="http://schemas.openxmlformats.org/drawingml/2006/main">
            <a:off x="2617384"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4E3"/>
          </a:solidFill>
          <a:ln xmlns:a="http://schemas.openxmlformats.org/drawingml/2006/main" w="2125">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EA09FB37-A7C7-45B7-9C6E-FDED4F5A1E95}"/>
              </a:ext>
            </a:extLst>
          </p:cNvPr>
          <p:cNvSpPr>
            <a:spLocks xmlns:a="http://schemas.openxmlformats.org/drawingml/2006/main" noGrp="1"/>
          </p:cNvSpPr>
          <p:nvPr/>
        </p:nvSpPr>
        <p:spPr>
          <a:xfrm xmlns:a="http://schemas.openxmlformats.org/drawingml/2006/main">
            <a:off x="3131041" y="42316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4E3"/>
          </a:solidFill>
          <a:ln xmlns:a="http://schemas.openxmlformats.org/drawingml/2006/main" w="2125">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AE5C3989-C587-4DCE-A075-7CA5C26FD700}"/>
              </a:ext>
            </a:extLst>
          </p:cNvPr>
          <p:cNvSpPr>
            <a:spLocks xmlns:a="http://schemas.openxmlformats.org/drawingml/2006/main" noGrp="1"/>
          </p:cNvSpPr>
          <p:nvPr/>
        </p:nvSpPr>
        <p:spPr>
          <a:xfrm xmlns:a="http://schemas.openxmlformats.org/drawingml/2006/main">
            <a:off x="2544005"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5E3"/>
          </a:solidFill>
          <a:ln xmlns:a="http://schemas.openxmlformats.org/drawingml/2006/main" w="2125">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985F9785-D03C-423A-BBBB-9AED3A080967}"/>
              </a:ext>
            </a:extLst>
          </p:cNvPr>
          <p:cNvSpPr>
            <a:spLocks xmlns:a="http://schemas.openxmlformats.org/drawingml/2006/main" noGrp="1"/>
          </p:cNvSpPr>
          <p:nvPr/>
        </p:nvSpPr>
        <p:spPr>
          <a:xfrm xmlns:a="http://schemas.openxmlformats.org/drawingml/2006/main">
            <a:off x="2764143"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5E3"/>
          </a:solidFill>
          <a:ln xmlns:a="http://schemas.openxmlformats.org/drawingml/2006/main" w="2125">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E5F9C1CE-CF7F-4996-9068-3F289E2FB246}"/>
              </a:ext>
            </a:extLst>
          </p:cNvPr>
          <p:cNvSpPr>
            <a:spLocks xmlns:a="http://schemas.openxmlformats.org/drawingml/2006/main" noGrp="1"/>
          </p:cNvSpPr>
          <p:nvPr/>
        </p:nvSpPr>
        <p:spPr>
          <a:xfrm xmlns:a="http://schemas.openxmlformats.org/drawingml/2006/main">
            <a:off x="3644698"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5E4"/>
          </a:solidFill>
          <a:ln xmlns:a="http://schemas.openxmlformats.org/drawingml/2006/main" w="2125">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EAB78369-753C-48C4-90C2-63A1C686A6D4}"/>
              </a:ext>
            </a:extLst>
          </p:cNvPr>
          <p:cNvSpPr>
            <a:spLocks xmlns:a="http://schemas.openxmlformats.org/drawingml/2006/main" noGrp="1"/>
          </p:cNvSpPr>
          <p:nvPr/>
        </p:nvSpPr>
        <p:spPr>
          <a:xfrm xmlns:a="http://schemas.openxmlformats.org/drawingml/2006/main">
            <a:off x="2837523"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5E4"/>
          </a:solidFill>
          <a:ln xmlns:a="http://schemas.openxmlformats.org/drawingml/2006/main" w="2125">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25AC3FBC-74C1-444F-8A18-E56ED2890F2F}"/>
              </a:ext>
            </a:extLst>
          </p:cNvPr>
          <p:cNvSpPr>
            <a:spLocks xmlns:a="http://schemas.openxmlformats.org/drawingml/2006/main" noGrp="1"/>
          </p:cNvSpPr>
          <p:nvPr/>
        </p:nvSpPr>
        <p:spPr>
          <a:xfrm xmlns:a="http://schemas.openxmlformats.org/drawingml/2006/main">
            <a:off x="3057661"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E6E5"/>
          </a:solidFill>
          <a:ln xmlns:a="http://schemas.openxmlformats.org/drawingml/2006/main" w="2125">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89D289E4-1824-4C51-8568-C4046802E2FC}"/>
              </a:ext>
            </a:extLst>
          </p:cNvPr>
          <p:cNvSpPr>
            <a:spLocks xmlns:a="http://schemas.openxmlformats.org/drawingml/2006/main" noGrp="1"/>
          </p:cNvSpPr>
          <p:nvPr/>
        </p:nvSpPr>
        <p:spPr>
          <a:xfrm xmlns:a="http://schemas.openxmlformats.org/drawingml/2006/main">
            <a:off x="2470625"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6E5"/>
          </a:solidFill>
          <a:ln xmlns:a="http://schemas.openxmlformats.org/drawingml/2006/main" w="2125">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F94B28C6-EA0C-4D19-B903-EA2AD0D4DAD4}"/>
              </a:ext>
            </a:extLst>
          </p:cNvPr>
          <p:cNvSpPr>
            <a:spLocks xmlns:a="http://schemas.openxmlformats.org/drawingml/2006/main" noGrp="1"/>
          </p:cNvSpPr>
          <p:nvPr/>
        </p:nvSpPr>
        <p:spPr>
          <a:xfrm xmlns:a="http://schemas.openxmlformats.org/drawingml/2006/main">
            <a:off x="2837523"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6E5"/>
          </a:solidFill>
          <a:ln xmlns:a="http://schemas.openxmlformats.org/drawingml/2006/main" w="2125">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4D18073E-7C35-4700-824A-48153B47D42B}"/>
              </a:ext>
            </a:extLst>
          </p:cNvPr>
          <p:cNvSpPr>
            <a:spLocks xmlns:a="http://schemas.openxmlformats.org/drawingml/2006/main" noGrp="1"/>
          </p:cNvSpPr>
          <p:nvPr/>
        </p:nvSpPr>
        <p:spPr>
          <a:xfrm xmlns:a="http://schemas.openxmlformats.org/drawingml/2006/main">
            <a:off x="4011596"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7E5"/>
          </a:solidFill>
          <a:ln xmlns:a="http://schemas.openxmlformats.org/drawingml/2006/main" w="2125">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0EDA0C46-3F7F-4354-B57A-4B10AEEF5389}"/>
              </a:ext>
            </a:extLst>
          </p:cNvPr>
          <p:cNvSpPr>
            <a:spLocks xmlns:a="http://schemas.openxmlformats.org/drawingml/2006/main" noGrp="1"/>
          </p:cNvSpPr>
          <p:nvPr/>
        </p:nvSpPr>
        <p:spPr>
          <a:xfrm xmlns:a="http://schemas.openxmlformats.org/drawingml/2006/main">
            <a:off x="2617384"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7E6"/>
          </a:solidFill>
          <a:ln xmlns:a="http://schemas.openxmlformats.org/drawingml/2006/main" w="2125">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214D0865-6768-4D71-AC1B-DD1C908B61AC}"/>
              </a:ext>
            </a:extLst>
          </p:cNvPr>
          <p:cNvSpPr>
            <a:spLocks xmlns:a="http://schemas.openxmlformats.org/drawingml/2006/main" noGrp="1"/>
          </p:cNvSpPr>
          <p:nvPr/>
        </p:nvSpPr>
        <p:spPr>
          <a:xfrm xmlns:a="http://schemas.openxmlformats.org/drawingml/2006/main">
            <a:off x="3057661" y="297577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8E7"/>
          </a:solidFill>
          <a:ln xmlns:a="http://schemas.openxmlformats.org/drawingml/2006/main" w="2125">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71F8E215-122B-4349-9CF0-DFDC914733EE}"/>
              </a:ext>
            </a:extLst>
          </p:cNvPr>
          <p:cNvSpPr>
            <a:spLocks xmlns:a="http://schemas.openxmlformats.org/drawingml/2006/main" noGrp="1"/>
          </p:cNvSpPr>
          <p:nvPr/>
        </p:nvSpPr>
        <p:spPr>
          <a:xfrm xmlns:a="http://schemas.openxmlformats.org/drawingml/2006/main">
            <a:off x="3571318"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8E7"/>
          </a:solidFill>
          <a:ln xmlns:a="http://schemas.openxmlformats.org/drawingml/2006/main" w="2125">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EA30F4CC-36D4-48D7-B1C1-53FF6FCAC870}"/>
              </a:ext>
            </a:extLst>
          </p:cNvPr>
          <p:cNvSpPr>
            <a:spLocks xmlns:a="http://schemas.openxmlformats.org/drawingml/2006/main" noGrp="1"/>
          </p:cNvSpPr>
          <p:nvPr/>
        </p:nvSpPr>
        <p:spPr>
          <a:xfrm xmlns:a="http://schemas.openxmlformats.org/drawingml/2006/main">
            <a:off x="3131041"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8E7"/>
          </a:solidFill>
          <a:ln xmlns:a="http://schemas.openxmlformats.org/drawingml/2006/main" w="2125">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467A7B88-1A58-4562-9AA4-7C7DC2A2B631}"/>
              </a:ext>
            </a:extLst>
          </p:cNvPr>
          <p:cNvSpPr>
            <a:spLocks xmlns:a="http://schemas.openxmlformats.org/drawingml/2006/main" noGrp="1"/>
          </p:cNvSpPr>
          <p:nvPr/>
        </p:nvSpPr>
        <p:spPr>
          <a:xfrm xmlns:a="http://schemas.openxmlformats.org/drawingml/2006/main">
            <a:off x="3277800" y="415775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8E7"/>
          </a:solidFill>
          <a:ln xmlns:a="http://schemas.openxmlformats.org/drawingml/2006/main" w="2125">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5ABDA67F-FB51-4421-A92E-31C584DB139B}"/>
              </a:ext>
            </a:extLst>
          </p:cNvPr>
          <p:cNvSpPr>
            <a:spLocks xmlns:a="http://schemas.openxmlformats.org/drawingml/2006/main" noGrp="1"/>
          </p:cNvSpPr>
          <p:nvPr/>
        </p:nvSpPr>
        <p:spPr>
          <a:xfrm xmlns:a="http://schemas.openxmlformats.org/drawingml/2006/main">
            <a:off x="3204421"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9E7"/>
          </a:solidFill>
          <a:ln xmlns:a="http://schemas.openxmlformats.org/drawingml/2006/main" w="2125">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EBE5B9E3-1424-422D-A200-F7EA5090035D}"/>
              </a:ext>
            </a:extLst>
          </p:cNvPr>
          <p:cNvSpPr>
            <a:spLocks xmlns:a="http://schemas.openxmlformats.org/drawingml/2006/main" noGrp="1"/>
          </p:cNvSpPr>
          <p:nvPr/>
        </p:nvSpPr>
        <p:spPr>
          <a:xfrm xmlns:a="http://schemas.openxmlformats.org/drawingml/2006/main">
            <a:off x="2250486"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E9E8"/>
          </a:solidFill>
          <a:ln xmlns:a="http://schemas.openxmlformats.org/drawingml/2006/main" w="2125">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B01D7728-07DB-4A93-AA84-929305F1EB9D}"/>
              </a:ext>
            </a:extLst>
          </p:cNvPr>
          <p:cNvSpPr>
            <a:spLocks xmlns:a="http://schemas.openxmlformats.org/drawingml/2006/main" noGrp="1"/>
          </p:cNvSpPr>
          <p:nvPr/>
        </p:nvSpPr>
        <p:spPr>
          <a:xfrm xmlns:a="http://schemas.openxmlformats.org/drawingml/2006/main">
            <a:off x="3644698"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E9E8"/>
          </a:solidFill>
          <a:ln xmlns:a="http://schemas.openxmlformats.org/drawingml/2006/main" w="2125">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003CB078-0A1C-4DE4-B1D9-F8D53A776031}"/>
              </a:ext>
            </a:extLst>
          </p:cNvPr>
          <p:cNvSpPr>
            <a:spLocks xmlns:a="http://schemas.openxmlformats.org/drawingml/2006/main" noGrp="1"/>
          </p:cNvSpPr>
          <p:nvPr/>
        </p:nvSpPr>
        <p:spPr>
          <a:xfrm xmlns:a="http://schemas.openxmlformats.org/drawingml/2006/main">
            <a:off x="3497939"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EAE9"/>
          </a:solidFill>
          <a:ln xmlns:a="http://schemas.openxmlformats.org/drawingml/2006/main" w="2125">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15BC8E26-E65B-4796-B837-545230710ADA}"/>
              </a:ext>
            </a:extLst>
          </p:cNvPr>
          <p:cNvSpPr>
            <a:spLocks xmlns:a="http://schemas.openxmlformats.org/drawingml/2006/main" noGrp="1"/>
          </p:cNvSpPr>
          <p:nvPr/>
        </p:nvSpPr>
        <p:spPr>
          <a:xfrm xmlns:a="http://schemas.openxmlformats.org/drawingml/2006/main">
            <a:off x="3424559"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EAE9"/>
          </a:solidFill>
          <a:ln xmlns:a="http://schemas.openxmlformats.org/drawingml/2006/main" w="2125">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0DCBD90F-71BE-4120-9BF6-229954E0480D}"/>
              </a:ext>
            </a:extLst>
          </p:cNvPr>
          <p:cNvSpPr>
            <a:spLocks xmlns:a="http://schemas.openxmlformats.org/drawingml/2006/main" noGrp="1"/>
          </p:cNvSpPr>
          <p:nvPr/>
        </p:nvSpPr>
        <p:spPr>
          <a:xfrm xmlns:a="http://schemas.openxmlformats.org/drawingml/2006/main">
            <a:off x="2470625"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EAE9"/>
          </a:solidFill>
          <a:ln xmlns:a="http://schemas.openxmlformats.org/drawingml/2006/main" w="2125">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6788D629-D61F-41FA-8645-D65C7CED3635}"/>
              </a:ext>
            </a:extLst>
          </p:cNvPr>
          <p:cNvSpPr>
            <a:spLocks xmlns:a="http://schemas.openxmlformats.org/drawingml/2006/main" noGrp="1"/>
          </p:cNvSpPr>
          <p:nvPr/>
        </p:nvSpPr>
        <p:spPr>
          <a:xfrm xmlns:a="http://schemas.openxmlformats.org/drawingml/2006/main">
            <a:off x="2544005"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EBEA"/>
          </a:solidFill>
          <a:ln xmlns:a="http://schemas.openxmlformats.org/drawingml/2006/main" w="2125">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0726E616-8872-4781-AEC7-347E2009C78F}"/>
              </a:ext>
            </a:extLst>
          </p:cNvPr>
          <p:cNvSpPr>
            <a:spLocks xmlns:a="http://schemas.openxmlformats.org/drawingml/2006/main" noGrp="1"/>
          </p:cNvSpPr>
          <p:nvPr/>
        </p:nvSpPr>
        <p:spPr>
          <a:xfrm xmlns:a="http://schemas.openxmlformats.org/drawingml/2006/main">
            <a:off x="3497939"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EBEA"/>
          </a:solidFill>
          <a:ln xmlns:a="http://schemas.openxmlformats.org/drawingml/2006/main" w="2125">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B4CD01D9-8944-4AFB-BDFC-BBBD50637B48}"/>
              </a:ext>
            </a:extLst>
          </p:cNvPr>
          <p:cNvSpPr>
            <a:spLocks xmlns:a="http://schemas.openxmlformats.org/drawingml/2006/main" noGrp="1"/>
          </p:cNvSpPr>
          <p:nvPr/>
        </p:nvSpPr>
        <p:spPr>
          <a:xfrm xmlns:a="http://schemas.openxmlformats.org/drawingml/2006/main">
            <a:off x="2544005"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ECEB"/>
          </a:solidFill>
          <a:ln xmlns:a="http://schemas.openxmlformats.org/drawingml/2006/main" w="2125">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CE61E9E9-D63A-4EB7-8AE1-596B525F1075}"/>
              </a:ext>
            </a:extLst>
          </p:cNvPr>
          <p:cNvSpPr>
            <a:spLocks xmlns:a="http://schemas.openxmlformats.org/drawingml/2006/main" noGrp="1"/>
          </p:cNvSpPr>
          <p:nvPr/>
        </p:nvSpPr>
        <p:spPr>
          <a:xfrm xmlns:a="http://schemas.openxmlformats.org/drawingml/2006/main">
            <a:off x="2764143"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ECEB"/>
          </a:solidFill>
          <a:ln xmlns:a="http://schemas.openxmlformats.org/drawingml/2006/main" w="2125">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68ADC959-863E-43C8-9DAA-B34AC30A747D}"/>
              </a:ext>
            </a:extLst>
          </p:cNvPr>
          <p:cNvSpPr>
            <a:spLocks xmlns:a="http://schemas.openxmlformats.org/drawingml/2006/main" noGrp="1"/>
          </p:cNvSpPr>
          <p:nvPr/>
        </p:nvSpPr>
        <p:spPr>
          <a:xfrm xmlns:a="http://schemas.openxmlformats.org/drawingml/2006/main">
            <a:off x="4231734"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ECEC"/>
          </a:solidFill>
          <a:ln xmlns:a="http://schemas.openxmlformats.org/drawingml/2006/main" w="2125">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2217D60B-D80B-40EC-91E2-5D3D149AB1AB}"/>
              </a:ext>
            </a:extLst>
          </p:cNvPr>
          <p:cNvSpPr>
            <a:spLocks xmlns:a="http://schemas.openxmlformats.org/drawingml/2006/main" noGrp="1"/>
          </p:cNvSpPr>
          <p:nvPr/>
        </p:nvSpPr>
        <p:spPr>
          <a:xfrm xmlns:a="http://schemas.openxmlformats.org/drawingml/2006/main">
            <a:off x="2764143" y="28280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EDEC"/>
          </a:solidFill>
          <a:ln xmlns:a="http://schemas.openxmlformats.org/drawingml/2006/main" w="2125">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7B0ABC17-A9E3-485C-9326-3825AA9B6033}"/>
              </a:ext>
            </a:extLst>
          </p:cNvPr>
          <p:cNvSpPr>
            <a:spLocks xmlns:a="http://schemas.openxmlformats.org/drawingml/2006/main" noGrp="1"/>
          </p:cNvSpPr>
          <p:nvPr/>
        </p:nvSpPr>
        <p:spPr>
          <a:xfrm xmlns:a="http://schemas.openxmlformats.org/drawingml/2006/main">
            <a:off x="2323866"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EDEC"/>
          </a:solidFill>
          <a:ln xmlns:a="http://schemas.openxmlformats.org/drawingml/2006/main" w="2125">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0684842B-5F65-4DF7-912E-A9D0DB6AAEBB}"/>
              </a:ext>
            </a:extLst>
          </p:cNvPr>
          <p:cNvSpPr>
            <a:spLocks xmlns:a="http://schemas.openxmlformats.org/drawingml/2006/main" noGrp="1"/>
          </p:cNvSpPr>
          <p:nvPr/>
        </p:nvSpPr>
        <p:spPr>
          <a:xfrm xmlns:a="http://schemas.openxmlformats.org/drawingml/2006/main">
            <a:off x="3571318"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EDEC"/>
          </a:solidFill>
          <a:ln xmlns:a="http://schemas.openxmlformats.org/drawingml/2006/main" w="2125">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1E9C15AD-9B01-479F-9F8E-AF31750D2EC2}"/>
              </a:ext>
            </a:extLst>
          </p:cNvPr>
          <p:cNvSpPr>
            <a:spLocks xmlns:a="http://schemas.openxmlformats.org/drawingml/2006/main" noGrp="1"/>
          </p:cNvSpPr>
          <p:nvPr/>
        </p:nvSpPr>
        <p:spPr>
          <a:xfrm xmlns:a="http://schemas.openxmlformats.org/drawingml/2006/main">
            <a:off x="3791457"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EFEE"/>
          </a:solidFill>
          <a:ln xmlns:a="http://schemas.openxmlformats.org/drawingml/2006/main" w="2125">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9C3CD8E9-7B81-43BE-AD3C-E62F9BC49C35}"/>
              </a:ext>
            </a:extLst>
          </p:cNvPr>
          <p:cNvSpPr>
            <a:spLocks xmlns:a="http://schemas.openxmlformats.org/drawingml/2006/main" noGrp="1"/>
          </p:cNvSpPr>
          <p:nvPr/>
        </p:nvSpPr>
        <p:spPr>
          <a:xfrm xmlns:a="http://schemas.openxmlformats.org/drawingml/2006/main">
            <a:off x="2764143"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EFEE"/>
          </a:solidFill>
          <a:ln xmlns:a="http://schemas.openxmlformats.org/drawingml/2006/main" w="2125">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E3CB74A7-87FF-4720-BFE0-3BD24BCBAD58}"/>
              </a:ext>
            </a:extLst>
          </p:cNvPr>
          <p:cNvSpPr>
            <a:spLocks xmlns:a="http://schemas.openxmlformats.org/drawingml/2006/main" noGrp="1"/>
          </p:cNvSpPr>
          <p:nvPr/>
        </p:nvSpPr>
        <p:spPr>
          <a:xfrm xmlns:a="http://schemas.openxmlformats.org/drawingml/2006/main">
            <a:off x="2177107"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EFEE"/>
          </a:solidFill>
          <a:ln xmlns:a="http://schemas.openxmlformats.org/drawingml/2006/main" w="2125">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F3730BE7-122B-4F47-B404-A9EEDFA16B8B}"/>
              </a:ext>
            </a:extLst>
          </p:cNvPr>
          <p:cNvSpPr>
            <a:spLocks xmlns:a="http://schemas.openxmlformats.org/drawingml/2006/main" noGrp="1"/>
          </p:cNvSpPr>
          <p:nvPr/>
        </p:nvSpPr>
        <p:spPr>
          <a:xfrm xmlns:a="http://schemas.openxmlformats.org/drawingml/2006/main">
            <a:off x="2984282"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EFEE"/>
          </a:solidFill>
          <a:ln xmlns:a="http://schemas.openxmlformats.org/drawingml/2006/main" w="2125">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EC06E50B-9A4D-4A65-8391-4BAE40C9F714}"/>
              </a:ext>
            </a:extLst>
          </p:cNvPr>
          <p:cNvSpPr>
            <a:spLocks xmlns:a="http://schemas.openxmlformats.org/drawingml/2006/main" noGrp="1"/>
          </p:cNvSpPr>
          <p:nvPr/>
        </p:nvSpPr>
        <p:spPr>
          <a:xfrm xmlns:a="http://schemas.openxmlformats.org/drawingml/2006/main">
            <a:off x="2470625"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EFEE"/>
          </a:solidFill>
          <a:ln xmlns:a="http://schemas.openxmlformats.org/drawingml/2006/main" w="2125">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33C38882-5749-4B0F-B762-DCF3BE1E2E87}"/>
              </a:ext>
            </a:extLst>
          </p:cNvPr>
          <p:cNvSpPr>
            <a:spLocks xmlns:a="http://schemas.openxmlformats.org/drawingml/2006/main" noGrp="1"/>
          </p:cNvSpPr>
          <p:nvPr/>
        </p:nvSpPr>
        <p:spPr>
          <a:xfrm xmlns:a="http://schemas.openxmlformats.org/drawingml/2006/main">
            <a:off x="3424559"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EFEE"/>
          </a:solidFill>
          <a:ln xmlns:a="http://schemas.openxmlformats.org/drawingml/2006/main" w="2125">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E08E584B-B534-4A1C-A075-F5E640B8B077}"/>
              </a:ext>
            </a:extLst>
          </p:cNvPr>
          <p:cNvSpPr>
            <a:spLocks xmlns:a="http://schemas.openxmlformats.org/drawingml/2006/main" noGrp="1"/>
          </p:cNvSpPr>
          <p:nvPr/>
        </p:nvSpPr>
        <p:spPr>
          <a:xfrm xmlns:a="http://schemas.openxmlformats.org/drawingml/2006/main">
            <a:off x="2397246"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EFEE"/>
          </a:solidFill>
          <a:ln xmlns:a="http://schemas.openxmlformats.org/drawingml/2006/main" w="2125">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87FD5690-F09E-4A24-BD8C-790D7294D799}"/>
              </a:ext>
            </a:extLst>
          </p:cNvPr>
          <p:cNvSpPr>
            <a:spLocks xmlns:a="http://schemas.openxmlformats.org/drawingml/2006/main" noGrp="1"/>
          </p:cNvSpPr>
          <p:nvPr/>
        </p:nvSpPr>
        <p:spPr>
          <a:xfrm xmlns:a="http://schemas.openxmlformats.org/drawingml/2006/main">
            <a:off x="3424559"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F0EF"/>
          </a:solidFill>
          <a:ln xmlns:a="http://schemas.openxmlformats.org/drawingml/2006/main" w="2125">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68F8841F-9654-450D-A139-2FB9C7B1BDFA}"/>
              </a:ext>
            </a:extLst>
          </p:cNvPr>
          <p:cNvSpPr>
            <a:spLocks xmlns:a="http://schemas.openxmlformats.org/drawingml/2006/main" noGrp="1"/>
          </p:cNvSpPr>
          <p:nvPr/>
        </p:nvSpPr>
        <p:spPr>
          <a:xfrm xmlns:a="http://schemas.openxmlformats.org/drawingml/2006/main">
            <a:off x="3204421"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F1F0"/>
          </a:solidFill>
          <a:ln xmlns:a="http://schemas.openxmlformats.org/drawingml/2006/main" w="2125">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6E36C688-D9BB-4962-9830-EB0BC650989A}"/>
              </a:ext>
            </a:extLst>
          </p:cNvPr>
          <p:cNvSpPr>
            <a:spLocks xmlns:a="http://schemas.openxmlformats.org/drawingml/2006/main" noGrp="1"/>
          </p:cNvSpPr>
          <p:nvPr/>
        </p:nvSpPr>
        <p:spPr>
          <a:xfrm xmlns:a="http://schemas.openxmlformats.org/drawingml/2006/main">
            <a:off x="3277800"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F1F0"/>
          </a:solidFill>
          <a:ln xmlns:a="http://schemas.openxmlformats.org/drawingml/2006/main" w="2125">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06C5EFE6-8731-4DDB-8E62-FF9D5E42104C}"/>
              </a:ext>
            </a:extLst>
          </p:cNvPr>
          <p:cNvSpPr>
            <a:spLocks xmlns:a="http://schemas.openxmlformats.org/drawingml/2006/main" noGrp="1"/>
          </p:cNvSpPr>
          <p:nvPr/>
        </p:nvSpPr>
        <p:spPr>
          <a:xfrm xmlns:a="http://schemas.openxmlformats.org/drawingml/2006/main">
            <a:off x="2690764"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F1F0"/>
          </a:solidFill>
          <a:ln xmlns:a="http://schemas.openxmlformats.org/drawingml/2006/main" w="2125">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C297B1AA-B4C6-4D9A-AA8B-534A6CA9D233}"/>
              </a:ext>
            </a:extLst>
          </p:cNvPr>
          <p:cNvSpPr>
            <a:spLocks xmlns:a="http://schemas.openxmlformats.org/drawingml/2006/main" noGrp="1"/>
          </p:cNvSpPr>
          <p:nvPr/>
        </p:nvSpPr>
        <p:spPr>
          <a:xfrm xmlns:a="http://schemas.openxmlformats.org/drawingml/2006/main">
            <a:off x="3938216"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F1F1"/>
          </a:solidFill>
          <a:ln xmlns:a="http://schemas.openxmlformats.org/drawingml/2006/main" w="2125">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AF86580B-0846-47B4-906A-ABF1A7B6E64F}"/>
              </a:ext>
            </a:extLst>
          </p:cNvPr>
          <p:cNvSpPr>
            <a:spLocks xmlns:a="http://schemas.openxmlformats.org/drawingml/2006/main" noGrp="1"/>
          </p:cNvSpPr>
          <p:nvPr/>
        </p:nvSpPr>
        <p:spPr>
          <a:xfrm xmlns:a="http://schemas.openxmlformats.org/drawingml/2006/main">
            <a:off x="2984282" y="297577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F2F1"/>
          </a:solidFill>
          <a:ln xmlns:a="http://schemas.openxmlformats.org/drawingml/2006/main" w="2125">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1E88EB60-E45A-4D38-B127-F3092DCF4E8A}"/>
              </a:ext>
            </a:extLst>
          </p:cNvPr>
          <p:cNvSpPr>
            <a:spLocks xmlns:a="http://schemas.openxmlformats.org/drawingml/2006/main" noGrp="1"/>
          </p:cNvSpPr>
          <p:nvPr/>
        </p:nvSpPr>
        <p:spPr>
          <a:xfrm xmlns:a="http://schemas.openxmlformats.org/drawingml/2006/main">
            <a:off x="4084975"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2F1"/>
          </a:solidFill>
          <a:ln xmlns:a="http://schemas.openxmlformats.org/drawingml/2006/main" w="2125">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7774BE8A-8530-44AC-9571-53F5E4E6AFFC}"/>
              </a:ext>
            </a:extLst>
          </p:cNvPr>
          <p:cNvSpPr>
            <a:spLocks xmlns:a="http://schemas.openxmlformats.org/drawingml/2006/main" noGrp="1"/>
          </p:cNvSpPr>
          <p:nvPr/>
        </p:nvSpPr>
        <p:spPr>
          <a:xfrm xmlns:a="http://schemas.openxmlformats.org/drawingml/2006/main">
            <a:off x="2617384"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2F1"/>
          </a:solidFill>
          <a:ln xmlns:a="http://schemas.openxmlformats.org/drawingml/2006/main" w="2125">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46B7505D-C720-405D-8C9B-8521F7E7FC70}"/>
              </a:ext>
            </a:extLst>
          </p:cNvPr>
          <p:cNvSpPr>
            <a:spLocks xmlns:a="http://schemas.openxmlformats.org/drawingml/2006/main" noGrp="1"/>
          </p:cNvSpPr>
          <p:nvPr/>
        </p:nvSpPr>
        <p:spPr>
          <a:xfrm xmlns:a="http://schemas.openxmlformats.org/drawingml/2006/main">
            <a:off x="2617384"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2F1"/>
          </a:solidFill>
          <a:ln xmlns:a="http://schemas.openxmlformats.org/drawingml/2006/main" w="2125">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545753E8-6537-4DD9-ADA9-6145C94089B1}"/>
              </a:ext>
            </a:extLst>
          </p:cNvPr>
          <p:cNvSpPr>
            <a:spLocks xmlns:a="http://schemas.openxmlformats.org/drawingml/2006/main" noGrp="1"/>
          </p:cNvSpPr>
          <p:nvPr/>
        </p:nvSpPr>
        <p:spPr>
          <a:xfrm xmlns:a="http://schemas.openxmlformats.org/drawingml/2006/main">
            <a:off x="3277800"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3F3"/>
          </a:solidFill>
          <a:ln xmlns:a="http://schemas.openxmlformats.org/drawingml/2006/main" w="2125">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82652A1D-5DB9-4C08-B843-187477C1829C}"/>
              </a:ext>
            </a:extLst>
          </p:cNvPr>
          <p:cNvSpPr>
            <a:spLocks xmlns:a="http://schemas.openxmlformats.org/drawingml/2006/main" noGrp="1"/>
          </p:cNvSpPr>
          <p:nvPr/>
        </p:nvSpPr>
        <p:spPr>
          <a:xfrm xmlns:a="http://schemas.openxmlformats.org/drawingml/2006/main">
            <a:off x="3718077"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3F3"/>
          </a:solidFill>
          <a:ln xmlns:a="http://schemas.openxmlformats.org/drawingml/2006/main" w="2125">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461B803B-A889-46D8-9EDE-56ADC2B822D0}"/>
              </a:ext>
            </a:extLst>
          </p:cNvPr>
          <p:cNvSpPr>
            <a:spLocks xmlns:a="http://schemas.openxmlformats.org/drawingml/2006/main" noGrp="1"/>
          </p:cNvSpPr>
          <p:nvPr/>
        </p:nvSpPr>
        <p:spPr>
          <a:xfrm xmlns:a="http://schemas.openxmlformats.org/drawingml/2006/main">
            <a:off x="2910902" y="28280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3F3"/>
          </a:solidFill>
          <a:ln xmlns:a="http://schemas.openxmlformats.org/drawingml/2006/main" w="2125">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35E766C4-D5EE-455C-911F-D250F1492E04}"/>
              </a:ext>
            </a:extLst>
          </p:cNvPr>
          <p:cNvSpPr>
            <a:spLocks xmlns:a="http://schemas.openxmlformats.org/drawingml/2006/main" noGrp="1"/>
          </p:cNvSpPr>
          <p:nvPr/>
        </p:nvSpPr>
        <p:spPr>
          <a:xfrm xmlns:a="http://schemas.openxmlformats.org/drawingml/2006/main">
            <a:off x="4525252"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4F3"/>
          </a:solidFill>
          <a:ln xmlns:a="http://schemas.openxmlformats.org/drawingml/2006/main" w="2125">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B6B7B07E-1C6C-46DB-AEA6-A4650B463CE0}"/>
              </a:ext>
            </a:extLst>
          </p:cNvPr>
          <p:cNvSpPr>
            <a:spLocks xmlns:a="http://schemas.openxmlformats.org/drawingml/2006/main" noGrp="1"/>
          </p:cNvSpPr>
          <p:nvPr/>
        </p:nvSpPr>
        <p:spPr>
          <a:xfrm xmlns:a="http://schemas.openxmlformats.org/drawingml/2006/main">
            <a:off x="3351180"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4F4"/>
          </a:solidFill>
          <a:ln xmlns:a="http://schemas.openxmlformats.org/drawingml/2006/main" w="2125">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613ECD2D-A6A8-45DF-9D2C-76D4B2BEEA0B}"/>
              </a:ext>
            </a:extLst>
          </p:cNvPr>
          <p:cNvSpPr>
            <a:spLocks xmlns:a="http://schemas.openxmlformats.org/drawingml/2006/main" noGrp="1"/>
          </p:cNvSpPr>
          <p:nvPr/>
        </p:nvSpPr>
        <p:spPr>
          <a:xfrm xmlns:a="http://schemas.openxmlformats.org/drawingml/2006/main">
            <a:off x="2910902"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5F4"/>
          </a:solidFill>
          <a:ln xmlns:a="http://schemas.openxmlformats.org/drawingml/2006/main" w="2125">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9134A263-9248-4288-B9CE-276F3EF9D17D}"/>
              </a:ext>
            </a:extLst>
          </p:cNvPr>
          <p:cNvSpPr>
            <a:spLocks xmlns:a="http://schemas.openxmlformats.org/drawingml/2006/main" noGrp="1"/>
          </p:cNvSpPr>
          <p:nvPr/>
        </p:nvSpPr>
        <p:spPr>
          <a:xfrm xmlns:a="http://schemas.openxmlformats.org/drawingml/2006/main">
            <a:off x="3571318"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5F4"/>
          </a:solidFill>
          <a:ln xmlns:a="http://schemas.openxmlformats.org/drawingml/2006/main" w="2125">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C910C757-3470-4FE6-A2D2-1CD33F2DEF67}"/>
              </a:ext>
            </a:extLst>
          </p:cNvPr>
          <p:cNvSpPr>
            <a:spLocks xmlns:a="http://schemas.openxmlformats.org/drawingml/2006/main" noGrp="1"/>
          </p:cNvSpPr>
          <p:nvPr/>
        </p:nvSpPr>
        <p:spPr>
          <a:xfrm xmlns:a="http://schemas.openxmlformats.org/drawingml/2006/main">
            <a:off x="3351180"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6F5"/>
          </a:solidFill>
          <a:ln xmlns:a="http://schemas.openxmlformats.org/drawingml/2006/main" w="2125">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CA71B68E-2574-41F7-8783-3AEA446570A2}"/>
              </a:ext>
            </a:extLst>
          </p:cNvPr>
          <p:cNvSpPr>
            <a:spLocks xmlns:a="http://schemas.openxmlformats.org/drawingml/2006/main" noGrp="1"/>
          </p:cNvSpPr>
          <p:nvPr/>
        </p:nvSpPr>
        <p:spPr>
          <a:xfrm xmlns:a="http://schemas.openxmlformats.org/drawingml/2006/main">
            <a:off x="3864836"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6F6"/>
          </a:solidFill>
          <a:ln xmlns:a="http://schemas.openxmlformats.org/drawingml/2006/main" w="2125">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D759C353-9B0A-4DA3-A16D-28DF693B1FCD}"/>
              </a:ext>
            </a:extLst>
          </p:cNvPr>
          <p:cNvSpPr>
            <a:spLocks xmlns:a="http://schemas.openxmlformats.org/drawingml/2006/main" noGrp="1"/>
          </p:cNvSpPr>
          <p:nvPr/>
        </p:nvSpPr>
        <p:spPr>
          <a:xfrm xmlns:a="http://schemas.openxmlformats.org/drawingml/2006/main">
            <a:off x="3718077"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6F6"/>
          </a:solidFill>
          <a:ln xmlns:a="http://schemas.openxmlformats.org/drawingml/2006/main" w="2125">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552F8391-CA87-408C-BA84-C2C4D3FDB53E}"/>
              </a:ext>
            </a:extLst>
          </p:cNvPr>
          <p:cNvSpPr>
            <a:spLocks xmlns:a="http://schemas.openxmlformats.org/drawingml/2006/main" noGrp="1"/>
          </p:cNvSpPr>
          <p:nvPr/>
        </p:nvSpPr>
        <p:spPr>
          <a:xfrm xmlns:a="http://schemas.openxmlformats.org/drawingml/2006/main">
            <a:off x="3791457"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6F6"/>
          </a:solidFill>
          <a:ln xmlns:a="http://schemas.openxmlformats.org/drawingml/2006/main" w="2125">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CA661B5D-E2AE-44F4-8636-FF736EF405EA}"/>
              </a:ext>
            </a:extLst>
          </p:cNvPr>
          <p:cNvSpPr>
            <a:spLocks xmlns:a="http://schemas.openxmlformats.org/drawingml/2006/main" noGrp="1"/>
          </p:cNvSpPr>
          <p:nvPr/>
        </p:nvSpPr>
        <p:spPr>
          <a:xfrm xmlns:a="http://schemas.openxmlformats.org/drawingml/2006/main">
            <a:off x="2250486"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7F7"/>
          </a:solidFill>
          <a:ln xmlns:a="http://schemas.openxmlformats.org/drawingml/2006/main" w="2125">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34C8400C-B6C2-4E65-963D-6D0EACBDA720}"/>
              </a:ext>
            </a:extLst>
          </p:cNvPr>
          <p:cNvSpPr>
            <a:spLocks xmlns:a="http://schemas.openxmlformats.org/drawingml/2006/main" noGrp="1"/>
          </p:cNvSpPr>
          <p:nvPr/>
        </p:nvSpPr>
        <p:spPr>
          <a:xfrm xmlns:a="http://schemas.openxmlformats.org/drawingml/2006/main">
            <a:off x="3791457"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7F7"/>
          </a:solidFill>
          <a:ln xmlns:a="http://schemas.openxmlformats.org/drawingml/2006/main" w="2125">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C9E4E9C0-0864-4505-A386-5ED9E4EB825A}"/>
              </a:ext>
            </a:extLst>
          </p:cNvPr>
          <p:cNvSpPr>
            <a:spLocks xmlns:a="http://schemas.openxmlformats.org/drawingml/2006/main" noGrp="1"/>
          </p:cNvSpPr>
          <p:nvPr/>
        </p:nvSpPr>
        <p:spPr>
          <a:xfrm xmlns:a="http://schemas.openxmlformats.org/drawingml/2006/main">
            <a:off x="4378493"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7F7"/>
          </a:solidFill>
          <a:ln xmlns:a="http://schemas.openxmlformats.org/drawingml/2006/main" w="2125">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E2B60968-1A9E-4B5C-8C14-151E8E02AE38}"/>
              </a:ext>
            </a:extLst>
          </p:cNvPr>
          <p:cNvSpPr>
            <a:spLocks xmlns:a="http://schemas.openxmlformats.org/drawingml/2006/main" noGrp="1"/>
          </p:cNvSpPr>
          <p:nvPr/>
        </p:nvSpPr>
        <p:spPr>
          <a:xfrm xmlns:a="http://schemas.openxmlformats.org/drawingml/2006/main">
            <a:off x="3277800" y="297577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7F7"/>
          </a:solidFill>
          <a:ln xmlns:a="http://schemas.openxmlformats.org/drawingml/2006/main" w="2125">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B417146D-C8AB-4C26-A06A-70C8F8DF0147}"/>
              </a:ext>
            </a:extLst>
          </p:cNvPr>
          <p:cNvSpPr>
            <a:spLocks xmlns:a="http://schemas.openxmlformats.org/drawingml/2006/main" noGrp="1"/>
          </p:cNvSpPr>
          <p:nvPr/>
        </p:nvSpPr>
        <p:spPr>
          <a:xfrm xmlns:a="http://schemas.openxmlformats.org/drawingml/2006/main">
            <a:off x="2690764"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8F8"/>
          </a:solidFill>
          <a:ln xmlns:a="http://schemas.openxmlformats.org/drawingml/2006/main" w="2125">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3DC9B0C2-67FE-4BAF-B803-232F0E9B5F06}"/>
              </a:ext>
            </a:extLst>
          </p:cNvPr>
          <p:cNvSpPr>
            <a:spLocks xmlns:a="http://schemas.openxmlformats.org/drawingml/2006/main" noGrp="1"/>
          </p:cNvSpPr>
          <p:nvPr/>
        </p:nvSpPr>
        <p:spPr>
          <a:xfrm xmlns:a="http://schemas.openxmlformats.org/drawingml/2006/main">
            <a:off x="3644698"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9F8"/>
          </a:solidFill>
          <a:ln xmlns:a="http://schemas.openxmlformats.org/drawingml/2006/main" w="2125">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2ED9912F-E1D7-426C-9C7E-DE39B1D8A481}"/>
              </a:ext>
            </a:extLst>
          </p:cNvPr>
          <p:cNvSpPr>
            <a:spLocks xmlns:a="http://schemas.openxmlformats.org/drawingml/2006/main" noGrp="1"/>
          </p:cNvSpPr>
          <p:nvPr/>
        </p:nvSpPr>
        <p:spPr>
          <a:xfrm xmlns:a="http://schemas.openxmlformats.org/drawingml/2006/main">
            <a:off x="4451873"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9F8"/>
          </a:solidFill>
          <a:ln xmlns:a="http://schemas.openxmlformats.org/drawingml/2006/main" w="2125">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11BF7C58-315B-45F1-AAB1-12B3224D0999}"/>
              </a:ext>
            </a:extLst>
          </p:cNvPr>
          <p:cNvSpPr>
            <a:spLocks xmlns:a="http://schemas.openxmlformats.org/drawingml/2006/main" noGrp="1"/>
          </p:cNvSpPr>
          <p:nvPr/>
        </p:nvSpPr>
        <p:spPr>
          <a:xfrm xmlns:a="http://schemas.openxmlformats.org/drawingml/2006/main">
            <a:off x="2544005"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9F8"/>
          </a:solidFill>
          <a:ln xmlns:a="http://schemas.openxmlformats.org/drawingml/2006/main" w="2125">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60D7CFD8-4D3C-4222-9C10-26BF7BAD7085}"/>
              </a:ext>
            </a:extLst>
          </p:cNvPr>
          <p:cNvSpPr>
            <a:spLocks xmlns:a="http://schemas.openxmlformats.org/drawingml/2006/main" noGrp="1"/>
          </p:cNvSpPr>
          <p:nvPr/>
        </p:nvSpPr>
        <p:spPr>
          <a:xfrm xmlns:a="http://schemas.openxmlformats.org/drawingml/2006/main">
            <a:off x="3938216"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9F8"/>
          </a:solidFill>
          <a:ln xmlns:a="http://schemas.openxmlformats.org/drawingml/2006/main" w="2125">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C41A3C53-4C1C-4E8B-99D1-F4F05C9C0871}"/>
              </a:ext>
            </a:extLst>
          </p:cNvPr>
          <p:cNvSpPr>
            <a:spLocks xmlns:a="http://schemas.openxmlformats.org/drawingml/2006/main" noGrp="1"/>
          </p:cNvSpPr>
          <p:nvPr/>
        </p:nvSpPr>
        <p:spPr>
          <a:xfrm xmlns:a="http://schemas.openxmlformats.org/drawingml/2006/main">
            <a:off x="3497939" y="415775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9F9"/>
          </a:solidFill>
          <a:ln xmlns:a="http://schemas.openxmlformats.org/drawingml/2006/main" w="2125">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06D17E5F-FC74-42A8-AEE3-BDEF0213CE85}"/>
              </a:ext>
            </a:extLst>
          </p:cNvPr>
          <p:cNvSpPr>
            <a:spLocks xmlns:a="http://schemas.openxmlformats.org/drawingml/2006/main" noGrp="1"/>
          </p:cNvSpPr>
          <p:nvPr/>
        </p:nvSpPr>
        <p:spPr>
          <a:xfrm xmlns:a="http://schemas.openxmlformats.org/drawingml/2006/main">
            <a:off x="3277800"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9F9"/>
          </a:solidFill>
          <a:ln xmlns:a="http://schemas.openxmlformats.org/drawingml/2006/main" w="2125">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1C844BD0-A6FB-4D82-B634-62E649D2E632}"/>
              </a:ext>
            </a:extLst>
          </p:cNvPr>
          <p:cNvSpPr>
            <a:spLocks xmlns:a="http://schemas.openxmlformats.org/drawingml/2006/main" noGrp="1"/>
          </p:cNvSpPr>
          <p:nvPr/>
        </p:nvSpPr>
        <p:spPr>
          <a:xfrm xmlns:a="http://schemas.openxmlformats.org/drawingml/2006/main">
            <a:off x="2910902"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AF9"/>
          </a:solidFill>
          <a:ln xmlns:a="http://schemas.openxmlformats.org/drawingml/2006/main" w="2125">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A6D87F86-6792-4FE6-ADA4-F31286398FF2}"/>
              </a:ext>
            </a:extLst>
          </p:cNvPr>
          <p:cNvSpPr>
            <a:spLocks xmlns:a="http://schemas.openxmlformats.org/drawingml/2006/main" noGrp="1"/>
          </p:cNvSpPr>
          <p:nvPr/>
        </p:nvSpPr>
        <p:spPr>
          <a:xfrm xmlns:a="http://schemas.openxmlformats.org/drawingml/2006/main">
            <a:off x="4011596"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AFA"/>
          </a:solidFill>
          <a:ln xmlns:a="http://schemas.openxmlformats.org/drawingml/2006/main" w="2125">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40AE222A-61B4-4716-82FB-E789736F27F4}"/>
              </a:ext>
            </a:extLst>
          </p:cNvPr>
          <p:cNvSpPr>
            <a:spLocks xmlns:a="http://schemas.openxmlformats.org/drawingml/2006/main" noGrp="1"/>
          </p:cNvSpPr>
          <p:nvPr/>
        </p:nvSpPr>
        <p:spPr>
          <a:xfrm xmlns:a="http://schemas.openxmlformats.org/drawingml/2006/main">
            <a:off x="4525252"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AFA"/>
          </a:solidFill>
          <a:ln xmlns:a="http://schemas.openxmlformats.org/drawingml/2006/main" w="2125">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AC6CE112-82C9-4042-BA9C-DDF6FD26EE75}"/>
              </a:ext>
            </a:extLst>
          </p:cNvPr>
          <p:cNvSpPr>
            <a:spLocks xmlns:a="http://schemas.openxmlformats.org/drawingml/2006/main" noGrp="1"/>
          </p:cNvSpPr>
          <p:nvPr/>
        </p:nvSpPr>
        <p:spPr>
          <a:xfrm xmlns:a="http://schemas.openxmlformats.org/drawingml/2006/main">
            <a:off x="3571318"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AFA"/>
          </a:solidFill>
          <a:ln xmlns:a="http://schemas.openxmlformats.org/drawingml/2006/main" w="2125">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3911DBC8-0FF6-4BC6-A4A7-5C6ADC3A49DF}"/>
              </a:ext>
            </a:extLst>
          </p:cNvPr>
          <p:cNvSpPr>
            <a:spLocks xmlns:a="http://schemas.openxmlformats.org/drawingml/2006/main" noGrp="1"/>
          </p:cNvSpPr>
          <p:nvPr/>
        </p:nvSpPr>
        <p:spPr>
          <a:xfrm xmlns:a="http://schemas.openxmlformats.org/drawingml/2006/main">
            <a:off x="3718077"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AFA"/>
          </a:solidFill>
          <a:ln xmlns:a="http://schemas.openxmlformats.org/drawingml/2006/main" w="2125">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59A5DF05-DD6D-4E2E-8045-42BEE836E5AF}"/>
              </a:ext>
            </a:extLst>
          </p:cNvPr>
          <p:cNvSpPr>
            <a:spLocks xmlns:a="http://schemas.openxmlformats.org/drawingml/2006/main" noGrp="1"/>
          </p:cNvSpPr>
          <p:nvPr/>
        </p:nvSpPr>
        <p:spPr>
          <a:xfrm xmlns:a="http://schemas.openxmlformats.org/drawingml/2006/main">
            <a:off x="2837523"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BFA"/>
          </a:solidFill>
          <a:ln xmlns:a="http://schemas.openxmlformats.org/drawingml/2006/main" w="2125">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AC604A03-6C0E-4193-842D-65620EE4535C}"/>
              </a:ext>
            </a:extLst>
          </p:cNvPr>
          <p:cNvSpPr>
            <a:spLocks xmlns:a="http://schemas.openxmlformats.org/drawingml/2006/main" noGrp="1"/>
          </p:cNvSpPr>
          <p:nvPr/>
        </p:nvSpPr>
        <p:spPr>
          <a:xfrm xmlns:a="http://schemas.openxmlformats.org/drawingml/2006/main">
            <a:off x="3718077"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BFB"/>
          </a:solidFill>
          <a:ln xmlns:a="http://schemas.openxmlformats.org/drawingml/2006/main" w="2125">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46004180-B9F9-41CB-AC2D-224E1DADB09A}"/>
              </a:ext>
            </a:extLst>
          </p:cNvPr>
          <p:cNvSpPr>
            <a:spLocks xmlns:a="http://schemas.openxmlformats.org/drawingml/2006/main" noGrp="1"/>
          </p:cNvSpPr>
          <p:nvPr/>
        </p:nvSpPr>
        <p:spPr>
          <a:xfrm xmlns:a="http://schemas.openxmlformats.org/drawingml/2006/main">
            <a:off x="2984282"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BFB"/>
          </a:solidFill>
          <a:ln xmlns:a="http://schemas.openxmlformats.org/drawingml/2006/main" w="2125">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DB593724-C272-43B7-8F77-10D1FE0DCCDF}"/>
              </a:ext>
            </a:extLst>
          </p:cNvPr>
          <p:cNvSpPr>
            <a:spLocks xmlns:a="http://schemas.openxmlformats.org/drawingml/2006/main" noGrp="1"/>
          </p:cNvSpPr>
          <p:nvPr/>
        </p:nvSpPr>
        <p:spPr>
          <a:xfrm xmlns:a="http://schemas.openxmlformats.org/drawingml/2006/main">
            <a:off x="3864836" y="297577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BFB"/>
          </a:solidFill>
          <a:ln xmlns:a="http://schemas.openxmlformats.org/drawingml/2006/main" w="2125">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A5AC3D9C-23EE-4FBB-BE2B-B49276AE952E}"/>
              </a:ext>
            </a:extLst>
          </p:cNvPr>
          <p:cNvSpPr>
            <a:spLocks xmlns:a="http://schemas.openxmlformats.org/drawingml/2006/main" noGrp="1"/>
          </p:cNvSpPr>
          <p:nvPr/>
        </p:nvSpPr>
        <p:spPr>
          <a:xfrm xmlns:a="http://schemas.openxmlformats.org/drawingml/2006/main">
            <a:off x="2764143"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CFB"/>
          </a:solidFill>
          <a:ln xmlns:a="http://schemas.openxmlformats.org/drawingml/2006/main" w="2125">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3B4D8275-E2D0-48C3-BA5C-CDDC3A881862}"/>
              </a:ext>
            </a:extLst>
          </p:cNvPr>
          <p:cNvSpPr>
            <a:spLocks xmlns:a="http://schemas.openxmlformats.org/drawingml/2006/main" noGrp="1"/>
          </p:cNvSpPr>
          <p:nvPr/>
        </p:nvSpPr>
        <p:spPr>
          <a:xfrm xmlns:a="http://schemas.openxmlformats.org/drawingml/2006/main">
            <a:off x="3718077"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CFC"/>
          </a:solidFill>
          <a:ln xmlns:a="http://schemas.openxmlformats.org/drawingml/2006/main" w="2125">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B577A623-7D64-4250-B9E1-EDFF36AFA3C5}"/>
              </a:ext>
            </a:extLst>
          </p:cNvPr>
          <p:cNvSpPr>
            <a:spLocks xmlns:a="http://schemas.openxmlformats.org/drawingml/2006/main" noGrp="1"/>
          </p:cNvSpPr>
          <p:nvPr/>
        </p:nvSpPr>
        <p:spPr>
          <a:xfrm xmlns:a="http://schemas.openxmlformats.org/drawingml/2006/main">
            <a:off x="3351180"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CFC"/>
          </a:solidFill>
          <a:ln xmlns:a="http://schemas.openxmlformats.org/drawingml/2006/main" w="2125">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631A3CC5-40FA-4A4D-9BF5-D95D55CE15DE}"/>
              </a:ext>
            </a:extLst>
          </p:cNvPr>
          <p:cNvSpPr>
            <a:spLocks xmlns:a="http://schemas.openxmlformats.org/drawingml/2006/main" noGrp="1"/>
          </p:cNvSpPr>
          <p:nvPr/>
        </p:nvSpPr>
        <p:spPr>
          <a:xfrm xmlns:a="http://schemas.openxmlformats.org/drawingml/2006/main">
            <a:off x="4158355"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CFC"/>
          </a:solidFill>
          <a:ln xmlns:a="http://schemas.openxmlformats.org/drawingml/2006/main" w="2125">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99399C27-6043-4616-84C2-054B25D30791}"/>
              </a:ext>
            </a:extLst>
          </p:cNvPr>
          <p:cNvSpPr>
            <a:spLocks xmlns:a="http://schemas.openxmlformats.org/drawingml/2006/main" noGrp="1"/>
          </p:cNvSpPr>
          <p:nvPr/>
        </p:nvSpPr>
        <p:spPr>
          <a:xfrm xmlns:a="http://schemas.openxmlformats.org/drawingml/2006/main">
            <a:off x="2103727"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CFC"/>
          </a:solidFill>
          <a:ln xmlns:a="http://schemas.openxmlformats.org/drawingml/2006/main" w="2125">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A4E372ED-A336-42F6-B9AB-7088F54BBE06}"/>
              </a:ext>
            </a:extLst>
          </p:cNvPr>
          <p:cNvSpPr>
            <a:spLocks xmlns:a="http://schemas.openxmlformats.org/drawingml/2006/main" noGrp="1"/>
          </p:cNvSpPr>
          <p:nvPr/>
        </p:nvSpPr>
        <p:spPr>
          <a:xfrm xmlns:a="http://schemas.openxmlformats.org/drawingml/2006/main">
            <a:off x="4451873"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CFC"/>
          </a:solidFill>
          <a:ln xmlns:a="http://schemas.openxmlformats.org/drawingml/2006/main" w="2125">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D90755F0-690B-42A5-9A06-DF8CD10B0C5C}"/>
              </a:ext>
            </a:extLst>
          </p:cNvPr>
          <p:cNvSpPr>
            <a:spLocks xmlns:a="http://schemas.openxmlformats.org/drawingml/2006/main" noGrp="1"/>
          </p:cNvSpPr>
          <p:nvPr/>
        </p:nvSpPr>
        <p:spPr>
          <a:xfrm xmlns:a="http://schemas.openxmlformats.org/drawingml/2006/main">
            <a:off x="2984282"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DFC"/>
          </a:solidFill>
          <a:ln xmlns:a="http://schemas.openxmlformats.org/drawingml/2006/main" w="2125">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BEC7650F-5F80-46D7-BF75-74FEED3EB5BF}"/>
              </a:ext>
            </a:extLst>
          </p:cNvPr>
          <p:cNvSpPr>
            <a:spLocks xmlns:a="http://schemas.openxmlformats.org/drawingml/2006/main" noGrp="1"/>
          </p:cNvSpPr>
          <p:nvPr/>
        </p:nvSpPr>
        <p:spPr>
          <a:xfrm xmlns:a="http://schemas.openxmlformats.org/drawingml/2006/main">
            <a:off x="3571318"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DFC"/>
          </a:solidFill>
          <a:ln xmlns:a="http://schemas.openxmlformats.org/drawingml/2006/main" w="2125">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439D3F26-09CA-4A8D-9D44-2CB9A6C83AC8}"/>
              </a:ext>
            </a:extLst>
          </p:cNvPr>
          <p:cNvSpPr>
            <a:spLocks xmlns:a="http://schemas.openxmlformats.org/drawingml/2006/main" noGrp="1"/>
          </p:cNvSpPr>
          <p:nvPr/>
        </p:nvSpPr>
        <p:spPr>
          <a:xfrm xmlns:a="http://schemas.openxmlformats.org/drawingml/2006/main">
            <a:off x="3864836"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DFD"/>
          </a:solidFill>
          <a:ln xmlns:a="http://schemas.openxmlformats.org/drawingml/2006/main" w="2125">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D9DDDF0E-3A9E-471B-B640-982D2D607057}"/>
              </a:ext>
            </a:extLst>
          </p:cNvPr>
          <p:cNvSpPr>
            <a:spLocks xmlns:a="http://schemas.openxmlformats.org/drawingml/2006/main" noGrp="1"/>
          </p:cNvSpPr>
          <p:nvPr/>
        </p:nvSpPr>
        <p:spPr>
          <a:xfrm xmlns:a="http://schemas.openxmlformats.org/drawingml/2006/main">
            <a:off x="3057661" y="28280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DFD"/>
          </a:solidFill>
          <a:ln xmlns:a="http://schemas.openxmlformats.org/drawingml/2006/main" w="2125">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2201BE7C-4AD0-47F0-A17B-06D5AE034E38}"/>
              </a:ext>
            </a:extLst>
          </p:cNvPr>
          <p:cNvSpPr>
            <a:spLocks xmlns:a="http://schemas.openxmlformats.org/drawingml/2006/main" noGrp="1"/>
          </p:cNvSpPr>
          <p:nvPr/>
        </p:nvSpPr>
        <p:spPr>
          <a:xfrm xmlns:a="http://schemas.openxmlformats.org/drawingml/2006/main">
            <a:off x="1883589"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DFD"/>
          </a:solidFill>
          <a:ln xmlns:a="http://schemas.openxmlformats.org/drawingml/2006/main" w="2125">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8928F9E2-1CAC-4256-8E3E-B45349D82AE2}"/>
              </a:ext>
            </a:extLst>
          </p:cNvPr>
          <p:cNvSpPr>
            <a:spLocks xmlns:a="http://schemas.openxmlformats.org/drawingml/2006/main" noGrp="1"/>
          </p:cNvSpPr>
          <p:nvPr/>
        </p:nvSpPr>
        <p:spPr>
          <a:xfrm xmlns:a="http://schemas.openxmlformats.org/drawingml/2006/main">
            <a:off x="2617384"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DFD"/>
          </a:solidFill>
          <a:ln xmlns:a="http://schemas.openxmlformats.org/drawingml/2006/main" w="2125">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C670EA4A-B2E6-4582-A0C2-10DAD8CA750B}"/>
              </a:ext>
            </a:extLst>
          </p:cNvPr>
          <p:cNvSpPr>
            <a:spLocks xmlns:a="http://schemas.openxmlformats.org/drawingml/2006/main" noGrp="1"/>
          </p:cNvSpPr>
          <p:nvPr/>
        </p:nvSpPr>
        <p:spPr>
          <a:xfrm xmlns:a="http://schemas.openxmlformats.org/drawingml/2006/main">
            <a:off x="2764143"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FFEFE"/>
          </a:solidFill>
          <a:ln xmlns:a="http://schemas.openxmlformats.org/drawingml/2006/main" w="2125">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E16D1827-07BF-4B57-9D6C-A796F30B74CB}"/>
              </a:ext>
            </a:extLst>
          </p:cNvPr>
          <p:cNvSpPr>
            <a:spLocks xmlns:a="http://schemas.openxmlformats.org/drawingml/2006/main" noGrp="1"/>
          </p:cNvSpPr>
          <p:nvPr/>
        </p:nvSpPr>
        <p:spPr>
          <a:xfrm xmlns:a="http://schemas.openxmlformats.org/drawingml/2006/main">
            <a:off x="4084975"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FFEFE"/>
          </a:solidFill>
          <a:ln xmlns:a="http://schemas.openxmlformats.org/drawingml/2006/main" w="2125">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D07EEB41-F7BD-49A4-BAB9-11F8A59700A8}"/>
              </a:ext>
            </a:extLst>
          </p:cNvPr>
          <p:cNvSpPr>
            <a:spLocks xmlns:a="http://schemas.openxmlformats.org/drawingml/2006/main" noGrp="1"/>
          </p:cNvSpPr>
          <p:nvPr/>
        </p:nvSpPr>
        <p:spPr>
          <a:xfrm xmlns:a="http://schemas.openxmlformats.org/drawingml/2006/main">
            <a:off x="2984282" y="28280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FFEFE"/>
          </a:solidFill>
          <a:ln xmlns:a="http://schemas.openxmlformats.org/drawingml/2006/main" w="2125">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FA8EFBAA-1970-4B27-8D77-ED299ED4E657}"/>
              </a:ext>
            </a:extLst>
          </p:cNvPr>
          <p:cNvSpPr>
            <a:spLocks xmlns:a="http://schemas.openxmlformats.org/drawingml/2006/main" noGrp="1"/>
          </p:cNvSpPr>
          <p:nvPr/>
        </p:nvSpPr>
        <p:spPr>
          <a:xfrm xmlns:a="http://schemas.openxmlformats.org/drawingml/2006/main">
            <a:off x="3204421" y="28280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FFEFE"/>
          </a:solidFill>
          <a:ln xmlns:a="http://schemas.openxmlformats.org/drawingml/2006/main" w="2125">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155593D5-3229-4D3F-A0BF-2B9BF1E9918D}"/>
              </a:ext>
            </a:extLst>
          </p:cNvPr>
          <p:cNvSpPr>
            <a:spLocks xmlns:a="http://schemas.openxmlformats.org/drawingml/2006/main" noGrp="1"/>
          </p:cNvSpPr>
          <p:nvPr/>
        </p:nvSpPr>
        <p:spPr>
          <a:xfrm xmlns:a="http://schemas.openxmlformats.org/drawingml/2006/main">
            <a:off x="3644698"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FFEFE"/>
          </a:solidFill>
          <a:ln xmlns:a="http://schemas.openxmlformats.org/drawingml/2006/main" w="2125">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B759C622-7A83-40FC-A692-6A3D370B63E8}"/>
              </a:ext>
            </a:extLst>
          </p:cNvPr>
          <p:cNvSpPr>
            <a:spLocks xmlns:a="http://schemas.openxmlformats.org/drawingml/2006/main" noGrp="1"/>
          </p:cNvSpPr>
          <p:nvPr/>
        </p:nvSpPr>
        <p:spPr>
          <a:xfrm xmlns:a="http://schemas.openxmlformats.org/drawingml/2006/main">
            <a:off x="3424559"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FFFFF"/>
          </a:solidFill>
          <a:ln xmlns:a="http://schemas.openxmlformats.org/drawingml/2006/main" w="2125">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9BD686A5-44A0-4BB1-ABD8-FC7C70CBCD14}"/>
              </a:ext>
            </a:extLst>
          </p:cNvPr>
          <p:cNvSpPr>
            <a:spLocks xmlns:a="http://schemas.openxmlformats.org/drawingml/2006/main" noGrp="1"/>
          </p:cNvSpPr>
          <p:nvPr/>
        </p:nvSpPr>
        <p:spPr>
          <a:xfrm xmlns:a="http://schemas.openxmlformats.org/drawingml/2006/main">
            <a:off x="3571318"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FFF"/>
          </a:solidFill>
          <a:ln xmlns:a="http://schemas.openxmlformats.org/drawingml/2006/main" w="2125">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27D4F86C-F130-4795-BAC1-197594E4E756}"/>
              </a:ext>
            </a:extLst>
          </p:cNvPr>
          <p:cNvSpPr>
            <a:spLocks xmlns:a="http://schemas.openxmlformats.org/drawingml/2006/main" noGrp="1"/>
          </p:cNvSpPr>
          <p:nvPr/>
        </p:nvSpPr>
        <p:spPr>
          <a:xfrm xmlns:a="http://schemas.openxmlformats.org/drawingml/2006/main">
            <a:off x="2910902"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EFF"/>
          </a:solidFill>
          <a:ln xmlns:a="http://schemas.openxmlformats.org/drawingml/2006/main" w="2125">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20F78DC4-AF34-49CA-8383-00323250F800}"/>
              </a:ext>
            </a:extLst>
          </p:cNvPr>
          <p:cNvSpPr>
            <a:spLocks xmlns:a="http://schemas.openxmlformats.org/drawingml/2006/main" noGrp="1"/>
          </p:cNvSpPr>
          <p:nvPr/>
        </p:nvSpPr>
        <p:spPr>
          <a:xfrm xmlns:a="http://schemas.openxmlformats.org/drawingml/2006/main">
            <a:off x="3497939"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EFF"/>
          </a:solidFill>
          <a:ln xmlns:a="http://schemas.openxmlformats.org/drawingml/2006/main" w="2125">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9FB4F365-9F51-4D34-A98B-02EB71E1C268}"/>
              </a:ext>
            </a:extLst>
          </p:cNvPr>
          <p:cNvSpPr>
            <a:spLocks xmlns:a="http://schemas.openxmlformats.org/drawingml/2006/main" noGrp="1"/>
          </p:cNvSpPr>
          <p:nvPr/>
        </p:nvSpPr>
        <p:spPr>
          <a:xfrm xmlns:a="http://schemas.openxmlformats.org/drawingml/2006/main">
            <a:off x="2617384"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EFEFF"/>
          </a:solidFill>
          <a:ln xmlns:a="http://schemas.openxmlformats.org/drawingml/2006/main" w="2125">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4D3213D9-7FE7-42C8-85A4-6250EDD4AC34}"/>
              </a:ext>
            </a:extLst>
          </p:cNvPr>
          <p:cNvSpPr>
            <a:spLocks xmlns:a="http://schemas.openxmlformats.org/drawingml/2006/main" noGrp="1"/>
          </p:cNvSpPr>
          <p:nvPr/>
        </p:nvSpPr>
        <p:spPr>
          <a:xfrm xmlns:a="http://schemas.openxmlformats.org/drawingml/2006/main">
            <a:off x="2470625"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EFE"/>
          </a:solidFill>
          <a:ln xmlns:a="http://schemas.openxmlformats.org/drawingml/2006/main" w="2125">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0C2902F5-D887-4765-9AF3-173FA7D039B4}"/>
              </a:ext>
            </a:extLst>
          </p:cNvPr>
          <p:cNvSpPr>
            <a:spLocks xmlns:a="http://schemas.openxmlformats.org/drawingml/2006/main" noGrp="1"/>
          </p:cNvSpPr>
          <p:nvPr/>
        </p:nvSpPr>
        <p:spPr>
          <a:xfrm xmlns:a="http://schemas.openxmlformats.org/drawingml/2006/main">
            <a:off x="3864836"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DFE"/>
          </a:solidFill>
          <a:ln xmlns:a="http://schemas.openxmlformats.org/drawingml/2006/main" w="2125">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1B7F53CE-DE33-4CC6-BBAE-D16518ED9797}"/>
              </a:ext>
            </a:extLst>
          </p:cNvPr>
          <p:cNvSpPr>
            <a:spLocks xmlns:a="http://schemas.openxmlformats.org/drawingml/2006/main" noGrp="1"/>
          </p:cNvSpPr>
          <p:nvPr/>
        </p:nvSpPr>
        <p:spPr>
          <a:xfrm xmlns:a="http://schemas.openxmlformats.org/drawingml/2006/main">
            <a:off x="3791457"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DFE"/>
          </a:solidFill>
          <a:ln xmlns:a="http://schemas.openxmlformats.org/drawingml/2006/main" w="2125">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AAC3452C-0B53-4246-A61C-883A1E18CB25}"/>
              </a:ext>
            </a:extLst>
          </p:cNvPr>
          <p:cNvSpPr>
            <a:spLocks xmlns:a="http://schemas.openxmlformats.org/drawingml/2006/main" noGrp="1"/>
          </p:cNvSpPr>
          <p:nvPr/>
        </p:nvSpPr>
        <p:spPr>
          <a:xfrm xmlns:a="http://schemas.openxmlformats.org/drawingml/2006/main">
            <a:off x="2544005"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DFE"/>
          </a:solidFill>
          <a:ln xmlns:a="http://schemas.openxmlformats.org/drawingml/2006/main" w="2125">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0073CF57-FA97-4375-AACC-D084ACFE54E1}"/>
              </a:ext>
            </a:extLst>
          </p:cNvPr>
          <p:cNvSpPr>
            <a:spLocks xmlns:a="http://schemas.openxmlformats.org/drawingml/2006/main" noGrp="1"/>
          </p:cNvSpPr>
          <p:nvPr/>
        </p:nvSpPr>
        <p:spPr>
          <a:xfrm xmlns:a="http://schemas.openxmlformats.org/drawingml/2006/main">
            <a:off x="3791457"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DFDFE"/>
          </a:solidFill>
          <a:ln xmlns:a="http://schemas.openxmlformats.org/drawingml/2006/main" w="2125">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5EFA5C43-9C6E-415B-BC13-5C2F37270A34}"/>
              </a:ext>
            </a:extLst>
          </p:cNvPr>
          <p:cNvSpPr>
            <a:spLocks xmlns:a="http://schemas.openxmlformats.org/drawingml/2006/main" noGrp="1"/>
          </p:cNvSpPr>
          <p:nvPr/>
        </p:nvSpPr>
        <p:spPr>
          <a:xfrm xmlns:a="http://schemas.openxmlformats.org/drawingml/2006/main">
            <a:off x="4158355"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DFE"/>
          </a:solidFill>
          <a:ln xmlns:a="http://schemas.openxmlformats.org/drawingml/2006/main" w="2125">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21F4BE1D-347C-4374-B8A6-797C0C240B96}"/>
              </a:ext>
            </a:extLst>
          </p:cNvPr>
          <p:cNvSpPr>
            <a:spLocks xmlns:a="http://schemas.openxmlformats.org/drawingml/2006/main" noGrp="1"/>
          </p:cNvSpPr>
          <p:nvPr/>
        </p:nvSpPr>
        <p:spPr>
          <a:xfrm xmlns:a="http://schemas.openxmlformats.org/drawingml/2006/main">
            <a:off x="3204421" y="42316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DFE"/>
          </a:solidFill>
          <a:ln xmlns:a="http://schemas.openxmlformats.org/drawingml/2006/main" w="2125">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9F79C70C-5B1F-4DC5-9AFC-5B2C3F6A0B21}"/>
              </a:ext>
            </a:extLst>
          </p:cNvPr>
          <p:cNvSpPr>
            <a:spLocks xmlns:a="http://schemas.openxmlformats.org/drawingml/2006/main" noGrp="1"/>
          </p:cNvSpPr>
          <p:nvPr/>
        </p:nvSpPr>
        <p:spPr>
          <a:xfrm xmlns:a="http://schemas.openxmlformats.org/drawingml/2006/main">
            <a:off x="4451873"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CFE"/>
          </a:solidFill>
          <a:ln xmlns:a="http://schemas.openxmlformats.org/drawingml/2006/main" w="2125">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831A44A9-FA3A-45F4-A3B8-ABF1D0573F87}"/>
              </a:ext>
            </a:extLst>
          </p:cNvPr>
          <p:cNvSpPr>
            <a:spLocks xmlns:a="http://schemas.openxmlformats.org/drawingml/2006/main" noGrp="1"/>
          </p:cNvSpPr>
          <p:nvPr/>
        </p:nvSpPr>
        <p:spPr>
          <a:xfrm xmlns:a="http://schemas.openxmlformats.org/drawingml/2006/main">
            <a:off x="3497939"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CFCFE"/>
          </a:solidFill>
          <a:ln xmlns:a="http://schemas.openxmlformats.org/drawingml/2006/main" w="2125">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E4CAB4AF-88A1-4F44-AF45-CEFD7DA15DBB}"/>
              </a:ext>
            </a:extLst>
          </p:cNvPr>
          <p:cNvSpPr>
            <a:spLocks xmlns:a="http://schemas.openxmlformats.org/drawingml/2006/main" noGrp="1"/>
          </p:cNvSpPr>
          <p:nvPr/>
        </p:nvSpPr>
        <p:spPr>
          <a:xfrm xmlns:a="http://schemas.openxmlformats.org/drawingml/2006/main">
            <a:off x="2544005"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CFD"/>
          </a:solidFill>
          <a:ln xmlns:a="http://schemas.openxmlformats.org/drawingml/2006/main" w="2125">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6C02E015-E53A-4C52-AEDE-1D23D2169FF3}"/>
              </a:ext>
            </a:extLst>
          </p:cNvPr>
          <p:cNvSpPr>
            <a:spLocks xmlns:a="http://schemas.openxmlformats.org/drawingml/2006/main" noGrp="1"/>
          </p:cNvSpPr>
          <p:nvPr/>
        </p:nvSpPr>
        <p:spPr>
          <a:xfrm xmlns:a="http://schemas.openxmlformats.org/drawingml/2006/main">
            <a:off x="2397246"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BFCFD"/>
          </a:solidFill>
          <a:ln xmlns:a="http://schemas.openxmlformats.org/drawingml/2006/main" w="2125">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2E37D49F-C708-40F4-9AC3-D72C64B5DE69}"/>
              </a:ext>
            </a:extLst>
          </p:cNvPr>
          <p:cNvSpPr>
            <a:spLocks xmlns:a="http://schemas.openxmlformats.org/drawingml/2006/main" noGrp="1"/>
          </p:cNvSpPr>
          <p:nvPr/>
        </p:nvSpPr>
        <p:spPr>
          <a:xfrm xmlns:a="http://schemas.openxmlformats.org/drawingml/2006/main">
            <a:off x="3131041"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FBFD"/>
          </a:solidFill>
          <a:ln xmlns:a="http://schemas.openxmlformats.org/drawingml/2006/main" w="2125">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5D5A160F-2507-4CC7-BC84-69337915C292}"/>
              </a:ext>
            </a:extLst>
          </p:cNvPr>
          <p:cNvSpPr>
            <a:spLocks xmlns:a="http://schemas.openxmlformats.org/drawingml/2006/main" noGrp="1"/>
          </p:cNvSpPr>
          <p:nvPr/>
        </p:nvSpPr>
        <p:spPr>
          <a:xfrm xmlns:a="http://schemas.openxmlformats.org/drawingml/2006/main">
            <a:off x="4231734"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FBFD"/>
          </a:solidFill>
          <a:ln xmlns:a="http://schemas.openxmlformats.org/drawingml/2006/main" w="2125">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3962B2DF-5C3B-491A-BC3B-FFE6556BAD4C}"/>
              </a:ext>
            </a:extLst>
          </p:cNvPr>
          <p:cNvSpPr>
            <a:spLocks xmlns:a="http://schemas.openxmlformats.org/drawingml/2006/main" noGrp="1"/>
          </p:cNvSpPr>
          <p:nvPr/>
        </p:nvSpPr>
        <p:spPr>
          <a:xfrm xmlns:a="http://schemas.openxmlformats.org/drawingml/2006/main">
            <a:off x="2470625"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AFBFD"/>
          </a:solidFill>
          <a:ln xmlns:a="http://schemas.openxmlformats.org/drawingml/2006/main" w="2125">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55B3AD9E-054E-46D9-8748-2D9E6112BF91}"/>
              </a:ext>
            </a:extLst>
          </p:cNvPr>
          <p:cNvSpPr>
            <a:spLocks xmlns:a="http://schemas.openxmlformats.org/drawingml/2006/main" noGrp="1"/>
          </p:cNvSpPr>
          <p:nvPr/>
        </p:nvSpPr>
        <p:spPr>
          <a:xfrm xmlns:a="http://schemas.openxmlformats.org/drawingml/2006/main">
            <a:off x="3571318"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FBFD"/>
          </a:solidFill>
          <a:ln xmlns:a="http://schemas.openxmlformats.org/drawingml/2006/main" w="2125">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21D2DB66-0D10-4075-9C59-A3B13E9DEADE}"/>
              </a:ext>
            </a:extLst>
          </p:cNvPr>
          <p:cNvSpPr>
            <a:spLocks xmlns:a="http://schemas.openxmlformats.org/drawingml/2006/main" noGrp="1"/>
          </p:cNvSpPr>
          <p:nvPr/>
        </p:nvSpPr>
        <p:spPr>
          <a:xfrm xmlns:a="http://schemas.openxmlformats.org/drawingml/2006/main">
            <a:off x="2690764"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FBFD"/>
          </a:solidFill>
          <a:ln xmlns:a="http://schemas.openxmlformats.org/drawingml/2006/main" w="2125">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C0DC5D23-FAA5-4BEC-A530-559464165D3D}"/>
              </a:ext>
            </a:extLst>
          </p:cNvPr>
          <p:cNvSpPr>
            <a:spLocks xmlns:a="http://schemas.openxmlformats.org/drawingml/2006/main" noGrp="1"/>
          </p:cNvSpPr>
          <p:nvPr/>
        </p:nvSpPr>
        <p:spPr>
          <a:xfrm xmlns:a="http://schemas.openxmlformats.org/drawingml/2006/main">
            <a:off x="3131041" y="275415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FAFD"/>
          </a:solidFill>
          <a:ln xmlns:a="http://schemas.openxmlformats.org/drawingml/2006/main" w="2125">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78D7D42A-08DA-4860-890C-0BFF72104FE6}"/>
              </a:ext>
            </a:extLst>
          </p:cNvPr>
          <p:cNvSpPr>
            <a:spLocks xmlns:a="http://schemas.openxmlformats.org/drawingml/2006/main" noGrp="1"/>
          </p:cNvSpPr>
          <p:nvPr/>
        </p:nvSpPr>
        <p:spPr>
          <a:xfrm xmlns:a="http://schemas.openxmlformats.org/drawingml/2006/main">
            <a:off x="4011596"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FAFD"/>
          </a:solidFill>
          <a:ln xmlns:a="http://schemas.openxmlformats.org/drawingml/2006/main" w="2125">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6C0F818E-8AAB-4863-936B-89E1F8DEF51E}"/>
              </a:ext>
            </a:extLst>
          </p:cNvPr>
          <p:cNvSpPr>
            <a:spLocks xmlns:a="http://schemas.openxmlformats.org/drawingml/2006/main" noGrp="1"/>
          </p:cNvSpPr>
          <p:nvPr/>
        </p:nvSpPr>
        <p:spPr>
          <a:xfrm xmlns:a="http://schemas.openxmlformats.org/drawingml/2006/main">
            <a:off x="3864836"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FAFC"/>
          </a:solidFill>
          <a:ln xmlns:a="http://schemas.openxmlformats.org/drawingml/2006/main" w="2125">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98583AB2-BE40-4AFF-ABB9-2A703850B0AD}"/>
              </a:ext>
            </a:extLst>
          </p:cNvPr>
          <p:cNvSpPr>
            <a:spLocks xmlns:a="http://schemas.openxmlformats.org/drawingml/2006/main" noGrp="1"/>
          </p:cNvSpPr>
          <p:nvPr/>
        </p:nvSpPr>
        <p:spPr>
          <a:xfrm xmlns:a="http://schemas.openxmlformats.org/drawingml/2006/main">
            <a:off x="2690764"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9FAFC"/>
          </a:solidFill>
          <a:ln xmlns:a="http://schemas.openxmlformats.org/drawingml/2006/main" w="2125">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332325CB-681F-41FD-BA08-A6BE9DE64DFE}"/>
              </a:ext>
            </a:extLst>
          </p:cNvPr>
          <p:cNvSpPr>
            <a:spLocks xmlns:a="http://schemas.openxmlformats.org/drawingml/2006/main" noGrp="1"/>
          </p:cNvSpPr>
          <p:nvPr/>
        </p:nvSpPr>
        <p:spPr>
          <a:xfrm xmlns:a="http://schemas.openxmlformats.org/drawingml/2006/main">
            <a:off x="3718077"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FAFC"/>
          </a:solidFill>
          <a:ln xmlns:a="http://schemas.openxmlformats.org/drawingml/2006/main" w="2125">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ACFFB64E-301D-479B-AC1E-BE459A9244F0}"/>
              </a:ext>
            </a:extLst>
          </p:cNvPr>
          <p:cNvSpPr>
            <a:spLocks xmlns:a="http://schemas.openxmlformats.org/drawingml/2006/main" noGrp="1"/>
          </p:cNvSpPr>
          <p:nvPr/>
        </p:nvSpPr>
        <p:spPr>
          <a:xfrm xmlns:a="http://schemas.openxmlformats.org/drawingml/2006/main">
            <a:off x="3351180" y="297577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FAFC"/>
          </a:solidFill>
          <a:ln xmlns:a="http://schemas.openxmlformats.org/drawingml/2006/main" w="2125">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0845DDAC-5C85-4DE5-82DE-7A3C3D44F2FE}"/>
              </a:ext>
            </a:extLst>
          </p:cNvPr>
          <p:cNvSpPr>
            <a:spLocks xmlns:a="http://schemas.openxmlformats.org/drawingml/2006/main" noGrp="1"/>
          </p:cNvSpPr>
          <p:nvPr/>
        </p:nvSpPr>
        <p:spPr>
          <a:xfrm xmlns:a="http://schemas.openxmlformats.org/drawingml/2006/main">
            <a:off x="4084975"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FAFC"/>
          </a:solidFill>
          <a:ln xmlns:a="http://schemas.openxmlformats.org/drawingml/2006/main" w="2125">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D2EA7B2C-B22F-4736-A9EF-6F87C453B1C2}"/>
              </a:ext>
            </a:extLst>
          </p:cNvPr>
          <p:cNvSpPr>
            <a:spLocks xmlns:a="http://schemas.openxmlformats.org/drawingml/2006/main" noGrp="1"/>
          </p:cNvSpPr>
          <p:nvPr/>
        </p:nvSpPr>
        <p:spPr>
          <a:xfrm xmlns:a="http://schemas.openxmlformats.org/drawingml/2006/main">
            <a:off x="3791457"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FAFC"/>
          </a:solidFill>
          <a:ln xmlns:a="http://schemas.openxmlformats.org/drawingml/2006/main" w="2125">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BB1A1324-A47B-46F5-A8DF-A85880807E90}"/>
              </a:ext>
            </a:extLst>
          </p:cNvPr>
          <p:cNvSpPr>
            <a:spLocks xmlns:a="http://schemas.openxmlformats.org/drawingml/2006/main" noGrp="1"/>
          </p:cNvSpPr>
          <p:nvPr/>
        </p:nvSpPr>
        <p:spPr>
          <a:xfrm xmlns:a="http://schemas.openxmlformats.org/drawingml/2006/main">
            <a:off x="4305114"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FAFC"/>
          </a:solidFill>
          <a:ln xmlns:a="http://schemas.openxmlformats.org/drawingml/2006/main" w="2125">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783C7F37-8088-4ED1-B8D6-BA504282A561}"/>
              </a:ext>
            </a:extLst>
          </p:cNvPr>
          <p:cNvSpPr>
            <a:spLocks xmlns:a="http://schemas.openxmlformats.org/drawingml/2006/main" noGrp="1"/>
          </p:cNvSpPr>
          <p:nvPr/>
        </p:nvSpPr>
        <p:spPr>
          <a:xfrm xmlns:a="http://schemas.openxmlformats.org/drawingml/2006/main">
            <a:off x="3277800"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FAFC"/>
          </a:solidFill>
          <a:ln xmlns:a="http://schemas.openxmlformats.org/drawingml/2006/main" w="2125">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7C1195DC-D2D6-43D1-8B46-282A7D9FF37A}"/>
              </a:ext>
            </a:extLst>
          </p:cNvPr>
          <p:cNvSpPr>
            <a:spLocks xmlns:a="http://schemas.openxmlformats.org/drawingml/2006/main" noGrp="1"/>
          </p:cNvSpPr>
          <p:nvPr/>
        </p:nvSpPr>
        <p:spPr>
          <a:xfrm xmlns:a="http://schemas.openxmlformats.org/drawingml/2006/main">
            <a:off x="2837523"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8F9FC"/>
          </a:solidFill>
          <a:ln xmlns:a="http://schemas.openxmlformats.org/drawingml/2006/main" w="2125">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418DFD8E-D686-43B4-8D77-1D74C955FC44}"/>
              </a:ext>
            </a:extLst>
          </p:cNvPr>
          <p:cNvSpPr>
            <a:spLocks xmlns:a="http://schemas.openxmlformats.org/drawingml/2006/main" noGrp="1"/>
          </p:cNvSpPr>
          <p:nvPr/>
        </p:nvSpPr>
        <p:spPr>
          <a:xfrm xmlns:a="http://schemas.openxmlformats.org/drawingml/2006/main">
            <a:off x="3497939"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F9FC"/>
          </a:solidFill>
          <a:ln xmlns:a="http://schemas.openxmlformats.org/drawingml/2006/main" w="2125">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8DD47AFC-81F8-4D6A-B782-CC0FC849ED75}"/>
              </a:ext>
            </a:extLst>
          </p:cNvPr>
          <p:cNvSpPr>
            <a:spLocks xmlns:a="http://schemas.openxmlformats.org/drawingml/2006/main" noGrp="1"/>
          </p:cNvSpPr>
          <p:nvPr/>
        </p:nvSpPr>
        <p:spPr>
          <a:xfrm xmlns:a="http://schemas.openxmlformats.org/drawingml/2006/main">
            <a:off x="3204421" y="275415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F9FC"/>
          </a:solidFill>
          <a:ln xmlns:a="http://schemas.openxmlformats.org/drawingml/2006/main" w="2125">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DC199496-E43A-4003-81B3-78589EF5C1F1}"/>
              </a:ext>
            </a:extLst>
          </p:cNvPr>
          <p:cNvSpPr>
            <a:spLocks xmlns:a="http://schemas.openxmlformats.org/drawingml/2006/main" noGrp="1"/>
          </p:cNvSpPr>
          <p:nvPr/>
        </p:nvSpPr>
        <p:spPr>
          <a:xfrm xmlns:a="http://schemas.openxmlformats.org/drawingml/2006/main">
            <a:off x="4231734"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F9FC"/>
          </a:solidFill>
          <a:ln xmlns:a="http://schemas.openxmlformats.org/drawingml/2006/main" w="2125">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01EEB936-F3C4-4CBB-A5B3-1507D418D7E5}"/>
              </a:ext>
            </a:extLst>
          </p:cNvPr>
          <p:cNvSpPr>
            <a:spLocks xmlns:a="http://schemas.openxmlformats.org/drawingml/2006/main" noGrp="1"/>
          </p:cNvSpPr>
          <p:nvPr/>
        </p:nvSpPr>
        <p:spPr>
          <a:xfrm xmlns:a="http://schemas.openxmlformats.org/drawingml/2006/main">
            <a:off x="2617384"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F9FC"/>
          </a:solidFill>
          <a:ln xmlns:a="http://schemas.openxmlformats.org/drawingml/2006/main" w="2125">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A79F9AAB-F45C-4782-B863-5356BD70D30E}"/>
              </a:ext>
            </a:extLst>
          </p:cNvPr>
          <p:cNvSpPr>
            <a:spLocks xmlns:a="http://schemas.openxmlformats.org/drawingml/2006/main" noGrp="1"/>
          </p:cNvSpPr>
          <p:nvPr/>
        </p:nvSpPr>
        <p:spPr>
          <a:xfrm xmlns:a="http://schemas.openxmlformats.org/drawingml/2006/main">
            <a:off x="4231734"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F9FC"/>
          </a:solidFill>
          <a:ln xmlns:a="http://schemas.openxmlformats.org/drawingml/2006/main" w="2125">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4FFF08FD-33B4-48B7-9124-B735F2CCBC4C}"/>
              </a:ext>
            </a:extLst>
          </p:cNvPr>
          <p:cNvSpPr>
            <a:spLocks xmlns:a="http://schemas.openxmlformats.org/drawingml/2006/main" noGrp="1"/>
          </p:cNvSpPr>
          <p:nvPr/>
        </p:nvSpPr>
        <p:spPr>
          <a:xfrm xmlns:a="http://schemas.openxmlformats.org/drawingml/2006/main">
            <a:off x="4084975"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F9FC"/>
          </a:solidFill>
          <a:ln xmlns:a="http://schemas.openxmlformats.org/drawingml/2006/main" w="2125">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FA560530-0BE7-4423-ADA6-C46AEEB2A926}"/>
              </a:ext>
            </a:extLst>
          </p:cNvPr>
          <p:cNvSpPr>
            <a:spLocks xmlns:a="http://schemas.openxmlformats.org/drawingml/2006/main" noGrp="1"/>
          </p:cNvSpPr>
          <p:nvPr/>
        </p:nvSpPr>
        <p:spPr>
          <a:xfrm xmlns:a="http://schemas.openxmlformats.org/drawingml/2006/main">
            <a:off x="3571318"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7F9FC"/>
          </a:solidFill>
          <a:ln xmlns:a="http://schemas.openxmlformats.org/drawingml/2006/main" w="2125">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28232294-ED37-4B8F-820A-4E64DD3CAAC6}"/>
              </a:ext>
            </a:extLst>
          </p:cNvPr>
          <p:cNvSpPr>
            <a:spLocks xmlns:a="http://schemas.openxmlformats.org/drawingml/2006/main" noGrp="1"/>
          </p:cNvSpPr>
          <p:nvPr/>
        </p:nvSpPr>
        <p:spPr>
          <a:xfrm xmlns:a="http://schemas.openxmlformats.org/drawingml/2006/main">
            <a:off x="3791457"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6F8FB"/>
          </a:solidFill>
          <a:ln xmlns:a="http://schemas.openxmlformats.org/drawingml/2006/main" w="2125">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3F781E92-65FC-4DE5-8637-6BDC25776B24}"/>
              </a:ext>
            </a:extLst>
          </p:cNvPr>
          <p:cNvSpPr>
            <a:spLocks xmlns:a="http://schemas.openxmlformats.org/drawingml/2006/main" noGrp="1"/>
          </p:cNvSpPr>
          <p:nvPr/>
        </p:nvSpPr>
        <p:spPr>
          <a:xfrm xmlns:a="http://schemas.openxmlformats.org/drawingml/2006/main">
            <a:off x="3424559"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F8FB"/>
          </a:solidFill>
          <a:ln xmlns:a="http://schemas.openxmlformats.org/drawingml/2006/main" w="2125">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68301731-EB6B-4138-848A-0BF9F68F7555}"/>
              </a:ext>
            </a:extLst>
          </p:cNvPr>
          <p:cNvSpPr>
            <a:spLocks xmlns:a="http://schemas.openxmlformats.org/drawingml/2006/main" noGrp="1"/>
          </p:cNvSpPr>
          <p:nvPr/>
        </p:nvSpPr>
        <p:spPr>
          <a:xfrm xmlns:a="http://schemas.openxmlformats.org/drawingml/2006/main">
            <a:off x="3571318"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5F7FB"/>
          </a:solidFill>
          <a:ln xmlns:a="http://schemas.openxmlformats.org/drawingml/2006/main" w="2125">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789C1EB3-12F6-4AC1-9C15-B3189BB202BA}"/>
              </a:ext>
            </a:extLst>
          </p:cNvPr>
          <p:cNvSpPr>
            <a:spLocks xmlns:a="http://schemas.openxmlformats.org/drawingml/2006/main" noGrp="1"/>
          </p:cNvSpPr>
          <p:nvPr/>
        </p:nvSpPr>
        <p:spPr>
          <a:xfrm xmlns:a="http://schemas.openxmlformats.org/drawingml/2006/main">
            <a:off x="4231734"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7FB"/>
          </a:solidFill>
          <a:ln xmlns:a="http://schemas.openxmlformats.org/drawingml/2006/main" w="2125">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1764BCF6-9DFA-4EFB-94E5-0A1C237262CA}"/>
              </a:ext>
            </a:extLst>
          </p:cNvPr>
          <p:cNvSpPr>
            <a:spLocks xmlns:a="http://schemas.openxmlformats.org/drawingml/2006/main" noGrp="1"/>
          </p:cNvSpPr>
          <p:nvPr/>
        </p:nvSpPr>
        <p:spPr>
          <a:xfrm xmlns:a="http://schemas.openxmlformats.org/drawingml/2006/main">
            <a:off x="3938216"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7FB"/>
          </a:solidFill>
          <a:ln xmlns:a="http://schemas.openxmlformats.org/drawingml/2006/main" w="2125">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7077494E-62A2-4BD2-82EE-ACE30122E539}"/>
              </a:ext>
            </a:extLst>
          </p:cNvPr>
          <p:cNvSpPr>
            <a:spLocks xmlns:a="http://schemas.openxmlformats.org/drawingml/2006/main" noGrp="1"/>
          </p:cNvSpPr>
          <p:nvPr/>
        </p:nvSpPr>
        <p:spPr>
          <a:xfrm xmlns:a="http://schemas.openxmlformats.org/drawingml/2006/main">
            <a:off x="3351180"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7FB"/>
          </a:solidFill>
          <a:ln xmlns:a="http://schemas.openxmlformats.org/drawingml/2006/main" w="2125">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97D73B0E-B0E2-4D81-A4EE-76BB0596C311}"/>
              </a:ext>
            </a:extLst>
          </p:cNvPr>
          <p:cNvSpPr>
            <a:spLocks xmlns:a="http://schemas.openxmlformats.org/drawingml/2006/main" noGrp="1"/>
          </p:cNvSpPr>
          <p:nvPr/>
        </p:nvSpPr>
        <p:spPr>
          <a:xfrm xmlns:a="http://schemas.openxmlformats.org/drawingml/2006/main">
            <a:off x="3864836"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7FB"/>
          </a:solidFill>
          <a:ln xmlns:a="http://schemas.openxmlformats.org/drawingml/2006/main" w="2125">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683BC4F5-F551-4178-B7DA-F28D5D842D39}"/>
              </a:ext>
            </a:extLst>
          </p:cNvPr>
          <p:cNvSpPr>
            <a:spLocks xmlns:a="http://schemas.openxmlformats.org/drawingml/2006/main" noGrp="1"/>
          </p:cNvSpPr>
          <p:nvPr/>
        </p:nvSpPr>
        <p:spPr>
          <a:xfrm xmlns:a="http://schemas.openxmlformats.org/drawingml/2006/main">
            <a:off x="2397246"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7FB"/>
          </a:solidFill>
          <a:ln xmlns:a="http://schemas.openxmlformats.org/drawingml/2006/main" w="2125">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1BE8915F-CF1A-4FFF-B80D-D0224AB21CE0}"/>
              </a:ext>
            </a:extLst>
          </p:cNvPr>
          <p:cNvSpPr>
            <a:spLocks xmlns:a="http://schemas.openxmlformats.org/drawingml/2006/main" noGrp="1"/>
          </p:cNvSpPr>
          <p:nvPr/>
        </p:nvSpPr>
        <p:spPr>
          <a:xfrm xmlns:a="http://schemas.openxmlformats.org/drawingml/2006/main">
            <a:off x="2764143"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7FB"/>
          </a:solidFill>
          <a:ln xmlns:a="http://schemas.openxmlformats.org/drawingml/2006/main" w="2125">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EDD90F7F-07D9-4DDE-A46D-020F95E76637}"/>
              </a:ext>
            </a:extLst>
          </p:cNvPr>
          <p:cNvSpPr>
            <a:spLocks xmlns:a="http://schemas.openxmlformats.org/drawingml/2006/main" noGrp="1"/>
          </p:cNvSpPr>
          <p:nvPr/>
        </p:nvSpPr>
        <p:spPr>
          <a:xfrm xmlns:a="http://schemas.openxmlformats.org/drawingml/2006/main">
            <a:off x="4305114"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7FB"/>
          </a:solidFill>
          <a:ln xmlns:a="http://schemas.openxmlformats.org/drawingml/2006/main" w="2125">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EDC968E6-D4C4-4FF5-9514-161BE029C1FF}"/>
              </a:ext>
            </a:extLst>
          </p:cNvPr>
          <p:cNvSpPr>
            <a:spLocks xmlns:a="http://schemas.openxmlformats.org/drawingml/2006/main" noGrp="1"/>
          </p:cNvSpPr>
          <p:nvPr/>
        </p:nvSpPr>
        <p:spPr>
          <a:xfrm xmlns:a="http://schemas.openxmlformats.org/drawingml/2006/main">
            <a:off x="3938216"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6FB"/>
          </a:solidFill>
          <a:ln xmlns:a="http://schemas.openxmlformats.org/drawingml/2006/main" w="2125">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64F98D13-F37F-4D20-B363-873769FB1470}"/>
              </a:ext>
            </a:extLst>
          </p:cNvPr>
          <p:cNvSpPr>
            <a:spLocks xmlns:a="http://schemas.openxmlformats.org/drawingml/2006/main" noGrp="1"/>
          </p:cNvSpPr>
          <p:nvPr/>
        </p:nvSpPr>
        <p:spPr>
          <a:xfrm xmlns:a="http://schemas.openxmlformats.org/drawingml/2006/main">
            <a:off x="3571318"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6FA"/>
          </a:solidFill>
          <a:ln xmlns:a="http://schemas.openxmlformats.org/drawingml/2006/main" w="2125">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A6DE0FAB-8570-497D-A41B-1AECC1DFB6A1}"/>
              </a:ext>
            </a:extLst>
          </p:cNvPr>
          <p:cNvSpPr>
            <a:spLocks xmlns:a="http://schemas.openxmlformats.org/drawingml/2006/main" noGrp="1"/>
          </p:cNvSpPr>
          <p:nvPr/>
        </p:nvSpPr>
        <p:spPr>
          <a:xfrm xmlns:a="http://schemas.openxmlformats.org/drawingml/2006/main">
            <a:off x="2544005"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4F6FA"/>
          </a:solidFill>
          <a:ln xmlns:a="http://schemas.openxmlformats.org/drawingml/2006/main" w="2125">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35C7B94C-9B78-4CC8-9657-AAD599335DDC}"/>
              </a:ext>
            </a:extLst>
          </p:cNvPr>
          <p:cNvSpPr>
            <a:spLocks xmlns:a="http://schemas.openxmlformats.org/drawingml/2006/main" noGrp="1"/>
          </p:cNvSpPr>
          <p:nvPr/>
        </p:nvSpPr>
        <p:spPr>
          <a:xfrm xmlns:a="http://schemas.openxmlformats.org/drawingml/2006/main">
            <a:off x="2617384"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3F6FA"/>
          </a:solidFill>
          <a:ln xmlns:a="http://schemas.openxmlformats.org/drawingml/2006/main" w="2125">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D4A246CE-FA17-4768-B268-6A232E34DB2E}"/>
              </a:ext>
            </a:extLst>
          </p:cNvPr>
          <p:cNvSpPr>
            <a:spLocks xmlns:a="http://schemas.openxmlformats.org/drawingml/2006/main" noGrp="1"/>
          </p:cNvSpPr>
          <p:nvPr/>
        </p:nvSpPr>
        <p:spPr>
          <a:xfrm xmlns:a="http://schemas.openxmlformats.org/drawingml/2006/main">
            <a:off x="2323866"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3F6FA"/>
          </a:solidFill>
          <a:ln xmlns:a="http://schemas.openxmlformats.org/drawingml/2006/main" w="2125">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EFE4DBE3-D364-494B-A9E7-39B88600FA6F}"/>
              </a:ext>
            </a:extLst>
          </p:cNvPr>
          <p:cNvSpPr>
            <a:spLocks xmlns:a="http://schemas.openxmlformats.org/drawingml/2006/main" noGrp="1"/>
          </p:cNvSpPr>
          <p:nvPr/>
        </p:nvSpPr>
        <p:spPr>
          <a:xfrm xmlns:a="http://schemas.openxmlformats.org/drawingml/2006/main">
            <a:off x="3057661"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2F5FA"/>
          </a:solidFill>
          <a:ln xmlns:a="http://schemas.openxmlformats.org/drawingml/2006/main" w="2125">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01641CF6-16A8-4CCB-904E-45781CD29E6F}"/>
              </a:ext>
            </a:extLst>
          </p:cNvPr>
          <p:cNvSpPr>
            <a:spLocks xmlns:a="http://schemas.openxmlformats.org/drawingml/2006/main" noGrp="1"/>
          </p:cNvSpPr>
          <p:nvPr/>
        </p:nvSpPr>
        <p:spPr>
          <a:xfrm xmlns:a="http://schemas.openxmlformats.org/drawingml/2006/main">
            <a:off x="2470625"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2F5FA"/>
          </a:solidFill>
          <a:ln xmlns:a="http://schemas.openxmlformats.org/drawingml/2006/main" w="2125">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B7FE7011-0A8D-4785-A678-811237207F4F}"/>
              </a:ext>
            </a:extLst>
          </p:cNvPr>
          <p:cNvSpPr>
            <a:spLocks xmlns:a="http://schemas.openxmlformats.org/drawingml/2006/main" noGrp="1"/>
          </p:cNvSpPr>
          <p:nvPr/>
        </p:nvSpPr>
        <p:spPr>
          <a:xfrm xmlns:a="http://schemas.openxmlformats.org/drawingml/2006/main">
            <a:off x="2177107"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2F5FA"/>
          </a:solidFill>
          <a:ln xmlns:a="http://schemas.openxmlformats.org/drawingml/2006/main" w="2125">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4BB51F2B-DAE3-4AD8-BF6D-0F1A3D4327FE}"/>
              </a:ext>
            </a:extLst>
          </p:cNvPr>
          <p:cNvSpPr>
            <a:spLocks xmlns:a="http://schemas.openxmlformats.org/drawingml/2006/main" noGrp="1"/>
          </p:cNvSpPr>
          <p:nvPr/>
        </p:nvSpPr>
        <p:spPr>
          <a:xfrm xmlns:a="http://schemas.openxmlformats.org/drawingml/2006/main">
            <a:off x="3351180"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F4F9"/>
          </a:solidFill>
          <a:ln xmlns:a="http://schemas.openxmlformats.org/drawingml/2006/main" w="2125">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F02AD31D-C748-4630-9A0C-7E0DD49B179C}"/>
              </a:ext>
            </a:extLst>
          </p:cNvPr>
          <p:cNvSpPr>
            <a:spLocks xmlns:a="http://schemas.openxmlformats.org/drawingml/2006/main" noGrp="1"/>
          </p:cNvSpPr>
          <p:nvPr/>
        </p:nvSpPr>
        <p:spPr>
          <a:xfrm xmlns:a="http://schemas.openxmlformats.org/drawingml/2006/main">
            <a:off x="3277800" y="28280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F4F9"/>
          </a:solidFill>
          <a:ln xmlns:a="http://schemas.openxmlformats.org/drawingml/2006/main" w="2125">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3103441E-5626-4966-B674-F6DBEAD14C6E}"/>
              </a:ext>
            </a:extLst>
          </p:cNvPr>
          <p:cNvSpPr>
            <a:spLocks xmlns:a="http://schemas.openxmlformats.org/drawingml/2006/main" noGrp="1"/>
          </p:cNvSpPr>
          <p:nvPr/>
        </p:nvSpPr>
        <p:spPr>
          <a:xfrm xmlns:a="http://schemas.openxmlformats.org/drawingml/2006/main">
            <a:off x="4011596"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F4F9"/>
          </a:solidFill>
          <a:ln xmlns:a="http://schemas.openxmlformats.org/drawingml/2006/main" w="2125">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740AF1B8-6DA5-4AF6-986D-0C9137A01AF6}"/>
              </a:ext>
            </a:extLst>
          </p:cNvPr>
          <p:cNvSpPr>
            <a:spLocks xmlns:a="http://schemas.openxmlformats.org/drawingml/2006/main" noGrp="1"/>
          </p:cNvSpPr>
          <p:nvPr/>
        </p:nvSpPr>
        <p:spPr>
          <a:xfrm xmlns:a="http://schemas.openxmlformats.org/drawingml/2006/main">
            <a:off x="3791457"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F1F4F9"/>
          </a:solidFill>
          <a:ln xmlns:a="http://schemas.openxmlformats.org/drawingml/2006/main" w="2125">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81FD541B-87FE-44C2-A883-AA45A3E14B03}"/>
              </a:ext>
            </a:extLst>
          </p:cNvPr>
          <p:cNvSpPr>
            <a:spLocks xmlns:a="http://schemas.openxmlformats.org/drawingml/2006/main" noGrp="1"/>
          </p:cNvSpPr>
          <p:nvPr/>
        </p:nvSpPr>
        <p:spPr>
          <a:xfrm xmlns:a="http://schemas.openxmlformats.org/drawingml/2006/main">
            <a:off x="3057661" y="275415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EF2F8"/>
          </a:solidFill>
          <a:ln xmlns:a="http://schemas.openxmlformats.org/drawingml/2006/main" w="2125">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3F19183D-5398-4A9D-80D8-3635BB6C8B66}"/>
              </a:ext>
            </a:extLst>
          </p:cNvPr>
          <p:cNvSpPr>
            <a:spLocks xmlns:a="http://schemas.openxmlformats.org/drawingml/2006/main" noGrp="1"/>
          </p:cNvSpPr>
          <p:nvPr/>
        </p:nvSpPr>
        <p:spPr>
          <a:xfrm xmlns:a="http://schemas.openxmlformats.org/drawingml/2006/main">
            <a:off x="3277800"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EF2F8"/>
          </a:solidFill>
          <a:ln xmlns:a="http://schemas.openxmlformats.org/drawingml/2006/main" w="2125">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198CA546-2512-42FA-880A-F95097B80716}"/>
              </a:ext>
            </a:extLst>
          </p:cNvPr>
          <p:cNvSpPr>
            <a:spLocks xmlns:a="http://schemas.openxmlformats.org/drawingml/2006/main" noGrp="1"/>
          </p:cNvSpPr>
          <p:nvPr/>
        </p:nvSpPr>
        <p:spPr>
          <a:xfrm xmlns:a="http://schemas.openxmlformats.org/drawingml/2006/main">
            <a:off x="3718077"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DF2F8"/>
          </a:solidFill>
          <a:ln xmlns:a="http://schemas.openxmlformats.org/drawingml/2006/main" w="2125">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DBF7358A-D732-46FF-83C5-9577A45C1B0E}"/>
              </a:ext>
            </a:extLst>
          </p:cNvPr>
          <p:cNvSpPr>
            <a:spLocks xmlns:a="http://schemas.openxmlformats.org/drawingml/2006/main" noGrp="1"/>
          </p:cNvSpPr>
          <p:nvPr/>
        </p:nvSpPr>
        <p:spPr>
          <a:xfrm xmlns:a="http://schemas.openxmlformats.org/drawingml/2006/main">
            <a:off x="3718077"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DF1F8"/>
          </a:solidFill>
          <a:ln xmlns:a="http://schemas.openxmlformats.org/drawingml/2006/main" w="2125">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FBEA82C3-6E5E-4F14-AED7-B28A760899F7}"/>
              </a:ext>
            </a:extLst>
          </p:cNvPr>
          <p:cNvSpPr>
            <a:spLocks xmlns:a="http://schemas.openxmlformats.org/drawingml/2006/main" noGrp="1"/>
          </p:cNvSpPr>
          <p:nvPr/>
        </p:nvSpPr>
        <p:spPr>
          <a:xfrm xmlns:a="http://schemas.openxmlformats.org/drawingml/2006/main">
            <a:off x="3277800"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DF1F8"/>
          </a:solidFill>
          <a:ln xmlns:a="http://schemas.openxmlformats.org/drawingml/2006/main" w="2125">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3A1DBFF9-F758-4E5F-8FDC-D37C993CD6A2}"/>
              </a:ext>
            </a:extLst>
          </p:cNvPr>
          <p:cNvSpPr>
            <a:spLocks xmlns:a="http://schemas.openxmlformats.org/drawingml/2006/main" noGrp="1"/>
          </p:cNvSpPr>
          <p:nvPr/>
        </p:nvSpPr>
        <p:spPr>
          <a:xfrm xmlns:a="http://schemas.openxmlformats.org/drawingml/2006/main">
            <a:off x="3938216"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DF1F8"/>
          </a:solidFill>
          <a:ln xmlns:a="http://schemas.openxmlformats.org/drawingml/2006/main" w="2125">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57E9036F-C95A-4672-8CCF-1FB03C8A0E7F}"/>
              </a:ext>
            </a:extLst>
          </p:cNvPr>
          <p:cNvSpPr>
            <a:spLocks xmlns:a="http://schemas.openxmlformats.org/drawingml/2006/main" noGrp="1"/>
          </p:cNvSpPr>
          <p:nvPr/>
        </p:nvSpPr>
        <p:spPr>
          <a:xfrm xmlns:a="http://schemas.openxmlformats.org/drawingml/2006/main">
            <a:off x="2323866"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CF1F7"/>
          </a:solidFill>
          <a:ln xmlns:a="http://schemas.openxmlformats.org/drawingml/2006/main" w="2125">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CE326804-EF97-4499-85E4-93CD4B79EA4D}"/>
              </a:ext>
            </a:extLst>
          </p:cNvPr>
          <p:cNvSpPr>
            <a:spLocks xmlns:a="http://schemas.openxmlformats.org/drawingml/2006/main" noGrp="1"/>
          </p:cNvSpPr>
          <p:nvPr/>
        </p:nvSpPr>
        <p:spPr>
          <a:xfrm xmlns:a="http://schemas.openxmlformats.org/drawingml/2006/main">
            <a:off x="2984282"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CF1F7"/>
          </a:solidFill>
          <a:ln xmlns:a="http://schemas.openxmlformats.org/drawingml/2006/main" w="2125">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8CF169CB-7C80-4D0B-8465-D2D210E80206}"/>
              </a:ext>
            </a:extLst>
          </p:cNvPr>
          <p:cNvSpPr>
            <a:spLocks xmlns:a="http://schemas.openxmlformats.org/drawingml/2006/main" noGrp="1"/>
          </p:cNvSpPr>
          <p:nvPr/>
        </p:nvSpPr>
        <p:spPr>
          <a:xfrm xmlns:a="http://schemas.openxmlformats.org/drawingml/2006/main">
            <a:off x="2103727"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CF0F7"/>
          </a:solidFill>
          <a:ln xmlns:a="http://schemas.openxmlformats.org/drawingml/2006/main" w="2125">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BFEFBE0B-8D9F-4713-A267-32B09E783551}"/>
              </a:ext>
            </a:extLst>
          </p:cNvPr>
          <p:cNvSpPr>
            <a:spLocks xmlns:a="http://schemas.openxmlformats.org/drawingml/2006/main" noGrp="1"/>
          </p:cNvSpPr>
          <p:nvPr/>
        </p:nvSpPr>
        <p:spPr>
          <a:xfrm xmlns:a="http://schemas.openxmlformats.org/drawingml/2006/main">
            <a:off x="2837523"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BF0F7"/>
          </a:solidFill>
          <a:ln xmlns:a="http://schemas.openxmlformats.org/drawingml/2006/main" w="2125">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006ED8EB-31D4-4377-BD6E-1D9B832DC87F}"/>
              </a:ext>
            </a:extLst>
          </p:cNvPr>
          <p:cNvSpPr>
            <a:spLocks xmlns:a="http://schemas.openxmlformats.org/drawingml/2006/main" noGrp="1"/>
          </p:cNvSpPr>
          <p:nvPr/>
        </p:nvSpPr>
        <p:spPr>
          <a:xfrm xmlns:a="http://schemas.openxmlformats.org/drawingml/2006/main">
            <a:off x="3718077"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BF0F7"/>
          </a:solidFill>
          <a:ln xmlns:a="http://schemas.openxmlformats.org/drawingml/2006/main" w="2125">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F400915E-F962-47C2-BF6F-6CC6C7D3A1F4}"/>
              </a:ext>
            </a:extLst>
          </p:cNvPr>
          <p:cNvSpPr>
            <a:spLocks xmlns:a="http://schemas.openxmlformats.org/drawingml/2006/main" noGrp="1"/>
          </p:cNvSpPr>
          <p:nvPr/>
        </p:nvSpPr>
        <p:spPr>
          <a:xfrm xmlns:a="http://schemas.openxmlformats.org/drawingml/2006/main">
            <a:off x="2984282" y="275415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AEFF7"/>
          </a:solidFill>
          <a:ln xmlns:a="http://schemas.openxmlformats.org/drawingml/2006/main" w="2125">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F71C009F-FC30-471A-8170-19C9D915C411}"/>
              </a:ext>
            </a:extLst>
          </p:cNvPr>
          <p:cNvSpPr>
            <a:spLocks xmlns:a="http://schemas.openxmlformats.org/drawingml/2006/main" noGrp="1"/>
          </p:cNvSpPr>
          <p:nvPr/>
        </p:nvSpPr>
        <p:spPr>
          <a:xfrm xmlns:a="http://schemas.openxmlformats.org/drawingml/2006/main">
            <a:off x="3131041" y="415775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AEFF7"/>
          </a:solidFill>
          <a:ln xmlns:a="http://schemas.openxmlformats.org/drawingml/2006/main" w="2125">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097B9465-83B3-4B99-B8EC-E7A5E085AF12}"/>
              </a:ext>
            </a:extLst>
          </p:cNvPr>
          <p:cNvSpPr>
            <a:spLocks xmlns:a="http://schemas.openxmlformats.org/drawingml/2006/main" noGrp="1"/>
          </p:cNvSpPr>
          <p:nvPr/>
        </p:nvSpPr>
        <p:spPr>
          <a:xfrm xmlns:a="http://schemas.openxmlformats.org/drawingml/2006/main">
            <a:off x="2544005"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AEFF7"/>
          </a:solidFill>
          <a:ln xmlns:a="http://schemas.openxmlformats.org/drawingml/2006/main" w="2125">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3DE90901-DDF7-4330-8E46-DE040CC1C877}"/>
              </a:ext>
            </a:extLst>
          </p:cNvPr>
          <p:cNvSpPr>
            <a:spLocks xmlns:a="http://schemas.openxmlformats.org/drawingml/2006/main" noGrp="1"/>
          </p:cNvSpPr>
          <p:nvPr/>
        </p:nvSpPr>
        <p:spPr>
          <a:xfrm xmlns:a="http://schemas.openxmlformats.org/drawingml/2006/main">
            <a:off x="3864836"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AEFF7"/>
          </a:solidFill>
          <a:ln xmlns:a="http://schemas.openxmlformats.org/drawingml/2006/main" w="2125">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6D70FB40-8257-400E-8E64-C7536762E53C}"/>
              </a:ext>
            </a:extLst>
          </p:cNvPr>
          <p:cNvSpPr>
            <a:spLocks xmlns:a="http://schemas.openxmlformats.org/drawingml/2006/main" noGrp="1"/>
          </p:cNvSpPr>
          <p:nvPr/>
        </p:nvSpPr>
        <p:spPr>
          <a:xfrm xmlns:a="http://schemas.openxmlformats.org/drawingml/2006/main">
            <a:off x="2764143"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AEFF6"/>
          </a:solidFill>
          <a:ln xmlns:a="http://schemas.openxmlformats.org/drawingml/2006/main" w="2125">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FAAF80D3-1F88-4CA6-B28D-DC7096ECF52E}"/>
              </a:ext>
            </a:extLst>
          </p:cNvPr>
          <p:cNvSpPr>
            <a:spLocks xmlns:a="http://schemas.openxmlformats.org/drawingml/2006/main" noGrp="1"/>
          </p:cNvSpPr>
          <p:nvPr/>
        </p:nvSpPr>
        <p:spPr>
          <a:xfrm xmlns:a="http://schemas.openxmlformats.org/drawingml/2006/main">
            <a:off x="3718077"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9EFF6"/>
          </a:solidFill>
          <a:ln xmlns:a="http://schemas.openxmlformats.org/drawingml/2006/main" w="2125">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274414E9-6154-4782-AF87-0ED67AB3B4D2}"/>
              </a:ext>
            </a:extLst>
          </p:cNvPr>
          <p:cNvSpPr>
            <a:spLocks xmlns:a="http://schemas.openxmlformats.org/drawingml/2006/main" noGrp="1"/>
          </p:cNvSpPr>
          <p:nvPr/>
        </p:nvSpPr>
        <p:spPr>
          <a:xfrm xmlns:a="http://schemas.openxmlformats.org/drawingml/2006/main">
            <a:off x="2177107"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9EEF6"/>
          </a:solidFill>
          <a:ln xmlns:a="http://schemas.openxmlformats.org/drawingml/2006/main" w="2125">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C307EC7F-6B18-4DB5-B9C7-52BF8B87D96F}"/>
              </a:ext>
            </a:extLst>
          </p:cNvPr>
          <p:cNvSpPr>
            <a:spLocks xmlns:a="http://schemas.openxmlformats.org/drawingml/2006/main" noGrp="1"/>
          </p:cNvSpPr>
          <p:nvPr/>
        </p:nvSpPr>
        <p:spPr>
          <a:xfrm xmlns:a="http://schemas.openxmlformats.org/drawingml/2006/main">
            <a:off x="2397246"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9EEF6"/>
          </a:solidFill>
          <a:ln xmlns:a="http://schemas.openxmlformats.org/drawingml/2006/main" w="2125">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D22B117E-FD90-4763-8B60-B799A1D4484C}"/>
              </a:ext>
            </a:extLst>
          </p:cNvPr>
          <p:cNvSpPr>
            <a:spLocks xmlns:a="http://schemas.openxmlformats.org/drawingml/2006/main" noGrp="1"/>
          </p:cNvSpPr>
          <p:nvPr/>
        </p:nvSpPr>
        <p:spPr>
          <a:xfrm xmlns:a="http://schemas.openxmlformats.org/drawingml/2006/main">
            <a:off x="4084975"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9EEF6"/>
          </a:solidFill>
          <a:ln xmlns:a="http://schemas.openxmlformats.org/drawingml/2006/main" w="2125">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9A02DDE6-939B-491B-8B1A-387FAD5D7578}"/>
              </a:ext>
            </a:extLst>
          </p:cNvPr>
          <p:cNvSpPr>
            <a:spLocks xmlns:a="http://schemas.openxmlformats.org/drawingml/2006/main" noGrp="1"/>
          </p:cNvSpPr>
          <p:nvPr/>
        </p:nvSpPr>
        <p:spPr>
          <a:xfrm xmlns:a="http://schemas.openxmlformats.org/drawingml/2006/main">
            <a:off x="4378493"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8EEF6"/>
          </a:solidFill>
          <a:ln xmlns:a="http://schemas.openxmlformats.org/drawingml/2006/main" w="2125">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AEF1772E-35EA-4146-BB8D-8D7C61CB29F5}"/>
              </a:ext>
            </a:extLst>
          </p:cNvPr>
          <p:cNvSpPr>
            <a:spLocks xmlns:a="http://schemas.openxmlformats.org/drawingml/2006/main" noGrp="1"/>
          </p:cNvSpPr>
          <p:nvPr/>
        </p:nvSpPr>
        <p:spPr>
          <a:xfrm xmlns:a="http://schemas.openxmlformats.org/drawingml/2006/main">
            <a:off x="4158355"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8EEF6"/>
          </a:solidFill>
          <a:ln xmlns:a="http://schemas.openxmlformats.org/drawingml/2006/main" w="2125">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59812E2B-3B6F-4313-8757-57BC08889E1B}"/>
              </a:ext>
            </a:extLst>
          </p:cNvPr>
          <p:cNvSpPr>
            <a:spLocks xmlns:a="http://schemas.openxmlformats.org/drawingml/2006/main" noGrp="1"/>
          </p:cNvSpPr>
          <p:nvPr/>
        </p:nvSpPr>
        <p:spPr>
          <a:xfrm xmlns:a="http://schemas.openxmlformats.org/drawingml/2006/main">
            <a:off x="3424559"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8EDF6"/>
          </a:solidFill>
          <a:ln xmlns:a="http://schemas.openxmlformats.org/drawingml/2006/main" w="2125">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947D53CD-D240-4338-8C64-917CCABD818B}"/>
              </a:ext>
            </a:extLst>
          </p:cNvPr>
          <p:cNvSpPr>
            <a:spLocks xmlns:a="http://schemas.openxmlformats.org/drawingml/2006/main" noGrp="1"/>
          </p:cNvSpPr>
          <p:nvPr/>
        </p:nvSpPr>
        <p:spPr>
          <a:xfrm xmlns:a="http://schemas.openxmlformats.org/drawingml/2006/main">
            <a:off x="3938216"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8EDF6"/>
          </a:solidFill>
          <a:ln xmlns:a="http://schemas.openxmlformats.org/drawingml/2006/main" w="2125">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3AACA951-9AB3-4B5E-AAD9-ECAE439E778B}"/>
              </a:ext>
            </a:extLst>
          </p:cNvPr>
          <p:cNvSpPr>
            <a:spLocks xmlns:a="http://schemas.openxmlformats.org/drawingml/2006/main" noGrp="1"/>
          </p:cNvSpPr>
          <p:nvPr/>
        </p:nvSpPr>
        <p:spPr>
          <a:xfrm xmlns:a="http://schemas.openxmlformats.org/drawingml/2006/main">
            <a:off x="3277800"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8EDF6"/>
          </a:solidFill>
          <a:ln xmlns:a="http://schemas.openxmlformats.org/drawingml/2006/main" w="2125">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C62575E6-CCBA-449F-A3D9-ABED38524BE1}"/>
              </a:ext>
            </a:extLst>
          </p:cNvPr>
          <p:cNvSpPr>
            <a:spLocks xmlns:a="http://schemas.openxmlformats.org/drawingml/2006/main" noGrp="1"/>
          </p:cNvSpPr>
          <p:nvPr/>
        </p:nvSpPr>
        <p:spPr>
          <a:xfrm xmlns:a="http://schemas.openxmlformats.org/drawingml/2006/main">
            <a:off x="3351180"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8EDF6"/>
          </a:solidFill>
          <a:ln xmlns:a="http://schemas.openxmlformats.org/drawingml/2006/main" w="2125">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3055A1F6-6954-41E6-ACB7-633B58A37467}"/>
              </a:ext>
            </a:extLst>
          </p:cNvPr>
          <p:cNvSpPr>
            <a:spLocks xmlns:a="http://schemas.openxmlformats.org/drawingml/2006/main" noGrp="1"/>
          </p:cNvSpPr>
          <p:nvPr/>
        </p:nvSpPr>
        <p:spPr>
          <a:xfrm xmlns:a="http://schemas.openxmlformats.org/drawingml/2006/main">
            <a:off x="3277800"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EDF6"/>
          </a:solidFill>
          <a:ln xmlns:a="http://schemas.openxmlformats.org/drawingml/2006/main" w="2125">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F7BF5029-D94D-41F6-93A8-8DF3BD0FD51B}"/>
              </a:ext>
            </a:extLst>
          </p:cNvPr>
          <p:cNvSpPr>
            <a:spLocks xmlns:a="http://schemas.openxmlformats.org/drawingml/2006/main" noGrp="1"/>
          </p:cNvSpPr>
          <p:nvPr/>
        </p:nvSpPr>
        <p:spPr>
          <a:xfrm xmlns:a="http://schemas.openxmlformats.org/drawingml/2006/main">
            <a:off x="2764143"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EDF6"/>
          </a:solidFill>
          <a:ln xmlns:a="http://schemas.openxmlformats.org/drawingml/2006/main" w="2125">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B654CD27-5B92-46D7-9C36-9054BAD0A964}"/>
              </a:ext>
            </a:extLst>
          </p:cNvPr>
          <p:cNvSpPr>
            <a:spLocks xmlns:a="http://schemas.openxmlformats.org/drawingml/2006/main" noGrp="1"/>
          </p:cNvSpPr>
          <p:nvPr/>
        </p:nvSpPr>
        <p:spPr>
          <a:xfrm xmlns:a="http://schemas.openxmlformats.org/drawingml/2006/main">
            <a:off x="3057661"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EDF5"/>
          </a:solidFill>
          <a:ln xmlns:a="http://schemas.openxmlformats.org/drawingml/2006/main" w="2125">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D825F500-8187-4032-8755-D2F60DC0942B}"/>
              </a:ext>
            </a:extLst>
          </p:cNvPr>
          <p:cNvSpPr>
            <a:spLocks xmlns:a="http://schemas.openxmlformats.org/drawingml/2006/main" noGrp="1"/>
          </p:cNvSpPr>
          <p:nvPr/>
        </p:nvSpPr>
        <p:spPr>
          <a:xfrm xmlns:a="http://schemas.openxmlformats.org/drawingml/2006/main">
            <a:off x="3938216"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EDF5"/>
          </a:solidFill>
          <a:ln xmlns:a="http://schemas.openxmlformats.org/drawingml/2006/main" w="2125">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214A69E9-CCE2-4588-992E-3DE5045D72CB}"/>
              </a:ext>
            </a:extLst>
          </p:cNvPr>
          <p:cNvSpPr>
            <a:spLocks xmlns:a="http://schemas.openxmlformats.org/drawingml/2006/main" noGrp="1"/>
          </p:cNvSpPr>
          <p:nvPr/>
        </p:nvSpPr>
        <p:spPr>
          <a:xfrm xmlns:a="http://schemas.openxmlformats.org/drawingml/2006/main">
            <a:off x="2690764"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EDF5"/>
          </a:solidFill>
          <a:ln xmlns:a="http://schemas.openxmlformats.org/drawingml/2006/main" w="2125">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3C30DFBA-6FFD-4A42-A34F-7797043D527B}"/>
              </a:ext>
            </a:extLst>
          </p:cNvPr>
          <p:cNvSpPr>
            <a:spLocks xmlns:a="http://schemas.openxmlformats.org/drawingml/2006/main" noGrp="1"/>
          </p:cNvSpPr>
          <p:nvPr/>
        </p:nvSpPr>
        <p:spPr>
          <a:xfrm xmlns:a="http://schemas.openxmlformats.org/drawingml/2006/main">
            <a:off x="3351180" y="437937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7ECF5"/>
          </a:solidFill>
          <a:ln xmlns:a="http://schemas.openxmlformats.org/drawingml/2006/main" w="2125">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DD398D3B-0759-42C3-ACA4-16C12F5BDD99}"/>
              </a:ext>
            </a:extLst>
          </p:cNvPr>
          <p:cNvSpPr>
            <a:spLocks xmlns:a="http://schemas.openxmlformats.org/drawingml/2006/main" noGrp="1"/>
          </p:cNvSpPr>
          <p:nvPr/>
        </p:nvSpPr>
        <p:spPr>
          <a:xfrm xmlns:a="http://schemas.openxmlformats.org/drawingml/2006/main">
            <a:off x="2690764"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ECF5"/>
          </a:solidFill>
          <a:ln xmlns:a="http://schemas.openxmlformats.org/drawingml/2006/main" w="2125">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50C35559-C1E2-4C35-9E16-0A5E3AD32B90}"/>
              </a:ext>
            </a:extLst>
          </p:cNvPr>
          <p:cNvSpPr>
            <a:spLocks xmlns:a="http://schemas.openxmlformats.org/drawingml/2006/main" noGrp="1"/>
          </p:cNvSpPr>
          <p:nvPr/>
        </p:nvSpPr>
        <p:spPr>
          <a:xfrm xmlns:a="http://schemas.openxmlformats.org/drawingml/2006/main">
            <a:off x="2323866"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ECF5"/>
          </a:solidFill>
          <a:ln xmlns:a="http://schemas.openxmlformats.org/drawingml/2006/main" w="2125">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827642CB-6D74-4C4B-BC5A-6D23FCF74B23}"/>
              </a:ext>
            </a:extLst>
          </p:cNvPr>
          <p:cNvSpPr>
            <a:spLocks xmlns:a="http://schemas.openxmlformats.org/drawingml/2006/main" noGrp="1"/>
          </p:cNvSpPr>
          <p:nvPr/>
        </p:nvSpPr>
        <p:spPr>
          <a:xfrm xmlns:a="http://schemas.openxmlformats.org/drawingml/2006/main">
            <a:off x="3057661" y="415775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ECF5"/>
          </a:solidFill>
          <a:ln xmlns:a="http://schemas.openxmlformats.org/drawingml/2006/main" w="2125">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B4E85E30-8A41-4CBD-BC23-12017C7DF652}"/>
              </a:ext>
            </a:extLst>
          </p:cNvPr>
          <p:cNvSpPr>
            <a:spLocks xmlns:a="http://schemas.openxmlformats.org/drawingml/2006/main" noGrp="1"/>
          </p:cNvSpPr>
          <p:nvPr/>
        </p:nvSpPr>
        <p:spPr>
          <a:xfrm xmlns:a="http://schemas.openxmlformats.org/drawingml/2006/main">
            <a:off x="4305114"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ECF5"/>
          </a:solidFill>
          <a:ln xmlns:a="http://schemas.openxmlformats.org/drawingml/2006/main" w="2125">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35996991-A103-4C69-9732-A69F18173F26}"/>
              </a:ext>
            </a:extLst>
          </p:cNvPr>
          <p:cNvSpPr>
            <a:spLocks xmlns:a="http://schemas.openxmlformats.org/drawingml/2006/main" noGrp="1"/>
          </p:cNvSpPr>
          <p:nvPr/>
        </p:nvSpPr>
        <p:spPr>
          <a:xfrm xmlns:a="http://schemas.openxmlformats.org/drawingml/2006/main">
            <a:off x="2837523"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ECF5"/>
          </a:solidFill>
          <a:ln xmlns:a="http://schemas.openxmlformats.org/drawingml/2006/main" w="2125">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5F2A9FAD-D6E9-434F-980A-4CB36AE30757}"/>
              </a:ext>
            </a:extLst>
          </p:cNvPr>
          <p:cNvSpPr>
            <a:spLocks xmlns:a="http://schemas.openxmlformats.org/drawingml/2006/main" noGrp="1"/>
          </p:cNvSpPr>
          <p:nvPr/>
        </p:nvSpPr>
        <p:spPr>
          <a:xfrm xmlns:a="http://schemas.openxmlformats.org/drawingml/2006/main">
            <a:off x="2030348"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6ECF5"/>
          </a:solidFill>
          <a:ln xmlns:a="http://schemas.openxmlformats.org/drawingml/2006/main" w="2125">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A937189D-3640-4365-97EF-7DE5D665F3C5}"/>
              </a:ext>
            </a:extLst>
          </p:cNvPr>
          <p:cNvSpPr>
            <a:spLocks xmlns:a="http://schemas.openxmlformats.org/drawingml/2006/main" noGrp="1"/>
          </p:cNvSpPr>
          <p:nvPr/>
        </p:nvSpPr>
        <p:spPr>
          <a:xfrm xmlns:a="http://schemas.openxmlformats.org/drawingml/2006/main">
            <a:off x="3277800"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5EBF5"/>
          </a:solidFill>
          <a:ln xmlns:a="http://schemas.openxmlformats.org/drawingml/2006/main" w="2125">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0DBAEEA0-D6EA-44FF-85E7-53AC1A20A956}"/>
              </a:ext>
            </a:extLst>
          </p:cNvPr>
          <p:cNvSpPr>
            <a:spLocks xmlns:a="http://schemas.openxmlformats.org/drawingml/2006/main" noGrp="1"/>
          </p:cNvSpPr>
          <p:nvPr/>
        </p:nvSpPr>
        <p:spPr>
          <a:xfrm xmlns:a="http://schemas.openxmlformats.org/drawingml/2006/main">
            <a:off x="4158355"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5EBF5"/>
          </a:solidFill>
          <a:ln xmlns:a="http://schemas.openxmlformats.org/drawingml/2006/main" w="2125">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2C1D7E68-816A-4201-9DD8-806C73ABAA56}"/>
              </a:ext>
            </a:extLst>
          </p:cNvPr>
          <p:cNvSpPr>
            <a:spLocks xmlns:a="http://schemas.openxmlformats.org/drawingml/2006/main" noGrp="1"/>
          </p:cNvSpPr>
          <p:nvPr/>
        </p:nvSpPr>
        <p:spPr>
          <a:xfrm xmlns:a="http://schemas.openxmlformats.org/drawingml/2006/main">
            <a:off x="3424559"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5EBF5"/>
          </a:solidFill>
          <a:ln xmlns:a="http://schemas.openxmlformats.org/drawingml/2006/main" w="2125">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0EF23A3C-7FB3-4496-AEDA-8BADD69E7558}"/>
              </a:ext>
            </a:extLst>
          </p:cNvPr>
          <p:cNvSpPr>
            <a:spLocks xmlns:a="http://schemas.openxmlformats.org/drawingml/2006/main" noGrp="1"/>
          </p:cNvSpPr>
          <p:nvPr/>
        </p:nvSpPr>
        <p:spPr>
          <a:xfrm xmlns:a="http://schemas.openxmlformats.org/drawingml/2006/main">
            <a:off x="3204421" y="268027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5EBF5"/>
          </a:solidFill>
          <a:ln xmlns:a="http://schemas.openxmlformats.org/drawingml/2006/main" w="2125">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EEAD294C-CE93-4BA4-BC3E-1D75D77FFE09}"/>
              </a:ext>
            </a:extLst>
          </p:cNvPr>
          <p:cNvSpPr>
            <a:spLocks xmlns:a="http://schemas.openxmlformats.org/drawingml/2006/main" noGrp="1"/>
          </p:cNvSpPr>
          <p:nvPr/>
        </p:nvSpPr>
        <p:spPr>
          <a:xfrm xmlns:a="http://schemas.openxmlformats.org/drawingml/2006/main">
            <a:off x="3351180" y="275415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5EBF4"/>
          </a:solidFill>
          <a:ln xmlns:a="http://schemas.openxmlformats.org/drawingml/2006/main" w="2125">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E54CAC8C-745E-4CBE-B799-AB76803982DD}"/>
              </a:ext>
            </a:extLst>
          </p:cNvPr>
          <p:cNvSpPr>
            <a:spLocks xmlns:a="http://schemas.openxmlformats.org/drawingml/2006/main" noGrp="1"/>
          </p:cNvSpPr>
          <p:nvPr/>
        </p:nvSpPr>
        <p:spPr>
          <a:xfrm xmlns:a="http://schemas.openxmlformats.org/drawingml/2006/main">
            <a:off x="4305114"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5EBF4"/>
          </a:solidFill>
          <a:ln xmlns:a="http://schemas.openxmlformats.org/drawingml/2006/main" w="2125">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BE078CA8-FE36-4EBD-82B1-2A867A8ABF8F}"/>
              </a:ext>
            </a:extLst>
          </p:cNvPr>
          <p:cNvSpPr>
            <a:spLocks xmlns:a="http://schemas.openxmlformats.org/drawingml/2006/main" noGrp="1"/>
          </p:cNvSpPr>
          <p:nvPr/>
        </p:nvSpPr>
        <p:spPr>
          <a:xfrm xmlns:a="http://schemas.openxmlformats.org/drawingml/2006/main">
            <a:off x="2690764"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4EBF4"/>
          </a:solidFill>
          <a:ln xmlns:a="http://schemas.openxmlformats.org/drawingml/2006/main" w="2125">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8F7117FB-7027-4779-AFE4-48CAB10E8C5A}"/>
              </a:ext>
            </a:extLst>
          </p:cNvPr>
          <p:cNvSpPr>
            <a:spLocks xmlns:a="http://schemas.openxmlformats.org/drawingml/2006/main" noGrp="1"/>
          </p:cNvSpPr>
          <p:nvPr/>
        </p:nvSpPr>
        <p:spPr>
          <a:xfrm xmlns:a="http://schemas.openxmlformats.org/drawingml/2006/main">
            <a:off x="4378493"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4EAF4"/>
          </a:solidFill>
          <a:ln xmlns:a="http://schemas.openxmlformats.org/drawingml/2006/main" w="2125">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96B85E37-254C-4C4A-BF76-43F245F885E4}"/>
              </a:ext>
            </a:extLst>
          </p:cNvPr>
          <p:cNvSpPr>
            <a:spLocks xmlns:a="http://schemas.openxmlformats.org/drawingml/2006/main" noGrp="1"/>
          </p:cNvSpPr>
          <p:nvPr/>
        </p:nvSpPr>
        <p:spPr>
          <a:xfrm xmlns:a="http://schemas.openxmlformats.org/drawingml/2006/main">
            <a:off x="2837523" y="28280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4EAF4"/>
          </a:solidFill>
          <a:ln xmlns:a="http://schemas.openxmlformats.org/drawingml/2006/main" w="2125">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1127CAD7-0944-4A18-96BF-A5F465802FEE}"/>
              </a:ext>
            </a:extLst>
          </p:cNvPr>
          <p:cNvSpPr>
            <a:spLocks xmlns:a="http://schemas.openxmlformats.org/drawingml/2006/main" noGrp="1"/>
          </p:cNvSpPr>
          <p:nvPr/>
        </p:nvSpPr>
        <p:spPr>
          <a:xfrm xmlns:a="http://schemas.openxmlformats.org/drawingml/2006/main">
            <a:off x="3644698"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3EAF4"/>
          </a:solidFill>
          <a:ln xmlns:a="http://schemas.openxmlformats.org/drawingml/2006/main" w="2125">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19632936-E0E9-4E84-9C52-863A7009F59C}"/>
              </a:ext>
            </a:extLst>
          </p:cNvPr>
          <p:cNvSpPr>
            <a:spLocks xmlns:a="http://schemas.openxmlformats.org/drawingml/2006/main" noGrp="1"/>
          </p:cNvSpPr>
          <p:nvPr/>
        </p:nvSpPr>
        <p:spPr>
          <a:xfrm xmlns:a="http://schemas.openxmlformats.org/drawingml/2006/main">
            <a:off x="2250486"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2E9F3"/>
          </a:solidFill>
          <a:ln xmlns:a="http://schemas.openxmlformats.org/drawingml/2006/main" w="2125">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E22B5010-1B8C-4A69-B19A-A9D8A5FADC0C}"/>
              </a:ext>
            </a:extLst>
          </p:cNvPr>
          <p:cNvSpPr>
            <a:spLocks xmlns:a="http://schemas.openxmlformats.org/drawingml/2006/main" noGrp="1"/>
          </p:cNvSpPr>
          <p:nvPr/>
        </p:nvSpPr>
        <p:spPr>
          <a:xfrm xmlns:a="http://schemas.openxmlformats.org/drawingml/2006/main">
            <a:off x="4231734"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2E9F3"/>
          </a:solidFill>
          <a:ln xmlns:a="http://schemas.openxmlformats.org/drawingml/2006/main" w="2125">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1F0A0D3A-ACED-494B-96BE-044272EB7B24}"/>
              </a:ext>
            </a:extLst>
          </p:cNvPr>
          <p:cNvSpPr>
            <a:spLocks xmlns:a="http://schemas.openxmlformats.org/drawingml/2006/main" noGrp="1"/>
          </p:cNvSpPr>
          <p:nvPr/>
        </p:nvSpPr>
        <p:spPr>
          <a:xfrm xmlns:a="http://schemas.openxmlformats.org/drawingml/2006/main">
            <a:off x="4158355"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2E9F3"/>
          </a:solidFill>
          <a:ln xmlns:a="http://schemas.openxmlformats.org/drawingml/2006/main" w="2125">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033735F9-E287-4C6F-B10B-5D4C3E1E6221}"/>
              </a:ext>
            </a:extLst>
          </p:cNvPr>
          <p:cNvSpPr>
            <a:spLocks xmlns:a="http://schemas.openxmlformats.org/drawingml/2006/main" noGrp="1"/>
          </p:cNvSpPr>
          <p:nvPr/>
        </p:nvSpPr>
        <p:spPr>
          <a:xfrm xmlns:a="http://schemas.openxmlformats.org/drawingml/2006/main">
            <a:off x="1883589"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2E9F3"/>
          </a:solidFill>
          <a:ln xmlns:a="http://schemas.openxmlformats.org/drawingml/2006/main" w="2125">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5489673E-27E6-4B56-AAB5-AF89F4EAD55C}"/>
              </a:ext>
            </a:extLst>
          </p:cNvPr>
          <p:cNvSpPr>
            <a:spLocks xmlns:a="http://schemas.openxmlformats.org/drawingml/2006/main" noGrp="1"/>
          </p:cNvSpPr>
          <p:nvPr/>
        </p:nvSpPr>
        <p:spPr>
          <a:xfrm xmlns:a="http://schemas.openxmlformats.org/drawingml/2006/main">
            <a:off x="2837523"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2E9F3"/>
          </a:solidFill>
          <a:ln xmlns:a="http://schemas.openxmlformats.org/drawingml/2006/main" w="2125">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94DF8829-3143-46E4-AE7A-63140D7F233D}"/>
              </a:ext>
            </a:extLst>
          </p:cNvPr>
          <p:cNvSpPr>
            <a:spLocks xmlns:a="http://schemas.openxmlformats.org/drawingml/2006/main" noGrp="1"/>
          </p:cNvSpPr>
          <p:nvPr/>
        </p:nvSpPr>
        <p:spPr>
          <a:xfrm xmlns:a="http://schemas.openxmlformats.org/drawingml/2006/main">
            <a:off x="2764143"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2E9F3"/>
          </a:solidFill>
          <a:ln xmlns:a="http://schemas.openxmlformats.org/drawingml/2006/main" w="2125">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3F320B1E-0722-409A-B09A-5DA0241E1321}"/>
              </a:ext>
            </a:extLst>
          </p:cNvPr>
          <p:cNvSpPr>
            <a:spLocks xmlns:a="http://schemas.openxmlformats.org/drawingml/2006/main" noGrp="1"/>
          </p:cNvSpPr>
          <p:nvPr/>
        </p:nvSpPr>
        <p:spPr>
          <a:xfrm xmlns:a="http://schemas.openxmlformats.org/drawingml/2006/main">
            <a:off x="3644698"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1E8F3"/>
          </a:solidFill>
          <a:ln xmlns:a="http://schemas.openxmlformats.org/drawingml/2006/main" w="2125">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E4551A1C-938B-4A80-A87E-751A7C421780}"/>
              </a:ext>
            </a:extLst>
          </p:cNvPr>
          <p:cNvSpPr>
            <a:spLocks xmlns:a="http://schemas.openxmlformats.org/drawingml/2006/main" noGrp="1"/>
          </p:cNvSpPr>
          <p:nvPr/>
        </p:nvSpPr>
        <p:spPr>
          <a:xfrm xmlns:a="http://schemas.openxmlformats.org/drawingml/2006/main">
            <a:off x="4525252"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1E8F3"/>
          </a:solidFill>
          <a:ln xmlns:a="http://schemas.openxmlformats.org/drawingml/2006/main" w="2125">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C0533DB1-8AF2-40D4-B5B4-E280C6199534}"/>
              </a:ext>
            </a:extLst>
          </p:cNvPr>
          <p:cNvSpPr>
            <a:spLocks xmlns:a="http://schemas.openxmlformats.org/drawingml/2006/main" noGrp="1"/>
          </p:cNvSpPr>
          <p:nvPr/>
        </p:nvSpPr>
        <p:spPr>
          <a:xfrm xmlns:a="http://schemas.openxmlformats.org/drawingml/2006/main">
            <a:off x="3718077"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1E8F3"/>
          </a:solidFill>
          <a:ln xmlns:a="http://schemas.openxmlformats.org/drawingml/2006/main" w="2125">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44037B30-6660-4160-B288-5AC43F75970C}"/>
              </a:ext>
            </a:extLst>
          </p:cNvPr>
          <p:cNvSpPr>
            <a:spLocks xmlns:a="http://schemas.openxmlformats.org/drawingml/2006/main" noGrp="1"/>
          </p:cNvSpPr>
          <p:nvPr/>
        </p:nvSpPr>
        <p:spPr>
          <a:xfrm xmlns:a="http://schemas.openxmlformats.org/drawingml/2006/main">
            <a:off x="4525252"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0E8F3"/>
          </a:solidFill>
          <a:ln xmlns:a="http://schemas.openxmlformats.org/drawingml/2006/main" w="2125">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4C511818-063B-4932-A73B-57DED6885BB7}"/>
              </a:ext>
            </a:extLst>
          </p:cNvPr>
          <p:cNvSpPr>
            <a:spLocks xmlns:a="http://schemas.openxmlformats.org/drawingml/2006/main" noGrp="1"/>
          </p:cNvSpPr>
          <p:nvPr/>
        </p:nvSpPr>
        <p:spPr>
          <a:xfrm xmlns:a="http://schemas.openxmlformats.org/drawingml/2006/main">
            <a:off x="4084975"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E0E7F3"/>
          </a:solidFill>
          <a:ln xmlns:a="http://schemas.openxmlformats.org/drawingml/2006/main" w="2125">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457200B6-4A6C-41D3-9CB7-6CCFD0B10F84}"/>
              </a:ext>
            </a:extLst>
          </p:cNvPr>
          <p:cNvSpPr>
            <a:spLocks xmlns:a="http://schemas.openxmlformats.org/drawingml/2006/main" noGrp="1"/>
          </p:cNvSpPr>
          <p:nvPr/>
        </p:nvSpPr>
        <p:spPr>
          <a:xfrm xmlns:a="http://schemas.openxmlformats.org/drawingml/2006/main">
            <a:off x="4451873"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EE6F2"/>
          </a:solidFill>
          <a:ln xmlns:a="http://schemas.openxmlformats.org/drawingml/2006/main" w="2125">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AF8938FD-DAF0-43F4-B0BE-FF42FD91380C}"/>
              </a:ext>
            </a:extLst>
          </p:cNvPr>
          <p:cNvSpPr>
            <a:spLocks xmlns:a="http://schemas.openxmlformats.org/drawingml/2006/main" noGrp="1"/>
          </p:cNvSpPr>
          <p:nvPr/>
        </p:nvSpPr>
        <p:spPr>
          <a:xfrm xmlns:a="http://schemas.openxmlformats.org/drawingml/2006/main">
            <a:off x="3864836" y="304964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EE6F2"/>
          </a:solidFill>
          <a:ln xmlns:a="http://schemas.openxmlformats.org/drawingml/2006/main" w="2125">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4B0DEB0C-AA33-4D38-9871-2785C2CBCD76}"/>
              </a:ext>
            </a:extLst>
          </p:cNvPr>
          <p:cNvSpPr>
            <a:spLocks xmlns:a="http://schemas.openxmlformats.org/drawingml/2006/main" noGrp="1"/>
          </p:cNvSpPr>
          <p:nvPr/>
        </p:nvSpPr>
        <p:spPr>
          <a:xfrm xmlns:a="http://schemas.openxmlformats.org/drawingml/2006/main">
            <a:off x="4378493"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DE5F1"/>
          </a:solidFill>
          <a:ln xmlns:a="http://schemas.openxmlformats.org/drawingml/2006/main" w="2125">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A564886C-DEA8-49E0-BF9F-176A2E90B839}"/>
              </a:ext>
            </a:extLst>
          </p:cNvPr>
          <p:cNvSpPr>
            <a:spLocks xmlns:a="http://schemas.openxmlformats.org/drawingml/2006/main" noGrp="1"/>
          </p:cNvSpPr>
          <p:nvPr/>
        </p:nvSpPr>
        <p:spPr>
          <a:xfrm xmlns:a="http://schemas.openxmlformats.org/drawingml/2006/main">
            <a:off x="4305114"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CE5F1"/>
          </a:solidFill>
          <a:ln xmlns:a="http://schemas.openxmlformats.org/drawingml/2006/main" w="2125">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558B3E8C-CCB7-4AD4-A1A9-C84E25F5A54F}"/>
              </a:ext>
            </a:extLst>
          </p:cNvPr>
          <p:cNvSpPr>
            <a:spLocks xmlns:a="http://schemas.openxmlformats.org/drawingml/2006/main" noGrp="1"/>
          </p:cNvSpPr>
          <p:nvPr/>
        </p:nvSpPr>
        <p:spPr>
          <a:xfrm xmlns:a="http://schemas.openxmlformats.org/drawingml/2006/main">
            <a:off x="2544005"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CE5F1"/>
          </a:solidFill>
          <a:ln xmlns:a="http://schemas.openxmlformats.org/drawingml/2006/main" w="2125">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4B2DB2CB-B1C0-4CE0-B157-838DE615662C}"/>
              </a:ext>
            </a:extLst>
          </p:cNvPr>
          <p:cNvSpPr>
            <a:spLocks xmlns:a="http://schemas.openxmlformats.org/drawingml/2006/main" noGrp="1"/>
          </p:cNvSpPr>
          <p:nvPr/>
        </p:nvSpPr>
        <p:spPr>
          <a:xfrm xmlns:a="http://schemas.openxmlformats.org/drawingml/2006/main">
            <a:off x="3644698"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CE4F1"/>
          </a:solidFill>
          <a:ln xmlns:a="http://schemas.openxmlformats.org/drawingml/2006/main" w="2125">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8787B7FB-531D-4E60-B95D-A451A27544EC}"/>
              </a:ext>
            </a:extLst>
          </p:cNvPr>
          <p:cNvSpPr>
            <a:spLocks xmlns:a="http://schemas.openxmlformats.org/drawingml/2006/main" noGrp="1"/>
          </p:cNvSpPr>
          <p:nvPr/>
        </p:nvSpPr>
        <p:spPr>
          <a:xfrm xmlns:a="http://schemas.openxmlformats.org/drawingml/2006/main">
            <a:off x="4305114"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BE4F1"/>
          </a:solidFill>
          <a:ln xmlns:a="http://schemas.openxmlformats.org/drawingml/2006/main" w="2125">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7C78993C-CE81-4070-904A-190A92B119E6}"/>
              </a:ext>
            </a:extLst>
          </p:cNvPr>
          <p:cNvSpPr>
            <a:spLocks xmlns:a="http://schemas.openxmlformats.org/drawingml/2006/main" noGrp="1"/>
          </p:cNvSpPr>
          <p:nvPr/>
        </p:nvSpPr>
        <p:spPr>
          <a:xfrm xmlns:a="http://schemas.openxmlformats.org/drawingml/2006/main">
            <a:off x="2910902" y="275415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BE4F1"/>
          </a:solidFill>
          <a:ln xmlns:a="http://schemas.openxmlformats.org/drawingml/2006/main" w="2125">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4DD0B0D0-31AC-423F-A45C-B3192B701696}"/>
              </a:ext>
            </a:extLst>
          </p:cNvPr>
          <p:cNvSpPr>
            <a:spLocks xmlns:a="http://schemas.openxmlformats.org/drawingml/2006/main" noGrp="1"/>
          </p:cNvSpPr>
          <p:nvPr/>
        </p:nvSpPr>
        <p:spPr>
          <a:xfrm xmlns:a="http://schemas.openxmlformats.org/drawingml/2006/main">
            <a:off x="3277800"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BE4F1"/>
          </a:solidFill>
          <a:ln xmlns:a="http://schemas.openxmlformats.org/drawingml/2006/main" w="2125">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85547644-0BF3-4A8A-BA72-3B145420389B}"/>
              </a:ext>
            </a:extLst>
          </p:cNvPr>
          <p:cNvSpPr>
            <a:spLocks xmlns:a="http://schemas.openxmlformats.org/drawingml/2006/main" noGrp="1"/>
          </p:cNvSpPr>
          <p:nvPr/>
        </p:nvSpPr>
        <p:spPr>
          <a:xfrm xmlns:a="http://schemas.openxmlformats.org/drawingml/2006/main">
            <a:off x="4084975"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BE4F1"/>
          </a:solidFill>
          <a:ln xmlns:a="http://schemas.openxmlformats.org/drawingml/2006/main" w="2125">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00F6673B-4E7F-4287-9693-331DC5232D2C}"/>
              </a:ext>
            </a:extLst>
          </p:cNvPr>
          <p:cNvSpPr>
            <a:spLocks xmlns:a="http://schemas.openxmlformats.org/drawingml/2006/main" noGrp="1"/>
          </p:cNvSpPr>
          <p:nvPr/>
        </p:nvSpPr>
        <p:spPr>
          <a:xfrm xmlns:a="http://schemas.openxmlformats.org/drawingml/2006/main">
            <a:off x="4451873" y="3640637"/>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BE4F1"/>
          </a:solidFill>
          <a:ln xmlns:a="http://schemas.openxmlformats.org/drawingml/2006/main" w="2125">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1882C885-C016-4206-86CD-2C0A46789301}"/>
              </a:ext>
            </a:extLst>
          </p:cNvPr>
          <p:cNvSpPr>
            <a:spLocks xmlns:a="http://schemas.openxmlformats.org/drawingml/2006/main" noGrp="1"/>
          </p:cNvSpPr>
          <p:nvPr/>
        </p:nvSpPr>
        <p:spPr>
          <a:xfrm xmlns:a="http://schemas.openxmlformats.org/drawingml/2006/main">
            <a:off x="3131041" y="268027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AE3F0"/>
          </a:solidFill>
          <a:ln xmlns:a="http://schemas.openxmlformats.org/drawingml/2006/main" w="2125">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87FF4F31-0648-4B6F-82BB-46F67401F726}"/>
              </a:ext>
            </a:extLst>
          </p:cNvPr>
          <p:cNvSpPr>
            <a:spLocks xmlns:a="http://schemas.openxmlformats.org/drawingml/2006/main" noGrp="1"/>
          </p:cNvSpPr>
          <p:nvPr/>
        </p:nvSpPr>
        <p:spPr>
          <a:xfrm xmlns:a="http://schemas.openxmlformats.org/drawingml/2006/main">
            <a:off x="3351180" y="28280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AE3F0"/>
          </a:solidFill>
          <a:ln xmlns:a="http://schemas.openxmlformats.org/drawingml/2006/main" w="2125">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50161502-CF96-4737-AA5A-FB534B7B7713}"/>
              </a:ext>
            </a:extLst>
          </p:cNvPr>
          <p:cNvSpPr>
            <a:spLocks xmlns:a="http://schemas.openxmlformats.org/drawingml/2006/main" noGrp="1"/>
          </p:cNvSpPr>
          <p:nvPr/>
        </p:nvSpPr>
        <p:spPr>
          <a:xfrm xmlns:a="http://schemas.openxmlformats.org/drawingml/2006/main">
            <a:off x="3938216" y="3123521"/>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AE3F0"/>
          </a:solidFill>
          <a:ln xmlns:a="http://schemas.openxmlformats.org/drawingml/2006/main" w="2125">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811C53AD-9335-450B-950C-DFC5DA16AE20}"/>
              </a:ext>
            </a:extLst>
          </p:cNvPr>
          <p:cNvSpPr>
            <a:spLocks xmlns:a="http://schemas.openxmlformats.org/drawingml/2006/main" noGrp="1"/>
          </p:cNvSpPr>
          <p:nvPr/>
        </p:nvSpPr>
        <p:spPr>
          <a:xfrm xmlns:a="http://schemas.openxmlformats.org/drawingml/2006/main">
            <a:off x="4011596"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9E2F0"/>
          </a:solidFill>
          <a:ln xmlns:a="http://schemas.openxmlformats.org/drawingml/2006/main" w="2125">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A6BA66F3-4AB0-4F1A-803A-FAAAFE86A88B}"/>
              </a:ext>
            </a:extLst>
          </p:cNvPr>
          <p:cNvSpPr>
            <a:spLocks xmlns:a="http://schemas.openxmlformats.org/drawingml/2006/main" noGrp="1"/>
          </p:cNvSpPr>
          <p:nvPr/>
        </p:nvSpPr>
        <p:spPr>
          <a:xfrm xmlns:a="http://schemas.openxmlformats.org/drawingml/2006/main">
            <a:off x="4158355"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8E1EF"/>
          </a:solidFill>
          <a:ln xmlns:a="http://schemas.openxmlformats.org/drawingml/2006/main" w="2125">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7AA23EF1-E711-4A9F-B9B3-3ED55E54614D}"/>
              </a:ext>
            </a:extLst>
          </p:cNvPr>
          <p:cNvSpPr>
            <a:spLocks xmlns:a="http://schemas.openxmlformats.org/drawingml/2006/main" noGrp="1"/>
          </p:cNvSpPr>
          <p:nvPr/>
        </p:nvSpPr>
        <p:spPr>
          <a:xfrm xmlns:a="http://schemas.openxmlformats.org/drawingml/2006/main">
            <a:off x="2837523" y="275415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8E1EF"/>
          </a:solidFill>
          <a:ln xmlns:a="http://schemas.openxmlformats.org/drawingml/2006/main" w="2125">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367678CB-5160-4878-983E-D9E2B36AC882}"/>
              </a:ext>
            </a:extLst>
          </p:cNvPr>
          <p:cNvSpPr>
            <a:spLocks xmlns:a="http://schemas.openxmlformats.org/drawingml/2006/main" noGrp="1"/>
          </p:cNvSpPr>
          <p:nvPr/>
        </p:nvSpPr>
        <p:spPr>
          <a:xfrm xmlns:a="http://schemas.openxmlformats.org/drawingml/2006/main">
            <a:off x="3644698"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8E1EF"/>
          </a:solidFill>
          <a:ln xmlns:a="http://schemas.openxmlformats.org/drawingml/2006/main" w="2125">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6AA85383-0DD6-4297-9D95-A5E19155402E}"/>
              </a:ext>
            </a:extLst>
          </p:cNvPr>
          <p:cNvSpPr>
            <a:spLocks xmlns:a="http://schemas.openxmlformats.org/drawingml/2006/main" noGrp="1"/>
          </p:cNvSpPr>
          <p:nvPr/>
        </p:nvSpPr>
        <p:spPr>
          <a:xfrm xmlns:a="http://schemas.openxmlformats.org/drawingml/2006/main">
            <a:off x="2030348"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7E0EF"/>
          </a:solidFill>
          <a:ln xmlns:a="http://schemas.openxmlformats.org/drawingml/2006/main" w="2125">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56DA7CEC-3139-4A96-B692-A955812B10A7}"/>
              </a:ext>
            </a:extLst>
          </p:cNvPr>
          <p:cNvSpPr>
            <a:spLocks xmlns:a="http://schemas.openxmlformats.org/drawingml/2006/main" noGrp="1"/>
          </p:cNvSpPr>
          <p:nvPr/>
        </p:nvSpPr>
        <p:spPr>
          <a:xfrm xmlns:a="http://schemas.openxmlformats.org/drawingml/2006/main">
            <a:off x="2690764"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6E0EF"/>
          </a:solidFill>
          <a:ln xmlns:a="http://schemas.openxmlformats.org/drawingml/2006/main" w="2125">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3883E87E-B66E-4A71-BD4A-42B7D389B81D}"/>
              </a:ext>
            </a:extLst>
          </p:cNvPr>
          <p:cNvSpPr>
            <a:spLocks xmlns:a="http://schemas.openxmlformats.org/drawingml/2006/main" noGrp="1"/>
          </p:cNvSpPr>
          <p:nvPr/>
        </p:nvSpPr>
        <p:spPr>
          <a:xfrm xmlns:a="http://schemas.openxmlformats.org/drawingml/2006/main">
            <a:off x="1810209"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6E0EE"/>
          </a:solidFill>
          <a:ln xmlns:a="http://schemas.openxmlformats.org/drawingml/2006/main" w="2125">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830F8A4E-958F-4595-A34E-FE095E7058AE}"/>
              </a:ext>
            </a:extLst>
          </p:cNvPr>
          <p:cNvSpPr>
            <a:spLocks xmlns:a="http://schemas.openxmlformats.org/drawingml/2006/main" noGrp="1"/>
          </p:cNvSpPr>
          <p:nvPr/>
        </p:nvSpPr>
        <p:spPr>
          <a:xfrm xmlns:a="http://schemas.openxmlformats.org/drawingml/2006/main">
            <a:off x="3351180"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5DFEE"/>
          </a:solidFill>
          <a:ln xmlns:a="http://schemas.openxmlformats.org/drawingml/2006/main" w="2125">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A5F125FE-72FC-4721-944D-8B3115673726}"/>
              </a:ext>
            </a:extLst>
          </p:cNvPr>
          <p:cNvSpPr>
            <a:spLocks xmlns:a="http://schemas.openxmlformats.org/drawingml/2006/main" noGrp="1"/>
          </p:cNvSpPr>
          <p:nvPr/>
        </p:nvSpPr>
        <p:spPr>
          <a:xfrm xmlns:a="http://schemas.openxmlformats.org/drawingml/2006/main">
            <a:off x="3938216"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5DFEE"/>
          </a:solidFill>
          <a:ln xmlns:a="http://schemas.openxmlformats.org/drawingml/2006/main" w="2125">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9A806FEC-B338-4AA8-BE89-3ACBB63CF89B}"/>
              </a:ext>
            </a:extLst>
          </p:cNvPr>
          <p:cNvSpPr>
            <a:spLocks xmlns:a="http://schemas.openxmlformats.org/drawingml/2006/main" noGrp="1"/>
          </p:cNvSpPr>
          <p:nvPr/>
        </p:nvSpPr>
        <p:spPr>
          <a:xfrm xmlns:a="http://schemas.openxmlformats.org/drawingml/2006/main">
            <a:off x="3424559"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5DFEE"/>
          </a:solidFill>
          <a:ln xmlns:a="http://schemas.openxmlformats.org/drawingml/2006/main" w="2125">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06D8119A-7D7F-48C6-B702-69CA5B039EBF}"/>
              </a:ext>
            </a:extLst>
          </p:cNvPr>
          <p:cNvSpPr>
            <a:spLocks xmlns:a="http://schemas.openxmlformats.org/drawingml/2006/main" noGrp="1"/>
          </p:cNvSpPr>
          <p:nvPr/>
        </p:nvSpPr>
        <p:spPr>
          <a:xfrm xmlns:a="http://schemas.openxmlformats.org/drawingml/2006/main">
            <a:off x="3204421"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4DEEE"/>
          </a:solidFill>
          <a:ln xmlns:a="http://schemas.openxmlformats.org/drawingml/2006/main" w="2125">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8617300C-458C-490E-BB0E-B6AEFE09B12B}"/>
              </a:ext>
            </a:extLst>
          </p:cNvPr>
          <p:cNvSpPr>
            <a:spLocks xmlns:a="http://schemas.openxmlformats.org/drawingml/2006/main" noGrp="1"/>
          </p:cNvSpPr>
          <p:nvPr/>
        </p:nvSpPr>
        <p:spPr>
          <a:xfrm xmlns:a="http://schemas.openxmlformats.org/drawingml/2006/main">
            <a:off x="3204421"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4DEEE"/>
          </a:solidFill>
          <a:ln xmlns:a="http://schemas.openxmlformats.org/drawingml/2006/main" w="2125">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D79E2392-898F-4B67-B8AA-61561BC57FAF}"/>
              </a:ext>
            </a:extLst>
          </p:cNvPr>
          <p:cNvSpPr>
            <a:spLocks xmlns:a="http://schemas.openxmlformats.org/drawingml/2006/main" noGrp="1"/>
          </p:cNvSpPr>
          <p:nvPr/>
        </p:nvSpPr>
        <p:spPr>
          <a:xfrm xmlns:a="http://schemas.openxmlformats.org/drawingml/2006/main">
            <a:off x="3791457"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4DEEE"/>
          </a:solidFill>
          <a:ln xmlns:a="http://schemas.openxmlformats.org/drawingml/2006/main" w="2125">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33B3650C-27EC-4AD6-A654-978B495A30D6}"/>
              </a:ext>
            </a:extLst>
          </p:cNvPr>
          <p:cNvSpPr>
            <a:spLocks xmlns:a="http://schemas.openxmlformats.org/drawingml/2006/main" noGrp="1"/>
          </p:cNvSpPr>
          <p:nvPr/>
        </p:nvSpPr>
        <p:spPr>
          <a:xfrm xmlns:a="http://schemas.openxmlformats.org/drawingml/2006/main">
            <a:off x="4598632"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4DEEE"/>
          </a:solidFill>
          <a:ln xmlns:a="http://schemas.openxmlformats.org/drawingml/2006/main" w="2125">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D494EDC7-F170-48AE-9FC2-1285E07BC244}"/>
              </a:ext>
            </a:extLst>
          </p:cNvPr>
          <p:cNvSpPr>
            <a:spLocks xmlns:a="http://schemas.openxmlformats.org/drawingml/2006/main" noGrp="1"/>
          </p:cNvSpPr>
          <p:nvPr/>
        </p:nvSpPr>
        <p:spPr>
          <a:xfrm xmlns:a="http://schemas.openxmlformats.org/drawingml/2006/main">
            <a:off x="3131041" y="4010005"/>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4DEEE"/>
          </a:solidFill>
          <a:ln xmlns:a="http://schemas.openxmlformats.org/drawingml/2006/main" w="2125">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F9F083BC-8455-48E7-9A65-99711D8376E7}"/>
              </a:ext>
            </a:extLst>
          </p:cNvPr>
          <p:cNvSpPr>
            <a:spLocks xmlns:a="http://schemas.openxmlformats.org/drawingml/2006/main" noGrp="1"/>
          </p:cNvSpPr>
          <p:nvPr/>
        </p:nvSpPr>
        <p:spPr>
          <a:xfrm xmlns:a="http://schemas.openxmlformats.org/drawingml/2006/main">
            <a:off x="4158355"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3DEED"/>
          </a:solidFill>
          <a:ln xmlns:a="http://schemas.openxmlformats.org/drawingml/2006/main" w="2125">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E3E92E07-47B8-406F-8ACD-9DEB090BBACC}"/>
              </a:ext>
            </a:extLst>
          </p:cNvPr>
          <p:cNvSpPr>
            <a:spLocks xmlns:a="http://schemas.openxmlformats.org/drawingml/2006/main" noGrp="1"/>
          </p:cNvSpPr>
          <p:nvPr/>
        </p:nvSpPr>
        <p:spPr>
          <a:xfrm xmlns:a="http://schemas.openxmlformats.org/drawingml/2006/main">
            <a:off x="2910902"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2DDED"/>
          </a:solidFill>
          <a:ln xmlns:a="http://schemas.openxmlformats.org/drawingml/2006/main" w="2125">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3DC72489-90E8-4F8B-8C0F-DD5255CA5872}"/>
              </a:ext>
            </a:extLst>
          </p:cNvPr>
          <p:cNvSpPr>
            <a:spLocks xmlns:a="http://schemas.openxmlformats.org/drawingml/2006/main" noGrp="1"/>
          </p:cNvSpPr>
          <p:nvPr/>
        </p:nvSpPr>
        <p:spPr>
          <a:xfrm xmlns:a="http://schemas.openxmlformats.org/drawingml/2006/main">
            <a:off x="3204421" y="415775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2DDED"/>
          </a:solidFill>
          <a:ln xmlns:a="http://schemas.openxmlformats.org/drawingml/2006/main" w="2125">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6BB2F5E7-66DA-459F-95E7-9D4B5CA66F43}"/>
              </a:ext>
            </a:extLst>
          </p:cNvPr>
          <p:cNvSpPr>
            <a:spLocks xmlns:a="http://schemas.openxmlformats.org/drawingml/2006/main" noGrp="1"/>
          </p:cNvSpPr>
          <p:nvPr/>
        </p:nvSpPr>
        <p:spPr>
          <a:xfrm xmlns:a="http://schemas.openxmlformats.org/drawingml/2006/main">
            <a:off x="2617384"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2DCED"/>
          </a:solidFill>
          <a:ln xmlns:a="http://schemas.openxmlformats.org/drawingml/2006/main" w="2125">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D31415C5-033A-4E6C-A2F5-60984DE4D5D7}"/>
              </a:ext>
            </a:extLst>
          </p:cNvPr>
          <p:cNvSpPr>
            <a:spLocks xmlns:a="http://schemas.openxmlformats.org/drawingml/2006/main" noGrp="1"/>
          </p:cNvSpPr>
          <p:nvPr/>
        </p:nvSpPr>
        <p:spPr>
          <a:xfrm xmlns:a="http://schemas.openxmlformats.org/drawingml/2006/main">
            <a:off x="4084975"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2DCED"/>
          </a:solidFill>
          <a:ln xmlns:a="http://schemas.openxmlformats.org/drawingml/2006/main" w="2125">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0343B4CA-F6CE-4C21-89D9-B4CAEF027C6B}"/>
              </a:ext>
            </a:extLst>
          </p:cNvPr>
          <p:cNvSpPr>
            <a:spLocks xmlns:a="http://schemas.openxmlformats.org/drawingml/2006/main" noGrp="1"/>
          </p:cNvSpPr>
          <p:nvPr/>
        </p:nvSpPr>
        <p:spPr>
          <a:xfrm xmlns:a="http://schemas.openxmlformats.org/drawingml/2006/main">
            <a:off x="3644698"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D1DCEC"/>
          </a:solidFill>
          <a:ln xmlns:a="http://schemas.openxmlformats.org/drawingml/2006/main" w="2125">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1110EB2B-B501-405D-9B4E-4434D60D3671}"/>
              </a:ext>
            </a:extLst>
          </p:cNvPr>
          <p:cNvSpPr>
            <a:spLocks xmlns:a="http://schemas.openxmlformats.org/drawingml/2006/main" noGrp="1"/>
          </p:cNvSpPr>
          <p:nvPr/>
        </p:nvSpPr>
        <p:spPr>
          <a:xfrm xmlns:a="http://schemas.openxmlformats.org/drawingml/2006/main">
            <a:off x="2617384"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EDAEB"/>
          </a:solidFill>
          <a:ln xmlns:a="http://schemas.openxmlformats.org/drawingml/2006/main" w="2125">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EA130401-C83C-4FA9-A0FD-212525A55862}"/>
              </a:ext>
            </a:extLst>
          </p:cNvPr>
          <p:cNvSpPr>
            <a:spLocks xmlns:a="http://schemas.openxmlformats.org/drawingml/2006/main" noGrp="1"/>
          </p:cNvSpPr>
          <p:nvPr/>
        </p:nvSpPr>
        <p:spPr>
          <a:xfrm xmlns:a="http://schemas.openxmlformats.org/drawingml/2006/main">
            <a:off x="4231734"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ED9EB"/>
          </a:solidFill>
          <a:ln xmlns:a="http://schemas.openxmlformats.org/drawingml/2006/main" w="2125">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80F0FB3B-E662-4A52-9395-C5A1668463CB}"/>
              </a:ext>
            </a:extLst>
          </p:cNvPr>
          <p:cNvSpPr>
            <a:spLocks xmlns:a="http://schemas.openxmlformats.org/drawingml/2006/main" noGrp="1"/>
          </p:cNvSpPr>
          <p:nvPr/>
        </p:nvSpPr>
        <p:spPr>
          <a:xfrm xmlns:a="http://schemas.openxmlformats.org/drawingml/2006/main">
            <a:off x="3644698"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ED9EB"/>
          </a:solidFill>
          <a:ln xmlns:a="http://schemas.openxmlformats.org/drawingml/2006/main" w="2125">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3907F6A1-485B-46C0-A720-285E17522605}"/>
              </a:ext>
            </a:extLst>
          </p:cNvPr>
          <p:cNvSpPr>
            <a:spLocks xmlns:a="http://schemas.openxmlformats.org/drawingml/2006/main" noGrp="1"/>
          </p:cNvSpPr>
          <p:nvPr/>
        </p:nvSpPr>
        <p:spPr>
          <a:xfrm xmlns:a="http://schemas.openxmlformats.org/drawingml/2006/main">
            <a:off x="3351180"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DD9EB"/>
          </a:solidFill>
          <a:ln xmlns:a="http://schemas.openxmlformats.org/drawingml/2006/main" w="2125">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D300CE6F-62D8-4A8E-BB9D-FB685D726D53}"/>
              </a:ext>
            </a:extLst>
          </p:cNvPr>
          <p:cNvSpPr>
            <a:spLocks xmlns:a="http://schemas.openxmlformats.org/drawingml/2006/main" noGrp="1"/>
          </p:cNvSpPr>
          <p:nvPr/>
        </p:nvSpPr>
        <p:spPr>
          <a:xfrm xmlns:a="http://schemas.openxmlformats.org/drawingml/2006/main">
            <a:off x="4231734"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BD7EA"/>
          </a:solidFill>
          <a:ln xmlns:a="http://schemas.openxmlformats.org/drawingml/2006/main" w="2125">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D32460BD-7991-49CB-93C6-B9F6BDC5D027}"/>
              </a:ext>
            </a:extLst>
          </p:cNvPr>
          <p:cNvSpPr>
            <a:spLocks xmlns:a="http://schemas.openxmlformats.org/drawingml/2006/main" noGrp="1"/>
          </p:cNvSpPr>
          <p:nvPr/>
        </p:nvSpPr>
        <p:spPr>
          <a:xfrm xmlns:a="http://schemas.openxmlformats.org/drawingml/2006/main">
            <a:off x="2177107"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AD6EA"/>
          </a:solidFill>
          <a:ln xmlns:a="http://schemas.openxmlformats.org/drawingml/2006/main" w="2125">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9CC61F06-2875-40B8-BCDE-C3E9C7E66C61}"/>
              </a:ext>
            </a:extLst>
          </p:cNvPr>
          <p:cNvSpPr>
            <a:spLocks xmlns:a="http://schemas.openxmlformats.org/drawingml/2006/main" noGrp="1"/>
          </p:cNvSpPr>
          <p:nvPr/>
        </p:nvSpPr>
        <p:spPr>
          <a:xfrm xmlns:a="http://schemas.openxmlformats.org/drawingml/2006/main">
            <a:off x="3204421"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9D6E9"/>
          </a:solidFill>
          <a:ln xmlns:a="http://schemas.openxmlformats.org/drawingml/2006/main" w="2125">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C46014ED-54D6-45EB-A662-FE274059BEF4}"/>
              </a:ext>
            </a:extLst>
          </p:cNvPr>
          <p:cNvSpPr>
            <a:spLocks xmlns:a="http://schemas.openxmlformats.org/drawingml/2006/main" noGrp="1"/>
          </p:cNvSpPr>
          <p:nvPr/>
        </p:nvSpPr>
        <p:spPr>
          <a:xfrm xmlns:a="http://schemas.openxmlformats.org/drawingml/2006/main">
            <a:off x="3791457"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9D6E9"/>
          </a:solidFill>
          <a:ln xmlns:a="http://schemas.openxmlformats.org/drawingml/2006/main" w="2125">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6C152DDC-F8CF-4E7C-98C2-67B929223CBF}"/>
              </a:ext>
            </a:extLst>
          </p:cNvPr>
          <p:cNvSpPr>
            <a:spLocks xmlns:a="http://schemas.openxmlformats.org/drawingml/2006/main" noGrp="1"/>
          </p:cNvSpPr>
          <p:nvPr/>
        </p:nvSpPr>
        <p:spPr>
          <a:xfrm xmlns:a="http://schemas.openxmlformats.org/drawingml/2006/main">
            <a:off x="2544005"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8D5E9"/>
          </a:solidFill>
          <a:ln xmlns:a="http://schemas.openxmlformats.org/drawingml/2006/main" w="2125">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29EF2E0C-74D1-4C38-865D-AA02395D8492}"/>
              </a:ext>
            </a:extLst>
          </p:cNvPr>
          <p:cNvSpPr>
            <a:spLocks xmlns:a="http://schemas.openxmlformats.org/drawingml/2006/main" noGrp="1"/>
          </p:cNvSpPr>
          <p:nvPr/>
        </p:nvSpPr>
        <p:spPr>
          <a:xfrm xmlns:a="http://schemas.openxmlformats.org/drawingml/2006/main">
            <a:off x="2910902" y="290190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7D4E8"/>
          </a:solidFill>
          <a:ln xmlns:a="http://schemas.openxmlformats.org/drawingml/2006/main" w="2125">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98784716-4F1E-4813-98AB-4A1F229EA026}"/>
              </a:ext>
            </a:extLst>
          </p:cNvPr>
          <p:cNvSpPr>
            <a:spLocks xmlns:a="http://schemas.openxmlformats.org/drawingml/2006/main" noGrp="1"/>
          </p:cNvSpPr>
          <p:nvPr/>
        </p:nvSpPr>
        <p:spPr>
          <a:xfrm xmlns:a="http://schemas.openxmlformats.org/drawingml/2006/main">
            <a:off x="4158355"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6D3E8"/>
          </a:solidFill>
          <a:ln xmlns:a="http://schemas.openxmlformats.org/drawingml/2006/main" w="2125">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BB091E65-6717-453B-B506-047DDA6E44B4}"/>
              </a:ext>
            </a:extLst>
          </p:cNvPr>
          <p:cNvSpPr>
            <a:spLocks xmlns:a="http://schemas.openxmlformats.org/drawingml/2006/main" noGrp="1"/>
          </p:cNvSpPr>
          <p:nvPr/>
        </p:nvSpPr>
        <p:spPr>
          <a:xfrm xmlns:a="http://schemas.openxmlformats.org/drawingml/2006/main">
            <a:off x="2103727"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5D3E8"/>
          </a:solidFill>
          <a:ln xmlns:a="http://schemas.openxmlformats.org/drawingml/2006/main" w="2125">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BC5412D7-3541-4375-80A4-2B9C9274433A}"/>
              </a:ext>
            </a:extLst>
          </p:cNvPr>
          <p:cNvSpPr>
            <a:spLocks xmlns:a="http://schemas.openxmlformats.org/drawingml/2006/main" noGrp="1"/>
          </p:cNvSpPr>
          <p:nvPr/>
        </p:nvSpPr>
        <p:spPr>
          <a:xfrm xmlns:a="http://schemas.openxmlformats.org/drawingml/2006/main">
            <a:off x="1956968"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4D2E7"/>
          </a:solidFill>
          <a:ln xmlns:a="http://schemas.openxmlformats.org/drawingml/2006/main" w="2125">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FB5984B3-0FEA-49B7-8D7F-B407E5800ADE}"/>
              </a:ext>
            </a:extLst>
          </p:cNvPr>
          <p:cNvSpPr>
            <a:spLocks xmlns:a="http://schemas.openxmlformats.org/drawingml/2006/main" noGrp="1"/>
          </p:cNvSpPr>
          <p:nvPr/>
        </p:nvSpPr>
        <p:spPr>
          <a:xfrm xmlns:a="http://schemas.openxmlformats.org/drawingml/2006/main">
            <a:off x="3571318"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4D2E7"/>
          </a:solidFill>
          <a:ln xmlns:a="http://schemas.openxmlformats.org/drawingml/2006/main" w="2125">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FB9A9BFB-B36E-48B0-B5DF-A78FEA13A4C5}"/>
              </a:ext>
            </a:extLst>
          </p:cNvPr>
          <p:cNvSpPr>
            <a:spLocks xmlns:a="http://schemas.openxmlformats.org/drawingml/2006/main" noGrp="1"/>
          </p:cNvSpPr>
          <p:nvPr/>
        </p:nvSpPr>
        <p:spPr>
          <a:xfrm xmlns:a="http://schemas.openxmlformats.org/drawingml/2006/main">
            <a:off x="3791457" y="349288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4D2E7"/>
          </a:solidFill>
          <a:ln xmlns:a="http://schemas.openxmlformats.org/drawingml/2006/main" w="2125">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6629A1EF-C986-424E-AC68-1DC856F3C139}"/>
              </a:ext>
            </a:extLst>
          </p:cNvPr>
          <p:cNvSpPr>
            <a:spLocks xmlns:a="http://schemas.openxmlformats.org/drawingml/2006/main" noGrp="1"/>
          </p:cNvSpPr>
          <p:nvPr/>
        </p:nvSpPr>
        <p:spPr>
          <a:xfrm xmlns:a="http://schemas.openxmlformats.org/drawingml/2006/main">
            <a:off x="3864836"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C0CFE6"/>
          </a:solidFill>
          <a:ln xmlns:a="http://schemas.openxmlformats.org/drawingml/2006/main" w="2125">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0BFF14F3-7080-4B37-915C-1E35D26C6AEA}"/>
              </a:ext>
            </a:extLst>
          </p:cNvPr>
          <p:cNvSpPr>
            <a:spLocks xmlns:a="http://schemas.openxmlformats.org/drawingml/2006/main" noGrp="1"/>
          </p:cNvSpPr>
          <p:nvPr/>
        </p:nvSpPr>
        <p:spPr>
          <a:xfrm xmlns:a="http://schemas.openxmlformats.org/drawingml/2006/main">
            <a:off x="3057661"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FCEE5"/>
          </a:solidFill>
          <a:ln xmlns:a="http://schemas.openxmlformats.org/drawingml/2006/main" w="2125">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10F518F3-3118-4C31-9CF2-1018BE686D67}"/>
              </a:ext>
            </a:extLst>
          </p:cNvPr>
          <p:cNvSpPr>
            <a:spLocks xmlns:a="http://schemas.openxmlformats.org/drawingml/2006/main" noGrp="1"/>
          </p:cNvSpPr>
          <p:nvPr/>
        </p:nvSpPr>
        <p:spPr>
          <a:xfrm xmlns:a="http://schemas.openxmlformats.org/drawingml/2006/main">
            <a:off x="3351180"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FCEE5"/>
          </a:solidFill>
          <a:ln xmlns:a="http://schemas.openxmlformats.org/drawingml/2006/main" w="2125">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2A6B5995-FBC9-47FE-9549-78ECA599DDD5}"/>
              </a:ext>
            </a:extLst>
          </p:cNvPr>
          <p:cNvSpPr>
            <a:spLocks xmlns:a="http://schemas.openxmlformats.org/drawingml/2006/main" noGrp="1"/>
          </p:cNvSpPr>
          <p:nvPr/>
        </p:nvSpPr>
        <p:spPr>
          <a:xfrm xmlns:a="http://schemas.openxmlformats.org/drawingml/2006/main">
            <a:off x="3057661" y="268027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ECDE5"/>
          </a:solidFill>
          <a:ln xmlns:a="http://schemas.openxmlformats.org/drawingml/2006/main" w="2125">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F46D7CED-BD25-4C0E-AC2C-EB1FAB01557E}"/>
              </a:ext>
            </a:extLst>
          </p:cNvPr>
          <p:cNvSpPr>
            <a:spLocks xmlns:a="http://schemas.openxmlformats.org/drawingml/2006/main" noGrp="1"/>
          </p:cNvSpPr>
          <p:nvPr/>
        </p:nvSpPr>
        <p:spPr>
          <a:xfrm xmlns:a="http://schemas.openxmlformats.org/drawingml/2006/main">
            <a:off x="4378493"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DCDE5"/>
          </a:solidFill>
          <a:ln xmlns:a="http://schemas.openxmlformats.org/drawingml/2006/main" w="2125">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19E36CDC-7FA1-44E1-BB08-48F84338DC66}"/>
              </a:ext>
            </a:extLst>
          </p:cNvPr>
          <p:cNvSpPr>
            <a:spLocks xmlns:a="http://schemas.openxmlformats.org/drawingml/2006/main" noGrp="1"/>
          </p:cNvSpPr>
          <p:nvPr/>
        </p:nvSpPr>
        <p:spPr>
          <a:xfrm xmlns:a="http://schemas.openxmlformats.org/drawingml/2006/main">
            <a:off x="3497939" y="423162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DCDE4"/>
          </a:solidFill>
          <a:ln xmlns:a="http://schemas.openxmlformats.org/drawingml/2006/main" w="2125">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895693DD-FA9A-418E-8346-1B97A3A4E790}"/>
              </a:ext>
            </a:extLst>
          </p:cNvPr>
          <p:cNvSpPr>
            <a:spLocks xmlns:a="http://schemas.openxmlformats.org/drawingml/2006/main" noGrp="1"/>
          </p:cNvSpPr>
          <p:nvPr/>
        </p:nvSpPr>
        <p:spPr>
          <a:xfrm xmlns:a="http://schemas.openxmlformats.org/drawingml/2006/main">
            <a:off x="3131041" y="4083879"/>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BCBE4"/>
          </a:solidFill>
          <a:ln xmlns:a="http://schemas.openxmlformats.org/drawingml/2006/main" w="2125">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7AE6449D-A293-4448-9583-58D0D5DDE2DB}"/>
              </a:ext>
            </a:extLst>
          </p:cNvPr>
          <p:cNvSpPr>
            <a:spLocks xmlns:a="http://schemas.openxmlformats.org/drawingml/2006/main" noGrp="1"/>
          </p:cNvSpPr>
          <p:nvPr/>
        </p:nvSpPr>
        <p:spPr>
          <a:xfrm xmlns:a="http://schemas.openxmlformats.org/drawingml/2006/main">
            <a:off x="3277800"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BCBE3"/>
          </a:solidFill>
          <a:ln xmlns:a="http://schemas.openxmlformats.org/drawingml/2006/main" w="2125">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A63A5A74-A603-4D90-8375-5A8D007A55AD}"/>
              </a:ext>
            </a:extLst>
          </p:cNvPr>
          <p:cNvSpPr>
            <a:spLocks xmlns:a="http://schemas.openxmlformats.org/drawingml/2006/main" noGrp="1"/>
          </p:cNvSpPr>
          <p:nvPr/>
        </p:nvSpPr>
        <p:spPr>
          <a:xfrm xmlns:a="http://schemas.openxmlformats.org/drawingml/2006/main">
            <a:off x="2764143" y="334514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9CAE3"/>
          </a:solidFill>
          <a:ln xmlns:a="http://schemas.openxmlformats.org/drawingml/2006/main" w="2125">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ADB6BAD7-784E-40D2-87C3-D56A13BD4BFC}"/>
              </a:ext>
            </a:extLst>
          </p:cNvPr>
          <p:cNvSpPr>
            <a:spLocks xmlns:a="http://schemas.openxmlformats.org/drawingml/2006/main" noGrp="1"/>
          </p:cNvSpPr>
          <p:nvPr/>
        </p:nvSpPr>
        <p:spPr>
          <a:xfrm xmlns:a="http://schemas.openxmlformats.org/drawingml/2006/main">
            <a:off x="3057661"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9CAE3"/>
          </a:solidFill>
          <a:ln xmlns:a="http://schemas.openxmlformats.org/drawingml/2006/main" w="2125">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01393DB4-CC56-4F18-BBC9-ED952246657B}"/>
              </a:ext>
            </a:extLst>
          </p:cNvPr>
          <p:cNvSpPr>
            <a:spLocks xmlns:a="http://schemas.openxmlformats.org/drawingml/2006/main" noGrp="1"/>
          </p:cNvSpPr>
          <p:nvPr/>
        </p:nvSpPr>
        <p:spPr>
          <a:xfrm xmlns:a="http://schemas.openxmlformats.org/drawingml/2006/main">
            <a:off x="3424559" y="327126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B4C6E1"/>
          </a:solidFill>
          <a:ln xmlns:a="http://schemas.openxmlformats.org/drawingml/2006/main" w="2125">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47B40B1A-3DF2-4FF5-8708-4347EA7C22AD}"/>
              </a:ext>
            </a:extLst>
          </p:cNvPr>
          <p:cNvSpPr>
            <a:spLocks xmlns:a="http://schemas.openxmlformats.org/drawingml/2006/main" noGrp="1"/>
          </p:cNvSpPr>
          <p:nvPr/>
        </p:nvSpPr>
        <p:spPr>
          <a:xfrm xmlns:a="http://schemas.openxmlformats.org/drawingml/2006/main">
            <a:off x="3424559" y="319739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AFC2DF"/>
          </a:solidFill>
          <a:ln xmlns:a="http://schemas.openxmlformats.org/drawingml/2006/main" w="2125">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ADE2523F-FFB4-4958-9F84-E38B22F08B30}"/>
              </a:ext>
            </a:extLst>
          </p:cNvPr>
          <p:cNvSpPr>
            <a:spLocks xmlns:a="http://schemas.openxmlformats.org/drawingml/2006/main" noGrp="1"/>
          </p:cNvSpPr>
          <p:nvPr/>
        </p:nvSpPr>
        <p:spPr>
          <a:xfrm xmlns:a="http://schemas.openxmlformats.org/drawingml/2006/main">
            <a:off x="1736830"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AEC1DE"/>
          </a:solidFill>
          <a:ln xmlns:a="http://schemas.openxmlformats.org/drawingml/2006/main" w="2125">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30AD0D6C-6C06-4C5F-AC3D-9107D0CFE4F9}"/>
              </a:ext>
            </a:extLst>
          </p:cNvPr>
          <p:cNvSpPr>
            <a:spLocks xmlns:a="http://schemas.openxmlformats.org/drawingml/2006/main" noGrp="1"/>
          </p:cNvSpPr>
          <p:nvPr/>
        </p:nvSpPr>
        <p:spPr>
          <a:xfrm xmlns:a="http://schemas.openxmlformats.org/drawingml/2006/main">
            <a:off x="4158355"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AEC1DE"/>
          </a:solidFill>
          <a:ln xmlns:a="http://schemas.openxmlformats.org/drawingml/2006/main" w="2125">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E38A9D02-6B6A-4EC0-BC8A-59C84D5ED85D}"/>
              </a:ext>
            </a:extLst>
          </p:cNvPr>
          <p:cNvSpPr>
            <a:spLocks xmlns:a="http://schemas.openxmlformats.org/drawingml/2006/main" noGrp="1"/>
          </p:cNvSpPr>
          <p:nvPr/>
        </p:nvSpPr>
        <p:spPr>
          <a:xfrm xmlns:a="http://schemas.openxmlformats.org/drawingml/2006/main">
            <a:off x="3424559" y="297577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ADC1DE"/>
          </a:solidFill>
          <a:ln xmlns:a="http://schemas.openxmlformats.org/drawingml/2006/main" w="2125">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5AFA4784-9AFD-46C0-9E43-FB0560D6C7FC}"/>
              </a:ext>
            </a:extLst>
          </p:cNvPr>
          <p:cNvSpPr>
            <a:spLocks xmlns:a="http://schemas.openxmlformats.org/drawingml/2006/main" noGrp="1"/>
          </p:cNvSpPr>
          <p:nvPr/>
        </p:nvSpPr>
        <p:spPr>
          <a:xfrm xmlns:a="http://schemas.openxmlformats.org/drawingml/2006/main">
            <a:off x="3791457"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A5BADB"/>
          </a:solidFill>
          <a:ln xmlns:a="http://schemas.openxmlformats.org/drawingml/2006/main" w="2125">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E128A187-5670-44CC-B3AC-492501EE60EF}"/>
              </a:ext>
            </a:extLst>
          </p:cNvPr>
          <p:cNvSpPr>
            <a:spLocks xmlns:a="http://schemas.openxmlformats.org/drawingml/2006/main" noGrp="1"/>
          </p:cNvSpPr>
          <p:nvPr/>
        </p:nvSpPr>
        <p:spPr>
          <a:xfrm xmlns:a="http://schemas.openxmlformats.org/drawingml/2006/main">
            <a:off x="4084975" y="3566763"/>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A4BADA"/>
          </a:solidFill>
          <a:ln xmlns:a="http://schemas.openxmlformats.org/drawingml/2006/main" w="2125">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A36F6100-FE47-452A-B551-C63AEFA579CC}"/>
              </a:ext>
            </a:extLst>
          </p:cNvPr>
          <p:cNvSpPr>
            <a:spLocks xmlns:a="http://schemas.openxmlformats.org/drawingml/2006/main" noGrp="1"/>
          </p:cNvSpPr>
          <p:nvPr/>
        </p:nvSpPr>
        <p:spPr>
          <a:xfrm xmlns:a="http://schemas.openxmlformats.org/drawingml/2006/main">
            <a:off x="1590070" y="3936132"/>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92ACD3"/>
          </a:solidFill>
          <a:ln xmlns:a="http://schemas.openxmlformats.org/drawingml/2006/main" w="2125">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BCB6D2A9-1218-4382-A37B-14396641EDC8}"/>
              </a:ext>
            </a:extLst>
          </p:cNvPr>
          <p:cNvSpPr>
            <a:spLocks xmlns:a="http://schemas.openxmlformats.org/drawingml/2006/main" noGrp="1"/>
          </p:cNvSpPr>
          <p:nvPr/>
        </p:nvSpPr>
        <p:spPr>
          <a:xfrm xmlns:a="http://schemas.openxmlformats.org/drawingml/2006/main">
            <a:off x="4598632" y="3419016"/>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8DA8D1"/>
          </a:solidFill>
          <a:ln xmlns:a="http://schemas.openxmlformats.org/drawingml/2006/main" w="2125">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A414FDA0-C03A-4FA6-BA82-D0B630A9754E}"/>
              </a:ext>
            </a:extLst>
          </p:cNvPr>
          <p:cNvSpPr>
            <a:spLocks xmlns:a="http://schemas.openxmlformats.org/drawingml/2006/main" noGrp="1"/>
          </p:cNvSpPr>
          <p:nvPr/>
        </p:nvSpPr>
        <p:spPr>
          <a:xfrm xmlns:a="http://schemas.openxmlformats.org/drawingml/2006/main">
            <a:off x="4378493" y="3714510"/>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7F9ECC"/>
          </a:solidFill>
          <a:ln xmlns:a="http://schemas.openxmlformats.org/drawingml/2006/main" w="2125">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5D3A1FFB-372C-4052-8995-53F289FBB767}"/>
              </a:ext>
            </a:extLst>
          </p:cNvPr>
          <p:cNvSpPr>
            <a:spLocks xmlns:a="http://schemas.openxmlformats.org/drawingml/2006/main" noGrp="1"/>
          </p:cNvSpPr>
          <p:nvPr/>
        </p:nvSpPr>
        <p:spPr>
          <a:xfrm xmlns:a="http://schemas.openxmlformats.org/drawingml/2006/main">
            <a:off x="1663450" y="386225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7A99C9"/>
          </a:solidFill>
          <a:ln xmlns:a="http://schemas.openxmlformats.org/drawingml/2006/main" w="2125">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A2FDE9C4-5625-4173-B45B-63CE73B03FF4}"/>
              </a:ext>
            </a:extLst>
          </p:cNvPr>
          <p:cNvSpPr>
            <a:spLocks xmlns:a="http://schemas.openxmlformats.org/drawingml/2006/main" noGrp="1"/>
          </p:cNvSpPr>
          <p:nvPr/>
        </p:nvSpPr>
        <p:spPr>
          <a:xfrm xmlns:a="http://schemas.openxmlformats.org/drawingml/2006/main">
            <a:off x="2984282" y="2680278"/>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7293C6"/>
          </a:solidFill>
          <a:ln xmlns:a="http://schemas.openxmlformats.org/drawingml/2006/main" w="2125">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AD0C230D-3F1E-4C7C-923D-A05CF7D6A5CC}"/>
              </a:ext>
            </a:extLst>
          </p:cNvPr>
          <p:cNvSpPr>
            <a:spLocks xmlns:a="http://schemas.openxmlformats.org/drawingml/2006/main" noGrp="1"/>
          </p:cNvSpPr>
          <p:nvPr/>
        </p:nvSpPr>
        <p:spPr>
          <a:xfrm xmlns:a="http://schemas.openxmlformats.org/drawingml/2006/main">
            <a:off x="4525252" y="3788384"/>
            <a:ext cx="73380" cy="73874"/>
          </a:xfrm>
          <a:custGeom xmlns:a="http://schemas.openxmlformats.org/drawingml/2006/main">
            <a:pathLst>
              <a:path w="98656" h="99320">
                <a:moveTo>
                  <a:pt x="0" y="99320"/>
                </a:moveTo>
                <a:lnTo>
                  <a:pt x="98656" y="99320"/>
                </a:lnTo>
                <a:lnTo>
                  <a:pt x="98656" y="0"/>
                </a:lnTo>
                <a:lnTo>
                  <a:pt x="0" y="0"/>
                </a:lnTo>
                <a:close/>
              </a:path>
            </a:pathLst>
          </a:custGeom>
          <a:solidFill xmlns:a="http://schemas.openxmlformats.org/drawingml/2006/main">
            <a:srgbClr val="6C8FC4"/>
          </a:solidFill>
          <a:ln xmlns:a="http://schemas.openxmlformats.org/drawingml/2006/main" w="2125">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BA4CE989-D205-40E2-BD36-56F83DF58AB2}"/>
              </a:ext>
            </a:extLst>
          </p:cNvPr>
          <p:cNvSpPr>
            <a:spLocks xmlns:a="http://schemas.openxmlformats.org/drawingml/2006/main" noGrp="1"/>
          </p:cNvSpPr>
          <p:nvPr/>
        </p:nvSpPr>
        <p:spPr>
          <a:xfrm xmlns:a="http://schemas.openxmlformats.org/drawingml/2006/main">
            <a:off x="3509794" y="4097105"/>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37" name="Editable chart path">
            <a:extLst xmlns:a="http://schemas.openxmlformats.org/drawingml/2006/main">
              <a:ext uri="{FF2B5EF4-FFF2-40B4-BE49-F238E27FC236}">
                <a16:creationId xmlns:a16="http://schemas.microsoft.com/office/drawing/2014/main" id="{AC1D0899-741B-47CF-90BA-ADA0D6C335AA}"/>
              </a:ext>
            </a:extLst>
          </p:cNvPr>
          <p:cNvSpPr>
            <a:spLocks xmlns:a="http://schemas.openxmlformats.org/drawingml/2006/main" noGrp="1"/>
          </p:cNvSpPr>
          <p:nvPr/>
        </p:nvSpPr>
        <p:spPr>
          <a:xfrm xmlns:a="http://schemas.openxmlformats.org/drawingml/2006/main">
            <a:off x="3362801" y="3950070"/>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38" name="Editable chart path">
            <a:extLst xmlns:a="http://schemas.openxmlformats.org/drawingml/2006/main">
              <a:ext uri="{FF2B5EF4-FFF2-40B4-BE49-F238E27FC236}">
                <a16:creationId xmlns:a16="http://schemas.microsoft.com/office/drawing/2014/main" id="{D4543E76-2D8A-4CEE-951D-414D1D6BEA65}"/>
              </a:ext>
            </a:extLst>
          </p:cNvPr>
          <p:cNvSpPr>
            <a:spLocks xmlns:a="http://schemas.openxmlformats.org/drawingml/2006/main" noGrp="1"/>
          </p:cNvSpPr>
          <p:nvPr/>
        </p:nvSpPr>
        <p:spPr>
          <a:xfrm xmlns:a="http://schemas.openxmlformats.org/drawingml/2006/main">
            <a:off x="3803781" y="3656002"/>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39" name="Editable chart path">
            <a:extLst xmlns:a="http://schemas.openxmlformats.org/drawingml/2006/main">
              <a:ext uri="{FF2B5EF4-FFF2-40B4-BE49-F238E27FC236}">
                <a16:creationId xmlns:a16="http://schemas.microsoft.com/office/drawing/2014/main" id="{45F7060E-7FF2-4F93-8361-ECBCA79F10D6}"/>
              </a:ext>
            </a:extLst>
          </p:cNvPr>
          <p:cNvSpPr>
            <a:spLocks xmlns:a="http://schemas.openxmlformats.org/drawingml/2006/main" noGrp="1"/>
          </p:cNvSpPr>
          <p:nvPr/>
        </p:nvSpPr>
        <p:spPr>
          <a:xfrm xmlns:a="http://schemas.openxmlformats.org/drawingml/2006/main">
            <a:off x="3436297" y="4097105"/>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40" name="Editable chart path">
            <a:extLst xmlns:a="http://schemas.openxmlformats.org/drawingml/2006/main">
              <a:ext uri="{FF2B5EF4-FFF2-40B4-BE49-F238E27FC236}">
                <a16:creationId xmlns:a16="http://schemas.microsoft.com/office/drawing/2014/main" id="{995AC7F9-E036-478C-B970-68E7D0085098}"/>
              </a:ext>
            </a:extLst>
          </p:cNvPr>
          <p:cNvSpPr>
            <a:spLocks xmlns:a="http://schemas.openxmlformats.org/drawingml/2006/main" noGrp="1"/>
          </p:cNvSpPr>
          <p:nvPr/>
        </p:nvSpPr>
        <p:spPr>
          <a:xfrm xmlns:a="http://schemas.openxmlformats.org/drawingml/2006/main">
            <a:off x="2774826" y="2765627"/>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41" name="Editable chart path">
            <a:extLst xmlns:a="http://schemas.openxmlformats.org/drawingml/2006/main">
              <a:ext uri="{FF2B5EF4-FFF2-40B4-BE49-F238E27FC236}">
                <a16:creationId xmlns:a16="http://schemas.microsoft.com/office/drawing/2014/main" id="{F429E277-4277-4183-8881-5B5760E08E76}"/>
              </a:ext>
            </a:extLst>
          </p:cNvPr>
          <p:cNvSpPr>
            <a:spLocks xmlns:a="http://schemas.openxmlformats.org/drawingml/2006/main" noGrp="1"/>
          </p:cNvSpPr>
          <p:nvPr/>
        </p:nvSpPr>
        <p:spPr>
          <a:xfrm xmlns:a="http://schemas.openxmlformats.org/drawingml/2006/main">
            <a:off x="3436297" y="4023588"/>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42" name="Editable chart path">
            <a:extLst xmlns:a="http://schemas.openxmlformats.org/drawingml/2006/main">
              <a:ext uri="{FF2B5EF4-FFF2-40B4-BE49-F238E27FC236}">
                <a16:creationId xmlns:a16="http://schemas.microsoft.com/office/drawing/2014/main" id="{4034441B-36FD-4334-BE3C-306EF2EE7365}"/>
              </a:ext>
            </a:extLst>
          </p:cNvPr>
          <p:cNvSpPr>
            <a:spLocks xmlns:a="http://schemas.openxmlformats.org/drawingml/2006/main" noGrp="1"/>
          </p:cNvSpPr>
          <p:nvPr/>
        </p:nvSpPr>
        <p:spPr>
          <a:xfrm xmlns:a="http://schemas.openxmlformats.org/drawingml/2006/main">
            <a:off x="2995317" y="2692109"/>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43" name="Editable chart path">
            <a:extLst xmlns:a="http://schemas.openxmlformats.org/drawingml/2006/main">
              <a:ext uri="{FF2B5EF4-FFF2-40B4-BE49-F238E27FC236}">
                <a16:creationId xmlns:a16="http://schemas.microsoft.com/office/drawing/2014/main" id="{333D1F2D-2E9C-4C6B-A218-AE2968FF02D6}"/>
              </a:ext>
            </a:extLst>
          </p:cNvPr>
          <p:cNvSpPr>
            <a:spLocks xmlns:a="http://schemas.openxmlformats.org/drawingml/2006/main" noGrp="1"/>
          </p:cNvSpPr>
          <p:nvPr/>
        </p:nvSpPr>
        <p:spPr>
          <a:xfrm xmlns:a="http://schemas.openxmlformats.org/drawingml/2006/main">
            <a:off x="3436297" y="3280247"/>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44" name="Editable chart path">
            <a:extLst xmlns:a="http://schemas.openxmlformats.org/drawingml/2006/main">
              <a:ext uri="{FF2B5EF4-FFF2-40B4-BE49-F238E27FC236}">
                <a16:creationId xmlns:a16="http://schemas.microsoft.com/office/drawing/2014/main" id="{5DAB4A1B-4077-491A-9311-F8C3C950B887}"/>
              </a:ext>
            </a:extLst>
          </p:cNvPr>
          <p:cNvSpPr>
            <a:spLocks xmlns:a="http://schemas.openxmlformats.org/drawingml/2006/main" noGrp="1"/>
          </p:cNvSpPr>
          <p:nvPr/>
        </p:nvSpPr>
        <p:spPr>
          <a:xfrm xmlns:a="http://schemas.openxmlformats.org/drawingml/2006/main">
            <a:off x="3142310" y="4097105"/>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45" name="Editable chart path">
            <a:extLst xmlns:a="http://schemas.openxmlformats.org/drawingml/2006/main">
              <a:ext uri="{FF2B5EF4-FFF2-40B4-BE49-F238E27FC236}">
                <a16:creationId xmlns:a16="http://schemas.microsoft.com/office/drawing/2014/main" id="{EB753210-FEFC-49A1-A121-4228FB79CDD0}"/>
              </a:ext>
            </a:extLst>
          </p:cNvPr>
          <p:cNvSpPr>
            <a:spLocks xmlns:a="http://schemas.openxmlformats.org/drawingml/2006/main" noGrp="1"/>
          </p:cNvSpPr>
          <p:nvPr/>
        </p:nvSpPr>
        <p:spPr>
          <a:xfrm xmlns:a="http://schemas.openxmlformats.org/drawingml/2006/main">
            <a:off x="3362801" y="3353764"/>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46" name="Editable chart path">
            <a:extLst xmlns:a="http://schemas.openxmlformats.org/drawingml/2006/main">
              <a:ext uri="{FF2B5EF4-FFF2-40B4-BE49-F238E27FC236}">
                <a16:creationId xmlns:a16="http://schemas.microsoft.com/office/drawing/2014/main" id="{3A22489B-E49A-4FE6-B86D-4227AB6B4C66}"/>
              </a:ext>
            </a:extLst>
          </p:cNvPr>
          <p:cNvSpPr>
            <a:spLocks xmlns:a="http://schemas.openxmlformats.org/drawingml/2006/main" noGrp="1"/>
          </p:cNvSpPr>
          <p:nvPr/>
        </p:nvSpPr>
        <p:spPr>
          <a:xfrm xmlns:a="http://schemas.openxmlformats.org/drawingml/2006/main">
            <a:off x="3583291" y="3803036"/>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47" name="Editable chart path">
            <a:extLst xmlns:a="http://schemas.openxmlformats.org/drawingml/2006/main">
              <a:ext uri="{FF2B5EF4-FFF2-40B4-BE49-F238E27FC236}">
                <a16:creationId xmlns:a16="http://schemas.microsoft.com/office/drawing/2014/main" id="{7211099F-73A0-4EBD-8280-E681B78498B8}"/>
              </a:ext>
            </a:extLst>
          </p:cNvPr>
          <p:cNvSpPr>
            <a:spLocks xmlns:a="http://schemas.openxmlformats.org/drawingml/2006/main" noGrp="1"/>
          </p:cNvSpPr>
          <p:nvPr/>
        </p:nvSpPr>
        <p:spPr>
          <a:xfrm xmlns:a="http://schemas.openxmlformats.org/drawingml/2006/main">
            <a:off x="4171265" y="3508967"/>
            <a:ext cx="49593" cy="49593"/>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14295B"/>
          </a:solidFill>
          <a:ln xmlns:a="http://schemas.openxmlformats.org/drawingml/2006/main" w="5668">
            <a:solidFill>
              <a:srgbClr val="14295B"/>
            </a:solidFill>
            <a:prstDash val="solid"/>
          </a:ln>
        </p:spPr>
      </p:sp>
      <p:sp>
        <p:nvSpPr>
          <p:cNvPr id="448" name="">
            <a:extLst xmlns:a="http://schemas.openxmlformats.org/drawingml/2006/main">
              <a:ext uri="{FF2B5EF4-FFF2-40B4-BE49-F238E27FC236}">
                <a16:creationId xmlns:a16="http://schemas.microsoft.com/office/drawing/2014/main" id="{4C861EB6-4BAF-41D4-A10F-A505E53A233D}"/>
              </a:ext>
            </a:extLst>
          </p:cNvPr>
          <p:cNvSpPr>
            <a:spLocks xmlns:a="http://schemas.openxmlformats.org/drawingml/2006/main" noGrp="1"/>
          </p:cNvSpPr>
          <p:nvPr/>
        </p:nvSpPr>
        <p:spPr>
          <a:xfrm xmlns:a="http://schemas.openxmlformats.org/drawingml/2006/main">
            <a:off x="3454848" y="404710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49" name="">
            <a:extLst xmlns:a="http://schemas.openxmlformats.org/drawingml/2006/main">
              <a:ext uri="{FF2B5EF4-FFF2-40B4-BE49-F238E27FC236}">
                <a16:creationId xmlns:a16="http://schemas.microsoft.com/office/drawing/2014/main" id="{2D81814B-4723-48B5-8688-06E55DD42CF5}"/>
              </a:ext>
            </a:extLst>
          </p:cNvPr>
          <p:cNvSpPr>
            <a:spLocks xmlns:a="http://schemas.openxmlformats.org/drawingml/2006/main" noGrp="1"/>
          </p:cNvSpPr>
          <p:nvPr/>
        </p:nvSpPr>
        <p:spPr>
          <a:xfrm xmlns:a="http://schemas.openxmlformats.org/drawingml/2006/main">
            <a:off x="3454848" y="405662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450" name="">
            <a:extLst xmlns:a="http://schemas.openxmlformats.org/drawingml/2006/main">
              <a:ext uri="{FF2B5EF4-FFF2-40B4-BE49-F238E27FC236}">
                <a16:creationId xmlns:a16="http://schemas.microsoft.com/office/drawing/2014/main" id="{6500F483-472E-4803-AB71-E232D6EA2244}"/>
              </a:ext>
            </a:extLst>
          </p:cNvPr>
          <p:cNvSpPr>
            <a:spLocks xmlns:a="http://schemas.openxmlformats.org/drawingml/2006/main" noGrp="1"/>
          </p:cNvSpPr>
          <p:nvPr/>
        </p:nvSpPr>
        <p:spPr>
          <a:xfrm xmlns:a="http://schemas.openxmlformats.org/drawingml/2006/main">
            <a:off x="3310301" y="3900066"/>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1" name="">
            <a:extLst xmlns:a="http://schemas.openxmlformats.org/drawingml/2006/main">
              <a:ext uri="{FF2B5EF4-FFF2-40B4-BE49-F238E27FC236}">
                <a16:creationId xmlns:a16="http://schemas.microsoft.com/office/drawing/2014/main" id="{A8FEB82D-E6C9-44AF-BA09-3A2B3C0CEDAA}"/>
              </a:ext>
            </a:extLst>
          </p:cNvPr>
          <p:cNvSpPr>
            <a:spLocks xmlns:a="http://schemas.openxmlformats.org/drawingml/2006/main" noGrp="1"/>
          </p:cNvSpPr>
          <p:nvPr/>
        </p:nvSpPr>
        <p:spPr>
          <a:xfrm xmlns:a="http://schemas.openxmlformats.org/drawingml/2006/main">
            <a:off x="3310301" y="3909591"/>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452" name="">
            <a:extLst xmlns:a="http://schemas.openxmlformats.org/drawingml/2006/main">
              <a:ext uri="{FF2B5EF4-FFF2-40B4-BE49-F238E27FC236}">
                <a16:creationId xmlns:a16="http://schemas.microsoft.com/office/drawing/2014/main" id="{35D79654-B0DB-4D6F-BFAB-D2848085717C}"/>
              </a:ext>
            </a:extLst>
          </p:cNvPr>
          <p:cNvSpPr>
            <a:spLocks xmlns:a="http://schemas.openxmlformats.org/drawingml/2006/main" noGrp="1"/>
          </p:cNvSpPr>
          <p:nvPr/>
        </p:nvSpPr>
        <p:spPr>
          <a:xfrm xmlns:a="http://schemas.openxmlformats.org/drawingml/2006/main">
            <a:off x="3751564" y="3605997"/>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3" name="">
            <a:extLst xmlns:a="http://schemas.openxmlformats.org/drawingml/2006/main">
              <a:ext uri="{FF2B5EF4-FFF2-40B4-BE49-F238E27FC236}">
                <a16:creationId xmlns:a16="http://schemas.microsoft.com/office/drawing/2014/main" id="{CB67F065-AB52-4D87-B4D0-05A2DE36D863}"/>
              </a:ext>
            </a:extLst>
          </p:cNvPr>
          <p:cNvSpPr>
            <a:spLocks xmlns:a="http://schemas.openxmlformats.org/drawingml/2006/main" noGrp="1"/>
          </p:cNvSpPr>
          <p:nvPr/>
        </p:nvSpPr>
        <p:spPr>
          <a:xfrm xmlns:a="http://schemas.openxmlformats.org/drawingml/2006/main">
            <a:off x="3751564" y="3615522"/>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454" name="">
            <a:extLst xmlns:a="http://schemas.openxmlformats.org/drawingml/2006/main">
              <a:ext uri="{FF2B5EF4-FFF2-40B4-BE49-F238E27FC236}">
                <a16:creationId xmlns:a16="http://schemas.microsoft.com/office/drawing/2014/main" id="{E96FDDC5-829B-439C-AAFA-3C89D259D3E7}"/>
              </a:ext>
            </a:extLst>
          </p:cNvPr>
          <p:cNvSpPr>
            <a:spLocks xmlns:a="http://schemas.openxmlformats.org/drawingml/2006/main" noGrp="1"/>
          </p:cNvSpPr>
          <p:nvPr/>
        </p:nvSpPr>
        <p:spPr>
          <a:xfrm xmlns:a="http://schemas.openxmlformats.org/drawingml/2006/main">
            <a:off x="3423247" y="4123300"/>
            <a:ext cx="37121" cy="137968"/>
          </a:xfrm>
          <a:prstGeom xmlns:a="http://schemas.openxmlformats.org/drawingml/2006/main" prst="line">
            <a:avLst/>
          </a:prstGeom>
          <a:ln xmlns:a="http://schemas.openxmlformats.org/drawingml/2006/main" w="5715">
            <a:solidFill>
              <a:srgbClr val="14295B"/>
            </a:solidFill>
          </a:ln>
        </p:spPr>
      </p:sp>
      <p:sp>
        <p:nvSpPr>
          <p:cNvPr id="455" name="">
            <a:extLst xmlns:a="http://schemas.openxmlformats.org/drawingml/2006/main">
              <a:ext uri="{FF2B5EF4-FFF2-40B4-BE49-F238E27FC236}">
                <a16:creationId xmlns:a16="http://schemas.microsoft.com/office/drawing/2014/main" id="{BFE7E58E-97EA-4DDF-91E1-C4025563E501}"/>
              </a:ext>
            </a:extLst>
          </p:cNvPr>
          <p:cNvSpPr>
            <a:spLocks xmlns:a="http://schemas.openxmlformats.org/drawingml/2006/main" noGrp="1"/>
          </p:cNvSpPr>
          <p:nvPr/>
        </p:nvSpPr>
        <p:spPr>
          <a:xfrm xmlns:a="http://schemas.openxmlformats.org/drawingml/2006/main">
            <a:off x="3347047" y="418506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6" name="">
            <a:extLst xmlns:a="http://schemas.openxmlformats.org/drawingml/2006/main">
              <a:ext uri="{FF2B5EF4-FFF2-40B4-BE49-F238E27FC236}">
                <a16:creationId xmlns:a16="http://schemas.microsoft.com/office/drawing/2014/main" id="{15AB395C-AE2A-468F-9D69-33C5DB4336DD}"/>
              </a:ext>
            </a:extLst>
          </p:cNvPr>
          <p:cNvSpPr>
            <a:spLocks xmlns:a="http://schemas.openxmlformats.org/drawingml/2006/main" noGrp="1"/>
          </p:cNvSpPr>
          <p:nvPr/>
        </p:nvSpPr>
        <p:spPr>
          <a:xfrm xmlns:a="http://schemas.openxmlformats.org/drawingml/2006/main">
            <a:off x="3347047" y="419459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457" name="">
            <a:extLst xmlns:a="http://schemas.openxmlformats.org/drawingml/2006/main">
              <a:ext uri="{FF2B5EF4-FFF2-40B4-BE49-F238E27FC236}">
                <a16:creationId xmlns:a16="http://schemas.microsoft.com/office/drawing/2014/main" id="{95C2F8BB-A841-46AE-9820-6DF246E71C6F}"/>
              </a:ext>
            </a:extLst>
          </p:cNvPr>
          <p:cNvSpPr>
            <a:spLocks xmlns:a="http://schemas.openxmlformats.org/drawingml/2006/main" noGrp="1"/>
          </p:cNvSpPr>
          <p:nvPr/>
        </p:nvSpPr>
        <p:spPr>
          <a:xfrm xmlns:a="http://schemas.openxmlformats.org/drawingml/2006/main">
            <a:off x="2722592" y="271562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58" name="">
            <a:extLst xmlns:a="http://schemas.openxmlformats.org/drawingml/2006/main">
              <a:ext uri="{FF2B5EF4-FFF2-40B4-BE49-F238E27FC236}">
                <a16:creationId xmlns:a16="http://schemas.microsoft.com/office/drawing/2014/main" id="{BB96DC6A-EE8A-45D6-B4DD-C95624F39E1C}"/>
              </a:ext>
            </a:extLst>
          </p:cNvPr>
          <p:cNvSpPr>
            <a:spLocks xmlns:a="http://schemas.openxmlformats.org/drawingml/2006/main" noGrp="1"/>
          </p:cNvSpPr>
          <p:nvPr/>
        </p:nvSpPr>
        <p:spPr>
          <a:xfrm xmlns:a="http://schemas.openxmlformats.org/drawingml/2006/main">
            <a:off x="2722592" y="272514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459" name="">
            <a:extLst xmlns:a="http://schemas.openxmlformats.org/drawingml/2006/main">
              <a:ext uri="{FF2B5EF4-FFF2-40B4-BE49-F238E27FC236}">
                <a16:creationId xmlns:a16="http://schemas.microsoft.com/office/drawing/2014/main" id="{AF3047A7-2F2C-41B1-BB39-0378896970E5}"/>
              </a:ext>
            </a:extLst>
          </p:cNvPr>
          <p:cNvSpPr>
            <a:spLocks xmlns:a="http://schemas.openxmlformats.org/drawingml/2006/main" noGrp="1"/>
          </p:cNvSpPr>
          <p:nvPr/>
        </p:nvSpPr>
        <p:spPr>
          <a:xfrm xmlns:a="http://schemas.openxmlformats.org/drawingml/2006/main">
            <a:off x="3460440" y="4008968"/>
            <a:ext cx="186076" cy="40815"/>
          </a:xfrm>
          <a:prstGeom xmlns:a="http://schemas.openxmlformats.org/drawingml/2006/main" prst="line">
            <a:avLst/>
          </a:prstGeom>
          <a:ln xmlns:a="http://schemas.openxmlformats.org/drawingml/2006/main" w="5715">
            <a:solidFill>
              <a:srgbClr val="14295B"/>
            </a:solidFill>
          </a:ln>
        </p:spPr>
      </p:sp>
      <p:sp>
        <p:nvSpPr>
          <p:cNvPr id="460" name="">
            <a:extLst xmlns:a="http://schemas.openxmlformats.org/drawingml/2006/main">
              <a:ext uri="{FF2B5EF4-FFF2-40B4-BE49-F238E27FC236}">
                <a16:creationId xmlns:a16="http://schemas.microsoft.com/office/drawing/2014/main" id="{F40E8200-44AC-4389-BC87-AB87858269E0}"/>
              </a:ext>
            </a:extLst>
          </p:cNvPr>
          <p:cNvSpPr>
            <a:spLocks xmlns:a="http://schemas.openxmlformats.org/drawingml/2006/main" noGrp="1"/>
          </p:cNvSpPr>
          <p:nvPr/>
        </p:nvSpPr>
        <p:spPr>
          <a:xfrm xmlns:a="http://schemas.openxmlformats.org/drawingml/2006/main">
            <a:off x="3570317" y="393276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1" name="">
            <a:extLst xmlns:a="http://schemas.openxmlformats.org/drawingml/2006/main">
              <a:ext uri="{FF2B5EF4-FFF2-40B4-BE49-F238E27FC236}">
                <a16:creationId xmlns:a16="http://schemas.microsoft.com/office/drawing/2014/main" id="{4B9F798E-1620-4B45-815D-8B508238CCCE}"/>
              </a:ext>
            </a:extLst>
          </p:cNvPr>
          <p:cNvSpPr>
            <a:spLocks xmlns:a="http://schemas.openxmlformats.org/drawingml/2006/main" noGrp="1"/>
          </p:cNvSpPr>
          <p:nvPr/>
        </p:nvSpPr>
        <p:spPr>
          <a:xfrm xmlns:a="http://schemas.openxmlformats.org/drawingml/2006/main">
            <a:off x="3570317" y="394229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462" name="">
            <a:extLst xmlns:a="http://schemas.openxmlformats.org/drawingml/2006/main">
              <a:ext uri="{FF2B5EF4-FFF2-40B4-BE49-F238E27FC236}">
                <a16:creationId xmlns:a16="http://schemas.microsoft.com/office/drawing/2014/main" id="{5F85CB0D-BEB2-4E11-A984-EB0920AC321B}"/>
              </a:ext>
            </a:extLst>
          </p:cNvPr>
          <p:cNvSpPr>
            <a:spLocks xmlns:a="http://schemas.openxmlformats.org/drawingml/2006/main" noGrp="1"/>
          </p:cNvSpPr>
          <p:nvPr/>
        </p:nvSpPr>
        <p:spPr>
          <a:xfrm xmlns:a="http://schemas.openxmlformats.org/drawingml/2006/main">
            <a:off x="2943083" y="2642105"/>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3" name="">
            <a:extLst xmlns:a="http://schemas.openxmlformats.org/drawingml/2006/main">
              <a:ext uri="{FF2B5EF4-FFF2-40B4-BE49-F238E27FC236}">
                <a16:creationId xmlns:a16="http://schemas.microsoft.com/office/drawing/2014/main" id="{6F94A89E-4D6C-47E3-BD63-FF5FE111580B}"/>
              </a:ext>
            </a:extLst>
          </p:cNvPr>
          <p:cNvSpPr>
            <a:spLocks xmlns:a="http://schemas.openxmlformats.org/drawingml/2006/main" noGrp="1"/>
          </p:cNvSpPr>
          <p:nvPr/>
        </p:nvSpPr>
        <p:spPr>
          <a:xfrm xmlns:a="http://schemas.openxmlformats.org/drawingml/2006/main">
            <a:off x="2943083" y="2651630"/>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464" name="">
            <a:extLst xmlns:a="http://schemas.openxmlformats.org/drawingml/2006/main">
              <a:ext uri="{FF2B5EF4-FFF2-40B4-BE49-F238E27FC236}">
                <a16:creationId xmlns:a16="http://schemas.microsoft.com/office/drawing/2014/main" id="{614AE982-2EEA-43E6-AEBA-FC5ACC2F0BB3}"/>
              </a:ext>
            </a:extLst>
          </p:cNvPr>
          <p:cNvSpPr>
            <a:spLocks xmlns:a="http://schemas.openxmlformats.org/drawingml/2006/main" noGrp="1"/>
          </p:cNvSpPr>
          <p:nvPr/>
        </p:nvSpPr>
        <p:spPr>
          <a:xfrm xmlns:a="http://schemas.openxmlformats.org/drawingml/2006/main">
            <a:off x="3384185" y="323024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5" name="">
            <a:extLst xmlns:a="http://schemas.openxmlformats.org/drawingml/2006/main">
              <a:ext uri="{FF2B5EF4-FFF2-40B4-BE49-F238E27FC236}">
                <a16:creationId xmlns:a16="http://schemas.microsoft.com/office/drawing/2014/main" id="{7881B09B-40FC-4911-A1A1-4C9A28E5DC64}"/>
              </a:ext>
            </a:extLst>
          </p:cNvPr>
          <p:cNvSpPr>
            <a:spLocks xmlns:a="http://schemas.openxmlformats.org/drawingml/2006/main" noGrp="1"/>
          </p:cNvSpPr>
          <p:nvPr/>
        </p:nvSpPr>
        <p:spPr>
          <a:xfrm xmlns:a="http://schemas.openxmlformats.org/drawingml/2006/main">
            <a:off x="3384185" y="323976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466" name="">
            <a:extLst xmlns:a="http://schemas.openxmlformats.org/drawingml/2006/main">
              <a:ext uri="{FF2B5EF4-FFF2-40B4-BE49-F238E27FC236}">
                <a16:creationId xmlns:a16="http://schemas.microsoft.com/office/drawing/2014/main" id="{2998BA1E-FD87-4634-BD1D-6552D324BD27}"/>
              </a:ext>
            </a:extLst>
          </p:cNvPr>
          <p:cNvSpPr>
            <a:spLocks xmlns:a="http://schemas.openxmlformats.org/drawingml/2006/main" noGrp="1"/>
          </p:cNvSpPr>
          <p:nvPr/>
        </p:nvSpPr>
        <p:spPr>
          <a:xfrm xmlns:a="http://schemas.openxmlformats.org/drawingml/2006/main">
            <a:off x="3090093" y="404710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67" name="">
            <a:extLst xmlns:a="http://schemas.openxmlformats.org/drawingml/2006/main">
              <a:ext uri="{FF2B5EF4-FFF2-40B4-BE49-F238E27FC236}">
                <a16:creationId xmlns:a16="http://schemas.microsoft.com/office/drawing/2014/main" id="{625C151F-41BE-43CC-9DAB-19D35875DBFE}"/>
              </a:ext>
            </a:extLst>
          </p:cNvPr>
          <p:cNvSpPr>
            <a:spLocks xmlns:a="http://schemas.openxmlformats.org/drawingml/2006/main" noGrp="1"/>
          </p:cNvSpPr>
          <p:nvPr/>
        </p:nvSpPr>
        <p:spPr>
          <a:xfrm xmlns:a="http://schemas.openxmlformats.org/drawingml/2006/main">
            <a:off x="3090093" y="405662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9</a:t>
            </a:r>
          </a:p>
        </p:txBody>
      </p:sp>
      <p:sp>
        <p:nvSpPr>
          <p:cNvPr id="468" name="">
            <a:extLst xmlns:a="http://schemas.openxmlformats.org/drawingml/2006/main">
              <a:ext uri="{FF2B5EF4-FFF2-40B4-BE49-F238E27FC236}">
                <a16:creationId xmlns:a16="http://schemas.microsoft.com/office/drawing/2014/main" id="{FFBCC9CB-3029-4741-9300-3E1C6BC978E3}"/>
              </a:ext>
            </a:extLst>
          </p:cNvPr>
          <p:cNvSpPr>
            <a:spLocks xmlns:a="http://schemas.openxmlformats.org/drawingml/2006/main" noGrp="1"/>
          </p:cNvSpPr>
          <p:nvPr/>
        </p:nvSpPr>
        <p:spPr>
          <a:xfrm xmlns:a="http://schemas.openxmlformats.org/drawingml/2006/main">
            <a:off x="3316618" y="3379960"/>
            <a:ext cx="70237" cy="64338"/>
          </a:xfrm>
          <a:prstGeom xmlns:a="http://schemas.openxmlformats.org/drawingml/2006/main" prst="line">
            <a:avLst/>
          </a:prstGeom>
          <a:ln xmlns:a="http://schemas.openxmlformats.org/drawingml/2006/main" w="5715">
            <a:solidFill>
              <a:srgbClr val="14295B"/>
            </a:solidFill>
          </a:ln>
        </p:spPr>
      </p:sp>
      <p:sp>
        <p:nvSpPr>
          <p:cNvPr id="469" name="">
            <a:extLst xmlns:a="http://schemas.openxmlformats.org/drawingml/2006/main">
              <a:ext uri="{FF2B5EF4-FFF2-40B4-BE49-F238E27FC236}">
                <a16:creationId xmlns:a16="http://schemas.microsoft.com/office/drawing/2014/main" id="{26909B39-C693-44D1-9D8E-191D9A772B9E}"/>
              </a:ext>
            </a:extLst>
          </p:cNvPr>
          <p:cNvSpPr>
            <a:spLocks xmlns:a="http://schemas.openxmlformats.org/drawingml/2006/main" noGrp="1"/>
          </p:cNvSpPr>
          <p:nvPr/>
        </p:nvSpPr>
        <p:spPr>
          <a:xfrm xmlns:a="http://schemas.openxmlformats.org/drawingml/2006/main">
            <a:off x="3240418" y="3368098"/>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70" name="">
            <a:extLst xmlns:a="http://schemas.openxmlformats.org/drawingml/2006/main">
              <a:ext uri="{FF2B5EF4-FFF2-40B4-BE49-F238E27FC236}">
                <a16:creationId xmlns:a16="http://schemas.microsoft.com/office/drawing/2014/main" id="{F28238A9-DC60-4D9C-A6CB-29E1973F5629}"/>
              </a:ext>
            </a:extLst>
          </p:cNvPr>
          <p:cNvSpPr>
            <a:spLocks xmlns:a="http://schemas.openxmlformats.org/drawingml/2006/main" noGrp="1"/>
          </p:cNvSpPr>
          <p:nvPr/>
        </p:nvSpPr>
        <p:spPr>
          <a:xfrm xmlns:a="http://schemas.openxmlformats.org/drawingml/2006/main">
            <a:off x="3240418" y="3377623"/>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10</a:t>
            </a:r>
          </a:p>
        </p:txBody>
      </p:sp>
      <p:sp>
        <p:nvSpPr>
          <p:cNvPr id="471" name="">
            <a:extLst xmlns:a="http://schemas.openxmlformats.org/drawingml/2006/main">
              <a:ext uri="{FF2B5EF4-FFF2-40B4-BE49-F238E27FC236}">
                <a16:creationId xmlns:a16="http://schemas.microsoft.com/office/drawing/2014/main" id="{4DDF7B36-927B-4829-97D8-95A2F4B9AD9A}"/>
              </a:ext>
            </a:extLst>
          </p:cNvPr>
          <p:cNvSpPr>
            <a:spLocks xmlns:a="http://schemas.openxmlformats.org/drawingml/2006/main" noGrp="1"/>
          </p:cNvSpPr>
          <p:nvPr/>
        </p:nvSpPr>
        <p:spPr>
          <a:xfrm xmlns:a="http://schemas.openxmlformats.org/drawingml/2006/main">
            <a:off x="3528345" y="3753031"/>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72" name="">
            <a:extLst xmlns:a="http://schemas.openxmlformats.org/drawingml/2006/main">
              <a:ext uri="{FF2B5EF4-FFF2-40B4-BE49-F238E27FC236}">
                <a16:creationId xmlns:a16="http://schemas.microsoft.com/office/drawing/2014/main" id="{D9342F17-5F0B-4E22-8F6E-FDFB73BCC1EE}"/>
              </a:ext>
            </a:extLst>
          </p:cNvPr>
          <p:cNvSpPr>
            <a:spLocks xmlns:a="http://schemas.openxmlformats.org/drawingml/2006/main" noGrp="1"/>
          </p:cNvSpPr>
          <p:nvPr/>
        </p:nvSpPr>
        <p:spPr>
          <a:xfrm xmlns:a="http://schemas.openxmlformats.org/drawingml/2006/main">
            <a:off x="3528345" y="3762556"/>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11</a:t>
            </a:r>
          </a:p>
        </p:txBody>
      </p:sp>
      <p:sp>
        <p:nvSpPr>
          <p:cNvPr id="473" name="">
            <a:extLst xmlns:a="http://schemas.openxmlformats.org/drawingml/2006/main">
              <a:ext uri="{FF2B5EF4-FFF2-40B4-BE49-F238E27FC236}">
                <a16:creationId xmlns:a16="http://schemas.microsoft.com/office/drawing/2014/main" id="{1D815053-7677-4E12-B289-59685C349B9D}"/>
              </a:ext>
            </a:extLst>
          </p:cNvPr>
          <p:cNvSpPr>
            <a:spLocks xmlns:a="http://schemas.openxmlformats.org/drawingml/2006/main" noGrp="1"/>
          </p:cNvSpPr>
          <p:nvPr/>
        </p:nvSpPr>
        <p:spPr>
          <a:xfrm xmlns:a="http://schemas.openxmlformats.org/drawingml/2006/main">
            <a:off x="4118766" y="3458963"/>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474" name="">
            <a:extLst xmlns:a="http://schemas.openxmlformats.org/drawingml/2006/main">
              <a:ext uri="{FF2B5EF4-FFF2-40B4-BE49-F238E27FC236}">
                <a16:creationId xmlns:a16="http://schemas.microsoft.com/office/drawing/2014/main" id="{8522FD22-D1EA-41AB-A596-B70CAB6D8C8E}"/>
              </a:ext>
            </a:extLst>
          </p:cNvPr>
          <p:cNvSpPr>
            <a:spLocks xmlns:a="http://schemas.openxmlformats.org/drawingml/2006/main" noGrp="1"/>
          </p:cNvSpPr>
          <p:nvPr/>
        </p:nvSpPr>
        <p:spPr>
          <a:xfrm xmlns:a="http://schemas.openxmlformats.org/drawingml/2006/main">
            <a:off x="4118766" y="3468488"/>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12</a:t>
            </a:r>
          </a:p>
        </p:txBody>
      </p:sp>
      <p:sp>
        <p:nvSpPr>
          <p:cNvPr id="475" name="">
            <a:extLst xmlns:a="http://schemas.openxmlformats.org/drawingml/2006/main">
              <a:ext uri="{FF2B5EF4-FFF2-40B4-BE49-F238E27FC236}">
                <a16:creationId xmlns:a16="http://schemas.microsoft.com/office/drawing/2014/main" id="{D9DED92D-F6EA-48EA-9856-8B79DE9A8695}"/>
              </a:ext>
            </a:extLst>
          </p:cNvPr>
          <p:cNvSpPr>
            <a:spLocks xmlns:a="http://schemas.openxmlformats.org/drawingml/2006/main" noGrp="1"/>
          </p:cNvSpPr>
          <p:nvPr/>
        </p:nvSpPr>
        <p:spPr>
          <a:xfrm xmlns:a="http://schemas.openxmlformats.org/drawingml/2006/main">
            <a:off x="6153150" y="25717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6" name="">
            <a:extLst xmlns:a="http://schemas.openxmlformats.org/drawingml/2006/main">
              <a:ext uri="{FF2B5EF4-FFF2-40B4-BE49-F238E27FC236}">
                <a16:creationId xmlns:a16="http://schemas.microsoft.com/office/drawing/2014/main" id="{F3605F58-B409-4149-9FA3-FECA2BC08487}"/>
              </a:ext>
            </a:extLst>
          </p:cNvPr>
          <p:cNvSpPr>
            <a:spLocks xmlns:a="http://schemas.openxmlformats.org/drawingml/2006/main" noGrp="1"/>
          </p:cNvSpPr>
          <p:nvPr/>
        </p:nvSpPr>
        <p:spPr>
          <a:xfrm xmlns:a="http://schemas.openxmlformats.org/drawingml/2006/main">
            <a:off x="6153150" y="25812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477" name="">
            <a:extLst xmlns:a="http://schemas.openxmlformats.org/drawingml/2006/main">
              <a:ext uri="{FF2B5EF4-FFF2-40B4-BE49-F238E27FC236}">
                <a16:creationId xmlns:a16="http://schemas.microsoft.com/office/drawing/2014/main" id="{BA38362E-27C5-4DAC-A95D-598D02262577}"/>
              </a:ext>
            </a:extLst>
          </p:cNvPr>
          <p:cNvSpPr>
            <a:spLocks xmlns:a="http://schemas.openxmlformats.org/drawingml/2006/main" noGrp="1"/>
          </p:cNvSpPr>
          <p:nvPr/>
        </p:nvSpPr>
        <p:spPr>
          <a:xfrm xmlns:a="http://schemas.openxmlformats.org/drawingml/2006/main">
            <a:off x="6457950" y="25717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-22% share, -4.1 taxis  Bayfront Subzone (Marina Bay Sands...)</a:t>
            </a:r>
          </a:p>
        </p:txBody>
      </p:sp>
      <p:sp>
        <p:nvSpPr>
          <p:cNvPr id="478" name="">
            <a:extLst xmlns:a="http://schemas.openxmlformats.org/drawingml/2006/main">
              <a:ext uri="{FF2B5EF4-FFF2-40B4-BE49-F238E27FC236}">
                <a16:creationId xmlns:a16="http://schemas.microsoft.com/office/drawing/2014/main" id="{94D0B140-9585-4748-9C42-94E1C22100D4}"/>
              </a:ext>
            </a:extLst>
          </p:cNvPr>
          <p:cNvSpPr>
            <a:spLocks xmlns:a="http://schemas.openxmlformats.org/drawingml/2006/main" noGrp="1"/>
          </p:cNvSpPr>
          <p:nvPr/>
        </p:nvSpPr>
        <p:spPr>
          <a:xfrm xmlns:a="http://schemas.openxmlformats.org/drawingml/2006/main">
            <a:off x="6153150" y="28479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79" name="">
            <a:extLst xmlns:a="http://schemas.openxmlformats.org/drawingml/2006/main">
              <a:ext uri="{FF2B5EF4-FFF2-40B4-BE49-F238E27FC236}">
                <a16:creationId xmlns:a16="http://schemas.microsoft.com/office/drawing/2014/main" id="{FD547C41-C36A-4A00-BDAB-DB4C7AA24CF9}"/>
              </a:ext>
            </a:extLst>
          </p:cNvPr>
          <p:cNvSpPr>
            <a:spLocks xmlns:a="http://schemas.openxmlformats.org/drawingml/2006/main" noGrp="1"/>
          </p:cNvSpPr>
          <p:nvPr/>
        </p:nvSpPr>
        <p:spPr>
          <a:xfrm xmlns:a="http://schemas.openxmlformats.org/drawingml/2006/main">
            <a:off x="6153150" y="28575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480" name="">
            <a:extLst xmlns:a="http://schemas.openxmlformats.org/drawingml/2006/main">
              <a:ext uri="{FF2B5EF4-FFF2-40B4-BE49-F238E27FC236}">
                <a16:creationId xmlns:a16="http://schemas.microsoft.com/office/drawing/2014/main" id="{EC61C2CB-07AC-4A54-9049-41998F2456F1}"/>
              </a:ext>
            </a:extLst>
          </p:cNvPr>
          <p:cNvSpPr>
            <a:spLocks xmlns:a="http://schemas.openxmlformats.org/drawingml/2006/main" noGrp="1"/>
          </p:cNvSpPr>
          <p:nvPr/>
        </p:nvSpPr>
        <p:spPr>
          <a:xfrm xmlns:a="http://schemas.openxmlformats.org/drawingml/2006/main">
            <a:off x="6457950" y="28479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-20% share, -3.2 taxis  Dhoby Ghaut (Fort Canning Park)</a:t>
            </a:r>
          </a:p>
        </p:txBody>
      </p:sp>
      <p:sp>
        <p:nvSpPr>
          <p:cNvPr id="481" name="">
            <a:extLst xmlns:a="http://schemas.openxmlformats.org/drawingml/2006/main">
              <a:ext uri="{FF2B5EF4-FFF2-40B4-BE49-F238E27FC236}">
                <a16:creationId xmlns:a16="http://schemas.microsoft.com/office/drawing/2014/main" id="{836F74EE-FC67-4533-B7DB-2345CACE3669}"/>
              </a:ext>
            </a:extLst>
          </p:cNvPr>
          <p:cNvSpPr>
            <a:spLocks xmlns:a="http://schemas.openxmlformats.org/drawingml/2006/main" noGrp="1"/>
          </p:cNvSpPr>
          <p:nvPr/>
        </p:nvSpPr>
        <p:spPr>
          <a:xfrm xmlns:a="http://schemas.openxmlformats.org/drawingml/2006/main">
            <a:off x="6153150" y="31242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2" name="">
            <a:extLst xmlns:a="http://schemas.openxmlformats.org/drawingml/2006/main">
              <a:ext uri="{FF2B5EF4-FFF2-40B4-BE49-F238E27FC236}">
                <a16:creationId xmlns:a16="http://schemas.microsoft.com/office/drawing/2014/main" id="{84D30D59-B869-4B07-9AA5-85C98F392862}"/>
              </a:ext>
            </a:extLst>
          </p:cNvPr>
          <p:cNvSpPr>
            <a:spLocks xmlns:a="http://schemas.openxmlformats.org/drawingml/2006/main" noGrp="1"/>
          </p:cNvSpPr>
          <p:nvPr/>
        </p:nvSpPr>
        <p:spPr>
          <a:xfrm xmlns:a="http://schemas.openxmlformats.org/drawingml/2006/main">
            <a:off x="6153150" y="31337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483" name="">
            <a:extLst xmlns:a="http://schemas.openxmlformats.org/drawingml/2006/main">
              <a:ext uri="{FF2B5EF4-FFF2-40B4-BE49-F238E27FC236}">
                <a16:creationId xmlns:a16="http://schemas.microsoft.com/office/drawing/2014/main" id="{713E404C-947E-4225-A1A7-D37333DD7A92}"/>
              </a:ext>
            </a:extLst>
          </p:cNvPr>
          <p:cNvSpPr>
            <a:spLocks xmlns:a="http://schemas.openxmlformats.org/drawingml/2006/main" noGrp="1"/>
          </p:cNvSpPr>
          <p:nvPr/>
        </p:nvSpPr>
        <p:spPr>
          <a:xfrm xmlns:a="http://schemas.openxmlformats.org/drawingml/2006/main">
            <a:off x="6457950" y="31242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-19% share, -1.3 taxis  Kampong Ubi (Oxley bizhub 2)</a:t>
            </a:r>
          </a:p>
        </p:txBody>
      </p:sp>
      <p:sp>
        <p:nvSpPr>
          <p:cNvPr id="484" name="">
            <a:extLst xmlns:a="http://schemas.openxmlformats.org/drawingml/2006/main">
              <a:ext uri="{FF2B5EF4-FFF2-40B4-BE49-F238E27FC236}">
                <a16:creationId xmlns:a16="http://schemas.microsoft.com/office/drawing/2014/main" id="{216C145C-1087-4986-AE76-DDB9C3FF8888}"/>
              </a:ext>
            </a:extLst>
          </p:cNvPr>
          <p:cNvSpPr>
            <a:spLocks xmlns:a="http://schemas.openxmlformats.org/drawingml/2006/main" noGrp="1"/>
          </p:cNvSpPr>
          <p:nvPr/>
        </p:nvSpPr>
        <p:spPr>
          <a:xfrm xmlns:a="http://schemas.openxmlformats.org/drawingml/2006/main">
            <a:off x="6153150" y="34004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5" name="">
            <a:extLst xmlns:a="http://schemas.openxmlformats.org/drawingml/2006/main">
              <a:ext uri="{FF2B5EF4-FFF2-40B4-BE49-F238E27FC236}">
                <a16:creationId xmlns:a16="http://schemas.microsoft.com/office/drawing/2014/main" id="{917CEBEE-1C01-410F-A5D8-80D9958EB32F}"/>
              </a:ext>
            </a:extLst>
          </p:cNvPr>
          <p:cNvSpPr>
            <a:spLocks xmlns:a="http://schemas.openxmlformats.org/drawingml/2006/main" noGrp="1"/>
          </p:cNvSpPr>
          <p:nvPr/>
        </p:nvSpPr>
        <p:spPr>
          <a:xfrm xmlns:a="http://schemas.openxmlformats.org/drawingml/2006/main">
            <a:off x="6153150" y="34099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486" name="">
            <a:extLst xmlns:a="http://schemas.openxmlformats.org/drawingml/2006/main">
              <a:ext uri="{FF2B5EF4-FFF2-40B4-BE49-F238E27FC236}">
                <a16:creationId xmlns:a16="http://schemas.microsoft.com/office/drawing/2014/main" id="{C8C887D7-7BEE-43F5-97C5-92AA8F7E4449}"/>
              </a:ext>
            </a:extLst>
          </p:cNvPr>
          <p:cNvSpPr>
            <a:spLocks xmlns:a="http://schemas.openxmlformats.org/drawingml/2006/main" noGrp="1"/>
          </p:cNvSpPr>
          <p:nvPr/>
        </p:nvSpPr>
        <p:spPr>
          <a:xfrm xmlns:a="http://schemas.openxmlformats.org/drawingml/2006/main">
            <a:off x="6457950" y="34004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-17% share, -4.4 taxis  Raffles Place (Lau Pa Sat Singapore)</a:t>
            </a:r>
          </a:p>
        </p:txBody>
      </p:sp>
      <p:sp>
        <p:nvSpPr>
          <p:cNvPr id="487" name="">
            <a:extLst xmlns:a="http://schemas.openxmlformats.org/drawingml/2006/main">
              <a:ext uri="{FF2B5EF4-FFF2-40B4-BE49-F238E27FC236}">
                <a16:creationId xmlns:a16="http://schemas.microsoft.com/office/drawing/2014/main" id="{B531595B-C350-4540-9C75-F51896478EB4}"/>
              </a:ext>
            </a:extLst>
          </p:cNvPr>
          <p:cNvSpPr>
            <a:spLocks xmlns:a="http://schemas.openxmlformats.org/drawingml/2006/main" noGrp="1"/>
          </p:cNvSpPr>
          <p:nvPr/>
        </p:nvSpPr>
        <p:spPr>
          <a:xfrm xmlns:a="http://schemas.openxmlformats.org/drawingml/2006/main">
            <a:off x="6153150" y="36766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88" name="">
            <a:extLst xmlns:a="http://schemas.openxmlformats.org/drawingml/2006/main">
              <a:ext uri="{FF2B5EF4-FFF2-40B4-BE49-F238E27FC236}">
                <a16:creationId xmlns:a16="http://schemas.microsoft.com/office/drawing/2014/main" id="{B65EA6E0-2C84-4BDE-B454-D5756EDB5F81}"/>
              </a:ext>
            </a:extLst>
          </p:cNvPr>
          <p:cNvSpPr>
            <a:spLocks xmlns:a="http://schemas.openxmlformats.org/drawingml/2006/main" noGrp="1"/>
          </p:cNvSpPr>
          <p:nvPr/>
        </p:nvSpPr>
        <p:spPr>
          <a:xfrm xmlns:a="http://schemas.openxmlformats.org/drawingml/2006/main">
            <a:off x="6153150" y="36861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489" name="">
            <a:extLst xmlns:a="http://schemas.openxmlformats.org/drawingml/2006/main">
              <a:ext uri="{FF2B5EF4-FFF2-40B4-BE49-F238E27FC236}">
                <a16:creationId xmlns:a16="http://schemas.microsoft.com/office/drawing/2014/main" id="{8DE4FD43-5444-4953-842A-584FD7E39352}"/>
              </a:ext>
            </a:extLst>
          </p:cNvPr>
          <p:cNvSpPr>
            <a:spLocks xmlns:a="http://schemas.openxmlformats.org/drawingml/2006/main" noGrp="1"/>
          </p:cNvSpPr>
          <p:nvPr/>
        </p:nvSpPr>
        <p:spPr>
          <a:xfrm xmlns:a="http://schemas.openxmlformats.org/drawingml/2006/main">
            <a:off x="6457950" y="36766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-15% share, -1.9 taxis  North Coast (Woodlands Secondary...)</a:t>
            </a:r>
          </a:p>
        </p:txBody>
      </p:sp>
      <p:sp>
        <p:nvSpPr>
          <p:cNvPr id="490" name="">
            <a:extLst xmlns:a="http://schemas.openxmlformats.org/drawingml/2006/main">
              <a:ext uri="{FF2B5EF4-FFF2-40B4-BE49-F238E27FC236}">
                <a16:creationId xmlns:a16="http://schemas.microsoft.com/office/drawing/2014/main" id="{BAF2E3C0-AE69-4417-8CAC-D75427324AA4}"/>
              </a:ext>
            </a:extLst>
          </p:cNvPr>
          <p:cNvSpPr>
            <a:spLocks xmlns:a="http://schemas.openxmlformats.org/drawingml/2006/main" noGrp="1"/>
          </p:cNvSpPr>
          <p:nvPr/>
        </p:nvSpPr>
        <p:spPr>
          <a:xfrm xmlns:a="http://schemas.openxmlformats.org/drawingml/2006/main">
            <a:off x="6153150" y="39528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1" name="">
            <a:extLst xmlns:a="http://schemas.openxmlformats.org/drawingml/2006/main">
              <a:ext uri="{FF2B5EF4-FFF2-40B4-BE49-F238E27FC236}">
                <a16:creationId xmlns:a16="http://schemas.microsoft.com/office/drawing/2014/main" id="{7716F66F-9EEA-4493-903F-B60724DE4A67}"/>
              </a:ext>
            </a:extLst>
          </p:cNvPr>
          <p:cNvSpPr>
            <a:spLocks xmlns:a="http://schemas.openxmlformats.org/drawingml/2006/main" noGrp="1"/>
          </p:cNvSpPr>
          <p:nvPr/>
        </p:nvSpPr>
        <p:spPr>
          <a:xfrm xmlns:a="http://schemas.openxmlformats.org/drawingml/2006/main">
            <a:off x="6153150" y="39624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492" name="">
            <a:extLst xmlns:a="http://schemas.openxmlformats.org/drawingml/2006/main">
              <a:ext uri="{FF2B5EF4-FFF2-40B4-BE49-F238E27FC236}">
                <a16:creationId xmlns:a16="http://schemas.microsoft.com/office/drawing/2014/main" id="{134C90D1-D406-44E0-8C42-9C4C1C8F38D7}"/>
              </a:ext>
            </a:extLst>
          </p:cNvPr>
          <p:cNvSpPr>
            <a:spLocks xmlns:a="http://schemas.openxmlformats.org/drawingml/2006/main" noGrp="1"/>
          </p:cNvSpPr>
          <p:nvPr/>
        </p:nvSpPr>
        <p:spPr>
          <a:xfrm xmlns:a="http://schemas.openxmlformats.org/drawingml/2006/main">
            <a:off x="6457950" y="39528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-13% share, -2.8 taxis  City Hall (Old Supreme Court...)</a:t>
            </a:r>
          </a:p>
        </p:txBody>
      </p:sp>
      <p:sp>
        <p:nvSpPr>
          <p:cNvPr id="493" name="">
            <a:extLst xmlns:a="http://schemas.openxmlformats.org/drawingml/2006/main">
              <a:ext uri="{FF2B5EF4-FFF2-40B4-BE49-F238E27FC236}">
                <a16:creationId xmlns:a16="http://schemas.microsoft.com/office/drawing/2014/main" id="{DBEBB6FE-87AB-48CA-A658-F2C3614CACB9}"/>
              </a:ext>
            </a:extLst>
          </p:cNvPr>
          <p:cNvSpPr>
            <a:spLocks xmlns:a="http://schemas.openxmlformats.org/drawingml/2006/main" noGrp="1"/>
          </p:cNvSpPr>
          <p:nvPr/>
        </p:nvSpPr>
        <p:spPr>
          <a:xfrm xmlns:a="http://schemas.openxmlformats.org/drawingml/2006/main">
            <a:off x="6153150" y="42291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4" name="">
            <a:extLst xmlns:a="http://schemas.openxmlformats.org/drawingml/2006/main">
              <a:ext uri="{FF2B5EF4-FFF2-40B4-BE49-F238E27FC236}">
                <a16:creationId xmlns:a16="http://schemas.microsoft.com/office/drawing/2014/main" id="{E15A5169-3EF9-447E-8313-C1CB01476BB0}"/>
              </a:ext>
            </a:extLst>
          </p:cNvPr>
          <p:cNvSpPr>
            <a:spLocks xmlns:a="http://schemas.openxmlformats.org/drawingml/2006/main" noGrp="1"/>
          </p:cNvSpPr>
          <p:nvPr/>
        </p:nvSpPr>
        <p:spPr>
          <a:xfrm xmlns:a="http://schemas.openxmlformats.org/drawingml/2006/main">
            <a:off x="6153150" y="42386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495" name="">
            <a:extLst xmlns:a="http://schemas.openxmlformats.org/drawingml/2006/main">
              <a:ext uri="{FF2B5EF4-FFF2-40B4-BE49-F238E27FC236}">
                <a16:creationId xmlns:a16="http://schemas.microsoft.com/office/drawing/2014/main" id="{10BF1F19-A4DF-491A-9DA9-DF7B0F0CEA05}"/>
              </a:ext>
            </a:extLst>
          </p:cNvPr>
          <p:cNvSpPr>
            <a:spLocks xmlns:a="http://schemas.openxmlformats.org/drawingml/2006/main" noGrp="1"/>
          </p:cNvSpPr>
          <p:nvPr/>
        </p:nvSpPr>
        <p:spPr>
          <a:xfrm xmlns:a="http://schemas.openxmlformats.org/drawingml/2006/main">
            <a:off x="6457950" y="42291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+27% share, +0.9 taxis  Senoko West (Singapore Safety...)</a:t>
            </a:r>
          </a:p>
        </p:txBody>
      </p:sp>
      <p:sp>
        <p:nvSpPr>
          <p:cNvPr id="496" name="">
            <a:extLst xmlns:a="http://schemas.openxmlformats.org/drawingml/2006/main">
              <a:ext uri="{FF2B5EF4-FFF2-40B4-BE49-F238E27FC236}">
                <a16:creationId xmlns:a16="http://schemas.microsoft.com/office/drawing/2014/main" id="{E6FC546A-F576-4341-B181-28C8730481F4}"/>
              </a:ext>
            </a:extLst>
          </p:cNvPr>
          <p:cNvSpPr>
            <a:spLocks xmlns:a="http://schemas.openxmlformats.org/drawingml/2006/main" noGrp="1"/>
          </p:cNvSpPr>
          <p:nvPr/>
        </p:nvSpPr>
        <p:spPr>
          <a:xfrm xmlns:a="http://schemas.openxmlformats.org/drawingml/2006/main">
            <a:off x="6153150" y="45053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497" name="">
            <a:extLst xmlns:a="http://schemas.openxmlformats.org/drawingml/2006/main">
              <a:ext uri="{FF2B5EF4-FFF2-40B4-BE49-F238E27FC236}">
                <a16:creationId xmlns:a16="http://schemas.microsoft.com/office/drawing/2014/main" id="{59501E09-58EC-4DB7-BB7D-EB98EFE07058}"/>
              </a:ext>
            </a:extLst>
          </p:cNvPr>
          <p:cNvSpPr>
            <a:spLocks xmlns:a="http://schemas.openxmlformats.org/drawingml/2006/main" noGrp="1"/>
          </p:cNvSpPr>
          <p:nvPr/>
        </p:nvSpPr>
        <p:spPr>
          <a:xfrm xmlns:a="http://schemas.openxmlformats.org/drawingml/2006/main">
            <a:off x="6153150" y="45148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498" name="">
            <a:extLst xmlns:a="http://schemas.openxmlformats.org/drawingml/2006/main">
              <a:ext uri="{FF2B5EF4-FFF2-40B4-BE49-F238E27FC236}">
                <a16:creationId xmlns:a16="http://schemas.microsoft.com/office/drawing/2014/main" id="{61421A48-A5B2-425D-83C1-795D9F1BB9BA}"/>
              </a:ext>
            </a:extLst>
          </p:cNvPr>
          <p:cNvSpPr>
            <a:spLocks xmlns:a="http://schemas.openxmlformats.org/drawingml/2006/main" noGrp="1"/>
          </p:cNvSpPr>
          <p:nvPr/>
        </p:nvSpPr>
        <p:spPr>
          <a:xfrm xmlns:a="http://schemas.openxmlformats.org/drawingml/2006/main">
            <a:off x="6457950" y="45053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+14% share, +0.0 taxis  Yio Chu Kang East (Nanyang...)</a:t>
            </a:r>
          </a:p>
        </p:txBody>
      </p:sp>
      <p:sp>
        <p:nvSpPr>
          <p:cNvPr id="499" name="">
            <a:extLst xmlns:a="http://schemas.openxmlformats.org/drawingml/2006/main">
              <a:ext uri="{FF2B5EF4-FFF2-40B4-BE49-F238E27FC236}">
                <a16:creationId xmlns:a16="http://schemas.microsoft.com/office/drawing/2014/main" id="{77B2D5BA-AB79-44EF-BBB0-D4B69AFC3F71}"/>
              </a:ext>
            </a:extLst>
          </p:cNvPr>
          <p:cNvSpPr>
            <a:spLocks xmlns:a="http://schemas.openxmlformats.org/drawingml/2006/main" noGrp="1"/>
          </p:cNvSpPr>
          <p:nvPr/>
        </p:nvSpPr>
        <p:spPr>
          <a:xfrm xmlns:a="http://schemas.openxmlformats.org/drawingml/2006/main">
            <a:off x="6153150" y="47815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500" name="">
            <a:extLst xmlns:a="http://schemas.openxmlformats.org/drawingml/2006/main">
              <a:ext uri="{FF2B5EF4-FFF2-40B4-BE49-F238E27FC236}">
                <a16:creationId xmlns:a16="http://schemas.microsoft.com/office/drawing/2014/main" id="{9107788E-8C25-4001-B9B7-D73343A913A0}"/>
              </a:ext>
            </a:extLst>
          </p:cNvPr>
          <p:cNvSpPr>
            <a:spLocks xmlns:a="http://schemas.openxmlformats.org/drawingml/2006/main" noGrp="1"/>
          </p:cNvSpPr>
          <p:nvPr/>
        </p:nvSpPr>
        <p:spPr>
          <a:xfrm xmlns:a="http://schemas.openxmlformats.org/drawingml/2006/main">
            <a:off x="6153150" y="47910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9</a:t>
            </a:r>
          </a:p>
        </p:txBody>
      </p:sp>
      <p:sp>
        <p:nvSpPr>
          <p:cNvPr id="501" name="">
            <a:extLst xmlns:a="http://schemas.openxmlformats.org/drawingml/2006/main">
              <a:ext uri="{FF2B5EF4-FFF2-40B4-BE49-F238E27FC236}">
                <a16:creationId xmlns:a16="http://schemas.microsoft.com/office/drawing/2014/main" id="{B9913C68-48CB-4BE0-BB41-9696F1185E31}"/>
              </a:ext>
            </a:extLst>
          </p:cNvPr>
          <p:cNvSpPr>
            <a:spLocks xmlns:a="http://schemas.openxmlformats.org/drawingml/2006/main" noGrp="1"/>
          </p:cNvSpPr>
          <p:nvPr/>
        </p:nvSpPr>
        <p:spPr>
          <a:xfrm xmlns:a="http://schemas.openxmlformats.org/drawingml/2006/main">
            <a:off x="6457950" y="47815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+13% share, -0.1 taxis  Depot Road (Singapore Garden &amp;...)</a:t>
            </a:r>
          </a:p>
        </p:txBody>
      </p:sp>
      <p:sp>
        <p:nvSpPr>
          <p:cNvPr id="502" name="">
            <a:extLst xmlns:a="http://schemas.openxmlformats.org/drawingml/2006/main">
              <a:ext uri="{FF2B5EF4-FFF2-40B4-BE49-F238E27FC236}">
                <a16:creationId xmlns:a16="http://schemas.microsoft.com/office/drawing/2014/main" id="{35E7924B-9EC0-4F27-80EB-ACA669E24091}"/>
              </a:ext>
            </a:extLst>
          </p:cNvPr>
          <p:cNvSpPr>
            <a:spLocks xmlns:a="http://schemas.openxmlformats.org/drawingml/2006/main" noGrp="1"/>
          </p:cNvSpPr>
          <p:nvPr/>
        </p:nvSpPr>
        <p:spPr>
          <a:xfrm xmlns:a="http://schemas.openxmlformats.org/drawingml/2006/main">
            <a:off x="6153150" y="50577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503" name="">
            <a:extLst xmlns:a="http://schemas.openxmlformats.org/drawingml/2006/main">
              <a:ext uri="{FF2B5EF4-FFF2-40B4-BE49-F238E27FC236}">
                <a16:creationId xmlns:a16="http://schemas.microsoft.com/office/drawing/2014/main" id="{545CBA76-48EB-4BBA-82E0-D33B4545D154}"/>
              </a:ext>
            </a:extLst>
          </p:cNvPr>
          <p:cNvSpPr>
            <a:spLocks xmlns:a="http://schemas.openxmlformats.org/drawingml/2006/main" noGrp="1"/>
          </p:cNvSpPr>
          <p:nvPr/>
        </p:nvSpPr>
        <p:spPr>
          <a:xfrm xmlns:a="http://schemas.openxmlformats.org/drawingml/2006/main">
            <a:off x="6153150" y="50673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10</a:t>
            </a:r>
          </a:p>
        </p:txBody>
      </p:sp>
      <p:sp>
        <p:nvSpPr>
          <p:cNvPr id="504" name="">
            <a:extLst xmlns:a="http://schemas.openxmlformats.org/drawingml/2006/main">
              <a:ext uri="{FF2B5EF4-FFF2-40B4-BE49-F238E27FC236}">
                <a16:creationId xmlns:a16="http://schemas.microsoft.com/office/drawing/2014/main" id="{747F1BA9-B644-4267-8980-58BB6E61DE41}"/>
              </a:ext>
            </a:extLst>
          </p:cNvPr>
          <p:cNvSpPr>
            <a:spLocks xmlns:a="http://schemas.openxmlformats.org/drawingml/2006/main" noGrp="1"/>
          </p:cNvSpPr>
          <p:nvPr/>
        </p:nvSpPr>
        <p:spPr>
          <a:xfrm xmlns:a="http://schemas.openxmlformats.org/drawingml/2006/main">
            <a:off x="6457950" y="50577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+12% share, -0.1 taxis  Kebun Bahru (Broadway Plaza)</a:t>
            </a:r>
          </a:p>
        </p:txBody>
      </p:sp>
      <p:sp>
        <p:nvSpPr>
          <p:cNvPr id="505" name="">
            <a:extLst xmlns:a="http://schemas.openxmlformats.org/drawingml/2006/main">
              <a:ext uri="{FF2B5EF4-FFF2-40B4-BE49-F238E27FC236}">
                <a16:creationId xmlns:a16="http://schemas.microsoft.com/office/drawing/2014/main" id="{06C9F176-7472-4BE5-8F4A-402C840C92CC}"/>
              </a:ext>
            </a:extLst>
          </p:cNvPr>
          <p:cNvSpPr>
            <a:spLocks xmlns:a="http://schemas.openxmlformats.org/drawingml/2006/main" noGrp="1"/>
          </p:cNvSpPr>
          <p:nvPr/>
        </p:nvSpPr>
        <p:spPr>
          <a:xfrm xmlns:a="http://schemas.openxmlformats.org/drawingml/2006/main">
            <a:off x="6153150" y="53340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506" name="">
            <a:extLst xmlns:a="http://schemas.openxmlformats.org/drawingml/2006/main">
              <a:ext uri="{FF2B5EF4-FFF2-40B4-BE49-F238E27FC236}">
                <a16:creationId xmlns:a16="http://schemas.microsoft.com/office/drawing/2014/main" id="{D9F7227C-BEA2-4B2C-8A4B-5A0EC1282587}"/>
              </a:ext>
            </a:extLst>
          </p:cNvPr>
          <p:cNvSpPr>
            <a:spLocks xmlns:a="http://schemas.openxmlformats.org/drawingml/2006/main" noGrp="1"/>
          </p:cNvSpPr>
          <p:nvPr/>
        </p:nvSpPr>
        <p:spPr>
          <a:xfrm xmlns:a="http://schemas.openxmlformats.org/drawingml/2006/main">
            <a:off x="6153150" y="53435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11</a:t>
            </a:r>
          </a:p>
        </p:txBody>
      </p:sp>
      <p:sp>
        <p:nvSpPr>
          <p:cNvPr id="507" name="">
            <a:extLst xmlns:a="http://schemas.openxmlformats.org/drawingml/2006/main">
              <a:ext uri="{FF2B5EF4-FFF2-40B4-BE49-F238E27FC236}">
                <a16:creationId xmlns:a16="http://schemas.microsoft.com/office/drawing/2014/main" id="{3D4DDB1D-4CEB-487A-B808-DDEB638A4E12}"/>
              </a:ext>
            </a:extLst>
          </p:cNvPr>
          <p:cNvSpPr>
            <a:spLocks xmlns:a="http://schemas.openxmlformats.org/drawingml/2006/main" noGrp="1"/>
          </p:cNvSpPr>
          <p:nvPr/>
        </p:nvSpPr>
        <p:spPr>
          <a:xfrm xmlns:a="http://schemas.openxmlformats.org/drawingml/2006/main">
            <a:off x="6457950" y="53340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+11% share, -0.2 taxis  Geylang Bahru (Blk 17 Upper Boon...)</a:t>
            </a:r>
          </a:p>
        </p:txBody>
      </p:sp>
      <p:sp>
        <p:nvSpPr>
          <p:cNvPr id="508" name="">
            <a:extLst xmlns:a="http://schemas.openxmlformats.org/drawingml/2006/main">
              <a:ext uri="{FF2B5EF4-FFF2-40B4-BE49-F238E27FC236}">
                <a16:creationId xmlns:a16="http://schemas.microsoft.com/office/drawing/2014/main" id="{231BEC77-BC5F-4F96-8626-1398799DDA17}"/>
              </a:ext>
            </a:extLst>
          </p:cNvPr>
          <p:cNvSpPr>
            <a:spLocks xmlns:a="http://schemas.openxmlformats.org/drawingml/2006/main" noGrp="1"/>
          </p:cNvSpPr>
          <p:nvPr/>
        </p:nvSpPr>
        <p:spPr>
          <a:xfrm xmlns:a="http://schemas.openxmlformats.org/drawingml/2006/main">
            <a:off x="6153150" y="56102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509" name="">
            <a:extLst xmlns:a="http://schemas.openxmlformats.org/drawingml/2006/main">
              <a:ext uri="{FF2B5EF4-FFF2-40B4-BE49-F238E27FC236}">
                <a16:creationId xmlns:a16="http://schemas.microsoft.com/office/drawing/2014/main" id="{DF9C386B-2C1F-47A8-B2B0-69A80C6CB8F5}"/>
              </a:ext>
            </a:extLst>
          </p:cNvPr>
          <p:cNvSpPr>
            <a:spLocks xmlns:a="http://schemas.openxmlformats.org/drawingml/2006/main" noGrp="1"/>
          </p:cNvSpPr>
          <p:nvPr/>
        </p:nvSpPr>
        <p:spPr>
          <a:xfrm xmlns:a="http://schemas.openxmlformats.org/drawingml/2006/main">
            <a:off x="6153150" y="56197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12</a:t>
            </a:r>
          </a:p>
        </p:txBody>
      </p:sp>
      <p:sp>
        <p:nvSpPr>
          <p:cNvPr id="510" name="">
            <a:extLst xmlns:a="http://schemas.openxmlformats.org/drawingml/2006/main">
              <a:ext uri="{FF2B5EF4-FFF2-40B4-BE49-F238E27FC236}">
                <a16:creationId xmlns:a16="http://schemas.microsoft.com/office/drawing/2014/main" id="{44AB9905-3CA9-433B-8005-3B5A78420DBA}"/>
              </a:ext>
            </a:extLst>
          </p:cNvPr>
          <p:cNvSpPr>
            <a:spLocks xmlns:a="http://schemas.openxmlformats.org/drawingml/2006/main" noGrp="1"/>
          </p:cNvSpPr>
          <p:nvPr/>
        </p:nvSpPr>
        <p:spPr>
          <a:xfrm xmlns:a="http://schemas.openxmlformats.org/drawingml/2006/main">
            <a:off x="6457950" y="56102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+11% share, -0.2 taxis  Tampines West (Century Square)</a:t>
            </a:r>
          </a:p>
        </p:txBody>
      </p:sp>
      <p:sp>
        <p:nvSpPr>
          <p:cNvPr id="511" name="">
            <a:extLst xmlns:a="http://schemas.openxmlformats.org/drawingml/2006/main">
              <a:ext uri="{FF2B5EF4-FFF2-40B4-BE49-F238E27FC236}">
                <a16:creationId xmlns:a16="http://schemas.microsoft.com/office/drawing/2014/main" id="{9EE9D47D-5703-4F49-A967-951BBC487C6D}"/>
              </a:ext>
            </a:extLst>
          </p:cNvPr>
          <p:cNvSpPr>
            <a:spLocks xmlns:a="http://schemas.openxmlformats.org/drawingml/2006/main" noGrp="1"/>
          </p:cNvSpPr>
          <p:nvPr/>
        </p:nvSpPr>
        <p:spPr>
          <a:xfrm xmlns:a="http://schemas.openxmlformats.org/drawingml/2006/main">
            <a:off x="1190625" y="5219700"/>
            <a:ext cx="56436" cy="95250"/>
          </a:xfrm>
          <a:prstGeom xmlns:a="http://schemas.openxmlformats.org/drawingml/2006/main" prst="rect">
            <a:avLst/>
          </a:prstGeom>
          <a:solidFill xmlns:a="http://schemas.openxmlformats.org/drawingml/2006/main">
            <a:srgbClr val="C1473E"/>
          </a:solidFill>
          <a:ln xmlns:a="http://schemas.openxmlformats.org/drawingml/2006/main" w="0">
            <a:noFill/>
          </a:ln>
        </p:spPr>
      </p:sp>
      <p:sp>
        <p:nvSpPr>
          <p:cNvPr id="512" name="">
            <a:extLst xmlns:a="http://schemas.openxmlformats.org/drawingml/2006/main">
              <a:ext uri="{FF2B5EF4-FFF2-40B4-BE49-F238E27FC236}">
                <a16:creationId xmlns:a16="http://schemas.microsoft.com/office/drawing/2014/main" id="{9F36343C-1DD1-420B-B7F5-FCC0889E225A}"/>
              </a:ext>
            </a:extLst>
          </p:cNvPr>
          <p:cNvSpPr>
            <a:spLocks xmlns:a="http://schemas.openxmlformats.org/drawingml/2006/main" noGrp="1"/>
          </p:cNvSpPr>
          <p:nvPr/>
        </p:nvSpPr>
        <p:spPr>
          <a:xfrm xmlns:a="http://schemas.openxmlformats.org/drawingml/2006/main">
            <a:off x="1246584" y="5219700"/>
            <a:ext cx="56436" cy="95250"/>
          </a:xfrm>
          <a:prstGeom xmlns:a="http://schemas.openxmlformats.org/drawingml/2006/main" prst="rect">
            <a:avLst/>
          </a:prstGeom>
          <a:solidFill xmlns:a="http://schemas.openxmlformats.org/drawingml/2006/main">
            <a:srgbClr val="C24C43"/>
          </a:solidFill>
          <a:ln xmlns:a="http://schemas.openxmlformats.org/drawingml/2006/main" w="0">
            <a:noFill/>
          </a:ln>
        </p:spPr>
      </p:sp>
      <p:sp>
        <p:nvSpPr>
          <p:cNvPr id="513" name="">
            <a:extLst xmlns:a="http://schemas.openxmlformats.org/drawingml/2006/main">
              <a:ext uri="{FF2B5EF4-FFF2-40B4-BE49-F238E27FC236}">
                <a16:creationId xmlns:a16="http://schemas.microsoft.com/office/drawing/2014/main" id="{BD12CA02-CC44-4700-AA6F-A70B09F18057}"/>
              </a:ext>
            </a:extLst>
          </p:cNvPr>
          <p:cNvSpPr>
            <a:spLocks xmlns:a="http://schemas.openxmlformats.org/drawingml/2006/main" noGrp="1"/>
          </p:cNvSpPr>
          <p:nvPr/>
        </p:nvSpPr>
        <p:spPr>
          <a:xfrm xmlns:a="http://schemas.openxmlformats.org/drawingml/2006/main">
            <a:off x="1302544" y="5219700"/>
            <a:ext cx="56436" cy="95250"/>
          </a:xfrm>
          <a:prstGeom xmlns:a="http://schemas.openxmlformats.org/drawingml/2006/main" prst="rect">
            <a:avLst/>
          </a:prstGeom>
          <a:solidFill xmlns:a="http://schemas.openxmlformats.org/drawingml/2006/main">
            <a:srgbClr val="C45148"/>
          </a:solidFill>
          <a:ln xmlns:a="http://schemas.openxmlformats.org/drawingml/2006/main" w="0">
            <a:noFill/>
          </a:ln>
        </p:spPr>
      </p:sp>
      <p:sp>
        <p:nvSpPr>
          <p:cNvPr id="514" name="">
            <a:extLst xmlns:a="http://schemas.openxmlformats.org/drawingml/2006/main">
              <a:ext uri="{FF2B5EF4-FFF2-40B4-BE49-F238E27FC236}">
                <a16:creationId xmlns:a16="http://schemas.microsoft.com/office/drawing/2014/main" id="{229F83F7-D6E2-4D68-B1B9-BD36A01C9CA9}"/>
              </a:ext>
            </a:extLst>
          </p:cNvPr>
          <p:cNvSpPr>
            <a:spLocks xmlns:a="http://schemas.openxmlformats.org/drawingml/2006/main" noGrp="1"/>
          </p:cNvSpPr>
          <p:nvPr/>
        </p:nvSpPr>
        <p:spPr>
          <a:xfrm xmlns:a="http://schemas.openxmlformats.org/drawingml/2006/main">
            <a:off x="1358503" y="5219700"/>
            <a:ext cx="56436" cy="95250"/>
          </a:xfrm>
          <a:prstGeom xmlns:a="http://schemas.openxmlformats.org/drawingml/2006/main" prst="rect">
            <a:avLst/>
          </a:prstGeom>
          <a:solidFill xmlns:a="http://schemas.openxmlformats.org/drawingml/2006/main">
            <a:srgbClr val="C6554D"/>
          </a:solidFill>
          <a:ln xmlns:a="http://schemas.openxmlformats.org/drawingml/2006/main" w="0">
            <a:noFill/>
          </a:ln>
        </p:spPr>
      </p:sp>
      <p:sp>
        <p:nvSpPr>
          <p:cNvPr id="515" name="">
            <a:extLst xmlns:a="http://schemas.openxmlformats.org/drawingml/2006/main">
              <a:ext uri="{FF2B5EF4-FFF2-40B4-BE49-F238E27FC236}">
                <a16:creationId xmlns:a16="http://schemas.microsoft.com/office/drawing/2014/main" id="{1C1B9EBE-5B18-4F0A-92DB-88F6B7115F20}"/>
              </a:ext>
            </a:extLst>
          </p:cNvPr>
          <p:cNvSpPr>
            <a:spLocks xmlns:a="http://schemas.openxmlformats.org/drawingml/2006/main" noGrp="1"/>
          </p:cNvSpPr>
          <p:nvPr/>
        </p:nvSpPr>
        <p:spPr>
          <a:xfrm xmlns:a="http://schemas.openxmlformats.org/drawingml/2006/main">
            <a:off x="1414463" y="5219700"/>
            <a:ext cx="56436" cy="95250"/>
          </a:xfrm>
          <a:prstGeom xmlns:a="http://schemas.openxmlformats.org/drawingml/2006/main" prst="rect">
            <a:avLst/>
          </a:prstGeom>
          <a:solidFill xmlns:a="http://schemas.openxmlformats.org/drawingml/2006/main">
            <a:srgbClr val="C75A52"/>
          </a:solidFill>
          <a:ln xmlns:a="http://schemas.openxmlformats.org/drawingml/2006/main" w="0">
            <a:noFill/>
          </a:ln>
        </p:spPr>
      </p:sp>
      <p:sp>
        <p:nvSpPr>
          <p:cNvPr id="516" name="">
            <a:extLst xmlns:a="http://schemas.openxmlformats.org/drawingml/2006/main">
              <a:ext uri="{FF2B5EF4-FFF2-40B4-BE49-F238E27FC236}">
                <a16:creationId xmlns:a16="http://schemas.microsoft.com/office/drawing/2014/main" id="{C573F7F9-06D8-4BA3-9029-9F36E6E3DEA1}"/>
              </a:ext>
            </a:extLst>
          </p:cNvPr>
          <p:cNvSpPr>
            <a:spLocks xmlns:a="http://schemas.openxmlformats.org/drawingml/2006/main" noGrp="1"/>
          </p:cNvSpPr>
          <p:nvPr/>
        </p:nvSpPr>
        <p:spPr>
          <a:xfrm xmlns:a="http://schemas.openxmlformats.org/drawingml/2006/main">
            <a:off x="1470422" y="5219700"/>
            <a:ext cx="56436" cy="95250"/>
          </a:xfrm>
          <a:prstGeom xmlns:a="http://schemas.openxmlformats.org/drawingml/2006/main" prst="rect">
            <a:avLst/>
          </a:prstGeom>
          <a:solidFill xmlns:a="http://schemas.openxmlformats.org/drawingml/2006/main">
            <a:srgbClr val="C95F57"/>
          </a:solidFill>
          <a:ln xmlns:a="http://schemas.openxmlformats.org/drawingml/2006/main" w="0">
            <a:noFill/>
          </a:ln>
        </p:spPr>
      </p:sp>
      <p:sp>
        <p:nvSpPr>
          <p:cNvPr id="517" name="">
            <a:extLst xmlns:a="http://schemas.openxmlformats.org/drawingml/2006/main">
              <a:ext uri="{FF2B5EF4-FFF2-40B4-BE49-F238E27FC236}">
                <a16:creationId xmlns:a16="http://schemas.microsoft.com/office/drawing/2014/main" id="{B3966992-BD5A-4A7C-AC24-652DAA3093E8}"/>
              </a:ext>
            </a:extLst>
          </p:cNvPr>
          <p:cNvSpPr>
            <a:spLocks xmlns:a="http://schemas.openxmlformats.org/drawingml/2006/main" noGrp="1"/>
          </p:cNvSpPr>
          <p:nvPr/>
        </p:nvSpPr>
        <p:spPr>
          <a:xfrm xmlns:a="http://schemas.openxmlformats.org/drawingml/2006/main">
            <a:off x="1526381" y="5219700"/>
            <a:ext cx="56436" cy="95250"/>
          </a:xfrm>
          <a:prstGeom xmlns:a="http://schemas.openxmlformats.org/drawingml/2006/main" prst="rect">
            <a:avLst/>
          </a:prstGeom>
          <a:solidFill xmlns:a="http://schemas.openxmlformats.org/drawingml/2006/main">
            <a:srgbClr val="CA635C"/>
          </a:solidFill>
          <a:ln xmlns:a="http://schemas.openxmlformats.org/drawingml/2006/main" w="0">
            <a:noFill/>
          </a:ln>
        </p:spPr>
      </p:sp>
      <p:sp>
        <p:nvSpPr>
          <p:cNvPr id="518" name="">
            <a:extLst xmlns:a="http://schemas.openxmlformats.org/drawingml/2006/main">
              <a:ext uri="{FF2B5EF4-FFF2-40B4-BE49-F238E27FC236}">
                <a16:creationId xmlns:a16="http://schemas.microsoft.com/office/drawing/2014/main" id="{CB8E5F90-F4D3-47FE-9936-3C627D0D6E70}"/>
              </a:ext>
            </a:extLst>
          </p:cNvPr>
          <p:cNvSpPr>
            <a:spLocks xmlns:a="http://schemas.openxmlformats.org/drawingml/2006/main" noGrp="1"/>
          </p:cNvSpPr>
          <p:nvPr/>
        </p:nvSpPr>
        <p:spPr>
          <a:xfrm xmlns:a="http://schemas.openxmlformats.org/drawingml/2006/main">
            <a:off x="1582341" y="5219700"/>
            <a:ext cx="56436" cy="95250"/>
          </a:xfrm>
          <a:prstGeom xmlns:a="http://schemas.openxmlformats.org/drawingml/2006/main" prst="rect">
            <a:avLst/>
          </a:prstGeom>
          <a:solidFill xmlns:a="http://schemas.openxmlformats.org/drawingml/2006/main">
            <a:srgbClr val="CC6861"/>
          </a:solidFill>
          <a:ln xmlns:a="http://schemas.openxmlformats.org/drawingml/2006/main" w="0">
            <a:noFill/>
          </a:ln>
        </p:spPr>
      </p:sp>
      <p:sp>
        <p:nvSpPr>
          <p:cNvPr id="519" name="">
            <a:extLst xmlns:a="http://schemas.openxmlformats.org/drawingml/2006/main">
              <a:ext uri="{FF2B5EF4-FFF2-40B4-BE49-F238E27FC236}">
                <a16:creationId xmlns:a16="http://schemas.microsoft.com/office/drawing/2014/main" id="{76738168-A8F7-4B1A-AF77-8BE891BE185C}"/>
              </a:ext>
            </a:extLst>
          </p:cNvPr>
          <p:cNvSpPr>
            <a:spLocks xmlns:a="http://schemas.openxmlformats.org/drawingml/2006/main" noGrp="1"/>
          </p:cNvSpPr>
          <p:nvPr/>
        </p:nvSpPr>
        <p:spPr>
          <a:xfrm xmlns:a="http://schemas.openxmlformats.org/drawingml/2006/main">
            <a:off x="1638300" y="5219700"/>
            <a:ext cx="56436" cy="95250"/>
          </a:xfrm>
          <a:prstGeom xmlns:a="http://schemas.openxmlformats.org/drawingml/2006/main" prst="rect">
            <a:avLst/>
          </a:prstGeom>
          <a:solidFill xmlns:a="http://schemas.openxmlformats.org/drawingml/2006/main">
            <a:srgbClr val="CD6D65"/>
          </a:solidFill>
          <a:ln xmlns:a="http://schemas.openxmlformats.org/drawingml/2006/main" w="0">
            <a:noFill/>
          </a:ln>
        </p:spPr>
      </p:sp>
      <p:sp>
        <p:nvSpPr>
          <p:cNvPr id="520" name="">
            <a:extLst xmlns:a="http://schemas.openxmlformats.org/drawingml/2006/main">
              <a:ext uri="{FF2B5EF4-FFF2-40B4-BE49-F238E27FC236}">
                <a16:creationId xmlns:a16="http://schemas.microsoft.com/office/drawing/2014/main" id="{1D650810-41B8-41B1-88C1-957BC4B89B1E}"/>
              </a:ext>
            </a:extLst>
          </p:cNvPr>
          <p:cNvSpPr>
            <a:spLocks xmlns:a="http://schemas.openxmlformats.org/drawingml/2006/main" noGrp="1"/>
          </p:cNvSpPr>
          <p:nvPr/>
        </p:nvSpPr>
        <p:spPr>
          <a:xfrm xmlns:a="http://schemas.openxmlformats.org/drawingml/2006/main">
            <a:off x="1694259" y="5219700"/>
            <a:ext cx="56436" cy="95250"/>
          </a:xfrm>
          <a:prstGeom xmlns:a="http://schemas.openxmlformats.org/drawingml/2006/main" prst="rect">
            <a:avLst/>
          </a:prstGeom>
          <a:solidFill xmlns:a="http://schemas.openxmlformats.org/drawingml/2006/main">
            <a:srgbClr val="CF716A"/>
          </a:solidFill>
          <a:ln xmlns:a="http://schemas.openxmlformats.org/drawingml/2006/main" w="0">
            <a:noFill/>
          </a:ln>
        </p:spPr>
      </p:sp>
      <p:sp>
        <p:nvSpPr>
          <p:cNvPr id="521" name="">
            <a:extLst xmlns:a="http://schemas.openxmlformats.org/drawingml/2006/main">
              <a:ext uri="{FF2B5EF4-FFF2-40B4-BE49-F238E27FC236}">
                <a16:creationId xmlns:a16="http://schemas.microsoft.com/office/drawing/2014/main" id="{7DCFA112-0C50-41D8-AC53-569E525AD928}"/>
              </a:ext>
            </a:extLst>
          </p:cNvPr>
          <p:cNvSpPr>
            <a:spLocks xmlns:a="http://schemas.openxmlformats.org/drawingml/2006/main" noGrp="1"/>
          </p:cNvSpPr>
          <p:nvPr/>
        </p:nvSpPr>
        <p:spPr>
          <a:xfrm xmlns:a="http://schemas.openxmlformats.org/drawingml/2006/main">
            <a:off x="1750219" y="5219700"/>
            <a:ext cx="56436" cy="95250"/>
          </a:xfrm>
          <a:prstGeom xmlns:a="http://schemas.openxmlformats.org/drawingml/2006/main" prst="rect">
            <a:avLst/>
          </a:prstGeom>
          <a:solidFill xmlns:a="http://schemas.openxmlformats.org/drawingml/2006/main">
            <a:srgbClr val="D1766F"/>
          </a:solidFill>
          <a:ln xmlns:a="http://schemas.openxmlformats.org/drawingml/2006/main" w="0">
            <a:noFill/>
          </a:ln>
        </p:spPr>
      </p:sp>
      <p:sp>
        <p:nvSpPr>
          <p:cNvPr id="522" name="">
            <a:extLst xmlns:a="http://schemas.openxmlformats.org/drawingml/2006/main">
              <a:ext uri="{FF2B5EF4-FFF2-40B4-BE49-F238E27FC236}">
                <a16:creationId xmlns:a16="http://schemas.microsoft.com/office/drawing/2014/main" id="{93351E6C-010A-4DD6-9046-B7D4AC9E1E54}"/>
              </a:ext>
            </a:extLst>
          </p:cNvPr>
          <p:cNvSpPr>
            <a:spLocks xmlns:a="http://schemas.openxmlformats.org/drawingml/2006/main" noGrp="1"/>
          </p:cNvSpPr>
          <p:nvPr/>
        </p:nvSpPr>
        <p:spPr>
          <a:xfrm xmlns:a="http://schemas.openxmlformats.org/drawingml/2006/main">
            <a:off x="1806178" y="5219700"/>
            <a:ext cx="56436" cy="95250"/>
          </a:xfrm>
          <a:prstGeom xmlns:a="http://schemas.openxmlformats.org/drawingml/2006/main" prst="rect">
            <a:avLst/>
          </a:prstGeom>
          <a:solidFill xmlns:a="http://schemas.openxmlformats.org/drawingml/2006/main">
            <a:srgbClr val="D27A74"/>
          </a:solidFill>
          <a:ln xmlns:a="http://schemas.openxmlformats.org/drawingml/2006/main" w="0">
            <a:noFill/>
          </a:ln>
        </p:spPr>
      </p:sp>
      <p:sp>
        <p:nvSpPr>
          <p:cNvPr id="523" name="">
            <a:extLst xmlns:a="http://schemas.openxmlformats.org/drawingml/2006/main">
              <a:ext uri="{FF2B5EF4-FFF2-40B4-BE49-F238E27FC236}">
                <a16:creationId xmlns:a16="http://schemas.microsoft.com/office/drawing/2014/main" id="{67A8788F-BFA4-41B4-A699-DB525EDFBFE0}"/>
              </a:ext>
            </a:extLst>
          </p:cNvPr>
          <p:cNvSpPr>
            <a:spLocks xmlns:a="http://schemas.openxmlformats.org/drawingml/2006/main" noGrp="1"/>
          </p:cNvSpPr>
          <p:nvPr/>
        </p:nvSpPr>
        <p:spPr>
          <a:xfrm xmlns:a="http://schemas.openxmlformats.org/drawingml/2006/main">
            <a:off x="1862138" y="5219700"/>
            <a:ext cx="56436" cy="95250"/>
          </a:xfrm>
          <a:prstGeom xmlns:a="http://schemas.openxmlformats.org/drawingml/2006/main" prst="rect">
            <a:avLst/>
          </a:prstGeom>
          <a:solidFill xmlns:a="http://schemas.openxmlformats.org/drawingml/2006/main">
            <a:srgbClr val="D47F79"/>
          </a:solidFill>
          <a:ln xmlns:a="http://schemas.openxmlformats.org/drawingml/2006/main" w="0">
            <a:noFill/>
          </a:ln>
        </p:spPr>
      </p:sp>
      <p:sp>
        <p:nvSpPr>
          <p:cNvPr id="524" name="">
            <a:extLst xmlns:a="http://schemas.openxmlformats.org/drawingml/2006/main">
              <a:ext uri="{FF2B5EF4-FFF2-40B4-BE49-F238E27FC236}">
                <a16:creationId xmlns:a16="http://schemas.microsoft.com/office/drawing/2014/main" id="{4AAD8504-FE5F-4121-AA36-F9277E3A3EC6}"/>
              </a:ext>
            </a:extLst>
          </p:cNvPr>
          <p:cNvSpPr>
            <a:spLocks xmlns:a="http://schemas.openxmlformats.org/drawingml/2006/main" noGrp="1"/>
          </p:cNvSpPr>
          <p:nvPr/>
        </p:nvSpPr>
        <p:spPr>
          <a:xfrm xmlns:a="http://schemas.openxmlformats.org/drawingml/2006/main">
            <a:off x="1918097" y="5219700"/>
            <a:ext cx="56436" cy="95250"/>
          </a:xfrm>
          <a:prstGeom xmlns:a="http://schemas.openxmlformats.org/drawingml/2006/main" prst="rect">
            <a:avLst/>
          </a:prstGeom>
          <a:solidFill xmlns:a="http://schemas.openxmlformats.org/drawingml/2006/main">
            <a:srgbClr val="D5847E"/>
          </a:solidFill>
          <a:ln xmlns:a="http://schemas.openxmlformats.org/drawingml/2006/main" w="0">
            <a:noFill/>
          </a:ln>
        </p:spPr>
      </p:sp>
      <p:sp>
        <p:nvSpPr>
          <p:cNvPr id="525" name="">
            <a:extLst xmlns:a="http://schemas.openxmlformats.org/drawingml/2006/main">
              <a:ext uri="{FF2B5EF4-FFF2-40B4-BE49-F238E27FC236}">
                <a16:creationId xmlns:a16="http://schemas.microsoft.com/office/drawing/2014/main" id="{263F3116-F179-42B9-8593-19FE2569128B}"/>
              </a:ext>
            </a:extLst>
          </p:cNvPr>
          <p:cNvSpPr>
            <a:spLocks xmlns:a="http://schemas.openxmlformats.org/drawingml/2006/main" noGrp="1"/>
          </p:cNvSpPr>
          <p:nvPr/>
        </p:nvSpPr>
        <p:spPr>
          <a:xfrm xmlns:a="http://schemas.openxmlformats.org/drawingml/2006/main">
            <a:off x="1974056" y="5219700"/>
            <a:ext cx="56436" cy="95250"/>
          </a:xfrm>
          <a:prstGeom xmlns:a="http://schemas.openxmlformats.org/drawingml/2006/main" prst="rect">
            <a:avLst/>
          </a:prstGeom>
          <a:solidFill xmlns:a="http://schemas.openxmlformats.org/drawingml/2006/main">
            <a:srgbClr val="D78883"/>
          </a:solidFill>
          <a:ln xmlns:a="http://schemas.openxmlformats.org/drawingml/2006/main" w="0">
            <a:noFill/>
          </a:ln>
        </p:spPr>
      </p:sp>
      <p:sp>
        <p:nvSpPr>
          <p:cNvPr id="526" name="">
            <a:extLst xmlns:a="http://schemas.openxmlformats.org/drawingml/2006/main">
              <a:ext uri="{FF2B5EF4-FFF2-40B4-BE49-F238E27FC236}">
                <a16:creationId xmlns:a16="http://schemas.microsoft.com/office/drawing/2014/main" id="{7D8692EA-3C14-4DDE-9340-AEF83C796272}"/>
              </a:ext>
            </a:extLst>
          </p:cNvPr>
          <p:cNvSpPr>
            <a:spLocks xmlns:a="http://schemas.openxmlformats.org/drawingml/2006/main" noGrp="1"/>
          </p:cNvSpPr>
          <p:nvPr/>
        </p:nvSpPr>
        <p:spPr>
          <a:xfrm xmlns:a="http://schemas.openxmlformats.org/drawingml/2006/main">
            <a:off x="2030016" y="5219700"/>
            <a:ext cx="56436" cy="95250"/>
          </a:xfrm>
          <a:prstGeom xmlns:a="http://schemas.openxmlformats.org/drawingml/2006/main" prst="rect">
            <a:avLst/>
          </a:prstGeom>
          <a:solidFill xmlns:a="http://schemas.openxmlformats.org/drawingml/2006/main">
            <a:srgbClr val="D88D88"/>
          </a:solidFill>
          <a:ln xmlns:a="http://schemas.openxmlformats.org/drawingml/2006/main" w="0">
            <a:noFill/>
          </a:ln>
        </p:spPr>
      </p:sp>
      <p:sp>
        <p:nvSpPr>
          <p:cNvPr id="527" name="">
            <a:extLst xmlns:a="http://schemas.openxmlformats.org/drawingml/2006/main">
              <a:ext uri="{FF2B5EF4-FFF2-40B4-BE49-F238E27FC236}">
                <a16:creationId xmlns:a16="http://schemas.microsoft.com/office/drawing/2014/main" id="{D7AA8038-0423-45D4-B4DB-6E862B961557}"/>
              </a:ext>
            </a:extLst>
          </p:cNvPr>
          <p:cNvSpPr>
            <a:spLocks xmlns:a="http://schemas.openxmlformats.org/drawingml/2006/main" noGrp="1"/>
          </p:cNvSpPr>
          <p:nvPr/>
        </p:nvSpPr>
        <p:spPr>
          <a:xfrm xmlns:a="http://schemas.openxmlformats.org/drawingml/2006/main">
            <a:off x="2085975" y="5219700"/>
            <a:ext cx="56436" cy="95250"/>
          </a:xfrm>
          <a:prstGeom xmlns:a="http://schemas.openxmlformats.org/drawingml/2006/main" prst="rect">
            <a:avLst/>
          </a:prstGeom>
          <a:solidFill xmlns:a="http://schemas.openxmlformats.org/drawingml/2006/main">
            <a:srgbClr val="DA928C"/>
          </a:solidFill>
          <a:ln xmlns:a="http://schemas.openxmlformats.org/drawingml/2006/main" w="0">
            <a:noFill/>
          </a:ln>
        </p:spPr>
      </p:sp>
      <p:sp>
        <p:nvSpPr>
          <p:cNvPr id="528" name="">
            <a:extLst xmlns:a="http://schemas.openxmlformats.org/drawingml/2006/main">
              <a:ext uri="{FF2B5EF4-FFF2-40B4-BE49-F238E27FC236}">
                <a16:creationId xmlns:a16="http://schemas.microsoft.com/office/drawing/2014/main" id="{0DCEC407-F061-40C0-A27E-1A045A0CB2A7}"/>
              </a:ext>
            </a:extLst>
          </p:cNvPr>
          <p:cNvSpPr>
            <a:spLocks xmlns:a="http://schemas.openxmlformats.org/drawingml/2006/main" noGrp="1"/>
          </p:cNvSpPr>
          <p:nvPr/>
        </p:nvSpPr>
        <p:spPr>
          <a:xfrm xmlns:a="http://schemas.openxmlformats.org/drawingml/2006/main">
            <a:off x="2141934" y="5219700"/>
            <a:ext cx="56436" cy="95250"/>
          </a:xfrm>
          <a:prstGeom xmlns:a="http://schemas.openxmlformats.org/drawingml/2006/main" prst="rect">
            <a:avLst/>
          </a:prstGeom>
          <a:solidFill xmlns:a="http://schemas.openxmlformats.org/drawingml/2006/main">
            <a:srgbClr val="DC9691"/>
          </a:solidFill>
          <a:ln xmlns:a="http://schemas.openxmlformats.org/drawingml/2006/main" w="0">
            <a:noFill/>
          </a:ln>
        </p:spPr>
      </p:sp>
      <p:sp>
        <p:nvSpPr>
          <p:cNvPr id="529" name="">
            <a:extLst xmlns:a="http://schemas.openxmlformats.org/drawingml/2006/main">
              <a:ext uri="{FF2B5EF4-FFF2-40B4-BE49-F238E27FC236}">
                <a16:creationId xmlns:a16="http://schemas.microsoft.com/office/drawing/2014/main" id="{650DC28F-A1D2-400A-8B8A-2D1073546E34}"/>
              </a:ext>
            </a:extLst>
          </p:cNvPr>
          <p:cNvSpPr>
            <a:spLocks xmlns:a="http://schemas.openxmlformats.org/drawingml/2006/main" noGrp="1"/>
          </p:cNvSpPr>
          <p:nvPr/>
        </p:nvSpPr>
        <p:spPr>
          <a:xfrm xmlns:a="http://schemas.openxmlformats.org/drawingml/2006/main">
            <a:off x="2197894" y="5219700"/>
            <a:ext cx="56436" cy="95250"/>
          </a:xfrm>
          <a:prstGeom xmlns:a="http://schemas.openxmlformats.org/drawingml/2006/main" prst="rect">
            <a:avLst/>
          </a:prstGeom>
          <a:solidFill xmlns:a="http://schemas.openxmlformats.org/drawingml/2006/main">
            <a:srgbClr val="DD9B96"/>
          </a:solidFill>
          <a:ln xmlns:a="http://schemas.openxmlformats.org/drawingml/2006/main" w="0">
            <a:noFill/>
          </a:ln>
        </p:spPr>
      </p:sp>
      <p:sp>
        <p:nvSpPr>
          <p:cNvPr id="530" name="">
            <a:extLst xmlns:a="http://schemas.openxmlformats.org/drawingml/2006/main">
              <a:ext uri="{FF2B5EF4-FFF2-40B4-BE49-F238E27FC236}">
                <a16:creationId xmlns:a16="http://schemas.microsoft.com/office/drawing/2014/main" id="{85C995A1-2E12-4511-A568-0A617D5481C7}"/>
              </a:ext>
            </a:extLst>
          </p:cNvPr>
          <p:cNvSpPr>
            <a:spLocks xmlns:a="http://schemas.openxmlformats.org/drawingml/2006/main" noGrp="1"/>
          </p:cNvSpPr>
          <p:nvPr/>
        </p:nvSpPr>
        <p:spPr>
          <a:xfrm xmlns:a="http://schemas.openxmlformats.org/drawingml/2006/main">
            <a:off x="2253853" y="5219700"/>
            <a:ext cx="56436" cy="95250"/>
          </a:xfrm>
          <a:prstGeom xmlns:a="http://schemas.openxmlformats.org/drawingml/2006/main" prst="rect">
            <a:avLst/>
          </a:prstGeom>
          <a:solidFill xmlns:a="http://schemas.openxmlformats.org/drawingml/2006/main">
            <a:srgbClr val="DFA09B"/>
          </a:solidFill>
          <a:ln xmlns:a="http://schemas.openxmlformats.org/drawingml/2006/main" w="0">
            <a:noFill/>
          </a:ln>
        </p:spPr>
      </p:sp>
      <p:sp>
        <p:nvSpPr>
          <p:cNvPr id="531" name="">
            <a:extLst xmlns:a="http://schemas.openxmlformats.org/drawingml/2006/main">
              <a:ext uri="{FF2B5EF4-FFF2-40B4-BE49-F238E27FC236}">
                <a16:creationId xmlns:a16="http://schemas.microsoft.com/office/drawing/2014/main" id="{9E7BA2CC-04A6-4FC5-8F61-6E6B64641FB3}"/>
              </a:ext>
            </a:extLst>
          </p:cNvPr>
          <p:cNvSpPr>
            <a:spLocks xmlns:a="http://schemas.openxmlformats.org/drawingml/2006/main" noGrp="1"/>
          </p:cNvSpPr>
          <p:nvPr/>
        </p:nvSpPr>
        <p:spPr>
          <a:xfrm xmlns:a="http://schemas.openxmlformats.org/drawingml/2006/main">
            <a:off x="2309813" y="5219700"/>
            <a:ext cx="56436" cy="95250"/>
          </a:xfrm>
          <a:prstGeom xmlns:a="http://schemas.openxmlformats.org/drawingml/2006/main" prst="rect">
            <a:avLst/>
          </a:prstGeom>
          <a:solidFill xmlns:a="http://schemas.openxmlformats.org/drawingml/2006/main">
            <a:srgbClr val="E0A4A0"/>
          </a:solidFill>
          <a:ln xmlns:a="http://schemas.openxmlformats.org/drawingml/2006/main" w="0">
            <a:noFill/>
          </a:ln>
        </p:spPr>
      </p:sp>
      <p:sp>
        <p:nvSpPr>
          <p:cNvPr id="532" name="">
            <a:extLst xmlns:a="http://schemas.openxmlformats.org/drawingml/2006/main">
              <a:ext uri="{FF2B5EF4-FFF2-40B4-BE49-F238E27FC236}">
                <a16:creationId xmlns:a16="http://schemas.microsoft.com/office/drawing/2014/main" id="{66A73589-D437-4E53-85EC-27D956D24D50}"/>
              </a:ext>
            </a:extLst>
          </p:cNvPr>
          <p:cNvSpPr>
            <a:spLocks xmlns:a="http://schemas.openxmlformats.org/drawingml/2006/main" noGrp="1"/>
          </p:cNvSpPr>
          <p:nvPr/>
        </p:nvSpPr>
        <p:spPr>
          <a:xfrm xmlns:a="http://schemas.openxmlformats.org/drawingml/2006/main">
            <a:off x="2365772" y="5219700"/>
            <a:ext cx="56436" cy="95250"/>
          </a:xfrm>
          <a:prstGeom xmlns:a="http://schemas.openxmlformats.org/drawingml/2006/main" prst="rect">
            <a:avLst/>
          </a:prstGeom>
          <a:solidFill xmlns:a="http://schemas.openxmlformats.org/drawingml/2006/main">
            <a:srgbClr val="E2A9A5"/>
          </a:solidFill>
          <a:ln xmlns:a="http://schemas.openxmlformats.org/drawingml/2006/main" w="0">
            <a:noFill/>
          </a:ln>
        </p:spPr>
      </p:sp>
      <p:sp>
        <p:nvSpPr>
          <p:cNvPr id="533" name="">
            <a:extLst xmlns:a="http://schemas.openxmlformats.org/drawingml/2006/main">
              <a:ext uri="{FF2B5EF4-FFF2-40B4-BE49-F238E27FC236}">
                <a16:creationId xmlns:a16="http://schemas.microsoft.com/office/drawing/2014/main" id="{74FAD1C2-8458-4D9A-B0F3-9AA3BAE31B63}"/>
              </a:ext>
            </a:extLst>
          </p:cNvPr>
          <p:cNvSpPr>
            <a:spLocks xmlns:a="http://schemas.openxmlformats.org/drawingml/2006/main" noGrp="1"/>
          </p:cNvSpPr>
          <p:nvPr/>
        </p:nvSpPr>
        <p:spPr>
          <a:xfrm xmlns:a="http://schemas.openxmlformats.org/drawingml/2006/main">
            <a:off x="2421731" y="5219700"/>
            <a:ext cx="56436" cy="95250"/>
          </a:xfrm>
          <a:prstGeom xmlns:a="http://schemas.openxmlformats.org/drawingml/2006/main" prst="rect">
            <a:avLst/>
          </a:prstGeom>
          <a:solidFill xmlns:a="http://schemas.openxmlformats.org/drawingml/2006/main">
            <a:srgbClr val="E3AEAA"/>
          </a:solidFill>
          <a:ln xmlns:a="http://schemas.openxmlformats.org/drawingml/2006/main" w="0">
            <a:noFill/>
          </a:ln>
        </p:spPr>
      </p:sp>
      <p:sp>
        <p:nvSpPr>
          <p:cNvPr id="534" name="">
            <a:extLst xmlns:a="http://schemas.openxmlformats.org/drawingml/2006/main">
              <a:ext uri="{FF2B5EF4-FFF2-40B4-BE49-F238E27FC236}">
                <a16:creationId xmlns:a16="http://schemas.microsoft.com/office/drawing/2014/main" id="{478C6CC7-E3C8-4B1D-9078-869449BC335A}"/>
              </a:ext>
            </a:extLst>
          </p:cNvPr>
          <p:cNvSpPr>
            <a:spLocks xmlns:a="http://schemas.openxmlformats.org/drawingml/2006/main" noGrp="1"/>
          </p:cNvSpPr>
          <p:nvPr/>
        </p:nvSpPr>
        <p:spPr>
          <a:xfrm xmlns:a="http://schemas.openxmlformats.org/drawingml/2006/main">
            <a:off x="2477691" y="5219700"/>
            <a:ext cx="56436" cy="95250"/>
          </a:xfrm>
          <a:prstGeom xmlns:a="http://schemas.openxmlformats.org/drawingml/2006/main" prst="rect">
            <a:avLst/>
          </a:prstGeom>
          <a:solidFill xmlns:a="http://schemas.openxmlformats.org/drawingml/2006/main">
            <a:srgbClr val="E5B2AF"/>
          </a:solidFill>
          <a:ln xmlns:a="http://schemas.openxmlformats.org/drawingml/2006/main" w="0">
            <a:noFill/>
          </a:ln>
        </p:spPr>
      </p:sp>
      <p:sp>
        <p:nvSpPr>
          <p:cNvPr id="535" name="">
            <a:extLst xmlns:a="http://schemas.openxmlformats.org/drawingml/2006/main">
              <a:ext uri="{FF2B5EF4-FFF2-40B4-BE49-F238E27FC236}">
                <a16:creationId xmlns:a16="http://schemas.microsoft.com/office/drawing/2014/main" id="{04FAF90F-DCBF-460F-BF2F-F96CDBBE0E68}"/>
              </a:ext>
            </a:extLst>
          </p:cNvPr>
          <p:cNvSpPr>
            <a:spLocks xmlns:a="http://schemas.openxmlformats.org/drawingml/2006/main" noGrp="1"/>
          </p:cNvSpPr>
          <p:nvPr/>
        </p:nvSpPr>
        <p:spPr>
          <a:xfrm xmlns:a="http://schemas.openxmlformats.org/drawingml/2006/main">
            <a:off x="2533650" y="5219700"/>
            <a:ext cx="56436" cy="95250"/>
          </a:xfrm>
          <a:prstGeom xmlns:a="http://schemas.openxmlformats.org/drawingml/2006/main" prst="rect">
            <a:avLst/>
          </a:prstGeom>
          <a:solidFill xmlns:a="http://schemas.openxmlformats.org/drawingml/2006/main">
            <a:srgbClr val="E7B7B3"/>
          </a:solidFill>
          <a:ln xmlns:a="http://schemas.openxmlformats.org/drawingml/2006/main" w="0">
            <a:noFill/>
          </a:ln>
        </p:spPr>
      </p:sp>
      <p:sp>
        <p:nvSpPr>
          <p:cNvPr id="536" name="">
            <a:extLst xmlns:a="http://schemas.openxmlformats.org/drawingml/2006/main">
              <a:ext uri="{FF2B5EF4-FFF2-40B4-BE49-F238E27FC236}">
                <a16:creationId xmlns:a16="http://schemas.microsoft.com/office/drawing/2014/main" id="{06574D45-FB90-4F26-B123-75C0BB859A7F}"/>
              </a:ext>
            </a:extLst>
          </p:cNvPr>
          <p:cNvSpPr>
            <a:spLocks xmlns:a="http://schemas.openxmlformats.org/drawingml/2006/main" noGrp="1"/>
          </p:cNvSpPr>
          <p:nvPr/>
        </p:nvSpPr>
        <p:spPr>
          <a:xfrm xmlns:a="http://schemas.openxmlformats.org/drawingml/2006/main">
            <a:off x="2589609" y="5219700"/>
            <a:ext cx="56436" cy="95250"/>
          </a:xfrm>
          <a:prstGeom xmlns:a="http://schemas.openxmlformats.org/drawingml/2006/main" prst="rect">
            <a:avLst/>
          </a:prstGeom>
          <a:solidFill xmlns:a="http://schemas.openxmlformats.org/drawingml/2006/main">
            <a:srgbClr val="E8BCB8"/>
          </a:solidFill>
          <a:ln xmlns:a="http://schemas.openxmlformats.org/drawingml/2006/main" w="0">
            <a:noFill/>
          </a:ln>
        </p:spPr>
      </p:sp>
      <p:sp>
        <p:nvSpPr>
          <p:cNvPr id="537" name="">
            <a:extLst xmlns:a="http://schemas.openxmlformats.org/drawingml/2006/main">
              <a:ext uri="{FF2B5EF4-FFF2-40B4-BE49-F238E27FC236}">
                <a16:creationId xmlns:a16="http://schemas.microsoft.com/office/drawing/2014/main" id="{53DEC187-DB76-477D-A93B-4965643DE463}"/>
              </a:ext>
            </a:extLst>
          </p:cNvPr>
          <p:cNvSpPr>
            <a:spLocks xmlns:a="http://schemas.openxmlformats.org/drawingml/2006/main" noGrp="1"/>
          </p:cNvSpPr>
          <p:nvPr/>
        </p:nvSpPr>
        <p:spPr>
          <a:xfrm xmlns:a="http://schemas.openxmlformats.org/drawingml/2006/main">
            <a:off x="2645569" y="5219700"/>
            <a:ext cx="56436" cy="95250"/>
          </a:xfrm>
          <a:prstGeom xmlns:a="http://schemas.openxmlformats.org/drawingml/2006/main" prst="rect">
            <a:avLst/>
          </a:prstGeom>
          <a:solidFill xmlns:a="http://schemas.openxmlformats.org/drawingml/2006/main">
            <a:srgbClr val="EAC0BD"/>
          </a:solidFill>
          <a:ln xmlns:a="http://schemas.openxmlformats.org/drawingml/2006/main" w="0">
            <a:noFill/>
          </a:ln>
        </p:spPr>
      </p:sp>
      <p:sp>
        <p:nvSpPr>
          <p:cNvPr id="538" name="">
            <a:extLst xmlns:a="http://schemas.openxmlformats.org/drawingml/2006/main">
              <a:ext uri="{FF2B5EF4-FFF2-40B4-BE49-F238E27FC236}">
                <a16:creationId xmlns:a16="http://schemas.microsoft.com/office/drawing/2014/main" id="{D2E1CF4A-7A5C-4EFD-ABC0-0F4B910F7C10}"/>
              </a:ext>
            </a:extLst>
          </p:cNvPr>
          <p:cNvSpPr>
            <a:spLocks xmlns:a="http://schemas.openxmlformats.org/drawingml/2006/main" noGrp="1"/>
          </p:cNvSpPr>
          <p:nvPr/>
        </p:nvSpPr>
        <p:spPr>
          <a:xfrm xmlns:a="http://schemas.openxmlformats.org/drawingml/2006/main">
            <a:off x="2701528" y="5219700"/>
            <a:ext cx="56436" cy="95250"/>
          </a:xfrm>
          <a:prstGeom xmlns:a="http://schemas.openxmlformats.org/drawingml/2006/main" prst="rect">
            <a:avLst/>
          </a:prstGeom>
          <a:solidFill xmlns:a="http://schemas.openxmlformats.org/drawingml/2006/main">
            <a:srgbClr val="EBC5C2"/>
          </a:solidFill>
          <a:ln xmlns:a="http://schemas.openxmlformats.org/drawingml/2006/main" w="0">
            <a:noFill/>
          </a:ln>
        </p:spPr>
      </p:sp>
      <p:sp>
        <p:nvSpPr>
          <p:cNvPr id="539" name="">
            <a:extLst xmlns:a="http://schemas.openxmlformats.org/drawingml/2006/main">
              <a:ext uri="{FF2B5EF4-FFF2-40B4-BE49-F238E27FC236}">
                <a16:creationId xmlns:a16="http://schemas.microsoft.com/office/drawing/2014/main" id="{25066376-203B-4C02-8E3F-E37ABA22BB05}"/>
              </a:ext>
            </a:extLst>
          </p:cNvPr>
          <p:cNvSpPr>
            <a:spLocks xmlns:a="http://schemas.openxmlformats.org/drawingml/2006/main" noGrp="1"/>
          </p:cNvSpPr>
          <p:nvPr/>
        </p:nvSpPr>
        <p:spPr>
          <a:xfrm xmlns:a="http://schemas.openxmlformats.org/drawingml/2006/main">
            <a:off x="2757488" y="5219700"/>
            <a:ext cx="56436" cy="95250"/>
          </a:xfrm>
          <a:prstGeom xmlns:a="http://schemas.openxmlformats.org/drawingml/2006/main" prst="rect">
            <a:avLst/>
          </a:prstGeom>
          <a:solidFill xmlns:a="http://schemas.openxmlformats.org/drawingml/2006/main">
            <a:srgbClr val="EDCAC7"/>
          </a:solidFill>
          <a:ln xmlns:a="http://schemas.openxmlformats.org/drawingml/2006/main" w="0">
            <a:noFill/>
          </a:ln>
        </p:spPr>
      </p:sp>
      <p:sp>
        <p:nvSpPr>
          <p:cNvPr id="540" name="">
            <a:extLst xmlns:a="http://schemas.openxmlformats.org/drawingml/2006/main">
              <a:ext uri="{FF2B5EF4-FFF2-40B4-BE49-F238E27FC236}">
                <a16:creationId xmlns:a16="http://schemas.microsoft.com/office/drawing/2014/main" id="{B42E68DC-65C8-4509-B74B-0CC062545A45}"/>
              </a:ext>
            </a:extLst>
          </p:cNvPr>
          <p:cNvSpPr>
            <a:spLocks xmlns:a="http://schemas.openxmlformats.org/drawingml/2006/main" noGrp="1"/>
          </p:cNvSpPr>
          <p:nvPr/>
        </p:nvSpPr>
        <p:spPr>
          <a:xfrm xmlns:a="http://schemas.openxmlformats.org/drawingml/2006/main">
            <a:off x="2813447" y="5219700"/>
            <a:ext cx="56436" cy="95250"/>
          </a:xfrm>
          <a:prstGeom xmlns:a="http://schemas.openxmlformats.org/drawingml/2006/main" prst="rect">
            <a:avLst/>
          </a:prstGeom>
          <a:solidFill xmlns:a="http://schemas.openxmlformats.org/drawingml/2006/main">
            <a:srgbClr val="EECECC"/>
          </a:solidFill>
          <a:ln xmlns:a="http://schemas.openxmlformats.org/drawingml/2006/main" w="0">
            <a:noFill/>
          </a:ln>
        </p:spPr>
      </p:sp>
      <p:sp>
        <p:nvSpPr>
          <p:cNvPr id="541" name="">
            <a:extLst xmlns:a="http://schemas.openxmlformats.org/drawingml/2006/main">
              <a:ext uri="{FF2B5EF4-FFF2-40B4-BE49-F238E27FC236}">
                <a16:creationId xmlns:a16="http://schemas.microsoft.com/office/drawing/2014/main" id="{8C22A4F9-E916-415E-8E31-3BA514B5F5C7}"/>
              </a:ext>
            </a:extLst>
          </p:cNvPr>
          <p:cNvSpPr>
            <a:spLocks xmlns:a="http://schemas.openxmlformats.org/drawingml/2006/main" noGrp="1"/>
          </p:cNvSpPr>
          <p:nvPr/>
        </p:nvSpPr>
        <p:spPr>
          <a:xfrm xmlns:a="http://schemas.openxmlformats.org/drawingml/2006/main">
            <a:off x="2869406" y="5219700"/>
            <a:ext cx="56436" cy="95250"/>
          </a:xfrm>
          <a:prstGeom xmlns:a="http://schemas.openxmlformats.org/drawingml/2006/main" prst="rect">
            <a:avLst/>
          </a:prstGeom>
          <a:solidFill xmlns:a="http://schemas.openxmlformats.org/drawingml/2006/main">
            <a:srgbClr val="F0D3D1"/>
          </a:solidFill>
          <a:ln xmlns:a="http://schemas.openxmlformats.org/drawingml/2006/main" w="0">
            <a:noFill/>
          </a:ln>
        </p:spPr>
      </p:sp>
      <p:sp>
        <p:nvSpPr>
          <p:cNvPr id="542" name="">
            <a:extLst xmlns:a="http://schemas.openxmlformats.org/drawingml/2006/main">
              <a:ext uri="{FF2B5EF4-FFF2-40B4-BE49-F238E27FC236}">
                <a16:creationId xmlns:a16="http://schemas.microsoft.com/office/drawing/2014/main" id="{C1D8AAAB-49B6-44AC-8B38-D604554467E9}"/>
              </a:ext>
            </a:extLst>
          </p:cNvPr>
          <p:cNvSpPr>
            <a:spLocks xmlns:a="http://schemas.openxmlformats.org/drawingml/2006/main" noGrp="1"/>
          </p:cNvSpPr>
          <p:nvPr/>
        </p:nvSpPr>
        <p:spPr>
          <a:xfrm xmlns:a="http://schemas.openxmlformats.org/drawingml/2006/main">
            <a:off x="2925366" y="5219700"/>
            <a:ext cx="56436" cy="95250"/>
          </a:xfrm>
          <a:prstGeom xmlns:a="http://schemas.openxmlformats.org/drawingml/2006/main" prst="rect">
            <a:avLst/>
          </a:prstGeom>
          <a:solidFill xmlns:a="http://schemas.openxmlformats.org/drawingml/2006/main">
            <a:srgbClr val="F2D7D6"/>
          </a:solidFill>
          <a:ln xmlns:a="http://schemas.openxmlformats.org/drawingml/2006/main" w="0">
            <a:noFill/>
          </a:ln>
        </p:spPr>
      </p:sp>
      <p:sp>
        <p:nvSpPr>
          <p:cNvPr id="543" name="">
            <a:extLst xmlns:a="http://schemas.openxmlformats.org/drawingml/2006/main">
              <a:ext uri="{FF2B5EF4-FFF2-40B4-BE49-F238E27FC236}">
                <a16:creationId xmlns:a16="http://schemas.microsoft.com/office/drawing/2014/main" id="{854800DE-B927-442A-BF4A-734370DAE81A}"/>
              </a:ext>
            </a:extLst>
          </p:cNvPr>
          <p:cNvSpPr>
            <a:spLocks xmlns:a="http://schemas.openxmlformats.org/drawingml/2006/main" noGrp="1"/>
          </p:cNvSpPr>
          <p:nvPr/>
        </p:nvSpPr>
        <p:spPr>
          <a:xfrm xmlns:a="http://schemas.openxmlformats.org/drawingml/2006/main">
            <a:off x="2981325" y="5219700"/>
            <a:ext cx="56436" cy="95250"/>
          </a:xfrm>
          <a:prstGeom xmlns:a="http://schemas.openxmlformats.org/drawingml/2006/main" prst="rect">
            <a:avLst/>
          </a:prstGeom>
          <a:solidFill xmlns:a="http://schemas.openxmlformats.org/drawingml/2006/main">
            <a:srgbClr val="F3DCDA"/>
          </a:solidFill>
          <a:ln xmlns:a="http://schemas.openxmlformats.org/drawingml/2006/main" w="0">
            <a:noFill/>
          </a:ln>
        </p:spPr>
      </p:sp>
      <p:sp>
        <p:nvSpPr>
          <p:cNvPr id="544" name="">
            <a:extLst xmlns:a="http://schemas.openxmlformats.org/drawingml/2006/main">
              <a:ext uri="{FF2B5EF4-FFF2-40B4-BE49-F238E27FC236}">
                <a16:creationId xmlns:a16="http://schemas.microsoft.com/office/drawing/2014/main" id="{227621D6-53E1-4514-B921-D1B7968B71AE}"/>
              </a:ext>
            </a:extLst>
          </p:cNvPr>
          <p:cNvSpPr>
            <a:spLocks xmlns:a="http://schemas.openxmlformats.org/drawingml/2006/main" noGrp="1"/>
          </p:cNvSpPr>
          <p:nvPr/>
        </p:nvSpPr>
        <p:spPr>
          <a:xfrm xmlns:a="http://schemas.openxmlformats.org/drawingml/2006/main">
            <a:off x="3037284" y="5219700"/>
            <a:ext cx="56436" cy="95250"/>
          </a:xfrm>
          <a:prstGeom xmlns:a="http://schemas.openxmlformats.org/drawingml/2006/main" prst="rect">
            <a:avLst/>
          </a:prstGeom>
          <a:solidFill xmlns:a="http://schemas.openxmlformats.org/drawingml/2006/main">
            <a:srgbClr val="F5E1DF"/>
          </a:solidFill>
          <a:ln xmlns:a="http://schemas.openxmlformats.org/drawingml/2006/main" w="0">
            <a:noFill/>
          </a:ln>
        </p:spPr>
      </p:sp>
      <p:sp>
        <p:nvSpPr>
          <p:cNvPr id="545" name="">
            <a:extLst xmlns:a="http://schemas.openxmlformats.org/drawingml/2006/main">
              <a:ext uri="{FF2B5EF4-FFF2-40B4-BE49-F238E27FC236}">
                <a16:creationId xmlns:a16="http://schemas.microsoft.com/office/drawing/2014/main" id="{5E335BA8-FA83-4E56-AF6A-7324ED0C8A90}"/>
              </a:ext>
            </a:extLst>
          </p:cNvPr>
          <p:cNvSpPr>
            <a:spLocks xmlns:a="http://schemas.openxmlformats.org/drawingml/2006/main" noGrp="1"/>
          </p:cNvSpPr>
          <p:nvPr/>
        </p:nvSpPr>
        <p:spPr>
          <a:xfrm xmlns:a="http://schemas.openxmlformats.org/drawingml/2006/main">
            <a:off x="3093244" y="5219700"/>
            <a:ext cx="56436" cy="95250"/>
          </a:xfrm>
          <a:prstGeom xmlns:a="http://schemas.openxmlformats.org/drawingml/2006/main" prst="rect">
            <a:avLst/>
          </a:prstGeom>
          <a:solidFill xmlns:a="http://schemas.openxmlformats.org/drawingml/2006/main">
            <a:srgbClr val="F6E5E4"/>
          </a:solidFill>
          <a:ln xmlns:a="http://schemas.openxmlformats.org/drawingml/2006/main" w="0">
            <a:noFill/>
          </a:ln>
        </p:spPr>
      </p:sp>
      <p:sp>
        <p:nvSpPr>
          <p:cNvPr id="546" name="">
            <a:extLst xmlns:a="http://schemas.openxmlformats.org/drawingml/2006/main">
              <a:ext uri="{FF2B5EF4-FFF2-40B4-BE49-F238E27FC236}">
                <a16:creationId xmlns:a16="http://schemas.microsoft.com/office/drawing/2014/main" id="{F4ABC7A0-FEEB-4C4F-BF66-14C1F3E8C135}"/>
              </a:ext>
            </a:extLst>
          </p:cNvPr>
          <p:cNvSpPr>
            <a:spLocks xmlns:a="http://schemas.openxmlformats.org/drawingml/2006/main" noGrp="1"/>
          </p:cNvSpPr>
          <p:nvPr/>
        </p:nvSpPr>
        <p:spPr>
          <a:xfrm xmlns:a="http://schemas.openxmlformats.org/drawingml/2006/main">
            <a:off x="3149203" y="5219700"/>
            <a:ext cx="56436" cy="95250"/>
          </a:xfrm>
          <a:prstGeom xmlns:a="http://schemas.openxmlformats.org/drawingml/2006/main" prst="rect">
            <a:avLst/>
          </a:prstGeom>
          <a:solidFill xmlns:a="http://schemas.openxmlformats.org/drawingml/2006/main">
            <a:srgbClr val="F8EAE9"/>
          </a:solidFill>
          <a:ln xmlns:a="http://schemas.openxmlformats.org/drawingml/2006/main" w="0">
            <a:noFill/>
          </a:ln>
        </p:spPr>
      </p:sp>
      <p:sp>
        <p:nvSpPr>
          <p:cNvPr id="547" name="">
            <a:extLst xmlns:a="http://schemas.openxmlformats.org/drawingml/2006/main">
              <a:ext uri="{FF2B5EF4-FFF2-40B4-BE49-F238E27FC236}">
                <a16:creationId xmlns:a16="http://schemas.microsoft.com/office/drawing/2014/main" id="{43CF2DF5-1FBA-4C21-989E-0C2F46BDF90A}"/>
              </a:ext>
            </a:extLst>
          </p:cNvPr>
          <p:cNvSpPr>
            <a:spLocks xmlns:a="http://schemas.openxmlformats.org/drawingml/2006/main" noGrp="1"/>
          </p:cNvSpPr>
          <p:nvPr/>
        </p:nvSpPr>
        <p:spPr>
          <a:xfrm xmlns:a="http://schemas.openxmlformats.org/drawingml/2006/main">
            <a:off x="3205163" y="5219700"/>
            <a:ext cx="56436" cy="95250"/>
          </a:xfrm>
          <a:prstGeom xmlns:a="http://schemas.openxmlformats.org/drawingml/2006/main" prst="rect">
            <a:avLst/>
          </a:prstGeom>
          <a:solidFill xmlns:a="http://schemas.openxmlformats.org/drawingml/2006/main">
            <a:srgbClr val="F9EFEE"/>
          </a:solidFill>
          <a:ln xmlns:a="http://schemas.openxmlformats.org/drawingml/2006/main" w="0">
            <a:noFill/>
          </a:ln>
        </p:spPr>
      </p:sp>
      <p:sp>
        <p:nvSpPr>
          <p:cNvPr id="548" name="">
            <a:extLst xmlns:a="http://schemas.openxmlformats.org/drawingml/2006/main">
              <a:ext uri="{FF2B5EF4-FFF2-40B4-BE49-F238E27FC236}">
                <a16:creationId xmlns:a16="http://schemas.microsoft.com/office/drawing/2014/main" id="{7150F183-330C-4C5D-8DBC-F1DF63CD5A40}"/>
              </a:ext>
            </a:extLst>
          </p:cNvPr>
          <p:cNvSpPr>
            <a:spLocks xmlns:a="http://schemas.openxmlformats.org/drawingml/2006/main" noGrp="1"/>
          </p:cNvSpPr>
          <p:nvPr/>
        </p:nvSpPr>
        <p:spPr>
          <a:xfrm xmlns:a="http://schemas.openxmlformats.org/drawingml/2006/main">
            <a:off x="3261122" y="5219700"/>
            <a:ext cx="56436" cy="95250"/>
          </a:xfrm>
          <a:prstGeom xmlns:a="http://schemas.openxmlformats.org/drawingml/2006/main" prst="rect">
            <a:avLst/>
          </a:prstGeom>
          <a:solidFill xmlns:a="http://schemas.openxmlformats.org/drawingml/2006/main">
            <a:srgbClr val="FBF3F3"/>
          </a:solidFill>
          <a:ln xmlns:a="http://schemas.openxmlformats.org/drawingml/2006/main" w="0">
            <a:noFill/>
          </a:ln>
        </p:spPr>
      </p:sp>
      <p:sp>
        <p:nvSpPr>
          <p:cNvPr id="549" name="">
            <a:extLst xmlns:a="http://schemas.openxmlformats.org/drawingml/2006/main">
              <a:ext uri="{FF2B5EF4-FFF2-40B4-BE49-F238E27FC236}">
                <a16:creationId xmlns:a16="http://schemas.microsoft.com/office/drawing/2014/main" id="{9F01D106-ACAF-41D3-8D6B-6E8EDE8E2E81}"/>
              </a:ext>
            </a:extLst>
          </p:cNvPr>
          <p:cNvSpPr>
            <a:spLocks xmlns:a="http://schemas.openxmlformats.org/drawingml/2006/main" noGrp="1"/>
          </p:cNvSpPr>
          <p:nvPr/>
        </p:nvSpPr>
        <p:spPr>
          <a:xfrm xmlns:a="http://schemas.openxmlformats.org/drawingml/2006/main">
            <a:off x="3317081" y="5219700"/>
            <a:ext cx="56436" cy="95250"/>
          </a:xfrm>
          <a:prstGeom xmlns:a="http://schemas.openxmlformats.org/drawingml/2006/main" prst="rect">
            <a:avLst/>
          </a:prstGeom>
          <a:solidFill xmlns:a="http://schemas.openxmlformats.org/drawingml/2006/main">
            <a:srgbClr val="FDF8F8"/>
          </a:solidFill>
          <a:ln xmlns:a="http://schemas.openxmlformats.org/drawingml/2006/main" w="0">
            <a:noFill/>
          </a:ln>
        </p:spPr>
      </p:sp>
      <p:sp>
        <p:nvSpPr>
          <p:cNvPr id="550" name="">
            <a:extLst xmlns:a="http://schemas.openxmlformats.org/drawingml/2006/main">
              <a:ext uri="{FF2B5EF4-FFF2-40B4-BE49-F238E27FC236}">
                <a16:creationId xmlns:a16="http://schemas.microsoft.com/office/drawing/2014/main" id="{404F1E31-6E31-434C-A281-CBC710EF1A80}"/>
              </a:ext>
            </a:extLst>
          </p:cNvPr>
          <p:cNvSpPr>
            <a:spLocks xmlns:a="http://schemas.openxmlformats.org/drawingml/2006/main" noGrp="1"/>
          </p:cNvSpPr>
          <p:nvPr/>
        </p:nvSpPr>
        <p:spPr>
          <a:xfrm xmlns:a="http://schemas.openxmlformats.org/drawingml/2006/main">
            <a:off x="3373041" y="5219700"/>
            <a:ext cx="56436" cy="95250"/>
          </a:xfrm>
          <a:prstGeom xmlns:a="http://schemas.openxmlformats.org/drawingml/2006/main" prst="rect">
            <a:avLst/>
          </a:prstGeom>
          <a:solidFill xmlns:a="http://schemas.openxmlformats.org/drawingml/2006/main">
            <a:srgbClr val="FEFDFD"/>
          </a:solidFill>
          <a:ln xmlns:a="http://schemas.openxmlformats.org/drawingml/2006/main" w="0">
            <a:noFill/>
          </a:ln>
        </p:spPr>
      </p:sp>
      <p:sp>
        <p:nvSpPr>
          <p:cNvPr id="551" name="">
            <a:extLst xmlns:a="http://schemas.openxmlformats.org/drawingml/2006/main">
              <a:ext uri="{FF2B5EF4-FFF2-40B4-BE49-F238E27FC236}">
                <a16:creationId xmlns:a16="http://schemas.microsoft.com/office/drawing/2014/main" id="{693A3D16-8217-4FC0-965B-98477C147B3A}"/>
              </a:ext>
            </a:extLst>
          </p:cNvPr>
          <p:cNvSpPr>
            <a:spLocks xmlns:a="http://schemas.openxmlformats.org/drawingml/2006/main" noGrp="1"/>
          </p:cNvSpPr>
          <p:nvPr/>
        </p:nvSpPr>
        <p:spPr>
          <a:xfrm xmlns:a="http://schemas.openxmlformats.org/drawingml/2006/main">
            <a:off x="3429000" y="5219700"/>
            <a:ext cx="56436" cy="95250"/>
          </a:xfrm>
          <a:prstGeom xmlns:a="http://schemas.openxmlformats.org/drawingml/2006/main" prst="rect">
            <a:avLst/>
          </a:prstGeom>
          <a:solidFill xmlns:a="http://schemas.openxmlformats.org/drawingml/2006/main">
            <a:srgbClr val="FCFDFE"/>
          </a:solidFill>
          <a:ln xmlns:a="http://schemas.openxmlformats.org/drawingml/2006/main" w="0">
            <a:noFill/>
          </a:ln>
        </p:spPr>
      </p:sp>
      <p:sp>
        <p:nvSpPr>
          <p:cNvPr id="552" name="">
            <a:extLst xmlns:a="http://schemas.openxmlformats.org/drawingml/2006/main">
              <a:ext uri="{FF2B5EF4-FFF2-40B4-BE49-F238E27FC236}">
                <a16:creationId xmlns:a16="http://schemas.microsoft.com/office/drawing/2014/main" id="{5E3551A5-1C41-4D20-8EA7-E7B48D8DC619}"/>
              </a:ext>
            </a:extLst>
          </p:cNvPr>
          <p:cNvSpPr>
            <a:spLocks xmlns:a="http://schemas.openxmlformats.org/drawingml/2006/main" noGrp="1"/>
          </p:cNvSpPr>
          <p:nvPr/>
        </p:nvSpPr>
        <p:spPr>
          <a:xfrm xmlns:a="http://schemas.openxmlformats.org/drawingml/2006/main">
            <a:off x="3484959" y="5219700"/>
            <a:ext cx="56436" cy="95250"/>
          </a:xfrm>
          <a:prstGeom xmlns:a="http://schemas.openxmlformats.org/drawingml/2006/main" prst="rect">
            <a:avLst/>
          </a:prstGeom>
          <a:solidFill xmlns:a="http://schemas.openxmlformats.org/drawingml/2006/main">
            <a:srgbClr val="F7F9FC"/>
          </a:solidFill>
          <a:ln xmlns:a="http://schemas.openxmlformats.org/drawingml/2006/main" w="0">
            <a:noFill/>
          </a:ln>
        </p:spPr>
      </p:sp>
      <p:sp>
        <p:nvSpPr>
          <p:cNvPr id="553" name="">
            <a:extLst xmlns:a="http://schemas.openxmlformats.org/drawingml/2006/main">
              <a:ext uri="{FF2B5EF4-FFF2-40B4-BE49-F238E27FC236}">
                <a16:creationId xmlns:a16="http://schemas.microsoft.com/office/drawing/2014/main" id="{00815CE6-8154-409D-8821-F3ECB418F792}"/>
              </a:ext>
            </a:extLst>
          </p:cNvPr>
          <p:cNvSpPr>
            <a:spLocks xmlns:a="http://schemas.openxmlformats.org/drawingml/2006/main" noGrp="1"/>
          </p:cNvSpPr>
          <p:nvPr/>
        </p:nvSpPr>
        <p:spPr>
          <a:xfrm xmlns:a="http://schemas.openxmlformats.org/drawingml/2006/main">
            <a:off x="3540919" y="5219700"/>
            <a:ext cx="56436" cy="95250"/>
          </a:xfrm>
          <a:prstGeom xmlns:a="http://schemas.openxmlformats.org/drawingml/2006/main" prst="rect">
            <a:avLst/>
          </a:prstGeom>
          <a:solidFill xmlns:a="http://schemas.openxmlformats.org/drawingml/2006/main">
            <a:srgbClr val="F2F5FA"/>
          </a:solidFill>
          <a:ln xmlns:a="http://schemas.openxmlformats.org/drawingml/2006/main" w="0">
            <a:noFill/>
          </a:ln>
        </p:spPr>
      </p:sp>
      <p:sp>
        <p:nvSpPr>
          <p:cNvPr id="554" name="">
            <a:extLst xmlns:a="http://schemas.openxmlformats.org/drawingml/2006/main">
              <a:ext uri="{FF2B5EF4-FFF2-40B4-BE49-F238E27FC236}">
                <a16:creationId xmlns:a16="http://schemas.microsoft.com/office/drawing/2014/main" id="{F59DA90B-9FC7-4577-9113-78F9AABA8C9C}"/>
              </a:ext>
            </a:extLst>
          </p:cNvPr>
          <p:cNvSpPr>
            <a:spLocks xmlns:a="http://schemas.openxmlformats.org/drawingml/2006/main" noGrp="1"/>
          </p:cNvSpPr>
          <p:nvPr/>
        </p:nvSpPr>
        <p:spPr>
          <a:xfrm xmlns:a="http://schemas.openxmlformats.org/drawingml/2006/main">
            <a:off x="3596878" y="5219700"/>
            <a:ext cx="56436" cy="95250"/>
          </a:xfrm>
          <a:prstGeom xmlns:a="http://schemas.openxmlformats.org/drawingml/2006/main" prst="rect">
            <a:avLst/>
          </a:prstGeom>
          <a:solidFill xmlns:a="http://schemas.openxmlformats.org/drawingml/2006/main">
            <a:srgbClr val="EDF1F8"/>
          </a:solidFill>
          <a:ln xmlns:a="http://schemas.openxmlformats.org/drawingml/2006/main" w="0">
            <a:noFill/>
          </a:ln>
        </p:spPr>
      </p:sp>
      <p:sp>
        <p:nvSpPr>
          <p:cNvPr id="555" name="">
            <a:extLst xmlns:a="http://schemas.openxmlformats.org/drawingml/2006/main">
              <a:ext uri="{FF2B5EF4-FFF2-40B4-BE49-F238E27FC236}">
                <a16:creationId xmlns:a16="http://schemas.microsoft.com/office/drawing/2014/main" id="{D2A20A11-7857-440E-948D-09201DE02123}"/>
              </a:ext>
            </a:extLst>
          </p:cNvPr>
          <p:cNvSpPr>
            <a:spLocks xmlns:a="http://schemas.openxmlformats.org/drawingml/2006/main" noGrp="1"/>
          </p:cNvSpPr>
          <p:nvPr/>
        </p:nvSpPr>
        <p:spPr>
          <a:xfrm xmlns:a="http://schemas.openxmlformats.org/drawingml/2006/main">
            <a:off x="3652838" y="5219700"/>
            <a:ext cx="56436" cy="95250"/>
          </a:xfrm>
          <a:prstGeom xmlns:a="http://schemas.openxmlformats.org/drawingml/2006/main" prst="rect">
            <a:avLst/>
          </a:prstGeom>
          <a:solidFill xmlns:a="http://schemas.openxmlformats.org/drawingml/2006/main">
            <a:srgbClr val="E7EDF5"/>
          </a:solidFill>
          <a:ln xmlns:a="http://schemas.openxmlformats.org/drawingml/2006/main" w="0">
            <a:noFill/>
          </a:ln>
        </p:spPr>
      </p:sp>
      <p:sp>
        <p:nvSpPr>
          <p:cNvPr id="556" name="">
            <a:extLst xmlns:a="http://schemas.openxmlformats.org/drawingml/2006/main">
              <a:ext uri="{FF2B5EF4-FFF2-40B4-BE49-F238E27FC236}">
                <a16:creationId xmlns:a16="http://schemas.microsoft.com/office/drawing/2014/main" id="{9B71E80C-3909-492C-A02F-F5BFB8D04325}"/>
              </a:ext>
            </a:extLst>
          </p:cNvPr>
          <p:cNvSpPr>
            <a:spLocks xmlns:a="http://schemas.openxmlformats.org/drawingml/2006/main" noGrp="1"/>
          </p:cNvSpPr>
          <p:nvPr/>
        </p:nvSpPr>
        <p:spPr>
          <a:xfrm xmlns:a="http://schemas.openxmlformats.org/drawingml/2006/main">
            <a:off x="3708797" y="5219700"/>
            <a:ext cx="56436" cy="95250"/>
          </a:xfrm>
          <a:prstGeom xmlns:a="http://schemas.openxmlformats.org/drawingml/2006/main" prst="rect">
            <a:avLst/>
          </a:prstGeom>
          <a:solidFill xmlns:a="http://schemas.openxmlformats.org/drawingml/2006/main">
            <a:srgbClr val="E2E9F3"/>
          </a:solidFill>
          <a:ln xmlns:a="http://schemas.openxmlformats.org/drawingml/2006/main" w="0">
            <a:noFill/>
          </a:ln>
        </p:spPr>
      </p:sp>
      <p:sp>
        <p:nvSpPr>
          <p:cNvPr id="557" name="">
            <a:extLst xmlns:a="http://schemas.openxmlformats.org/drawingml/2006/main">
              <a:ext uri="{FF2B5EF4-FFF2-40B4-BE49-F238E27FC236}">
                <a16:creationId xmlns:a16="http://schemas.microsoft.com/office/drawing/2014/main" id="{47C38CA0-29FE-4D22-82DC-B2F20E8ADD44}"/>
              </a:ext>
            </a:extLst>
          </p:cNvPr>
          <p:cNvSpPr>
            <a:spLocks xmlns:a="http://schemas.openxmlformats.org/drawingml/2006/main" noGrp="1"/>
          </p:cNvSpPr>
          <p:nvPr/>
        </p:nvSpPr>
        <p:spPr>
          <a:xfrm xmlns:a="http://schemas.openxmlformats.org/drawingml/2006/main">
            <a:off x="3764756" y="5219700"/>
            <a:ext cx="56436" cy="95250"/>
          </a:xfrm>
          <a:prstGeom xmlns:a="http://schemas.openxmlformats.org/drawingml/2006/main" prst="rect">
            <a:avLst/>
          </a:prstGeom>
          <a:solidFill xmlns:a="http://schemas.openxmlformats.org/drawingml/2006/main">
            <a:srgbClr val="DDE5F1"/>
          </a:solidFill>
          <a:ln xmlns:a="http://schemas.openxmlformats.org/drawingml/2006/main" w="0">
            <a:noFill/>
          </a:ln>
        </p:spPr>
      </p:sp>
      <p:sp>
        <p:nvSpPr>
          <p:cNvPr id="558" name="">
            <a:extLst xmlns:a="http://schemas.openxmlformats.org/drawingml/2006/main">
              <a:ext uri="{FF2B5EF4-FFF2-40B4-BE49-F238E27FC236}">
                <a16:creationId xmlns:a16="http://schemas.microsoft.com/office/drawing/2014/main" id="{F432C895-2B59-4DAB-BAB8-C729BC8220ED}"/>
              </a:ext>
            </a:extLst>
          </p:cNvPr>
          <p:cNvSpPr>
            <a:spLocks xmlns:a="http://schemas.openxmlformats.org/drawingml/2006/main" noGrp="1"/>
          </p:cNvSpPr>
          <p:nvPr/>
        </p:nvSpPr>
        <p:spPr>
          <a:xfrm xmlns:a="http://schemas.openxmlformats.org/drawingml/2006/main">
            <a:off x="3820716" y="5219700"/>
            <a:ext cx="56436" cy="95250"/>
          </a:xfrm>
          <a:prstGeom xmlns:a="http://schemas.openxmlformats.org/drawingml/2006/main" prst="rect">
            <a:avLst/>
          </a:prstGeom>
          <a:solidFill xmlns:a="http://schemas.openxmlformats.org/drawingml/2006/main">
            <a:srgbClr val="D7E1EF"/>
          </a:solidFill>
          <a:ln xmlns:a="http://schemas.openxmlformats.org/drawingml/2006/main" w="0">
            <a:noFill/>
          </a:ln>
        </p:spPr>
      </p:sp>
      <p:sp>
        <p:nvSpPr>
          <p:cNvPr id="559" name="">
            <a:extLst xmlns:a="http://schemas.openxmlformats.org/drawingml/2006/main">
              <a:ext uri="{FF2B5EF4-FFF2-40B4-BE49-F238E27FC236}">
                <a16:creationId xmlns:a16="http://schemas.microsoft.com/office/drawing/2014/main" id="{AFAA6DE7-5508-4365-9826-D78EC149A573}"/>
              </a:ext>
            </a:extLst>
          </p:cNvPr>
          <p:cNvSpPr>
            <a:spLocks xmlns:a="http://schemas.openxmlformats.org/drawingml/2006/main" noGrp="1"/>
          </p:cNvSpPr>
          <p:nvPr/>
        </p:nvSpPr>
        <p:spPr>
          <a:xfrm xmlns:a="http://schemas.openxmlformats.org/drawingml/2006/main">
            <a:off x="3876675" y="5219700"/>
            <a:ext cx="56436" cy="95250"/>
          </a:xfrm>
          <a:prstGeom xmlns:a="http://schemas.openxmlformats.org/drawingml/2006/main" prst="rect">
            <a:avLst/>
          </a:prstGeom>
          <a:solidFill xmlns:a="http://schemas.openxmlformats.org/drawingml/2006/main">
            <a:srgbClr val="D2DDED"/>
          </a:solidFill>
          <a:ln xmlns:a="http://schemas.openxmlformats.org/drawingml/2006/main" w="0">
            <a:noFill/>
          </a:ln>
        </p:spPr>
      </p:sp>
      <p:sp>
        <p:nvSpPr>
          <p:cNvPr id="560" name="">
            <a:extLst xmlns:a="http://schemas.openxmlformats.org/drawingml/2006/main">
              <a:ext uri="{FF2B5EF4-FFF2-40B4-BE49-F238E27FC236}">
                <a16:creationId xmlns:a16="http://schemas.microsoft.com/office/drawing/2014/main" id="{9BD543C4-7996-4275-8F6F-137E3A398490}"/>
              </a:ext>
            </a:extLst>
          </p:cNvPr>
          <p:cNvSpPr>
            <a:spLocks xmlns:a="http://schemas.openxmlformats.org/drawingml/2006/main" noGrp="1"/>
          </p:cNvSpPr>
          <p:nvPr/>
        </p:nvSpPr>
        <p:spPr>
          <a:xfrm xmlns:a="http://schemas.openxmlformats.org/drawingml/2006/main">
            <a:off x="3932634" y="5219700"/>
            <a:ext cx="56436" cy="95250"/>
          </a:xfrm>
          <a:prstGeom xmlns:a="http://schemas.openxmlformats.org/drawingml/2006/main" prst="rect">
            <a:avLst/>
          </a:prstGeom>
          <a:solidFill xmlns:a="http://schemas.openxmlformats.org/drawingml/2006/main">
            <a:srgbClr val="CDD9EB"/>
          </a:solidFill>
          <a:ln xmlns:a="http://schemas.openxmlformats.org/drawingml/2006/main" w="0">
            <a:noFill/>
          </a:ln>
        </p:spPr>
      </p:sp>
      <p:sp>
        <p:nvSpPr>
          <p:cNvPr id="561" name="">
            <a:extLst xmlns:a="http://schemas.openxmlformats.org/drawingml/2006/main">
              <a:ext uri="{FF2B5EF4-FFF2-40B4-BE49-F238E27FC236}">
                <a16:creationId xmlns:a16="http://schemas.microsoft.com/office/drawing/2014/main" id="{7B94C3A6-A9B6-4F96-B6D3-1B1A552C6F32}"/>
              </a:ext>
            </a:extLst>
          </p:cNvPr>
          <p:cNvSpPr>
            <a:spLocks xmlns:a="http://schemas.openxmlformats.org/drawingml/2006/main" noGrp="1"/>
          </p:cNvSpPr>
          <p:nvPr/>
        </p:nvSpPr>
        <p:spPr>
          <a:xfrm xmlns:a="http://schemas.openxmlformats.org/drawingml/2006/main">
            <a:off x="3988594" y="5219700"/>
            <a:ext cx="56436" cy="95250"/>
          </a:xfrm>
          <a:prstGeom xmlns:a="http://schemas.openxmlformats.org/drawingml/2006/main" prst="rect">
            <a:avLst/>
          </a:prstGeom>
          <a:solidFill xmlns:a="http://schemas.openxmlformats.org/drawingml/2006/main">
            <a:srgbClr val="C8D5E9"/>
          </a:solidFill>
          <a:ln xmlns:a="http://schemas.openxmlformats.org/drawingml/2006/main" w="0">
            <a:noFill/>
          </a:ln>
        </p:spPr>
      </p:sp>
      <p:sp>
        <p:nvSpPr>
          <p:cNvPr id="562" name="">
            <a:extLst xmlns:a="http://schemas.openxmlformats.org/drawingml/2006/main">
              <a:ext uri="{FF2B5EF4-FFF2-40B4-BE49-F238E27FC236}">
                <a16:creationId xmlns:a16="http://schemas.microsoft.com/office/drawing/2014/main" id="{C2204020-A814-4B30-BF82-663E16E3EEA6}"/>
              </a:ext>
            </a:extLst>
          </p:cNvPr>
          <p:cNvSpPr>
            <a:spLocks xmlns:a="http://schemas.openxmlformats.org/drawingml/2006/main" noGrp="1"/>
          </p:cNvSpPr>
          <p:nvPr/>
        </p:nvSpPr>
        <p:spPr>
          <a:xfrm xmlns:a="http://schemas.openxmlformats.org/drawingml/2006/main">
            <a:off x="4044553" y="5219700"/>
            <a:ext cx="56436" cy="95250"/>
          </a:xfrm>
          <a:prstGeom xmlns:a="http://schemas.openxmlformats.org/drawingml/2006/main" prst="rect">
            <a:avLst/>
          </a:prstGeom>
          <a:solidFill xmlns:a="http://schemas.openxmlformats.org/drawingml/2006/main">
            <a:srgbClr val="C2D1E7"/>
          </a:solidFill>
          <a:ln xmlns:a="http://schemas.openxmlformats.org/drawingml/2006/main" w="0">
            <a:noFill/>
          </a:ln>
        </p:spPr>
      </p:sp>
      <p:sp>
        <p:nvSpPr>
          <p:cNvPr id="563" name="">
            <a:extLst xmlns:a="http://schemas.openxmlformats.org/drawingml/2006/main">
              <a:ext uri="{FF2B5EF4-FFF2-40B4-BE49-F238E27FC236}">
                <a16:creationId xmlns:a16="http://schemas.microsoft.com/office/drawing/2014/main" id="{7E815D53-EC18-436D-A21C-8AF9722E8EA3}"/>
              </a:ext>
            </a:extLst>
          </p:cNvPr>
          <p:cNvSpPr>
            <a:spLocks xmlns:a="http://schemas.openxmlformats.org/drawingml/2006/main" noGrp="1"/>
          </p:cNvSpPr>
          <p:nvPr/>
        </p:nvSpPr>
        <p:spPr>
          <a:xfrm xmlns:a="http://schemas.openxmlformats.org/drawingml/2006/main">
            <a:off x="4100513" y="5219700"/>
            <a:ext cx="56436" cy="95250"/>
          </a:xfrm>
          <a:prstGeom xmlns:a="http://schemas.openxmlformats.org/drawingml/2006/main" prst="rect">
            <a:avLst/>
          </a:prstGeom>
          <a:solidFill xmlns:a="http://schemas.openxmlformats.org/drawingml/2006/main">
            <a:srgbClr val="BDCDE4"/>
          </a:solidFill>
          <a:ln xmlns:a="http://schemas.openxmlformats.org/drawingml/2006/main" w="0">
            <a:noFill/>
          </a:ln>
        </p:spPr>
      </p:sp>
      <p:sp>
        <p:nvSpPr>
          <p:cNvPr id="564" name="">
            <a:extLst xmlns:a="http://schemas.openxmlformats.org/drawingml/2006/main">
              <a:ext uri="{FF2B5EF4-FFF2-40B4-BE49-F238E27FC236}">
                <a16:creationId xmlns:a16="http://schemas.microsoft.com/office/drawing/2014/main" id="{68460DCC-E34F-4E9A-9253-E25A159ED75D}"/>
              </a:ext>
            </a:extLst>
          </p:cNvPr>
          <p:cNvSpPr>
            <a:spLocks xmlns:a="http://schemas.openxmlformats.org/drawingml/2006/main" noGrp="1"/>
          </p:cNvSpPr>
          <p:nvPr/>
        </p:nvSpPr>
        <p:spPr>
          <a:xfrm xmlns:a="http://schemas.openxmlformats.org/drawingml/2006/main">
            <a:off x="4156472" y="5219700"/>
            <a:ext cx="56436" cy="95250"/>
          </a:xfrm>
          <a:prstGeom xmlns:a="http://schemas.openxmlformats.org/drawingml/2006/main" prst="rect">
            <a:avLst/>
          </a:prstGeom>
          <a:solidFill xmlns:a="http://schemas.openxmlformats.org/drawingml/2006/main">
            <a:srgbClr val="B8C9E2"/>
          </a:solidFill>
          <a:ln xmlns:a="http://schemas.openxmlformats.org/drawingml/2006/main" w="0">
            <a:noFill/>
          </a:ln>
        </p:spPr>
      </p:sp>
      <p:sp>
        <p:nvSpPr>
          <p:cNvPr id="565" name="">
            <a:extLst xmlns:a="http://schemas.openxmlformats.org/drawingml/2006/main">
              <a:ext uri="{FF2B5EF4-FFF2-40B4-BE49-F238E27FC236}">
                <a16:creationId xmlns:a16="http://schemas.microsoft.com/office/drawing/2014/main" id="{B69AB9E4-9D04-4720-87D2-161320B03E0D}"/>
              </a:ext>
            </a:extLst>
          </p:cNvPr>
          <p:cNvSpPr>
            <a:spLocks xmlns:a="http://schemas.openxmlformats.org/drawingml/2006/main" noGrp="1"/>
          </p:cNvSpPr>
          <p:nvPr/>
        </p:nvSpPr>
        <p:spPr>
          <a:xfrm xmlns:a="http://schemas.openxmlformats.org/drawingml/2006/main">
            <a:off x="4212431" y="5219700"/>
            <a:ext cx="56436" cy="95250"/>
          </a:xfrm>
          <a:prstGeom xmlns:a="http://schemas.openxmlformats.org/drawingml/2006/main" prst="rect">
            <a:avLst/>
          </a:prstGeom>
          <a:solidFill xmlns:a="http://schemas.openxmlformats.org/drawingml/2006/main">
            <a:srgbClr val="B3C5E0"/>
          </a:solidFill>
          <a:ln xmlns:a="http://schemas.openxmlformats.org/drawingml/2006/main" w="0">
            <a:noFill/>
          </a:ln>
        </p:spPr>
      </p:sp>
      <p:sp>
        <p:nvSpPr>
          <p:cNvPr id="566" name="">
            <a:extLst xmlns:a="http://schemas.openxmlformats.org/drawingml/2006/main">
              <a:ext uri="{FF2B5EF4-FFF2-40B4-BE49-F238E27FC236}">
                <a16:creationId xmlns:a16="http://schemas.microsoft.com/office/drawing/2014/main" id="{28CCD7B1-58B5-4567-AA72-A3F2F7747E30}"/>
              </a:ext>
            </a:extLst>
          </p:cNvPr>
          <p:cNvSpPr>
            <a:spLocks xmlns:a="http://schemas.openxmlformats.org/drawingml/2006/main" noGrp="1"/>
          </p:cNvSpPr>
          <p:nvPr/>
        </p:nvSpPr>
        <p:spPr>
          <a:xfrm xmlns:a="http://schemas.openxmlformats.org/drawingml/2006/main">
            <a:off x="4268391" y="5219700"/>
            <a:ext cx="56436" cy="95250"/>
          </a:xfrm>
          <a:prstGeom xmlns:a="http://schemas.openxmlformats.org/drawingml/2006/main" prst="rect">
            <a:avLst/>
          </a:prstGeom>
          <a:solidFill xmlns:a="http://schemas.openxmlformats.org/drawingml/2006/main">
            <a:srgbClr val="ADC1DE"/>
          </a:solidFill>
          <a:ln xmlns:a="http://schemas.openxmlformats.org/drawingml/2006/main" w="0">
            <a:noFill/>
          </a:ln>
        </p:spPr>
      </p:sp>
      <p:sp>
        <p:nvSpPr>
          <p:cNvPr id="567" name="">
            <a:extLst xmlns:a="http://schemas.openxmlformats.org/drawingml/2006/main">
              <a:ext uri="{FF2B5EF4-FFF2-40B4-BE49-F238E27FC236}">
                <a16:creationId xmlns:a16="http://schemas.microsoft.com/office/drawing/2014/main" id="{620FE87C-AEA2-4318-84AD-0CCD8141397F}"/>
              </a:ext>
            </a:extLst>
          </p:cNvPr>
          <p:cNvSpPr>
            <a:spLocks xmlns:a="http://schemas.openxmlformats.org/drawingml/2006/main" noGrp="1"/>
          </p:cNvSpPr>
          <p:nvPr/>
        </p:nvSpPr>
        <p:spPr>
          <a:xfrm xmlns:a="http://schemas.openxmlformats.org/drawingml/2006/main">
            <a:off x="4324350" y="5219700"/>
            <a:ext cx="56436" cy="95250"/>
          </a:xfrm>
          <a:prstGeom xmlns:a="http://schemas.openxmlformats.org/drawingml/2006/main" prst="rect">
            <a:avLst/>
          </a:prstGeom>
          <a:solidFill xmlns:a="http://schemas.openxmlformats.org/drawingml/2006/main">
            <a:srgbClr val="A8BDDC"/>
          </a:solidFill>
          <a:ln xmlns:a="http://schemas.openxmlformats.org/drawingml/2006/main" w="0">
            <a:noFill/>
          </a:ln>
        </p:spPr>
      </p:sp>
      <p:sp>
        <p:nvSpPr>
          <p:cNvPr id="568" name="">
            <a:extLst xmlns:a="http://schemas.openxmlformats.org/drawingml/2006/main">
              <a:ext uri="{FF2B5EF4-FFF2-40B4-BE49-F238E27FC236}">
                <a16:creationId xmlns:a16="http://schemas.microsoft.com/office/drawing/2014/main" id="{FDCBD54F-A605-43B6-B4A5-4CB742E04DE9}"/>
              </a:ext>
            </a:extLst>
          </p:cNvPr>
          <p:cNvSpPr>
            <a:spLocks xmlns:a="http://schemas.openxmlformats.org/drawingml/2006/main" noGrp="1"/>
          </p:cNvSpPr>
          <p:nvPr/>
        </p:nvSpPr>
        <p:spPr>
          <a:xfrm xmlns:a="http://schemas.openxmlformats.org/drawingml/2006/main">
            <a:off x="4380309" y="5219700"/>
            <a:ext cx="56436" cy="95250"/>
          </a:xfrm>
          <a:prstGeom xmlns:a="http://schemas.openxmlformats.org/drawingml/2006/main" prst="rect">
            <a:avLst/>
          </a:prstGeom>
          <a:solidFill xmlns:a="http://schemas.openxmlformats.org/drawingml/2006/main">
            <a:srgbClr val="A3B9DA"/>
          </a:solidFill>
          <a:ln xmlns:a="http://schemas.openxmlformats.org/drawingml/2006/main" w="0">
            <a:noFill/>
          </a:ln>
        </p:spPr>
      </p:sp>
      <p:sp>
        <p:nvSpPr>
          <p:cNvPr id="569" name="">
            <a:extLst xmlns:a="http://schemas.openxmlformats.org/drawingml/2006/main">
              <a:ext uri="{FF2B5EF4-FFF2-40B4-BE49-F238E27FC236}">
                <a16:creationId xmlns:a16="http://schemas.microsoft.com/office/drawing/2014/main" id="{EE87895E-400F-465D-AE78-2786BC5DD78A}"/>
              </a:ext>
            </a:extLst>
          </p:cNvPr>
          <p:cNvSpPr>
            <a:spLocks xmlns:a="http://schemas.openxmlformats.org/drawingml/2006/main" noGrp="1"/>
          </p:cNvSpPr>
          <p:nvPr/>
        </p:nvSpPr>
        <p:spPr>
          <a:xfrm xmlns:a="http://schemas.openxmlformats.org/drawingml/2006/main">
            <a:off x="4436269" y="5219700"/>
            <a:ext cx="56436" cy="95250"/>
          </a:xfrm>
          <a:prstGeom xmlns:a="http://schemas.openxmlformats.org/drawingml/2006/main" prst="rect">
            <a:avLst/>
          </a:prstGeom>
          <a:solidFill xmlns:a="http://schemas.openxmlformats.org/drawingml/2006/main">
            <a:srgbClr val="9DB5D8"/>
          </a:solidFill>
          <a:ln xmlns:a="http://schemas.openxmlformats.org/drawingml/2006/main" w="0">
            <a:noFill/>
          </a:ln>
        </p:spPr>
      </p:sp>
      <p:sp>
        <p:nvSpPr>
          <p:cNvPr id="570" name="">
            <a:extLst xmlns:a="http://schemas.openxmlformats.org/drawingml/2006/main">
              <a:ext uri="{FF2B5EF4-FFF2-40B4-BE49-F238E27FC236}">
                <a16:creationId xmlns:a16="http://schemas.microsoft.com/office/drawing/2014/main" id="{D40A8DE5-38BD-4C12-BA32-DAECEC982266}"/>
              </a:ext>
            </a:extLst>
          </p:cNvPr>
          <p:cNvSpPr>
            <a:spLocks xmlns:a="http://schemas.openxmlformats.org/drawingml/2006/main" noGrp="1"/>
          </p:cNvSpPr>
          <p:nvPr/>
        </p:nvSpPr>
        <p:spPr>
          <a:xfrm xmlns:a="http://schemas.openxmlformats.org/drawingml/2006/main">
            <a:off x="4492228" y="5219700"/>
            <a:ext cx="56436" cy="95250"/>
          </a:xfrm>
          <a:prstGeom xmlns:a="http://schemas.openxmlformats.org/drawingml/2006/main" prst="rect">
            <a:avLst/>
          </a:prstGeom>
          <a:solidFill xmlns:a="http://schemas.openxmlformats.org/drawingml/2006/main">
            <a:srgbClr val="98B1D6"/>
          </a:solidFill>
          <a:ln xmlns:a="http://schemas.openxmlformats.org/drawingml/2006/main" w="0">
            <a:noFill/>
          </a:ln>
        </p:spPr>
      </p:sp>
      <p:sp>
        <p:nvSpPr>
          <p:cNvPr id="571" name="">
            <a:extLst xmlns:a="http://schemas.openxmlformats.org/drawingml/2006/main">
              <a:ext uri="{FF2B5EF4-FFF2-40B4-BE49-F238E27FC236}">
                <a16:creationId xmlns:a16="http://schemas.microsoft.com/office/drawing/2014/main" id="{7E01FEA8-6077-4F08-884F-2745224D9E07}"/>
              </a:ext>
            </a:extLst>
          </p:cNvPr>
          <p:cNvSpPr>
            <a:spLocks xmlns:a="http://schemas.openxmlformats.org/drawingml/2006/main" noGrp="1"/>
          </p:cNvSpPr>
          <p:nvPr/>
        </p:nvSpPr>
        <p:spPr>
          <a:xfrm xmlns:a="http://schemas.openxmlformats.org/drawingml/2006/main">
            <a:off x="4548188" y="5219700"/>
            <a:ext cx="56436" cy="95250"/>
          </a:xfrm>
          <a:prstGeom xmlns:a="http://schemas.openxmlformats.org/drawingml/2006/main" prst="rect">
            <a:avLst/>
          </a:prstGeom>
          <a:solidFill xmlns:a="http://schemas.openxmlformats.org/drawingml/2006/main">
            <a:srgbClr val="93ACD3"/>
          </a:solidFill>
          <a:ln xmlns:a="http://schemas.openxmlformats.org/drawingml/2006/main" w="0">
            <a:noFill/>
          </a:ln>
        </p:spPr>
      </p:sp>
      <p:sp>
        <p:nvSpPr>
          <p:cNvPr id="572" name="">
            <a:extLst xmlns:a="http://schemas.openxmlformats.org/drawingml/2006/main">
              <a:ext uri="{FF2B5EF4-FFF2-40B4-BE49-F238E27FC236}">
                <a16:creationId xmlns:a16="http://schemas.microsoft.com/office/drawing/2014/main" id="{CE89901A-22D0-4434-BAF1-6575C577F7DB}"/>
              </a:ext>
            </a:extLst>
          </p:cNvPr>
          <p:cNvSpPr>
            <a:spLocks xmlns:a="http://schemas.openxmlformats.org/drawingml/2006/main" noGrp="1"/>
          </p:cNvSpPr>
          <p:nvPr/>
        </p:nvSpPr>
        <p:spPr>
          <a:xfrm xmlns:a="http://schemas.openxmlformats.org/drawingml/2006/main">
            <a:off x="4604147" y="5219700"/>
            <a:ext cx="56436" cy="95250"/>
          </a:xfrm>
          <a:prstGeom xmlns:a="http://schemas.openxmlformats.org/drawingml/2006/main" prst="rect">
            <a:avLst/>
          </a:prstGeom>
          <a:solidFill xmlns:a="http://schemas.openxmlformats.org/drawingml/2006/main">
            <a:srgbClr val="8EA8D1"/>
          </a:solidFill>
          <a:ln xmlns:a="http://schemas.openxmlformats.org/drawingml/2006/main" w="0">
            <a:noFill/>
          </a:ln>
        </p:spPr>
      </p:sp>
      <p:sp>
        <p:nvSpPr>
          <p:cNvPr id="573" name="">
            <a:extLst xmlns:a="http://schemas.openxmlformats.org/drawingml/2006/main">
              <a:ext uri="{FF2B5EF4-FFF2-40B4-BE49-F238E27FC236}">
                <a16:creationId xmlns:a16="http://schemas.microsoft.com/office/drawing/2014/main" id="{98540A46-4C48-4042-ACE1-4A91BDF75589}"/>
              </a:ext>
            </a:extLst>
          </p:cNvPr>
          <p:cNvSpPr>
            <a:spLocks xmlns:a="http://schemas.openxmlformats.org/drawingml/2006/main" noGrp="1"/>
          </p:cNvSpPr>
          <p:nvPr/>
        </p:nvSpPr>
        <p:spPr>
          <a:xfrm xmlns:a="http://schemas.openxmlformats.org/drawingml/2006/main">
            <a:off x="4660106" y="5219700"/>
            <a:ext cx="56436" cy="95250"/>
          </a:xfrm>
          <a:prstGeom xmlns:a="http://schemas.openxmlformats.org/drawingml/2006/main" prst="rect">
            <a:avLst/>
          </a:prstGeom>
          <a:solidFill xmlns:a="http://schemas.openxmlformats.org/drawingml/2006/main">
            <a:srgbClr val="88A4CF"/>
          </a:solidFill>
          <a:ln xmlns:a="http://schemas.openxmlformats.org/drawingml/2006/main" w="0">
            <a:noFill/>
          </a:ln>
        </p:spPr>
      </p:sp>
      <p:sp>
        <p:nvSpPr>
          <p:cNvPr id="574" name="">
            <a:extLst xmlns:a="http://schemas.openxmlformats.org/drawingml/2006/main">
              <a:ext uri="{FF2B5EF4-FFF2-40B4-BE49-F238E27FC236}">
                <a16:creationId xmlns:a16="http://schemas.microsoft.com/office/drawing/2014/main" id="{974BD91B-9E47-434D-BE0C-A7BAC1AFC68B}"/>
              </a:ext>
            </a:extLst>
          </p:cNvPr>
          <p:cNvSpPr>
            <a:spLocks xmlns:a="http://schemas.openxmlformats.org/drawingml/2006/main" noGrp="1"/>
          </p:cNvSpPr>
          <p:nvPr/>
        </p:nvSpPr>
        <p:spPr>
          <a:xfrm xmlns:a="http://schemas.openxmlformats.org/drawingml/2006/main">
            <a:off x="4716066" y="5219700"/>
            <a:ext cx="56436" cy="95250"/>
          </a:xfrm>
          <a:prstGeom xmlns:a="http://schemas.openxmlformats.org/drawingml/2006/main" prst="rect">
            <a:avLst/>
          </a:prstGeom>
          <a:solidFill xmlns:a="http://schemas.openxmlformats.org/drawingml/2006/main">
            <a:srgbClr val="83A0CD"/>
          </a:solidFill>
          <a:ln xmlns:a="http://schemas.openxmlformats.org/drawingml/2006/main" w="0">
            <a:noFill/>
          </a:ln>
        </p:spPr>
      </p:sp>
      <p:sp>
        <p:nvSpPr>
          <p:cNvPr id="575" name="">
            <a:extLst xmlns:a="http://schemas.openxmlformats.org/drawingml/2006/main">
              <a:ext uri="{FF2B5EF4-FFF2-40B4-BE49-F238E27FC236}">
                <a16:creationId xmlns:a16="http://schemas.microsoft.com/office/drawing/2014/main" id="{45A1C481-2FC2-4091-99FD-E04D76D85843}"/>
              </a:ext>
            </a:extLst>
          </p:cNvPr>
          <p:cNvSpPr>
            <a:spLocks xmlns:a="http://schemas.openxmlformats.org/drawingml/2006/main" noGrp="1"/>
          </p:cNvSpPr>
          <p:nvPr/>
        </p:nvSpPr>
        <p:spPr>
          <a:xfrm xmlns:a="http://schemas.openxmlformats.org/drawingml/2006/main">
            <a:off x="4772025" y="5219700"/>
            <a:ext cx="56436" cy="95250"/>
          </a:xfrm>
          <a:prstGeom xmlns:a="http://schemas.openxmlformats.org/drawingml/2006/main" prst="rect">
            <a:avLst/>
          </a:prstGeom>
          <a:solidFill xmlns:a="http://schemas.openxmlformats.org/drawingml/2006/main">
            <a:srgbClr val="7E9CCB"/>
          </a:solidFill>
          <a:ln xmlns:a="http://schemas.openxmlformats.org/drawingml/2006/main" w="0">
            <a:noFill/>
          </a:ln>
        </p:spPr>
      </p:sp>
      <p:sp>
        <p:nvSpPr>
          <p:cNvPr id="576" name="">
            <a:extLst xmlns:a="http://schemas.openxmlformats.org/drawingml/2006/main">
              <a:ext uri="{FF2B5EF4-FFF2-40B4-BE49-F238E27FC236}">
                <a16:creationId xmlns:a16="http://schemas.microsoft.com/office/drawing/2014/main" id="{75264AA1-111E-41EA-B624-AA39960DA2C9}"/>
              </a:ext>
            </a:extLst>
          </p:cNvPr>
          <p:cNvSpPr>
            <a:spLocks xmlns:a="http://schemas.openxmlformats.org/drawingml/2006/main" noGrp="1"/>
          </p:cNvSpPr>
          <p:nvPr/>
        </p:nvSpPr>
        <p:spPr>
          <a:xfrm xmlns:a="http://schemas.openxmlformats.org/drawingml/2006/main">
            <a:off x="4827984" y="5219700"/>
            <a:ext cx="56436" cy="95250"/>
          </a:xfrm>
          <a:prstGeom xmlns:a="http://schemas.openxmlformats.org/drawingml/2006/main" prst="rect">
            <a:avLst/>
          </a:prstGeom>
          <a:solidFill xmlns:a="http://schemas.openxmlformats.org/drawingml/2006/main">
            <a:srgbClr val="7898C9"/>
          </a:solidFill>
          <a:ln xmlns:a="http://schemas.openxmlformats.org/drawingml/2006/main" w="0">
            <a:noFill/>
          </a:ln>
        </p:spPr>
      </p:sp>
      <p:sp>
        <p:nvSpPr>
          <p:cNvPr id="577" name="">
            <a:extLst xmlns:a="http://schemas.openxmlformats.org/drawingml/2006/main">
              <a:ext uri="{FF2B5EF4-FFF2-40B4-BE49-F238E27FC236}">
                <a16:creationId xmlns:a16="http://schemas.microsoft.com/office/drawing/2014/main" id="{035A9709-9DE0-4D67-82C7-2044F232A737}"/>
              </a:ext>
            </a:extLst>
          </p:cNvPr>
          <p:cNvSpPr>
            <a:spLocks xmlns:a="http://schemas.openxmlformats.org/drawingml/2006/main" noGrp="1"/>
          </p:cNvSpPr>
          <p:nvPr/>
        </p:nvSpPr>
        <p:spPr>
          <a:xfrm xmlns:a="http://schemas.openxmlformats.org/drawingml/2006/main">
            <a:off x="4883944" y="5219700"/>
            <a:ext cx="56436" cy="95250"/>
          </a:xfrm>
          <a:prstGeom xmlns:a="http://schemas.openxmlformats.org/drawingml/2006/main" prst="rect">
            <a:avLst/>
          </a:prstGeom>
          <a:solidFill xmlns:a="http://schemas.openxmlformats.org/drawingml/2006/main">
            <a:srgbClr val="7394C7"/>
          </a:solidFill>
          <a:ln xmlns:a="http://schemas.openxmlformats.org/drawingml/2006/main" w="0">
            <a:noFill/>
          </a:ln>
        </p:spPr>
      </p:sp>
      <p:sp>
        <p:nvSpPr>
          <p:cNvPr id="578" name="">
            <a:extLst xmlns:a="http://schemas.openxmlformats.org/drawingml/2006/main">
              <a:ext uri="{FF2B5EF4-FFF2-40B4-BE49-F238E27FC236}">
                <a16:creationId xmlns:a16="http://schemas.microsoft.com/office/drawing/2014/main" id="{439A78E0-1990-4E1A-B106-9619253AE4D8}"/>
              </a:ext>
            </a:extLst>
          </p:cNvPr>
          <p:cNvSpPr>
            <a:spLocks xmlns:a="http://schemas.openxmlformats.org/drawingml/2006/main" noGrp="1"/>
          </p:cNvSpPr>
          <p:nvPr/>
        </p:nvSpPr>
        <p:spPr>
          <a:xfrm xmlns:a="http://schemas.openxmlformats.org/drawingml/2006/main">
            <a:off x="4939903" y="5219700"/>
            <a:ext cx="56436" cy="95250"/>
          </a:xfrm>
          <a:prstGeom xmlns:a="http://schemas.openxmlformats.org/drawingml/2006/main" prst="rect">
            <a:avLst/>
          </a:prstGeom>
          <a:solidFill xmlns:a="http://schemas.openxmlformats.org/drawingml/2006/main">
            <a:srgbClr val="6E90C5"/>
          </a:solidFill>
          <a:ln xmlns:a="http://schemas.openxmlformats.org/drawingml/2006/main" w="0">
            <a:noFill/>
          </a:ln>
        </p:spPr>
      </p:sp>
      <p:sp>
        <p:nvSpPr>
          <p:cNvPr id="579" name="">
            <a:extLst xmlns:a="http://schemas.openxmlformats.org/drawingml/2006/main">
              <a:ext uri="{FF2B5EF4-FFF2-40B4-BE49-F238E27FC236}">
                <a16:creationId xmlns:a16="http://schemas.microsoft.com/office/drawing/2014/main" id="{C3B3052E-EBF8-4EBE-8BDF-E77065406EE4}"/>
              </a:ext>
            </a:extLst>
          </p:cNvPr>
          <p:cNvSpPr>
            <a:spLocks xmlns:a="http://schemas.openxmlformats.org/drawingml/2006/main" noGrp="1"/>
          </p:cNvSpPr>
          <p:nvPr/>
        </p:nvSpPr>
        <p:spPr>
          <a:xfrm xmlns:a="http://schemas.openxmlformats.org/drawingml/2006/main">
            <a:off x="4995863" y="5219700"/>
            <a:ext cx="56436" cy="95250"/>
          </a:xfrm>
          <a:prstGeom xmlns:a="http://schemas.openxmlformats.org/drawingml/2006/main" prst="rect">
            <a:avLst/>
          </a:prstGeom>
          <a:solidFill xmlns:a="http://schemas.openxmlformats.org/drawingml/2006/main">
            <a:srgbClr val="698CC2"/>
          </a:solidFill>
          <a:ln xmlns:a="http://schemas.openxmlformats.org/drawingml/2006/main" w="0">
            <a:noFill/>
          </a:ln>
        </p:spPr>
      </p:sp>
      <p:sp>
        <p:nvSpPr>
          <p:cNvPr id="580" name="">
            <a:extLst xmlns:a="http://schemas.openxmlformats.org/drawingml/2006/main">
              <a:ext uri="{FF2B5EF4-FFF2-40B4-BE49-F238E27FC236}">
                <a16:creationId xmlns:a16="http://schemas.microsoft.com/office/drawing/2014/main" id="{F36EB5B7-0EA4-40EA-BE36-D0E075616BF5}"/>
              </a:ext>
            </a:extLst>
          </p:cNvPr>
          <p:cNvSpPr>
            <a:spLocks xmlns:a="http://schemas.openxmlformats.org/drawingml/2006/main" noGrp="1"/>
          </p:cNvSpPr>
          <p:nvPr/>
        </p:nvSpPr>
        <p:spPr>
          <a:xfrm xmlns:a="http://schemas.openxmlformats.org/drawingml/2006/main">
            <a:off x="5051822" y="5219700"/>
            <a:ext cx="56436" cy="95250"/>
          </a:xfrm>
          <a:prstGeom xmlns:a="http://schemas.openxmlformats.org/drawingml/2006/main" prst="rect">
            <a:avLst/>
          </a:prstGeom>
          <a:solidFill xmlns:a="http://schemas.openxmlformats.org/drawingml/2006/main">
            <a:srgbClr val="6388C0"/>
          </a:solidFill>
          <a:ln xmlns:a="http://schemas.openxmlformats.org/drawingml/2006/main" w="0">
            <a:noFill/>
          </a:ln>
        </p:spPr>
      </p:sp>
      <p:sp>
        <p:nvSpPr>
          <p:cNvPr id="581" name="">
            <a:extLst xmlns:a="http://schemas.openxmlformats.org/drawingml/2006/main">
              <a:ext uri="{FF2B5EF4-FFF2-40B4-BE49-F238E27FC236}">
                <a16:creationId xmlns:a16="http://schemas.microsoft.com/office/drawing/2014/main" id="{5A0CAA8D-4987-4519-B35B-591438AE242B}"/>
              </a:ext>
            </a:extLst>
          </p:cNvPr>
          <p:cNvSpPr>
            <a:spLocks xmlns:a="http://schemas.openxmlformats.org/drawingml/2006/main" noGrp="1"/>
          </p:cNvSpPr>
          <p:nvPr/>
        </p:nvSpPr>
        <p:spPr>
          <a:xfrm xmlns:a="http://schemas.openxmlformats.org/drawingml/2006/main">
            <a:off x="5107781" y="5219700"/>
            <a:ext cx="56436" cy="95250"/>
          </a:xfrm>
          <a:prstGeom xmlns:a="http://schemas.openxmlformats.org/drawingml/2006/main" prst="rect">
            <a:avLst/>
          </a:prstGeom>
          <a:solidFill xmlns:a="http://schemas.openxmlformats.org/drawingml/2006/main">
            <a:srgbClr val="5E84BE"/>
          </a:solidFill>
          <a:ln xmlns:a="http://schemas.openxmlformats.org/drawingml/2006/main" w="0">
            <a:noFill/>
          </a:ln>
        </p:spPr>
      </p:sp>
      <p:sp>
        <p:nvSpPr>
          <p:cNvPr id="582" name="">
            <a:extLst xmlns:a="http://schemas.openxmlformats.org/drawingml/2006/main">
              <a:ext uri="{FF2B5EF4-FFF2-40B4-BE49-F238E27FC236}">
                <a16:creationId xmlns:a16="http://schemas.microsoft.com/office/drawing/2014/main" id="{7C0A0700-19F0-4E0A-9DFC-2428FF0CE68E}"/>
              </a:ext>
            </a:extLst>
          </p:cNvPr>
          <p:cNvSpPr>
            <a:spLocks xmlns:a="http://schemas.openxmlformats.org/drawingml/2006/main" noGrp="1"/>
          </p:cNvSpPr>
          <p:nvPr/>
        </p:nvSpPr>
        <p:spPr>
          <a:xfrm xmlns:a="http://schemas.openxmlformats.org/drawingml/2006/main">
            <a:off x="5163741" y="5219700"/>
            <a:ext cx="56436" cy="95250"/>
          </a:xfrm>
          <a:prstGeom xmlns:a="http://schemas.openxmlformats.org/drawingml/2006/main" prst="rect">
            <a:avLst/>
          </a:prstGeom>
          <a:solidFill xmlns:a="http://schemas.openxmlformats.org/drawingml/2006/main">
            <a:srgbClr val="5980BC"/>
          </a:solidFill>
          <a:ln xmlns:a="http://schemas.openxmlformats.org/drawingml/2006/main" w="0">
            <a:noFill/>
          </a:ln>
        </p:spPr>
      </p:sp>
      <p:sp>
        <p:nvSpPr>
          <p:cNvPr id="583" name="">
            <a:extLst xmlns:a="http://schemas.openxmlformats.org/drawingml/2006/main">
              <a:ext uri="{FF2B5EF4-FFF2-40B4-BE49-F238E27FC236}">
                <a16:creationId xmlns:a16="http://schemas.microsoft.com/office/drawing/2014/main" id="{6B13F243-4588-4088-8159-34E5891F42A9}"/>
              </a:ext>
            </a:extLst>
          </p:cNvPr>
          <p:cNvSpPr>
            <a:spLocks xmlns:a="http://schemas.openxmlformats.org/drawingml/2006/main" noGrp="1"/>
          </p:cNvSpPr>
          <p:nvPr/>
        </p:nvSpPr>
        <p:spPr>
          <a:xfrm xmlns:a="http://schemas.openxmlformats.org/drawingml/2006/main">
            <a:off x="5219700" y="5219700"/>
            <a:ext cx="56436" cy="95250"/>
          </a:xfrm>
          <a:prstGeom xmlns:a="http://schemas.openxmlformats.org/drawingml/2006/main" prst="rect">
            <a:avLst/>
          </a:prstGeom>
          <a:solidFill xmlns:a="http://schemas.openxmlformats.org/drawingml/2006/main">
            <a:srgbClr val="547CBA"/>
          </a:solidFill>
          <a:ln xmlns:a="http://schemas.openxmlformats.org/drawingml/2006/main" w="0">
            <a:noFill/>
          </a:ln>
        </p:spPr>
      </p:sp>
      <p:sp>
        <p:nvSpPr>
          <p:cNvPr id="584" name="">
            <a:extLst xmlns:a="http://schemas.openxmlformats.org/drawingml/2006/main">
              <a:ext uri="{FF2B5EF4-FFF2-40B4-BE49-F238E27FC236}">
                <a16:creationId xmlns:a16="http://schemas.microsoft.com/office/drawing/2014/main" id="{315129C6-EFFE-442C-A01E-11D9BC2711B0}"/>
              </a:ext>
            </a:extLst>
          </p:cNvPr>
          <p:cNvSpPr>
            <a:spLocks xmlns:a="http://schemas.openxmlformats.org/drawingml/2006/main" noGrp="1"/>
          </p:cNvSpPr>
          <p:nvPr/>
        </p:nvSpPr>
        <p:spPr>
          <a:xfrm xmlns:a="http://schemas.openxmlformats.org/drawingml/2006/main">
            <a:off x="5275659" y="5219700"/>
            <a:ext cx="56436" cy="95250"/>
          </a:xfrm>
          <a:prstGeom xmlns:a="http://schemas.openxmlformats.org/drawingml/2006/main" prst="rect">
            <a:avLst/>
          </a:prstGeom>
          <a:solidFill xmlns:a="http://schemas.openxmlformats.org/drawingml/2006/main">
            <a:srgbClr val="4E78B8"/>
          </a:solidFill>
          <a:ln xmlns:a="http://schemas.openxmlformats.org/drawingml/2006/main" w="0">
            <a:noFill/>
          </a:ln>
        </p:spPr>
      </p:sp>
      <p:sp>
        <p:nvSpPr>
          <p:cNvPr id="585" name="">
            <a:extLst xmlns:a="http://schemas.openxmlformats.org/drawingml/2006/main">
              <a:ext uri="{FF2B5EF4-FFF2-40B4-BE49-F238E27FC236}">
                <a16:creationId xmlns:a16="http://schemas.microsoft.com/office/drawing/2014/main" id="{237551A8-15BE-4720-88B2-CFD68CEA11D0}"/>
              </a:ext>
            </a:extLst>
          </p:cNvPr>
          <p:cNvSpPr>
            <a:spLocks xmlns:a="http://schemas.openxmlformats.org/drawingml/2006/main" noGrp="1"/>
          </p:cNvSpPr>
          <p:nvPr/>
        </p:nvSpPr>
        <p:spPr>
          <a:xfrm xmlns:a="http://schemas.openxmlformats.org/drawingml/2006/main">
            <a:off x="5331619" y="5219700"/>
            <a:ext cx="56436" cy="95250"/>
          </a:xfrm>
          <a:prstGeom xmlns:a="http://schemas.openxmlformats.org/drawingml/2006/main" prst="rect">
            <a:avLst/>
          </a:prstGeom>
          <a:solidFill xmlns:a="http://schemas.openxmlformats.org/drawingml/2006/main">
            <a:srgbClr val="4974B6"/>
          </a:solidFill>
          <a:ln xmlns:a="http://schemas.openxmlformats.org/drawingml/2006/main" w="0">
            <a:noFill/>
          </a:ln>
        </p:spPr>
      </p:sp>
      <p:sp>
        <p:nvSpPr>
          <p:cNvPr id="586" name="">
            <a:extLst xmlns:a="http://schemas.openxmlformats.org/drawingml/2006/main">
              <a:ext uri="{FF2B5EF4-FFF2-40B4-BE49-F238E27FC236}">
                <a16:creationId xmlns:a16="http://schemas.microsoft.com/office/drawing/2014/main" id="{A1552388-141D-4D25-9361-60E6D85F27AC}"/>
              </a:ext>
            </a:extLst>
          </p:cNvPr>
          <p:cNvSpPr>
            <a:spLocks xmlns:a="http://schemas.openxmlformats.org/drawingml/2006/main" noGrp="1"/>
          </p:cNvSpPr>
          <p:nvPr/>
        </p:nvSpPr>
        <p:spPr>
          <a:xfrm xmlns:a="http://schemas.openxmlformats.org/drawingml/2006/main">
            <a:off x="5387578" y="5219700"/>
            <a:ext cx="56436" cy="95250"/>
          </a:xfrm>
          <a:prstGeom xmlns:a="http://schemas.openxmlformats.org/drawingml/2006/main" prst="rect">
            <a:avLst/>
          </a:prstGeom>
          <a:solidFill xmlns:a="http://schemas.openxmlformats.org/drawingml/2006/main">
            <a:srgbClr val="4470B4"/>
          </a:solidFill>
          <a:ln xmlns:a="http://schemas.openxmlformats.org/drawingml/2006/main" w="0">
            <a:noFill/>
          </a:ln>
        </p:spPr>
      </p:sp>
      <p:sp>
        <p:nvSpPr>
          <p:cNvPr id="587" name="">
            <a:extLst xmlns:a="http://schemas.openxmlformats.org/drawingml/2006/main">
              <a:ext uri="{FF2B5EF4-FFF2-40B4-BE49-F238E27FC236}">
                <a16:creationId xmlns:a16="http://schemas.microsoft.com/office/drawing/2014/main" id="{C101387D-2C38-41C0-B1AA-4EF6803DCEE3}"/>
              </a:ext>
            </a:extLst>
          </p:cNvPr>
          <p:cNvSpPr>
            <a:spLocks xmlns:a="http://schemas.openxmlformats.org/drawingml/2006/main" noGrp="1"/>
          </p:cNvSpPr>
          <p:nvPr/>
        </p:nvSpPr>
        <p:spPr>
          <a:xfrm xmlns:a="http://schemas.openxmlformats.org/drawingml/2006/main">
            <a:off x="5443538" y="5219700"/>
            <a:ext cx="56436" cy="95250"/>
          </a:xfrm>
          <a:prstGeom xmlns:a="http://schemas.openxmlformats.org/drawingml/2006/main" prst="rect">
            <a:avLst/>
          </a:prstGeom>
          <a:solidFill xmlns:a="http://schemas.openxmlformats.org/drawingml/2006/main">
            <a:srgbClr val="3E6CB1"/>
          </a:solidFill>
          <a:ln xmlns:a="http://schemas.openxmlformats.org/drawingml/2006/main" w="0">
            <a:noFill/>
          </a:ln>
        </p:spPr>
      </p:sp>
      <p:sp>
        <p:nvSpPr>
          <p:cNvPr id="588" name="">
            <a:extLst xmlns:a="http://schemas.openxmlformats.org/drawingml/2006/main">
              <a:ext uri="{FF2B5EF4-FFF2-40B4-BE49-F238E27FC236}">
                <a16:creationId xmlns:a16="http://schemas.microsoft.com/office/drawing/2014/main" id="{C7DF7664-4DBF-4CEB-9075-CF82EAE5C3CF}"/>
              </a:ext>
            </a:extLst>
          </p:cNvPr>
          <p:cNvSpPr>
            <a:spLocks xmlns:a="http://schemas.openxmlformats.org/drawingml/2006/main" noGrp="1"/>
          </p:cNvSpPr>
          <p:nvPr/>
        </p:nvSpPr>
        <p:spPr>
          <a:xfrm xmlns:a="http://schemas.openxmlformats.org/drawingml/2006/main">
            <a:off x="5499497" y="5219700"/>
            <a:ext cx="56436" cy="95250"/>
          </a:xfrm>
          <a:prstGeom xmlns:a="http://schemas.openxmlformats.org/drawingml/2006/main" prst="rect">
            <a:avLst/>
          </a:prstGeom>
          <a:solidFill xmlns:a="http://schemas.openxmlformats.org/drawingml/2006/main">
            <a:srgbClr val="3968AF"/>
          </a:solidFill>
          <a:ln xmlns:a="http://schemas.openxmlformats.org/drawingml/2006/main" w="0">
            <a:noFill/>
          </a:ln>
        </p:spPr>
      </p:sp>
      <p:sp>
        <p:nvSpPr>
          <p:cNvPr id="589" name="">
            <a:extLst xmlns:a="http://schemas.openxmlformats.org/drawingml/2006/main">
              <a:ext uri="{FF2B5EF4-FFF2-40B4-BE49-F238E27FC236}">
                <a16:creationId xmlns:a16="http://schemas.microsoft.com/office/drawing/2014/main" id="{24DE225E-4402-4B86-9E4E-FC87CA59571C}"/>
              </a:ext>
            </a:extLst>
          </p:cNvPr>
          <p:cNvSpPr>
            <a:spLocks xmlns:a="http://schemas.openxmlformats.org/drawingml/2006/main" noGrp="1"/>
          </p:cNvSpPr>
          <p:nvPr/>
        </p:nvSpPr>
        <p:spPr>
          <a:xfrm xmlns:a="http://schemas.openxmlformats.org/drawingml/2006/main">
            <a:off x="5555456" y="5219700"/>
            <a:ext cx="56436" cy="95250"/>
          </a:xfrm>
          <a:prstGeom xmlns:a="http://schemas.openxmlformats.org/drawingml/2006/main" prst="rect">
            <a:avLst/>
          </a:prstGeom>
          <a:solidFill xmlns:a="http://schemas.openxmlformats.org/drawingml/2006/main">
            <a:srgbClr val="3464AD"/>
          </a:solidFill>
          <a:ln xmlns:a="http://schemas.openxmlformats.org/drawingml/2006/main" w="0">
            <a:noFill/>
          </a:ln>
        </p:spPr>
      </p:sp>
      <p:sp>
        <p:nvSpPr>
          <p:cNvPr id="590" name="">
            <a:extLst xmlns:a="http://schemas.openxmlformats.org/drawingml/2006/main">
              <a:ext uri="{FF2B5EF4-FFF2-40B4-BE49-F238E27FC236}">
                <a16:creationId xmlns:a16="http://schemas.microsoft.com/office/drawing/2014/main" id="{11599744-5431-4E51-8326-E827D7864073}"/>
              </a:ext>
            </a:extLst>
          </p:cNvPr>
          <p:cNvSpPr>
            <a:spLocks xmlns:a="http://schemas.openxmlformats.org/drawingml/2006/main" noGrp="1"/>
          </p:cNvSpPr>
          <p:nvPr/>
        </p:nvSpPr>
        <p:spPr>
          <a:xfrm xmlns:a="http://schemas.openxmlformats.org/drawingml/2006/main">
            <a:off x="5611416" y="5219700"/>
            <a:ext cx="56436" cy="95250"/>
          </a:xfrm>
          <a:prstGeom xmlns:a="http://schemas.openxmlformats.org/drawingml/2006/main" prst="rect">
            <a:avLst/>
          </a:prstGeom>
          <a:solidFill xmlns:a="http://schemas.openxmlformats.org/drawingml/2006/main">
            <a:srgbClr val="2F60AB"/>
          </a:solidFill>
          <a:ln xmlns:a="http://schemas.openxmlformats.org/drawingml/2006/main" w="0">
            <a:noFill/>
          </a:ln>
        </p:spPr>
      </p:sp>
      <p:sp>
        <p:nvSpPr>
          <p:cNvPr id="591" name="">
            <a:extLst xmlns:a="http://schemas.openxmlformats.org/drawingml/2006/main">
              <a:ext uri="{FF2B5EF4-FFF2-40B4-BE49-F238E27FC236}">
                <a16:creationId xmlns:a16="http://schemas.microsoft.com/office/drawing/2014/main" id="{E88CA9BC-9B9A-4A6C-9EC9-1635F0B13C11}"/>
              </a:ext>
            </a:extLst>
          </p:cNvPr>
          <p:cNvSpPr>
            <a:spLocks xmlns:a="http://schemas.openxmlformats.org/drawingml/2006/main" noGrp="1"/>
          </p:cNvSpPr>
          <p:nvPr/>
        </p:nvSpPr>
        <p:spPr>
          <a:xfrm xmlns:a="http://schemas.openxmlformats.org/drawingml/2006/main">
            <a:off x="95250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592" name="">
            <a:extLst xmlns:a="http://schemas.openxmlformats.org/drawingml/2006/main">
              <a:ext uri="{FF2B5EF4-FFF2-40B4-BE49-F238E27FC236}">
                <a16:creationId xmlns:a16="http://schemas.microsoft.com/office/drawing/2014/main" id="{22AC59B2-C05E-4B5C-9774-237ECB8439AB}"/>
              </a:ext>
            </a:extLst>
          </p:cNvPr>
          <p:cNvSpPr>
            <a:spLocks xmlns:a="http://schemas.openxmlformats.org/drawingml/2006/main" noGrp="1"/>
          </p:cNvSpPr>
          <p:nvPr/>
        </p:nvSpPr>
        <p:spPr>
          <a:xfrm xmlns:a="http://schemas.openxmlformats.org/drawingml/2006/main">
            <a:off x="2071688"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593" name="">
            <a:extLst xmlns:a="http://schemas.openxmlformats.org/drawingml/2006/main">
              <a:ext uri="{FF2B5EF4-FFF2-40B4-BE49-F238E27FC236}">
                <a16:creationId xmlns:a16="http://schemas.microsoft.com/office/drawing/2014/main" id="{72B0E09A-65FA-4212-95E0-CB8ACC348B5D}"/>
              </a:ext>
            </a:extLst>
          </p:cNvPr>
          <p:cNvSpPr>
            <a:spLocks xmlns:a="http://schemas.openxmlformats.org/drawingml/2006/main" noGrp="1"/>
          </p:cNvSpPr>
          <p:nvPr/>
        </p:nvSpPr>
        <p:spPr>
          <a:xfrm xmlns:a="http://schemas.openxmlformats.org/drawingml/2006/main">
            <a:off x="3190875"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0</a:t>
            </a:r>
          </a:p>
        </p:txBody>
      </p:sp>
      <p:sp>
        <p:nvSpPr>
          <p:cNvPr id="594" name="">
            <a:extLst xmlns:a="http://schemas.openxmlformats.org/drawingml/2006/main">
              <a:ext uri="{FF2B5EF4-FFF2-40B4-BE49-F238E27FC236}">
                <a16:creationId xmlns:a16="http://schemas.microsoft.com/office/drawing/2014/main" id="{D88DA193-F36F-47AF-862A-A7F03B9CC051}"/>
              </a:ext>
            </a:extLst>
          </p:cNvPr>
          <p:cNvSpPr>
            <a:spLocks xmlns:a="http://schemas.openxmlformats.org/drawingml/2006/main" noGrp="1"/>
          </p:cNvSpPr>
          <p:nvPr/>
        </p:nvSpPr>
        <p:spPr>
          <a:xfrm xmlns:a="http://schemas.openxmlformats.org/drawingml/2006/main">
            <a:off x="4310063"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595" name="">
            <a:extLst xmlns:a="http://schemas.openxmlformats.org/drawingml/2006/main">
              <a:ext uri="{FF2B5EF4-FFF2-40B4-BE49-F238E27FC236}">
                <a16:creationId xmlns:a16="http://schemas.microsoft.com/office/drawing/2014/main" id="{D2302F42-5B39-40BA-AEBD-623B5931B4A8}"/>
              </a:ext>
            </a:extLst>
          </p:cNvPr>
          <p:cNvSpPr>
            <a:spLocks xmlns:a="http://schemas.openxmlformats.org/drawingml/2006/main" noGrp="1"/>
          </p:cNvSpPr>
          <p:nvPr/>
        </p:nvSpPr>
        <p:spPr>
          <a:xfrm xmlns:a="http://schemas.openxmlformats.org/drawingml/2006/main">
            <a:off x="542925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596" name="">
            <a:extLst xmlns:a="http://schemas.openxmlformats.org/drawingml/2006/main">
              <a:ext uri="{FF2B5EF4-FFF2-40B4-BE49-F238E27FC236}">
                <a16:creationId xmlns:a16="http://schemas.microsoft.com/office/drawing/2014/main" id="{B69843B6-1169-425E-86A6-D67BC23B2B29}"/>
              </a:ext>
            </a:extLst>
          </p:cNvPr>
          <p:cNvSpPr>
            <a:spLocks xmlns:a="http://schemas.openxmlformats.org/drawingml/2006/main" noGrp="1"/>
          </p:cNvSpPr>
          <p:nvPr/>
        </p:nvSpPr>
        <p:spPr>
          <a:xfrm xmlns:a="http://schemas.openxmlformats.org/drawingml/2006/main">
            <a:off x="1047750" y="5629275"/>
            <a:ext cx="4762500" cy="3048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 vacant taxis vs normal</a:t>
            </a:r>
          </a:p>
        </p:txBody>
      </p:sp>
    </p:spTree>
    <p:extLst>
      <p:ext uri="{BB962C8B-B14F-4D97-AF65-F5344CB8AC3E}">
        <p14:creationId xmlns:p14="http://schemas.microsoft.com/office/powerpoint/2010/main" val="597896415"/>
      </p:ext>
    </p:extLst>
  </p:cSld>
</p:sld>
</file>

<file path=ppt/slides/slide91.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PREDICTED SENSITIVITY ACROSS ANALYSED CELLS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Random-forest predictions reuse the saved training transform. Unanalysed cells use the no-data colour.</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91</a:t>
            </a:r>
            <a:endParaRPr sz="1200"/>
          </a:p>
        </p:txBody>
      </p:sp>
      <p:sp>
        <p:nvSpPr>
          <p:cNvPr id="14" name="">
            <a:extLst xmlns:a="http://schemas.openxmlformats.org/drawingml/2006/main">
              <a:ext uri="{FF2B5EF4-FFF2-40B4-BE49-F238E27FC236}">
                <a16:creationId xmlns:a16="http://schemas.microsoft.com/office/drawing/2014/main" id="{CC463003-1207-466A-9D5B-FC734938DF95}"/>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5518E480-8D25-4F4D-B0D8-A6BCDE2AB649}"/>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Predicted rain sensitivity for every land cell (dots: predicted only, no reliable taxi data)</a:t>
            </a:r>
          </a:p>
        </p:txBody>
      </p:sp>
      <p:sp>
        <p:nvSpPr>
          <p:cNvPr id="16" name="Editable chart path">
            <a:extLst xmlns:a="http://schemas.openxmlformats.org/drawingml/2006/main">
              <a:ext uri="{FF2B5EF4-FFF2-40B4-BE49-F238E27FC236}">
                <a16:creationId xmlns:a16="http://schemas.microsoft.com/office/drawing/2014/main" id="{D4A40C75-77F9-4C08-9931-E13220998544}"/>
              </a:ext>
            </a:extLst>
          </p:cNvPr>
          <p:cNvSpPr>
            <a:spLocks xmlns:a="http://schemas.openxmlformats.org/drawingml/2006/main" noGrp="1"/>
          </p:cNvSpPr>
          <p:nvPr/>
        </p:nvSpPr>
        <p:spPr>
          <a:xfrm xmlns:a="http://schemas.openxmlformats.org/drawingml/2006/main">
            <a:off x="3978636" y="2381250"/>
            <a:ext cx="3849965" cy="2287543"/>
          </a:xfrm>
          <a:custGeom xmlns:a="http://schemas.openxmlformats.org/drawingml/2006/main">
            <a:pathLst>
              <a:path w="4800600" h="2852385">
                <a:moveTo>
                  <a:pt x="1004104" y="1789992"/>
                </a:moveTo>
                <a:lnTo>
                  <a:pt x="981739" y="1785496"/>
                </a:lnTo>
                <a:lnTo>
                  <a:pt x="987659" y="1799094"/>
                </a:lnTo>
                <a:lnTo>
                  <a:pt x="1000047" y="1802164"/>
                </a:lnTo>
                <a:lnTo>
                  <a:pt x="1027016" y="1835830"/>
                </a:lnTo>
                <a:lnTo>
                  <a:pt x="1027345" y="1877830"/>
                </a:lnTo>
                <a:lnTo>
                  <a:pt x="991935" y="1876843"/>
                </a:lnTo>
                <a:lnTo>
                  <a:pt x="992154" y="1871689"/>
                </a:lnTo>
                <a:lnTo>
                  <a:pt x="985686" y="1867302"/>
                </a:lnTo>
                <a:lnTo>
                  <a:pt x="982178" y="1838023"/>
                </a:lnTo>
                <a:lnTo>
                  <a:pt x="972092" y="1818832"/>
                </a:lnTo>
                <a:lnTo>
                  <a:pt x="975380" y="1807976"/>
                </a:lnTo>
                <a:lnTo>
                  <a:pt x="985247" y="1799971"/>
                </a:lnTo>
                <a:lnTo>
                  <a:pt x="979656" y="1786483"/>
                </a:lnTo>
                <a:lnTo>
                  <a:pt x="968364" y="1800190"/>
                </a:lnTo>
                <a:lnTo>
                  <a:pt x="963102" y="1816859"/>
                </a:lnTo>
                <a:lnTo>
                  <a:pt x="965295" y="1862368"/>
                </a:lnTo>
                <a:lnTo>
                  <a:pt x="934817" y="1873882"/>
                </a:lnTo>
                <a:lnTo>
                  <a:pt x="911685" y="1872347"/>
                </a:lnTo>
                <a:lnTo>
                  <a:pt x="857089" y="1882545"/>
                </a:lnTo>
                <a:lnTo>
                  <a:pt x="842070" y="1774530"/>
                </a:lnTo>
                <a:lnTo>
                  <a:pt x="835821" y="1771678"/>
                </a:lnTo>
                <a:lnTo>
                  <a:pt x="822885" y="1775187"/>
                </a:lnTo>
                <a:lnTo>
                  <a:pt x="835383" y="1894608"/>
                </a:lnTo>
                <a:lnTo>
                  <a:pt x="815868" y="1903600"/>
                </a:lnTo>
                <a:lnTo>
                  <a:pt x="812141" y="1899214"/>
                </a:lnTo>
                <a:lnTo>
                  <a:pt x="797451" y="1909851"/>
                </a:lnTo>
                <a:lnTo>
                  <a:pt x="738031" y="1843835"/>
                </a:lnTo>
                <a:lnTo>
                  <a:pt x="734742" y="1797997"/>
                </a:lnTo>
                <a:lnTo>
                  <a:pt x="691657" y="1803370"/>
                </a:lnTo>
                <a:lnTo>
                  <a:pt x="699441" y="1867960"/>
                </a:lnTo>
                <a:lnTo>
                  <a:pt x="752502" y="1922681"/>
                </a:lnTo>
                <a:lnTo>
                  <a:pt x="748665" y="1921036"/>
                </a:lnTo>
                <a:lnTo>
                  <a:pt x="751735" y="1926190"/>
                </a:lnTo>
                <a:lnTo>
                  <a:pt x="735948" y="1942968"/>
                </a:lnTo>
                <a:lnTo>
                  <a:pt x="667539" y="1996812"/>
                </a:lnTo>
                <a:lnTo>
                  <a:pt x="652300" y="1978389"/>
                </a:lnTo>
                <a:lnTo>
                  <a:pt x="654931" y="1974331"/>
                </a:lnTo>
                <a:lnTo>
                  <a:pt x="647257" y="1961720"/>
                </a:lnTo>
                <a:lnTo>
                  <a:pt x="580383" y="1928384"/>
                </a:lnTo>
                <a:lnTo>
                  <a:pt x="584549" y="1919391"/>
                </a:lnTo>
                <a:lnTo>
                  <a:pt x="570077" y="1907877"/>
                </a:lnTo>
                <a:lnTo>
                  <a:pt x="558018" y="1917966"/>
                </a:lnTo>
                <a:lnTo>
                  <a:pt x="550015" y="1909083"/>
                </a:lnTo>
                <a:lnTo>
                  <a:pt x="560430" y="1900091"/>
                </a:lnTo>
                <a:lnTo>
                  <a:pt x="526773" y="1861381"/>
                </a:lnTo>
                <a:lnTo>
                  <a:pt x="505176" y="1879694"/>
                </a:lnTo>
                <a:lnTo>
                  <a:pt x="483579" y="1854143"/>
                </a:lnTo>
                <a:lnTo>
                  <a:pt x="567775" y="1762357"/>
                </a:lnTo>
                <a:lnTo>
                  <a:pt x="564157" y="1750843"/>
                </a:lnTo>
                <a:lnTo>
                  <a:pt x="552317" y="1746566"/>
                </a:lnTo>
                <a:lnTo>
                  <a:pt x="495310" y="1808086"/>
                </a:lnTo>
                <a:lnTo>
                  <a:pt x="478317" y="1813898"/>
                </a:lnTo>
                <a:lnTo>
                  <a:pt x="450361" y="1786921"/>
                </a:lnTo>
                <a:lnTo>
                  <a:pt x="445537" y="1773214"/>
                </a:lnTo>
                <a:lnTo>
                  <a:pt x="506163" y="1710378"/>
                </a:lnTo>
                <a:lnTo>
                  <a:pt x="508465" y="1704676"/>
                </a:lnTo>
                <a:lnTo>
                  <a:pt x="502326" y="1697438"/>
                </a:lnTo>
                <a:lnTo>
                  <a:pt x="481715" y="1681208"/>
                </a:lnTo>
                <a:lnTo>
                  <a:pt x="446086" y="1720467"/>
                </a:lnTo>
                <a:lnTo>
                  <a:pt x="411333" y="1747772"/>
                </a:lnTo>
                <a:lnTo>
                  <a:pt x="385022" y="1730007"/>
                </a:lnTo>
                <a:lnTo>
                  <a:pt x="350159" y="1695026"/>
                </a:lnTo>
                <a:lnTo>
                  <a:pt x="316174" y="1743715"/>
                </a:lnTo>
                <a:lnTo>
                  <a:pt x="354215" y="1775845"/>
                </a:lnTo>
                <a:lnTo>
                  <a:pt x="431176" y="1865877"/>
                </a:lnTo>
                <a:lnTo>
                  <a:pt x="447182" y="1962817"/>
                </a:lnTo>
                <a:lnTo>
                  <a:pt x="482264" y="2027517"/>
                </a:lnTo>
                <a:lnTo>
                  <a:pt x="487526" y="2045282"/>
                </a:lnTo>
                <a:lnTo>
                  <a:pt x="482373" y="2074232"/>
                </a:lnTo>
                <a:lnTo>
                  <a:pt x="460228" y="2096603"/>
                </a:lnTo>
                <a:lnTo>
                  <a:pt x="439617" y="2101976"/>
                </a:lnTo>
                <a:lnTo>
                  <a:pt x="383925" y="2098138"/>
                </a:lnTo>
                <a:lnTo>
                  <a:pt x="380856" y="2102086"/>
                </a:lnTo>
                <a:lnTo>
                  <a:pt x="373181" y="2203742"/>
                </a:lnTo>
                <a:lnTo>
                  <a:pt x="412758" y="2203742"/>
                </a:lnTo>
                <a:lnTo>
                  <a:pt x="412868" y="2301998"/>
                </a:lnTo>
                <a:lnTo>
                  <a:pt x="127610" y="2301998"/>
                </a:lnTo>
                <a:lnTo>
                  <a:pt x="127610" y="2377334"/>
                </a:lnTo>
                <a:lnTo>
                  <a:pt x="423721" y="2377334"/>
                </a:lnTo>
                <a:lnTo>
                  <a:pt x="423721" y="2443350"/>
                </a:lnTo>
                <a:lnTo>
                  <a:pt x="351804" y="2475481"/>
                </a:lnTo>
                <a:lnTo>
                  <a:pt x="127610" y="2475481"/>
                </a:lnTo>
                <a:lnTo>
                  <a:pt x="127610" y="2550927"/>
                </a:lnTo>
                <a:lnTo>
                  <a:pt x="483908" y="2550927"/>
                </a:lnTo>
                <a:lnTo>
                  <a:pt x="483908" y="2649074"/>
                </a:lnTo>
                <a:lnTo>
                  <a:pt x="127719" y="2649074"/>
                </a:lnTo>
                <a:lnTo>
                  <a:pt x="127719" y="2732416"/>
                </a:lnTo>
                <a:lnTo>
                  <a:pt x="561526" y="2732306"/>
                </a:lnTo>
                <a:lnTo>
                  <a:pt x="579725" y="2780995"/>
                </a:lnTo>
                <a:lnTo>
                  <a:pt x="464394" y="2823654"/>
                </a:lnTo>
                <a:lnTo>
                  <a:pt x="427339" y="2845915"/>
                </a:lnTo>
                <a:lnTo>
                  <a:pt x="403220" y="2852385"/>
                </a:lnTo>
                <a:lnTo>
                  <a:pt x="39577" y="2761037"/>
                </a:lnTo>
                <a:lnTo>
                  <a:pt x="13594" y="2746891"/>
                </a:lnTo>
                <a:lnTo>
                  <a:pt x="1425" y="2724959"/>
                </a:lnTo>
                <a:lnTo>
                  <a:pt x="0" y="2490285"/>
                </a:lnTo>
                <a:lnTo>
                  <a:pt x="73781" y="2490285"/>
                </a:lnTo>
                <a:lnTo>
                  <a:pt x="73891" y="2460567"/>
                </a:lnTo>
                <a:lnTo>
                  <a:pt x="34534" y="2460567"/>
                </a:lnTo>
                <a:lnTo>
                  <a:pt x="34534" y="2388629"/>
                </a:lnTo>
                <a:lnTo>
                  <a:pt x="68957" y="2388629"/>
                </a:lnTo>
                <a:lnTo>
                  <a:pt x="68957" y="2358911"/>
                </a:lnTo>
                <a:lnTo>
                  <a:pt x="44400" y="2358911"/>
                </a:lnTo>
                <a:lnTo>
                  <a:pt x="44400" y="2308796"/>
                </a:lnTo>
                <a:lnTo>
                  <a:pt x="110" y="2308796"/>
                </a:lnTo>
                <a:lnTo>
                  <a:pt x="1316" y="2289167"/>
                </a:lnTo>
                <a:lnTo>
                  <a:pt x="62599" y="2125005"/>
                </a:lnTo>
                <a:lnTo>
                  <a:pt x="78057" y="2109872"/>
                </a:lnTo>
                <a:lnTo>
                  <a:pt x="110069" y="2098029"/>
                </a:lnTo>
                <a:lnTo>
                  <a:pt x="131008" y="2084431"/>
                </a:lnTo>
                <a:lnTo>
                  <a:pt x="146795" y="2065898"/>
                </a:lnTo>
                <a:lnTo>
                  <a:pt x="156333" y="2045282"/>
                </a:lnTo>
                <a:lnTo>
                  <a:pt x="160279" y="2021156"/>
                </a:lnTo>
                <a:lnTo>
                  <a:pt x="157100" y="1996263"/>
                </a:lnTo>
                <a:lnTo>
                  <a:pt x="137257" y="1945600"/>
                </a:lnTo>
                <a:lnTo>
                  <a:pt x="129473" y="1944723"/>
                </a:lnTo>
                <a:lnTo>
                  <a:pt x="131337" y="1933209"/>
                </a:lnTo>
                <a:lnTo>
                  <a:pt x="127829" y="1937485"/>
                </a:lnTo>
                <a:lnTo>
                  <a:pt x="132872" y="1908535"/>
                </a:lnTo>
                <a:lnTo>
                  <a:pt x="134736" y="1913579"/>
                </a:lnTo>
                <a:lnTo>
                  <a:pt x="136490" y="1903820"/>
                </a:lnTo>
                <a:lnTo>
                  <a:pt x="142519" y="1904806"/>
                </a:lnTo>
                <a:lnTo>
                  <a:pt x="282627" y="1529986"/>
                </a:lnTo>
                <a:lnTo>
                  <a:pt x="296221" y="1477788"/>
                </a:lnTo>
                <a:lnTo>
                  <a:pt x="318695" y="1425480"/>
                </a:lnTo>
                <a:lnTo>
                  <a:pt x="313762" y="1417913"/>
                </a:lnTo>
                <a:lnTo>
                  <a:pt x="319243" y="1412101"/>
                </a:lnTo>
                <a:lnTo>
                  <a:pt x="316064" y="1409140"/>
                </a:lnTo>
                <a:lnTo>
                  <a:pt x="328672" y="1396090"/>
                </a:lnTo>
                <a:lnTo>
                  <a:pt x="337771" y="1374487"/>
                </a:lnTo>
                <a:lnTo>
                  <a:pt x="336455" y="1369553"/>
                </a:lnTo>
                <a:lnTo>
                  <a:pt x="325821" y="1374158"/>
                </a:lnTo>
                <a:lnTo>
                  <a:pt x="317270" y="1364727"/>
                </a:lnTo>
                <a:lnTo>
                  <a:pt x="311569" y="1345866"/>
                </a:lnTo>
                <a:lnTo>
                  <a:pt x="315297" y="1327443"/>
                </a:lnTo>
                <a:lnTo>
                  <a:pt x="301154" y="1318341"/>
                </a:lnTo>
                <a:lnTo>
                  <a:pt x="302580" y="1315599"/>
                </a:lnTo>
                <a:lnTo>
                  <a:pt x="316612" y="1324921"/>
                </a:lnTo>
                <a:lnTo>
                  <a:pt x="328343" y="1312090"/>
                </a:lnTo>
                <a:lnTo>
                  <a:pt x="343801" y="1305949"/>
                </a:lnTo>
                <a:lnTo>
                  <a:pt x="351584" y="1309349"/>
                </a:lnTo>
                <a:lnTo>
                  <a:pt x="356408" y="1319328"/>
                </a:lnTo>
                <a:lnTo>
                  <a:pt x="362767" y="1290487"/>
                </a:lnTo>
                <a:lnTo>
                  <a:pt x="377676" y="1255286"/>
                </a:lnTo>
                <a:lnTo>
                  <a:pt x="380307" y="1235547"/>
                </a:lnTo>
                <a:lnTo>
                  <a:pt x="383377" y="1240263"/>
                </a:lnTo>
                <a:lnTo>
                  <a:pt x="403988" y="1223813"/>
                </a:lnTo>
                <a:lnTo>
                  <a:pt x="417253" y="1206597"/>
                </a:lnTo>
                <a:lnTo>
                  <a:pt x="450580" y="1131260"/>
                </a:lnTo>
                <a:lnTo>
                  <a:pt x="475576" y="1094524"/>
                </a:lnTo>
                <a:lnTo>
                  <a:pt x="478536" y="1076101"/>
                </a:lnTo>
                <a:lnTo>
                  <a:pt x="497283" y="1070288"/>
                </a:lnTo>
                <a:lnTo>
                  <a:pt x="495638" y="1057678"/>
                </a:lnTo>
                <a:lnTo>
                  <a:pt x="501010" y="1053401"/>
                </a:lnTo>
                <a:lnTo>
                  <a:pt x="515372" y="1072043"/>
                </a:lnTo>
                <a:lnTo>
                  <a:pt x="515482" y="1054059"/>
                </a:lnTo>
                <a:lnTo>
                  <a:pt x="524910" y="1052194"/>
                </a:lnTo>
                <a:lnTo>
                  <a:pt x="540477" y="1012607"/>
                </a:lnTo>
                <a:lnTo>
                  <a:pt x="564815" y="970607"/>
                </a:lnTo>
                <a:lnTo>
                  <a:pt x="561855" y="957009"/>
                </a:lnTo>
                <a:lnTo>
                  <a:pt x="573257" y="958654"/>
                </a:lnTo>
                <a:lnTo>
                  <a:pt x="567446" y="949004"/>
                </a:lnTo>
                <a:lnTo>
                  <a:pt x="585864" y="932226"/>
                </a:lnTo>
                <a:lnTo>
                  <a:pt x="593209" y="930252"/>
                </a:lnTo>
                <a:lnTo>
                  <a:pt x="594086" y="939683"/>
                </a:lnTo>
                <a:lnTo>
                  <a:pt x="597046" y="939244"/>
                </a:lnTo>
                <a:lnTo>
                  <a:pt x="600116" y="929703"/>
                </a:lnTo>
                <a:lnTo>
                  <a:pt x="593429" y="918737"/>
                </a:lnTo>
                <a:lnTo>
                  <a:pt x="599897" y="907223"/>
                </a:lnTo>
                <a:lnTo>
                  <a:pt x="612833" y="898231"/>
                </a:lnTo>
                <a:lnTo>
                  <a:pt x="612943" y="879808"/>
                </a:lnTo>
                <a:lnTo>
                  <a:pt x="625331" y="858095"/>
                </a:lnTo>
                <a:lnTo>
                  <a:pt x="621275" y="832434"/>
                </a:lnTo>
                <a:lnTo>
                  <a:pt x="626537" y="805568"/>
                </a:lnTo>
                <a:lnTo>
                  <a:pt x="617767" y="789996"/>
                </a:lnTo>
                <a:lnTo>
                  <a:pt x="624783" y="773218"/>
                </a:lnTo>
                <a:lnTo>
                  <a:pt x="628949" y="776178"/>
                </a:lnTo>
                <a:lnTo>
                  <a:pt x="630922" y="772560"/>
                </a:lnTo>
                <a:lnTo>
                  <a:pt x="625221" y="768502"/>
                </a:lnTo>
                <a:lnTo>
                  <a:pt x="627853" y="760058"/>
                </a:lnTo>
                <a:lnTo>
                  <a:pt x="637829" y="754575"/>
                </a:lnTo>
                <a:lnTo>
                  <a:pt x="628510" y="740319"/>
                </a:lnTo>
                <a:lnTo>
                  <a:pt x="622590" y="715426"/>
                </a:lnTo>
                <a:lnTo>
                  <a:pt x="642543" y="706873"/>
                </a:lnTo>
                <a:lnTo>
                  <a:pt x="650985" y="691082"/>
                </a:lnTo>
                <a:lnTo>
                  <a:pt x="651642" y="678251"/>
                </a:lnTo>
                <a:lnTo>
                  <a:pt x="670608" y="673536"/>
                </a:lnTo>
                <a:lnTo>
                  <a:pt x="683545" y="680225"/>
                </a:lnTo>
                <a:lnTo>
                  <a:pt x="686395" y="671233"/>
                </a:lnTo>
                <a:lnTo>
                  <a:pt x="700428" y="663996"/>
                </a:lnTo>
                <a:lnTo>
                  <a:pt x="703059" y="655223"/>
                </a:lnTo>
                <a:lnTo>
                  <a:pt x="711500" y="647766"/>
                </a:lnTo>
                <a:lnTo>
                  <a:pt x="708321" y="634716"/>
                </a:lnTo>
                <a:lnTo>
                  <a:pt x="711281" y="630439"/>
                </a:lnTo>
                <a:lnTo>
                  <a:pt x="717969" y="625834"/>
                </a:lnTo>
                <a:lnTo>
                  <a:pt x="728164" y="628137"/>
                </a:lnTo>
                <a:lnTo>
                  <a:pt x="734632" y="624847"/>
                </a:lnTo>
                <a:lnTo>
                  <a:pt x="724656" y="615745"/>
                </a:lnTo>
                <a:lnTo>
                  <a:pt x="721696" y="601379"/>
                </a:lnTo>
                <a:lnTo>
                  <a:pt x="728603" y="578570"/>
                </a:lnTo>
                <a:lnTo>
                  <a:pt x="738031" y="581202"/>
                </a:lnTo>
                <a:lnTo>
                  <a:pt x="738798" y="572868"/>
                </a:lnTo>
                <a:lnTo>
                  <a:pt x="729809" y="565082"/>
                </a:lnTo>
                <a:lnTo>
                  <a:pt x="748007" y="555212"/>
                </a:lnTo>
                <a:lnTo>
                  <a:pt x="757874" y="564972"/>
                </a:lnTo>
                <a:lnTo>
                  <a:pt x="752831" y="556857"/>
                </a:lnTo>
                <a:lnTo>
                  <a:pt x="758970" y="548961"/>
                </a:lnTo>
                <a:lnTo>
                  <a:pt x="750310" y="551045"/>
                </a:lnTo>
                <a:lnTo>
                  <a:pt x="743403" y="534706"/>
                </a:lnTo>
                <a:lnTo>
                  <a:pt x="752064" y="499943"/>
                </a:lnTo>
                <a:lnTo>
                  <a:pt x="769933" y="488429"/>
                </a:lnTo>
                <a:lnTo>
                  <a:pt x="780677" y="489964"/>
                </a:lnTo>
                <a:lnTo>
                  <a:pt x="775086" y="487551"/>
                </a:lnTo>
                <a:lnTo>
                  <a:pt x="776840" y="481082"/>
                </a:lnTo>
                <a:lnTo>
                  <a:pt x="793285" y="456737"/>
                </a:lnTo>
                <a:lnTo>
                  <a:pt x="803590" y="463207"/>
                </a:lnTo>
                <a:lnTo>
                  <a:pt x="829901" y="456518"/>
                </a:lnTo>
                <a:lnTo>
                  <a:pt x="850841" y="434256"/>
                </a:lnTo>
                <a:lnTo>
                  <a:pt x="862352" y="441494"/>
                </a:lnTo>
                <a:lnTo>
                  <a:pt x="875069" y="442591"/>
                </a:lnTo>
                <a:lnTo>
                  <a:pt x="878467" y="447416"/>
                </a:lnTo>
                <a:lnTo>
                  <a:pt x="879015" y="430309"/>
                </a:lnTo>
                <a:lnTo>
                  <a:pt x="886032" y="425593"/>
                </a:lnTo>
                <a:lnTo>
                  <a:pt x="899845" y="428335"/>
                </a:lnTo>
                <a:lnTo>
                  <a:pt x="908835" y="413750"/>
                </a:lnTo>
                <a:lnTo>
                  <a:pt x="960032" y="408157"/>
                </a:lnTo>
                <a:lnTo>
                  <a:pt x="971105" y="399275"/>
                </a:lnTo>
                <a:lnTo>
                  <a:pt x="991058" y="392147"/>
                </a:lnTo>
                <a:lnTo>
                  <a:pt x="990948" y="387541"/>
                </a:lnTo>
                <a:lnTo>
                  <a:pt x="1034910" y="342251"/>
                </a:lnTo>
                <a:lnTo>
                  <a:pt x="1061769" y="326899"/>
                </a:lnTo>
                <a:lnTo>
                  <a:pt x="1104963" y="284570"/>
                </a:lnTo>
                <a:lnTo>
                  <a:pt x="1106279" y="273165"/>
                </a:lnTo>
                <a:lnTo>
                  <a:pt x="1114392" y="278429"/>
                </a:lnTo>
                <a:lnTo>
                  <a:pt x="1142128" y="252110"/>
                </a:lnTo>
                <a:lnTo>
                  <a:pt x="1171619" y="235551"/>
                </a:lnTo>
                <a:lnTo>
                  <a:pt x="1218431" y="221844"/>
                </a:lnTo>
                <a:lnTo>
                  <a:pt x="1225447" y="224256"/>
                </a:lnTo>
                <a:lnTo>
                  <a:pt x="1228626" y="220418"/>
                </a:lnTo>
                <a:lnTo>
                  <a:pt x="1269190" y="213400"/>
                </a:lnTo>
                <a:lnTo>
                  <a:pt x="1333981" y="214825"/>
                </a:lnTo>
                <a:lnTo>
                  <a:pt x="1352509" y="219541"/>
                </a:lnTo>
                <a:lnTo>
                  <a:pt x="1378162" y="239938"/>
                </a:lnTo>
                <a:lnTo>
                  <a:pt x="1379916" y="248053"/>
                </a:lnTo>
                <a:lnTo>
                  <a:pt x="1374764" y="238951"/>
                </a:lnTo>
                <a:lnTo>
                  <a:pt x="1374873" y="245969"/>
                </a:lnTo>
                <a:lnTo>
                  <a:pt x="1369392" y="251013"/>
                </a:lnTo>
                <a:lnTo>
                  <a:pt x="1376737" y="249149"/>
                </a:lnTo>
                <a:lnTo>
                  <a:pt x="1391537" y="259567"/>
                </a:lnTo>
                <a:lnTo>
                  <a:pt x="1376408" y="270204"/>
                </a:lnTo>
                <a:lnTo>
                  <a:pt x="1385069" y="262966"/>
                </a:lnTo>
                <a:lnTo>
                  <a:pt x="1392962" y="262528"/>
                </a:lnTo>
                <a:lnTo>
                  <a:pt x="1385398" y="269217"/>
                </a:lnTo>
                <a:lnTo>
                  <a:pt x="1388467" y="267353"/>
                </a:lnTo>
                <a:lnTo>
                  <a:pt x="1391866" y="271630"/>
                </a:lnTo>
                <a:lnTo>
                  <a:pt x="1391976" y="264940"/>
                </a:lnTo>
                <a:lnTo>
                  <a:pt x="1400965" y="269217"/>
                </a:lnTo>
                <a:lnTo>
                  <a:pt x="1404035" y="280402"/>
                </a:lnTo>
                <a:lnTo>
                  <a:pt x="1413025" y="279415"/>
                </a:lnTo>
                <a:lnTo>
                  <a:pt x="1449312" y="307269"/>
                </a:lnTo>
                <a:lnTo>
                  <a:pt x="1450847" y="314507"/>
                </a:lnTo>
                <a:lnTo>
                  <a:pt x="1434512" y="332820"/>
                </a:lnTo>
                <a:lnTo>
                  <a:pt x="1437253" y="351353"/>
                </a:lnTo>
                <a:lnTo>
                  <a:pt x="1441309" y="351463"/>
                </a:lnTo>
                <a:lnTo>
                  <a:pt x="1442625" y="339839"/>
                </a:lnTo>
                <a:lnTo>
                  <a:pt x="1452601" y="325802"/>
                </a:lnTo>
                <a:lnTo>
                  <a:pt x="1458192" y="349489"/>
                </a:lnTo>
                <a:lnTo>
                  <a:pt x="1497111" y="349379"/>
                </a:lnTo>
                <a:lnTo>
                  <a:pt x="1501825" y="345322"/>
                </a:lnTo>
                <a:lnTo>
                  <a:pt x="1504895" y="351572"/>
                </a:lnTo>
                <a:lnTo>
                  <a:pt x="1504675" y="277551"/>
                </a:lnTo>
                <a:lnTo>
                  <a:pt x="1514213" y="268449"/>
                </a:lnTo>
                <a:lnTo>
                  <a:pt x="1668902" y="300141"/>
                </a:lnTo>
                <a:lnTo>
                  <a:pt x="1712096" y="289724"/>
                </a:lnTo>
                <a:lnTo>
                  <a:pt x="1738407" y="300909"/>
                </a:lnTo>
                <a:lnTo>
                  <a:pt x="1768994" y="291588"/>
                </a:lnTo>
                <a:lnTo>
                  <a:pt x="1766582" y="282596"/>
                </a:lnTo>
                <a:lnTo>
                  <a:pt x="1772393" y="267133"/>
                </a:lnTo>
                <a:lnTo>
                  <a:pt x="1789933" y="252439"/>
                </a:lnTo>
                <a:lnTo>
                  <a:pt x="1799033" y="236099"/>
                </a:lnTo>
                <a:lnTo>
                  <a:pt x="1790810" y="200460"/>
                </a:lnTo>
                <a:lnTo>
                  <a:pt x="1794757" y="198267"/>
                </a:lnTo>
                <a:lnTo>
                  <a:pt x="1810653" y="244324"/>
                </a:lnTo>
                <a:lnTo>
                  <a:pt x="1832251" y="228314"/>
                </a:lnTo>
                <a:lnTo>
                  <a:pt x="1870621" y="213948"/>
                </a:lnTo>
                <a:lnTo>
                  <a:pt x="1940456" y="168110"/>
                </a:lnTo>
                <a:lnTo>
                  <a:pt x="1948897" y="166575"/>
                </a:lnTo>
                <a:lnTo>
                  <a:pt x="1973126" y="141353"/>
                </a:lnTo>
                <a:lnTo>
                  <a:pt x="2014237" y="111964"/>
                </a:lnTo>
                <a:lnTo>
                  <a:pt x="2031120" y="104836"/>
                </a:lnTo>
                <a:lnTo>
                  <a:pt x="2115645" y="43097"/>
                </a:lnTo>
                <a:lnTo>
                  <a:pt x="2128801" y="43535"/>
                </a:lnTo>
                <a:lnTo>
                  <a:pt x="2147438" y="25112"/>
                </a:lnTo>
                <a:lnTo>
                  <a:pt x="2163444" y="19081"/>
                </a:lnTo>
                <a:lnTo>
                  <a:pt x="2224837" y="2193"/>
                </a:lnTo>
                <a:lnTo>
                  <a:pt x="2236457" y="10856"/>
                </a:lnTo>
                <a:lnTo>
                  <a:pt x="2261124" y="4496"/>
                </a:lnTo>
                <a:lnTo>
                  <a:pt x="2319996" y="0"/>
                </a:lnTo>
                <a:lnTo>
                  <a:pt x="2365054" y="16778"/>
                </a:lnTo>
                <a:lnTo>
                  <a:pt x="2373166" y="23358"/>
                </a:lnTo>
                <a:lnTo>
                  <a:pt x="2352337" y="37943"/>
                </a:lnTo>
                <a:lnTo>
                  <a:pt x="2333919" y="63713"/>
                </a:lnTo>
                <a:lnTo>
                  <a:pt x="2342799" y="69196"/>
                </a:lnTo>
                <a:lnTo>
                  <a:pt x="2355187" y="50663"/>
                </a:lnTo>
                <a:lnTo>
                  <a:pt x="2380621" y="39588"/>
                </a:lnTo>
                <a:lnTo>
                  <a:pt x="2377003" y="52747"/>
                </a:lnTo>
                <a:lnTo>
                  <a:pt x="2386541" y="54721"/>
                </a:lnTo>
                <a:lnTo>
                  <a:pt x="2367795" y="88277"/>
                </a:lnTo>
                <a:lnTo>
                  <a:pt x="2373386" y="91238"/>
                </a:lnTo>
                <a:lnTo>
                  <a:pt x="2396408" y="55269"/>
                </a:lnTo>
                <a:lnTo>
                  <a:pt x="2385993" y="74021"/>
                </a:lnTo>
                <a:lnTo>
                  <a:pt x="2390159" y="76872"/>
                </a:lnTo>
                <a:lnTo>
                  <a:pt x="2374372" y="104726"/>
                </a:lnTo>
                <a:lnTo>
                  <a:pt x="2378319" y="106919"/>
                </a:lnTo>
                <a:lnTo>
                  <a:pt x="2393667" y="78956"/>
                </a:lnTo>
                <a:lnTo>
                  <a:pt x="2399258" y="81697"/>
                </a:lnTo>
                <a:lnTo>
                  <a:pt x="2432038" y="23906"/>
                </a:lnTo>
                <a:lnTo>
                  <a:pt x="2506148" y="66454"/>
                </a:lnTo>
                <a:lnTo>
                  <a:pt x="2480385" y="112512"/>
                </a:lnTo>
                <a:lnTo>
                  <a:pt x="2490800" y="118543"/>
                </a:lnTo>
                <a:lnTo>
                  <a:pt x="2516782" y="72705"/>
                </a:lnTo>
                <a:lnTo>
                  <a:pt x="2528622" y="72376"/>
                </a:lnTo>
                <a:lnTo>
                  <a:pt x="2539147" y="65358"/>
                </a:lnTo>
                <a:lnTo>
                  <a:pt x="2678596" y="123259"/>
                </a:lnTo>
                <a:lnTo>
                  <a:pt x="2723874" y="145849"/>
                </a:lnTo>
                <a:lnTo>
                  <a:pt x="2768055" y="174470"/>
                </a:lnTo>
                <a:lnTo>
                  <a:pt x="2766520" y="185875"/>
                </a:lnTo>
                <a:lnTo>
                  <a:pt x="2733521" y="200460"/>
                </a:lnTo>
                <a:lnTo>
                  <a:pt x="2762354" y="270643"/>
                </a:lnTo>
                <a:lnTo>
                  <a:pt x="2774194" y="311107"/>
                </a:lnTo>
                <a:lnTo>
                  <a:pt x="2824843" y="376465"/>
                </a:lnTo>
                <a:lnTo>
                  <a:pt x="2818485" y="381619"/>
                </a:lnTo>
                <a:lnTo>
                  <a:pt x="2827474" y="402016"/>
                </a:lnTo>
                <a:lnTo>
                  <a:pt x="2842055" y="396533"/>
                </a:lnTo>
                <a:lnTo>
                  <a:pt x="2846660" y="406293"/>
                </a:lnTo>
                <a:lnTo>
                  <a:pt x="2836245" y="427786"/>
                </a:lnTo>
                <a:lnTo>
                  <a:pt x="2780443" y="473954"/>
                </a:lnTo>
                <a:lnTo>
                  <a:pt x="2767616" y="477901"/>
                </a:lnTo>
                <a:lnTo>
                  <a:pt x="2763560" y="485139"/>
                </a:lnTo>
                <a:lnTo>
                  <a:pt x="2829448" y="514857"/>
                </a:lnTo>
                <a:lnTo>
                  <a:pt x="2844577" y="506961"/>
                </a:lnTo>
                <a:lnTo>
                  <a:pt x="2863762" y="504220"/>
                </a:lnTo>
                <a:lnTo>
                  <a:pt x="2888758" y="482288"/>
                </a:lnTo>
                <a:lnTo>
                  <a:pt x="2889196" y="470444"/>
                </a:lnTo>
                <a:lnTo>
                  <a:pt x="2896541" y="461014"/>
                </a:lnTo>
                <a:lnTo>
                  <a:pt x="2937543" y="434256"/>
                </a:lnTo>
                <a:lnTo>
                  <a:pt x="2963635" y="425813"/>
                </a:lnTo>
                <a:lnTo>
                  <a:pt x="2991371" y="427786"/>
                </a:lnTo>
                <a:lnTo>
                  <a:pt x="3009351" y="435572"/>
                </a:lnTo>
                <a:lnTo>
                  <a:pt x="3096178" y="493473"/>
                </a:lnTo>
                <a:lnTo>
                  <a:pt x="3078966" y="517379"/>
                </a:lnTo>
                <a:lnTo>
                  <a:pt x="3086859" y="521985"/>
                </a:lnTo>
                <a:lnTo>
                  <a:pt x="3102317" y="497092"/>
                </a:lnTo>
                <a:lnTo>
                  <a:pt x="3192104" y="549948"/>
                </a:lnTo>
                <a:lnTo>
                  <a:pt x="3199559" y="559708"/>
                </a:lnTo>
                <a:lnTo>
                  <a:pt x="3202629" y="574403"/>
                </a:lnTo>
                <a:lnTo>
                  <a:pt x="3187829" y="608288"/>
                </a:lnTo>
                <a:lnTo>
                  <a:pt x="3205918" y="614539"/>
                </a:lnTo>
                <a:lnTo>
                  <a:pt x="3223788" y="584382"/>
                </a:lnTo>
                <a:lnTo>
                  <a:pt x="3268626" y="555102"/>
                </a:lnTo>
                <a:lnTo>
                  <a:pt x="3285290" y="552690"/>
                </a:lnTo>
                <a:lnTo>
                  <a:pt x="3302721" y="556528"/>
                </a:lnTo>
                <a:lnTo>
                  <a:pt x="3313356" y="545452"/>
                </a:lnTo>
                <a:lnTo>
                  <a:pt x="3343614" y="540189"/>
                </a:lnTo>
                <a:lnTo>
                  <a:pt x="3364334" y="544575"/>
                </a:lnTo>
                <a:lnTo>
                  <a:pt x="3379024" y="573087"/>
                </a:lnTo>
                <a:lnTo>
                  <a:pt x="3381107" y="597870"/>
                </a:lnTo>
                <a:lnTo>
                  <a:pt x="3391193" y="596445"/>
                </a:lnTo>
                <a:lnTo>
                  <a:pt x="3396894" y="586465"/>
                </a:lnTo>
                <a:lnTo>
                  <a:pt x="3405116" y="587123"/>
                </a:lnTo>
                <a:lnTo>
                  <a:pt x="3431208" y="611358"/>
                </a:lnTo>
                <a:lnTo>
                  <a:pt x="3430441" y="621009"/>
                </a:lnTo>
                <a:lnTo>
                  <a:pt x="3435922" y="626601"/>
                </a:lnTo>
                <a:lnTo>
                  <a:pt x="3460370" y="636690"/>
                </a:lnTo>
                <a:lnTo>
                  <a:pt x="3484050" y="653249"/>
                </a:lnTo>
                <a:lnTo>
                  <a:pt x="3564847" y="733630"/>
                </a:lnTo>
                <a:lnTo>
                  <a:pt x="3566382" y="750189"/>
                </a:lnTo>
                <a:lnTo>
                  <a:pt x="3553227" y="758523"/>
                </a:lnTo>
                <a:lnTo>
                  <a:pt x="3556625" y="761923"/>
                </a:lnTo>
                <a:lnTo>
                  <a:pt x="3556844" y="779359"/>
                </a:lnTo>
                <a:lnTo>
                  <a:pt x="3603985" y="763239"/>
                </a:lnTo>
                <a:lnTo>
                  <a:pt x="3648276" y="804361"/>
                </a:lnTo>
                <a:lnTo>
                  <a:pt x="3649482" y="813463"/>
                </a:lnTo>
                <a:lnTo>
                  <a:pt x="3625254" y="838356"/>
                </a:lnTo>
                <a:lnTo>
                  <a:pt x="3622732" y="848445"/>
                </a:lnTo>
                <a:lnTo>
                  <a:pt x="3625911" y="852831"/>
                </a:lnTo>
                <a:lnTo>
                  <a:pt x="3638300" y="850090"/>
                </a:lnTo>
                <a:lnTo>
                  <a:pt x="3667790" y="826403"/>
                </a:lnTo>
                <a:lnTo>
                  <a:pt x="3696842" y="851735"/>
                </a:lnTo>
                <a:lnTo>
                  <a:pt x="3700350" y="861056"/>
                </a:lnTo>
                <a:lnTo>
                  <a:pt x="3693992" y="897902"/>
                </a:lnTo>
                <a:lnTo>
                  <a:pt x="3696404" y="911171"/>
                </a:lnTo>
                <a:lnTo>
                  <a:pt x="3706161" y="921918"/>
                </a:lnTo>
                <a:lnTo>
                  <a:pt x="3766238" y="962602"/>
                </a:lnTo>
                <a:lnTo>
                  <a:pt x="3820834" y="975871"/>
                </a:lnTo>
                <a:lnTo>
                  <a:pt x="3863480" y="980696"/>
                </a:lnTo>
                <a:lnTo>
                  <a:pt x="3936384" y="972471"/>
                </a:lnTo>
                <a:lnTo>
                  <a:pt x="3952390" y="988701"/>
                </a:lnTo>
                <a:lnTo>
                  <a:pt x="3966533" y="983437"/>
                </a:lnTo>
                <a:lnTo>
                  <a:pt x="3969822" y="973458"/>
                </a:lnTo>
                <a:lnTo>
                  <a:pt x="3964998" y="960079"/>
                </a:lnTo>
                <a:lnTo>
                  <a:pt x="3985608" y="947249"/>
                </a:lnTo>
                <a:lnTo>
                  <a:pt x="4001505" y="927949"/>
                </a:lnTo>
                <a:lnTo>
                  <a:pt x="4024198" y="915228"/>
                </a:lnTo>
                <a:lnTo>
                  <a:pt x="4036367" y="880137"/>
                </a:lnTo>
                <a:lnTo>
                  <a:pt x="4045028" y="878382"/>
                </a:lnTo>
                <a:lnTo>
                  <a:pt x="4051715" y="866758"/>
                </a:lnTo>
                <a:lnTo>
                  <a:pt x="4066187" y="859082"/>
                </a:lnTo>
                <a:lnTo>
                  <a:pt x="4109819" y="856011"/>
                </a:lnTo>
                <a:lnTo>
                  <a:pt x="4118809" y="849432"/>
                </a:lnTo>
                <a:lnTo>
                  <a:pt x="4114972" y="847677"/>
                </a:lnTo>
                <a:lnTo>
                  <a:pt x="4132951" y="844278"/>
                </a:lnTo>
                <a:lnTo>
                  <a:pt x="4129334" y="846690"/>
                </a:lnTo>
                <a:lnTo>
                  <a:pt x="4138104" y="850309"/>
                </a:lnTo>
                <a:lnTo>
                  <a:pt x="4148957" y="851077"/>
                </a:lnTo>
                <a:lnTo>
                  <a:pt x="4149725" y="847239"/>
                </a:lnTo>
                <a:lnTo>
                  <a:pt x="4191494" y="851406"/>
                </a:lnTo>
                <a:lnTo>
                  <a:pt x="4247186" y="868403"/>
                </a:lnTo>
                <a:lnTo>
                  <a:pt x="4268674" y="870377"/>
                </a:lnTo>
                <a:lnTo>
                  <a:pt x="4313184" y="897463"/>
                </a:lnTo>
                <a:lnTo>
                  <a:pt x="4390254" y="1055594"/>
                </a:lnTo>
                <a:lnTo>
                  <a:pt x="4406150" y="1066889"/>
                </a:lnTo>
                <a:lnTo>
                  <a:pt x="4419854" y="1065134"/>
                </a:lnTo>
                <a:lnTo>
                  <a:pt x="4418100" y="1076649"/>
                </a:lnTo>
                <a:lnTo>
                  <a:pt x="4397489" y="1077526"/>
                </a:lnTo>
                <a:lnTo>
                  <a:pt x="4384882" y="1110205"/>
                </a:lnTo>
                <a:lnTo>
                  <a:pt x="4391569" y="1113824"/>
                </a:lnTo>
                <a:lnTo>
                  <a:pt x="4394310" y="1107354"/>
                </a:lnTo>
                <a:lnTo>
                  <a:pt x="4433558" y="1119855"/>
                </a:lnTo>
                <a:lnTo>
                  <a:pt x="4471928" y="1103954"/>
                </a:lnTo>
                <a:lnTo>
                  <a:pt x="4629686" y="1174137"/>
                </a:lnTo>
                <a:lnTo>
                  <a:pt x="4705441" y="1219537"/>
                </a:lnTo>
                <a:lnTo>
                  <a:pt x="4776043" y="1271406"/>
                </a:lnTo>
                <a:lnTo>
                  <a:pt x="4792378" y="1293448"/>
                </a:lnTo>
                <a:lnTo>
                  <a:pt x="4800600" y="1322618"/>
                </a:lnTo>
                <a:lnTo>
                  <a:pt x="4796324" y="1338080"/>
                </a:lnTo>
                <a:lnTo>
                  <a:pt x="4782949" y="1337312"/>
                </a:lnTo>
                <a:lnTo>
                  <a:pt x="4781195" y="1329088"/>
                </a:lnTo>
                <a:lnTo>
                  <a:pt x="4790733" y="1312200"/>
                </a:lnTo>
                <a:lnTo>
                  <a:pt x="4785909" y="1292242"/>
                </a:lnTo>
                <a:lnTo>
                  <a:pt x="4774398" y="1276999"/>
                </a:lnTo>
                <a:lnTo>
                  <a:pt x="4737782" y="1248377"/>
                </a:lnTo>
                <a:lnTo>
                  <a:pt x="4724845" y="1247062"/>
                </a:lnTo>
                <a:lnTo>
                  <a:pt x="4703467" y="1232806"/>
                </a:lnTo>
                <a:lnTo>
                  <a:pt x="4689325" y="1228529"/>
                </a:lnTo>
                <a:lnTo>
                  <a:pt x="4672113" y="1232367"/>
                </a:lnTo>
                <a:lnTo>
                  <a:pt x="4665645" y="1241250"/>
                </a:lnTo>
                <a:lnTo>
                  <a:pt x="4676608" y="1248926"/>
                </a:lnTo>
                <a:lnTo>
                  <a:pt x="4679787" y="1260002"/>
                </a:lnTo>
                <a:lnTo>
                  <a:pt x="4554699" y="1555098"/>
                </a:lnTo>
                <a:lnTo>
                  <a:pt x="4549546" y="1573302"/>
                </a:lnTo>
                <a:lnTo>
                  <a:pt x="4550314" y="1591286"/>
                </a:lnTo>
                <a:lnTo>
                  <a:pt x="4557221" y="1605981"/>
                </a:lnTo>
                <a:lnTo>
                  <a:pt x="4679568" y="1602911"/>
                </a:lnTo>
                <a:lnTo>
                  <a:pt x="4681651" y="1675396"/>
                </a:lnTo>
                <a:lnTo>
                  <a:pt x="4690531" y="1681537"/>
                </a:lnTo>
                <a:lnTo>
                  <a:pt x="4681103" y="1695245"/>
                </a:lnTo>
                <a:lnTo>
                  <a:pt x="4641307" y="1696341"/>
                </a:lnTo>
                <a:lnTo>
                  <a:pt x="4640101" y="1649187"/>
                </a:lnTo>
                <a:lnTo>
                  <a:pt x="4571144" y="1651052"/>
                </a:lnTo>
                <a:lnTo>
                  <a:pt x="4572459" y="1698096"/>
                </a:lnTo>
                <a:lnTo>
                  <a:pt x="4440464" y="1705772"/>
                </a:lnTo>
                <a:lnTo>
                  <a:pt x="4378962" y="1747114"/>
                </a:lnTo>
                <a:lnTo>
                  <a:pt x="4346511" y="1758519"/>
                </a:lnTo>
                <a:lnTo>
                  <a:pt x="4314280" y="1754242"/>
                </a:lnTo>
                <a:lnTo>
                  <a:pt x="4227014" y="1716738"/>
                </a:lnTo>
                <a:lnTo>
                  <a:pt x="4146326" y="1740864"/>
                </a:lnTo>
                <a:lnTo>
                  <a:pt x="4157180" y="1734284"/>
                </a:lnTo>
                <a:lnTo>
                  <a:pt x="4160578" y="1725731"/>
                </a:lnTo>
                <a:lnTo>
                  <a:pt x="4149396" y="1689981"/>
                </a:lnTo>
                <a:lnTo>
                  <a:pt x="4134377" y="1693819"/>
                </a:lnTo>
                <a:lnTo>
                  <a:pt x="4095787" y="1690749"/>
                </a:lnTo>
                <a:lnTo>
                  <a:pt x="4067283" y="1703469"/>
                </a:lnTo>
                <a:lnTo>
                  <a:pt x="4066625" y="1694587"/>
                </a:lnTo>
                <a:lnTo>
                  <a:pt x="4020800" y="1696451"/>
                </a:lnTo>
                <a:lnTo>
                  <a:pt x="4006109" y="1702373"/>
                </a:lnTo>
                <a:lnTo>
                  <a:pt x="3999203" y="1698425"/>
                </a:lnTo>
                <a:lnTo>
                  <a:pt x="3980894" y="1707198"/>
                </a:lnTo>
                <a:lnTo>
                  <a:pt x="3974536" y="1704785"/>
                </a:lnTo>
                <a:lnTo>
                  <a:pt x="3935507" y="1717945"/>
                </a:lnTo>
                <a:lnTo>
                  <a:pt x="3914239" y="1712571"/>
                </a:lnTo>
                <a:lnTo>
                  <a:pt x="3897027" y="1724086"/>
                </a:lnTo>
                <a:lnTo>
                  <a:pt x="3895492" y="1720576"/>
                </a:lnTo>
                <a:lnTo>
                  <a:pt x="3888914" y="1722550"/>
                </a:lnTo>
                <a:lnTo>
                  <a:pt x="3866440" y="1737793"/>
                </a:lnTo>
                <a:lnTo>
                  <a:pt x="3860082" y="1735490"/>
                </a:lnTo>
                <a:lnTo>
                  <a:pt x="3837608" y="1749856"/>
                </a:lnTo>
                <a:lnTo>
                  <a:pt x="3836511" y="1745798"/>
                </a:lnTo>
                <a:lnTo>
                  <a:pt x="3829824" y="1745250"/>
                </a:lnTo>
                <a:lnTo>
                  <a:pt x="3811625" y="1753475"/>
                </a:lnTo>
                <a:lnTo>
                  <a:pt x="3808446" y="1750952"/>
                </a:lnTo>
                <a:lnTo>
                  <a:pt x="3787835" y="1757422"/>
                </a:lnTo>
                <a:lnTo>
                  <a:pt x="3781038" y="1754133"/>
                </a:lnTo>
                <a:lnTo>
                  <a:pt x="3758893" y="1758958"/>
                </a:lnTo>
                <a:lnTo>
                  <a:pt x="3709669" y="1771788"/>
                </a:lnTo>
                <a:lnTo>
                  <a:pt x="3698596" y="1779355"/>
                </a:lnTo>
                <a:lnTo>
                  <a:pt x="3693334" y="1777161"/>
                </a:lnTo>
                <a:lnTo>
                  <a:pt x="3679630" y="1783302"/>
                </a:lnTo>
                <a:lnTo>
                  <a:pt x="3678315" y="1780013"/>
                </a:lnTo>
                <a:lnTo>
                  <a:pt x="3678863" y="1783741"/>
                </a:lnTo>
                <a:lnTo>
                  <a:pt x="3662857" y="1792624"/>
                </a:lnTo>
                <a:lnTo>
                  <a:pt x="3629639" y="1804577"/>
                </a:lnTo>
                <a:lnTo>
                  <a:pt x="3625034" y="1802164"/>
                </a:lnTo>
                <a:lnTo>
                  <a:pt x="3594338" y="1819161"/>
                </a:lnTo>
                <a:lnTo>
                  <a:pt x="3594119" y="1815872"/>
                </a:lnTo>
                <a:lnTo>
                  <a:pt x="3579319" y="1811266"/>
                </a:lnTo>
                <a:lnTo>
                  <a:pt x="3534261" y="1832650"/>
                </a:lnTo>
                <a:lnTo>
                  <a:pt x="3518693" y="1832540"/>
                </a:lnTo>
                <a:lnTo>
                  <a:pt x="3511567" y="1837913"/>
                </a:lnTo>
                <a:lnTo>
                  <a:pt x="3509484" y="1833527"/>
                </a:lnTo>
                <a:lnTo>
                  <a:pt x="3502687" y="1833308"/>
                </a:lnTo>
                <a:lnTo>
                  <a:pt x="3488106" y="1841861"/>
                </a:lnTo>
                <a:lnTo>
                  <a:pt x="3481528" y="1837584"/>
                </a:lnTo>
                <a:lnTo>
                  <a:pt x="3443158" y="1852718"/>
                </a:lnTo>
                <a:lnTo>
                  <a:pt x="3418162" y="1852937"/>
                </a:lnTo>
                <a:lnTo>
                  <a:pt x="3356769" y="1881778"/>
                </a:lnTo>
                <a:lnTo>
                  <a:pt x="3286058" y="1897679"/>
                </a:lnTo>
                <a:lnTo>
                  <a:pt x="3213154" y="1922681"/>
                </a:lnTo>
                <a:lnTo>
                  <a:pt x="3179168" y="1937705"/>
                </a:lnTo>
                <a:lnTo>
                  <a:pt x="3169959" y="1947026"/>
                </a:lnTo>
                <a:lnTo>
                  <a:pt x="3162066" y="1942420"/>
                </a:lnTo>
                <a:lnTo>
                  <a:pt x="3153295" y="1943517"/>
                </a:lnTo>
                <a:lnTo>
                  <a:pt x="3117775" y="1978060"/>
                </a:lnTo>
                <a:lnTo>
                  <a:pt x="3102427" y="1973454"/>
                </a:lnTo>
                <a:lnTo>
                  <a:pt x="3066359" y="2006901"/>
                </a:lnTo>
                <a:lnTo>
                  <a:pt x="3058575" y="2003172"/>
                </a:lnTo>
                <a:lnTo>
                  <a:pt x="3049476" y="2005914"/>
                </a:lnTo>
                <a:lnTo>
                  <a:pt x="3010118" y="2049449"/>
                </a:lnTo>
                <a:lnTo>
                  <a:pt x="2962648" y="2083334"/>
                </a:lnTo>
                <a:lnTo>
                  <a:pt x="2978764" y="2080812"/>
                </a:lnTo>
                <a:lnTo>
                  <a:pt x="2979641" y="2085637"/>
                </a:lnTo>
                <a:lnTo>
                  <a:pt x="2964622" y="2085856"/>
                </a:lnTo>
                <a:lnTo>
                  <a:pt x="2938639" y="2067982"/>
                </a:lnTo>
                <a:lnTo>
                  <a:pt x="2913315" y="2086624"/>
                </a:lnTo>
                <a:lnTo>
                  <a:pt x="2914630" y="2091997"/>
                </a:lnTo>
                <a:lnTo>
                  <a:pt x="2917700" y="2090023"/>
                </a:lnTo>
                <a:lnTo>
                  <a:pt x="2914740" y="2092217"/>
                </a:lnTo>
                <a:lnTo>
                  <a:pt x="2920660" y="2108446"/>
                </a:lnTo>
                <a:lnTo>
                  <a:pt x="2914959" y="2127418"/>
                </a:lnTo>
                <a:lnTo>
                  <a:pt x="2787569" y="2225893"/>
                </a:lnTo>
                <a:lnTo>
                  <a:pt x="2806864" y="2252760"/>
                </a:lnTo>
                <a:lnTo>
                  <a:pt x="2797216" y="2259778"/>
                </a:lnTo>
                <a:lnTo>
                  <a:pt x="2778031" y="2232911"/>
                </a:lnTo>
                <a:lnTo>
                  <a:pt x="2757092" y="2247277"/>
                </a:lnTo>
                <a:lnTo>
                  <a:pt x="2742511" y="2249470"/>
                </a:lnTo>
                <a:lnTo>
                  <a:pt x="2729574" y="2244316"/>
                </a:lnTo>
                <a:lnTo>
                  <a:pt x="2706881" y="2222384"/>
                </a:lnTo>
                <a:lnTo>
                  <a:pt x="2695479" y="2222384"/>
                </a:lnTo>
                <a:lnTo>
                  <a:pt x="2698001" y="2272170"/>
                </a:lnTo>
                <a:lnTo>
                  <a:pt x="2685613" y="2277982"/>
                </a:lnTo>
                <a:lnTo>
                  <a:pt x="2700961" y="2295308"/>
                </a:lnTo>
                <a:lnTo>
                  <a:pt x="2692081" y="2303313"/>
                </a:lnTo>
                <a:lnTo>
                  <a:pt x="2631126" y="2236311"/>
                </a:lnTo>
                <a:lnTo>
                  <a:pt x="2615559" y="2250567"/>
                </a:lnTo>
                <a:lnTo>
                  <a:pt x="2642418" y="2284671"/>
                </a:lnTo>
                <a:lnTo>
                  <a:pt x="2633758" y="2294431"/>
                </a:lnTo>
                <a:lnTo>
                  <a:pt x="2562607" y="2227757"/>
                </a:lnTo>
                <a:lnTo>
                  <a:pt x="2481810" y="2230060"/>
                </a:lnTo>
                <a:lnTo>
                  <a:pt x="2394544" y="2277543"/>
                </a:lnTo>
                <a:lnTo>
                  <a:pt x="2397724" y="2309235"/>
                </a:lnTo>
                <a:lnTo>
                  <a:pt x="2463611" y="2271512"/>
                </a:lnTo>
                <a:lnTo>
                  <a:pt x="2525772" y="2269099"/>
                </a:lnTo>
                <a:lnTo>
                  <a:pt x="2595825" y="2334786"/>
                </a:lnTo>
                <a:lnTo>
                  <a:pt x="2528732" y="2368233"/>
                </a:lnTo>
                <a:lnTo>
                  <a:pt x="2472820" y="2350577"/>
                </a:lnTo>
                <a:lnTo>
                  <a:pt x="2479837" y="2342462"/>
                </a:lnTo>
                <a:lnTo>
                  <a:pt x="2473697" y="2340598"/>
                </a:lnTo>
                <a:lnTo>
                  <a:pt x="2472711" y="2343669"/>
                </a:lnTo>
                <a:lnTo>
                  <a:pt x="2472491" y="2340159"/>
                </a:lnTo>
                <a:lnTo>
                  <a:pt x="2471395" y="2343230"/>
                </a:lnTo>
                <a:lnTo>
                  <a:pt x="2470628" y="2339392"/>
                </a:lnTo>
                <a:lnTo>
                  <a:pt x="2464488" y="2346958"/>
                </a:lnTo>
                <a:lnTo>
                  <a:pt x="2444755" y="2342791"/>
                </a:lnTo>
                <a:lnTo>
                  <a:pt x="2441905" y="2347836"/>
                </a:lnTo>
                <a:lnTo>
                  <a:pt x="2435217" y="2345094"/>
                </a:lnTo>
                <a:lnTo>
                  <a:pt x="2443111" y="2346300"/>
                </a:lnTo>
                <a:lnTo>
                  <a:pt x="2444536" y="2342572"/>
                </a:lnTo>
                <a:lnTo>
                  <a:pt x="2417128" y="2333909"/>
                </a:lnTo>
                <a:lnTo>
                  <a:pt x="2393448" y="2309564"/>
                </a:lnTo>
                <a:lnTo>
                  <a:pt x="2393338" y="2351345"/>
                </a:lnTo>
                <a:lnTo>
                  <a:pt x="2397833" y="2355622"/>
                </a:lnTo>
                <a:lnTo>
                  <a:pt x="2406604" y="2363188"/>
                </a:lnTo>
                <a:lnTo>
                  <a:pt x="2428749" y="2370206"/>
                </a:lnTo>
                <a:lnTo>
                  <a:pt x="2489265" y="2370864"/>
                </a:lnTo>
                <a:lnTo>
                  <a:pt x="2513384" y="2385230"/>
                </a:lnTo>
                <a:lnTo>
                  <a:pt x="2537393" y="2385998"/>
                </a:lnTo>
                <a:lnTo>
                  <a:pt x="2550548" y="2376238"/>
                </a:lnTo>
                <a:lnTo>
                  <a:pt x="2572803" y="2382379"/>
                </a:lnTo>
                <a:lnTo>
                  <a:pt x="2586068" y="2380624"/>
                </a:lnTo>
                <a:lnTo>
                  <a:pt x="2588699" y="2394990"/>
                </a:lnTo>
                <a:lnTo>
                  <a:pt x="2593523" y="2396854"/>
                </a:lnTo>
                <a:lnTo>
                  <a:pt x="2635402" y="2385449"/>
                </a:lnTo>
                <a:lnTo>
                  <a:pt x="2660946" y="2397841"/>
                </a:lnTo>
                <a:lnTo>
                  <a:pt x="2656999" y="2412316"/>
                </a:lnTo>
                <a:lnTo>
                  <a:pt x="2614682" y="2475371"/>
                </a:lnTo>
                <a:lnTo>
                  <a:pt x="2565677" y="2525925"/>
                </a:lnTo>
                <a:lnTo>
                  <a:pt x="2539256" y="2544128"/>
                </a:lnTo>
                <a:lnTo>
                  <a:pt x="2529280" y="2546102"/>
                </a:lnTo>
                <a:lnTo>
                  <a:pt x="2536844" y="2539523"/>
                </a:lnTo>
                <a:lnTo>
                  <a:pt x="2532678" y="2537000"/>
                </a:lnTo>
                <a:lnTo>
                  <a:pt x="2512616" y="2541825"/>
                </a:lnTo>
                <a:lnTo>
                  <a:pt x="2493102" y="2554656"/>
                </a:lnTo>
                <a:lnTo>
                  <a:pt x="2476219" y="2547528"/>
                </a:lnTo>
                <a:lnTo>
                  <a:pt x="2462186" y="2533930"/>
                </a:lnTo>
                <a:lnTo>
                  <a:pt x="2456814" y="2534807"/>
                </a:lnTo>
                <a:lnTo>
                  <a:pt x="2456705" y="2529653"/>
                </a:lnTo>
                <a:lnTo>
                  <a:pt x="2462954" y="2530969"/>
                </a:lnTo>
                <a:lnTo>
                  <a:pt x="2462515" y="2523183"/>
                </a:lnTo>
                <a:lnTo>
                  <a:pt x="2458239" y="2517152"/>
                </a:lnTo>
                <a:lnTo>
                  <a:pt x="2449359" y="2514959"/>
                </a:lnTo>
                <a:lnTo>
                  <a:pt x="2442672" y="2501909"/>
                </a:lnTo>
                <a:lnTo>
                  <a:pt x="2430065" y="2500154"/>
                </a:lnTo>
                <a:lnTo>
                  <a:pt x="2427104" y="2503664"/>
                </a:lnTo>
                <a:lnTo>
                  <a:pt x="2431709" y="2506734"/>
                </a:lnTo>
                <a:lnTo>
                  <a:pt x="2427762" y="2509695"/>
                </a:lnTo>
                <a:lnTo>
                  <a:pt x="2387747" y="2466598"/>
                </a:lnTo>
                <a:lnTo>
                  <a:pt x="2385555" y="2459032"/>
                </a:lnTo>
                <a:lnTo>
                  <a:pt x="2391146" y="2462541"/>
                </a:lnTo>
                <a:lnTo>
                  <a:pt x="2394106" y="2455961"/>
                </a:lnTo>
                <a:lnTo>
                  <a:pt x="2390488" y="2447079"/>
                </a:lnTo>
                <a:lnTo>
                  <a:pt x="2376894" y="2441925"/>
                </a:lnTo>
                <a:lnTo>
                  <a:pt x="2360559" y="2423940"/>
                </a:lnTo>
                <a:lnTo>
                  <a:pt x="2349706" y="2425366"/>
                </a:lnTo>
                <a:lnTo>
                  <a:pt x="2354639" y="2429862"/>
                </a:lnTo>
                <a:lnTo>
                  <a:pt x="2347951" y="2434139"/>
                </a:lnTo>
                <a:lnTo>
                  <a:pt x="2324052" y="2420870"/>
                </a:lnTo>
                <a:lnTo>
                  <a:pt x="2317255" y="2410562"/>
                </a:lnTo>
                <a:lnTo>
                  <a:pt x="2305963" y="2406175"/>
                </a:lnTo>
                <a:lnTo>
                  <a:pt x="2308704" y="2403324"/>
                </a:lnTo>
                <a:lnTo>
                  <a:pt x="2303770" y="2395538"/>
                </a:lnTo>
                <a:lnTo>
                  <a:pt x="2292917" y="2392577"/>
                </a:lnTo>
                <a:lnTo>
                  <a:pt x="2287764" y="2382160"/>
                </a:lnTo>
                <a:lnTo>
                  <a:pt x="2277569" y="2378979"/>
                </a:lnTo>
                <a:lnTo>
                  <a:pt x="2273293" y="2369549"/>
                </a:lnTo>
                <a:lnTo>
                  <a:pt x="2261453" y="2364833"/>
                </a:lnTo>
                <a:lnTo>
                  <a:pt x="2251258" y="2353648"/>
                </a:lnTo>
                <a:lnTo>
                  <a:pt x="2239527" y="2353099"/>
                </a:lnTo>
                <a:lnTo>
                  <a:pt x="2243912" y="2361543"/>
                </a:lnTo>
                <a:lnTo>
                  <a:pt x="2249942" y="2363408"/>
                </a:lnTo>
                <a:lnTo>
                  <a:pt x="2245009" y="2368342"/>
                </a:lnTo>
                <a:lnTo>
                  <a:pt x="2226371" y="2339830"/>
                </a:lnTo>
                <a:lnTo>
                  <a:pt x="2203678" y="2317789"/>
                </a:lnTo>
                <a:lnTo>
                  <a:pt x="2203897" y="2313183"/>
                </a:lnTo>
                <a:lnTo>
                  <a:pt x="2226152" y="2310770"/>
                </a:lnTo>
                <a:lnTo>
                  <a:pt x="2267044" y="2321956"/>
                </a:lnTo>
                <a:lnTo>
                  <a:pt x="2291711" y="2324149"/>
                </a:lnTo>
                <a:lnTo>
                  <a:pt x="2308156" y="2313731"/>
                </a:lnTo>
                <a:lnTo>
                  <a:pt x="2326245" y="2311099"/>
                </a:lnTo>
                <a:lnTo>
                  <a:pt x="2344553" y="2318556"/>
                </a:lnTo>
                <a:lnTo>
                  <a:pt x="2346526" y="2323491"/>
                </a:lnTo>
                <a:lnTo>
                  <a:pt x="2346965" y="2319324"/>
                </a:lnTo>
                <a:lnTo>
                  <a:pt x="2348828" y="2322504"/>
                </a:lnTo>
                <a:lnTo>
                  <a:pt x="2350692" y="2319982"/>
                </a:lnTo>
                <a:lnTo>
                  <a:pt x="2362423" y="2335992"/>
                </a:lnTo>
                <a:lnTo>
                  <a:pt x="2363519" y="2328974"/>
                </a:lnTo>
                <a:lnTo>
                  <a:pt x="2382485" y="2337418"/>
                </a:lnTo>
                <a:lnTo>
                  <a:pt x="2385993" y="2319214"/>
                </a:lnTo>
                <a:lnTo>
                  <a:pt x="2385006" y="2277653"/>
                </a:lnTo>
                <a:lnTo>
                  <a:pt x="2348390" y="2277434"/>
                </a:lnTo>
                <a:lnTo>
                  <a:pt x="2347842" y="2289935"/>
                </a:lnTo>
                <a:lnTo>
                  <a:pt x="2328108" y="2289825"/>
                </a:lnTo>
                <a:lnTo>
                  <a:pt x="2345320" y="2287522"/>
                </a:lnTo>
                <a:lnTo>
                  <a:pt x="2344663" y="2275789"/>
                </a:lnTo>
                <a:lnTo>
                  <a:pt x="2302893" y="2269209"/>
                </a:lnTo>
                <a:lnTo>
                  <a:pt x="2295110" y="2262958"/>
                </a:lnTo>
                <a:lnTo>
                  <a:pt x="2273841" y="2272608"/>
                </a:lnTo>
                <a:lnTo>
                  <a:pt x="2277130" y="2278640"/>
                </a:lnTo>
                <a:lnTo>
                  <a:pt x="2254108" y="2283026"/>
                </a:lnTo>
                <a:lnTo>
                  <a:pt x="2252902" y="2278969"/>
                </a:lnTo>
                <a:lnTo>
                  <a:pt x="2244241" y="2277324"/>
                </a:lnTo>
                <a:lnTo>
                  <a:pt x="2242816" y="2270964"/>
                </a:lnTo>
                <a:lnTo>
                  <a:pt x="2251586" y="2266796"/>
                </a:lnTo>
                <a:lnTo>
                  <a:pt x="2256958" y="2258024"/>
                </a:lnTo>
                <a:lnTo>
                  <a:pt x="2263317" y="2258024"/>
                </a:lnTo>
                <a:lnTo>
                  <a:pt x="2266825" y="2264713"/>
                </a:lnTo>
                <a:lnTo>
                  <a:pt x="2271978" y="2262849"/>
                </a:lnTo>
                <a:lnTo>
                  <a:pt x="2272855" y="2271073"/>
                </a:lnTo>
                <a:lnTo>
                  <a:pt x="2293904" y="2261862"/>
                </a:lnTo>
                <a:lnTo>
                  <a:pt x="2270881" y="2241136"/>
                </a:lnTo>
                <a:lnTo>
                  <a:pt x="2256629" y="2240697"/>
                </a:lnTo>
                <a:lnTo>
                  <a:pt x="2241829" y="2256598"/>
                </a:lnTo>
                <a:lnTo>
                  <a:pt x="2224288" y="2256488"/>
                </a:lnTo>
                <a:lnTo>
                  <a:pt x="2209269" y="2246838"/>
                </a:lnTo>
                <a:lnTo>
                  <a:pt x="2198964" y="2256379"/>
                </a:lnTo>
                <a:lnTo>
                  <a:pt x="2201705" y="2259888"/>
                </a:lnTo>
                <a:lnTo>
                  <a:pt x="2191948" y="2272060"/>
                </a:lnTo>
                <a:lnTo>
                  <a:pt x="2189097" y="2270306"/>
                </a:lnTo>
                <a:lnTo>
                  <a:pt x="2186466" y="2286097"/>
                </a:lnTo>
                <a:lnTo>
                  <a:pt x="2141079" y="2246729"/>
                </a:lnTo>
                <a:lnTo>
                  <a:pt x="2144368" y="2240588"/>
                </a:lnTo>
                <a:lnTo>
                  <a:pt x="2121455" y="2221397"/>
                </a:lnTo>
                <a:lnTo>
                  <a:pt x="2111589" y="2238614"/>
                </a:lnTo>
                <a:lnTo>
                  <a:pt x="2064228" y="2210321"/>
                </a:lnTo>
                <a:lnTo>
                  <a:pt x="1971262" y="2366039"/>
                </a:lnTo>
                <a:lnTo>
                  <a:pt x="1895178" y="2320311"/>
                </a:lnTo>
                <a:lnTo>
                  <a:pt x="1983540" y="2171063"/>
                </a:lnTo>
                <a:lnTo>
                  <a:pt x="1876541" y="2106582"/>
                </a:lnTo>
                <a:lnTo>
                  <a:pt x="1808571" y="2220958"/>
                </a:lnTo>
                <a:lnTo>
                  <a:pt x="1584596" y="2086624"/>
                </a:lnTo>
                <a:lnTo>
                  <a:pt x="1614963" y="2034206"/>
                </a:lnTo>
                <a:lnTo>
                  <a:pt x="1653115" y="2027846"/>
                </a:lnTo>
                <a:lnTo>
                  <a:pt x="1791687" y="2110530"/>
                </a:lnTo>
                <a:lnTo>
                  <a:pt x="1826331" y="2051971"/>
                </a:lnTo>
                <a:lnTo>
                  <a:pt x="1699598" y="1975757"/>
                </a:lnTo>
                <a:lnTo>
                  <a:pt x="1725142" y="1933428"/>
                </a:lnTo>
                <a:lnTo>
                  <a:pt x="1675918" y="1880462"/>
                </a:lnTo>
                <a:lnTo>
                  <a:pt x="1640727" y="1904258"/>
                </a:lnTo>
                <a:lnTo>
                  <a:pt x="1571879" y="1911057"/>
                </a:lnTo>
                <a:lnTo>
                  <a:pt x="1517831" y="1894060"/>
                </a:lnTo>
                <a:lnTo>
                  <a:pt x="1514981" y="1882655"/>
                </a:lnTo>
                <a:lnTo>
                  <a:pt x="1525286" y="1863026"/>
                </a:lnTo>
                <a:lnTo>
                  <a:pt x="1509938" y="1858201"/>
                </a:lnTo>
                <a:lnTo>
                  <a:pt x="1481763" y="1885725"/>
                </a:lnTo>
                <a:lnTo>
                  <a:pt x="1358867" y="1854801"/>
                </a:lnTo>
                <a:lnTo>
                  <a:pt x="1336503" y="1869715"/>
                </a:lnTo>
                <a:lnTo>
                  <a:pt x="1280591" y="1842410"/>
                </a:lnTo>
                <a:lnTo>
                  <a:pt x="1207577" y="1780342"/>
                </a:lnTo>
                <a:lnTo>
                  <a:pt x="1167562" y="1780122"/>
                </a:lnTo>
                <a:lnTo>
                  <a:pt x="1172276" y="1801725"/>
                </a:lnTo>
                <a:lnTo>
                  <a:pt x="1202206" y="1807976"/>
                </a:lnTo>
                <a:lnTo>
                  <a:pt x="1263160" y="1859736"/>
                </a:lnTo>
                <a:lnTo>
                  <a:pt x="1257459" y="1874759"/>
                </a:lnTo>
                <a:lnTo>
                  <a:pt x="1283003" y="1876295"/>
                </a:lnTo>
                <a:lnTo>
                  <a:pt x="1164054" y="1876953"/>
                </a:lnTo>
                <a:lnTo>
                  <a:pt x="1163287" y="1948671"/>
                </a:lnTo>
                <a:lnTo>
                  <a:pt x="1168768" y="1962159"/>
                </a:lnTo>
                <a:lnTo>
                  <a:pt x="1224789" y="1974989"/>
                </a:lnTo>
                <a:lnTo>
                  <a:pt x="1232902" y="1960514"/>
                </a:lnTo>
                <a:lnTo>
                  <a:pt x="1250772" y="1966216"/>
                </a:lnTo>
                <a:lnTo>
                  <a:pt x="1240686" y="1982446"/>
                </a:lnTo>
                <a:lnTo>
                  <a:pt x="1255267" y="1969835"/>
                </a:lnTo>
                <a:lnTo>
                  <a:pt x="1264037" y="1967642"/>
                </a:lnTo>
                <a:lnTo>
                  <a:pt x="1302627" y="1986723"/>
                </a:lnTo>
                <a:lnTo>
                  <a:pt x="1317756" y="2012713"/>
                </a:lnTo>
                <a:lnTo>
                  <a:pt x="1323895" y="2046269"/>
                </a:lnTo>
                <a:lnTo>
                  <a:pt x="1353824" y="2081580"/>
                </a:lnTo>
                <a:lnTo>
                  <a:pt x="1357990" y="2084760"/>
                </a:lnTo>
                <a:lnTo>
                  <a:pt x="1366651" y="2081689"/>
                </a:lnTo>
                <a:lnTo>
                  <a:pt x="1366212" y="2085966"/>
                </a:lnTo>
                <a:lnTo>
                  <a:pt x="1372461" y="2087721"/>
                </a:lnTo>
                <a:lnTo>
                  <a:pt x="1372352" y="2099235"/>
                </a:lnTo>
                <a:lnTo>
                  <a:pt x="1380135" y="2094958"/>
                </a:lnTo>
                <a:lnTo>
                  <a:pt x="1384082" y="2106692"/>
                </a:lnTo>
                <a:lnTo>
                  <a:pt x="1426948" y="2113491"/>
                </a:lnTo>
                <a:lnTo>
                  <a:pt x="1472773" y="2159987"/>
                </a:lnTo>
                <a:lnTo>
                  <a:pt x="1473760" y="2167663"/>
                </a:lnTo>
                <a:lnTo>
                  <a:pt x="1456438" y="2185648"/>
                </a:lnTo>
                <a:lnTo>
                  <a:pt x="1441090" y="2194859"/>
                </a:lnTo>
                <a:lnTo>
                  <a:pt x="1414888" y="2200452"/>
                </a:lnTo>
                <a:lnTo>
                  <a:pt x="1393949" y="2210102"/>
                </a:lnTo>
                <a:lnTo>
                  <a:pt x="1380355" y="2197272"/>
                </a:lnTo>
                <a:lnTo>
                  <a:pt x="1359415" y="2195956"/>
                </a:lnTo>
                <a:lnTo>
                  <a:pt x="1320716" y="2183345"/>
                </a:lnTo>
                <a:lnTo>
                  <a:pt x="1292102" y="2209773"/>
                </a:lnTo>
                <a:lnTo>
                  <a:pt x="1299009" y="2211966"/>
                </a:lnTo>
                <a:lnTo>
                  <a:pt x="1321593" y="2191131"/>
                </a:lnTo>
                <a:lnTo>
                  <a:pt x="1329267" y="2191460"/>
                </a:lnTo>
                <a:lnTo>
                  <a:pt x="1376518" y="2202206"/>
                </a:lnTo>
                <a:lnTo>
                  <a:pt x="1394716" y="2219862"/>
                </a:lnTo>
                <a:lnTo>
                  <a:pt x="1396909" y="2228854"/>
                </a:lnTo>
                <a:lnTo>
                  <a:pt x="1375202" y="2275021"/>
                </a:lnTo>
                <a:lnTo>
                  <a:pt x="1355140" y="2290373"/>
                </a:lnTo>
                <a:lnTo>
                  <a:pt x="1280482" y="2322723"/>
                </a:lnTo>
                <a:lnTo>
                  <a:pt x="1228407" y="2278749"/>
                </a:lnTo>
                <a:lnTo>
                  <a:pt x="1152214" y="2237407"/>
                </a:lnTo>
                <a:lnTo>
                  <a:pt x="1151118" y="2221178"/>
                </a:lnTo>
                <a:lnTo>
                  <a:pt x="1145527" y="2209554"/>
                </a:lnTo>
                <a:lnTo>
                  <a:pt x="1129630" y="2235105"/>
                </a:lnTo>
                <a:lnTo>
                  <a:pt x="1100907" y="2219752"/>
                </a:lnTo>
                <a:lnTo>
                  <a:pt x="1086546" y="2250018"/>
                </a:lnTo>
                <a:lnTo>
                  <a:pt x="1185432" y="2308906"/>
                </a:lnTo>
                <a:lnTo>
                  <a:pt x="1188173" y="2322065"/>
                </a:lnTo>
                <a:lnTo>
                  <a:pt x="1101017" y="2371303"/>
                </a:lnTo>
                <a:lnTo>
                  <a:pt x="969351" y="2418128"/>
                </a:lnTo>
                <a:lnTo>
                  <a:pt x="928678" y="2274144"/>
                </a:lnTo>
                <a:lnTo>
                  <a:pt x="869039" y="2219204"/>
                </a:lnTo>
                <a:lnTo>
                  <a:pt x="815978" y="2277763"/>
                </a:lnTo>
                <a:lnTo>
                  <a:pt x="879344" y="2336212"/>
                </a:lnTo>
                <a:lnTo>
                  <a:pt x="928349" y="2508708"/>
                </a:lnTo>
                <a:lnTo>
                  <a:pt x="928459" y="2530311"/>
                </a:lnTo>
                <a:lnTo>
                  <a:pt x="921662" y="2544567"/>
                </a:lnTo>
                <a:lnTo>
                  <a:pt x="900503" y="2566938"/>
                </a:lnTo>
                <a:lnTo>
                  <a:pt x="890965" y="2557178"/>
                </a:lnTo>
                <a:lnTo>
                  <a:pt x="842947" y="2608609"/>
                </a:lnTo>
                <a:lnTo>
                  <a:pt x="847771" y="2619794"/>
                </a:lnTo>
                <a:lnTo>
                  <a:pt x="753270" y="2715418"/>
                </a:lnTo>
                <a:lnTo>
                  <a:pt x="742197" y="2721230"/>
                </a:lnTo>
                <a:lnTo>
                  <a:pt x="729809" y="2719586"/>
                </a:lnTo>
                <a:lnTo>
                  <a:pt x="720600" y="2711142"/>
                </a:lnTo>
                <a:lnTo>
                  <a:pt x="702730" y="2673638"/>
                </a:lnTo>
                <a:lnTo>
                  <a:pt x="701195" y="2658066"/>
                </a:lnTo>
                <a:lnTo>
                  <a:pt x="704594" y="2658614"/>
                </a:lnTo>
                <a:lnTo>
                  <a:pt x="706567" y="2672102"/>
                </a:lnTo>
                <a:lnTo>
                  <a:pt x="724218" y="2709058"/>
                </a:lnTo>
                <a:lnTo>
                  <a:pt x="728603" y="2710703"/>
                </a:lnTo>
                <a:lnTo>
                  <a:pt x="770920" y="2669251"/>
                </a:lnTo>
                <a:lnTo>
                  <a:pt x="773113" y="2654447"/>
                </a:lnTo>
                <a:lnTo>
                  <a:pt x="754695" y="2615517"/>
                </a:lnTo>
                <a:lnTo>
                  <a:pt x="747130" y="2610254"/>
                </a:lnTo>
                <a:lnTo>
                  <a:pt x="736825" y="2591063"/>
                </a:lnTo>
                <a:lnTo>
                  <a:pt x="691767" y="2587006"/>
                </a:lnTo>
                <a:lnTo>
                  <a:pt x="650656" y="2501690"/>
                </a:lnTo>
                <a:lnTo>
                  <a:pt x="628401" y="2476029"/>
                </a:lnTo>
                <a:lnTo>
                  <a:pt x="526554" y="2223480"/>
                </a:lnTo>
                <a:lnTo>
                  <a:pt x="526554" y="2169747"/>
                </a:lnTo>
                <a:lnTo>
                  <a:pt x="581698" y="2126540"/>
                </a:lnTo>
                <a:lnTo>
                  <a:pt x="604063" y="2157794"/>
                </a:lnTo>
                <a:lnTo>
                  <a:pt x="779471" y="2034864"/>
                </a:lnTo>
                <a:lnTo>
                  <a:pt x="853581" y="1990451"/>
                </a:lnTo>
                <a:lnTo>
                  <a:pt x="909383" y="1973344"/>
                </a:lnTo>
                <a:lnTo>
                  <a:pt x="954331" y="1974770"/>
                </a:lnTo>
                <a:lnTo>
                  <a:pt x="993798" y="1968958"/>
                </a:lnTo>
                <a:lnTo>
                  <a:pt x="999938" y="1975867"/>
                </a:lnTo>
                <a:lnTo>
                  <a:pt x="942163" y="2039360"/>
                </a:lnTo>
                <a:lnTo>
                  <a:pt x="935365" y="2063924"/>
                </a:lnTo>
                <a:lnTo>
                  <a:pt x="893816" y="2104499"/>
                </a:lnTo>
                <a:lnTo>
                  <a:pt x="860926" y="2130050"/>
                </a:lnTo>
                <a:lnTo>
                  <a:pt x="902915" y="2171501"/>
                </a:lnTo>
                <a:lnTo>
                  <a:pt x="947096" y="2124128"/>
                </a:lnTo>
                <a:lnTo>
                  <a:pt x="961129" y="2135862"/>
                </a:lnTo>
                <a:lnTo>
                  <a:pt x="977025" y="2125882"/>
                </a:lnTo>
                <a:lnTo>
                  <a:pt x="986892" y="2125553"/>
                </a:lnTo>
                <a:lnTo>
                  <a:pt x="983164" y="2117987"/>
                </a:lnTo>
                <a:lnTo>
                  <a:pt x="988865" y="2117658"/>
                </a:lnTo>
                <a:lnTo>
                  <a:pt x="989961" y="2122264"/>
                </a:lnTo>
                <a:lnTo>
                  <a:pt x="996539" y="2119522"/>
                </a:lnTo>
                <a:lnTo>
                  <a:pt x="985357" y="2101318"/>
                </a:lnTo>
                <a:lnTo>
                  <a:pt x="993579" y="2082018"/>
                </a:lnTo>
                <a:lnTo>
                  <a:pt x="986892" y="2076645"/>
                </a:lnTo>
                <a:lnTo>
                  <a:pt x="1011558" y="2053068"/>
                </a:lnTo>
                <a:lnTo>
                  <a:pt x="1077994" y="1972577"/>
                </a:lnTo>
                <a:lnTo>
                  <a:pt x="1091917" y="1971042"/>
                </a:lnTo>
                <a:lnTo>
                  <a:pt x="1093891" y="1961501"/>
                </a:lnTo>
                <a:lnTo>
                  <a:pt x="1104086" y="1955360"/>
                </a:lnTo>
                <a:lnTo>
                  <a:pt x="1126999" y="1952509"/>
                </a:lnTo>
                <a:lnTo>
                  <a:pt x="1163725" y="1964791"/>
                </a:lnTo>
                <a:lnTo>
                  <a:pt x="1157586" y="1947684"/>
                </a:lnTo>
                <a:lnTo>
                  <a:pt x="1159121" y="1796242"/>
                </a:lnTo>
                <a:lnTo>
                  <a:pt x="1152324" y="1780451"/>
                </a:lnTo>
                <a:lnTo>
                  <a:pt x="1141580" y="1787689"/>
                </a:lnTo>
                <a:lnTo>
                  <a:pt x="1125793" y="1789114"/>
                </a:lnTo>
                <a:lnTo>
                  <a:pt x="1126670" y="1813569"/>
                </a:lnTo>
                <a:lnTo>
                  <a:pt x="1119544" y="1819381"/>
                </a:lnTo>
                <a:lnTo>
                  <a:pt x="1114282" y="1840874"/>
                </a:lnTo>
                <a:lnTo>
                  <a:pt x="1118777" y="1840655"/>
                </a:lnTo>
                <a:lnTo>
                  <a:pt x="1119106" y="1850086"/>
                </a:lnTo>
                <a:lnTo>
                  <a:pt x="1060234" y="1852498"/>
                </a:lnTo>
                <a:lnTo>
                  <a:pt x="1059138" y="1828702"/>
                </a:lnTo>
                <a:lnTo>
                  <a:pt x="1026359" y="1817626"/>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C29195F4-550D-4C17-AEA2-679742E4C926}"/>
              </a:ext>
            </a:extLst>
          </p:cNvPr>
          <p:cNvSpPr>
            <a:spLocks xmlns:a="http://schemas.openxmlformats.org/drawingml/2006/main" noGrp="1"/>
          </p:cNvSpPr>
          <p:nvPr/>
        </p:nvSpPr>
        <p:spPr>
          <a:xfrm xmlns:a="http://schemas.openxmlformats.org/drawingml/2006/main">
            <a:off x="6798169" y="2756512"/>
            <a:ext cx="674792" cy="251875"/>
          </a:xfrm>
          <a:custGeom xmlns:a="http://schemas.openxmlformats.org/drawingml/2006/main">
            <a:pathLst>
              <a:path w="841412" h="314068">
                <a:moveTo>
                  <a:pt x="18199" y="92444"/>
                </a:moveTo>
                <a:lnTo>
                  <a:pt x="20501" y="86851"/>
                </a:lnTo>
                <a:lnTo>
                  <a:pt x="13265" y="81697"/>
                </a:lnTo>
                <a:lnTo>
                  <a:pt x="11950" y="68757"/>
                </a:lnTo>
                <a:lnTo>
                  <a:pt x="0" y="62726"/>
                </a:lnTo>
                <a:lnTo>
                  <a:pt x="2960" y="50554"/>
                </a:lnTo>
                <a:lnTo>
                  <a:pt x="110" y="48799"/>
                </a:lnTo>
                <a:lnTo>
                  <a:pt x="30587" y="41342"/>
                </a:lnTo>
                <a:lnTo>
                  <a:pt x="44839" y="22261"/>
                </a:lnTo>
                <a:lnTo>
                  <a:pt x="65888" y="15901"/>
                </a:lnTo>
                <a:lnTo>
                  <a:pt x="80249" y="0"/>
                </a:lnTo>
                <a:lnTo>
                  <a:pt x="130679" y="17436"/>
                </a:lnTo>
                <a:lnTo>
                  <a:pt x="181438" y="41232"/>
                </a:lnTo>
                <a:lnTo>
                  <a:pt x="212354" y="46386"/>
                </a:lnTo>
                <a:lnTo>
                  <a:pt x="237898" y="59984"/>
                </a:lnTo>
                <a:lnTo>
                  <a:pt x="248641" y="71279"/>
                </a:lnTo>
                <a:lnTo>
                  <a:pt x="252917" y="84877"/>
                </a:lnTo>
                <a:lnTo>
                  <a:pt x="295015" y="103300"/>
                </a:lnTo>
                <a:lnTo>
                  <a:pt x="297756" y="97598"/>
                </a:lnTo>
                <a:lnTo>
                  <a:pt x="317489" y="98914"/>
                </a:lnTo>
                <a:lnTo>
                  <a:pt x="325163" y="114047"/>
                </a:lnTo>
                <a:lnTo>
                  <a:pt x="359697" y="111525"/>
                </a:lnTo>
                <a:lnTo>
                  <a:pt x="383816" y="114486"/>
                </a:lnTo>
                <a:lnTo>
                  <a:pt x="412648" y="103739"/>
                </a:lnTo>
                <a:lnTo>
                  <a:pt x="469875" y="98914"/>
                </a:lnTo>
                <a:lnTo>
                  <a:pt x="482812" y="92225"/>
                </a:lnTo>
                <a:lnTo>
                  <a:pt x="509342" y="97708"/>
                </a:lnTo>
                <a:lnTo>
                  <a:pt x="523704" y="108454"/>
                </a:lnTo>
                <a:lnTo>
                  <a:pt x="540148" y="105932"/>
                </a:lnTo>
                <a:lnTo>
                  <a:pt x="574682" y="114815"/>
                </a:lnTo>
                <a:lnTo>
                  <a:pt x="627304" y="111964"/>
                </a:lnTo>
                <a:lnTo>
                  <a:pt x="642214" y="106700"/>
                </a:lnTo>
                <a:lnTo>
                  <a:pt x="650327" y="98585"/>
                </a:lnTo>
                <a:lnTo>
                  <a:pt x="740552" y="96063"/>
                </a:lnTo>
                <a:lnTo>
                  <a:pt x="773880" y="110648"/>
                </a:lnTo>
                <a:lnTo>
                  <a:pt x="798108" y="136966"/>
                </a:lnTo>
                <a:lnTo>
                  <a:pt x="821569" y="192235"/>
                </a:lnTo>
                <a:lnTo>
                  <a:pt x="841412" y="266037"/>
                </a:lnTo>
                <a:lnTo>
                  <a:pt x="836698" y="273713"/>
                </a:lnTo>
                <a:lnTo>
                  <a:pt x="823762" y="277442"/>
                </a:lnTo>
                <a:lnTo>
                  <a:pt x="767960" y="263624"/>
                </a:lnTo>
                <a:lnTo>
                  <a:pt x="683654" y="263186"/>
                </a:lnTo>
                <a:lnTo>
                  <a:pt x="676419" y="278209"/>
                </a:lnTo>
                <a:lnTo>
                  <a:pt x="668416" y="272068"/>
                </a:lnTo>
                <a:lnTo>
                  <a:pt x="670937" y="264831"/>
                </a:lnTo>
                <a:lnTo>
                  <a:pt x="664798" y="263076"/>
                </a:lnTo>
                <a:lnTo>
                  <a:pt x="567994" y="262418"/>
                </a:lnTo>
                <a:lnTo>
                  <a:pt x="529405" y="281060"/>
                </a:lnTo>
                <a:lnTo>
                  <a:pt x="509671" y="270094"/>
                </a:lnTo>
                <a:lnTo>
                  <a:pt x="503093" y="278538"/>
                </a:lnTo>
                <a:lnTo>
                  <a:pt x="485991" y="285118"/>
                </a:lnTo>
                <a:lnTo>
                  <a:pt x="482264" y="279964"/>
                </a:lnTo>
                <a:lnTo>
                  <a:pt x="474699" y="282267"/>
                </a:lnTo>
                <a:lnTo>
                  <a:pt x="457816" y="295865"/>
                </a:lnTo>
                <a:lnTo>
                  <a:pt x="446524" y="298716"/>
                </a:lnTo>
                <a:lnTo>
                  <a:pt x="436657" y="295755"/>
                </a:lnTo>
                <a:lnTo>
                  <a:pt x="393463" y="310998"/>
                </a:lnTo>
                <a:lnTo>
                  <a:pt x="351365" y="314068"/>
                </a:lnTo>
                <a:lnTo>
                  <a:pt x="320340" y="277551"/>
                </a:lnTo>
                <a:lnTo>
                  <a:pt x="312885" y="254413"/>
                </a:lnTo>
                <a:lnTo>
                  <a:pt x="296988" y="244763"/>
                </a:lnTo>
                <a:lnTo>
                  <a:pt x="264209" y="247175"/>
                </a:lnTo>
                <a:lnTo>
                  <a:pt x="244256" y="209562"/>
                </a:lnTo>
                <a:lnTo>
                  <a:pt x="246339" y="199034"/>
                </a:lnTo>
                <a:lnTo>
                  <a:pt x="241515" y="201008"/>
                </a:lnTo>
                <a:lnTo>
                  <a:pt x="222440" y="187629"/>
                </a:lnTo>
                <a:lnTo>
                  <a:pt x="200404" y="185765"/>
                </a:lnTo>
                <a:lnTo>
                  <a:pt x="192511" y="177650"/>
                </a:lnTo>
                <a:lnTo>
                  <a:pt x="161376" y="168658"/>
                </a:lnTo>
                <a:lnTo>
                  <a:pt x="137696" y="151551"/>
                </a:lnTo>
                <a:lnTo>
                  <a:pt x="130679" y="148919"/>
                </a:lnTo>
                <a:lnTo>
                  <a:pt x="132214" y="153196"/>
                </a:lnTo>
                <a:lnTo>
                  <a:pt x="124321" y="152209"/>
                </a:lnTo>
                <a:lnTo>
                  <a:pt x="115550" y="141572"/>
                </a:lnTo>
                <a:lnTo>
                  <a:pt x="88033" y="136418"/>
                </a:lnTo>
                <a:lnTo>
                  <a:pt x="79811" y="119201"/>
                </a:lnTo>
                <a:lnTo>
                  <a:pt x="63147" y="116240"/>
                </a:lnTo>
                <a:lnTo>
                  <a:pt x="56898" y="121723"/>
                </a:lnTo>
                <a:lnTo>
                  <a:pt x="46812" y="119749"/>
                </a:lnTo>
                <a:lnTo>
                  <a:pt x="26092" y="98037"/>
                </a:lnTo>
                <a:lnTo>
                  <a:pt x="21816" y="99901"/>
                </a:lnTo>
                <a:lnTo>
                  <a:pt x="23790" y="92663"/>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6E0EE749-31D5-49E0-A44C-31578AC22C84}"/>
              </a:ext>
            </a:extLst>
          </p:cNvPr>
          <p:cNvSpPr>
            <a:spLocks xmlns:a="http://schemas.openxmlformats.org/drawingml/2006/main" noGrp="1"/>
          </p:cNvSpPr>
          <p:nvPr/>
        </p:nvSpPr>
        <p:spPr>
          <a:xfrm xmlns:a="http://schemas.openxmlformats.org/drawingml/2006/main">
            <a:off x="6066492" y="4476633"/>
            <a:ext cx="142783" cy="168415"/>
          </a:xfrm>
          <a:custGeom xmlns:a="http://schemas.openxmlformats.org/drawingml/2006/main">
            <a:pathLst>
              <a:path w="178040" h="210000">
                <a:moveTo>
                  <a:pt x="60735" y="17875"/>
                </a:moveTo>
                <a:lnTo>
                  <a:pt x="69834" y="31034"/>
                </a:lnTo>
                <a:lnTo>
                  <a:pt x="76083" y="24454"/>
                </a:lnTo>
                <a:lnTo>
                  <a:pt x="87814" y="24893"/>
                </a:lnTo>
                <a:lnTo>
                  <a:pt x="93734" y="20616"/>
                </a:lnTo>
                <a:lnTo>
                  <a:pt x="87266" y="14914"/>
                </a:lnTo>
                <a:lnTo>
                  <a:pt x="85731" y="17984"/>
                </a:lnTo>
                <a:lnTo>
                  <a:pt x="89568" y="10966"/>
                </a:lnTo>
                <a:lnTo>
                  <a:pt x="160389" y="1974"/>
                </a:lnTo>
                <a:lnTo>
                  <a:pt x="166528" y="6360"/>
                </a:lnTo>
                <a:lnTo>
                  <a:pt x="166528" y="15901"/>
                </a:lnTo>
                <a:lnTo>
                  <a:pt x="155565" y="33885"/>
                </a:lnTo>
                <a:lnTo>
                  <a:pt x="128267" y="44193"/>
                </a:lnTo>
                <a:lnTo>
                  <a:pt x="129693" y="38272"/>
                </a:lnTo>
                <a:lnTo>
                  <a:pt x="119716" y="37065"/>
                </a:lnTo>
                <a:lnTo>
                  <a:pt x="112481" y="44303"/>
                </a:lnTo>
                <a:lnTo>
                  <a:pt x="110178" y="55159"/>
                </a:lnTo>
                <a:lnTo>
                  <a:pt x="120264" y="76105"/>
                </a:lnTo>
                <a:lnTo>
                  <a:pt x="132104" y="76214"/>
                </a:lnTo>
                <a:lnTo>
                  <a:pt x="134516" y="72047"/>
                </a:lnTo>
                <a:lnTo>
                  <a:pt x="130679" y="69415"/>
                </a:lnTo>
                <a:lnTo>
                  <a:pt x="139121" y="72376"/>
                </a:lnTo>
                <a:lnTo>
                  <a:pt x="144164" y="97379"/>
                </a:lnTo>
                <a:lnTo>
                  <a:pt x="165980" y="116021"/>
                </a:lnTo>
                <a:lnTo>
                  <a:pt x="170365" y="127755"/>
                </a:lnTo>
                <a:lnTo>
                  <a:pt x="177601" y="132799"/>
                </a:lnTo>
                <a:lnTo>
                  <a:pt x="178040" y="139927"/>
                </a:lnTo>
                <a:lnTo>
                  <a:pt x="173106" y="135321"/>
                </a:lnTo>
                <a:lnTo>
                  <a:pt x="165651" y="138611"/>
                </a:lnTo>
                <a:lnTo>
                  <a:pt x="161047" y="151880"/>
                </a:lnTo>
                <a:lnTo>
                  <a:pt x="167296" y="156924"/>
                </a:lnTo>
                <a:lnTo>
                  <a:pt x="151509" y="163614"/>
                </a:lnTo>
                <a:lnTo>
                  <a:pt x="155127" y="160543"/>
                </a:lnTo>
                <a:lnTo>
                  <a:pt x="143068" y="154622"/>
                </a:lnTo>
                <a:lnTo>
                  <a:pt x="135284" y="142888"/>
                </a:lnTo>
                <a:lnTo>
                  <a:pt x="116208" y="128084"/>
                </a:lnTo>
                <a:lnTo>
                  <a:pt x="102285" y="108125"/>
                </a:lnTo>
                <a:lnTo>
                  <a:pt x="89020" y="127864"/>
                </a:lnTo>
                <a:lnTo>
                  <a:pt x="92199" y="147603"/>
                </a:lnTo>
                <a:lnTo>
                  <a:pt x="92089" y="141024"/>
                </a:lnTo>
                <a:lnTo>
                  <a:pt x="83209" y="142559"/>
                </a:lnTo>
                <a:lnTo>
                  <a:pt x="87266" y="164272"/>
                </a:lnTo>
                <a:lnTo>
                  <a:pt x="91212" y="165588"/>
                </a:lnTo>
                <a:lnTo>
                  <a:pt x="92638" y="161640"/>
                </a:lnTo>
                <a:lnTo>
                  <a:pt x="93844" y="180063"/>
                </a:lnTo>
                <a:lnTo>
                  <a:pt x="88910" y="178966"/>
                </a:lnTo>
                <a:lnTo>
                  <a:pt x="87704" y="190261"/>
                </a:lnTo>
                <a:lnTo>
                  <a:pt x="92089" y="195086"/>
                </a:lnTo>
                <a:lnTo>
                  <a:pt x="97681" y="193003"/>
                </a:lnTo>
                <a:lnTo>
                  <a:pt x="99106" y="201556"/>
                </a:lnTo>
                <a:lnTo>
                  <a:pt x="92199" y="210000"/>
                </a:lnTo>
                <a:lnTo>
                  <a:pt x="78166" y="195525"/>
                </a:lnTo>
                <a:lnTo>
                  <a:pt x="67423" y="192784"/>
                </a:lnTo>
                <a:lnTo>
                  <a:pt x="54925" y="171290"/>
                </a:lnTo>
                <a:lnTo>
                  <a:pt x="0" y="113389"/>
                </a:lnTo>
                <a:lnTo>
                  <a:pt x="12827" y="101984"/>
                </a:lnTo>
                <a:lnTo>
                  <a:pt x="25982" y="99133"/>
                </a:lnTo>
                <a:lnTo>
                  <a:pt x="33328" y="101875"/>
                </a:lnTo>
                <a:lnTo>
                  <a:pt x="29710" y="102642"/>
                </a:lnTo>
                <a:lnTo>
                  <a:pt x="35191" y="107577"/>
                </a:lnTo>
                <a:lnTo>
                  <a:pt x="40125" y="107687"/>
                </a:lnTo>
                <a:lnTo>
                  <a:pt x="39248" y="104287"/>
                </a:lnTo>
                <a:lnTo>
                  <a:pt x="46593" y="111744"/>
                </a:lnTo>
                <a:lnTo>
                  <a:pt x="59529" y="113937"/>
                </a:lnTo>
                <a:lnTo>
                  <a:pt x="56679" y="120736"/>
                </a:lnTo>
                <a:lnTo>
                  <a:pt x="77289" y="132031"/>
                </a:lnTo>
                <a:lnTo>
                  <a:pt x="81126" y="125890"/>
                </a:lnTo>
                <a:lnTo>
                  <a:pt x="72904" y="119311"/>
                </a:lnTo>
                <a:lnTo>
                  <a:pt x="88033" y="126658"/>
                </a:lnTo>
                <a:lnTo>
                  <a:pt x="99873" y="107358"/>
                </a:lnTo>
                <a:lnTo>
                  <a:pt x="97681" y="97598"/>
                </a:lnTo>
                <a:lnTo>
                  <a:pt x="101408" y="91676"/>
                </a:lnTo>
                <a:lnTo>
                  <a:pt x="97023" y="84877"/>
                </a:lnTo>
                <a:lnTo>
                  <a:pt x="93405" y="87619"/>
                </a:lnTo>
                <a:lnTo>
                  <a:pt x="77399" y="73911"/>
                </a:lnTo>
                <a:lnTo>
                  <a:pt x="86718" y="65577"/>
                </a:lnTo>
                <a:lnTo>
                  <a:pt x="93076" y="70841"/>
                </a:lnTo>
                <a:lnTo>
                  <a:pt x="99215" y="68538"/>
                </a:lnTo>
                <a:lnTo>
                  <a:pt x="98338" y="50554"/>
                </a:lnTo>
                <a:lnTo>
                  <a:pt x="77509" y="51431"/>
                </a:lnTo>
                <a:lnTo>
                  <a:pt x="74768" y="36846"/>
                </a:lnTo>
                <a:lnTo>
                  <a:pt x="54267" y="63932"/>
                </a:lnTo>
                <a:lnTo>
                  <a:pt x="39686" y="65796"/>
                </a:lnTo>
                <a:lnTo>
                  <a:pt x="41550" y="57133"/>
                </a:lnTo>
                <a:lnTo>
                  <a:pt x="63586" y="48689"/>
                </a:lnTo>
                <a:lnTo>
                  <a:pt x="68519" y="32679"/>
                </a:lnTo>
                <a:lnTo>
                  <a:pt x="55363" y="18094"/>
                </a:lnTo>
                <a:lnTo>
                  <a:pt x="51197" y="23687"/>
                </a:lnTo>
                <a:lnTo>
                  <a:pt x="53828" y="25661"/>
                </a:lnTo>
                <a:lnTo>
                  <a:pt x="46483" y="24783"/>
                </a:lnTo>
                <a:lnTo>
                  <a:pt x="25653" y="4167"/>
                </a:lnTo>
                <a:lnTo>
                  <a:pt x="29600" y="0"/>
                </a:lnTo>
                <a:lnTo>
                  <a:pt x="58104" y="8773"/>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1FD67566-1411-4274-8156-CCD0111849F5}"/>
              </a:ext>
            </a:extLst>
          </p:cNvPr>
          <p:cNvSpPr>
            <a:spLocks xmlns:a="http://schemas.openxmlformats.org/drawingml/2006/main" noGrp="1"/>
          </p:cNvSpPr>
          <p:nvPr/>
        </p:nvSpPr>
        <p:spPr>
          <a:xfrm xmlns:a="http://schemas.openxmlformats.org/drawingml/2006/main">
            <a:off x="6080208" y="4362128"/>
            <a:ext cx="93724" cy="68509"/>
          </a:xfrm>
          <a:custGeom xmlns:a="http://schemas.openxmlformats.org/drawingml/2006/main">
            <a:pathLst>
              <a:path w="116866" h="85426">
                <a:moveTo>
                  <a:pt x="116866" y="50883"/>
                </a:moveTo>
                <a:lnTo>
                  <a:pt x="114344" y="65796"/>
                </a:lnTo>
                <a:lnTo>
                  <a:pt x="102395" y="73144"/>
                </a:lnTo>
                <a:lnTo>
                  <a:pt x="60406" y="54940"/>
                </a:lnTo>
                <a:lnTo>
                  <a:pt x="47251" y="59436"/>
                </a:lnTo>
                <a:lnTo>
                  <a:pt x="14252" y="85426"/>
                </a:lnTo>
                <a:lnTo>
                  <a:pt x="5043" y="85097"/>
                </a:lnTo>
                <a:lnTo>
                  <a:pt x="0" y="77640"/>
                </a:lnTo>
                <a:lnTo>
                  <a:pt x="5153" y="62945"/>
                </a:lnTo>
                <a:lnTo>
                  <a:pt x="49882" y="32789"/>
                </a:lnTo>
                <a:lnTo>
                  <a:pt x="80688" y="0"/>
                </a:lnTo>
                <a:lnTo>
                  <a:pt x="91432" y="3619"/>
                </a:lnTo>
                <a:lnTo>
                  <a:pt x="103820" y="16230"/>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07DCF9B4-4B9F-40EC-8F58-91AA8FBFAAB8}"/>
              </a:ext>
            </a:extLst>
          </p:cNvPr>
          <p:cNvSpPr>
            <a:spLocks xmlns:a="http://schemas.openxmlformats.org/drawingml/2006/main" noGrp="1"/>
          </p:cNvSpPr>
          <p:nvPr/>
        </p:nvSpPr>
        <p:spPr>
          <a:xfrm xmlns:a="http://schemas.openxmlformats.org/drawingml/2006/main">
            <a:off x="5997474" y="4456581"/>
            <a:ext cx="46510" cy="63848"/>
          </a:xfrm>
          <a:custGeom xmlns:a="http://schemas.openxmlformats.org/drawingml/2006/main">
            <a:pathLst>
              <a:path w="57994" h="79614">
                <a:moveTo>
                  <a:pt x="57994" y="66454"/>
                </a:moveTo>
                <a:lnTo>
                  <a:pt x="55473" y="77420"/>
                </a:lnTo>
                <a:lnTo>
                  <a:pt x="49334" y="79614"/>
                </a:lnTo>
                <a:lnTo>
                  <a:pt x="20062" y="63055"/>
                </a:lnTo>
                <a:lnTo>
                  <a:pt x="0" y="20616"/>
                </a:lnTo>
                <a:lnTo>
                  <a:pt x="7016" y="0"/>
                </a:lnTo>
                <a:lnTo>
                  <a:pt x="26421" y="5922"/>
                </a:lnTo>
                <a:lnTo>
                  <a:pt x="43742" y="28073"/>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ABE7D549-9835-44FC-ADC1-59AC29E94761}"/>
              </a:ext>
            </a:extLst>
          </p:cNvPr>
          <p:cNvSpPr>
            <a:spLocks xmlns:a="http://schemas.openxmlformats.org/drawingml/2006/main" noGrp="1"/>
          </p:cNvSpPr>
          <p:nvPr/>
        </p:nvSpPr>
        <p:spPr>
          <a:xfrm xmlns:a="http://schemas.openxmlformats.org/drawingml/2006/main">
            <a:off x="6196879" y="4538810"/>
            <a:ext cx="41850" cy="40719"/>
          </a:xfrm>
          <a:custGeom xmlns:a="http://schemas.openxmlformats.org/drawingml/2006/main">
            <a:pathLst>
              <a:path w="52184" h="50773">
                <a:moveTo>
                  <a:pt x="28504" y="12611"/>
                </a:moveTo>
                <a:lnTo>
                  <a:pt x="37274" y="9540"/>
                </a:lnTo>
                <a:lnTo>
                  <a:pt x="31354" y="5044"/>
                </a:lnTo>
                <a:lnTo>
                  <a:pt x="36288" y="8005"/>
                </a:lnTo>
                <a:lnTo>
                  <a:pt x="49224" y="28402"/>
                </a:lnTo>
                <a:lnTo>
                  <a:pt x="52184" y="38820"/>
                </a:lnTo>
                <a:lnTo>
                  <a:pt x="43633" y="50773"/>
                </a:lnTo>
                <a:lnTo>
                  <a:pt x="37494" y="48360"/>
                </a:lnTo>
                <a:lnTo>
                  <a:pt x="43414" y="50334"/>
                </a:lnTo>
                <a:lnTo>
                  <a:pt x="50101" y="41561"/>
                </a:lnTo>
                <a:lnTo>
                  <a:pt x="48457" y="43974"/>
                </a:lnTo>
                <a:lnTo>
                  <a:pt x="26531" y="34214"/>
                </a:lnTo>
                <a:lnTo>
                  <a:pt x="26531" y="31144"/>
                </a:lnTo>
                <a:lnTo>
                  <a:pt x="28394" y="37394"/>
                </a:lnTo>
                <a:lnTo>
                  <a:pt x="17760" y="22371"/>
                </a:lnTo>
                <a:lnTo>
                  <a:pt x="23571" y="23796"/>
                </a:lnTo>
                <a:lnTo>
                  <a:pt x="26202" y="18862"/>
                </a:lnTo>
                <a:lnTo>
                  <a:pt x="17212" y="16230"/>
                </a:lnTo>
                <a:lnTo>
                  <a:pt x="13046" y="22042"/>
                </a:lnTo>
                <a:lnTo>
                  <a:pt x="0" y="6689"/>
                </a:lnTo>
                <a:lnTo>
                  <a:pt x="1316" y="987"/>
                </a:lnTo>
                <a:lnTo>
                  <a:pt x="11950" y="0"/>
                </a:lnTo>
                <a:lnTo>
                  <a:pt x="12498" y="3948"/>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941D1A7C-3B7B-4535-9B12-AA9E009C3E39}"/>
              </a:ext>
            </a:extLst>
          </p:cNvPr>
          <p:cNvSpPr>
            <a:spLocks xmlns:a="http://schemas.openxmlformats.org/drawingml/2006/main" noGrp="1"/>
          </p:cNvSpPr>
          <p:nvPr/>
        </p:nvSpPr>
        <p:spPr>
          <a:xfrm xmlns:a="http://schemas.openxmlformats.org/drawingml/2006/main">
            <a:off x="5980857" y="4625524"/>
            <a:ext cx="28223" cy="28582"/>
          </a:xfrm>
          <a:custGeom xmlns:a="http://schemas.openxmlformats.org/drawingml/2006/main">
            <a:pathLst>
              <a:path w="35191" h="35640">
                <a:moveTo>
                  <a:pt x="16993" y="0"/>
                </a:moveTo>
                <a:lnTo>
                  <a:pt x="31135" y="8663"/>
                </a:lnTo>
                <a:lnTo>
                  <a:pt x="35191" y="16888"/>
                </a:lnTo>
                <a:lnTo>
                  <a:pt x="32999" y="12721"/>
                </a:lnTo>
                <a:lnTo>
                  <a:pt x="28175" y="14366"/>
                </a:lnTo>
                <a:lnTo>
                  <a:pt x="18747" y="30705"/>
                </a:lnTo>
                <a:lnTo>
                  <a:pt x="22693" y="33227"/>
                </a:lnTo>
                <a:lnTo>
                  <a:pt x="9867" y="35640"/>
                </a:lnTo>
                <a:lnTo>
                  <a:pt x="0" y="23029"/>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41A31CF7-1B4D-4E27-A70B-CB4396D7C725}"/>
              </a:ext>
            </a:extLst>
          </p:cNvPr>
          <p:cNvSpPr>
            <a:spLocks xmlns:a="http://schemas.openxmlformats.org/drawingml/2006/main" noGrp="1"/>
          </p:cNvSpPr>
          <p:nvPr/>
        </p:nvSpPr>
        <p:spPr>
          <a:xfrm xmlns:a="http://schemas.openxmlformats.org/drawingml/2006/main">
            <a:off x="5965471" y="4612596"/>
            <a:ext cx="17672" cy="20139"/>
          </a:xfrm>
          <a:custGeom xmlns:a="http://schemas.openxmlformats.org/drawingml/2006/main">
            <a:pathLst>
              <a:path w="22036" h="25112">
                <a:moveTo>
                  <a:pt x="4714" y="0"/>
                </a:moveTo>
                <a:lnTo>
                  <a:pt x="16225" y="2632"/>
                </a:lnTo>
                <a:lnTo>
                  <a:pt x="22036" y="8663"/>
                </a:lnTo>
                <a:lnTo>
                  <a:pt x="9319" y="25112"/>
                </a:lnTo>
                <a:lnTo>
                  <a:pt x="987" y="16339"/>
                </a:lnTo>
                <a:lnTo>
                  <a:pt x="0" y="5483"/>
                </a:lnTo>
                <a:lnTo>
                  <a:pt x="767" y="9102"/>
                </a:lnTo>
                <a:lnTo>
                  <a:pt x="4714" y="5812"/>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469D9C84-9829-4F25-97CF-C3A5712F54A2}"/>
              </a:ext>
            </a:extLst>
          </p:cNvPr>
          <p:cNvSpPr>
            <a:spLocks xmlns:a="http://schemas.openxmlformats.org/drawingml/2006/main" noGrp="1"/>
          </p:cNvSpPr>
          <p:nvPr/>
        </p:nvSpPr>
        <p:spPr>
          <a:xfrm xmlns:a="http://schemas.openxmlformats.org/drawingml/2006/main">
            <a:off x="6193626" y="2540079"/>
            <a:ext cx="132057" cy="152761"/>
          </a:xfrm>
          <a:custGeom xmlns:a="http://schemas.openxmlformats.org/drawingml/2006/main">
            <a:pathLst>
              <a:path w="164665" h="190481">
                <a:moveTo>
                  <a:pt x="161485" y="138830"/>
                </a:moveTo>
                <a:lnTo>
                  <a:pt x="164665" y="152099"/>
                </a:lnTo>
                <a:lnTo>
                  <a:pt x="160279" y="161969"/>
                </a:lnTo>
                <a:lnTo>
                  <a:pt x="130241" y="185656"/>
                </a:lnTo>
                <a:lnTo>
                  <a:pt x="107767" y="190481"/>
                </a:lnTo>
                <a:lnTo>
                  <a:pt x="87704" y="183353"/>
                </a:lnTo>
                <a:lnTo>
                  <a:pt x="65997" y="159447"/>
                </a:lnTo>
                <a:lnTo>
                  <a:pt x="44839" y="121614"/>
                </a:lnTo>
                <a:lnTo>
                  <a:pt x="24996" y="106700"/>
                </a:lnTo>
                <a:lnTo>
                  <a:pt x="23132" y="74789"/>
                </a:lnTo>
                <a:lnTo>
                  <a:pt x="2302" y="33118"/>
                </a:lnTo>
                <a:lnTo>
                  <a:pt x="0" y="14475"/>
                </a:lnTo>
                <a:lnTo>
                  <a:pt x="30039" y="0"/>
                </a:lnTo>
                <a:lnTo>
                  <a:pt x="42646" y="2303"/>
                </a:lnTo>
                <a:lnTo>
                  <a:pt x="95707" y="58668"/>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AED34182-C668-4C62-A74B-6839D73CCB32}"/>
              </a:ext>
            </a:extLst>
          </p:cNvPr>
          <p:cNvSpPr>
            <a:spLocks xmlns:a="http://schemas.openxmlformats.org/drawingml/2006/main" noGrp="1"/>
          </p:cNvSpPr>
          <p:nvPr/>
        </p:nvSpPr>
        <p:spPr>
          <a:xfrm xmlns:a="http://schemas.openxmlformats.org/drawingml/2006/main">
            <a:off x="7525362" y="2646933"/>
            <a:ext cx="697564" cy="905748"/>
          </a:xfrm>
          <a:custGeom xmlns:a="http://schemas.openxmlformats.org/drawingml/2006/main">
            <a:pathLst>
              <a:path w="869807" h="1129396">
                <a:moveTo>
                  <a:pt x="493117" y="90470"/>
                </a:moveTo>
                <a:lnTo>
                  <a:pt x="501339" y="101217"/>
                </a:lnTo>
                <a:lnTo>
                  <a:pt x="511754" y="95624"/>
                </a:lnTo>
                <a:lnTo>
                  <a:pt x="538942" y="98366"/>
                </a:lnTo>
                <a:lnTo>
                  <a:pt x="597923" y="118543"/>
                </a:lnTo>
                <a:lnTo>
                  <a:pt x="620727" y="129838"/>
                </a:lnTo>
                <a:lnTo>
                  <a:pt x="621384" y="133786"/>
                </a:lnTo>
                <a:lnTo>
                  <a:pt x="624783" y="131593"/>
                </a:lnTo>
                <a:lnTo>
                  <a:pt x="665785" y="147713"/>
                </a:lnTo>
                <a:lnTo>
                  <a:pt x="697248" y="167233"/>
                </a:lnTo>
                <a:lnTo>
                  <a:pt x="753598" y="218773"/>
                </a:lnTo>
                <a:lnTo>
                  <a:pt x="782870" y="236538"/>
                </a:lnTo>
                <a:lnTo>
                  <a:pt x="833080" y="333588"/>
                </a:lnTo>
                <a:lnTo>
                  <a:pt x="832971" y="346418"/>
                </a:lnTo>
                <a:lnTo>
                  <a:pt x="816636" y="362648"/>
                </a:lnTo>
                <a:lnTo>
                  <a:pt x="818061" y="366047"/>
                </a:lnTo>
                <a:lnTo>
                  <a:pt x="849306" y="376136"/>
                </a:lnTo>
                <a:lnTo>
                  <a:pt x="867504" y="401687"/>
                </a:lnTo>
                <a:lnTo>
                  <a:pt x="869807" y="446758"/>
                </a:lnTo>
                <a:lnTo>
                  <a:pt x="861475" y="486236"/>
                </a:lnTo>
                <a:lnTo>
                  <a:pt x="841960" y="528126"/>
                </a:lnTo>
                <a:lnTo>
                  <a:pt x="793175" y="607740"/>
                </a:lnTo>
                <a:lnTo>
                  <a:pt x="772126" y="651494"/>
                </a:lnTo>
                <a:lnTo>
                  <a:pt x="735400" y="755891"/>
                </a:lnTo>
                <a:lnTo>
                  <a:pt x="718078" y="849651"/>
                </a:lnTo>
                <a:lnTo>
                  <a:pt x="718736" y="902508"/>
                </a:lnTo>
                <a:lnTo>
                  <a:pt x="728055" y="940231"/>
                </a:lnTo>
                <a:lnTo>
                  <a:pt x="767850" y="1014800"/>
                </a:lnTo>
                <a:lnTo>
                  <a:pt x="822008" y="1097046"/>
                </a:lnTo>
                <a:lnTo>
                  <a:pt x="821131" y="1115578"/>
                </a:lnTo>
                <a:lnTo>
                  <a:pt x="806002" y="1128957"/>
                </a:lnTo>
                <a:lnTo>
                  <a:pt x="792956" y="1129396"/>
                </a:lnTo>
                <a:lnTo>
                  <a:pt x="782870" y="1124242"/>
                </a:lnTo>
                <a:lnTo>
                  <a:pt x="256535" y="677155"/>
                </a:lnTo>
                <a:lnTo>
                  <a:pt x="136819" y="568371"/>
                </a:lnTo>
                <a:lnTo>
                  <a:pt x="95598" y="506742"/>
                </a:lnTo>
                <a:lnTo>
                  <a:pt x="79372" y="466716"/>
                </a:lnTo>
                <a:lnTo>
                  <a:pt x="70602" y="431296"/>
                </a:lnTo>
                <a:lnTo>
                  <a:pt x="81346" y="422742"/>
                </a:lnTo>
                <a:lnTo>
                  <a:pt x="173435" y="425374"/>
                </a:lnTo>
                <a:lnTo>
                  <a:pt x="196129" y="420001"/>
                </a:lnTo>
                <a:lnTo>
                  <a:pt x="212902" y="410350"/>
                </a:lnTo>
                <a:lnTo>
                  <a:pt x="225181" y="393134"/>
                </a:lnTo>
                <a:lnTo>
                  <a:pt x="223975" y="381290"/>
                </a:lnTo>
                <a:lnTo>
                  <a:pt x="212792" y="370544"/>
                </a:lnTo>
                <a:lnTo>
                  <a:pt x="210929" y="355739"/>
                </a:lnTo>
                <a:lnTo>
                  <a:pt x="231101" y="319771"/>
                </a:lnTo>
                <a:lnTo>
                  <a:pt x="214327" y="311985"/>
                </a:lnTo>
                <a:lnTo>
                  <a:pt x="195909" y="313739"/>
                </a:lnTo>
                <a:lnTo>
                  <a:pt x="169927" y="340496"/>
                </a:lnTo>
                <a:lnTo>
                  <a:pt x="146028" y="350147"/>
                </a:lnTo>
                <a:lnTo>
                  <a:pt x="57775" y="346089"/>
                </a:lnTo>
                <a:lnTo>
                  <a:pt x="43742" y="337974"/>
                </a:lnTo>
                <a:lnTo>
                  <a:pt x="34424" y="326241"/>
                </a:lnTo>
                <a:lnTo>
                  <a:pt x="1973" y="239938"/>
                </a:lnTo>
                <a:lnTo>
                  <a:pt x="0" y="198376"/>
                </a:lnTo>
                <a:lnTo>
                  <a:pt x="18308" y="160434"/>
                </a:lnTo>
                <a:lnTo>
                  <a:pt x="133420" y="56585"/>
                </a:lnTo>
                <a:lnTo>
                  <a:pt x="168721" y="37614"/>
                </a:lnTo>
                <a:lnTo>
                  <a:pt x="299620" y="1206"/>
                </a:lnTo>
                <a:lnTo>
                  <a:pt x="342923" y="0"/>
                </a:lnTo>
                <a:lnTo>
                  <a:pt x="379759" y="10637"/>
                </a:lnTo>
                <a:lnTo>
                  <a:pt x="413196" y="60533"/>
                </a:lnTo>
                <a:lnTo>
                  <a:pt x="487745" y="74569"/>
                </a:lnTo>
                <a:lnTo>
                  <a:pt x="495967" y="81149"/>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93113BB8-897A-4FFD-8B53-D4079F75C441}"/>
              </a:ext>
            </a:extLst>
          </p:cNvPr>
          <p:cNvSpPr>
            <a:spLocks xmlns:a="http://schemas.openxmlformats.org/drawingml/2006/main" noGrp="1"/>
          </p:cNvSpPr>
          <p:nvPr/>
        </p:nvSpPr>
        <p:spPr>
          <a:xfrm xmlns:a="http://schemas.openxmlformats.org/drawingml/2006/main">
            <a:off x="6953525" y="2931523"/>
            <a:ext cx="91965" cy="84955"/>
          </a:xfrm>
          <a:custGeom xmlns:a="http://schemas.openxmlformats.org/drawingml/2006/main">
            <a:pathLst>
              <a:path w="114673" h="105932">
                <a:moveTo>
                  <a:pt x="32451" y="6689"/>
                </a:moveTo>
                <a:lnTo>
                  <a:pt x="60297" y="43426"/>
                </a:lnTo>
                <a:lnTo>
                  <a:pt x="104258" y="57572"/>
                </a:lnTo>
                <a:lnTo>
                  <a:pt x="114673" y="95843"/>
                </a:lnTo>
                <a:lnTo>
                  <a:pt x="110178" y="105274"/>
                </a:lnTo>
                <a:lnTo>
                  <a:pt x="104258" y="105932"/>
                </a:lnTo>
                <a:lnTo>
                  <a:pt x="90006" y="93760"/>
                </a:lnTo>
                <a:lnTo>
                  <a:pt x="8332" y="14037"/>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F007E5AD-5648-4187-91CF-5146222B0A8B}"/>
              </a:ext>
            </a:extLst>
          </p:cNvPr>
          <p:cNvSpPr>
            <a:spLocks xmlns:a="http://schemas.openxmlformats.org/drawingml/2006/main" noGrp="1"/>
          </p:cNvSpPr>
          <p:nvPr/>
        </p:nvSpPr>
        <p:spPr>
          <a:xfrm xmlns:a="http://schemas.openxmlformats.org/drawingml/2006/main">
            <a:off x="5314593" y="4611013"/>
            <a:ext cx="211889" cy="254426"/>
          </a:xfrm>
          <a:custGeom xmlns:a="http://schemas.openxmlformats.org/drawingml/2006/main">
            <a:pathLst>
              <a:path w="264209" h="317248">
                <a:moveTo>
                  <a:pt x="25763" y="45838"/>
                </a:moveTo>
                <a:lnTo>
                  <a:pt x="42427" y="47812"/>
                </a:lnTo>
                <a:lnTo>
                  <a:pt x="36945" y="59326"/>
                </a:lnTo>
                <a:lnTo>
                  <a:pt x="42317" y="78627"/>
                </a:lnTo>
                <a:lnTo>
                  <a:pt x="34972" y="80820"/>
                </a:lnTo>
                <a:lnTo>
                  <a:pt x="46812" y="77201"/>
                </a:lnTo>
                <a:lnTo>
                  <a:pt x="48785" y="80601"/>
                </a:lnTo>
                <a:lnTo>
                  <a:pt x="53390" y="74679"/>
                </a:lnTo>
                <a:lnTo>
                  <a:pt x="57666" y="80052"/>
                </a:lnTo>
                <a:lnTo>
                  <a:pt x="52074" y="94747"/>
                </a:lnTo>
                <a:lnTo>
                  <a:pt x="58762" y="99133"/>
                </a:lnTo>
                <a:lnTo>
                  <a:pt x="43742" y="108016"/>
                </a:lnTo>
                <a:lnTo>
                  <a:pt x="35082" y="101875"/>
                </a:lnTo>
                <a:lnTo>
                  <a:pt x="32560" y="103958"/>
                </a:lnTo>
                <a:lnTo>
                  <a:pt x="43085" y="109003"/>
                </a:lnTo>
                <a:lnTo>
                  <a:pt x="61174" y="101875"/>
                </a:lnTo>
                <a:lnTo>
                  <a:pt x="53280" y="109112"/>
                </a:lnTo>
                <a:lnTo>
                  <a:pt x="63476" y="107687"/>
                </a:lnTo>
                <a:lnTo>
                  <a:pt x="61064" y="121833"/>
                </a:lnTo>
                <a:lnTo>
                  <a:pt x="65011" y="110977"/>
                </a:lnTo>
                <a:lnTo>
                  <a:pt x="91103" y="99572"/>
                </a:lnTo>
                <a:lnTo>
                  <a:pt x="105464" y="98146"/>
                </a:lnTo>
                <a:lnTo>
                  <a:pt x="135613" y="105823"/>
                </a:lnTo>
                <a:lnTo>
                  <a:pt x="171242" y="87180"/>
                </a:lnTo>
                <a:lnTo>
                  <a:pt x="193388" y="80601"/>
                </a:lnTo>
                <a:lnTo>
                  <a:pt x="193388" y="76105"/>
                </a:lnTo>
                <a:lnTo>
                  <a:pt x="249628" y="75227"/>
                </a:lnTo>
                <a:lnTo>
                  <a:pt x="261797" y="125452"/>
                </a:lnTo>
                <a:lnTo>
                  <a:pt x="264209" y="169316"/>
                </a:lnTo>
                <a:lnTo>
                  <a:pt x="259824" y="186752"/>
                </a:lnTo>
                <a:lnTo>
                  <a:pt x="245133" y="204737"/>
                </a:lnTo>
                <a:lnTo>
                  <a:pt x="203364" y="227546"/>
                </a:lnTo>
                <a:lnTo>
                  <a:pt x="193717" y="273494"/>
                </a:lnTo>
                <a:lnTo>
                  <a:pt x="168940" y="297619"/>
                </a:lnTo>
                <a:lnTo>
                  <a:pt x="146356" y="312533"/>
                </a:lnTo>
                <a:lnTo>
                  <a:pt x="121580" y="317248"/>
                </a:lnTo>
                <a:lnTo>
                  <a:pt x="97132" y="309243"/>
                </a:lnTo>
                <a:lnTo>
                  <a:pt x="32341" y="243885"/>
                </a:lnTo>
                <a:lnTo>
                  <a:pt x="31464" y="229959"/>
                </a:lnTo>
                <a:lnTo>
                  <a:pt x="60077" y="194538"/>
                </a:lnTo>
                <a:lnTo>
                  <a:pt x="66984" y="172058"/>
                </a:lnTo>
                <a:lnTo>
                  <a:pt x="61831" y="146726"/>
                </a:lnTo>
                <a:lnTo>
                  <a:pt x="56569" y="155170"/>
                </a:lnTo>
                <a:lnTo>
                  <a:pt x="54157" y="146616"/>
                </a:lnTo>
                <a:lnTo>
                  <a:pt x="42975" y="143436"/>
                </a:lnTo>
                <a:lnTo>
                  <a:pt x="54267" y="148371"/>
                </a:lnTo>
                <a:lnTo>
                  <a:pt x="54815" y="157582"/>
                </a:lnTo>
                <a:lnTo>
                  <a:pt x="43742" y="167781"/>
                </a:lnTo>
                <a:lnTo>
                  <a:pt x="35739" y="156595"/>
                </a:lnTo>
                <a:lnTo>
                  <a:pt x="33437" y="166026"/>
                </a:lnTo>
                <a:lnTo>
                  <a:pt x="21926" y="177760"/>
                </a:lnTo>
                <a:lnTo>
                  <a:pt x="8332" y="154951"/>
                </a:lnTo>
                <a:lnTo>
                  <a:pt x="0" y="122052"/>
                </a:lnTo>
                <a:lnTo>
                  <a:pt x="4276" y="91896"/>
                </a:lnTo>
                <a:lnTo>
                  <a:pt x="12498" y="81259"/>
                </a:lnTo>
                <a:lnTo>
                  <a:pt x="17102" y="56366"/>
                </a:lnTo>
                <a:lnTo>
                  <a:pt x="12498" y="548"/>
                </a:lnTo>
                <a:lnTo>
                  <a:pt x="15677"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385E7D75-F1D9-45D9-AA83-4214CC7CE7C0}"/>
              </a:ext>
            </a:extLst>
          </p:cNvPr>
          <p:cNvSpPr>
            <a:spLocks xmlns:a="http://schemas.openxmlformats.org/drawingml/2006/main" noGrp="1"/>
          </p:cNvSpPr>
          <p:nvPr/>
        </p:nvSpPr>
        <p:spPr>
          <a:xfrm xmlns:a="http://schemas.openxmlformats.org/drawingml/2006/main">
            <a:off x="4870241" y="4645312"/>
            <a:ext cx="233342" cy="95245"/>
          </a:xfrm>
          <a:custGeom xmlns:a="http://schemas.openxmlformats.org/drawingml/2006/main">
            <a:pathLst>
              <a:path w="290959" h="118763">
                <a:moveTo>
                  <a:pt x="171571" y="219"/>
                </a:moveTo>
                <a:lnTo>
                  <a:pt x="195032" y="7457"/>
                </a:lnTo>
                <a:lnTo>
                  <a:pt x="180342" y="3070"/>
                </a:lnTo>
                <a:lnTo>
                  <a:pt x="177053" y="13379"/>
                </a:lnTo>
                <a:lnTo>
                  <a:pt x="187577" y="29828"/>
                </a:lnTo>
                <a:lnTo>
                  <a:pt x="199527" y="36846"/>
                </a:lnTo>
                <a:lnTo>
                  <a:pt x="218493" y="34872"/>
                </a:lnTo>
                <a:lnTo>
                  <a:pt x="234170" y="24125"/>
                </a:lnTo>
                <a:lnTo>
                  <a:pt x="235815" y="21384"/>
                </a:lnTo>
                <a:lnTo>
                  <a:pt x="230114" y="17984"/>
                </a:lnTo>
                <a:lnTo>
                  <a:pt x="243160" y="24783"/>
                </a:lnTo>
                <a:lnTo>
                  <a:pt x="257850" y="59546"/>
                </a:lnTo>
                <a:lnTo>
                  <a:pt x="250944" y="43097"/>
                </a:lnTo>
                <a:lnTo>
                  <a:pt x="242173" y="40465"/>
                </a:lnTo>
                <a:lnTo>
                  <a:pt x="229675" y="45838"/>
                </a:lnTo>
                <a:lnTo>
                  <a:pt x="222221" y="59326"/>
                </a:lnTo>
                <a:lnTo>
                  <a:pt x="233622" y="71279"/>
                </a:lnTo>
                <a:lnTo>
                  <a:pt x="247107" y="72705"/>
                </a:lnTo>
                <a:lnTo>
                  <a:pt x="268923" y="88825"/>
                </a:lnTo>
                <a:lnTo>
                  <a:pt x="277255" y="87071"/>
                </a:lnTo>
                <a:lnTo>
                  <a:pt x="272650" y="80820"/>
                </a:lnTo>
                <a:lnTo>
                  <a:pt x="290959" y="107358"/>
                </a:lnTo>
                <a:lnTo>
                  <a:pt x="270239" y="109880"/>
                </a:lnTo>
                <a:lnTo>
                  <a:pt x="274076" y="103849"/>
                </a:lnTo>
                <a:lnTo>
                  <a:pt x="270019" y="97488"/>
                </a:lnTo>
                <a:lnTo>
                  <a:pt x="248970" y="92444"/>
                </a:lnTo>
                <a:lnTo>
                  <a:pt x="247436" y="111964"/>
                </a:lnTo>
                <a:lnTo>
                  <a:pt x="260372" y="110428"/>
                </a:lnTo>
                <a:lnTo>
                  <a:pt x="216958" y="118763"/>
                </a:lnTo>
                <a:lnTo>
                  <a:pt x="176285" y="110428"/>
                </a:lnTo>
                <a:lnTo>
                  <a:pt x="106999" y="118214"/>
                </a:lnTo>
                <a:lnTo>
                  <a:pt x="7345" y="101546"/>
                </a:lnTo>
                <a:lnTo>
                  <a:pt x="0" y="94418"/>
                </a:lnTo>
                <a:lnTo>
                  <a:pt x="3837" y="83671"/>
                </a:lnTo>
                <a:lnTo>
                  <a:pt x="39028" y="61629"/>
                </a:lnTo>
                <a:lnTo>
                  <a:pt x="74000" y="23248"/>
                </a:lnTo>
                <a:lnTo>
                  <a:pt x="153592"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2AA7E833-7A90-404A-B22B-B26E5EFC3313}"/>
              </a:ext>
            </a:extLst>
          </p:cNvPr>
          <p:cNvSpPr>
            <a:spLocks xmlns:a="http://schemas.openxmlformats.org/drawingml/2006/main" noGrp="1"/>
          </p:cNvSpPr>
          <p:nvPr/>
        </p:nvSpPr>
        <p:spPr>
          <a:xfrm xmlns:a="http://schemas.openxmlformats.org/drawingml/2006/main">
            <a:off x="5156512" y="4434507"/>
            <a:ext cx="273522" cy="108173"/>
          </a:xfrm>
          <a:custGeom xmlns:a="http://schemas.openxmlformats.org/drawingml/2006/main">
            <a:pathLst>
              <a:path w="341060" h="134883">
                <a:moveTo>
                  <a:pt x="119168" y="13598"/>
                </a:moveTo>
                <a:lnTo>
                  <a:pt x="162362" y="33118"/>
                </a:lnTo>
                <a:lnTo>
                  <a:pt x="167625" y="21274"/>
                </a:lnTo>
                <a:lnTo>
                  <a:pt x="184179" y="8444"/>
                </a:lnTo>
                <a:lnTo>
                  <a:pt x="194374" y="7018"/>
                </a:lnTo>
                <a:lnTo>
                  <a:pt x="199198" y="11624"/>
                </a:lnTo>
                <a:lnTo>
                  <a:pt x="215862" y="62397"/>
                </a:lnTo>
                <a:lnTo>
                  <a:pt x="221234" y="66893"/>
                </a:lnTo>
                <a:lnTo>
                  <a:pt x="262455" y="82575"/>
                </a:lnTo>
                <a:lnTo>
                  <a:pt x="276707" y="78407"/>
                </a:lnTo>
                <a:lnTo>
                  <a:pt x="302689" y="79723"/>
                </a:lnTo>
                <a:lnTo>
                  <a:pt x="330097" y="95624"/>
                </a:lnTo>
                <a:lnTo>
                  <a:pt x="341060" y="108235"/>
                </a:lnTo>
                <a:lnTo>
                  <a:pt x="320449" y="134883"/>
                </a:lnTo>
                <a:lnTo>
                  <a:pt x="264867" y="132580"/>
                </a:lnTo>
                <a:lnTo>
                  <a:pt x="212683" y="121175"/>
                </a:lnTo>
                <a:lnTo>
                  <a:pt x="136599" y="81697"/>
                </a:lnTo>
                <a:lnTo>
                  <a:pt x="61283" y="65248"/>
                </a:lnTo>
                <a:lnTo>
                  <a:pt x="32889" y="65467"/>
                </a:lnTo>
                <a:lnTo>
                  <a:pt x="5372" y="48580"/>
                </a:lnTo>
                <a:lnTo>
                  <a:pt x="0" y="34982"/>
                </a:lnTo>
                <a:lnTo>
                  <a:pt x="3727" y="26319"/>
                </a:lnTo>
                <a:lnTo>
                  <a:pt x="40234" y="6251"/>
                </a:lnTo>
                <a:lnTo>
                  <a:pt x="72575" y="0"/>
                </a:lnTo>
                <a:lnTo>
                  <a:pt x="105793" y="3619"/>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F0F113CD-B122-438C-8301-954F6FCC99D4}"/>
              </a:ext>
            </a:extLst>
          </p:cNvPr>
          <p:cNvSpPr>
            <a:spLocks xmlns:a="http://schemas.openxmlformats.org/drawingml/2006/main" noGrp="1"/>
          </p:cNvSpPr>
          <p:nvPr/>
        </p:nvSpPr>
        <p:spPr>
          <a:xfrm xmlns:a="http://schemas.openxmlformats.org/drawingml/2006/main">
            <a:off x="5331914" y="4407596"/>
            <a:ext cx="171006" cy="143439"/>
          </a:xfrm>
          <a:custGeom xmlns:a="http://schemas.openxmlformats.org/drawingml/2006/main">
            <a:pathLst>
              <a:path w="213231" h="178857">
                <a:moveTo>
                  <a:pt x="17541" y="0"/>
                </a:moveTo>
                <a:lnTo>
                  <a:pt x="59310" y="7457"/>
                </a:lnTo>
                <a:lnTo>
                  <a:pt x="107438" y="48031"/>
                </a:lnTo>
                <a:lnTo>
                  <a:pt x="119168" y="67880"/>
                </a:lnTo>
                <a:lnTo>
                  <a:pt x="127939" y="72815"/>
                </a:lnTo>
                <a:lnTo>
                  <a:pt x="132433" y="66345"/>
                </a:lnTo>
                <a:lnTo>
                  <a:pt x="136928" y="70402"/>
                </a:lnTo>
                <a:lnTo>
                  <a:pt x="134516" y="73144"/>
                </a:lnTo>
                <a:lnTo>
                  <a:pt x="143396" y="81259"/>
                </a:lnTo>
                <a:lnTo>
                  <a:pt x="146028" y="78956"/>
                </a:lnTo>
                <a:lnTo>
                  <a:pt x="152715" y="85426"/>
                </a:lnTo>
                <a:lnTo>
                  <a:pt x="150193" y="87948"/>
                </a:lnTo>
                <a:lnTo>
                  <a:pt x="158416" y="96063"/>
                </a:lnTo>
                <a:lnTo>
                  <a:pt x="161595" y="93102"/>
                </a:lnTo>
                <a:lnTo>
                  <a:pt x="185933" y="119092"/>
                </a:lnTo>
                <a:lnTo>
                  <a:pt x="191743" y="127864"/>
                </a:lnTo>
                <a:lnTo>
                  <a:pt x="188345" y="140366"/>
                </a:lnTo>
                <a:lnTo>
                  <a:pt x="197773" y="144423"/>
                </a:lnTo>
                <a:lnTo>
                  <a:pt x="213231" y="173593"/>
                </a:lnTo>
                <a:lnTo>
                  <a:pt x="212354" y="178857"/>
                </a:lnTo>
                <a:lnTo>
                  <a:pt x="182973" y="171071"/>
                </a:lnTo>
                <a:lnTo>
                  <a:pt x="149645" y="169426"/>
                </a:lnTo>
                <a:lnTo>
                  <a:pt x="141642" y="138830"/>
                </a:lnTo>
                <a:lnTo>
                  <a:pt x="122347" y="120956"/>
                </a:lnTo>
                <a:lnTo>
                  <a:pt x="82223" y="105603"/>
                </a:lnTo>
                <a:lnTo>
                  <a:pt x="36836" y="101107"/>
                </a:lnTo>
                <a:lnTo>
                  <a:pt x="11950" y="86742"/>
                </a:lnTo>
                <a:lnTo>
                  <a:pt x="0" y="16888"/>
                </a:lnTo>
                <a:lnTo>
                  <a:pt x="5591" y="13708"/>
                </a:lnTo>
                <a:lnTo>
                  <a:pt x="4933" y="5593"/>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0D33EBBC-67A3-4F84-811D-2CDD080C5B1E}"/>
              </a:ext>
            </a:extLst>
          </p:cNvPr>
          <p:cNvSpPr>
            <a:spLocks xmlns:a="http://schemas.openxmlformats.org/drawingml/2006/main" noGrp="1"/>
          </p:cNvSpPr>
          <p:nvPr/>
        </p:nvSpPr>
        <p:spPr>
          <a:xfrm xmlns:a="http://schemas.openxmlformats.org/drawingml/2006/main">
            <a:off x="4958866" y="4830788"/>
            <a:ext cx="127837" cy="106941"/>
          </a:xfrm>
          <a:custGeom xmlns:a="http://schemas.openxmlformats.org/drawingml/2006/main">
            <a:pathLst>
              <a:path w="159402" h="133347">
                <a:moveTo>
                  <a:pt x="106012" y="0"/>
                </a:moveTo>
                <a:lnTo>
                  <a:pt x="132104" y="2522"/>
                </a:lnTo>
                <a:lnTo>
                  <a:pt x="135832" y="9102"/>
                </a:lnTo>
                <a:lnTo>
                  <a:pt x="118181" y="14475"/>
                </a:lnTo>
                <a:lnTo>
                  <a:pt x="116318" y="20068"/>
                </a:lnTo>
                <a:lnTo>
                  <a:pt x="129583" y="11295"/>
                </a:lnTo>
                <a:lnTo>
                  <a:pt x="142300" y="12721"/>
                </a:lnTo>
                <a:lnTo>
                  <a:pt x="158745" y="40136"/>
                </a:lnTo>
                <a:lnTo>
                  <a:pt x="150413" y="47373"/>
                </a:lnTo>
                <a:lnTo>
                  <a:pt x="151290" y="50883"/>
                </a:lnTo>
                <a:lnTo>
                  <a:pt x="153153" y="47154"/>
                </a:lnTo>
                <a:lnTo>
                  <a:pt x="159402" y="47702"/>
                </a:lnTo>
                <a:lnTo>
                  <a:pt x="157319" y="61191"/>
                </a:lnTo>
                <a:lnTo>
                  <a:pt x="145699" y="58559"/>
                </a:lnTo>
                <a:lnTo>
                  <a:pt x="132872" y="68648"/>
                </a:lnTo>
                <a:lnTo>
                  <a:pt x="122128" y="43316"/>
                </a:lnTo>
                <a:lnTo>
                  <a:pt x="121909" y="50005"/>
                </a:lnTo>
                <a:lnTo>
                  <a:pt x="131666" y="62945"/>
                </a:lnTo>
                <a:lnTo>
                  <a:pt x="128267" y="69964"/>
                </a:lnTo>
                <a:lnTo>
                  <a:pt x="121909" y="57243"/>
                </a:lnTo>
                <a:lnTo>
                  <a:pt x="112481" y="54392"/>
                </a:lnTo>
                <a:lnTo>
                  <a:pt x="103929" y="58339"/>
                </a:lnTo>
                <a:lnTo>
                  <a:pt x="113248" y="55050"/>
                </a:lnTo>
                <a:lnTo>
                  <a:pt x="121690" y="58011"/>
                </a:lnTo>
                <a:lnTo>
                  <a:pt x="126184" y="66783"/>
                </a:lnTo>
                <a:lnTo>
                  <a:pt x="122786" y="97488"/>
                </a:lnTo>
                <a:lnTo>
                  <a:pt x="107328" y="96392"/>
                </a:lnTo>
                <a:lnTo>
                  <a:pt x="90445" y="105932"/>
                </a:lnTo>
                <a:lnTo>
                  <a:pt x="84196" y="98804"/>
                </a:lnTo>
                <a:lnTo>
                  <a:pt x="78715" y="98804"/>
                </a:lnTo>
                <a:lnTo>
                  <a:pt x="52623" y="114815"/>
                </a:lnTo>
                <a:lnTo>
                  <a:pt x="53390" y="118214"/>
                </a:lnTo>
                <a:lnTo>
                  <a:pt x="43852" y="120846"/>
                </a:lnTo>
                <a:lnTo>
                  <a:pt x="39028" y="115363"/>
                </a:lnTo>
                <a:lnTo>
                  <a:pt x="20830" y="133347"/>
                </a:lnTo>
                <a:lnTo>
                  <a:pt x="24557" y="125123"/>
                </a:lnTo>
                <a:lnTo>
                  <a:pt x="19295" y="101655"/>
                </a:lnTo>
                <a:lnTo>
                  <a:pt x="7674" y="67441"/>
                </a:lnTo>
                <a:lnTo>
                  <a:pt x="0" y="63055"/>
                </a:lnTo>
                <a:lnTo>
                  <a:pt x="877" y="57462"/>
                </a:lnTo>
                <a:lnTo>
                  <a:pt x="44948" y="50992"/>
                </a:lnTo>
                <a:lnTo>
                  <a:pt x="56460" y="59984"/>
                </a:lnTo>
                <a:lnTo>
                  <a:pt x="59420" y="57791"/>
                </a:lnTo>
                <a:lnTo>
                  <a:pt x="53609" y="43974"/>
                </a:lnTo>
                <a:lnTo>
                  <a:pt x="72137" y="12282"/>
                </a:lnTo>
                <a:lnTo>
                  <a:pt x="87704" y="3399"/>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E1D5C4B1-F5F8-4F5F-A85C-55A2DD733BC6}"/>
              </a:ext>
            </a:extLst>
          </p:cNvPr>
          <p:cNvSpPr>
            <a:spLocks xmlns:a="http://schemas.openxmlformats.org/drawingml/2006/main" noGrp="1"/>
          </p:cNvSpPr>
          <p:nvPr/>
        </p:nvSpPr>
        <p:spPr>
          <a:xfrm xmlns:a="http://schemas.openxmlformats.org/drawingml/2006/main">
            <a:off x="5055754" y="4970094"/>
            <a:ext cx="116495" cy="87681"/>
          </a:xfrm>
          <a:custGeom xmlns:a="http://schemas.openxmlformats.org/drawingml/2006/main">
            <a:pathLst>
              <a:path w="145260" h="109332">
                <a:moveTo>
                  <a:pt x="50759" y="0"/>
                </a:moveTo>
                <a:lnTo>
                  <a:pt x="69286" y="8115"/>
                </a:lnTo>
                <a:lnTo>
                  <a:pt x="73562" y="17655"/>
                </a:lnTo>
                <a:lnTo>
                  <a:pt x="93515" y="8992"/>
                </a:lnTo>
                <a:lnTo>
                  <a:pt x="91980" y="26428"/>
                </a:lnTo>
                <a:lnTo>
                  <a:pt x="94721" y="8773"/>
                </a:lnTo>
                <a:lnTo>
                  <a:pt x="103601" y="6580"/>
                </a:lnTo>
                <a:lnTo>
                  <a:pt x="123882" y="13379"/>
                </a:lnTo>
                <a:lnTo>
                  <a:pt x="128816" y="22919"/>
                </a:lnTo>
                <a:lnTo>
                  <a:pt x="131776" y="19410"/>
                </a:lnTo>
                <a:lnTo>
                  <a:pt x="145260" y="22151"/>
                </a:lnTo>
                <a:lnTo>
                  <a:pt x="144602" y="33556"/>
                </a:lnTo>
                <a:lnTo>
                  <a:pt x="134187" y="47702"/>
                </a:lnTo>
                <a:lnTo>
                  <a:pt x="120045" y="40465"/>
                </a:lnTo>
                <a:lnTo>
                  <a:pt x="113577" y="45838"/>
                </a:lnTo>
                <a:lnTo>
                  <a:pt x="122128" y="43755"/>
                </a:lnTo>
                <a:lnTo>
                  <a:pt x="126952" y="49676"/>
                </a:lnTo>
                <a:lnTo>
                  <a:pt x="124759" y="68099"/>
                </a:lnTo>
                <a:lnTo>
                  <a:pt x="120484" y="71499"/>
                </a:lnTo>
                <a:lnTo>
                  <a:pt x="125198" y="100340"/>
                </a:lnTo>
                <a:lnTo>
                  <a:pt x="107876" y="109332"/>
                </a:lnTo>
                <a:lnTo>
                  <a:pt x="93295" y="107029"/>
                </a:lnTo>
                <a:lnTo>
                  <a:pt x="77070" y="96392"/>
                </a:lnTo>
                <a:lnTo>
                  <a:pt x="72027" y="102094"/>
                </a:lnTo>
                <a:lnTo>
                  <a:pt x="63147" y="101875"/>
                </a:lnTo>
                <a:lnTo>
                  <a:pt x="42098" y="76982"/>
                </a:lnTo>
                <a:lnTo>
                  <a:pt x="31793" y="46167"/>
                </a:lnTo>
                <a:lnTo>
                  <a:pt x="23132" y="40245"/>
                </a:lnTo>
                <a:lnTo>
                  <a:pt x="16335" y="42329"/>
                </a:lnTo>
                <a:lnTo>
                  <a:pt x="987" y="37175"/>
                </a:lnTo>
                <a:lnTo>
                  <a:pt x="0" y="28841"/>
                </a:lnTo>
                <a:lnTo>
                  <a:pt x="14471" y="11843"/>
                </a:lnTo>
                <a:lnTo>
                  <a:pt x="20939" y="14804"/>
                </a:lnTo>
                <a:lnTo>
                  <a:pt x="34862" y="1097"/>
                </a:lnTo>
                <a:lnTo>
                  <a:pt x="38261" y="6580"/>
                </a:lnTo>
                <a:lnTo>
                  <a:pt x="39357" y="2303"/>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BC8421BA-04B3-4C37-90AF-B402FD7F9AF9}"/>
              </a:ext>
            </a:extLst>
          </p:cNvPr>
          <p:cNvSpPr>
            <a:spLocks xmlns:a="http://schemas.openxmlformats.org/drawingml/2006/main" noGrp="1"/>
          </p:cNvSpPr>
          <p:nvPr/>
        </p:nvSpPr>
        <p:spPr>
          <a:xfrm xmlns:a="http://schemas.openxmlformats.org/drawingml/2006/main">
            <a:off x="5615107" y="4667298"/>
            <a:ext cx="83964" cy="89352"/>
          </a:xfrm>
          <a:custGeom xmlns:a="http://schemas.openxmlformats.org/drawingml/2006/main">
            <a:pathLst>
              <a:path w="104697" h="111415">
                <a:moveTo>
                  <a:pt x="13156" y="3070"/>
                </a:moveTo>
                <a:lnTo>
                  <a:pt x="38371" y="26757"/>
                </a:lnTo>
                <a:lnTo>
                  <a:pt x="52403" y="32021"/>
                </a:lnTo>
                <a:lnTo>
                  <a:pt x="72027" y="66454"/>
                </a:lnTo>
                <a:lnTo>
                  <a:pt x="104149" y="99024"/>
                </a:lnTo>
                <a:lnTo>
                  <a:pt x="104697" y="111415"/>
                </a:lnTo>
                <a:lnTo>
                  <a:pt x="72356" y="103081"/>
                </a:lnTo>
                <a:lnTo>
                  <a:pt x="18637" y="69196"/>
                </a:lnTo>
                <a:lnTo>
                  <a:pt x="767" y="32021"/>
                </a:lnTo>
                <a:lnTo>
                  <a:pt x="0" y="2961"/>
                </a:lnTo>
                <a:lnTo>
                  <a:pt x="6359"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217D04DF-485C-40D0-9ACA-5E41995C65FE}"/>
              </a:ext>
            </a:extLst>
          </p:cNvPr>
          <p:cNvSpPr>
            <a:spLocks xmlns:a="http://schemas.openxmlformats.org/drawingml/2006/main" noGrp="1"/>
          </p:cNvSpPr>
          <p:nvPr/>
        </p:nvSpPr>
        <p:spPr>
          <a:xfrm xmlns:a="http://schemas.openxmlformats.org/drawingml/2006/main">
            <a:off x="5218584" y="4513482"/>
            <a:ext cx="32267" cy="46963"/>
          </a:xfrm>
          <a:custGeom xmlns:a="http://schemas.openxmlformats.org/drawingml/2006/main">
            <a:pathLst>
              <a:path w="40234" h="58559">
                <a:moveTo>
                  <a:pt x="7126" y="0"/>
                </a:moveTo>
                <a:lnTo>
                  <a:pt x="18528" y="3728"/>
                </a:lnTo>
                <a:lnTo>
                  <a:pt x="3727" y="1206"/>
                </a:lnTo>
                <a:lnTo>
                  <a:pt x="8880" y="22480"/>
                </a:lnTo>
                <a:lnTo>
                  <a:pt x="37932" y="27744"/>
                </a:lnTo>
                <a:lnTo>
                  <a:pt x="28833" y="45400"/>
                </a:lnTo>
                <a:lnTo>
                  <a:pt x="40234" y="53076"/>
                </a:lnTo>
                <a:lnTo>
                  <a:pt x="21049" y="58559"/>
                </a:lnTo>
                <a:lnTo>
                  <a:pt x="2083" y="44522"/>
                </a:lnTo>
                <a:lnTo>
                  <a:pt x="11073" y="47922"/>
                </a:lnTo>
                <a:lnTo>
                  <a:pt x="14362" y="42110"/>
                </a:lnTo>
                <a:lnTo>
                  <a:pt x="6797" y="30376"/>
                </a:lnTo>
                <a:lnTo>
                  <a:pt x="2631" y="30157"/>
                </a:lnTo>
                <a:lnTo>
                  <a:pt x="0" y="36407"/>
                </a:lnTo>
                <a:lnTo>
                  <a:pt x="5372" y="19191"/>
                </a:lnTo>
                <a:lnTo>
                  <a:pt x="987" y="3180"/>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C1D3CA5D-BA64-4FA2-AB83-892567996A2E}"/>
              </a:ext>
            </a:extLst>
          </p:cNvPr>
          <p:cNvSpPr>
            <a:spLocks xmlns:a="http://schemas.openxmlformats.org/drawingml/2006/main" noGrp="1"/>
          </p:cNvSpPr>
          <p:nvPr/>
        </p:nvSpPr>
        <p:spPr>
          <a:xfrm xmlns:a="http://schemas.openxmlformats.org/drawingml/2006/main">
            <a:off x="5294371" y="4786816"/>
            <a:ext cx="30948" cy="8179"/>
          </a:xfrm>
          <a:custGeom xmlns:a="http://schemas.openxmlformats.org/drawingml/2006/main">
            <a:pathLst>
              <a:path w="38590" h="10198">
                <a:moveTo>
                  <a:pt x="20720" y="0"/>
                </a:moveTo>
                <a:lnTo>
                  <a:pt x="38590" y="0"/>
                </a:lnTo>
                <a:lnTo>
                  <a:pt x="38590" y="10198"/>
                </a:lnTo>
                <a:lnTo>
                  <a:pt x="0" y="10198"/>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1B830BBB-77A9-4831-925B-24A491E56C89}"/>
              </a:ext>
            </a:extLst>
          </p:cNvPr>
          <p:cNvSpPr>
            <a:spLocks xmlns:a="http://schemas.openxmlformats.org/drawingml/2006/main" noGrp="1"/>
          </p:cNvSpPr>
          <p:nvPr/>
        </p:nvSpPr>
        <p:spPr>
          <a:xfrm xmlns:a="http://schemas.openxmlformats.org/drawingml/2006/main">
            <a:off x="5240652" y="4518847"/>
            <a:ext cx="41499" cy="37992"/>
          </a:xfrm>
          <a:custGeom xmlns:a="http://schemas.openxmlformats.org/drawingml/2006/main">
            <a:pathLst>
              <a:path w="51745" h="47373">
                <a:moveTo>
                  <a:pt x="33218" y="16559"/>
                </a:moveTo>
                <a:lnTo>
                  <a:pt x="51745" y="33775"/>
                </a:lnTo>
                <a:lnTo>
                  <a:pt x="44291" y="26538"/>
                </a:lnTo>
                <a:lnTo>
                  <a:pt x="39357" y="35420"/>
                </a:lnTo>
                <a:lnTo>
                  <a:pt x="40344" y="43097"/>
                </a:lnTo>
                <a:lnTo>
                  <a:pt x="51088" y="40355"/>
                </a:lnTo>
                <a:lnTo>
                  <a:pt x="22255" y="47373"/>
                </a:lnTo>
                <a:lnTo>
                  <a:pt x="32999" y="41890"/>
                </a:lnTo>
                <a:lnTo>
                  <a:pt x="25325" y="17765"/>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C3985379-B445-45C9-9A35-1BA66DBD08D2}"/>
              </a:ext>
            </a:extLst>
          </p:cNvPr>
          <p:cNvSpPr>
            <a:spLocks xmlns:a="http://schemas.openxmlformats.org/drawingml/2006/main" noGrp="1"/>
          </p:cNvSpPr>
          <p:nvPr/>
        </p:nvSpPr>
        <p:spPr>
          <a:xfrm xmlns:a="http://schemas.openxmlformats.org/drawingml/2006/main">
            <a:off x="5120112" y="4840814"/>
            <a:ext cx="20486" cy="21371"/>
          </a:xfrm>
          <a:custGeom xmlns:a="http://schemas.openxmlformats.org/drawingml/2006/main">
            <a:pathLst>
              <a:path w="25544" h="26648">
                <a:moveTo>
                  <a:pt x="14033" y="25112"/>
                </a:moveTo>
                <a:lnTo>
                  <a:pt x="5591" y="26648"/>
                </a:lnTo>
                <a:lnTo>
                  <a:pt x="0" y="22809"/>
                </a:lnTo>
                <a:lnTo>
                  <a:pt x="7016" y="17655"/>
                </a:lnTo>
                <a:lnTo>
                  <a:pt x="8770" y="9650"/>
                </a:lnTo>
                <a:lnTo>
                  <a:pt x="25544"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0EA33108-96CA-42DB-A5CE-B385876C611B}"/>
              </a:ext>
            </a:extLst>
          </p:cNvPr>
          <p:cNvSpPr>
            <a:spLocks xmlns:a="http://schemas.openxmlformats.org/drawingml/2006/main" noGrp="1"/>
          </p:cNvSpPr>
          <p:nvPr/>
        </p:nvSpPr>
        <p:spPr>
          <a:xfrm xmlns:a="http://schemas.openxmlformats.org/drawingml/2006/main">
            <a:off x="4458596" y="3010322"/>
            <a:ext cx="14243" cy="21371"/>
          </a:xfrm>
          <a:custGeom xmlns:a="http://schemas.openxmlformats.org/drawingml/2006/main">
            <a:pathLst>
              <a:path w="17760" h="26648">
                <a:moveTo>
                  <a:pt x="9209" y="26648"/>
                </a:moveTo>
                <a:lnTo>
                  <a:pt x="0" y="23687"/>
                </a:lnTo>
                <a:lnTo>
                  <a:pt x="10525" y="0"/>
                </a:lnTo>
                <a:lnTo>
                  <a:pt x="17760" y="14366"/>
                </a:lnTo>
                <a:lnTo>
                  <a:pt x="17431" y="20068"/>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273CCF34-87EF-4B2C-8633-424C0F1C5424}"/>
              </a:ext>
            </a:extLst>
          </p:cNvPr>
          <p:cNvSpPr>
            <a:spLocks xmlns:a="http://schemas.openxmlformats.org/drawingml/2006/main" noGrp="1"/>
          </p:cNvSpPr>
          <p:nvPr/>
        </p:nvSpPr>
        <p:spPr>
          <a:xfrm xmlns:a="http://schemas.openxmlformats.org/drawingml/2006/main">
            <a:off x="3978636" y="2381250"/>
            <a:ext cx="3849965" cy="2287543"/>
          </a:xfrm>
          <a:custGeom xmlns:a="http://schemas.openxmlformats.org/drawingml/2006/main">
            <a:pathLst>
              <a:path w="4800600" h="2852385">
                <a:moveTo>
                  <a:pt x="1004104" y="1789992"/>
                </a:moveTo>
                <a:lnTo>
                  <a:pt x="981739" y="1785496"/>
                </a:lnTo>
                <a:lnTo>
                  <a:pt x="987659" y="1799094"/>
                </a:lnTo>
                <a:lnTo>
                  <a:pt x="1000047" y="1802164"/>
                </a:lnTo>
                <a:lnTo>
                  <a:pt x="1027016" y="1835830"/>
                </a:lnTo>
                <a:lnTo>
                  <a:pt x="1027345" y="1877830"/>
                </a:lnTo>
                <a:lnTo>
                  <a:pt x="991935" y="1876843"/>
                </a:lnTo>
                <a:lnTo>
                  <a:pt x="992154" y="1871689"/>
                </a:lnTo>
                <a:lnTo>
                  <a:pt x="985686" y="1867302"/>
                </a:lnTo>
                <a:lnTo>
                  <a:pt x="982178" y="1838023"/>
                </a:lnTo>
                <a:lnTo>
                  <a:pt x="972092" y="1818832"/>
                </a:lnTo>
                <a:lnTo>
                  <a:pt x="975380" y="1807976"/>
                </a:lnTo>
                <a:lnTo>
                  <a:pt x="985247" y="1799971"/>
                </a:lnTo>
                <a:lnTo>
                  <a:pt x="979656" y="1786483"/>
                </a:lnTo>
                <a:lnTo>
                  <a:pt x="968364" y="1800190"/>
                </a:lnTo>
                <a:lnTo>
                  <a:pt x="963102" y="1816859"/>
                </a:lnTo>
                <a:lnTo>
                  <a:pt x="965295" y="1862368"/>
                </a:lnTo>
                <a:lnTo>
                  <a:pt x="934817" y="1873882"/>
                </a:lnTo>
                <a:lnTo>
                  <a:pt x="911685" y="1872347"/>
                </a:lnTo>
                <a:lnTo>
                  <a:pt x="857089" y="1882545"/>
                </a:lnTo>
                <a:lnTo>
                  <a:pt x="842070" y="1774530"/>
                </a:lnTo>
                <a:lnTo>
                  <a:pt x="835821" y="1771678"/>
                </a:lnTo>
                <a:lnTo>
                  <a:pt x="822885" y="1775187"/>
                </a:lnTo>
                <a:lnTo>
                  <a:pt x="835383" y="1894608"/>
                </a:lnTo>
                <a:lnTo>
                  <a:pt x="815868" y="1903600"/>
                </a:lnTo>
                <a:lnTo>
                  <a:pt x="812141" y="1899214"/>
                </a:lnTo>
                <a:lnTo>
                  <a:pt x="797451" y="1909851"/>
                </a:lnTo>
                <a:lnTo>
                  <a:pt x="738031" y="1843835"/>
                </a:lnTo>
                <a:lnTo>
                  <a:pt x="734742" y="1797997"/>
                </a:lnTo>
                <a:lnTo>
                  <a:pt x="691657" y="1803370"/>
                </a:lnTo>
                <a:lnTo>
                  <a:pt x="699441" y="1867960"/>
                </a:lnTo>
                <a:lnTo>
                  <a:pt x="752502" y="1922681"/>
                </a:lnTo>
                <a:lnTo>
                  <a:pt x="748665" y="1921036"/>
                </a:lnTo>
                <a:lnTo>
                  <a:pt x="751735" y="1926190"/>
                </a:lnTo>
                <a:lnTo>
                  <a:pt x="735948" y="1942968"/>
                </a:lnTo>
                <a:lnTo>
                  <a:pt x="667539" y="1996812"/>
                </a:lnTo>
                <a:lnTo>
                  <a:pt x="652300" y="1978389"/>
                </a:lnTo>
                <a:lnTo>
                  <a:pt x="654931" y="1974331"/>
                </a:lnTo>
                <a:lnTo>
                  <a:pt x="647257" y="1961720"/>
                </a:lnTo>
                <a:lnTo>
                  <a:pt x="580383" y="1928384"/>
                </a:lnTo>
                <a:lnTo>
                  <a:pt x="584549" y="1919391"/>
                </a:lnTo>
                <a:lnTo>
                  <a:pt x="570077" y="1907877"/>
                </a:lnTo>
                <a:lnTo>
                  <a:pt x="558018" y="1917966"/>
                </a:lnTo>
                <a:lnTo>
                  <a:pt x="550015" y="1909083"/>
                </a:lnTo>
                <a:lnTo>
                  <a:pt x="560430" y="1900091"/>
                </a:lnTo>
                <a:lnTo>
                  <a:pt x="526773" y="1861381"/>
                </a:lnTo>
                <a:lnTo>
                  <a:pt x="505176" y="1879694"/>
                </a:lnTo>
                <a:lnTo>
                  <a:pt x="483579" y="1854143"/>
                </a:lnTo>
                <a:lnTo>
                  <a:pt x="567775" y="1762357"/>
                </a:lnTo>
                <a:lnTo>
                  <a:pt x="564157" y="1750843"/>
                </a:lnTo>
                <a:lnTo>
                  <a:pt x="552317" y="1746566"/>
                </a:lnTo>
                <a:lnTo>
                  <a:pt x="495310" y="1808086"/>
                </a:lnTo>
                <a:lnTo>
                  <a:pt x="478317" y="1813898"/>
                </a:lnTo>
                <a:lnTo>
                  <a:pt x="450361" y="1786921"/>
                </a:lnTo>
                <a:lnTo>
                  <a:pt x="445537" y="1773214"/>
                </a:lnTo>
                <a:lnTo>
                  <a:pt x="506163" y="1710378"/>
                </a:lnTo>
                <a:lnTo>
                  <a:pt x="508465" y="1704676"/>
                </a:lnTo>
                <a:lnTo>
                  <a:pt x="502326" y="1697438"/>
                </a:lnTo>
                <a:lnTo>
                  <a:pt x="481715" y="1681208"/>
                </a:lnTo>
                <a:lnTo>
                  <a:pt x="446086" y="1720467"/>
                </a:lnTo>
                <a:lnTo>
                  <a:pt x="411333" y="1747772"/>
                </a:lnTo>
                <a:lnTo>
                  <a:pt x="385022" y="1730007"/>
                </a:lnTo>
                <a:lnTo>
                  <a:pt x="350159" y="1695026"/>
                </a:lnTo>
                <a:lnTo>
                  <a:pt x="316174" y="1743715"/>
                </a:lnTo>
                <a:lnTo>
                  <a:pt x="354215" y="1775845"/>
                </a:lnTo>
                <a:lnTo>
                  <a:pt x="431176" y="1865877"/>
                </a:lnTo>
                <a:lnTo>
                  <a:pt x="447182" y="1962817"/>
                </a:lnTo>
                <a:lnTo>
                  <a:pt x="482264" y="2027517"/>
                </a:lnTo>
                <a:lnTo>
                  <a:pt x="487526" y="2045282"/>
                </a:lnTo>
                <a:lnTo>
                  <a:pt x="482373" y="2074232"/>
                </a:lnTo>
                <a:lnTo>
                  <a:pt x="460228" y="2096603"/>
                </a:lnTo>
                <a:lnTo>
                  <a:pt x="439617" y="2101976"/>
                </a:lnTo>
                <a:lnTo>
                  <a:pt x="383925" y="2098138"/>
                </a:lnTo>
                <a:lnTo>
                  <a:pt x="380856" y="2102086"/>
                </a:lnTo>
                <a:lnTo>
                  <a:pt x="373181" y="2203742"/>
                </a:lnTo>
                <a:lnTo>
                  <a:pt x="412758" y="2203742"/>
                </a:lnTo>
                <a:lnTo>
                  <a:pt x="412868" y="2301998"/>
                </a:lnTo>
                <a:lnTo>
                  <a:pt x="127610" y="2301998"/>
                </a:lnTo>
                <a:lnTo>
                  <a:pt x="127610" y="2377334"/>
                </a:lnTo>
                <a:lnTo>
                  <a:pt x="423721" y="2377334"/>
                </a:lnTo>
                <a:lnTo>
                  <a:pt x="423721" y="2443350"/>
                </a:lnTo>
                <a:lnTo>
                  <a:pt x="351804" y="2475481"/>
                </a:lnTo>
                <a:lnTo>
                  <a:pt x="127610" y="2475481"/>
                </a:lnTo>
                <a:lnTo>
                  <a:pt x="127610" y="2550927"/>
                </a:lnTo>
                <a:lnTo>
                  <a:pt x="483908" y="2550927"/>
                </a:lnTo>
                <a:lnTo>
                  <a:pt x="483908" y="2649074"/>
                </a:lnTo>
                <a:lnTo>
                  <a:pt x="127719" y="2649074"/>
                </a:lnTo>
                <a:lnTo>
                  <a:pt x="127719" y="2732416"/>
                </a:lnTo>
                <a:lnTo>
                  <a:pt x="561526" y="2732306"/>
                </a:lnTo>
                <a:lnTo>
                  <a:pt x="579725" y="2780995"/>
                </a:lnTo>
                <a:lnTo>
                  <a:pt x="464394" y="2823654"/>
                </a:lnTo>
                <a:lnTo>
                  <a:pt x="427339" y="2845915"/>
                </a:lnTo>
                <a:lnTo>
                  <a:pt x="403220" y="2852385"/>
                </a:lnTo>
                <a:lnTo>
                  <a:pt x="39577" y="2761037"/>
                </a:lnTo>
                <a:lnTo>
                  <a:pt x="13594" y="2746891"/>
                </a:lnTo>
                <a:lnTo>
                  <a:pt x="1425" y="2724959"/>
                </a:lnTo>
                <a:lnTo>
                  <a:pt x="0" y="2490285"/>
                </a:lnTo>
                <a:lnTo>
                  <a:pt x="73781" y="2490285"/>
                </a:lnTo>
                <a:lnTo>
                  <a:pt x="73891" y="2460567"/>
                </a:lnTo>
                <a:lnTo>
                  <a:pt x="34534" y="2460567"/>
                </a:lnTo>
                <a:lnTo>
                  <a:pt x="34534" y="2388629"/>
                </a:lnTo>
                <a:lnTo>
                  <a:pt x="68957" y="2388629"/>
                </a:lnTo>
                <a:lnTo>
                  <a:pt x="68957" y="2358911"/>
                </a:lnTo>
                <a:lnTo>
                  <a:pt x="44400" y="2358911"/>
                </a:lnTo>
                <a:lnTo>
                  <a:pt x="44400" y="2308796"/>
                </a:lnTo>
                <a:lnTo>
                  <a:pt x="110" y="2308796"/>
                </a:lnTo>
                <a:lnTo>
                  <a:pt x="1316" y="2289167"/>
                </a:lnTo>
                <a:lnTo>
                  <a:pt x="62599" y="2125005"/>
                </a:lnTo>
                <a:lnTo>
                  <a:pt x="78057" y="2109872"/>
                </a:lnTo>
                <a:lnTo>
                  <a:pt x="110069" y="2098029"/>
                </a:lnTo>
                <a:lnTo>
                  <a:pt x="131008" y="2084431"/>
                </a:lnTo>
                <a:lnTo>
                  <a:pt x="146795" y="2065898"/>
                </a:lnTo>
                <a:lnTo>
                  <a:pt x="156333" y="2045282"/>
                </a:lnTo>
                <a:lnTo>
                  <a:pt x="160279" y="2021156"/>
                </a:lnTo>
                <a:lnTo>
                  <a:pt x="157100" y="1996263"/>
                </a:lnTo>
                <a:lnTo>
                  <a:pt x="137257" y="1945600"/>
                </a:lnTo>
                <a:lnTo>
                  <a:pt x="129473" y="1944723"/>
                </a:lnTo>
                <a:lnTo>
                  <a:pt x="131337" y="1933209"/>
                </a:lnTo>
                <a:lnTo>
                  <a:pt x="127829" y="1937485"/>
                </a:lnTo>
                <a:lnTo>
                  <a:pt x="132872" y="1908535"/>
                </a:lnTo>
                <a:lnTo>
                  <a:pt x="134736" y="1913579"/>
                </a:lnTo>
                <a:lnTo>
                  <a:pt x="136490" y="1903820"/>
                </a:lnTo>
                <a:lnTo>
                  <a:pt x="142519" y="1904806"/>
                </a:lnTo>
                <a:lnTo>
                  <a:pt x="282627" y="1529986"/>
                </a:lnTo>
                <a:lnTo>
                  <a:pt x="296221" y="1477788"/>
                </a:lnTo>
                <a:lnTo>
                  <a:pt x="318695" y="1425480"/>
                </a:lnTo>
                <a:lnTo>
                  <a:pt x="313762" y="1417913"/>
                </a:lnTo>
                <a:lnTo>
                  <a:pt x="319243" y="1412101"/>
                </a:lnTo>
                <a:lnTo>
                  <a:pt x="316064" y="1409140"/>
                </a:lnTo>
                <a:lnTo>
                  <a:pt x="328672" y="1396090"/>
                </a:lnTo>
                <a:lnTo>
                  <a:pt x="337771" y="1374487"/>
                </a:lnTo>
                <a:lnTo>
                  <a:pt x="336455" y="1369553"/>
                </a:lnTo>
                <a:lnTo>
                  <a:pt x="325821" y="1374158"/>
                </a:lnTo>
                <a:lnTo>
                  <a:pt x="317270" y="1364727"/>
                </a:lnTo>
                <a:lnTo>
                  <a:pt x="311569" y="1345866"/>
                </a:lnTo>
                <a:lnTo>
                  <a:pt x="315297" y="1327443"/>
                </a:lnTo>
                <a:lnTo>
                  <a:pt x="301154" y="1318341"/>
                </a:lnTo>
                <a:lnTo>
                  <a:pt x="302580" y="1315599"/>
                </a:lnTo>
                <a:lnTo>
                  <a:pt x="316612" y="1324921"/>
                </a:lnTo>
                <a:lnTo>
                  <a:pt x="328343" y="1312090"/>
                </a:lnTo>
                <a:lnTo>
                  <a:pt x="343801" y="1305949"/>
                </a:lnTo>
                <a:lnTo>
                  <a:pt x="351584" y="1309349"/>
                </a:lnTo>
                <a:lnTo>
                  <a:pt x="356408" y="1319328"/>
                </a:lnTo>
                <a:lnTo>
                  <a:pt x="362767" y="1290487"/>
                </a:lnTo>
                <a:lnTo>
                  <a:pt x="377676" y="1255286"/>
                </a:lnTo>
                <a:lnTo>
                  <a:pt x="380307" y="1235547"/>
                </a:lnTo>
                <a:lnTo>
                  <a:pt x="383377" y="1240263"/>
                </a:lnTo>
                <a:lnTo>
                  <a:pt x="403988" y="1223813"/>
                </a:lnTo>
                <a:lnTo>
                  <a:pt x="417253" y="1206597"/>
                </a:lnTo>
                <a:lnTo>
                  <a:pt x="450580" y="1131260"/>
                </a:lnTo>
                <a:lnTo>
                  <a:pt x="475576" y="1094524"/>
                </a:lnTo>
                <a:lnTo>
                  <a:pt x="478536" y="1076101"/>
                </a:lnTo>
                <a:lnTo>
                  <a:pt x="497283" y="1070288"/>
                </a:lnTo>
                <a:lnTo>
                  <a:pt x="495638" y="1057678"/>
                </a:lnTo>
                <a:lnTo>
                  <a:pt x="501010" y="1053401"/>
                </a:lnTo>
                <a:lnTo>
                  <a:pt x="515372" y="1072043"/>
                </a:lnTo>
                <a:lnTo>
                  <a:pt x="515482" y="1054059"/>
                </a:lnTo>
                <a:lnTo>
                  <a:pt x="524910" y="1052194"/>
                </a:lnTo>
                <a:lnTo>
                  <a:pt x="540477" y="1012607"/>
                </a:lnTo>
                <a:lnTo>
                  <a:pt x="564815" y="970607"/>
                </a:lnTo>
                <a:lnTo>
                  <a:pt x="561855" y="957009"/>
                </a:lnTo>
                <a:lnTo>
                  <a:pt x="573257" y="958654"/>
                </a:lnTo>
                <a:lnTo>
                  <a:pt x="567446" y="949004"/>
                </a:lnTo>
                <a:lnTo>
                  <a:pt x="585864" y="932226"/>
                </a:lnTo>
                <a:lnTo>
                  <a:pt x="593209" y="930252"/>
                </a:lnTo>
                <a:lnTo>
                  <a:pt x="594086" y="939683"/>
                </a:lnTo>
                <a:lnTo>
                  <a:pt x="597046" y="939244"/>
                </a:lnTo>
                <a:lnTo>
                  <a:pt x="600116" y="929703"/>
                </a:lnTo>
                <a:lnTo>
                  <a:pt x="593429" y="918737"/>
                </a:lnTo>
                <a:lnTo>
                  <a:pt x="599897" y="907223"/>
                </a:lnTo>
                <a:lnTo>
                  <a:pt x="612833" y="898231"/>
                </a:lnTo>
                <a:lnTo>
                  <a:pt x="612943" y="879808"/>
                </a:lnTo>
                <a:lnTo>
                  <a:pt x="625331" y="858095"/>
                </a:lnTo>
                <a:lnTo>
                  <a:pt x="621275" y="832434"/>
                </a:lnTo>
                <a:lnTo>
                  <a:pt x="626537" y="805568"/>
                </a:lnTo>
                <a:lnTo>
                  <a:pt x="617767" y="789996"/>
                </a:lnTo>
                <a:lnTo>
                  <a:pt x="624783" y="773218"/>
                </a:lnTo>
                <a:lnTo>
                  <a:pt x="628949" y="776178"/>
                </a:lnTo>
                <a:lnTo>
                  <a:pt x="630922" y="772560"/>
                </a:lnTo>
                <a:lnTo>
                  <a:pt x="625221" y="768502"/>
                </a:lnTo>
                <a:lnTo>
                  <a:pt x="627853" y="760058"/>
                </a:lnTo>
                <a:lnTo>
                  <a:pt x="637829" y="754575"/>
                </a:lnTo>
                <a:lnTo>
                  <a:pt x="628510" y="740319"/>
                </a:lnTo>
                <a:lnTo>
                  <a:pt x="622590" y="715426"/>
                </a:lnTo>
                <a:lnTo>
                  <a:pt x="642543" y="706873"/>
                </a:lnTo>
                <a:lnTo>
                  <a:pt x="650985" y="691082"/>
                </a:lnTo>
                <a:lnTo>
                  <a:pt x="651642" y="678251"/>
                </a:lnTo>
                <a:lnTo>
                  <a:pt x="670608" y="673536"/>
                </a:lnTo>
                <a:lnTo>
                  <a:pt x="683545" y="680225"/>
                </a:lnTo>
                <a:lnTo>
                  <a:pt x="686395" y="671233"/>
                </a:lnTo>
                <a:lnTo>
                  <a:pt x="700428" y="663996"/>
                </a:lnTo>
                <a:lnTo>
                  <a:pt x="703059" y="655223"/>
                </a:lnTo>
                <a:lnTo>
                  <a:pt x="711500" y="647766"/>
                </a:lnTo>
                <a:lnTo>
                  <a:pt x="708321" y="634716"/>
                </a:lnTo>
                <a:lnTo>
                  <a:pt x="711281" y="630439"/>
                </a:lnTo>
                <a:lnTo>
                  <a:pt x="717969" y="625834"/>
                </a:lnTo>
                <a:lnTo>
                  <a:pt x="728164" y="628137"/>
                </a:lnTo>
                <a:lnTo>
                  <a:pt x="734632" y="624847"/>
                </a:lnTo>
                <a:lnTo>
                  <a:pt x="724656" y="615745"/>
                </a:lnTo>
                <a:lnTo>
                  <a:pt x="721696" y="601379"/>
                </a:lnTo>
                <a:lnTo>
                  <a:pt x="728603" y="578570"/>
                </a:lnTo>
                <a:lnTo>
                  <a:pt x="738031" y="581202"/>
                </a:lnTo>
                <a:lnTo>
                  <a:pt x="738798" y="572868"/>
                </a:lnTo>
                <a:lnTo>
                  <a:pt x="729809" y="565082"/>
                </a:lnTo>
                <a:lnTo>
                  <a:pt x="748007" y="555212"/>
                </a:lnTo>
                <a:lnTo>
                  <a:pt x="757874" y="564972"/>
                </a:lnTo>
                <a:lnTo>
                  <a:pt x="752831" y="556857"/>
                </a:lnTo>
                <a:lnTo>
                  <a:pt x="758970" y="548961"/>
                </a:lnTo>
                <a:lnTo>
                  <a:pt x="750310" y="551045"/>
                </a:lnTo>
                <a:lnTo>
                  <a:pt x="743403" y="534706"/>
                </a:lnTo>
                <a:lnTo>
                  <a:pt x="752064" y="499943"/>
                </a:lnTo>
                <a:lnTo>
                  <a:pt x="769933" y="488429"/>
                </a:lnTo>
                <a:lnTo>
                  <a:pt x="780677" y="489964"/>
                </a:lnTo>
                <a:lnTo>
                  <a:pt x="775086" y="487551"/>
                </a:lnTo>
                <a:lnTo>
                  <a:pt x="776840" y="481082"/>
                </a:lnTo>
                <a:lnTo>
                  <a:pt x="793285" y="456737"/>
                </a:lnTo>
                <a:lnTo>
                  <a:pt x="803590" y="463207"/>
                </a:lnTo>
                <a:lnTo>
                  <a:pt x="829901" y="456518"/>
                </a:lnTo>
                <a:lnTo>
                  <a:pt x="850841" y="434256"/>
                </a:lnTo>
                <a:lnTo>
                  <a:pt x="862352" y="441494"/>
                </a:lnTo>
                <a:lnTo>
                  <a:pt x="875069" y="442591"/>
                </a:lnTo>
                <a:lnTo>
                  <a:pt x="878467" y="447416"/>
                </a:lnTo>
                <a:lnTo>
                  <a:pt x="879015" y="430309"/>
                </a:lnTo>
                <a:lnTo>
                  <a:pt x="886032" y="425593"/>
                </a:lnTo>
                <a:lnTo>
                  <a:pt x="899845" y="428335"/>
                </a:lnTo>
                <a:lnTo>
                  <a:pt x="908835" y="413750"/>
                </a:lnTo>
                <a:lnTo>
                  <a:pt x="960032" y="408157"/>
                </a:lnTo>
                <a:lnTo>
                  <a:pt x="971105" y="399275"/>
                </a:lnTo>
                <a:lnTo>
                  <a:pt x="991058" y="392147"/>
                </a:lnTo>
                <a:lnTo>
                  <a:pt x="990948" y="387541"/>
                </a:lnTo>
                <a:lnTo>
                  <a:pt x="1034910" y="342251"/>
                </a:lnTo>
                <a:lnTo>
                  <a:pt x="1061769" y="326899"/>
                </a:lnTo>
                <a:lnTo>
                  <a:pt x="1104963" y="284570"/>
                </a:lnTo>
                <a:lnTo>
                  <a:pt x="1106279" y="273165"/>
                </a:lnTo>
                <a:lnTo>
                  <a:pt x="1114392" y="278429"/>
                </a:lnTo>
                <a:lnTo>
                  <a:pt x="1142128" y="252110"/>
                </a:lnTo>
                <a:lnTo>
                  <a:pt x="1171619" y="235551"/>
                </a:lnTo>
                <a:lnTo>
                  <a:pt x="1218431" y="221844"/>
                </a:lnTo>
                <a:lnTo>
                  <a:pt x="1225447" y="224256"/>
                </a:lnTo>
                <a:lnTo>
                  <a:pt x="1228626" y="220418"/>
                </a:lnTo>
                <a:lnTo>
                  <a:pt x="1269190" y="213400"/>
                </a:lnTo>
                <a:lnTo>
                  <a:pt x="1333981" y="214825"/>
                </a:lnTo>
                <a:lnTo>
                  <a:pt x="1352509" y="219541"/>
                </a:lnTo>
                <a:lnTo>
                  <a:pt x="1378162" y="239938"/>
                </a:lnTo>
                <a:lnTo>
                  <a:pt x="1379916" y="248053"/>
                </a:lnTo>
                <a:lnTo>
                  <a:pt x="1374764" y="238951"/>
                </a:lnTo>
                <a:lnTo>
                  <a:pt x="1374873" y="245969"/>
                </a:lnTo>
                <a:lnTo>
                  <a:pt x="1369392" y="251013"/>
                </a:lnTo>
                <a:lnTo>
                  <a:pt x="1376737" y="249149"/>
                </a:lnTo>
                <a:lnTo>
                  <a:pt x="1391537" y="259567"/>
                </a:lnTo>
                <a:lnTo>
                  <a:pt x="1376408" y="270204"/>
                </a:lnTo>
                <a:lnTo>
                  <a:pt x="1385069" y="262966"/>
                </a:lnTo>
                <a:lnTo>
                  <a:pt x="1392962" y="262528"/>
                </a:lnTo>
                <a:lnTo>
                  <a:pt x="1385398" y="269217"/>
                </a:lnTo>
                <a:lnTo>
                  <a:pt x="1388467" y="267353"/>
                </a:lnTo>
                <a:lnTo>
                  <a:pt x="1391866" y="271630"/>
                </a:lnTo>
                <a:lnTo>
                  <a:pt x="1391976" y="264940"/>
                </a:lnTo>
                <a:lnTo>
                  <a:pt x="1400965" y="269217"/>
                </a:lnTo>
                <a:lnTo>
                  <a:pt x="1404035" y="280402"/>
                </a:lnTo>
                <a:lnTo>
                  <a:pt x="1413025" y="279415"/>
                </a:lnTo>
                <a:lnTo>
                  <a:pt x="1449312" y="307269"/>
                </a:lnTo>
                <a:lnTo>
                  <a:pt x="1450847" y="314507"/>
                </a:lnTo>
                <a:lnTo>
                  <a:pt x="1434512" y="332820"/>
                </a:lnTo>
                <a:lnTo>
                  <a:pt x="1437253" y="351353"/>
                </a:lnTo>
                <a:lnTo>
                  <a:pt x="1441309" y="351463"/>
                </a:lnTo>
                <a:lnTo>
                  <a:pt x="1442625" y="339839"/>
                </a:lnTo>
                <a:lnTo>
                  <a:pt x="1452601" y="325802"/>
                </a:lnTo>
                <a:lnTo>
                  <a:pt x="1458192" y="349489"/>
                </a:lnTo>
                <a:lnTo>
                  <a:pt x="1497111" y="349379"/>
                </a:lnTo>
                <a:lnTo>
                  <a:pt x="1501825" y="345322"/>
                </a:lnTo>
                <a:lnTo>
                  <a:pt x="1504895" y="351572"/>
                </a:lnTo>
                <a:lnTo>
                  <a:pt x="1504675" y="277551"/>
                </a:lnTo>
                <a:lnTo>
                  <a:pt x="1514213" y="268449"/>
                </a:lnTo>
                <a:lnTo>
                  <a:pt x="1668902" y="300141"/>
                </a:lnTo>
                <a:lnTo>
                  <a:pt x="1712096" y="289724"/>
                </a:lnTo>
                <a:lnTo>
                  <a:pt x="1738407" y="300909"/>
                </a:lnTo>
                <a:lnTo>
                  <a:pt x="1768994" y="291588"/>
                </a:lnTo>
                <a:lnTo>
                  <a:pt x="1766582" y="282596"/>
                </a:lnTo>
                <a:lnTo>
                  <a:pt x="1772393" y="267133"/>
                </a:lnTo>
                <a:lnTo>
                  <a:pt x="1789933" y="252439"/>
                </a:lnTo>
                <a:lnTo>
                  <a:pt x="1799033" y="236099"/>
                </a:lnTo>
                <a:lnTo>
                  <a:pt x="1790810" y="200460"/>
                </a:lnTo>
                <a:lnTo>
                  <a:pt x="1794757" y="198267"/>
                </a:lnTo>
                <a:lnTo>
                  <a:pt x="1810653" y="244324"/>
                </a:lnTo>
                <a:lnTo>
                  <a:pt x="1832251" y="228314"/>
                </a:lnTo>
                <a:lnTo>
                  <a:pt x="1870621" y="213948"/>
                </a:lnTo>
                <a:lnTo>
                  <a:pt x="1940456" y="168110"/>
                </a:lnTo>
                <a:lnTo>
                  <a:pt x="1948897" y="166575"/>
                </a:lnTo>
                <a:lnTo>
                  <a:pt x="1973126" y="141353"/>
                </a:lnTo>
                <a:lnTo>
                  <a:pt x="2014237" y="111964"/>
                </a:lnTo>
                <a:lnTo>
                  <a:pt x="2031120" y="104836"/>
                </a:lnTo>
                <a:lnTo>
                  <a:pt x="2115645" y="43097"/>
                </a:lnTo>
                <a:lnTo>
                  <a:pt x="2128801" y="43535"/>
                </a:lnTo>
                <a:lnTo>
                  <a:pt x="2147438" y="25112"/>
                </a:lnTo>
                <a:lnTo>
                  <a:pt x="2163444" y="19081"/>
                </a:lnTo>
                <a:lnTo>
                  <a:pt x="2224837" y="2193"/>
                </a:lnTo>
                <a:lnTo>
                  <a:pt x="2236457" y="10856"/>
                </a:lnTo>
                <a:lnTo>
                  <a:pt x="2261124" y="4496"/>
                </a:lnTo>
                <a:lnTo>
                  <a:pt x="2319996" y="0"/>
                </a:lnTo>
                <a:lnTo>
                  <a:pt x="2365054" y="16778"/>
                </a:lnTo>
                <a:lnTo>
                  <a:pt x="2373166" y="23358"/>
                </a:lnTo>
                <a:lnTo>
                  <a:pt x="2352337" y="37943"/>
                </a:lnTo>
                <a:lnTo>
                  <a:pt x="2333919" y="63713"/>
                </a:lnTo>
                <a:lnTo>
                  <a:pt x="2342799" y="69196"/>
                </a:lnTo>
                <a:lnTo>
                  <a:pt x="2355187" y="50663"/>
                </a:lnTo>
                <a:lnTo>
                  <a:pt x="2380621" y="39588"/>
                </a:lnTo>
                <a:lnTo>
                  <a:pt x="2377003" y="52747"/>
                </a:lnTo>
                <a:lnTo>
                  <a:pt x="2386541" y="54721"/>
                </a:lnTo>
                <a:lnTo>
                  <a:pt x="2367795" y="88277"/>
                </a:lnTo>
                <a:lnTo>
                  <a:pt x="2373386" y="91238"/>
                </a:lnTo>
                <a:lnTo>
                  <a:pt x="2396408" y="55269"/>
                </a:lnTo>
                <a:lnTo>
                  <a:pt x="2385993" y="74021"/>
                </a:lnTo>
                <a:lnTo>
                  <a:pt x="2390159" y="76872"/>
                </a:lnTo>
                <a:lnTo>
                  <a:pt x="2374372" y="104726"/>
                </a:lnTo>
                <a:lnTo>
                  <a:pt x="2378319" y="106919"/>
                </a:lnTo>
                <a:lnTo>
                  <a:pt x="2393667" y="78956"/>
                </a:lnTo>
                <a:lnTo>
                  <a:pt x="2399258" y="81697"/>
                </a:lnTo>
                <a:lnTo>
                  <a:pt x="2432038" y="23906"/>
                </a:lnTo>
                <a:lnTo>
                  <a:pt x="2506148" y="66454"/>
                </a:lnTo>
                <a:lnTo>
                  <a:pt x="2480385" y="112512"/>
                </a:lnTo>
                <a:lnTo>
                  <a:pt x="2490800" y="118543"/>
                </a:lnTo>
                <a:lnTo>
                  <a:pt x="2516782" y="72705"/>
                </a:lnTo>
                <a:lnTo>
                  <a:pt x="2528622" y="72376"/>
                </a:lnTo>
                <a:lnTo>
                  <a:pt x="2539147" y="65358"/>
                </a:lnTo>
                <a:lnTo>
                  <a:pt x="2678596" y="123259"/>
                </a:lnTo>
                <a:lnTo>
                  <a:pt x="2723874" y="145849"/>
                </a:lnTo>
                <a:lnTo>
                  <a:pt x="2768055" y="174470"/>
                </a:lnTo>
                <a:lnTo>
                  <a:pt x="2766520" y="185875"/>
                </a:lnTo>
                <a:lnTo>
                  <a:pt x="2733521" y="200460"/>
                </a:lnTo>
                <a:lnTo>
                  <a:pt x="2762354" y="270643"/>
                </a:lnTo>
                <a:lnTo>
                  <a:pt x="2774194" y="311107"/>
                </a:lnTo>
                <a:lnTo>
                  <a:pt x="2824843" y="376465"/>
                </a:lnTo>
                <a:lnTo>
                  <a:pt x="2818485" y="381619"/>
                </a:lnTo>
                <a:lnTo>
                  <a:pt x="2827474" y="402016"/>
                </a:lnTo>
                <a:lnTo>
                  <a:pt x="2842055" y="396533"/>
                </a:lnTo>
                <a:lnTo>
                  <a:pt x="2846660" y="406293"/>
                </a:lnTo>
                <a:lnTo>
                  <a:pt x="2836245" y="427786"/>
                </a:lnTo>
                <a:lnTo>
                  <a:pt x="2780443" y="473954"/>
                </a:lnTo>
                <a:lnTo>
                  <a:pt x="2767616" y="477901"/>
                </a:lnTo>
                <a:lnTo>
                  <a:pt x="2763560" y="485139"/>
                </a:lnTo>
                <a:lnTo>
                  <a:pt x="2829448" y="514857"/>
                </a:lnTo>
                <a:lnTo>
                  <a:pt x="2844577" y="506961"/>
                </a:lnTo>
                <a:lnTo>
                  <a:pt x="2863762" y="504220"/>
                </a:lnTo>
                <a:lnTo>
                  <a:pt x="2888758" y="482288"/>
                </a:lnTo>
                <a:lnTo>
                  <a:pt x="2889196" y="470444"/>
                </a:lnTo>
                <a:lnTo>
                  <a:pt x="2896541" y="461014"/>
                </a:lnTo>
                <a:lnTo>
                  <a:pt x="2937543" y="434256"/>
                </a:lnTo>
                <a:lnTo>
                  <a:pt x="2963635" y="425813"/>
                </a:lnTo>
                <a:lnTo>
                  <a:pt x="2991371" y="427786"/>
                </a:lnTo>
                <a:lnTo>
                  <a:pt x="3009351" y="435572"/>
                </a:lnTo>
                <a:lnTo>
                  <a:pt x="3096178" y="493473"/>
                </a:lnTo>
                <a:lnTo>
                  <a:pt x="3078966" y="517379"/>
                </a:lnTo>
                <a:lnTo>
                  <a:pt x="3086859" y="521985"/>
                </a:lnTo>
                <a:lnTo>
                  <a:pt x="3102317" y="497092"/>
                </a:lnTo>
                <a:lnTo>
                  <a:pt x="3192104" y="549948"/>
                </a:lnTo>
                <a:lnTo>
                  <a:pt x="3199559" y="559708"/>
                </a:lnTo>
                <a:lnTo>
                  <a:pt x="3202629" y="574403"/>
                </a:lnTo>
                <a:lnTo>
                  <a:pt x="3187829" y="608288"/>
                </a:lnTo>
                <a:lnTo>
                  <a:pt x="3205918" y="614539"/>
                </a:lnTo>
                <a:lnTo>
                  <a:pt x="3223788" y="584382"/>
                </a:lnTo>
                <a:lnTo>
                  <a:pt x="3268626" y="555102"/>
                </a:lnTo>
                <a:lnTo>
                  <a:pt x="3285290" y="552690"/>
                </a:lnTo>
                <a:lnTo>
                  <a:pt x="3302721" y="556528"/>
                </a:lnTo>
                <a:lnTo>
                  <a:pt x="3313356" y="545452"/>
                </a:lnTo>
                <a:lnTo>
                  <a:pt x="3343614" y="540189"/>
                </a:lnTo>
                <a:lnTo>
                  <a:pt x="3364334" y="544575"/>
                </a:lnTo>
                <a:lnTo>
                  <a:pt x="3379024" y="573087"/>
                </a:lnTo>
                <a:lnTo>
                  <a:pt x="3381107" y="597870"/>
                </a:lnTo>
                <a:lnTo>
                  <a:pt x="3391193" y="596445"/>
                </a:lnTo>
                <a:lnTo>
                  <a:pt x="3396894" y="586465"/>
                </a:lnTo>
                <a:lnTo>
                  <a:pt x="3405116" y="587123"/>
                </a:lnTo>
                <a:lnTo>
                  <a:pt x="3431208" y="611358"/>
                </a:lnTo>
                <a:lnTo>
                  <a:pt x="3430441" y="621009"/>
                </a:lnTo>
                <a:lnTo>
                  <a:pt x="3435922" y="626601"/>
                </a:lnTo>
                <a:lnTo>
                  <a:pt x="3460370" y="636690"/>
                </a:lnTo>
                <a:lnTo>
                  <a:pt x="3484050" y="653249"/>
                </a:lnTo>
                <a:lnTo>
                  <a:pt x="3564847" y="733630"/>
                </a:lnTo>
                <a:lnTo>
                  <a:pt x="3566382" y="750189"/>
                </a:lnTo>
                <a:lnTo>
                  <a:pt x="3553227" y="758523"/>
                </a:lnTo>
                <a:lnTo>
                  <a:pt x="3556625" y="761923"/>
                </a:lnTo>
                <a:lnTo>
                  <a:pt x="3556844" y="779359"/>
                </a:lnTo>
                <a:lnTo>
                  <a:pt x="3603985" y="763239"/>
                </a:lnTo>
                <a:lnTo>
                  <a:pt x="3648276" y="804361"/>
                </a:lnTo>
                <a:lnTo>
                  <a:pt x="3649482" y="813463"/>
                </a:lnTo>
                <a:lnTo>
                  <a:pt x="3625254" y="838356"/>
                </a:lnTo>
                <a:lnTo>
                  <a:pt x="3622732" y="848445"/>
                </a:lnTo>
                <a:lnTo>
                  <a:pt x="3625911" y="852831"/>
                </a:lnTo>
                <a:lnTo>
                  <a:pt x="3638300" y="850090"/>
                </a:lnTo>
                <a:lnTo>
                  <a:pt x="3667790" y="826403"/>
                </a:lnTo>
                <a:lnTo>
                  <a:pt x="3696842" y="851735"/>
                </a:lnTo>
                <a:lnTo>
                  <a:pt x="3700350" y="861056"/>
                </a:lnTo>
                <a:lnTo>
                  <a:pt x="3693992" y="897902"/>
                </a:lnTo>
                <a:lnTo>
                  <a:pt x="3696404" y="911171"/>
                </a:lnTo>
                <a:lnTo>
                  <a:pt x="3706161" y="921918"/>
                </a:lnTo>
                <a:lnTo>
                  <a:pt x="3766238" y="962602"/>
                </a:lnTo>
                <a:lnTo>
                  <a:pt x="3820834" y="975871"/>
                </a:lnTo>
                <a:lnTo>
                  <a:pt x="3863480" y="980696"/>
                </a:lnTo>
                <a:lnTo>
                  <a:pt x="3936384" y="972471"/>
                </a:lnTo>
                <a:lnTo>
                  <a:pt x="3952390" y="988701"/>
                </a:lnTo>
                <a:lnTo>
                  <a:pt x="3966533" y="983437"/>
                </a:lnTo>
                <a:lnTo>
                  <a:pt x="3969822" y="973458"/>
                </a:lnTo>
                <a:lnTo>
                  <a:pt x="3964998" y="960079"/>
                </a:lnTo>
                <a:lnTo>
                  <a:pt x="3985608" y="947249"/>
                </a:lnTo>
                <a:lnTo>
                  <a:pt x="4001505" y="927949"/>
                </a:lnTo>
                <a:lnTo>
                  <a:pt x="4024198" y="915228"/>
                </a:lnTo>
                <a:lnTo>
                  <a:pt x="4036367" y="880137"/>
                </a:lnTo>
                <a:lnTo>
                  <a:pt x="4045028" y="878382"/>
                </a:lnTo>
                <a:lnTo>
                  <a:pt x="4051715" y="866758"/>
                </a:lnTo>
                <a:lnTo>
                  <a:pt x="4066187" y="859082"/>
                </a:lnTo>
                <a:lnTo>
                  <a:pt x="4109819" y="856011"/>
                </a:lnTo>
                <a:lnTo>
                  <a:pt x="4118809" y="849432"/>
                </a:lnTo>
                <a:lnTo>
                  <a:pt x="4114972" y="847677"/>
                </a:lnTo>
                <a:lnTo>
                  <a:pt x="4132951" y="844278"/>
                </a:lnTo>
                <a:lnTo>
                  <a:pt x="4129334" y="846690"/>
                </a:lnTo>
                <a:lnTo>
                  <a:pt x="4138104" y="850309"/>
                </a:lnTo>
                <a:lnTo>
                  <a:pt x="4148957" y="851077"/>
                </a:lnTo>
                <a:lnTo>
                  <a:pt x="4149725" y="847239"/>
                </a:lnTo>
                <a:lnTo>
                  <a:pt x="4191494" y="851406"/>
                </a:lnTo>
                <a:lnTo>
                  <a:pt x="4247186" y="868403"/>
                </a:lnTo>
                <a:lnTo>
                  <a:pt x="4268674" y="870377"/>
                </a:lnTo>
                <a:lnTo>
                  <a:pt x="4313184" y="897463"/>
                </a:lnTo>
                <a:lnTo>
                  <a:pt x="4390254" y="1055594"/>
                </a:lnTo>
                <a:lnTo>
                  <a:pt x="4406150" y="1066889"/>
                </a:lnTo>
                <a:lnTo>
                  <a:pt x="4419854" y="1065134"/>
                </a:lnTo>
                <a:lnTo>
                  <a:pt x="4418100" y="1076649"/>
                </a:lnTo>
                <a:lnTo>
                  <a:pt x="4397489" y="1077526"/>
                </a:lnTo>
                <a:lnTo>
                  <a:pt x="4384882" y="1110205"/>
                </a:lnTo>
                <a:lnTo>
                  <a:pt x="4391569" y="1113824"/>
                </a:lnTo>
                <a:lnTo>
                  <a:pt x="4394310" y="1107354"/>
                </a:lnTo>
                <a:lnTo>
                  <a:pt x="4433558" y="1119855"/>
                </a:lnTo>
                <a:lnTo>
                  <a:pt x="4471928" y="1103954"/>
                </a:lnTo>
                <a:lnTo>
                  <a:pt x="4629686" y="1174137"/>
                </a:lnTo>
                <a:lnTo>
                  <a:pt x="4705441" y="1219537"/>
                </a:lnTo>
                <a:lnTo>
                  <a:pt x="4776043" y="1271406"/>
                </a:lnTo>
                <a:lnTo>
                  <a:pt x="4792378" y="1293448"/>
                </a:lnTo>
                <a:lnTo>
                  <a:pt x="4800600" y="1322618"/>
                </a:lnTo>
                <a:lnTo>
                  <a:pt x="4796324" y="1338080"/>
                </a:lnTo>
                <a:lnTo>
                  <a:pt x="4782949" y="1337312"/>
                </a:lnTo>
                <a:lnTo>
                  <a:pt x="4781195" y="1329088"/>
                </a:lnTo>
                <a:lnTo>
                  <a:pt x="4790733" y="1312200"/>
                </a:lnTo>
                <a:lnTo>
                  <a:pt x="4785909" y="1292242"/>
                </a:lnTo>
                <a:lnTo>
                  <a:pt x="4774398" y="1276999"/>
                </a:lnTo>
                <a:lnTo>
                  <a:pt x="4737782" y="1248377"/>
                </a:lnTo>
                <a:lnTo>
                  <a:pt x="4724845" y="1247062"/>
                </a:lnTo>
                <a:lnTo>
                  <a:pt x="4703467" y="1232806"/>
                </a:lnTo>
                <a:lnTo>
                  <a:pt x="4689325" y="1228529"/>
                </a:lnTo>
                <a:lnTo>
                  <a:pt x="4672113" y="1232367"/>
                </a:lnTo>
                <a:lnTo>
                  <a:pt x="4665645" y="1241250"/>
                </a:lnTo>
                <a:lnTo>
                  <a:pt x="4676608" y="1248926"/>
                </a:lnTo>
                <a:lnTo>
                  <a:pt x="4679787" y="1260002"/>
                </a:lnTo>
                <a:lnTo>
                  <a:pt x="4554699" y="1555098"/>
                </a:lnTo>
                <a:lnTo>
                  <a:pt x="4549546" y="1573302"/>
                </a:lnTo>
                <a:lnTo>
                  <a:pt x="4550314" y="1591286"/>
                </a:lnTo>
                <a:lnTo>
                  <a:pt x="4557221" y="1605981"/>
                </a:lnTo>
                <a:lnTo>
                  <a:pt x="4679568" y="1602911"/>
                </a:lnTo>
                <a:lnTo>
                  <a:pt x="4681651" y="1675396"/>
                </a:lnTo>
                <a:lnTo>
                  <a:pt x="4690531" y="1681537"/>
                </a:lnTo>
                <a:lnTo>
                  <a:pt x="4681103" y="1695245"/>
                </a:lnTo>
                <a:lnTo>
                  <a:pt x="4641307" y="1696341"/>
                </a:lnTo>
                <a:lnTo>
                  <a:pt x="4640101" y="1649187"/>
                </a:lnTo>
                <a:lnTo>
                  <a:pt x="4571144" y="1651052"/>
                </a:lnTo>
                <a:lnTo>
                  <a:pt x="4572459" y="1698096"/>
                </a:lnTo>
                <a:lnTo>
                  <a:pt x="4440464" y="1705772"/>
                </a:lnTo>
                <a:lnTo>
                  <a:pt x="4378962" y="1747114"/>
                </a:lnTo>
                <a:lnTo>
                  <a:pt x="4346511" y="1758519"/>
                </a:lnTo>
                <a:lnTo>
                  <a:pt x="4314280" y="1754242"/>
                </a:lnTo>
                <a:lnTo>
                  <a:pt x="4227014" y="1716738"/>
                </a:lnTo>
                <a:lnTo>
                  <a:pt x="4146326" y="1740864"/>
                </a:lnTo>
                <a:lnTo>
                  <a:pt x="4157180" y="1734284"/>
                </a:lnTo>
                <a:lnTo>
                  <a:pt x="4160578" y="1725731"/>
                </a:lnTo>
                <a:lnTo>
                  <a:pt x="4149396" y="1689981"/>
                </a:lnTo>
                <a:lnTo>
                  <a:pt x="4134377" y="1693819"/>
                </a:lnTo>
                <a:lnTo>
                  <a:pt x="4095787" y="1690749"/>
                </a:lnTo>
                <a:lnTo>
                  <a:pt x="4067283" y="1703469"/>
                </a:lnTo>
                <a:lnTo>
                  <a:pt x="4066625" y="1694587"/>
                </a:lnTo>
                <a:lnTo>
                  <a:pt x="4020800" y="1696451"/>
                </a:lnTo>
                <a:lnTo>
                  <a:pt x="4006109" y="1702373"/>
                </a:lnTo>
                <a:lnTo>
                  <a:pt x="3999203" y="1698425"/>
                </a:lnTo>
                <a:lnTo>
                  <a:pt x="3980894" y="1707198"/>
                </a:lnTo>
                <a:lnTo>
                  <a:pt x="3974536" y="1704785"/>
                </a:lnTo>
                <a:lnTo>
                  <a:pt x="3935507" y="1717945"/>
                </a:lnTo>
                <a:lnTo>
                  <a:pt x="3914239" y="1712571"/>
                </a:lnTo>
                <a:lnTo>
                  <a:pt x="3897027" y="1724086"/>
                </a:lnTo>
                <a:lnTo>
                  <a:pt x="3895492" y="1720576"/>
                </a:lnTo>
                <a:lnTo>
                  <a:pt x="3888914" y="1722550"/>
                </a:lnTo>
                <a:lnTo>
                  <a:pt x="3866440" y="1737793"/>
                </a:lnTo>
                <a:lnTo>
                  <a:pt x="3860082" y="1735490"/>
                </a:lnTo>
                <a:lnTo>
                  <a:pt x="3837608" y="1749856"/>
                </a:lnTo>
                <a:lnTo>
                  <a:pt x="3836511" y="1745798"/>
                </a:lnTo>
                <a:lnTo>
                  <a:pt x="3829824" y="1745250"/>
                </a:lnTo>
                <a:lnTo>
                  <a:pt x="3811625" y="1753475"/>
                </a:lnTo>
                <a:lnTo>
                  <a:pt x="3808446" y="1750952"/>
                </a:lnTo>
                <a:lnTo>
                  <a:pt x="3787835" y="1757422"/>
                </a:lnTo>
                <a:lnTo>
                  <a:pt x="3781038" y="1754133"/>
                </a:lnTo>
                <a:lnTo>
                  <a:pt x="3758893" y="1758958"/>
                </a:lnTo>
                <a:lnTo>
                  <a:pt x="3709669" y="1771788"/>
                </a:lnTo>
                <a:lnTo>
                  <a:pt x="3698596" y="1779355"/>
                </a:lnTo>
                <a:lnTo>
                  <a:pt x="3693334" y="1777161"/>
                </a:lnTo>
                <a:lnTo>
                  <a:pt x="3679630" y="1783302"/>
                </a:lnTo>
                <a:lnTo>
                  <a:pt x="3678315" y="1780013"/>
                </a:lnTo>
                <a:lnTo>
                  <a:pt x="3678863" y="1783741"/>
                </a:lnTo>
                <a:lnTo>
                  <a:pt x="3662857" y="1792624"/>
                </a:lnTo>
                <a:lnTo>
                  <a:pt x="3629639" y="1804577"/>
                </a:lnTo>
                <a:lnTo>
                  <a:pt x="3625034" y="1802164"/>
                </a:lnTo>
                <a:lnTo>
                  <a:pt x="3594338" y="1819161"/>
                </a:lnTo>
                <a:lnTo>
                  <a:pt x="3594119" y="1815872"/>
                </a:lnTo>
                <a:lnTo>
                  <a:pt x="3579319" y="1811266"/>
                </a:lnTo>
                <a:lnTo>
                  <a:pt x="3534261" y="1832650"/>
                </a:lnTo>
                <a:lnTo>
                  <a:pt x="3518693" y="1832540"/>
                </a:lnTo>
                <a:lnTo>
                  <a:pt x="3511567" y="1837913"/>
                </a:lnTo>
                <a:lnTo>
                  <a:pt x="3509484" y="1833527"/>
                </a:lnTo>
                <a:lnTo>
                  <a:pt x="3502687" y="1833308"/>
                </a:lnTo>
                <a:lnTo>
                  <a:pt x="3488106" y="1841861"/>
                </a:lnTo>
                <a:lnTo>
                  <a:pt x="3481528" y="1837584"/>
                </a:lnTo>
                <a:lnTo>
                  <a:pt x="3443158" y="1852718"/>
                </a:lnTo>
                <a:lnTo>
                  <a:pt x="3418162" y="1852937"/>
                </a:lnTo>
                <a:lnTo>
                  <a:pt x="3356769" y="1881778"/>
                </a:lnTo>
                <a:lnTo>
                  <a:pt x="3286058" y="1897679"/>
                </a:lnTo>
                <a:lnTo>
                  <a:pt x="3213154" y="1922681"/>
                </a:lnTo>
                <a:lnTo>
                  <a:pt x="3179168" y="1937705"/>
                </a:lnTo>
                <a:lnTo>
                  <a:pt x="3169959" y="1947026"/>
                </a:lnTo>
                <a:lnTo>
                  <a:pt x="3162066" y="1942420"/>
                </a:lnTo>
                <a:lnTo>
                  <a:pt x="3153295" y="1943517"/>
                </a:lnTo>
                <a:lnTo>
                  <a:pt x="3117775" y="1978060"/>
                </a:lnTo>
                <a:lnTo>
                  <a:pt x="3102427" y="1973454"/>
                </a:lnTo>
                <a:lnTo>
                  <a:pt x="3066359" y="2006901"/>
                </a:lnTo>
                <a:lnTo>
                  <a:pt x="3058575" y="2003172"/>
                </a:lnTo>
                <a:lnTo>
                  <a:pt x="3049476" y="2005914"/>
                </a:lnTo>
                <a:lnTo>
                  <a:pt x="3010118" y="2049449"/>
                </a:lnTo>
                <a:lnTo>
                  <a:pt x="2962648" y="2083334"/>
                </a:lnTo>
                <a:lnTo>
                  <a:pt x="2978764" y="2080812"/>
                </a:lnTo>
                <a:lnTo>
                  <a:pt x="2979641" y="2085637"/>
                </a:lnTo>
                <a:lnTo>
                  <a:pt x="2964622" y="2085856"/>
                </a:lnTo>
                <a:lnTo>
                  <a:pt x="2938639" y="2067982"/>
                </a:lnTo>
                <a:lnTo>
                  <a:pt x="2913315" y="2086624"/>
                </a:lnTo>
                <a:lnTo>
                  <a:pt x="2914630" y="2091997"/>
                </a:lnTo>
                <a:lnTo>
                  <a:pt x="2917700" y="2090023"/>
                </a:lnTo>
                <a:lnTo>
                  <a:pt x="2914740" y="2092217"/>
                </a:lnTo>
                <a:lnTo>
                  <a:pt x="2920660" y="2108446"/>
                </a:lnTo>
                <a:lnTo>
                  <a:pt x="2914959" y="2127418"/>
                </a:lnTo>
                <a:lnTo>
                  <a:pt x="2787569" y="2225893"/>
                </a:lnTo>
                <a:lnTo>
                  <a:pt x="2806864" y="2252760"/>
                </a:lnTo>
                <a:lnTo>
                  <a:pt x="2797216" y="2259778"/>
                </a:lnTo>
                <a:lnTo>
                  <a:pt x="2778031" y="2232911"/>
                </a:lnTo>
                <a:lnTo>
                  <a:pt x="2757092" y="2247277"/>
                </a:lnTo>
                <a:lnTo>
                  <a:pt x="2742511" y="2249470"/>
                </a:lnTo>
                <a:lnTo>
                  <a:pt x="2729574" y="2244316"/>
                </a:lnTo>
                <a:lnTo>
                  <a:pt x="2706881" y="2222384"/>
                </a:lnTo>
                <a:lnTo>
                  <a:pt x="2695479" y="2222384"/>
                </a:lnTo>
                <a:lnTo>
                  <a:pt x="2698001" y="2272170"/>
                </a:lnTo>
                <a:lnTo>
                  <a:pt x="2685613" y="2277982"/>
                </a:lnTo>
                <a:lnTo>
                  <a:pt x="2700961" y="2295308"/>
                </a:lnTo>
                <a:lnTo>
                  <a:pt x="2692081" y="2303313"/>
                </a:lnTo>
                <a:lnTo>
                  <a:pt x="2631126" y="2236311"/>
                </a:lnTo>
                <a:lnTo>
                  <a:pt x="2615559" y="2250567"/>
                </a:lnTo>
                <a:lnTo>
                  <a:pt x="2642418" y="2284671"/>
                </a:lnTo>
                <a:lnTo>
                  <a:pt x="2633758" y="2294431"/>
                </a:lnTo>
                <a:lnTo>
                  <a:pt x="2562607" y="2227757"/>
                </a:lnTo>
                <a:lnTo>
                  <a:pt x="2481810" y="2230060"/>
                </a:lnTo>
                <a:lnTo>
                  <a:pt x="2394544" y="2277543"/>
                </a:lnTo>
                <a:lnTo>
                  <a:pt x="2397724" y="2309235"/>
                </a:lnTo>
                <a:lnTo>
                  <a:pt x="2463611" y="2271512"/>
                </a:lnTo>
                <a:lnTo>
                  <a:pt x="2525772" y="2269099"/>
                </a:lnTo>
                <a:lnTo>
                  <a:pt x="2595825" y="2334786"/>
                </a:lnTo>
                <a:lnTo>
                  <a:pt x="2528732" y="2368233"/>
                </a:lnTo>
                <a:lnTo>
                  <a:pt x="2472820" y="2350577"/>
                </a:lnTo>
                <a:lnTo>
                  <a:pt x="2479837" y="2342462"/>
                </a:lnTo>
                <a:lnTo>
                  <a:pt x="2473697" y="2340598"/>
                </a:lnTo>
                <a:lnTo>
                  <a:pt x="2472711" y="2343669"/>
                </a:lnTo>
                <a:lnTo>
                  <a:pt x="2472491" y="2340159"/>
                </a:lnTo>
                <a:lnTo>
                  <a:pt x="2471395" y="2343230"/>
                </a:lnTo>
                <a:lnTo>
                  <a:pt x="2470628" y="2339392"/>
                </a:lnTo>
                <a:lnTo>
                  <a:pt x="2464488" y="2346958"/>
                </a:lnTo>
                <a:lnTo>
                  <a:pt x="2444755" y="2342791"/>
                </a:lnTo>
                <a:lnTo>
                  <a:pt x="2441905" y="2347836"/>
                </a:lnTo>
                <a:lnTo>
                  <a:pt x="2435217" y="2345094"/>
                </a:lnTo>
                <a:lnTo>
                  <a:pt x="2443111" y="2346300"/>
                </a:lnTo>
                <a:lnTo>
                  <a:pt x="2444536" y="2342572"/>
                </a:lnTo>
                <a:lnTo>
                  <a:pt x="2417128" y="2333909"/>
                </a:lnTo>
                <a:lnTo>
                  <a:pt x="2393448" y="2309564"/>
                </a:lnTo>
                <a:lnTo>
                  <a:pt x="2393338" y="2351345"/>
                </a:lnTo>
                <a:lnTo>
                  <a:pt x="2406604" y="2363188"/>
                </a:lnTo>
                <a:lnTo>
                  <a:pt x="2428749" y="2370206"/>
                </a:lnTo>
                <a:lnTo>
                  <a:pt x="2489265" y="2370864"/>
                </a:lnTo>
                <a:lnTo>
                  <a:pt x="2513384" y="2385230"/>
                </a:lnTo>
                <a:lnTo>
                  <a:pt x="2537393" y="2385998"/>
                </a:lnTo>
                <a:lnTo>
                  <a:pt x="2550548" y="2376238"/>
                </a:lnTo>
                <a:lnTo>
                  <a:pt x="2572803" y="2382379"/>
                </a:lnTo>
                <a:lnTo>
                  <a:pt x="2586068" y="2380624"/>
                </a:lnTo>
                <a:lnTo>
                  <a:pt x="2588699" y="2394990"/>
                </a:lnTo>
                <a:lnTo>
                  <a:pt x="2593523" y="2396854"/>
                </a:lnTo>
                <a:lnTo>
                  <a:pt x="2635402" y="2385449"/>
                </a:lnTo>
                <a:lnTo>
                  <a:pt x="2660946" y="2397841"/>
                </a:lnTo>
                <a:lnTo>
                  <a:pt x="2656999" y="2412316"/>
                </a:lnTo>
                <a:lnTo>
                  <a:pt x="2614682" y="2475371"/>
                </a:lnTo>
                <a:lnTo>
                  <a:pt x="2565677" y="2525925"/>
                </a:lnTo>
                <a:lnTo>
                  <a:pt x="2539256" y="2544128"/>
                </a:lnTo>
                <a:lnTo>
                  <a:pt x="2529280" y="2546102"/>
                </a:lnTo>
                <a:lnTo>
                  <a:pt x="2536844" y="2539523"/>
                </a:lnTo>
                <a:lnTo>
                  <a:pt x="2532678" y="2537000"/>
                </a:lnTo>
                <a:lnTo>
                  <a:pt x="2512616" y="2541825"/>
                </a:lnTo>
                <a:lnTo>
                  <a:pt x="2493102" y="2554656"/>
                </a:lnTo>
                <a:lnTo>
                  <a:pt x="2476219" y="2547528"/>
                </a:lnTo>
                <a:lnTo>
                  <a:pt x="2462186" y="2533930"/>
                </a:lnTo>
                <a:lnTo>
                  <a:pt x="2456814" y="2534807"/>
                </a:lnTo>
                <a:lnTo>
                  <a:pt x="2456705" y="2529653"/>
                </a:lnTo>
                <a:lnTo>
                  <a:pt x="2462954" y="2530969"/>
                </a:lnTo>
                <a:lnTo>
                  <a:pt x="2462515" y="2523183"/>
                </a:lnTo>
                <a:lnTo>
                  <a:pt x="2458239" y="2517152"/>
                </a:lnTo>
                <a:lnTo>
                  <a:pt x="2449359" y="2514959"/>
                </a:lnTo>
                <a:lnTo>
                  <a:pt x="2442672" y="2501909"/>
                </a:lnTo>
                <a:lnTo>
                  <a:pt x="2430065" y="2500154"/>
                </a:lnTo>
                <a:lnTo>
                  <a:pt x="2427104" y="2503664"/>
                </a:lnTo>
                <a:lnTo>
                  <a:pt x="2431709" y="2506734"/>
                </a:lnTo>
                <a:lnTo>
                  <a:pt x="2427762" y="2509695"/>
                </a:lnTo>
                <a:lnTo>
                  <a:pt x="2387747" y="2466598"/>
                </a:lnTo>
                <a:lnTo>
                  <a:pt x="2385555" y="2459032"/>
                </a:lnTo>
                <a:lnTo>
                  <a:pt x="2391146" y="2462541"/>
                </a:lnTo>
                <a:lnTo>
                  <a:pt x="2394106" y="2455961"/>
                </a:lnTo>
                <a:lnTo>
                  <a:pt x="2390488" y="2447079"/>
                </a:lnTo>
                <a:lnTo>
                  <a:pt x="2376894" y="2441925"/>
                </a:lnTo>
                <a:lnTo>
                  <a:pt x="2360559" y="2423940"/>
                </a:lnTo>
                <a:lnTo>
                  <a:pt x="2349706" y="2425366"/>
                </a:lnTo>
                <a:lnTo>
                  <a:pt x="2354639" y="2429862"/>
                </a:lnTo>
                <a:lnTo>
                  <a:pt x="2347951" y="2434139"/>
                </a:lnTo>
                <a:lnTo>
                  <a:pt x="2324052" y="2420870"/>
                </a:lnTo>
                <a:lnTo>
                  <a:pt x="2317255" y="2410562"/>
                </a:lnTo>
                <a:lnTo>
                  <a:pt x="2305963" y="2406175"/>
                </a:lnTo>
                <a:lnTo>
                  <a:pt x="2308704" y="2403324"/>
                </a:lnTo>
                <a:lnTo>
                  <a:pt x="2303770" y="2395538"/>
                </a:lnTo>
                <a:lnTo>
                  <a:pt x="2292917" y="2392577"/>
                </a:lnTo>
                <a:lnTo>
                  <a:pt x="2287764" y="2382160"/>
                </a:lnTo>
                <a:lnTo>
                  <a:pt x="2277569" y="2378979"/>
                </a:lnTo>
                <a:lnTo>
                  <a:pt x="2273293" y="2369549"/>
                </a:lnTo>
                <a:lnTo>
                  <a:pt x="2261453" y="2364833"/>
                </a:lnTo>
                <a:lnTo>
                  <a:pt x="2251258" y="2353648"/>
                </a:lnTo>
                <a:lnTo>
                  <a:pt x="2239527" y="2353099"/>
                </a:lnTo>
                <a:lnTo>
                  <a:pt x="2243912" y="2361543"/>
                </a:lnTo>
                <a:lnTo>
                  <a:pt x="2249942" y="2363408"/>
                </a:lnTo>
                <a:lnTo>
                  <a:pt x="2245009" y="2368342"/>
                </a:lnTo>
                <a:lnTo>
                  <a:pt x="2226371" y="2339830"/>
                </a:lnTo>
                <a:lnTo>
                  <a:pt x="2203678" y="2317789"/>
                </a:lnTo>
                <a:lnTo>
                  <a:pt x="2203897" y="2313183"/>
                </a:lnTo>
                <a:lnTo>
                  <a:pt x="2226152" y="2310770"/>
                </a:lnTo>
                <a:lnTo>
                  <a:pt x="2267044" y="2321956"/>
                </a:lnTo>
                <a:lnTo>
                  <a:pt x="2291711" y="2324149"/>
                </a:lnTo>
                <a:lnTo>
                  <a:pt x="2308156" y="2313731"/>
                </a:lnTo>
                <a:lnTo>
                  <a:pt x="2326245" y="2311099"/>
                </a:lnTo>
                <a:lnTo>
                  <a:pt x="2344553" y="2318556"/>
                </a:lnTo>
                <a:lnTo>
                  <a:pt x="2346526" y="2323491"/>
                </a:lnTo>
                <a:lnTo>
                  <a:pt x="2346965" y="2319324"/>
                </a:lnTo>
                <a:lnTo>
                  <a:pt x="2348828" y="2322504"/>
                </a:lnTo>
                <a:lnTo>
                  <a:pt x="2350692" y="2319982"/>
                </a:lnTo>
                <a:lnTo>
                  <a:pt x="2362423" y="2335992"/>
                </a:lnTo>
                <a:lnTo>
                  <a:pt x="2363519" y="2328974"/>
                </a:lnTo>
                <a:lnTo>
                  <a:pt x="2382485" y="2337418"/>
                </a:lnTo>
                <a:lnTo>
                  <a:pt x="2385993" y="2319214"/>
                </a:lnTo>
                <a:lnTo>
                  <a:pt x="2385006" y="2277653"/>
                </a:lnTo>
                <a:lnTo>
                  <a:pt x="2348390" y="2277434"/>
                </a:lnTo>
                <a:lnTo>
                  <a:pt x="2347842" y="2289935"/>
                </a:lnTo>
                <a:lnTo>
                  <a:pt x="2328108" y="2289825"/>
                </a:lnTo>
                <a:lnTo>
                  <a:pt x="2345320" y="2287522"/>
                </a:lnTo>
                <a:lnTo>
                  <a:pt x="2344663" y="2275789"/>
                </a:lnTo>
                <a:lnTo>
                  <a:pt x="2302893" y="2269209"/>
                </a:lnTo>
                <a:lnTo>
                  <a:pt x="2295110" y="2262958"/>
                </a:lnTo>
                <a:lnTo>
                  <a:pt x="2273841" y="2272608"/>
                </a:lnTo>
                <a:lnTo>
                  <a:pt x="2277130" y="2278640"/>
                </a:lnTo>
                <a:lnTo>
                  <a:pt x="2254108" y="2283026"/>
                </a:lnTo>
                <a:lnTo>
                  <a:pt x="2252902" y="2278969"/>
                </a:lnTo>
                <a:lnTo>
                  <a:pt x="2244241" y="2277324"/>
                </a:lnTo>
                <a:lnTo>
                  <a:pt x="2242816" y="2270964"/>
                </a:lnTo>
                <a:lnTo>
                  <a:pt x="2251586" y="2266796"/>
                </a:lnTo>
                <a:lnTo>
                  <a:pt x="2256958" y="2258024"/>
                </a:lnTo>
                <a:lnTo>
                  <a:pt x="2263317" y="2258024"/>
                </a:lnTo>
                <a:lnTo>
                  <a:pt x="2266825" y="2264713"/>
                </a:lnTo>
                <a:lnTo>
                  <a:pt x="2271978" y="2262849"/>
                </a:lnTo>
                <a:lnTo>
                  <a:pt x="2272855" y="2271073"/>
                </a:lnTo>
                <a:lnTo>
                  <a:pt x="2293904" y="2261862"/>
                </a:lnTo>
                <a:lnTo>
                  <a:pt x="2270881" y="2241136"/>
                </a:lnTo>
                <a:lnTo>
                  <a:pt x="2256629" y="2240697"/>
                </a:lnTo>
                <a:lnTo>
                  <a:pt x="2241829" y="2256598"/>
                </a:lnTo>
                <a:lnTo>
                  <a:pt x="2224288" y="2256488"/>
                </a:lnTo>
                <a:lnTo>
                  <a:pt x="2209269" y="2246838"/>
                </a:lnTo>
                <a:lnTo>
                  <a:pt x="2198964" y="2256379"/>
                </a:lnTo>
                <a:lnTo>
                  <a:pt x="2201705" y="2259888"/>
                </a:lnTo>
                <a:lnTo>
                  <a:pt x="2191948" y="2272060"/>
                </a:lnTo>
                <a:lnTo>
                  <a:pt x="2189097" y="2270306"/>
                </a:lnTo>
                <a:lnTo>
                  <a:pt x="2186466" y="2286097"/>
                </a:lnTo>
                <a:lnTo>
                  <a:pt x="2141079" y="2246729"/>
                </a:lnTo>
                <a:lnTo>
                  <a:pt x="2144368" y="2240588"/>
                </a:lnTo>
                <a:lnTo>
                  <a:pt x="2121455" y="2221397"/>
                </a:lnTo>
                <a:lnTo>
                  <a:pt x="2111589" y="2238614"/>
                </a:lnTo>
                <a:lnTo>
                  <a:pt x="2064228" y="2210321"/>
                </a:lnTo>
                <a:lnTo>
                  <a:pt x="1971262" y="2366039"/>
                </a:lnTo>
                <a:lnTo>
                  <a:pt x="1895178" y="2320311"/>
                </a:lnTo>
                <a:lnTo>
                  <a:pt x="1983540" y="2171063"/>
                </a:lnTo>
                <a:lnTo>
                  <a:pt x="1876541" y="2106582"/>
                </a:lnTo>
                <a:lnTo>
                  <a:pt x="1808571" y="2220958"/>
                </a:lnTo>
                <a:lnTo>
                  <a:pt x="1584596" y="2086624"/>
                </a:lnTo>
                <a:lnTo>
                  <a:pt x="1614963" y="2034206"/>
                </a:lnTo>
                <a:lnTo>
                  <a:pt x="1653115" y="2027846"/>
                </a:lnTo>
                <a:lnTo>
                  <a:pt x="1791687" y="2110530"/>
                </a:lnTo>
                <a:lnTo>
                  <a:pt x="1826331" y="2051971"/>
                </a:lnTo>
                <a:lnTo>
                  <a:pt x="1699598" y="1975757"/>
                </a:lnTo>
                <a:lnTo>
                  <a:pt x="1725142" y="1933428"/>
                </a:lnTo>
                <a:lnTo>
                  <a:pt x="1675918" y="1880462"/>
                </a:lnTo>
                <a:lnTo>
                  <a:pt x="1640727" y="1904258"/>
                </a:lnTo>
                <a:lnTo>
                  <a:pt x="1571879" y="1911057"/>
                </a:lnTo>
                <a:lnTo>
                  <a:pt x="1517831" y="1894060"/>
                </a:lnTo>
                <a:lnTo>
                  <a:pt x="1514981" y="1882655"/>
                </a:lnTo>
                <a:lnTo>
                  <a:pt x="1525286" y="1863026"/>
                </a:lnTo>
                <a:lnTo>
                  <a:pt x="1509938" y="1858201"/>
                </a:lnTo>
                <a:lnTo>
                  <a:pt x="1481763" y="1885725"/>
                </a:lnTo>
                <a:lnTo>
                  <a:pt x="1358867" y="1854801"/>
                </a:lnTo>
                <a:lnTo>
                  <a:pt x="1336503" y="1869715"/>
                </a:lnTo>
                <a:lnTo>
                  <a:pt x="1280591" y="1842410"/>
                </a:lnTo>
                <a:lnTo>
                  <a:pt x="1207577" y="1780342"/>
                </a:lnTo>
                <a:lnTo>
                  <a:pt x="1167562" y="1780122"/>
                </a:lnTo>
                <a:lnTo>
                  <a:pt x="1172276" y="1801725"/>
                </a:lnTo>
                <a:lnTo>
                  <a:pt x="1202206" y="1807976"/>
                </a:lnTo>
                <a:lnTo>
                  <a:pt x="1263160" y="1859736"/>
                </a:lnTo>
                <a:lnTo>
                  <a:pt x="1257459" y="1874759"/>
                </a:lnTo>
                <a:lnTo>
                  <a:pt x="1283003" y="1876295"/>
                </a:lnTo>
                <a:lnTo>
                  <a:pt x="1164054" y="1876953"/>
                </a:lnTo>
                <a:lnTo>
                  <a:pt x="1163287" y="1948671"/>
                </a:lnTo>
                <a:lnTo>
                  <a:pt x="1168768" y="1962159"/>
                </a:lnTo>
                <a:lnTo>
                  <a:pt x="1224789" y="1974989"/>
                </a:lnTo>
                <a:lnTo>
                  <a:pt x="1232902" y="1960514"/>
                </a:lnTo>
                <a:lnTo>
                  <a:pt x="1250772" y="1966216"/>
                </a:lnTo>
                <a:lnTo>
                  <a:pt x="1240686" y="1982446"/>
                </a:lnTo>
                <a:lnTo>
                  <a:pt x="1255267" y="1969835"/>
                </a:lnTo>
                <a:lnTo>
                  <a:pt x="1264037" y="1967642"/>
                </a:lnTo>
                <a:lnTo>
                  <a:pt x="1302627" y="1986723"/>
                </a:lnTo>
                <a:lnTo>
                  <a:pt x="1317756" y="2012713"/>
                </a:lnTo>
                <a:lnTo>
                  <a:pt x="1323895" y="2046269"/>
                </a:lnTo>
                <a:lnTo>
                  <a:pt x="1353824" y="2081580"/>
                </a:lnTo>
                <a:lnTo>
                  <a:pt x="1357990" y="2084760"/>
                </a:lnTo>
                <a:lnTo>
                  <a:pt x="1366651" y="2081689"/>
                </a:lnTo>
                <a:lnTo>
                  <a:pt x="1366212" y="2085966"/>
                </a:lnTo>
                <a:lnTo>
                  <a:pt x="1372461" y="2087721"/>
                </a:lnTo>
                <a:lnTo>
                  <a:pt x="1372352" y="2099235"/>
                </a:lnTo>
                <a:lnTo>
                  <a:pt x="1380135" y="2094958"/>
                </a:lnTo>
                <a:lnTo>
                  <a:pt x="1384082" y="2106692"/>
                </a:lnTo>
                <a:lnTo>
                  <a:pt x="1426948" y="2113491"/>
                </a:lnTo>
                <a:lnTo>
                  <a:pt x="1472773" y="2159987"/>
                </a:lnTo>
                <a:lnTo>
                  <a:pt x="1473760" y="2167663"/>
                </a:lnTo>
                <a:lnTo>
                  <a:pt x="1456438" y="2185648"/>
                </a:lnTo>
                <a:lnTo>
                  <a:pt x="1441090" y="2194859"/>
                </a:lnTo>
                <a:lnTo>
                  <a:pt x="1414888" y="2200452"/>
                </a:lnTo>
                <a:lnTo>
                  <a:pt x="1393949" y="2210102"/>
                </a:lnTo>
                <a:lnTo>
                  <a:pt x="1380355" y="2197272"/>
                </a:lnTo>
                <a:lnTo>
                  <a:pt x="1359415" y="2195956"/>
                </a:lnTo>
                <a:lnTo>
                  <a:pt x="1320716" y="2183345"/>
                </a:lnTo>
                <a:lnTo>
                  <a:pt x="1292102" y="2209773"/>
                </a:lnTo>
                <a:lnTo>
                  <a:pt x="1299009" y="2211966"/>
                </a:lnTo>
                <a:lnTo>
                  <a:pt x="1321593" y="2191131"/>
                </a:lnTo>
                <a:lnTo>
                  <a:pt x="1329267" y="2191460"/>
                </a:lnTo>
                <a:lnTo>
                  <a:pt x="1376518" y="2202206"/>
                </a:lnTo>
                <a:lnTo>
                  <a:pt x="1394716" y="2219862"/>
                </a:lnTo>
                <a:lnTo>
                  <a:pt x="1396909" y="2228854"/>
                </a:lnTo>
                <a:lnTo>
                  <a:pt x="1375202" y="2275021"/>
                </a:lnTo>
                <a:lnTo>
                  <a:pt x="1355140" y="2290373"/>
                </a:lnTo>
                <a:lnTo>
                  <a:pt x="1280482" y="2322723"/>
                </a:lnTo>
                <a:lnTo>
                  <a:pt x="1228407" y="2278749"/>
                </a:lnTo>
                <a:lnTo>
                  <a:pt x="1152214" y="2237407"/>
                </a:lnTo>
                <a:lnTo>
                  <a:pt x="1151118" y="2221178"/>
                </a:lnTo>
                <a:lnTo>
                  <a:pt x="1145527" y="2209554"/>
                </a:lnTo>
                <a:lnTo>
                  <a:pt x="1129630" y="2235105"/>
                </a:lnTo>
                <a:lnTo>
                  <a:pt x="1100907" y="2219752"/>
                </a:lnTo>
                <a:lnTo>
                  <a:pt x="1086546" y="2250018"/>
                </a:lnTo>
                <a:lnTo>
                  <a:pt x="1185432" y="2308906"/>
                </a:lnTo>
                <a:lnTo>
                  <a:pt x="1188173" y="2322065"/>
                </a:lnTo>
                <a:lnTo>
                  <a:pt x="1101017" y="2371303"/>
                </a:lnTo>
                <a:lnTo>
                  <a:pt x="969351" y="2418128"/>
                </a:lnTo>
                <a:lnTo>
                  <a:pt x="928678" y="2274144"/>
                </a:lnTo>
                <a:lnTo>
                  <a:pt x="869039" y="2219204"/>
                </a:lnTo>
                <a:lnTo>
                  <a:pt x="815978" y="2277763"/>
                </a:lnTo>
                <a:lnTo>
                  <a:pt x="879344" y="2336212"/>
                </a:lnTo>
                <a:lnTo>
                  <a:pt x="928349" y="2508708"/>
                </a:lnTo>
                <a:lnTo>
                  <a:pt x="928459" y="2530311"/>
                </a:lnTo>
                <a:lnTo>
                  <a:pt x="921662" y="2544567"/>
                </a:lnTo>
                <a:lnTo>
                  <a:pt x="900503" y="2566938"/>
                </a:lnTo>
                <a:lnTo>
                  <a:pt x="890965" y="2557178"/>
                </a:lnTo>
                <a:lnTo>
                  <a:pt x="842947" y="2608609"/>
                </a:lnTo>
                <a:lnTo>
                  <a:pt x="847771" y="2619794"/>
                </a:lnTo>
                <a:lnTo>
                  <a:pt x="753270" y="2715418"/>
                </a:lnTo>
                <a:lnTo>
                  <a:pt x="742197" y="2721230"/>
                </a:lnTo>
                <a:lnTo>
                  <a:pt x="729809" y="2719586"/>
                </a:lnTo>
                <a:lnTo>
                  <a:pt x="720600" y="2711142"/>
                </a:lnTo>
                <a:lnTo>
                  <a:pt x="702730" y="2673638"/>
                </a:lnTo>
                <a:lnTo>
                  <a:pt x="701195" y="2658066"/>
                </a:lnTo>
                <a:lnTo>
                  <a:pt x="704594" y="2658614"/>
                </a:lnTo>
                <a:lnTo>
                  <a:pt x="706567" y="2672102"/>
                </a:lnTo>
                <a:lnTo>
                  <a:pt x="724218" y="2709058"/>
                </a:lnTo>
                <a:lnTo>
                  <a:pt x="728603" y="2710703"/>
                </a:lnTo>
                <a:lnTo>
                  <a:pt x="770920" y="2669251"/>
                </a:lnTo>
                <a:lnTo>
                  <a:pt x="773113" y="2654447"/>
                </a:lnTo>
                <a:lnTo>
                  <a:pt x="754695" y="2615517"/>
                </a:lnTo>
                <a:lnTo>
                  <a:pt x="747130" y="2610254"/>
                </a:lnTo>
                <a:lnTo>
                  <a:pt x="736825" y="2591063"/>
                </a:lnTo>
                <a:lnTo>
                  <a:pt x="691767" y="2587006"/>
                </a:lnTo>
                <a:lnTo>
                  <a:pt x="650656" y="2501690"/>
                </a:lnTo>
                <a:lnTo>
                  <a:pt x="628401" y="2476029"/>
                </a:lnTo>
                <a:lnTo>
                  <a:pt x="526554" y="2223480"/>
                </a:lnTo>
                <a:lnTo>
                  <a:pt x="526554" y="2169747"/>
                </a:lnTo>
                <a:lnTo>
                  <a:pt x="581698" y="2126540"/>
                </a:lnTo>
                <a:lnTo>
                  <a:pt x="604063" y="2157794"/>
                </a:lnTo>
                <a:lnTo>
                  <a:pt x="779471" y="2034864"/>
                </a:lnTo>
                <a:lnTo>
                  <a:pt x="853581" y="1990451"/>
                </a:lnTo>
                <a:lnTo>
                  <a:pt x="909383" y="1973344"/>
                </a:lnTo>
                <a:lnTo>
                  <a:pt x="954331" y="1974770"/>
                </a:lnTo>
                <a:lnTo>
                  <a:pt x="993798" y="1968958"/>
                </a:lnTo>
                <a:lnTo>
                  <a:pt x="999938" y="1975867"/>
                </a:lnTo>
                <a:lnTo>
                  <a:pt x="942163" y="2039360"/>
                </a:lnTo>
                <a:lnTo>
                  <a:pt x="935365" y="2063924"/>
                </a:lnTo>
                <a:lnTo>
                  <a:pt x="893816" y="2104499"/>
                </a:lnTo>
                <a:lnTo>
                  <a:pt x="860926" y="2130050"/>
                </a:lnTo>
                <a:lnTo>
                  <a:pt x="902915" y="2171501"/>
                </a:lnTo>
                <a:lnTo>
                  <a:pt x="947096" y="2124128"/>
                </a:lnTo>
                <a:lnTo>
                  <a:pt x="961129" y="2135862"/>
                </a:lnTo>
                <a:lnTo>
                  <a:pt x="977025" y="2125882"/>
                </a:lnTo>
                <a:lnTo>
                  <a:pt x="986892" y="2125553"/>
                </a:lnTo>
                <a:lnTo>
                  <a:pt x="983164" y="2117987"/>
                </a:lnTo>
                <a:lnTo>
                  <a:pt x="988865" y="2117658"/>
                </a:lnTo>
                <a:lnTo>
                  <a:pt x="989961" y="2122264"/>
                </a:lnTo>
                <a:lnTo>
                  <a:pt x="996539" y="2119522"/>
                </a:lnTo>
                <a:lnTo>
                  <a:pt x="985357" y="2101318"/>
                </a:lnTo>
                <a:lnTo>
                  <a:pt x="993579" y="2082018"/>
                </a:lnTo>
                <a:lnTo>
                  <a:pt x="986892" y="2076645"/>
                </a:lnTo>
                <a:lnTo>
                  <a:pt x="1011558" y="2053068"/>
                </a:lnTo>
                <a:lnTo>
                  <a:pt x="1077994" y="1972577"/>
                </a:lnTo>
                <a:lnTo>
                  <a:pt x="1091917" y="1971042"/>
                </a:lnTo>
                <a:lnTo>
                  <a:pt x="1093891" y="1961501"/>
                </a:lnTo>
                <a:lnTo>
                  <a:pt x="1104086" y="1955360"/>
                </a:lnTo>
                <a:lnTo>
                  <a:pt x="1126999" y="1952509"/>
                </a:lnTo>
                <a:lnTo>
                  <a:pt x="1163725" y="1964791"/>
                </a:lnTo>
                <a:lnTo>
                  <a:pt x="1157586" y="1947684"/>
                </a:lnTo>
                <a:lnTo>
                  <a:pt x="1159121" y="1796242"/>
                </a:lnTo>
                <a:lnTo>
                  <a:pt x="1152324" y="1780451"/>
                </a:lnTo>
                <a:lnTo>
                  <a:pt x="1141580" y="1787689"/>
                </a:lnTo>
                <a:lnTo>
                  <a:pt x="1125793" y="1789114"/>
                </a:lnTo>
                <a:lnTo>
                  <a:pt x="1126670" y="1813569"/>
                </a:lnTo>
                <a:lnTo>
                  <a:pt x="1119544" y="1819381"/>
                </a:lnTo>
                <a:lnTo>
                  <a:pt x="1114282" y="1840874"/>
                </a:lnTo>
                <a:lnTo>
                  <a:pt x="1118777" y="1840655"/>
                </a:lnTo>
                <a:lnTo>
                  <a:pt x="1119106" y="1850086"/>
                </a:lnTo>
                <a:lnTo>
                  <a:pt x="1060234" y="1852498"/>
                </a:lnTo>
                <a:lnTo>
                  <a:pt x="1059138" y="1828702"/>
                </a:lnTo>
                <a:lnTo>
                  <a:pt x="1026359" y="1817626"/>
                </a:lnTo>
                <a:lnTo>
                  <a:pt x="1004104" y="1789992"/>
                </a:lnTo>
                <a:lnTo>
                  <a:pt x="1004104" y="1789992"/>
                </a:lnTo>
              </a:path>
            </a:pathLst>
          </a:custGeom>
          <a:noFill xmlns:a="http://schemas.openxmlformats.org/drawingml/2006/main"/>
          <a:ln xmlns:a="http://schemas.openxmlformats.org/drawingml/2006/main" w="3056">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ADF3515A-BE0D-4D53-A003-84A2A4952D55}"/>
              </a:ext>
            </a:extLst>
          </p:cNvPr>
          <p:cNvSpPr>
            <a:spLocks xmlns:a="http://schemas.openxmlformats.org/drawingml/2006/main" noGrp="1"/>
          </p:cNvSpPr>
          <p:nvPr/>
        </p:nvSpPr>
        <p:spPr>
          <a:xfrm xmlns:a="http://schemas.openxmlformats.org/drawingml/2006/main">
            <a:off x="6798169" y="2756512"/>
            <a:ext cx="674792" cy="251875"/>
          </a:xfrm>
          <a:custGeom xmlns:a="http://schemas.openxmlformats.org/drawingml/2006/main">
            <a:pathLst>
              <a:path w="841412" h="314068">
                <a:moveTo>
                  <a:pt x="18199" y="92444"/>
                </a:moveTo>
                <a:lnTo>
                  <a:pt x="20501" y="86851"/>
                </a:lnTo>
                <a:lnTo>
                  <a:pt x="13265" y="81697"/>
                </a:lnTo>
                <a:lnTo>
                  <a:pt x="11950" y="68757"/>
                </a:lnTo>
                <a:lnTo>
                  <a:pt x="0" y="62726"/>
                </a:lnTo>
                <a:lnTo>
                  <a:pt x="2960" y="50554"/>
                </a:lnTo>
                <a:lnTo>
                  <a:pt x="110" y="48799"/>
                </a:lnTo>
                <a:lnTo>
                  <a:pt x="30587" y="41342"/>
                </a:lnTo>
                <a:lnTo>
                  <a:pt x="44839" y="22261"/>
                </a:lnTo>
                <a:lnTo>
                  <a:pt x="65888" y="15901"/>
                </a:lnTo>
                <a:lnTo>
                  <a:pt x="80249" y="0"/>
                </a:lnTo>
                <a:lnTo>
                  <a:pt x="130679" y="17436"/>
                </a:lnTo>
                <a:lnTo>
                  <a:pt x="181438" y="41232"/>
                </a:lnTo>
                <a:lnTo>
                  <a:pt x="212354" y="46386"/>
                </a:lnTo>
                <a:lnTo>
                  <a:pt x="237898" y="59984"/>
                </a:lnTo>
                <a:lnTo>
                  <a:pt x="248641" y="71279"/>
                </a:lnTo>
                <a:lnTo>
                  <a:pt x="252917" y="84877"/>
                </a:lnTo>
                <a:lnTo>
                  <a:pt x="295015" y="103300"/>
                </a:lnTo>
                <a:lnTo>
                  <a:pt x="297756" y="97598"/>
                </a:lnTo>
                <a:lnTo>
                  <a:pt x="317489" y="98914"/>
                </a:lnTo>
                <a:lnTo>
                  <a:pt x="325163" y="114047"/>
                </a:lnTo>
                <a:lnTo>
                  <a:pt x="359697" y="111525"/>
                </a:lnTo>
                <a:lnTo>
                  <a:pt x="383816" y="114486"/>
                </a:lnTo>
                <a:lnTo>
                  <a:pt x="412648" y="103739"/>
                </a:lnTo>
                <a:lnTo>
                  <a:pt x="469875" y="98914"/>
                </a:lnTo>
                <a:lnTo>
                  <a:pt x="482812" y="92225"/>
                </a:lnTo>
                <a:lnTo>
                  <a:pt x="509342" y="97708"/>
                </a:lnTo>
                <a:lnTo>
                  <a:pt x="523704" y="108454"/>
                </a:lnTo>
                <a:lnTo>
                  <a:pt x="540148" y="105932"/>
                </a:lnTo>
                <a:lnTo>
                  <a:pt x="574682" y="114815"/>
                </a:lnTo>
                <a:lnTo>
                  <a:pt x="627304" y="111964"/>
                </a:lnTo>
                <a:lnTo>
                  <a:pt x="642214" y="106700"/>
                </a:lnTo>
                <a:lnTo>
                  <a:pt x="650327" y="98585"/>
                </a:lnTo>
                <a:lnTo>
                  <a:pt x="740552" y="96063"/>
                </a:lnTo>
                <a:lnTo>
                  <a:pt x="773880" y="110648"/>
                </a:lnTo>
                <a:lnTo>
                  <a:pt x="798108" y="136966"/>
                </a:lnTo>
                <a:lnTo>
                  <a:pt x="821569" y="192235"/>
                </a:lnTo>
                <a:lnTo>
                  <a:pt x="841412" y="266037"/>
                </a:lnTo>
                <a:lnTo>
                  <a:pt x="836698" y="273713"/>
                </a:lnTo>
                <a:lnTo>
                  <a:pt x="823762" y="277442"/>
                </a:lnTo>
                <a:lnTo>
                  <a:pt x="767960" y="263624"/>
                </a:lnTo>
                <a:lnTo>
                  <a:pt x="683654" y="263186"/>
                </a:lnTo>
                <a:lnTo>
                  <a:pt x="676419" y="278209"/>
                </a:lnTo>
                <a:lnTo>
                  <a:pt x="668416" y="272068"/>
                </a:lnTo>
                <a:lnTo>
                  <a:pt x="670937" y="264831"/>
                </a:lnTo>
                <a:lnTo>
                  <a:pt x="664798" y="263076"/>
                </a:lnTo>
                <a:lnTo>
                  <a:pt x="567994" y="262418"/>
                </a:lnTo>
                <a:lnTo>
                  <a:pt x="529405" y="281060"/>
                </a:lnTo>
                <a:lnTo>
                  <a:pt x="509671" y="270094"/>
                </a:lnTo>
                <a:lnTo>
                  <a:pt x="503093" y="278538"/>
                </a:lnTo>
                <a:lnTo>
                  <a:pt x="485991" y="285118"/>
                </a:lnTo>
                <a:lnTo>
                  <a:pt x="482264" y="279964"/>
                </a:lnTo>
                <a:lnTo>
                  <a:pt x="474699" y="282267"/>
                </a:lnTo>
                <a:lnTo>
                  <a:pt x="457816" y="295865"/>
                </a:lnTo>
                <a:lnTo>
                  <a:pt x="446524" y="298716"/>
                </a:lnTo>
                <a:lnTo>
                  <a:pt x="436657" y="295755"/>
                </a:lnTo>
                <a:lnTo>
                  <a:pt x="393463" y="310998"/>
                </a:lnTo>
                <a:lnTo>
                  <a:pt x="351365" y="314068"/>
                </a:lnTo>
                <a:lnTo>
                  <a:pt x="320340" y="277551"/>
                </a:lnTo>
                <a:lnTo>
                  <a:pt x="312885" y="254413"/>
                </a:lnTo>
                <a:lnTo>
                  <a:pt x="296988" y="244763"/>
                </a:lnTo>
                <a:lnTo>
                  <a:pt x="264209" y="247175"/>
                </a:lnTo>
                <a:lnTo>
                  <a:pt x="244256" y="209562"/>
                </a:lnTo>
                <a:lnTo>
                  <a:pt x="246339" y="199034"/>
                </a:lnTo>
                <a:lnTo>
                  <a:pt x="241515" y="201008"/>
                </a:lnTo>
                <a:lnTo>
                  <a:pt x="222440" y="187629"/>
                </a:lnTo>
                <a:lnTo>
                  <a:pt x="200404" y="185765"/>
                </a:lnTo>
                <a:lnTo>
                  <a:pt x="192511" y="177650"/>
                </a:lnTo>
                <a:lnTo>
                  <a:pt x="161376" y="168658"/>
                </a:lnTo>
                <a:lnTo>
                  <a:pt x="137696" y="151551"/>
                </a:lnTo>
                <a:lnTo>
                  <a:pt x="130679" y="148919"/>
                </a:lnTo>
                <a:lnTo>
                  <a:pt x="132214" y="153196"/>
                </a:lnTo>
                <a:lnTo>
                  <a:pt x="124321" y="152209"/>
                </a:lnTo>
                <a:lnTo>
                  <a:pt x="115550" y="141572"/>
                </a:lnTo>
                <a:lnTo>
                  <a:pt x="88033" y="136418"/>
                </a:lnTo>
                <a:lnTo>
                  <a:pt x="79811" y="119201"/>
                </a:lnTo>
                <a:lnTo>
                  <a:pt x="63147" y="116240"/>
                </a:lnTo>
                <a:lnTo>
                  <a:pt x="56898" y="121723"/>
                </a:lnTo>
                <a:lnTo>
                  <a:pt x="46812" y="119749"/>
                </a:lnTo>
                <a:lnTo>
                  <a:pt x="26092" y="98037"/>
                </a:lnTo>
                <a:lnTo>
                  <a:pt x="21816" y="99901"/>
                </a:lnTo>
                <a:lnTo>
                  <a:pt x="23790" y="92663"/>
                </a:lnTo>
                <a:lnTo>
                  <a:pt x="18199" y="92444"/>
                </a:lnTo>
              </a:path>
            </a:pathLst>
          </a:custGeom>
          <a:noFill xmlns:a="http://schemas.openxmlformats.org/drawingml/2006/main"/>
          <a:ln xmlns:a="http://schemas.openxmlformats.org/drawingml/2006/main" w="3056">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061BC208-4B43-453F-8F2F-A0E9066FBAC5}"/>
              </a:ext>
            </a:extLst>
          </p:cNvPr>
          <p:cNvSpPr>
            <a:spLocks xmlns:a="http://schemas.openxmlformats.org/drawingml/2006/main" noGrp="1"/>
          </p:cNvSpPr>
          <p:nvPr/>
        </p:nvSpPr>
        <p:spPr>
          <a:xfrm xmlns:a="http://schemas.openxmlformats.org/drawingml/2006/main">
            <a:off x="6066492" y="4476633"/>
            <a:ext cx="142783" cy="168415"/>
          </a:xfrm>
          <a:custGeom xmlns:a="http://schemas.openxmlformats.org/drawingml/2006/main">
            <a:pathLst>
              <a:path w="178040" h="210000">
                <a:moveTo>
                  <a:pt x="60735" y="17875"/>
                </a:moveTo>
                <a:lnTo>
                  <a:pt x="69834" y="31034"/>
                </a:lnTo>
                <a:lnTo>
                  <a:pt x="76083" y="24454"/>
                </a:lnTo>
                <a:lnTo>
                  <a:pt x="87814" y="24893"/>
                </a:lnTo>
                <a:lnTo>
                  <a:pt x="93734" y="20616"/>
                </a:lnTo>
                <a:lnTo>
                  <a:pt x="87266" y="14914"/>
                </a:lnTo>
                <a:lnTo>
                  <a:pt x="85731" y="17984"/>
                </a:lnTo>
                <a:lnTo>
                  <a:pt x="89568" y="10966"/>
                </a:lnTo>
                <a:lnTo>
                  <a:pt x="160389" y="1974"/>
                </a:lnTo>
                <a:lnTo>
                  <a:pt x="166528" y="6360"/>
                </a:lnTo>
                <a:lnTo>
                  <a:pt x="166528" y="15901"/>
                </a:lnTo>
                <a:lnTo>
                  <a:pt x="155565" y="33885"/>
                </a:lnTo>
                <a:lnTo>
                  <a:pt x="128267" y="44193"/>
                </a:lnTo>
                <a:lnTo>
                  <a:pt x="129693" y="38272"/>
                </a:lnTo>
                <a:lnTo>
                  <a:pt x="119716" y="37065"/>
                </a:lnTo>
                <a:lnTo>
                  <a:pt x="112481" y="44303"/>
                </a:lnTo>
                <a:lnTo>
                  <a:pt x="110178" y="55159"/>
                </a:lnTo>
                <a:lnTo>
                  <a:pt x="120264" y="76105"/>
                </a:lnTo>
                <a:lnTo>
                  <a:pt x="132104" y="76214"/>
                </a:lnTo>
                <a:lnTo>
                  <a:pt x="134516" y="72047"/>
                </a:lnTo>
                <a:lnTo>
                  <a:pt x="130679" y="69415"/>
                </a:lnTo>
                <a:lnTo>
                  <a:pt x="139121" y="72376"/>
                </a:lnTo>
                <a:lnTo>
                  <a:pt x="144164" y="97379"/>
                </a:lnTo>
                <a:lnTo>
                  <a:pt x="165980" y="116021"/>
                </a:lnTo>
                <a:lnTo>
                  <a:pt x="170365" y="127755"/>
                </a:lnTo>
                <a:lnTo>
                  <a:pt x="177601" y="132799"/>
                </a:lnTo>
                <a:lnTo>
                  <a:pt x="178040" y="139927"/>
                </a:lnTo>
                <a:lnTo>
                  <a:pt x="173106" y="135321"/>
                </a:lnTo>
                <a:lnTo>
                  <a:pt x="165651" y="138611"/>
                </a:lnTo>
                <a:lnTo>
                  <a:pt x="161047" y="151880"/>
                </a:lnTo>
                <a:lnTo>
                  <a:pt x="167296" y="156924"/>
                </a:lnTo>
                <a:lnTo>
                  <a:pt x="151509" y="163614"/>
                </a:lnTo>
                <a:lnTo>
                  <a:pt x="155127" y="160543"/>
                </a:lnTo>
                <a:lnTo>
                  <a:pt x="143068" y="154622"/>
                </a:lnTo>
                <a:lnTo>
                  <a:pt x="135284" y="142888"/>
                </a:lnTo>
                <a:lnTo>
                  <a:pt x="116208" y="128084"/>
                </a:lnTo>
                <a:lnTo>
                  <a:pt x="102285" y="108125"/>
                </a:lnTo>
                <a:lnTo>
                  <a:pt x="89020" y="127864"/>
                </a:lnTo>
                <a:lnTo>
                  <a:pt x="92199" y="147603"/>
                </a:lnTo>
                <a:lnTo>
                  <a:pt x="92089" y="141024"/>
                </a:lnTo>
                <a:lnTo>
                  <a:pt x="83209" y="142559"/>
                </a:lnTo>
                <a:lnTo>
                  <a:pt x="87266" y="164272"/>
                </a:lnTo>
                <a:lnTo>
                  <a:pt x="91212" y="165588"/>
                </a:lnTo>
                <a:lnTo>
                  <a:pt x="92638" y="161640"/>
                </a:lnTo>
                <a:lnTo>
                  <a:pt x="93844" y="180063"/>
                </a:lnTo>
                <a:lnTo>
                  <a:pt x="88910" y="178966"/>
                </a:lnTo>
                <a:lnTo>
                  <a:pt x="87704" y="190261"/>
                </a:lnTo>
                <a:lnTo>
                  <a:pt x="92089" y="195086"/>
                </a:lnTo>
                <a:lnTo>
                  <a:pt x="97681" y="193003"/>
                </a:lnTo>
                <a:lnTo>
                  <a:pt x="99106" y="201556"/>
                </a:lnTo>
                <a:lnTo>
                  <a:pt x="92199" y="210000"/>
                </a:lnTo>
                <a:lnTo>
                  <a:pt x="78166" y="195525"/>
                </a:lnTo>
                <a:lnTo>
                  <a:pt x="67423" y="192784"/>
                </a:lnTo>
                <a:lnTo>
                  <a:pt x="54925" y="171290"/>
                </a:lnTo>
                <a:lnTo>
                  <a:pt x="0" y="113389"/>
                </a:lnTo>
                <a:lnTo>
                  <a:pt x="12827" y="101984"/>
                </a:lnTo>
                <a:lnTo>
                  <a:pt x="25982" y="99133"/>
                </a:lnTo>
                <a:lnTo>
                  <a:pt x="33328" y="101875"/>
                </a:lnTo>
                <a:lnTo>
                  <a:pt x="29710" y="102642"/>
                </a:lnTo>
                <a:lnTo>
                  <a:pt x="35191" y="107577"/>
                </a:lnTo>
                <a:lnTo>
                  <a:pt x="40125" y="107687"/>
                </a:lnTo>
                <a:lnTo>
                  <a:pt x="39248" y="104287"/>
                </a:lnTo>
                <a:lnTo>
                  <a:pt x="46593" y="111744"/>
                </a:lnTo>
                <a:lnTo>
                  <a:pt x="59529" y="113937"/>
                </a:lnTo>
                <a:lnTo>
                  <a:pt x="56679" y="120736"/>
                </a:lnTo>
                <a:lnTo>
                  <a:pt x="77289" y="132031"/>
                </a:lnTo>
                <a:lnTo>
                  <a:pt x="81126" y="125890"/>
                </a:lnTo>
                <a:lnTo>
                  <a:pt x="72904" y="119311"/>
                </a:lnTo>
                <a:lnTo>
                  <a:pt x="88033" y="126658"/>
                </a:lnTo>
                <a:lnTo>
                  <a:pt x="99873" y="107358"/>
                </a:lnTo>
                <a:lnTo>
                  <a:pt x="97681" y="97598"/>
                </a:lnTo>
                <a:lnTo>
                  <a:pt x="101408" y="91676"/>
                </a:lnTo>
                <a:lnTo>
                  <a:pt x="97023" y="84877"/>
                </a:lnTo>
                <a:lnTo>
                  <a:pt x="93405" y="87619"/>
                </a:lnTo>
                <a:lnTo>
                  <a:pt x="77399" y="73911"/>
                </a:lnTo>
                <a:lnTo>
                  <a:pt x="86718" y="65577"/>
                </a:lnTo>
                <a:lnTo>
                  <a:pt x="93076" y="70841"/>
                </a:lnTo>
                <a:lnTo>
                  <a:pt x="99215" y="68538"/>
                </a:lnTo>
                <a:lnTo>
                  <a:pt x="98338" y="50554"/>
                </a:lnTo>
                <a:lnTo>
                  <a:pt x="77509" y="51431"/>
                </a:lnTo>
                <a:lnTo>
                  <a:pt x="74768" y="36846"/>
                </a:lnTo>
                <a:lnTo>
                  <a:pt x="54267" y="63932"/>
                </a:lnTo>
                <a:lnTo>
                  <a:pt x="39686" y="65796"/>
                </a:lnTo>
                <a:lnTo>
                  <a:pt x="41550" y="57133"/>
                </a:lnTo>
                <a:lnTo>
                  <a:pt x="63586" y="48689"/>
                </a:lnTo>
                <a:lnTo>
                  <a:pt x="68519" y="32679"/>
                </a:lnTo>
                <a:lnTo>
                  <a:pt x="55363" y="18094"/>
                </a:lnTo>
                <a:lnTo>
                  <a:pt x="51197" y="23687"/>
                </a:lnTo>
                <a:lnTo>
                  <a:pt x="53828" y="25661"/>
                </a:lnTo>
                <a:lnTo>
                  <a:pt x="46483" y="24783"/>
                </a:lnTo>
                <a:lnTo>
                  <a:pt x="25653" y="4167"/>
                </a:lnTo>
                <a:lnTo>
                  <a:pt x="29600" y="0"/>
                </a:lnTo>
                <a:lnTo>
                  <a:pt x="58104" y="8773"/>
                </a:lnTo>
                <a:lnTo>
                  <a:pt x="60735" y="17875"/>
                </a:lnTo>
              </a:path>
            </a:pathLst>
          </a:custGeom>
          <a:noFill xmlns:a="http://schemas.openxmlformats.org/drawingml/2006/main"/>
          <a:ln xmlns:a="http://schemas.openxmlformats.org/drawingml/2006/main" w="3056">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A93FF458-FDBC-42EB-8510-E0022AC37733}"/>
              </a:ext>
            </a:extLst>
          </p:cNvPr>
          <p:cNvSpPr>
            <a:spLocks xmlns:a="http://schemas.openxmlformats.org/drawingml/2006/main" noGrp="1"/>
          </p:cNvSpPr>
          <p:nvPr/>
        </p:nvSpPr>
        <p:spPr>
          <a:xfrm xmlns:a="http://schemas.openxmlformats.org/drawingml/2006/main">
            <a:off x="6080208" y="4362128"/>
            <a:ext cx="93724" cy="68509"/>
          </a:xfrm>
          <a:custGeom xmlns:a="http://schemas.openxmlformats.org/drawingml/2006/main">
            <a:pathLst>
              <a:path w="116866" h="85426">
                <a:moveTo>
                  <a:pt x="116866" y="50883"/>
                </a:moveTo>
                <a:lnTo>
                  <a:pt x="114344" y="65796"/>
                </a:lnTo>
                <a:lnTo>
                  <a:pt x="102395" y="73144"/>
                </a:lnTo>
                <a:lnTo>
                  <a:pt x="60406" y="54940"/>
                </a:lnTo>
                <a:lnTo>
                  <a:pt x="47251" y="59436"/>
                </a:lnTo>
                <a:lnTo>
                  <a:pt x="14252" y="85426"/>
                </a:lnTo>
                <a:lnTo>
                  <a:pt x="5043" y="85097"/>
                </a:lnTo>
                <a:lnTo>
                  <a:pt x="0" y="77640"/>
                </a:lnTo>
                <a:lnTo>
                  <a:pt x="5153" y="62945"/>
                </a:lnTo>
                <a:lnTo>
                  <a:pt x="49882" y="32789"/>
                </a:lnTo>
                <a:lnTo>
                  <a:pt x="80688" y="0"/>
                </a:lnTo>
                <a:lnTo>
                  <a:pt x="91432" y="3619"/>
                </a:lnTo>
                <a:lnTo>
                  <a:pt x="103820" y="16230"/>
                </a:lnTo>
                <a:lnTo>
                  <a:pt x="116866" y="50883"/>
                </a:lnTo>
              </a:path>
            </a:pathLst>
          </a:custGeom>
          <a:noFill xmlns:a="http://schemas.openxmlformats.org/drawingml/2006/main"/>
          <a:ln xmlns:a="http://schemas.openxmlformats.org/drawingml/2006/main" w="3056">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27AC07E2-573C-4797-806C-886350E880D8}"/>
              </a:ext>
            </a:extLst>
          </p:cNvPr>
          <p:cNvSpPr>
            <a:spLocks xmlns:a="http://schemas.openxmlformats.org/drawingml/2006/main" noGrp="1"/>
          </p:cNvSpPr>
          <p:nvPr/>
        </p:nvSpPr>
        <p:spPr>
          <a:xfrm xmlns:a="http://schemas.openxmlformats.org/drawingml/2006/main">
            <a:off x="5997474" y="4456581"/>
            <a:ext cx="46510" cy="63848"/>
          </a:xfrm>
          <a:custGeom xmlns:a="http://schemas.openxmlformats.org/drawingml/2006/main">
            <a:pathLst>
              <a:path w="57994" h="79614">
                <a:moveTo>
                  <a:pt x="57994" y="66454"/>
                </a:moveTo>
                <a:lnTo>
                  <a:pt x="55473" y="77420"/>
                </a:lnTo>
                <a:lnTo>
                  <a:pt x="49334" y="79614"/>
                </a:lnTo>
                <a:lnTo>
                  <a:pt x="20062" y="63055"/>
                </a:lnTo>
                <a:lnTo>
                  <a:pt x="0" y="20616"/>
                </a:lnTo>
                <a:lnTo>
                  <a:pt x="7016" y="0"/>
                </a:lnTo>
                <a:lnTo>
                  <a:pt x="26421" y="5922"/>
                </a:lnTo>
                <a:lnTo>
                  <a:pt x="43742" y="28073"/>
                </a:lnTo>
                <a:lnTo>
                  <a:pt x="57994" y="66454"/>
                </a:lnTo>
              </a:path>
            </a:pathLst>
          </a:custGeom>
          <a:noFill xmlns:a="http://schemas.openxmlformats.org/drawingml/2006/main"/>
          <a:ln xmlns:a="http://schemas.openxmlformats.org/drawingml/2006/main" w="3056">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76E5F428-89ED-4140-BC05-35F49BD09008}"/>
              </a:ext>
            </a:extLst>
          </p:cNvPr>
          <p:cNvSpPr>
            <a:spLocks xmlns:a="http://schemas.openxmlformats.org/drawingml/2006/main" noGrp="1"/>
          </p:cNvSpPr>
          <p:nvPr/>
        </p:nvSpPr>
        <p:spPr>
          <a:xfrm xmlns:a="http://schemas.openxmlformats.org/drawingml/2006/main">
            <a:off x="6196879" y="4538810"/>
            <a:ext cx="41850" cy="40719"/>
          </a:xfrm>
          <a:custGeom xmlns:a="http://schemas.openxmlformats.org/drawingml/2006/main">
            <a:pathLst>
              <a:path w="52184" h="50773">
                <a:moveTo>
                  <a:pt x="28504" y="12611"/>
                </a:moveTo>
                <a:lnTo>
                  <a:pt x="37274" y="9540"/>
                </a:lnTo>
                <a:lnTo>
                  <a:pt x="31354" y="5044"/>
                </a:lnTo>
                <a:lnTo>
                  <a:pt x="36288" y="8005"/>
                </a:lnTo>
                <a:lnTo>
                  <a:pt x="49224" y="28402"/>
                </a:lnTo>
                <a:lnTo>
                  <a:pt x="52184" y="38820"/>
                </a:lnTo>
                <a:lnTo>
                  <a:pt x="43633" y="50773"/>
                </a:lnTo>
                <a:lnTo>
                  <a:pt x="37494" y="48360"/>
                </a:lnTo>
                <a:lnTo>
                  <a:pt x="43414" y="50334"/>
                </a:lnTo>
                <a:lnTo>
                  <a:pt x="50101" y="41561"/>
                </a:lnTo>
                <a:lnTo>
                  <a:pt x="48457" y="43974"/>
                </a:lnTo>
                <a:lnTo>
                  <a:pt x="26531" y="34214"/>
                </a:lnTo>
                <a:lnTo>
                  <a:pt x="26531" y="31144"/>
                </a:lnTo>
                <a:lnTo>
                  <a:pt x="28394" y="37394"/>
                </a:lnTo>
                <a:lnTo>
                  <a:pt x="17760" y="22371"/>
                </a:lnTo>
                <a:lnTo>
                  <a:pt x="23571" y="23796"/>
                </a:lnTo>
                <a:lnTo>
                  <a:pt x="26202" y="18862"/>
                </a:lnTo>
                <a:lnTo>
                  <a:pt x="17212" y="16230"/>
                </a:lnTo>
                <a:lnTo>
                  <a:pt x="13046" y="22042"/>
                </a:lnTo>
                <a:lnTo>
                  <a:pt x="0" y="6689"/>
                </a:lnTo>
                <a:lnTo>
                  <a:pt x="1316" y="987"/>
                </a:lnTo>
                <a:lnTo>
                  <a:pt x="11950" y="0"/>
                </a:lnTo>
                <a:lnTo>
                  <a:pt x="12498" y="3948"/>
                </a:lnTo>
                <a:lnTo>
                  <a:pt x="28504" y="12611"/>
                </a:lnTo>
              </a:path>
            </a:pathLst>
          </a:custGeom>
          <a:noFill xmlns:a="http://schemas.openxmlformats.org/drawingml/2006/main"/>
          <a:ln xmlns:a="http://schemas.openxmlformats.org/drawingml/2006/main" w="3056">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E23C3A24-7CC4-4E2A-ABE5-72569C93474E}"/>
              </a:ext>
            </a:extLst>
          </p:cNvPr>
          <p:cNvSpPr>
            <a:spLocks xmlns:a="http://schemas.openxmlformats.org/drawingml/2006/main" noGrp="1"/>
          </p:cNvSpPr>
          <p:nvPr/>
        </p:nvSpPr>
        <p:spPr>
          <a:xfrm xmlns:a="http://schemas.openxmlformats.org/drawingml/2006/main">
            <a:off x="5980857" y="4625524"/>
            <a:ext cx="28223" cy="28582"/>
          </a:xfrm>
          <a:custGeom xmlns:a="http://schemas.openxmlformats.org/drawingml/2006/main">
            <a:pathLst>
              <a:path w="35191" h="35640">
                <a:moveTo>
                  <a:pt x="16993" y="0"/>
                </a:moveTo>
                <a:lnTo>
                  <a:pt x="31135" y="8663"/>
                </a:lnTo>
                <a:lnTo>
                  <a:pt x="35191" y="16888"/>
                </a:lnTo>
                <a:lnTo>
                  <a:pt x="32999" y="12721"/>
                </a:lnTo>
                <a:lnTo>
                  <a:pt x="28175" y="14366"/>
                </a:lnTo>
                <a:lnTo>
                  <a:pt x="18747" y="30705"/>
                </a:lnTo>
                <a:lnTo>
                  <a:pt x="22693" y="33227"/>
                </a:lnTo>
                <a:lnTo>
                  <a:pt x="9867" y="35640"/>
                </a:lnTo>
                <a:lnTo>
                  <a:pt x="0" y="23029"/>
                </a:lnTo>
                <a:lnTo>
                  <a:pt x="16993" y="0"/>
                </a:lnTo>
              </a:path>
            </a:pathLst>
          </a:custGeom>
          <a:noFill xmlns:a="http://schemas.openxmlformats.org/drawingml/2006/main"/>
          <a:ln xmlns:a="http://schemas.openxmlformats.org/drawingml/2006/main" w="3056">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05BEF2C7-6E16-4C44-A236-EB674E5B1A8C}"/>
              </a:ext>
            </a:extLst>
          </p:cNvPr>
          <p:cNvSpPr>
            <a:spLocks xmlns:a="http://schemas.openxmlformats.org/drawingml/2006/main" noGrp="1"/>
          </p:cNvSpPr>
          <p:nvPr/>
        </p:nvSpPr>
        <p:spPr>
          <a:xfrm xmlns:a="http://schemas.openxmlformats.org/drawingml/2006/main">
            <a:off x="5965471" y="4612596"/>
            <a:ext cx="17672" cy="20139"/>
          </a:xfrm>
          <a:custGeom xmlns:a="http://schemas.openxmlformats.org/drawingml/2006/main">
            <a:pathLst>
              <a:path w="22036" h="25112">
                <a:moveTo>
                  <a:pt x="4714" y="0"/>
                </a:moveTo>
                <a:lnTo>
                  <a:pt x="16225" y="2632"/>
                </a:lnTo>
                <a:lnTo>
                  <a:pt x="22036" y="8663"/>
                </a:lnTo>
                <a:lnTo>
                  <a:pt x="9319" y="25112"/>
                </a:lnTo>
                <a:lnTo>
                  <a:pt x="987" y="16339"/>
                </a:lnTo>
                <a:lnTo>
                  <a:pt x="0" y="5483"/>
                </a:lnTo>
                <a:lnTo>
                  <a:pt x="767" y="9102"/>
                </a:lnTo>
                <a:lnTo>
                  <a:pt x="4714" y="5812"/>
                </a:lnTo>
                <a:lnTo>
                  <a:pt x="4714" y="0"/>
                </a:lnTo>
              </a:path>
            </a:pathLst>
          </a:custGeom>
          <a:noFill xmlns:a="http://schemas.openxmlformats.org/drawingml/2006/main"/>
          <a:ln xmlns:a="http://schemas.openxmlformats.org/drawingml/2006/main" w="3056">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669F1258-30BE-4816-9C61-B5EE8297EE3C}"/>
              </a:ext>
            </a:extLst>
          </p:cNvPr>
          <p:cNvSpPr>
            <a:spLocks xmlns:a="http://schemas.openxmlformats.org/drawingml/2006/main" noGrp="1"/>
          </p:cNvSpPr>
          <p:nvPr/>
        </p:nvSpPr>
        <p:spPr>
          <a:xfrm xmlns:a="http://schemas.openxmlformats.org/drawingml/2006/main">
            <a:off x="6193626" y="2540079"/>
            <a:ext cx="132057" cy="152761"/>
          </a:xfrm>
          <a:custGeom xmlns:a="http://schemas.openxmlformats.org/drawingml/2006/main">
            <a:pathLst>
              <a:path w="164665" h="190481">
                <a:moveTo>
                  <a:pt x="161485" y="138830"/>
                </a:moveTo>
                <a:lnTo>
                  <a:pt x="164665" y="152099"/>
                </a:lnTo>
                <a:lnTo>
                  <a:pt x="160279" y="161969"/>
                </a:lnTo>
                <a:lnTo>
                  <a:pt x="130241" y="185656"/>
                </a:lnTo>
                <a:lnTo>
                  <a:pt x="107767" y="190481"/>
                </a:lnTo>
                <a:lnTo>
                  <a:pt x="87704" y="183353"/>
                </a:lnTo>
                <a:lnTo>
                  <a:pt x="65997" y="159447"/>
                </a:lnTo>
                <a:lnTo>
                  <a:pt x="44839" y="121614"/>
                </a:lnTo>
                <a:lnTo>
                  <a:pt x="24996" y="106700"/>
                </a:lnTo>
                <a:lnTo>
                  <a:pt x="23132" y="74789"/>
                </a:lnTo>
                <a:lnTo>
                  <a:pt x="2302" y="33118"/>
                </a:lnTo>
                <a:lnTo>
                  <a:pt x="0" y="14475"/>
                </a:lnTo>
                <a:lnTo>
                  <a:pt x="30039" y="0"/>
                </a:lnTo>
                <a:lnTo>
                  <a:pt x="42646" y="2303"/>
                </a:lnTo>
                <a:lnTo>
                  <a:pt x="95707" y="58668"/>
                </a:lnTo>
                <a:lnTo>
                  <a:pt x="161485" y="138830"/>
                </a:lnTo>
              </a:path>
            </a:pathLst>
          </a:custGeom>
          <a:noFill xmlns:a="http://schemas.openxmlformats.org/drawingml/2006/main"/>
          <a:ln xmlns:a="http://schemas.openxmlformats.org/drawingml/2006/main" w="3056">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DA1CCF3D-ECDA-4739-BBBB-85731B9E3787}"/>
              </a:ext>
            </a:extLst>
          </p:cNvPr>
          <p:cNvSpPr>
            <a:spLocks xmlns:a="http://schemas.openxmlformats.org/drawingml/2006/main" noGrp="1"/>
          </p:cNvSpPr>
          <p:nvPr/>
        </p:nvSpPr>
        <p:spPr>
          <a:xfrm xmlns:a="http://schemas.openxmlformats.org/drawingml/2006/main">
            <a:off x="7525362" y="2646933"/>
            <a:ext cx="422234" cy="726964"/>
          </a:xfrm>
          <a:custGeom xmlns:a="http://schemas.openxmlformats.org/drawingml/2006/main">
            <a:pathLst>
              <a:path w="526493" h="906466">
                <a:moveTo>
                  <a:pt x="493117" y="90470"/>
                </a:moveTo>
                <a:lnTo>
                  <a:pt x="501339" y="101217"/>
                </a:lnTo>
                <a:lnTo>
                  <a:pt x="511754" y="95624"/>
                </a:lnTo>
                <a:lnTo>
                  <a:pt x="526493" y="97110"/>
                </a:lnTo>
                <a:moveTo>
                  <a:pt x="526493" y="906466"/>
                </a:moveTo>
                <a:lnTo>
                  <a:pt x="256535" y="677155"/>
                </a:lnTo>
                <a:lnTo>
                  <a:pt x="136819" y="568371"/>
                </a:lnTo>
                <a:lnTo>
                  <a:pt x="95598" y="506742"/>
                </a:lnTo>
                <a:lnTo>
                  <a:pt x="79372" y="466716"/>
                </a:lnTo>
                <a:lnTo>
                  <a:pt x="70602" y="431296"/>
                </a:lnTo>
                <a:lnTo>
                  <a:pt x="81346" y="422742"/>
                </a:lnTo>
                <a:lnTo>
                  <a:pt x="173435" y="425374"/>
                </a:lnTo>
                <a:lnTo>
                  <a:pt x="196129" y="420001"/>
                </a:lnTo>
                <a:lnTo>
                  <a:pt x="212902" y="410350"/>
                </a:lnTo>
                <a:lnTo>
                  <a:pt x="225181" y="393134"/>
                </a:lnTo>
                <a:lnTo>
                  <a:pt x="223975" y="381290"/>
                </a:lnTo>
                <a:lnTo>
                  <a:pt x="212792" y="370544"/>
                </a:lnTo>
                <a:lnTo>
                  <a:pt x="210929" y="355739"/>
                </a:lnTo>
                <a:lnTo>
                  <a:pt x="231101" y="319771"/>
                </a:lnTo>
                <a:lnTo>
                  <a:pt x="214327" y="311985"/>
                </a:lnTo>
                <a:lnTo>
                  <a:pt x="195909" y="313739"/>
                </a:lnTo>
                <a:lnTo>
                  <a:pt x="169927" y="340496"/>
                </a:lnTo>
                <a:lnTo>
                  <a:pt x="146028" y="350147"/>
                </a:lnTo>
                <a:lnTo>
                  <a:pt x="57775" y="346089"/>
                </a:lnTo>
                <a:lnTo>
                  <a:pt x="43742" y="337974"/>
                </a:lnTo>
                <a:lnTo>
                  <a:pt x="34424" y="326241"/>
                </a:lnTo>
                <a:lnTo>
                  <a:pt x="1973" y="239938"/>
                </a:lnTo>
                <a:lnTo>
                  <a:pt x="0" y="198376"/>
                </a:lnTo>
                <a:lnTo>
                  <a:pt x="18308" y="160434"/>
                </a:lnTo>
                <a:lnTo>
                  <a:pt x="133420" y="56585"/>
                </a:lnTo>
                <a:lnTo>
                  <a:pt x="168721" y="37614"/>
                </a:lnTo>
                <a:lnTo>
                  <a:pt x="299620" y="1206"/>
                </a:lnTo>
                <a:lnTo>
                  <a:pt x="342923" y="0"/>
                </a:lnTo>
                <a:lnTo>
                  <a:pt x="379759" y="10637"/>
                </a:lnTo>
                <a:lnTo>
                  <a:pt x="413196" y="60533"/>
                </a:lnTo>
                <a:lnTo>
                  <a:pt x="487745" y="74569"/>
                </a:lnTo>
                <a:lnTo>
                  <a:pt x="495967" y="81149"/>
                </a:lnTo>
                <a:lnTo>
                  <a:pt x="493117" y="90470"/>
                </a:lnTo>
              </a:path>
            </a:pathLst>
          </a:custGeom>
          <a:noFill xmlns:a="http://schemas.openxmlformats.org/drawingml/2006/main"/>
          <a:ln xmlns:a="http://schemas.openxmlformats.org/drawingml/2006/main" w="3056">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2723EDED-49EA-4C33-8799-300453401FF1}"/>
              </a:ext>
            </a:extLst>
          </p:cNvPr>
          <p:cNvSpPr>
            <a:spLocks xmlns:a="http://schemas.openxmlformats.org/drawingml/2006/main" noGrp="1"/>
          </p:cNvSpPr>
          <p:nvPr/>
        </p:nvSpPr>
        <p:spPr>
          <a:xfrm xmlns:a="http://schemas.openxmlformats.org/drawingml/2006/main">
            <a:off x="6953525" y="2931523"/>
            <a:ext cx="91965" cy="84955"/>
          </a:xfrm>
          <a:custGeom xmlns:a="http://schemas.openxmlformats.org/drawingml/2006/main">
            <a:pathLst>
              <a:path w="114673" h="105932">
                <a:moveTo>
                  <a:pt x="32451" y="6689"/>
                </a:moveTo>
                <a:lnTo>
                  <a:pt x="60297" y="43426"/>
                </a:lnTo>
                <a:lnTo>
                  <a:pt x="104258" y="57572"/>
                </a:lnTo>
                <a:lnTo>
                  <a:pt x="114673" y="95843"/>
                </a:lnTo>
                <a:lnTo>
                  <a:pt x="110178" y="105274"/>
                </a:lnTo>
                <a:lnTo>
                  <a:pt x="104258" y="105932"/>
                </a:lnTo>
                <a:lnTo>
                  <a:pt x="90006" y="93760"/>
                </a:lnTo>
                <a:lnTo>
                  <a:pt x="8332" y="14037"/>
                </a:lnTo>
                <a:lnTo>
                  <a:pt x="0" y="0"/>
                </a:lnTo>
                <a:lnTo>
                  <a:pt x="32451" y="6689"/>
                </a:lnTo>
              </a:path>
            </a:pathLst>
          </a:custGeom>
          <a:noFill xmlns:a="http://schemas.openxmlformats.org/drawingml/2006/main"/>
          <a:ln xmlns:a="http://schemas.openxmlformats.org/drawingml/2006/main" w="3056">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E946A1C1-B2E9-4FD8-98A7-6820280CA4B3}"/>
              </a:ext>
            </a:extLst>
          </p:cNvPr>
          <p:cNvSpPr>
            <a:spLocks xmlns:a="http://schemas.openxmlformats.org/drawingml/2006/main" noGrp="1"/>
          </p:cNvSpPr>
          <p:nvPr/>
        </p:nvSpPr>
        <p:spPr>
          <a:xfrm xmlns:a="http://schemas.openxmlformats.org/drawingml/2006/main">
            <a:off x="5314593" y="4611013"/>
            <a:ext cx="211889" cy="254426"/>
          </a:xfrm>
          <a:custGeom xmlns:a="http://schemas.openxmlformats.org/drawingml/2006/main">
            <a:pathLst>
              <a:path w="264209" h="317248">
                <a:moveTo>
                  <a:pt x="25763" y="45838"/>
                </a:moveTo>
                <a:lnTo>
                  <a:pt x="42427" y="47812"/>
                </a:lnTo>
                <a:lnTo>
                  <a:pt x="36945" y="59326"/>
                </a:lnTo>
                <a:lnTo>
                  <a:pt x="42317" y="78627"/>
                </a:lnTo>
                <a:lnTo>
                  <a:pt x="34972" y="80820"/>
                </a:lnTo>
                <a:lnTo>
                  <a:pt x="46812" y="77201"/>
                </a:lnTo>
                <a:lnTo>
                  <a:pt x="48785" y="80601"/>
                </a:lnTo>
                <a:lnTo>
                  <a:pt x="53390" y="74679"/>
                </a:lnTo>
                <a:lnTo>
                  <a:pt x="57666" y="80052"/>
                </a:lnTo>
                <a:lnTo>
                  <a:pt x="52074" y="94747"/>
                </a:lnTo>
                <a:lnTo>
                  <a:pt x="58762" y="99133"/>
                </a:lnTo>
                <a:lnTo>
                  <a:pt x="43742" y="108016"/>
                </a:lnTo>
                <a:lnTo>
                  <a:pt x="35082" y="101875"/>
                </a:lnTo>
                <a:lnTo>
                  <a:pt x="32560" y="103958"/>
                </a:lnTo>
                <a:lnTo>
                  <a:pt x="43085" y="109003"/>
                </a:lnTo>
                <a:lnTo>
                  <a:pt x="61174" y="101875"/>
                </a:lnTo>
                <a:lnTo>
                  <a:pt x="53280" y="109112"/>
                </a:lnTo>
                <a:lnTo>
                  <a:pt x="63476" y="107687"/>
                </a:lnTo>
                <a:lnTo>
                  <a:pt x="61064" y="121833"/>
                </a:lnTo>
                <a:lnTo>
                  <a:pt x="65011" y="110977"/>
                </a:lnTo>
                <a:lnTo>
                  <a:pt x="91103" y="99572"/>
                </a:lnTo>
                <a:lnTo>
                  <a:pt x="105464" y="98146"/>
                </a:lnTo>
                <a:lnTo>
                  <a:pt x="135613" y="105823"/>
                </a:lnTo>
                <a:lnTo>
                  <a:pt x="171242" y="87180"/>
                </a:lnTo>
                <a:lnTo>
                  <a:pt x="193388" y="80601"/>
                </a:lnTo>
                <a:lnTo>
                  <a:pt x="193388" y="76105"/>
                </a:lnTo>
                <a:lnTo>
                  <a:pt x="249628" y="75227"/>
                </a:lnTo>
                <a:lnTo>
                  <a:pt x="261797" y="125452"/>
                </a:lnTo>
                <a:lnTo>
                  <a:pt x="264209" y="169316"/>
                </a:lnTo>
                <a:lnTo>
                  <a:pt x="259824" y="186752"/>
                </a:lnTo>
                <a:lnTo>
                  <a:pt x="245133" y="204737"/>
                </a:lnTo>
                <a:lnTo>
                  <a:pt x="203364" y="227546"/>
                </a:lnTo>
                <a:lnTo>
                  <a:pt x="193717" y="273494"/>
                </a:lnTo>
                <a:lnTo>
                  <a:pt x="168940" y="297619"/>
                </a:lnTo>
                <a:lnTo>
                  <a:pt x="146356" y="312533"/>
                </a:lnTo>
                <a:lnTo>
                  <a:pt x="121580" y="317248"/>
                </a:lnTo>
                <a:lnTo>
                  <a:pt x="97132" y="309243"/>
                </a:lnTo>
                <a:lnTo>
                  <a:pt x="32341" y="243885"/>
                </a:lnTo>
                <a:lnTo>
                  <a:pt x="31464" y="229959"/>
                </a:lnTo>
                <a:lnTo>
                  <a:pt x="60077" y="194538"/>
                </a:lnTo>
                <a:lnTo>
                  <a:pt x="66984" y="172058"/>
                </a:lnTo>
                <a:lnTo>
                  <a:pt x="61831" y="146726"/>
                </a:lnTo>
                <a:lnTo>
                  <a:pt x="56569" y="155170"/>
                </a:lnTo>
                <a:lnTo>
                  <a:pt x="54157" y="146616"/>
                </a:lnTo>
                <a:lnTo>
                  <a:pt x="42975" y="143436"/>
                </a:lnTo>
                <a:lnTo>
                  <a:pt x="54267" y="148371"/>
                </a:lnTo>
                <a:lnTo>
                  <a:pt x="54815" y="157582"/>
                </a:lnTo>
                <a:lnTo>
                  <a:pt x="43742" y="167781"/>
                </a:lnTo>
                <a:lnTo>
                  <a:pt x="35739" y="156595"/>
                </a:lnTo>
                <a:lnTo>
                  <a:pt x="33437" y="166026"/>
                </a:lnTo>
                <a:lnTo>
                  <a:pt x="21926" y="177760"/>
                </a:lnTo>
                <a:lnTo>
                  <a:pt x="8332" y="154951"/>
                </a:lnTo>
                <a:lnTo>
                  <a:pt x="0" y="122052"/>
                </a:lnTo>
                <a:lnTo>
                  <a:pt x="4276" y="91896"/>
                </a:lnTo>
                <a:lnTo>
                  <a:pt x="12498" y="81259"/>
                </a:lnTo>
                <a:lnTo>
                  <a:pt x="17102" y="56366"/>
                </a:lnTo>
                <a:lnTo>
                  <a:pt x="12498" y="548"/>
                </a:lnTo>
                <a:lnTo>
                  <a:pt x="15677" y="0"/>
                </a:lnTo>
                <a:lnTo>
                  <a:pt x="25763" y="45838"/>
                </a:lnTo>
              </a:path>
            </a:pathLst>
          </a:custGeom>
          <a:noFill xmlns:a="http://schemas.openxmlformats.org/drawingml/2006/main"/>
          <a:ln xmlns:a="http://schemas.openxmlformats.org/drawingml/2006/main" w="3056">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90B85AFA-99CA-4FDD-A6C8-36967AC486EF}"/>
              </a:ext>
            </a:extLst>
          </p:cNvPr>
          <p:cNvSpPr>
            <a:spLocks xmlns:a="http://schemas.openxmlformats.org/drawingml/2006/main" noGrp="1"/>
          </p:cNvSpPr>
          <p:nvPr/>
        </p:nvSpPr>
        <p:spPr>
          <a:xfrm xmlns:a="http://schemas.openxmlformats.org/drawingml/2006/main">
            <a:off x="4870241" y="4645312"/>
            <a:ext cx="233342" cy="95245"/>
          </a:xfrm>
          <a:custGeom xmlns:a="http://schemas.openxmlformats.org/drawingml/2006/main">
            <a:pathLst>
              <a:path w="290959" h="118763">
                <a:moveTo>
                  <a:pt x="171571" y="219"/>
                </a:moveTo>
                <a:lnTo>
                  <a:pt x="195032" y="7457"/>
                </a:lnTo>
                <a:lnTo>
                  <a:pt x="180342" y="3070"/>
                </a:lnTo>
                <a:lnTo>
                  <a:pt x="177053" y="13379"/>
                </a:lnTo>
                <a:lnTo>
                  <a:pt x="187577" y="29828"/>
                </a:lnTo>
                <a:lnTo>
                  <a:pt x="199527" y="36846"/>
                </a:lnTo>
                <a:lnTo>
                  <a:pt x="218493" y="34872"/>
                </a:lnTo>
                <a:lnTo>
                  <a:pt x="234170" y="24125"/>
                </a:lnTo>
                <a:lnTo>
                  <a:pt x="235815" y="21384"/>
                </a:lnTo>
                <a:lnTo>
                  <a:pt x="230114" y="17984"/>
                </a:lnTo>
                <a:lnTo>
                  <a:pt x="243160" y="24783"/>
                </a:lnTo>
                <a:lnTo>
                  <a:pt x="257850" y="59546"/>
                </a:lnTo>
                <a:lnTo>
                  <a:pt x="250944" y="43097"/>
                </a:lnTo>
                <a:lnTo>
                  <a:pt x="242173" y="40465"/>
                </a:lnTo>
                <a:lnTo>
                  <a:pt x="229675" y="45838"/>
                </a:lnTo>
                <a:lnTo>
                  <a:pt x="222221" y="59326"/>
                </a:lnTo>
                <a:lnTo>
                  <a:pt x="233622" y="71279"/>
                </a:lnTo>
                <a:lnTo>
                  <a:pt x="247107" y="72705"/>
                </a:lnTo>
                <a:lnTo>
                  <a:pt x="268923" y="88825"/>
                </a:lnTo>
                <a:lnTo>
                  <a:pt x="277255" y="87071"/>
                </a:lnTo>
                <a:lnTo>
                  <a:pt x="272650" y="80820"/>
                </a:lnTo>
                <a:lnTo>
                  <a:pt x="290959" y="107358"/>
                </a:lnTo>
                <a:lnTo>
                  <a:pt x="270239" y="109880"/>
                </a:lnTo>
                <a:lnTo>
                  <a:pt x="274076" y="103849"/>
                </a:lnTo>
                <a:lnTo>
                  <a:pt x="270019" y="97488"/>
                </a:lnTo>
                <a:lnTo>
                  <a:pt x="248970" y="92444"/>
                </a:lnTo>
                <a:lnTo>
                  <a:pt x="247436" y="111964"/>
                </a:lnTo>
                <a:lnTo>
                  <a:pt x="260372" y="110428"/>
                </a:lnTo>
                <a:lnTo>
                  <a:pt x="216958" y="118763"/>
                </a:lnTo>
                <a:lnTo>
                  <a:pt x="176285" y="110428"/>
                </a:lnTo>
                <a:lnTo>
                  <a:pt x="106999" y="118214"/>
                </a:lnTo>
                <a:lnTo>
                  <a:pt x="7345" y="101546"/>
                </a:lnTo>
                <a:lnTo>
                  <a:pt x="0" y="94418"/>
                </a:lnTo>
                <a:lnTo>
                  <a:pt x="3837" y="83671"/>
                </a:lnTo>
                <a:lnTo>
                  <a:pt x="39028" y="61629"/>
                </a:lnTo>
                <a:lnTo>
                  <a:pt x="74000" y="23248"/>
                </a:lnTo>
                <a:lnTo>
                  <a:pt x="153592" y="0"/>
                </a:lnTo>
                <a:lnTo>
                  <a:pt x="171571" y="219"/>
                </a:lnTo>
              </a:path>
            </a:pathLst>
          </a:custGeom>
          <a:noFill xmlns:a="http://schemas.openxmlformats.org/drawingml/2006/main"/>
          <a:ln xmlns:a="http://schemas.openxmlformats.org/drawingml/2006/main" w="3056">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FC5C5813-0B76-427D-93F7-2523C550905E}"/>
              </a:ext>
            </a:extLst>
          </p:cNvPr>
          <p:cNvSpPr>
            <a:spLocks xmlns:a="http://schemas.openxmlformats.org/drawingml/2006/main" noGrp="1"/>
          </p:cNvSpPr>
          <p:nvPr/>
        </p:nvSpPr>
        <p:spPr>
          <a:xfrm xmlns:a="http://schemas.openxmlformats.org/drawingml/2006/main">
            <a:off x="5156512" y="4434507"/>
            <a:ext cx="273522" cy="108173"/>
          </a:xfrm>
          <a:custGeom xmlns:a="http://schemas.openxmlformats.org/drawingml/2006/main">
            <a:pathLst>
              <a:path w="341060" h="134883">
                <a:moveTo>
                  <a:pt x="119168" y="13598"/>
                </a:moveTo>
                <a:lnTo>
                  <a:pt x="162362" y="33118"/>
                </a:lnTo>
                <a:lnTo>
                  <a:pt x="167625" y="21274"/>
                </a:lnTo>
                <a:lnTo>
                  <a:pt x="184179" y="8444"/>
                </a:lnTo>
                <a:lnTo>
                  <a:pt x="194374" y="7018"/>
                </a:lnTo>
                <a:lnTo>
                  <a:pt x="199198" y="11624"/>
                </a:lnTo>
                <a:lnTo>
                  <a:pt x="215862" y="62397"/>
                </a:lnTo>
                <a:lnTo>
                  <a:pt x="221234" y="66893"/>
                </a:lnTo>
                <a:lnTo>
                  <a:pt x="262455" y="82575"/>
                </a:lnTo>
                <a:lnTo>
                  <a:pt x="276707" y="78407"/>
                </a:lnTo>
                <a:lnTo>
                  <a:pt x="302689" y="79723"/>
                </a:lnTo>
                <a:lnTo>
                  <a:pt x="330097" y="95624"/>
                </a:lnTo>
                <a:lnTo>
                  <a:pt x="341060" y="108235"/>
                </a:lnTo>
                <a:lnTo>
                  <a:pt x="320449" y="134883"/>
                </a:lnTo>
                <a:lnTo>
                  <a:pt x="264867" y="132580"/>
                </a:lnTo>
                <a:lnTo>
                  <a:pt x="212683" y="121175"/>
                </a:lnTo>
                <a:lnTo>
                  <a:pt x="136599" y="81697"/>
                </a:lnTo>
                <a:lnTo>
                  <a:pt x="61283" y="65248"/>
                </a:lnTo>
                <a:lnTo>
                  <a:pt x="32889" y="65467"/>
                </a:lnTo>
                <a:lnTo>
                  <a:pt x="5372" y="48580"/>
                </a:lnTo>
                <a:lnTo>
                  <a:pt x="0" y="34982"/>
                </a:lnTo>
                <a:lnTo>
                  <a:pt x="3727" y="26319"/>
                </a:lnTo>
                <a:lnTo>
                  <a:pt x="40234" y="6251"/>
                </a:lnTo>
                <a:lnTo>
                  <a:pt x="72575" y="0"/>
                </a:lnTo>
                <a:lnTo>
                  <a:pt x="105793" y="3619"/>
                </a:lnTo>
                <a:lnTo>
                  <a:pt x="119168" y="13598"/>
                </a:lnTo>
              </a:path>
            </a:pathLst>
          </a:custGeom>
          <a:noFill xmlns:a="http://schemas.openxmlformats.org/drawingml/2006/main"/>
          <a:ln xmlns:a="http://schemas.openxmlformats.org/drawingml/2006/main" w="3056">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0BBC87C3-26B6-403A-B82A-7A2E644D64DA}"/>
              </a:ext>
            </a:extLst>
          </p:cNvPr>
          <p:cNvSpPr>
            <a:spLocks xmlns:a="http://schemas.openxmlformats.org/drawingml/2006/main" noGrp="1"/>
          </p:cNvSpPr>
          <p:nvPr/>
        </p:nvSpPr>
        <p:spPr>
          <a:xfrm xmlns:a="http://schemas.openxmlformats.org/drawingml/2006/main">
            <a:off x="5331914" y="4407596"/>
            <a:ext cx="171006" cy="143439"/>
          </a:xfrm>
          <a:custGeom xmlns:a="http://schemas.openxmlformats.org/drawingml/2006/main">
            <a:pathLst>
              <a:path w="213231" h="178857">
                <a:moveTo>
                  <a:pt x="17541" y="0"/>
                </a:moveTo>
                <a:lnTo>
                  <a:pt x="59310" y="7457"/>
                </a:lnTo>
                <a:lnTo>
                  <a:pt x="107438" y="48031"/>
                </a:lnTo>
                <a:lnTo>
                  <a:pt x="119168" y="67880"/>
                </a:lnTo>
                <a:lnTo>
                  <a:pt x="127939" y="72815"/>
                </a:lnTo>
                <a:lnTo>
                  <a:pt x="132433" y="66345"/>
                </a:lnTo>
                <a:lnTo>
                  <a:pt x="136928" y="70402"/>
                </a:lnTo>
                <a:lnTo>
                  <a:pt x="134516" y="73144"/>
                </a:lnTo>
                <a:lnTo>
                  <a:pt x="143396" y="81259"/>
                </a:lnTo>
                <a:lnTo>
                  <a:pt x="146028" y="78956"/>
                </a:lnTo>
                <a:lnTo>
                  <a:pt x="152715" y="85426"/>
                </a:lnTo>
                <a:lnTo>
                  <a:pt x="150193" y="87948"/>
                </a:lnTo>
                <a:lnTo>
                  <a:pt x="158416" y="96063"/>
                </a:lnTo>
                <a:lnTo>
                  <a:pt x="161595" y="93102"/>
                </a:lnTo>
                <a:lnTo>
                  <a:pt x="185933" y="119092"/>
                </a:lnTo>
                <a:lnTo>
                  <a:pt x="191743" y="127864"/>
                </a:lnTo>
                <a:lnTo>
                  <a:pt x="188345" y="140366"/>
                </a:lnTo>
                <a:lnTo>
                  <a:pt x="197773" y="144423"/>
                </a:lnTo>
                <a:lnTo>
                  <a:pt x="213231" y="173593"/>
                </a:lnTo>
                <a:lnTo>
                  <a:pt x="212354" y="178857"/>
                </a:lnTo>
                <a:lnTo>
                  <a:pt x="182973" y="171071"/>
                </a:lnTo>
                <a:lnTo>
                  <a:pt x="149645" y="169426"/>
                </a:lnTo>
                <a:lnTo>
                  <a:pt x="141642" y="138830"/>
                </a:lnTo>
                <a:lnTo>
                  <a:pt x="122347" y="120956"/>
                </a:lnTo>
                <a:lnTo>
                  <a:pt x="82223" y="105603"/>
                </a:lnTo>
                <a:lnTo>
                  <a:pt x="36836" y="101107"/>
                </a:lnTo>
                <a:lnTo>
                  <a:pt x="11950" y="86742"/>
                </a:lnTo>
                <a:lnTo>
                  <a:pt x="0" y="16888"/>
                </a:lnTo>
                <a:lnTo>
                  <a:pt x="5591" y="13708"/>
                </a:lnTo>
                <a:lnTo>
                  <a:pt x="4933" y="5593"/>
                </a:lnTo>
                <a:lnTo>
                  <a:pt x="17541" y="0"/>
                </a:lnTo>
              </a:path>
            </a:pathLst>
          </a:custGeom>
          <a:noFill xmlns:a="http://schemas.openxmlformats.org/drawingml/2006/main"/>
          <a:ln xmlns:a="http://schemas.openxmlformats.org/drawingml/2006/main" w="3056">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D8690552-08FB-4A54-B811-75F75E30A254}"/>
              </a:ext>
            </a:extLst>
          </p:cNvPr>
          <p:cNvSpPr>
            <a:spLocks xmlns:a="http://schemas.openxmlformats.org/drawingml/2006/main" noGrp="1"/>
          </p:cNvSpPr>
          <p:nvPr/>
        </p:nvSpPr>
        <p:spPr>
          <a:xfrm xmlns:a="http://schemas.openxmlformats.org/drawingml/2006/main">
            <a:off x="4958866" y="4830788"/>
            <a:ext cx="127837" cy="106941"/>
          </a:xfrm>
          <a:custGeom xmlns:a="http://schemas.openxmlformats.org/drawingml/2006/main">
            <a:pathLst>
              <a:path w="159402" h="133347">
                <a:moveTo>
                  <a:pt x="106012" y="0"/>
                </a:moveTo>
                <a:lnTo>
                  <a:pt x="132104" y="2522"/>
                </a:lnTo>
                <a:lnTo>
                  <a:pt x="135832" y="9102"/>
                </a:lnTo>
                <a:lnTo>
                  <a:pt x="118181" y="14475"/>
                </a:lnTo>
                <a:lnTo>
                  <a:pt x="116318" y="20068"/>
                </a:lnTo>
                <a:lnTo>
                  <a:pt x="129583" y="11295"/>
                </a:lnTo>
                <a:lnTo>
                  <a:pt x="142300" y="12721"/>
                </a:lnTo>
                <a:lnTo>
                  <a:pt x="158745" y="40136"/>
                </a:lnTo>
                <a:lnTo>
                  <a:pt x="150413" y="47373"/>
                </a:lnTo>
                <a:lnTo>
                  <a:pt x="151290" y="50883"/>
                </a:lnTo>
                <a:lnTo>
                  <a:pt x="153153" y="47154"/>
                </a:lnTo>
                <a:lnTo>
                  <a:pt x="159402" y="47702"/>
                </a:lnTo>
                <a:lnTo>
                  <a:pt x="157319" y="61191"/>
                </a:lnTo>
                <a:lnTo>
                  <a:pt x="145699" y="58559"/>
                </a:lnTo>
                <a:lnTo>
                  <a:pt x="132872" y="68648"/>
                </a:lnTo>
                <a:lnTo>
                  <a:pt x="122128" y="43316"/>
                </a:lnTo>
                <a:lnTo>
                  <a:pt x="121909" y="50005"/>
                </a:lnTo>
                <a:lnTo>
                  <a:pt x="131666" y="62945"/>
                </a:lnTo>
                <a:lnTo>
                  <a:pt x="128267" y="69964"/>
                </a:lnTo>
                <a:lnTo>
                  <a:pt x="121909" y="57243"/>
                </a:lnTo>
                <a:lnTo>
                  <a:pt x="112481" y="54392"/>
                </a:lnTo>
                <a:lnTo>
                  <a:pt x="103929" y="58339"/>
                </a:lnTo>
                <a:lnTo>
                  <a:pt x="113248" y="55050"/>
                </a:lnTo>
                <a:lnTo>
                  <a:pt x="121690" y="58011"/>
                </a:lnTo>
                <a:lnTo>
                  <a:pt x="126184" y="66783"/>
                </a:lnTo>
                <a:lnTo>
                  <a:pt x="122786" y="97488"/>
                </a:lnTo>
                <a:lnTo>
                  <a:pt x="107328" y="96392"/>
                </a:lnTo>
                <a:lnTo>
                  <a:pt x="90445" y="105932"/>
                </a:lnTo>
                <a:lnTo>
                  <a:pt x="84196" y="98804"/>
                </a:lnTo>
                <a:lnTo>
                  <a:pt x="78715" y="98804"/>
                </a:lnTo>
                <a:lnTo>
                  <a:pt x="52623" y="114815"/>
                </a:lnTo>
                <a:lnTo>
                  <a:pt x="53390" y="118214"/>
                </a:lnTo>
                <a:lnTo>
                  <a:pt x="43852" y="120846"/>
                </a:lnTo>
                <a:lnTo>
                  <a:pt x="39028" y="115363"/>
                </a:lnTo>
                <a:lnTo>
                  <a:pt x="20830" y="133347"/>
                </a:lnTo>
                <a:lnTo>
                  <a:pt x="24557" y="125123"/>
                </a:lnTo>
                <a:lnTo>
                  <a:pt x="19295" y="101655"/>
                </a:lnTo>
                <a:lnTo>
                  <a:pt x="7674" y="67441"/>
                </a:lnTo>
                <a:lnTo>
                  <a:pt x="0" y="63055"/>
                </a:lnTo>
                <a:lnTo>
                  <a:pt x="877" y="57462"/>
                </a:lnTo>
                <a:lnTo>
                  <a:pt x="44948" y="50992"/>
                </a:lnTo>
                <a:lnTo>
                  <a:pt x="56460" y="59984"/>
                </a:lnTo>
                <a:lnTo>
                  <a:pt x="59420" y="57791"/>
                </a:lnTo>
                <a:lnTo>
                  <a:pt x="53609" y="43974"/>
                </a:lnTo>
                <a:lnTo>
                  <a:pt x="72137" y="12282"/>
                </a:lnTo>
                <a:lnTo>
                  <a:pt x="87704" y="3399"/>
                </a:lnTo>
                <a:lnTo>
                  <a:pt x="106012" y="0"/>
                </a:lnTo>
              </a:path>
            </a:pathLst>
          </a:custGeom>
          <a:noFill xmlns:a="http://schemas.openxmlformats.org/drawingml/2006/main"/>
          <a:ln xmlns:a="http://schemas.openxmlformats.org/drawingml/2006/main" w="3056">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FAB5A136-5DB2-4BDD-A129-F8D64B473BBA}"/>
              </a:ext>
            </a:extLst>
          </p:cNvPr>
          <p:cNvSpPr>
            <a:spLocks xmlns:a="http://schemas.openxmlformats.org/drawingml/2006/main" noGrp="1"/>
          </p:cNvSpPr>
          <p:nvPr/>
        </p:nvSpPr>
        <p:spPr>
          <a:xfrm xmlns:a="http://schemas.openxmlformats.org/drawingml/2006/main">
            <a:off x="5055754" y="4970094"/>
            <a:ext cx="116495" cy="87681"/>
          </a:xfrm>
          <a:custGeom xmlns:a="http://schemas.openxmlformats.org/drawingml/2006/main">
            <a:pathLst>
              <a:path w="145260" h="109332">
                <a:moveTo>
                  <a:pt x="50759" y="0"/>
                </a:moveTo>
                <a:lnTo>
                  <a:pt x="69286" y="8115"/>
                </a:lnTo>
                <a:lnTo>
                  <a:pt x="73562" y="17655"/>
                </a:lnTo>
                <a:lnTo>
                  <a:pt x="93515" y="8992"/>
                </a:lnTo>
                <a:lnTo>
                  <a:pt x="91980" y="26428"/>
                </a:lnTo>
                <a:lnTo>
                  <a:pt x="94721" y="8773"/>
                </a:lnTo>
                <a:lnTo>
                  <a:pt x="103601" y="6580"/>
                </a:lnTo>
                <a:lnTo>
                  <a:pt x="123882" y="13379"/>
                </a:lnTo>
                <a:lnTo>
                  <a:pt x="128816" y="22919"/>
                </a:lnTo>
                <a:lnTo>
                  <a:pt x="131776" y="19410"/>
                </a:lnTo>
                <a:lnTo>
                  <a:pt x="145260" y="22151"/>
                </a:lnTo>
                <a:lnTo>
                  <a:pt x="144602" y="33556"/>
                </a:lnTo>
                <a:lnTo>
                  <a:pt x="134187" y="47702"/>
                </a:lnTo>
                <a:lnTo>
                  <a:pt x="120045" y="40465"/>
                </a:lnTo>
                <a:lnTo>
                  <a:pt x="113577" y="45838"/>
                </a:lnTo>
                <a:lnTo>
                  <a:pt x="122128" y="43755"/>
                </a:lnTo>
                <a:lnTo>
                  <a:pt x="126952" y="49676"/>
                </a:lnTo>
                <a:lnTo>
                  <a:pt x="124759" y="68099"/>
                </a:lnTo>
                <a:lnTo>
                  <a:pt x="120484" y="71499"/>
                </a:lnTo>
                <a:lnTo>
                  <a:pt x="125198" y="100340"/>
                </a:lnTo>
                <a:lnTo>
                  <a:pt x="107876" y="109332"/>
                </a:lnTo>
                <a:lnTo>
                  <a:pt x="93295" y="107029"/>
                </a:lnTo>
                <a:lnTo>
                  <a:pt x="77070" y="96392"/>
                </a:lnTo>
                <a:lnTo>
                  <a:pt x="72027" y="102094"/>
                </a:lnTo>
                <a:lnTo>
                  <a:pt x="63147" y="101875"/>
                </a:lnTo>
                <a:lnTo>
                  <a:pt x="42098" y="76982"/>
                </a:lnTo>
                <a:lnTo>
                  <a:pt x="31793" y="46167"/>
                </a:lnTo>
                <a:lnTo>
                  <a:pt x="23132" y="40245"/>
                </a:lnTo>
                <a:lnTo>
                  <a:pt x="16335" y="42329"/>
                </a:lnTo>
                <a:lnTo>
                  <a:pt x="987" y="37175"/>
                </a:lnTo>
                <a:lnTo>
                  <a:pt x="0" y="28841"/>
                </a:lnTo>
                <a:lnTo>
                  <a:pt x="14471" y="11843"/>
                </a:lnTo>
                <a:lnTo>
                  <a:pt x="20939" y="14804"/>
                </a:lnTo>
                <a:lnTo>
                  <a:pt x="34862" y="1097"/>
                </a:lnTo>
                <a:lnTo>
                  <a:pt x="38261" y="6580"/>
                </a:lnTo>
                <a:lnTo>
                  <a:pt x="39357" y="2303"/>
                </a:lnTo>
                <a:lnTo>
                  <a:pt x="50759" y="0"/>
                </a:lnTo>
              </a:path>
            </a:pathLst>
          </a:custGeom>
          <a:noFill xmlns:a="http://schemas.openxmlformats.org/drawingml/2006/main"/>
          <a:ln xmlns:a="http://schemas.openxmlformats.org/drawingml/2006/main" w="3056">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BE705A0E-C541-4102-A412-1738D453F95E}"/>
              </a:ext>
            </a:extLst>
          </p:cNvPr>
          <p:cNvSpPr>
            <a:spLocks xmlns:a="http://schemas.openxmlformats.org/drawingml/2006/main" noGrp="1"/>
          </p:cNvSpPr>
          <p:nvPr/>
        </p:nvSpPr>
        <p:spPr>
          <a:xfrm xmlns:a="http://schemas.openxmlformats.org/drawingml/2006/main">
            <a:off x="5615107" y="4667298"/>
            <a:ext cx="83964" cy="89352"/>
          </a:xfrm>
          <a:custGeom xmlns:a="http://schemas.openxmlformats.org/drawingml/2006/main">
            <a:pathLst>
              <a:path w="104697" h="111415">
                <a:moveTo>
                  <a:pt x="13156" y="3070"/>
                </a:moveTo>
                <a:lnTo>
                  <a:pt x="38371" y="26757"/>
                </a:lnTo>
                <a:lnTo>
                  <a:pt x="52403" y="32021"/>
                </a:lnTo>
                <a:lnTo>
                  <a:pt x="72027" y="66454"/>
                </a:lnTo>
                <a:lnTo>
                  <a:pt x="104149" y="99024"/>
                </a:lnTo>
                <a:lnTo>
                  <a:pt x="104697" y="111415"/>
                </a:lnTo>
                <a:lnTo>
                  <a:pt x="72356" y="103081"/>
                </a:lnTo>
                <a:lnTo>
                  <a:pt x="18637" y="69196"/>
                </a:lnTo>
                <a:lnTo>
                  <a:pt x="767" y="32021"/>
                </a:lnTo>
                <a:lnTo>
                  <a:pt x="0" y="2961"/>
                </a:lnTo>
                <a:lnTo>
                  <a:pt x="6359" y="0"/>
                </a:lnTo>
                <a:lnTo>
                  <a:pt x="13156" y="3070"/>
                </a:lnTo>
              </a:path>
            </a:pathLst>
          </a:custGeom>
          <a:noFill xmlns:a="http://schemas.openxmlformats.org/drawingml/2006/main"/>
          <a:ln xmlns:a="http://schemas.openxmlformats.org/drawingml/2006/main" w="3056">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31C8E777-1BC0-42C1-B1C5-F5145217BC7F}"/>
              </a:ext>
            </a:extLst>
          </p:cNvPr>
          <p:cNvSpPr>
            <a:spLocks xmlns:a="http://schemas.openxmlformats.org/drawingml/2006/main" noGrp="1"/>
          </p:cNvSpPr>
          <p:nvPr/>
        </p:nvSpPr>
        <p:spPr>
          <a:xfrm xmlns:a="http://schemas.openxmlformats.org/drawingml/2006/main">
            <a:off x="5218584" y="4513482"/>
            <a:ext cx="32267" cy="46963"/>
          </a:xfrm>
          <a:custGeom xmlns:a="http://schemas.openxmlformats.org/drawingml/2006/main">
            <a:pathLst>
              <a:path w="40234" h="58559">
                <a:moveTo>
                  <a:pt x="7126" y="0"/>
                </a:moveTo>
                <a:lnTo>
                  <a:pt x="18528" y="3728"/>
                </a:lnTo>
                <a:lnTo>
                  <a:pt x="3727" y="1206"/>
                </a:lnTo>
                <a:lnTo>
                  <a:pt x="8880" y="22480"/>
                </a:lnTo>
                <a:lnTo>
                  <a:pt x="37932" y="27744"/>
                </a:lnTo>
                <a:lnTo>
                  <a:pt x="28833" y="45400"/>
                </a:lnTo>
                <a:lnTo>
                  <a:pt x="40234" y="53076"/>
                </a:lnTo>
                <a:lnTo>
                  <a:pt x="21049" y="58559"/>
                </a:lnTo>
                <a:lnTo>
                  <a:pt x="2083" y="44522"/>
                </a:lnTo>
                <a:lnTo>
                  <a:pt x="11073" y="47922"/>
                </a:lnTo>
                <a:lnTo>
                  <a:pt x="14362" y="42110"/>
                </a:lnTo>
                <a:lnTo>
                  <a:pt x="6797" y="30376"/>
                </a:lnTo>
                <a:lnTo>
                  <a:pt x="2631" y="30157"/>
                </a:lnTo>
                <a:lnTo>
                  <a:pt x="0" y="36407"/>
                </a:lnTo>
                <a:lnTo>
                  <a:pt x="5372" y="19191"/>
                </a:lnTo>
                <a:lnTo>
                  <a:pt x="987" y="3180"/>
                </a:lnTo>
                <a:lnTo>
                  <a:pt x="7126" y="0"/>
                </a:lnTo>
              </a:path>
            </a:pathLst>
          </a:custGeom>
          <a:noFill xmlns:a="http://schemas.openxmlformats.org/drawingml/2006/main"/>
          <a:ln xmlns:a="http://schemas.openxmlformats.org/drawingml/2006/main" w="3056">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84F92AC8-A2BB-418C-AE0F-DC16C4355DB6}"/>
              </a:ext>
            </a:extLst>
          </p:cNvPr>
          <p:cNvSpPr>
            <a:spLocks xmlns:a="http://schemas.openxmlformats.org/drawingml/2006/main" noGrp="1"/>
          </p:cNvSpPr>
          <p:nvPr/>
        </p:nvSpPr>
        <p:spPr>
          <a:xfrm xmlns:a="http://schemas.openxmlformats.org/drawingml/2006/main">
            <a:off x="5294371" y="4786816"/>
            <a:ext cx="30948" cy="8179"/>
          </a:xfrm>
          <a:custGeom xmlns:a="http://schemas.openxmlformats.org/drawingml/2006/main">
            <a:pathLst>
              <a:path w="38590" h="10198">
                <a:moveTo>
                  <a:pt x="20720" y="0"/>
                </a:moveTo>
                <a:lnTo>
                  <a:pt x="38590" y="0"/>
                </a:lnTo>
                <a:lnTo>
                  <a:pt x="38590" y="10198"/>
                </a:lnTo>
                <a:lnTo>
                  <a:pt x="0" y="10198"/>
                </a:lnTo>
                <a:lnTo>
                  <a:pt x="0" y="0"/>
                </a:lnTo>
                <a:lnTo>
                  <a:pt x="20720" y="0"/>
                </a:lnTo>
              </a:path>
            </a:pathLst>
          </a:custGeom>
          <a:noFill xmlns:a="http://schemas.openxmlformats.org/drawingml/2006/main"/>
          <a:ln xmlns:a="http://schemas.openxmlformats.org/drawingml/2006/main" w="3056">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4EDB0EE2-B190-41ED-B3FD-3E99C665BF9F}"/>
              </a:ext>
            </a:extLst>
          </p:cNvPr>
          <p:cNvSpPr>
            <a:spLocks xmlns:a="http://schemas.openxmlformats.org/drawingml/2006/main" noGrp="1"/>
          </p:cNvSpPr>
          <p:nvPr/>
        </p:nvSpPr>
        <p:spPr>
          <a:xfrm xmlns:a="http://schemas.openxmlformats.org/drawingml/2006/main">
            <a:off x="5240652" y="4518847"/>
            <a:ext cx="41499" cy="37992"/>
          </a:xfrm>
          <a:custGeom xmlns:a="http://schemas.openxmlformats.org/drawingml/2006/main">
            <a:pathLst>
              <a:path w="51745" h="47373">
                <a:moveTo>
                  <a:pt x="33218" y="16559"/>
                </a:moveTo>
                <a:lnTo>
                  <a:pt x="51745" y="33775"/>
                </a:lnTo>
                <a:lnTo>
                  <a:pt x="44291" y="26538"/>
                </a:lnTo>
                <a:lnTo>
                  <a:pt x="39357" y="35420"/>
                </a:lnTo>
                <a:lnTo>
                  <a:pt x="40344" y="43097"/>
                </a:lnTo>
                <a:lnTo>
                  <a:pt x="51088" y="40355"/>
                </a:lnTo>
                <a:lnTo>
                  <a:pt x="22255" y="47373"/>
                </a:lnTo>
                <a:lnTo>
                  <a:pt x="32999" y="41890"/>
                </a:lnTo>
                <a:lnTo>
                  <a:pt x="25325" y="17765"/>
                </a:lnTo>
                <a:lnTo>
                  <a:pt x="0" y="0"/>
                </a:lnTo>
                <a:lnTo>
                  <a:pt x="33218" y="16559"/>
                </a:lnTo>
              </a:path>
            </a:pathLst>
          </a:custGeom>
          <a:noFill xmlns:a="http://schemas.openxmlformats.org/drawingml/2006/main"/>
          <a:ln xmlns:a="http://schemas.openxmlformats.org/drawingml/2006/main" w="3056">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A36D7FC6-8BD8-4699-BC5B-92FF2D58785F}"/>
              </a:ext>
            </a:extLst>
          </p:cNvPr>
          <p:cNvSpPr>
            <a:spLocks xmlns:a="http://schemas.openxmlformats.org/drawingml/2006/main" noGrp="1"/>
          </p:cNvSpPr>
          <p:nvPr/>
        </p:nvSpPr>
        <p:spPr>
          <a:xfrm xmlns:a="http://schemas.openxmlformats.org/drawingml/2006/main">
            <a:off x="5120112" y="4840814"/>
            <a:ext cx="20486" cy="21371"/>
          </a:xfrm>
          <a:custGeom xmlns:a="http://schemas.openxmlformats.org/drawingml/2006/main">
            <a:pathLst>
              <a:path w="25544" h="26648">
                <a:moveTo>
                  <a:pt x="14033" y="25112"/>
                </a:moveTo>
                <a:lnTo>
                  <a:pt x="5591" y="26648"/>
                </a:lnTo>
                <a:lnTo>
                  <a:pt x="0" y="22809"/>
                </a:lnTo>
                <a:lnTo>
                  <a:pt x="7016" y="17655"/>
                </a:lnTo>
                <a:lnTo>
                  <a:pt x="8770" y="9650"/>
                </a:lnTo>
                <a:lnTo>
                  <a:pt x="25544" y="0"/>
                </a:lnTo>
                <a:lnTo>
                  <a:pt x="14033" y="25112"/>
                </a:lnTo>
              </a:path>
            </a:pathLst>
          </a:custGeom>
          <a:noFill xmlns:a="http://schemas.openxmlformats.org/drawingml/2006/main"/>
          <a:ln xmlns:a="http://schemas.openxmlformats.org/drawingml/2006/main" w="3056">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EF1DA056-39D9-47E1-A0F4-9C8E5623FDF6}"/>
              </a:ext>
            </a:extLst>
          </p:cNvPr>
          <p:cNvSpPr>
            <a:spLocks xmlns:a="http://schemas.openxmlformats.org/drawingml/2006/main" noGrp="1"/>
          </p:cNvSpPr>
          <p:nvPr/>
        </p:nvSpPr>
        <p:spPr>
          <a:xfrm xmlns:a="http://schemas.openxmlformats.org/drawingml/2006/main">
            <a:off x="4458596" y="3010322"/>
            <a:ext cx="14243" cy="21371"/>
          </a:xfrm>
          <a:custGeom xmlns:a="http://schemas.openxmlformats.org/drawingml/2006/main">
            <a:pathLst>
              <a:path w="17760" h="26648">
                <a:moveTo>
                  <a:pt x="9209" y="26648"/>
                </a:moveTo>
                <a:lnTo>
                  <a:pt x="0" y="23687"/>
                </a:lnTo>
                <a:lnTo>
                  <a:pt x="10525" y="0"/>
                </a:lnTo>
                <a:lnTo>
                  <a:pt x="17760" y="14366"/>
                </a:lnTo>
                <a:lnTo>
                  <a:pt x="17431" y="20068"/>
                </a:lnTo>
                <a:lnTo>
                  <a:pt x="9209" y="26648"/>
                </a:lnTo>
              </a:path>
            </a:pathLst>
          </a:custGeom>
          <a:noFill xmlns:a="http://schemas.openxmlformats.org/drawingml/2006/main"/>
          <a:ln xmlns:a="http://schemas.openxmlformats.org/drawingml/2006/main" w="3056">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0779000F-E977-4BCE-A039-24ABBDD6D2B0}"/>
              </a:ext>
            </a:extLst>
          </p:cNvPr>
          <p:cNvSpPr>
            <a:spLocks xmlns:a="http://schemas.openxmlformats.org/drawingml/2006/main" noGrp="1"/>
          </p:cNvSpPr>
          <p:nvPr/>
        </p:nvSpPr>
        <p:spPr>
          <a:xfrm xmlns:a="http://schemas.openxmlformats.org/drawingml/2006/main">
            <a:off x="5068967" y="496366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28476CBB-D914-43AF-B5CD-EFC2AF058EC4}"/>
              </a:ext>
            </a:extLst>
          </p:cNvPr>
          <p:cNvSpPr>
            <a:spLocks xmlns:a="http://schemas.openxmlformats.org/drawingml/2006/main" noGrp="1"/>
          </p:cNvSpPr>
          <p:nvPr/>
        </p:nvSpPr>
        <p:spPr>
          <a:xfrm xmlns:a="http://schemas.openxmlformats.org/drawingml/2006/main">
            <a:off x="4989965" y="480459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50F09142-A644-438F-B010-C618B78B8C78}"/>
              </a:ext>
            </a:extLst>
          </p:cNvPr>
          <p:cNvSpPr>
            <a:spLocks xmlns:a="http://schemas.openxmlformats.org/drawingml/2006/main" noGrp="1"/>
          </p:cNvSpPr>
          <p:nvPr/>
        </p:nvSpPr>
        <p:spPr>
          <a:xfrm xmlns:a="http://schemas.openxmlformats.org/drawingml/2006/main">
            <a:off x="5384977" y="480459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934A4854-0E41-4106-8B35-776CC7EAEC70}"/>
              </a:ext>
            </a:extLst>
          </p:cNvPr>
          <p:cNvSpPr>
            <a:spLocks xmlns:a="http://schemas.openxmlformats.org/drawingml/2006/main" noGrp="1"/>
          </p:cNvSpPr>
          <p:nvPr/>
        </p:nvSpPr>
        <p:spPr>
          <a:xfrm xmlns:a="http://schemas.openxmlformats.org/drawingml/2006/main">
            <a:off x="5384977" y="472506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6B4C16BF-142E-4C3B-B766-E9F6779266A6}"/>
              </a:ext>
            </a:extLst>
          </p:cNvPr>
          <p:cNvSpPr>
            <a:spLocks xmlns:a="http://schemas.openxmlformats.org/drawingml/2006/main" noGrp="1"/>
          </p:cNvSpPr>
          <p:nvPr/>
        </p:nvSpPr>
        <p:spPr>
          <a:xfrm xmlns:a="http://schemas.openxmlformats.org/drawingml/2006/main">
            <a:off x="5463980" y="472506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92534A9C-B449-4E82-ACCC-65647EA1B61C}"/>
              </a:ext>
            </a:extLst>
          </p:cNvPr>
          <p:cNvSpPr>
            <a:spLocks xmlns:a="http://schemas.openxmlformats.org/drawingml/2006/main" noGrp="1"/>
          </p:cNvSpPr>
          <p:nvPr/>
        </p:nvSpPr>
        <p:spPr>
          <a:xfrm xmlns:a="http://schemas.openxmlformats.org/drawingml/2006/main">
            <a:off x="4910962" y="464552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5EAE2E09-7B20-4A57-B78B-DB8B9FAF3732}"/>
              </a:ext>
            </a:extLst>
          </p:cNvPr>
          <p:cNvSpPr>
            <a:spLocks xmlns:a="http://schemas.openxmlformats.org/drawingml/2006/main" noGrp="1"/>
          </p:cNvSpPr>
          <p:nvPr/>
        </p:nvSpPr>
        <p:spPr>
          <a:xfrm xmlns:a="http://schemas.openxmlformats.org/drawingml/2006/main">
            <a:off x="4989965" y="464552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68676B36-C1F5-4D40-8AB3-F6D3202DF84F}"/>
              </a:ext>
            </a:extLst>
          </p:cNvPr>
          <p:cNvSpPr>
            <a:spLocks xmlns:a="http://schemas.openxmlformats.org/drawingml/2006/main" noGrp="1"/>
          </p:cNvSpPr>
          <p:nvPr/>
        </p:nvSpPr>
        <p:spPr>
          <a:xfrm xmlns:a="http://schemas.openxmlformats.org/drawingml/2006/main">
            <a:off x="5305975" y="464552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5599A187-C5CB-4F3D-AB63-E0C0EA7CDAA6}"/>
              </a:ext>
            </a:extLst>
          </p:cNvPr>
          <p:cNvSpPr>
            <a:spLocks xmlns:a="http://schemas.openxmlformats.org/drawingml/2006/main" noGrp="1"/>
          </p:cNvSpPr>
          <p:nvPr/>
        </p:nvSpPr>
        <p:spPr>
          <a:xfrm xmlns:a="http://schemas.openxmlformats.org/drawingml/2006/main">
            <a:off x="5463980" y="464552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B57214AF-E897-4308-B235-D8F619D8022A}"/>
              </a:ext>
            </a:extLst>
          </p:cNvPr>
          <p:cNvSpPr>
            <a:spLocks xmlns:a="http://schemas.openxmlformats.org/drawingml/2006/main" noGrp="1"/>
          </p:cNvSpPr>
          <p:nvPr/>
        </p:nvSpPr>
        <p:spPr>
          <a:xfrm xmlns:a="http://schemas.openxmlformats.org/drawingml/2006/main">
            <a:off x="4041935"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F8260FFD-1137-43DD-A9C4-4B7BDAE6B616}"/>
              </a:ext>
            </a:extLst>
          </p:cNvPr>
          <p:cNvSpPr>
            <a:spLocks xmlns:a="http://schemas.openxmlformats.org/drawingml/2006/main" noGrp="1"/>
          </p:cNvSpPr>
          <p:nvPr/>
        </p:nvSpPr>
        <p:spPr>
          <a:xfrm xmlns:a="http://schemas.openxmlformats.org/drawingml/2006/main">
            <a:off x="4120937"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39ABEAF6-CB74-4B0E-B3D2-B718E518F9EC}"/>
              </a:ext>
            </a:extLst>
          </p:cNvPr>
          <p:cNvSpPr>
            <a:spLocks xmlns:a="http://schemas.openxmlformats.org/drawingml/2006/main" noGrp="1"/>
          </p:cNvSpPr>
          <p:nvPr/>
        </p:nvSpPr>
        <p:spPr>
          <a:xfrm xmlns:a="http://schemas.openxmlformats.org/drawingml/2006/main">
            <a:off x="4199940" y="456599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F33AA38E-E8EA-495B-93D3-CA5BD0015AA7}"/>
              </a:ext>
            </a:extLst>
          </p:cNvPr>
          <p:cNvSpPr>
            <a:spLocks xmlns:a="http://schemas.openxmlformats.org/drawingml/2006/main" noGrp="1"/>
          </p:cNvSpPr>
          <p:nvPr/>
        </p:nvSpPr>
        <p:spPr>
          <a:xfrm xmlns:a="http://schemas.openxmlformats.org/drawingml/2006/main">
            <a:off x="4278942"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B60E180E-62BF-49F7-9DDE-EFBD6783F2D3}"/>
              </a:ext>
            </a:extLst>
          </p:cNvPr>
          <p:cNvSpPr>
            <a:spLocks xmlns:a="http://schemas.openxmlformats.org/drawingml/2006/main" noGrp="1"/>
          </p:cNvSpPr>
          <p:nvPr/>
        </p:nvSpPr>
        <p:spPr>
          <a:xfrm xmlns:a="http://schemas.openxmlformats.org/drawingml/2006/main">
            <a:off x="4357945"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A7982132-CEB9-4CB9-805F-5F8C76B0AF60}"/>
              </a:ext>
            </a:extLst>
          </p:cNvPr>
          <p:cNvSpPr>
            <a:spLocks xmlns:a="http://schemas.openxmlformats.org/drawingml/2006/main" noGrp="1"/>
          </p:cNvSpPr>
          <p:nvPr/>
        </p:nvSpPr>
        <p:spPr>
          <a:xfrm xmlns:a="http://schemas.openxmlformats.org/drawingml/2006/main">
            <a:off x="6096000"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A3519775-A888-4C5E-892D-FB42BA749DAB}"/>
              </a:ext>
            </a:extLst>
          </p:cNvPr>
          <p:cNvSpPr>
            <a:spLocks xmlns:a="http://schemas.openxmlformats.org/drawingml/2006/main" noGrp="1"/>
          </p:cNvSpPr>
          <p:nvPr/>
        </p:nvSpPr>
        <p:spPr>
          <a:xfrm xmlns:a="http://schemas.openxmlformats.org/drawingml/2006/main">
            <a:off x="3962932" y="448645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8C2CB17A-0600-4CFD-AA46-D9CE949EE7EE}"/>
              </a:ext>
            </a:extLst>
          </p:cNvPr>
          <p:cNvSpPr>
            <a:spLocks xmlns:a="http://schemas.openxmlformats.org/drawingml/2006/main" noGrp="1"/>
          </p:cNvSpPr>
          <p:nvPr/>
        </p:nvSpPr>
        <p:spPr>
          <a:xfrm xmlns:a="http://schemas.openxmlformats.org/drawingml/2006/main">
            <a:off x="5305975" y="448645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E3E011F0-B5CE-4966-B3FE-327FAA4FE602}"/>
              </a:ext>
            </a:extLst>
          </p:cNvPr>
          <p:cNvSpPr>
            <a:spLocks xmlns:a="http://schemas.openxmlformats.org/drawingml/2006/main" noGrp="1"/>
          </p:cNvSpPr>
          <p:nvPr/>
        </p:nvSpPr>
        <p:spPr>
          <a:xfrm xmlns:a="http://schemas.openxmlformats.org/drawingml/2006/main">
            <a:off x="5384977" y="448645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70CB0F45-575E-4649-8F91-1FC01CB69349}"/>
              </a:ext>
            </a:extLst>
          </p:cNvPr>
          <p:cNvSpPr>
            <a:spLocks xmlns:a="http://schemas.openxmlformats.org/drawingml/2006/main" noGrp="1"/>
          </p:cNvSpPr>
          <p:nvPr/>
        </p:nvSpPr>
        <p:spPr>
          <a:xfrm xmlns:a="http://schemas.openxmlformats.org/drawingml/2006/main">
            <a:off x="3962932"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77693FBE-EFDC-492F-8FA8-AC009F99188D}"/>
              </a:ext>
            </a:extLst>
          </p:cNvPr>
          <p:cNvSpPr>
            <a:spLocks xmlns:a="http://schemas.openxmlformats.org/drawingml/2006/main" noGrp="1"/>
          </p:cNvSpPr>
          <p:nvPr/>
        </p:nvSpPr>
        <p:spPr>
          <a:xfrm xmlns:a="http://schemas.openxmlformats.org/drawingml/2006/main">
            <a:off x="4041935"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26962BD7-6056-4F69-AD7D-A93BC86C2205}"/>
              </a:ext>
            </a:extLst>
          </p:cNvPr>
          <p:cNvSpPr>
            <a:spLocks xmlns:a="http://schemas.openxmlformats.org/drawingml/2006/main" noGrp="1"/>
          </p:cNvSpPr>
          <p:nvPr/>
        </p:nvSpPr>
        <p:spPr>
          <a:xfrm xmlns:a="http://schemas.openxmlformats.org/drawingml/2006/main">
            <a:off x="4120937"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A490237D-84D8-41EC-AF20-A8AEBF060F7F}"/>
              </a:ext>
            </a:extLst>
          </p:cNvPr>
          <p:cNvSpPr>
            <a:spLocks xmlns:a="http://schemas.openxmlformats.org/drawingml/2006/main" noGrp="1"/>
          </p:cNvSpPr>
          <p:nvPr/>
        </p:nvSpPr>
        <p:spPr>
          <a:xfrm xmlns:a="http://schemas.openxmlformats.org/drawingml/2006/main">
            <a:off x="4199940" y="440692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D655B6E8-7FDE-48A2-8AFE-A5D949AB42AB}"/>
              </a:ext>
            </a:extLst>
          </p:cNvPr>
          <p:cNvSpPr>
            <a:spLocks xmlns:a="http://schemas.openxmlformats.org/drawingml/2006/main" noGrp="1"/>
          </p:cNvSpPr>
          <p:nvPr/>
        </p:nvSpPr>
        <p:spPr>
          <a:xfrm xmlns:a="http://schemas.openxmlformats.org/drawingml/2006/main">
            <a:off x="4278942"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587E4D8F-12DE-4F31-84DE-8A5FA946D460}"/>
              </a:ext>
            </a:extLst>
          </p:cNvPr>
          <p:cNvSpPr>
            <a:spLocks xmlns:a="http://schemas.openxmlformats.org/drawingml/2006/main" noGrp="1"/>
          </p:cNvSpPr>
          <p:nvPr/>
        </p:nvSpPr>
        <p:spPr>
          <a:xfrm xmlns:a="http://schemas.openxmlformats.org/drawingml/2006/main">
            <a:off x="4515950"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5D296574-04C2-4A51-AADF-BA8A53517714}"/>
              </a:ext>
            </a:extLst>
          </p:cNvPr>
          <p:cNvSpPr>
            <a:spLocks xmlns:a="http://schemas.openxmlformats.org/drawingml/2006/main" noGrp="1"/>
          </p:cNvSpPr>
          <p:nvPr/>
        </p:nvSpPr>
        <p:spPr>
          <a:xfrm xmlns:a="http://schemas.openxmlformats.org/drawingml/2006/main">
            <a:off x="4594952" y="440692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B9099749-D793-4B09-B7C1-C2E3A13F44D9}"/>
              </a:ext>
            </a:extLst>
          </p:cNvPr>
          <p:cNvSpPr>
            <a:spLocks xmlns:a="http://schemas.openxmlformats.org/drawingml/2006/main" noGrp="1"/>
          </p:cNvSpPr>
          <p:nvPr/>
        </p:nvSpPr>
        <p:spPr>
          <a:xfrm xmlns:a="http://schemas.openxmlformats.org/drawingml/2006/main">
            <a:off x="5147970"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86B8D4F3-ABC4-493E-BE74-317B7F814AC2}"/>
              </a:ext>
            </a:extLst>
          </p:cNvPr>
          <p:cNvSpPr>
            <a:spLocks xmlns:a="http://schemas.openxmlformats.org/drawingml/2006/main" noGrp="1"/>
          </p:cNvSpPr>
          <p:nvPr/>
        </p:nvSpPr>
        <p:spPr>
          <a:xfrm xmlns:a="http://schemas.openxmlformats.org/drawingml/2006/main">
            <a:off x="5305975"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2BE43D81-C64E-4A4C-ADF8-7F2385C280D3}"/>
              </a:ext>
            </a:extLst>
          </p:cNvPr>
          <p:cNvSpPr>
            <a:spLocks xmlns:a="http://schemas.openxmlformats.org/drawingml/2006/main" noGrp="1"/>
          </p:cNvSpPr>
          <p:nvPr/>
        </p:nvSpPr>
        <p:spPr>
          <a:xfrm xmlns:a="http://schemas.openxmlformats.org/drawingml/2006/main">
            <a:off x="4515950" y="432738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B6FC1587-CDEF-4D7A-8D6F-5665F3097BD8}"/>
              </a:ext>
            </a:extLst>
          </p:cNvPr>
          <p:cNvSpPr>
            <a:spLocks xmlns:a="http://schemas.openxmlformats.org/drawingml/2006/main" noGrp="1"/>
          </p:cNvSpPr>
          <p:nvPr/>
        </p:nvSpPr>
        <p:spPr>
          <a:xfrm xmlns:a="http://schemas.openxmlformats.org/drawingml/2006/main">
            <a:off x="4594952" y="432738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AE0EF84E-E3CA-47BF-B278-9C7057CC3EAC}"/>
              </a:ext>
            </a:extLst>
          </p:cNvPr>
          <p:cNvSpPr>
            <a:spLocks xmlns:a="http://schemas.openxmlformats.org/drawingml/2006/main" noGrp="1"/>
          </p:cNvSpPr>
          <p:nvPr/>
        </p:nvSpPr>
        <p:spPr>
          <a:xfrm xmlns:a="http://schemas.openxmlformats.org/drawingml/2006/main">
            <a:off x="4673955" y="432738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45D14C4D-8225-4821-922D-7A57B6398302}"/>
              </a:ext>
            </a:extLst>
          </p:cNvPr>
          <p:cNvSpPr>
            <a:spLocks xmlns:a="http://schemas.openxmlformats.org/drawingml/2006/main" noGrp="1"/>
          </p:cNvSpPr>
          <p:nvPr/>
        </p:nvSpPr>
        <p:spPr>
          <a:xfrm xmlns:a="http://schemas.openxmlformats.org/drawingml/2006/main">
            <a:off x="5937995" y="432738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CACB3CD2-379C-406E-BEDE-FB0B9CAF5C36}"/>
              </a:ext>
            </a:extLst>
          </p:cNvPr>
          <p:cNvSpPr>
            <a:spLocks xmlns:a="http://schemas.openxmlformats.org/drawingml/2006/main" noGrp="1"/>
          </p:cNvSpPr>
          <p:nvPr/>
        </p:nvSpPr>
        <p:spPr>
          <a:xfrm xmlns:a="http://schemas.openxmlformats.org/drawingml/2006/main">
            <a:off x="6016997" y="432738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0A29E"/>
          </a:solidFill>
          <a:ln xmlns:a="http://schemas.openxmlformats.org/drawingml/2006/main" w="2292">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50ED0249-ADE5-452E-9DA2-BFD110A1605C}"/>
              </a:ext>
            </a:extLst>
          </p:cNvPr>
          <p:cNvSpPr>
            <a:spLocks xmlns:a="http://schemas.openxmlformats.org/drawingml/2006/main" noGrp="1"/>
          </p:cNvSpPr>
          <p:nvPr/>
        </p:nvSpPr>
        <p:spPr>
          <a:xfrm xmlns:a="http://schemas.openxmlformats.org/drawingml/2006/main">
            <a:off x="4436947"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9C42350F-E774-45E0-B5C6-932E7482B378}"/>
              </a:ext>
            </a:extLst>
          </p:cNvPr>
          <p:cNvSpPr>
            <a:spLocks xmlns:a="http://schemas.openxmlformats.org/drawingml/2006/main" noGrp="1"/>
          </p:cNvSpPr>
          <p:nvPr/>
        </p:nvSpPr>
        <p:spPr>
          <a:xfrm xmlns:a="http://schemas.openxmlformats.org/drawingml/2006/main">
            <a:off x="4515950"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63F0D6A2-2709-4F39-BCB0-B9D04C8DBCDA}"/>
              </a:ext>
            </a:extLst>
          </p:cNvPr>
          <p:cNvSpPr>
            <a:spLocks xmlns:a="http://schemas.openxmlformats.org/drawingml/2006/main" noGrp="1"/>
          </p:cNvSpPr>
          <p:nvPr/>
        </p:nvSpPr>
        <p:spPr>
          <a:xfrm xmlns:a="http://schemas.openxmlformats.org/drawingml/2006/main">
            <a:off x="4594952" y="424785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2981F08B-A144-4DA2-AEB1-05E9E706F6B7}"/>
              </a:ext>
            </a:extLst>
          </p:cNvPr>
          <p:cNvSpPr>
            <a:spLocks xmlns:a="http://schemas.openxmlformats.org/drawingml/2006/main" noGrp="1"/>
          </p:cNvSpPr>
          <p:nvPr/>
        </p:nvSpPr>
        <p:spPr>
          <a:xfrm xmlns:a="http://schemas.openxmlformats.org/drawingml/2006/main">
            <a:off x="4752957"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59F5FD36-0102-47D2-88BA-CD020EB96CE9}"/>
              </a:ext>
            </a:extLst>
          </p:cNvPr>
          <p:cNvSpPr>
            <a:spLocks xmlns:a="http://schemas.openxmlformats.org/drawingml/2006/main" noGrp="1"/>
          </p:cNvSpPr>
          <p:nvPr/>
        </p:nvSpPr>
        <p:spPr>
          <a:xfrm xmlns:a="http://schemas.openxmlformats.org/drawingml/2006/main">
            <a:off x="5779990" y="424785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E99"/>
          </a:solidFill>
          <a:ln xmlns:a="http://schemas.openxmlformats.org/drawingml/2006/main" w="2292">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AD2D16D3-F87D-4B25-B460-613ECFAE2FC2}"/>
              </a:ext>
            </a:extLst>
          </p:cNvPr>
          <p:cNvSpPr>
            <a:spLocks xmlns:a="http://schemas.openxmlformats.org/drawingml/2006/main" noGrp="1"/>
          </p:cNvSpPr>
          <p:nvPr/>
        </p:nvSpPr>
        <p:spPr>
          <a:xfrm xmlns:a="http://schemas.openxmlformats.org/drawingml/2006/main">
            <a:off x="5858992"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A938E"/>
          </a:solidFill>
          <a:ln xmlns:a="http://schemas.openxmlformats.org/drawingml/2006/main" w="2292">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F4544B1C-DCBA-4584-A0EC-9FAE69F3D4CE}"/>
              </a:ext>
            </a:extLst>
          </p:cNvPr>
          <p:cNvSpPr>
            <a:spLocks xmlns:a="http://schemas.openxmlformats.org/drawingml/2006/main" noGrp="1"/>
          </p:cNvSpPr>
          <p:nvPr/>
        </p:nvSpPr>
        <p:spPr>
          <a:xfrm xmlns:a="http://schemas.openxmlformats.org/drawingml/2006/main">
            <a:off x="5937995"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C17D8C5A-D60B-4FA9-AC08-058487E4D32E}"/>
              </a:ext>
            </a:extLst>
          </p:cNvPr>
          <p:cNvSpPr>
            <a:spLocks xmlns:a="http://schemas.openxmlformats.org/drawingml/2006/main" noGrp="1"/>
          </p:cNvSpPr>
          <p:nvPr/>
        </p:nvSpPr>
        <p:spPr>
          <a:xfrm xmlns:a="http://schemas.openxmlformats.org/drawingml/2006/main">
            <a:off x="4041935"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42C20EF7-E9CE-4B27-B976-BE820C45AE87}"/>
              </a:ext>
            </a:extLst>
          </p:cNvPr>
          <p:cNvSpPr>
            <a:spLocks xmlns:a="http://schemas.openxmlformats.org/drawingml/2006/main" noGrp="1"/>
          </p:cNvSpPr>
          <p:nvPr/>
        </p:nvSpPr>
        <p:spPr>
          <a:xfrm xmlns:a="http://schemas.openxmlformats.org/drawingml/2006/main">
            <a:off x="4120937"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1AB7953D-272A-4C29-8730-5AAC90DC3515}"/>
              </a:ext>
            </a:extLst>
          </p:cNvPr>
          <p:cNvSpPr>
            <a:spLocks xmlns:a="http://schemas.openxmlformats.org/drawingml/2006/main" noGrp="1"/>
          </p:cNvSpPr>
          <p:nvPr/>
        </p:nvSpPr>
        <p:spPr>
          <a:xfrm xmlns:a="http://schemas.openxmlformats.org/drawingml/2006/main">
            <a:off x="4199940" y="416832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087E6EEB-9E63-4693-B76B-D2626F93C035}"/>
              </a:ext>
            </a:extLst>
          </p:cNvPr>
          <p:cNvSpPr>
            <a:spLocks xmlns:a="http://schemas.openxmlformats.org/drawingml/2006/main" noGrp="1"/>
          </p:cNvSpPr>
          <p:nvPr/>
        </p:nvSpPr>
        <p:spPr>
          <a:xfrm xmlns:a="http://schemas.openxmlformats.org/drawingml/2006/main">
            <a:off x="4436947"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814E949D-09A8-4D6F-B4FC-7C868F8B0A54}"/>
              </a:ext>
            </a:extLst>
          </p:cNvPr>
          <p:cNvSpPr>
            <a:spLocks xmlns:a="http://schemas.openxmlformats.org/drawingml/2006/main" noGrp="1"/>
          </p:cNvSpPr>
          <p:nvPr/>
        </p:nvSpPr>
        <p:spPr>
          <a:xfrm xmlns:a="http://schemas.openxmlformats.org/drawingml/2006/main">
            <a:off x="4515950"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C9E99927-862C-43F6-82C0-235880949095}"/>
              </a:ext>
            </a:extLst>
          </p:cNvPr>
          <p:cNvSpPr>
            <a:spLocks xmlns:a="http://schemas.openxmlformats.org/drawingml/2006/main" noGrp="1"/>
          </p:cNvSpPr>
          <p:nvPr/>
        </p:nvSpPr>
        <p:spPr>
          <a:xfrm xmlns:a="http://schemas.openxmlformats.org/drawingml/2006/main">
            <a:off x="4752957"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B57F42CE-1012-4AB3-BEA0-362E11547F52}"/>
              </a:ext>
            </a:extLst>
          </p:cNvPr>
          <p:cNvSpPr>
            <a:spLocks xmlns:a="http://schemas.openxmlformats.org/drawingml/2006/main" noGrp="1"/>
          </p:cNvSpPr>
          <p:nvPr/>
        </p:nvSpPr>
        <p:spPr>
          <a:xfrm xmlns:a="http://schemas.openxmlformats.org/drawingml/2006/main">
            <a:off x="4831960"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37733834-B268-413A-8298-394DC5B7E0B4}"/>
              </a:ext>
            </a:extLst>
          </p:cNvPr>
          <p:cNvSpPr>
            <a:spLocks xmlns:a="http://schemas.openxmlformats.org/drawingml/2006/main" noGrp="1"/>
          </p:cNvSpPr>
          <p:nvPr/>
        </p:nvSpPr>
        <p:spPr>
          <a:xfrm xmlns:a="http://schemas.openxmlformats.org/drawingml/2006/main">
            <a:off x="4989965" y="416832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0D7A4927-3A7E-4B85-A46A-DF15E03634B9}"/>
              </a:ext>
            </a:extLst>
          </p:cNvPr>
          <p:cNvSpPr>
            <a:spLocks xmlns:a="http://schemas.openxmlformats.org/drawingml/2006/main" noGrp="1"/>
          </p:cNvSpPr>
          <p:nvPr/>
        </p:nvSpPr>
        <p:spPr>
          <a:xfrm xmlns:a="http://schemas.openxmlformats.org/drawingml/2006/main">
            <a:off x="5542982"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ECC19B02-B16F-4ED7-AB19-D4E9C65727E9}"/>
              </a:ext>
            </a:extLst>
          </p:cNvPr>
          <p:cNvSpPr>
            <a:spLocks xmlns:a="http://schemas.openxmlformats.org/drawingml/2006/main" noGrp="1"/>
          </p:cNvSpPr>
          <p:nvPr/>
        </p:nvSpPr>
        <p:spPr>
          <a:xfrm xmlns:a="http://schemas.openxmlformats.org/drawingml/2006/main">
            <a:off x="5858992"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D9A95"/>
          </a:solidFill>
          <a:ln xmlns:a="http://schemas.openxmlformats.org/drawingml/2006/main" w="2292">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D50263DB-A9E2-47A6-AAAD-FC27D34D5240}"/>
              </a:ext>
            </a:extLst>
          </p:cNvPr>
          <p:cNvSpPr>
            <a:spLocks xmlns:a="http://schemas.openxmlformats.org/drawingml/2006/main" noGrp="1"/>
          </p:cNvSpPr>
          <p:nvPr/>
        </p:nvSpPr>
        <p:spPr>
          <a:xfrm xmlns:a="http://schemas.openxmlformats.org/drawingml/2006/main">
            <a:off x="5937995"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37C516D6-03AD-4B6D-BB7C-9D64DB9A9756}"/>
              </a:ext>
            </a:extLst>
          </p:cNvPr>
          <p:cNvSpPr>
            <a:spLocks xmlns:a="http://schemas.openxmlformats.org/drawingml/2006/main" noGrp="1"/>
          </p:cNvSpPr>
          <p:nvPr/>
        </p:nvSpPr>
        <p:spPr>
          <a:xfrm xmlns:a="http://schemas.openxmlformats.org/drawingml/2006/main">
            <a:off x="4041935"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CB0100E3-B81D-4D35-A848-48DC144A76EF}"/>
              </a:ext>
            </a:extLst>
          </p:cNvPr>
          <p:cNvSpPr>
            <a:spLocks xmlns:a="http://schemas.openxmlformats.org/drawingml/2006/main" noGrp="1"/>
          </p:cNvSpPr>
          <p:nvPr/>
        </p:nvSpPr>
        <p:spPr>
          <a:xfrm xmlns:a="http://schemas.openxmlformats.org/drawingml/2006/main">
            <a:off x="412093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85A8F924-69D6-42AC-95F4-6E03A5A00A57}"/>
              </a:ext>
            </a:extLst>
          </p:cNvPr>
          <p:cNvSpPr>
            <a:spLocks xmlns:a="http://schemas.openxmlformats.org/drawingml/2006/main" noGrp="1"/>
          </p:cNvSpPr>
          <p:nvPr/>
        </p:nvSpPr>
        <p:spPr>
          <a:xfrm xmlns:a="http://schemas.openxmlformats.org/drawingml/2006/main">
            <a:off x="4199940"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FBAFE3C4-07BC-48D8-BB4B-A3D7CB053091}"/>
              </a:ext>
            </a:extLst>
          </p:cNvPr>
          <p:cNvSpPr>
            <a:spLocks xmlns:a="http://schemas.openxmlformats.org/drawingml/2006/main" noGrp="1"/>
          </p:cNvSpPr>
          <p:nvPr/>
        </p:nvSpPr>
        <p:spPr>
          <a:xfrm xmlns:a="http://schemas.openxmlformats.org/drawingml/2006/main">
            <a:off x="443694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94F4FEB4-60E0-44EC-8CD3-990B9D6DF994}"/>
              </a:ext>
            </a:extLst>
          </p:cNvPr>
          <p:cNvSpPr>
            <a:spLocks xmlns:a="http://schemas.openxmlformats.org/drawingml/2006/main" noGrp="1"/>
          </p:cNvSpPr>
          <p:nvPr/>
        </p:nvSpPr>
        <p:spPr>
          <a:xfrm xmlns:a="http://schemas.openxmlformats.org/drawingml/2006/main">
            <a:off x="4515950"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0F100310-E5E5-483F-B9A7-260FC766EF3F}"/>
              </a:ext>
            </a:extLst>
          </p:cNvPr>
          <p:cNvSpPr>
            <a:spLocks xmlns:a="http://schemas.openxmlformats.org/drawingml/2006/main" noGrp="1"/>
          </p:cNvSpPr>
          <p:nvPr/>
        </p:nvSpPr>
        <p:spPr>
          <a:xfrm xmlns:a="http://schemas.openxmlformats.org/drawingml/2006/main">
            <a:off x="4594952"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DA5F9107-4DC3-45A1-B419-D57D789AED46}"/>
              </a:ext>
            </a:extLst>
          </p:cNvPr>
          <p:cNvSpPr>
            <a:spLocks xmlns:a="http://schemas.openxmlformats.org/drawingml/2006/main" noGrp="1"/>
          </p:cNvSpPr>
          <p:nvPr/>
        </p:nvSpPr>
        <p:spPr>
          <a:xfrm xmlns:a="http://schemas.openxmlformats.org/drawingml/2006/main">
            <a:off x="4673955"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3B0A637F-1E80-4C68-A79D-31D9E442ADA0}"/>
              </a:ext>
            </a:extLst>
          </p:cNvPr>
          <p:cNvSpPr>
            <a:spLocks xmlns:a="http://schemas.openxmlformats.org/drawingml/2006/main" noGrp="1"/>
          </p:cNvSpPr>
          <p:nvPr/>
        </p:nvSpPr>
        <p:spPr>
          <a:xfrm xmlns:a="http://schemas.openxmlformats.org/drawingml/2006/main">
            <a:off x="475295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1DCCBAB1-0257-4E2F-9003-3EAA9891F358}"/>
              </a:ext>
            </a:extLst>
          </p:cNvPr>
          <p:cNvSpPr>
            <a:spLocks xmlns:a="http://schemas.openxmlformats.org/drawingml/2006/main" noGrp="1"/>
          </p:cNvSpPr>
          <p:nvPr/>
        </p:nvSpPr>
        <p:spPr>
          <a:xfrm xmlns:a="http://schemas.openxmlformats.org/drawingml/2006/main">
            <a:off x="4831960"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0B98305C-AFF3-4CF5-8E07-7E96BAD12760}"/>
              </a:ext>
            </a:extLst>
          </p:cNvPr>
          <p:cNvSpPr>
            <a:spLocks xmlns:a="http://schemas.openxmlformats.org/drawingml/2006/main" noGrp="1"/>
          </p:cNvSpPr>
          <p:nvPr/>
        </p:nvSpPr>
        <p:spPr>
          <a:xfrm xmlns:a="http://schemas.openxmlformats.org/drawingml/2006/main">
            <a:off x="4910962"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86B32325-B0BA-4A55-BE02-1F1D0C0F27B5}"/>
              </a:ext>
            </a:extLst>
          </p:cNvPr>
          <p:cNvSpPr>
            <a:spLocks xmlns:a="http://schemas.openxmlformats.org/drawingml/2006/main" noGrp="1"/>
          </p:cNvSpPr>
          <p:nvPr/>
        </p:nvSpPr>
        <p:spPr>
          <a:xfrm xmlns:a="http://schemas.openxmlformats.org/drawingml/2006/main">
            <a:off x="4989965"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3DAEABED-7BAD-401C-8275-F76DF4B4317A}"/>
              </a:ext>
            </a:extLst>
          </p:cNvPr>
          <p:cNvSpPr>
            <a:spLocks xmlns:a="http://schemas.openxmlformats.org/drawingml/2006/main" noGrp="1"/>
          </p:cNvSpPr>
          <p:nvPr/>
        </p:nvSpPr>
        <p:spPr>
          <a:xfrm xmlns:a="http://schemas.openxmlformats.org/drawingml/2006/main">
            <a:off x="506896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AA282018-257C-429D-9612-866D8FB42988}"/>
              </a:ext>
            </a:extLst>
          </p:cNvPr>
          <p:cNvSpPr>
            <a:spLocks xmlns:a="http://schemas.openxmlformats.org/drawingml/2006/main" noGrp="1"/>
          </p:cNvSpPr>
          <p:nvPr/>
        </p:nvSpPr>
        <p:spPr>
          <a:xfrm xmlns:a="http://schemas.openxmlformats.org/drawingml/2006/main">
            <a:off x="5384977"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9355A5FC-24B7-4384-B057-52BEBCBD5580}"/>
              </a:ext>
            </a:extLst>
          </p:cNvPr>
          <p:cNvSpPr>
            <a:spLocks xmlns:a="http://schemas.openxmlformats.org/drawingml/2006/main" noGrp="1"/>
          </p:cNvSpPr>
          <p:nvPr/>
        </p:nvSpPr>
        <p:spPr>
          <a:xfrm xmlns:a="http://schemas.openxmlformats.org/drawingml/2006/main">
            <a:off x="5542982"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49948B35-48EE-44FD-A1BE-AB09DAF99D57}"/>
              </a:ext>
            </a:extLst>
          </p:cNvPr>
          <p:cNvSpPr>
            <a:spLocks xmlns:a="http://schemas.openxmlformats.org/drawingml/2006/main" noGrp="1"/>
          </p:cNvSpPr>
          <p:nvPr/>
        </p:nvSpPr>
        <p:spPr>
          <a:xfrm xmlns:a="http://schemas.openxmlformats.org/drawingml/2006/main">
            <a:off x="5621985"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A918C"/>
          </a:solidFill>
          <a:ln xmlns:a="http://schemas.openxmlformats.org/drawingml/2006/main" w="2292">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90F7C9F3-D6DF-4409-9AAB-E96C04FB54F1}"/>
              </a:ext>
            </a:extLst>
          </p:cNvPr>
          <p:cNvSpPr>
            <a:spLocks xmlns:a="http://schemas.openxmlformats.org/drawingml/2006/main" noGrp="1"/>
          </p:cNvSpPr>
          <p:nvPr/>
        </p:nvSpPr>
        <p:spPr>
          <a:xfrm xmlns:a="http://schemas.openxmlformats.org/drawingml/2006/main">
            <a:off x="570098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D00B5B21-61BF-4FA2-A60E-EDAF7308CA1E}"/>
              </a:ext>
            </a:extLst>
          </p:cNvPr>
          <p:cNvSpPr>
            <a:spLocks xmlns:a="http://schemas.openxmlformats.org/drawingml/2006/main" noGrp="1"/>
          </p:cNvSpPr>
          <p:nvPr/>
        </p:nvSpPr>
        <p:spPr>
          <a:xfrm xmlns:a="http://schemas.openxmlformats.org/drawingml/2006/main">
            <a:off x="5779990"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BC8"/>
          </a:solidFill>
          <a:ln xmlns:a="http://schemas.openxmlformats.org/drawingml/2006/main" w="2292">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C903AB31-16E0-43ED-A5DA-90320FB62DD4}"/>
              </a:ext>
            </a:extLst>
          </p:cNvPr>
          <p:cNvSpPr>
            <a:spLocks xmlns:a="http://schemas.openxmlformats.org/drawingml/2006/main" noGrp="1"/>
          </p:cNvSpPr>
          <p:nvPr/>
        </p:nvSpPr>
        <p:spPr>
          <a:xfrm xmlns:a="http://schemas.openxmlformats.org/drawingml/2006/main">
            <a:off x="5858992"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AD8"/>
          </a:solidFill>
          <a:ln xmlns:a="http://schemas.openxmlformats.org/drawingml/2006/main" w="2292">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E01FC941-B489-4150-8FFB-C7EF5EDAC0C2}"/>
              </a:ext>
            </a:extLst>
          </p:cNvPr>
          <p:cNvSpPr>
            <a:spLocks xmlns:a="http://schemas.openxmlformats.org/drawingml/2006/main" noGrp="1"/>
          </p:cNvSpPr>
          <p:nvPr/>
        </p:nvSpPr>
        <p:spPr>
          <a:xfrm xmlns:a="http://schemas.openxmlformats.org/drawingml/2006/main">
            <a:off x="5937995"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AA6"/>
          </a:solidFill>
          <a:ln xmlns:a="http://schemas.openxmlformats.org/drawingml/2006/main" w="2292">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66A3A039-5CFD-46DF-AC35-1EF1FC84817F}"/>
              </a:ext>
            </a:extLst>
          </p:cNvPr>
          <p:cNvSpPr>
            <a:spLocks xmlns:a="http://schemas.openxmlformats.org/drawingml/2006/main" noGrp="1"/>
          </p:cNvSpPr>
          <p:nvPr/>
        </p:nvSpPr>
        <p:spPr>
          <a:xfrm xmlns:a="http://schemas.openxmlformats.org/drawingml/2006/main">
            <a:off x="601699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C98"/>
          </a:solidFill>
          <a:ln xmlns:a="http://schemas.openxmlformats.org/drawingml/2006/main" w="2292">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7959E3AE-7CBF-4212-90C9-6F5BF0C7EB90}"/>
              </a:ext>
            </a:extLst>
          </p:cNvPr>
          <p:cNvSpPr>
            <a:spLocks xmlns:a="http://schemas.openxmlformats.org/drawingml/2006/main" noGrp="1"/>
          </p:cNvSpPr>
          <p:nvPr/>
        </p:nvSpPr>
        <p:spPr>
          <a:xfrm xmlns:a="http://schemas.openxmlformats.org/drawingml/2006/main">
            <a:off x="6096000"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4817B"/>
          </a:solidFill>
          <a:ln xmlns:a="http://schemas.openxmlformats.org/drawingml/2006/main" w="2292">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6C1EE849-B4CF-450F-8897-35D73F3C076B}"/>
              </a:ext>
            </a:extLst>
          </p:cNvPr>
          <p:cNvSpPr>
            <a:spLocks xmlns:a="http://schemas.openxmlformats.org/drawingml/2006/main" noGrp="1"/>
          </p:cNvSpPr>
          <p:nvPr/>
        </p:nvSpPr>
        <p:spPr>
          <a:xfrm xmlns:a="http://schemas.openxmlformats.org/drawingml/2006/main">
            <a:off x="6175002"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5837D"/>
          </a:solidFill>
          <a:ln xmlns:a="http://schemas.openxmlformats.org/drawingml/2006/main" w="2292">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11B174F2-BB97-44ED-B917-A3C2493AD6D0}"/>
              </a:ext>
            </a:extLst>
          </p:cNvPr>
          <p:cNvSpPr>
            <a:spLocks xmlns:a="http://schemas.openxmlformats.org/drawingml/2006/main" noGrp="1"/>
          </p:cNvSpPr>
          <p:nvPr/>
        </p:nvSpPr>
        <p:spPr>
          <a:xfrm xmlns:a="http://schemas.openxmlformats.org/drawingml/2006/main">
            <a:off x="4120937"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54512ECE-36DA-4577-9D5A-513C4F5D629F}"/>
              </a:ext>
            </a:extLst>
          </p:cNvPr>
          <p:cNvSpPr>
            <a:spLocks xmlns:a="http://schemas.openxmlformats.org/drawingml/2006/main" noGrp="1"/>
          </p:cNvSpPr>
          <p:nvPr/>
        </p:nvSpPr>
        <p:spPr>
          <a:xfrm xmlns:a="http://schemas.openxmlformats.org/drawingml/2006/main">
            <a:off x="4199940"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F383A0ED-21F3-482C-A11A-7EC9D8412D8B}"/>
              </a:ext>
            </a:extLst>
          </p:cNvPr>
          <p:cNvSpPr>
            <a:spLocks xmlns:a="http://schemas.openxmlformats.org/drawingml/2006/main" noGrp="1"/>
          </p:cNvSpPr>
          <p:nvPr/>
        </p:nvSpPr>
        <p:spPr>
          <a:xfrm xmlns:a="http://schemas.openxmlformats.org/drawingml/2006/main">
            <a:off x="427894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C31317FD-CD10-4220-9161-99C76B34DE6B}"/>
              </a:ext>
            </a:extLst>
          </p:cNvPr>
          <p:cNvSpPr>
            <a:spLocks xmlns:a="http://schemas.openxmlformats.org/drawingml/2006/main" noGrp="1"/>
          </p:cNvSpPr>
          <p:nvPr/>
        </p:nvSpPr>
        <p:spPr>
          <a:xfrm xmlns:a="http://schemas.openxmlformats.org/drawingml/2006/main">
            <a:off x="4515950"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C5703A2D-4EEE-446C-9DDD-B690CB8B8E79}"/>
              </a:ext>
            </a:extLst>
          </p:cNvPr>
          <p:cNvSpPr>
            <a:spLocks xmlns:a="http://schemas.openxmlformats.org/drawingml/2006/main" noGrp="1"/>
          </p:cNvSpPr>
          <p:nvPr/>
        </p:nvSpPr>
        <p:spPr>
          <a:xfrm xmlns:a="http://schemas.openxmlformats.org/drawingml/2006/main">
            <a:off x="4594952"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ACA7FBEF-43D4-4618-BD25-028559E2065C}"/>
              </a:ext>
            </a:extLst>
          </p:cNvPr>
          <p:cNvSpPr>
            <a:spLocks xmlns:a="http://schemas.openxmlformats.org/drawingml/2006/main" noGrp="1"/>
          </p:cNvSpPr>
          <p:nvPr/>
        </p:nvSpPr>
        <p:spPr>
          <a:xfrm xmlns:a="http://schemas.openxmlformats.org/drawingml/2006/main">
            <a:off x="467395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EDED24C9-0C33-4902-B5AA-2EE7B7BEFBBE}"/>
              </a:ext>
            </a:extLst>
          </p:cNvPr>
          <p:cNvSpPr>
            <a:spLocks xmlns:a="http://schemas.openxmlformats.org/drawingml/2006/main" noGrp="1"/>
          </p:cNvSpPr>
          <p:nvPr/>
        </p:nvSpPr>
        <p:spPr>
          <a:xfrm xmlns:a="http://schemas.openxmlformats.org/drawingml/2006/main">
            <a:off x="4752957"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60B98EC1-EC08-4A94-8A48-75CE28431D8C}"/>
              </a:ext>
            </a:extLst>
          </p:cNvPr>
          <p:cNvSpPr>
            <a:spLocks xmlns:a="http://schemas.openxmlformats.org/drawingml/2006/main" noGrp="1"/>
          </p:cNvSpPr>
          <p:nvPr/>
        </p:nvSpPr>
        <p:spPr>
          <a:xfrm xmlns:a="http://schemas.openxmlformats.org/drawingml/2006/main">
            <a:off x="4831960"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9637120D-40BD-4E63-BA29-D4DA4AA8F2A9}"/>
              </a:ext>
            </a:extLst>
          </p:cNvPr>
          <p:cNvSpPr>
            <a:spLocks xmlns:a="http://schemas.openxmlformats.org/drawingml/2006/main" noGrp="1"/>
          </p:cNvSpPr>
          <p:nvPr/>
        </p:nvSpPr>
        <p:spPr>
          <a:xfrm xmlns:a="http://schemas.openxmlformats.org/drawingml/2006/main">
            <a:off x="491096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490C78B4-F980-4FA9-BB6C-59DAEC0EA20B}"/>
              </a:ext>
            </a:extLst>
          </p:cNvPr>
          <p:cNvSpPr>
            <a:spLocks xmlns:a="http://schemas.openxmlformats.org/drawingml/2006/main" noGrp="1"/>
          </p:cNvSpPr>
          <p:nvPr/>
        </p:nvSpPr>
        <p:spPr>
          <a:xfrm xmlns:a="http://schemas.openxmlformats.org/drawingml/2006/main">
            <a:off x="4989965"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AEDF757E-6C88-44DB-B791-45CBA33C179F}"/>
              </a:ext>
            </a:extLst>
          </p:cNvPr>
          <p:cNvSpPr>
            <a:spLocks xmlns:a="http://schemas.openxmlformats.org/drawingml/2006/main" noGrp="1"/>
          </p:cNvSpPr>
          <p:nvPr/>
        </p:nvSpPr>
        <p:spPr>
          <a:xfrm xmlns:a="http://schemas.openxmlformats.org/drawingml/2006/main">
            <a:off x="522697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3FD9C96B-026F-408E-8CDC-3BD140826330}"/>
              </a:ext>
            </a:extLst>
          </p:cNvPr>
          <p:cNvSpPr>
            <a:spLocks xmlns:a="http://schemas.openxmlformats.org/drawingml/2006/main" noGrp="1"/>
          </p:cNvSpPr>
          <p:nvPr/>
        </p:nvSpPr>
        <p:spPr>
          <a:xfrm xmlns:a="http://schemas.openxmlformats.org/drawingml/2006/main">
            <a:off x="530597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5DCE0CBA-11DE-4FEA-9210-14B67E92688B}"/>
              </a:ext>
            </a:extLst>
          </p:cNvPr>
          <p:cNvSpPr>
            <a:spLocks xmlns:a="http://schemas.openxmlformats.org/drawingml/2006/main" noGrp="1"/>
          </p:cNvSpPr>
          <p:nvPr/>
        </p:nvSpPr>
        <p:spPr>
          <a:xfrm xmlns:a="http://schemas.openxmlformats.org/drawingml/2006/main">
            <a:off x="5463980"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97491005-9D46-4BDD-98B3-8FDD4E402C8E}"/>
              </a:ext>
            </a:extLst>
          </p:cNvPr>
          <p:cNvSpPr>
            <a:spLocks xmlns:a="http://schemas.openxmlformats.org/drawingml/2006/main" noGrp="1"/>
          </p:cNvSpPr>
          <p:nvPr/>
        </p:nvSpPr>
        <p:spPr>
          <a:xfrm xmlns:a="http://schemas.openxmlformats.org/drawingml/2006/main">
            <a:off x="554298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6A2"/>
          </a:solidFill>
          <a:ln xmlns:a="http://schemas.openxmlformats.org/drawingml/2006/main" w="2292">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30F016EF-3D90-4675-A6D3-8A03CA14D37A}"/>
              </a:ext>
            </a:extLst>
          </p:cNvPr>
          <p:cNvSpPr>
            <a:spLocks xmlns:a="http://schemas.openxmlformats.org/drawingml/2006/main" noGrp="1"/>
          </p:cNvSpPr>
          <p:nvPr/>
        </p:nvSpPr>
        <p:spPr>
          <a:xfrm xmlns:a="http://schemas.openxmlformats.org/drawingml/2006/main">
            <a:off x="562198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FA19D"/>
          </a:solidFill>
          <a:ln xmlns:a="http://schemas.openxmlformats.org/drawingml/2006/main" w="2292">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0BB98DA5-258D-4AEE-BFA2-4D1738823D38}"/>
              </a:ext>
            </a:extLst>
          </p:cNvPr>
          <p:cNvSpPr>
            <a:spLocks xmlns:a="http://schemas.openxmlformats.org/drawingml/2006/main" noGrp="1"/>
          </p:cNvSpPr>
          <p:nvPr/>
        </p:nvSpPr>
        <p:spPr>
          <a:xfrm xmlns:a="http://schemas.openxmlformats.org/drawingml/2006/main">
            <a:off x="5700987"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2D0"/>
          </a:solidFill>
          <a:ln xmlns:a="http://schemas.openxmlformats.org/drawingml/2006/main" w="2292">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A37AFE44-8A58-4105-A051-98DC2B3B4EAD}"/>
              </a:ext>
            </a:extLst>
          </p:cNvPr>
          <p:cNvSpPr>
            <a:spLocks xmlns:a="http://schemas.openxmlformats.org/drawingml/2006/main" noGrp="1"/>
          </p:cNvSpPr>
          <p:nvPr/>
        </p:nvSpPr>
        <p:spPr>
          <a:xfrm xmlns:a="http://schemas.openxmlformats.org/drawingml/2006/main">
            <a:off x="5779990"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EDC"/>
          </a:solidFill>
          <a:ln xmlns:a="http://schemas.openxmlformats.org/drawingml/2006/main" w="2292">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A34D0FBF-9AD7-429E-821A-55A65915BB62}"/>
              </a:ext>
            </a:extLst>
          </p:cNvPr>
          <p:cNvSpPr>
            <a:spLocks xmlns:a="http://schemas.openxmlformats.org/drawingml/2006/main" noGrp="1"/>
          </p:cNvSpPr>
          <p:nvPr/>
        </p:nvSpPr>
        <p:spPr>
          <a:xfrm xmlns:a="http://schemas.openxmlformats.org/drawingml/2006/main">
            <a:off x="585899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02F625CE-B3E1-442F-A9F4-AEA76EA15573}"/>
              </a:ext>
            </a:extLst>
          </p:cNvPr>
          <p:cNvSpPr>
            <a:spLocks xmlns:a="http://schemas.openxmlformats.org/drawingml/2006/main" noGrp="1"/>
          </p:cNvSpPr>
          <p:nvPr/>
        </p:nvSpPr>
        <p:spPr>
          <a:xfrm xmlns:a="http://schemas.openxmlformats.org/drawingml/2006/main">
            <a:off x="593799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DBA"/>
          </a:solidFill>
          <a:ln xmlns:a="http://schemas.openxmlformats.org/drawingml/2006/main" w="2292">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D3E3B3B6-5670-4608-A7D3-A38F88857A11}"/>
              </a:ext>
            </a:extLst>
          </p:cNvPr>
          <p:cNvSpPr>
            <a:spLocks xmlns:a="http://schemas.openxmlformats.org/drawingml/2006/main" noGrp="1"/>
          </p:cNvSpPr>
          <p:nvPr/>
        </p:nvSpPr>
        <p:spPr>
          <a:xfrm xmlns:a="http://schemas.openxmlformats.org/drawingml/2006/main">
            <a:off x="6016997"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A918C"/>
          </a:solidFill>
          <a:ln xmlns:a="http://schemas.openxmlformats.org/drawingml/2006/main" w="2292">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78296940-633A-4C4A-A45A-ACC329D52B4F}"/>
              </a:ext>
            </a:extLst>
          </p:cNvPr>
          <p:cNvSpPr>
            <a:spLocks xmlns:a="http://schemas.openxmlformats.org/drawingml/2006/main" noGrp="1"/>
          </p:cNvSpPr>
          <p:nvPr/>
        </p:nvSpPr>
        <p:spPr>
          <a:xfrm xmlns:a="http://schemas.openxmlformats.org/drawingml/2006/main">
            <a:off x="6096000"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47F79"/>
          </a:solidFill>
          <a:ln xmlns:a="http://schemas.openxmlformats.org/drawingml/2006/main" w="2292">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A981C99D-A58C-4CFC-AB29-681CA956AE51}"/>
              </a:ext>
            </a:extLst>
          </p:cNvPr>
          <p:cNvSpPr>
            <a:spLocks xmlns:a="http://schemas.openxmlformats.org/drawingml/2006/main" noGrp="1"/>
          </p:cNvSpPr>
          <p:nvPr/>
        </p:nvSpPr>
        <p:spPr>
          <a:xfrm xmlns:a="http://schemas.openxmlformats.org/drawingml/2006/main">
            <a:off x="6175002"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47F78"/>
          </a:solidFill>
          <a:ln xmlns:a="http://schemas.openxmlformats.org/drawingml/2006/main" w="2292">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175977B6-8197-457F-AD0B-017C64358912}"/>
              </a:ext>
            </a:extLst>
          </p:cNvPr>
          <p:cNvSpPr>
            <a:spLocks xmlns:a="http://schemas.openxmlformats.org/drawingml/2006/main" noGrp="1"/>
          </p:cNvSpPr>
          <p:nvPr/>
        </p:nvSpPr>
        <p:spPr>
          <a:xfrm xmlns:a="http://schemas.openxmlformats.org/drawingml/2006/main">
            <a:off x="625400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78882"/>
          </a:solidFill>
          <a:ln xmlns:a="http://schemas.openxmlformats.org/drawingml/2006/main" w="2292">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631F3CEA-6DE3-45ED-B773-C16C95D47072}"/>
              </a:ext>
            </a:extLst>
          </p:cNvPr>
          <p:cNvSpPr>
            <a:spLocks xmlns:a="http://schemas.openxmlformats.org/drawingml/2006/main" noGrp="1"/>
          </p:cNvSpPr>
          <p:nvPr/>
        </p:nvSpPr>
        <p:spPr>
          <a:xfrm xmlns:a="http://schemas.openxmlformats.org/drawingml/2006/main">
            <a:off x="4120937"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E62CF0DA-9473-4BCF-9927-4EA661CDE2E8}"/>
              </a:ext>
            </a:extLst>
          </p:cNvPr>
          <p:cNvSpPr>
            <a:spLocks xmlns:a="http://schemas.openxmlformats.org/drawingml/2006/main" noGrp="1"/>
          </p:cNvSpPr>
          <p:nvPr/>
        </p:nvSpPr>
        <p:spPr>
          <a:xfrm xmlns:a="http://schemas.openxmlformats.org/drawingml/2006/main">
            <a:off x="4199940" y="392971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2CFD58F4-339F-428D-B42A-009BF2709DFC}"/>
              </a:ext>
            </a:extLst>
          </p:cNvPr>
          <p:cNvSpPr>
            <a:spLocks xmlns:a="http://schemas.openxmlformats.org/drawingml/2006/main" noGrp="1"/>
          </p:cNvSpPr>
          <p:nvPr/>
        </p:nvSpPr>
        <p:spPr>
          <a:xfrm xmlns:a="http://schemas.openxmlformats.org/drawingml/2006/main">
            <a:off x="4278942"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7760F321-C1CF-4238-9E6B-34217222CE4A}"/>
              </a:ext>
            </a:extLst>
          </p:cNvPr>
          <p:cNvSpPr>
            <a:spLocks xmlns:a="http://schemas.openxmlformats.org/drawingml/2006/main" noGrp="1"/>
          </p:cNvSpPr>
          <p:nvPr/>
        </p:nvSpPr>
        <p:spPr>
          <a:xfrm xmlns:a="http://schemas.openxmlformats.org/drawingml/2006/main">
            <a:off x="4673955"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255351B0-E5B3-4AE8-99F4-C90C3F1983C2}"/>
              </a:ext>
            </a:extLst>
          </p:cNvPr>
          <p:cNvSpPr>
            <a:spLocks xmlns:a="http://schemas.openxmlformats.org/drawingml/2006/main" noGrp="1"/>
          </p:cNvSpPr>
          <p:nvPr/>
        </p:nvSpPr>
        <p:spPr>
          <a:xfrm xmlns:a="http://schemas.openxmlformats.org/drawingml/2006/main">
            <a:off x="4831960"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76936672-F27E-4816-8DA0-4FE50508FAAE}"/>
              </a:ext>
            </a:extLst>
          </p:cNvPr>
          <p:cNvSpPr>
            <a:spLocks xmlns:a="http://schemas.openxmlformats.org/drawingml/2006/main" noGrp="1"/>
          </p:cNvSpPr>
          <p:nvPr/>
        </p:nvSpPr>
        <p:spPr>
          <a:xfrm xmlns:a="http://schemas.openxmlformats.org/drawingml/2006/main">
            <a:off x="4910962"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F18F8113-EECA-44D6-94AD-548F1012A834}"/>
              </a:ext>
            </a:extLst>
          </p:cNvPr>
          <p:cNvSpPr>
            <a:spLocks xmlns:a="http://schemas.openxmlformats.org/drawingml/2006/main" noGrp="1"/>
          </p:cNvSpPr>
          <p:nvPr/>
        </p:nvSpPr>
        <p:spPr>
          <a:xfrm xmlns:a="http://schemas.openxmlformats.org/drawingml/2006/main">
            <a:off x="5384977" y="392971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F9A"/>
          </a:solidFill>
          <a:ln xmlns:a="http://schemas.openxmlformats.org/drawingml/2006/main" w="2292">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9F040C6D-0D43-44D3-9186-8B6C15F2B9DE}"/>
              </a:ext>
            </a:extLst>
          </p:cNvPr>
          <p:cNvSpPr>
            <a:spLocks xmlns:a="http://schemas.openxmlformats.org/drawingml/2006/main" noGrp="1"/>
          </p:cNvSpPr>
          <p:nvPr/>
        </p:nvSpPr>
        <p:spPr>
          <a:xfrm xmlns:a="http://schemas.openxmlformats.org/drawingml/2006/main">
            <a:off x="5463980"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6B3"/>
          </a:solidFill>
          <a:ln xmlns:a="http://schemas.openxmlformats.org/drawingml/2006/main" w="2292">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3920D10B-9683-4FEC-B18E-3C63DE31EB2C}"/>
              </a:ext>
            </a:extLst>
          </p:cNvPr>
          <p:cNvSpPr>
            <a:spLocks xmlns:a="http://schemas.openxmlformats.org/drawingml/2006/main" noGrp="1"/>
          </p:cNvSpPr>
          <p:nvPr/>
        </p:nvSpPr>
        <p:spPr>
          <a:xfrm xmlns:a="http://schemas.openxmlformats.org/drawingml/2006/main">
            <a:off x="5542982"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DA9"/>
          </a:solidFill>
          <a:ln xmlns:a="http://schemas.openxmlformats.org/drawingml/2006/main" w="2292">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938385FE-439D-49C1-A053-2F0FCCF06A4A}"/>
              </a:ext>
            </a:extLst>
          </p:cNvPr>
          <p:cNvSpPr>
            <a:spLocks xmlns:a="http://schemas.openxmlformats.org/drawingml/2006/main" noGrp="1"/>
          </p:cNvSpPr>
          <p:nvPr/>
        </p:nvSpPr>
        <p:spPr>
          <a:xfrm xmlns:a="http://schemas.openxmlformats.org/drawingml/2006/main">
            <a:off x="5621985"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4B1"/>
          </a:solidFill>
          <a:ln xmlns:a="http://schemas.openxmlformats.org/drawingml/2006/main" w="2292">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4C1EA979-D20A-4008-B044-C478F9368902}"/>
              </a:ext>
            </a:extLst>
          </p:cNvPr>
          <p:cNvSpPr>
            <a:spLocks xmlns:a="http://schemas.openxmlformats.org/drawingml/2006/main" noGrp="1"/>
          </p:cNvSpPr>
          <p:nvPr/>
        </p:nvSpPr>
        <p:spPr>
          <a:xfrm xmlns:a="http://schemas.openxmlformats.org/drawingml/2006/main">
            <a:off x="5700987"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1CF"/>
          </a:solidFill>
          <a:ln xmlns:a="http://schemas.openxmlformats.org/drawingml/2006/main" w="2292">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8AC4E51F-3EFA-461B-B425-1781274DB627}"/>
              </a:ext>
            </a:extLst>
          </p:cNvPr>
          <p:cNvSpPr>
            <a:spLocks xmlns:a="http://schemas.openxmlformats.org/drawingml/2006/main" noGrp="1"/>
          </p:cNvSpPr>
          <p:nvPr/>
        </p:nvSpPr>
        <p:spPr>
          <a:xfrm xmlns:a="http://schemas.openxmlformats.org/drawingml/2006/main">
            <a:off x="5779990" y="392971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8D6"/>
          </a:solidFill>
          <a:ln xmlns:a="http://schemas.openxmlformats.org/drawingml/2006/main" w="2292">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3EFEA102-6DE2-4713-A3F7-D168DDF907F0}"/>
              </a:ext>
            </a:extLst>
          </p:cNvPr>
          <p:cNvSpPr>
            <a:spLocks xmlns:a="http://schemas.openxmlformats.org/drawingml/2006/main" noGrp="1"/>
          </p:cNvSpPr>
          <p:nvPr/>
        </p:nvSpPr>
        <p:spPr>
          <a:xfrm xmlns:a="http://schemas.openxmlformats.org/drawingml/2006/main">
            <a:off x="5858992"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CDB"/>
          </a:solidFill>
          <a:ln xmlns:a="http://schemas.openxmlformats.org/drawingml/2006/main" w="2292">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5CC059C7-F8FB-4826-B91D-394DAFDD1A50}"/>
              </a:ext>
            </a:extLst>
          </p:cNvPr>
          <p:cNvSpPr>
            <a:spLocks xmlns:a="http://schemas.openxmlformats.org/drawingml/2006/main" noGrp="1"/>
          </p:cNvSpPr>
          <p:nvPr/>
        </p:nvSpPr>
        <p:spPr>
          <a:xfrm xmlns:a="http://schemas.openxmlformats.org/drawingml/2006/main">
            <a:off x="5937995"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3C0"/>
          </a:solidFill>
          <a:ln xmlns:a="http://schemas.openxmlformats.org/drawingml/2006/main" w="2292">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87744983-3650-4318-B895-1AE591A859FA}"/>
              </a:ext>
            </a:extLst>
          </p:cNvPr>
          <p:cNvSpPr>
            <a:spLocks xmlns:a="http://schemas.openxmlformats.org/drawingml/2006/main" noGrp="1"/>
          </p:cNvSpPr>
          <p:nvPr/>
        </p:nvSpPr>
        <p:spPr>
          <a:xfrm xmlns:a="http://schemas.openxmlformats.org/drawingml/2006/main">
            <a:off x="6016997"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9590"/>
          </a:solidFill>
          <a:ln xmlns:a="http://schemas.openxmlformats.org/drawingml/2006/main" w="2292">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54FFAFF8-2EC4-447A-A298-2D9C3B46282D}"/>
              </a:ext>
            </a:extLst>
          </p:cNvPr>
          <p:cNvSpPr>
            <a:spLocks xmlns:a="http://schemas.openxmlformats.org/drawingml/2006/main" noGrp="1"/>
          </p:cNvSpPr>
          <p:nvPr/>
        </p:nvSpPr>
        <p:spPr>
          <a:xfrm xmlns:a="http://schemas.openxmlformats.org/drawingml/2006/main">
            <a:off x="6096000"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68680"/>
          </a:solidFill>
          <a:ln xmlns:a="http://schemas.openxmlformats.org/drawingml/2006/main" w="2292">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D0CEDC6B-5689-464C-A38E-E16700E7C819}"/>
              </a:ext>
            </a:extLst>
          </p:cNvPr>
          <p:cNvSpPr>
            <a:spLocks xmlns:a="http://schemas.openxmlformats.org/drawingml/2006/main" noGrp="1"/>
          </p:cNvSpPr>
          <p:nvPr/>
        </p:nvSpPr>
        <p:spPr>
          <a:xfrm xmlns:a="http://schemas.openxmlformats.org/drawingml/2006/main">
            <a:off x="6175002" y="392971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78882"/>
          </a:solidFill>
          <a:ln xmlns:a="http://schemas.openxmlformats.org/drawingml/2006/main" w="2292">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5579668A-5845-4D0E-AE8B-1566E60A3CDE}"/>
              </a:ext>
            </a:extLst>
          </p:cNvPr>
          <p:cNvSpPr>
            <a:spLocks xmlns:a="http://schemas.openxmlformats.org/drawingml/2006/main" noGrp="1"/>
          </p:cNvSpPr>
          <p:nvPr/>
        </p:nvSpPr>
        <p:spPr>
          <a:xfrm xmlns:a="http://schemas.openxmlformats.org/drawingml/2006/main">
            <a:off x="6254005"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DD54C1C2-8010-4C24-85D6-CF2DDF427CE8}"/>
              </a:ext>
            </a:extLst>
          </p:cNvPr>
          <p:cNvSpPr>
            <a:spLocks xmlns:a="http://schemas.openxmlformats.org/drawingml/2006/main" noGrp="1"/>
          </p:cNvSpPr>
          <p:nvPr/>
        </p:nvSpPr>
        <p:spPr>
          <a:xfrm xmlns:a="http://schemas.openxmlformats.org/drawingml/2006/main">
            <a:off x="6333008"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0672F44F-BF8A-4051-B676-EB8D4019A8BF}"/>
              </a:ext>
            </a:extLst>
          </p:cNvPr>
          <p:cNvSpPr>
            <a:spLocks xmlns:a="http://schemas.openxmlformats.org/drawingml/2006/main" noGrp="1"/>
          </p:cNvSpPr>
          <p:nvPr/>
        </p:nvSpPr>
        <p:spPr>
          <a:xfrm xmlns:a="http://schemas.openxmlformats.org/drawingml/2006/main">
            <a:off x="6412010"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F92E3F38-D3A6-4036-BC73-8D8867B53441}"/>
              </a:ext>
            </a:extLst>
          </p:cNvPr>
          <p:cNvSpPr>
            <a:spLocks xmlns:a="http://schemas.openxmlformats.org/drawingml/2006/main" noGrp="1"/>
          </p:cNvSpPr>
          <p:nvPr/>
        </p:nvSpPr>
        <p:spPr>
          <a:xfrm xmlns:a="http://schemas.openxmlformats.org/drawingml/2006/main">
            <a:off x="4120937"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FDE"/>
          </a:solidFill>
          <a:ln xmlns:a="http://schemas.openxmlformats.org/drawingml/2006/main" w="2292">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75B2C334-BD1E-4E1F-9BAD-7378A4E3C676}"/>
              </a:ext>
            </a:extLst>
          </p:cNvPr>
          <p:cNvSpPr>
            <a:spLocks xmlns:a="http://schemas.openxmlformats.org/drawingml/2006/main" noGrp="1"/>
          </p:cNvSpPr>
          <p:nvPr/>
        </p:nvSpPr>
        <p:spPr>
          <a:xfrm xmlns:a="http://schemas.openxmlformats.org/drawingml/2006/main">
            <a:off x="4199940"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57F86D0B-062E-41A5-9179-C3A788C7FBF1}"/>
              </a:ext>
            </a:extLst>
          </p:cNvPr>
          <p:cNvSpPr>
            <a:spLocks xmlns:a="http://schemas.openxmlformats.org/drawingml/2006/main" noGrp="1"/>
          </p:cNvSpPr>
          <p:nvPr/>
        </p:nvSpPr>
        <p:spPr>
          <a:xfrm xmlns:a="http://schemas.openxmlformats.org/drawingml/2006/main">
            <a:off x="427894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F6466B03-80D7-4C2D-9B4C-ABC419C9503C}"/>
              </a:ext>
            </a:extLst>
          </p:cNvPr>
          <p:cNvSpPr>
            <a:spLocks xmlns:a="http://schemas.openxmlformats.org/drawingml/2006/main" noGrp="1"/>
          </p:cNvSpPr>
          <p:nvPr/>
        </p:nvSpPr>
        <p:spPr>
          <a:xfrm xmlns:a="http://schemas.openxmlformats.org/drawingml/2006/main">
            <a:off x="4436947"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6373D4F8-5846-4A90-8304-B3CD56808985}"/>
              </a:ext>
            </a:extLst>
          </p:cNvPr>
          <p:cNvSpPr>
            <a:spLocks xmlns:a="http://schemas.openxmlformats.org/drawingml/2006/main" noGrp="1"/>
          </p:cNvSpPr>
          <p:nvPr/>
        </p:nvSpPr>
        <p:spPr>
          <a:xfrm xmlns:a="http://schemas.openxmlformats.org/drawingml/2006/main">
            <a:off x="4594952"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4E73D5F8-56C2-4036-9D65-EB729BBD918F}"/>
              </a:ext>
            </a:extLst>
          </p:cNvPr>
          <p:cNvSpPr>
            <a:spLocks xmlns:a="http://schemas.openxmlformats.org/drawingml/2006/main" noGrp="1"/>
          </p:cNvSpPr>
          <p:nvPr/>
        </p:nvSpPr>
        <p:spPr>
          <a:xfrm xmlns:a="http://schemas.openxmlformats.org/drawingml/2006/main">
            <a:off x="522697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6B03736B-7CB5-4583-8A33-E2E46DC7FF8C}"/>
              </a:ext>
            </a:extLst>
          </p:cNvPr>
          <p:cNvSpPr>
            <a:spLocks xmlns:a="http://schemas.openxmlformats.org/drawingml/2006/main" noGrp="1"/>
          </p:cNvSpPr>
          <p:nvPr/>
        </p:nvSpPr>
        <p:spPr>
          <a:xfrm xmlns:a="http://schemas.openxmlformats.org/drawingml/2006/main">
            <a:off x="5305975"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BC8"/>
          </a:solidFill>
          <a:ln xmlns:a="http://schemas.openxmlformats.org/drawingml/2006/main" w="2292">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37003C6B-9254-4617-8B3F-8527E1080222}"/>
              </a:ext>
            </a:extLst>
          </p:cNvPr>
          <p:cNvSpPr>
            <a:spLocks xmlns:a="http://schemas.openxmlformats.org/drawingml/2006/main" noGrp="1"/>
          </p:cNvSpPr>
          <p:nvPr/>
        </p:nvSpPr>
        <p:spPr>
          <a:xfrm xmlns:a="http://schemas.openxmlformats.org/drawingml/2006/main">
            <a:off x="5384977"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CC9"/>
          </a:solidFill>
          <a:ln xmlns:a="http://schemas.openxmlformats.org/drawingml/2006/main" w="2292">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86D2ABCE-BCBA-4DC4-A104-86F2757D98DE}"/>
              </a:ext>
            </a:extLst>
          </p:cNvPr>
          <p:cNvSpPr>
            <a:spLocks xmlns:a="http://schemas.openxmlformats.org/drawingml/2006/main" noGrp="1"/>
          </p:cNvSpPr>
          <p:nvPr/>
        </p:nvSpPr>
        <p:spPr>
          <a:xfrm xmlns:a="http://schemas.openxmlformats.org/drawingml/2006/main">
            <a:off x="5463980"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CFCC"/>
          </a:solidFill>
          <a:ln xmlns:a="http://schemas.openxmlformats.org/drawingml/2006/main" w="2292">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03BD8C48-D634-4209-9DA4-008A0AC1D4C7}"/>
              </a:ext>
            </a:extLst>
          </p:cNvPr>
          <p:cNvSpPr>
            <a:spLocks xmlns:a="http://schemas.openxmlformats.org/drawingml/2006/main" noGrp="1"/>
          </p:cNvSpPr>
          <p:nvPr/>
        </p:nvSpPr>
        <p:spPr>
          <a:xfrm xmlns:a="http://schemas.openxmlformats.org/drawingml/2006/main">
            <a:off x="554298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FA19D"/>
          </a:solidFill>
          <a:ln xmlns:a="http://schemas.openxmlformats.org/drawingml/2006/main" w="2292">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A7570F7C-A813-439C-A46C-7F20C37A7108}"/>
              </a:ext>
            </a:extLst>
          </p:cNvPr>
          <p:cNvSpPr>
            <a:spLocks xmlns:a="http://schemas.openxmlformats.org/drawingml/2006/main" noGrp="1"/>
          </p:cNvSpPr>
          <p:nvPr/>
        </p:nvSpPr>
        <p:spPr>
          <a:xfrm xmlns:a="http://schemas.openxmlformats.org/drawingml/2006/main">
            <a:off x="5621985"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3D1"/>
          </a:solidFill>
          <a:ln xmlns:a="http://schemas.openxmlformats.org/drawingml/2006/main" w="2292">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F202E458-8B6A-430D-8EB5-8A4462F120F1}"/>
              </a:ext>
            </a:extLst>
          </p:cNvPr>
          <p:cNvSpPr>
            <a:spLocks xmlns:a="http://schemas.openxmlformats.org/drawingml/2006/main" noGrp="1"/>
          </p:cNvSpPr>
          <p:nvPr/>
        </p:nvSpPr>
        <p:spPr>
          <a:xfrm xmlns:a="http://schemas.openxmlformats.org/drawingml/2006/main">
            <a:off x="5700987"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5E4"/>
          </a:solidFill>
          <a:ln xmlns:a="http://schemas.openxmlformats.org/drawingml/2006/main" w="2292">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A5F8E445-DAE4-48FF-9029-C965A123540D}"/>
              </a:ext>
            </a:extLst>
          </p:cNvPr>
          <p:cNvSpPr>
            <a:spLocks xmlns:a="http://schemas.openxmlformats.org/drawingml/2006/main" noGrp="1"/>
          </p:cNvSpPr>
          <p:nvPr/>
        </p:nvSpPr>
        <p:spPr>
          <a:xfrm xmlns:a="http://schemas.openxmlformats.org/drawingml/2006/main">
            <a:off x="5779990"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8C6"/>
          </a:solidFill>
          <a:ln xmlns:a="http://schemas.openxmlformats.org/drawingml/2006/main" w="2292">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586BBE9B-45EC-4878-B9B8-BEAC42A40D2A}"/>
              </a:ext>
            </a:extLst>
          </p:cNvPr>
          <p:cNvSpPr>
            <a:spLocks xmlns:a="http://schemas.openxmlformats.org/drawingml/2006/main" noGrp="1"/>
          </p:cNvSpPr>
          <p:nvPr/>
        </p:nvSpPr>
        <p:spPr>
          <a:xfrm xmlns:a="http://schemas.openxmlformats.org/drawingml/2006/main">
            <a:off x="585899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3C0"/>
          </a:solidFill>
          <a:ln xmlns:a="http://schemas.openxmlformats.org/drawingml/2006/main" w="2292">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C774E3D2-BF3A-467E-8EA0-BC36CC4CF038}"/>
              </a:ext>
            </a:extLst>
          </p:cNvPr>
          <p:cNvSpPr>
            <a:spLocks xmlns:a="http://schemas.openxmlformats.org/drawingml/2006/main" noGrp="1"/>
          </p:cNvSpPr>
          <p:nvPr/>
        </p:nvSpPr>
        <p:spPr>
          <a:xfrm xmlns:a="http://schemas.openxmlformats.org/drawingml/2006/main">
            <a:off x="5937995"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0A39E"/>
          </a:solidFill>
          <a:ln xmlns:a="http://schemas.openxmlformats.org/drawingml/2006/main" w="2292">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6790CCF5-99EA-4527-9C91-FC64C8DA8D09}"/>
              </a:ext>
            </a:extLst>
          </p:cNvPr>
          <p:cNvSpPr>
            <a:spLocks xmlns:a="http://schemas.openxmlformats.org/drawingml/2006/main" noGrp="1"/>
          </p:cNvSpPr>
          <p:nvPr/>
        </p:nvSpPr>
        <p:spPr>
          <a:xfrm xmlns:a="http://schemas.openxmlformats.org/drawingml/2006/main">
            <a:off x="6016997"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47F79"/>
          </a:solidFill>
          <a:ln xmlns:a="http://schemas.openxmlformats.org/drawingml/2006/main" w="2292">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BFDDD672-1C6A-4F7B-BB46-EBE2B53035EA}"/>
              </a:ext>
            </a:extLst>
          </p:cNvPr>
          <p:cNvSpPr>
            <a:spLocks xmlns:a="http://schemas.openxmlformats.org/drawingml/2006/main" noGrp="1"/>
          </p:cNvSpPr>
          <p:nvPr/>
        </p:nvSpPr>
        <p:spPr>
          <a:xfrm xmlns:a="http://schemas.openxmlformats.org/drawingml/2006/main">
            <a:off x="6096000"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908A"/>
          </a:solidFill>
          <a:ln xmlns:a="http://schemas.openxmlformats.org/drawingml/2006/main" w="2292">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6EA14FE1-13DD-4202-B068-8B66FB49993E}"/>
              </a:ext>
            </a:extLst>
          </p:cNvPr>
          <p:cNvSpPr>
            <a:spLocks xmlns:a="http://schemas.openxmlformats.org/drawingml/2006/main" noGrp="1"/>
          </p:cNvSpPr>
          <p:nvPr/>
        </p:nvSpPr>
        <p:spPr>
          <a:xfrm xmlns:a="http://schemas.openxmlformats.org/drawingml/2006/main">
            <a:off x="6175002"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8E89"/>
          </a:solidFill>
          <a:ln xmlns:a="http://schemas.openxmlformats.org/drawingml/2006/main" w="2292">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F514FD64-73BA-4938-B16B-EF16A171E06C}"/>
              </a:ext>
            </a:extLst>
          </p:cNvPr>
          <p:cNvSpPr>
            <a:spLocks xmlns:a="http://schemas.openxmlformats.org/drawingml/2006/main" noGrp="1"/>
          </p:cNvSpPr>
          <p:nvPr/>
        </p:nvSpPr>
        <p:spPr>
          <a:xfrm xmlns:a="http://schemas.openxmlformats.org/drawingml/2006/main">
            <a:off x="6254005"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9A5"/>
          </a:solidFill>
          <a:ln xmlns:a="http://schemas.openxmlformats.org/drawingml/2006/main" w="2292">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38CE952F-11EF-4779-8A53-3E5F16D84549}"/>
              </a:ext>
            </a:extLst>
          </p:cNvPr>
          <p:cNvSpPr>
            <a:spLocks xmlns:a="http://schemas.openxmlformats.org/drawingml/2006/main" noGrp="1"/>
          </p:cNvSpPr>
          <p:nvPr/>
        </p:nvSpPr>
        <p:spPr>
          <a:xfrm xmlns:a="http://schemas.openxmlformats.org/drawingml/2006/main">
            <a:off x="6333008"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CC9"/>
          </a:solidFill>
          <a:ln xmlns:a="http://schemas.openxmlformats.org/drawingml/2006/main" w="2292">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2892FE3C-5186-42C3-B8E3-ED311DE0499D}"/>
              </a:ext>
            </a:extLst>
          </p:cNvPr>
          <p:cNvSpPr>
            <a:spLocks xmlns:a="http://schemas.openxmlformats.org/drawingml/2006/main" noGrp="1"/>
          </p:cNvSpPr>
          <p:nvPr/>
        </p:nvSpPr>
        <p:spPr>
          <a:xfrm xmlns:a="http://schemas.openxmlformats.org/drawingml/2006/main">
            <a:off x="6412010"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8"/>
          </a:solidFill>
          <a:ln xmlns:a="http://schemas.openxmlformats.org/drawingml/2006/main" w="2292">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A04E6727-0680-4B61-9D8E-288D9CB2DD5F}"/>
              </a:ext>
            </a:extLst>
          </p:cNvPr>
          <p:cNvSpPr>
            <a:spLocks xmlns:a="http://schemas.openxmlformats.org/drawingml/2006/main" noGrp="1"/>
          </p:cNvSpPr>
          <p:nvPr/>
        </p:nvSpPr>
        <p:spPr>
          <a:xfrm xmlns:a="http://schemas.openxmlformats.org/drawingml/2006/main">
            <a:off x="649101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2D0"/>
          </a:solidFill>
          <a:ln xmlns:a="http://schemas.openxmlformats.org/drawingml/2006/main" w="2292">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2734F40C-0CDD-4685-BEBE-219CF549F7CB}"/>
              </a:ext>
            </a:extLst>
          </p:cNvPr>
          <p:cNvSpPr>
            <a:spLocks xmlns:a="http://schemas.openxmlformats.org/drawingml/2006/main" noGrp="1"/>
          </p:cNvSpPr>
          <p:nvPr/>
        </p:nvSpPr>
        <p:spPr>
          <a:xfrm xmlns:a="http://schemas.openxmlformats.org/drawingml/2006/main">
            <a:off x="6570015"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DDB"/>
          </a:solidFill>
          <a:ln xmlns:a="http://schemas.openxmlformats.org/drawingml/2006/main" w="2292">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DFA1CE88-06F8-481C-8743-97017EF4550B}"/>
              </a:ext>
            </a:extLst>
          </p:cNvPr>
          <p:cNvSpPr>
            <a:spLocks xmlns:a="http://schemas.openxmlformats.org/drawingml/2006/main" noGrp="1"/>
          </p:cNvSpPr>
          <p:nvPr/>
        </p:nvSpPr>
        <p:spPr>
          <a:xfrm xmlns:a="http://schemas.openxmlformats.org/drawingml/2006/main">
            <a:off x="412093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E21E17F6-28F1-4FE4-A734-5567481F4E95}"/>
              </a:ext>
            </a:extLst>
          </p:cNvPr>
          <p:cNvSpPr>
            <a:spLocks xmlns:a="http://schemas.openxmlformats.org/drawingml/2006/main" noGrp="1"/>
          </p:cNvSpPr>
          <p:nvPr/>
        </p:nvSpPr>
        <p:spPr>
          <a:xfrm xmlns:a="http://schemas.openxmlformats.org/drawingml/2006/main">
            <a:off x="4199940"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AF1F1"/>
          </a:solidFill>
          <a:ln xmlns:a="http://schemas.openxmlformats.org/drawingml/2006/main" w="2292">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B45CC992-5F84-4AD4-A6B2-56EE526A1BC0}"/>
              </a:ext>
            </a:extLst>
          </p:cNvPr>
          <p:cNvSpPr>
            <a:spLocks xmlns:a="http://schemas.openxmlformats.org/drawingml/2006/main" noGrp="1"/>
          </p:cNvSpPr>
          <p:nvPr/>
        </p:nvSpPr>
        <p:spPr>
          <a:xfrm xmlns:a="http://schemas.openxmlformats.org/drawingml/2006/main">
            <a:off x="427894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D3479D55-565E-4743-A774-0AEBCC1C401D}"/>
              </a:ext>
            </a:extLst>
          </p:cNvPr>
          <p:cNvSpPr>
            <a:spLocks xmlns:a="http://schemas.openxmlformats.org/drawingml/2006/main" noGrp="1"/>
          </p:cNvSpPr>
          <p:nvPr/>
        </p:nvSpPr>
        <p:spPr>
          <a:xfrm xmlns:a="http://schemas.openxmlformats.org/drawingml/2006/main">
            <a:off x="443694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AF1F0"/>
          </a:solidFill>
          <a:ln xmlns:a="http://schemas.openxmlformats.org/drawingml/2006/main" w="2292">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764DB826-7549-4946-A0B0-6EDE444FA6CD}"/>
              </a:ext>
            </a:extLst>
          </p:cNvPr>
          <p:cNvSpPr>
            <a:spLocks xmlns:a="http://schemas.openxmlformats.org/drawingml/2006/main" noGrp="1"/>
          </p:cNvSpPr>
          <p:nvPr/>
        </p:nvSpPr>
        <p:spPr>
          <a:xfrm xmlns:a="http://schemas.openxmlformats.org/drawingml/2006/main">
            <a:off x="451595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E015F8B9-9B61-47AB-A999-2B6B14022635}"/>
              </a:ext>
            </a:extLst>
          </p:cNvPr>
          <p:cNvSpPr>
            <a:spLocks xmlns:a="http://schemas.openxmlformats.org/drawingml/2006/main" noGrp="1"/>
          </p:cNvSpPr>
          <p:nvPr/>
        </p:nvSpPr>
        <p:spPr>
          <a:xfrm xmlns:a="http://schemas.openxmlformats.org/drawingml/2006/main">
            <a:off x="4594952"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C7319A94-AA38-484C-9016-D6D7CCB80280}"/>
              </a:ext>
            </a:extLst>
          </p:cNvPr>
          <p:cNvSpPr>
            <a:spLocks xmlns:a="http://schemas.openxmlformats.org/drawingml/2006/main" noGrp="1"/>
          </p:cNvSpPr>
          <p:nvPr/>
        </p:nvSpPr>
        <p:spPr>
          <a:xfrm xmlns:a="http://schemas.openxmlformats.org/drawingml/2006/main">
            <a:off x="467395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112E1753-AF7C-41E0-B503-B3A80D575CDC}"/>
              </a:ext>
            </a:extLst>
          </p:cNvPr>
          <p:cNvSpPr>
            <a:spLocks xmlns:a="http://schemas.openxmlformats.org/drawingml/2006/main" noGrp="1"/>
          </p:cNvSpPr>
          <p:nvPr/>
        </p:nvSpPr>
        <p:spPr>
          <a:xfrm xmlns:a="http://schemas.openxmlformats.org/drawingml/2006/main">
            <a:off x="475295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AAC57583-C3B3-4820-80AA-3B4CE1EAB69E}"/>
              </a:ext>
            </a:extLst>
          </p:cNvPr>
          <p:cNvSpPr>
            <a:spLocks xmlns:a="http://schemas.openxmlformats.org/drawingml/2006/main" noGrp="1"/>
          </p:cNvSpPr>
          <p:nvPr/>
        </p:nvSpPr>
        <p:spPr>
          <a:xfrm xmlns:a="http://schemas.openxmlformats.org/drawingml/2006/main">
            <a:off x="483196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0787C24E-6ADE-4401-99BE-A6D9101D188B}"/>
              </a:ext>
            </a:extLst>
          </p:cNvPr>
          <p:cNvSpPr>
            <a:spLocks xmlns:a="http://schemas.openxmlformats.org/drawingml/2006/main" noGrp="1"/>
          </p:cNvSpPr>
          <p:nvPr/>
        </p:nvSpPr>
        <p:spPr>
          <a:xfrm xmlns:a="http://schemas.openxmlformats.org/drawingml/2006/main">
            <a:off x="491096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14A30DAC-4640-4C48-B709-1973AB7A1E78}"/>
              </a:ext>
            </a:extLst>
          </p:cNvPr>
          <p:cNvSpPr>
            <a:spLocks xmlns:a="http://schemas.openxmlformats.org/drawingml/2006/main" noGrp="1"/>
          </p:cNvSpPr>
          <p:nvPr/>
        </p:nvSpPr>
        <p:spPr>
          <a:xfrm xmlns:a="http://schemas.openxmlformats.org/drawingml/2006/main">
            <a:off x="4989965"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800B09A7-356E-40DF-8E43-B3395D0E6DA6}"/>
              </a:ext>
            </a:extLst>
          </p:cNvPr>
          <p:cNvSpPr>
            <a:spLocks xmlns:a="http://schemas.openxmlformats.org/drawingml/2006/main" noGrp="1"/>
          </p:cNvSpPr>
          <p:nvPr/>
        </p:nvSpPr>
        <p:spPr>
          <a:xfrm xmlns:a="http://schemas.openxmlformats.org/drawingml/2006/main">
            <a:off x="506896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0506E6F0-35FA-468D-AACA-AA5F0139B06E}"/>
              </a:ext>
            </a:extLst>
          </p:cNvPr>
          <p:cNvSpPr>
            <a:spLocks xmlns:a="http://schemas.openxmlformats.org/drawingml/2006/main" noGrp="1"/>
          </p:cNvSpPr>
          <p:nvPr/>
        </p:nvSpPr>
        <p:spPr>
          <a:xfrm xmlns:a="http://schemas.openxmlformats.org/drawingml/2006/main">
            <a:off x="514797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2BFDA175-B6CF-42B7-B8B4-EF29719396DC}"/>
              </a:ext>
            </a:extLst>
          </p:cNvPr>
          <p:cNvSpPr>
            <a:spLocks xmlns:a="http://schemas.openxmlformats.org/drawingml/2006/main" noGrp="1"/>
          </p:cNvSpPr>
          <p:nvPr/>
        </p:nvSpPr>
        <p:spPr>
          <a:xfrm xmlns:a="http://schemas.openxmlformats.org/drawingml/2006/main">
            <a:off x="522697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9590"/>
          </a:solidFill>
          <a:ln xmlns:a="http://schemas.openxmlformats.org/drawingml/2006/main" w="2292">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21E2CE8E-C6F0-484C-B336-0DB3C11FE644}"/>
              </a:ext>
            </a:extLst>
          </p:cNvPr>
          <p:cNvSpPr>
            <a:spLocks xmlns:a="http://schemas.openxmlformats.org/drawingml/2006/main" noGrp="1"/>
          </p:cNvSpPr>
          <p:nvPr/>
        </p:nvSpPr>
        <p:spPr>
          <a:xfrm xmlns:a="http://schemas.openxmlformats.org/drawingml/2006/main">
            <a:off x="530597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CEAE9530-B6C6-4A2A-858F-78DC177FF457}"/>
              </a:ext>
            </a:extLst>
          </p:cNvPr>
          <p:cNvSpPr>
            <a:spLocks xmlns:a="http://schemas.openxmlformats.org/drawingml/2006/main" noGrp="1"/>
          </p:cNvSpPr>
          <p:nvPr/>
        </p:nvSpPr>
        <p:spPr>
          <a:xfrm xmlns:a="http://schemas.openxmlformats.org/drawingml/2006/main">
            <a:off x="5384977"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4"/>
          </a:solidFill>
          <a:ln xmlns:a="http://schemas.openxmlformats.org/drawingml/2006/main" w="2292">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84BE7E74-F1E9-4582-8844-2F53BBF5BBE3}"/>
              </a:ext>
            </a:extLst>
          </p:cNvPr>
          <p:cNvSpPr>
            <a:spLocks xmlns:a="http://schemas.openxmlformats.org/drawingml/2006/main" noGrp="1"/>
          </p:cNvSpPr>
          <p:nvPr/>
        </p:nvSpPr>
        <p:spPr>
          <a:xfrm xmlns:a="http://schemas.openxmlformats.org/drawingml/2006/main">
            <a:off x="546398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CC9"/>
          </a:solidFill>
          <a:ln xmlns:a="http://schemas.openxmlformats.org/drawingml/2006/main" w="2292">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623253D9-4E86-4274-80B8-BCBBCD26B33A}"/>
              </a:ext>
            </a:extLst>
          </p:cNvPr>
          <p:cNvSpPr>
            <a:spLocks xmlns:a="http://schemas.openxmlformats.org/drawingml/2006/main" noGrp="1"/>
          </p:cNvSpPr>
          <p:nvPr/>
        </p:nvSpPr>
        <p:spPr>
          <a:xfrm xmlns:a="http://schemas.openxmlformats.org/drawingml/2006/main">
            <a:off x="554298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49543C3C-6CF9-49FF-92A6-757B1B5CA8C2}"/>
              </a:ext>
            </a:extLst>
          </p:cNvPr>
          <p:cNvSpPr>
            <a:spLocks xmlns:a="http://schemas.openxmlformats.org/drawingml/2006/main" noGrp="1"/>
          </p:cNvSpPr>
          <p:nvPr/>
        </p:nvSpPr>
        <p:spPr>
          <a:xfrm xmlns:a="http://schemas.openxmlformats.org/drawingml/2006/main">
            <a:off x="562198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7C4"/>
          </a:solidFill>
          <a:ln xmlns:a="http://schemas.openxmlformats.org/drawingml/2006/main" w="2292">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7210931F-B883-4966-94DA-11CDF36742D2}"/>
              </a:ext>
            </a:extLst>
          </p:cNvPr>
          <p:cNvSpPr>
            <a:spLocks xmlns:a="http://schemas.openxmlformats.org/drawingml/2006/main" noGrp="1"/>
          </p:cNvSpPr>
          <p:nvPr/>
        </p:nvSpPr>
        <p:spPr>
          <a:xfrm xmlns:a="http://schemas.openxmlformats.org/drawingml/2006/main">
            <a:off x="570098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8A4"/>
          </a:solidFill>
          <a:ln xmlns:a="http://schemas.openxmlformats.org/drawingml/2006/main" w="2292">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C96121AB-8E58-4841-91E1-1F99237C7922}"/>
              </a:ext>
            </a:extLst>
          </p:cNvPr>
          <p:cNvSpPr>
            <a:spLocks xmlns:a="http://schemas.openxmlformats.org/drawingml/2006/main" noGrp="1"/>
          </p:cNvSpPr>
          <p:nvPr/>
        </p:nvSpPr>
        <p:spPr>
          <a:xfrm xmlns:a="http://schemas.openxmlformats.org/drawingml/2006/main">
            <a:off x="5779990"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9691"/>
          </a:solidFill>
          <a:ln xmlns:a="http://schemas.openxmlformats.org/drawingml/2006/main" w="2292">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FC71938C-78C6-4321-BC42-C1EF4555B3C7}"/>
              </a:ext>
            </a:extLst>
          </p:cNvPr>
          <p:cNvSpPr>
            <a:spLocks xmlns:a="http://schemas.openxmlformats.org/drawingml/2006/main" noGrp="1"/>
          </p:cNvSpPr>
          <p:nvPr/>
        </p:nvSpPr>
        <p:spPr>
          <a:xfrm xmlns:a="http://schemas.openxmlformats.org/drawingml/2006/main">
            <a:off x="585899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1"/>
          </a:solidFill>
          <a:ln xmlns:a="http://schemas.openxmlformats.org/drawingml/2006/main" w="2292">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5A8A79AC-A61A-49DA-B58A-06B336D8E539}"/>
              </a:ext>
            </a:extLst>
          </p:cNvPr>
          <p:cNvSpPr>
            <a:spLocks xmlns:a="http://schemas.openxmlformats.org/drawingml/2006/main" noGrp="1"/>
          </p:cNvSpPr>
          <p:nvPr/>
        </p:nvSpPr>
        <p:spPr>
          <a:xfrm xmlns:a="http://schemas.openxmlformats.org/drawingml/2006/main">
            <a:off x="593799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D9A95"/>
          </a:solidFill>
          <a:ln xmlns:a="http://schemas.openxmlformats.org/drawingml/2006/main" w="2292">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B6C94854-7BEB-489C-89ED-6C3E89D421EA}"/>
              </a:ext>
            </a:extLst>
          </p:cNvPr>
          <p:cNvSpPr>
            <a:spLocks xmlns:a="http://schemas.openxmlformats.org/drawingml/2006/main" noGrp="1"/>
          </p:cNvSpPr>
          <p:nvPr/>
        </p:nvSpPr>
        <p:spPr>
          <a:xfrm xmlns:a="http://schemas.openxmlformats.org/drawingml/2006/main">
            <a:off x="601699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8E88"/>
          </a:solidFill>
          <a:ln xmlns:a="http://schemas.openxmlformats.org/drawingml/2006/main" w="2292">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84D0A38A-E439-48A3-8E94-3A67A5E9B104}"/>
              </a:ext>
            </a:extLst>
          </p:cNvPr>
          <p:cNvSpPr>
            <a:spLocks xmlns:a="http://schemas.openxmlformats.org/drawingml/2006/main" noGrp="1"/>
          </p:cNvSpPr>
          <p:nvPr/>
        </p:nvSpPr>
        <p:spPr>
          <a:xfrm xmlns:a="http://schemas.openxmlformats.org/drawingml/2006/main">
            <a:off x="609600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D9C97"/>
          </a:solidFill>
          <a:ln xmlns:a="http://schemas.openxmlformats.org/drawingml/2006/main" w="2292">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E4E3D74A-1D77-473B-8AE2-BD12EB145456}"/>
              </a:ext>
            </a:extLst>
          </p:cNvPr>
          <p:cNvSpPr>
            <a:spLocks xmlns:a="http://schemas.openxmlformats.org/drawingml/2006/main" noGrp="1"/>
          </p:cNvSpPr>
          <p:nvPr/>
        </p:nvSpPr>
        <p:spPr>
          <a:xfrm xmlns:a="http://schemas.openxmlformats.org/drawingml/2006/main">
            <a:off x="6175002"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AA6"/>
          </a:solidFill>
          <a:ln xmlns:a="http://schemas.openxmlformats.org/drawingml/2006/main" w="2292">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B7CADEE5-69B8-48B1-85EF-19BAE9B67ADB}"/>
              </a:ext>
            </a:extLst>
          </p:cNvPr>
          <p:cNvSpPr>
            <a:spLocks xmlns:a="http://schemas.openxmlformats.org/drawingml/2006/main" noGrp="1"/>
          </p:cNvSpPr>
          <p:nvPr/>
        </p:nvSpPr>
        <p:spPr>
          <a:xfrm xmlns:a="http://schemas.openxmlformats.org/drawingml/2006/main">
            <a:off x="625400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DBA"/>
          </a:solidFill>
          <a:ln xmlns:a="http://schemas.openxmlformats.org/drawingml/2006/main" w="2292">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1EEB5E10-72D6-4476-A56C-29C4DEFCD37B}"/>
              </a:ext>
            </a:extLst>
          </p:cNvPr>
          <p:cNvSpPr>
            <a:spLocks xmlns:a="http://schemas.openxmlformats.org/drawingml/2006/main" noGrp="1"/>
          </p:cNvSpPr>
          <p:nvPr/>
        </p:nvSpPr>
        <p:spPr>
          <a:xfrm xmlns:a="http://schemas.openxmlformats.org/drawingml/2006/main">
            <a:off x="6333008"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FAB"/>
          </a:solidFill>
          <a:ln xmlns:a="http://schemas.openxmlformats.org/drawingml/2006/main" w="2292">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AB7FC9D2-BE88-4A57-BDA1-F633211A5B41}"/>
              </a:ext>
            </a:extLst>
          </p:cNvPr>
          <p:cNvSpPr>
            <a:spLocks xmlns:a="http://schemas.openxmlformats.org/drawingml/2006/main" noGrp="1"/>
          </p:cNvSpPr>
          <p:nvPr/>
        </p:nvSpPr>
        <p:spPr>
          <a:xfrm xmlns:a="http://schemas.openxmlformats.org/drawingml/2006/main">
            <a:off x="641201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3D1"/>
          </a:solidFill>
          <a:ln xmlns:a="http://schemas.openxmlformats.org/drawingml/2006/main" w="2292">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BABDFC79-199D-48F8-A85B-4DF5BB7579A4}"/>
              </a:ext>
            </a:extLst>
          </p:cNvPr>
          <p:cNvSpPr>
            <a:spLocks xmlns:a="http://schemas.openxmlformats.org/drawingml/2006/main" noGrp="1"/>
          </p:cNvSpPr>
          <p:nvPr/>
        </p:nvSpPr>
        <p:spPr>
          <a:xfrm xmlns:a="http://schemas.openxmlformats.org/drawingml/2006/main">
            <a:off x="649101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2CF"/>
          </a:solidFill>
          <a:ln xmlns:a="http://schemas.openxmlformats.org/drawingml/2006/main" w="2292">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0AD45201-AFEA-4A62-99D2-365DF5B05318}"/>
              </a:ext>
            </a:extLst>
          </p:cNvPr>
          <p:cNvSpPr>
            <a:spLocks xmlns:a="http://schemas.openxmlformats.org/drawingml/2006/main" noGrp="1"/>
          </p:cNvSpPr>
          <p:nvPr/>
        </p:nvSpPr>
        <p:spPr>
          <a:xfrm xmlns:a="http://schemas.openxmlformats.org/drawingml/2006/main">
            <a:off x="6570015"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DB9"/>
          </a:solidFill>
          <a:ln xmlns:a="http://schemas.openxmlformats.org/drawingml/2006/main" w="2292">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F8409609-628E-4B9D-96FC-41B0F1E5BC38}"/>
              </a:ext>
            </a:extLst>
          </p:cNvPr>
          <p:cNvSpPr>
            <a:spLocks xmlns:a="http://schemas.openxmlformats.org/drawingml/2006/main" noGrp="1"/>
          </p:cNvSpPr>
          <p:nvPr/>
        </p:nvSpPr>
        <p:spPr>
          <a:xfrm xmlns:a="http://schemas.openxmlformats.org/drawingml/2006/main">
            <a:off x="6649018"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3D1"/>
          </a:solidFill>
          <a:ln xmlns:a="http://schemas.openxmlformats.org/drawingml/2006/main" w="2292">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3B0C88FB-E043-47CD-B6AC-F52467F034EE}"/>
              </a:ext>
            </a:extLst>
          </p:cNvPr>
          <p:cNvSpPr>
            <a:spLocks xmlns:a="http://schemas.openxmlformats.org/drawingml/2006/main" noGrp="1"/>
          </p:cNvSpPr>
          <p:nvPr/>
        </p:nvSpPr>
        <p:spPr>
          <a:xfrm xmlns:a="http://schemas.openxmlformats.org/drawingml/2006/main">
            <a:off x="672802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20BFEB27-6165-46F4-8598-2695CBD01CA6}"/>
              </a:ext>
            </a:extLst>
          </p:cNvPr>
          <p:cNvSpPr>
            <a:spLocks xmlns:a="http://schemas.openxmlformats.org/drawingml/2006/main" noGrp="1"/>
          </p:cNvSpPr>
          <p:nvPr/>
        </p:nvSpPr>
        <p:spPr>
          <a:xfrm xmlns:a="http://schemas.openxmlformats.org/drawingml/2006/main">
            <a:off x="6807023"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2AF"/>
          </a:solidFill>
          <a:ln xmlns:a="http://schemas.openxmlformats.org/drawingml/2006/main" w="2292">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2C8BC665-ACFE-493E-BF02-6459543B5BEB}"/>
              </a:ext>
            </a:extLst>
          </p:cNvPr>
          <p:cNvSpPr>
            <a:spLocks xmlns:a="http://schemas.openxmlformats.org/drawingml/2006/main" noGrp="1"/>
          </p:cNvSpPr>
          <p:nvPr/>
        </p:nvSpPr>
        <p:spPr>
          <a:xfrm xmlns:a="http://schemas.openxmlformats.org/drawingml/2006/main">
            <a:off x="688602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8C6438DB-767F-4BB3-B03F-1A56C470169F}"/>
              </a:ext>
            </a:extLst>
          </p:cNvPr>
          <p:cNvSpPr>
            <a:spLocks xmlns:a="http://schemas.openxmlformats.org/drawingml/2006/main" noGrp="1"/>
          </p:cNvSpPr>
          <p:nvPr/>
        </p:nvSpPr>
        <p:spPr>
          <a:xfrm xmlns:a="http://schemas.openxmlformats.org/drawingml/2006/main">
            <a:off x="412093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AA5087D9-8D97-4483-97E6-D5E72ED3FF01}"/>
              </a:ext>
            </a:extLst>
          </p:cNvPr>
          <p:cNvSpPr>
            <a:spLocks xmlns:a="http://schemas.openxmlformats.org/drawingml/2006/main" noGrp="1"/>
          </p:cNvSpPr>
          <p:nvPr/>
        </p:nvSpPr>
        <p:spPr>
          <a:xfrm xmlns:a="http://schemas.openxmlformats.org/drawingml/2006/main">
            <a:off x="4199940"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D0EFD92B-5523-4A90-9FAA-B68D2BCDF36A}"/>
              </a:ext>
            </a:extLst>
          </p:cNvPr>
          <p:cNvSpPr>
            <a:spLocks xmlns:a="http://schemas.openxmlformats.org/drawingml/2006/main" noGrp="1"/>
          </p:cNvSpPr>
          <p:nvPr/>
        </p:nvSpPr>
        <p:spPr>
          <a:xfrm xmlns:a="http://schemas.openxmlformats.org/drawingml/2006/main">
            <a:off x="427894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40CA07FE-A590-4267-A98B-C97C07505B80}"/>
              </a:ext>
            </a:extLst>
          </p:cNvPr>
          <p:cNvSpPr>
            <a:spLocks xmlns:a="http://schemas.openxmlformats.org/drawingml/2006/main" noGrp="1"/>
          </p:cNvSpPr>
          <p:nvPr/>
        </p:nvSpPr>
        <p:spPr>
          <a:xfrm xmlns:a="http://schemas.openxmlformats.org/drawingml/2006/main">
            <a:off x="435794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8EBEA"/>
          </a:solidFill>
          <a:ln xmlns:a="http://schemas.openxmlformats.org/drawingml/2006/main" w="2292">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3E06701F-8C21-4FD2-8B72-7F1F2F80E2E0}"/>
              </a:ext>
            </a:extLst>
          </p:cNvPr>
          <p:cNvSpPr>
            <a:spLocks xmlns:a="http://schemas.openxmlformats.org/drawingml/2006/main" noGrp="1"/>
          </p:cNvSpPr>
          <p:nvPr/>
        </p:nvSpPr>
        <p:spPr>
          <a:xfrm xmlns:a="http://schemas.openxmlformats.org/drawingml/2006/main">
            <a:off x="443694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8E9E8"/>
          </a:solidFill>
          <a:ln xmlns:a="http://schemas.openxmlformats.org/drawingml/2006/main" w="2292">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EFA1291D-A070-4DAD-A877-AD30187A1670}"/>
              </a:ext>
            </a:extLst>
          </p:cNvPr>
          <p:cNvSpPr>
            <a:spLocks xmlns:a="http://schemas.openxmlformats.org/drawingml/2006/main" noGrp="1"/>
          </p:cNvSpPr>
          <p:nvPr/>
        </p:nvSpPr>
        <p:spPr>
          <a:xfrm xmlns:a="http://schemas.openxmlformats.org/drawingml/2006/main">
            <a:off x="451595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F942D60A-1C1C-4AB6-B3C2-FC4F64C1BD34}"/>
              </a:ext>
            </a:extLst>
          </p:cNvPr>
          <p:cNvSpPr>
            <a:spLocks xmlns:a="http://schemas.openxmlformats.org/drawingml/2006/main" noGrp="1"/>
          </p:cNvSpPr>
          <p:nvPr/>
        </p:nvSpPr>
        <p:spPr>
          <a:xfrm xmlns:a="http://schemas.openxmlformats.org/drawingml/2006/main">
            <a:off x="4594952"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DF8F8"/>
          </a:solidFill>
          <a:ln xmlns:a="http://schemas.openxmlformats.org/drawingml/2006/main" w="2292">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89434010-4335-40FD-B430-94A4FB73D297}"/>
              </a:ext>
            </a:extLst>
          </p:cNvPr>
          <p:cNvSpPr>
            <a:spLocks xmlns:a="http://schemas.openxmlformats.org/drawingml/2006/main" noGrp="1"/>
          </p:cNvSpPr>
          <p:nvPr/>
        </p:nvSpPr>
        <p:spPr>
          <a:xfrm xmlns:a="http://schemas.openxmlformats.org/drawingml/2006/main">
            <a:off x="467395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F3EF6ED5-A760-4388-868B-2679DF8F3FB5}"/>
              </a:ext>
            </a:extLst>
          </p:cNvPr>
          <p:cNvSpPr>
            <a:spLocks xmlns:a="http://schemas.openxmlformats.org/drawingml/2006/main" noGrp="1"/>
          </p:cNvSpPr>
          <p:nvPr/>
        </p:nvSpPr>
        <p:spPr>
          <a:xfrm xmlns:a="http://schemas.openxmlformats.org/drawingml/2006/main">
            <a:off x="475295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C"/>
          </a:solidFill>
          <a:ln xmlns:a="http://schemas.openxmlformats.org/drawingml/2006/main" w="2292">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289912CA-8C1F-4A14-9B03-9F1971414F22}"/>
              </a:ext>
            </a:extLst>
          </p:cNvPr>
          <p:cNvSpPr>
            <a:spLocks xmlns:a="http://schemas.openxmlformats.org/drawingml/2006/main" noGrp="1"/>
          </p:cNvSpPr>
          <p:nvPr/>
        </p:nvSpPr>
        <p:spPr>
          <a:xfrm xmlns:a="http://schemas.openxmlformats.org/drawingml/2006/main">
            <a:off x="483196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6A2"/>
          </a:solidFill>
          <a:ln xmlns:a="http://schemas.openxmlformats.org/drawingml/2006/main" w="2292">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0C6391C0-E34D-4AF4-9253-69BE2D01E329}"/>
              </a:ext>
            </a:extLst>
          </p:cNvPr>
          <p:cNvSpPr>
            <a:spLocks xmlns:a="http://schemas.openxmlformats.org/drawingml/2006/main" noGrp="1"/>
          </p:cNvSpPr>
          <p:nvPr/>
        </p:nvSpPr>
        <p:spPr>
          <a:xfrm xmlns:a="http://schemas.openxmlformats.org/drawingml/2006/main">
            <a:off x="491096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FBC"/>
          </a:solidFill>
          <a:ln xmlns:a="http://schemas.openxmlformats.org/drawingml/2006/main" w="2292">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44C9C0D7-6A65-4113-B9A5-E83164CD8984}"/>
              </a:ext>
            </a:extLst>
          </p:cNvPr>
          <p:cNvSpPr>
            <a:spLocks xmlns:a="http://schemas.openxmlformats.org/drawingml/2006/main" noGrp="1"/>
          </p:cNvSpPr>
          <p:nvPr/>
        </p:nvSpPr>
        <p:spPr>
          <a:xfrm xmlns:a="http://schemas.openxmlformats.org/drawingml/2006/main">
            <a:off x="4989965"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BB103B48-E838-4050-907D-A41474EBF82A}"/>
              </a:ext>
            </a:extLst>
          </p:cNvPr>
          <p:cNvSpPr>
            <a:spLocks xmlns:a="http://schemas.openxmlformats.org/drawingml/2006/main" noGrp="1"/>
          </p:cNvSpPr>
          <p:nvPr/>
        </p:nvSpPr>
        <p:spPr>
          <a:xfrm xmlns:a="http://schemas.openxmlformats.org/drawingml/2006/main">
            <a:off x="506896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2D0"/>
          </a:solidFill>
          <a:ln xmlns:a="http://schemas.openxmlformats.org/drawingml/2006/main" w="2292">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FBBCAE70-3414-4EEC-B02D-3B25BAD7DC66}"/>
              </a:ext>
            </a:extLst>
          </p:cNvPr>
          <p:cNvSpPr>
            <a:spLocks xmlns:a="http://schemas.openxmlformats.org/drawingml/2006/main" noGrp="1"/>
          </p:cNvSpPr>
          <p:nvPr/>
        </p:nvSpPr>
        <p:spPr>
          <a:xfrm xmlns:a="http://schemas.openxmlformats.org/drawingml/2006/main">
            <a:off x="514797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2"/>
          </a:solidFill>
          <a:ln xmlns:a="http://schemas.openxmlformats.org/drawingml/2006/main" w="2292">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79C3E70B-97CF-4B7D-9D37-6497B2F7A96E}"/>
              </a:ext>
            </a:extLst>
          </p:cNvPr>
          <p:cNvSpPr>
            <a:spLocks xmlns:a="http://schemas.openxmlformats.org/drawingml/2006/main" noGrp="1"/>
          </p:cNvSpPr>
          <p:nvPr/>
        </p:nvSpPr>
        <p:spPr>
          <a:xfrm xmlns:a="http://schemas.openxmlformats.org/drawingml/2006/main">
            <a:off x="522697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4B1"/>
          </a:solidFill>
          <a:ln xmlns:a="http://schemas.openxmlformats.org/drawingml/2006/main" w="2292">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D9DF747B-EC31-40ED-B911-B81AFE7CE167}"/>
              </a:ext>
            </a:extLst>
          </p:cNvPr>
          <p:cNvSpPr>
            <a:spLocks xmlns:a="http://schemas.openxmlformats.org/drawingml/2006/main" noGrp="1"/>
          </p:cNvSpPr>
          <p:nvPr/>
        </p:nvSpPr>
        <p:spPr>
          <a:xfrm xmlns:a="http://schemas.openxmlformats.org/drawingml/2006/main">
            <a:off x="530597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8B5"/>
          </a:solidFill>
          <a:ln xmlns:a="http://schemas.openxmlformats.org/drawingml/2006/main" w="2292">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3FE6F0A1-3B92-4632-8575-11E9C6411C06}"/>
              </a:ext>
            </a:extLst>
          </p:cNvPr>
          <p:cNvSpPr>
            <a:spLocks xmlns:a="http://schemas.openxmlformats.org/drawingml/2006/main" noGrp="1"/>
          </p:cNvSpPr>
          <p:nvPr/>
        </p:nvSpPr>
        <p:spPr>
          <a:xfrm xmlns:a="http://schemas.openxmlformats.org/drawingml/2006/main">
            <a:off x="5384977"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3B0"/>
          </a:solidFill>
          <a:ln xmlns:a="http://schemas.openxmlformats.org/drawingml/2006/main" w="2292">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9E4DA39F-2A98-451C-A2A0-174F8AA9009F}"/>
              </a:ext>
            </a:extLst>
          </p:cNvPr>
          <p:cNvSpPr>
            <a:spLocks xmlns:a="http://schemas.openxmlformats.org/drawingml/2006/main" noGrp="1"/>
          </p:cNvSpPr>
          <p:nvPr/>
        </p:nvSpPr>
        <p:spPr>
          <a:xfrm xmlns:a="http://schemas.openxmlformats.org/drawingml/2006/main">
            <a:off x="546398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DBA"/>
          </a:solidFill>
          <a:ln xmlns:a="http://schemas.openxmlformats.org/drawingml/2006/main" w="2292">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2DED4412-CBB4-455D-9211-58C6F6B66312}"/>
              </a:ext>
            </a:extLst>
          </p:cNvPr>
          <p:cNvSpPr>
            <a:spLocks xmlns:a="http://schemas.openxmlformats.org/drawingml/2006/main" noGrp="1"/>
          </p:cNvSpPr>
          <p:nvPr/>
        </p:nvSpPr>
        <p:spPr>
          <a:xfrm xmlns:a="http://schemas.openxmlformats.org/drawingml/2006/main">
            <a:off x="554298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5C2"/>
          </a:solidFill>
          <a:ln xmlns:a="http://schemas.openxmlformats.org/drawingml/2006/main" w="2292">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CB073ED5-CC07-43D4-ADD3-8F4F83D38699}"/>
              </a:ext>
            </a:extLst>
          </p:cNvPr>
          <p:cNvSpPr>
            <a:spLocks xmlns:a="http://schemas.openxmlformats.org/drawingml/2006/main" noGrp="1"/>
          </p:cNvSpPr>
          <p:nvPr/>
        </p:nvSpPr>
        <p:spPr>
          <a:xfrm xmlns:a="http://schemas.openxmlformats.org/drawingml/2006/main">
            <a:off x="562198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1AA4A63E-04B8-4654-BADD-3833F98F3C03}"/>
              </a:ext>
            </a:extLst>
          </p:cNvPr>
          <p:cNvSpPr>
            <a:spLocks xmlns:a="http://schemas.openxmlformats.org/drawingml/2006/main" noGrp="1"/>
          </p:cNvSpPr>
          <p:nvPr/>
        </p:nvSpPr>
        <p:spPr>
          <a:xfrm xmlns:a="http://schemas.openxmlformats.org/drawingml/2006/main">
            <a:off x="570098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6D4"/>
          </a:solidFill>
          <a:ln xmlns:a="http://schemas.openxmlformats.org/drawingml/2006/main" w="2292">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975EC990-B879-457D-AD78-6723F42301C6}"/>
              </a:ext>
            </a:extLst>
          </p:cNvPr>
          <p:cNvSpPr>
            <a:spLocks xmlns:a="http://schemas.openxmlformats.org/drawingml/2006/main" noGrp="1"/>
          </p:cNvSpPr>
          <p:nvPr/>
        </p:nvSpPr>
        <p:spPr>
          <a:xfrm xmlns:a="http://schemas.openxmlformats.org/drawingml/2006/main">
            <a:off x="5779990"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5D10FE67-7800-4A2A-A2C3-F807C2E6B4D6}"/>
              </a:ext>
            </a:extLst>
          </p:cNvPr>
          <p:cNvSpPr>
            <a:spLocks xmlns:a="http://schemas.openxmlformats.org/drawingml/2006/main" noGrp="1"/>
          </p:cNvSpPr>
          <p:nvPr/>
        </p:nvSpPr>
        <p:spPr>
          <a:xfrm xmlns:a="http://schemas.openxmlformats.org/drawingml/2006/main">
            <a:off x="585899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6A1"/>
          </a:solidFill>
          <a:ln xmlns:a="http://schemas.openxmlformats.org/drawingml/2006/main" w="2292">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6C37B89D-CD25-40A3-930E-DEA2E93602BF}"/>
              </a:ext>
            </a:extLst>
          </p:cNvPr>
          <p:cNvSpPr>
            <a:spLocks xmlns:a="http://schemas.openxmlformats.org/drawingml/2006/main" noGrp="1"/>
          </p:cNvSpPr>
          <p:nvPr/>
        </p:nvSpPr>
        <p:spPr>
          <a:xfrm xmlns:a="http://schemas.openxmlformats.org/drawingml/2006/main">
            <a:off x="593799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B0AC"/>
          </a:solidFill>
          <a:ln xmlns:a="http://schemas.openxmlformats.org/drawingml/2006/main" w="2292">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E8DFD723-4D63-40CC-983B-1E387FA84D09}"/>
              </a:ext>
            </a:extLst>
          </p:cNvPr>
          <p:cNvSpPr>
            <a:spLocks xmlns:a="http://schemas.openxmlformats.org/drawingml/2006/main" noGrp="1"/>
          </p:cNvSpPr>
          <p:nvPr/>
        </p:nvSpPr>
        <p:spPr>
          <a:xfrm xmlns:a="http://schemas.openxmlformats.org/drawingml/2006/main">
            <a:off x="601699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7B3"/>
          </a:solidFill>
          <a:ln xmlns:a="http://schemas.openxmlformats.org/drawingml/2006/main" w="2292">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A4E06F9A-ABE1-4F80-9AFE-FD5DD76A8DAE}"/>
              </a:ext>
            </a:extLst>
          </p:cNvPr>
          <p:cNvSpPr>
            <a:spLocks xmlns:a="http://schemas.openxmlformats.org/drawingml/2006/main" noGrp="1"/>
          </p:cNvSpPr>
          <p:nvPr/>
        </p:nvSpPr>
        <p:spPr>
          <a:xfrm xmlns:a="http://schemas.openxmlformats.org/drawingml/2006/main">
            <a:off x="609600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51AFE407-222E-4156-AE8E-A36283E71DB8}"/>
              </a:ext>
            </a:extLst>
          </p:cNvPr>
          <p:cNvSpPr>
            <a:spLocks xmlns:a="http://schemas.openxmlformats.org/drawingml/2006/main" noGrp="1"/>
          </p:cNvSpPr>
          <p:nvPr/>
        </p:nvSpPr>
        <p:spPr>
          <a:xfrm xmlns:a="http://schemas.openxmlformats.org/drawingml/2006/main">
            <a:off x="6175002"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5F388CED-EF9C-4EBB-BCAD-C4D094003DAA}"/>
              </a:ext>
            </a:extLst>
          </p:cNvPr>
          <p:cNvSpPr>
            <a:spLocks xmlns:a="http://schemas.openxmlformats.org/drawingml/2006/main" noGrp="1"/>
          </p:cNvSpPr>
          <p:nvPr/>
        </p:nvSpPr>
        <p:spPr>
          <a:xfrm xmlns:a="http://schemas.openxmlformats.org/drawingml/2006/main">
            <a:off x="625400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E0DE"/>
          </a:solidFill>
          <a:ln xmlns:a="http://schemas.openxmlformats.org/drawingml/2006/main" w="2292">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5D0ED7DB-3249-4690-83B5-190277F15162}"/>
              </a:ext>
            </a:extLst>
          </p:cNvPr>
          <p:cNvSpPr>
            <a:spLocks xmlns:a="http://schemas.openxmlformats.org/drawingml/2006/main" noGrp="1"/>
          </p:cNvSpPr>
          <p:nvPr/>
        </p:nvSpPr>
        <p:spPr>
          <a:xfrm xmlns:a="http://schemas.openxmlformats.org/drawingml/2006/main">
            <a:off x="6333008"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CA8"/>
          </a:solidFill>
          <a:ln xmlns:a="http://schemas.openxmlformats.org/drawingml/2006/main" w="2292">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60BE116C-BFB5-43E0-B4B7-5265505D16D0}"/>
              </a:ext>
            </a:extLst>
          </p:cNvPr>
          <p:cNvSpPr>
            <a:spLocks xmlns:a="http://schemas.openxmlformats.org/drawingml/2006/main" noGrp="1"/>
          </p:cNvSpPr>
          <p:nvPr/>
        </p:nvSpPr>
        <p:spPr>
          <a:xfrm xmlns:a="http://schemas.openxmlformats.org/drawingml/2006/main">
            <a:off x="641201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8B5"/>
          </a:solidFill>
          <a:ln xmlns:a="http://schemas.openxmlformats.org/drawingml/2006/main" w="2292">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A802E0B4-C643-4D98-B0C0-69834BF796C4}"/>
              </a:ext>
            </a:extLst>
          </p:cNvPr>
          <p:cNvSpPr>
            <a:spLocks xmlns:a="http://schemas.openxmlformats.org/drawingml/2006/main" noGrp="1"/>
          </p:cNvSpPr>
          <p:nvPr/>
        </p:nvSpPr>
        <p:spPr>
          <a:xfrm xmlns:a="http://schemas.openxmlformats.org/drawingml/2006/main">
            <a:off x="649101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6B2"/>
          </a:solidFill>
          <a:ln xmlns:a="http://schemas.openxmlformats.org/drawingml/2006/main" w="2292">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0A4ECF89-BA38-4D1A-BD28-B1855EB10642}"/>
              </a:ext>
            </a:extLst>
          </p:cNvPr>
          <p:cNvSpPr>
            <a:spLocks xmlns:a="http://schemas.openxmlformats.org/drawingml/2006/main" noGrp="1"/>
          </p:cNvSpPr>
          <p:nvPr/>
        </p:nvSpPr>
        <p:spPr>
          <a:xfrm xmlns:a="http://schemas.openxmlformats.org/drawingml/2006/main">
            <a:off x="6570015"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9C6"/>
          </a:solidFill>
          <a:ln xmlns:a="http://schemas.openxmlformats.org/drawingml/2006/main" w="2292">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58DD2C09-E047-49C6-95EA-67EE18FDCE65}"/>
              </a:ext>
            </a:extLst>
          </p:cNvPr>
          <p:cNvSpPr>
            <a:spLocks xmlns:a="http://schemas.openxmlformats.org/drawingml/2006/main" noGrp="1"/>
          </p:cNvSpPr>
          <p:nvPr/>
        </p:nvSpPr>
        <p:spPr>
          <a:xfrm xmlns:a="http://schemas.openxmlformats.org/drawingml/2006/main">
            <a:off x="6649018"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3B0"/>
          </a:solidFill>
          <a:ln xmlns:a="http://schemas.openxmlformats.org/drawingml/2006/main" w="2292">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DE0E11DD-A3EA-46F2-8095-51BDE8BF8497}"/>
              </a:ext>
            </a:extLst>
          </p:cNvPr>
          <p:cNvSpPr>
            <a:spLocks xmlns:a="http://schemas.openxmlformats.org/drawingml/2006/main" noGrp="1"/>
          </p:cNvSpPr>
          <p:nvPr/>
        </p:nvSpPr>
        <p:spPr>
          <a:xfrm xmlns:a="http://schemas.openxmlformats.org/drawingml/2006/main">
            <a:off x="672802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CB9"/>
          </a:solidFill>
          <a:ln xmlns:a="http://schemas.openxmlformats.org/drawingml/2006/main" w="2292">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20AE0C04-0547-4036-8B02-47D8AFE1AFC5}"/>
              </a:ext>
            </a:extLst>
          </p:cNvPr>
          <p:cNvSpPr>
            <a:spLocks xmlns:a="http://schemas.openxmlformats.org/drawingml/2006/main" noGrp="1"/>
          </p:cNvSpPr>
          <p:nvPr/>
        </p:nvSpPr>
        <p:spPr>
          <a:xfrm xmlns:a="http://schemas.openxmlformats.org/drawingml/2006/main">
            <a:off x="6807023"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9C7"/>
          </a:solidFill>
          <a:ln xmlns:a="http://schemas.openxmlformats.org/drawingml/2006/main" w="2292">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60155F2C-13D5-4BE0-AABB-1456B68BFA32}"/>
              </a:ext>
            </a:extLst>
          </p:cNvPr>
          <p:cNvSpPr>
            <a:spLocks xmlns:a="http://schemas.openxmlformats.org/drawingml/2006/main" noGrp="1"/>
          </p:cNvSpPr>
          <p:nvPr/>
        </p:nvSpPr>
        <p:spPr>
          <a:xfrm xmlns:a="http://schemas.openxmlformats.org/drawingml/2006/main">
            <a:off x="688602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949C11E8-54EC-47C2-9ADD-F3A5AA220307}"/>
              </a:ext>
            </a:extLst>
          </p:cNvPr>
          <p:cNvSpPr>
            <a:spLocks xmlns:a="http://schemas.openxmlformats.org/drawingml/2006/main" noGrp="1"/>
          </p:cNvSpPr>
          <p:nvPr/>
        </p:nvSpPr>
        <p:spPr>
          <a:xfrm xmlns:a="http://schemas.openxmlformats.org/drawingml/2006/main">
            <a:off x="6965027"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11AF07FD-F137-4D20-939E-4B005E21A57B}"/>
              </a:ext>
            </a:extLst>
          </p:cNvPr>
          <p:cNvSpPr>
            <a:spLocks xmlns:a="http://schemas.openxmlformats.org/drawingml/2006/main" noGrp="1"/>
          </p:cNvSpPr>
          <p:nvPr/>
        </p:nvSpPr>
        <p:spPr>
          <a:xfrm xmlns:a="http://schemas.openxmlformats.org/drawingml/2006/main">
            <a:off x="704403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BC9"/>
          </a:solidFill>
          <a:ln xmlns:a="http://schemas.openxmlformats.org/drawingml/2006/main" w="2292">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BEEAC758-39F3-45DE-9951-33C6D8061064}"/>
              </a:ext>
            </a:extLst>
          </p:cNvPr>
          <p:cNvSpPr>
            <a:spLocks xmlns:a="http://schemas.openxmlformats.org/drawingml/2006/main" noGrp="1"/>
          </p:cNvSpPr>
          <p:nvPr/>
        </p:nvSpPr>
        <p:spPr>
          <a:xfrm xmlns:a="http://schemas.openxmlformats.org/drawingml/2006/main">
            <a:off x="7123033"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7D898C31-73A0-4BAD-BEF8-4060B1265CF6}"/>
              </a:ext>
            </a:extLst>
          </p:cNvPr>
          <p:cNvSpPr>
            <a:spLocks xmlns:a="http://schemas.openxmlformats.org/drawingml/2006/main" noGrp="1"/>
          </p:cNvSpPr>
          <p:nvPr/>
        </p:nvSpPr>
        <p:spPr>
          <a:xfrm xmlns:a="http://schemas.openxmlformats.org/drawingml/2006/main">
            <a:off x="720203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C189F2B5-2160-4FB5-926E-453C4618C804}"/>
              </a:ext>
            </a:extLst>
          </p:cNvPr>
          <p:cNvSpPr>
            <a:spLocks xmlns:a="http://schemas.openxmlformats.org/drawingml/2006/main" noGrp="1"/>
          </p:cNvSpPr>
          <p:nvPr/>
        </p:nvSpPr>
        <p:spPr>
          <a:xfrm xmlns:a="http://schemas.openxmlformats.org/drawingml/2006/main">
            <a:off x="7281038"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7C4"/>
          </a:solidFill>
          <a:ln xmlns:a="http://schemas.openxmlformats.org/drawingml/2006/main" w="2292">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2C0BEF48-C6EB-4820-9EC8-984B5B7E8301}"/>
              </a:ext>
            </a:extLst>
          </p:cNvPr>
          <p:cNvSpPr>
            <a:spLocks xmlns:a="http://schemas.openxmlformats.org/drawingml/2006/main" noGrp="1"/>
          </p:cNvSpPr>
          <p:nvPr/>
        </p:nvSpPr>
        <p:spPr>
          <a:xfrm xmlns:a="http://schemas.openxmlformats.org/drawingml/2006/main">
            <a:off x="7360040"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731116D7-3F60-4347-9E07-52E0FB650C5B}"/>
              </a:ext>
            </a:extLst>
          </p:cNvPr>
          <p:cNvSpPr>
            <a:spLocks xmlns:a="http://schemas.openxmlformats.org/drawingml/2006/main" noGrp="1"/>
          </p:cNvSpPr>
          <p:nvPr/>
        </p:nvSpPr>
        <p:spPr>
          <a:xfrm xmlns:a="http://schemas.openxmlformats.org/drawingml/2006/main">
            <a:off x="7439043"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750B0260-E33A-4113-8CB4-32DF8784D594}"/>
              </a:ext>
            </a:extLst>
          </p:cNvPr>
          <p:cNvSpPr>
            <a:spLocks xmlns:a="http://schemas.openxmlformats.org/drawingml/2006/main" noGrp="1"/>
          </p:cNvSpPr>
          <p:nvPr/>
        </p:nvSpPr>
        <p:spPr>
          <a:xfrm xmlns:a="http://schemas.openxmlformats.org/drawingml/2006/main">
            <a:off x="751804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65236C7D-86A7-4DD8-AC67-E3F1DA212684}"/>
              </a:ext>
            </a:extLst>
          </p:cNvPr>
          <p:cNvSpPr>
            <a:spLocks xmlns:a="http://schemas.openxmlformats.org/drawingml/2006/main" noGrp="1"/>
          </p:cNvSpPr>
          <p:nvPr/>
        </p:nvSpPr>
        <p:spPr>
          <a:xfrm xmlns:a="http://schemas.openxmlformats.org/drawingml/2006/main">
            <a:off x="7597048"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BA7172B8-7F75-4420-818B-44E902A96934}"/>
              </a:ext>
            </a:extLst>
          </p:cNvPr>
          <p:cNvSpPr>
            <a:spLocks xmlns:a="http://schemas.openxmlformats.org/drawingml/2006/main" noGrp="1"/>
          </p:cNvSpPr>
          <p:nvPr/>
        </p:nvSpPr>
        <p:spPr>
          <a:xfrm xmlns:a="http://schemas.openxmlformats.org/drawingml/2006/main">
            <a:off x="767605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09D2CD0C-C9C4-4A3B-B56E-C594EE8F2E67}"/>
              </a:ext>
            </a:extLst>
          </p:cNvPr>
          <p:cNvSpPr>
            <a:spLocks xmlns:a="http://schemas.openxmlformats.org/drawingml/2006/main" noGrp="1"/>
          </p:cNvSpPr>
          <p:nvPr/>
        </p:nvSpPr>
        <p:spPr>
          <a:xfrm xmlns:a="http://schemas.openxmlformats.org/drawingml/2006/main">
            <a:off x="412093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BB179650-122C-4DAF-95CA-684849705DFC}"/>
              </a:ext>
            </a:extLst>
          </p:cNvPr>
          <p:cNvSpPr>
            <a:spLocks xmlns:a="http://schemas.openxmlformats.org/drawingml/2006/main" noGrp="1"/>
          </p:cNvSpPr>
          <p:nvPr/>
        </p:nvSpPr>
        <p:spPr>
          <a:xfrm xmlns:a="http://schemas.openxmlformats.org/drawingml/2006/main">
            <a:off x="4199940"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2D1CEDEC-52DB-41A1-80FC-C8C2EADC9930}"/>
              </a:ext>
            </a:extLst>
          </p:cNvPr>
          <p:cNvSpPr>
            <a:spLocks xmlns:a="http://schemas.openxmlformats.org/drawingml/2006/main" noGrp="1"/>
          </p:cNvSpPr>
          <p:nvPr/>
        </p:nvSpPr>
        <p:spPr>
          <a:xfrm xmlns:a="http://schemas.openxmlformats.org/drawingml/2006/main">
            <a:off x="427894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9EDEC"/>
          </a:solidFill>
          <a:ln xmlns:a="http://schemas.openxmlformats.org/drawingml/2006/main" w="2292">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6A268124-C5E4-4B2A-86DC-2AC15B42C048}"/>
              </a:ext>
            </a:extLst>
          </p:cNvPr>
          <p:cNvSpPr>
            <a:spLocks xmlns:a="http://schemas.openxmlformats.org/drawingml/2006/main" noGrp="1"/>
          </p:cNvSpPr>
          <p:nvPr/>
        </p:nvSpPr>
        <p:spPr>
          <a:xfrm xmlns:a="http://schemas.openxmlformats.org/drawingml/2006/main">
            <a:off x="435794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1EF291EA-C200-4B4D-BBF4-CA8311A5D671}"/>
              </a:ext>
            </a:extLst>
          </p:cNvPr>
          <p:cNvSpPr>
            <a:spLocks xmlns:a="http://schemas.openxmlformats.org/drawingml/2006/main" noGrp="1"/>
          </p:cNvSpPr>
          <p:nvPr/>
        </p:nvSpPr>
        <p:spPr>
          <a:xfrm xmlns:a="http://schemas.openxmlformats.org/drawingml/2006/main">
            <a:off x="443694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A9503754-4A6B-47FD-ADCF-222FAFD558A4}"/>
              </a:ext>
            </a:extLst>
          </p:cNvPr>
          <p:cNvSpPr>
            <a:spLocks xmlns:a="http://schemas.openxmlformats.org/drawingml/2006/main" noGrp="1"/>
          </p:cNvSpPr>
          <p:nvPr/>
        </p:nvSpPr>
        <p:spPr>
          <a:xfrm xmlns:a="http://schemas.openxmlformats.org/drawingml/2006/main">
            <a:off x="451595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28C05EA8-F0BC-4B02-B79D-1A34F34F5EF5}"/>
              </a:ext>
            </a:extLst>
          </p:cNvPr>
          <p:cNvSpPr>
            <a:spLocks xmlns:a="http://schemas.openxmlformats.org/drawingml/2006/main" noGrp="1"/>
          </p:cNvSpPr>
          <p:nvPr/>
        </p:nvSpPr>
        <p:spPr>
          <a:xfrm xmlns:a="http://schemas.openxmlformats.org/drawingml/2006/main">
            <a:off x="4594952"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CCA"/>
          </a:solidFill>
          <a:ln xmlns:a="http://schemas.openxmlformats.org/drawingml/2006/main" w="2292">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19371037-A0BD-4D7B-A313-754961A54AFF}"/>
              </a:ext>
            </a:extLst>
          </p:cNvPr>
          <p:cNvSpPr>
            <a:spLocks xmlns:a="http://schemas.openxmlformats.org/drawingml/2006/main" noGrp="1"/>
          </p:cNvSpPr>
          <p:nvPr/>
        </p:nvSpPr>
        <p:spPr>
          <a:xfrm xmlns:a="http://schemas.openxmlformats.org/drawingml/2006/main">
            <a:off x="467395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AD8"/>
          </a:solidFill>
          <a:ln xmlns:a="http://schemas.openxmlformats.org/drawingml/2006/main" w="2292">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A3B45C01-0C5D-4519-BDEF-BC06159B2AC9}"/>
              </a:ext>
            </a:extLst>
          </p:cNvPr>
          <p:cNvSpPr>
            <a:spLocks xmlns:a="http://schemas.openxmlformats.org/drawingml/2006/main" noGrp="1"/>
          </p:cNvSpPr>
          <p:nvPr/>
        </p:nvSpPr>
        <p:spPr>
          <a:xfrm xmlns:a="http://schemas.openxmlformats.org/drawingml/2006/main">
            <a:off x="475295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6CA36395-1E5B-4A8E-BCE0-9C49080CEC12}"/>
              </a:ext>
            </a:extLst>
          </p:cNvPr>
          <p:cNvSpPr>
            <a:spLocks xmlns:a="http://schemas.openxmlformats.org/drawingml/2006/main" noGrp="1"/>
          </p:cNvSpPr>
          <p:nvPr/>
        </p:nvSpPr>
        <p:spPr>
          <a:xfrm xmlns:a="http://schemas.openxmlformats.org/drawingml/2006/main">
            <a:off x="483196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1BE"/>
          </a:solidFill>
          <a:ln xmlns:a="http://schemas.openxmlformats.org/drawingml/2006/main" w="2292">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62F99A05-C08F-493A-8410-5567D065B948}"/>
              </a:ext>
            </a:extLst>
          </p:cNvPr>
          <p:cNvSpPr>
            <a:spLocks xmlns:a="http://schemas.openxmlformats.org/drawingml/2006/main" noGrp="1"/>
          </p:cNvSpPr>
          <p:nvPr/>
        </p:nvSpPr>
        <p:spPr>
          <a:xfrm xmlns:a="http://schemas.openxmlformats.org/drawingml/2006/main">
            <a:off x="491096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8B5"/>
          </a:solidFill>
          <a:ln xmlns:a="http://schemas.openxmlformats.org/drawingml/2006/main" w="2292">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87FDD651-AC40-4DAF-AC4F-3F7A343706F8}"/>
              </a:ext>
            </a:extLst>
          </p:cNvPr>
          <p:cNvSpPr>
            <a:spLocks xmlns:a="http://schemas.openxmlformats.org/drawingml/2006/main" noGrp="1"/>
          </p:cNvSpPr>
          <p:nvPr/>
        </p:nvSpPr>
        <p:spPr>
          <a:xfrm xmlns:a="http://schemas.openxmlformats.org/drawingml/2006/main">
            <a:off x="4989965"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BC9"/>
          </a:solidFill>
          <a:ln xmlns:a="http://schemas.openxmlformats.org/drawingml/2006/main" w="2292">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A4DA8AF3-361A-4AD9-882E-773420AD45AC}"/>
              </a:ext>
            </a:extLst>
          </p:cNvPr>
          <p:cNvSpPr>
            <a:spLocks xmlns:a="http://schemas.openxmlformats.org/drawingml/2006/main" noGrp="1"/>
          </p:cNvSpPr>
          <p:nvPr/>
        </p:nvSpPr>
        <p:spPr>
          <a:xfrm xmlns:a="http://schemas.openxmlformats.org/drawingml/2006/main">
            <a:off x="506896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7A64BD08-F2A0-4D40-996A-0F0254B27BD1}"/>
              </a:ext>
            </a:extLst>
          </p:cNvPr>
          <p:cNvSpPr>
            <a:spLocks xmlns:a="http://schemas.openxmlformats.org/drawingml/2006/main" noGrp="1"/>
          </p:cNvSpPr>
          <p:nvPr/>
        </p:nvSpPr>
        <p:spPr>
          <a:xfrm xmlns:a="http://schemas.openxmlformats.org/drawingml/2006/main">
            <a:off x="514797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4B0"/>
          </a:solidFill>
          <a:ln xmlns:a="http://schemas.openxmlformats.org/drawingml/2006/main" w="2292">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710C27B7-3302-48E1-8715-1E1E9C67B457}"/>
              </a:ext>
            </a:extLst>
          </p:cNvPr>
          <p:cNvSpPr>
            <a:spLocks xmlns:a="http://schemas.openxmlformats.org/drawingml/2006/main" noGrp="1"/>
          </p:cNvSpPr>
          <p:nvPr/>
        </p:nvSpPr>
        <p:spPr>
          <a:xfrm xmlns:a="http://schemas.openxmlformats.org/drawingml/2006/main">
            <a:off x="522697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9691"/>
          </a:solidFill>
          <a:ln xmlns:a="http://schemas.openxmlformats.org/drawingml/2006/main" w="2292">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3120DF10-6D1C-48C5-9557-D945B79CA91A}"/>
              </a:ext>
            </a:extLst>
          </p:cNvPr>
          <p:cNvSpPr>
            <a:spLocks xmlns:a="http://schemas.openxmlformats.org/drawingml/2006/main" noGrp="1"/>
          </p:cNvSpPr>
          <p:nvPr/>
        </p:nvSpPr>
        <p:spPr>
          <a:xfrm xmlns:a="http://schemas.openxmlformats.org/drawingml/2006/main">
            <a:off x="530597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8B5"/>
          </a:solidFill>
          <a:ln xmlns:a="http://schemas.openxmlformats.org/drawingml/2006/main" w="2292">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A12DCD15-BF0A-416B-A33B-D6ADFCF15CB9}"/>
              </a:ext>
            </a:extLst>
          </p:cNvPr>
          <p:cNvSpPr>
            <a:spLocks xmlns:a="http://schemas.openxmlformats.org/drawingml/2006/main" noGrp="1"/>
          </p:cNvSpPr>
          <p:nvPr/>
        </p:nvSpPr>
        <p:spPr>
          <a:xfrm xmlns:a="http://schemas.openxmlformats.org/drawingml/2006/main">
            <a:off x="5384977"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2"/>
          </a:solidFill>
          <a:ln xmlns:a="http://schemas.openxmlformats.org/drawingml/2006/main" w="2292">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14527C57-4868-44D5-97A4-F9256172D43E}"/>
              </a:ext>
            </a:extLst>
          </p:cNvPr>
          <p:cNvSpPr>
            <a:spLocks xmlns:a="http://schemas.openxmlformats.org/drawingml/2006/main" noGrp="1"/>
          </p:cNvSpPr>
          <p:nvPr/>
        </p:nvSpPr>
        <p:spPr>
          <a:xfrm xmlns:a="http://schemas.openxmlformats.org/drawingml/2006/main">
            <a:off x="546398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32B7C753-9500-4401-A18C-9DF3E28B9E5E}"/>
              </a:ext>
            </a:extLst>
          </p:cNvPr>
          <p:cNvSpPr>
            <a:spLocks xmlns:a="http://schemas.openxmlformats.org/drawingml/2006/main" noGrp="1"/>
          </p:cNvSpPr>
          <p:nvPr/>
        </p:nvSpPr>
        <p:spPr>
          <a:xfrm xmlns:a="http://schemas.openxmlformats.org/drawingml/2006/main">
            <a:off x="554298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781659D5-4D3F-4204-9C1F-2CCD4771E486}"/>
              </a:ext>
            </a:extLst>
          </p:cNvPr>
          <p:cNvSpPr>
            <a:spLocks xmlns:a="http://schemas.openxmlformats.org/drawingml/2006/main" noGrp="1"/>
          </p:cNvSpPr>
          <p:nvPr/>
        </p:nvSpPr>
        <p:spPr>
          <a:xfrm xmlns:a="http://schemas.openxmlformats.org/drawingml/2006/main">
            <a:off x="562198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5C3"/>
          </a:solidFill>
          <a:ln xmlns:a="http://schemas.openxmlformats.org/drawingml/2006/main" w="2292">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BF9D7BE8-EB80-4645-B09C-D39E9275D582}"/>
              </a:ext>
            </a:extLst>
          </p:cNvPr>
          <p:cNvSpPr>
            <a:spLocks xmlns:a="http://schemas.openxmlformats.org/drawingml/2006/main" noGrp="1"/>
          </p:cNvSpPr>
          <p:nvPr/>
        </p:nvSpPr>
        <p:spPr>
          <a:xfrm xmlns:a="http://schemas.openxmlformats.org/drawingml/2006/main">
            <a:off x="570098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7A3"/>
          </a:solidFill>
          <a:ln xmlns:a="http://schemas.openxmlformats.org/drawingml/2006/main" w="2292">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DAD67829-21F4-4666-BF88-EBF120AAFBDC}"/>
              </a:ext>
            </a:extLst>
          </p:cNvPr>
          <p:cNvSpPr>
            <a:spLocks xmlns:a="http://schemas.openxmlformats.org/drawingml/2006/main" noGrp="1"/>
          </p:cNvSpPr>
          <p:nvPr/>
        </p:nvSpPr>
        <p:spPr>
          <a:xfrm xmlns:a="http://schemas.openxmlformats.org/drawingml/2006/main">
            <a:off x="5779990"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E9A"/>
          </a:solidFill>
          <a:ln xmlns:a="http://schemas.openxmlformats.org/drawingml/2006/main" w="2292">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CA4D1AA7-6333-4D61-A93F-E50DA1399948}"/>
              </a:ext>
            </a:extLst>
          </p:cNvPr>
          <p:cNvSpPr>
            <a:spLocks xmlns:a="http://schemas.openxmlformats.org/drawingml/2006/main" noGrp="1"/>
          </p:cNvSpPr>
          <p:nvPr/>
        </p:nvSpPr>
        <p:spPr>
          <a:xfrm xmlns:a="http://schemas.openxmlformats.org/drawingml/2006/main">
            <a:off x="585899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948F"/>
          </a:solidFill>
          <a:ln xmlns:a="http://schemas.openxmlformats.org/drawingml/2006/main" w="2292">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41F7FE10-6E38-40F6-8E51-0CC9FBEF3266}"/>
              </a:ext>
            </a:extLst>
          </p:cNvPr>
          <p:cNvSpPr>
            <a:spLocks xmlns:a="http://schemas.openxmlformats.org/drawingml/2006/main" noGrp="1"/>
          </p:cNvSpPr>
          <p:nvPr/>
        </p:nvSpPr>
        <p:spPr>
          <a:xfrm xmlns:a="http://schemas.openxmlformats.org/drawingml/2006/main">
            <a:off x="593799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813AF05D-5F31-47D2-B69D-BED666992497}"/>
              </a:ext>
            </a:extLst>
          </p:cNvPr>
          <p:cNvSpPr>
            <a:spLocks xmlns:a="http://schemas.openxmlformats.org/drawingml/2006/main" noGrp="1"/>
          </p:cNvSpPr>
          <p:nvPr/>
        </p:nvSpPr>
        <p:spPr>
          <a:xfrm xmlns:a="http://schemas.openxmlformats.org/drawingml/2006/main">
            <a:off x="601699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5A1"/>
          </a:solidFill>
          <a:ln xmlns:a="http://schemas.openxmlformats.org/drawingml/2006/main" w="2292">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1C77F6AF-3200-4CB3-ABC9-C45A5C8FE427}"/>
              </a:ext>
            </a:extLst>
          </p:cNvPr>
          <p:cNvSpPr>
            <a:spLocks xmlns:a="http://schemas.openxmlformats.org/drawingml/2006/main" noGrp="1"/>
          </p:cNvSpPr>
          <p:nvPr/>
        </p:nvSpPr>
        <p:spPr>
          <a:xfrm xmlns:a="http://schemas.openxmlformats.org/drawingml/2006/main">
            <a:off x="609600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2AE"/>
          </a:solidFill>
          <a:ln xmlns:a="http://schemas.openxmlformats.org/drawingml/2006/main" w="2292">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308A4350-ACED-488D-A0E7-B209A155F3CF}"/>
              </a:ext>
            </a:extLst>
          </p:cNvPr>
          <p:cNvSpPr>
            <a:spLocks xmlns:a="http://schemas.openxmlformats.org/drawingml/2006/main" noGrp="1"/>
          </p:cNvSpPr>
          <p:nvPr/>
        </p:nvSpPr>
        <p:spPr>
          <a:xfrm xmlns:a="http://schemas.openxmlformats.org/drawingml/2006/main">
            <a:off x="6175002"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5C2"/>
          </a:solidFill>
          <a:ln xmlns:a="http://schemas.openxmlformats.org/drawingml/2006/main" w="2292">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7A405AB9-173F-4483-A616-E998C606A601}"/>
              </a:ext>
            </a:extLst>
          </p:cNvPr>
          <p:cNvSpPr>
            <a:spLocks xmlns:a="http://schemas.openxmlformats.org/drawingml/2006/main" noGrp="1"/>
          </p:cNvSpPr>
          <p:nvPr/>
        </p:nvSpPr>
        <p:spPr>
          <a:xfrm xmlns:a="http://schemas.openxmlformats.org/drawingml/2006/main">
            <a:off x="625400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9B6"/>
          </a:solidFill>
          <a:ln xmlns:a="http://schemas.openxmlformats.org/drawingml/2006/main" w="2292">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BB64183F-554F-4B41-9526-D13C98F06DB8}"/>
              </a:ext>
            </a:extLst>
          </p:cNvPr>
          <p:cNvSpPr>
            <a:spLocks xmlns:a="http://schemas.openxmlformats.org/drawingml/2006/main" noGrp="1"/>
          </p:cNvSpPr>
          <p:nvPr/>
        </p:nvSpPr>
        <p:spPr>
          <a:xfrm xmlns:a="http://schemas.openxmlformats.org/drawingml/2006/main">
            <a:off x="6333008"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DA9"/>
          </a:solidFill>
          <a:ln xmlns:a="http://schemas.openxmlformats.org/drawingml/2006/main" w="2292">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3CCFF804-DF1B-45B7-9EFC-B4A11875A45B}"/>
              </a:ext>
            </a:extLst>
          </p:cNvPr>
          <p:cNvSpPr>
            <a:spLocks xmlns:a="http://schemas.openxmlformats.org/drawingml/2006/main" noGrp="1"/>
          </p:cNvSpPr>
          <p:nvPr/>
        </p:nvSpPr>
        <p:spPr>
          <a:xfrm xmlns:a="http://schemas.openxmlformats.org/drawingml/2006/main">
            <a:off x="641201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9B6"/>
          </a:solidFill>
          <a:ln xmlns:a="http://schemas.openxmlformats.org/drawingml/2006/main" w="2292">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1EDD02F9-BDF2-4BB9-81A9-795A1791A265}"/>
              </a:ext>
            </a:extLst>
          </p:cNvPr>
          <p:cNvSpPr>
            <a:spLocks xmlns:a="http://schemas.openxmlformats.org/drawingml/2006/main" noGrp="1"/>
          </p:cNvSpPr>
          <p:nvPr/>
        </p:nvSpPr>
        <p:spPr>
          <a:xfrm xmlns:a="http://schemas.openxmlformats.org/drawingml/2006/main">
            <a:off x="649101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DCB"/>
          </a:solidFill>
          <a:ln xmlns:a="http://schemas.openxmlformats.org/drawingml/2006/main" w="2292">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CCB719BD-3EEE-42BF-B8A9-6D5F943F5113}"/>
              </a:ext>
            </a:extLst>
          </p:cNvPr>
          <p:cNvSpPr>
            <a:spLocks xmlns:a="http://schemas.openxmlformats.org/drawingml/2006/main" noGrp="1"/>
          </p:cNvSpPr>
          <p:nvPr/>
        </p:nvSpPr>
        <p:spPr>
          <a:xfrm xmlns:a="http://schemas.openxmlformats.org/drawingml/2006/main">
            <a:off x="6570015"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AA6"/>
          </a:solidFill>
          <a:ln xmlns:a="http://schemas.openxmlformats.org/drawingml/2006/main" w="2292">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19ADF8FA-3AED-4395-932A-CA32CCB41C8A}"/>
              </a:ext>
            </a:extLst>
          </p:cNvPr>
          <p:cNvSpPr>
            <a:spLocks xmlns:a="http://schemas.openxmlformats.org/drawingml/2006/main" noGrp="1"/>
          </p:cNvSpPr>
          <p:nvPr/>
        </p:nvSpPr>
        <p:spPr>
          <a:xfrm xmlns:a="http://schemas.openxmlformats.org/drawingml/2006/main">
            <a:off x="6649018"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6B2"/>
          </a:solidFill>
          <a:ln xmlns:a="http://schemas.openxmlformats.org/drawingml/2006/main" w="2292">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0CAF60E7-F79E-48A0-9030-AC18E02DC338}"/>
              </a:ext>
            </a:extLst>
          </p:cNvPr>
          <p:cNvSpPr>
            <a:spLocks xmlns:a="http://schemas.openxmlformats.org/drawingml/2006/main" noGrp="1"/>
          </p:cNvSpPr>
          <p:nvPr/>
        </p:nvSpPr>
        <p:spPr>
          <a:xfrm xmlns:a="http://schemas.openxmlformats.org/drawingml/2006/main">
            <a:off x="672802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CC9"/>
          </a:solidFill>
          <a:ln xmlns:a="http://schemas.openxmlformats.org/drawingml/2006/main" w="2292">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7141A50B-BCF0-40D6-BB99-BECCB2E89F6E}"/>
              </a:ext>
            </a:extLst>
          </p:cNvPr>
          <p:cNvSpPr>
            <a:spLocks xmlns:a="http://schemas.openxmlformats.org/drawingml/2006/main" noGrp="1"/>
          </p:cNvSpPr>
          <p:nvPr/>
        </p:nvSpPr>
        <p:spPr>
          <a:xfrm xmlns:a="http://schemas.openxmlformats.org/drawingml/2006/main">
            <a:off x="6807023"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7"/>
          </a:solidFill>
          <a:ln xmlns:a="http://schemas.openxmlformats.org/drawingml/2006/main" w="2292">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52854363-60FB-4912-BF7E-1D4725256D2E}"/>
              </a:ext>
            </a:extLst>
          </p:cNvPr>
          <p:cNvSpPr>
            <a:spLocks xmlns:a="http://schemas.openxmlformats.org/drawingml/2006/main" noGrp="1"/>
          </p:cNvSpPr>
          <p:nvPr/>
        </p:nvSpPr>
        <p:spPr>
          <a:xfrm xmlns:a="http://schemas.openxmlformats.org/drawingml/2006/main">
            <a:off x="688602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3C0"/>
          </a:solidFill>
          <a:ln xmlns:a="http://schemas.openxmlformats.org/drawingml/2006/main" w="2292">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6A366540-99DF-42C1-A6B1-2C69A13745E0}"/>
              </a:ext>
            </a:extLst>
          </p:cNvPr>
          <p:cNvSpPr>
            <a:spLocks xmlns:a="http://schemas.openxmlformats.org/drawingml/2006/main" noGrp="1"/>
          </p:cNvSpPr>
          <p:nvPr/>
        </p:nvSpPr>
        <p:spPr>
          <a:xfrm xmlns:a="http://schemas.openxmlformats.org/drawingml/2006/main">
            <a:off x="6965027"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7B4"/>
          </a:solidFill>
          <a:ln xmlns:a="http://schemas.openxmlformats.org/drawingml/2006/main" w="2292">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10274344-9A73-4EFD-BDD3-3F9418876CCF}"/>
              </a:ext>
            </a:extLst>
          </p:cNvPr>
          <p:cNvSpPr>
            <a:spLocks xmlns:a="http://schemas.openxmlformats.org/drawingml/2006/main" noGrp="1"/>
          </p:cNvSpPr>
          <p:nvPr/>
        </p:nvSpPr>
        <p:spPr>
          <a:xfrm xmlns:a="http://schemas.openxmlformats.org/drawingml/2006/main">
            <a:off x="704403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9BD8B6D0-9A2A-4F32-9C4F-D0F2CC2E477B}"/>
              </a:ext>
            </a:extLst>
          </p:cNvPr>
          <p:cNvSpPr>
            <a:spLocks xmlns:a="http://schemas.openxmlformats.org/drawingml/2006/main" noGrp="1"/>
          </p:cNvSpPr>
          <p:nvPr/>
        </p:nvSpPr>
        <p:spPr>
          <a:xfrm xmlns:a="http://schemas.openxmlformats.org/drawingml/2006/main">
            <a:off x="7123033"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4E2"/>
          </a:solidFill>
          <a:ln xmlns:a="http://schemas.openxmlformats.org/drawingml/2006/main" w="2292">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18F90A20-D4C6-40A7-9D07-61B080688D61}"/>
              </a:ext>
            </a:extLst>
          </p:cNvPr>
          <p:cNvSpPr>
            <a:spLocks xmlns:a="http://schemas.openxmlformats.org/drawingml/2006/main" noGrp="1"/>
          </p:cNvSpPr>
          <p:nvPr/>
        </p:nvSpPr>
        <p:spPr>
          <a:xfrm xmlns:a="http://schemas.openxmlformats.org/drawingml/2006/main">
            <a:off x="720203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0"/>
          </a:solidFill>
          <a:ln xmlns:a="http://schemas.openxmlformats.org/drawingml/2006/main" w="2292">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7756AACF-1509-4FE6-AA18-457070B7284C}"/>
              </a:ext>
            </a:extLst>
          </p:cNvPr>
          <p:cNvSpPr>
            <a:spLocks xmlns:a="http://schemas.openxmlformats.org/drawingml/2006/main" noGrp="1"/>
          </p:cNvSpPr>
          <p:nvPr/>
        </p:nvSpPr>
        <p:spPr>
          <a:xfrm xmlns:a="http://schemas.openxmlformats.org/drawingml/2006/main">
            <a:off x="7281038"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C4798B48-B5CD-4B22-9887-82249C74BF47}"/>
              </a:ext>
            </a:extLst>
          </p:cNvPr>
          <p:cNvSpPr>
            <a:spLocks xmlns:a="http://schemas.openxmlformats.org/drawingml/2006/main" noGrp="1"/>
          </p:cNvSpPr>
          <p:nvPr/>
        </p:nvSpPr>
        <p:spPr>
          <a:xfrm xmlns:a="http://schemas.openxmlformats.org/drawingml/2006/main">
            <a:off x="7360040"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7C1E1969-04D1-47AD-A7E5-FF8FB940F3A8}"/>
              </a:ext>
            </a:extLst>
          </p:cNvPr>
          <p:cNvSpPr>
            <a:spLocks xmlns:a="http://schemas.openxmlformats.org/drawingml/2006/main" noGrp="1"/>
          </p:cNvSpPr>
          <p:nvPr/>
        </p:nvSpPr>
        <p:spPr>
          <a:xfrm xmlns:a="http://schemas.openxmlformats.org/drawingml/2006/main">
            <a:off x="7439043"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7388A61F-0313-4738-88E5-515A890D3182}"/>
              </a:ext>
            </a:extLst>
          </p:cNvPr>
          <p:cNvSpPr>
            <a:spLocks xmlns:a="http://schemas.openxmlformats.org/drawingml/2006/main" noGrp="1"/>
          </p:cNvSpPr>
          <p:nvPr/>
        </p:nvSpPr>
        <p:spPr>
          <a:xfrm xmlns:a="http://schemas.openxmlformats.org/drawingml/2006/main">
            <a:off x="751804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C02609ED-E22F-433B-8630-E3E3FB54FCA2}"/>
              </a:ext>
            </a:extLst>
          </p:cNvPr>
          <p:cNvSpPr>
            <a:spLocks xmlns:a="http://schemas.openxmlformats.org/drawingml/2006/main" noGrp="1"/>
          </p:cNvSpPr>
          <p:nvPr/>
        </p:nvSpPr>
        <p:spPr>
          <a:xfrm xmlns:a="http://schemas.openxmlformats.org/drawingml/2006/main">
            <a:off x="4199940"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ABA2A9EF-84FF-4437-830E-53D2CDBC9ED7}"/>
              </a:ext>
            </a:extLst>
          </p:cNvPr>
          <p:cNvSpPr>
            <a:spLocks xmlns:a="http://schemas.openxmlformats.org/drawingml/2006/main" noGrp="1"/>
          </p:cNvSpPr>
          <p:nvPr/>
        </p:nvSpPr>
        <p:spPr>
          <a:xfrm xmlns:a="http://schemas.openxmlformats.org/drawingml/2006/main">
            <a:off x="427894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CE180343-6892-4E79-B46C-AA88C49328F6}"/>
              </a:ext>
            </a:extLst>
          </p:cNvPr>
          <p:cNvSpPr>
            <a:spLocks xmlns:a="http://schemas.openxmlformats.org/drawingml/2006/main" noGrp="1"/>
          </p:cNvSpPr>
          <p:nvPr/>
        </p:nvSpPr>
        <p:spPr>
          <a:xfrm xmlns:a="http://schemas.openxmlformats.org/drawingml/2006/main">
            <a:off x="435794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7E05CD83-2818-4C02-AAA8-C7ED90E8C20B}"/>
              </a:ext>
            </a:extLst>
          </p:cNvPr>
          <p:cNvSpPr>
            <a:spLocks xmlns:a="http://schemas.openxmlformats.org/drawingml/2006/main" noGrp="1"/>
          </p:cNvSpPr>
          <p:nvPr/>
        </p:nvSpPr>
        <p:spPr>
          <a:xfrm xmlns:a="http://schemas.openxmlformats.org/drawingml/2006/main">
            <a:off x="443694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C87A91B9-546A-498E-9FD4-B3B34E21DF15}"/>
              </a:ext>
            </a:extLst>
          </p:cNvPr>
          <p:cNvSpPr>
            <a:spLocks xmlns:a="http://schemas.openxmlformats.org/drawingml/2006/main" noGrp="1"/>
          </p:cNvSpPr>
          <p:nvPr/>
        </p:nvSpPr>
        <p:spPr>
          <a:xfrm xmlns:a="http://schemas.openxmlformats.org/drawingml/2006/main">
            <a:off x="451595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D4B72656-A28C-4674-A79F-FD46B7E512DE}"/>
              </a:ext>
            </a:extLst>
          </p:cNvPr>
          <p:cNvSpPr>
            <a:spLocks xmlns:a="http://schemas.openxmlformats.org/drawingml/2006/main" noGrp="1"/>
          </p:cNvSpPr>
          <p:nvPr/>
        </p:nvSpPr>
        <p:spPr>
          <a:xfrm xmlns:a="http://schemas.openxmlformats.org/drawingml/2006/main">
            <a:off x="4594952"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53ADFC32-1FBA-443E-9073-24747FBBDBD6}"/>
              </a:ext>
            </a:extLst>
          </p:cNvPr>
          <p:cNvSpPr>
            <a:spLocks xmlns:a="http://schemas.openxmlformats.org/drawingml/2006/main" noGrp="1"/>
          </p:cNvSpPr>
          <p:nvPr/>
        </p:nvSpPr>
        <p:spPr>
          <a:xfrm xmlns:a="http://schemas.openxmlformats.org/drawingml/2006/main">
            <a:off x="467395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36E9F46E-DCDF-4C96-BE95-E62189C3A6B7}"/>
              </a:ext>
            </a:extLst>
          </p:cNvPr>
          <p:cNvSpPr>
            <a:spLocks xmlns:a="http://schemas.openxmlformats.org/drawingml/2006/main" noGrp="1"/>
          </p:cNvSpPr>
          <p:nvPr/>
        </p:nvSpPr>
        <p:spPr>
          <a:xfrm xmlns:a="http://schemas.openxmlformats.org/drawingml/2006/main">
            <a:off x="475295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1BE"/>
          </a:solidFill>
          <a:ln xmlns:a="http://schemas.openxmlformats.org/drawingml/2006/main" w="2292">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050610D6-6B5C-4322-B3F3-AAEFB33C5F4F}"/>
              </a:ext>
            </a:extLst>
          </p:cNvPr>
          <p:cNvSpPr>
            <a:spLocks xmlns:a="http://schemas.openxmlformats.org/drawingml/2006/main" noGrp="1"/>
          </p:cNvSpPr>
          <p:nvPr/>
        </p:nvSpPr>
        <p:spPr>
          <a:xfrm xmlns:a="http://schemas.openxmlformats.org/drawingml/2006/main">
            <a:off x="483196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FA29D"/>
          </a:solidFill>
          <a:ln xmlns:a="http://schemas.openxmlformats.org/drawingml/2006/main" w="2292">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E1F22DEF-F7C7-470B-8189-1A27D1623F97}"/>
              </a:ext>
            </a:extLst>
          </p:cNvPr>
          <p:cNvSpPr>
            <a:spLocks xmlns:a="http://schemas.openxmlformats.org/drawingml/2006/main" noGrp="1"/>
          </p:cNvSpPr>
          <p:nvPr/>
        </p:nvSpPr>
        <p:spPr>
          <a:xfrm xmlns:a="http://schemas.openxmlformats.org/drawingml/2006/main">
            <a:off x="491096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11088DF3-474A-4B7B-BBAB-A9660A5BE0EB}"/>
              </a:ext>
            </a:extLst>
          </p:cNvPr>
          <p:cNvSpPr>
            <a:spLocks xmlns:a="http://schemas.openxmlformats.org/drawingml/2006/main" noGrp="1"/>
          </p:cNvSpPr>
          <p:nvPr/>
        </p:nvSpPr>
        <p:spPr>
          <a:xfrm xmlns:a="http://schemas.openxmlformats.org/drawingml/2006/main">
            <a:off x="4989965"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4B1"/>
          </a:solidFill>
          <a:ln xmlns:a="http://schemas.openxmlformats.org/drawingml/2006/main" w="2292">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313F5380-ADF6-4A3F-A5F9-40A3627679F6}"/>
              </a:ext>
            </a:extLst>
          </p:cNvPr>
          <p:cNvSpPr>
            <a:spLocks xmlns:a="http://schemas.openxmlformats.org/drawingml/2006/main" noGrp="1"/>
          </p:cNvSpPr>
          <p:nvPr/>
        </p:nvSpPr>
        <p:spPr>
          <a:xfrm xmlns:a="http://schemas.openxmlformats.org/drawingml/2006/main">
            <a:off x="506896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2AE"/>
          </a:solidFill>
          <a:ln xmlns:a="http://schemas.openxmlformats.org/drawingml/2006/main" w="2292">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B55712A0-554F-43C6-9A05-F4E8D420C5BB}"/>
              </a:ext>
            </a:extLst>
          </p:cNvPr>
          <p:cNvSpPr>
            <a:spLocks xmlns:a="http://schemas.openxmlformats.org/drawingml/2006/main" noGrp="1"/>
          </p:cNvSpPr>
          <p:nvPr/>
        </p:nvSpPr>
        <p:spPr>
          <a:xfrm xmlns:a="http://schemas.openxmlformats.org/drawingml/2006/main">
            <a:off x="514797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0A5A0"/>
          </a:solidFill>
          <a:ln xmlns:a="http://schemas.openxmlformats.org/drawingml/2006/main" w="2292">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E32C3F4E-3F63-4DDF-9E6A-B9C0906C81E1}"/>
              </a:ext>
            </a:extLst>
          </p:cNvPr>
          <p:cNvSpPr>
            <a:spLocks xmlns:a="http://schemas.openxmlformats.org/drawingml/2006/main" noGrp="1"/>
          </p:cNvSpPr>
          <p:nvPr/>
        </p:nvSpPr>
        <p:spPr>
          <a:xfrm xmlns:a="http://schemas.openxmlformats.org/drawingml/2006/main">
            <a:off x="522697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BA7"/>
          </a:solidFill>
          <a:ln xmlns:a="http://schemas.openxmlformats.org/drawingml/2006/main" w="2292">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6A214D74-C735-4733-886E-18F049BE0FCF}"/>
              </a:ext>
            </a:extLst>
          </p:cNvPr>
          <p:cNvSpPr>
            <a:spLocks xmlns:a="http://schemas.openxmlformats.org/drawingml/2006/main" noGrp="1"/>
          </p:cNvSpPr>
          <p:nvPr/>
        </p:nvSpPr>
        <p:spPr>
          <a:xfrm xmlns:a="http://schemas.openxmlformats.org/drawingml/2006/main">
            <a:off x="530597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9994"/>
          </a:solidFill>
          <a:ln xmlns:a="http://schemas.openxmlformats.org/drawingml/2006/main" w="2292">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3274514B-6ECB-4A76-BBD4-7CE694F51BC5}"/>
              </a:ext>
            </a:extLst>
          </p:cNvPr>
          <p:cNvSpPr>
            <a:spLocks xmlns:a="http://schemas.openxmlformats.org/drawingml/2006/main" noGrp="1"/>
          </p:cNvSpPr>
          <p:nvPr/>
        </p:nvSpPr>
        <p:spPr>
          <a:xfrm xmlns:a="http://schemas.openxmlformats.org/drawingml/2006/main">
            <a:off x="5384977"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9C6"/>
          </a:solidFill>
          <a:ln xmlns:a="http://schemas.openxmlformats.org/drawingml/2006/main" w="2292">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8B6FC940-DA81-4FE8-9AC6-612408E6D4E9}"/>
              </a:ext>
            </a:extLst>
          </p:cNvPr>
          <p:cNvSpPr>
            <a:spLocks xmlns:a="http://schemas.openxmlformats.org/drawingml/2006/main" noGrp="1"/>
          </p:cNvSpPr>
          <p:nvPr/>
        </p:nvSpPr>
        <p:spPr>
          <a:xfrm xmlns:a="http://schemas.openxmlformats.org/drawingml/2006/main">
            <a:off x="546398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7B4"/>
          </a:solidFill>
          <a:ln xmlns:a="http://schemas.openxmlformats.org/drawingml/2006/main" w="2292">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35DE7EF0-0659-4AA5-B4A8-596C247E3604}"/>
              </a:ext>
            </a:extLst>
          </p:cNvPr>
          <p:cNvSpPr>
            <a:spLocks xmlns:a="http://schemas.openxmlformats.org/drawingml/2006/main" noGrp="1"/>
          </p:cNvSpPr>
          <p:nvPr/>
        </p:nvSpPr>
        <p:spPr>
          <a:xfrm xmlns:a="http://schemas.openxmlformats.org/drawingml/2006/main">
            <a:off x="554298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9590"/>
          </a:solidFill>
          <a:ln xmlns:a="http://schemas.openxmlformats.org/drawingml/2006/main" w="2292">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EA16B964-ADAE-4720-9175-97FA0339940E}"/>
              </a:ext>
            </a:extLst>
          </p:cNvPr>
          <p:cNvSpPr>
            <a:spLocks xmlns:a="http://schemas.openxmlformats.org/drawingml/2006/main" noGrp="1"/>
          </p:cNvSpPr>
          <p:nvPr/>
        </p:nvSpPr>
        <p:spPr>
          <a:xfrm xmlns:a="http://schemas.openxmlformats.org/drawingml/2006/main">
            <a:off x="562198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9691"/>
          </a:solidFill>
          <a:ln xmlns:a="http://schemas.openxmlformats.org/drawingml/2006/main" w="2292">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6069CADA-8B92-4C8C-A024-28BE18E16472}"/>
              </a:ext>
            </a:extLst>
          </p:cNvPr>
          <p:cNvSpPr>
            <a:spLocks xmlns:a="http://schemas.openxmlformats.org/drawingml/2006/main" noGrp="1"/>
          </p:cNvSpPr>
          <p:nvPr/>
        </p:nvSpPr>
        <p:spPr>
          <a:xfrm xmlns:a="http://schemas.openxmlformats.org/drawingml/2006/main">
            <a:off x="570098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B0AC"/>
          </a:solidFill>
          <a:ln xmlns:a="http://schemas.openxmlformats.org/drawingml/2006/main" w="2292">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0346082F-E310-45CE-B2A3-D179262DE718}"/>
              </a:ext>
            </a:extLst>
          </p:cNvPr>
          <p:cNvSpPr>
            <a:spLocks xmlns:a="http://schemas.openxmlformats.org/drawingml/2006/main" noGrp="1"/>
          </p:cNvSpPr>
          <p:nvPr/>
        </p:nvSpPr>
        <p:spPr>
          <a:xfrm xmlns:a="http://schemas.openxmlformats.org/drawingml/2006/main">
            <a:off x="5779990"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DA9"/>
          </a:solidFill>
          <a:ln xmlns:a="http://schemas.openxmlformats.org/drawingml/2006/main" w="2292">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828AE625-10F2-4855-A7AD-9F7AB3F20D58}"/>
              </a:ext>
            </a:extLst>
          </p:cNvPr>
          <p:cNvSpPr>
            <a:spLocks xmlns:a="http://schemas.openxmlformats.org/drawingml/2006/main" noGrp="1"/>
          </p:cNvSpPr>
          <p:nvPr/>
        </p:nvSpPr>
        <p:spPr>
          <a:xfrm xmlns:a="http://schemas.openxmlformats.org/drawingml/2006/main">
            <a:off x="585899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AB629CBE-5C4F-42B3-9555-B320415B2888}"/>
              </a:ext>
            </a:extLst>
          </p:cNvPr>
          <p:cNvSpPr>
            <a:spLocks xmlns:a="http://schemas.openxmlformats.org/drawingml/2006/main" noGrp="1"/>
          </p:cNvSpPr>
          <p:nvPr/>
        </p:nvSpPr>
        <p:spPr>
          <a:xfrm xmlns:a="http://schemas.openxmlformats.org/drawingml/2006/main">
            <a:off x="593799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E8C6298D-8660-4CF8-9A90-19E4D5C7C1E4}"/>
              </a:ext>
            </a:extLst>
          </p:cNvPr>
          <p:cNvSpPr>
            <a:spLocks xmlns:a="http://schemas.openxmlformats.org/drawingml/2006/main" noGrp="1"/>
          </p:cNvSpPr>
          <p:nvPr/>
        </p:nvSpPr>
        <p:spPr>
          <a:xfrm xmlns:a="http://schemas.openxmlformats.org/drawingml/2006/main">
            <a:off x="601699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DCA"/>
          </a:solidFill>
          <a:ln xmlns:a="http://schemas.openxmlformats.org/drawingml/2006/main" w="2292">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0DD5511A-AB18-4B1C-BCAF-6C2BECB0CED7}"/>
              </a:ext>
            </a:extLst>
          </p:cNvPr>
          <p:cNvSpPr>
            <a:spLocks xmlns:a="http://schemas.openxmlformats.org/drawingml/2006/main" noGrp="1"/>
          </p:cNvSpPr>
          <p:nvPr/>
        </p:nvSpPr>
        <p:spPr>
          <a:xfrm xmlns:a="http://schemas.openxmlformats.org/drawingml/2006/main">
            <a:off x="609600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ED9B04A1-2A6A-495D-B016-D02E782F60C9}"/>
              </a:ext>
            </a:extLst>
          </p:cNvPr>
          <p:cNvSpPr>
            <a:spLocks xmlns:a="http://schemas.openxmlformats.org/drawingml/2006/main" noGrp="1"/>
          </p:cNvSpPr>
          <p:nvPr/>
        </p:nvSpPr>
        <p:spPr>
          <a:xfrm xmlns:a="http://schemas.openxmlformats.org/drawingml/2006/main">
            <a:off x="6175002"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6B3"/>
          </a:solidFill>
          <a:ln xmlns:a="http://schemas.openxmlformats.org/drawingml/2006/main" w="2292">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8A00EB2C-731E-4DCE-B881-5A09F9BF723B}"/>
              </a:ext>
            </a:extLst>
          </p:cNvPr>
          <p:cNvSpPr>
            <a:spLocks xmlns:a="http://schemas.openxmlformats.org/drawingml/2006/main" noGrp="1"/>
          </p:cNvSpPr>
          <p:nvPr/>
        </p:nvSpPr>
        <p:spPr>
          <a:xfrm xmlns:a="http://schemas.openxmlformats.org/drawingml/2006/main">
            <a:off x="625400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802947B9-77DB-4E48-A34F-5117591DCC2E}"/>
              </a:ext>
            </a:extLst>
          </p:cNvPr>
          <p:cNvSpPr>
            <a:spLocks xmlns:a="http://schemas.openxmlformats.org/drawingml/2006/main" noGrp="1"/>
          </p:cNvSpPr>
          <p:nvPr/>
        </p:nvSpPr>
        <p:spPr>
          <a:xfrm xmlns:a="http://schemas.openxmlformats.org/drawingml/2006/main">
            <a:off x="6333008"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FBC"/>
          </a:solidFill>
          <a:ln xmlns:a="http://schemas.openxmlformats.org/drawingml/2006/main" w="2292">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CCBD33BE-1327-4D04-8BD0-460193E17049}"/>
              </a:ext>
            </a:extLst>
          </p:cNvPr>
          <p:cNvSpPr>
            <a:spLocks xmlns:a="http://schemas.openxmlformats.org/drawingml/2006/main" noGrp="1"/>
          </p:cNvSpPr>
          <p:nvPr/>
        </p:nvSpPr>
        <p:spPr>
          <a:xfrm xmlns:a="http://schemas.openxmlformats.org/drawingml/2006/main">
            <a:off x="641201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1"/>
          </a:solidFill>
          <a:ln xmlns:a="http://schemas.openxmlformats.org/drawingml/2006/main" w="2292">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EFF3D898-F01B-4CAA-B256-1E49BBDF5C88}"/>
              </a:ext>
            </a:extLst>
          </p:cNvPr>
          <p:cNvSpPr>
            <a:spLocks xmlns:a="http://schemas.openxmlformats.org/drawingml/2006/main" noGrp="1"/>
          </p:cNvSpPr>
          <p:nvPr/>
        </p:nvSpPr>
        <p:spPr>
          <a:xfrm xmlns:a="http://schemas.openxmlformats.org/drawingml/2006/main">
            <a:off x="649101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6"/>
          </a:solidFill>
          <a:ln xmlns:a="http://schemas.openxmlformats.org/drawingml/2006/main" w="2292">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6CACA32D-1204-4239-B9C7-A8A4800A8355}"/>
              </a:ext>
            </a:extLst>
          </p:cNvPr>
          <p:cNvSpPr>
            <a:spLocks xmlns:a="http://schemas.openxmlformats.org/drawingml/2006/main" noGrp="1"/>
          </p:cNvSpPr>
          <p:nvPr/>
        </p:nvSpPr>
        <p:spPr>
          <a:xfrm xmlns:a="http://schemas.openxmlformats.org/drawingml/2006/main">
            <a:off x="6570015"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790B8525-EA6D-4E2E-90AB-243A23DADEB2}"/>
              </a:ext>
            </a:extLst>
          </p:cNvPr>
          <p:cNvSpPr>
            <a:spLocks xmlns:a="http://schemas.openxmlformats.org/drawingml/2006/main" noGrp="1"/>
          </p:cNvSpPr>
          <p:nvPr/>
        </p:nvSpPr>
        <p:spPr>
          <a:xfrm xmlns:a="http://schemas.openxmlformats.org/drawingml/2006/main">
            <a:off x="6649018"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7C5"/>
          </a:solidFill>
          <a:ln xmlns:a="http://schemas.openxmlformats.org/drawingml/2006/main" w="2292">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D10CED75-6E31-460A-9764-76A2A5F61289}"/>
              </a:ext>
            </a:extLst>
          </p:cNvPr>
          <p:cNvSpPr>
            <a:spLocks xmlns:a="http://schemas.openxmlformats.org/drawingml/2006/main" noGrp="1"/>
          </p:cNvSpPr>
          <p:nvPr/>
        </p:nvSpPr>
        <p:spPr>
          <a:xfrm xmlns:a="http://schemas.openxmlformats.org/drawingml/2006/main">
            <a:off x="672802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D5A0F2CF-3E7F-4FE8-8B26-5B8D4EF3D480}"/>
              </a:ext>
            </a:extLst>
          </p:cNvPr>
          <p:cNvSpPr>
            <a:spLocks xmlns:a="http://schemas.openxmlformats.org/drawingml/2006/main" noGrp="1"/>
          </p:cNvSpPr>
          <p:nvPr/>
        </p:nvSpPr>
        <p:spPr>
          <a:xfrm xmlns:a="http://schemas.openxmlformats.org/drawingml/2006/main">
            <a:off x="6807023"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CB9"/>
          </a:solidFill>
          <a:ln xmlns:a="http://schemas.openxmlformats.org/drawingml/2006/main" w="2292">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9C63784D-7DCC-4CE9-B8FA-00D8C3747B5E}"/>
              </a:ext>
            </a:extLst>
          </p:cNvPr>
          <p:cNvSpPr>
            <a:spLocks xmlns:a="http://schemas.openxmlformats.org/drawingml/2006/main" noGrp="1"/>
          </p:cNvSpPr>
          <p:nvPr/>
        </p:nvSpPr>
        <p:spPr>
          <a:xfrm xmlns:a="http://schemas.openxmlformats.org/drawingml/2006/main">
            <a:off x="688602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FAB"/>
          </a:solidFill>
          <a:ln xmlns:a="http://schemas.openxmlformats.org/drawingml/2006/main" w="2292">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C7111065-45CF-4610-8404-773782EF0808}"/>
              </a:ext>
            </a:extLst>
          </p:cNvPr>
          <p:cNvSpPr>
            <a:spLocks xmlns:a="http://schemas.openxmlformats.org/drawingml/2006/main" noGrp="1"/>
          </p:cNvSpPr>
          <p:nvPr/>
        </p:nvSpPr>
        <p:spPr>
          <a:xfrm xmlns:a="http://schemas.openxmlformats.org/drawingml/2006/main">
            <a:off x="6965027"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2"/>
          </a:solidFill>
          <a:ln xmlns:a="http://schemas.openxmlformats.org/drawingml/2006/main" w="2292">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6FA11633-11C4-4714-BC5E-52F66A9EED60}"/>
              </a:ext>
            </a:extLst>
          </p:cNvPr>
          <p:cNvSpPr>
            <a:spLocks xmlns:a="http://schemas.openxmlformats.org/drawingml/2006/main" noGrp="1"/>
          </p:cNvSpPr>
          <p:nvPr/>
        </p:nvSpPr>
        <p:spPr>
          <a:xfrm xmlns:a="http://schemas.openxmlformats.org/drawingml/2006/main">
            <a:off x="704403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1BE"/>
          </a:solidFill>
          <a:ln xmlns:a="http://schemas.openxmlformats.org/drawingml/2006/main" w="2292">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514C044F-33DC-435C-ACC6-70079F3FFA75}"/>
              </a:ext>
            </a:extLst>
          </p:cNvPr>
          <p:cNvSpPr>
            <a:spLocks xmlns:a="http://schemas.openxmlformats.org/drawingml/2006/main" noGrp="1"/>
          </p:cNvSpPr>
          <p:nvPr/>
        </p:nvSpPr>
        <p:spPr>
          <a:xfrm xmlns:a="http://schemas.openxmlformats.org/drawingml/2006/main">
            <a:off x="7123033"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EDD"/>
          </a:solidFill>
          <a:ln xmlns:a="http://schemas.openxmlformats.org/drawingml/2006/main" w="2292">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36D579C3-EE48-4454-BFFA-2CF8BDA7524E}"/>
              </a:ext>
            </a:extLst>
          </p:cNvPr>
          <p:cNvSpPr>
            <a:spLocks xmlns:a="http://schemas.openxmlformats.org/drawingml/2006/main" noGrp="1"/>
          </p:cNvSpPr>
          <p:nvPr/>
        </p:nvSpPr>
        <p:spPr>
          <a:xfrm xmlns:a="http://schemas.openxmlformats.org/drawingml/2006/main">
            <a:off x="720203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3E2"/>
          </a:solidFill>
          <a:ln xmlns:a="http://schemas.openxmlformats.org/drawingml/2006/main" w="2292">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7412D29F-CBB2-4A15-990F-D678635166A6}"/>
              </a:ext>
            </a:extLst>
          </p:cNvPr>
          <p:cNvSpPr>
            <a:spLocks xmlns:a="http://schemas.openxmlformats.org/drawingml/2006/main" noGrp="1"/>
          </p:cNvSpPr>
          <p:nvPr/>
        </p:nvSpPr>
        <p:spPr>
          <a:xfrm xmlns:a="http://schemas.openxmlformats.org/drawingml/2006/main">
            <a:off x="7281038"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B"/>
          </a:solidFill>
          <a:ln xmlns:a="http://schemas.openxmlformats.org/drawingml/2006/main" w="2292">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E95F7026-6596-48E9-853B-F80FA75641A4}"/>
              </a:ext>
            </a:extLst>
          </p:cNvPr>
          <p:cNvSpPr>
            <a:spLocks xmlns:a="http://schemas.openxmlformats.org/drawingml/2006/main" noGrp="1"/>
          </p:cNvSpPr>
          <p:nvPr/>
        </p:nvSpPr>
        <p:spPr>
          <a:xfrm xmlns:a="http://schemas.openxmlformats.org/drawingml/2006/main">
            <a:off x="7360040"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09EA6DF0-C4BF-40A7-B28E-8F3148B402AC}"/>
              </a:ext>
            </a:extLst>
          </p:cNvPr>
          <p:cNvSpPr>
            <a:spLocks xmlns:a="http://schemas.openxmlformats.org/drawingml/2006/main" noGrp="1"/>
          </p:cNvSpPr>
          <p:nvPr/>
        </p:nvSpPr>
        <p:spPr>
          <a:xfrm xmlns:a="http://schemas.openxmlformats.org/drawingml/2006/main">
            <a:off x="7439043"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EEA02547-11AB-4891-8408-D65352AAB87B}"/>
              </a:ext>
            </a:extLst>
          </p:cNvPr>
          <p:cNvSpPr>
            <a:spLocks xmlns:a="http://schemas.openxmlformats.org/drawingml/2006/main" noGrp="1"/>
          </p:cNvSpPr>
          <p:nvPr/>
        </p:nvSpPr>
        <p:spPr>
          <a:xfrm xmlns:a="http://schemas.openxmlformats.org/drawingml/2006/main">
            <a:off x="751804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4ECF1E94-D4F7-4659-B340-3F225502067D}"/>
              </a:ext>
            </a:extLst>
          </p:cNvPr>
          <p:cNvSpPr>
            <a:spLocks xmlns:a="http://schemas.openxmlformats.org/drawingml/2006/main" noGrp="1"/>
          </p:cNvSpPr>
          <p:nvPr/>
        </p:nvSpPr>
        <p:spPr>
          <a:xfrm xmlns:a="http://schemas.openxmlformats.org/drawingml/2006/main">
            <a:off x="7597048"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F98780D4-5FC1-451B-A9F0-BBEC1A4BFC55}"/>
              </a:ext>
            </a:extLst>
          </p:cNvPr>
          <p:cNvSpPr>
            <a:spLocks xmlns:a="http://schemas.openxmlformats.org/drawingml/2006/main" noGrp="1"/>
          </p:cNvSpPr>
          <p:nvPr/>
        </p:nvSpPr>
        <p:spPr>
          <a:xfrm xmlns:a="http://schemas.openxmlformats.org/drawingml/2006/main">
            <a:off x="427894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162ED3F2-ED8E-4EC5-9814-9D48B769DA60}"/>
              </a:ext>
            </a:extLst>
          </p:cNvPr>
          <p:cNvSpPr>
            <a:spLocks xmlns:a="http://schemas.openxmlformats.org/drawingml/2006/main" noGrp="1"/>
          </p:cNvSpPr>
          <p:nvPr/>
        </p:nvSpPr>
        <p:spPr>
          <a:xfrm xmlns:a="http://schemas.openxmlformats.org/drawingml/2006/main">
            <a:off x="435794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2EA47E2A-AC44-42F7-9536-89F0860D47EF}"/>
              </a:ext>
            </a:extLst>
          </p:cNvPr>
          <p:cNvSpPr>
            <a:spLocks xmlns:a="http://schemas.openxmlformats.org/drawingml/2006/main" noGrp="1"/>
          </p:cNvSpPr>
          <p:nvPr/>
        </p:nvSpPr>
        <p:spPr>
          <a:xfrm xmlns:a="http://schemas.openxmlformats.org/drawingml/2006/main">
            <a:off x="443694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E4E2D7A9-8A9E-4B37-899E-7B66F6F7AE9B}"/>
              </a:ext>
            </a:extLst>
          </p:cNvPr>
          <p:cNvSpPr>
            <a:spLocks xmlns:a="http://schemas.openxmlformats.org/drawingml/2006/main" noGrp="1"/>
          </p:cNvSpPr>
          <p:nvPr/>
        </p:nvSpPr>
        <p:spPr>
          <a:xfrm xmlns:a="http://schemas.openxmlformats.org/drawingml/2006/main">
            <a:off x="451595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1879C873-75FB-497D-97B1-1963FB4B76A1}"/>
              </a:ext>
            </a:extLst>
          </p:cNvPr>
          <p:cNvSpPr>
            <a:spLocks xmlns:a="http://schemas.openxmlformats.org/drawingml/2006/main" noGrp="1"/>
          </p:cNvSpPr>
          <p:nvPr/>
        </p:nvSpPr>
        <p:spPr>
          <a:xfrm xmlns:a="http://schemas.openxmlformats.org/drawingml/2006/main">
            <a:off x="4594952"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13830AA2-1E06-4F86-8007-883D7EF16409}"/>
              </a:ext>
            </a:extLst>
          </p:cNvPr>
          <p:cNvSpPr>
            <a:spLocks xmlns:a="http://schemas.openxmlformats.org/drawingml/2006/main" noGrp="1"/>
          </p:cNvSpPr>
          <p:nvPr/>
        </p:nvSpPr>
        <p:spPr>
          <a:xfrm xmlns:a="http://schemas.openxmlformats.org/drawingml/2006/main">
            <a:off x="467395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1E059785-C56D-458E-A492-8C8EB20EC9C7}"/>
              </a:ext>
            </a:extLst>
          </p:cNvPr>
          <p:cNvSpPr>
            <a:spLocks xmlns:a="http://schemas.openxmlformats.org/drawingml/2006/main" noGrp="1"/>
          </p:cNvSpPr>
          <p:nvPr/>
        </p:nvSpPr>
        <p:spPr>
          <a:xfrm xmlns:a="http://schemas.openxmlformats.org/drawingml/2006/main">
            <a:off x="475295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CB9"/>
          </a:solidFill>
          <a:ln xmlns:a="http://schemas.openxmlformats.org/drawingml/2006/main" w="2292">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0D87A221-DD59-4751-B959-2CBCE6A07094}"/>
              </a:ext>
            </a:extLst>
          </p:cNvPr>
          <p:cNvSpPr>
            <a:spLocks xmlns:a="http://schemas.openxmlformats.org/drawingml/2006/main" noGrp="1"/>
          </p:cNvSpPr>
          <p:nvPr/>
        </p:nvSpPr>
        <p:spPr>
          <a:xfrm xmlns:a="http://schemas.openxmlformats.org/drawingml/2006/main">
            <a:off x="483196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3C0"/>
          </a:solidFill>
          <a:ln xmlns:a="http://schemas.openxmlformats.org/drawingml/2006/main" w="2292">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18331006-089A-45E5-834D-3F0E14EA7F2B}"/>
              </a:ext>
            </a:extLst>
          </p:cNvPr>
          <p:cNvSpPr>
            <a:spLocks xmlns:a="http://schemas.openxmlformats.org/drawingml/2006/main" noGrp="1"/>
          </p:cNvSpPr>
          <p:nvPr/>
        </p:nvSpPr>
        <p:spPr>
          <a:xfrm xmlns:a="http://schemas.openxmlformats.org/drawingml/2006/main">
            <a:off x="491096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DA9"/>
          </a:solidFill>
          <a:ln xmlns:a="http://schemas.openxmlformats.org/drawingml/2006/main" w="2292">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7738D023-3038-4F93-9EE1-03E0D21E5B4B}"/>
              </a:ext>
            </a:extLst>
          </p:cNvPr>
          <p:cNvSpPr>
            <a:spLocks xmlns:a="http://schemas.openxmlformats.org/drawingml/2006/main" noGrp="1"/>
          </p:cNvSpPr>
          <p:nvPr/>
        </p:nvSpPr>
        <p:spPr>
          <a:xfrm xmlns:a="http://schemas.openxmlformats.org/drawingml/2006/main">
            <a:off x="4989965"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2AE"/>
          </a:solidFill>
          <a:ln xmlns:a="http://schemas.openxmlformats.org/drawingml/2006/main" w="2292">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A6D11C06-F07C-4738-BE52-C4DDDAAC3AC5}"/>
              </a:ext>
            </a:extLst>
          </p:cNvPr>
          <p:cNvSpPr>
            <a:spLocks xmlns:a="http://schemas.openxmlformats.org/drawingml/2006/main" noGrp="1"/>
          </p:cNvSpPr>
          <p:nvPr/>
        </p:nvSpPr>
        <p:spPr>
          <a:xfrm xmlns:a="http://schemas.openxmlformats.org/drawingml/2006/main">
            <a:off x="506896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EAA"/>
          </a:solidFill>
          <a:ln xmlns:a="http://schemas.openxmlformats.org/drawingml/2006/main" w="2292">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C01694AE-6249-4F14-9CD4-5BA2A7EE2C69}"/>
              </a:ext>
            </a:extLst>
          </p:cNvPr>
          <p:cNvSpPr>
            <a:spLocks xmlns:a="http://schemas.openxmlformats.org/drawingml/2006/main" noGrp="1"/>
          </p:cNvSpPr>
          <p:nvPr/>
        </p:nvSpPr>
        <p:spPr>
          <a:xfrm xmlns:a="http://schemas.openxmlformats.org/drawingml/2006/main">
            <a:off x="514797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7C4"/>
          </a:solidFill>
          <a:ln xmlns:a="http://schemas.openxmlformats.org/drawingml/2006/main" w="2292">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A61DBADE-F9DF-4C7E-8097-31AEAE631361}"/>
              </a:ext>
            </a:extLst>
          </p:cNvPr>
          <p:cNvSpPr>
            <a:spLocks xmlns:a="http://schemas.openxmlformats.org/drawingml/2006/main" noGrp="1"/>
          </p:cNvSpPr>
          <p:nvPr/>
        </p:nvSpPr>
        <p:spPr>
          <a:xfrm xmlns:a="http://schemas.openxmlformats.org/drawingml/2006/main">
            <a:off x="522697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1AD"/>
          </a:solidFill>
          <a:ln xmlns:a="http://schemas.openxmlformats.org/drawingml/2006/main" w="2292">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B6179254-4626-4C0A-B042-047FC3ED6326}"/>
              </a:ext>
            </a:extLst>
          </p:cNvPr>
          <p:cNvSpPr>
            <a:spLocks xmlns:a="http://schemas.openxmlformats.org/drawingml/2006/main" noGrp="1"/>
          </p:cNvSpPr>
          <p:nvPr/>
        </p:nvSpPr>
        <p:spPr>
          <a:xfrm xmlns:a="http://schemas.openxmlformats.org/drawingml/2006/main">
            <a:off x="530597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CA8"/>
          </a:solidFill>
          <a:ln xmlns:a="http://schemas.openxmlformats.org/drawingml/2006/main" w="2292">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ACB2065D-1736-4A0C-B5DE-3C45EDA6925B}"/>
              </a:ext>
            </a:extLst>
          </p:cNvPr>
          <p:cNvSpPr>
            <a:spLocks xmlns:a="http://schemas.openxmlformats.org/drawingml/2006/main" noGrp="1"/>
          </p:cNvSpPr>
          <p:nvPr/>
        </p:nvSpPr>
        <p:spPr>
          <a:xfrm xmlns:a="http://schemas.openxmlformats.org/drawingml/2006/main">
            <a:off x="5384977"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7B3"/>
          </a:solidFill>
          <a:ln xmlns:a="http://schemas.openxmlformats.org/drawingml/2006/main" w="2292">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6C39E9B8-E3E3-4C1B-867E-0AC6C10EE893}"/>
              </a:ext>
            </a:extLst>
          </p:cNvPr>
          <p:cNvSpPr>
            <a:spLocks xmlns:a="http://schemas.openxmlformats.org/drawingml/2006/main" noGrp="1"/>
          </p:cNvSpPr>
          <p:nvPr/>
        </p:nvSpPr>
        <p:spPr>
          <a:xfrm xmlns:a="http://schemas.openxmlformats.org/drawingml/2006/main">
            <a:off x="546398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A918C"/>
          </a:solidFill>
          <a:ln xmlns:a="http://schemas.openxmlformats.org/drawingml/2006/main" w="2292">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C2F18022-67F7-415A-8BC2-7EC93CE27E97}"/>
              </a:ext>
            </a:extLst>
          </p:cNvPr>
          <p:cNvSpPr>
            <a:spLocks xmlns:a="http://schemas.openxmlformats.org/drawingml/2006/main" noGrp="1"/>
          </p:cNvSpPr>
          <p:nvPr/>
        </p:nvSpPr>
        <p:spPr>
          <a:xfrm xmlns:a="http://schemas.openxmlformats.org/drawingml/2006/main">
            <a:off x="554298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1"/>
          </a:solidFill>
          <a:ln xmlns:a="http://schemas.openxmlformats.org/drawingml/2006/main" w="2292">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E607590A-70D6-4DCD-8B53-290250CFE085}"/>
              </a:ext>
            </a:extLst>
          </p:cNvPr>
          <p:cNvSpPr>
            <a:spLocks xmlns:a="http://schemas.openxmlformats.org/drawingml/2006/main" noGrp="1"/>
          </p:cNvSpPr>
          <p:nvPr/>
        </p:nvSpPr>
        <p:spPr>
          <a:xfrm xmlns:a="http://schemas.openxmlformats.org/drawingml/2006/main">
            <a:off x="562198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E99"/>
          </a:solidFill>
          <a:ln xmlns:a="http://schemas.openxmlformats.org/drawingml/2006/main" w="2292">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2D864253-3C9D-4B87-ABD9-05832C92D964}"/>
              </a:ext>
            </a:extLst>
          </p:cNvPr>
          <p:cNvSpPr>
            <a:spLocks xmlns:a="http://schemas.openxmlformats.org/drawingml/2006/main" noGrp="1"/>
          </p:cNvSpPr>
          <p:nvPr/>
        </p:nvSpPr>
        <p:spPr>
          <a:xfrm xmlns:a="http://schemas.openxmlformats.org/drawingml/2006/main">
            <a:off x="570098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C97"/>
          </a:solidFill>
          <a:ln xmlns:a="http://schemas.openxmlformats.org/drawingml/2006/main" w="2292">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05E48028-9BD1-445A-B8B5-88A6D63277E8}"/>
              </a:ext>
            </a:extLst>
          </p:cNvPr>
          <p:cNvSpPr>
            <a:spLocks xmlns:a="http://schemas.openxmlformats.org/drawingml/2006/main" noGrp="1"/>
          </p:cNvSpPr>
          <p:nvPr/>
        </p:nvSpPr>
        <p:spPr>
          <a:xfrm xmlns:a="http://schemas.openxmlformats.org/drawingml/2006/main">
            <a:off x="5779990"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4E349E32-34BF-454C-9F33-CF207D873DCB}"/>
              </a:ext>
            </a:extLst>
          </p:cNvPr>
          <p:cNvSpPr>
            <a:spLocks xmlns:a="http://schemas.openxmlformats.org/drawingml/2006/main" noGrp="1"/>
          </p:cNvSpPr>
          <p:nvPr/>
        </p:nvSpPr>
        <p:spPr>
          <a:xfrm xmlns:a="http://schemas.openxmlformats.org/drawingml/2006/main">
            <a:off x="585899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2A6F09DB-EAE5-4D56-8EE0-1316A682FA30}"/>
              </a:ext>
            </a:extLst>
          </p:cNvPr>
          <p:cNvSpPr>
            <a:spLocks xmlns:a="http://schemas.openxmlformats.org/drawingml/2006/main" noGrp="1"/>
          </p:cNvSpPr>
          <p:nvPr/>
        </p:nvSpPr>
        <p:spPr>
          <a:xfrm xmlns:a="http://schemas.openxmlformats.org/drawingml/2006/main">
            <a:off x="593799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9B6"/>
          </a:solidFill>
          <a:ln xmlns:a="http://schemas.openxmlformats.org/drawingml/2006/main" w="2292">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0361FD0A-ADCF-4C7D-8B33-2A9255ACEB50}"/>
              </a:ext>
            </a:extLst>
          </p:cNvPr>
          <p:cNvSpPr>
            <a:spLocks xmlns:a="http://schemas.openxmlformats.org/drawingml/2006/main" noGrp="1"/>
          </p:cNvSpPr>
          <p:nvPr/>
        </p:nvSpPr>
        <p:spPr>
          <a:xfrm xmlns:a="http://schemas.openxmlformats.org/drawingml/2006/main">
            <a:off x="601699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F64FDD09-128D-4C35-A242-6F4E1298B376}"/>
              </a:ext>
            </a:extLst>
          </p:cNvPr>
          <p:cNvSpPr>
            <a:spLocks xmlns:a="http://schemas.openxmlformats.org/drawingml/2006/main" noGrp="1"/>
          </p:cNvSpPr>
          <p:nvPr/>
        </p:nvSpPr>
        <p:spPr>
          <a:xfrm xmlns:a="http://schemas.openxmlformats.org/drawingml/2006/main">
            <a:off x="609600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CDA"/>
          </a:solidFill>
          <a:ln xmlns:a="http://schemas.openxmlformats.org/drawingml/2006/main" w="2292">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519B7BAD-097C-4171-AEA2-C84915FF1E85}"/>
              </a:ext>
            </a:extLst>
          </p:cNvPr>
          <p:cNvSpPr>
            <a:spLocks xmlns:a="http://schemas.openxmlformats.org/drawingml/2006/main" noGrp="1"/>
          </p:cNvSpPr>
          <p:nvPr/>
        </p:nvSpPr>
        <p:spPr>
          <a:xfrm xmlns:a="http://schemas.openxmlformats.org/drawingml/2006/main">
            <a:off x="6175002"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9B5"/>
          </a:solidFill>
          <a:ln xmlns:a="http://schemas.openxmlformats.org/drawingml/2006/main" w="2292">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A2EBB515-9D16-4DCA-A2FE-90503AB1C199}"/>
              </a:ext>
            </a:extLst>
          </p:cNvPr>
          <p:cNvSpPr>
            <a:spLocks xmlns:a="http://schemas.openxmlformats.org/drawingml/2006/main" noGrp="1"/>
          </p:cNvSpPr>
          <p:nvPr/>
        </p:nvSpPr>
        <p:spPr>
          <a:xfrm xmlns:a="http://schemas.openxmlformats.org/drawingml/2006/main">
            <a:off x="625400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6D4"/>
          </a:solidFill>
          <a:ln xmlns:a="http://schemas.openxmlformats.org/drawingml/2006/main" w="2292">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3F901ADB-EA68-445F-B606-49E0D80A5126}"/>
              </a:ext>
            </a:extLst>
          </p:cNvPr>
          <p:cNvSpPr>
            <a:spLocks xmlns:a="http://schemas.openxmlformats.org/drawingml/2006/main" noGrp="1"/>
          </p:cNvSpPr>
          <p:nvPr/>
        </p:nvSpPr>
        <p:spPr>
          <a:xfrm xmlns:a="http://schemas.openxmlformats.org/drawingml/2006/main">
            <a:off x="6333008"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A314FEFD-7B89-4ED3-806E-C21EE51527BE}"/>
              </a:ext>
            </a:extLst>
          </p:cNvPr>
          <p:cNvSpPr>
            <a:spLocks xmlns:a="http://schemas.openxmlformats.org/drawingml/2006/main" noGrp="1"/>
          </p:cNvSpPr>
          <p:nvPr/>
        </p:nvSpPr>
        <p:spPr>
          <a:xfrm xmlns:a="http://schemas.openxmlformats.org/drawingml/2006/main">
            <a:off x="641201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6BDB6E80-2BC2-4469-A36F-C79B6927C39E}"/>
              </a:ext>
            </a:extLst>
          </p:cNvPr>
          <p:cNvSpPr>
            <a:spLocks xmlns:a="http://schemas.openxmlformats.org/drawingml/2006/main" noGrp="1"/>
          </p:cNvSpPr>
          <p:nvPr/>
        </p:nvSpPr>
        <p:spPr>
          <a:xfrm xmlns:a="http://schemas.openxmlformats.org/drawingml/2006/main">
            <a:off x="649101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9C7"/>
          </a:solidFill>
          <a:ln xmlns:a="http://schemas.openxmlformats.org/drawingml/2006/main" w="2292">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27F068F7-79FA-40D2-A32F-3CD3F2C94087}"/>
              </a:ext>
            </a:extLst>
          </p:cNvPr>
          <p:cNvSpPr>
            <a:spLocks xmlns:a="http://schemas.openxmlformats.org/drawingml/2006/main" noGrp="1"/>
          </p:cNvSpPr>
          <p:nvPr/>
        </p:nvSpPr>
        <p:spPr>
          <a:xfrm xmlns:a="http://schemas.openxmlformats.org/drawingml/2006/main">
            <a:off x="6570015"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F67F7391-5490-491F-B621-138EFEC10B0C}"/>
              </a:ext>
            </a:extLst>
          </p:cNvPr>
          <p:cNvSpPr>
            <a:spLocks xmlns:a="http://schemas.openxmlformats.org/drawingml/2006/main" noGrp="1"/>
          </p:cNvSpPr>
          <p:nvPr/>
        </p:nvSpPr>
        <p:spPr>
          <a:xfrm xmlns:a="http://schemas.openxmlformats.org/drawingml/2006/main">
            <a:off x="6649018"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7C5"/>
          </a:solidFill>
          <a:ln xmlns:a="http://schemas.openxmlformats.org/drawingml/2006/main" w="2292">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9AE7AF67-6555-42C7-BDEB-2A742FA1AE10}"/>
              </a:ext>
            </a:extLst>
          </p:cNvPr>
          <p:cNvSpPr>
            <a:spLocks xmlns:a="http://schemas.openxmlformats.org/drawingml/2006/main" noGrp="1"/>
          </p:cNvSpPr>
          <p:nvPr/>
        </p:nvSpPr>
        <p:spPr>
          <a:xfrm xmlns:a="http://schemas.openxmlformats.org/drawingml/2006/main">
            <a:off x="672802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7B4000D7-70A2-4761-BBD2-DEEF695B9A68}"/>
              </a:ext>
            </a:extLst>
          </p:cNvPr>
          <p:cNvSpPr>
            <a:spLocks xmlns:a="http://schemas.openxmlformats.org/drawingml/2006/main" noGrp="1"/>
          </p:cNvSpPr>
          <p:nvPr/>
        </p:nvSpPr>
        <p:spPr>
          <a:xfrm xmlns:a="http://schemas.openxmlformats.org/drawingml/2006/main">
            <a:off x="6807023"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AEB3C268-7E7B-4B87-88DA-735971198E4A}"/>
              </a:ext>
            </a:extLst>
          </p:cNvPr>
          <p:cNvSpPr>
            <a:spLocks xmlns:a="http://schemas.openxmlformats.org/drawingml/2006/main" noGrp="1"/>
          </p:cNvSpPr>
          <p:nvPr/>
        </p:nvSpPr>
        <p:spPr>
          <a:xfrm xmlns:a="http://schemas.openxmlformats.org/drawingml/2006/main">
            <a:off x="688602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EBB"/>
          </a:solidFill>
          <a:ln xmlns:a="http://schemas.openxmlformats.org/drawingml/2006/main" w="2292">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943C7D3F-96EB-4BC7-B1E4-6749DF767B2C}"/>
              </a:ext>
            </a:extLst>
          </p:cNvPr>
          <p:cNvSpPr>
            <a:spLocks xmlns:a="http://schemas.openxmlformats.org/drawingml/2006/main" noGrp="1"/>
          </p:cNvSpPr>
          <p:nvPr/>
        </p:nvSpPr>
        <p:spPr>
          <a:xfrm xmlns:a="http://schemas.openxmlformats.org/drawingml/2006/main">
            <a:off x="6965027"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B0AD"/>
          </a:solidFill>
          <a:ln xmlns:a="http://schemas.openxmlformats.org/drawingml/2006/main" w="2292">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5650E57E-D72D-49EF-B8B5-64399DA5BB58}"/>
              </a:ext>
            </a:extLst>
          </p:cNvPr>
          <p:cNvSpPr>
            <a:spLocks xmlns:a="http://schemas.openxmlformats.org/drawingml/2006/main" noGrp="1"/>
          </p:cNvSpPr>
          <p:nvPr/>
        </p:nvSpPr>
        <p:spPr>
          <a:xfrm xmlns:a="http://schemas.openxmlformats.org/drawingml/2006/main">
            <a:off x="704403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8B5"/>
          </a:solidFill>
          <a:ln xmlns:a="http://schemas.openxmlformats.org/drawingml/2006/main" w="2292">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8AD72C5C-3C9C-4BCE-B180-82EFB90F2C19}"/>
              </a:ext>
            </a:extLst>
          </p:cNvPr>
          <p:cNvSpPr>
            <a:spLocks xmlns:a="http://schemas.openxmlformats.org/drawingml/2006/main" noGrp="1"/>
          </p:cNvSpPr>
          <p:nvPr/>
        </p:nvSpPr>
        <p:spPr>
          <a:xfrm xmlns:a="http://schemas.openxmlformats.org/drawingml/2006/main">
            <a:off x="7123033"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3D1"/>
          </a:solidFill>
          <a:ln xmlns:a="http://schemas.openxmlformats.org/drawingml/2006/main" w="2292">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9A0D0B6A-EDC5-4D74-AE0B-F58B1FB6504B}"/>
              </a:ext>
            </a:extLst>
          </p:cNvPr>
          <p:cNvSpPr>
            <a:spLocks xmlns:a="http://schemas.openxmlformats.org/drawingml/2006/main" noGrp="1"/>
          </p:cNvSpPr>
          <p:nvPr/>
        </p:nvSpPr>
        <p:spPr>
          <a:xfrm xmlns:a="http://schemas.openxmlformats.org/drawingml/2006/main">
            <a:off x="720203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4E3"/>
          </a:solidFill>
          <a:ln xmlns:a="http://schemas.openxmlformats.org/drawingml/2006/main" w="2292">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1415F786-814B-4E48-ADFB-E1AB9B9D5CCD}"/>
              </a:ext>
            </a:extLst>
          </p:cNvPr>
          <p:cNvSpPr>
            <a:spLocks xmlns:a="http://schemas.openxmlformats.org/drawingml/2006/main" noGrp="1"/>
          </p:cNvSpPr>
          <p:nvPr/>
        </p:nvSpPr>
        <p:spPr>
          <a:xfrm xmlns:a="http://schemas.openxmlformats.org/drawingml/2006/main">
            <a:off x="7281038"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CDA"/>
          </a:solidFill>
          <a:ln xmlns:a="http://schemas.openxmlformats.org/drawingml/2006/main" w="2292">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0377E5C6-A451-4369-8DF7-21F8F1531098}"/>
              </a:ext>
            </a:extLst>
          </p:cNvPr>
          <p:cNvSpPr>
            <a:spLocks xmlns:a="http://schemas.openxmlformats.org/drawingml/2006/main" noGrp="1"/>
          </p:cNvSpPr>
          <p:nvPr/>
        </p:nvSpPr>
        <p:spPr>
          <a:xfrm xmlns:a="http://schemas.openxmlformats.org/drawingml/2006/main">
            <a:off x="7360040"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722EDE07-6D0D-4F66-B46F-CE5C249B056E}"/>
              </a:ext>
            </a:extLst>
          </p:cNvPr>
          <p:cNvSpPr>
            <a:spLocks xmlns:a="http://schemas.openxmlformats.org/drawingml/2006/main" noGrp="1"/>
          </p:cNvSpPr>
          <p:nvPr/>
        </p:nvSpPr>
        <p:spPr>
          <a:xfrm xmlns:a="http://schemas.openxmlformats.org/drawingml/2006/main">
            <a:off x="7439043"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FFDBB954-9745-42C6-918D-AD2DA9463C4F}"/>
              </a:ext>
            </a:extLst>
          </p:cNvPr>
          <p:cNvSpPr>
            <a:spLocks xmlns:a="http://schemas.openxmlformats.org/drawingml/2006/main" noGrp="1"/>
          </p:cNvSpPr>
          <p:nvPr/>
        </p:nvSpPr>
        <p:spPr>
          <a:xfrm xmlns:a="http://schemas.openxmlformats.org/drawingml/2006/main">
            <a:off x="751804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84220910-98A6-4B10-90DF-3E1636D80340}"/>
              </a:ext>
            </a:extLst>
          </p:cNvPr>
          <p:cNvSpPr>
            <a:spLocks xmlns:a="http://schemas.openxmlformats.org/drawingml/2006/main" noGrp="1"/>
          </p:cNvSpPr>
          <p:nvPr/>
        </p:nvSpPr>
        <p:spPr>
          <a:xfrm xmlns:a="http://schemas.openxmlformats.org/drawingml/2006/main">
            <a:off x="7597048"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33A51F6B-3566-408D-8F32-4698C183F327}"/>
              </a:ext>
            </a:extLst>
          </p:cNvPr>
          <p:cNvSpPr>
            <a:spLocks xmlns:a="http://schemas.openxmlformats.org/drawingml/2006/main" noGrp="1"/>
          </p:cNvSpPr>
          <p:nvPr/>
        </p:nvSpPr>
        <p:spPr>
          <a:xfrm xmlns:a="http://schemas.openxmlformats.org/drawingml/2006/main">
            <a:off x="8071063"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7B50CCFE-070A-4448-8980-B969F620CE4A}"/>
              </a:ext>
            </a:extLst>
          </p:cNvPr>
          <p:cNvSpPr>
            <a:spLocks xmlns:a="http://schemas.openxmlformats.org/drawingml/2006/main" noGrp="1"/>
          </p:cNvSpPr>
          <p:nvPr/>
        </p:nvSpPr>
        <p:spPr>
          <a:xfrm xmlns:a="http://schemas.openxmlformats.org/drawingml/2006/main">
            <a:off x="427894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EA47FFF7-8039-43D6-895F-78F61F43FB3A}"/>
              </a:ext>
            </a:extLst>
          </p:cNvPr>
          <p:cNvSpPr>
            <a:spLocks xmlns:a="http://schemas.openxmlformats.org/drawingml/2006/main" noGrp="1"/>
          </p:cNvSpPr>
          <p:nvPr/>
        </p:nvSpPr>
        <p:spPr>
          <a:xfrm xmlns:a="http://schemas.openxmlformats.org/drawingml/2006/main">
            <a:off x="435794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EB64A1CF-0CE0-47D1-976A-110DC5A3A0EF}"/>
              </a:ext>
            </a:extLst>
          </p:cNvPr>
          <p:cNvSpPr>
            <a:spLocks xmlns:a="http://schemas.openxmlformats.org/drawingml/2006/main" noGrp="1"/>
          </p:cNvSpPr>
          <p:nvPr/>
        </p:nvSpPr>
        <p:spPr>
          <a:xfrm xmlns:a="http://schemas.openxmlformats.org/drawingml/2006/main">
            <a:off x="443694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1A823F5B-6438-4550-84F2-00AC47B80046}"/>
              </a:ext>
            </a:extLst>
          </p:cNvPr>
          <p:cNvSpPr>
            <a:spLocks xmlns:a="http://schemas.openxmlformats.org/drawingml/2006/main" noGrp="1"/>
          </p:cNvSpPr>
          <p:nvPr/>
        </p:nvSpPr>
        <p:spPr>
          <a:xfrm xmlns:a="http://schemas.openxmlformats.org/drawingml/2006/main">
            <a:off x="451595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BE247DD6-2C2B-4CE9-9E96-84E1B1644637}"/>
              </a:ext>
            </a:extLst>
          </p:cNvPr>
          <p:cNvSpPr>
            <a:spLocks xmlns:a="http://schemas.openxmlformats.org/drawingml/2006/main" noGrp="1"/>
          </p:cNvSpPr>
          <p:nvPr/>
        </p:nvSpPr>
        <p:spPr>
          <a:xfrm xmlns:a="http://schemas.openxmlformats.org/drawingml/2006/main">
            <a:off x="4594952"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8FD105EF-ED35-4BA4-BF26-BCAC6E8178D8}"/>
              </a:ext>
            </a:extLst>
          </p:cNvPr>
          <p:cNvSpPr>
            <a:spLocks xmlns:a="http://schemas.openxmlformats.org/drawingml/2006/main" noGrp="1"/>
          </p:cNvSpPr>
          <p:nvPr/>
        </p:nvSpPr>
        <p:spPr>
          <a:xfrm xmlns:a="http://schemas.openxmlformats.org/drawingml/2006/main">
            <a:off x="467395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C8121BCA-B44F-488B-BF4E-D5F7D7BE60DB}"/>
              </a:ext>
            </a:extLst>
          </p:cNvPr>
          <p:cNvSpPr>
            <a:spLocks xmlns:a="http://schemas.openxmlformats.org/drawingml/2006/main" noGrp="1"/>
          </p:cNvSpPr>
          <p:nvPr/>
        </p:nvSpPr>
        <p:spPr>
          <a:xfrm xmlns:a="http://schemas.openxmlformats.org/drawingml/2006/main">
            <a:off x="475295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3C0"/>
          </a:solidFill>
          <a:ln xmlns:a="http://schemas.openxmlformats.org/drawingml/2006/main" w="2292">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058A5129-52CF-4D0B-96CA-C07C42CC4025}"/>
              </a:ext>
            </a:extLst>
          </p:cNvPr>
          <p:cNvSpPr>
            <a:spLocks xmlns:a="http://schemas.openxmlformats.org/drawingml/2006/main" noGrp="1"/>
          </p:cNvSpPr>
          <p:nvPr/>
        </p:nvSpPr>
        <p:spPr>
          <a:xfrm xmlns:a="http://schemas.openxmlformats.org/drawingml/2006/main">
            <a:off x="483196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DA9"/>
          </a:solidFill>
          <a:ln xmlns:a="http://schemas.openxmlformats.org/drawingml/2006/main" w="2292">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4324AB15-C750-4707-8F12-299E4167404C}"/>
              </a:ext>
            </a:extLst>
          </p:cNvPr>
          <p:cNvSpPr>
            <a:spLocks xmlns:a="http://schemas.openxmlformats.org/drawingml/2006/main" noGrp="1"/>
          </p:cNvSpPr>
          <p:nvPr/>
        </p:nvSpPr>
        <p:spPr>
          <a:xfrm xmlns:a="http://schemas.openxmlformats.org/drawingml/2006/main">
            <a:off x="491096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583D9691-F9D3-4A86-BBD9-42D95D91F090}"/>
              </a:ext>
            </a:extLst>
          </p:cNvPr>
          <p:cNvSpPr>
            <a:spLocks xmlns:a="http://schemas.openxmlformats.org/drawingml/2006/main" noGrp="1"/>
          </p:cNvSpPr>
          <p:nvPr/>
        </p:nvSpPr>
        <p:spPr>
          <a:xfrm xmlns:a="http://schemas.openxmlformats.org/drawingml/2006/main">
            <a:off x="4989965"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3C0"/>
          </a:solidFill>
          <a:ln xmlns:a="http://schemas.openxmlformats.org/drawingml/2006/main" w="2292">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904ED05E-0546-46C6-85C6-F6BC949B3F38}"/>
              </a:ext>
            </a:extLst>
          </p:cNvPr>
          <p:cNvSpPr>
            <a:spLocks xmlns:a="http://schemas.openxmlformats.org/drawingml/2006/main" noGrp="1"/>
          </p:cNvSpPr>
          <p:nvPr/>
        </p:nvSpPr>
        <p:spPr>
          <a:xfrm xmlns:a="http://schemas.openxmlformats.org/drawingml/2006/main">
            <a:off x="506896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3C0"/>
          </a:solidFill>
          <a:ln xmlns:a="http://schemas.openxmlformats.org/drawingml/2006/main" w="2292">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07F790EB-7A6F-42A6-BA88-7F59567F4C61}"/>
              </a:ext>
            </a:extLst>
          </p:cNvPr>
          <p:cNvSpPr>
            <a:spLocks xmlns:a="http://schemas.openxmlformats.org/drawingml/2006/main" noGrp="1"/>
          </p:cNvSpPr>
          <p:nvPr/>
        </p:nvSpPr>
        <p:spPr>
          <a:xfrm xmlns:a="http://schemas.openxmlformats.org/drawingml/2006/main">
            <a:off x="514797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CFCD"/>
          </a:solidFill>
          <a:ln xmlns:a="http://schemas.openxmlformats.org/drawingml/2006/main" w="2292">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DED1FE53-4839-41B1-A295-B8930C03E7CF}"/>
              </a:ext>
            </a:extLst>
          </p:cNvPr>
          <p:cNvSpPr>
            <a:spLocks xmlns:a="http://schemas.openxmlformats.org/drawingml/2006/main" noGrp="1"/>
          </p:cNvSpPr>
          <p:nvPr/>
        </p:nvSpPr>
        <p:spPr>
          <a:xfrm xmlns:a="http://schemas.openxmlformats.org/drawingml/2006/main">
            <a:off x="522697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8C6"/>
          </a:solidFill>
          <a:ln xmlns:a="http://schemas.openxmlformats.org/drawingml/2006/main" w="2292">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46E86C32-E4B8-48EB-9FF3-757D9C2DC69E}"/>
              </a:ext>
            </a:extLst>
          </p:cNvPr>
          <p:cNvSpPr>
            <a:spLocks xmlns:a="http://schemas.openxmlformats.org/drawingml/2006/main" noGrp="1"/>
          </p:cNvSpPr>
          <p:nvPr/>
        </p:nvSpPr>
        <p:spPr>
          <a:xfrm xmlns:a="http://schemas.openxmlformats.org/drawingml/2006/main">
            <a:off x="530597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22D2B95D-2EE2-4B63-BE7C-897BDBC59239}"/>
              </a:ext>
            </a:extLst>
          </p:cNvPr>
          <p:cNvSpPr>
            <a:spLocks xmlns:a="http://schemas.openxmlformats.org/drawingml/2006/main" noGrp="1"/>
          </p:cNvSpPr>
          <p:nvPr/>
        </p:nvSpPr>
        <p:spPr>
          <a:xfrm xmlns:a="http://schemas.openxmlformats.org/drawingml/2006/main">
            <a:off x="5384977"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9590"/>
          </a:solidFill>
          <a:ln xmlns:a="http://schemas.openxmlformats.org/drawingml/2006/main" w="2292">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3C92FDBF-398A-4890-879C-2C42DC1FB8D6}"/>
              </a:ext>
            </a:extLst>
          </p:cNvPr>
          <p:cNvSpPr>
            <a:spLocks xmlns:a="http://schemas.openxmlformats.org/drawingml/2006/main" noGrp="1"/>
          </p:cNvSpPr>
          <p:nvPr/>
        </p:nvSpPr>
        <p:spPr>
          <a:xfrm xmlns:a="http://schemas.openxmlformats.org/drawingml/2006/main">
            <a:off x="546398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601A3BCA-3718-4C05-B1A5-D9F183AA4A83}"/>
              </a:ext>
            </a:extLst>
          </p:cNvPr>
          <p:cNvSpPr>
            <a:spLocks xmlns:a="http://schemas.openxmlformats.org/drawingml/2006/main" noGrp="1"/>
          </p:cNvSpPr>
          <p:nvPr/>
        </p:nvSpPr>
        <p:spPr>
          <a:xfrm xmlns:a="http://schemas.openxmlformats.org/drawingml/2006/main">
            <a:off x="554298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9893"/>
          </a:solidFill>
          <a:ln xmlns:a="http://schemas.openxmlformats.org/drawingml/2006/main" w="2292">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9AD8A613-4368-433B-B067-BC4710802D89}"/>
              </a:ext>
            </a:extLst>
          </p:cNvPr>
          <p:cNvSpPr>
            <a:spLocks xmlns:a="http://schemas.openxmlformats.org/drawingml/2006/main" noGrp="1"/>
          </p:cNvSpPr>
          <p:nvPr/>
        </p:nvSpPr>
        <p:spPr>
          <a:xfrm xmlns:a="http://schemas.openxmlformats.org/drawingml/2006/main">
            <a:off x="562198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4A0C6D00-D5F8-48C9-863F-CA56B92EE20D}"/>
              </a:ext>
            </a:extLst>
          </p:cNvPr>
          <p:cNvSpPr>
            <a:spLocks xmlns:a="http://schemas.openxmlformats.org/drawingml/2006/main" noGrp="1"/>
          </p:cNvSpPr>
          <p:nvPr/>
        </p:nvSpPr>
        <p:spPr>
          <a:xfrm xmlns:a="http://schemas.openxmlformats.org/drawingml/2006/main">
            <a:off x="570098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EA64CA4F-A994-4610-9C71-9FD43DAD437C}"/>
              </a:ext>
            </a:extLst>
          </p:cNvPr>
          <p:cNvSpPr>
            <a:spLocks xmlns:a="http://schemas.openxmlformats.org/drawingml/2006/main" noGrp="1"/>
          </p:cNvSpPr>
          <p:nvPr/>
        </p:nvSpPr>
        <p:spPr>
          <a:xfrm xmlns:a="http://schemas.openxmlformats.org/drawingml/2006/main">
            <a:off x="5779990"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D2A6C390-6DF5-4CBF-A8E9-59085CDA0AC0}"/>
              </a:ext>
            </a:extLst>
          </p:cNvPr>
          <p:cNvSpPr>
            <a:spLocks xmlns:a="http://schemas.openxmlformats.org/drawingml/2006/main" noGrp="1"/>
          </p:cNvSpPr>
          <p:nvPr/>
        </p:nvSpPr>
        <p:spPr>
          <a:xfrm xmlns:a="http://schemas.openxmlformats.org/drawingml/2006/main">
            <a:off x="585899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602357A2-875B-46A9-9E91-C7C8F92969FD}"/>
              </a:ext>
            </a:extLst>
          </p:cNvPr>
          <p:cNvSpPr>
            <a:spLocks xmlns:a="http://schemas.openxmlformats.org/drawingml/2006/main" noGrp="1"/>
          </p:cNvSpPr>
          <p:nvPr/>
        </p:nvSpPr>
        <p:spPr>
          <a:xfrm xmlns:a="http://schemas.openxmlformats.org/drawingml/2006/main">
            <a:off x="593799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1FEA963F-1091-4ABC-8E75-CDE04E2EC535}"/>
              </a:ext>
            </a:extLst>
          </p:cNvPr>
          <p:cNvSpPr>
            <a:spLocks xmlns:a="http://schemas.openxmlformats.org/drawingml/2006/main" noGrp="1"/>
          </p:cNvSpPr>
          <p:nvPr/>
        </p:nvSpPr>
        <p:spPr>
          <a:xfrm xmlns:a="http://schemas.openxmlformats.org/drawingml/2006/main">
            <a:off x="601699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DDB"/>
          </a:solidFill>
          <a:ln xmlns:a="http://schemas.openxmlformats.org/drawingml/2006/main" w="2292">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4D27A0CD-5DF0-4946-AD24-AA96088C7361}"/>
              </a:ext>
            </a:extLst>
          </p:cNvPr>
          <p:cNvSpPr>
            <a:spLocks xmlns:a="http://schemas.openxmlformats.org/drawingml/2006/main" noGrp="1"/>
          </p:cNvSpPr>
          <p:nvPr/>
        </p:nvSpPr>
        <p:spPr>
          <a:xfrm xmlns:a="http://schemas.openxmlformats.org/drawingml/2006/main">
            <a:off x="609600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44108733-A233-4634-B514-D960FCB3B27D}"/>
              </a:ext>
            </a:extLst>
          </p:cNvPr>
          <p:cNvSpPr>
            <a:spLocks xmlns:a="http://schemas.openxmlformats.org/drawingml/2006/main" noGrp="1"/>
          </p:cNvSpPr>
          <p:nvPr/>
        </p:nvSpPr>
        <p:spPr>
          <a:xfrm xmlns:a="http://schemas.openxmlformats.org/drawingml/2006/main">
            <a:off x="6175002"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3AF"/>
          </a:solidFill>
          <a:ln xmlns:a="http://schemas.openxmlformats.org/drawingml/2006/main" w="2292">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CAB933E0-8835-46BB-AD67-DAD15A508807}"/>
              </a:ext>
            </a:extLst>
          </p:cNvPr>
          <p:cNvSpPr>
            <a:spLocks xmlns:a="http://schemas.openxmlformats.org/drawingml/2006/main" noGrp="1"/>
          </p:cNvSpPr>
          <p:nvPr/>
        </p:nvSpPr>
        <p:spPr>
          <a:xfrm xmlns:a="http://schemas.openxmlformats.org/drawingml/2006/main">
            <a:off x="625400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E3E893D4-A92E-4922-9B1C-7FCA92A456D5}"/>
              </a:ext>
            </a:extLst>
          </p:cNvPr>
          <p:cNvSpPr>
            <a:spLocks xmlns:a="http://schemas.openxmlformats.org/drawingml/2006/main" noGrp="1"/>
          </p:cNvSpPr>
          <p:nvPr/>
        </p:nvSpPr>
        <p:spPr>
          <a:xfrm xmlns:a="http://schemas.openxmlformats.org/drawingml/2006/main">
            <a:off x="6333008"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2D0"/>
          </a:solidFill>
          <a:ln xmlns:a="http://schemas.openxmlformats.org/drawingml/2006/main" w="2292">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642719A5-C805-4EC5-871E-219BFE2E9D94}"/>
              </a:ext>
            </a:extLst>
          </p:cNvPr>
          <p:cNvSpPr>
            <a:spLocks xmlns:a="http://schemas.openxmlformats.org/drawingml/2006/main" noGrp="1"/>
          </p:cNvSpPr>
          <p:nvPr/>
        </p:nvSpPr>
        <p:spPr>
          <a:xfrm xmlns:a="http://schemas.openxmlformats.org/drawingml/2006/main">
            <a:off x="641201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51AB8900-AADD-4FCF-96D0-0F4534EFC2C0}"/>
              </a:ext>
            </a:extLst>
          </p:cNvPr>
          <p:cNvSpPr>
            <a:spLocks xmlns:a="http://schemas.openxmlformats.org/drawingml/2006/main" noGrp="1"/>
          </p:cNvSpPr>
          <p:nvPr/>
        </p:nvSpPr>
        <p:spPr>
          <a:xfrm xmlns:a="http://schemas.openxmlformats.org/drawingml/2006/main">
            <a:off x="649101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0D1046B5-8145-4B1E-908C-A2C9A9D78615}"/>
              </a:ext>
            </a:extLst>
          </p:cNvPr>
          <p:cNvSpPr>
            <a:spLocks xmlns:a="http://schemas.openxmlformats.org/drawingml/2006/main" noGrp="1"/>
          </p:cNvSpPr>
          <p:nvPr/>
        </p:nvSpPr>
        <p:spPr>
          <a:xfrm xmlns:a="http://schemas.openxmlformats.org/drawingml/2006/main">
            <a:off x="6570015"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EAA"/>
          </a:solidFill>
          <a:ln xmlns:a="http://schemas.openxmlformats.org/drawingml/2006/main" w="2292">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E74A37BD-0B2C-4302-B9B4-C6FDB7FEB4DB}"/>
              </a:ext>
            </a:extLst>
          </p:cNvPr>
          <p:cNvSpPr>
            <a:spLocks xmlns:a="http://schemas.openxmlformats.org/drawingml/2006/main" noGrp="1"/>
          </p:cNvSpPr>
          <p:nvPr/>
        </p:nvSpPr>
        <p:spPr>
          <a:xfrm xmlns:a="http://schemas.openxmlformats.org/drawingml/2006/main">
            <a:off x="6649018"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36E3A4BA-2B46-4062-B4B0-643BAC8CD48B}"/>
              </a:ext>
            </a:extLst>
          </p:cNvPr>
          <p:cNvSpPr>
            <a:spLocks xmlns:a="http://schemas.openxmlformats.org/drawingml/2006/main" noGrp="1"/>
          </p:cNvSpPr>
          <p:nvPr/>
        </p:nvSpPr>
        <p:spPr>
          <a:xfrm xmlns:a="http://schemas.openxmlformats.org/drawingml/2006/main">
            <a:off x="672802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DB077F05-2206-40ED-939E-DF049E3DC74D}"/>
              </a:ext>
            </a:extLst>
          </p:cNvPr>
          <p:cNvSpPr>
            <a:spLocks xmlns:a="http://schemas.openxmlformats.org/drawingml/2006/main" noGrp="1"/>
          </p:cNvSpPr>
          <p:nvPr/>
        </p:nvSpPr>
        <p:spPr>
          <a:xfrm xmlns:a="http://schemas.openxmlformats.org/drawingml/2006/main">
            <a:off x="6807023"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20F3E215-9ABF-415D-89B3-65FCE0715BCA}"/>
              </a:ext>
            </a:extLst>
          </p:cNvPr>
          <p:cNvSpPr>
            <a:spLocks xmlns:a="http://schemas.openxmlformats.org/drawingml/2006/main" noGrp="1"/>
          </p:cNvSpPr>
          <p:nvPr/>
        </p:nvSpPr>
        <p:spPr>
          <a:xfrm xmlns:a="http://schemas.openxmlformats.org/drawingml/2006/main">
            <a:off x="688602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2D0"/>
          </a:solidFill>
          <a:ln xmlns:a="http://schemas.openxmlformats.org/drawingml/2006/main" w="2292">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E51EBB29-6B5B-4C27-8AB2-57BEFDD5D07A}"/>
              </a:ext>
            </a:extLst>
          </p:cNvPr>
          <p:cNvSpPr>
            <a:spLocks xmlns:a="http://schemas.openxmlformats.org/drawingml/2006/main" noGrp="1"/>
          </p:cNvSpPr>
          <p:nvPr/>
        </p:nvSpPr>
        <p:spPr>
          <a:xfrm xmlns:a="http://schemas.openxmlformats.org/drawingml/2006/main">
            <a:off x="6965027"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7C5"/>
          </a:solidFill>
          <a:ln xmlns:a="http://schemas.openxmlformats.org/drawingml/2006/main" w="2292">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67190359-FCDE-4C32-9276-D4346F4B8EA6}"/>
              </a:ext>
            </a:extLst>
          </p:cNvPr>
          <p:cNvSpPr>
            <a:spLocks xmlns:a="http://schemas.openxmlformats.org/drawingml/2006/main" noGrp="1"/>
          </p:cNvSpPr>
          <p:nvPr/>
        </p:nvSpPr>
        <p:spPr>
          <a:xfrm xmlns:a="http://schemas.openxmlformats.org/drawingml/2006/main">
            <a:off x="704403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B0AD"/>
          </a:solidFill>
          <a:ln xmlns:a="http://schemas.openxmlformats.org/drawingml/2006/main" w="2292">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443396E2-D64F-4CE6-9B98-97C5FE287F5C}"/>
              </a:ext>
            </a:extLst>
          </p:cNvPr>
          <p:cNvSpPr>
            <a:spLocks xmlns:a="http://schemas.openxmlformats.org/drawingml/2006/main" noGrp="1"/>
          </p:cNvSpPr>
          <p:nvPr/>
        </p:nvSpPr>
        <p:spPr>
          <a:xfrm xmlns:a="http://schemas.openxmlformats.org/drawingml/2006/main">
            <a:off x="7123033"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EAA"/>
          </a:solidFill>
          <a:ln xmlns:a="http://schemas.openxmlformats.org/drawingml/2006/main" w="2292">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739D0945-E5BF-4BE2-897F-2BEE1FF39458}"/>
              </a:ext>
            </a:extLst>
          </p:cNvPr>
          <p:cNvSpPr>
            <a:spLocks xmlns:a="http://schemas.openxmlformats.org/drawingml/2006/main" noGrp="1"/>
          </p:cNvSpPr>
          <p:nvPr/>
        </p:nvSpPr>
        <p:spPr>
          <a:xfrm xmlns:a="http://schemas.openxmlformats.org/drawingml/2006/main">
            <a:off x="720203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2531EDA5-982E-4258-A6F6-A297CE197530}"/>
              </a:ext>
            </a:extLst>
          </p:cNvPr>
          <p:cNvSpPr>
            <a:spLocks xmlns:a="http://schemas.openxmlformats.org/drawingml/2006/main" noGrp="1"/>
          </p:cNvSpPr>
          <p:nvPr/>
        </p:nvSpPr>
        <p:spPr>
          <a:xfrm xmlns:a="http://schemas.openxmlformats.org/drawingml/2006/main">
            <a:off x="7281038"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C"/>
          </a:solidFill>
          <a:ln xmlns:a="http://schemas.openxmlformats.org/drawingml/2006/main" w="2292">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414C0B8D-00A3-4F26-9F7C-B583BE5C8CF7}"/>
              </a:ext>
            </a:extLst>
          </p:cNvPr>
          <p:cNvSpPr>
            <a:spLocks xmlns:a="http://schemas.openxmlformats.org/drawingml/2006/main" noGrp="1"/>
          </p:cNvSpPr>
          <p:nvPr/>
        </p:nvSpPr>
        <p:spPr>
          <a:xfrm xmlns:a="http://schemas.openxmlformats.org/drawingml/2006/main">
            <a:off x="7360040"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AF0EF"/>
          </a:solidFill>
          <a:ln xmlns:a="http://schemas.openxmlformats.org/drawingml/2006/main" w="2292">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CF14707A-9B24-4AAA-85AB-03A4639FDE7D}"/>
              </a:ext>
            </a:extLst>
          </p:cNvPr>
          <p:cNvSpPr>
            <a:spLocks xmlns:a="http://schemas.openxmlformats.org/drawingml/2006/main" noGrp="1"/>
          </p:cNvSpPr>
          <p:nvPr/>
        </p:nvSpPr>
        <p:spPr>
          <a:xfrm xmlns:a="http://schemas.openxmlformats.org/drawingml/2006/main">
            <a:off x="7439043"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21158D39-4E61-4280-B349-7CF75C08F585}"/>
              </a:ext>
            </a:extLst>
          </p:cNvPr>
          <p:cNvSpPr>
            <a:spLocks xmlns:a="http://schemas.openxmlformats.org/drawingml/2006/main" noGrp="1"/>
          </p:cNvSpPr>
          <p:nvPr/>
        </p:nvSpPr>
        <p:spPr>
          <a:xfrm xmlns:a="http://schemas.openxmlformats.org/drawingml/2006/main">
            <a:off x="751804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C54221C2-A5B2-4430-9DB1-0463931B3336}"/>
              </a:ext>
            </a:extLst>
          </p:cNvPr>
          <p:cNvSpPr>
            <a:spLocks xmlns:a="http://schemas.openxmlformats.org/drawingml/2006/main" noGrp="1"/>
          </p:cNvSpPr>
          <p:nvPr/>
        </p:nvSpPr>
        <p:spPr>
          <a:xfrm xmlns:a="http://schemas.openxmlformats.org/drawingml/2006/main">
            <a:off x="7597048"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6D871DC5-176E-4C09-BB20-D39204EEDA44}"/>
              </a:ext>
            </a:extLst>
          </p:cNvPr>
          <p:cNvSpPr>
            <a:spLocks xmlns:a="http://schemas.openxmlformats.org/drawingml/2006/main" noGrp="1"/>
          </p:cNvSpPr>
          <p:nvPr/>
        </p:nvSpPr>
        <p:spPr>
          <a:xfrm xmlns:a="http://schemas.openxmlformats.org/drawingml/2006/main">
            <a:off x="767605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FC80BCF4-36BE-451F-BC30-2FEF3D4905CA}"/>
              </a:ext>
            </a:extLst>
          </p:cNvPr>
          <p:cNvSpPr>
            <a:spLocks xmlns:a="http://schemas.openxmlformats.org/drawingml/2006/main" noGrp="1"/>
          </p:cNvSpPr>
          <p:nvPr/>
        </p:nvSpPr>
        <p:spPr>
          <a:xfrm xmlns:a="http://schemas.openxmlformats.org/drawingml/2006/main">
            <a:off x="799206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8DD59945-AAE3-4509-B69C-62FFB97FD5F9}"/>
              </a:ext>
            </a:extLst>
          </p:cNvPr>
          <p:cNvSpPr>
            <a:spLocks xmlns:a="http://schemas.openxmlformats.org/drawingml/2006/main" noGrp="1"/>
          </p:cNvSpPr>
          <p:nvPr/>
        </p:nvSpPr>
        <p:spPr>
          <a:xfrm xmlns:a="http://schemas.openxmlformats.org/drawingml/2006/main">
            <a:off x="8071063"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3F983F6F-732D-451A-85C5-1F9FE6D2D282}"/>
              </a:ext>
            </a:extLst>
          </p:cNvPr>
          <p:cNvSpPr>
            <a:spLocks xmlns:a="http://schemas.openxmlformats.org/drawingml/2006/main" noGrp="1"/>
          </p:cNvSpPr>
          <p:nvPr/>
        </p:nvSpPr>
        <p:spPr>
          <a:xfrm xmlns:a="http://schemas.openxmlformats.org/drawingml/2006/main">
            <a:off x="435794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A6B31A56-58A4-4992-92E3-9B9811C99E71}"/>
              </a:ext>
            </a:extLst>
          </p:cNvPr>
          <p:cNvSpPr>
            <a:spLocks xmlns:a="http://schemas.openxmlformats.org/drawingml/2006/main" noGrp="1"/>
          </p:cNvSpPr>
          <p:nvPr/>
        </p:nvSpPr>
        <p:spPr>
          <a:xfrm xmlns:a="http://schemas.openxmlformats.org/drawingml/2006/main">
            <a:off x="443694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08A8EFDE-804B-460B-9AA9-73F6C5938C03}"/>
              </a:ext>
            </a:extLst>
          </p:cNvPr>
          <p:cNvSpPr>
            <a:spLocks xmlns:a="http://schemas.openxmlformats.org/drawingml/2006/main" noGrp="1"/>
          </p:cNvSpPr>
          <p:nvPr/>
        </p:nvSpPr>
        <p:spPr>
          <a:xfrm xmlns:a="http://schemas.openxmlformats.org/drawingml/2006/main">
            <a:off x="451595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0B1023B6-FCF2-4377-9675-1708BE9C4302}"/>
              </a:ext>
            </a:extLst>
          </p:cNvPr>
          <p:cNvSpPr>
            <a:spLocks xmlns:a="http://schemas.openxmlformats.org/drawingml/2006/main" noGrp="1"/>
          </p:cNvSpPr>
          <p:nvPr/>
        </p:nvSpPr>
        <p:spPr>
          <a:xfrm xmlns:a="http://schemas.openxmlformats.org/drawingml/2006/main">
            <a:off x="4594952"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BCC1BCD8-6A58-4B74-8B4F-0AFB0A542A9A}"/>
              </a:ext>
            </a:extLst>
          </p:cNvPr>
          <p:cNvSpPr>
            <a:spLocks xmlns:a="http://schemas.openxmlformats.org/drawingml/2006/main" noGrp="1"/>
          </p:cNvSpPr>
          <p:nvPr/>
        </p:nvSpPr>
        <p:spPr>
          <a:xfrm xmlns:a="http://schemas.openxmlformats.org/drawingml/2006/main">
            <a:off x="467395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8B4A8986-AFAE-4544-872E-597E792A21A0}"/>
              </a:ext>
            </a:extLst>
          </p:cNvPr>
          <p:cNvSpPr>
            <a:spLocks xmlns:a="http://schemas.openxmlformats.org/drawingml/2006/main" noGrp="1"/>
          </p:cNvSpPr>
          <p:nvPr/>
        </p:nvSpPr>
        <p:spPr>
          <a:xfrm xmlns:a="http://schemas.openxmlformats.org/drawingml/2006/main">
            <a:off x="475295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6885225D-0A75-4450-8E88-363A178EBDD3}"/>
              </a:ext>
            </a:extLst>
          </p:cNvPr>
          <p:cNvSpPr>
            <a:spLocks xmlns:a="http://schemas.openxmlformats.org/drawingml/2006/main" noGrp="1"/>
          </p:cNvSpPr>
          <p:nvPr/>
        </p:nvSpPr>
        <p:spPr>
          <a:xfrm xmlns:a="http://schemas.openxmlformats.org/drawingml/2006/main">
            <a:off x="483196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24CADE50-742E-4042-AC31-CD2742116527}"/>
              </a:ext>
            </a:extLst>
          </p:cNvPr>
          <p:cNvSpPr>
            <a:spLocks xmlns:a="http://schemas.openxmlformats.org/drawingml/2006/main" noGrp="1"/>
          </p:cNvSpPr>
          <p:nvPr/>
        </p:nvSpPr>
        <p:spPr>
          <a:xfrm xmlns:a="http://schemas.openxmlformats.org/drawingml/2006/main">
            <a:off x="491096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B96B50F8-F29A-4561-A5BF-3658F201657D}"/>
              </a:ext>
            </a:extLst>
          </p:cNvPr>
          <p:cNvSpPr>
            <a:spLocks xmlns:a="http://schemas.openxmlformats.org/drawingml/2006/main" noGrp="1"/>
          </p:cNvSpPr>
          <p:nvPr/>
        </p:nvSpPr>
        <p:spPr>
          <a:xfrm xmlns:a="http://schemas.openxmlformats.org/drawingml/2006/main">
            <a:off x="4989965"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B4340CB6-2E8C-4241-83FE-F027B0F332CF}"/>
              </a:ext>
            </a:extLst>
          </p:cNvPr>
          <p:cNvSpPr>
            <a:spLocks xmlns:a="http://schemas.openxmlformats.org/drawingml/2006/main" noGrp="1"/>
          </p:cNvSpPr>
          <p:nvPr/>
        </p:nvSpPr>
        <p:spPr>
          <a:xfrm xmlns:a="http://schemas.openxmlformats.org/drawingml/2006/main">
            <a:off x="506896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2124B8BF-5958-453A-82B7-D6AC16B2ED26}"/>
              </a:ext>
            </a:extLst>
          </p:cNvPr>
          <p:cNvSpPr>
            <a:spLocks xmlns:a="http://schemas.openxmlformats.org/drawingml/2006/main" noGrp="1"/>
          </p:cNvSpPr>
          <p:nvPr/>
        </p:nvSpPr>
        <p:spPr>
          <a:xfrm xmlns:a="http://schemas.openxmlformats.org/drawingml/2006/main">
            <a:off x="514797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3AF"/>
          </a:solidFill>
          <a:ln xmlns:a="http://schemas.openxmlformats.org/drawingml/2006/main" w="2292">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DB8CAEB1-FB61-48A2-917E-D15306D77ABF}"/>
              </a:ext>
            </a:extLst>
          </p:cNvPr>
          <p:cNvSpPr>
            <a:spLocks xmlns:a="http://schemas.openxmlformats.org/drawingml/2006/main" noGrp="1"/>
          </p:cNvSpPr>
          <p:nvPr/>
        </p:nvSpPr>
        <p:spPr>
          <a:xfrm xmlns:a="http://schemas.openxmlformats.org/drawingml/2006/main">
            <a:off x="522697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2CF"/>
          </a:solidFill>
          <a:ln xmlns:a="http://schemas.openxmlformats.org/drawingml/2006/main" w="2292">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85A67420-7101-4A79-BBCF-616C8457841D}"/>
              </a:ext>
            </a:extLst>
          </p:cNvPr>
          <p:cNvSpPr>
            <a:spLocks xmlns:a="http://schemas.openxmlformats.org/drawingml/2006/main" noGrp="1"/>
          </p:cNvSpPr>
          <p:nvPr/>
        </p:nvSpPr>
        <p:spPr>
          <a:xfrm xmlns:a="http://schemas.openxmlformats.org/drawingml/2006/main">
            <a:off x="530597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35D11120-AA2D-450D-987B-BD4687F0ED24}"/>
              </a:ext>
            </a:extLst>
          </p:cNvPr>
          <p:cNvSpPr>
            <a:spLocks xmlns:a="http://schemas.openxmlformats.org/drawingml/2006/main" noGrp="1"/>
          </p:cNvSpPr>
          <p:nvPr/>
        </p:nvSpPr>
        <p:spPr>
          <a:xfrm xmlns:a="http://schemas.openxmlformats.org/drawingml/2006/main">
            <a:off x="5384977"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A928D"/>
          </a:solidFill>
          <a:ln xmlns:a="http://schemas.openxmlformats.org/drawingml/2006/main" w="2292">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F327A818-9246-425C-B7B7-405EE15E3D92}"/>
              </a:ext>
            </a:extLst>
          </p:cNvPr>
          <p:cNvSpPr>
            <a:spLocks xmlns:a="http://schemas.openxmlformats.org/drawingml/2006/main" noGrp="1"/>
          </p:cNvSpPr>
          <p:nvPr/>
        </p:nvSpPr>
        <p:spPr>
          <a:xfrm xmlns:a="http://schemas.openxmlformats.org/drawingml/2006/main">
            <a:off x="546398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A928D"/>
          </a:solidFill>
          <a:ln xmlns:a="http://schemas.openxmlformats.org/drawingml/2006/main" w="2292">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AE237B9B-530F-48DD-94E0-50E1ADCF5733}"/>
              </a:ext>
            </a:extLst>
          </p:cNvPr>
          <p:cNvSpPr>
            <a:spLocks xmlns:a="http://schemas.openxmlformats.org/drawingml/2006/main" noGrp="1"/>
          </p:cNvSpPr>
          <p:nvPr/>
        </p:nvSpPr>
        <p:spPr>
          <a:xfrm xmlns:a="http://schemas.openxmlformats.org/drawingml/2006/main">
            <a:off x="554298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F933BD22-4E4F-4939-A155-22DEDA233D9A}"/>
              </a:ext>
            </a:extLst>
          </p:cNvPr>
          <p:cNvSpPr>
            <a:spLocks xmlns:a="http://schemas.openxmlformats.org/drawingml/2006/main" noGrp="1"/>
          </p:cNvSpPr>
          <p:nvPr/>
        </p:nvSpPr>
        <p:spPr>
          <a:xfrm xmlns:a="http://schemas.openxmlformats.org/drawingml/2006/main">
            <a:off x="562198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C6D27D59-9530-48D6-A5BD-A29045F705FC}"/>
              </a:ext>
            </a:extLst>
          </p:cNvPr>
          <p:cNvSpPr>
            <a:spLocks xmlns:a="http://schemas.openxmlformats.org/drawingml/2006/main" noGrp="1"/>
          </p:cNvSpPr>
          <p:nvPr/>
        </p:nvSpPr>
        <p:spPr>
          <a:xfrm xmlns:a="http://schemas.openxmlformats.org/drawingml/2006/main">
            <a:off x="570098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637554FA-8BC4-4298-843A-ACAC97B5237B}"/>
              </a:ext>
            </a:extLst>
          </p:cNvPr>
          <p:cNvSpPr>
            <a:spLocks xmlns:a="http://schemas.openxmlformats.org/drawingml/2006/main" noGrp="1"/>
          </p:cNvSpPr>
          <p:nvPr/>
        </p:nvSpPr>
        <p:spPr>
          <a:xfrm xmlns:a="http://schemas.openxmlformats.org/drawingml/2006/main">
            <a:off x="5779990"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C9592A29-8845-43C7-A23A-1AD97DE2525F}"/>
              </a:ext>
            </a:extLst>
          </p:cNvPr>
          <p:cNvSpPr>
            <a:spLocks xmlns:a="http://schemas.openxmlformats.org/drawingml/2006/main" noGrp="1"/>
          </p:cNvSpPr>
          <p:nvPr/>
        </p:nvSpPr>
        <p:spPr>
          <a:xfrm xmlns:a="http://schemas.openxmlformats.org/drawingml/2006/main">
            <a:off x="585899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BC49E4E8-DC27-4219-B378-F07C69CCCC95}"/>
              </a:ext>
            </a:extLst>
          </p:cNvPr>
          <p:cNvSpPr>
            <a:spLocks xmlns:a="http://schemas.openxmlformats.org/drawingml/2006/main" noGrp="1"/>
          </p:cNvSpPr>
          <p:nvPr/>
        </p:nvSpPr>
        <p:spPr>
          <a:xfrm xmlns:a="http://schemas.openxmlformats.org/drawingml/2006/main">
            <a:off x="593799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3D1FBC24-7394-41D1-A7F3-6387D1DCE4AA}"/>
              </a:ext>
            </a:extLst>
          </p:cNvPr>
          <p:cNvSpPr>
            <a:spLocks xmlns:a="http://schemas.openxmlformats.org/drawingml/2006/main" noGrp="1"/>
          </p:cNvSpPr>
          <p:nvPr/>
        </p:nvSpPr>
        <p:spPr>
          <a:xfrm xmlns:a="http://schemas.openxmlformats.org/drawingml/2006/main">
            <a:off x="601699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8D6"/>
          </a:solidFill>
          <a:ln xmlns:a="http://schemas.openxmlformats.org/drawingml/2006/main" w="2292">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7E23ACAC-F431-4837-A92A-743AAD0A9F1B}"/>
              </a:ext>
            </a:extLst>
          </p:cNvPr>
          <p:cNvSpPr>
            <a:spLocks xmlns:a="http://schemas.openxmlformats.org/drawingml/2006/main" noGrp="1"/>
          </p:cNvSpPr>
          <p:nvPr/>
        </p:nvSpPr>
        <p:spPr>
          <a:xfrm xmlns:a="http://schemas.openxmlformats.org/drawingml/2006/main">
            <a:off x="609600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3D1"/>
          </a:solidFill>
          <a:ln xmlns:a="http://schemas.openxmlformats.org/drawingml/2006/main" w="2292">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CD65FA2D-6732-4D60-8C03-5AEEAC674D8F}"/>
              </a:ext>
            </a:extLst>
          </p:cNvPr>
          <p:cNvSpPr>
            <a:spLocks xmlns:a="http://schemas.openxmlformats.org/drawingml/2006/main" noGrp="1"/>
          </p:cNvSpPr>
          <p:nvPr/>
        </p:nvSpPr>
        <p:spPr>
          <a:xfrm xmlns:a="http://schemas.openxmlformats.org/drawingml/2006/main">
            <a:off x="6175002"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EBB"/>
          </a:solidFill>
          <a:ln xmlns:a="http://schemas.openxmlformats.org/drawingml/2006/main" w="2292">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DA4DEFFE-B8C9-4AB9-BDDD-75771AFA27DD}"/>
              </a:ext>
            </a:extLst>
          </p:cNvPr>
          <p:cNvSpPr>
            <a:spLocks xmlns:a="http://schemas.openxmlformats.org/drawingml/2006/main" noGrp="1"/>
          </p:cNvSpPr>
          <p:nvPr/>
        </p:nvSpPr>
        <p:spPr>
          <a:xfrm xmlns:a="http://schemas.openxmlformats.org/drawingml/2006/main">
            <a:off x="625400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EBB"/>
          </a:solidFill>
          <a:ln xmlns:a="http://schemas.openxmlformats.org/drawingml/2006/main" w="2292">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74E7D03D-57CF-4A99-846B-D9D0FEDDE912}"/>
              </a:ext>
            </a:extLst>
          </p:cNvPr>
          <p:cNvSpPr>
            <a:spLocks xmlns:a="http://schemas.openxmlformats.org/drawingml/2006/main" noGrp="1"/>
          </p:cNvSpPr>
          <p:nvPr/>
        </p:nvSpPr>
        <p:spPr>
          <a:xfrm xmlns:a="http://schemas.openxmlformats.org/drawingml/2006/main">
            <a:off x="633300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CB9"/>
          </a:solidFill>
          <a:ln xmlns:a="http://schemas.openxmlformats.org/drawingml/2006/main" w="2292">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914F625E-B852-46EE-A087-0F2E60692AEB}"/>
              </a:ext>
            </a:extLst>
          </p:cNvPr>
          <p:cNvSpPr>
            <a:spLocks xmlns:a="http://schemas.openxmlformats.org/drawingml/2006/main" noGrp="1"/>
          </p:cNvSpPr>
          <p:nvPr/>
        </p:nvSpPr>
        <p:spPr>
          <a:xfrm xmlns:a="http://schemas.openxmlformats.org/drawingml/2006/main">
            <a:off x="641201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1BE"/>
          </a:solidFill>
          <a:ln xmlns:a="http://schemas.openxmlformats.org/drawingml/2006/main" w="2292">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00CE622C-BBC2-4983-99EF-0768ABBB429B}"/>
              </a:ext>
            </a:extLst>
          </p:cNvPr>
          <p:cNvSpPr>
            <a:spLocks xmlns:a="http://schemas.openxmlformats.org/drawingml/2006/main" noGrp="1"/>
          </p:cNvSpPr>
          <p:nvPr/>
        </p:nvSpPr>
        <p:spPr>
          <a:xfrm xmlns:a="http://schemas.openxmlformats.org/drawingml/2006/main">
            <a:off x="649101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3C0"/>
          </a:solidFill>
          <a:ln xmlns:a="http://schemas.openxmlformats.org/drawingml/2006/main" w="2292">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EB91474A-5F24-4C4B-A495-305B073884E0}"/>
              </a:ext>
            </a:extLst>
          </p:cNvPr>
          <p:cNvSpPr>
            <a:spLocks xmlns:a="http://schemas.openxmlformats.org/drawingml/2006/main" noGrp="1"/>
          </p:cNvSpPr>
          <p:nvPr/>
        </p:nvSpPr>
        <p:spPr>
          <a:xfrm xmlns:a="http://schemas.openxmlformats.org/drawingml/2006/main">
            <a:off x="6570015"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0A5A0"/>
          </a:solidFill>
          <a:ln xmlns:a="http://schemas.openxmlformats.org/drawingml/2006/main" w="2292">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07D484D3-3192-4CFD-948D-4559C2881F92}"/>
              </a:ext>
            </a:extLst>
          </p:cNvPr>
          <p:cNvSpPr>
            <a:spLocks xmlns:a="http://schemas.openxmlformats.org/drawingml/2006/main" noGrp="1"/>
          </p:cNvSpPr>
          <p:nvPr/>
        </p:nvSpPr>
        <p:spPr>
          <a:xfrm xmlns:a="http://schemas.openxmlformats.org/drawingml/2006/main">
            <a:off x="664901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B346FEAF-07E2-4D9B-9611-62B1A405E1BE}"/>
              </a:ext>
            </a:extLst>
          </p:cNvPr>
          <p:cNvSpPr>
            <a:spLocks xmlns:a="http://schemas.openxmlformats.org/drawingml/2006/main" noGrp="1"/>
          </p:cNvSpPr>
          <p:nvPr/>
        </p:nvSpPr>
        <p:spPr>
          <a:xfrm xmlns:a="http://schemas.openxmlformats.org/drawingml/2006/main">
            <a:off x="672802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14B27DFB-89AC-4617-B738-128E6750C34D}"/>
              </a:ext>
            </a:extLst>
          </p:cNvPr>
          <p:cNvSpPr>
            <a:spLocks xmlns:a="http://schemas.openxmlformats.org/drawingml/2006/main" noGrp="1"/>
          </p:cNvSpPr>
          <p:nvPr/>
        </p:nvSpPr>
        <p:spPr>
          <a:xfrm xmlns:a="http://schemas.openxmlformats.org/drawingml/2006/main">
            <a:off x="6807023"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3D1"/>
          </a:solidFill>
          <a:ln xmlns:a="http://schemas.openxmlformats.org/drawingml/2006/main" w="2292">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DE9356E1-6AF8-43A2-8CA9-AB0CDBC935AA}"/>
              </a:ext>
            </a:extLst>
          </p:cNvPr>
          <p:cNvSpPr>
            <a:spLocks xmlns:a="http://schemas.openxmlformats.org/drawingml/2006/main" noGrp="1"/>
          </p:cNvSpPr>
          <p:nvPr/>
        </p:nvSpPr>
        <p:spPr>
          <a:xfrm xmlns:a="http://schemas.openxmlformats.org/drawingml/2006/main">
            <a:off x="688602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1CE"/>
          </a:solidFill>
          <a:ln xmlns:a="http://schemas.openxmlformats.org/drawingml/2006/main" w="2292">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04BFA475-8250-4DBA-9538-230D9E38C0EF}"/>
              </a:ext>
            </a:extLst>
          </p:cNvPr>
          <p:cNvSpPr>
            <a:spLocks xmlns:a="http://schemas.openxmlformats.org/drawingml/2006/main" noGrp="1"/>
          </p:cNvSpPr>
          <p:nvPr/>
        </p:nvSpPr>
        <p:spPr>
          <a:xfrm xmlns:a="http://schemas.openxmlformats.org/drawingml/2006/main">
            <a:off x="6965027"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7C4"/>
          </a:solidFill>
          <a:ln xmlns:a="http://schemas.openxmlformats.org/drawingml/2006/main" w="2292">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676087A6-4E3A-4009-AAFD-37E9704B89A9}"/>
              </a:ext>
            </a:extLst>
          </p:cNvPr>
          <p:cNvSpPr>
            <a:spLocks xmlns:a="http://schemas.openxmlformats.org/drawingml/2006/main" noGrp="1"/>
          </p:cNvSpPr>
          <p:nvPr/>
        </p:nvSpPr>
        <p:spPr>
          <a:xfrm xmlns:a="http://schemas.openxmlformats.org/drawingml/2006/main">
            <a:off x="704403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FAB"/>
          </a:solidFill>
          <a:ln xmlns:a="http://schemas.openxmlformats.org/drawingml/2006/main" w="2292">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E71081B0-5283-4DCA-B7A0-4414DED523D8}"/>
              </a:ext>
            </a:extLst>
          </p:cNvPr>
          <p:cNvSpPr>
            <a:spLocks xmlns:a="http://schemas.openxmlformats.org/drawingml/2006/main" noGrp="1"/>
          </p:cNvSpPr>
          <p:nvPr/>
        </p:nvSpPr>
        <p:spPr>
          <a:xfrm xmlns:a="http://schemas.openxmlformats.org/drawingml/2006/main">
            <a:off x="7123033"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9B6"/>
          </a:solidFill>
          <a:ln xmlns:a="http://schemas.openxmlformats.org/drawingml/2006/main" w="2292">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7F0F5922-2511-4399-BBF2-DB8AFF79D38A}"/>
              </a:ext>
            </a:extLst>
          </p:cNvPr>
          <p:cNvSpPr>
            <a:spLocks xmlns:a="http://schemas.openxmlformats.org/drawingml/2006/main" noGrp="1"/>
          </p:cNvSpPr>
          <p:nvPr/>
        </p:nvSpPr>
        <p:spPr>
          <a:xfrm xmlns:a="http://schemas.openxmlformats.org/drawingml/2006/main">
            <a:off x="720203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7D2B9DB4-87DA-44CC-9812-E8F1E9DD8F21}"/>
              </a:ext>
            </a:extLst>
          </p:cNvPr>
          <p:cNvSpPr>
            <a:spLocks xmlns:a="http://schemas.openxmlformats.org/drawingml/2006/main" noGrp="1"/>
          </p:cNvSpPr>
          <p:nvPr/>
        </p:nvSpPr>
        <p:spPr>
          <a:xfrm xmlns:a="http://schemas.openxmlformats.org/drawingml/2006/main">
            <a:off x="728103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FDE"/>
          </a:solidFill>
          <a:ln xmlns:a="http://schemas.openxmlformats.org/drawingml/2006/main" w="2292">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7D404479-8C32-4EB1-B1E0-1E3D059DC3B4}"/>
              </a:ext>
            </a:extLst>
          </p:cNvPr>
          <p:cNvSpPr>
            <a:spLocks xmlns:a="http://schemas.openxmlformats.org/drawingml/2006/main" noGrp="1"/>
          </p:cNvSpPr>
          <p:nvPr/>
        </p:nvSpPr>
        <p:spPr>
          <a:xfrm xmlns:a="http://schemas.openxmlformats.org/drawingml/2006/main">
            <a:off x="7360040"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BF2F1"/>
          </a:solidFill>
          <a:ln xmlns:a="http://schemas.openxmlformats.org/drawingml/2006/main" w="2292">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B49E2A38-86C7-4EF4-81B8-D8D1B9BD3A9D}"/>
              </a:ext>
            </a:extLst>
          </p:cNvPr>
          <p:cNvSpPr>
            <a:spLocks xmlns:a="http://schemas.openxmlformats.org/drawingml/2006/main" noGrp="1"/>
          </p:cNvSpPr>
          <p:nvPr/>
        </p:nvSpPr>
        <p:spPr>
          <a:xfrm xmlns:a="http://schemas.openxmlformats.org/drawingml/2006/main">
            <a:off x="7439043"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D140A16D-EEA0-45C9-8B06-31AA6411E46A}"/>
              </a:ext>
            </a:extLst>
          </p:cNvPr>
          <p:cNvSpPr>
            <a:spLocks xmlns:a="http://schemas.openxmlformats.org/drawingml/2006/main" noGrp="1"/>
          </p:cNvSpPr>
          <p:nvPr/>
        </p:nvSpPr>
        <p:spPr>
          <a:xfrm xmlns:a="http://schemas.openxmlformats.org/drawingml/2006/main">
            <a:off x="751804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E90900DC-62BE-4037-842A-99E2563BA5C3}"/>
              </a:ext>
            </a:extLst>
          </p:cNvPr>
          <p:cNvSpPr>
            <a:spLocks xmlns:a="http://schemas.openxmlformats.org/drawingml/2006/main" noGrp="1"/>
          </p:cNvSpPr>
          <p:nvPr/>
        </p:nvSpPr>
        <p:spPr>
          <a:xfrm xmlns:a="http://schemas.openxmlformats.org/drawingml/2006/main">
            <a:off x="759704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A24E74E0-678E-437B-8EBE-A1A17323C358}"/>
              </a:ext>
            </a:extLst>
          </p:cNvPr>
          <p:cNvSpPr>
            <a:spLocks xmlns:a="http://schemas.openxmlformats.org/drawingml/2006/main" noGrp="1"/>
          </p:cNvSpPr>
          <p:nvPr/>
        </p:nvSpPr>
        <p:spPr>
          <a:xfrm xmlns:a="http://schemas.openxmlformats.org/drawingml/2006/main">
            <a:off x="791305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45A2B90A-08A6-4052-B7F5-ADBB67F4EA64}"/>
              </a:ext>
            </a:extLst>
          </p:cNvPr>
          <p:cNvSpPr>
            <a:spLocks xmlns:a="http://schemas.openxmlformats.org/drawingml/2006/main" noGrp="1"/>
          </p:cNvSpPr>
          <p:nvPr/>
        </p:nvSpPr>
        <p:spPr>
          <a:xfrm xmlns:a="http://schemas.openxmlformats.org/drawingml/2006/main">
            <a:off x="799206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21CA9BB4-E92C-47BF-9FD5-D8D31184673C}"/>
              </a:ext>
            </a:extLst>
          </p:cNvPr>
          <p:cNvSpPr>
            <a:spLocks xmlns:a="http://schemas.openxmlformats.org/drawingml/2006/main" noGrp="1"/>
          </p:cNvSpPr>
          <p:nvPr/>
        </p:nvSpPr>
        <p:spPr>
          <a:xfrm xmlns:a="http://schemas.openxmlformats.org/drawingml/2006/main">
            <a:off x="435794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EB22123C-4CCB-4169-8F5E-DAE26712D6F8}"/>
              </a:ext>
            </a:extLst>
          </p:cNvPr>
          <p:cNvSpPr>
            <a:spLocks xmlns:a="http://schemas.openxmlformats.org/drawingml/2006/main" noGrp="1"/>
          </p:cNvSpPr>
          <p:nvPr/>
        </p:nvSpPr>
        <p:spPr>
          <a:xfrm xmlns:a="http://schemas.openxmlformats.org/drawingml/2006/main">
            <a:off x="443694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4D522DFB-067A-4B52-887F-CD07E1D5A58F}"/>
              </a:ext>
            </a:extLst>
          </p:cNvPr>
          <p:cNvSpPr>
            <a:spLocks xmlns:a="http://schemas.openxmlformats.org/drawingml/2006/main" noGrp="1"/>
          </p:cNvSpPr>
          <p:nvPr/>
        </p:nvSpPr>
        <p:spPr>
          <a:xfrm xmlns:a="http://schemas.openxmlformats.org/drawingml/2006/main">
            <a:off x="451595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DC9366E8-3870-4364-BC9B-AA192B483568}"/>
              </a:ext>
            </a:extLst>
          </p:cNvPr>
          <p:cNvSpPr>
            <a:spLocks xmlns:a="http://schemas.openxmlformats.org/drawingml/2006/main" noGrp="1"/>
          </p:cNvSpPr>
          <p:nvPr/>
        </p:nvSpPr>
        <p:spPr>
          <a:xfrm xmlns:a="http://schemas.openxmlformats.org/drawingml/2006/main">
            <a:off x="4594952"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D60A213C-651F-4A62-BCB5-984A2A7FC9C2}"/>
              </a:ext>
            </a:extLst>
          </p:cNvPr>
          <p:cNvSpPr>
            <a:spLocks xmlns:a="http://schemas.openxmlformats.org/drawingml/2006/main" noGrp="1"/>
          </p:cNvSpPr>
          <p:nvPr/>
        </p:nvSpPr>
        <p:spPr>
          <a:xfrm xmlns:a="http://schemas.openxmlformats.org/drawingml/2006/main">
            <a:off x="467395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49CEE13C-F011-4655-8E09-B4378C172780}"/>
              </a:ext>
            </a:extLst>
          </p:cNvPr>
          <p:cNvSpPr>
            <a:spLocks xmlns:a="http://schemas.openxmlformats.org/drawingml/2006/main" noGrp="1"/>
          </p:cNvSpPr>
          <p:nvPr/>
        </p:nvSpPr>
        <p:spPr>
          <a:xfrm xmlns:a="http://schemas.openxmlformats.org/drawingml/2006/main">
            <a:off x="475295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D113EEBD-A24C-4586-B488-D5629338AC27}"/>
              </a:ext>
            </a:extLst>
          </p:cNvPr>
          <p:cNvSpPr>
            <a:spLocks xmlns:a="http://schemas.openxmlformats.org/drawingml/2006/main" noGrp="1"/>
          </p:cNvSpPr>
          <p:nvPr/>
        </p:nvSpPr>
        <p:spPr>
          <a:xfrm xmlns:a="http://schemas.openxmlformats.org/drawingml/2006/main">
            <a:off x="483196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4547F390-C2D0-4FA0-B5C5-465D6634735E}"/>
              </a:ext>
            </a:extLst>
          </p:cNvPr>
          <p:cNvSpPr>
            <a:spLocks xmlns:a="http://schemas.openxmlformats.org/drawingml/2006/main" noGrp="1"/>
          </p:cNvSpPr>
          <p:nvPr/>
        </p:nvSpPr>
        <p:spPr>
          <a:xfrm xmlns:a="http://schemas.openxmlformats.org/drawingml/2006/main">
            <a:off x="491096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D9A95"/>
          </a:solidFill>
          <a:ln xmlns:a="http://schemas.openxmlformats.org/drawingml/2006/main" w="2292">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D641CA2A-7538-4078-8314-D0FF845293C3}"/>
              </a:ext>
            </a:extLst>
          </p:cNvPr>
          <p:cNvSpPr>
            <a:spLocks xmlns:a="http://schemas.openxmlformats.org/drawingml/2006/main" noGrp="1"/>
          </p:cNvSpPr>
          <p:nvPr/>
        </p:nvSpPr>
        <p:spPr>
          <a:xfrm xmlns:a="http://schemas.openxmlformats.org/drawingml/2006/main">
            <a:off x="4989965"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3EC1E715-B9DF-44F9-AE5A-66633D49E7F2}"/>
              </a:ext>
            </a:extLst>
          </p:cNvPr>
          <p:cNvSpPr>
            <a:spLocks xmlns:a="http://schemas.openxmlformats.org/drawingml/2006/main" noGrp="1"/>
          </p:cNvSpPr>
          <p:nvPr/>
        </p:nvSpPr>
        <p:spPr>
          <a:xfrm xmlns:a="http://schemas.openxmlformats.org/drawingml/2006/main">
            <a:off x="506896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0B96B909-5252-4865-A7DC-BE76694C05BB}"/>
              </a:ext>
            </a:extLst>
          </p:cNvPr>
          <p:cNvSpPr>
            <a:spLocks xmlns:a="http://schemas.openxmlformats.org/drawingml/2006/main" noGrp="1"/>
          </p:cNvSpPr>
          <p:nvPr/>
        </p:nvSpPr>
        <p:spPr>
          <a:xfrm xmlns:a="http://schemas.openxmlformats.org/drawingml/2006/main">
            <a:off x="514797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AA6"/>
          </a:solidFill>
          <a:ln xmlns:a="http://schemas.openxmlformats.org/drawingml/2006/main" w="2292">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B14935D8-2AB8-414E-A26F-25C7751B550C}"/>
              </a:ext>
            </a:extLst>
          </p:cNvPr>
          <p:cNvSpPr>
            <a:spLocks xmlns:a="http://schemas.openxmlformats.org/drawingml/2006/main" noGrp="1"/>
          </p:cNvSpPr>
          <p:nvPr/>
        </p:nvSpPr>
        <p:spPr>
          <a:xfrm xmlns:a="http://schemas.openxmlformats.org/drawingml/2006/main">
            <a:off x="522697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B0AD"/>
          </a:solidFill>
          <a:ln xmlns:a="http://schemas.openxmlformats.org/drawingml/2006/main" w="2292">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4CA49D8F-89D4-4A35-B737-3D43F5867806}"/>
              </a:ext>
            </a:extLst>
          </p:cNvPr>
          <p:cNvSpPr>
            <a:spLocks xmlns:a="http://schemas.openxmlformats.org/drawingml/2006/main" noGrp="1"/>
          </p:cNvSpPr>
          <p:nvPr/>
        </p:nvSpPr>
        <p:spPr>
          <a:xfrm xmlns:a="http://schemas.openxmlformats.org/drawingml/2006/main">
            <a:off x="530597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9893"/>
          </a:solidFill>
          <a:ln xmlns:a="http://schemas.openxmlformats.org/drawingml/2006/main" w="2292">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8ABFBAB7-1B5B-4D3A-979A-132DF9FB664F}"/>
              </a:ext>
            </a:extLst>
          </p:cNvPr>
          <p:cNvSpPr>
            <a:spLocks xmlns:a="http://schemas.openxmlformats.org/drawingml/2006/main" noGrp="1"/>
          </p:cNvSpPr>
          <p:nvPr/>
        </p:nvSpPr>
        <p:spPr>
          <a:xfrm xmlns:a="http://schemas.openxmlformats.org/drawingml/2006/main">
            <a:off x="5384977"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3D1"/>
          </a:solidFill>
          <a:ln xmlns:a="http://schemas.openxmlformats.org/drawingml/2006/main" w="2292">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644CB2F4-975A-459A-8812-9D94CB54F0AE}"/>
              </a:ext>
            </a:extLst>
          </p:cNvPr>
          <p:cNvSpPr>
            <a:spLocks xmlns:a="http://schemas.openxmlformats.org/drawingml/2006/main" noGrp="1"/>
          </p:cNvSpPr>
          <p:nvPr/>
        </p:nvSpPr>
        <p:spPr>
          <a:xfrm xmlns:a="http://schemas.openxmlformats.org/drawingml/2006/main">
            <a:off x="546398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0A29E"/>
          </a:solidFill>
          <a:ln xmlns:a="http://schemas.openxmlformats.org/drawingml/2006/main" w="2292">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E4D6FFF6-D21D-4875-BBD9-FC01B8E5FA9B}"/>
              </a:ext>
            </a:extLst>
          </p:cNvPr>
          <p:cNvSpPr>
            <a:spLocks xmlns:a="http://schemas.openxmlformats.org/drawingml/2006/main" noGrp="1"/>
          </p:cNvSpPr>
          <p:nvPr/>
        </p:nvSpPr>
        <p:spPr>
          <a:xfrm xmlns:a="http://schemas.openxmlformats.org/drawingml/2006/main">
            <a:off x="554298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33AB3FD2-33EB-4885-B23C-7E80E0A5112B}"/>
              </a:ext>
            </a:extLst>
          </p:cNvPr>
          <p:cNvSpPr>
            <a:spLocks xmlns:a="http://schemas.openxmlformats.org/drawingml/2006/main" noGrp="1"/>
          </p:cNvSpPr>
          <p:nvPr/>
        </p:nvSpPr>
        <p:spPr>
          <a:xfrm xmlns:a="http://schemas.openxmlformats.org/drawingml/2006/main">
            <a:off x="562198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EE2E3AE8-3FA4-48CC-8524-C31A32A3DDFC}"/>
              </a:ext>
            </a:extLst>
          </p:cNvPr>
          <p:cNvSpPr>
            <a:spLocks xmlns:a="http://schemas.openxmlformats.org/drawingml/2006/main" noGrp="1"/>
          </p:cNvSpPr>
          <p:nvPr/>
        </p:nvSpPr>
        <p:spPr>
          <a:xfrm xmlns:a="http://schemas.openxmlformats.org/drawingml/2006/main">
            <a:off x="570098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107C5D71-DE35-4721-829F-8E512D22F3D3}"/>
              </a:ext>
            </a:extLst>
          </p:cNvPr>
          <p:cNvSpPr>
            <a:spLocks xmlns:a="http://schemas.openxmlformats.org/drawingml/2006/main" noGrp="1"/>
          </p:cNvSpPr>
          <p:nvPr/>
        </p:nvSpPr>
        <p:spPr>
          <a:xfrm xmlns:a="http://schemas.openxmlformats.org/drawingml/2006/main">
            <a:off x="5779990"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B40C808D-B07F-4E1F-B7F5-78FFC6A9CFA0}"/>
              </a:ext>
            </a:extLst>
          </p:cNvPr>
          <p:cNvSpPr>
            <a:spLocks xmlns:a="http://schemas.openxmlformats.org/drawingml/2006/main" noGrp="1"/>
          </p:cNvSpPr>
          <p:nvPr/>
        </p:nvSpPr>
        <p:spPr>
          <a:xfrm xmlns:a="http://schemas.openxmlformats.org/drawingml/2006/main">
            <a:off x="585899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006EA6CD-102D-460C-9921-A57D773A8C9F}"/>
              </a:ext>
            </a:extLst>
          </p:cNvPr>
          <p:cNvSpPr>
            <a:spLocks xmlns:a="http://schemas.openxmlformats.org/drawingml/2006/main" noGrp="1"/>
          </p:cNvSpPr>
          <p:nvPr/>
        </p:nvSpPr>
        <p:spPr>
          <a:xfrm xmlns:a="http://schemas.openxmlformats.org/drawingml/2006/main">
            <a:off x="593799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FB2EC08A-571E-472E-8CF0-B1CF9034539D}"/>
              </a:ext>
            </a:extLst>
          </p:cNvPr>
          <p:cNvSpPr>
            <a:spLocks xmlns:a="http://schemas.openxmlformats.org/drawingml/2006/main" noGrp="1"/>
          </p:cNvSpPr>
          <p:nvPr/>
        </p:nvSpPr>
        <p:spPr>
          <a:xfrm xmlns:a="http://schemas.openxmlformats.org/drawingml/2006/main">
            <a:off x="601699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7E6E5"/>
          </a:solidFill>
          <a:ln xmlns:a="http://schemas.openxmlformats.org/drawingml/2006/main" w="2292">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6022C46D-E945-459F-AC10-949DAF0088C1}"/>
              </a:ext>
            </a:extLst>
          </p:cNvPr>
          <p:cNvSpPr>
            <a:spLocks xmlns:a="http://schemas.openxmlformats.org/drawingml/2006/main" noGrp="1"/>
          </p:cNvSpPr>
          <p:nvPr/>
        </p:nvSpPr>
        <p:spPr>
          <a:xfrm xmlns:a="http://schemas.openxmlformats.org/drawingml/2006/main">
            <a:off x="609600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ECB"/>
          </a:solidFill>
          <a:ln xmlns:a="http://schemas.openxmlformats.org/drawingml/2006/main" w="2292">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840E97FE-49ED-45E3-A1AC-8B8B547450DA}"/>
              </a:ext>
            </a:extLst>
          </p:cNvPr>
          <p:cNvSpPr>
            <a:spLocks xmlns:a="http://schemas.openxmlformats.org/drawingml/2006/main" noGrp="1"/>
          </p:cNvSpPr>
          <p:nvPr/>
        </p:nvSpPr>
        <p:spPr>
          <a:xfrm xmlns:a="http://schemas.openxmlformats.org/drawingml/2006/main">
            <a:off x="6175002"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1"/>
          </a:solidFill>
          <a:ln xmlns:a="http://schemas.openxmlformats.org/drawingml/2006/main" w="2292">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7E842B2F-1FD1-4EC7-BD89-8A97F48F7608}"/>
              </a:ext>
            </a:extLst>
          </p:cNvPr>
          <p:cNvSpPr>
            <a:spLocks xmlns:a="http://schemas.openxmlformats.org/drawingml/2006/main" noGrp="1"/>
          </p:cNvSpPr>
          <p:nvPr/>
        </p:nvSpPr>
        <p:spPr>
          <a:xfrm xmlns:a="http://schemas.openxmlformats.org/drawingml/2006/main">
            <a:off x="625400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7B4"/>
          </a:solidFill>
          <a:ln xmlns:a="http://schemas.openxmlformats.org/drawingml/2006/main" w="2292">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FF179FBA-9488-4940-A9BC-B9BDFEBDB57B}"/>
              </a:ext>
            </a:extLst>
          </p:cNvPr>
          <p:cNvSpPr>
            <a:spLocks xmlns:a="http://schemas.openxmlformats.org/drawingml/2006/main" noGrp="1"/>
          </p:cNvSpPr>
          <p:nvPr/>
        </p:nvSpPr>
        <p:spPr>
          <a:xfrm xmlns:a="http://schemas.openxmlformats.org/drawingml/2006/main">
            <a:off x="6333008"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BC9"/>
          </a:solidFill>
          <a:ln xmlns:a="http://schemas.openxmlformats.org/drawingml/2006/main" w="2292">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53157CBC-4BAF-48EE-9F28-733FFBE25190}"/>
              </a:ext>
            </a:extLst>
          </p:cNvPr>
          <p:cNvSpPr>
            <a:spLocks xmlns:a="http://schemas.openxmlformats.org/drawingml/2006/main" noGrp="1"/>
          </p:cNvSpPr>
          <p:nvPr/>
        </p:nvSpPr>
        <p:spPr>
          <a:xfrm xmlns:a="http://schemas.openxmlformats.org/drawingml/2006/main">
            <a:off x="641201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9D8BE6BB-AB8B-4CC3-A1FC-E8A197CF06BE}"/>
              </a:ext>
            </a:extLst>
          </p:cNvPr>
          <p:cNvSpPr>
            <a:spLocks xmlns:a="http://schemas.openxmlformats.org/drawingml/2006/main" noGrp="1"/>
          </p:cNvSpPr>
          <p:nvPr/>
        </p:nvSpPr>
        <p:spPr>
          <a:xfrm xmlns:a="http://schemas.openxmlformats.org/drawingml/2006/main">
            <a:off x="649101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66D05D5B-F5D2-466E-987E-6BF25D70FBC6}"/>
              </a:ext>
            </a:extLst>
          </p:cNvPr>
          <p:cNvSpPr>
            <a:spLocks xmlns:a="http://schemas.openxmlformats.org/drawingml/2006/main" noGrp="1"/>
          </p:cNvSpPr>
          <p:nvPr/>
        </p:nvSpPr>
        <p:spPr>
          <a:xfrm xmlns:a="http://schemas.openxmlformats.org/drawingml/2006/main">
            <a:off x="6570015"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FAB"/>
          </a:solidFill>
          <a:ln xmlns:a="http://schemas.openxmlformats.org/drawingml/2006/main" w="2292">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5C4804FF-0228-4D8B-AC50-EBDDE3CCB9D7}"/>
              </a:ext>
            </a:extLst>
          </p:cNvPr>
          <p:cNvSpPr>
            <a:spLocks xmlns:a="http://schemas.openxmlformats.org/drawingml/2006/main" noGrp="1"/>
          </p:cNvSpPr>
          <p:nvPr/>
        </p:nvSpPr>
        <p:spPr>
          <a:xfrm xmlns:a="http://schemas.openxmlformats.org/drawingml/2006/main">
            <a:off x="6649018"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987AD2C9-1197-4217-9822-61E265A85518}"/>
              </a:ext>
            </a:extLst>
          </p:cNvPr>
          <p:cNvSpPr>
            <a:spLocks xmlns:a="http://schemas.openxmlformats.org/drawingml/2006/main" noGrp="1"/>
          </p:cNvSpPr>
          <p:nvPr/>
        </p:nvSpPr>
        <p:spPr>
          <a:xfrm xmlns:a="http://schemas.openxmlformats.org/drawingml/2006/main">
            <a:off x="672802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26AE94CB-849E-448C-8BB7-20C51240FF40}"/>
              </a:ext>
            </a:extLst>
          </p:cNvPr>
          <p:cNvSpPr>
            <a:spLocks xmlns:a="http://schemas.openxmlformats.org/drawingml/2006/main" noGrp="1"/>
          </p:cNvSpPr>
          <p:nvPr/>
        </p:nvSpPr>
        <p:spPr>
          <a:xfrm xmlns:a="http://schemas.openxmlformats.org/drawingml/2006/main">
            <a:off x="6807023"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2"/>
          </a:solidFill>
          <a:ln xmlns:a="http://schemas.openxmlformats.org/drawingml/2006/main" w="2292">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3D40BFB7-15E3-4744-8E9F-CA33AC14065C}"/>
              </a:ext>
            </a:extLst>
          </p:cNvPr>
          <p:cNvSpPr>
            <a:spLocks xmlns:a="http://schemas.openxmlformats.org/drawingml/2006/main" noGrp="1"/>
          </p:cNvSpPr>
          <p:nvPr/>
        </p:nvSpPr>
        <p:spPr>
          <a:xfrm xmlns:a="http://schemas.openxmlformats.org/drawingml/2006/main">
            <a:off x="688602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B0AC"/>
          </a:solidFill>
          <a:ln xmlns:a="http://schemas.openxmlformats.org/drawingml/2006/main" w="2292">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7E7D3B27-2D9C-42DE-8043-144A938AC2F7}"/>
              </a:ext>
            </a:extLst>
          </p:cNvPr>
          <p:cNvSpPr>
            <a:spLocks xmlns:a="http://schemas.openxmlformats.org/drawingml/2006/main" noGrp="1"/>
          </p:cNvSpPr>
          <p:nvPr/>
        </p:nvSpPr>
        <p:spPr>
          <a:xfrm xmlns:a="http://schemas.openxmlformats.org/drawingml/2006/main">
            <a:off x="6965027"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756E61FE-48CA-47D8-A412-D81910CC1DE6}"/>
              </a:ext>
            </a:extLst>
          </p:cNvPr>
          <p:cNvSpPr>
            <a:spLocks xmlns:a="http://schemas.openxmlformats.org/drawingml/2006/main" noGrp="1"/>
          </p:cNvSpPr>
          <p:nvPr/>
        </p:nvSpPr>
        <p:spPr>
          <a:xfrm xmlns:a="http://schemas.openxmlformats.org/drawingml/2006/main">
            <a:off x="704403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9B6"/>
          </a:solidFill>
          <a:ln xmlns:a="http://schemas.openxmlformats.org/drawingml/2006/main" w="2292">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0358EE8C-D2DB-4722-B1EB-C4FD6DCF23B6}"/>
              </a:ext>
            </a:extLst>
          </p:cNvPr>
          <p:cNvSpPr>
            <a:spLocks xmlns:a="http://schemas.openxmlformats.org/drawingml/2006/main" noGrp="1"/>
          </p:cNvSpPr>
          <p:nvPr/>
        </p:nvSpPr>
        <p:spPr>
          <a:xfrm xmlns:a="http://schemas.openxmlformats.org/drawingml/2006/main">
            <a:off x="7123033"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839B057E-8989-445B-AB48-F172675CDF1C}"/>
              </a:ext>
            </a:extLst>
          </p:cNvPr>
          <p:cNvSpPr>
            <a:spLocks xmlns:a="http://schemas.openxmlformats.org/drawingml/2006/main" noGrp="1"/>
          </p:cNvSpPr>
          <p:nvPr/>
        </p:nvSpPr>
        <p:spPr>
          <a:xfrm xmlns:a="http://schemas.openxmlformats.org/drawingml/2006/main">
            <a:off x="720203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F93069E6-AE0E-41CD-975A-AAC87CE1E68D}"/>
              </a:ext>
            </a:extLst>
          </p:cNvPr>
          <p:cNvSpPr>
            <a:spLocks xmlns:a="http://schemas.openxmlformats.org/drawingml/2006/main" noGrp="1"/>
          </p:cNvSpPr>
          <p:nvPr/>
        </p:nvSpPr>
        <p:spPr>
          <a:xfrm xmlns:a="http://schemas.openxmlformats.org/drawingml/2006/main">
            <a:off x="7281038"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A2149B95-6FC5-4836-98BB-2A8611559F76}"/>
              </a:ext>
            </a:extLst>
          </p:cNvPr>
          <p:cNvSpPr>
            <a:spLocks xmlns:a="http://schemas.openxmlformats.org/drawingml/2006/main" noGrp="1"/>
          </p:cNvSpPr>
          <p:nvPr/>
        </p:nvSpPr>
        <p:spPr>
          <a:xfrm xmlns:a="http://schemas.openxmlformats.org/drawingml/2006/main">
            <a:off x="7360040"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D0EB2368-BD73-48CD-9968-0E700ED9B2C5}"/>
              </a:ext>
            </a:extLst>
          </p:cNvPr>
          <p:cNvSpPr>
            <a:spLocks xmlns:a="http://schemas.openxmlformats.org/drawingml/2006/main" noGrp="1"/>
          </p:cNvSpPr>
          <p:nvPr/>
        </p:nvSpPr>
        <p:spPr>
          <a:xfrm xmlns:a="http://schemas.openxmlformats.org/drawingml/2006/main">
            <a:off x="7439043"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172BD18C-3271-4368-B4D7-A007F91F4A82}"/>
              </a:ext>
            </a:extLst>
          </p:cNvPr>
          <p:cNvSpPr>
            <a:spLocks xmlns:a="http://schemas.openxmlformats.org/drawingml/2006/main" noGrp="1"/>
          </p:cNvSpPr>
          <p:nvPr/>
        </p:nvSpPr>
        <p:spPr>
          <a:xfrm xmlns:a="http://schemas.openxmlformats.org/drawingml/2006/main">
            <a:off x="783405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E84BB6C3-C7DA-4F70-9D8B-38E195E1AF29}"/>
              </a:ext>
            </a:extLst>
          </p:cNvPr>
          <p:cNvSpPr>
            <a:spLocks xmlns:a="http://schemas.openxmlformats.org/drawingml/2006/main" noGrp="1"/>
          </p:cNvSpPr>
          <p:nvPr/>
        </p:nvSpPr>
        <p:spPr>
          <a:xfrm xmlns:a="http://schemas.openxmlformats.org/drawingml/2006/main">
            <a:off x="7913058"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9DE91C89-D919-4F72-87F3-68CCC1C42F58}"/>
              </a:ext>
            </a:extLst>
          </p:cNvPr>
          <p:cNvSpPr>
            <a:spLocks xmlns:a="http://schemas.openxmlformats.org/drawingml/2006/main" noGrp="1"/>
          </p:cNvSpPr>
          <p:nvPr/>
        </p:nvSpPr>
        <p:spPr>
          <a:xfrm xmlns:a="http://schemas.openxmlformats.org/drawingml/2006/main">
            <a:off x="799206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E2E6B1D3-DA01-4CCC-B21D-925BD8E1FB79}"/>
              </a:ext>
            </a:extLst>
          </p:cNvPr>
          <p:cNvSpPr>
            <a:spLocks xmlns:a="http://schemas.openxmlformats.org/drawingml/2006/main" noGrp="1"/>
          </p:cNvSpPr>
          <p:nvPr/>
        </p:nvSpPr>
        <p:spPr>
          <a:xfrm xmlns:a="http://schemas.openxmlformats.org/drawingml/2006/main">
            <a:off x="8071063"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BA027785-CAD8-46AE-9130-093A0FF02F34}"/>
              </a:ext>
            </a:extLst>
          </p:cNvPr>
          <p:cNvSpPr>
            <a:spLocks xmlns:a="http://schemas.openxmlformats.org/drawingml/2006/main" noGrp="1"/>
          </p:cNvSpPr>
          <p:nvPr/>
        </p:nvSpPr>
        <p:spPr>
          <a:xfrm xmlns:a="http://schemas.openxmlformats.org/drawingml/2006/main">
            <a:off x="443694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5CF968FB-1228-4562-9409-78BF294250C3}"/>
              </a:ext>
            </a:extLst>
          </p:cNvPr>
          <p:cNvSpPr>
            <a:spLocks xmlns:a="http://schemas.openxmlformats.org/drawingml/2006/main" noGrp="1"/>
          </p:cNvSpPr>
          <p:nvPr/>
        </p:nvSpPr>
        <p:spPr>
          <a:xfrm xmlns:a="http://schemas.openxmlformats.org/drawingml/2006/main">
            <a:off x="451595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AF4BA3CA-DEA2-48BC-87EA-161CF765E985}"/>
              </a:ext>
            </a:extLst>
          </p:cNvPr>
          <p:cNvSpPr>
            <a:spLocks xmlns:a="http://schemas.openxmlformats.org/drawingml/2006/main" noGrp="1"/>
          </p:cNvSpPr>
          <p:nvPr/>
        </p:nvSpPr>
        <p:spPr>
          <a:xfrm xmlns:a="http://schemas.openxmlformats.org/drawingml/2006/main">
            <a:off x="4594952"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BAF7D0A8-D488-494A-A264-4954A55C71E9}"/>
              </a:ext>
            </a:extLst>
          </p:cNvPr>
          <p:cNvSpPr>
            <a:spLocks xmlns:a="http://schemas.openxmlformats.org/drawingml/2006/main" noGrp="1"/>
          </p:cNvSpPr>
          <p:nvPr/>
        </p:nvSpPr>
        <p:spPr>
          <a:xfrm xmlns:a="http://schemas.openxmlformats.org/drawingml/2006/main">
            <a:off x="467395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320F4F60-CB17-468D-9334-6C6B96E6923F}"/>
              </a:ext>
            </a:extLst>
          </p:cNvPr>
          <p:cNvSpPr>
            <a:spLocks xmlns:a="http://schemas.openxmlformats.org/drawingml/2006/main" noGrp="1"/>
          </p:cNvSpPr>
          <p:nvPr/>
        </p:nvSpPr>
        <p:spPr>
          <a:xfrm xmlns:a="http://schemas.openxmlformats.org/drawingml/2006/main">
            <a:off x="475295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D33990E1-F817-4E07-B4D9-E0D08C71E1D2}"/>
              </a:ext>
            </a:extLst>
          </p:cNvPr>
          <p:cNvSpPr>
            <a:spLocks xmlns:a="http://schemas.openxmlformats.org/drawingml/2006/main" noGrp="1"/>
          </p:cNvSpPr>
          <p:nvPr/>
        </p:nvSpPr>
        <p:spPr>
          <a:xfrm xmlns:a="http://schemas.openxmlformats.org/drawingml/2006/main">
            <a:off x="483196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F3BC2A47-9572-44CF-B64E-E6D7B8FBD7C2}"/>
              </a:ext>
            </a:extLst>
          </p:cNvPr>
          <p:cNvSpPr>
            <a:spLocks xmlns:a="http://schemas.openxmlformats.org/drawingml/2006/main" noGrp="1"/>
          </p:cNvSpPr>
          <p:nvPr/>
        </p:nvSpPr>
        <p:spPr>
          <a:xfrm xmlns:a="http://schemas.openxmlformats.org/drawingml/2006/main">
            <a:off x="491096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70513CA1-7FC7-4889-A5E6-5DE021AB3E60}"/>
              </a:ext>
            </a:extLst>
          </p:cNvPr>
          <p:cNvSpPr>
            <a:spLocks xmlns:a="http://schemas.openxmlformats.org/drawingml/2006/main" noGrp="1"/>
          </p:cNvSpPr>
          <p:nvPr/>
        </p:nvSpPr>
        <p:spPr>
          <a:xfrm xmlns:a="http://schemas.openxmlformats.org/drawingml/2006/main">
            <a:off x="4989965"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825AF5DF-27A4-4268-897F-9D36D3146465}"/>
              </a:ext>
            </a:extLst>
          </p:cNvPr>
          <p:cNvSpPr>
            <a:spLocks xmlns:a="http://schemas.openxmlformats.org/drawingml/2006/main" noGrp="1"/>
          </p:cNvSpPr>
          <p:nvPr/>
        </p:nvSpPr>
        <p:spPr>
          <a:xfrm xmlns:a="http://schemas.openxmlformats.org/drawingml/2006/main">
            <a:off x="506896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9B6"/>
          </a:solidFill>
          <a:ln xmlns:a="http://schemas.openxmlformats.org/drawingml/2006/main" w="2292">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886A45FD-FD28-4606-A6E1-1DC307F2C535}"/>
              </a:ext>
            </a:extLst>
          </p:cNvPr>
          <p:cNvSpPr>
            <a:spLocks xmlns:a="http://schemas.openxmlformats.org/drawingml/2006/main" noGrp="1"/>
          </p:cNvSpPr>
          <p:nvPr/>
        </p:nvSpPr>
        <p:spPr>
          <a:xfrm xmlns:a="http://schemas.openxmlformats.org/drawingml/2006/main">
            <a:off x="514797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6B3"/>
          </a:solidFill>
          <a:ln xmlns:a="http://schemas.openxmlformats.org/drawingml/2006/main" w="2292">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8F2DD6B1-2679-4EB8-91D5-C6FF7521BF1D}"/>
              </a:ext>
            </a:extLst>
          </p:cNvPr>
          <p:cNvSpPr>
            <a:spLocks xmlns:a="http://schemas.openxmlformats.org/drawingml/2006/main" noGrp="1"/>
          </p:cNvSpPr>
          <p:nvPr/>
        </p:nvSpPr>
        <p:spPr>
          <a:xfrm xmlns:a="http://schemas.openxmlformats.org/drawingml/2006/main">
            <a:off x="522697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1BE"/>
          </a:solidFill>
          <a:ln xmlns:a="http://schemas.openxmlformats.org/drawingml/2006/main" w="2292">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12212080-FE45-4137-8ECD-623231737422}"/>
              </a:ext>
            </a:extLst>
          </p:cNvPr>
          <p:cNvSpPr>
            <a:spLocks xmlns:a="http://schemas.openxmlformats.org/drawingml/2006/main" noGrp="1"/>
          </p:cNvSpPr>
          <p:nvPr/>
        </p:nvSpPr>
        <p:spPr>
          <a:xfrm xmlns:a="http://schemas.openxmlformats.org/drawingml/2006/main">
            <a:off x="530597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BB8"/>
          </a:solidFill>
          <a:ln xmlns:a="http://schemas.openxmlformats.org/drawingml/2006/main" w="2292">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B889C7D2-94C8-4D91-B080-26C1877F2152}"/>
              </a:ext>
            </a:extLst>
          </p:cNvPr>
          <p:cNvSpPr>
            <a:spLocks xmlns:a="http://schemas.openxmlformats.org/drawingml/2006/main" noGrp="1"/>
          </p:cNvSpPr>
          <p:nvPr/>
        </p:nvSpPr>
        <p:spPr>
          <a:xfrm xmlns:a="http://schemas.openxmlformats.org/drawingml/2006/main">
            <a:off x="5384977"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1FBECBD2-7FD9-4C52-827F-AA84407B1D3B}"/>
              </a:ext>
            </a:extLst>
          </p:cNvPr>
          <p:cNvSpPr>
            <a:spLocks xmlns:a="http://schemas.openxmlformats.org/drawingml/2006/main" noGrp="1"/>
          </p:cNvSpPr>
          <p:nvPr/>
        </p:nvSpPr>
        <p:spPr>
          <a:xfrm xmlns:a="http://schemas.openxmlformats.org/drawingml/2006/main">
            <a:off x="546398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D98"/>
          </a:solidFill>
          <a:ln xmlns:a="http://schemas.openxmlformats.org/drawingml/2006/main" w="2292">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DB6BA06C-A795-4638-80B3-7079AF2D7920}"/>
              </a:ext>
            </a:extLst>
          </p:cNvPr>
          <p:cNvSpPr>
            <a:spLocks xmlns:a="http://schemas.openxmlformats.org/drawingml/2006/main" noGrp="1"/>
          </p:cNvSpPr>
          <p:nvPr/>
        </p:nvSpPr>
        <p:spPr>
          <a:xfrm xmlns:a="http://schemas.openxmlformats.org/drawingml/2006/main">
            <a:off x="554298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4A174B90-1714-42EE-8A77-C786C1F8677E}"/>
              </a:ext>
            </a:extLst>
          </p:cNvPr>
          <p:cNvSpPr>
            <a:spLocks xmlns:a="http://schemas.openxmlformats.org/drawingml/2006/main" noGrp="1"/>
          </p:cNvSpPr>
          <p:nvPr/>
        </p:nvSpPr>
        <p:spPr>
          <a:xfrm xmlns:a="http://schemas.openxmlformats.org/drawingml/2006/main">
            <a:off x="562198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33291EA2-8848-4637-A59A-E11F7BB36D90}"/>
              </a:ext>
            </a:extLst>
          </p:cNvPr>
          <p:cNvSpPr>
            <a:spLocks xmlns:a="http://schemas.openxmlformats.org/drawingml/2006/main" noGrp="1"/>
          </p:cNvSpPr>
          <p:nvPr/>
        </p:nvSpPr>
        <p:spPr>
          <a:xfrm xmlns:a="http://schemas.openxmlformats.org/drawingml/2006/main">
            <a:off x="570098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25D2EAD3-4D5E-4240-8E2D-A64EC4DBFFF3}"/>
              </a:ext>
            </a:extLst>
          </p:cNvPr>
          <p:cNvSpPr>
            <a:spLocks xmlns:a="http://schemas.openxmlformats.org/drawingml/2006/main" noGrp="1"/>
          </p:cNvSpPr>
          <p:nvPr/>
        </p:nvSpPr>
        <p:spPr>
          <a:xfrm xmlns:a="http://schemas.openxmlformats.org/drawingml/2006/main">
            <a:off x="5779990"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565A74F6-5085-455D-9B09-818924AE27A5}"/>
              </a:ext>
            </a:extLst>
          </p:cNvPr>
          <p:cNvSpPr>
            <a:spLocks xmlns:a="http://schemas.openxmlformats.org/drawingml/2006/main" noGrp="1"/>
          </p:cNvSpPr>
          <p:nvPr/>
        </p:nvSpPr>
        <p:spPr>
          <a:xfrm xmlns:a="http://schemas.openxmlformats.org/drawingml/2006/main">
            <a:off x="585899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9893"/>
          </a:solidFill>
          <a:ln xmlns:a="http://schemas.openxmlformats.org/drawingml/2006/main" w="2292">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46FEC532-CD70-4A0E-815F-09993F887219}"/>
              </a:ext>
            </a:extLst>
          </p:cNvPr>
          <p:cNvSpPr>
            <a:spLocks xmlns:a="http://schemas.openxmlformats.org/drawingml/2006/main" noGrp="1"/>
          </p:cNvSpPr>
          <p:nvPr/>
        </p:nvSpPr>
        <p:spPr>
          <a:xfrm xmlns:a="http://schemas.openxmlformats.org/drawingml/2006/main">
            <a:off x="593799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5E4"/>
          </a:solidFill>
          <a:ln xmlns:a="http://schemas.openxmlformats.org/drawingml/2006/main" w="2292">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DFA5F26F-B89F-458C-AA52-B4CB997835B4}"/>
              </a:ext>
            </a:extLst>
          </p:cNvPr>
          <p:cNvSpPr>
            <a:spLocks xmlns:a="http://schemas.openxmlformats.org/drawingml/2006/main" noGrp="1"/>
          </p:cNvSpPr>
          <p:nvPr/>
        </p:nvSpPr>
        <p:spPr>
          <a:xfrm xmlns:a="http://schemas.openxmlformats.org/drawingml/2006/main">
            <a:off x="601699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CDB"/>
          </a:solidFill>
          <a:ln xmlns:a="http://schemas.openxmlformats.org/drawingml/2006/main" w="2292">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80951B09-3088-4F9B-B4FA-811401712A5D}"/>
              </a:ext>
            </a:extLst>
          </p:cNvPr>
          <p:cNvSpPr>
            <a:spLocks xmlns:a="http://schemas.openxmlformats.org/drawingml/2006/main" noGrp="1"/>
          </p:cNvSpPr>
          <p:nvPr/>
        </p:nvSpPr>
        <p:spPr>
          <a:xfrm xmlns:a="http://schemas.openxmlformats.org/drawingml/2006/main">
            <a:off x="609600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EDD"/>
          </a:solidFill>
          <a:ln xmlns:a="http://schemas.openxmlformats.org/drawingml/2006/main" w="2292">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56DA14A1-2811-40E0-B0B6-1797AB3DA1F2}"/>
              </a:ext>
            </a:extLst>
          </p:cNvPr>
          <p:cNvSpPr>
            <a:spLocks xmlns:a="http://schemas.openxmlformats.org/drawingml/2006/main" noGrp="1"/>
          </p:cNvSpPr>
          <p:nvPr/>
        </p:nvSpPr>
        <p:spPr>
          <a:xfrm xmlns:a="http://schemas.openxmlformats.org/drawingml/2006/main">
            <a:off x="6175002"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8B5"/>
          </a:solidFill>
          <a:ln xmlns:a="http://schemas.openxmlformats.org/drawingml/2006/main" w="2292">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11D4486D-2F10-4C1F-8C93-08D62099AD6E}"/>
              </a:ext>
            </a:extLst>
          </p:cNvPr>
          <p:cNvSpPr>
            <a:spLocks xmlns:a="http://schemas.openxmlformats.org/drawingml/2006/main" noGrp="1"/>
          </p:cNvSpPr>
          <p:nvPr/>
        </p:nvSpPr>
        <p:spPr>
          <a:xfrm xmlns:a="http://schemas.openxmlformats.org/drawingml/2006/main">
            <a:off x="625400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1BE"/>
          </a:solidFill>
          <a:ln xmlns:a="http://schemas.openxmlformats.org/drawingml/2006/main" w="2292">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FEE3295D-5760-4AD1-90D2-239390C62B02}"/>
              </a:ext>
            </a:extLst>
          </p:cNvPr>
          <p:cNvSpPr>
            <a:spLocks xmlns:a="http://schemas.openxmlformats.org/drawingml/2006/main" noGrp="1"/>
          </p:cNvSpPr>
          <p:nvPr/>
        </p:nvSpPr>
        <p:spPr>
          <a:xfrm xmlns:a="http://schemas.openxmlformats.org/drawingml/2006/main">
            <a:off x="6333008"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D0CE"/>
          </a:solidFill>
          <a:ln xmlns:a="http://schemas.openxmlformats.org/drawingml/2006/main" w="2292">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CBC3E1AF-D1DB-4B5F-AD8C-89B93640EBC9}"/>
              </a:ext>
            </a:extLst>
          </p:cNvPr>
          <p:cNvSpPr>
            <a:spLocks xmlns:a="http://schemas.openxmlformats.org/drawingml/2006/main" noGrp="1"/>
          </p:cNvSpPr>
          <p:nvPr/>
        </p:nvSpPr>
        <p:spPr>
          <a:xfrm xmlns:a="http://schemas.openxmlformats.org/drawingml/2006/main">
            <a:off x="641201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4B0"/>
          </a:solidFill>
          <a:ln xmlns:a="http://schemas.openxmlformats.org/drawingml/2006/main" w="2292">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1C5A9131-1C9A-48E8-B7A8-FC4230B0CC09}"/>
              </a:ext>
            </a:extLst>
          </p:cNvPr>
          <p:cNvSpPr>
            <a:spLocks xmlns:a="http://schemas.openxmlformats.org/drawingml/2006/main" noGrp="1"/>
          </p:cNvSpPr>
          <p:nvPr/>
        </p:nvSpPr>
        <p:spPr>
          <a:xfrm xmlns:a="http://schemas.openxmlformats.org/drawingml/2006/main">
            <a:off x="649101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26524146-2F61-486F-8BFA-18B500366D53}"/>
              </a:ext>
            </a:extLst>
          </p:cNvPr>
          <p:cNvSpPr>
            <a:spLocks xmlns:a="http://schemas.openxmlformats.org/drawingml/2006/main" noGrp="1"/>
          </p:cNvSpPr>
          <p:nvPr/>
        </p:nvSpPr>
        <p:spPr>
          <a:xfrm xmlns:a="http://schemas.openxmlformats.org/drawingml/2006/main">
            <a:off x="6570015"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DA9"/>
          </a:solidFill>
          <a:ln xmlns:a="http://schemas.openxmlformats.org/drawingml/2006/main" w="2292">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CCBBB3FB-88D5-4404-BD2E-ABDF831DB7E9}"/>
              </a:ext>
            </a:extLst>
          </p:cNvPr>
          <p:cNvSpPr>
            <a:spLocks xmlns:a="http://schemas.openxmlformats.org/drawingml/2006/main" noGrp="1"/>
          </p:cNvSpPr>
          <p:nvPr/>
        </p:nvSpPr>
        <p:spPr>
          <a:xfrm xmlns:a="http://schemas.openxmlformats.org/drawingml/2006/main">
            <a:off x="6649018"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FAB"/>
          </a:solidFill>
          <a:ln xmlns:a="http://schemas.openxmlformats.org/drawingml/2006/main" w="2292">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62419C40-DEDE-41A1-ADCA-505F3B8B3E24}"/>
              </a:ext>
            </a:extLst>
          </p:cNvPr>
          <p:cNvSpPr>
            <a:spLocks xmlns:a="http://schemas.openxmlformats.org/drawingml/2006/main" noGrp="1"/>
          </p:cNvSpPr>
          <p:nvPr/>
        </p:nvSpPr>
        <p:spPr>
          <a:xfrm xmlns:a="http://schemas.openxmlformats.org/drawingml/2006/main">
            <a:off x="672802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8B4"/>
          </a:solidFill>
          <a:ln xmlns:a="http://schemas.openxmlformats.org/drawingml/2006/main" w="2292">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4DC2A7EB-FCD3-4783-A9FD-84A68EE8241D}"/>
              </a:ext>
            </a:extLst>
          </p:cNvPr>
          <p:cNvSpPr>
            <a:spLocks xmlns:a="http://schemas.openxmlformats.org/drawingml/2006/main" noGrp="1"/>
          </p:cNvSpPr>
          <p:nvPr/>
        </p:nvSpPr>
        <p:spPr>
          <a:xfrm xmlns:a="http://schemas.openxmlformats.org/drawingml/2006/main">
            <a:off x="6807023"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8A8EB2C3-DAD3-42F8-9BC9-3D1C951F7148}"/>
              </a:ext>
            </a:extLst>
          </p:cNvPr>
          <p:cNvSpPr>
            <a:spLocks xmlns:a="http://schemas.openxmlformats.org/drawingml/2006/main" noGrp="1"/>
          </p:cNvSpPr>
          <p:nvPr/>
        </p:nvSpPr>
        <p:spPr>
          <a:xfrm xmlns:a="http://schemas.openxmlformats.org/drawingml/2006/main">
            <a:off x="688602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3C0"/>
          </a:solidFill>
          <a:ln xmlns:a="http://schemas.openxmlformats.org/drawingml/2006/main" w="2292">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CA3479CA-D9EF-4D0B-89C8-CEE3A9AE36CC}"/>
              </a:ext>
            </a:extLst>
          </p:cNvPr>
          <p:cNvSpPr>
            <a:spLocks xmlns:a="http://schemas.openxmlformats.org/drawingml/2006/main" noGrp="1"/>
          </p:cNvSpPr>
          <p:nvPr/>
        </p:nvSpPr>
        <p:spPr>
          <a:xfrm xmlns:a="http://schemas.openxmlformats.org/drawingml/2006/main">
            <a:off x="6965027"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653FAD7A-B81D-4665-86ED-2C94ECA23721}"/>
              </a:ext>
            </a:extLst>
          </p:cNvPr>
          <p:cNvSpPr>
            <a:spLocks xmlns:a="http://schemas.openxmlformats.org/drawingml/2006/main" noGrp="1"/>
          </p:cNvSpPr>
          <p:nvPr/>
        </p:nvSpPr>
        <p:spPr>
          <a:xfrm xmlns:a="http://schemas.openxmlformats.org/drawingml/2006/main">
            <a:off x="704403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8B3BBDCC-8B2A-488A-B4D2-CF796AC5ABDA}"/>
              </a:ext>
            </a:extLst>
          </p:cNvPr>
          <p:cNvSpPr>
            <a:spLocks xmlns:a="http://schemas.openxmlformats.org/drawingml/2006/main" noGrp="1"/>
          </p:cNvSpPr>
          <p:nvPr/>
        </p:nvSpPr>
        <p:spPr>
          <a:xfrm xmlns:a="http://schemas.openxmlformats.org/drawingml/2006/main">
            <a:off x="7123033"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70B00306-9A8A-4CBE-9645-1061FA6B5A65}"/>
              </a:ext>
            </a:extLst>
          </p:cNvPr>
          <p:cNvSpPr>
            <a:spLocks xmlns:a="http://schemas.openxmlformats.org/drawingml/2006/main" noGrp="1"/>
          </p:cNvSpPr>
          <p:nvPr/>
        </p:nvSpPr>
        <p:spPr>
          <a:xfrm xmlns:a="http://schemas.openxmlformats.org/drawingml/2006/main">
            <a:off x="720203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CB9"/>
          </a:solidFill>
          <a:ln xmlns:a="http://schemas.openxmlformats.org/drawingml/2006/main" w="2292">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405A4920-3AF1-41D8-99E4-909BE57FEC5C}"/>
              </a:ext>
            </a:extLst>
          </p:cNvPr>
          <p:cNvSpPr>
            <a:spLocks xmlns:a="http://schemas.openxmlformats.org/drawingml/2006/main" noGrp="1"/>
          </p:cNvSpPr>
          <p:nvPr/>
        </p:nvSpPr>
        <p:spPr>
          <a:xfrm xmlns:a="http://schemas.openxmlformats.org/drawingml/2006/main">
            <a:off x="7281038"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29D1B986-320E-48F2-8352-DFAA51674C08}"/>
              </a:ext>
            </a:extLst>
          </p:cNvPr>
          <p:cNvSpPr>
            <a:spLocks xmlns:a="http://schemas.openxmlformats.org/drawingml/2006/main" noGrp="1"/>
          </p:cNvSpPr>
          <p:nvPr/>
        </p:nvSpPr>
        <p:spPr>
          <a:xfrm xmlns:a="http://schemas.openxmlformats.org/drawingml/2006/main">
            <a:off x="7360040"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F48A27C3-E77D-461B-A845-5A0702AEBA25}"/>
              </a:ext>
            </a:extLst>
          </p:cNvPr>
          <p:cNvSpPr>
            <a:spLocks xmlns:a="http://schemas.openxmlformats.org/drawingml/2006/main" noGrp="1"/>
          </p:cNvSpPr>
          <p:nvPr/>
        </p:nvSpPr>
        <p:spPr>
          <a:xfrm xmlns:a="http://schemas.openxmlformats.org/drawingml/2006/main">
            <a:off x="767605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F37A8C06-80C3-4392-ACA3-B350B2B0773E}"/>
              </a:ext>
            </a:extLst>
          </p:cNvPr>
          <p:cNvSpPr>
            <a:spLocks xmlns:a="http://schemas.openxmlformats.org/drawingml/2006/main" noGrp="1"/>
          </p:cNvSpPr>
          <p:nvPr/>
        </p:nvSpPr>
        <p:spPr>
          <a:xfrm xmlns:a="http://schemas.openxmlformats.org/drawingml/2006/main">
            <a:off x="7755053"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47ABED8A-EA41-4CEB-9959-CD625B08F95D}"/>
              </a:ext>
            </a:extLst>
          </p:cNvPr>
          <p:cNvSpPr>
            <a:spLocks xmlns:a="http://schemas.openxmlformats.org/drawingml/2006/main" noGrp="1"/>
          </p:cNvSpPr>
          <p:nvPr/>
        </p:nvSpPr>
        <p:spPr>
          <a:xfrm xmlns:a="http://schemas.openxmlformats.org/drawingml/2006/main">
            <a:off x="783405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1CF02BC0-8739-4994-8951-005EAB6C054A}"/>
              </a:ext>
            </a:extLst>
          </p:cNvPr>
          <p:cNvSpPr>
            <a:spLocks xmlns:a="http://schemas.openxmlformats.org/drawingml/2006/main" noGrp="1"/>
          </p:cNvSpPr>
          <p:nvPr/>
        </p:nvSpPr>
        <p:spPr>
          <a:xfrm xmlns:a="http://schemas.openxmlformats.org/drawingml/2006/main">
            <a:off x="7913058"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018938F1-C513-4445-81AE-81CC2FD68578}"/>
              </a:ext>
            </a:extLst>
          </p:cNvPr>
          <p:cNvSpPr>
            <a:spLocks xmlns:a="http://schemas.openxmlformats.org/drawingml/2006/main" noGrp="1"/>
          </p:cNvSpPr>
          <p:nvPr/>
        </p:nvSpPr>
        <p:spPr>
          <a:xfrm xmlns:a="http://schemas.openxmlformats.org/drawingml/2006/main">
            <a:off x="799206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54D935F7-BE9C-4A50-84A2-A051B541E36E}"/>
              </a:ext>
            </a:extLst>
          </p:cNvPr>
          <p:cNvSpPr>
            <a:spLocks xmlns:a="http://schemas.openxmlformats.org/drawingml/2006/main" noGrp="1"/>
          </p:cNvSpPr>
          <p:nvPr/>
        </p:nvSpPr>
        <p:spPr>
          <a:xfrm xmlns:a="http://schemas.openxmlformats.org/drawingml/2006/main">
            <a:off x="8071063"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A9C6C2DF-BC0C-4C3F-B03C-0E1060991ADA}"/>
              </a:ext>
            </a:extLst>
          </p:cNvPr>
          <p:cNvSpPr>
            <a:spLocks xmlns:a="http://schemas.openxmlformats.org/drawingml/2006/main" noGrp="1"/>
          </p:cNvSpPr>
          <p:nvPr/>
        </p:nvSpPr>
        <p:spPr>
          <a:xfrm xmlns:a="http://schemas.openxmlformats.org/drawingml/2006/main">
            <a:off x="443694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6F9F8AB3-C094-4B43-B7F4-6C7BB0343B1F}"/>
              </a:ext>
            </a:extLst>
          </p:cNvPr>
          <p:cNvSpPr>
            <a:spLocks xmlns:a="http://schemas.openxmlformats.org/drawingml/2006/main" noGrp="1"/>
          </p:cNvSpPr>
          <p:nvPr/>
        </p:nvSpPr>
        <p:spPr>
          <a:xfrm xmlns:a="http://schemas.openxmlformats.org/drawingml/2006/main">
            <a:off x="451595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0A719E05-DD15-49AE-A9DA-4C4DDC8F3DA4}"/>
              </a:ext>
            </a:extLst>
          </p:cNvPr>
          <p:cNvSpPr>
            <a:spLocks xmlns:a="http://schemas.openxmlformats.org/drawingml/2006/main" noGrp="1"/>
          </p:cNvSpPr>
          <p:nvPr/>
        </p:nvSpPr>
        <p:spPr>
          <a:xfrm xmlns:a="http://schemas.openxmlformats.org/drawingml/2006/main">
            <a:off x="4594952"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52F36FE9-42C4-4D1F-ABBA-FA094CCC4159}"/>
              </a:ext>
            </a:extLst>
          </p:cNvPr>
          <p:cNvSpPr>
            <a:spLocks xmlns:a="http://schemas.openxmlformats.org/drawingml/2006/main" noGrp="1"/>
          </p:cNvSpPr>
          <p:nvPr/>
        </p:nvSpPr>
        <p:spPr>
          <a:xfrm xmlns:a="http://schemas.openxmlformats.org/drawingml/2006/main">
            <a:off x="467395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C78B1570-F6CC-436C-96F9-098FAE67F4D7}"/>
              </a:ext>
            </a:extLst>
          </p:cNvPr>
          <p:cNvSpPr>
            <a:spLocks xmlns:a="http://schemas.openxmlformats.org/drawingml/2006/main" noGrp="1"/>
          </p:cNvSpPr>
          <p:nvPr/>
        </p:nvSpPr>
        <p:spPr>
          <a:xfrm xmlns:a="http://schemas.openxmlformats.org/drawingml/2006/main">
            <a:off x="475295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2876FF42-742B-4C1E-9591-4BF220181E06}"/>
              </a:ext>
            </a:extLst>
          </p:cNvPr>
          <p:cNvSpPr>
            <a:spLocks xmlns:a="http://schemas.openxmlformats.org/drawingml/2006/main" noGrp="1"/>
          </p:cNvSpPr>
          <p:nvPr/>
        </p:nvSpPr>
        <p:spPr>
          <a:xfrm xmlns:a="http://schemas.openxmlformats.org/drawingml/2006/main">
            <a:off x="483196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076DE745-B2DE-40C4-AFCF-77142CD8B060}"/>
              </a:ext>
            </a:extLst>
          </p:cNvPr>
          <p:cNvSpPr>
            <a:spLocks xmlns:a="http://schemas.openxmlformats.org/drawingml/2006/main" noGrp="1"/>
          </p:cNvSpPr>
          <p:nvPr/>
        </p:nvSpPr>
        <p:spPr>
          <a:xfrm xmlns:a="http://schemas.openxmlformats.org/drawingml/2006/main">
            <a:off x="491096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053C99F5-26CB-49FB-BE7B-91E3160106D1}"/>
              </a:ext>
            </a:extLst>
          </p:cNvPr>
          <p:cNvSpPr>
            <a:spLocks xmlns:a="http://schemas.openxmlformats.org/drawingml/2006/main" noGrp="1"/>
          </p:cNvSpPr>
          <p:nvPr/>
        </p:nvSpPr>
        <p:spPr>
          <a:xfrm xmlns:a="http://schemas.openxmlformats.org/drawingml/2006/main">
            <a:off x="4989965"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1BA96495-6D9D-4834-AB1F-313B2C27D8F5}"/>
              </a:ext>
            </a:extLst>
          </p:cNvPr>
          <p:cNvSpPr>
            <a:spLocks xmlns:a="http://schemas.openxmlformats.org/drawingml/2006/main" noGrp="1"/>
          </p:cNvSpPr>
          <p:nvPr/>
        </p:nvSpPr>
        <p:spPr>
          <a:xfrm xmlns:a="http://schemas.openxmlformats.org/drawingml/2006/main">
            <a:off x="506896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49483D23-7704-4E71-B9A0-B955128B2DD7}"/>
              </a:ext>
            </a:extLst>
          </p:cNvPr>
          <p:cNvSpPr>
            <a:spLocks xmlns:a="http://schemas.openxmlformats.org/drawingml/2006/main" noGrp="1"/>
          </p:cNvSpPr>
          <p:nvPr/>
        </p:nvSpPr>
        <p:spPr>
          <a:xfrm xmlns:a="http://schemas.openxmlformats.org/drawingml/2006/main">
            <a:off x="514797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FAC"/>
          </a:solidFill>
          <a:ln xmlns:a="http://schemas.openxmlformats.org/drawingml/2006/main" w="2292">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E8EF1A71-ABDB-4A1E-BBD5-8FFF8A7FD74A}"/>
              </a:ext>
            </a:extLst>
          </p:cNvPr>
          <p:cNvSpPr>
            <a:spLocks xmlns:a="http://schemas.openxmlformats.org/drawingml/2006/main" noGrp="1"/>
          </p:cNvSpPr>
          <p:nvPr/>
        </p:nvSpPr>
        <p:spPr>
          <a:xfrm xmlns:a="http://schemas.openxmlformats.org/drawingml/2006/main">
            <a:off x="522697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6A2"/>
          </a:solidFill>
          <a:ln xmlns:a="http://schemas.openxmlformats.org/drawingml/2006/main" w="2292">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1EDB897B-CBCA-4244-B4AB-782B57C00BCC}"/>
              </a:ext>
            </a:extLst>
          </p:cNvPr>
          <p:cNvSpPr>
            <a:spLocks xmlns:a="http://schemas.openxmlformats.org/drawingml/2006/main" noGrp="1"/>
          </p:cNvSpPr>
          <p:nvPr/>
        </p:nvSpPr>
        <p:spPr>
          <a:xfrm xmlns:a="http://schemas.openxmlformats.org/drawingml/2006/main">
            <a:off x="530597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EBA"/>
          </a:solidFill>
          <a:ln xmlns:a="http://schemas.openxmlformats.org/drawingml/2006/main" w="2292">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96EC1518-E8BC-4AEC-A390-2A11A9820185}"/>
              </a:ext>
            </a:extLst>
          </p:cNvPr>
          <p:cNvSpPr>
            <a:spLocks xmlns:a="http://schemas.openxmlformats.org/drawingml/2006/main" noGrp="1"/>
          </p:cNvSpPr>
          <p:nvPr/>
        </p:nvSpPr>
        <p:spPr>
          <a:xfrm xmlns:a="http://schemas.openxmlformats.org/drawingml/2006/main">
            <a:off x="5384977"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BB8"/>
          </a:solidFill>
          <a:ln xmlns:a="http://schemas.openxmlformats.org/drawingml/2006/main" w="2292">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6ACB372A-1557-4C64-AB4E-0CAD3C0D5424}"/>
              </a:ext>
            </a:extLst>
          </p:cNvPr>
          <p:cNvSpPr>
            <a:spLocks xmlns:a="http://schemas.openxmlformats.org/drawingml/2006/main" noGrp="1"/>
          </p:cNvSpPr>
          <p:nvPr/>
        </p:nvSpPr>
        <p:spPr>
          <a:xfrm xmlns:a="http://schemas.openxmlformats.org/drawingml/2006/main">
            <a:off x="546398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52941922-CCA1-465A-8C59-EFEBB8BB5A6E}"/>
              </a:ext>
            </a:extLst>
          </p:cNvPr>
          <p:cNvSpPr>
            <a:spLocks xmlns:a="http://schemas.openxmlformats.org/drawingml/2006/main" noGrp="1"/>
          </p:cNvSpPr>
          <p:nvPr/>
        </p:nvSpPr>
        <p:spPr>
          <a:xfrm xmlns:a="http://schemas.openxmlformats.org/drawingml/2006/main">
            <a:off x="554298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D2F523D8-5BB9-4643-90F5-DA79E937BC4F}"/>
              </a:ext>
            </a:extLst>
          </p:cNvPr>
          <p:cNvSpPr>
            <a:spLocks xmlns:a="http://schemas.openxmlformats.org/drawingml/2006/main" noGrp="1"/>
          </p:cNvSpPr>
          <p:nvPr/>
        </p:nvSpPr>
        <p:spPr>
          <a:xfrm xmlns:a="http://schemas.openxmlformats.org/drawingml/2006/main">
            <a:off x="562198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DB9D3BC4-6950-40A3-AFAE-DC4A9E7AAD3F}"/>
              </a:ext>
            </a:extLst>
          </p:cNvPr>
          <p:cNvSpPr>
            <a:spLocks xmlns:a="http://schemas.openxmlformats.org/drawingml/2006/main" noGrp="1"/>
          </p:cNvSpPr>
          <p:nvPr/>
        </p:nvSpPr>
        <p:spPr>
          <a:xfrm xmlns:a="http://schemas.openxmlformats.org/drawingml/2006/main">
            <a:off x="570098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34DE9CFA-2CEA-49EC-A911-821C33F11449}"/>
              </a:ext>
            </a:extLst>
          </p:cNvPr>
          <p:cNvSpPr>
            <a:spLocks xmlns:a="http://schemas.openxmlformats.org/drawingml/2006/main" noGrp="1"/>
          </p:cNvSpPr>
          <p:nvPr/>
        </p:nvSpPr>
        <p:spPr>
          <a:xfrm xmlns:a="http://schemas.openxmlformats.org/drawingml/2006/main">
            <a:off x="5779990"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A5C1FFE8-A051-49AC-9E2F-DEAFCE13D67A}"/>
              </a:ext>
            </a:extLst>
          </p:cNvPr>
          <p:cNvSpPr>
            <a:spLocks xmlns:a="http://schemas.openxmlformats.org/drawingml/2006/main" noGrp="1"/>
          </p:cNvSpPr>
          <p:nvPr/>
        </p:nvSpPr>
        <p:spPr>
          <a:xfrm xmlns:a="http://schemas.openxmlformats.org/drawingml/2006/main">
            <a:off x="585899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E6C95C89-EF55-4E83-A7B3-2631A75E51A7}"/>
              </a:ext>
            </a:extLst>
          </p:cNvPr>
          <p:cNvSpPr>
            <a:spLocks xmlns:a="http://schemas.openxmlformats.org/drawingml/2006/main" noGrp="1"/>
          </p:cNvSpPr>
          <p:nvPr/>
        </p:nvSpPr>
        <p:spPr>
          <a:xfrm xmlns:a="http://schemas.openxmlformats.org/drawingml/2006/main">
            <a:off x="593799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DBA"/>
          </a:solidFill>
          <a:ln xmlns:a="http://schemas.openxmlformats.org/drawingml/2006/main" w="2292">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5967290E-8EE0-43A9-8A4A-F2DEAF61E49C}"/>
              </a:ext>
            </a:extLst>
          </p:cNvPr>
          <p:cNvSpPr>
            <a:spLocks xmlns:a="http://schemas.openxmlformats.org/drawingml/2006/main" noGrp="1"/>
          </p:cNvSpPr>
          <p:nvPr/>
        </p:nvSpPr>
        <p:spPr>
          <a:xfrm xmlns:a="http://schemas.openxmlformats.org/drawingml/2006/main">
            <a:off x="601699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4D0500D1-A85C-4466-BE3C-1E548C150818}"/>
              </a:ext>
            </a:extLst>
          </p:cNvPr>
          <p:cNvSpPr>
            <a:spLocks xmlns:a="http://schemas.openxmlformats.org/drawingml/2006/main" noGrp="1"/>
          </p:cNvSpPr>
          <p:nvPr/>
        </p:nvSpPr>
        <p:spPr>
          <a:xfrm xmlns:a="http://schemas.openxmlformats.org/drawingml/2006/main">
            <a:off x="609600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CDB"/>
          </a:solidFill>
          <a:ln xmlns:a="http://schemas.openxmlformats.org/drawingml/2006/main" w="2292">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89576C34-9750-4E90-8C6F-EFBC7C373A8D}"/>
              </a:ext>
            </a:extLst>
          </p:cNvPr>
          <p:cNvSpPr>
            <a:spLocks xmlns:a="http://schemas.openxmlformats.org/drawingml/2006/main" noGrp="1"/>
          </p:cNvSpPr>
          <p:nvPr/>
        </p:nvSpPr>
        <p:spPr>
          <a:xfrm xmlns:a="http://schemas.openxmlformats.org/drawingml/2006/main">
            <a:off x="6175002"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2AF"/>
          </a:solidFill>
          <a:ln xmlns:a="http://schemas.openxmlformats.org/drawingml/2006/main" w="2292">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747B3821-74F2-47D2-A456-7784C486CE29}"/>
              </a:ext>
            </a:extLst>
          </p:cNvPr>
          <p:cNvSpPr>
            <a:spLocks xmlns:a="http://schemas.openxmlformats.org/drawingml/2006/main" noGrp="1"/>
          </p:cNvSpPr>
          <p:nvPr/>
        </p:nvSpPr>
        <p:spPr>
          <a:xfrm xmlns:a="http://schemas.openxmlformats.org/drawingml/2006/main">
            <a:off x="625400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CC9"/>
          </a:solidFill>
          <a:ln xmlns:a="http://schemas.openxmlformats.org/drawingml/2006/main" w="2292">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5281AAF4-26E4-486E-A26A-0C714704C1CF}"/>
              </a:ext>
            </a:extLst>
          </p:cNvPr>
          <p:cNvSpPr>
            <a:spLocks xmlns:a="http://schemas.openxmlformats.org/drawingml/2006/main" noGrp="1"/>
          </p:cNvSpPr>
          <p:nvPr/>
        </p:nvSpPr>
        <p:spPr>
          <a:xfrm xmlns:a="http://schemas.openxmlformats.org/drawingml/2006/main">
            <a:off x="633300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4"/>
          </a:solidFill>
          <a:ln xmlns:a="http://schemas.openxmlformats.org/drawingml/2006/main" w="2292">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C8F2D67B-4F5D-4C08-B57B-0556E5F98170}"/>
              </a:ext>
            </a:extLst>
          </p:cNvPr>
          <p:cNvSpPr>
            <a:spLocks xmlns:a="http://schemas.openxmlformats.org/drawingml/2006/main" noGrp="1"/>
          </p:cNvSpPr>
          <p:nvPr/>
        </p:nvSpPr>
        <p:spPr>
          <a:xfrm xmlns:a="http://schemas.openxmlformats.org/drawingml/2006/main">
            <a:off x="641201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2"/>
          </a:solidFill>
          <a:ln xmlns:a="http://schemas.openxmlformats.org/drawingml/2006/main" w="2292">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5A380A8D-5016-4259-BA1D-046519E556CF}"/>
              </a:ext>
            </a:extLst>
          </p:cNvPr>
          <p:cNvSpPr>
            <a:spLocks xmlns:a="http://schemas.openxmlformats.org/drawingml/2006/main" noGrp="1"/>
          </p:cNvSpPr>
          <p:nvPr/>
        </p:nvSpPr>
        <p:spPr>
          <a:xfrm xmlns:a="http://schemas.openxmlformats.org/drawingml/2006/main">
            <a:off x="649101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6B3"/>
          </a:solidFill>
          <a:ln xmlns:a="http://schemas.openxmlformats.org/drawingml/2006/main" w="2292">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009C09C1-C594-4F93-B166-28A2A9538C7D}"/>
              </a:ext>
            </a:extLst>
          </p:cNvPr>
          <p:cNvSpPr>
            <a:spLocks xmlns:a="http://schemas.openxmlformats.org/drawingml/2006/main" noGrp="1"/>
          </p:cNvSpPr>
          <p:nvPr/>
        </p:nvSpPr>
        <p:spPr>
          <a:xfrm xmlns:a="http://schemas.openxmlformats.org/drawingml/2006/main">
            <a:off x="6570015"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1AD"/>
          </a:solidFill>
          <a:ln xmlns:a="http://schemas.openxmlformats.org/drawingml/2006/main" w="2292">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11563796-3F34-4920-9F92-8CC177E11FC9}"/>
              </a:ext>
            </a:extLst>
          </p:cNvPr>
          <p:cNvSpPr>
            <a:spLocks xmlns:a="http://schemas.openxmlformats.org/drawingml/2006/main" noGrp="1"/>
          </p:cNvSpPr>
          <p:nvPr/>
        </p:nvSpPr>
        <p:spPr>
          <a:xfrm xmlns:a="http://schemas.openxmlformats.org/drawingml/2006/main">
            <a:off x="664901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8B4"/>
          </a:solidFill>
          <a:ln xmlns:a="http://schemas.openxmlformats.org/drawingml/2006/main" w="2292">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E70E1C0E-FC45-4FB7-BA34-EFE954E6F85E}"/>
              </a:ext>
            </a:extLst>
          </p:cNvPr>
          <p:cNvSpPr>
            <a:spLocks xmlns:a="http://schemas.openxmlformats.org/drawingml/2006/main" noGrp="1"/>
          </p:cNvSpPr>
          <p:nvPr/>
        </p:nvSpPr>
        <p:spPr>
          <a:xfrm xmlns:a="http://schemas.openxmlformats.org/drawingml/2006/main">
            <a:off x="672802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3ACFF958-26AE-4301-B3B1-33B5E43CEADD}"/>
              </a:ext>
            </a:extLst>
          </p:cNvPr>
          <p:cNvSpPr>
            <a:spLocks xmlns:a="http://schemas.openxmlformats.org/drawingml/2006/main" noGrp="1"/>
          </p:cNvSpPr>
          <p:nvPr/>
        </p:nvSpPr>
        <p:spPr>
          <a:xfrm xmlns:a="http://schemas.openxmlformats.org/drawingml/2006/main">
            <a:off x="6807023"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99E22DDA-9252-4F9C-9275-CB5666756314}"/>
              </a:ext>
            </a:extLst>
          </p:cNvPr>
          <p:cNvSpPr>
            <a:spLocks xmlns:a="http://schemas.openxmlformats.org/drawingml/2006/main" noGrp="1"/>
          </p:cNvSpPr>
          <p:nvPr/>
        </p:nvSpPr>
        <p:spPr>
          <a:xfrm xmlns:a="http://schemas.openxmlformats.org/drawingml/2006/main">
            <a:off x="688602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2A91C3D9-38FF-4B93-B7C6-A7FEFAE84794}"/>
              </a:ext>
            </a:extLst>
          </p:cNvPr>
          <p:cNvSpPr>
            <a:spLocks xmlns:a="http://schemas.openxmlformats.org/drawingml/2006/main" noGrp="1"/>
          </p:cNvSpPr>
          <p:nvPr/>
        </p:nvSpPr>
        <p:spPr>
          <a:xfrm xmlns:a="http://schemas.openxmlformats.org/drawingml/2006/main">
            <a:off x="720203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DF62BC26-8DD3-4DC9-A468-CD432641D087}"/>
              </a:ext>
            </a:extLst>
          </p:cNvPr>
          <p:cNvSpPr>
            <a:spLocks xmlns:a="http://schemas.openxmlformats.org/drawingml/2006/main" noGrp="1"/>
          </p:cNvSpPr>
          <p:nvPr/>
        </p:nvSpPr>
        <p:spPr>
          <a:xfrm xmlns:a="http://schemas.openxmlformats.org/drawingml/2006/main">
            <a:off x="728103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333F907E-FC0D-49E1-B603-59139475CB11}"/>
              </a:ext>
            </a:extLst>
          </p:cNvPr>
          <p:cNvSpPr>
            <a:spLocks xmlns:a="http://schemas.openxmlformats.org/drawingml/2006/main" noGrp="1"/>
          </p:cNvSpPr>
          <p:nvPr/>
        </p:nvSpPr>
        <p:spPr>
          <a:xfrm xmlns:a="http://schemas.openxmlformats.org/drawingml/2006/main">
            <a:off x="7360040"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A88A0B5C-4064-406F-9639-EED6F071D09B}"/>
              </a:ext>
            </a:extLst>
          </p:cNvPr>
          <p:cNvSpPr>
            <a:spLocks xmlns:a="http://schemas.openxmlformats.org/drawingml/2006/main" noGrp="1"/>
          </p:cNvSpPr>
          <p:nvPr/>
        </p:nvSpPr>
        <p:spPr>
          <a:xfrm xmlns:a="http://schemas.openxmlformats.org/drawingml/2006/main">
            <a:off x="759704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96041C44-465C-4CB5-AE23-0F065E5CCFA3}"/>
              </a:ext>
            </a:extLst>
          </p:cNvPr>
          <p:cNvSpPr>
            <a:spLocks xmlns:a="http://schemas.openxmlformats.org/drawingml/2006/main" noGrp="1"/>
          </p:cNvSpPr>
          <p:nvPr/>
        </p:nvSpPr>
        <p:spPr>
          <a:xfrm xmlns:a="http://schemas.openxmlformats.org/drawingml/2006/main">
            <a:off x="767605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AF00FDDD-BF87-41C9-A157-EB6F2483738F}"/>
              </a:ext>
            </a:extLst>
          </p:cNvPr>
          <p:cNvSpPr>
            <a:spLocks xmlns:a="http://schemas.openxmlformats.org/drawingml/2006/main" noGrp="1"/>
          </p:cNvSpPr>
          <p:nvPr/>
        </p:nvSpPr>
        <p:spPr>
          <a:xfrm xmlns:a="http://schemas.openxmlformats.org/drawingml/2006/main">
            <a:off x="7755053"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AF3BDE75-DDA7-4091-8ED3-5A94F7949DCB}"/>
              </a:ext>
            </a:extLst>
          </p:cNvPr>
          <p:cNvSpPr>
            <a:spLocks xmlns:a="http://schemas.openxmlformats.org/drawingml/2006/main" noGrp="1"/>
          </p:cNvSpPr>
          <p:nvPr/>
        </p:nvSpPr>
        <p:spPr>
          <a:xfrm xmlns:a="http://schemas.openxmlformats.org/drawingml/2006/main">
            <a:off x="783405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9BD333F5-7DBC-4192-9E03-835C94043D6B}"/>
              </a:ext>
            </a:extLst>
          </p:cNvPr>
          <p:cNvSpPr>
            <a:spLocks xmlns:a="http://schemas.openxmlformats.org/drawingml/2006/main" noGrp="1"/>
          </p:cNvSpPr>
          <p:nvPr/>
        </p:nvSpPr>
        <p:spPr>
          <a:xfrm xmlns:a="http://schemas.openxmlformats.org/drawingml/2006/main">
            <a:off x="791305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6E54D79F-7A44-44B2-B7F6-A9DDD1B057F2}"/>
              </a:ext>
            </a:extLst>
          </p:cNvPr>
          <p:cNvSpPr>
            <a:spLocks xmlns:a="http://schemas.openxmlformats.org/drawingml/2006/main" noGrp="1"/>
          </p:cNvSpPr>
          <p:nvPr/>
        </p:nvSpPr>
        <p:spPr>
          <a:xfrm xmlns:a="http://schemas.openxmlformats.org/drawingml/2006/main">
            <a:off x="799206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2409E0D6-97F1-4650-8EFD-6BABDD1B96F3}"/>
              </a:ext>
            </a:extLst>
          </p:cNvPr>
          <p:cNvSpPr>
            <a:spLocks xmlns:a="http://schemas.openxmlformats.org/drawingml/2006/main" noGrp="1"/>
          </p:cNvSpPr>
          <p:nvPr/>
        </p:nvSpPr>
        <p:spPr>
          <a:xfrm xmlns:a="http://schemas.openxmlformats.org/drawingml/2006/main">
            <a:off x="8071063"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8E1E0698-7E14-4E84-BCD7-C89161E9A7E1}"/>
              </a:ext>
            </a:extLst>
          </p:cNvPr>
          <p:cNvSpPr>
            <a:spLocks xmlns:a="http://schemas.openxmlformats.org/drawingml/2006/main" noGrp="1"/>
          </p:cNvSpPr>
          <p:nvPr/>
        </p:nvSpPr>
        <p:spPr>
          <a:xfrm xmlns:a="http://schemas.openxmlformats.org/drawingml/2006/main">
            <a:off x="443694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1401A85C-7043-4914-A764-B4B1D835C639}"/>
              </a:ext>
            </a:extLst>
          </p:cNvPr>
          <p:cNvSpPr>
            <a:spLocks xmlns:a="http://schemas.openxmlformats.org/drawingml/2006/main" noGrp="1"/>
          </p:cNvSpPr>
          <p:nvPr/>
        </p:nvSpPr>
        <p:spPr>
          <a:xfrm xmlns:a="http://schemas.openxmlformats.org/drawingml/2006/main">
            <a:off x="451595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8355A69F-0CA9-47F9-980C-A68E523FC1FF}"/>
              </a:ext>
            </a:extLst>
          </p:cNvPr>
          <p:cNvSpPr>
            <a:spLocks xmlns:a="http://schemas.openxmlformats.org/drawingml/2006/main" noGrp="1"/>
          </p:cNvSpPr>
          <p:nvPr/>
        </p:nvSpPr>
        <p:spPr>
          <a:xfrm xmlns:a="http://schemas.openxmlformats.org/drawingml/2006/main">
            <a:off x="4594952"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FFFD490C-E79A-44FA-90AF-EF0FA3832EF2}"/>
              </a:ext>
            </a:extLst>
          </p:cNvPr>
          <p:cNvSpPr>
            <a:spLocks xmlns:a="http://schemas.openxmlformats.org/drawingml/2006/main" noGrp="1"/>
          </p:cNvSpPr>
          <p:nvPr/>
        </p:nvSpPr>
        <p:spPr>
          <a:xfrm xmlns:a="http://schemas.openxmlformats.org/drawingml/2006/main">
            <a:off x="467395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09763926-06BA-45AB-8C66-88B3B1CEE365}"/>
              </a:ext>
            </a:extLst>
          </p:cNvPr>
          <p:cNvSpPr>
            <a:spLocks xmlns:a="http://schemas.openxmlformats.org/drawingml/2006/main" noGrp="1"/>
          </p:cNvSpPr>
          <p:nvPr/>
        </p:nvSpPr>
        <p:spPr>
          <a:xfrm xmlns:a="http://schemas.openxmlformats.org/drawingml/2006/main">
            <a:off x="475295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0FA0B0C7-6BE8-43BF-A424-4387024BC9CC}"/>
              </a:ext>
            </a:extLst>
          </p:cNvPr>
          <p:cNvSpPr>
            <a:spLocks xmlns:a="http://schemas.openxmlformats.org/drawingml/2006/main" noGrp="1"/>
          </p:cNvSpPr>
          <p:nvPr/>
        </p:nvSpPr>
        <p:spPr>
          <a:xfrm xmlns:a="http://schemas.openxmlformats.org/drawingml/2006/main">
            <a:off x="483196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7279C2FF-15DF-4284-B2AF-94C3435615B2}"/>
              </a:ext>
            </a:extLst>
          </p:cNvPr>
          <p:cNvSpPr>
            <a:spLocks xmlns:a="http://schemas.openxmlformats.org/drawingml/2006/main" noGrp="1"/>
          </p:cNvSpPr>
          <p:nvPr/>
        </p:nvSpPr>
        <p:spPr>
          <a:xfrm xmlns:a="http://schemas.openxmlformats.org/drawingml/2006/main">
            <a:off x="491096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A78B0AFF-9E7F-45A3-A0E4-1CDDEA77D047}"/>
              </a:ext>
            </a:extLst>
          </p:cNvPr>
          <p:cNvSpPr>
            <a:spLocks xmlns:a="http://schemas.openxmlformats.org/drawingml/2006/main" noGrp="1"/>
          </p:cNvSpPr>
          <p:nvPr/>
        </p:nvSpPr>
        <p:spPr>
          <a:xfrm xmlns:a="http://schemas.openxmlformats.org/drawingml/2006/main">
            <a:off x="4989965"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344E961C-F6DE-4778-BEA8-9F732C3E0C14}"/>
              </a:ext>
            </a:extLst>
          </p:cNvPr>
          <p:cNvSpPr>
            <a:spLocks xmlns:a="http://schemas.openxmlformats.org/drawingml/2006/main" noGrp="1"/>
          </p:cNvSpPr>
          <p:nvPr/>
        </p:nvSpPr>
        <p:spPr>
          <a:xfrm xmlns:a="http://schemas.openxmlformats.org/drawingml/2006/main">
            <a:off x="506896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182A9ACE-DBFB-47D0-83CF-8BDB1E18AABA}"/>
              </a:ext>
            </a:extLst>
          </p:cNvPr>
          <p:cNvSpPr>
            <a:spLocks xmlns:a="http://schemas.openxmlformats.org/drawingml/2006/main" noGrp="1"/>
          </p:cNvSpPr>
          <p:nvPr/>
        </p:nvSpPr>
        <p:spPr>
          <a:xfrm xmlns:a="http://schemas.openxmlformats.org/drawingml/2006/main">
            <a:off x="514797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9A5"/>
          </a:solidFill>
          <a:ln xmlns:a="http://schemas.openxmlformats.org/drawingml/2006/main" w="2292">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BEE8412C-30A6-4537-B187-924974B61497}"/>
              </a:ext>
            </a:extLst>
          </p:cNvPr>
          <p:cNvSpPr>
            <a:spLocks xmlns:a="http://schemas.openxmlformats.org/drawingml/2006/main" noGrp="1"/>
          </p:cNvSpPr>
          <p:nvPr/>
        </p:nvSpPr>
        <p:spPr>
          <a:xfrm xmlns:a="http://schemas.openxmlformats.org/drawingml/2006/main">
            <a:off x="522697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FA09B"/>
          </a:solidFill>
          <a:ln xmlns:a="http://schemas.openxmlformats.org/drawingml/2006/main" w="2292">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62DFDA51-5771-4225-B921-4C345CC1ADC9}"/>
              </a:ext>
            </a:extLst>
          </p:cNvPr>
          <p:cNvSpPr>
            <a:spLocks xmlns:a="http://schemas.openxmlformats.org/drawingml/2006/main" noGrp="1"/>
          </p:cNvSpPr>
          <p:nvPr/>
        </p:nvSpPr>
        <p:spPr>
          <a:xfrm xmlns:a="http://schemas.openxmlformats.org/drawingml/2006/main">
            <a:off x="530597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451D86C7-AD86-4B2A-94EE-3AFA79972864}"/>
              </a:ext>
            </a:extLst>
          </p:cNvPr>
          <p:cNvSpPr>
            <a:spLocks xmlns:a="http://schemas.openxmlformats.org/drawingml/2006/main" noGrp="1"/>
          </p:cNvSpPr>
          <p:nvPr/>
        </p:nvSpPr>
        <p:spPr>
          <a:xfrm xmlns:a="http://schemas.openxmlformats.org/drawingml/2006/main">
            <a:off x="5384977"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BBCCB495-5027-4205-9EB6-973AD807F0CD}"/>
              </a:ext>
            </a:extLst>
          </p:cNvPr>
          <p:cNvSpPr>
            <a:spLocks xmlns:a="http://schemas.openxmlformats.org/drawingml/2006/main" noGrp="1"/>
          </p:cNvSpPr>
          <p:nvPr/>
        </p:nvSpPr>
        <p:spPr>
          <a:xfrm xmlns:a="http://schemas.openxmlformats.org/drawingml/2006/main">
            <a:off x="546398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416F1E69-01E0-4EC5-B9DF-4F4C2EA276BA}"/>
              </a:ext>
            </a:extLst>
          </p:cNvPr>
          <p:cNvSpPr>
            <a:spLocks xmlns:a="http://schemas.openxmlformats.org/drawingml/2006/main" noGrp="1"/>
          </p:cNvSpPr>
          <p:nvPr/>
        </p:nvSpPr>
        <p:spPr>
          <a:xfrm xmlns:a="http://schemas.openxmlformats.org/drawingml/2006/main">
            <a:off x="554298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0A4FE514-1D6E-4F0C-918A-C7FBE424717D}"/>
              </a:ext>
            </a:extLst>
          </p:cNvPr>
          <p:cNvSpPr>
            <a:spLocks xmlns:a="http://schemas.openxmlformats.org/drawingml/2006/main" noGrp="1"/>
          </p:cNvSpPr>
          <p:nvPr/>
        </p:nvSpPr>
        <p:spPr>
          <a:xfrm xmlns:a="http://schemas.openxmlformats.org/drawingml/2006/main">
            <a:off x="562198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A9E10EA1-6C6A-4E61-9C45-A7E2818C9931}"/>
              </a:ext>
            </a:extLst>
          </p:cNvPr>
          <p:cNvSpPr>
            <a:spLocks xmlns:a="http://schemas.openxmlformats.org/drawingml/2006/main" noGrp="1"/>
          </p:cNvSpPr>
          <p:nvPr/>
        </p:nvSpPr>
        <p:spPr>
          <a:xfrm xmlns:a="http://schemas.openxmlformats.org/drawingml/2006/main">
            <a:off x="570098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F3AA35C6-0DF2-4C7D-A8AC-9D766267C8F3}"/>
              </a:ext>
            </a:extLst>
          </p:cNvPr>
          <p:cNvSpPr>
            <a:spLocks xmlns:a="http://schemas.openxmlformats.org/drawingml/2006/main" noGrp="1"/>
          </p:cNvSpPr>
          <p:nvPr/>
        </p:nvSpPr>
        <p:spPr>
          <a:xfrm xmlns:a="http://schemas.openxmlformats.org/drawingml/2006/main">
            <a:off x="5779990"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D9C97"/>
          </a:solidFill>
          <a:ln xmlns:a="http://schemas.openxmlformats.org/drawingml/2006/main" w="2292">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E13FC06F-460E-47E4-B280-9F9E90120C0F}"/>
              </a:ext>
            </a:extLst>
          </p:cNvPr>
          <p:cNvSpPr>
            <a:spLocks xmlns:a="http://schemas.openxmlformats.org/drawingml/2006/main" noGrp="1"/>
          </p:cNvSpPr>
          <p:nvPr/>
        </p:nvSpPr>
        <p:spPr>
          <a:xfrm xmlns:a="http://schemas.openxmlformats.org/drawingml/2006/main">
            <a:off x="585899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EBB4AC5E-753E-4F4D-846C-3C8F701F749F}"/>
              </a:ext>
            </a:extLst>
          </p:cNvPr>
          <p:cNvSpPr>
            <a:spLocks xmlns:a="http://schemas.openxmlformats.org/drawingml/2006/main" noGrp="1"/>
          </p:cNvSpPr>
          <p:nvPr/>
        </p:nvSpPr>
        <p:spPr>
          <a:xfrm xmlns:a="http://schemas.openxmlformats.org/drawingml/2006/main">
            <a:off x="593799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A938E"/>
          </a:solidFill>
          <a:ln xmlns:a="http://schemas.openxmlformats.org/drawingml/2006/main" w="2292">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7338A8C8-13C3-4E30-8AAE-38D7A9E54B65}"/>
              </a:ext>
            </a:extLst>
          </p:cNvPr>
          <p:cNvSpPr>
            <a:spLocks xmlns:a="http://schemas.openxmlformats.org/drawingml/2006/main" noGrp="1"/>
          </p:cNvSpPr>
          <p:nvPr/>
        </p:nvSpPr>
        <p:spPr>
          <a:xfrm xmlns:a="http://schemas.openxmlformats.org/drawingml/2006/main">
            <a:off x="601699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676F86BE-DBCF-41B4-B8A8-21DF8EBF43A7}"/>
              </a:ext>
            </a:extLst>
          </p:cNvPr>
          <p:cNvSpPr>
            <a:spLocks xmlns:a="http://schemas.openxmlformats.org/drawingml/2006/main" noGrp="1"/>
          </p:cNvSpPr>
          <p:nvPr/>
        </p:nvSpPr>
        <p:spPr>
          <a:xfrm xmlns:a="http://schemas.openxmlformats.org/drawingml/2006/main">
            <a:off x="609600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9893"/>
          </a:solidFill>
          <a:ln xmlns:a="http://schemas.openxmlformats.org/drawingml/2006/main" w="2292">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F629140E-93AE-46F5-A074-98950F5E0DF5}"/>
              </a:ext>
            </a:extLst>
          </p:cNvPr>
          <p:cNvSpPr>
            <a:spLocks xmlns:a="http://schemas.openxmlformats.org/drawingml/2006/main" noGrp="1"/>
          </p:cNvSpPr>
          <p:nvPr/>
        </p:nvSpPr>
        <p:spPr>
          <a:xfrm xmlns:a="http://schemas.openxmlformats.org/drawingml/2006/main">
            <a:off x="6175002"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6"/>
          </a:solidFill>
          <a:ln xmlns:a="http://schemas.openxmlformats.org/drawingml/2006/main" w="2292">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7CABD61A-B3EE-4963-B423-16BC64BE3B6F}"/>
              </a:ext>
            </a:extLst>
          </p:cNvPr>
          <p:cNvSpPr>
            <a:spLocks xmlns:a="http://schemas.openxmlformats.org/drawingml/2006/main" noGrp="1"/>
          </p:cNvSpPr>
          <p:nvPr/>
        </p:nvSpPr>
        <p:spPr>
          <a:xfrm xmlns:a="http://schemas.openxmlformats.org/drawingml/2006/main">
            <a:off x="625400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6B2"/>
          </a:solidFill>
          <a:ln xmlns:a="http://schemas.openxmlformats.org/drawingml/2006/main" w="2292">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35FC8D53-7BE5-4E9F-B008-35D4499A1F5A}"/>
              </a:ext>
            </a:extLst>
          </p:cNvPr>
          <p:cNvSpPr>
            <a:spLocks xmlns:a="http://schemas.openxmlformats.org/drawingml/2006/main" noGrp="1"/>
          </p:cNvSpPr>
          <p:nvPr/>
        </p:nvSpPr>
        <p:spPr>
          <a:xfrm xmlns:a="http://schemas.openxmlformats.org/drawingml/2006/main">
            <a:off x="6333008"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DB9"/>
          </a:solidFill>
          <a:ln xmlns:a="http://schemas.openxmlformats.org/drawingml/2006/main" w="2292">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BD8D99F1-6E77-4812-A7AF-0088FC48DE9A}"/>
              </a:ext>
            </a:extLst>
          </p:cNvPr>
          <p:cNvSpPr>
            <a:spLocks xmlns:a="http://schemas.openxmlformats.org/drawingml/2006/main" noGrp="1"/>
          </p:cNvSpPr>
          <p:nvPr/>
        </p:nvSpPr>
        <p:spPr>
          <a:xfrm xmlns:a="http://schemas.openxmlformats.org/drawingml/2006/main">
            <a:off x="641201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BC8"/>
          </a:solidFill>
          <a:ln xmlns:a="http://schemas.openxmlformats.org/drawingml/2006/main" w="2292">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709AC293-4DDA-47A7-AD33-2FCB0C234760}"/>
              </a:ext>
            </a:extLst>
          </p:cNvPr>
          <p:cNvSpPr>
            <a:spLocks xmlns:a="http://schemas.openxmlformats.org/drawingml/2006/main" noGrp="1"/>
          </p:cNvSpPr>
          <p:nvPr/>
        </p:nvSpPr>
        <p:spPr>
          <a:xfrm xmlns:a="http://schemas.openxmlformats.org/drawingml/2006/main">
            <a:off x="649101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3AF"/>
          </a:solidFill>
          <a:ln xmlns:a="http://schemas.openxmlformats.org/drawingml/2006/main" w="2292">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08C2C38E-91F7-48A1-86FB-5AB0CC135350}"/>
              </a:ext>
            </a:extLst>
          </p:cNvPr>
          <p:cNvSpPr>
            <a:spLocks xmlns:a="http://schemas.openxmlformats.org/drawingml/2006/main" noGrp="1"/>
          </p:cNvSpPr>
          <p:nvPr/>
        </p:nvSpPr>
        <p:spPr>
          <a:xfrm xmlns:a="http://schemas.openxmlformats.org/drawingml/2006/main">
            <a:off x="6570015"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DBA"/>
          </a:solidFill>
          <a:ln xmlns:a="http://schemas.openxmlformats.org/drawingml/2006/main" w="2292">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F2ED05FB-1C89-4CF1-85CE-A01B2DC219D6}"/>
              </a:ext>
            </a:extLst>
          </p:cNvPr>
          <p:cNvSpPr>
            <a:spLocks xmlns:a="http://schemas.openxmlformats.org/drawingml/2006/main" noGrp="1"/>
          </p:cNvSpPr>
          <p:nvPr/>
        </p:nvSpPr>
        <p:spPr>
          <a:xfrm xmlns:a="http://schemas.openxmlformats.org/drawingml/2006/main">
            <a:off x="6649018"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EF7C3052-459E-4E74-BAF2-462DC40519A1}"/>
              </a:ext>
            </a:extLst>
          </p:cNvPr>
          <p:cNvSpPr>
            <a:spLocks xmlns:a="http://schemas.openxmlformats.org/drawingml/2006/main" noGrp="1"/>
          </p:cNvSpPr>
          <p:nvPr/>
        </p:nvSpPr>
        <p:spPr>
          <a:xfrm xmlns:a="http://schemas.openxmlformats.org/drawingml/2006/main">
            <a:off x="672802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2406AB44-FF48-429A-B5F5-1987AD178EE3}"/>
              </a:ext>
            </a:extLst>
          </p:cNvPr>
          <p:cNvSpPr>
            <a:spLocks xmlns:a="http://schemas.openxmlformats.org/drawingml/2006/main" noGrp="1"/>
          </p:cNvSpPr>
          <p:nvPr/>
        </p:nvSpPr>
        <p:spPr>
          <a:xfrm xmlns:a="http://schemas.openxmlformats.org/drawingml/2006/main">
            <a:off x="6807023"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0F142A0F-887F-45EC-9FF9-B906B60DA537}"/>
              </a:ext>
            </a:extLst>
          </p:cNvPr>
          <p:cNvSpPr>
            <a:spLocks xmlns:a="http://schemas.openxmlformats.org/drawingml/2006/main" noGrp="1"/>
          </p:cNvSpPr>
          <p:nvPr/>
        </p:nvSpPr>
        <p:spPr>
          <a:xfrm xmlns:a="http://schemas.openxmlformats.org/drawingml/2006/main">
            <a:off x="7597048"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ACBDAB77-A739-4334-AC31-DF9AF4B5F958}"/>
              </a:ext>
            </a:extLst>
          </p:cNvPr>
          <p:cNvSpPr>
            <a:spLocks xmlns:a="http://schemas.openxmlformats.org/drawingml/2006/main" noGrp="1"/>
          </p:cNvSpPr>
          <p:nvPr/>
        </p:nvSpPr>
        <p:spPr>
          <a:xfrm xmlns:a="http://schemas.openxmlformats.org/drawingml/2006/main">
            <a:off x="767605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CEC3FEAC-126A-4222-B6EF-73B2F1014002}"/>
              </a:ext>
            </a:extLst>
          </p:cNvPr>
          <p:cNvSpPr>
            <a:spLocks xmlns:a="http://schemas.openxmlformats.org/drawingml/2006/main" noGrp="1"/>
          </p:cNvSpPr>
          <p:nvPr/>
        </p:nvSpPr>
        <p:spPr>
          <a:xfrm xmlns:a="http://schemas.openxmlformats.org/drawingml/2006/main">
            <a:off x="7755053"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F00236EB-22D9-45AE-A263-A7E78E708E3E}"/>
              </a:ext>
            </a:extLst>
          </p:cNvPr>
          <p:cNvSpPr>
            <a:spLocks xmlns:a="http://schemas.openxmlformats.org/drawingml/2006/main" noGrp="1"/>
          </p:cNvSpPr>
          <p:nvPr/>
        </p:nvSpPr>
        <p:spPr>
          <a:xfrm xmlns:a="http://schemas.openxmlformats.org/drawingml/2006/main">
            <a:off x="783405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4E836BB5-CAC7-4168-8C64-6C98B5DC319B}"/>
              </a:ext>
            </a:extLst>
          </p:cNvPr>
          <p:cNvSpPr>
            <a:spLocks xmlns:a="http://schemas.openxmlformats.org/drawingml/2006/main" noGrp="1"/>
          </p:cNvSpPr>
          <p:nvPr/>
        </p:nvSpPr>
        <p:spPr>
          <a:xfrm xmlns:a="http://schemas.openxmlformats.org/drawingml/2006/main">
            <a:off x="7913058"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8E2A6CB7-9882-4913-A0DC-A8B9311EE753}"/>
              </a:ext>
            </a:extLst>
          </p:cNvPr>
          <p:cNvSpPr>
            <a:spLocks xmlns:a="http://schemas.openxmlformats.org/drawingml/2006/main" noGrp="1"/>
          </p:cNvSpPr>
          <p:nvPr/>
        </p:nvSpPr>
        <p:spPr>
          <a:xfrm xmlns:a="http://schemas.openxmlformats.org/drawingml/2006/main">
            <a:off x="799206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B0D5D0D8-00E7-4D7E-AC15-080AB19F36DA}"/>
              </a:ext>
            </a:extLst>
          </p:cNvPr>
          <p:cNvSpPr>
            <a:spLocks xmlns:a="http://schemas.openxmlformats.org/drawingml/2006/main" noGrp="1"/>
          </p:cNvSpPr>
          <p:nvPr/>
        </p:nvSpPr>
        <p:spPr>
          <a:xfrm xmlns:a="http://schemas.openxmlformats.org/drawingml/2006/main">
            <a:off x="8071063"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7C2BFC29-7FD8-4CC8-98C4-A2EAD5C65501}"/>
              </a:ext>
            </a:extLst>
          </p:cNvPr>
          <p:cNvSpPr>
            <a:spLocks xmlns:a="http://schemas.openxmlformats.org/drawingml/2006/main" noGrp="1"/>
          </p:cNvSpPr>
          <p:nvPr/>
        </p:nvSpPr>
        <p:spPr>
          <a:xfrm xmlns:a="http://schemas.openxmlformats.org/drawingml/2006/main">
            <a:off x="8150065"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D6898A58-7E74-4C40-9010-0635825D058C}"/>
              </a:ext>
            </a:extLst>
          </p:cNvPr>
          <p:cNvSpPr>
            <a:spLocks xmlns:a="http://schemas.openxmlformats.org/drawingml/2006/main" noGrp="1"/>
          </p:cNvSpPr>
          <p:nvPr/>
        </p:nvSpPr>
        <p:spPr>
          <a:xfrm xmlns:a="http://schemas.openxmlformats.org/drawingml/2006/main">
            <a:off x="451595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936A5246-F1DD-4688-A65F-5D58B5524CB5}"/>
              </a:ext>
            </a:extLst>
          </p:cNvPr>
          <p:cNvSpPr>
            <a:spLocks xmlns:a="http://schemas.openxmlformats.org/drawingml/2006/main" noGrp="1"/>
          </p:cNvSpPr>
          <p:nvPr/>
        </p:nvSpPr>
        <p:spPr>
          <a:xfrm xmlns:a="http://schemas.openxmlformats.org/drawingml/2006/main">
            <a:off x="4594952"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E5F65197-7940-416E-9D90-337F60CCE774}"/>
              </a:ext>
            </a:extLst>
          </p:cNvPr>
          <p:cNvSpPr>
            <a:spLocks xmlns:a="http://schemas.openxmlformats.org/drawingml/2006/main" noGrp="1"/>
          </p:cNvSpPr>
          <p:nvPr/>
        </p:nvSpPr>
        <p:spPr>
          <a:xfrm xmlns:a="http://schemas.openxmlformats.org/drawingml/2006/main">
            <a:off x="467395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FDCAFD10-E38F-47E0-AE9B-EE2BF86D0A23}"/>
              </a:ext>
            </a:extLst>
          </p:cNvPr>
          <p:cNvSpPr>
            <a:spLocks xmlns:a="http://schemas.openxmlformats.org/drawingml/2006/main" noGrp="1"/>
          </p:cNvSpPr>
          <p:nvPr/>
        </p:nvSpPr>
        <p:spPr>
          <a:xfrm xmlns:a="http://schemas.openxmlformats.org/drawingml/2006/main">
            <a:off x="4752957"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FE6B7F96-FB5E-4738-9557-4C2122557215}"/>
              </a:ext>
            </a:extLst>
          </p:cNvPr>
          <p:cNvSpPr>
            <a:spLocks xmlns:a="http://schemas.openxmlformats.org/drawingml/2006/main" noGrp="1"/>
          </p:cNvSpPr>
          <p:nvPr/>
        </p:nvSpPr>
        <p:spPr>
          <a:xfrm xmlns:a="http://schemas.openxmlformats.org/drawingml/2006/main">
            <a:off x="483196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A1EA1BC0-D174-49AC-8A1F-7EA680B5F862}"/>
              </a:ext>
            </a:extLst>
          </p:cNvPr>
          <p:cNvSpPr>
            <a:spLocks xmlns:a="http://schemas.openxmlformats.org/drawingml/2006/main" noGrp="1"/>
          </p:cNvSpPr>
          <p:nvPr/>
        </p:nvSpPr>
        <p:spPr>
          <a:xfrm xmlns:a="http://schemas.openxmlformats.org/drawingml/2006/main">
            <a:off x="491096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9366BB57-119D-4F2C-AC9B-AF4FC25AA7A5}"/>
              </a:ext>
            </a:extLst>
          </p:cNvPr>
          <p:cNvSpPr>
            <a:spLocks xmlns:a="http://schemas.openxmlformats.org/drawingml/2006/main" noGrp="1"/>
          </p:cNvSpPr>
          <p:nvPr/>
        </p:nvSpPr>
        <p:spPr>
          <a:xfrm xmlns:a="http://schemas.openxmlformats.org/drawingml/2006/main">
            <a:off x="4989965"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A6D4D17E-7057-45EE-87C8-8404B2700634}"/>
              </a:ext>
            </a:extLst>
          </p:cNvPr>
          <p:cNvSpPr>
            <a:spLocks xmlns:a="http://schemas.openxmlformats.org/drawingml/2006/main" noGrp="1"/>
          </p:cNvSpPr>
          <p:nvPr/>
        </p:nvSpPr>
        <p:spPr>
          <a:xfrm xmlns:a="http://schemas.openxmlformats.org/drawingml/2006/main">
            <a:off x="5068967"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3CAFC872-B6DE-4EC4-B926-CF669825307D}"/>
              </a:ext>
            </a:extLst>
          </p:cNvPr>
          <p:cNvSpPr>
            <a:spLocks xmlns:a="http://schemas.openxmlformats.org/drawingml/2006/main" noGrp="1"/>
          </p:cNvSpPr>
          <p:nvPr/>
        </p:nvSpPr>
        <p:spPr>
          <a:xfrm xmlns:a="http://schemas.openxmlformats.org/drawingml/2006/main">
            <a:off x="514797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42282A45-19CB-4300-A77E-9FE83213FBE9}"/>
              </a:ext>
            </a:extLst>
          </p:cNvPr>
          <p:cNvSpPr>
            <a:spLocks xmlns:a="http://schemas.openxmlformats.org/drawingml/2006/main" noGrp="1"/>
          </p:cNvSpPr>
          <p:nvPr/>
        </p:nvSpPr>
        <p:spPr>
          <a:xfrm xmlns:a="http://schemas.openxmlformats.org/drawingml/2006/main">
            <a:off x="522697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EAA"/>
          </a:solidFill>
          <a:ln xmlns:a="http://schemas.openxmlformats.org/drawingml/2006/main" w="2292">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9761E928-C781-4CD1-A91E-034DC4AF6DD6}"/>
              </a:ext>
            </a:extLst>
          </p:cNvPr>
          <p:cNvSpPr>
            <a:spLocks xmlns:a="http://schemas.openxmlformats.org/drawingml/2006/main" noGrp="1"/>
          </p:cNvSpPr>
          <p:nvPr/>
        </p:nvSpPr>
        <p:spPr>
          <a:xfrm xmlns:a="http://schemas.openxmlformats.org/drawingml/2006/main">
            <a:off x="530597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0D5BA7FC-1114-43DF-BBC8-B55D056C800C}"/>
              </a:ext>
            </a:extLst>
          </p:cNvPr>
          <p:cNvSpPr>
            <a:spLocks xmlns:a="http://schemas.openxmlformats.org/drawingml/2006/main" noGrp="1"/>
          </p:cNvSpPr>
          <p:nvPr/>
        </p:nvSpPr>
        <p:spPr>
          <a:xfrm xmlns:a="http://schemas.openxmlformats.org/drawingml/2006/main">
            <a:off x="5384977"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5A1"/>
          </a:solidFill>
          <a:ln xmlns:a="http://schemas.openxmlformats.org/drawingml/2006/main" w="2292">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709496F7-0288-46BC-BF40-E8606574BB7B}"/>
              </a:ext>
            </a:extLst>
          </p:cNvPr>
          <p:cNvSpPr>
            <a:spLocks xmlns:a="http://schemas.openxmlformats.org/drawingml/2006/main" noGrp="1"/>
          </p:cNvSpPr>
          <p:nvPr/>
        </p:nvSpPr>
        <p:spPr>
          <a:xfrm xmlns:a="http://schemas.openxmlformats.org/drawingml/2006/main">
            <a:off x="546398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D9C97"/>
          </a:solidFill>
          <a:ln xmlns:a="http://schemas.openxmlformats.org/drawingml/2006/main" w="2292">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1C385A1C-9952-4698-87DF-D8ACA68F3CDA}"/>
              </a:ext>
            </a:extLst>
          </p:cNvPr>
          <p:cNvSpPr>
            <a:spLocks xmlns:a="http://schemas.openxmlformats.org/drawingml/2006/main" noGrp="1"/>
          </p:cNvSpPr>
          <p:nvPr/>
        </p:nvSpPr>
        <p:spPr>
          <a:xfrm xmlns:a="http://schemas.openxmlformats.org/drawingml/2006/main">
            <a:off x="554298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8E89"/>
          </a:solidFill>
          <a:ln xmlns:a="http://schemas.openxmlformats.org/drawingml/2006/main" w="2292">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D1C04853-D577-475C-A5A2-19900FD83330}"/>
              </a:ext>
            </a:extLst>
          </p:cNvPr>
          <p:cNvSpPr>
            <a:spLocks xmlns:a="http://schemas.openxmlformats.org/drawingml/2006/main" noGrp="1"/>
          </p:cNvSpPr>
          <p:nvPr/>
        </p:nvSpPr>
        <p:spPr>
          <a:xfrm xmlns:a="http://schemas.openxmlformats.org/drawingml/2006/main">
            <a:off x="562198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FC4B4FE8-C414-4514-9780-8F5FDC1738DF}"/>
              </a:ext>
            </a:extLst>
          </p:cNvPr>
          <p:cNvSpPr>
            <a:spLocks xmlns:a="http://schemas.openxmlformats.org/drawingml/2006/main" noGrp="1"/>
          </p:cNvSpPr>
          <p:nvPr/>
        </p:nvSpPr>
        <p:spPr>
          <a:xfrm xmlns:a="http://schemas.openxmlformats.org/drawingml/2006/main">
            <a:off x="5700987"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81C6BD44-CA8A-4038-9689-A906EDB19D30}"/>
              </a:ext>
            </a:extLst>
          </p:cNvPr>
          <p:cNvSpPr>
            <a:spLocks xmlns:a="http://schemas.openxmlformats.org/drawingml/2006/main" noGrp="1"/>
          </p:cNvSpPr>
          <p:nvPr/>
        </p:nvSpPr>
        <p:spPr>
          <a:xfrm xmlns:a="http://schemas.openxmlformats.org/drawingml/2006/main">
            <a:off x="5779990"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29D9D1A7-0D5F-4ABE-A129-65537B040605}"/>
              </a:ext>
            </a:extLst>
          </p:cNvPr>
          <p:cNvSpPr>
            <a:spLocks xmlns:a="http://schemas.openxmlformats.org/drawingml/2006/main" noGrp="1"/>
          </p:cNvSpPr>
          <p:nvPr/>
        </p:nvSpPr>
        <p:spPr>
          <a:xfrm xmlns:a="http://schemas.openxmlformats.org/drawingml/2006/main">
            <a:off x="585899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A928D"/>
          </a:solidFill>
          <a:ln xmlns:a="http://schemas.openxmlformats.org/drawingml/2006/main" w="2292">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49C8043B-833A-4D84-8C6C-337B578BE090}"/>
              </a:ext>
            </a:extLst>
          </p:cNvPr>
          <p:cNvSpPr>
            <a:spLocks xmlns:a="http://schemas.openxmlformats.org/drawingml/2006/main" noGrp="1"/>
          </p:cNvSpPr>
          <p:nvPr/>
        </p:nvSpPr>
        <p:spPr>
          <a:xfrm xmlns:a="http://schemas.openxmlformats.org/drawingml/2006/main">
            <a:off x="593799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8F8A"/>
          </a:solidFill>
          <a:ln xmlns:a="http://schemas.openxmlformats.org/drawingml/2006/main" w="2292">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D8D7D0F0-3DBA-4F9A-AF98-A721BB6F33B8}"/>
              </a:ext>
            </a:extLst>
          </p:cNvPr>
          <p:cNvSpPr>
            <a:spLocks xmlns:a="http://schemas.openxmlformats.org/drawingml/2006/main" noGrp="1"/>
          </p:cNvSpPr>
          <p:nvPr/>
        </p:nvSpPr>
        <p:spPr>
          <a:xfrm xmlns:a="http://schemas.openxmlformats.org/drawingml/2006/main">
            <a:off x="6016997"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9C2BCEA9-FD81-486F-ABD3-F0A5D0BCCD88}"/>
              </a:ext>
            </a:extLst>
          </p:cNvPr>
          <p:cNvSpPr>
            <a:spLocks xmlns:a="http://schemas.openxmlformats.org/drawingml/2006/main" noGrp="1"/>
          </p:cNvSpPr>
          <p:nvPr/>
        </p:nvSpPr>
        <p:spPr>
          <a:xfrm xmlns:a="http://schemas.openxmlformats.org/drawingml/2006/main">
            <a:off x="609600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CC3A226F-A7F0-4DAB-9E4D-0C96DD78B9F4}"/>
              </a:ext>
            </a:extLst>
          </p:cNvPr>
          <p:cNvSpPr>
            <a:spLocks xmlns:a="http://schemas.openxmlformats.org/drawingml/2006/main" noGrp="1"/>
          </p:cNvSpPr>
          <p:nvPr/>
        </p:nvSpPr>
        <p:spPr>
          <a:xfrm xmlns:a="http://schemas.openxmlformats.org/drawingml/2006/main">
            <a:off x="6175002"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D9C97"/>
          </a:solidFill>
          <a:ln xmlns:a="http://schemas.openxmlformats.org/drawingml/2006/main" w="2292">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C45123A1-22D8-446F-8FDC-52E3ED9DF21F}"/>
              </a:ext>
            </a:extLst>
          </p:cNvPr>
          <p:cNvSpPr>
            <a:spLocks xmlns:a="http://schemas.openxmlformats.org/drawingml/2006/main" noGrp="1"/>
          </p:cNvSpPr>
          <p:nvPr/>
        </p:nvSpPr>
        <p:spPr>
          <a:xfrm xmlns:a="http://schemas.openxmlformats.org/drawingml/2006/main">
            <a:off x="625400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FA09C"/>
          </a:solidFill>
          <a:ln xmlns:a="http://schemas.openxmlformats.org/drawingml/2006/main" w="2292">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6A4A0BA7-ED3B-477A-9F07-8CB29F48791D}"/>
              </a:ext>
            </a:extLst>
          </p:cNvPr>
          <p:cNvSpPr>
            <a:spLocks xmlns:a="http://schemas.openxmlformats.org/drawingml/2006/main" noGrp="1"/>
          </p:cNvSpPr>
          <p:nvPr/>
        </p:nvSpPr>
        <p:spPr>
          <a:xfrm xmlns:a="http://schemas.openxmlformats.org/drawingml/2006/main">
            <a:off x="6333008"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AC9F7D63-429B-4C44-A958-E8883D7A0C1D}"/>
              </a:ext>
            </a:extLst>
          </p:cNvPr>
          <p:cNvSpPr>
            <a:spLocks xmlns:a="http://schemas.openxmlformats.org/drawingml/2006/main" noGrp="1"/>
          </p:cNvSpPr>
          <p:nvPr/>
        </p:nvSpPr>
        <p:spPr>
          <a:xfrm xmlns:a="http://schemas.openxmlformats.org/drawingml/2006/main">
            <a:off x="641201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01351259-B1F9-489D-9AE2-290647E86A77}"/>
              </a:ext>
            </a:extLst>
          </p:cNvPr>
          <p:cNvSpPr>
            <a:spLocks xmlns:a="http://schemas.openxmlformats.org/drawingml/2006/main" noGrp="1"/>
          </p:cNvSpPr>
          <p:nvPr/>
        </p:nvSpPr>
        <p:spPr>
          <a:xfrm xmlns:a="http://schemas.openxmlformats.org/drawingml/2006/main">
            <a:off x="649101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BC9"/>
          </a:solidFill>
          <a:ln xmlns:a="http://schemas.openxmlformats.org/drawingml/2006/main" w="2292">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E06EFB22-9BEC-4120-B125-3CE49B47D817}"/>
              </a:ext>
            </a:extLst>
          </p:cNvPr>
          <p:cNvSpPr>
            <a:spLocks xmlns:a="http://schemas.openxmlformats.org/drawingml/2006/main" noGrp="1"/>
          </p:cNvSpPr>
          <p:nvPr/>
        </p:nvSpPr>
        <p:spPr>
          <a:xfrm xmlns:a="http://schemas.openxmlformats.org/drawingml/2006/main">
            <a:off x="6570015"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6D5"/>
          </a:solidFill>
          <a:ln xmlns:a="http://schemas.openxmlformats.org/drawingml/2006/main" w="2292">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1B5A2475-C53A-4455-9BDD-FAC18B3CBCBC}"/>
              </a:ext>
            </a:extLst>
          </p:cNvPr>
          <p:cNvSpPr>
            <a:spLocks xmlns:a="http://schemas.openxmlformats.org/drawingml/2006/main" noGrp="1"/>
          </p:cNvSpPr>
          <p:nvPr/>
        </p:nvSpPr>
        <p:spPr>
          <a:xfrm xmlns:a="http://schemas.openxmlformats.org/drawingml/2006/main">
            <a:off x="6649018"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F19A532C-347F-45C7-853E-2F1504D38932}"/>
              </a:ext>
            </a:extLst>
          </p:cNvPr>
          <p:cNvSpPr>
            <a:spLocks xmlns:a="http://schemas.openxmlformats.org/drawingml/2006/main" noGrp="1"/>
          </p:cNvSpPr>
          <p:nvPr/>
        </p:nvSpPr>
        <p:spPr>
          <a:xfrm xmlns:a="http://schemas.openxmlformats.org/drawingml/2006/main">
            <a:off x="672802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1" name="Editable chart path">
            <a:extLst xmlns:a="http://schemas.openxmlformats.org/drawingml/2006/main">
              <a:ext uri="{FF2B5EF4-FFF2-40B4-BE49-F238E27FC236}">
                <a16:creationId xmlns:a16="http://schemas.microsoft.com/office/drawing/2014/main" id="{6DF2BA4E-B882-483D-90D7-0981900E4913}"/>
              </a:ext>
            </a:extLst>
          </p:cNvPr>
          <p:cNvSpPr>
            <a:spLocks xmlns:a="http://schemas.openxmlformats.org/drawingml/2006/main" noGrp="1"/>
          </p:cNvSpPr>
          <p:nvPr/>
        </p:nvSpPr>
        <p:spPr>
          <a:xfrm xmlns:a="http://schemas.openxmlformats.org/drawingml/2006/main">
            <a:off x="6965027"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2" name="Editable chart path">
            <a:extLst xmlns:a="http://schemas.openxmlformats.org/drawingml/2006/main">
              <a:ext uri="{FF2B5EF4-FFF2-40B4-BE49-F238E27FC236}">
                <a16:creationId xmlns:a16="http://schemas.microsoft.com/office/drawing/2014/main" id="{924739D5-F905-4423-BE48-6DE8D6EE9104}"/>
              </a:ext>
            </a:extLst>
          </p:cNvPr>
          <p:cNvSpPr>
            <a:spLocks xmlns:a="http://schemas.openxmlformats.org/drawingml/2006/main" noGrp="1"/>
          </p:cNvSpPr>
          <p:nvPr/>
        </p:nvSpPr>
        <p:spPr>
          <a:xfrm xmlns:a="http://schemas.openxmlformats.org/drawingml/2006/main">
            <a:off x="704403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3" name="Editable chart path">
            <a:extLst xmlns:a="http://schemas.openxmlformats.org/drawingml/2006/main">
              <a:ext uri="{FF2B5EF4-FFF2-40B4-BE49-F238E27FC236}">
                <a16:creationId xmlns:a16="http://schemas.microsoft.com/office/drawing/2014/main" id="{1815745E-E246-44CA-9225-1DCD65E7A03E}"/>
              </a:ext>
            </a:extLst>
          </p:cNvPr>
          <p:cNvSpPr>
            <a:spLocks xmlns:a="http://schemas.openxmlformats.org/drawingml/2006/main" noGrp="1"/>
          </p:cNvSpPr>
          <p:nvPr/>
        </p:nvSpPr>
        <p:spPr>
          <a:xfrm xmlns:a="http://schemas.openxmlformats.org/drawingml/2006/main">
            <a:off x="7123033"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4" name="Editable chart path">
            <a:extLst xmlns:a="http://schemas.openxmlformats.org/drawingml/2006/main">
              <a:ext uri="{FF2B5EF4-FFF2-40B4-BE49-F238E27FC236}">
                <a16:creationId xmlns:a16="http://schemas.microsoft.com/office/drawing/2014/main" id="{229A88A2-EA33-41F8-AED7-A1FF14D9077A}"/>
              </a:ext>
            </a:extLst>
          </p:cNvPr>
          <p:cNvSpPr>
            <a:spLocks xmlns:a="http://schemas.openxmlformats.org/drawingml/2006/main" noGrp="1"/>
          </p:cNvSpPr>
          <p:nvPr/>
        </p:nvSpPr>
        <p:spPr>
          <a:xfrm xmlns:a="http://schemas.openxmlformats.org/drawingml/2006/main">
            <a:off x="720203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5" name="Editable chart path">
            <a:extLst xmlns:a="http://schemas.openxmlformats.org/drawingml/2006/main">
              <a:ext uri="{FF2B5EF4-FFF2-40B4-BE49-F238E27FC236}">
                <a16:creationId xmlns:a16="http://schemas.microsoft.com/office/drawing/2014/main" id="{7F216A5B-DC8E-47FE-96E2-F8EE69126F52}"/>
              </a:ext>
            </a:extLst>
          </p:cNvPr>
          <p:cNvSpPr>
            <a:spLocks xmlns:a="http://schemas.openxmlformats.org/drawingml/2006/main" noGrp="1"/>
          </p:cNvSpPr>
          <p:nvPr/>
        </p:nvSpPr>
        <p:spPr>
          <a:xfrm xmlns:a="http://schemas.openxmlformats.org/drawingml/2006/main">
            <a:off x="7281038"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6" name="Editable chart path">
            <a:extLst xmlns:a="http://schemas.openxmlformats.org/drawingml/2006/main">
              <a:ext uri="{FF2B5EF4-FFF2-40B4-BE49-F238E27FC236}">
                <a16:creationId xmlns:a16="http://schemas.microsoft.com/office/drawing/2014/main" id="{4E871915-020A-4EC7-ADA8-007AD3F16E5E}"/>
              </a:ext>
            </a:extLst>
          </p:cNvPr>
          <p:cNvSpPr>
            <a:spLocks xmlns:a="http://schemas.openxmlformats.org/drawingml/2006/main" noGrp="1"/>
          </p:cNvSpPr>
          <p:nvPr/>
        </p:nvSpPr>
        <p:spPr>
          <a:xfrm xmlns:a="http://schemas.openxmlformats.org/drawingml/2006/main">
            <a:off x="7360040"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7" name="Editable chart path">
            <a:extLst xmlns:a="http://schemas.openxmlformats.org/drawingml/2006/main">
              <a:ext uri="{FF2B5EF4-FFF2-40B4-BE49-F238E27FC236}">
                <a16:creationId xmlns:a16="http://schemas.microsoft.com/office/drawing/2014/main" id="{04D50E83-F59C-499E-9AA8-C89939603AA9}"/>
              </a:ext>
            </a:extLst>
          </p:cNvPr>
          <p:cNvSpPr>
            <a:spLocks xmlns:a="http://schemas.openxmlformats.org/drawingml/2006/main" noGrp="1"/>
          </p:cNvSpPr>
          <p:nvPr/>
        </p:nvSpPr>
        <p:spPr>
          <a:xfrm xmlns:a="http://schemas.openxmlformats.org/drawingml/2006/main">
            <a:off x="767605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8" name="Editable chart path">
            <a:extLst xmlns:a="http://schemas.openxmlformats.org/drawingml/2006/main">
              <a:ext uri="{FF2B5EF4-FFF2-40B4-BE49-F238E27FC236}">
                <a16:creationId xmlns:a16="http://schemas.microsoft.com/office/drawing/2014/main" id="{47751A78-6511-4B48-8A03-D0EA7C4A6499}"/>
              </a:ext>
            </a:extLst>
          </p:cNvPr>
          <p:cNvSpPr>
            <a:spLocks xmlns:a="http://schemas.openxmlformats.org/drawingml/2006/main" noGrp="1"/>
          </p:cNvSpPr>
          <p:nvPr/>
        </p:nvSpPr>
        <p:spPr>
          <a:xfrm xmlns:a="http://schemas.openxmlformats.org/drawingml/2006/main">
            <a:off x="7755053"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09" name="Editable chart path">
            <a:extLst xmlns:a="http://schemas.openxmlformats.org/drawingml/2006/main">
              <a:ext uri="{FF2B5EF4-FFF2-40B4-BE49-F238E27FC236}">
                <a16:creationId xmlns:a16="http://schemas.microsoft.com/office/drawing/2014/main" id="{6E116125-F04B-4390-8938-0A7A806B6CB7}"/>
              </a:ext>
            </a:extLst>
          </p:cNvPr>
          <p:cNvSpPr>
            <a:spLocks xmlns:a="http://schemas.openxmlformats.org/drawingml/2006/main" noGrp="1"/>
          </p:cNvSpPr>
          <p:nvPr/>
        </p:nvSpPr>
        <p:spPr>
          <a:xfrm xmlns:a="http://schemas.openxmlformats.org/drawingml/2006/main">
            <a:off x="783405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0" name="Editable chart path">
            <a:extLst xmlns:a="http://schemas.openxmlformats.org/drawingml/2006/main">
              <a:ext uri="{FF2B5EF4-FFF2-40B4-BE49-F238E27FC236}">
                <a16:creationId xmlns:a16="http://schemas.microsoft.com/office/drawing/2014/main" id="{0EEDFBC6-66E6-4BAD-AEA2-2A6464805F18}"/>
              </a:ext>
            </a:extLst>
          </p:cNvPr>
          <p:cNvSpPr>
            <a:spLocks xmlns:a="http://schemas.openxmlformats.org/drawingml/2006/main" noGrp="1"/>
          </p:cNvSpPr>
          <p:nvPr/>
        </p:nvSpPr>
        <p:spPr>
          <a:xfrm xmlns:a="http://schemas.openxmlformats.org/drawingml/2006/main">
            <a:off x="7913058"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1" name="Editable chart path">
            <a:extLst xmlns:a="http://schemas.openxmlformats.org/drawingml/2006/main">
              <a:ext uri="{FF2B5EF4-FFF2-40B4-BE49-F238E27FC236}">
                <a16:creationId xmlns:a16="http://schemas.microsoft.com/office/drawing/2014/main" id="{083E5B70-2ACD-4674-98B0-B1A6E2E2ADF8}"/>
              </a:ext>
            </a:extLst>
          </p:cNvPr>
          <p:cNvSpPr>
            <a:spLocks xmlns:a="http://schemas.openxmlformats.org/drawingml/2006/main" noGrp="1"/>
          </p:cNvSpPr>
          <p:nvPr/>
        </p:nvSpPr>
        <p:spPr>
          <a:xfrm xmlns:a="http://schemas.openxmlformats.org/drawingml/2006/main">
            <a:off x="799206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2" name="Editable chart path">
            <a:extLst xmlns:a="http://schemas.openxmlformats.org/drawingml/2006/main">
              <a:ext uri="{FF2B5EF4-FFF2-40B4-BE49-F238E27FC236}">
                <a16:creationId xmlns:a16="http://schemas.microsoft.com/office/drawing/2014/main" id="{759A8119-4A49-49EC-BDAB-12511B1E6C06}"/>
              </a:ext>
            </a:extLst>
          </p:cNvPr>
          <p:cNvSpPr>
            <a:spLocks xmlns:a="http://schemas.openxmlformats.org/drawingml/2006/main" noGrp="1"/>
          </p:cNvSpPr>
          <p:nvPr/>
        </p:nvSpPr>
        <p:spPr>
          <a:xfrm xmlns:a="http://schemas.openxmlformats.org/drawingml/2006/main">
            <a:off x="8071063"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3" name="Editable chart path">
            <a:extLst xmlns:a="http://schemas.openxmlformats.org/drawingml/2006/main">
              <a:ext uri="{FF2B5EF4-FFF2-40B4-BE49-F238E27FC236}">
                <a16:creationId xmlns:a16="http://schemas.microsoft.com/office/drawing/2014/main" id="{D698F8CF-CEDF-499A-AFD5-AAA5011BE75A}"/>
              </a:ext>
            </a:extLst>
          </p:cNvPr>
          <p:cNvSpPr>
            <a:spLocks xmlns:a="http://schemas.openxmlformats.org/drawingml/2006/main" noGrp="1"/>
          </p:cNvSpPr>
          <p:nvPr/>
        </p:nvSpPr>
        <p:spPr>
          <a:xfrm xmlns:a="http://schemas.openxmlformats.org/drawingml/2006/main">
            <a:off x="4594952"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4" name="Editable chart path">
            <a:extLst xmlns:a="http://schemas.openxmlformats.org/drawingml/2006/main">
              <a:ext uri="{FF2B5EF4-FFF2-40B4-BE49-F238E27FC236}">
                <a16:creationId xmlns:a16="http://schemas.microsoft.com/office/drawing/2014/main" id="{A5879883-D165-47CA-824F-C460304DD0B3}"/>
              </a:ext>
            </a:extLst>
          </p:cNvPr>
          <p:cNvSpPr>
            <a:spLocks xmlns:a="http://schemas.openxmlformats.org/drawingml/2006/main" noGrp="1"/>
          </p:cNvSpPr>
          <p:nvPr/>
        </p:nvSpPr>
        <p:spPr>
          <a:xfrm xmlns:a="http://schemas.openxmlformats.org/drawingml/2006/main">
            <a:off x="467395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5" name="Editable chart path">
            <a:extLst xmlns:a="http://schemas.openxmlformats.org/drawingml/2006/main">
              <a:ext uri="{FF2B5EF4-FFF2-40B4-BE49-F238E27FC236}">
                <a16:creationId xmlns:a16="http://schemas.microsoft.com/office/drawing/2014/main" id="{6F00D921-25D7-473D-BF8B-22C8C75769D3}"/>
              </a:ext>
            </a:extLst>
          </p:cNvPr>
          <p:cNvSpPr>
            <a:spLocks xmlns:a="http://schemas.openxmlformats.org/drawingml/2006/main" noGrp="1"/>
          </p:cNvSpPr>
          <p:nvPr/>
        </p:nvSpPr>
        <p:spPr>
          <a:xfrm xmlns:a="http://schemas.openxmlformats.org/drawingml/2006/main">
            <a:off x="4752957"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6" name="Editable chart path">
            <a:extLst xmlns:a="http://schemas.openxmlformats.org/drawingml/2006/main">
              <a:ext uri="{FF2B5EF4-FFF2-40B4-BE49-F238E27FC236}">
                <a16:creationId xmlns:a16="http://schemas.microsoft.com/office/drawing/2014/main" id="{1E7BA9D4-5E8F-497C-A4A7-F9F917129D15}"/>
              </a:ext>
            </a:extLst>
          </p:cNvPr>
          <p:cNvSpPr>
            <a:spLocks xmlns:a="http://schemas.openxmlformats.org/drawingml/2006/main" noGrp="1"/>
          </p:cNvSpPr>
          <p:nvPr/>
        </p:nvSpPr>
        <p:spPr>
          <a:xfrm xmlns:a="http://schemas.openxmlformats.org/drawingml/2006/main">
            <a:off x="483196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7" name="Editable chart path">
            <a:extLst xmlns:a="http://schemas.openxmlformats.org/drawingml/2006/main">
              <a:ext uri="{FF2B5EF4-FFF2-40B4-BE49-F238E27FC236}">
                <a16:creationId xmlns:a16="http://schemas.microsoft.com/office/drawing/2014/main" id="{E81C4F1D-4055-4258-ADB0-1614FBCEB5C2}"/>
              </a:ext>
            </a:extLst>
          </p:cNvPr>
          <p:cNvSpPr>
            <a:spLocks xmlns:a="http://schemas.openxmlformats.org/drawingml/2006/main" noGrp="1"/>
          </p:cNvSpPr>
          <p:nvPr/>
        </p:nvSpPr>
        <p:spPr>
          <a:xfrm xmlns:a="http://schemas.openxmlformats.org/drawingml/2006/main">
            <a:off x="491096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8" name="Editable chart path">
            <a:extLst xmlns:a="http://schemas.openxmlformats.org/drawingml/2006/main">
              <a:ext uri="{FF2B5EF4-FFF2-40B4-BE49-F238E27FC236}">
                <a16:creationId xmlns:a16="http://schemas.microsoft.com/office/drawing/2014/main" id="{5B755F0F-A514-40ED-BB89-A6211C32C9E8}"/>
              </a:ext>
            </a:extLst>
          </p:cNvPr>
          <p:cNvSpPr>
            <a:spLocks xmlns:a="http://schemas.openxmlformats.org/drawingml/2006/main" noGrp="1"/>
          </p:cNvSpPr>
          <p:nvPr/>
        </p:nvSpPr>
        <p:spPr>
          <a:xfrm xmlns:a="http://schemas.openxmlformats.org/drawingml/2006/main">
            <a:off x="4989965"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19" name="Editable chart path">
            <a:extLst xmlns:a="http://schemas.openxmlformats.org/drawingml/2006/main">
              <a:ext uri="{FF2B5EF4-FFF2-40B4-BE49-F238E27FC236}">
                <a16:creationId xmlns:a16="http://schemas.microsoft.com/office/drawing/2014/main" id="{9B9659F4-190C-4D3D-9480-A81077CC026C}"/>
              </a:ext>
            </a:extLst>
          </p:cNvPr>
          <p:cNvSpPr>
            <a:spLocks xmlns:a="http://schemas.openxmlformats.org/drawingml/2006/main" noGrp="1"/>
          </p:cNvSpPr>
          <p:nvPr/>
        </p:nvSpPr>
        <p:spPr>
          <a:xfrm xmlns:a="http://schemas.openxmlformats.org/drawingml/2006/main">
            <a:off x="5068967"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20" name="Editable chart path">
            <a:extLst xmlns:a="http://schemas.openxmlformats.org/drawingml/2006/main">
              <a:ext uri="{FF2B5EF4-FFF2-40B4-BE49-F238E27FC236}">
                <a16:creationId xmlns:a16="http://schemas.microsoft.com/office/drawing/2014/main" id="{B544EF5E-1F5D-4F55-B9F3-889A12C40FEC}"/>
              </a:ext>
            </a:extLst>
          </p:cNvPr>
          <p:cNvSpPr>
            <a:spLocks xmlns:a="http://schemas.openxmlformats.org/drawingml/2006/main" noGrp="1"/>
          </p:cNvSpPr>
          <p:nvPr/>
        </p:nvSpPr>
        <p:spPr>
          <a:xfrm xmlns:a="http://schemas.openxmlformats.org/drawingml/2006/main">
            <a:off x="514797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21" name="Editable chart path">
            <a:extLst xmlns:a="http://schemas.openxmlformats.org/drawingml/2006/main">
              <a:ext uri="{FF2B5EF4-FFF2-40B4-BE49-F238E27FC236}">
                <a16:creationId xmlns:a16="http://schemas.microsoft.com/office/drawing/2014/main" id="{633ED05E-3F6C-4ADD-905C-EDF0B0FDFCB3}"/>
              </a:ext>
            </a:extLst>
          </p:cNvPr>
          <p:cNvSpPr>
            <a:spLocks xmlns:a="http://schemas.openxmlformats.org/drawingml/2006/main" noGrp="1"/>
          </p:cNvSpPr>
          <p:nvPr/>
        </p:nvSpPr>
        <p:spPr>
          <a:xfrm xmlns:a="http://schemas.openxmlformats.org/drawingml/2006/main">
            <a:off x="522697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22" name="Editable chart path">
            <a:extLst xmlns:a="http://schemas.openxmlformats.org/drawingml/2006/main">
              <a:ext uri="{FF2B5EF4-FFF2-40B4-BE49-F238E27FC236}">
                <a16:creationId xmlns:a16="http://schemas.microsoft.com/office/drawing/2014/main" id="{686CFC51-CD18-46ED-8945-AC8343CAD52A}"/>
              </a:ext>
            </a:extLst>
          </p:cNvPr>
          <p:cNvSpPr>
            <a:spLocks xmlns:a="http://schemas.openxmlformats.org/drawingml/2006/main" noGrp="1"/>
          </p:cNvSpPr>
          <p:nvPr/>
        </p:nvSpPr>
        <p:spPr>
          <a:xfrm xmlns:a="http://schemas.openxmlformats.org/drawingml/2006/main">
            <a:off x="530597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23" name="Editable chart path">
            <a:extLst xmlns:a="http://schemas.openxmlformats.org/drawingml/2006/main">
              <a:ext uri="{FF2B5EF4-FFF2-40B4-BE49-F238E27FC236}">
                <a16:creationId xmlns:a16="http://schemas.microsoft.com/office/drawing/2014/main" id="{CAA547AF-EC30-48D8-AFA8-C3C9FB372DB5}"/>
              </a:ext>
            </a:extLst>
          </p:cNvPr>
          <p:cNvSpPr>
            <a:spLocks xmlns:a="http://schemas.openxmlformats.org/drawingml/2006/main" noGrp="1"/>
          </p:cNvSpPr>
          <p:nvPr/>
        </p:nvSpPr>
        <p:spPr>
          <a:xfrm xmlns:a="http://schemas.openxmlformats.org/drawingml/2006/main">
            <a:off x="5384977"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24" name="Editable chart path">
            <a:extLst xmlns:a="http://schemas.openxmlformats.org/drawingml/2006/main">
              <a:ext uri="{FF2B5EF4-FFF2-40B4-BE49-F238E27FC236}">
                <a16:creationId xmlns:a16="http://schemas.microsoft.com/office/drawing/2014/main" id="{BE26A4DD-4C3C-437C-81DB-A979F12AC105}"/>
              </a:ext>
            </a:extLst>
          </p:cNvPr>
          <p:cNvSpPr>
            <a:spLocks xmlns:a="http://schemas.openxmlformats.org/drawingml/2006/main" noGrp="1"/>
          </p:cNvSpPr>
          <p:nvPr/>
        </p:nvSpPr>
        <p:spPr>
          <a:xfrm xmlns:a="http://schemas.openxmlformats.org/drawingml/2006/main">
            <a:off x="546398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25" name="Editable chart path">
            <a:extLst xmlns:a="http://schemas.openxmlformats.org/drawingml/2006/main">
              <a:ext uri="{FF2B5EF4-FFF2-40B4-BE49-F238E27FC236}">
                <a16:creationId xmlns:a16="http://schemas.microsoft.com/office/drawing/2014/main" id="{FF9742AC-A280-4F83-AC90-5F54389E525E}"/>
              </a:ext>
            </a:extLst>
          </p:cNvPr>
          <p:cNvSpPr>
            <a:spLocks xmlns:a="http://schemas.openxmlformats.org/drawingml/2006/main" noGrp="1"/>
          </p:cNvSpPr>
          <p:nvPr/>
        </p:nvSpPr>
        <p:spPr>
          <a:xfrm xmlns:a="http://schemas.openxmlformats.org/drawingml/2006/main">
            <a:off x="554298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26" name="Editable chart path">
            <a:extLst xmlns:a="http://schemas.openxmlformats.org/drawingml/2006/main">
              <a:ext uri="{FF2B5EF4-FFF2-40B4-BE49-F238E27FC236}">
                <a16:creationId xmlns:a16="http://schemas.microsoft.com/office/drawing/2014/main" id="{B8D85EDC-8CDD-4324-B054-F7229D2CE148}"/>
              </a:ext>
            </a:extLst>
          </p:cNvPr>
          <p:cNvSpPr>
            <a:spLocks xmlns:a="http://schemas.openxmlformats.org/drawingml/2006/main" noGrp="1"/>
          </p:cNvSpPr>
          <p:nvPr/>
        </p:nvSpPr>
        <p:spPr>
          <a:xfrm xmlns:a="http://schemas.openxmlformats.org/drawingml/2006/main">
            <a:off x="562198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D99"/>
          </a:solidFill>
          <a:ln xmlns:a="http://schemas.openxmlformats.org/drawingml/2006/main" w="2292">
            <a:solidFill>
              <a:srgbClr val="FBFCFE"/>
            </a:solidFill>
            <a:prstDash val="solid"/>
          </a:ln>
        </p:spPr>
      </p:sp>
      <p:sp>
        <p:nvSpPr>
          <p:cNvPr id="727" name="Editable chart path">
            <a:extLst xmlns:a="http://schemas.openxmlformats.org/drawingml/2006/main">
              <a:ext uri="{FF2B5EF4-FFF2-40B4-BE49-F238E27FC236}">
                <a16:creationId xmlns:a16="http://schemas.microsoft.com/office/drawing/2014/main" id="{F3B43E00-39CB-4C1C-94AB-FCB5DD4C96F0}"/>
              </a:ext>
            </a:extLst>
          </p:cNvPr>
          <p:cNvSpPr>
            <a:spLocks xmlns:a="http://schemas.openxmlformats.org/drawingml/2006/main" noGrp="1"/>
          </p:cNvSpPr>
          <p:nvPr/>
        </p:nvSpPr>
        <p:spPr>
          <a:xfrm xmlns:a="http://schemas.openxmlformats.org/drawingml/2006/main">
            <a:off x="5700987"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FA09C"/>
          </a:solidFill>
          <a:ln xmlns:a="http://schemas.openxmlformats.org/drawingml/2006/main" w="2292">
            <a:solidFill>
              <a:srgbClr val="FBFCFE"/>
            </a:solidFill>
            <a:prstDash val="solid"/>
          </a:ln>
        </p:spPr>
      </p:sp>
      <p:sp>
        <p:nvSpPr>
          <p:cNvPr id="728" name="Editable chart path">
            <a:extLst xmlns:a="http://schemas.openxmlformats.org/drawingml/2006/main">
              <a:ext uri="{FF2B5EF4-FFF2-40B4-BE49-F238E27FC236}">
                <a16:creationId xmlns:a16="http://schemas.microsoft.com/office/drawing/2014/main" id="{1DDE644B-B847-43E1-A378-3E8595324287}"/>
              </a:ext>
            </a:extLst>
          </p:cNvPr>
          <p:cNvSpPr>
            <a:spLocks xmlns:a="http://schemas.openxmlformats.org/drawingml/2006/main" noGrp="1"/>
          </p:cNvSpPr>
          <p:nvPr/>
        </p:nvSpPr>
        <p:spPr>
          <a:xfrm xmlns:a="http://schemas.openxmlformats.org/drawingml/2006/main">
            <a:off x="5779990"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29" name="Editable chart path">
            <a:extLst xmlns:a="http://schemas.openxmlformats.org/drawingml/2006/main">
              <a:ext uri="{FF2B5EF4-FFF2-40B4-BE49-F238E27FC236}">
                <a16:creationId xmlns:a16="http://schemas.microsoft.com/office/drawing/2014/main" id="{35E4B3AD-21D8-44EF-B446-90B167BC2220}"/>
              </a:ext>
            </a:extLst>
          </p:cNvPr>
          <p:cNvSpPr>
            <a:spLocks xmlns:a="http://schemas.openxmlformats.org/drawingml/2006/main" noGrp="1"/>
          </p:cNvSpPr>
          <p:nvPr/>
        </p:nvSpPr>
        <p:spPr>
          <a:xfrm xmlns:a="http://schemas.openxmlformats.org/drawingml/2006/main">
            <a:off x="585899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9893"/>
          </a:solidFill>
          <a:ln xmlns:a="http://schemas.openxmlformats.org/drawingml/2006/main" w="2292">
            <a:solidFill>
              <a:srgbClr val="FBFCFE"/>
            </a:solidFill>
            <a:prstDash val="solid"/>
          </a:ln>
        </p:spPr>
      </p:sp>
      <p:sp>
        <p:nvSpPr>
          <p:cNvPr id="730" name="Editable chart path">
            <a:extLst xmlns:a="http://schemas.openxmlformats.org/drawingml/2006/main">
              <a:ext uri="{FF2B5EF4-FFF2-40B4-BE49-F238E27FC236}">
                <a16:creationId xmlns:a16="http://schemas.microsoft.com/office/drawing/2014/main" id="{BF1F6FD3-B3C2-43FE-8ED9-5ACAF3CC3108}"/>
              </a:ext>
            </a:extLst>
          </p:cNvPr>
          <p:cNvSpPr>
            <a:spLocks xmlns:a="http://schemas.openxmlformats.org/drawingml/2006/main" noGrp="1"/>
          </p:cNvSpPr>
          <p:nvPr/>
        </p:nvSpPr>
        <p:spPr>
          <a:xfrm xmlns:a="http://schemas.openxmlformats.org/drawingml/2006/main">
            <a:off x="593799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AA6"/>
          </a:solidFill>
          <a:ln xmlns:a="http://schemas.openxmlformats.org/drawingml/2006/main" w="2292">
            <a:solidFill>
              <a:srgbClr val="FBFCFE"/>
            </a:solidFill>
            <a:prstDash val="solid"/>
          </a:ln>
        </p:spPr>
      </p:sp>
      <p:sp>
        <p:nvSpPr>
          <p:cNvPr id="731" name="Editable chart path">
            <a:extLst xmlns:a="http://schemas.openxmlformats.org/drawingml/2006/main">
              <a:ext uri="{FF2B5EF4-FFF2-40B4-BE49-F238E27FC236}">
                <a16:creationId xmlns:a16="http://schemas.microsoft.com/office/drawing/2014/main" id="{10D6C581-F0FB-436D-A930-A13093694E4D}"/>
              </a:ext>
            </a:extLst>
          </p:cNvPr>
          <p:cNvSpPr>
            <a:spLocks xmlns:a="http://schemas.openxmlformats.org/drawingml/2006/main" noGrp="1"/>
          </p:cNvSpPr>
          <p:nvPr/>
        </p:nvSpPr>
        <p:spPr>
          <a:xfrm xmlns:a="http://schemas.openxmlformats.org/drawingml/2006/main">
            <a:off x="6016997"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9B5"/>
          </a:solidFill>
          <a:ln xmlns:a="http://schemas.openxmlformats.org/drawingml/2006/main" w="2292">
            <a:solidFill>
              <a:srgbClr val="FBFCFE"/>
            </a:solidFill>
            <a:prstDash val="solid"/>
          </a:ln>
        </p:spPr>
      </p:sp>
      <p:sp>
        <p:nvSpPr>
          <p:cNvPr id="732" name="Editable chart path">
            <a:extLst xmlns:a="http://schemas.openxmlformats.org/drawingml/2006/main">
              <a:ext uri="{FF2B5EF4-FFF2-40B4-BE49-F238E27FC236}">
                <a16:creationId xmlns:a16="http://schemas.microsoft.com/office/drawing/2014/main" id="{EBB5E5B2-B799-4A63-9B2D-4A95A71C9C07}"/>
              </a:ext>
            </a:extLst>
          </p:cNvPr>
          <p:cNvSpPr>
            <a:spLocks xmlns:a="http://schemas.openxmlformats.org/drawingml/2006/main" noGrp="1"/>
          </p:cNvSpPr>
          <p:nvPr/>
        </p:nvSpPr>
        <p:spPr>
          <a:xfrm xmlns:a="http://schemas.openxmlformats.org/drawingml/2006/main">
            <a:off x="609600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733" name="Editable chart path">
            <a:extLst xmlns:a="http://schemas.openxmlformats.org/drawingml/2006/main">
              <a:ext uri="{FF2B5EF4-FFF2-40B4-BE49-F238E27FC236}">
                <a16:creationId xmlns:a16="http://schemas.microsoft.com/office/drawing/2014/main" id="{DDA460D5-3524-4406-B386-EA6EE2720699}"/>
              </a:ext>
            </a:extLst>
          </p:cNvPr>
          <p:cNvSpPr>
            <a:spLocks xmlns:a="http://schemas.openxmlformats.org/drawingml/2006/main" noGrp="1"/>
          </p:cNvSpPr>
          <p:nvPr/>
        </p:nvSpPr>
        <p:spPr>
          <a:xfrm xmlns:a="http://schemas.openxmlformats.org/drawingml/2006/main">
            <a:off x="6175002"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34" name="Editable chart path">
            <a:extLst xmlns:a="http://schemas.openxmlformats.org/drawingml/2006/main">
              <a:ext uri="{FF2B5EF4-FFF2-40B4-BE49-F238E27FC236}">
                <a16:creationId xmlns:a16="http://schemas.microsoft.com/office/drawing/2014/main" id="{F532B27E-0063-4A49-89CD-A3F5A396DF55}"/>
              </a:ext>
            </a:extLst>
          </p:cNvPr>
          <p:cNvSpPr>
            <a:spLocks xmlns:a="http://schemas.openxmlformats.org/drawingml/2006/main" noGrp="1"/>
          </p:cNvSpPr>
          <p:nvPr/>
        </p:nvSpPr>
        <p:spPr>
          <a:xfrm xmlns:a="http://schemas.openxmlformats.org/drawingml/2006/main">
            <a:off x="625400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35" name="Editable chart path">
            <a:extLst xmlns:a="http://schemas.openxmlformats.org/drawingml/2006/main">
              <a:ext uri="{FF2B5EF4-FFF2-40B4-BE49-F238E27FC236}">
                <a16:creationId xmlns:a16="http://schemas.microsoft.com/office/drawing/2014/main" id="{E44A62F1-275A-4DC1-AA5E-C1045CAC7D60}"/>
              </a:ext>
            </a:extLst>
          </p:cNvPr>
          <p:cNvSpPr>
            <a:spLocks xmlns:a="http://schemas.openxmlformats.org/drawingml/2006/main" noGrp="1"/>
          </p:cNvSpPr>
          <p:nvPr/>
        </p:nvSpPr>
        <p:spPr>
          <a:xfrm xmlns:a="http://schemas.openxmlformats.org/drawingml/2006/main">
            <a:off x="633300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36" name="Editable chart path">
            <a:extLst xmlns:a="http://schemas.openxmlformats.org/drawingml/2006/main">
              <a:ext uri="{FF2B5EF4-FFF2-40B4-BE49-F238E27FC236}">
                <a16:creationId xmlns:a16="http://schemas.microsoft.com/office/drawing/2014/main" id="{37DF2222-505D-4D70-8DD7-6DD05BF48011}"/>
              </a:ext>
            </a:extLst>
          </p:cNvPr>
          <p:cNvSpPr>
            <a:spLocks xmlns:a="http://schemas.openxmlformats.org/drawingml/2006/main" noGrp="1"/>
          </p:cNvSpPr>
          <p:nvPr/>
        </p:nvSpPr>
        <p:spPr>
          <a:xfrm xmlns:a="http://schemas.openxmlformats.org/drawingml/2006/main">
            <a:off x="641201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37" name="Editable chart path">
            <a:extLst xmlns:a="http://schemas.openxmlformats.org/drawingml/2006/main">
              <a:ext uri="{FF2B5EF4-FFF2-40B4-BE49-F238E27FC236}">
                <a16:creationId xmlns:a16="http://schemas.microsoft.com/office/drawing/2014/main" id="{021E9326-6CA6-4A5C-99EA-4776F6A5A05C}"/>
              </a:ext>
            </a:extLst>
          </p:cNvPr>
          <p:cNvSpPr>
            <a:spLocks xmlns:a="http://schemas.openxmlformats.org/drawingml/2006/main" noGrp="1"/>
          </p:cNvSpPr>
          <p:nvPr/>
        </p:nvSpPr>
        <p:spPr>
          <a:xfrm xmlns:a="http://schemas.openxmlformats.org/drawingml/2006/main">
            <a:off x="649101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38" name="Editable chart path">
            <a:extLst xmlns:a="http://schemas.openxmlformats.org/drawingml/2006/main">
              <a:ext uri="{FF2B5EF4-FFF2-40B4-BE49-F238E27FC236}">
                <a16:creationId xmlns:a16="http://schemas.microsoft.com/office/drawing/2014/main" id="{8CB7DF1E-9FDD-4FD3-8342-2C21BD3D0EE0}"/>
              </a:ext>
            </a:extLst>
          </p:cNvPr>
          <p:cNvSpPr>
            <a:spLocks xmlns:a="http://schemas.openxmlformats.org/drawingml/2006/main" noGrp="1"/>
          </p:cNvSpPr>
          <p:nvPr/>
        </p:nvSpPr>
        <p:spPr>
          <a:xfrm xmlns:a="http://schemas.openxmlformats.org/drawingml/2006/main">
            <a:off x="6570015"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739" name="Editable chart path">
            <a:extLst xmlns:a="http://schemas.openxmlformats.org/drawingml/2006/main">
              <a:ext uri="{FF2B5EF4-FFF2-40B4-BE49-F238E27FC236}">
                <a16:creationId xmlns:a16="http://schemas.microsoft.com/office/drawing/2014/main" id="{12911643-2062-49AB-90CA-B4CE4E21EB51}"/>
              </a:ext>
            </a:extLst>
          </p:cNvPr>
          <p:cNvSpPr>
            <a:spLocks xmlns:a="http://schemas.openxmlformats.org/drawingml/2006/main" noGrp="1"/>
          </p:cNvSpPr>
          <p:nvPr/>
        </p:nvSpPr>
        <p:spPr>
          <a:xfrm xmlns:a="http://schemas.openxmlformats.org/drawingml/2006/main">
            <a:off x="664901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0" name="Editable chart path">
            <a:extLst xmlns:a="http://schemas.openxmlformats.org/drawingml/2006/main">
              <a:ext uri="{FF2B5EF4-FFF2-40B4-BE49-F238E27FC236}">
                <a16:creationId xmlns:a16="http://schemas.microsoft.com/office/drawing/2014/main" id="{D1D27DA5-E1A7-4E8B-95CD-C8C8EA33B9EC}"/>
              </a:ext>
            </a:extLst>
          </p:cNvPr>
          <p:cNvSpPr>
            <a:spLocks xmlns:a="http://schemas.openxmlformats.org/drawingml/2006/main" noGrp="1"/>
          </p:cNvSpPr>
          <p:nvPr/>
        </p:nvSpPr>
        <p:spPr>
          <a:xfrm xmlns:a="http://schemas.openxmlformats.org/drawingml/2006/main">
            <a:off x="688602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1" name="Editable chart path">
            <a:extLst xmlns:a="http://schemas.openxmlformats.org/drawingml/2006/main">
              <a:ext uri="{FF2B5EF4-FFF2-40B4-BE49-F238E27FC236}">
                <a16:creationId xmlns:a16="http://schemas.microsoft.com/office/drawing/2014/main" id="{DA96D8C0-4387-4A6A-81E9-C658F398BEAD}"/>
              </a:ext>
            </a:extLst>
          </p:cNvPr>
          <p:cNvSpPr>
            <a:spLocks xmlns:a="http://schemas.openxmlformats.org/drawingml/2006/main" noGrp="1"/>
          </p:cNvSpPr>
          <p:nvPr/>
        </p:nvSpPr>
        <p:spPr>
          <a:xfrm xmlns:a="http://schemas.openxmlformats.org/drawingml/2006/main">
            <a:off x="6965027"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2" name="Editable chart path">
            <a:extLst xmlns:a="http://schemas.openxmlformats.org/drawingml/2006/main">
              <a:ext uri="{FF2B5EF4-FFF2-40B4-BE49-F238E27FC236}">
                <a16:creationId xmlns:a16="http://schemas.microsoft.com/office/drawing/2014/main" id="{9A2CA9F0-6686-438A-9821-2DB3FF6A756E}"/>
              </a:ext>
            </a:extLst>
          </p:cNvPr>
          <p:cNvSpPr>
            <a:spLocks xmlns:a="http://schemas.openxmlformats.org/drawingml/2006/main" noGrp="1"/>
          </p:cNvSpPr>
          <p:nvPr/>
        </p:nvSpPr>
        <p:spPr>
          <a:xfrm xmlns:a="http://schemas.openxmlformats.org/drawingml/2006/main">
            <a:off x="704403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3" name="Editable chart path">
            <a:extLst xmlns:a="http://schemas.openxmlformats.org/drawingml/2006/main">
              <a:ext uri="{FF2B5EF4-FFF2-40B4-BE49-F238E27FC236}">
                <a16:creationId xmlns:a16="http://schemas.microsoft.com/office/drawing/2014/main" id="{37EA26B9-2006-45F6-8D31-BBA1FEBA0C9F}"/>
              </a:ext>
            </a:extLst>
          </p:cNvPr>
          <p:cNvSpPr>
            <a:spLocks xmlns:a="http://schemas.openxmlformats.org/drawingml/2006/main" noGrp="1"/>
          </p:cNvSpPr>
          <p:nvPr/>
        </p:nvSpPr>
        <p:spPr>
          <a:xfrm xmlns:a="http://schemas.openxmlformats.org/drawingml/2006/main">
            <a:off x="7123033"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4" name="Editable chart path">
            <a:extLst xmlns:a="http://schemas.openxmlformats.org/drawingml/2006/main">
              <a:ext uri="{FF2B5EF4-FFF2-40B4-BE49-F238E27FC236}">
                <a16:creationId xmlns:a16="http://schemas.microsoft.com/office/drawing/2014/main" id="{EE500CDB-98C6-43B3-B3B4-5C2A9A720D7F}"/>
              </a:ext>
            </a:extLst>
          </p:cNvPr>
          <p:cNvSpPr>
            <a:spLocks xmlns:a="http://schemas.openxmlformats.org/drawingml/2006/main" noGrp="1"/>
          </p:cNvSpPr>
          <p:nvPr/>
        </p:nvSpPr>
        <p:spPr>
          <a:xfrm xmlns:a="http://schemas.openxmlformats.org/drawingml/2006/main">
            <a:off x="720203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5" name="Editable chart path">
            <a:extLst xmlns:a="http://schemas.openxmlformats.org/drawingml/2006/main">
              <a:ext uri="{FF2B5EF4-FFF2-40B4-BE49-F238E27FC236}">
                <a16:creationId xmlns:a16="http://schemas.microsoft.com/office/drawing/2014/main" id="{6197955A-B0E3-4D99-9E32-E41A4E7F6273}"/>
              </a:ext>
            </a:extLst>
          </p:cNvPr>
          <p:cNvSpPr>
            <a:spLocks xmlns:a="http://schemas.openxmlformats.org/drawingml/2006/main" noGrp="1"/>
          </p:cNvSpPr>
          <p:nvPr/>
        </p:nvSpPr>
        <p:spPr>
          <a:xfrm xmlns:a="http://schemas.openxmlformats.org/drawingml/2006/main">
            <a:off x="728103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6" name="Editable chart path">
            <a:extLst xmlns:a="http://schemas.openxmlformats.org/drawingml/2006/main">
              <a:ext uri="{FF2B5EF4-FFF2-40B4-BE49-F238E27FC236}">
                <a16:creationId xmlns:a16="http://schemas.microsoft.com/office/drawing/2014/main" id="{4BC61053-85D8-4893-B611-0B8827023110}"/>
              </a:ext>
            </a:extLst>
          </p:cNvPr>
          <p:cNvSpPr>
            <a:spLocks xmlns:a="http://schemas.openxmlformats.org/drawingml/2006/main" noGrp="1"/>
          </p:cNvSpPr>
          <p:nvPr/>
        </p:nvSpPr>
        <p:spPr>
          <a:xfrm xmlns:a="http://schemas.openxmlformats.org/drawingml/2006/main">
            <a:off x="7360040"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7" name="Editable chart path">
            <a:extLst xmlns:a="http://schemas.openxmlformats.org/drawingml/2006/main">
              <a:ext uri="{FF2B5EF4-FFF2-40B4-BE49-F238E27FC236}">
                <a16:creationId xmlns:a16="http://schemas.microsoft.com/office/drawing/2014/main" id="{ED5DE4E0-C2CD-4AAC-ACEF-2B00058F24E9}"/>
              </a:ext>
            </a:extLst>
          </p:cNvPr>
          <p:cNvSpPr>
            <a:spLocks xmlns:a="http://schemas.openxmlformats.org/drawingml/2006/main" noGrp="1"/>
          </p:cNvSpPr>
          <p:nvPr/>
        </p:nvSpPr>
        <p:spPr>
          <a:xfrm xmlns:a="http://schemas.openxmlformats.org/drawingml/2006/main">
            <a:off x="751804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8" name="Editable chart path">
            <a:extLst xmlns:a="http://schemas.openxmlformats.org/drawingml/2006/main">
              <a:ext uri="{FF2B5EF4-FFF2-40B4-BE49-F238E27FC236}">
                <a16:creationId xmlns:a16="http://schemas.microsoft.com/office/drawing/2014/main" id="{FAE1BEF6-ADB4-47C5-BD60-084A0E558F02}"/>
              </a:ext>
            </a:extLst>
          </p:cNvPr>
          <p:cNvSpPr>
            <a:spLocks xmlns:a="http://schemas.openxmlformats.org/drawingml/2006/main" noGrp="1"/>
          </p:cNvSpPr>
          <p:nvPr/>
        </p:nvSpPr>
        <p:spPr>
          <a:xfrm xmlns:a="http://schemas.openxmlformats.org/drawingml/2006/main">
            <a:off x="759704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49" name="Editable chart path">
            <a:extLst xmlns:a="http://schemas.openxmlformats.org/drawingml/2006/main">
              <a:ext uri="{FF2B5EF4-FFF2-40B4-BE49-F238E27FC236}">
                <a16:creationId xmlns:a16="http://schemas.microsoft.com/office/drawing/2014/main" id="{869380A8-0C3B-4C15-A139-DB81B1CDC629}"/>
              </a:ext>
            </a:extLst>
          </p:cNvPr>
          <p:cNvSpPr>
            <a:spLocks xmlns:a="http://schemas.openxmlformats.org/drawingml/2006/main" noGrp="1"/>
          </p:cNvSpPr>
          <p:nvPr/>
        </p:nvSpPr>
        <p:spPr>
          <a:xfrm xmlns:a="http://schemas.openxmlformats.org/drawingml/2006/main">
            <a:off x="767605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0" name="Editable chart path">
            <a:extLst xmlns:a="http://schemas.openxmlformats.org/drawingml/2006/main">
              <a:ext uri="{FF2B5EF4-FFF2-40B4-BE49-F238E27FC236}">
                <a16:creationId xmlns:a16="http://schemas.microsoft.com/office/drawing/2014/main" id="{A263F96C-3791-40BF-9F2C-C1CFB5407BBB}"/>
              </a:ext>
            </a:extLst>
          </p:cNvPr>
          <p:cNvSpPr>
            <a:spLocks xmlns:a="http://schemas.openxmlformats.org/drawingml/2006/main" noGrp="1"/>
          </p:cNvSpPr>
          <p:nvPr/>
        </p:nvSpPr>
        <p:spPr>
          <a:xfrm xmlns:a="http://schemas.openxmlformats.org/drawingml/2006/main">
            <a:off x="7755053"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1" name="Editable chart path">
            <a:extLst xmlns:a="http://schemas.openxmlformats.org/drawingml/2006/main">
              <a:ext uri="{FF2B5EF4-FFF2-40B4-BE49-F238E27FC236}">
                <a16:creationId xmlns:a16="http://schemas.microsoft.com/office/drawing/2014/main" id="{F109CE11-11A1-43E6-81DB-BE399924043A}"/>
              </a:ext>
            </a:extLst>
          </p:cNvPr>
          <p:cNvSpPr>
            <a:spLocks xmlns:a="http://schemas.openxmlformats.org/drawingml/2006/main" noGrp="1"/>
          </p:cNvSpPr>
          <p:nvPr/>
        </p:nvSpPr>
        <p:spPr>
          <a:xfrm xmlns:a="http://schemas.openxmlformats.org/drawingml/2006/main">
            <a:off x="783405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2" name="Editable chart path">
            <a:extLst xmlns:a="http://schemas.openxmlformats.org/drawingml/2006/main">
              <a:ext uri="{FF2B5EF4-FFF2-40B4-BE49-F238E27FC236}">
                <a16:creationId xmlns:a16="http://schemas.microsoft.com/office/drawing/2014/main" id="{430F0237-91C1-4763-98BA-13FFCE5A8279}"/>
              </a:ext>
            </a:extLst>
          </p:cNvPr>
          <p:cNvSpPr>
            <a:spLocks xmlns:a="http://schemas.openxmlformats.org/drawingml/2006/main" noGrp="1"/>
          </p:cNvSpPr>
          <p:nvPr/>
        </p:nvSpPr>
        <p:spPr>
          <a:xfrm xmlns:a="http://schemas.openxmlformats.org/drawingml/2006/main">
            <a:off x="791305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3" name="Editable chart path">
            <a:extLst xmlns:a="http://schemas.openxmlformats.org/drawingml/2006/main">
              <a:ext uri="{FF2B5EF4-FFF2-40B4-BE49-F238E27FC236}">
                <a16:creationId xmlns:a16="http://schemas.microsoft.com/office/drawing/2014/main" id="{7C415686-BDD0-4BC7-9778-BCAC76AB13DA}"/>
              </a:ext>
            </a:extLst>
          </p:cNvPr>
          <p:cNvSpPr>
            <a:spLocks xmlns:a="http://schemas.openxmlformats.org/drawingml/2006/main" noGrp="1"/>
          </p:cNvSpPr>
          <p:nvPr/>
        </p:nvSpPr>
        <p:spPr>
          <a:xfrm xmlns:a="http://schemas.openxmlformats.org/drawingml/2006/main">
            <a:off x="799206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4" name="Editable chart path">
            <a:extLst xmlns:a="http://schemas.openxmlformats.org/drawingml/2006/main">
              <a:ext uri="{FF2B5EF4-FFF2-40B4-BE49-F238E27FC236}">
                <a16:creationId xmlns:a16="http://schemas.microsoft.com/office/drawing/2014/main" id="{FB8743A1-C7B1-471E-9D94-8D0B3955E018}"/>
              </a:ext>
            </a:extLst>
          </p:cNvPr>
          <p:cNvSpPr>
            <a:spLocks xmlns:a="http://schemas.openxmlformats.org/drawingml/2006/main" noGrp="1"/>
          </p:cNvSpPr>
          <p:nvPr/>
        </p:nvSpPr>
        <p:spPr>
          <a:xfrm xmlns:a="http://schemas.openxmlformats.org/drawingml/2006/main">
            <a:off x="8071063"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5" name="Editable chart path">
            <a:extLst xmlns:a="http://schemas.openxmlformats.org/drawingml/2006/main">
              <a:ext uri="{FF2B5EF4-FFF2-40B4-BE49-F238E27FC236}">
                <a16:creationId xmlns:a16="http://schemas.microsoft.com/office/drawing/2014/main" id="{CFA05728-9832-439A-B90D-475E44F9A386}"/>
              </a:ext>
            </a:extLst>
          </p:cNvPr>
          <p:cNvSpPr>
            <a:spLocks xmlns:a="http://schemas.openxmlformats.org/drawingml/2006/main" noGrp="1"/>
          </p:cNvSpPr>
          <p:nvPr/>
        </p:nvSpPr>
        <p:spPr>
          <a:xfrm xmlns:a="http://schemas.openxmlformats.org/drawingml/2006/main">
            <a:off x="4594952"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6" name="Editable chart path">
            <a:extLst xmlns:a="http://schemas.openxmlformats.org/drawingml/2006/main">
              <a:ext uri="{FF2B5EF4-FFF2-40B4-BE49-F238E27FC236}">
                <a16:creationId xmlns:a16="http://schemas.microsoft.com/office/drawing/2014/main" id="{110EBDB5-12E3-401F-8875-5B6DF6DA59B4}"/>
              </a:ext>
            </a:extLst>
          </p:cNvPr>
          <p:cNvSpPr>
            <a:spLocks xmlns:a="http://schemas.openxmlformats.org/drawingml/2006/main" noGrp="1"/>
          </p:cNvSpPr>
          <p:nvPr/>
        </p:nvSpPr>
        <p:spPr>
          <a:xfrm xmlns:a="http://schemas.openxmlformats.org/drawingml/2006/main">
            <a:off x="467395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7" name="Editable chart path">
            <a:extLst xmlns:a="http://schemas.openxmlformats.org/drawingml/2006/main">
              <a:ext uri="{FF2B5EF4-FFF2-40B4-BE49-F238E27FC236}">
                <a16:creationId xmlns:a16="http://schemas.microsoft.com/office/drawing/2014/main" id="{8CBEC2AF-76A8-4F95-BA74-B6CD6E991CFC}"/>
              </a:ext>
            </a:extLst>
          </p:cNvPr>
          <p:cNvSpPr>
            <a:spLocks xmlns:a="http://schemas.openxmlformats.org/drawingml/2006/main" noGrp="1"/>
          </p:cNvSpPr>
          <p:nvPr/>
        </p:nvSpPr>
        <p:spPr>
          <a:xfrm xmlns:a="http://schemas.openxmlformats.org/drawingml/2006/main">
            <a:off x="4752957"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8" name="Editable chart path">
            <a:extLst xmlns:a="http://schemas.openxmlformats.org/drawingml/2006/main">
              <a:ext uri="{FF2B5EF4-FFF2-40B4-BE49-F238E27FC236}">
                <a16:creationId xmlns:a16="http://schemas.microsoft.com/office/drawing/2014/main" id="{BF0351CD-4873-468D-82A8-AD3F506EA032}"/>
              </a:ext>
            </a:extLst>
          </p:cNvPr>
          <p:cNvSpPr>
            <a:spLocks xmlns:a="http://schemas.openxmlformats.org/drawingml/2006/main" noGrp="1"/>
          </p:cNvSpPr>
          <p:nvPr/>
        </p:nvSpPr>
        <p:spPr>
          <a:xfrm xmlns:a="http://schemas.openxmlformats.org/drawingml/2006/main">
            <a:off x="483196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59" name="Editable chart path">
            <a:extLst xmlns:a="http://schemas.openxmlformats.org/drawingml/2006/main">
              <a:ext uri="{FF2B5EF4-FFF2-40B4-BE49-F238E27FC236}">
                <a16:creationId xmlns:a16="http://schemas.microsoft.com/office/drawing/2014/main" id="{BD0ED694-B04F-4D93-9807-53D69CB9D2B3}"/>
              </a:ext>
            </a:extLst>
          </p:cNvPr>
          <p:cNvSpPr>
            <a:spLocks xmlns:a="http://schemas.openxmlformats.org/drawingml/2006/main" noGrp="1"/>
          </p:cNvSpPr>
          <p:nvPr/>
        </p:nvSpPr>
        <p:spPr>
          <a:xfrm xmlns:a="http://schemas.openxmlformats.org/drawingml/2006/main">
            <a:off x="4910962"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60" name="Editable chart path">
            <a:extLst xmlns:a="http://schemas.openxmlformats.org/drawingml/2006/main">
              <a:ext uri="{FF2B5EF4-FFF2-40B4-BE49-F238E27FC236}">
                <a16:creationId xmlns:a16="http://schemas.microsoft.com/office/drawing/2014/main" id="{E2C9E270-C775-489D-BD39-BB9F4BFF10CA}"/>
              </a:ext>
            </a:extLst>
          </p:cNvPr>
          <p:cNvSpPr>
            <a:spLocks xmlns:a="http://schemas.openxmlformats.org/drawingml/2006/main" noGrp="1"/>
          </p:cNvSpPr>
          <p:nvPr/>
        </p:nvSpPr>
        <p:spPr>
          <a:xfrm xmlns:a="http://schemas.openxmlformats.org/drawingml/2006/main">
            <a:off x="4989965"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61" name="Editable chart path">
            <a:extLst xmlns:a="http://schemas.openxmlformats.org/drawingml/2006/main">
              <a:ext uri="{FF2B5EF4-FFF2-40B4-BE49-F238E27FC236}">
                <a16:creationId xmlns:a16="http://schemas.microsoft.com/office/drawing/2014/main" id="{0C1080C0-8FE6-4C53-BFFF-EEE6A099DEF3}"/>
              </a:ext>
            </a:extLst>
          </p:cNvPr>
          <p:cNvSpPr>
            <a:spLocks xmlns:a="http://schemas.openxmlformats.org/drawingml/2006/main" noGrp="1"/>
          </p:cNvSpPr>
          <p:nvPr/>
        </p:nvSpPr>
        <p:spPr>
          <a:xfrm xmlns:a="http://schemas.openxmlformats.org/drawingml/2006/main">
            <a:off x="5068967"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62" name="Editable chart path">
            <a:extLst xmlns:a="http://schemas.openxmlformats.org/drawingml/2006/main">
              <a:ext uri="{FF2B5EF4-FFF2-40B4-BE49-F238E27FC236}">
                <a16:creationId xmlns:a16="http://schemas.microsoft.com/office/drawing/2014/main" id="{CC9410BB-88AA-4E06-BFA1-EA861C130F50}"/>
              </a:ext>
            </a:extLst>
          </p:cNvPr>
          <p:cNvSpPr>
            <a:spLocks xmlns:a="http://schemas.openxmlformats.org/drawingml/2006/main" noGrp="1"/>
          </p:cNvSpPr>
          <p:nvPr/>
        </p:nvSpPr>
        <p:spPr>
          <a:xfrm xmlns:a="http://schemas.openxmlformats.org/drawingml/2006/main">
            <a:off x="514797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63" name="Editable chart path">
            <a:extLst xmlns:a="http://schemas.openxmlformats.org/drawingml/2006/main">
              <a:ext uri="{FF2B5EF4-FFF2-40B4-BE49-F238E27FC236}">
                <a16:creationId xmlns:a16="http://schemas.microsoft.com/office/drawing/2014/main" id="{9C76F89C-DA34-4FF9-A654-105D2393FDF1}"/>
              </a:ext>
            </a:extLst>
          </p:cNvPr>
          <p:cNvSpPr>
            <a:spLocks xmlns:a="http://schemas.openxmlformats.org/drawingml/2006/main" noGrp="1"/>
          </p:cNvSpPr>
          <p:nvPr/>
        </p:nvSpPr>
        <p:spPr>
          <a:xfrm xmlns:a="http://schemas.openxmlformats.org/drawingml/2006/main">
            <a:off x="5226972"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64" name="Editable chart path">
            <a:extLst xmlns:a="http://schemas.openxmlformats.org/drawingml/2006/main">
              <a:ext uri="{FF2B5EF4-FFF2-40B4-BE49-F238E27FC236}">
                <a16:creationId xmlns:a16="http://schemas.microsoft.com/office/drawing/2014/main" id="{DD751DE2-B139-4E65-9C17-8D3810A24601}"/>
              </a:ext>
            </a:extLst>
          </p:cNvPr>
          <p:cNvSpPr>
            <a:spLocks xmlns:a="http://schemas.openxmlformats.org/drawingml/2006/main" noGrp="1"/>
          </p:cNvSpPr>
          <p:nvPr/>
        </p:nvSpPr>
        <p:spPr>
          <a:xfrm xmlns:a="http://schemas.openxmlformats.org/drawingml/2006/main">
            <a:off x="530597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948F"/>
          </a:solidFill>
          <a:ln xmlns:a="http://schemas.openxmlformats.org/drawingml/2006/main" w="2292">
            <a:solidFill>
              <a:srgbClr val="FBFCFE"/>
            </a:solidFill>
            <a:prstDash val="solid"/>
          </a:ln>
        </p:spPr>
      </p:sp>
      <p:sp>
        <p:nvSpPr>
          <p:cNvPr id="765" name="Editable chart path">
            <a:extLst xmlns:a="http://schemas.openxmlformats.org/drawingml/2006/main">
              <a:ext uri="{FF2B5EF4-FFF2-40B4-BE49-F238E27FC236}">
                <a16:creationId xmlns:a16="http://schemas.microsoft.com/office/drawing/2014/main" id="{3B347EAD-C381-4BD2-AEDE-BC0E504D2371}"/>
              </a:ext>
            </a:extLst>
          </p:cNvPr>
          <p:cNvSpPr>
            <a:spLocks xmlns:a="http://schemas.openxmlformats.org/drawingml/2006/main" noGrp="1"/>
          </p:cNvSpPr>
          <p:nvPr/>
        </p:nvSpPr>
        <p:spPr>
          <a:xfrm xmlns:a="http://schemas.openxmlformats.org/drawingml/2006/main">
            <a:off x="5384977"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FBB"/>
          </a:solidFill>
          <a:ln xmlns:a="http://schemas.openxmlformats.org/drawingml/2006/main" w="2292">
            <a:solidFill>
              <a:srgbClr val="FBFCFE"/>
            </a:solidFill>
            <a:prstDash val="solid"/>
          </a:ln>
        </p:spPr>
      </p:sp>
      <p:sp>
        <p:nvSpPr>
          <p:cNvPr id="766" name="Editable chart path">
            <a:extLst xmlns:a="http://schemas.openxmlformats.org/drawingml/2006/main">
              <a:ext uri="{FF2B5EF4-FFF2-40B4-BE49-F238E27FC236}">
                <a16:creationId xmlns:a16="http://schemas.microsoft.com/office/drawing/2014/main" id="{03ED4FDF-8ADD-44ED-82D3-F857D9ADF533}"/>
              </a:ext>
            </a:extLst>
          </p:cNvPr>
          <p:cNvSpPr>
            <a:spLocks xmlns:a="http://schemas.openxmlformats.org/drawingml/2006/main" noGrp="1"/>
          </p:cNvSpPr>
          <p:nvPr/>
        </p:nvSpPr>
        <p:spPr>
          <a:xfrm xmlns:a="http://schemas.openxmlformats.org/drawingml/2006/main">
            <a:off x="546398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7B4"/>
          </a:solidFill>
          <a:ln xmlns:a="http://schemas.openxmlformats.org/drawingml/2006/main" w="2292">
            <a:solidFill>
              <a:srgbClr val="FBFCFE"/>
            </a:solidFill>
            <a:prstDash val="solid"/>
          </a:ln>
        </p:spPr>
      </p:sp>
      <p:sp>
        <p:nvSpPr>
          <p:cNvPr id="767" name="Editable chart path">
            <a:extLst xmlns:a="http://schemas.openxmlformats.org/drawingml/2006/main">
              <a:ext uri="{FF2B5EF4-FFF2-40B4-BE49-F238E27FC236}">
                <a16:creationId xmlns:a16="http://schemas.microsoft.com/office/drawing/2014/main" id="{FC985CB5-A58D-4D8E-A354-B2FCAE3C0D71}"/>
              </a:ext>
            </a:extLst>
          </p:cNvPr>
          <p:cNvSpPr>
            <a:spLocks xmlns:a="http://schemas.openxmlformats.org/drawingml/2006/main" noGrp="1"/>
          </p:cNvSpPr>
          <p:nvPr/>
        </p:nvSpPr>
        <p:spPr>
          <a:xfrm xmlns:a="http://schemas.openxmlformats.org/drawingml/2006/main">
            <a:off x="5542982"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ECC"/>
          </a:solidFill>
          <a:ln xmlns:a="http://schemas.openxmlformats.org/drawingml/2006/main" w="2292">
            <a:solidFill>
              <a:srgbClr val="FBFCFE"/>
            </a:solidFill>
            <a:prstDash val="solid"/>
          </a:ln>
        </p:spPr>
      </p:sp>
      <p:sp>
        <p:nvSpPr>
          <p:cNvPr id="768" name="Editable chart path">
            <a:extLst xmlns:a="http://schemas.openxmlformats.org/drawingml/2006/main">
              <a:ext uri="{FF2B5EF4-FFF2-40B4-BE49-F238E27FC236}">
                <a16:creationId xmlns:a16="http://schemas.microsoft.com/office/drawing/2014/main" id="{2D6814B3-CC2B-4A4F-9744-4C81D20F0C54}"/>
              </a:ext>
            </a:extLst>
          </p:cNvPr>
          <p:cNvSpPr>
            <a:spLocks xmlns:a="http://schemas.openxmlformats.org/drawingml/2006/main" noGrp="1"/>
          </p:cNvSpPr>
          <p:nvPr/>
        </p:nvSpPr>
        <p:spPr>
          <a:xfrm xmlns:a="http://schemas.openxmlformats.org/drawingml/2006/main">
            <a:off x="562198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F9A"/>
          </a:solidFill>
          <a:ln xmlns:a="http://schemas.openxmlformats.org/drawingml/2006/main" w="2292">
            <a:solidFill>
              <a:srgbClr val="FBFCFE"/>
            </a:solidFill>
            <a:prstDash val="solid"/>
          </a:ln>
        </p:spPr>
      </p:sp>
      <p:sp>
        <p:nvSpPr>
          <p:cNvPr id="769" name="Editable chart path">
            <a:extLst xmlns:a="http://schemas.openxmlformats.org/drawingml/2006/main">
              <a:ext uri="{FF2B5EF4-FFF2-40B4-BE49-F238E27FC236}">
                <a16:creationId xmlns:a16="http://schemas.microsoft.com/office/drawing/2014/main" id="{B21FCB7B-61B3-4332-8959-071B2D1D5628}"/>
              </a:ext>
            </a:extLst>
          </p:cNvPr>
          <p:cNvSpPr>
            <a:spLocks xmlns:a="http://schemas.openxmlformats.org/drawingml/2006/main" noGrp="1"/>
          </p:cNvSpPr>
          <p:nvPr/>
        </p:nvSpPr>
        <p:spPr>
          <a:xfrm xmlns:a="http://schemas.openxmlformats.org/drawingml/2006/main">
            <a:off x="5700987"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70" name="Editable chart path">
            <a:extLst xmlns:a="http://schemas.openxmlformats.org/drawingml/2006/main">
              <a:ext uri="{FF2B5EF4-FFF2-40B4-BE49-F238E27FC236}">
                <a16:creationId xmlns:a16="http://schemas.microsoft.com/office/drawing/2014/main" id="{0484C768-659F-4967-804A-9278EC78CA3D}"/>
              </a:ext>
            </a:extLst>
          </p:cNvPr>
          <p:cNvSpPr>
            <a:spLocks xmlns:a="http://schemas.openxmlformats.org/drawingml/2006/main" noGrp="1"/>
          </p:cNvSpPr>
          <p:nvPr/>
        </p:nvSpPr>
        <p:spPr>
          <a:xfrm xmlns:a="http://schemas.openxmlformats.org/drawingml/2006/main">
            <a:off x="5779990"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71" name="Editable chart path">
            <a:extLst xmlns:a="http://schemas.openxmlformats.org/drawingml/2006/main">
              <a:ext uri="{FF2B5EF4-FFF2-40B4-BE49-F238E27FC236}">
                <a16:creationId xmlns:a16="http://schemas.microsoft.com/office/drawing/2014/main" id="{EE848C52-1036-45F2-98EF-6F4E1918B2C2}"/>
              </a:ext>
            </a:extLst>
          </p:cNvPr>
          <p:cNvSpPr>
            <a:spLocks xmlns:a="http://schemas.openxmlformats.org/drawingml/2006/main" noGrp="1"/>
          </p:cNvSpPr>
          <p:nvPr/>
        </p:nvSpPr>
        <p:spPr>
          <a:xfrm xmlns:a="http://schemas.openxmlformats.org/drawingml/2006/main">
            <a:off x="5858992"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0A29E"/>
          </a:solidFill>
          <a:ln xmlns:a="http://schemas.openxmlformats.org/drawingml/2006/main" w="2292">
            <a:solidFill>
              <a:srgbClr val="FBFCFE"/>
            </a:solidFill>
            <a:prstDash val="solid"/>
          </a:ln>
        </p:spPr>
      </p:sp>
      <p:sp>
        <p:nvSpPr>
          <p:cNvPr id="772" name="Editable chart path">
            <a:extLst xmlns:a="http://schemas.openxmlformats.org/drawingml/2006/main">
              <a:ext uri="{FF2B5EF4-FFF2-40B4-BE49-F238E27FC236}">
                <a16:creationId xmlns:a16="http://schemas.microsoft.com/office/drawing/2014/main" id="{FB65EF7C-267C-45F0-B645-31310A34958E}"/>
              </a:ext>
            </a:extLst>
          </p:cNvPr>
          <p:cNvSpPr>
            <a:spLocks xmlns:a="http://schemas.openxmlformats.org/drawingml/2006/main" noGrp="1"/>
          </p:cNvSpPr>
          <p:nvPr/>
        </p:nvSpPr>
        <p:spPr>
          <a:xfrm xmlns:a="http://schemas.openxmlformats.org/drawingml/2006/main">
            <a:off x="593799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AB6"/>
          </a:solidFill>
          <a:ln xmlns:a="http://schemas.openxmlformats.org/drawingml/2006/main" w="2292">
            <a:solidFill>
              <a:srgbClr val="FBFCFE"/>
            </a:solidFill>
            <a:prstDash val="solid"/>
          </a:ln>
        </p:spPr>
      </p:sp>
      <p:sp>
        <p:nvSpPr>
          <p:cNvPr id="773" name="Editable chart path">
            <a:extLst xmlns:a="http://schemas.openxmlformats.org/drawingml/2006/main">
              <a:ext uri="{FF2B5EF4-FFF2-40B4-BE49-F238E27FC236}">
                <a16:creationId xmlns:a16="http://schemas.microsoft.com/office/drawing/2014/main" id="{05F3B577-8658-488E-8E2D-9E9C89785737}"/>
              </a:ext>
            </a:extLst>
          </p:cNvPr>
          <p:cNvSpPr>
            <a:spLocks xmlns:a="http://schemas.openxmlformats.org/drawingml/2006/main" noGrp="1"/>
          </p:cNvSpPr>
          <p:nvPr/>
        </p:nvSpPr>
        <p:spPr>
          <a:xfrm xmlns:a="http://schemas.openxmlformats.org/drawingml/2006/main">
            <a:off x="6016997"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4B0"/>
          </a:solidFill>
          <a:ln xmlns:a="http://schemas.openxmlformats.org/drawingml/2006/main" w="2292">
            <a:solidFill>
              <a:srgbClr val="FBFCFE"/>
            </a:solidFill>
            <a:prstDash val="solid"/>
          </a:ln>
        </p:spPr>
      </p:sp>
      <p:sp>
        <p:nvSpPr>
          <p:cNvPr id="774" name="Editable chart path">
            <a:extLst xmlns:a="http://schemas.openxmlformats.org/drawingml/2006/main">
              <a:ext uri="{FF2B5EF4-FFF2-40B4-BE49-F238E27FC236}">
                <a16:creationId xmlns:a16="http://schemas.microsoft.com/office/drawing/2014/main" id="{06C26EC0-E85A-452F-9169-4A1B0E05C2A9}"/>
              </a:ext>
            </a:extLst>
          </p:cNvPr>
          <p:cNvSpPr>
            <a:spLocks xmlns:a="http://schemas.openxmlformats.org/drawingml/2006/main" noGrp="1"/>
          </p:cNvSpPr>
          <p:nvPr/>
        </p:nvSpPr>
        <p:spPr>
          <a:xfrm xmlns:a="http://schemas.openxmlformats.org/drawingml/2006/main">
            <a:off x="609600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1"/>
          </a:solidFill>
          <a:ln xmlns:a="http://schemas.openxmlformats.org/drawingml/2006/main" w="2292">
            <a:solidFill>
              <a:srgbClr val="FBFCFE"/>
            </a:solidFill>
            <a:prstDash val="solid"/>
          </a:ln>
        </p:spPr>
      </p:sp>
      <p:sp>
        <p:nvSpPr>
          <p:cNvPr id="775" name="Editable chart path">
            <a:extLst xmlns:a="http://schemas.openxmlformats.org/drawingml/2006/main">
              <a:ext uri="{FF2B5EF4-FFF2-40B4-BE49-F238E27FC236}">
                <a16:creationId xmlns:a16="http://schemas.microsoft.com/office/drawing/2014/main" id="{79B29717-E865-448A-A8C6-EC445711E001}"/>
              </a:ext>
            </a:extLst>
          </p:cNvPr>
          <p:cNvSpPr>
            <a:spLocks xmlns:a="http://schemas.openxmlformats.org/drawingml/2006/main" noGrp="1"/>
          </p:cNvSpPr>
          <p:nvPr/>
        </p:nvSpPr>
        <p:spPr>
          <a:xfrm xmlns:a="http://schemas.openxmlformats.org/drawingml/2006/main">
            <a:off x="6333008"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76" name="Editable chart path">
            <a:extLst xmlns:a="http://schemas.openxmlformats.org/drawingml/2006/main">
              <a:ext uri="{FF2B5EF4-FFF2-40B4-BE49-F238E27FC236}">
                <a16:creationId xmlns:a16="http://schemas.microsoft.com/office/drawing/2014/main" id="{E2789E65-8C21-4270-BA7D-AAE36D9AE55D}"/>
              </a:ext>
            </a:extLst>
          </p:cNvPr>
          <p:cNvSpPr>
            <a:spLocks xmlns:a="http://schemas.openxmlformats.org/drawingml/2006/main" noGrp="1"/>
          </p:cNvSpPr>
          <p:nvPr/>
        </p:nvSpPr>
        <p:spPr>
          <a:xfrm xmlns:a="http://schemas.openxmlformats.org/drawingml/2006/main">
            <a:off x="641201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77" name="Editable chart path">
            <a:extLst xmlns:a="http://schemas.openxmlformats.org/drawingml/2006/main">
              <a:ext uri="{FF2B5EF4-FFF2-40B4-BE49-F238E27FC236}">
                <a16:creationId xmlns:a16="http://schemas.microsoft.com/office/drawing/2014/main" id="{41B15458-BE83-47D3-A00D-71221CFC59A0}"/>
              </a:ext>
            </a:extLst>
          </p:cNvPr>
          <p:cNvSpPr>
            <a:spLocks xmlns:a="http://schemas.openxmlformats.org/drawingml/2006/main" noGrp="1"/>
          </p:cNvSpPr>
          <p:nvPr/>
        </p:nvSpPr>
        <p:spPr>
          <a:xfrm xmlns:a="http://schemas.openxmlformats.org/drawingml/2006/main">
            <a:off x="6807023"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78" name="Editable chart path">
            <a:extLst xmlns:a="http://schemas.openxmlformats.org/drawingml/2006/main">
              <a:ext uri="{FF2B5EF4-FFF2-40B4-BE49-F238E27FC236}">
                <a16:creationId xmlns:a16="http://schemas.microsoft.com/office/drawing/2014/main" id="{B3E66AA0-0984-4D2A-984B-6EB961569AAE}"/>
              </a:ext>
            </a:extLst>
          </p:cNvPr>
          <p:cNvSpPr>
            <a:spLocks xmlns:a="http://schemas.openxmlformats.org/drawingml/2006/main" noGrp="1"/>
          </p:cNvSpPr>
          <p:nvPr/>
        </p:nvSpPr>
        <p:spPr>
          <a:xfrm xmlns:a="http://schemas.openxmlformats.org/drawingml/2006/main">
            <a:off x="751804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79" name="Editable chart path">
            <a:extLst xmlns:a="http://schemas.openxmlformats.org/drawingml/2006/main">
              <a:ext uri="{FF2B5EF4-FFF2-40B4-BE49-F238E27FC236}">
                <a16:creationId xmlns:a16="http://schemas.microsoft.com/office/drawing/2014/main" id="{2404B174-DAD4-4B28-97A8-619ABC871AD9}"/>
              </a:ext>
            </a:extLst>
          </p:cNvPr>
          <p:cNvSpPr>
            <a:spLocks xmlns:a="http://schemas.openxmlformats.org/drawingml/2006/main" noGrp="1"/>
          </p:cNvSpPr>
          <p:nvPr/>
        </p:nvSpPr>
        <p:spPr>
          <a:xfrm xmlns:a="http://schemas.openxmlformats.org/drawingml/2006/main">
            <a:off x="7597048"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0" name="Editable chart path">
            <a:extLst xmlns:a="http://schemas.openxmlformats.org/drawingml/2006/main">
              <a:ext uri="{FF2B5EF4-FFF2-40B4-BE49-F238E27FC236}">
                <a16:creationId xmlns:a16="http://schemas.microsoft.com/office/drawing/2014/main" id="{C0B9367D-4406-4FE1-A0E6-910D53D45B9C}"/>
              </a:ext>
            </a:extLst>
          </p:cNvPr>
          <p:cNvSpPr>
            <a:spLocks xmlns:a="http://schemas.openxmlformats.org/drawingml/2006/main" noGrp="1"/>
          </p:cNvSpPr>
          <p:nvPr/>
        </p:nvSpPr>
        <p:spPr>
          <a:xfrm xmlns:a="http://schemas.openxmlformats.org/drawingml/2006/main">
            <a:off x="767605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1" name="Editable chart path">
            <a:extLst xmlns:a="http://schemas.openxmlformats.org/drawingml/2006/main">
              <a:ext uri="{FF2B5EF4-FFF2-40B4-BE49-F238E27FC236}">
                <a16:creationId xmlns:a16="http://schemas.microsoft.com/office/drawing/2014/main" id="{80CD806C-3D21-47D0-A5C0-70C315704CA1}"/>
              </a:ext>
            </a:extLst>
          </p:cNvPr>
          <p:cNvSpPr>
            <a:spLocks xmlns:a="http://schemas.openxmlformats.org/drawingml/2006/main" noGrp="1"/>
          </p:cNvSpPr>
          <p:nvPr/>
        </p:nvSpPr>
        <p:spPr>
          <a:xfrm xmlns:a="http://schemas.openxmlformats.org/drawingml/2006/main">
            <a:off x="7755053"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2" name="Editable chart path">
            <a:extLst xmlns:a="http://schemas.openxmlformats.org/drawingml/2006/main">
              <a:ext uri="{FF2B5EF4-FFF2-40B4-BE49-F238E27FC236}">
                <a16:creationId xmlns:a16="http://schemas.microsoft.com/office/drawing/2014/main" id="{58FB77B7-6CAE-4730-A13F-B764D49A723A}"/>
              </a:ext>
            </a:extLst>
          </p:cNvPr>
          <p:cNvSpPr>
            <a:spLocks xmlns:a="http://schemas.openxmlformats.org/drawingml/2006/main" noGrp="1"/>
          </p:cNvSpPr>
          <p:nvPr/>
        </p:nvSpPr>
        <p:spPr>
          <a:xfrm xmlns:a="http://schemas.openxmlformats.org/drawingml/2006/main">
            <a:off x="783405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3" name="Editable chart path">
            <a:extLst xmlns:a="http://schemas.openxmlformats.org/drawingml/2006/main">
              <a:ext uri="{FF2B5EF4-FFF2-40B4-BE49-F238E27FC236}">
                <a16:creationId xmlns:a16="http://schemas.microsoft.com/office/drawing/2014/main" id="{240E4240-55F4-4406-A597-64B0C545598E}"/>
              </a:ext>
            </a:extLst>
          </p:cNvPr>
          <p:cNvSpPr>
            <a:spLocks xmlns:a="http://schemas.openxmlformats.org/drawingml/2006/main" noGrp="1"/>
          </p:cNvSpPr>
          <p:nvPr/>
        </p:nvSpPr>
        <p:spPr>
          <a:xfrm xmlns:a="http://schemas.openxmlformats.org/drawingml/2006/main">
            <a:off x="7913058"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4" name="Editable chart path">
            <a:extLst xmlns:a="http://schemas.openxmlformats.org/drawingml/2006/main">
              <a:ext uri="{FF2B5EF4-FFF2-40B4-BE49-F238E27FC236}">
                <a16:creationId xmlns:a16="http://schemas.microsoft.com/office/drawing/2014/main" id="{2EE7EE99-7876-4B1D-88B3-78AAE9D197FF}"/>
              </a:ext>
            </a:extLst>
          </p:cNvPr>
          <p:cNvSpPr>
            <a:spLocks xmlns:a="http://schemas.openxmlformats.org/drawingml/2006/main" noGrp="1"/>
          </p:cNvSpPr>
          <p:nvPr/>
        </p:nvSpPr>
        <p:spPr>
          <a:xfrm xmlns:a="http://schemas.openxmlformats.org/drawingml/2006/main">
            <a:off x="799206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5" name="Editable chart path">
            <a:extLst xmlns:a="http://schemas.openxmlformats.org/drawingml/2006/main">
              <a:ext uri="{FF2B5EF4-FFF2-40B4-BE49-F238E27FC236}">
                <a16:creationId xmlns:a16="http://schemas.microsoft.com/office/drawing/2014/main" id="{302A8AE4-C63E-40D3-AFF5-B860D126294B}"/>
              </a:ext>
            </a:extLst>
          </p:cNvPr>
          <p:cNvSpPr>
            <a:spLocks xmlns:a="http://schemas.openxmlformats.org/drawingml/2006/main" noGrp="1"/>
          </p:cNvSpPr>
          <p:nvPr/>
        </p:nvSpPr>
        <p:spPr>
          <a:xfrm xmlns:a="http://schemas.openxmlformats.org/drawingml/2006/main">
            <a:off x="4752957"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6" name="Editable chart path">
            <a:extLst xmlns:a="http://schemas.openxmlformats.org/drawingml/2006/main">
              <a:ext uri="{FF2B5EF4-FFF2-40B4-BE49-F238E27FC236}">
                <a16:creationId xmlns:a16="http://schemas.microsoft.com/office/drawing/2014/main" id="{05837959-2498-4E3A-AB3A-41D0F292E046}"/>
              </a:ext>
            </a:extLst>
          </p:cNvPr>
          <p:cNvSpPr>
            <a:spLocks xmlns:a="http://schemas.openxmlformats.org/drawingml/2006/main" noGrp="1"/>
          </p:cNvSpPr>
          <p:nvPr/>
        </p:nvSpPr>
        <p:spPr>
          <a:xfrm xmlns:a="http://schemas.openxmlformats.org/drawingml/2006/main">
            <a:off x="483196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7" name="Editable chart path">
            <a:extLst xmlns:a="http://schemas.openxmlformats.org/drawingml/2006/main">
              <a:ext uri="{FF2B5EF4-FFF2-40B4-BE49-F238E27FC236}">
                <a16:creationId xmlns:a16="http://schemas.microsoft.com/office/drawing/2014/main" id="{CDC28067-30EF-4B47-8363-CF74EC9CDCD9}"/>
              </a:ext>
            </a:extLst>
          </p:cNvPr>
          <p:cNvSpPr>
            <a:spLocks xmlns:a="http://schemas.openxmlformats.org/drawingml/2006/main" noGrp="1"/>
          </p:cNvSpPr>
          <p:nvPr/>
        </p:nvSpPr>
        <p:spPr>
          <a:xfrm xmlns:a="http://schemas.openxmlformats.org/drawingml/2006/main">
            <a:off x="4910962"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8" name="Editable chart path">
            <a:extLst xmlns:a="http://schemas.openxmlformats.org/drawingml/2006/main">
              <a:ext uri="{FF2B5EF4-FFF2-40B4-BE49-F238E27FC236}">
                <a16:creationId xmlns:a16="http://schemas.microsoft.com/office/drawing/2014/main" id="{60DD1B31-C230-41F4-A73A-6481D9B9C73F}"/>
              </a:ext>
            </a:extLst>
          </p:cNvPr>
          <p:cNvSpPr>
            <a:spLocks xmlns:a="http://schemas.openxmlformats.org/drawingml/2006/main" noGrp="1"/>
          </p:cNvSpPr>
          <p:nvPr/>
        </p:nvSpPr>
        <p:spPr>
          <a:xfrm xmlns:a="http://schemas.openxmlformats.org/drawingml/2006/main">
            <a:off x="4989965"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89" name="Editable chart path">
            <a:extLst xmlns:a="http://schemas.openxmlformats.org/drawingml/2006/main">
              <a:ext uri="{FF2B5EF4-FFF2-40B4-BE49-F238E27FC236}">
                <a16:creationId xmlns:a16="http://schemas.microsoft.com/office/drawing/2014/main" id="{6267E542-0115-4F34-B1C8-C67442CF6F9F}"/>
              </a:ext>
            </a:extLst>
          </p:cNvPr>
          <p:cNvSpPr>
            <a:spLocks xmlns:a="http://schemas.openxmlformats.org/drawingml/2006/main" noGrp="1"/>
          </p:cNvSpPr>
          <p:nvPr/>
        </p:nvSpPr>
        <p:spPr>
          <a:xfrm xmlns:a="http://schemas.openxmlformats.org/drawingml/2006/main">
            <a:off x="5068967"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90" name="Editable chart path">
            <a:extLst xmlns:a="http://schemas.openxmlformats.org/drawingml/2006/main">
              <a:ext uri="{FF2B5EF4-FFF2-40B4-BE49-F238E27FC236}">
                <a16:creationId xmlns:a16="http://schemas.microsoft.com/office/drawing/2014/main" id="{C45BD0F0-015F-43AE-B4F0-6903CA5701C4}"/>
              </a:ext>
            </a:extLst>
          </p:cNvPr>
          <p:cNvSpPr>
            <a:spLocks xmlns:a="http://schemas.openxmlformats.org/drawingml/2006/main" noGrp="1"/>
          </p:cNvSpPr>
          <p:nvPr/>
        </p:nvSpPr>
        <p:spPr>
          <a:xfrm xmlns:a="http://schemas.openxmlformats.org/drawingml/2006/main">
            <a:off x="514797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91" name="Editable chart path">
            <a:extLst xmlns:a="http://schemas.openxmlformats.org/drawingml/2006/main">
              <a:ext uri="{FF2B5EF4-FFF2-40B4-BE49-F238E27FC236}">
                <a16:creationId xmlns:a16="http://schemas.microsoft.com/office/drawing/2014/main" id="{1AEE5E82-789E-4133-AA9E-921D8BC97614}"/>
              </a:ext>
            </a:extLst>
          </p:cNvPr>
          <p:cNvSpPr>
            <a:spLocks xmlns:a="http://schemas.openxmlformats.org/drawingml/2006/main" noGrp="1"/>
          </p:cNvSpPr>
          <p:nvPr/>
        </p:nvSpPr>
        <p:spPr>
          <a:xfrm xmlns:a="http://schemas.openxmlformats.org/drawingml/2006/main">
            <a:off x="5226972"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92" name="Editable chart path">
            <a:extLst xmlns:a="http://schemas.openxmlformats.org/drawingml/2006/main">
              <a:ext uri="{FF2B5EF4-FFF2-40B4-BE49-F238E27FC236}">
                <a16:creationId xmlns:a16="http://schemas.microsoft.com/office/drawing/2014/main" id="{2065AB65-726E-46A6-97DA-FA67E523D9D1}"/>
              </a:ext>
            </a:extLst>
          </p:cNvPr>
          <p:cNvSpPr>
            <a:spLocks xmlns:a="http://schemas.openxmlformats.org/drawingml/2006/main" noGrp="1"/>
          </p:cNvSpPr>
          <p:nvPr/>
        </p:nvSpPr>
        <p:spPr>
          <a:xfrm xmlns:a="http://schemas.openxmlformats.org/drawingml/2006/main">
            <a:off x="5305975"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93" name="Editable chart path">
            <a:extLst xmlns:a="http://schemas.openxmlformats.org/drawingml/2006/main">
              <a:ext uri="{FF2B5EF4-FFF2-40B4-BE49-F238E27FC236}">
                <a16:creationId xmlns:a16="http://schemas.microsoft.com/office/drawing/2014/main" id="{1114F530-DEA9-4CB6-BEAC-93A0EE4CE999}"/>
              </a:ext>
            </a:extLst>
          </p:cNvPr>
          <p:cNvSpPr>
            <a:spLocks xmlns:a="http://schemas.openxmlformats.org/drawingml/2006/main" noGrp="1"/>
          </p:cNvSpPr>
          <p:nvPr/>
        </p:nvSpPr>
        <p:spPr>
          <a:xfrm xmlns:a="http://schemas.openxmlformats.org/drawingml/2006/main">
            <a:off x="5384977"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8A4"/>
          </a:solidFill>
          <a:ln xmlns:a="http://schemas.openxmlformats.org/drawingml/2006/main" w="2292">
            <a:solidFill>
              <a:srgbClr val="FBFCFE"/>
            </a:solidFill>
            <a:prstDash val="solid"/>
          </a:ln>
        </p:spPr>
      </p:sp>
      <p:sp>
        <p:nvSpPr>
          <p:cNvPr id="794" name="Editable chart path">
            <a:extLst xmlns:a="http://schemas.openxmlformats.org/drawingml/2006/main">
              <a:ext uri="{FF2B5EF4-FFF2-40B4-BE49-F238E27FC236}">
                <a16:creationId xmlns:a16="http://schemas.microsoft.com/office/drawing/2014/main" id="{6F519E81-E693-48DF-BAE8-4BC8ABB9EC47}"/>
              </a:ext>
            </a:extLst>
          </p:cNvPr>
          <p:cNvSpPr>
            <a:spLocks xmlns:a="http://schemas.openxmlformats.org/drawingml/2006/main" noGrp="1"/>
          </p:cNvSpPr>
          <p:nvPr/>
        </p:nvSpPr>
        <p:spPr>
          <a:xfrm xmlns:a="http://schemas.openxmlformats.org/drawingml/2006/main">
            <a:off x="546398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BB8"/>
          </a:solidFill>
          <a:ln xmlns:a="http://schemas.openxmlformats.org/drawingml/2006/main" w="2292">
            <a:solidFill>
              <a:srgbClr val="FBFCFE"/>
            </a:solidFill>
            <a:prstDash val="solid"/>
          </a:ln>
        </p:spPr>
      </p:sp>
      <p:sp>
        <p:nvSpPr>
          <p:cNvPr id="795" name="Editable chart path">
            <a:extLst xmlns:a="http://schemas.openxmlformats.org/drawingml/2006/main">
              <a:ext uri="{FF2B5EF4-FFF2-40B4-BE49-F238E27FC236}">
                <a16:creationId xmlns:a16="http://schemas.microsoft.com/office/drawing/2014/main" id="{247AEFA6-E495-4F63-A0FF-17095FD041E4}"/>
              </a:ext>
            </a:extLst>
          </p:cNvPr>
          <p:cNvSpPr>
            <a:spLocks xmlns:a="http://schemas.openxmlformats.org/drawingml/2006/main" noGrp="1"/>
          </p:cNvSpPr>
          <p:nvPr/>
        </p:nvSpPr>
        <p:spPr>
          <a:xfrm xmlns:a="http://schemas.openxmlformats.org/drawingml/2006/main">
            <a:off x="5542982"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BA7"/>
          </a:solidFill>
          <a:ln xmlns:a="http://schemas.openxmlformats.org/drawingml/2006/main" w="2292">
            <a:solidFill>
              <a:srgbClr val="FBFCFE"/>
            </a:solidFill>
            <a:prstDash val="solid"/>
          </a:ln>
        </p:spPr>
      </p:sp>
      <p:sp>
        <p:nvSpPr>
          <p:cNvPr id="796" name="Editable chart path">
            <a:extLst xmlns:a="http://schemas.openxmlformats.org/drawingml/2006/main">
              <a:ext uri="{FF2B5EF4-FFF2-40B4-BE49-F238E27FC236}">
                <a16:creationId xmlns:a16="http://schemas.microsoft.com/office/drawing/2014/main" id="{ABB96422-E90D-4C93-9745-68C9B58F5313}"/>
              </a:ext>
            </a:extLst>
          </p:cNvPr>
          <p:cNvSpPr>
            <a:spLocks xmlns:a="http://schemas.openxmlformats.org/drawingml/2006/main" noGrp="1"/>
          </p:cNvSpPr>
          <p:nvPr/>
        </p:nvSpPr>
        <p:spPr>
          <a:xfrm xmlns:a="http://schemas.openxmlformats.org/drawingml/2006/main">
            <a:off x="5621985"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B0AC"/>
          </a:solidFill>
          <a:ln xmlns:a="http://schemas.openxmlformats.org/drawingml/2006/main" w="2292">
            <a:solidFill>
              <a:srgbClr val="FBFCFE"/>
            </a:solidFill>
            <a:prstDash val="solid"/>
          </a:ln>
        </p:spPr>
      </p:sp>
      <p:sp>
        <p:nvSpPr>
          <p:cNvPr id="797" name="Editable chart path">
            <a:extLst xmlns:a="http://schemas.openxmlformats.org/drawingml/2006/main">
              <a:ext uri="{FF2B5EF4-FFF2-40B4-BE49-F238E27FC236}">
                <a16:creationId xmlns:a16="http://schemas.microsoft.com/office/drawing/2014/main" id="{7ACF9C50-BA59-4752-8B82-B3491FDAF7CA}"/>
              </a:ext>
            </a:extLst>
          </p:cNvPr>
          <p:cNvSpPr>
            <a:spLocks xmlns:a="http://schemas.openxmlformats.org/drawingml/2006/main" noGrp="1"/>
          </p:cNvSpPr>
          <p:nvPr/>
        </p:nvSpPr>
        <p:spPr>
          <a:xfrm xmlns:a="http://schemas.openxmlformats.org/drawingml/2006/main">
            <a:off x="5700987"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6A2"/>
          </a:solidFill>
          <a:ln xmlns:a="http://schemas.openxmlformats.org/drawingml/2006/main" w="2292">
            <a:solidFill>
              <a:srgbClr val="FBFCFE"/>
            </a:solidFill>
            <a:prstDash val="solid"/>
          </a:ln>
        </p:spPr>
      </p:sp>
      <p:sp>
        <p:nvSpPr>
          <p:cNvPr id="798" name="Editable chart path">
            <a:extLst xmlns:a="http://schemas.openxmlformats.org/drawingml/2006/main">
              <a:ext uri="{FF2B5EF4-FFF2-40B4-BE49-F238E27FC236}">
                <a16:creationId xmlns:a16="http://schemas.microsoft.com/office/drawing/2014/main" id="{80FDC785-4BC3-4857-971D-C410E6914D7A}"/>
              </a:ext>
            </a:extLst>
          </p:cNvPr>
          <p:cNvSpPr>
            <a:spLocks xmlns:a="http://schemas.openxmlformats.org/drawingml/2006/main" noGrp="1"/>
          </p:cNvSpPr>
          <p:nvPr/>
        </p:nvSpPr>
        <p:spPr>
          <a:xfrm xmlns:a="http://schemas.openxmlformats.org/drawingml/2006/main">
            <a:off x="5779990"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799" name="Editable chart path">
            <a:extLst xmlns:a="http://schemas.openxmlformats.org/drawingml/2006/main">
              <a:ext uri="{FF2B5EF4-FFF2-40B4-BE49-F238E27FC236}">
                <a16:creationId xmlns:a16="http://schemas.microsoft.com/office/drawing/2014/main" id="{26C329B0-C1B7-4DAD-8F16-734C0CDA3DA8}"/>
              </a:ext>
            </a:extLst>
          </p:cNvPr>
          <p:cNvSpPr>
            <a:spLocks xmlns:a="http://schemas.openxmlformats.org/drawingml/2006/main" noGrp="1"/>
          </p:cNvSpPr>
          <p:nvPr/>
        </p:nvSpPr>
        <p:spPr>
          <a:xfrm xmlns:a="http://schemas.openxmlformats.org/drawingml/2006/main">
            <a:off x="5858992"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B0AC"/>
          </a:solidFill>
          <a:ln xmlns:a="http://schemas.openxmlformats.org/drawingml/2006/main" w="2292">
            <a:solidFill>
              <a:srgbClr val="FBFCFE"/>
            </a:solidFill>
            <a:prstDash val="solid"/>
          </a:ln>
        </p:spPr>
      </p:sp>
      <p:sp>
        <p:nvSpPr>
          <p:cNvPr id="800" name="Editable chart path">
            <a:extLst xmlns:a="http://schemas.openxmlformats.org/drawingml/2006/main">
              <a:ext uri="{FF2B5EF4-FFF2-40B4-BE49-F238E27FC236}">
                <a16:creationId xmlns:a16="http://schemas.microsoft.com/office/drawing/2014/main" id="{9C6AE672-D019-45E2-85BB-F3D73AA75DC3}"/>
              </a:ext>
            </a:extLst>
          </p:cNvPr>
          <p:cNvSpPr>
            <a:spLocks xmlns:a="http://schemas.openxmlformats.org/drawingml/2006/main" noGrp="1"/>
          </p:cNvSpPr>
          <p:nvPr/>
        </p:nvSpPr>
        <p:spPr>
          <a:xfrm xmlns:a="http://schemas.openxmlformats.org/drawingml/2006/main">
            <a:off x="5937995"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B1AD"/>
          </a:solidFill>
          <a:ln xmlns:a="http://schemas.openxmlformats.org/drawingml/2006/main" w="2292">
            <a:solidFill>
              <a:srgbClr val="FBFCFE"/>
            </a:solidFill>
            <a:prstDash val="solid"/>
          </a:ln>
        </p:spPr>
      </p:sp>
      <p:sp>
        <p:nvSpPr>
          <p:cNvPr id="801" name="Editable chart path">
            <a:extLst xmlns:a="http://schemas.openxmlformats.org/drawingml/2006/main">
              <a:ext uri="{FF2B5EF4-FFF2-40B4-BE49-F238E27FC236}">
                <a16:creationId xmlns:a16="http://schemas.microsoft.com/office/drawing/2014/main" id="{30DDAC02-2882-4070-A916-D2E7A64CA143}"/>
              </a:ext>
            </a:extLst>
          </p:cNvPr>
          <p:cNvSpPr>
            <a:spLocks xmlns:a="http://schemas.openxmlformats.org/drawingml/2006/main" noGrp="1"/>
          </p:cNvSpPr>
          <p:nvPr/>
        </p:nvSpPr>
        <p:spPr>
          <a:xfrm xmlns:a="http://schemas.openxmlformats.org/drawingml/2006/main">
            <a:off x="6016997"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5C2"/>
          </a:solidFill>
          <a:ln xmlns:a="http://schemas.openxmlformats.org/drawingml/2006/main" w="2292">
            <a:solidFill>
              <a:srgbClr val="FBFCFE"/>
            </a:solidFill>
            <a:prstDash val="solid"/>
          </a:ln>
        </p:spPr>
      </p:sp>
      <p:sp>
        <p:nvSpPr>
          <p:cNvPr id="802" name="Editable chart path">
            <a:extLst xmlns:a="http://schemas.openxmlformats.org/drawingml/2006/main">
              <a:ext uri="{FF2B5EF4-FFF2-40B4-BE49-F238E27FC236}">
                <a16:creationId xmlns:a16="http://schemas.microsoft.com/office/drawing/2014/main" id="{E85A0346-365A-41A7-AC6D-EAF318678CF9}"/>
              </a:ext>
            </a:extLst>
          </p:cNvPr>
          <p:cNvSpPr>
            <a:spLocks xmlns:a="http://schemas.openxmlformats.org/drawingml/2006/main" noGrp="1"/>
          </p:cNvSpPr>
          <p:nvPr/>
        </p:nvSpPr>
        <p:spPr>
          <a:xfrm xmlns:a="http://schemas.openxmlformats.org/drawingml/2006/main">
            <a:off x="609600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03" name="Editable chart path">
            <a:extLst xmlns:a="http://schemas.openxmlformats.org/drawingml/2006/main">
              <a:ext uri="{FF2B5EF4-FFF2-40B4-BE49-F238E27FC236}">
                <a16:creationId xmlns:a16="http://schemas.microsoft.com/office/drawing/2014/main" id="{E05EC258-BE6D-41E8-8A55-DB1C2EC7077C}"/>
              </a:ext>
            </a:extLst>
          </p:cNvPr>
          <p:cNvSpPr>
            <a:spLocks xmlns:a="http://schemas.openxmlformats.org/drawingml/2006/main" noGrp="1"/>
          </p:cNvSpPr>
          <p:nvPr/>
        </p:nvSpPr>
        <p:spPr>
          <a:xfrm xmlns:a="http://schemas.openxmlformats.org/drawingml/2006/main">
            <a:off x="6175002"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04" name="Editable chart path">
            <a:extLst xmlns:a="http://schemas.openxmlformats.org/drawingml/2006/main">
              <a:ext uri="{FF2B5EF4-FFF2-40B4-BE49-F238E27FC236}">
                <a16:creationId xmlns:a16="http://schemas.microsoft.com/office/drawing/2014/main" id="{0CD281A8-CC60-4657-899B-3785C60EAE6F}"/>
              </a:ext>
            </a:extLst>
          </p:cNvPr>
          <p:cNvSpPr>
            <a:spLocks xmlns:a="http://schemas.openxmlformats.org/drawingml/2006/main" noGrp="1"/>
          </p:cNvSpPr>
          <p:nvPr/>
        </p:nvSpPr>
        <p:spPr>
          <a:xfrm xmlns:a="http://schemas.openxmlformats.org/drawingml/2006/main">
            <a:off x="7597048"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05" name="Editable chart path">
            <a:extLst xmlns:a="http://schemas.openxmlformats.org/drawingml/2006/main">
              <a:ext uri="{FF2B5EF4-FFF2-40B4-BE49-F238E27FC236}">
                <a16:creationId xmlns:a16="http://schemas.microsoft.com/office/drawing/2014/main" id="{C0484505-8974-41F4-BDE0-F5EEE9198BBF}"/>
              </a:ext>
            </a:extLst>
          </p:cNvPr>
          <p:cNvSpPr>
            <a:spLocks xmlns:a="http://schemas.openxmlformats.org/drawingml/2006/main" noGrp="1"/>
          </p:cNvSpPr>
          <p:nvPr/>
        </p:nvSpPr>
        <p:spPr>
          <a:xfrm xmlns:a="http://schemas.openxmlformats.org/drawingml/2006/main">
            <a:off x="767605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06" name="Editable chart path">
            <a:extLst xmlns:a="http://schemas.openxmlformats.org/drawingml/2006/main">
              <a:ext uri="{FF2B5EF4-FFF2-40B4-BE49-F238E27FC236}">
                <a16:creationId xmlns:a16="http://schemas.microsoft.com/office/drawing/2014/main" id="{2B241D46-F64A-4D15-8677-5229DA98FB15}"/>
              </a:ext>
            </a:extLst>
          </p:cNvPr>
          <p:cNvSpPr>
            <a:spLocks xmlns:a="http://schemas.openxmlformats.org/drawingml/2006/main" noGrp="1"/>
          </p:cNvSpPr>
          <p:nvPr/>
        </p:nvSpPr>
        <p:spPr>
          <a:xfrm xmlns:a="http://schemas.openxmlformats.org/drawingml/2006/main">
            <a:off x="7755053"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07" name="Editable chart path">
            <a:extLst xmlns:a="http://schemas.openxmlformats.org/drawingml/2006/main">
              <a:ext uri="{FF2B5EF4-FFF2-40B4-BE49-F238E27FC236}">
                <a16:creationId xmlns:a16="http://schemas.microsoft.com/office/drawing/2014/main" id="{AB31ECF0-CEBD-42B3-82C9-FF513ED14564}"/>
              </a:ext>
            </a:extLst>
          </p:cNvPr>
          <p:cNvSpPr>
            <a:spLocks xmlns:a="http://schemas.openxmlformats.org/drawingml/2006/main" noGrp="1"/>
          </p:cNvSpPr>
          <p:nvPr/>
        </p:nvSpPr>
        <p:spPr>
          <a:xfrm xmlns:a="http://schemas.openxmlformats.org/drawingml/2006/main">
            <a:off x="4831960"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08" name="Editable chart path">
            <a:extLst xmlns:a="http://schemas.openxmlformats.org/drawingml/2006/main">
              <a:ext uri="{FF2B5EF4-FFF2-40B4-BE49-F238E27FC236}">
                <a16:creationId xmlns:a16="http://schemas.microsoft.com/office/drawing/2014/main" id="{3B7F6D38-E12B-488C-B03E-97EA46339B96}"/>
              </a:ext>
            </a:extLst>
          </p:cNvPr>
          <p:cNvSpPr>
            <a:spLocks xmlns:a="http://schemas.openxmlformats.org/drawingml/2006/main" noGrp="1"/>
          </p:cNvSpPr>
          <p:nvPr/>
        </p:nvSpPr>
        <p:spPr>
          <a:xfrm xmlns:a="http://schemas.openxmlformats.org/drawingml/2006/main">
            <a:off x="4910962"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09" name="Editable chart path">
            <a:extLst xmlns:a="http://schemas.openxmlformats.org/drawingml/2006/main">
              <a:ext uri="{FF2B5EF4-FFF2-40B4-BE49-F238E27FC236}">
                <a16:creationId xmlns:a16="http://schemas.microsoft.com/office/drawing/2014/main" id="{C57C2433-2A38-4B2A-96C5-FFA0FF5E52E5}"/>
              </a:ext>
            </a:extLst>
          </p:cNvPr>
          <p:cNvSpPr>
            <a:spLocks xmlns:a="http://schemas.openxmlformats.org/drawingml/2006/main" noGrp="1"/>
          </p:cNvSpPr>
          <p:nvPr/>
        </p:nvSpPr>
        <p:spPr>
          <a:xfrm xmlns:a="http://schemas.openxmlformats.org/drawingml/2006/main">
            <a:off x="4989965" y="257762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10" name="Editable chart path">
            <a:extLst xmlns:a="http://schemas.openxmlformats.org/drawingml/2006/main">
              <a:ext uri="{FF2B5EF4-FFF2-40B4-BE49-F238E27FC236}">
                <a16:creationId xmlns:a16="http://schemas.microsoft.com/office/drawing/2014/main" id="{D00B0013-72B1-428A-A8DD-8D36ED928618}"/>
              </a:ext>
            </a:extLst>
          </p:cNvPr>
          <p:cNvSpPr>
            <a:spLocks xmlns:a="http://schemas.openxmlformats.org/drawingml/2006/main" noGrp="1"/>
          </p:cNvSpPr>
          <p:nvPr/>
        </p:nvSpPr>
        <p:spPr>
          <a:xfrm xmlns:a="http://schemas.openxmlformats.org/drawingml/2006/main">
            <a:off x="5068967"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11" name="Editable chart path">
            <a:extLst xmlns:a="http://schemas.openxmlformats.org/drawingml/2006/main">
              <a:ext uri="{FF2B5EF4-FFF2-40B4-BE49-F238E27FC236}">
                <a16:creationId xmlns:a16="http://schemas.microsoft.com/office/drawing/2014/main" id="{E0C630F6-5431-4B8D-B441-49985BE1D715}"/>
              </a:ext>
            </a:extLst>
          </p:cNvPr>
          <p:cNvSpPr>
            <a:spLocks xmlns:a="http://schemas.openxmlformats.org/drawingml/2006/main" noGrp="1"/>
          </p:cNvSpPr>
          <p:nvPr/>
        </p:nvSpPr>
        <p:spPr>
          <a:xfrm xmlns:a="http://schemas.openxmlformats.org/drawingml/2006/main">
            <a:off x="5147970"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12" name="Editable chart path">
            <a:extLst xmlns:a="http://schemas.openxmlformats.org/drawingml/2006/main">
              <a:ext uri="{FF2B5EF4-FFF2-40B4-BE49-F238E27FC236}">
                <a16:creationId xmlns:a16="http://schemas.microsoft.com/office/drawing/2014/main" id="{7FD3E131-80E9-4024-B3D8-2AD8CD5E1003}"/>
              </a:ext>
            </a:extLst>
          </p:cNvPr>
          <p:cNvSpPr>
            <a:spLocks xmlns:a="http://schemas.openxmlformats.org/drawingml/2006/main" noGrp="1"/>
          </p:cNvSpPr>
          <p:nvPr/>
        </p:nvSpPr>
        <p:spPr>
          <a:xfrm xmlns:a="http://schemas.openxmlformats.org/drawingml/2006/main">
            <a:off x="5226972"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13" name="Editable chart path">
            <a:extLst xmlns:a="http://schemas.openxmlformats.org/drawingml/2006/main">
              <a:ext uri="{FF2B5EF4-FFF2-40B4-BE49-F238E27FC236}">
                <a16:creationId xmlns:a16="http://schemas.microsoft.com/office/drawing/2014/main" id="{029AF959-DC1E-4DD4-869F-460696794D1C}"/>
              </a:ext>
            </a:extLst>
          </p:cNvPr>
          <p:cNvSpPr>
            <a:spLocks xmlns:a="http://schemas.openxmlformats.org/drawingml/2006/main" noGrp="1"/>
          </p:cNvSpPr>
          <p:nvPr/>
        </p:nvSpPr>
        <p:spPr>
          <a:xfrm xmlns:a="http://schemas.openxmlformats.org/drawingml/2006/main">
            <a:off x="5305975"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14" name="Editable chart path">
            <a:extLst xmlns:a="http://schemas.openxmlformats.org/drawingml/2006/main">
              <a:ext uri="{FF2B5EF4-FFF2-40B4-BE49-F238E27FC236}">
                <a16:creationId xmlns:a16="http://schemas.microsoft.com/office/drawing/2014/main" id="{D80C49FC-B9CA-483C-84D1-0B5A2264E2AA}"/>
              </a:ext>
            </a:extLst>
          </p:cNvPr>
          <p:cNvSpPr>
            <a:spLocks xmlns:a="http://schemas.openxmlformats.org/drawingml/2006/main" noGrp="1"/>
          </p:cNvSpPr>
          <p:nvPr/>
        </p:nvSpPr>
        <p:spPr>
          <a:xfrm xmlns:a="http://schemas.openxmlformats.org/drawingml/2006/main">
            <a:off x="5384977" y="257762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6A2"/>
          </a:solidFill>
          <a:ln xmlns:a="http://schemas.openxmlformats.org/drawingml/2006/main" w="2292">
            <a:solidFill>
              <a:srgbClr val="FBFCFE"/>
            </a:solidFill>
            <a:prstDash val="solid"/>
          </a:ln>
        </p:spPr>
      </p:sp>
      <p:sp>
        <p:nvSpPr>
          <p:cNvPr id="815" name="Editable chart path">
            <a:extLst xmlns:a="http://schemas.openxmlformats.org/drawingml/2006/main">
              <a:ext uri="{FF2B5EF4-FFF2-40B4-BE49-F238E27FC236}">
                <a16:creationId xmlns:a16="http://schemas.microsoft.com/office/drawing/2014/main" id="{0FFBB255-BD67-4307-911C-6A5E4B55C53F}"/>
              </a:ext>
            </a:extLst>
          </p:cNvPr>
          <p:cNvSpPr>
            <a:spLocks xmlns:a="http://schemas.openxmlformats.org/drawingml/2006/main" noGrp="1"/>
          </p:cNvSpPr>
          <p:nvPr/>
        </p:nvSpPr>
        <p:spPr>
          <a:xfrm xmlns:a="http://schemas.openxmlformats.org/drawingml/2006/main">
            <a:off x="5463980"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4B0"/>
          </a:solidFill>
          <a:ln xmlns:a="http://schemas.openxmlformats.org/drawingml/2006/main" w="2292">
            <a:solidFill>
              <a:srgbClr val="FBFCFE"/>
            </a:solidFill>
            <a:prstDash val="solid"/>
          </a:ln>
        </p:spPr>
      </p:sp>
      <p:sp>
        <p:nvSpPr>
          <p:cNvPr id="816" name="Editable chart path">
            <a:extLst xmlns:a="http://schemas.openxmlformats.org/drawingml/2006/main">
              <a:ext uri="{FF2B5EF4-FFF2-40B4-BE49-F238E27FC236}">
                <a16:creationId xmlns:a16="http://schemas.microsoft.com/office/drawing/2014/main" id="{05C7E74A-85B9-4643-AA5D-C9682C9AEBA7}"/>
              </a:ext>
            </a:extLst>
          </p:cNvPr>
          <p:cNvSpPr>
            <a:spLocks xmlns:a="http://schemas.openxmlformats.org/drawingml/2006/main" noGrp="1"/>
          </p:cNvSpPr>
          <p:nvPr/>
        </p:nvSpPr>
        <p:spPr>
          <a:xfrm xmlns:a="http://schemas.openxmlformats.org/drawingml/2006/main">
            <a:off x="5542982"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817" name="Editable chart path">
            <a:extLst xmlns:a="http://schemas.openxmlformats.org/drawingml/2006/main">
              <a:ext uri="{FF2B5EF4-FFF2-40B4-BE49-F238E27FC236}">
                <a16:creationId xmlns:a16="http://schemas.microsoft.com/office/drawing/2014/main" id="{DDE4D345-4D9D-47CC-B286-F9723732024A}"/>
              </a:ext>
            </a:extLst>
          </p:cNvPr>
          <p:cNvSpPr>
            <a:spLocks xmlns:a="http://schemas.openxmlformats.org/drawingml/2006/main" noGrp="1"/>
          </p:cNvSpPr>
          <p:nvPr/>
        </p:nvSpPr>
        <p:spPr>
          <a:xfrm xmlns:a="http://schemas.openxmlformats.org/drawingml/2006/main">
            <a:off x="5621985"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2AE"/>
          </a:solidFill>
          <a:ln xmlns:a="http://schemas.openxmlformats.org/drawingml/2006/main" w="2292">
            <a:solidFill>
              <a:srgbClr val="FBFCFE"/>
            </a:solidFill>
            <a:prstDash val="solid"/>
          </a:ln>
        </p:spPr>
      </p:sp>
      <p:sp>
        <p:nvSpPr>
          <p:cNvPr id="818" name="Editable chart path">
            <a:extLst xmlns:a="http://schemas.openxmlformats.org/drawingml/2006/main">
              <a:ext uri="{FF2B5EF4-FFF2-40B4-BE49-F238E27FC236}">
                <a16:creationId xmlns:a16="http://schemas.microsoft.com/office/drawing/2014/main" id="{D3F334E7-203F-4D07-8F3C-1A0F0EB30B5F}"/>
              </a:ext>
            </a:extLst>
          </p:cNvPr>
          <p:cNvSpPr>
            <a:spLocks xmlns:a="http://schemas.openxmlformats.org/drawingml/2006/main" noGrp="1"/>
          </p:cNvSpPr>
          <p:nvPr/>
        </p:nvSpPr>
        <p:spPr>
          <a:xfrm xmlns:a="http://schemas.openxmlformats.org/drawingml/2006/main">
            <a:off x="5700987"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7B8B4"/>
          </a:solidFill>
          <a:ln xmlns:a="http://schemas.openxmlformats.org/drawingml/2006/main" w="2292">
            <a:solidFill>
              <a:srgbClr val="FBFCFE"/>
            </a:solidFill>
            <a:prstDash val="solid"/>
          </a:ln>
        </p:spPr>
      </p:sp>
      <p:sp>
        <p:nvSpPr>
          <p:cNvPr id="819" name="Editable chart path">
            <a:extLst xmlns:a="http://schemas.openxmlformats.org/drawingml/2006/main">
              <a:ext uri="{FF2B5EF4-FFF2-40B4-BE49-F238E27FC236}">
                <a16:creationId xmlns:a16="http://schemas.microsoft.com/office/drawing/2014/main" id="{8E72383A-3AA7-4073-9300-81AEEFE6AE52}"/>
              </a:ext>
            </a:extLst>
          </p:cNvPr>
          <p:cNvSpPr>
            <a:spLocks xmlns:a="http://schemas.openxmlformats.org/drawingml/2006/main" noGrp="1"/>
          </p:cNvSpPr>
          <p:nvPr/>
        </p:nvSpPr>
        <p:spPr>
          <a:xfrm xmlns:a="http://schemas.openxmlformats.org/drawingml/2006/main">
            <a:off x="5779990" y="257762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5A1"/>
          </a:solidFill>
          <a:ln xmlns:a="http://schemas.openxmlformats.org/drawingml/2006/main" w="2292">
            <a:solidFill>
              <a:srgbClr val="FBFCFE"/>
            </a:solidFill>
            <a:prstDash val="solid"/>
          </a:ln>
        </p:spPr>
      </p:sp>
      <p:sp>
        <p:nvSpPr>
          <p:cNvPr id="820" name="Editable chart path">
            <a:extLst xmlns:a="http://schemas.openxmlformats.org/drawingml/2006/main">
              <a:ext uri="{FF2B5EF4-FFF2-40B4-BE49-F238E27FC236}">
                <a16:creationId xmlns:a16="http://schemas.microsoft.com/office/drawing/2014/main" id="{2F958CF0-6D45-4E33-8A20-4FF75E09D90E}"/>
              </a:ext>
            </a:extLst>
          </p:cNvPr>
          <p:cNvSpPr>
            <a:spLocks xmlns:a="http://schemas.openxmlformats.org/drawingml/2006/main" noGrp="1"/>
          </p:cNvSpPr>
          <p:nvPr/>
        </p:nvSpPr>
        <p:spPr>
          <a:xfrm xmlns:a="http://schemas.openxmlformats.org/drawingml/2006/main">
            <a:off x="5858992"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821" name="Editable chart path">
            <a:extLst xmlns:a="http://schemas.openxmlformats.org/drawingml/2006/main">
              <a:ext uri="{FF2B5EF4-FFF2-40B4-BE49-F238E27FC236}">
                <a16:creationId xmlns:a16="http://schemas.microsoft.com/office/drawing/2014/main" id="{389D6476-4EB3-4B3B-98BA-31079ABEA928}"/>
              </a:ext>
            </a:extLst>
          </p:cNvPr>
          <p:cNvSpPr>
            <a:spLocks xmlns:a="http://schemas.openxmlformats.org/drawingml/2006/main" noGrp="1"/>
          </p:cNvSpPr>
          <p:nvPr/>
        </p:nvSpPr>
        <p:spPr>
          <a:xfrm xmlns:a="http://schemas.openxmlformats.org/drawingml/2006/main">
            <a:off x="5937995"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D98"/>
          </a:solidFill>
          <a:ln xmlns:a="http://schemas.openxmlformats.org/drawingml/2006/main" w="2292">
            <a:solidFill>
              <a:srgbClr val="FBFCFE"/>
            </a:solidFill>
            <a:prstDash val="solid"/>
          </a:ln>
        </p:spPr>
      </p:sp>
      <p:sp>
        <p:nvSpPr>
          <p:cNvPr id="822" name="Editable chart path">
            <a:extLst xmlns:a="http://schemas.openxmlformats.org/drawingml/2006/main">
              <a:ext uri="{FF2B5EF4-FFF2-40B4-BE49-F238E27FC236}">
                <a16:creationId xmlns:a16="http://schemas.microsoft.com/office/drawing/2014/main" id="{D0DD903C-0D55-4DF5-A4EA-0987341905D8}"/>
              </a:ext>
            </a:extLst>
          </p:cNvPr>
          <p:cNvSpPr>
            <a:spLocks xmlns:a="http://schemas.openxmlformats.org/drawingml/2006/main" noGrp="1"/>
          </p:cNvSpPr>
          <p:nvPr/>
        </p:nvSpPr>
        <p:spPr>
          <a:xfrm xmlns:a="http://schemas.openxmlformats.org/drawingml/2006/main">
            <a:off x="6016997"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EAA"/>
          </a:solidFill>
          <a:ln xmlns:a="http://schemas.openxmlformats.org/drawingml/2006/main" w="2292">
            <a:solidFill>
              <a:srgbClr val="FBFCFE"/>
            </a:solidFill>
            <a:prstDash val="solid"/>
          </a:ln>
        </p:spPr>
      </p:sp>
      <p:sp>
        <p:nvSpPr>
          <p:cNvPr id="823" name="Editable chart path">
            <a:extLst xmlns:a="http://schemas.openxmlformats.org/drawingml/2006/main">
              <a:ext uri="{FF2B5EF4-FFF2-40B4-BE49-F238E27FC236}">
                <a16:creationId xmlns:a16="http://schemas.microsoft.com/office/drawing/2014/main" id="{A4FF8E79-0819-488A-AE6F-8F8E8C61855C}"/>
              </a:ext>
            </a:extLst>
          </p:cNvPr>
          <p:cNvSpPr>
            <a:spLocks xmlns:a="http://schemas.openxmlformats.org/drawingml/2006/main" noGrp="1"/>
          </p:cNvSpPr>
          <p:nvPr/>
        </p:nvSpPr>
        <p:spPr>
          <a:xfrm xmlns:a="http://schemas.openxmlformats.org/drawingml/2006/main">
            <a:off x="6096000"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24" name="Editable chart path">
            <a:extLst xmlns:a="http://schemas.openxmlformats.org/drawingml/2006/main">
              <a:ext uri="{FF2B5EF4-FFF2-40B4-BE49-F238E27FC236}">
                <a16:creationId xmlns:a16="http://schemas.microsoft.com/office/drawing/2014/main" id="{1D682B0F-8114-47D8-8DEF-43DA4FC09E36}"/>
              </a:ext>
            </a:extLst>
          </p:cNvPr>
          <p:cNvSpPr>
            <a:spLocks xmlns:a="http://schemas.openxmlformats.org/drawingml/2006/main" noGrp="1"/>
          </p:cNvSpPr>
          <p:nvPr/>
        </p:nvSpPr>
        <p:spPr>
          <a:xfrm xmlns:a="http://schemas.openxmlformats.org/drawingml/2006/main">
            <a:off x="6175002" y="257762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25" name="Editable chart path">
            <a:extLst xmlns:a="http://schemas.openxmlformats.org/drawingml/2006/main">
              <a:ext uri="{FF2B5EF4-FFF2-40B4-BE49-F238E27FC236}">
                <a16:creationId xmlns:a16="http://schemas.microsoft.com/office/drawing/2014/main" id="{DA55A8E9-7739-49F2-B73C-1F7FA08A496E}"/>
              </a:ext>
            </a:extLst>
          </p:cNvPr>
          <p:cNvSpPr>
            <a:spLocks xmlns:a="http://schemas.openxmlformats.org/drawingml/2006/main" noGrp="1"/>
          </p:cNvSpPr>
          <p:nvPr/>
        </p:nvSpPr>
        <p:spPr>
          <a:xfrm xmlns:a="http://schemas.openxmlformats.org/drawingml/2006/main">
            <a:off x="6254005"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26" name="Editable chart path">
            <a:extLst xmlns:a="http://schemas.openxmlformats.org/drawingml/2006/main">
              <a:ext uri="{FF2B5EF4-FFF2-40B4-BE49-F238E27FC236}">
                <a16:creationId xmlns:a16="http://schemas.microsoft.com/office/drawing/2014/main" id="{30D7A9BC-E529-4E7D-94F0-CAA0D4709EC0}"/>
              </a:ext>
            </a:extLst>
          </p:cNvPr>
          <p:cNvSpPr>
            <a:spLocks xmlns:a="http://schemas.openxmlformats.org/drawingml/2006/main" noGrp="1"/>
          </p:cNvSpPr>
          <p:nvPr/>
        </p:nvSpPr>
        <p:spPr>
          <a:xfrm xmlns:a="http://schemas.openxmlformats.org/drawingml/2006/main">
            <a:off x="5463980"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27" name="Editable chart path">
            <a:extLst xmlns:a="http://schemas.openxmlformats.org/drawingml/2006/main">
              <a:ext uri="{FF2B5EF4-FFF2-40B4-BE49-F238E27FC236}">
                <a16:creationId xmlns:a16="http://schemas.microsoft.com/office/drawing/2014/main" id="{568821B5-4F59-400D-9D98-69EF3366DA1E}"/>
              </a:ext>
            </a:extLst>
          </p:cNvPr>
          <p:cNvSpPr>
            <a:spLocks xmlns:a="http://schemas.openxmlformats.org/drawingml/2006/main" noGrp="1"/>
          </p:cNvSpPr>
          <p:nvPr/>
        </p:nvSpPr>
        <p:spPr>
          <a:xfrm xmlns:a="http://schemas.openxmlformats.org/drawingml/2006/main">
            <a:off x="5542982"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28" name="Editable chart path">
            <a:extLst xmlns:a="http://schemas.openxmlformats.org/drawingml/2006/main">
              <a:ext uri="{FF2B5EF4-FFF2-40B4-BE49-F238E27FC236}">
                <a16:creationId xmlns:a16="http://schemas.microsoft.com/office/drawing/2014/main" id="{D3D6A81D-773B-4F2D-96C3-C295A14A3D74}"/>
              </a:ext>
            </a:extLst>
          </p:cNvPr>
          <p:cNvSpPr>
            <a:spLocks xmlns:a="http://schemas.openxmlformats.org/drawingml/2006/main" noGrp="1"/>
          </p:cNvSpPr>
          <p:nvPr/>
        </p:nvSpPr>
        <p:spPr>
          <a:xfrm xmlns:a="http://schemas.openxmlformats.org/drawingml/2006/main">
            <a:off x="5621985"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7E7E6"/>
          </a:solidFill>
          <a:ln xmlns:a="http://schemas.openxmlformats.org/drawingml/2006/main" w="2292">
            <a:solidFill>
              <a:srgbClr val="FBFCFE"/>
            </a:solidFill>
            <a:prstDash val="solid"/>
          </a:ln>
        </p:spPr>
      </p:sp>
      <p:sp>
        <p:nvSpPr>
          <p:cNvPr id="829" name="Editable chart path">
            <a:extLst xmlns:a="http://schemas.openxmlformats.org/drawingml/2006/main">
              <a:ext uri="{FF2B5EF4-FFF2-40B4-BE49-F238E27FC236}">
                <a16:creationId xmlns:a16="http://schemas.microsoft.com/office/drawing/2014/main" id="{1EF9F1D8-642E-4E95-BDA7-E932723DE66B}"/>
              </a:ext>
            </a:extLst>
          </p:cNvPr>
          <p:cNvSpPr>
            <a:spLocks xmlns:a="http://schemas.openxmlformats.org/drawingml/2006/main" noGrp="1"/>
          </p:cNvSpPr>
          <p:nvPr/>
        </p:nvSpPr>
        <p:spPr>
          <a:xfrm xmlns:a="http://schemas.openxmlformats.org/drawingml/2006/main">
            <a:off x="5700987"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4D2"/>
          </a:solidFill>
          <a:ln xmlns:a="http://schemas.openxmlformats.org/drawingml/2006/main" w="2292">
            <a:solidFill>
              <a:srgbClr val="FBFCFE"/>
            </a:solidFill>
            <a:prstDash val="solid"/>
          </a:ln>
        </p:spPr>
      </p:sp>
      <p:sp>
        <p:nvSpPr>
          <p:cNvPr id="830" name="Editable chart path">
            <a:extLst xmlns:a="http://schemas.openxmlformats.org/drawingml/2006/main">
              <a:ext uri="{FF2B5EF4-FFF2-40B4-BE49-F238E27FC236}">
                <a16:creationId xmlns:a16="http://schemas.microsoft.com/office/drawing/2014/main" id="{E1333F56-A96E-4B21-A1F6-714DEC248716}"/>
              </a:ext>
            </a:extLst>
          </p:cNvPr>
          <p:cNvSpPr>
            <a:spLocks xmlns:a="http://schemas.openxmlformats.org/drawingml/2006/main" noGrp="1"/>
          </p:cNvSpPr>
          <p:nvPr/>
        </p:nvSpPr>
        <p:spPr>
          <a:xfrm xmlns:a="http://schemas.openxmlformats.org/drawingml/2006/main">
            <a:off x="5779990" y="249809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831" name="Editable chart path">
            <a:extLst xmlns:a="http://schemas.openxmlformats.org/drawingml/2006/main">
              <a:ext uri="{FF2B5EF4-FFF2-40B4-BE49-F238E27FC236}">
                <a16:creationId xmlns:a16="http://schemas.microsoft.com/office/drawing/2014/main" id="{B6C89036-66BA-4FF8-89A3-58E87D84151E}"/>
              </a:ext>
            </a:extLst>
          </p:cNvPr>
          <p:cNvSpPr>
            <a:spLocks xmlns:a="http://schemas.openxmlformats.org/drawingml/2006/main" noGrp="1"/>
          </p:cNvSpPr>
          <p:nvPr/>
        </p:nvSpPr>
        <p:spPr>
          <a:xfrm xmlns:a="http://schemas.openxmlformats.org/drawingml/2006/main">
            <a:off x="5858992"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4B1"/>
          </a:solidFill>
          <a:ln xmlns:a="http://schemas.openxmlformats.org/drawingml/2006/main" w="2292">
            <a:solidFill>
              <a:srgbClr val="FBFCFE"/>
            </a:solidFill>
            <a:prstDash val="solid"/>
          </a:ln>
        </p:spPr>
      </p:sp>
      <p:sp>
        <p:nvSpPr>
          <p:cNvPr id="832" name="Editable chart path">
            <a:extLst xmlns:a="http://schemas.openxmlformats.org/drawingml/2006/main">
              <a:ext uri="{FF2B5EF4-FFF2-40B4-BE49-F238E27FC236}">
                <a16:creationId xmlns:a16="http://schemas.microsoft.com/office/drawing/2014/main" id="{12066225-5449-441F-8FE3-784101682263}"/>
              </a:ext>
            </a:extLst>
          </p:cNvPr>
          <p:cNvSpPr>
            <a:spLocks xmlns:a="http://schemas.openxmlformats.org/drawingml/2006/main" noGrp="1"/>
          </p:cNvSpPr>
          <p:nvPr/>
        </p:nvSpPr>
        <p:spPr>
          <a:xfrm xmlns:a="http://schemas.openxmlformats.org/drawingml/2006/main">
            <a:off x="5937995"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33" name="Editable chart path">
            <a:extLst xmlns:a="http://schemas.openxmlformats.org/drawingml/2006/main">
              <a:ext uri="{FF2B5EF4-FFF2-40B4-BE49-F238E27FC236}">
                <a16:creationId xmlns:a16="http://schemas.microsoft.com/office/drawing/2014/main" id="{10B1C42A-3345-4594-8933-BB6BA3CCFF62}"/>
              </a:ext>
            </a:extLst>
          </p:cNvPr>
          <p:cNvSpPr>
            <a:spLocks xmlns:a="http://schemas.openxmlformats.org/drawingml/2006/main" noGrp="1"/>
          </p:cNvSpPr>
          <p:nvPr/>
        </p:nvSpPr>
        <p:spPr>
          <a:xfrm xmlns:a="http://schemas.openxmlformats.org/drawingml/2006/main">
            <a:off x="6016997"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34" name="Editable chart path">
            <a:extLst xmlns:a="http://schemas.openxmlformats.org/drawingml/2006/main">
              <a:ext uri="{FF2B5EF4-FFF2-40B4-BE49-F238E27FC236}">
                <a16:creationId xmlns:a16="http://schemas.microsoft.com/office/drawing/2014/main" id="{BEC656D4-64E5-446A-86C0-C1BA0BF3B558}"/>
              </a:ext>
            </a:extLst>
          </p:cNvPr>
          <p:cNvSpPr>
            <a:spLocks xmlns:a="http://schemas.openxmlformats.org/drawingml/2006/main" noGrp="1"/>
          </p:cNvSpPr>
          <p:nvPr/>
        </p:nvSpPr>
        <p:spPr>
          <a:xfrm xmlns:a="http://schemas.openxmlformats.org/drawingml/2006/main">
            <a:off x="6096000"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35" name="Editable chart path">
            <a:extLst xmlns:a="http://schemas.openxmlformats.org/drawingml/2006/main">
              <a:ext uri="{FF2B5EF4-FFF2-40B4-BE49-F238E27FC236}">
                <a16:creationId xmlns:a16="http://schemas.microsoft.com/office/drawing/2014/main" id="{F0115A10-2C21-47A7-B84A-18A3D8D806D9}"/>
              </a:ext>
            </a:extLst>
          </p:cNvPr>
          <p:cNvSpPr>
            <a:spLocks xmlns:a="http://schemas.openxmlformats.org/drawingml/2006/main" noGrp="1"/>
          </p:cNvSpPr>
          <p:nvPr/>
        </p:nvSpPr>
        <p:spPr>
          <a:xfrm xmlns:a="http://schemas.openxmlformats.org/drawingml/2006/main">
            <a:off x="5621985" y="241856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36" name="Editable chart path">
            <a:extLst xmlns:a="http://schemas.openxmlformats.org/drawingml/2006/main">
              <a:ext uri="{FF2B5EF4-FFF2-40B4-BE49-F238E27FC236}">
                <a16:creationId xmlns:a16="http://schemas.microsoft.com/office/drawing/2014/main" id="{8641FBE5-0918-43A2-92DA-0A1DECE2E4B2}"/>
              </a:ext>
            </a:extLst>
          </p:cNvPr>
          <p:cNvSpPr>
            <a:spLocks xmlns:a="http://schemas.openxmlformats.org/drawingml/2006/main" noGrp="1"/>
          </p:cNvSpPr>
          <p:nvPr/>
        </p:nvSpPr>
        <p:spPr>
          <a:xfrm xmlns:a="http://schemas.openxmlformats.org/drawingml/2006/main">
            <a:off x="5700987" y="241856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37" name="Editable chart path">
            <a:extLst xmlns:a="http://schemas.openxmlformats.org/drawingml/2006/main">
              <a:ext uri="{FF2B5EF4-FFF2-40B4-BE49-F238E27FC236}">
                <a16:creationId xmlns:a16="http://schemas.microsoft.com/office/drawing/2014/main" id="{F63B7BB5-623D-44B4-AC3A-36A9F6D18ADA}"/>
              </a:ext>
            </a:extLst>
          </p:cNvPr>
          <p:cNvSpPr>
            <a:spLocks xmlns:a="http://schemas.openxmlformats.org/drawingml/2006/main" noGrp="1"/>
          </p:cNvSpPr>
          <p:nvPr/>
        </p:nvSpPr>
        <p:spPr>
          <a:xfrm xmlns:a="http://schemas.openxmlformats.org/drawingml/2006/main">
            <a:off x="5779990" y="241856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C97"/>
          </a:solidFill>
          <a:ln xmlns:a="http://schemas.openxmlformats.org/drawingml/2006/main" w="2292">
            <a:solidFill>
              <a:srgbClr val="FBFCFE"/>
            </a:solidFill>
            <a:prstDash val="solid"/>
          </a:ln>
        </p:spPr>
      </p:sp>
      <p:sp>
        <p:nvSpPr>
          <p:cNvPr id="838" name="Editable chart path">
            <a:extLst xmlns:a="http://schemas.openxmlformats.org/drawingml/2006/main">
              <a:ext uri="{FF2B5EF4-FFF2-40B4-BE49-F238E27FC236}">
                <a16:creationId xmlns:a16="http://schemas.microsoft.com/office/drawing/2014/main" id="{6EA46A77-7BA2-497F-881D-DB0D4527A118}"/>
              </a:ext>
            </a:extLst>
          </p:cNvPr>
          <p:cNvSpPr>
            <a:spLocks xmlns:a="http://schemas.openxmlformats.org/drawingml/2006/main" noGrp="1"/>
          </p:cNvSpPr>
          <p:nvPr/>
        </p:nvSpPr>
        <p:spPr>
          <a:xfrm xmlns:a="http://schemas.openxmlformats.org/drawingml/2006/main">
            <a:off x="5858992" y="241856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39" name="Editable chart path">
            <a:extLst xmlns:a="http://schemas.openxmlformats.org/drawingml/2006/main">
              <a:ext uri="{FF2B5EF4-FFF2-40B4-BE49-F238E27FC236}">
                <a16:creationId xmlns:a16="http://schemas.microsoft.com/office/drawing/2014/main" id="{0E368CDD-DCA2-4284-9B54-7C6EC8C0AE8E}"/>
              </a:ext>
            </a:extLst>
          </p:cNvPr>
          <p:cNvSpPr>
            <a:spLocks xmlns:a="http://schemas.openxmlformats.org/drawingml/2006/main" noGrp="1"/>
          </p:cNvSpPr>
          <p:nvPr/>
        </p:nvSpPr>
        <p:spPr>
          <a:xfrm xmlns:a="http://schemas.openxmlformats.org/drawingml/2006/main">
            <a:off x="6016997" y="241856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F4F7"/>
          </a:solidFill>
          <a:ln xmlns:a="http://schemas.openxmlformats.org/drawingml/2006/main" w="2292">
            <a:solidFill>
              <a:srgbClr val="FBFCFE"/>
            </a:solidFill>
            <a:prstDash val="solid"/>
          </a:ln>
        </p:spPr>
      </p:sp>
      <p:sp>
        <p:nvSpPr>
          <p:cNvPr id="840" name="Editable chart path">
            <a:extLst xmlns:a="http://schemas.openxmlformats.org/drawingml/2006/main">
              <a:ext uri="{FF2B5EF4-FFF2-40B4-BE49-F238E27FC236}">
                <a16:creationId xmlns:a16="http://schemas.microsoft.com/office/drawing/2014/main" id="{7A7D247A-3AD7-45E5-9931-F79D4ED21A02}"/>
              </a:ext>
            </a:extLst>
          </p:cNvPr>
          <p:cNvSpPr>
            <a:spLocks xmlns:a="http://schemas.openxmlformats.org/drawingml/2006/main" noGrp="1"/>
          </p:cNvSpPr>
          <p:nvPr/>
        </p:nvSpPr>
        <p:spPr>
          <a:xfrm xmlns:a="http://schemas.openxmlformats.org/drawingml/2006/main">
            <a:off x="5105642" y="500056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41" name="Editable chart path">
            <a:extLst xmlns:a="http://schemas.openxmlformats.org/drawingml/2006/main">
              <a:ext uri="{FF2B5EF4-FFF2-40B4-BE49-F238E27FC236}">
                <a16:creationId xmlns:a16="http://schemas.microsoft.com/office/drawing/2014/main" id="{04D4D4FA-0242-48EA-9CC7-06232A5B799E}"/>
              </a:ext>
            </a:extLst>
          </p:cNvPr>
          <p:cNvSpPr>
            <a:spLocks xmlns:a="http://schemas.openxmlformats.org/drawingml/2006/main" noGrp="1"/>
          </p:cNvSpPr>
          <p:nvPr/>
        </p:nvSpPr>
        <p:spPr>
          <a:xfrm xmlns:a="http://schemas.openxmlformats.org/drawingml/2006/main">
            <a:off x="5026601" y="48414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42" name="Editable chart path">
            <a:extLst xmlns:a="http://schemas.openxmlformats.org/drawingml/2006/main">
              <a:ext uri="{FF2B5EF4-FFF2-40B4-BE49-F238E27FC236}">
                <a16:creationId xmlns:a16="http://schemas.microsoft.com/office/drawing/2014/main" id="{9D145989-C581-4846-9E50-45747DAB5010}"/>
              </a:ext>
            </a:extLst>
          </p:cNvPr>
          <p:cNvSpPr>
            <a:spLocks xmlns:a="http://schemas.openxmlformats.org/drawingml/2006/main" noGrp="1"/>
          </p:cNvSpPr>
          <p:nvPr/>
        </p:nvSpPr>
        <p:spPr>
          <a:xfrm xmlns:a="http://schemas.openxmlformats.org/drawingml/2006/main">
            <a:off x="5421630" y="48414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43" name="Editable chart path">
            <a:extLst xmlns:a="http://schemas.openxmlformats.org/drawingml/2006/main">
              <a:ext uri="{FF2B5EF4-FFF2-40B4-BE49-F238E27FC236}">
                <a16:creationId xmlns:a16="http://schemas.microsoft.com/office/drawing/2014/main" id="{1230E571-0769-4CCE-A23A-46503E7C4C74}"/>
              </a:ext>
            </a:extLst>
          </p:cNvPr>
          <p:cNvSpPr>
            <a:spLocks xmlns:a="http://schemas.openxmlformats.org/drawingml/2006/main" noGrp="1"/>
          </p:cNvSpPr>
          <p:nvPr/>
        </p:nvSpPr>
        <p:spPr>
          <a:xfrm xmlns:a="http://schemas.openxmlformats.org/drawingml/2006/main">
            <a:off x="5421630" y="476196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44" name="Editable chart path">
            <a:extLst xmlns:a="http://schemas.openxmlformats.org/drawingml/2006/main">
              <a:ext uri="{FF2B5EF4-FFF2-40B4-BE49-F238E27FC236}">
                <a16:creationId xmlns:a16="http://schemas.microsoft.com/office/drawing/2014/main" id="{0670CE49-0E60-4E6E-B4D9-558A679ADE40}"/>
              </a:ext>
            </a:extLst>
          </p:cNvPr>
          <p:cNvSpPr>
            <a:spLocks xmlns:a="http://schemas.openxmlformats.org/drawingml/2006/main" noGrp="1"/>
          </p:cNvSpPr>
          <p:nvPr/>
        </p:nvSpPr>
        <p:spPr>
          <a:xfrm xmlns:a="http://schemas.openxmlformats.org/drawingml/2006/main">
            <a:off x="5500583" y="476196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45" name="Editable chart path">
            <a:extLst xmlns:a="http://schemas.openxmlformats.org/drawingml/2006/main">
              <a:ext uri="{FF2B5EF4-FFF2-40B4-BE49-F238E27FC236}">
                <a16:creationId xmlns:a16="http://schemas.microsoft.com/office/drawing/2014/main" id="{29B808C1-5D3D-4A82-882A-B6B35810D504}"/>
              </a:ext>
            </a:extLst>
          </p:cNvPr>
          <p:cNvSpPr>
            <a:spLocks xmlns:a="http://schemas.openxmlformats.org/drawingml/2006/main" noGrp="1"/>
          </p:cNvSpPr>
          <p:nvPr/>
        </p:nvSpPr>
        <p:spPr>
          <a:xfrm xmlns:a="http://schemas.openxmlformats.org/drawingml/2006/main">
            <a:off x="4947561" y="468246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46" name="Editable chart path">
            <a:extLst xmlns:a="http://schemas.openxmlformats.org/drawingml/2006/main">
              <a:ext uri="{FF2B5EF4-FFF2-40B4-BE49-F238E27FC236}">
                <a16:creationId xmlns:a16="http://schemas.microsoft.com/office/drawing/2014/main" id="{244F30E9-836F-4E67-9CC6-7BA49694FA80}"/>
              </a:ext>
            </a:extLst>
          </p:cNvPr>
          <p:cNvSpPr>
            <a:spLocks xmlns:a="http://schemas.openxmlformats.org/drawingml/2006/main" noGrp="1"/>
          </p:cNvSpPr>
          <p:nvPr/>
        </p:nvSpPr>
        <p:spPr>
          <a:xfrm xmlns:a="http://schemas.openxmlformats.org/drawingml/2006/main">
            <a:off x="5026601" y="468246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47" name="Editable chart path">
            <a:extLst xmlns:a="http://schemas.openxmlformats.org/drawingml/2006/main">
              <a:ext uri="{FF2B5EF4-FFF2-40B4-BE49-F238E27FC236}">
                <a16:creationId xmlns:a16="http://schemas.microsoft.com/office/drawing/2014/main" id="{A95210FF-B96C-4BFC-8ED7-858259B84049}"/>
              </a:ext>
            </a:extLst>
          </p:cNvPr>
          <p:cNvSpPr>
            <a:spLocks xmlns:a="http://schemas.openxmlformats.org/drawingml/2006/main" noGrp="1"/>
          </p:cNvSpPr>
          <p:nvPr/>
        </p:nvSpPr>
        <p:spPr>
          <a:xfrm xmlns:a="http://schemas.openxmlformats.org/drawingml/2006/main">
            <a:off x="5342589" y="468246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48" name="Editable chart path">
            <a:extLst xmlns:a="http://schemas.openxmlformats.org/drawingml/2006/main">
              <a:ext uri="{FF2B5EF4-FFF2-40B4-BE49-F238E27FC236}">
                <a16:creationId xmlns:a16="http://schemas.microsoft.com/office/drawing/2014/main" id="{04E0BCBC-2126-4C54-95F0-0D900DFFE047}"/>
              </a:ext>
            </a:extLst>
          </p:cNvPr>
          <p:cNvSpPr>
            <a:spLocks xmlns:a="http://schemas.openxmlformats.org/drawingml/2006/main" noGrp="1"/>
          </p:cNvSpPr>
          <p:nvPr/>
        </p:nvSpPr>
        <p:spPr>
          <a:xfrm xmlns:a="http://schemas.openxmlformats.org/drawingml/2006/main">
            <a:off x="5500583" y="468246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49" name="Editable chart path">
            <a:extLst xmlns:a="http://schemas.openxmlformats.org/drawingml/2006/main">
              <a:ext uri="{FF2B5EF4-FFF2-40B4-BE49-F238E27FC236}">
                <a16:creationId xmlns:a16="http://schemas.microsoft.com/office/drawing/2014/main" id="{8DEBB515-C225-4784-9ACB-53A83FBF9C68}"/>
              </a:ext>
            </a:extLst>
          </p:cNvPr>
          <p:cNvSpPr>
            <a:spLocks xmlns:a="http://schemas.openxmlformats.org/drawingml/2006/main" noGrp="1"/>
          </p:cNvSpPr>
          <p:nvPr/>
        </p:nvSpPr>
        <p:spPr>
          <a:xfrm xmlns:a="http://schemas.openxmlformats.org/drawingml/2006/main">
            <a:off x="4078551" y="460287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0" name="Editable chart path">
            <a:extLst xmlns:a="http://schemas.openxmlformats.org/drawingml/2006/main">
              <a:ext uri="{FF2B5EF4-FFF2-40B4-BE49-F238E27FC236}">
                <a16:creationId xmlns:a16="http://schemas.microsoft.com/office/drawing/2014/main" id="{C9E53217-E7F3-42A0-8F24-D5C2C5F8855B}"/>
              </a:ext>
            </a:extLst>
          </p:cNvPr>
          <p:cNvSpPr>
            <a:spLocks xmlns:a="http://schemas.openxmlformats.org/drawingml/2006/main" noGrp="1"/>
          </p:cNvSpPr>
          <p:nvPr/>
        </p:nvSpPr>
        <p:spPr>
          <a:xfrm xmlns:a="http://schemas.openxmlformats.org/drawingml/2006/main">
            <a:off x="4157592" y="460287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1" name="Editable chart path">
            <a:extLst xmlns:a="http://schemas.openxmlformats.org/drawingml/2006/main">
              <a:ext uri="{FF2B5EF4-FFF2-40B4-BE49-F238E27FC236}">
                <a16:creationId xmlns:a16="http://schemas.microsoft.com/office/drawing/2014/main" id="{4F111697-59B7-44FA-A771-A8A50C5482F1}"/>
              </a:ext>
            </a:extLst>
          </p:cNvPr>
          <p:cNvSpPr>
            <a:spLocks xmlns:a="http://schemas.openxmlformats.org/drawingml/2006/main" noGrp="1"/>
          </p:cNvSpPr>
          <p:nvPr/>
        </p:nvSpPr>
        <p:spPr>
          <a:xfrm xmlns:a="http://schemas.openxmlformats.org/drawingml/2006/main">
            <a:off x="4236545" y="460287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2" name="Editable chart path">
            <a:extLst xmlns:a="http://schemas.openxmlformats.org/drawingml/2006/main">
              <a:ext uri="{FF2B5EF4-FFF2-40B4-BE49-F238E27FC236}">
                <a16:creationId xmlns:a16="http://schemas.microsoft.com/office/drawing/2014/main" id="{1A376B91-C7A5-4D19-9E57-78307B272686}"/>
              </a:ext>
            </a:extLst>
          </p:cNvPr>
          <p:cNvSpPr>
            <a:spLocks xmlns:a="http://schemas.openxmlformats.org/drawingml/2006/main" noGrp="1"/>
          </p:cNvSpPr>
          <p:nvPr/>
        </p:nvSpPr>
        <p:spPr>
          <a:xfrm xmlns:a="http://schemas.openxmlformats.org/drawingml/2006/main">
            <a:off x="4315586" y="460287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3" name="Editable chart path">
            <a:extLst xmlns:a="http://schemas.openxmlformats.org/drawingml/2006/main">
              <a:ext uri="{FF2B5EF4-FFF2-40B4-BE49-F238E27FC236}">
                <a16:creationId xmlns:a16="http://schemas.microsoft.com/office/drawing/2014/main" id="{4525443E-397F-44D2-B095-62F4524801E2}"/>
              </a:ext>
            </a:extLst>
          </p:cNvPr>
          <p:cNvSpPr>
            <a:spLocks xmlns:a="http://schemas.openxmlformats.org/drawingml/2006/main" noGrp="1"/>
          </p:cNvSpPr>
          <p:nvPr/>
        </p:nvSpPr>
        <p:spPr>
          <a:xfrm xmlns:a="http://schemas.openxmlformats.org/drawingml/2006/main">
            <a:off x="4394539" y="460287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4" name="Editable chart path">
            <a:extLst xmlns:a="http://schemas.openxmlformats.org/drawingml/2006/main">
              <a:ext uri="{FF2B5EF4-FFF2-40B4-BE49-F238E27FC236}">
                <a16:creationId xmlns:a16="http://schemas.microsoft.com/office/drawing/2014/main" id="{03792E7A-E13A-45AA-95E8-C51EE08E3B89}"/>
              </a:ext>
            </a:extLst>
          </p:cNvPr>
          <p:cNvSpPr>
            <a:spLocks xmlns:a="http://schemas.openxmlformats.org/drawingml/2006/main" noGrp="1"/>
          </p:cNvSpPr>
          <p:nvPr/>
        </p:nvSpPr>
        <p:spPr>
          <a:xfrm xmlns:a="http://schemas.openxmlformats.org/drawingml/2006/main">
            <a:off x="6132645" y="460287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5" name="Editable chart path">
            <a:extLst xmlns:a="http://schemas.openxmlformats.org/drawingml/2006/main">
              <a:ext uri="{FF2B5EF4-FFF2-40B4-BE49-F238E27FC236}">
                <a16:creationId xmlns:a16="http://schemas.microsoft.com/office/drawing/2014/main" id="{BB46328E-60A9-415A-A019-B976FDF279E8}"/>
              </a:ext>
            </a:extLst>
          </p:cNvPr>
          <p:cNvSpPr>
            <a:spLocks xmlns:a="http://schemas.openxmlformats.org/drawingml/2006/main" noGrp="1"/>
          </p:cNvSpPr>
          <p:nvPr/>
        </p:nvSpPr>
        <p:spPr>
          <a:xfrm xmlns:a="http://schemas.openxmlformats.org/drawingml/2006/main">
            <a:off x="3999598" y="452336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6" name="Editable chart path">
            <a:extLst xmlns:a="http://schemas.openxmlformats.org/drawingml/2006/main">
              <a:ext uri="{FF2B5EF4-FFF2-40B4-BE49-F238E27FC236}">
                <a16:creationId xmlns:a16="http://schemas.microsoft.com/office/drawing/2014/main" id="{E5C4A6EF-2CE9-41E8-AD37-2131CB7E8CA1}"/>
              </a:ext>
            </a:extLst>
          </p:cNvPr>
          <p:cNvSpPr>
            <a:spLocks xmlns:a="http://schemas.openxmlformats.org/drawingml/2006/main" noGrp="1"/>
          </p:cNvSpPr>
          <p:nvPr/>
        </p:nvSpPr>
        <p:spPr>
          <a:xfrm xmlns:a="http://schemas.openxmlformats.org/drawingml/2006/main">
            <a:off x="5342589" y="452336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7" name="Editable chart path">
            <a:extLst xmlns:a="http://schemas.openxmlformats.org/drawingml/2006/main">
              <a:ext uri="{FF2B5EF4-FFF2-40B4-BE49-F238E27FC236}">
                <a16:creationId xmlns:a16="http://schemas.microsoft.com/office/drawing/2014/main" id="{0072949F-2287-4AEB-A681-F89EB4AB1A24}"/>
              </a:ext>
            </a:extLst>
          </p:cNvPr>
          <p:cNvSpPr>
            <a:spLocks xmlns:a="http://schemas.openxmlformats.org/drawingml/2006/main" noGrp="1"/>
          </p:cNvSpPr>
          <p:nvPr/>
        </p:nvSpPr>
        <p:spPr>
          <a:xfrm xmlns:a="http://schemas.openxmlformats.org/drawingml/2006/main">
            <a:off x="5421630" y="452336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8" name="Editable chart path">
            <a:extLst xmlns:a="http://schemas.openxmlformats.org/drawingml/2006/main">
              <a:ext uri="{FF2B5EF4-FFF2-40B4-BE49-F238E27FC236}">
                <a16:creationId xmlns:a16="http://schemas.microsoft.com/office/drawing/2014/main" id="{6137D32C-8E9D-4567-9B14-098F92EF2785}"/>
              </a:ext>
            </a:extLst>
          </p:cNvPr>
          <p:cNvSpPr>
            <a:spLocks xmlns:a="http://schemas.openxmlformats.org/drawingml/2006/main" noGrp="1"/>
          </p:cNvSpPr>
          <p:nvPr/>
        </p:nvSpPr>
        <p:spPr>
          <a:xfrm xmlns:a="http://schemas.openxmlformats.org/drawingml/2006/main">
            <a:off x="3999598" y="44438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59" name="Editable chart path">
            <a:extLst xmlns:a="http://schemas.openxmlformats.org/drawingml/2006/main">
              <a:ext uri="{FF2B5EF4-FFF2-40B4-BE49-F238E27FC236}">
                <a16:creationId xmlns:a16="http://schemas.microsoft.com/office/drawing/2014/main" id="{F7ACF876-1A86-4795-9DC2-E2948167CD77}"/>
              </a:ext>
            </a:extLst>
          </p:cNvPr>
          <p:cNvSpPr>
            <a:spLocks xmlns:a="http://schemas.openxmlformats.org/drawingml/2006/main" noGrp="1"/>
          </p:cNvSpPr>
          <p:nvPr/>
        </p:nvSpPr>
        <p:spPr>
          <a:xfrm xmlns:a="http://schemas.openxmlformats.org/drawingml/2006/main">
            <a:off x="4078551" y="44438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0" name="Editable chart path">
            <a:extLst xmlns:a="http://schemas.openxmlformats.org/drawingml/2006/main">
              <a:ext uri="{FF2B5EF4-FFF2-40B4-BE49-F238E27FC236}">
                <a16:creationId xmlns:a16="http://schemas.microsoft.com/office/drawing/2014/main" id="{58E8C9E8-D2AE-4327-A4A8-0D8764D13563}"/>
              </a:ext>
            </a:extLst>
          </p:cNvPr>
          <p:cNvSpPr>
            <a:spLocks xmlns:a="http://schemas.openxmlformats.org/drawingml/2006/main" noGrp="1"/>
          </p:cNvSpPr>
          <p:nvPr/>
        </p:nvSpPr>
        <p:spPr>
          <a:xfrm xmlns:a="http://schemas.openxmlformats.org/drawingml/2006/main">
            <a:off x="4157592" y="44438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1" name="Editable chart path">
            <a:extLst xmlns:a="http://schemas.openxmlformats.org/drawingml/2006/main">
              <a:ext uri="{FF2B5EF4-FFF2-40B4-BE49-F238E27FC236}">
                <a16:creationId xmlns:a16="http://schemas.microsoft.com/office/drawing/2014/main" id="{8655E6B8-DE14-4ADE-AD4D-93C93D685085}"/>
              </a:ext>
            </a:extLst>
          </p:cNvPr>
          <p:cNvSpPr>
            <a:spLocks xmlns:a="http://schemas.openxmlformats.org/drawingml/2006/main" noGrp="1"/>
          </p:cNvSpPr>
          <p:nvPr/>
        </p:nvSpPr>
        <p:spPr>
          <a:xfrm xmlns:a="http://schemas.openxmlformats.org/drawingml/2006/main">
            <a:off x="4236545" y="44438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2" name="Editable chart path">
            <a:extLst xmlns:a="http://schemas.openxmlformats.org/drawingml/2006/main">
              <a:ext uri="{FF2B5EF4-FFF2-40B4-BE49-F238E27FC236}">
                <a16:creationId xmlns:a16="http://schemas.microsoft.com/office/drawing/2014/main" id="{11122D6D-1B19-428A-9E67-87339D789A75}"/>
              </a:ext>
            </a:extLst>
          </p:cNvPr>
          <p:cNvSpPr>
            <a:spLocks xmlns:a="http://schemas.openxmlformats.org/drawingml/2006/main" noGrp="1"/>
          </p:cNvSpPr>
          <p:nvPr/>
        </p:nvSpPr>
        <p:spPr>
          <a:xfrm xmlns:a="http://schemas.openxmlformats.org/drawingml/2006/main">
            <a:off x="4315586" y="44438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3" name="Editable chart path">
            <a:extLst xmlns:a="http://schemas.openxmlformats.org/drawingml/2006/main">
              <a:ext uri="{FF2B5EF4-FFF2-40B4-BE49-F238E27FC236}">
                <a16:creationId xmlns:a16="http://schemas.microsoft.com/office/drawing/2014/main" id="{B1CAAA6C-3884-4D54-888B-2212014687B2}"/>
              </a:ext>
            </a:extLst>
          </p:cNvPr>
          <p:cNvSpPr>
            <a:spLocks xmlns:a="http://schemas.openxmlformats.org/drawingml/2006/main" noGrp="1"/>
          </p:cNvSpPr>
          <p:nvPr/>
        </p:nvSpPr>
        <p:spPr>
          <a:xfrm xmlns:a="http://schemas.openxmlformats.org/drawingml/2006/main">
            <a:off x="4552620" y="44438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4" name="Editable chart path">
            <a:extLst xmlns:a="http://schemas.openxmlformats.org/drawingml/2006/main">
              <a:ext uri="{FF2B5EF4-FFF2-40B4-BE49-F238E27FC236}">
                <a16:creationId xmlns:a16="http://schemas.microsoft.com/office/drawing/2014/main" id="{E6436722-BA5D-4E94-8EDC-A238ABD727CC}"/>
              </a:ext>
            </a:extLst>
          </p:cNvPr>
          <p:cNvSpPr>
            <a:spLocks xmlns:a="http://schemas.openxmlformats.org/drawingml/2006/main" noGrp="1"/>
          </p:cNvSpPr>
          <p:nvPr/>
        </p:nvSpPr>
        <p:spPr>
          <a:xfrm xmlns:a="http://schemas.openxmlformats.org/drawingml/2006/main">
            <a:off x="4631573" y="44438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5" name="Editable chart path">
            <a:extLst xmlns:a="http://schemas.openxmlformats.org/drawingml/2006/main">
              <a:ext uri="{FF2B5EF4-FFF2-40B4-BE49-F238E27FC236}">
                <a16:creationId xmlns:a16="http://schemas.microsoft.com/office/drawing/2014/main" id="{0BCF903B-4B0B-424E-9212-F33681CC93E5}"/>
              </a:ext>
            </a:extLst>
          </p:cNvPr>
          <p:cNvSpPr>
            <a:spLocks xmlns:a="http://schemas.openxmlformats.org/drawingml/2006/main" noGrp="1"/>
          </p:cNvSpPr>
          <p:nvPr/>
        </p:nvSpPr>
        <p:spPr>
          <a:xfrm xmlns:a="http://schemas.openxmlformats.org/drawingml/2006/main">
            <a:off x="5184595" y="44438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6" name="Editable chart path">
            <a:extLst xmlns:a="http://schemas.openxmlformats.org/drawingml/2006/main">
              <a:ext uri="{FF2B5EF4-FFF2-40B4-BE49-F238E27FC236}">
                <a16:creationId xmlns:a16="http://schemas.microsoft.com/office/drawing/2014/main" id="{D3C23E35-EF8C-44C8-8E52-2A04C92E0858}"/>
              </a:ext>
            </a:extLst>
          </p:cNvPr>
          <p:cNvSpPr>
            <a:spLocks xmlns:a="http://schemas.openxmlformats.org/drawingml/2006/main" noGrp="1"/>
          </p:cNvSpPr>
          <p:nvPr/>
        </p:nvSpPr>
        <p:spPr>
          <a:xfrm xmlns:a="http://schemas.openxmlformats.org/drawingml/2006/main">
            <a:off x="5342589" y="444386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7" name="Editable chart path">
            <a:extLst xmlns:a="http://schemas.openxmlformats.org/drawingml/2006/main">
              <a:ext uri="{FF2B5EF4-FFF2-40B4-BE49-F238E27FC236}">
                <a16:creationId xmlns:a16="http://schemas.microsoft.com/office/drawing/2014/main" id="{D2DE94EF-A930-499A-A3EB-13174867B363}"/>
              </a:ext>
            </a:extLst>
          </p:cNvPr>
          <p:cNvSpPr>
            <a:spLocks xmlns:a="http://schemas.openxmlformats.org/drawingml/2006/main" noGrp="1"/>
          </p:cNvSpPr>
          <p:nvPr/>
        </p:nvSpPr>
        <p:spPr>
          <a:xfrm xmlns:a="http://schemas.openxmlformats.org/drawingml/2006/main">
            <a:off x="4552620" y="436427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8" name="Editable chart path">
            <a:extLst xmlns:a="http://schemas.openxmlformats.org/drawingml/2006/main">
              <a:ext uri="{FF2B5EF4-FFF2-40B4-BE49-F238E27FC236}">
                <a16:creationId xmlns:a16="http://schemas.microsoft.com/office/drawing/2014/main" id="{89F5BC22-7FE5-41F8-BB80-89BD9686E5FF}"/>
              </a:ext>
            </a:extLst>
          </p:cNvPr>
          <p:cNvSpPr>
            <a:spLocks xmlns:a="http://schemas.openxmlformats.org/drawingml/2006/main" noGrp="1"/>
          </p:cNvSpPr>
          <p:nvPr/>
        </p:nvSpPr>
        <p:spPr>
          <a:xfrm xmlns:a="http://schemas.openxmlformats.org/drawingml/2006/main">
            <a:off x="4631573" y="436427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69" name="Editable chart path">
            <a:extLst xmlns:a="http://schemas.openxmlformats.org/drawingml/2006/main">
              <a:ext uri="{FF2B5EF4-FFF2-40B4-BE49-F238E27FC236}">
                <a16:creationId xmlns:a16="http://schemas.microsoft.com/office/drawing/2014/main" id="{519EEBEC-87E9-4633-993C-1EA9AC557A7E}"/>
              </a:ext>
            </a:extLst>
          </p:cNvPr>
          <p:cNvSpPr>
            <a:spLocks xmlns:a="http://schemas.openxmlformats.org/drawingml/2006/main" noGrp="1"/>
          </p:cNvSpPr>
          <p:nvPr/>
        </p:nvSpPr>
        <p:spPr>
          <a:xfrm xmlns:a="http://schemas.openxmlformats.org/drawingml/2006/main">
            <a:off x="4710614" y="436427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0" name="Editable chart path">
            <a:extLst xmlns:a="http://schemas.openxmlformats.org/drawingml/2006/main">
              <a:ext uri="{FF2B5EF4-FFF2-40B4-BE49-F238E27FC236}">
                <a16:creationId xmlns:a16="http://schemas.microsoft.com/office/drawing/2014/main" id="{50D3BD71-C098-41E5-8871-5E004D358129}"/>
              </a:ext>
            </a:extLst>
          </p:cNvPr>
          <p:cNvSpPr>
            <a:spLocks xmlns:a="http://schemas.openxmlformats.org/drawingml/2006/main" noGrp="1"/>
          </p:cNvSpPr>
          <p:nvPr/>
        </p:nvSpPr>
        <p:spPr>
          <a:xfrm xmlns:a="http://schemas.openxmlformats.org/drawingml/2006/main">
            <a:off x="5974652" y="436427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1" name="Editable chart path">
            <a:extLst xmlns:a="http://schemas.openxmlformats.org/drawingml/2006/main">
              <a:ext uri="{FF2B5EF4-FFF2-40B4-BE49-F238E27FC236}">
                <a16:creationId xmlns:a16="http://schemas.microsoft.com/office/drawing/2014/main" id="{C45957A5-75EA-4AAF-B4E7-AAE1388D4305}"/>
              </a:ext>
            </a:extLst>
          </p:cNvPr>
          <p:cNvSpPr>
            <a:spLocks xmlns:a="http://schemas.openxmlformats.org/drawingml/2006/main" noGrp="1"/>
          </p:cNvSpPr>
          <p:nvPr/>
        </p:nvSpPr>
        <p:spPr>
          <a:xfrm xmlns:a="http://schemas.openxmlformats.org/drawingml/2006/main">
            <a:off x="4473580" y="428477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2" name="Editable chart path">
            <a:extLst xmlns:a="http://schemas.openxmlformats.org/drawingml/2006/main">
              <a:ext uri="{FF2B5EF4-FFF2-40B4-BE49-F238E27FC236}">
                <a16:creationId xmlns:a16="http://schemas.microsoft.com/office/drawing/2014/main" id="{4EAD4770-9E0C-4DFC-A5F5-E69B493028FB}"/>
              </a:ext>
            </a:extLst>
          </p:cNvPr>
          <p:cNvSpPr>
            <a:spLocks xmlns:a="http://schemas.openxmlformats.org/drawingml/2006/main" noGrp="1"/>
          </p:cNvSpPr>
          <p:nvPr/>
        </p:nvSpPr>
        <p:spPr>
          <a:xfrm xmlns:a="http://schemas.openxmlformats.org/drawingml/2006/main">
            <a:off x="4552620" y="428477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3" name="Editable chart path">
            <a:extLst xmlns:a="http://schemas.openxmlformats.org/drawingml/2006/main">
              <a:ext uri="{FF2B5EF4-FFF2-40B4-BE49-F238E27FC236}">
                <a16:creationId xmlns:a16="http://schemas.microsoft.com/office/drawing/2014/main" id="{B45972BC-CE20-446C-ACD8-624F7D639C6C}"/>
              </a:ext>
            </a:extLst>
          </p:cNvPr>
          <p:cNvSpPr>
            <a:spLocks xmlns:a="http://schemas.openxmlformats.org/drawingml/2006/main" noGrp="1"/>
          </p:cNvSpPr>
          <p:nvPr/>
        </p:nvSpPr>
        <p:spPr>
          <a:xfrm xmlns:a="http://schemas.openxmlformats.org/drawingml/2006/main">
            <a:off x="4631573" y="428477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4" name="Editable chart path">
            <a:extLst xmlns:a="http://schemas.openxmlformats.org/drawingml/2006/main">
              <a:ext uri="{FF2B5EF4-FFF2-40B4-BE49-F238E27FC236}">
                <a16:creationId xmlns:a16="http://schemas.microsoft.com/office/drawing/2014/main" id="{6D66BF0D-6797-4B4A-823C-92639FE081CC}"/>
              </a:ext>
            </a:extLst>
          </p:cNvPr>
          <p:cNvSpPr>
            <a:spLocks xmlns:a="http://schemas.openxmlformats.org/drawingml/2006/main" noGrp="1"/>
          </p:cNvSpPr>
          <p:nvPr/>
        </p:nvSpPr>
        <p:spPr>
          <a:xfrm xmlns:a="http://schemas.openxmlformats.org/drawingml/2006/main">
            <a:off x="4789567" y="428477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5" name="Editable chart path">
            <a:extLst xmlns:a="http://schemas.openxmlformats.org/drawingml/2006/main">
              <a:ext uri="{FF2B5EF4-FFF2-40B4-BE49-F238E27FC236}">
                <a16:creationId xmlns:a16="http://schemas.microsoft.com/office/drawing/2014/main" id="{602E3595-95F1-4A5D-8469-7321134CD859}"/>
              </a:ext>
            </a:extLst>
          </p:cNvPr>
          <p:cNvSpPr>
            <a:spLocks xmlns:a="http://schemas.openxmlformats.org/drawingml/2006/main" noGrp="1"/>
          </p:cNvSpPr>
          <p:nvPr/>
        </p:nvSpPr>
        <p:spPr>
          <a:xfrm xmlns:a="http://schemas.openxmlformats.org/drawingml/2006/main">
            <a:off x="5974652" y="428477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6" name="Editable chart path">
            <a:extLst xmlns:a="http://schemas.openxmlformats.org/drawingml/2006/main">
              <a:ext uri="{FF2B5EF4-FFF2-40B4-BE49-F238E27FC236}">
                <a16:creationId xmlns:a16="http://schemas.microsoft.com/office/drawing/2014/main" id="{C6D2D4F7-8E57-4923-915A-C423DB30D79A}"/>
              </a:ext>
            </a:extLst>
          </p:cNvPr>
          <p:cNvSpPr>
            <a:spLocks xmlns:a="http://schemas.openxmlformats.org/drawingml/2006/main" noGrp="1"/>
          </p:cNvSpPr>
          <p:nvPr/>
        </p:nvSpPr>
        <p:spPr>
          <a:xfrm xmlns:a="http://schemas.openxmlformats.org/drawingml/2006/main">
            <a:off x="4078551"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7" name="Editable chart path">
            <a:extLst xmlns:a="http://schemas.openxmlformats.org/drawingml/2006/main">
              <a:ext uri="{FF2B5EF4-FFF2-40B4-BE49-F238E27FC236}">
                <a16:creationId xmlns:a16="http://schemas.microsoft.com/office/drawing/2014/main" id="{B4974BE7-6F18-400C-8011-8F1A3F0FE74B}"/>
              </a:ext>
            </a:extLst>
          </p:cNvPr>
          <p:cNvSpPr>
            <a:spLocks xmlns:a="http://schemas.openxmlformats.org/drawingml/2006/main" noGrp="1"/>
          </p:cNvSpPr>
          <p:nvPr/>
        </p:nvSpPr>
        <p:spPr>
          <a:xfrm xmlns:a="http://schemas.openxmlformats.org/drawingml/2006/main">
            <a:off x="4157592"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8" name="Editable chart path">
            <a:extLst xmlns:a="http://schemas.openxmlformats.org/drawingml/2006/main">
              <a:ext uri="{FF2B5EF4-FFF2-40B4-BE49-F238E27FC236}">
                <a16:creationId xmlns:a16="http://schemas.microsoft.com/office/drawing/2014/main" id="{EBD83933-25BB-47D7-9185-B8DB8D193DD8}"/>
              </a:ext>
            </a:extLst>
          </p:cNvPr>
          <p:cNvSpPr>
            <a:spLocks xmlns:a="http://schemas.openxmlformats.org/drawingml/2006/main" noGrp="1"/>
          </p:cNvSpPr>
          <p:nvPr/>
        </p:nvSpPr>
        <p:spPr>
          <a:xfrm xmlns:a="http://schemas.openxmlformats.org/drawingml/2006/main">
            <a:off x="4236545"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79" name="Editable chart path">
            <a:extLst xmlns:a="http://schemas.openxmlformats.org/drawingml/2006/main">
              <a:ext uri="{FF2B5EF4-FFF2-40B4-BE49-F238E27FC236}">
                <a16:creationId xmlns:a16="http://schemas.microsoft.com/office/drawing/2014/main" id="{730A8999-4A7D-4A01-AF19-C2C441DC79A4}"/>
              </a:ext>
            </a:extLst>
          </p:cNvPr>
          <p:cNvSpPr>
            <a:spLocks xmlns:a="http://schemas.openxmlformats.org/drawingml/2006/main" noGrp="1"/>
          </p:cNvSpPr>
          <p:nvPr/>
        </p:nvSpPr>
        <p:spPr>
          <a:xfrm xmlns:a="http://schemas.openxmlformats.org/drawingml/2006/main">
            <a:off x="4473580"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0" name="Editable chart path">
            <a:extLst xmlns:a="http://schemas.openxmlformats.org/drawingml/2006/main">
              <a:ext uri="{FF2B5EF4-FFF2-40B4-BE49-F238E27FC236}">
                <a16:creationId xmlns:a16="http://schemas.microsoft.com/office/drawing/2014/main" id="{8B07E3FC-8C96-4F3D-80A1-2B74F8BABCB4}"/>
              </a:ext>
            </a:extLst>
          </p:cNvPr>
          <p:cNvSpPr>
            <a:spLocks xmlns:a="http://schemas.openxmlformats.org/drawingml/2006/main" noGrp="1"/>
          </p:cNvSpPr>
          <p:nvPr/>
        </p:nvSpPr>
        <p:spPr>
          <a:xfrm xmlns:a="http://schemas.openxmlformats.org/drawingml/2006/main">
            <a:off x="4552620"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1" name="Editable chart path">
            <a:extLst xmlns:a="http://schemas.openxmlformats.org/drawingml/2006/main">
              <a:ext uri="{FF2B5EF4-FFF2-40B4-BE49-F238E27FC236}">
                <a16:creationId xmlns:a16="http://schemas.microsoft.com/office/drawing/2014/main" id="{1D268F19-C5BA-4430-928E-E4F7E5DFAE1A}"/>
              </a:ext>
            </a:extLst>
          </p:cNvPr>
          <p:cNvSpPr>
            <a:spLocks xmlns:a="http://schemas.openxmlformats.org/drawingml/2006/main" noGrp="1"/>
          </p:cNvSpPr>
          <p:nvPr/>
        </p:nvSpPr>
        <p:spPr>
          <a:xfrm xmlns:a="http://schemas.openxmlformats.org/drawingml/2006/main">
            <a:off x="4789567"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2" name="Editable chart path">
            <a:extLst xmlns:a="http://schemas.openxmlformats.org/drawingml/2006/main">
              <a:ext uri="{FF2B5EF4-FFF2-40B4-BE49-F238E27FC236}">
                <a16:creationId xmlns:a16="http://schemas.microsoft.com/office/drawing/2014/main" id="{E205D13D-524B-43C2-987A-35B9EECB9048}"/>
              </a:ext>
            </a:extLst>
          </p:cNvPr>
          <p:cNvSpPr>
            <a:spLocks xmlns:a="http://schemas.openxmlformats.org/drawingml/2006/main" noGrp="1"/>
          </p:cNvSpPr>
          <p:nvPr/>
        </p:nvSpPr>
        <p:spPr>
          <a:xfrm xmlns:a="http://schemas.openxmlformats.org/drawingml/2006/main">
            <a:off x="4868608"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3" name="Editable chart path">
            <a:extLst xmlns:a="http://schemas.openxmlformats.org/drawingml/2006/main">
              <a:ext uri="{FF2B5EF4-FFF2-40B4-BE49-F238E27FC236}">
                <a16:creationId xmlns:a16="http://schemas.microsoft.com/office/drawing/2014/main" id="{F91A3C20-0F80-4753-BE4F-E68E8672CE30}"/>
              </a:ext>
            </a:extLst>
          </p:cNvPr>
          <p:cNvSpPr>
            <a:spLocks xmlns:a="http://schemas.openxmlformats.org/drawingml/2006/main" noGrp="1"/>
          </p:cNvSpPr>
          <p:nvPr/>
        </p:nvSpPr>
        <p:spPr>
          <a:xfrm xmlns:a="http://schemas.openxmlformats.org/drawingml/2006/main">
            <a:off x="5026601"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4" name="Editable chart path">
            <a:extLst xmlns:a="http://schemas.openxmlformats.org/drawingml/2006/main">
              <a:ext uri="{FF2B5EF4-FFF2-40B4-BE49-F238E27FC236}">
                <a16:creationId xmlns:a16="http://schemas.microsoft.com/office/drawing/2014/main" id="{11769EBB-7A4A-4B67-A6B6-BFBBB820DA0F}"/>
              </a:ext>
            </a:extLst>
          </p:cNvPr>
          <p:cNvSpPr>
            <a:spLocks xmlns:a="http://schemas.openxmlformats.org/drawingml/2006/main" noGrp="1"/>
          </p:cNvSpPr>
          <p:nvPr/>
        </p:nvSpPr>
        <p:spPr>
          <a:xfrm xmlns:a="http://schemas.openxmlformats.org/drawingml/2006/main">
            <a:off x="5579623"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5" name="Editable chart path">
            <a:extLst xmlns:a="http://schemas.openxmlformats.org/drawingml/2006/main">
              <a:ext uri="{FF2B5EF4-FFF2-40B4-BE49-F238E27FC236}">
                <a16:creationId xmlns:a16="http://schemas.microsoft.com/office/drawing/2014/main" id="{3106CBE5-C5CA-4678-A7B8-A0283FF9230F}"/>
              </a:ext>
            </a:extLst>
          </p:cNvPr>
          <p:cNvSpPr>
            <a:spLocks xmlns:a="http://schemas.openxmlformats.org/drawingml/2006/main" noGrp="1"/>
          </p:cNvSpPr>
          <p:nvPr/>
        </p:nvSpPr>
        <p:spPr>
          <a:xfrm xmlns:a="http://schemas.openxmlformats.org/drawingml/2006/main">
            <a:off x="5974652" y="420518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6" name="Editable chart path">
            <a:extLst xmlns:a="http://schemas.openxmlformats.org/drawingml/2006/main">
              <a:ext uri="{FF2B5EF4-FFF2-40B4-BE49-F238E27FC236}">
                <a16:creationId xmlns:a16="http://schemas.microsoft.com/office/drawing/2014/main" id="{939B9646-8A6B-4298-A99D-AC4AF10A8DCC}"/>
              </a:ext>
            </a:extLst>
          </p:cNvPr>
          <p:cNvSpPr>
            <a:spLocks xmlns:a="http://schemas.openxmlformats.org/drawingml/2006/main" noGrp="1"/>
          </p:cNvSpPr>
          <p:nvPr/>
        </p:nvSpPr>
        <p:spPr>
          <a:xfrm xmlns:a="http://schemas.openxmlformats.org/drawingml/2006/main">
            <a:off x="4078551"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7" name="Editable chart path">
            <a:extLst xmlns:a="http://schemas.openxmlformats.org/drawingml/2006/main">
              <a:ext uri="{FF2B5EF4-FFF2-40B4-BE49-F238E27FC236}">
                <a16:creationId xmlns:a16="http://schemas.microsoft.com/office/drawing/2014/main" id="{5D5B970B-288A-4090-B501-52B7428442C4}"/>
              </a:ext>
            </a:extLst>
          </p:cNvPr>
          <p:cNvSpPr>
            <a:spLocks xmlns:a="http://schemas.openxmlformats.org/drawingml/2006/main" noGrp="1"/>
          </p:cNvSpPr>
          <p:nvPr/>
        </p:nvSpPr>
        <p:spPr>
          <a:xfrm xmlns:a="http://schemas.openxmlformats.org/drawingml/2006/main">
            <a:off x="4157592"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8" name="Editable chart path">
            <a:extLst xmlns:a="http://schemas.openxmlformats.org/drawingml/2006/main">
              <a:ext uri="{FF2B5EF4-FFF2-40B4-BE49-F238E27FC236}">
                <a16:creationId xmlns:a16="http://schemas.microsoft.com/office/drawing/2014/main" id="{47A23E7A-8318-4DE8-9C10-CB882F0C242B}"/>
              </a:ext>
            </a:extLst>
          </p:cNvPr>
          <p:cNvSpPr>
            <a:spLocks xmlns:a="http://schemas.openxmlformats.org/drawingml/2006/main" noGrp="1"/>
          </p:cNvSpPr>
          <p:nvPr/>
        </p:nvSpPr>
        <p:spPr>
          <a:xfrm xmlns:a="http://schemas.openxmlformats.org/drawingml/2006/main">
            <a:off x="4236545"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89" name="Editable chart path">
            <a:extLst xmlns:a="http://schemas.openxmlformats.org/drawingml/2006/main">
              <a:ext uri="{FF2B5EF4-FFF2-40B4-BE49-F238E27FC236}">
                <a16:creationId xmlns:a16="http://schemas.microsoft.com/office/drawing/2014/main" id="{9B2099C9-95B8-4C13-9EEA-D1860A6BC753}"/>
              </a:ext>
            </a:extLst>
          </p:cNvPr>
          <p:cNvSpPr>
            <a:spLocks xmlns:a="http://schemas.openxmlformats.org/drawingml/2006/main" noGrp="1"/>
          </p:cNvSpPr>
          <p:nvPr/>
        </p:nvSpPr>
        <p:spPr>
          <a:xfrm xmlns:a="http://schemas.openxmlformats.org/drawingml/2006/main">
            <a:off x="4473580"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0" name="Editable chart path">
            <a:extLst xmlns:a="http://schemas.openxmlformats.org/drawingml/2006/main">
              <a:ext uri="{FF2B5EF4-FFF2-40B4-BE49-F238E27FC236}">
                <a16:creationId xmlns:a16="http://schemas.microsoft.com/office/drawing/2014/main" id="{8DC9F455-49B6-43EE-9C6B-5113C1D0B332}"/>
              </a:ext>
            </a:extLst>
          </p:cNvPr>
          <p:cNvSpPr>
            <a:spLocks xmlns:a="http://schemas.openxmlformats.org/drawingml/2006/main" noGrp="1"/>
          </p:cNvSpPr>
          <p:nvPr/>
        </p:nvSpPr>
        <p:spPr>
          <a:xfrm xmlns:a="http://schemas.openxmlformats.org/drawingml/2006/main">
            <a:off x="4552620"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1" name="Editable chart path">
            <a:extLst xmlns:a="http://schemas.openxmlformats.org/drawingml/2006/main">
              <a:ext uri="{FF2B5EF4-FFF2-40B4-BE49-F238E27FC236}">
                <a16:creationId xmlns:a16="http://schemas.microsoft.com/office/drawing/2014/main" id="{31A9CC7A-7C1A-4A3E-B1F1-F3B0AC6584C5}"/>
              </a:ext>
            </a:extLst>
          </p:cNvPr>
          <p:cNvSpPr>
            <a:spLocks xmlns:a="http://schemas.openxmlformats.org/drawingml/2006/main" noGrp="1"/>
          </p:cNvSpPr>
          <p:nvPr/>
        </p:nvSpPr>
        <p:spPr>
          <a:xfrm xmlns:a="http://schemas.openxmlformats.org/drawingml/2006/main">
            <a:off x="4631573"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2" name="Editable chart path">
            <a:extLst xmlns:a="http://schemas.openxmlformats.org/drawingml/2006/main">
              <a:ext uri="{FF2B5EF4-FFF2-40B4-BE49-F238E27FC236}">
                <a16:creationId xmlns:a16="http://schemas.microsoft.com/office/drawing/2014/main" id="{1C27D957-0946-47AC-8162-28DD8BA97154}"/>
              </a:ext>
            </a:extLst>
          </p:cNvPr>
          <p:cNvSpPr>
            <a:spLocks xmlns:a="http://schemas.openxmlformats.org/drawingml/2006/main" noGrp="1"/>
          </p:cNvSpPr>
          <p:nvPr/>
        </p:nvSpPr>
        <p:spPr>
          <a:xfrm xmlns:a="http://schemas.openxmlformats.org/drawingml/2006/main">
            <a:off x="4710614"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3" name="Editable chart path">
            <a:extLst xmlns:a="http://schemas.openxmlformats.org/drawingml/2006/main">
              <a:ext uri="{FF2B5EF4-FFF2-40B4-BE49-F238E27FC236}">
                <a16:creationId xmlns:a16="http://schemas.microsoft.com/office/drawing/2014/main" id="{A864C61A-690C-450F-83CB-2067BA4144C4}"/>
              </a:ext>
            </a:extLst>
          </p:cNvPr>
          <p:cNvSpPr>
            <a:spLocks xmlns:a="http://schemas.openxmlformats.org/drawingml/2006/main" noGrp="1"/>
          </p:cNvSpPr>
          <p:nvPr/>
        </p:nvSpPr>
        <p:spPr>
          <a:xfrm xmlns:a="http://schemas.openxmlformats.org/drawingml/2006/main">
            <a:off x="4789567"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4" name="Editable chart path">
            <a:extLst xmlns:a="http://schemas.openxmlformats.org/drawingml/2006/main">
              <a:ext uri="{FF2B5EF4-FFF2-40B4-BE49-F238E27FC236}">
                <a16:creationId xmlns:a16="http://schemas.microsoft.com/office/drawing/2014/main" id="{AB319FFA-9E47-440B-AA21-386DF8F042C0}"/>
              </a:ext>
            </a:extLst>
          </p:cNvPr>
          <p:cNvSpPr>
            <a:spLocks xmlns:a="http://schemas.openxmlformats.org/drawingml/2006/main" noGrp="1"/>
          </p:cNvSpPr>
          <p:nvPr/>
        </p:nvSpPr>
        <p:spPr>
          <a:xfrm xmlns:a="http://schemas.openxmlformats.org/drawingml/2006/main">
            <a:off x="4868608"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5" name="Editable chart path">
            <a:extLst xmlns:a="http://schemas.openxmlformats.org/drawingml/2006/main">
              <a:ext uri="{FF2B5EF4-FFF2-40B4-BE49-F238E27FC236}">
                <a16:creationId xmlns:a16="http://schemas.microsoft.com/office/drawing/2014/main" id="{72E6B6C5-8B00-434B-ADE4-95EE17789840}"/>
              </a:ext>
            </a:extLst>
          </p:cNvPr>
          <p:cNvSpPr>
            <a:spLocks xmlns:a="http://schemas.openxmlformats.org/drawingml/2006/main" noGrp="1"/>
          </p:cNvSpPr>
          <p:nvPr/>
        </p:nvSpPr>
        <p:spPr>
          <a:xfrm xmlns:a="http://schemas.openxmlformats.org/drawingml/2006/main">
            <a:off x="4947561"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6" name="Editable chart path">
            <a:extLst xmlns:a="http://schemas.openxmlformats.org/drawingml/2006/main">
              <a:ext uri="{FF2B5EF4-FFF2-40B4-BE49-F238E27FC236}">
                <a16:creationId xmlns:a16="http://schemas.microsoft.com/office/drawing/2014/main" id="{67FC0EDA-5CEB-4677-AEAB-C014E35C118E}"/>
              </a:ext>
            </a:extLst>
          </p:cNvPr>
          <p:cNvSpPr>
            <a:spLocks xmlns:a="http://schemas.openxmlformats.org/drawingml/2006/main" noGrp="1"/>
          </p:cNvSpPr>
          <p:nvPr/>
        </p:nvSpPr>
        <p:spPr>
          <a:xfrm xmlns:a="http://schemas.openxmlformats.org/drawingml/2006/main">
            <a:off x="5026601"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7" name="Editable chart path">
            <a:extLst xmlns:a="http://schemas.openxmlformats.org/drawingml/2006/main">
              <a:ext uri="{FF2B5EF4-FFF2-40B4-BE49-F238E27FC236}">
                <a16:creationId xmlns:a16="http://schemas.microsoft.com/office/drawing/2014/main" id="{20098467-4E78-43DE-AB93-976D70A4B48A}"/>
              </a:ext>
            </a:extLst>
          </p:cNvPr>
          <p:cNvSpPr>
            <a:spLocks xmlns:a="http://schemas.openxmlformats.org/drawingml/2006/main" noGrp="1"/>
          </p:cNvSpPr>
          <p:nvPr/>
        </p:nvSpPr>
        <p:spPr>
          <a:xfrm xmlns:a="http://schemas.openxmlformats.org/drawingml/2006/main">
            <a:off x="5105642"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8" name="Editable chart path">
            <a:extLst xmlns:a="http://schemas.openxmlformats.org/drawingml/2006/main">
              <a:ext uri="{FF2B5EF4-FFF2-40B4-BE49-F238E27FC236}">
                <a16:creationId xmlns:a16="http://schemas.microsoft.com/office/drawing/2014/main" id="{97064043-3442-48B9-BDAB-50590EA0409F}"/>
              </a:ext>
            </a:extLst>
          </p:cNvPr>
          <p:cNvSpPr>
            <a:spLocks xmlns:a="http://schemas.openxmlformats.org/drawingml/2006/main" noGrp="1"/>
          </p:cNvSpPr>
          <p:nvPr/>
        </p:nvSpPr>
        <p:spPr>
          <a:xfrm xmlns:a="http://schemas.openxmlformats.org/drawingml/2006/main">
            <a:off x="5421630"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899" name="Editable chart path">
            <a:extLst xmlns:a="http://schemas.openxmlformats.org/drawingml/2006/main">
              <a:ext uri="{FF2B5EF4-FFF2-40B4-BE49-F238E27FC236}">
                <a16:creationId xmlns:a16="http://schemas.microsoft.com/office/drawing/2014/main" id="{90DF352F-069C-465B-8D31-4E71D9CBCA87}"/>
              </a:ext>
            </a:extLst>
          </p:cNvPr>
          <p:cNvSpPr>
            <a:spLocks xmlns:a="http://schemas.openxmlformats.org/drawingml/2006/main" noGrp="1"/>
          </p:cNvSpPr>
          <p:nvPr/>
        </p:nvSpPr>
        <p:spPr>
          <a:xfrm xmlns:a="http://schemas.openxmlformats.org/drawingml/2006/main">
            <a:off x="5579623" y="412568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0" name="Editable chart path">
            <a:extLst xmlns:a="http://schemas.openxmlformats.org/drawingml/2006/main">
              <a:ext uri="{FF2B5EF4-FFF2-40B4-BE49-F238E27FC236}">
                <a16:creationId xmlns:a16="http://schemas.microsoft.com/office/drawing/2014/main" id="{0C767ACE-90BE-4976-879D-7736426BB420}"/>
              </a:ext>
            </a:extLst>
          </p:cNvPr>
          <p:cNvSpPr>
            <a:spLocks xmlns:a="http://schemas.openxmlformats.org/drawingml/2006/main" noGrp="1"/>
          </p:cNvSpPr>
          <p:nvPr/>
        </p:nvSpPr>
        <p:spPr>
          <a:xfrm xmlns:a="http://schemas.openxmlformats.org/drawingml/2006/main">
            <a:off x="4157592"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1" name="Editable chart path">
            <a:extLst xmlns:a="http://schemas.openxmlformats.org/drawingml/2006/main">
              <a:ext uri="{FF2B5EF4-FFF2-40B4-BE49-F238E27FC236}">
                <a16:creationId xmlns:a16="http://schemas.microsoft.com/office/drawing/2014/main" id="{D9A13C54-2AA4-488C-8B21-3C327E7FE6EA}"/>
              </a:ext>
            </a:extLst>
          </p:cNvPr>
          <p:cNvSpPr>
            <a:spLocks xmlns:a="http://schemas.openxmlformats.org/drawingml/2006/main" noGrp="1"/>
          </p:cNvSpPr>
          <p:nvPr/>
        </p:nvSpPr>
        <p:spPr>
          <a:xfrm xmlns:a="http://schemas.openxmlformats.org/drawingml/2006/main">
            <a:off x="4236545"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2" name="Editable chart path">
            <a:extLst xmlns:a="http://schemas.openxmlformats.org/drawingml/2006/main">
              <a:ext uri="{FF2B5EF4-FFF2-40B4-BE49-F238E27FC236}">
                <a16:creationId xmlns:a16="http://schemas.microsoft.com/office/drawing/2014/main" id="{6738C9CF-1F71-4145-A44F-E48D280365CE}"/>
              </a:ext>
            </a:extLst>
          </p:cNvPr>
          <p:cNvSpPr>
            <a:spLocks xmlns:a="http://schemas.openxmlformats.org/drawingml/2006/main" noGrp="1"/>
          </p:cNvSpPr>
          <p:nvPr/>
        </p:nvSpPr>
        <p:spPr>
          <a:xfrm xmlns:a="http://schemas.openxmlformats.org/drawingml/2006/main">
            <a:off x="4315586"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3" name="Editable chart path">
            <a:extLst xmlns:a="http://schemas.openxmlformats.org/drawingml/2006/main">
              <a:ext uri="{FF2B5EF4-FFF2-40B4-BE49-F238E27FC236}">
                <a16:creationId xmlns:a16="http://schemas.microsoft.com/office/drawing/2014/main" id="{3C908BBB-6D90-41D7-9417-98FAA47976BC}"/>
              </a:ext>
            </a:extLst>
          </p:cNvPr>
          <p:cNvSpPr>
            <a:spLocks xmlns:a="http://schemas.openxmlformats.org/drawingml/2006/main" noGrp="1"/>
          </p:cNvSpPr>
          <p:nvPr/>
        </p:nvSpPr>
        <p:spPr>
          <a:xfrm xmlns:a="http://schemas.openxmlformats.org/drawingml/2006/main">
            <a:off x="4552620"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4" name="Editable chart path">
            <a:extLst xmlns:a="http://schemas.openxmlformats.org/drawingml/2006/main">
              <a:ext uri="{FF2B5EF4-FFF2-40B4-BE49-F238E27FC236}">
                <a16:creationId xmlns:a16="http://schemas.microsoft.com/office/drawing/2014/main" id="{94E60300-FB08-406B-880B-E2B3CD893456}"/>
              </a:ext>
            </a:extLst>
          </p:cNvPr>
          <p:cNvSpPr>
            <a:spLocks xmlns:a="http://schemas.openxmlformats.org/drawingml/2006/main" noGrp="1"/>
          </p:cNvSpPr>
          <p:nvPr/>
        </p:nvSpPr>
        <p:spPr>
          <a:xfrm xmlns:a="http://schemas.openxmlformats.org/drawingml/2006/main">
            <a:off x="4631573"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5" name="Editable chart path">
            <a:extLst xmlns:a="http://schemas.openxmlformats.org/drawingml/2006/main">
              <a:ext uri="{FF2B5EF4-FFF2-40B4-BE49-F238E27FC236}">
                <a16:creationId xmlns:a16="http://schemas.microsoft.com/office/drawing/2014/main" id="{B3DF8160-3196-43B6-BC29-1F9244EDE0FE}"/>
              </a:ext>
            </a:extLst>
          </p:cNvPr>
          <p:cNvSpPr>
            <a:spLocks xmlns:a="http://schemas.openxmlformats.org/drawingml/2006/main" noGrp="1"/>
          </p:cNvSpPr>
          <p:nvPr/>
        </p:nvSpPr>
        <p:spPr>
          <a:xfrm xmlns:a="http://schemas.openxmlformats.org/drawingml/2006/main">
            <a:off x="4710614"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6" name="Editable chart path">
            <a:extLst xmlns:a="http://schemas.openxmlformats.org/drawingml/2006/main">
              <a:ext uri="{FF2B5EF4-FFF2-40B4-BE49-F238E27FC236}">
                <a16:creationId xmlns:a16="http://schemas.microsoft.com/office/drawing/2014/main" id="{B763FFEC-B2D5-439E-AE5C-8EDBD2814E02}"/>
              </a:ext>
            </a:extLst>
          </p:cNvPr>
          <p:cNvSpPr>
            <a:spLocks xmlns:a="http://schemas.openxmlformats.org/drawingml/2006/main" noGrp="1"/>
          </p:cNvSpPr>
          <p:nvPr/>
        </p:nvSpPr>
        <p:spPr>
          <a:xfrm xmlns:a="http://schemas.openxmlformats.org/drawingml/2006/main">
            <a:off x="4789567"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7" name="Editable chart path">
            <a:extLst xmlns:a="http://schemas.openxmlformats.org/drawingml/2006/main">
              <a:ext uri="{FF2B5EF4-FFF2-40B4-BE49-F238E27FC236}">
                <a16:creationId xmlns:a16="http://schemas.microsoft.com/office/drawing/2014/main" id="{6122E6BF-6C24-4C56-A1DA-D2A5C580FD04}"/>
              </a:ext>
            </a:extLst>
          </p:cNvPr>
          <p:cNvSpPr>
            <a:spLocks xmlns:a="http://schemas.openxmlformats.org/drawingml/2006/main" noGrp="1"/>
          </p:cNvSpPr>
          <p:nvPr/>
        </p:nvSpPr>
        <p:spPr>
          <a:xfrm xmlns:a="http://schemas.openxmlformats.org/drawingml/2006/main">
            <a:off x="4868608"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8" name="Editable chart path">
            <a:extLst xmlns:a="http://schemas.openxmlformats.org/drawingml/2006/main">
              <a:ext uri="{FF2B5EF4-FFF2-40B4-BE49-F238E27FC236}">
                <a16:creationId xmlns:a16="http://schemas.microsoft.com/office/drawing/2014/main" id="{558F5453-A71E-4533-AAED-2406148CDCE6}"/>
              </a:ext>
            </a:extLst>
          </p:cNvPr>
          <p:cNvSpPr>
            <a:spLocks xmlns:a="http://schemas.openxmlformats.org/drawingml/2006/main" noGrp="1"/>
          </p:cNvSpPr>
          <p:nvPr/>
        </p:nvSpPr>
        <p:spPr>
          <a:xfrm xmlns:a="http://schemas.openxmlformats.org/drawingml/2006/main">
            <a:off x="4947561"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09" name="Editable chart path">
            <a:extLst xmlns:a="http://schemas.openxmlformats.org/drawingml/2006/main">
              <a:ext uri="{FF2B5EF4-FFF2-40B4-BE49-F238E27FC236}">
                <a16:creationId xmlns:a16="http://schemas.microsoft.com/office/drawing/2014/main" id="{FBF5B924-CDF3-4155-835A-61A6AC32D05A}"/>
              </a:ext>
            </a:extLst>
          </p:cNvPr>
          <p:cNvSpPr>
            <a:spLocks xmlns:a="http://schemas.openxmlformats.org/drawingml/2006/main" noGrp="1"/>
          </p:cNvSpPr>
          <p:nvPr/>
        </p:nvSpPr>
        <p:spPr>
          <a:xfrm xmlns:a="http://schemas.openxmlformats.org/drawingml/2006/main">
            <a:off x="5026601"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0" name="Editable chart path">
            <a:extLst xmlns:a="http://schemas.openxmlformats.org/drawingml/2006/main">
              <a:ext uri="{FF2B5EF4-FFF2-40B4-BE49-F238E27FC236}">
                <a16:creationId xmlns:a16="http://schemas.microsoft.com/office/drawing/2014/main" id="{ADB040F1-B3D8-4D85-B401-F068ABDDDD6B}"/>
              </a:ext>
            </a:extLst>
          </p:cNvPr>
          <p:cNvSpPr>
            <a:spLocks xmlns:a="http://schemas.openxmlformats.org/drawingml/2006/main" noGrp="1"/>
          </p:cNvSpPr>
          <p:nvPr/>
        </p:nvSpPr>
        <p:spPr>
          <a:xfrm xmlns:a="http://schemas.openxmlformats.org/drawingml/2006/main">
            <a:off x="5263636"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1" name="Editable chart path">
            <a:extLst xmlns:a="http://schemas.openxmlformats.org/drawingml/2006/main">
              <a:ext uri="{FF2B5EF4-FFF2-40B4-BE49-F238E27FC236}">
                <a16:creationId xmlns:a16="http://schemas.microsoft.com/office/drawing/2014/main" id="{B1AD2DF3-FC1C-4EB5-89F9-37E4F6F2EE13}"/>
              </a:ext>
            </a:extLst>
          </p:cNvPr>
          <p:cNvSpPr>
            <a:spLocks xmlns:a="http://schemas.openxmlformats.org/drawingml/2006/main" noGrp="1"/>
          </p:cNvSpPr>
          <p:nvPr/>
        </p:nvSpPr>
        <p:spPr>
          <a:xfrm xmlns:a="http://schemas.openxmlformats.org/drawingml/2006/main">
            <a:off x="5342589"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2" name="Editable chart path">
            <a:extLst xmlns:a="http://schemas.openxmlformats.org/drawingml/2006/main">
              <a:ext uri="{FF2B5EF4-FFF2-40B4-BE49-F238E27FC236}">
                <a16:creationId xmlns:a16="http://schemas.microsoft.com/office/drawing/2014/main" id="{9991F37B-CB18-49EB-AE5F-95063F2A4031}"/>
              </a:ext>
            </a:extLst>
          </p:cNvPr>
          <p:cNvSpPr>
            <a:spLocks xmlns:a="http://schemas.openxmlformats.org/drawingml/2006/main" noGrp="1"/>
          </p:cNvSpPr>
          <p:nvPr/>
        </p:nvSpPr>
        <p:spPr>
          <a:xfrm xmlns:a="http://schemas.openxmlformats.org/drawingml/2006/main">
            <a:off x="5500583" y="404617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3" name="Editable chart path">
            <a:extLst xmlns:a="http://schemas.openxmlformats.org/drawingml/2006/main">
              <a:ext uri="{FF2B5EF4-FFF2-40B4-BE49-F238E27FC236}">
                <a16:creationId xmlns:a16="http://schemas.microsoft.com/office/drawing/2014/main" id="{CBA8A5B4-135B-4C84-94DD-9F9A7EBA7689}"/>
              </a:ext>
            </a:extLst>
          </p:cNvPr>
          <p:cNvSpPr>
            <a:spLocks xmlns:a="http://schemas.openxmlformats.org/drawingml/2006/main" noGrp="1"/>
          </p:cNvSpPr>
          <p:nvPr/>
        </p:nvSpPr>
        <p:spPr>
          <a:xfrm xmlns:a="http://schemas.openxmlformats.org/drawingml/2006/main">
            <a:off x="4157592" y="39665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4" name="Editable chart path">
            <a:extLst xmlns:a="http://schemas.openxmlformats.org/drawingml/2006/main">
              <a:ext uri="{FF2B5EF4-FFF2-40B4-BE49-F238E27FC236}">
                <a16:creationId xmlns:a16="http://schemas.microsoft.com/office/drawing/2014/main" id="{16D6BEFF-AD9B-45DA-A007-F746B85B7945}"/>
              </a:ext>
            </a:extLst>
          </p:cNvPr>
          <p:cNvSpPr>
            <a:spLocks xmlns:a="http://schemas.openxmlformats.org/drawingml/2006/main" noGrp="1"/>
          </p:cNvSpPr>
          <p:nvPr/>
        </p:nvSpPr>
        <p:spPr>
          <a:xfrm xmlns:a="http://schemas.openxmlformats.org/drawingml/2006/main">
            <a:off x="4236545" y="39665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5" name="Editable chart path">
            <a:extLst xmlns:a="http://schemas.openxmlformats.org/drawingml/2006/main">
              <a:ext uri="{FF2B5EF4-FFF2-40B4-BE49-F238E27FC236}">
                <a16:creationId xmlns:a16="http://schemas.microsoft.com/office/drawing/2014/main" id="{D451D6A5-8CFF-4801-95EB-9C8B13BB5A03}"/>
              </a:ext>
            </a:extLst>
          </p:cNvPr>
          <p:cNvSpPr>
            <a:spLocks xmlns:a="http://schemas.openxmlformats.org/drawingml/2006/main" noGrp="1"/>
          </p:cNvSpPr>
          <p:nvPr/>
        </p:nvSpPr>
        <p:spPr>
          <a:xfrm xmlns:a="http://schemas.openxmlformats.org/drawingml/2006/main">
            <a:off x="4315586" y="39665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6" name="Editable chart path">
            <a:extLst xmlns:a="http://schemas.openxmlformats.org/drawingml/2006/main">
              <a:ext uri="{FF2B5EF4-FFF2-40B4-BE49-F238E27FC236}">
                <a16:creationId xmlns:a16="http://schemas.microsoft.com/office/drawing/2014/main" id="{60ADB93E-D750-4B49-87D2-C67DD5050D29}"/>
              </a:ext>
            </a:extLst>
          </p:cNvPr>
          <p:cNvSpPr>
            <a:spLocks xmlns:a="http://schemas.openxmlformats.org/drawingml/2006/main" noGrp="1"/>
          </p:cNvSpPr>
          <p:nvPr/>
        </p:nvSpPr>
        <p:spPr>
          <a:xfrm xmlns:a="http://schemas.openxmlformats.org/drawingml/2006/main">
            <a:off x="4710614" y="39665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7" name="Editable chart path">
            <a:extLst xmlns:a="http://schemas.openxmlformats.org/drawingml/2006/main">
              <a:ext uri="{FF2B5EF4-FFF2-40B4-BE49-F238E27FC236}">
                <a16:creationId xmlns:a16="http://schemas.microsoft.com/office/drawing/2014/main" id="{216C5716-E9E7-4A13-85FF-3129364EEB31}"/>
              </a:ext>
            </a:extLst>
          </p:cNvPr>
          <p:cNvSpPr>
            <a:spLocks xmlns:a="http://schemas.openxmlformats.org/drawingml/2006/main" noGrp="1"/>
          </p:cNvSpPr>
          <p:nvPr/>
        </p:nvSpPr>
        <p:spPr>
          <a:xfrm xmlns:a="http://schemas.openxmlformats.org/drawingml/2006/main">
            <a:off x="4868608" y="39665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8" name="Editable chart path">
            <a:extLst xmlns:a="http://schemas.openxmlformats.org/drawingml/2006/main">
              <a:ext uri="{FF2B5EF4-FFF2-40B4-BE49-F238E27FC236}">
                <a16:creationId xmlns:a16="http://schemas.microsoft.com/office/drawing/2014/main" id="{2A0F2961-EC02-4F87-A535-1299BEAEB317}"/>
              </a:ext>
            </a:extLst>
          </p:cNvPr>
          <p:cNvSpPr>
            <a:spLocks xmlns:a="http://schemas.openxmlformats.org/drawingml/2006/main" noGrp="1"/>
          </p:cNvSpPr>
          <p:nvPr/>
        </p:nvSpPr>
        <p:spPr>
          <a:xfrm xmlns:a="http://schemas.openxmlformats.org/drawingml/2006/main">
            <a:off x="4947561" y="39665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19" name="Editable chart path">
            <a:extLst xmlns:a="http://schemas.openxmlformats.org/drawingml/2006/main">
              <a:ext uri="{FF2B5EF4-FFF2-40B4-BE49-F238E27FC236}">
                <a16:creationId xmlns:a16="http://schemas.microsoft.com/office/drawing/2014/main" id="{AF9AA268-B9C9-4096-9D5B-429B04FF9BA6}"/>
              </a:ext>
            </a:extLst>
          </p:cNvPr>
          <p:cNvSpPr>
            <a:spLocks xmlns:a="http://schemas.openxmlformats.org/drawingml/2006/main" noGrp="1"/>
          </p:cNvSpPr>
          <p:nvPr/>
        </p:nvSpPr>
        <p:spPr>
          <a:xfrm xmlns:a="http://schemas.openxmlformats.org/drawingml/2006/main">
            <a:off x="6290639" y="39665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0" name="Editable chart path">
            <a:extLst xmlns:a="http://schemas.openxmlformats.org/drawingml/2006/main">
              <a:ext uri="{FF2B5EF4-FFF2-40B4-BE49-F238E27FC236}">
                <a16:creationId xmlns:a16="http://schemas.microsoft.com/office/drawing/2014/main" id="{4AE7536C-1CA6-454F-ADBC-8A2EFE9579FB}"/>
              </a:ext>
            </a:extLst>
          </p:cNvPr>
          <p:cNvSpPr>
            <a:spLocks xmlns:a="http://schemas.openxmlformats.org/drawingml/2006/main" noGrp="1"/>
          </p:cNvSpPr>
          <p:nvPr/>
        </p:nvSpPr>
        <p:spPr>
          <a:xfrm xmlns:a="http://schemas.openxmlformats.org/drawingml/2006/main">
            <a:off x="6369680" y="39665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1" name="Editable chart path">
            <a:extLst xmlns:a="http://schemas.openxmlformats.org/drawingml/2006/main">
              <a:ext uri="{FF2B5EF4-FFF2-40B4-BE49-F238E27FC236}">
                <a16:creationId xmlns:a16="http://schemas.microsoft.com/office/drawing/2014/main" id="{B0D64303-A7A6-429D-823C-9185CAC2385E}"/>
              </a:ext>
            </a:extLst>
          </p:cNvPr>
          <p:cNvSpPr>
            <a:spLocks xmlns:a="http://schemas.openxmlformats.org/drawingml/2006/main" noGrp="1"/>
          </p:cNvSpPr>
          <p:nvPr/>
        </p:nvSpPr>
        <p:spPr>
          <a:xfrm xmlns:a="http://schemas.openxmlformats.org/drawingml/2006/main">
            <a:off x="6448633" y="39665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2" name="Editable chart path">
            <a:extLst xmlns:a="http://schemas.openxmlformats.org/drawingml/2006/main">
              <a:ext uri="{FF2B5EF4-FFF2-40B4-BE49-F238E27FC236}">
                <a16:creationId xmlns:a16="http://schemas.microsoft.com/office/drawing/2014/main" id="{458FBC3B-4AD7-4EA6-8B9C-6BA80902CECD}"/>
              </a:ext>
            </a:extLst>
          </p:cNvPr>
          <p:cNvSpPr>
            <a:spLocks xmlns:a="http://schemas.openxmlformats.org/drawingml/2006/main" noGrp="1"/>
          </p:cNvSpPr>
          <p:nvPr/>
        </p:nvSpPr>
        <p:spPr>
          <a:xfrm xmlns:a="http://schemas.openxmlformats.org/drawingml/2006/main">
            <a:off x="4236545" y="388708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3" name="Editable chart path">
            <a:extLst xmlns:a="http://schemas.openxmlformats.org/drawingml/2006/main">
              <a:ext uri="{FF2B5EF4-FFF2-40B4-BE49-F238E27FC236}">
                <a16:creationId xmlns:a16="http://schemas.microsoft.com/office/drawing/2014/main" id="{4F857932-FF12-46FC-A1EE-53461BD8A5CF}"/>
              </a:ext>
            </a:extLst>
          </p:cNvPr>
          <p:cNvSpPr>
            <a:spLocks xmlns:a="http://schemas.openxmlformats.org/drawingml/2006/main" noGrp="1"/>
          </p:cNvSpPr>
          <p:nvPr/>
        </p:nvSpPr>
        <p:spPr>
          <a:xfrm xmlns:a="http://schemas.openxmlformats.org/drawingml/2006/main">
            <a:off x="4315586" y="388708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4" name="Editable chart path">
            <a:extLst xmlns:a="http://schemas.openxmlformats.org/drawingml/2006/main">
              <a:ext uri="{FF2B5EF4-FFF2-40B4-BE49-F238E27FC236}">
                <a16:creationId xmlns:a16="http://schemas.microsoft.com/office/drawing/2014/main" id="{662B22C0-7892-4C9C-B3F7-AD1C8BEB2B72}"/>
              </a:ext>
            </a:extLst>
          </p:cNvPr>
          <p:cNvSpPr>
            <a:spLocks xmlns:a="http://schemas.openxmlformats.org/drawingml/2006/main" noGrp="1"/>
          </p:cNvSpPr>
          <p:nvPr/>
        </p:nvSpPr>
        <p:spPr>
          <a:xfrm xmlns:a="http://schemas.openxmlformats.org/drawingml/2006/main">
            <a:off x="4473580" y="388708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5" name="Editable chart path">
            <a:extLst xmlns:a="http://schemas.openxmlformats.org/drawingml/2006/main">
              <a:ext uri="{FF2B5EF4-FFF2-40B4-BE49-F238E27FC236}">
                <a16:creationId xmlns:a16="http://schemas.microsoft.com/office/drawing/2014/main" id="{1193E8FA-D8AA-4BF0-A18F-77F560E34924}"/>
              </a:ext>
            </a:extLst>
          </p:cNvPr>
          <p:cNvSpPr>
            <a:spLocks xmlns:a="http://schemas.openxmlformats.org/drawingml/2006/main" noGrp="1"/>
          </p:cNvSpPr>
          <p:nvPr/>
        </p:nvSpPr>
        <p:spPr>
          <a:xfrm xmlns:a="http://schemas.openxmlformats.org/drawingml/2006/main">
            <a:off x="4631573" y="388708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6" name="Editable chart path">
            <a:extLst xmlns:a="http://schemas.openxmlformats.org/drawingml/2006/main">
              <a:ext uri="{FF2B5EF4-FFF2-40B4-BE49-F238E27FC236}">
                <a16:creationId xmlns:a16="http://schemas.microsoft.com/office/drawing/2014/main" id="{2F70574C-E421-4818-A262-B493A97C94F9}"/>
              </a:ext>
            </a:extLst>
          </p:cNvPr>
          <p:cNvSpPr>
            <a:spLocks xmlns:a="http://schemas.openxmlformats.org/drawingml/2006/main" noGrp="1"/>
          </p:cNvSpPr>
          <p:nvPr/>
        </p:nvSpPr>
        <p:spPr>
          <a:xfrm xmlns:a="http://schemas.openxmlformats.org/drawingml/2006/main">
            <a:off x="5263636" y="388708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7" name="Editable chart path">
            <a:extLst xmlns:a="http://schemas.openxmlformats.org/drawingml/2006/main">
              <a:ext uri="{FF2B5EF4-FFF2-40B4-BE49-F238E27FC236}">
                <a16:creationId xmlns:a16="http://schemas.microsoft.com/office/drawing/2014/main" id="{3E87FCD4-FD5A-49AC-B0CC-98E71E36B0FD}"/>
              </a:ext>
            </a:extLst>
          </p:cNvPr>
          <p:cNvSpPr>
            <a:spLocks xmlns:a="http://schemas.openxmlformats.org/drawingml/2006/main" noGrp="1"/>
          </p:cNvSpPr>
          <p:nvPr/>
        </p:nvSpPr>
        <p:spPr>
          <a:xfrm xmlns:a="http://schemas.openxmlformats.org/drawingml/2006/main">
            <a:off x="4157592"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8" name="Editable chart path">
            <a:extLst xmlns:a="http://schemas.openxmlformats.org/drawingml/2006/main">
              <a:ext uri="{FF2B5EF4-FFF2-40B4-BE49-F238E27FC236}">
                <a16:creationId xmlns:a16="http://schemas.microsoft.com/office/drawing/2014/main" id="{F7D0E0DC-D406-4FC5-A746-02A2EF470079}"/>
              </a:ext>
            </a:extLst>
          </p:cNvPr>
          <p:cNvSpPr>
            <a:spLocks xmlns:a="http://schemas.openxmlformats.org/drawingml/2006/main" noGrp="1"/>
          </p:cNvSpPr>
          <p:nvPr/>
        </p:nvSpPr>
        <p:spPr>
          <a:xfrm xmlns:a="http://schemas.openxmlformats.org/drawingml/2006/main">
            <a:off x="4315586"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29" name="Editable chart path">
            <a:extLst xmlns:a="http://schemas.openxmlformats.org/drawingml/2006/main">
              <a:ext uri="{FF2B5EF4-FFF2-40B4-BE49-F238E27FC236}">
                <a16:creationId xmlns:a16="http://schemas.microsoft.com/office/drawing/2014/main" id="{B70B3CFB-7A0E-4E94-B4E8-C6167C54FF76}"/>
              </a:ext>
            </a:extLst>
          </p:cNvPr>
          <p:cNvSpPr>
            <a:spLocks xmlns:a="http://schemas.openxmlformats.org/drawingml/2006/main" noGrp="1"/>
          </p:cNvSpPr>
          <p:nvPr/>
        </p:nvSpPr>
        <p:spPr>
          <a:xfrm xmlns:a="http://schemas.openxmlformats.org/drawingml/2006/main">
            <a:off x="4552620"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0" name="Editable chart path">
            <a:extLst xmlns:a="http://schemas.openxmlformats.org/drawingml/2006/main">
              <a:ext uri="{FF2B5EF4-FFF2-40B4-BE49-F238E27FC236}">
                <a16:creationId xmlns:a16="http://schemas.microsoft.com/office/drawing/2014/main" id="{0AA4BBCE-E586-4396-954D-A2B3873C43EB}"/>
              </a:ext>
            </a:extLst>
          </p:cNvPr>
          <p:cNvSpPr>
            <a:spLocks xmlns:a="http://schemas.openxmlformats.org/drawingml/2006/main" noGrp="1"/>
          </p:cNvSpPr>
          <p:nvPr/>
        </p:nvSpPr>
        <p:spPr>
          <a:xfrm xmlns:a="http://schemas.openxmlformats.org/drawingml/2006/main">
            <a:off x="4631573"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1" name="Editable chart path">
            <a:extLst xmlns:a="http://schemas.openxmlformats.org/drawingml/2006/main">
              <a:ext uri="{FF2B5EF4-FFF2-40B4-BE49-F238E27FC236}">
                <a16:creationId xmlns:a16="http://schemas.microsoft.com/office/drawing/2014/main" id="{D0B63337-61CD-4AD9-A913-2970D87E8F62}"/>
              </a:ext>
            </a:extLst>
          </p:cNvPr>
          <p:cNvSpPr>
            <a:spLocks xmlns:a="http://schemas.openxmlformats.org/drawingml/2006/main" noGrp="1"/>
          </p:cNvSpPr>
          <p:nvPr/>
        </p:nvSpPr>
        <p:spPr>
          <a:xfrm xmlns:a="http://schemas.openxmlformats.org/drawingml/2006/main">
            <a:off x="4710614"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2" name="Editable chart path">
            <a:extLst xmlns:a="http://schemas.openxmlformats.org/drawingml/2006/main">
              <a:ext uri="{FF2B5EF4-FFF2-40B4-BE49-F238E27FC236}">
                <a16:creationId xmlns:a16="http://schemas.microsoft.com/office/drawing/2014/main" id="{4D525542-4F89-40F3-B583-8913D9D31ACD}"/>
              </a:ext>
            </a:extLst>
          </p:cNvPr>
          <p:cNvSpPr>
            <a:spLocks xmlns:a="http://schemas.openxmlformats.org/drawingml/2006/main" noGrp="1"/>
          </p:cNvSpPr>
          <p:nvPr/>
        </p:nvSpPr>
        <p:spPr>
          <a:xfrm xmlns:a="http://schemas.openxmlformats.org/drawingml/2006/main">
            <a:off x="4789567"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3" name="Editable chart path">
            <a:extLst xmlns:a="http://schemas.openxmlformats.org/drawingml/2006/main">
              <a:ext uri="{FF2B5EF4-FFF2-40B4-BE49-F238E27FC236}">
                <a16:creationId xmlns:a16="http://schemas.microsoft.com/office/drawing/2014/main" id="{D2725961-5F26-4074-A040-3616E9FE6FE1}"/>
              </a:ext>
            </a:extLst>
          </p:cNvPr>
          <p:cNvSpPr>
            <a:spLocks xmlns:a="http://schemas.openxmlformats.org/drawingml/2006/main" noGrp="1"/>
          </p:cNvSpPr>
          <p:nvPr/>
        </p:nvSpPr>
        <p:spPr>
          <a:xfrm xmlns:a="http://schemas.openxmlformats.org/drawingml/2006/main">
            <a:off x="4868608"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4" name="Editable chart path">
            <a:extLst xmlns:a="http://schemas.openxmlformats.org/drawingml/2006/main">
              <a:ext uri="{FF2B5EF4-FFF2-40B4-BE49-F238E27FC236}">
                <a16:creationId xmlns:a16="http://schemas.microsoft.com/office/drawing/2014/main" id="{4C3F7706-F076-4B8D-953B-3334442E5DD8}"/>
              </a:ext>
            </a:extLst>
          </p:cNvPr>
          <p:cNvSpPr>
            <a:spLocks xmlns:a="http://schemas.openxmlformats.org/drawingml/2006/main" noGrp="1"/>
          </p:cNvSpPr>
          <p:nvPr/>
        </p:nvSpPr>
        <p:spPr>
          <a:xfrm xmlns:a="http://schemas.openxmlformats.org/drawingml/2006/main">
            <a:off x="4947561"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5" name="Editable chart path">
            <a:extLst xmlns:a="http://schemas.openxmlformats.org/drawingml/2006/main">
              <a:ext uri="{FF2B5EF4-FFF2-40B4-BE49-F238E27FC236}">
                <a16:creationId xmlns:a16="http://schemas.microsoft.com/office/drawing/2014/main" id="{22BC141B-33DD-4FBC-BE9D-E84437EAB57A}"/>
              </a:ext>
            </a:extLst>
          </p:cNvPr>
          <p:cNvSpPr>
            <a:spLocks xmlns:a="http://schemas.openxmlformats.org/drawingml/2006/main" noGrp="1"/>
          </p:cNvSpPr>
          <p:nvPr/>
        </p:nvSpPr>
        <p:spPr>
          <a:xfrm xmlns:a="http://schemas.openxmlformats.org/drawingml/2006/main">
            <a:off x="5026601"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6" name="Editable chart path">
            <a:extLst xmlns:a="http://schemas.openxmlformats.org/drawingml/2006/main">
              <a:ext uri="{FF2B5EF4-FFF2-40B4-BE49-F238E27FC236}">
                <a16:creationId xmlns:a16="http://schemas.microsoft.com/office/drawing/2014/main" id="{76FD6A70-C3D4-438E-AF87-E0D084621C23}"/>
              </a:ext>
            </a:extLst>
          </p:cNvPr>
          <p:cNvSpPr>
            <a:spLocks xmlns:a="http://schemas.openxmlformats.org/drawingml/2006/main" noGrp="1"/>
          </p:cNvSpPr>
          <p:nvPr/>
        </p:nvSpPr>
        <p:spPr>
          <a:xfrm xmlns:a="http://schemas.openxmlformats.org/drawingml/2006/main">
            <a:off x="5105642"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7" name="Editable chart path">
            <a:extLst xmlns:a="http://schemas.openxmlformats.org/drawingml/2006/main">
              <a:ext uri="{FF2B5EF4-FFF2-40B4-BE49-F238E27FC236}">
                <a16:creationId xmlns:a16="http://schemas.microsoft.com/office/drawing/2014/main" id="{CFCABC8D-1481-47AA-833C-526AC3EF41E4}"/>
              </a:ext>
            </a:extLst>
          </p:cNvPr>
          <p:cNvSpPr>
            <a:spLocks xmlns:a="http://schemas.openxmlformats.org/drawingml/2006/main" noGrp="1"/>
          </p:cNvSpPr>
          <p:nvPr/>
        </p:nvSpPr>
        <p:spPr>
          <a:xfrm xmlns:a="http://schemas.openxmlformats.org/drawingml/2006/main">
            <a:off x="5184595" y="380758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8" name="Editable chart path">
            <a:extLst xmlns:a="http://schemas.openxmlformats.org/drawingml/2006/main">
              <a:ext uri="{FF2B5EF4-FFF2-40B4-BE49-F238E27FC236}">
                <a16:creationId xmlns:a16="http://schemas.microsoft.com/office/drawing/2014/main" id="{78E04699-CF61-44C0-B06E-13A478598058}"/>
              </a:ext>
            </a:extLst>
          </p:cNvPr>
          <p:cNvSpPr>
            <a:spLocks xmlns:a="http://schemas.openxmlformats.org/drawingml/2006/main" noGrp="1"/>
          </p:cNvSpPr>
          <p:nvPr/>
        </p:nvSpPr>
        <p:spPr>
          <a:xfrm xmlns:a="http://schemas.openxmlformats.org/drawingml/2006/main">
            <a:off x="4157592"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39" name="Editable chart path">
            <a:extLst xmlns:a="http://schemas.openxmlformats.org/drawingml/2006/main">
              <a:ext uri="{FF2B5EF4-FFF2-40B4-BE49-F238E27FC236}">
                <a16:creationId xmlns:a16="http://schemas.microsoft.com/office/drawing/2014/main" id="{A0E3D6F2-02F2-460F-8BE5-08052D69A4AC}"/>
              </a:ext>
            </a:extLst>
          </p:cNvPr>
          <p:cNvSpPr>
            <a:spLocks xmlns:a="http://schemas.openxmlformats.org/drawingml/2006/main" noGrp="1"/>
          </p:cNvSpPr>
          <p:nvPr/>
        </p:nvSpPr>
        <p:spPr>
          <a:xfrm xmlns:a="http://schemas.openxmlformats.org/drawingml/2006/main">
            <a:off x="4236545"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0" name="Editable chart path">
            <a:extLst xmlns:a="http://schemas.openxmlformats.org/drawingml/2006/main">
              <a:ext uri="{FF2B5EF4-FFF2-40B4-BE49-F238E27FC236}">
                <a16:creationId xmlns:a16="http://schemas.microsoft.com/office/drawing/2014/main" id="{4EF98277-2613-4343-B3E6-2017CCFB143B}"/>
              </a:ext>
            </a:extLst>
          </p:cNvPr>
          <p:cNvSpPr>
            <a:spLocks xmlns:a="http://schemas.openxmlformats.org/drawingml/2006/main" noGrp="1"/>
          </p:cNvSpPr>
          <p:nvPr/>
        </p:nvSpPr>
        <p:spPr>
          <a:xfrm xmlns:a="http://schemas.openxmlformats.org/drawingml/2006/main">
            <a:off x="4315586"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1" name="Editable chart path">
            <a:extLst xmlns:a="http://schemas.openxmlformats.org/drawingml/2006/main">
              <a:ext uri="{FF2B5EF4-FFF2-40B4-BE49-F238E27FC236}">
                <a16:creationId xmlns:a16="http://schemas.microsoft.com/office/drawing/2014/main" id="{F165A825-984B-486B-A439-A2777A7E2FD5}"/>
              </a:ext>
            </a:extLst>
          </p:cNvPr>
          <p:cNvSpPr>
            <a:spLocks xmlns:a="http://schemas.openxmlformats.org/drawingml/2006/main" noGrp="1"/>
          </p:cNvSpPr>
          <p:nvPr/>
        </p:nvSpPr>
        <p:spPr>
          <a:xfrm xmlns:a="http://schemas.openxmlformats.org/drawingml/2006/main">
            <a:off x="4552620"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2" name="Editable chart path">
            <a:extLst xmlns:a="http://schemas.openxmlformats.org/drawingml/2006/main">
              <a:ext uri="{FF2B5EF4-FFF2-40B4-BE49-F238E27FC236}">
                <a16:creationId xmlns:a16="http://schemas.microsoft.com/office/drawing/2014/main" id="{77AE0FB3-68EE-432A-8F22-00D80004C6CE}"/>
              </a:ext>
            </a:extLst>
          </p:cNvPr>
          <p:cNvSpPr>
            <a:spLocks xmlns:a="http://schemas.openxmlformats.org/drawingml/2006/main" noGrp="1"/>
          </p:cNvSpPr>
          <p:nvPr/>
        </p:nvSpPr>
        <p:spPr>
          <a:xfrm xmlns:a="http://schemas.openxmlformats.org/drawingml/2006/main">
            <a:off x="4710614"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3" name="Editable chart path">
            <a:extLst xmlns:a="http://schemas.openxmlformats.org/drawingml/2006/main">
              <a:ext uri="{FF2B5EF4-FFF2-40B4-BE49-F238E27FC236}">
                <a16:creationId xmlns:a16="http://schemas.microsoft.com/office/drawing/2014/main" id="{07F0FCFA-D9C6-4956-987C-9CB6F0B6DD17}"/>
              </a:ext>
            </a:extLst>
          </p:cNvPr>
          <p:cNvSpPr>
            <a:spLocks xmlns:a="http://schemas.openxmlformats.org/drawingml/2006/main" noGrp="1"/>
          </p:cNvSpPr>
          <p:nvPr/>
        </p:nvSpPr>
        <p:spPr>
          <a:xfrm xmlns:a="http://schemas.openxmlformats.org/drawingml/2006/main">
            <a:off x="5026601"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4" name="Editable chart path">
            <a:extLst xmlns:a="http://schemas.openxmlformats.org/drawingml/2006/main">
              <a:ext uri="{FF2B5EF4-FFF2-40B4-BE49-F238E27FC236}">
                <a16:creationId xmlns:a16="http://schemas.microsoft.com/office/drawing/2014/main" id="{F0038868-ECD3-45CA-9354-DB950CD4E53A}"/>
              </a:ext>
            </a:extLst>
          </p:cNvPr>
          <p:cNvSpPr>
            <a:spLocks xmlns:a="http://schemas.openxmlformats.org/drawingml/2006/main" noGrp="1"/>
          </p:cNvSpPr>
          <p:nvPr/>
        </p:nvSpPr>
        <p:spPr>
          <a:xfrm xmlns:a="http://schemas.openxmlformats.org/drawingml/2006/main">
            <a:off x="5658664"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5" name="Editable chart path">
            <a:extLst xmlns:a="http://schemas.openxmlformats.org/drawingml/2006/main">
              <a:ext uri="{FF2B5EF4-FFF2-40B4-BE49-F238E27FC236}">
                <a16:creationId xmlns:a16="http://schemas.microsoft.com/office/drawing/2014/main" id="{70DBFB1C-E29E-4285-AC7C-619D57B8FE77}"/>
              </a:ext>
            </a:extLst>
          </p:cNvPr>
          <p:cNvSpPr>
            <a:spLocks xmlns:a="http://schemas.openxmlformats.org/drawingml/2006/main" noGrp="1"/>
          </p:cNvSpPr>
          <p:nvPr/>
        </p:nvSpPr>
        <p:spPr>
          <a:xfrm xmlns:a="http://schemas.openxmlformats.org/drawingml/2006/main">
            <a:off x="5816658"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6" name="Editable chart path">
            <a:extLst xmlns:a="http://schemas.openxmlformats.org/drawingml/2006/main">
              <a:ext uri="{FF2B5EF4-FFF2-40B4-BE49-F238E27FC236}">
                <a16:creationId xmlns:a16="http://schemas.microsoft.com/office/drawing/2014/main" id="{2D0B3FE3-EB8E-40CD-8227-CA854AF0DD7D}"/>
              </a:ext>
            </a:extLst>
          </p:cNvPr>
          <p:cNvSpPr>
            <a:spLocks xmlns:a="http://schemas.openxmlformats.org/drawingml/2006/main" noGrp="1"/>
          </p:cNvSpPr>
          <p:nvPr/>
        </p:nvSpPr>
        <p:spPr>
          <a:xfrm xmlns:a="http://schemas.openxmlformats.org/drawingml/2006/main">
            <a:off x="7238689"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7" name="Editable chart path">
            <a:extLst xmlns:a="http://schemas.openxmlformats.org/drawingml/2006/main">
              <a:ext uri="{FF2B5EF4-FFF2-40B4-BE49-F238E27FC236}">
                <a16:creationId xmlns:a16="http://schemas.microsoft.com/office/drawing/2014/main" id="{05302BF5-BEF1-49F9-8C78-CE66A3088BEB}"/>
              </a:ext>
            </a:extLst>
          </p:cNvPr>
          <p:cNvSpPr>
            <a:spLocks xmlns:a="http://schemas.openxmlformats.org/drawingml/2006/main" noGrp="1"/>
          </p:cNvSpPr>
          <p:nvPr/>
        </p:nvSpPr>
        <p:spPr>
          <a:xfrm xmlns:a="http://schemas.openxmlformats.org/drawingml/2006/main">
            <a:off x="7396683"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8" name="Editable chart path">
            <a:extLst xmlns:a="http://schemas.openxmlformats.org/drawingml/2006/main">
              <a:ext uri="{FF2B5EF4-FFF2-40B4-BE49-F238E27FC236}">
                <a16:creationId xmlns:a16="http://schemas.microsoft.com/office/drawing/2014/main" id="{1DA018D6-2F9D-44CC-9A5F-6CBD570E4338}"/>
              </a:ext>
            </a:extLst>
          </p:cNvPr>
          <p:cNvSpPr>
            <a:spLocks xmlns:a="http://schemas.openxmlformats.org/drawingml/2006/main" noGrp="1"/>
          </p:cNvSpPr>
          <p:nvPr/>
        </p:nvSpPr>
        <p:spPr>
          <a:xfrm xmlns:a="http://schemas.openxmlformats.org/drawingml/2006/main">
            <a:off x="7475636"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49" name="Editable chart path">
            <a:extLst xmlns:a="http://schemas.openxmlformats.org/drawingml/2006/main">
              <a:ext uri="{FF2B5EF4-FFF2-40B4-BE49-F238E27FC236}">
                <a16:creationId xmlns:a16="http://schemas.microsoft.com/office/drawing/2014/main" id="{52B5C127-64F3-44B7-93B2-24E78BEE0881}"/>
              </a:ext>
            </a:extLst>
          </p:cNvPr>
          <p:cNvSpPr>
            <a:spLocks xmlns:a="http://schemas.openxmlformats.org/drawingml/2006/main" noGrp="1"/>
          </p:cNvSpPr>
          <p:nvPr/>
        </p:nvSpPr>
        <p:spPr>
          <a:xfrm xmlns:a="http://schemas.openxmlformats.org/drawingml/2006/main">
            <a:off x="7554677"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0" name="Editable chart path">
            <a:extLst xmlns:a="http://schemas.openxmlformats.org/drawingml/2006/main">
              <a:ext uri="{FF2B5EF4-FFF2-40B4-BE49-F238E27FC236}">
                <a16:creationId xmlns:a16="http://schemas.microsoft.com/office/drawing/2014/main" id="{84295162-6B7C-4B5B-8C34-12583FA14890}"/>
              </a:ext>
            </a:extLst>
          </p:cNvPr>
          <p:cNvSpPr>
            <a:spLocks xmlns:a="http://schemas.openxmlformats.org/drawingml/2006/main" noGrp="1"/>
          </p:cNvSpPr>
          <p:nvPr/>
        </p:nvSpPr>
        <p:spPr>
          <a:xfrm xmlns:a="http://schemas.openxmlformats.org/drawingml/2006/main">
            <a:off x="7633717"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1" name="Editable chart path">
            <a:extLst xmlns:a="http://schemas.openxmlformats.org/drawingml/2006/main">
              <a:ext uri="{FF2B5EF4-FFF2-40B4-BE49-F238E27FC236}">
                <a16:creationId xmlns:a16="http://schemas.microsoft.com/office/drawing/2014/main" id="{014C3698-4A27-4B1B-9BB1-208558FB3860}"/>
              </a:ext>
            </a:extLst>
          </p:cNvPr>
          <p:cNvSpPr>
            <a:spLocks xmlns:a="http://schemas.openxmlformats.org/drawingml/2006/main" noGrp="1"/>
          </p:cNvSpPr>
          <p:nvPr/>
        </p:nvSpPr>
        <p:spPr>
          <a:xfrm xmlns:a="http://schemas.openxmlformats.org/drawingml/2006/main">
            <a:off x="7712670" y="3727993"/>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2" name="Editable chart path">
            <a:extLst xmlns:a="http://schemas.openxmlformats.org/drawingml/2006/main">
              <a:ext uri="{FF2B5EF4-FFF2-40B4-BE49-F238E27FC236}">
                <a16:creationId xmlns:a16="http://schemas.microsoft.com/office/drawing/2014/main" id="{E59F75A1-C218-49F4-9551-82EFE37072EE}"/>
              </a:ext>
            </a:extLst>
          </p:cNvPr>
          <p:cNvSpPr>
            <a:spLocks xmlns:a="http://schemas.openxmlformats.org/drawingml/2006/main" noGrp="1"/>
          </p:cNvSpPr>
          <p:nvPr/>
        </p:nvSpPr>
        <p:spPr>
          <a:xfrm xmlns:a="http://schemas.openxmlformats.org/drawingml/2006/main">
            <a:off x="4157592"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3" name="Editable chart path">
            <a:extLst xmlns:a="http://schemas.openxmlformats.org/drawingml/2006/main">
              <a:ext uri="{FF2B5EF4-FFF2-40B4-BE49-F238E27FC236}">
                <a16:creationId xmlns:a16="http://schemas.microsoft.com/office/drawing/2014/main" id="{06F995CD-F7FF-4E63-93E9-91F2EFE606E9}"/>
              </a:ext>
            </a:extLst>
          </p:cNvPr>
          <p:cNvSpPr>
            <a:spLocks xmlns:a="http://schemas.openxmlformats.org/drawingml/2006/main" noGrp="1"/>
          </p:cNvSpPr>
          <p:nvPr/>
        </p:nvSpPr>
        <p:spPr>
          <a:xfrm xmlns:a="http://schemas.openxmlformats.org/drawingml/2006/main">
            <a:off x="4236545"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4" name="Editable chart path">
            <a:extLst xmlns:a="http://schemas.openxmlformats.org/drawingml/2006/main">
              <a:ext uri="{FF2B5EF4-FFF2-40B4-BE49-F238E27FC236}">
                <a16:creationId xmlns:a16="http://schemas.microsoft.com/office/drawing/2014/main" id="{4D2B6F30-84D9-4AF0-8940-037AC7D4656E}"/>
              </a:ext>
            </a:extLst>
          </p:cNvPr>
          <p:cNvSpPr>
            <a:spLocks xmlns:a="http://schemas.openxmlformats.org/drawingml/2006/main" noGrp="1"/>
          </p:cNvSpPr>
          <p:nvPr/>
        </p:nvSpPr>
        <p:spPr>
          <a:xfrm xmlns:a="http://schemas.openxmlformats.org/drawingml/2006/main">
            <a:off x="4394539"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5" name="Editable chart path">
            <a:extLst xmlns:a="http://schemas.openxmlformats.org/drawingml/2006/main">
              <a:ext uri="{FF2B5EF4-FFF2-40B4-BE49-F238E27FC236}">
                <a16:creationId xmlns:a16="http://schemas.microsoft.com/office/drawing/2014/main" id="{B980D652-1757-4E1F-BF1B-A632AF411F02}"/>
              </a:ext>
            </a:extLst>
          </p:cNvPr>
          <p:cNvSpPr>
            <a:spLocks xmlns:a="http://schemas.openxmlformats.org/drawingml/2006/main" noGrp="1"/>
          </p:cNvSpPr>
          <p:nvPr/>
        </p:nvSpPr>
        <p:spPr>
          <a:xfrm xmlns:a="http://schemas.openxmlformats.org/drawingml/2006/main">
            <a:off x="4473580"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6" name="Editable chart path">
            <a:extLst xmlns:a="http://schemas.openxmlformats.org/drawingml/2006/main">
              <a:ext uri="{FF2B5EF4-FFF2-40B4-BE49-F238E27FC236}">
                <a16:creationId xmlns:a16="http://schemas.microsoft.com/office/drawing/2014/main" id="{C16100BF-8E26-4B60-A241-C93CACCE033A}"/>
              </a:ext>
            </a:extLst>
          </p:cNvPr>
          <p:cNvSpPr>
            <a:spLocks xmlns:a="http://schemas.openxmlformats.org/drawingml/2006/main" noGrp="1"/>
          </p:cNvSpPr>
          <p:nvPr/>
        </p:nvSpPr>
        <p:spPr>
          <a:xfrm xmlns:a="http://schemas.openxmlformats.org/drawingml/2006/main">
            <a:off x="5500583"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7" name="Editable chart path">
            <a:extLst xmlns:a="http://schemas.openxmlformats.org/drawingml/2006/main">
              <a:ext uri="{FF2B5EF4-FFF2-40B4-BE49-F238E27FC236}">
                <a16:creationId xmlns:a16="http://schemas.microsoft.com/office/drawing/2014/main" id="{BAD9F36A-D192-42E2-820C-EE965355796C}"/>
              </a:ext>
            </a:extLst>
          </p:cNvPr>
          <p:cNvSpPr>
            <a:spLocks xmlns:a="http://schemas.openxmlformats.org/drawingml/2006/main" noGrp="1"/>
          </p:cNvSpPr>
          <p:nvPr/>
        </p:nvSpPr>
        <p:spPr>
          <a:xfrm xmlns:a="http://schemas.openxmlformats.org/drawingml/2006/main">
            <a:off x="5579623"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8" name="Editable chart path">
            <a:extLst xmlns:a="http://schemas.openxmlformats.org/drawingml/2006/main">
              <a:ext uri="{FF2B5EF4-FFF2-40B4-BE49-F238E27FC236}">
                <a16:creationId xmlns:a16="http://schemas.microsoft.com/office/drawing/2014/main" id="{3108FAAC-20B1-47CF-9906-3B90FF4667B9}"/>
              </a:ext>
            </a:extLst>
          </p:cNvPr>
          <p:cNvSpPr>
            <a:spLocks xmlns:a="http://schemas.openxmlformats.org/drawingml/2006/main" noGrp="1"/>
          </p:cNvSpPr>
          <p:nvPr/>
        </p:nvSpPr>
        <p:spPr>
          <a:xfrm xmlns:a="http://schemas.openxmlformats.org/drawingml/2006/main">
            <a:off x="7080695"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59" name="Editable chart path">
            <a:extLst xmlns:a="http://schemas.openxmlformats.org/drawingml/2006/main">
              <a:ext uri="{FF2B5EF4-FFF2-40B4-BE49-F238E27FC236}">
                <a16:creationId xmlns:a16="http://schemas.microsoft.com/office/drawing/2014/main" id="{C9754827-ED03-42F2-AEBD-98E164048293}"/>
              </a:ext>
            </a:extLst>
          </p:cNvPr>
          <p:cNvSpPr>
            <a:spLocks xmlns:a="http://schemas.openxmlformats.org/drawingml/2006/main" noGrp="1"/>
          </p:cNvSpPr>
          <p:nvPr/>
        </p:nvSpPr>
        <p:spPr>
          <a:xfrm xmlns:a="http://schemas.openxmlformats.org/drawingml/2006/main">
            <a:off x="7317642"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0" name="Editable chart path">
            <a:extLst xmlns:a="http://schemas.openxmlformats.org/drawingml/2006/main">
              <a:ext uri="{FF2B5EF4-FFF2-40B4-BE49-F238E27FC236}">
                <a16:creationId xmlns:a16="http://schemas.microsoft.com/office/drawing/2014/main" id="{EA8E9ACA-6C7A-439F-B9D6-042C91B9081B}"/>
              </a:ext>
            </a:extLst>
          </p:cNvPr>
          <p:cNvSpPr>
            <a:spLocks xmlns:a="http://schemas.openxmlformats.org/drawingml/2006/main" noGrp="1"/>
          </p:cNvSpPr>
          <p:nvPr/>
        </p:nvSpPr>
        <p:spPr>
          <a:xfrm xmlns:a="http://schemas.openxmlformats.org/drawingml/2006/main">
            <a:off x="7396683"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1" name="Editable chart path">
            <a:extLst xmlns:a="http://schemas.openxmlformats.org/drawingml/2006/main">
              <a:ext uri="{FF2B5EF4-FFF2-40B4-BE49-F238E27FC236}">
                <a16:creationId xmlns:a16="http://schemas.microsoft.com/office/drawing/2014/main" id="{ABB3DE31-D28B-4907-A067-37DE4BB1751F}"/>
              </a:ext>
            </a:extLst>
          </p:cNvPr>
          <p:cNvSpPr>
            <a:spLocks xmlns:a="http://schemas.openxmlformats.org/drawingml/2006/main" noGrp="1"/>
          </p:cNvSpPr>
          <p:nvPr/>
        </p:nvSpPr>
        <p:spPr>
          <a:xfrm xmlns:a="http://schemas.openxmlformats.org/drawingml/2006/main">
            <a:off x="7475636"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2" name="Editable chart path">
            <a:extLst xmlns:a="http://schemas.openxmlformats.org/drawingml/2006/main">
              <a:ext uri="{FF2B5EF4-FFF2-40B4-BE49-F238E27FC236}">
                <a16:creationId xmlns:a16="http://schemas.microsoft.com/office/drawing/2014/main" id="{AC3C9E2D-197C-4FEB-AEA0-D70F4C37ED27}"/>
              </a:ext>
            </a:extLst>
          </p:cNvPr>
          <p:cNvSpPr>
            <a:spLocks xmlns:a="http://schemas.openxmlformats.org/drawingml/2006/main" noGrp="1"/>
          </p:cNvSpPr>
          <p:nvPr/>
        </p:nvSpPr>
        <p:spPr>
          <a:xfrm xmlns:a="http://schemas.openxmlformats.org/drawingml/2006/main">
            <a:off x="7554677" y="364849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3" name="Editable chart path">
            <a:extLst xmlns:a="http://schemas.openxmlformats.org/drawingml/2006/main">
              <a:ext uri="{FF2B5EF4-FFF2-40B4-BE49-F238E27FC236}">
                <a16:creationId xmlns:a16="http://schemas.microsoft.com/office/drawing/2014/main" id="{B8D6E0B5-0466-4C68-8FAD-239E2FD31BFC}"/>
              </a:ext>
            </a:extLst>
          </p:cNvPr>
          <p:cNvSpPr>
            <a:spLocks xmlns:a="http://schemas.openxmlformats.org/drawingml/2006/main" noGrp="1"/>
          </p:cNvSpPr>
          <p:nvPr/>
        </p:nvSpPr>
        <p:spPr>
          <a:xfrm xmlns:a="http://schemas.openxmlformats.org/drawingml/2006/main">
            <a:off x="4236545"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4" name="Editable chart path">
            <a:extLst xmlns:a="http://schemas.openxmlformats.org/drawingml/2006/main">
              <a:ext uri="{FF2B5EF4-FFF2-40B4-BE49-F238E27FC236}">
                <a16:creationId xmlns:a16="http://schemas.microsoft.com/office/drawing/2014/main" id="{061E3565-C23D-4968-92DB-B9006BC3312D}"/>
              </a:ext>
            </a:extLst>
          </p:cNvPr>
          <p:cNvSpPr>
            <a:spLocks xmlns:a="http://schemas.openxmlformats.org/drawingml/2006/main" noGrp="1"/>
          </p:cNvSpPr>
          <p:nvPr/>
        </p:nvSpPr>
        <p:spPr>
          <a:xfrm xmlns:a="http://schemas.openxmlformats.org/drawingml/2006/main">
            <a:off x="4315586"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5" name="Editable chart path">
            <a:extLst xmlns:a="http://schemas.openxmlformats.org/drawingml/2006/main">
              <a:ext uri="{FF2B5EF4-FFF2-40B4-BE49-F238E27FC236}">
                <a16:creationId xmlns:a16="http://schemas.microsoft.com/office/drawing/2014/main" id="{8222DDBD-451A-494A-8BAB-0E2C0A90D3AE}"/>
              </a:ext>
            </a:extLst>
          </p:cNvPr>
          <p:cNvSpPr>
            <a:spLocks xmlns:a="http://schemas.openxmlformats.org/drawingml/2006/main" noGrp="1"/>
          </p:cNvSpPr>
          <p:nvPr/>
        </p:nvSpPr>
        <p:spPr>
          <a:xfrm xmlns:a="http://schemas.openxmlformats.org/drawingml/2006/main">
            <a:off x="4394539"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6" name="Editable chart path">
            <a:extLst xmlns:a="http://schemas.openxmlformats.org/drawingml/2006/main">
              <a:ext uri="{FF2B5EF4-FFF2-40B4-BE49-F238E27FC236}">
                <a16:creationId xmlns:a16="http://schemas.microsoft.com/office/drawing/2014/main" id="{4383F375-ACA8-4922-A180-67053A8C8E79}"/>
              </a:ext>
            </a:extLst>
          </p:cNvPr>
          <p:cNvSpPr>
            <a:spLocks xmlns:a="http://schemas.openxmlformats.org/drawingml/2006/main" noGrp="1"/>
          </p:cNvSpPr>
          <p:nvPr/>
        </p:nvSpPr>
        <p:spPr>
          <a:xfrm xmlns:a="http://schemas.openxmlformats.org/drawingml/2006/main">
            <a:off x="4473580"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7" name="Editable chart path">
            <a:extLst xmlns:a="http://schemas.openxmlformats.org/drawingml/2006/main">
              <a:ext uri="{FF2B5EF4-FFF2-40B4-BE49-F238E27FC236}">
                <a16:creationId xmlns:a16="http://schemas.microsoft.com/office/drawing/2014/main" id="{E1A48F1D-7A7B-4101-8A2C-9AD1DE266545}"/>
              </a:ext>
            </a:extLst>
          </p:cNvPr>
          <p:cNvSpPr>
            <a:spLocks xmlns:a="http://schemas.openxmlformats.org/drawingml/2006/main" noGrp="1"/>
          </p:cNvSpPr>
          <p:nvPr/>
        </p:nvSpPr>
        <p:spPr>
          <a:xfrm xmlns:a="http://schemas.openxmlformats.org/drawingml/2006/main">
            <a:off x="4552620"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8" name="Editable chart path">
            <a:extLst xmlns:a="http://schemas.openxmlformats.org/drawingml/2006/main">
              <a:ext uri="{FF2B5EF4-FFF2-40B4-BE49-F238E27FC236}">
                <a16:creationId xmlns:a16="http://schemas.microsoft.com/office/drawing/2014/main" id="{651BB39C-1D7F-4502-AB11-9C72CC493200}"/>
              </a:ext>
            </a:extLst>
          </p:cNvPr>
          <p:cNvSpPr>
            <a:spLocks xmlns:a="http://schemas.openxmlformats.org/drawingml/2006/main" noGrp="1"/>
          </p:cNvSpPr>
          <p:nvPr/>
        </p:nvSpPr>
        <p:spPr>
          <a:xfrm xmlns:a="http://schemas.openxmlformats.org/drawingml/2006/main">
            <a:off x="4631573"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69" name="Editable chart path">
            <a:extLst xmlns:a="http://schemas.openxmlformats.org/drawingml/2006/main">
              <a:ext uri="{FF2B5EF4-FFF2-40B4-BE49-F238E27FC236}">
                <a16:creationId xmlns:a16="http://schemas.microsoft.com/office/drawing/2014/main" id="{35EECA07-3D1B-4F2F-B191-D282D653FA30}"/>
              </a:ext>
            </a:extLst>
          </p:cNvPr>
          <p:cNvSpPr>
            <a:spLocks xmlns:a="http://schemas.openxmlformats.org/drawingml/2006/main" noGrp="1"/>
          </p:cNvSpPr>
          <p:nvPr/>
        </p:nvSpPr>
        <p:spPr>
          <a:xfrm xmlns:a="http://schemas.openxmlformats.org/drawingml/2006/main">
            <a:off x="5895611"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0" name="Editable chart path">
            <a:extLst xmlns:a="http://schemas.openxmlformats.org/drawingml/2006/main">
              <a:ext uri="{FF2B5EF4-FFF2-40B4-BE49-F238E27FC236}">
                <a16:creationId xmlns:a16="http://schemas.microsoft.com/office/drawing/2014/main" id="{58312775-36EA-4CD2-9161-CC870955513C}"/>
              </a:ext>
            </a:extLst>
          </p:cNvPr>
          <p:cNvSpPr>
            <a:spLocks xmlns:a="http://schemas.openxmlformats.org/drawingml/2006/main" noGrp="1"/>
          </p:cNvSpPr>
          <p:nvPr/>
        </p:nvSpPr>
        <p:spPr>
          <a:xfrm xmlns:a="http://schemas.openxmlformats.org/drawingml/2006/main">
            <a:off x="5974652"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1" name="Editable chart path">
            <a:extLst xmlns:a="http://schemas.openxmlformats.org/drawingml/2006/main">
              <a:ext uri="{FF2B5EF4-FFF2-40B4-BE49-F238E27FC236}">
                <a16:creationId xmlns:a16="http://schemas.microsoft.com/office/drawing/2014/main" id="{8C822AB2-A4B3-49E3-9728-A035B2D9DEA2}"/>
              </a:ext>
            </a:extLst>
          </p:cNvPr>
          <p:cNvSpPr>
            <a:spLocks xmlns:a="http://schemas.openxmlformats.org/drawingml/2006/main" noGrp="1"/>
          </p:cNvSpPr>
          <p:nvPr/>
        </p:nvSpPr>
        <p:spPr>
          <a:xfrm xmlns:a="http://schemas.openxmlformats.org/drawingml/2006/main">
            <a:off x="7396683"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2" name="Editable chart path">
            <a:extLst xmlns:a="http://schemas.openxmlformats.org/drawingml/2006/main">
              <a:ext uri="{FF2B5EF4-FFF2-40B4-BE49-F238E27FC236}">
                <a16:creationId xmlns:a16="http://schemas.microsoft.com/office/drawing/2014/main" id="{B3DDC256-66CB-4F72-BAD3-BA882B5B4DAF}"/>
              </a:ext>
            </a:extLst>
          </p:cNvPr>
          <p:cNvSpPr>
            <a:spLocks xmlns:a="http://schemas.openxmlformats.org/drawingml/2006/main" noGrp="1"/>
          </p:cNvSpPr>
          <p:nvPr/>
        </p:nvSpPr>
        <p:spPr>
          <a:xfrm xmlns:a="http://schemas.openxmlformats.org/drawingml/2006/main">
            <a:off x="7475636"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3" name="Editable chart path">
            <a:extLst xmlns:a="http://schemas.openxmlformats.org/drawingml/2006/main">
              <a:ext uri="{FF2B5EF4-FFF2-40B4-BE49-F238E27FC236}">
                <a16:creationId xmlns:a16="http://schemas.microsoft.com/office/drawing/2014/main" id="{556D7471-2950-4FCF-8801-B58280544785}"/>
              </a:ext>
            </a:extLst>
          </p:cNvPr>
          <p:cNvSpPr>
            <a:spLocks xmlns:a="http://schemas.openxmlformats.org/drawingml/2006/main" noGrp="1"/>
          </p:cNvSpPr>
          <p:nvPr/>
        </p:nvSpPr>
        <p:spPr>
          <a:xfrm xmlns:a="http://schemas.openxmlformats.org/drawingml/2006/main">
            <a:off x="7554677"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4" name="Editable chart path">
            <a:extLst xmlns:a="http://schemas.openxmlformats.org/drawingml/2006/main">
              <a:ext uri="{FF2B5EF4-FFF2-40B4-BE49-F238E27FC236}">
                <a16:creationId xmlns:a16="http://schemas.microsoft.com/office/drawing/2014/main" id="{AEA7F552-2C02-45F6-AB2C-852143B37214}"/>
              </a:ext>
            </a:extLst>
          </p:cNvPr>
          <p:cNvSpPr>
            <a:spLocks xmlns:a="http://schemas.openxmlformats.org/drawingml/2006/main" noGrp="1"/>
          </p:cNvSpPr>
          <p:nvPr/>
        </p:nvSpPr>
        <p:spPr>
          <a:xfrm xmlns:a="http://schemas.openxmlformats.org/drawingml/2006/main">
            <a:off x="7633717" y="356898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5" name="Editable chart path">
            <a:extLst xmlns:a="http://schemas.openxmlformats.org/drawingml/2006/main">
              <a:ext uri="{FF2B5EF4-FFF2-40B4-BE49-F238E27FC236}">
                <a16:creationId xmlns:a16="http://schemas.microsoft.com/office/drawing/2014/main" id="{28836883-8D45-41C8-A29A-0698D572DDF3}"/>
              </a:ext>
            </a:extLst>
          </p:cNvPr>
          <p:cNvSpPr>
            <a:spLocks xmlns:a="http://schemas.openxmlformats.org/drawingml/2006/main" noGrp="1"/>
          </p:cNvSpPr>
          <p:nvPr/>
        </p:nvSpPr>
        <p:spPr>
          <a:xfrm xmlns:a="http://schemas.openxmlformats.org/drawingml/2006/main">
            <a:off x="4315586"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6" name="Editable chart path">
            <a:extLst xmlns:a="http://schemas.openxmlformats.org/drawingml/2006/main">
              <a:ext uri="{FF2B5EF4-FFF2-40B4-BE49-F238E27FC236}">
                <a16:creationId xmlns:a16="http://schemas.microsoft.com/office/drawing/2014/main" id="{1FD93390-572A-4080-98A8-A529504921A9}"/>
              </a:ext>
            </a:extLst>
          </p:cNvPr>
          <p:cNvSpPr>
            <a:spLocks xmlns:a="http://schemas.openxmlformats.org/drawingml/2006/main" noGrp="1"/>
          </p:cNvSpPr>
          <p:nvPr/>
        </p:nvSpPr>
        <p:spPr>
          <a:xfrm xmlns:a="http://schemas.openxmlformats.org/drawingml/2006/main">
            <a:off x="4394539"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7" name="Editable chart path">
            <a:extLst xmlns:a="http://schemas.openxmlformats.org/drawingml/2006/main">
              <a:ext uri="{FF2B5EF4-FFF2-40B4-BE49-F238E27FC236}">
                <a16:creationId xmlns:a16="http://schemas.microsoft.com/office/drawing/2014/main" id="{40A38DA3-DC3E-4E9E-89F7-E86A27E5D865}"/>
              </a:ext>
            </a:extLst>
          </p:cNvPr>
          <p:cNvSpPr>
            <a:spLocks xmlns:a="http://schemas.openxmlformats.org/drawingml/2006/main" noGrp="1"/>
          </p:cNvSpPr>
          <p:nvPr/>
        </p:nvSpPr>
        <p:spPr>
          <a:xfrm xmlns:a="http://schemas.openxmlformats.org/drawingml/2006/main">
            <a:off x="4473580"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8" name="Editable chart path">
            <a:extLst xmlns:a="http://schemas.openxmlformats.org/drawingml/2006/main">
              <a:ext uri="{FF2B5EF4-FFF2-40B4-BE49-F238E27FC236}">
                <a16:creationId xmlns:a16="http://schemas.microsoft.com/office/drawing/2014/main" id="{4E151169-AF2C-45C9-A912-2737349A21EE}"/>
              </a:ext>
            </a:extLst>
          </p:cNvPr>
          <p:cNvSpPr>
            <a:spLocks xmlns:a="http://schemas.openxmlformats.org/drawingml/2006/main" noGrp="1"/>
          </p:cNvSpPr>
          <p:nvPr/>
        </p:nvSpPr>
        <p:spPr>
          <a:xfrm xmlns:a="http://schemas.openxmlformats.org/drawingml/2006/main">
            <a:off x="4552620"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79" name="Editable chart path">
            <a:extLst xmlns:a="http://schemas.openxmlformats.org/drawingml/2006/main">
              <a:ext uri="{FF2B5EF4-FFF2-40B4-BE49-F238E27FC236}">
                <a16:creationId xmlns:a16="http://schemas.microsoft.com/office/drawing/2014/main" id="{BC701714-95A0-4B61-A9AB-AB55232F6A24}"/>
              </a:ext>
            </a:extLst>
          </p:cNvPr>
          <p:cNvSpPr>
            <a:spLocks xmlns:a="http://schemas.openxmlformats.org/drawingml/2006/main" noGrp="1"/>
          </p:cNvSpPr>
          <p:nvPr/>
        </p:nvSpPr>
        <p:spPr>
          <a:xfrm xmlns:a="http://schemas.openxmlformats.org/drawingml/2006/main">
            <a:off x="4631573"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0" name="Editable chart path">
            <a:extLst xmlns:a="http://schemas.openxmlformats.org/drawingml/2006/main">
              <a:ext uri="{FF2B5EF4-FFF2-40B4-BE49-F238E27FC236}">
                <a16:creationId xmlns:a16="http://schemas.microsoft.com/office/drawing/2014/main" id="{02CD4F14-9479-4645-BF45-649DD067ED58}"/>
              </a:ext>
            </a:extLst>
          </p:cNvPr>
          <p:cNvSpPr>
            <a:spLocks xmlns:a="http://schemas.openxmlformats.org/drawingml/2006/main" noGrp="1"/>
          </p:cNvSpPr>
          <p:nvPr/>
        </p:nvSpPr>
        <p:spPr>
          <a:xfrm xmlns:a="http://schemas.openxmlformats.org/drawingml/2006/main">
            <a:off x="5816658"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1" name="Editable chart path">
            <a:extLst xmlns:a="http://schemas.openxmlformats.org/drawingml/2006/main">
              <a:ext uri="{FF2B5EF4-FFF2-40B4-BE49-F238E27FC236}">
                <a16:creationId xmlns:a16="http://schemas.microsoft.com/office/drawing/2014/main" id="{FBE01A00-9AD7-46D3-B84C-0EF7E8BA80CE}"/>
              </a:ext>
            </a:extLst>
          </p:cNvPr>
          <p:cNvSpPr>
            <a:spLocks xmlns:a="http://schemas.openxmlformats.org/drawingml/2006/main" noGrp="1"/>
          </p:cNvSpPr>
          <p:nvPr/>
        </p:nvSpPr>
        <p:spPr>
          <a:xfrm xmlns:a="http://schemas.openxmlformats.org/drawingml/2006/main">
            <a:off x="5895611"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2" name="Editable chart path">
            <a:extLst xmlns:a="http://schemas.openxmlformats.org/drawingml/2006/main">
              <a:ext uri="{FF2B5EF4-FFF2-40B4-BE49-F238E27FC236}">
                <a16:creationId xmlns:a16="http://schemas.microsoft.com/office/drawing/2014/main" id="{E516055E-959F-4409-8EDF-616D06B33BBB}"/>
              </a:ext>
            </a:extLst>
          </p:cNvPr>
          <p:cNvSpPr>
            <a:spLocks xmlns:a="http://schemas.openxmlformats.org/drawingml/2006/main" noGrp="1"/>
          </p:cNvSpPr>
          <p:nvPr/>
        </p:nvSpPr>
        <p:spPr>
          <a:xfrm xmlns:a="http://schemas.openxmlformats.org/drawingml/2006/main">
            <a:off x="6606626"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3" name="Editable chart path">
            <a:extLst xmlns:a="http://schemas.openxmlformats.org/drawingml/2006/main">
              <a:ext uri="{FF2B5EF4-FFF2-40B4-BE49-F238E27FC236}">
                <a16:creationId xmlns:a16="http://schemas.microsoft.com/office/drawing/2014/main" id="{CC9DD878-05EE-48CC-A58E-AE366887DE10}"/>
              </a:ext>
            </a:extLst>
          </p:cNvPr>
          <p:cNvSpPr>
            <a:spLocks xmlns:a="http://schemas.openxmlformats.org/drawingml/2006/main" noGrp="1"/>
          </p:cNvSpPr>
          <p:nvPr/>
        </p:nvSpPr>
        <p:spPr>
          <a:xfrm xmlns:a="http://schemas.openxmlformats.org/drawingml/2006/main">
            <a:off x="6764620"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4" name="Editable chart path">
            <a:extLst xmlns:a="http://schemas.openxmlformats.org/drawingml/2006/main">
              <a:ext uri="{FF2B5EF4-FFF2-40B4-BE49-F238E27FC236}">
                <a16:creationId xmlns:a16="http://schemas.microsoft.com/office/drawing/2014/main" id="{E68F0E60-31D0-488E-9014-94B5713ABFDA}"/>
              </a:ext>
            </a:extLst>
          </p:cNvPr>
          <p:cNvSpPr>
            <a:spLocks xmlns:a="http://schemas.openxmlformats.org/drawingml/2006/main" noGrp="1"/>
          </p:cNvSpPr>
          <p:nvPr/>
        </p:nvSpPr>
        <p:spPr>
          <a:xfrm xmlns:a="http://schemas.openxmlformats.org/drawingml/2006/main">
            <a:off x="7396683"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5" name="Editable chart path">
            <a:extLst xmlns:a="http://schemas.openxmlformats.org/drawingml/2006/main">
              <a:ext uri="{FF2B5EF4-FFF2-40B4-BE49-F238E27FC236}">
                <a16:creationId xmlns:a16="http://schemas.microsoft.com/office/drawing/2014/main" id="{BDDEB4C0-541B-4D67-9357-A02C863B163D}"/>
              </a:ext>
            </a:extLst>
          </p:cNvPr>
          <p:cNvSpPr>
            <a:spLocks xmlns:a="http://schemas.openxmlformats.org/drawingml/2006/main" noGrp="1"/>
          </p:cNvSpPr>
          <p:nvPr/>
        </p:nvSpPr>
        <p:spPr>
          <a:xfrm xmlns:a="http://schemas.openxmlformats.org/drawingml/2006/main">
            <a:off x="7475636"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6" name="Editable chart path">
            <a:extLst xmlns:a="http://schemas.openxmlformats.org/drawingml/2006/main">
              <a:ext uri="{FF2B5EF4-FFF2-40B4-BE49-F238E27FC236}">
                <a16:creationId xmlns:a16="http://schemas.microsoft.com/office/drawing/2014/main" id="{20D3122A-9FC0-40F9-91C3-D9E6B47C11FF}"/>
              </a:ext>
            </a:extLst>
          </p:cNvPr>
          <p:cNvSpPr>
            <a:spLocks xmlns:a="http://schemas.openxmlformats.org/drawingml/2006/main" noGrp="1"/>
          </p:cNvSpPr>
          <p:nvPr/>
        </p:nvSpPr>
        <p:spPr>
          <a:xfrm xmlns:a="http://schemas.openxmlformats.org/drawingml/2006/main">
            <a:off x="7554677"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7" name="Editable chart path">
            <a:extLst xmlns:a="http://schemas.openxmlformats.org/drawingml/2006/main">
              <a:ext uri="{FF2B5EF4-FFF2-40B4-BE49-F238E27FC236}">
                <a16:creationId xmlns:a16="http://schemas.microsoft.com/office/drawing/2014/main" id="{C2CDF388-8DD2-427C-A463-6CDF9389A668}"/>
              </a:ext>
            </a:extLst>
          </p:cNvPr>
          <p:cNvSpPr>
            <a:spLocks xmlns:a="http://schemas.openxmlformats.org/drawingml/2006/main" noGrp="1"/>
          </p:cNvSpPr>
          <p:nvPr/>
        </p:nvSpPr>
        <p:spPr>
          <a:xfrm xmlns:a="http://schemas.openxmlformats.org/drawingml/2006/main">
            <a:off x="7633717"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8" name="Editable chart path">
            <a:extLst xmlns:a="http://schemas.openxmlformats.org/drawingml/2006/main">
              <a:ext uri="{FF2B5EF4-FFF2-40B4-BE49-F238E27FC236}">
                <a16:creationId xmlns:a16="http://schemas.microsoft.com/office/drawing/2014/main" id="{2304EE0E-1685-42B1-821C-BE71B9415071}"/>
              </a:ext>
            </a:extLst>
          </p:cNvPr>
          <p:cNvSpPr>
            <a:spLocks xmlns:a="http://schemas.openxmlformats.org/drawingml/2006/main" noGrp="1"/>
          </p:cNvSpPr>
          <p:nvPr/>
        </p:nvSpPr>
        <p:spPr>
          <a:xfrm xmlns:a="http://schemas.openxmlformats.org/drawingml/2006/main">
            <a:off x="8107698" y="348939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89" name="Editable chart path">
            <a:extLst xmlns:a="http://schemas.openxmlformats.org/drawingml/2006/main">
              <a:ext uri="{FF2B5EF4-FFF2-40B4-BE49-F238E27FC236}">
                <a16:creationId xmlns:a16="http://schemas.microsoft.com/office/drawing/2014/main" id="{0FB8E83E-682C-4C7A-8E1B-E47ED561B61D}"/>
              </a:ext>
            </a:extLst>
          </p:cNvPr>
          <p:cNvSpPr>
            <a:spLocks xmlns:a="http://schemas.openxmlformats.org/drawingml/2006/main" noGrp="1"/>
          </p:cNvSpPr>
          <p:nvPr/>
        </p:nvSpPr>
        <p:spPr>
          <a:xfrm xmlns:a="http://schemas.openxmlformats.org/drawingml/2006/main">
            <a:off x="4315586"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0" name="Editable chart path">
            <a:extLst xmlns:a="http://schemas.openxmlformats.org/drawingml/2006/main">
              <a:ext uri="{FF2B5EF4-FFF2-40B4-BE49-F238E27FC236}">
                <a16:creationId xmlns:a16="http://schemas.microsoft.com/office/drawing/2014/main" id="{946144AB-F39D-4B07-BB05-640372E8C816}"/>
              </a:ext>
            </a:extLst>
          </p:cNvPr>
          <p:cNvSpPr>
            <a:spLocks xmlns:a="http://schemas.openxmlformats.org/drawingml/2006/main" noGrp="1"/>
          </p:cNvSpPr>
          <p:nvPr/>
        </p:nvSpPr>
        <p:spPr>
          <a:xfrm xmlns:a="http://schemas.openxmlformats.org/drawingml/2006/main">
            <a:off x="4394539"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1" name="Editable chart path">
            <a:extLst xmlns:a="http://schemas.openxmlformats.org/drawingml/2006/main">
              <a:ext uri="{FF2B5EF4-FFF2-40B4-BE49-F238E27FC236}">
                <a16:creationId xmlns:a16="http://schemas.microsoft.com/office/drawing/2014/main" id="{BFADFC58-9C46-40FC-BE86-61DE154585F9}"/>
              </a:ext>
            </a:extLst>
          </p:cNvPr>
          <p:cNvSpPr>
            <a:spLocks xmlns:a="http://schemas.openxmlformats.org/drawingml/2006/main" noGrp="1"/>
          </p:cNvSpPr>
          <p:nvPr/>
        </p:nvSpPr>
        <p:spPr>
          <a:xfrm xmlns:a="http://schemas.openxmlformats.org/drawingml/2006/main">
            <a:off x="4473580"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2" name="Editable chart path">
            <a:extLst xmlns:a="http://schemas.openxmlformats.org/drawingml/2006/main">
              <a:ext uri="{FF2B5EF4-FFF2-40B4-BE49-F238E27FC236}">
                <a16:creationId xmlns:a16="http://schemas.microsoft.com/office/drawing/2014/main" id="{798D66AD-F617-4CC6-B07E-3747FCCFBC17}"/>
              </a:ext>
            </a:extLst>
          </p:cNvPr>
          <p:cNvSpPr>
            <a:spLocks xmlns:a="http://schemas.openxmlformats.org/drawingml/2006/main" noGrp="1"/>
          </p:cNvSpPr>
          <p:nvPr/>
        </p:nvSpPr>
        <p:spPr>
          <a:xfrm xmlns:a="http://schemas.openxmlformats.org/drawingml/2006/main">
            <a:off x="4552620"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3" name="Editable chart path">
            <a:extLst xmlns:a="http://schemas.openxmlformats.org/drawingml/2006/main">
              <a:ext uri="{FF2B5EF4-FFF2-40B4-BE49-F238E27FC236}">
                <a16:creationId xmlns:a16="http://schemas.microsoft.com/office/drawing/2014/main" id="{DA8C01EF-665F-4BC5-B34A-7F1BC65446DF}"/>
              </a:ext>
            </a:extLst>
          </p:cNvPr>
          <p:cNvSpPr>
            <a:spLocks xmlns:a="http://schemas.openxmlformats.org/drawingml/2006/main" noGrp="1"/>
          </p:cNvSpPr>
          <p:nvPr/>
        </p:nvSpPr>
        <p:spPr>
          <a:xfrm xmlns:a="http://schemas.openxmlformats.org/drawingml/2006/main">
            <a:off x="4631573"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4" name="Editable chart path">
            <a:extLst xmlns:a="http://schemas.openxmlformats.org/drawingml/2006/main">
              <a:ext uri="{FF2B5EF4-FFF2-40B4-BE49-F238E27FC236}">
                <a16:creationId xmlns:a16="http://schemas.microsoft.com/office/drawing/2014/main" id="{9251150F-C811-416F-9DDF-AFD2AE14B1B7}"/>
              </a:ext>
            </a:extLst>
          </p:cNvPr>
          <p:cNvSpPr>
            <a:spLocks xmlns:a="http://schemas.openxmlformats.org/drawingml/2006/main" noGrp="1"/>
          </p:cNvSpPr>
          <p:nvPr/>
        </p:nvSpPr>
        <p:spPr>
          <a:xfrm xmlns:a="http://schemas.openxmlformats.org/drawingml/2006/main">
            <a:off x="4710614"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5" name="Editable chart path">
            <a:extLst xmlns:a="http://schemas.openxmlformats.org/drawingml/2006/main">
              <a:ext uri="{FF2B5EF4-FFF2-40B4-BE49-F238E27FC236}">
                <a16:creationId xmlns:a16="http://schemas.microsoft.com/office/drawing/2014/main" id="{2AE19AF2-B2BA-41CF-B865-C653D4D7A304}"/>
              </a:ext>
            </a:extLst>
          </p:cNvPr>
          <p:cNvSpPr>
            <a:spLocks xmlns:a="http://schemas.openxmlformats.org/drawingml/2006/main" noGrp="1"/>
          </p:cNvSpPr>
          <p:nvPr/>
        </p:nvSpPr>
        <p:spPr>
          <a:xfrm xmlns:a="http://schemas.openxmlformats.org/drawingml/2006/main">
            <a:off x="5500583"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6" name="Editable chart path">
            <a:extLst xmlns:a="http://schemas.openxmlformats.org/drawingml/2006/main">
              <a:ext uri="{FF2B5EF4-FFF2-40B4-BE49-F238E27FC236}">
                <a16:creationId xmlns:a16="http://schemas.microsoft.com/office/drawing/2014/main" id="{4DF9A0AC-DCBC-47CB-A380-C1792AD4329D}"/>
              </a:ext>
            </a:extLst>
          </p:cNvPr>
          <p:cNvSpPr>
            <a:spLocks xmlns:a="http://schemas.openxmlformats.org/drawingml/2006/main" noGrp="1"/>
          </p:cNvSpPr>
          <p:nvPr/>
        </p:nvSpPr>
        <p:spPr>
          <a:xfrm xmlns:a="http://schemas.openxmlformats.org/drawingml/2006/main">
            <a:off x="5658664"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7" name="Editable chart path">
            <a:extLst xmlns:a="http://schemas.openxmlformats.org/drawingml/2006/main">
              <a:ext uri="{FF2B5EF4-FFF2-40B4-BE49-F238E27FC236}">
                <a16:creationId xmlns:a16="http://schemas.microsoft.com/office/drawing/2014/main" id="{67CCBC91-7F27-47E6-846C-21995ED0786C}"/>
              </a:ext>
            </a:extLst>
          </p:cNvPr>
          <p:cNvSpPr>
            <a:spLocks xmlns:a="http://schemas.openxmlformats.org/drawingml/2006/main" noGrp="1"/>
          </p:cNvSpPr>
          <p:nvPr/>
        </p:nvSpPr>
        <p:spPr>
          <a:xfrm xmlns:a="http://schemas.openxmlformats.org/drawingml/2006/main">
            <a:off x="5737617"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8" name="Editable chart path">
            <a:extLst xmlns:a="http://schemas.openxmlformats.org/drawingml/2006/main">
              <a:ext uri="{FF2B5EF4-FFF2-40B4-BE49-F238E27FC236}">
                <a16:creationId xmlns:a16="http://schemas.microsoft.com/office/drawing/2014/main" id="{60D5F7DC-A018-46E2-BA93-6C8E30475F01}"/>
              </a:ext>
            </a:extLst>
          </p:cNvPr>
          <p:cNvSpPr>
            <a:spLocks xmlns:a="http://schemas.openxmlformats.org/drawingml/2006/main" noGrp="1"/>
          </p:cNvSpPr>
          <p:nvPr/>
        </p:nvSpPr>
        <p:spPr>
          <a:xfrm xmlns:a="http://schemas.openxmlformats.org/drawingml/2006/main">
            <a:off x="5816658"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999" name="Editable chart path">
            <a:extLst xmlns:a="http://schemas.openxmlformats.org/drawingml/2006/main">
              <a:ext uri="{FF2B5EF4-FFF2-40B4-BE49-F238E27FC236}">
                <a16:creationId xmlns:a16="http://schemas.microsoft.com/office/drawing/2014/main" id="{94244259-5535-4062-BA43-DFEEC81A56A3}"/>
              </a:ext>
            </a:extLst>
          </p:cNvPr>
          <p:cNvSpPr>
            <a:spLocks xmlns:a="http://schemas.openxmlformats.org/drawingml/2006/main" noGrp="1"/>
          </p:cNvSpPr>
          <p:nvPr/>
        </p:nvSpPr>
        <p:spPr>
          <a:xfrm xmlns:a="http://schemas.openxmlformats.org/drawingml/2006/main">
            <a:off x="5895611"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0" name="Editable chart path">
            <a:extLst xmlns:a="http://schemas.openxmlformats.org/drawingml/2006/main">
              <a:ext uri="{FF2B5EF4-FFF2-40B4-BE49-F238E27FC236}">
                <a16:creationId xmlns:a16="http://schemas.microsoft.com/office/drawing/2014/main" id="{C885B99C-1045-4662-BE81-C97A9CC9D954}"/>
              </a:ext>
            </a:extLst>
          </p:cNvPr>
          <p:cNvSpPr>
            <a:spLocks xmlns:a="http://schemas.openxmlformats.org/drawingml/2006/main" noGrp="1"/>
          </p:cNvSpPr>
          <p:nvPr/>
        </p:nvSpPr>
        <p:spPr>
          <a:xfrm xmlns:a="http://schemas.openxmlformats.org/drawingml/2006/main">
            <a:off x="6685667"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1" name="Editable chart path">
            <a:extLst xmlns:a="http://schemas.openxmlformats.org/drawingml/2006/main">
              <a:ext uri="{FF2B5EF4-FFF2-40B4-BE49-F238E27FC236}">
                <a16:creationId xmlns:a16="http://schemas.microsoft.com/office/drawing/2014/main" id="{B39DF4D2-30AA-4AB0-9DFA-D97C3AF0D62E}"/>
              </a:ext>
            </a:extLst>
          </p:cNvPr>
          <p:cNvSpPr>
            <a:spLocks xmlns:a="http://schemas.openxmlformats.org/drawingml/2006/main" noGrp="1"/>
          </p:cNvSpPr>
          <p:nvPr/>
        </p:nvSpPr>
        <p:spPr>
          <a:xfrm xmlns:a="http://schemas.openxmlformats.org/drawingml/2006/main">
            <a:off x="6764620"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2" name="Editable chart path">
            <a:extLst xmlns:a="http://schemas.openxmlformats.org/drawingml/2006/main">
              <a:ext uri="{FF2B5EF4-FFF2-40B4-BE49-F238E27FC236}">
                <a16:creationId xmlns:a16="http://schemas.microsoft.com/office/drawing/2014/main" id="{D65C914A-12C4-48A7-9BAE-36A66D555129}"/>
              </a:ext>
            </a:extLst>
          </p:cNvPr>
          <p:cNvSpPr>
            <a:spLocks xmlns:a="http://schemas.openxmlformats.org/drawingml/2006/main" noGrp="1"/>
          </p:cNvSpPr>
          <p:nvPr/>
        </p:nvSpPr>
        <p:spPr>
          <a:xfrm xmlns:a="http://schemas.openxmlformats.org/drawingml/2006/main">
            <a:off x="7238689"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3" name="Editable chart path">
            <a:extLst xmlns:a="http://schemas.openxmlformats.org/drawingml/2006/main">
              <a:ext uri="{FF2B5EF4-FFF2-40B4-BE49-F238E27FC236}">
                <a16:creationId xmlns:a16="http://schemas.microsoft.com/office/drawing/2014/main" id="{9204A861-1E02-4592-A01B-81534DAF7E4E}"/>
              </a:ext>
            </a:extLst>
          </p:cNvPr>
          <p:cNvSpPr>
            <a:spLocks xmlns:a="http://schemas.openxmlformats.org/drawingml/2006/main" noGrp="1"/>
          </p:cNvSpPr>
          <p:nvPr/>
        </p:nvSpPr>
        <p:spPr>
          <a:xfrm xmlns:a="http://schemas.openxmlformats.org/drawingml/2006/main">
            <a:off x="7475636"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4" name="Editable chart path">
            <a:extLst xmlns:a="http://schemas.openxmlformats.org/drawingml/2006/main">
              <a:ext uri="{FF2B5EF4-FFF2-40B4-BE49-F238E27FC236}">
                <a16:creationId xmlns:a16="http://schemas.microsoft.com/office/drawing/2014/main" id="{0AD9BF70-AA6D-4442-92D9-4080066666F8}"/>
              </a:ext>
            </a:extLst>
          </p:cNvPr>
          <p:cNvSpPr>
            <a:spLocks xmlns:a="http://schemas.openxmlformats.org/drawingml/2006/main" noGrp="1"/>
          </p:cNvSpPr>
          <p:nvPr/>
        </p:nvSpPr>
        <p:spPr>
          <a:xfrm xmlns:a="http://schemas.openxmlformats.org/drawingml/2006/main">
            <a:off x="7554677"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5" name="Editable chart path">
            <a:extLst xmlns:a="http://schemas.openxmlformats.org/drawingml/2006/main">
              <a:ext uri="{FF2B5EF4-FFF2-40B4-BE49-F238E27FC236}">
                <a16:creationId xmlns:a16="http://schemas.microsoft.com/office/drawing/2014/main" id="{49819B67-CEE7-47A5-92F2-D5B05A0F0DFD}"/>
              </a:ext>
            </a:extLst>
          </p:cNvPr>
          <p:cNvSpPr>
            <a:spLocks xmlns:a="http://schemas.openxmlformats.org/drawingml/2006/main" noGrp="1"/>
          </p:cNvSpPr>
          <p:nvPr/>
        </p:nvSpPr>
        <p:spPr>
          <a:xfrm xmlns:a="http://schemas.openxmlformats.org/drawingml/2006/main">
            <a:off x="7633717"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6" name="Editable chart path">
            <a:extLst xmlns:a="http://schemas.openxmlformats.org/drawingml/2006/main">
              <a:ext uri="{FF2B5EF4-FFF2-40B4-BE49-F238E27FC236}">
                <a16:creationId xmlns:a16="http://schemas.microsoft.com/office/drawing/2014/main" id="{053C1628-33DD-4A03-8A78-DF02AE82332C}"/>
              </a:ext>
            </a:extLst>
          </p:cNvPr>
          <p:cNvSpPr>
            <a:spLocks xmlns:a="http://schemas.openxmlformats.org/drawingml/2006/main" noGrp="1"/>
          </p:cNvSpPr>
          <p:nvPr/>
        </p:nvSpPr>
        <p:spPr>
          <a:xfrm xmlns:a="http://schemas.openxmlformats.org/drawingml/2006/main">
            <a:off x="7712670"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7" name="Editable chart path">
            <a:extLst xmlns:a="http://schemas.openxmlformats.org/drawingml/2006/main">
              <a:ext uri="{FF2B5EF4-FFF2-40B4-BE49-F238E27FC236}">
                <a16:creationId xmlns:a16="http://schemas.microsoft.com/office/drawing/2014/main" id="{CB7707CD-5634-44DD-B468-6ABB33ACFE02}"/>
              </a:ext>
            </a:extLst>
          </p:cNvPr>
          <p:cNvSpPr>
            <a:spLocks xmlns:a="http://schemas.openxmlformats.org/drawingml/2006/main" noGrp="1"/>
          </p:cNvSpPr>
          <p:nvPr/>
        </p:nvSpPr>
        <p:spPr>
          <a:xfrm xmlns:a="http://schemas.openxmlformats.org/drawingml/2006/main">
            <a:off x="8028658"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8" name="Editable chart path">
            <a:extLst xmlns:a="http://schemas.openxmlformats.org/drawingml/2006/main">
              <a:ext uri="{FF2B5EF4-FFF2-40B4-BE49-F238E27FC236}">
                <a16:creationId xmlns:a16="http://schemas.microsoft.com/office/drawing/2014/main" id="{3719A631-8E26-45F3-80B1-47CC2D2B7B44}"/>
              </a:ext>
            </a:extLst>
          </p:cNvPr>
          <p:cNvSpPr>
            <a:spLocks xmlns:a="http://schemas.openxmlformats.org/drawingml/2006/main" noGrp="1"/>
          </p:cNvSpPr>
          <p:nvPr/>
        </p:nvSpPr>
        <p:spPr>
          <a:xfrm xmlns:a="http://schemas.openxmlformats.org/drawingml/2006/main">
            <a:off x="8107698" y="340989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09" name="Editable chart path">
            <a:extLst xmlns:a="http://schemas.openxmlformats.org/drawingml/2006/main">
              <a:ext uri="{FF2B5EF4-FFF2-40B4-BE49-F238E27FC236}">
                <a16:creationId xmlns:a16="http://schemas.microsoft.com/office/drawing/2014/main" id="{FD2F932D-DDDC-4E4E-864E-95752895ABE8}"/>
              </a:ext>
            </a:extLst>
          </p:cNvPr>
          <p:cNvSpPr>
            <a:spLocks xmlns:a="http://schemas.openxmlformats.org/drawingml/2006/main" noGrp="1"/>
          </p:cNvSpPr>
          <p:nvPr/>
        </p:nvSpPr>
        <p:spPr>
          <a:xfrm xmlns:a="http://schemas.openxmlformats.org/drawingml/2006/main">
            <a:off x="4394539"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0" name="Editable chart path">
            <a:extLst xmlns:a="http://schemas.openxmlformats.org/drawingml/2006/main">
              <a:ext uri="{FF2B5EF4-FFF2-40B4-BE49-F238E27FC236}">
                <a16:creationId xmlns:a16="http://schemas.microsoft.com/office/drawing/2014/main" id="{E6CC1034-57EA-4B93-8074-1D4B15944D1C}"/>
              </a:ext>
            </a:extLst>
          </p:cNvPr>
          <p:cNvSpPr>
            <a:spLocks xmlns:a="http://schemas.openxmlformats.org/drawingml/2006/main" noGrp="1"/>
          </p:cNvSpPr>
          <p:nvPr/>
        </p:nvSpPr>
        <p:spPr>
          <a:xfrm xmlns:a="http://schemas.openxmlformats.org/drawingml/2006/main">
            <a:off x="4473580"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1" name="Editable chart path">
            <a:extLst xmlns:a="http://schemas.openxmlformats.org/drawingml/2006/main">
              <a:ext uri="{FF2B5EF4-FFF2-40B4-BE49-F238E27FC236}">
                <a16:creationId xmlns:a16="http://schemas.microsoft.com/office/drawing/2014/main" id="{C0D88CB4-A018-4553-AC60-E852310C3EC2}"/>
              </a:ext>
            </a:extLst>
          </p:cNvPr>
          <p:cNvSpPr>
            <a:spLocks xmlns:a="http://schemas.openxmlformats.org/drawingml/2006/main" noGrp="1"/>
          </p:cNvSpPr>
          <p:nvPr/>
        </p:nvSpPr>
        <p:spPr>
          <a:xfrm xmlns:a="http://schemas.openxmlformats.org/drawingml/2006/main">
            <a:off x="4552620"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2" name="Editable chart path">
            <a:extLst xmlns:a="http://schemas.openxmlformats.org/drawingml/2006/main">
              <a:ext uri="{FF2B5EF4-FFF2-40B4-BE49-F238E27FC236}">
                <a16:creationId xmlns:a16="http://schemas.microsoft.com/office/drawing/2014/main" id="{42C92061-4BAB-4F18-8304-7F5231799AB5}"/>
              </a:ext>
            </a:extLst>
          </p:cNvPr>
          <p:cNvSpPr>
            <a:spLocks xmlns:a="http://schemas.openxmlformats.org/drawingml/2006/main" noGrp="1"/>
          </p:cNvSpPr>
          <p:nvPr/>
        </p:nvSpPr>
        <p:spPr>
          <a:xfrm xmlns:a="http://schemas.openxmlformats.org/drawingml/2006/main">
            <a:off x="4631573"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3" name="Editable chart path">
            <a:extLst xmlns:a="http://schemas.openxmlformats.org/drawingml/2006/main">
              <a:ext uri="{FF2B5EF4-FFF2-40B4-BE49-F238E27FC236}">
                <a16:creationId xmlns:a16="http://schemas.microsoft.com/office/drawing/2014/main" id="{D0920071-5FEB-4F2D-9DD8-E01A39FA37D4}"/>
              </a:ext>
            </a:extLst>
          </p:cNvPr>
          <p:cNvSpPr>
            <a:spLocks xmlns:a="http://schemas.openxmlformats.org/drawingml/2006/main" noGrp="1"/>
          </p:cNvSpPr>
          <p:nvPr/>
        </p:nvSpPr>
        <p:spPr>
          <a:xfrm xmlns:a="http://schemas.openxmlformats.org/drawingml/2006/main">
            <a:off x="4710614"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4" name="Editable chart path">
            <a:extLst xmlns:a="http://schemas.openxmlformats.org/drawingml/2006/main">
              <a:ext uri="{FF2B5EF4-FFF2-40B4-BE49-F238E27FC236}">
                <a16:creationId xmlns:a16="http://schemas.microsoft.com/office/drawing/2014/main" id="{2FF142B4-C4B6-496F-9CDA-0695FBC78207}"/>
              </a:ext>
            </a:extLst>
          </p:cNvPr>
          <p:cNvSpPr>
            <a:spLocks xmlns:a="http://schemas.openxmlformats.org/drawingml/2006/main" noGrp="1"/>
          </p:cNvSpPr>
          <p:nvPr/>
        </p:nvSpPr>
        <p:spPr>
          <a:xfrm xmlns:a="http://schemas.openxmlformats.org/drawingml/2006/main">
            <a:off x="4789567"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5" name="Editable chart path">
            <a:extLst xmlns:a="http://schemas.openxmlformats.org/drawingml/2006/main">
              <a:ext uri="{FF2B5EF4-FFF2-40B4-BE49-F238E27FC236}">
                <a16:creationId xmlns:a16="http://schemas.microsoft.com/office/drawing/2014/main" id="{8CACCDEF-3768-4C54-877F-219EFDE068D4}"/>
              </a:ext>
            </a:extLst>
          </p:cNvPr>
          <p:cNvSpPr>
            <a:spLocks xmlns:a="http://schemas.openxmlformats.org/drawingml/2006/main" noGrp="1"/>
          </p:cNvSpPr>
          <p:nvPr/>
        </p:nvSpPr>
        <p:spPr>
          <a:xfrm xmlns:a="http://schemas.openxmlformats.org/drawingml/2006/main">
            <a:off x="4868608"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6" name="Editable chart path">
            <a:extLst xmlns:a="http://schemas.openxmlformats.org/drawingml/2006/main">
              <a:ext uri="{FF2B5EF4-FFF2-40B4-BE49-F238E27FC236}">
                <a16:creationId xmlns:a16="http://schemas.microsoft.com/office/drawing/2014/main" id="{577B312A-1A4C-4E4D-ABD1-70352AC6D364}"/>
              </a:ext>
            </a:extLst>
          </p:cNvPr>
          <p:cNvSpPr>
            <a:spLocks xmlns:a="http://schemas.openxmlformats.org/drawingml/2006/main" noGrp="1"/>
          </p:cNvSpPr>
          <p:nvPr/>
        </p:nvSpPr>
        <p:spPr>
          <a:xfrm xmlns:a="http://schemas.openxmlformats.org/drawingml/2006/main">
            <a:off x="4947561"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7" name="Editable chart path">
            <a:extLst xmlns:a="http://schemas.openxmlformats.org/drawingml/2006/main">
              <a:ext uri="{FF2B5EF4-FFF2-40B4-BE49-F238E27FC236}">
                <a16:creationId xmlns:a16="http://schemas.microsoft.com/office/drawing/2014/main" id="{1970AE9F-B351-407B-9BC8-52CC2D02F354}"/>
              </a:ext>
            </a:extLst>
          </p:cNvPr>
          <p:cNvSpPr>
            <a:spLocks xmlns:a="http://schemas.openxmlformats.org/drawingml/2006/main" noGrp="1"/>
          </p:cNvSpPr>
          <p:nvPr/>
        </p:nvSpPr>
        <p:spPr>
          <a:xfrm xmlns:a="http://schemas.openxmlformats.org/drawingml/2006/main">
            <a:off x="5026601"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8" name="Editable chart path">
            <a:extLst xmlns:a="http://schemas.openxmlformats.org/drawingml/2006/main">
              <a:ext uri="{FF2B5EF4-FFF2-40B4-BE49-F238E27FC236}">
                <a16:creationId xmlns:a16="http://schemas.microsoft.com/office/drawing/2014/main" id="{C31C025E-11D2-42CA-BF82-E19927DEFE8A}"/>
              </a:ext>
            </a:extLst>
          </p:cNvPr>
          <p:cNvSpPr>
            <a:spLocks xmlns:a="http://schemas.openxmlformats.org/drawingml/2006/main" noGrp="1"/>
          </p:cNvSpPr>
          <p:nvPr/>
        </p:nvSpPr>
        <p:spPr>
          <a:xfrm xmlns:a="http://schemas.openxmlformats.org/drawingml/2006/main">
            <a:off x="5105642"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19" name="Editable chart path">
            <a:extLst xmlns:a="http://schemas.openxmlformats.org/drawingml/2006/main">
              <a:ext uri="{FF2B5EF4-FFF2-40B4-BE49-F238E27FC236}">
                <a16:creationId xmlns:a16="http://schemas.microsoft.com/office/drawing/2014/main" id="{27697968-AF64-4903-9CD7-407A46057C4F}"/>
              </a:ext>
            </a:extLst>
          </p:cNvPr>
          <p:cNvSpPr>
            <a:spLocks xmlns:a="http://schemas.openxmlformats.org/drawingml/2006/main" noGrp="1"/>
          </p:cNvSpPr>
          <p:nvPr/>
        </p:nvSpPr>
        <p:spPr>
          <a:xfrm xmlns:a="http://schemas.openxmlformats.org/drawingml/2006/main">
            <a:off x="5579623"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0" name="Editable chart path">
            <a:extLst xmlns:a="http://schemas.openxmlformats.org/drawingml/2006/main">
              <a:ext uri="{FF2B5EF4-FFF2-40B4-BE49-F238E27FC236}">
                <a16:creationId xmlns:a16="http://schemas.microsoft.com/office/drawing/2014/main" id="{E52ED303-E1A5-4AFD-A004-776754074A0D}"/>
              </a:ext>
            </a:extLst>
          </p:cNvPr>
          <p:cNvSpPr>
            <a:spLocks xmlns:a="http://schemas.openxmlformats.org/drawingml/2006/main" noGrp="1"/>
          </p:cNvSpPr>
          <p:nvPr/>
        </p:nvSpPr>
        <p:spPr>
          <a:xfrm xmlns:a="http://schemas.openxmlformats.org/drawingml/2006/main">
            <a:off x="5658664"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1" name="Editable chart path">
            <a:extLst xmlns:a="http://schemas.openxmlformats.org/drawingml/2006/main">
              <a:ext uri="{FF2B5EF4-FFF2-40B4-BE49-F238E27FC236}">
                <a16:creationId xmlns:a16="http://schemas.microsoft.com/office/drawing/2014/main" id="{38E3EF61-E2F4-4509-9967-DCD079C5A17B}"/>
              </a:ext>
            </a:extLst>
          </p:cNvPr>
          <p:cNvSpPr>
            <a:spLocks xmlns:a="http://schemas.openxmlformats.org/drawingml/2006/main" noGrp="1"/>
          </p:cNvSpPr>
          <p:nvPr/>
        </p:nvSpPr>
        <p:spPr>
          <a:xfrm xmlns:a="http://schemas.openxmlformats.org/drawingml/2006/main">
            <a:off x="5737617"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2" name="Editable chart path">
            <a:extLst xmlns:a="http://schemas.openxmlformats.org/drawingml/2006/main">
              <a:ext uri="{FF2B5EF4-FFF2-40B4-BE49-F238E27FC236}">
                <a16:creationId xmlns:a16="http://schemas.microsoft.com/office/drawing/2014/main" id="{FFB0E6B9-7B6F-4804-B017-7F16D164B02A}"/>
              </a:ext>
            </a:extLst>
          </p:cNvPr>
          <p:cNvSpPr>
            <a:spLocks xmlns:a="http://schemas.openxmlformats.org/drawingml/2006/main" noGrp="1"/>
          </p:cNvSpPr>
          <p:nvPr/>
        </p:nvSpPr>
        <p:spPr>
          <a:xfrm xmlns:a="http://schemas.openxmlformats.org/drawingml/2006/main">
            <a:off x="5816658"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3" name="Editable chart path">
            <a:extLst xmlns:a="http://schemas.openxmlformats.org/drawingml/2006/main">
              <a:ext uri="{FF2B5EF4-FFF2-40B4-BE49-F238E27FC236}">
                <a16:creationId xmlns:a16="http://schemas.microsoft.com/office/drawing/2014/main" id="{54F0E21E-472E-4BE0-AEAA-42DC33A65385}"/>
              </a:ext>
            </a:extLst>
          </p:cNvPr>
          <p:cNvSpPr>
            <a:spLocks xmlns:a="http://schemas.openxmlformats.org/drawingml/2006/main" noGrp="1"/>
          </p:cNvSpPr>
          <p:nvPr/>
        </p:nvSpPr>
        <p:spPr>
          <a:xfrm xmlns:a="http://schemas.openxmlformats.org/drawingml/2006/main">
            <a:off x="5895611"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4" name="Editable chart path">
            <a:extLst xmlns:a="http://schemas.openxmlformats.org/drawingml/2006/main">
              <a:ext uri="{FF2B5EF4-FFF2-40B4-BE49-F238E27FC236}">
                <a16:creationId xmlns:a16="http://schemas.microsoft.com/office/drawing/2014/main" id="{B549979B-9666-45A7-AB81-70C904944357}"/>
              </a:ext>
            </a:extLst>
          </p:cNvPr>
          <p:cNvSpPr>
            <a:spLocks xmlns:a="http://schemas.openxmlformats.org/drawingml/2006/main" noGrp="1"/>
          </p:cNvSpPr>
          <p:nvPr/>
        </p:nvSpPr>
        <p:spPr>
          <a:xfrm xmlns:a="http://schemas.openxmlformats.org/drawingml/2006/main">
            <a:off x="6685667"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5" name="Editable chart path">
            <a:extLst xmlns:a="http://schemas.openxmlformats.org/drawingml/2006/main">
              <a:ext uri="{FF2B5EF4-FFF2-40B4-BE49-F238E27FC236}">
                <a16:creationId xmlns:a16="http://schemas.microsoft.com/office/drawing/2014/main" id="{236DB578-7C07-4E0F-A706-E0CE02411A53}"/>
              </a:ext>
            </a:extLst>
          </p:cNvPr>
          <p:cNvSpPr>
            <a:spLocks xmlns:a="http://schemas.openxmlformats.org/drawingml/2006/main" noGrp="1"/>
          </p:cNvSpPr>
          <p:nvPr/>
        </p:nvSpPr>
        <p:spPr>
          <a:xfrm xmlns:a="http://schemas.openxmlformats.org/drawingml/2006/main">
            <a:off x="6764620"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6" name="Editable chart path">
            <a:extLst xmlns:a="http://schemas.openxmlformats.org/drawingml/2006/main">
              <a:ext uri="{FF2B5EF4-FFF2-40B4-BE49-F238E27FC236}">
                <a16:creationId xmlns:a16="http://schemas.microsoft.com/office/drawing/2014/main" id="{ED289660-8932-44F6-ADE0-9498BA8C6D71}"/>
              </a:ext>
            </a:extLst>
          </p:cNvPr>
          <p:cNvSpPr>
            <a:spLocks xmlns:a="http://schemas.openxmlformats.org/drawingml/2006/main" noGrp="1"/>
          </p:cNvSpPr>
          <p:nvPr/>
        </p:nvSpPr>
        <p:spPr>
          <a:xfrm xmlns:a="http://schemas.openxmlformats.org/drawingml/2006/main">
            <a:off x="7238689"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7" name="Editable chart path">
            <a:extLst xmlns:a="http://schemas.openxmlformats.org/drawingml/2006/main">
              <a:ext uri="{FF2B5EF4-FFF2-40B4-BE49-F238E27FC236}">
                <a16:creationId xmlns:a16="http://schemas.microsoft.com/office/drawing/2014/main" id="{BCFBE0F7-849E-429D-AD6A-048016434679}"/>
              </a:ext>
            </a:extLst>
          </p:cNvPr>
          <p:cNvSpPr>
            <a:spLocks xmlns:a="http://schemas.openxmlformats.org/drawingml/2006/main" noGrp="1"/>
          </p:cNvSpPr>
          <p:nvPr/>
        </p:nvSpPr>
        <p:spPr>
          <a:xfrm xmlns:a="http://schemas.openxmlformats.org/drawingml/2006/main">
            <a:off x="7475636"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8" name="Editable chart path">
            <a:extLst xmlns:a="http://schemas.openxmlformats.org/drawingml/2006/main">
              <a:ext uri="{FF2B5EF4-FFF2-40B4-BE49-F238E27FC236}">
                <a16:creationId xmlns:a16="http://schemas.microsoft.com/office/drawing/2014/main" id="{F4C03383-DB19-44D1-A8BB-0255D7C09F98}"/>
              </a:ext>
            </a:extLst>
          </p:cNvPr>
          <p:cNvSpPr>
            <a:spLocks xmlns:a="http://schemas.openxmlformats.org/drawingml/2006/main" noGrp="1"/>
          </p:cNvSpPr>
          <p:nvPr/>
        </p:nvSpPr>
        <p:spPr>
          <a:xfrm xmlns:a="http://schemas.openxmlformats.org/drawingml/2006/main">
            <a:off x="7554677"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29" name="Editable chart path">
            <a:extLst xmlns:a="http://schemas.openxmlformats.org/drawingml/2006/main">
              <a:ext uri="{FF2B5EF4-FFF2-40B4-BE49-F238E27FC236}">
                <a16:creationId xmlns:a16="http://schemas.microsoft.com/office/drawing/2014/main" id="{7DC8A680-1B12-4C45-BC3A-44A6DFB379A7}"/>
              </a:ext>
            </a:extLst>
          </p:cNvPr>
          <p:cNvSpPr>
            <a:spLocks xmlns:a="http://schemas.openxmlformats.org/drawingml/2006/main" noGrp="1"/>
          </p:cNvSpPr>
          <p:nvPr/>
        </p:nvSpPr>
        <p:spPr>
          <a:xfrm xmlns:a="http://schemas.openxmlformats.org/drawingml/2006/main">
            <a:off x="7633717"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0" name="Editable chart path">
            <a:extLst xmlns:a="http://schemas.openxmlformats.org/drawingml/2006/main">
              <a:ext uri="{FF2B5EF4-FFF2-40B4-BE49-F238E27FC236}">
                <a16:creationId xmlns:a16="http://schemas.microsoft.com/office/drawing/2014/main" id="{A1C577EB-E464-4222-8532-D699190A031E}"/>
              </a:ext>
            </a:extLst>
          </p:cNvPr>
          <p:cNvSpPr>
            <a:spLocks xmlns:a="http://schemas.openxmlformats.org/drawingml/2006/main" noGrp="1"/>
          </p:cNvSpPr>
          <p:nvPr/>
        </p:nvSpPr>
        <p:spPr>
          <a:xfrm xmlns:a="http://schemas.openxmlformats.org/drawingml/2006/main">
            <a:off x="7949705"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1" name="Editable chart path">
            <a:extLst xmlns:a="http://schemas.openxmlformats.org/drawingml/2006/main">
              <a:ext uri="{FF2B5EF4-FFF2-40B4-BE49-F238E27FC236}">
                <a16:creationId xmlns:a16="http://schemas.microsoft.com/office/drawing/2014/main" id="{CE54398A-DC97-425F-B1F4-91022AFF039B}"/>
              </a:ext>
            </a:extLst>
          </p:cNvPr>
          <p:cNvSpPr>
            <a:spLocks xmlns:a="http://schemas.openxmlformats.org/drawingml/2006/main" noGrp="1"/>
          </p:cNvSpPr>
          <p:nvPr/>
        </p:nvSpPr>
        <p:spPr>
          <a:xfrm xmlns:a="http://schemas.openxmlformats.org/drawingml/2006/main">
            <a:off x="8028658" y="333030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2" name="Editable chart path">
            <a:extLst xmlns:a="http://schemas.openxmlformats.org/drawingml/2006/main">
              <a:ext uri="{FF2B5EF4-FFF2-40B4-BE49-F238E27FC236}">
                <a16:creationId xmlns:a16="http://schemas.microsoft.com/office/drawing/2014/main" id="{9B4D40F4-59F6-40AE-9443-4D59E492DBA2}"/>
              </a:ext>
            </a:extLst>
          </p:cNvPr>
          <p:cNvSpPr>
            <a:spLocks xmlns:a="http://schemas.openxmlformats.org/drawingml/2006/main" noGrp="1"/>
          </p:cNvSpPr>
          <p:nvPr/>
        </p:nvSpPr>
        <p:spPr>
          <a:xfrm xmlns:a="http://schemas.openxmlformats.org/drawingml/2006/main">
            <a:off x="4394539"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3" name="Editable chart path">
            <a:extLst xmlns:a="http://schemas.openxmlformats.org/drawingml/2006/main">
              <a:ext uri="{FF2B5EF4-FFF2-40B4-BE49-F238E27FC236}">
                <a16:creationId xmlns:a16="http://schemas.microsoft.com/office/drawing/2014/main" id="{440BCB3D-B7DB-4958-9FFC-0A96270A8224}"/>
              </a:ext>
            </a:extLst>
          </p:cNvPr>
          <p:cNvSpPr>
            <a:spLocks xmlns:a="http://schemas.openxmlformats.org/drawingml/2006/main" noGrp="1"/>
          </p:cNvSpPr>
          <p:nvPr/>
        </p:nvSpPr>
        <p:spPr>
          <a:xfrm xmlns:a="http://schemas.openxmlformats.org/drawingml/2006/main">
            <a:off x="4473580"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4" name="Editable chart path">
            <a:extLst xmlns:a="http://schemas.openxmlformats.org/drawingml/2006/main">
              <a:ext uri="{FF2B5EF4-FFF2-40B4-BE49-F238E27FC236}">
                <a16:creationId xmlns:a16="http://schemas.microsoft.com/office/drawing/2014/main" id="{51CFCC2F-B451-4332-BA58-879D12829DAA}"/>
              </a:ext>
            </a:extLst>
          </p:cNvPr>
          <p:cNvSpPr>
            <a:spLocks xmlns:a="http://schemas.openxmlformats.org/drawingml/2006/main" noGrp="1"/>
          </p:cNvSpPr>
          <p:nvPr/>
        </p:nvSpPr>
        <p:spPr>
          <a:xfrm xmlns:a="http://schemas.openxmlformats.org/drawingml/2006/main">
            <a:off x="4552620"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5" name="Editable chart path">
            <a:extLst xmlns:a="http://schemas.openxmlformats.org/drawingml/2006/main">
              <a:ext uri="{FF2B5EF4-FFF2-40B4-BE49-F238E27FC236}">
                <a16:creationId xmlns:a16="http://schemas.microsoft.com/office/drawing/2014/main" id="{FDC37B0F-B411-46D6-B074-A8FEADD0B592}"/>
              </a:ext>
            </a:extLst>
          </p:cNvPr>
          <p:cNvSpPr>
            <a:spLocks xmlns:a="http://schemas.openxmlformats.org/drawingml/2006/main" noGrp="1"/>
          </p:cNvSpPr>
          <p:nvPr/>
        </p:nvSpPr>
        <p:spPr>
          <a:xfrm xmlns:a="http://schemas.openxmlformats.org/drawingml/2006/main">
            <a:off x="4631573"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6" name="Editable chart path">
            <a:extLst xmlns:a="http://schemas.openxmlformats.org/drawingml/2006/main">
              <a:ext uri="{FF2B5EF4-FFF2-40B4-BE49-F238E27FC236}">
                <a16:creationId xmlns:a16="http://schemas.microsoft.com/office/drawing/2014/main" id="{FE00D286-8BFD-434C-A974-75C8C54304E7}"/>
              </a:ext>
            </a:extLst>
          </p:cNvPr>
          <p:cNvSpPr>
            <a:spLocks xmlns:a="http://schemas.openxmlformats.org/drawingml/2006/main" noGrp="1"/>
          </p:cNvSpPr>
          <p:nvPr/>
        </p:nvSpPr>
        <p:spPr>
          <a:xfrm xmlns:a="http://schemas.openxmlformats.org/drawingml/2006/main">
            <a:off x="4710614"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7" name="Editable chart path">
            <a:extLst xmlns:a="http://schemas.openxmlformats.org/drawingml/2006/main">
              <a:ext uri="{FF2B5EF4-FFF2-40B4-BE49-F238E27FC236}">
                <a16:creationId xmlns:a16="http://schemas.microsoft.com/office/drawing/2014/main" id="{F3CE5AC2-5B54-4457-9E8F-9FADED9B1420}"/>
              </a:ext>
            </a:extLst>
          </p:cNvPr>
          <p:cNvSpPr>
            <a:spLocks xmlns:a="http://schemas.openxmlformats.org/drawingml/2006/main" noGrp="1"/>
          </p:cNvSpPr>
          <p:nvPr/>
        </p:nvSpPr>
        <p:spPr>
          <a:xfrm xmlns:a="http://schemas.openxmlformats.org/drawingml/2006/main">
            <a:off x="4789567"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8" name="Editable chart path">
            <a:extLst xmlns:a="http://schemas.openxmlformats.org/drawingml/2006/main">
              <a:ext uri="{FF2B5EF4-FFF2-40B4-BE49-F238E27FC236}">
                <a16:creationId xmlns:a16="http://schemas.microsoft.com/office/drawing/2014/main" id="{35909EB7-8D2B-425F-9918-A2925172EDC6}"/>
              </a:ext>
            </a:extLst>
          </p:cNvPr>
          <p:cNvSpPr>
            <a:spLocks xmlns:a="http://schemas.openxmlformats.org/drawingml/2006/main" noGrp="1"/>
          </p:cNvSpPr>
          <p:nvPr/>
        </p:nvSpPr>
        <p:spPr>
          <a:xfrm xmlns:a="http://schemas.openxmlformats.org/drawingml/2006/main">
            <a:off x="4868608"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39" name="Editable chart path">
            <a:extLst xmlns:a="http://schemas.openxmlformats.org/drawingml/2006/main">
              <a:ext uri="{FF2B5EF4-FFF2-40B4-BE49-F238E27FC236}">
                <a16:creationId xmlns:a16="http://schemas.microsoft.com/office/drawing/2014/main" id="{C70E92A3-D08C-4672-B1C3-3749D4AF3DAE}"/>
              </a:ext>
            </a:extLst>
          </p:cNvPr>
          <p:cNvSpPr>
            <a:spLocks xmlns:a="http://schemas.openxmlformats.org/drawingml/2006/main" noGrp="1"/>
          </p:cNvSpPr>
          <p:nvPr/>
        </p:nvSpPr>
        <p:spPr>
          <a:xfrm xmlns:a="http://schemas.openxmlformats.org/drawingml/2006/main">
            <a:off x="5026601"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0" name="Editable chart path">
            <a:extLst xmlns:a="http://schemas.openxmlformats.org/drawingml/2006/main">
              <a:ext uri="{FF2B5EF4-FFF2-40B4-BE49-F238E27FC236}">
                <a16:creationId xmlns:a16="http://schemas.microsoft.com/office/drawing/2014/main" id="{E3DAED37-6E83-458D-9272-AD02B8B58C9B}"/>
              </a:ext>
            </a:extLst>
          </p:cNvPr>
          <p:cNvSpPr>
            <a:spLocks xmlns:a="http://schemas.openxmlformats.org/drawingml/2006/main" noGrp="1"/>
          </p:cNvSpPr>
          <p:nvPr/>
        </p:nvSpPr>
        <p:spPr>
          <a:xfrm xmlns:a="http://schemas.openxmlformats.org/drawingml/2006/main">
            <a:off x="5105642"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1" name="Editable chart path">
            <a:extLst xmlns:a="http://schemas.openxmlformats.org/drawingml/2006/main">
              <a:ext uri="{FF2B5EF4-FFF2-40B4-BE49-F238E27FC236}">
                <a16:creationId xmlns:a16="http://schemas.microsoft.com/office/drawing/2014/main" id="{2644ECFD-241C-40CB-8C1B-072597B0EA63}"/>
              </a:ext>
            </a:extLst>
          </p:cNvPr>
          <p:cNvSpPr>
            <a:spLocks xmlns:a="http://schemas.openxmlformats.org/drawingml/2006/main" noGrp="1"/>
          </p:cNvSpPr>
          <p:nvPr/>
        </p:nvSpPr>
        <p:spPr>
          <a:xfrm xmlns:a="http://schemas.openxmlformats.org/drawingml/2006/main">
            <a:off x="5579623"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2" name="Editable chart path">
            <a:extLst xmlns:a="http://schemas.openxmlformats.org/drawingml/2006/main">
              <a:ext uri="{FF2B5EF4-FFF2-40B4-BE49-F238E27FC236}">
                <a16:creationId xmlns:a16="http://schemas.microsoft.com/office/drawing/2014/main" id="{347F5209-92D1-4EFA-A54E-E83F8F2A650C}"/>
              </a:ext>
            </a:extLst>
          </p:cNvPr>
          <p:cNvSpPr>
            <a:spLocks xmlns:a="http://schemas.openxmlformats.org/drawingml/2006/main" noGrp="1"/>
          </p:cNvSpPr>
          <p:nvPr/>
        </p:nvSpPr>
        <p:spPr>
          <a:xfrm xmlns:a="http://schemas.openxmlformats.org/drawingml/2006/main">
            <a:off x="5658664"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3" name="Editable chart path">
            <a:extLst xmlns:a="http://schemas.openxmlformats.org/drawingml/2006/main">
              <a:ext uri="{FF2B5EF4-FFF2-40B4-BE49-F238E27FC236}">
                <a16:creationId xmlns:a16="http://schemas.microsoft.com/office/drawing/2014/main" id="{29620D0E-E71A-41E3-94D5-3285821A0139}"/>
              </a:ext>
            </a:extLst>
          </p:cNvPr>
          <p:cNvSpPr>
            <a:spLocks xmlns:a="http://schemas.openxmlformats.org/drawingml/2006/main" noGrp="1"/>
          </p:cNvSpPr>
          <p:nvPr/>
        </p:nvSpPr>
        <p:spPr>
          <a:xfrm xmlns:a="http://schemas.openxmlformats.org/drawingml/2006/main">
            <a:off x="5737617"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4" name="Editable chart path">
            <a:extLst xmlns:a="http://schemas.openxmlformats.org/drawingml/2006/main">
              <a:ext uri="{FF2B5EF4-FFF2-40B4-BE49-F238E27FC236}">
                <a16:creationId xmlns:a16="http://schemas.microsoft.com/office/drawing/2014/main" id="{EF7D124F-F3E9-4D42-83BA-0526886FD10C}"/>
              </a:ext>
            </a:extLst>
          </p:cNvPr>
          <p:cNvSpPr>
            <a:spLocks xmlns:a="http://schemas.openxmlformats.org/drawingml/2006/main" noGrp="1"/>
          </p:cNvSpPr>
          <p:nvPr/>
        </p:nvSpPr>
        <p:spPr>
          <a:xfrm xmlns:a="http://schemas.openxmlformats.org/drawingml/2006/main">
            <a:off x="5816658"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5" name="Editable chart path">
            <a:extLst xmlns:a="http://schemas.openxmlformats.org/drawingml/2006/main">
              <a:ext uri="{FF2B5EF4-FFF2-40B4-BE49-F238E27FC236}">
                <a16:creationId xmlns:a16="http://schemas.microsoft.com/office/drawing/2014/main" id="{E5C356C1-1C98-44F1-9276-94C9FCAE2F5A}"/>
              </a:ext>
            </a:extLst>
          </p:cNvPr>
          <p:cNvSpPr>
            <a:spLocks xmlns:a="http://schemas.openxmlformats.org/drawingml/2006/main" noGrp="1"/>
          </p:cNvSpPr>
          <p:nvPr/>
        </p:nvSpPr>
        <p:spPr>
          <a:xfrm xmlns:a="http://schemas.openxmlformats.org/drawingml/2006/main">
            <a:off x="5895611"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6" name="Editable chart path">
            <a:extLst xmlns:a="http://schemas.openxmlformats.org/drawingml/2006/main">
              <a:ext uri="{FF2B5EF4-FFF2-40B4-BE49-F238E27FC236}">
                <a16:creationId xmlns:a16="http://schemas.microsoft.com/office/drawing/2014/main" id="{3D800A5B-0568-42AB-ADD8-D987B03652DA}"/>
              </a:ext>
            </a:extLst>
          </p:cNvPr>
          <p:cNvSpPr>
            <a:spLocks xmlns:a="http://schemas.openxmlformats.org/drawingml/2006/main" noGrp="1"/>
          </p:cNvSpPr>
          <p:nvPr/>
        </p:nvSpPr>
        <p:spPr>
          <a:xfrm xmlns:a="http://schemas.openxmlformats.org/drawingml/2006/main">
            <a:off x="6685667"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7" name="Editable chart path">
            <a:extLst xmlns:a="http://schemas.openxmlformats.org/drawingml/2006/main">
              <a:ext uri="{FF2B5EF4-FFF2-40B4-BE49-F238E27FC236}">
                <a16:creationId xmlns:a16="http://schemas.microsoft.com/office/drawing/2014/main" id="{950D5AD2-22D4-4EDA-891B-F6B594F7D822}"/>
              </a:ext>
            </a:extLst>
          </p:cNvPr>
          <p:cNvSpPr>
            <a:spLocks xmlns:a="http://schemas.openxmlformats.org/drawingml/2006/main" noGrp="1"/>
          </p:cNvSpPr>
          <p:nvPr/>
        </p:nvSpPr>
        <p:spPr>
          <a:xfrm xmlns:a="http://schemas.openxmlformats.org/drawingml/2006/main">
            <a:off x="6764620"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8" name="Editable chart path">
            <a:extLst xmlns:a="http://schemas.openxmlformats.org/drawingml/2006/main">
              <a:ext uri="{FF2B5EF4-FFF2-40B4-BE49-F238E27FC236}">
                <a16:creationId xmlns:a16="http://schemas.microsoft.com/office/drawing/2014/main" id="{0C124A2E-A1B0-4D36-85A3-06C3B8085743}"/>
              </a:ext>
            </a:extLst>
          </p:cNvPr>
          <p:cNvSpPr>
            <a:spLocks xmlns:a="http://schemas.openxmlformats.org/drawingml/2006/main" noGrp="1"/>
          </p:cNvSpPr>
          <p:nvPr/>
        </p:nvSpPr>
        <p:spPr>
          <a:xfrm xmlns:a="http://schemas.openxmlformats.org/drawingml/2006/main">
            <a:off x="7317642"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49" name="Editable chart path">
            <a:extLst xmlns:a="http://schemas.openxmlformats.org/drawingml/2006/main">
              <a:ext uri="{FF2B5EF4-FFF2-40B4-BE49-F238E27FC236}">
                <a16:creationId xmlns:a16="http://schemas.microsoft.com/office/drawing/2014/main" id="{703FC513-9EFC-4998-BBF7-8F6AA05E0B77}"/>
              </a:ext>
            </a:extLst>
          </p:cNvPr>
          <p:cNvSpPr>
            <a:spLocks xmlns:a="http://schemas.openxmlformats.org/drawingml/2006/main" noGrp="1"/>
          </p:cNvSpPr>
          <p:nvPr/>
        </p:nvSpPr>
        <p:spPr>
          <a:xfrm xmlns:a="http://schemas.openxmlformats.org/drawingml/2006/main">
            <a:off x="7396683"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0" name="Editable chart path">
            <a:extLst xmlns:a="http://schemas.openxmlformats.org/drawingml/2006/main">
              <a:ext uri="{FF2B5EF4-FFF2-40B4-BE49-F238E27FC236}">
                <a16:creationId xmlns:a16="http://schemas.microsoft.com/office/drawing/2014/main" id="{F1D717C3-C114-4E37-BE0A-92D423CA1518}"/>
              </a:ext>
            </a:extLst>
          </p:cNvPr>
          <p:cNvSpPr>
            <a:spLocks xmlns:a="http://schemas.openxmlformats.org/drawingml/2006/main" noGrp="1"/>
          </p:cNvSpPr>
          <p:nvPr/>
        </p:nvSpPr>
        <p:spPr>
          <a:xfrm xmlns:a="http://schemas.openxmlformats.org/drawingml/2006/main">
            <a:off x="7475636"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1" name="Editable chart path">
            <a:extLst xmlns:a="http://schemas.openxmlformats.org/drawingml/2006/main">
              <a:ext uri="{FF2B5EF4-FFF2-40B4-BE49-F238E27FC236}">
                <a16:creationId xmlns:a16="http://schemas.microsoft.com/office/drawing/2014/main" id="{6997C02E-D129-4E15-A3EA-A93FD911BE23}"/>
              </a:ext>
            </a:extLst>
          </p:cNvPr>
          <p:cNvSpPr>
            <a:spLocks xmlns:a="http://schemas.openxmlformats.org/drawingml/2006/main" noGrp="1"/>
          </p:cNvSpPr>
          <p:nvPr/>
        </p:nvSpPr>
        <p:spPr>
          <a:xfrm xmlns:a="http://schemas.openxmlformats.org/drawingml/2006/main">
            <a:off x="7870664"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2" name="Editable chart path">
            <a:extLst xmlns:a="http://schemas.openxmlformats.org/drawingml/2006/main">
              <a:ext uri="{FF2B5EF4-FFF2-40B4-BE49-F238E27FC236}">
                <a16:creationId xmlns:a16="http://schemas.microsoft.com/office/drawing/2014/main" id="{FE382CA2-2031-4478-BE08-3FD8ED639810}"/>
              </a:ext>
            </a:extLst>
          </p:cNvPr>
          <p:cNvSpPr>
            <a:spLocks xmlns:a="http://schemas.openxmlformats.org/drawingml/2006/main" noGrp="1"/>
          </p:cNvSpPr>
          <p:nvPr/>
        </p:nvSpPr>
        <p:spPr>
          <a:xfrm xmlns:a="http://schemas.openxmlformats.org/drawingml/2006/main">
            <a:off x="7949705"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3" name="Editable chart path">
            <a:extLst xmlns:a="http://schemas.openxmlformats.org/drawingml/2006/main">
              <a:ext uri="{FF2B5EF4-FFF2-40B4-BE49-F238E27FC236}">
                <a16:creationId xmlns:a16="http://schemas.microsoft.com/office/drawing/2014/main" id="{4CCC3ACC-374E-4D43-992C-2E936E67EB14}"/>
              </a:ext>
            </a:extLst>
          </p:cNvPr>
          <p:cNvSpPr>
            <a:spLocks xmlns:a="http://schemas.openxmlformats.org/drawingml/2006/main" noGrp="1"/>
          </p:cNvSpPr>
          <p:nvPr/>
        </p:nvSpPr>
        <p:spPr>
          <a:xfrm xmlns:a="http://schemas.openxmlformats.org/drawingml/2006/main">
            <a:off x="8028658"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4" name="Editable chart path">
            <a:extLst xmlns:a="http://schemas.openxmlformats.org/drawingml/2006/main">
              <a:ext uri="{FF2B5EF4-FFF2-40B4-BE49-F238E27FC236}">
                <a16:creationId xmlns:a16="http://schemas.microsoft.com/office/drawing/2014/main" id="{220F12C8-7BA7-498B-B9C7-596FD0A6D73A}"/>
              </a:ext>
            </a:extLst>
          </p:cNvPr>
          <p:cNvSpPr>
            <a:spLocks xmlns:a="http://schemas.openxmlformats.org/drawingml/2006/main" noGrp="1"/>
          </p:cNvSpPr>
          <p:nvPr/>
        </p:nvSpPr>
        <p:spPr>
          <a:xfrm xmlns:a="http://schemas.openxmlformats.org/drawingml/2006/main">
            <a:off x="8107698" y="3250802"/>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5" name="Editable chart path">
            <a:extLst xmlns:a="http://schemas.openxmlformats.org/drawingml/2006/main">
              <a:ext uri="{FF2B5EF4-FFF2-40B4-BE49-F238E27FC236}">
                <a16:creationId xmlns:a16="http://schemas.microsoft.com/office/drawing/2014/main" id="{23A9BDAC-7B0A-46B9-98F1-39B4DB258A33}"/>
              </a:ext>
            </a:extLst>
          </p:cNvPr>
          <p:cNvSpPr>
            <a:spLocks xmlns:a="http://schemas.openxmlformats.org/drawingml/2006/main" noGrp="1"/>
          </p:cNvSpPr>
          <p:nvPr/>
        </p:nvSpPr>
        <p:spPr>
          <a:xfrm xmlns:a="http://schemas.openxmlformats.org/drawingml/2006/main">
            <a:off x="4473580"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6" name="Editable chart path">
            <a:extLst xmlns:a="http://schemas.openxmlformats.org/drawingml/2006/main">
              <a:ext uri="{FF2B5EF4-FFF2-40B4-BE49-F238E27FC236}">
                <a16:creationId xmlns:a16="http://schemas.microsoft.com/office/drawing/2014/main" id="{7CA522D6-39AD-4A90-A236-DB7EF3157C94}"/>
              </a:ext>
            </a:extLst>
          </p:cNvPr>
          <p:cNvSpPr>
            <a:spLocks xmlns:a="http://schemas.openxmlformats.org/drawingml/2006/main" noGrp="1"/>
          </p:cNvSpPr>
          <p:nvPr/>
        </p:nvSpPr>
        <p:spPr>
          <a:xfrm xmlns:a="http://schemas.openxmlformats.org/drawingml/2006/main">
            <a:off x="4552620"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7" name="Editable chart path">
            <a:extLst xmlns:a="http://schemas.openxmlformats.org/drawingml/2006/main">
              <a:ext uri="{FF2B5EF4-FFF2-40B4-BE49-F238E27FC236}">
                <a16:creationId xmlns:a16="http://schemas.microsoft.com/office/drawing/2014/main" id="{D7DACD06-2850-4462-9A4D-F9B9F0F55504}"/>
              </a:ext>
            </a:extLst>
          </p:cNvPr>
          <p:cNvSpPr>
            <a:spLocks xmlns:a="http://schemas.openxmlformats.org/drawingml/2006/main" noGrp="1"/>
          </p:cNvSpPr>
          <p:nvPr/>
        </p:nvSpPr>
        <p:spPr>
          <a:xfrm xmlns:a="http://schemas.openxmlformats.org/drawingml/2006/main">
            <a:off x="4631573"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8" name="Editable chart path">
            <a:extLst xmlns:a="http://schemas.openxmlformats.org/drawingml/2006/main">
              <a:ext uri="{FF2B5EF4-FFF2-40B4-BE49-F238E27FC236}">
                <a16:creationId xmlns:a16="http://schemas.microsoft.com/office/drawing/2014/main" id="{8418D530-4CB2-428A-8079-7337D56AAD63}"/>
              </a:ext>
            </a:extLst>
          </p:cNvPr>
          <p:cNvSpPr>
            <a:spLocks xmlns:a="http://schemas.openxmlformats.org/drawingml/2006/main" noGrp="1"/>
          </p:cNvSpPr>
          <p:nvPr/>
        </p:nvSpPr>
        <p:spPr>
          <a:xfrm xmlns:a="http://schemas.openxmlformats.org/drawingml/2006/main">
            <a:off x="4710614"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59" name="Editable chart path">
            <a:extLst xmlns:a="http://schemas.openxmlformats.org/drawingml/2006/main">
              <a:ext uri="{FF2B5EF4-FFF2-40B4-BE49-F238E27FC236}">
                <a16:creationId xmlns:a16="http://schemas.microsoft.com/office/drawing/2014/main" id="{AB8D8D0C-BF6A-4A9F-933B-F07931FDEB4B}"/>
              </a:ext>
            </a:extLst>
          </p:cNvPr>
          <p:cNvSpPr>
            <a:spLocks xmlns:a="http://schemas.openxmlformats.org/drawingml/2006/main" noGrp="1"/>
          </p:cNvSpPr>
          <p:nvPr/>
        </p:nvSpPr>
        <p:spPr>
          <a:xfrm xmlns:a="http://schemas.openxmlformats.org/drawingml/2006/main">
            <a:off x="4789567"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0" name="Editable chart path">
            <a:extLst xmlns:a="http://schemas.openxmlformats.org/drawingml/2006/main">
              <a:ext uri="{FF2B5EF4-FFF2-40B4-BE49-F238E27FC236}">
                <a16:creationId xmlns:a16="http://schemas.microsoft.com/office/drawing/2014/main" id="{DC2C1F0D-9C03-42DC-B541-24BFC4A19807}"/>
              </a:ext>
            </a:extLst>
          </p:cNvPr>
          <p:cNvSpPr>
            <a:spLocks xmlns:a="http://schemas.openxmlformats.org/drawingml/2006/main" noGrp="1"/>
          </p:cNvSpPr>
          <p:nvPr/>
        </p:nvSpPr>
        <p:spPr>
          <a:xfrm xmlns:a="http://schemas.openxmlformats.org/drawingml/2006/main">
            <a:off x="4868608"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1" name="Editable chart path">
            <a:extLst xmlns:a="http://schemas.openxmlformats.org/drawingml/2006/main">
              <a:ext uri="{FF2B5EF4-FFF2-40B4-BE49-F238E27FC236}">
                <a16:creationId xmlns:a16="http://schemas.microsoft.com/office/drawing/2014/main" id="{09664120-BC86-44D9-B9EF-420AD00A593B}"/>
              </a:ext>
            </a:extLst>
          </p:cNvPr>
          <p:cNvSpPr>
            <a:spLocks xmlns:a="http://schemas.openxmlformats.org/drawingml/2006/main" noGrp="1"/>
          </p:cNvSpPr>
          <p:nvPr/>
        </p:nvSpPr>
        <p:spPr>
          <a:xfrm xmlns:a="http://schemas.openxmlformats.org/drawingml/2006/main">
            <a:off x="4947561"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2" name="Editable chart path">
            <a:extLst xmlns:a="http://schemas.openxmlformats.org/drawingml/2006/main">
              <a:ext uri="{FF2B5EF4-FFF2-40B4-BE49-F238E27FC236}">
                <a16:creationId xmlns:a16="http://schemas.microsoft.com/office/drawing/2014/main" id="{580ECE94-CE83-4AA6-AEBA-A31FFA3B406B}"/>
              </a:ext>
            </a:extLst>
          </p:cNvPr>
          <p:cNvSpPr>
            <a:spLocks xmlns:a="http://schemas.openxmlformats.org/drawingml/2006/main" noGrp="1"/>
          </p:cNvSpPr>
          <p:nvPr/>
        </p:nvSpPr>
        <p:spPr>
          <a:xfrm xmlns:a="http://schemas.openxmlformats.org/drawingml/2006/main">
            <a:off x="5026601"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3" name="Editable chart path">
            <a:extLst xmlns:a="http://schemas.openxmlformats.org/drawingml/2006/main">
              <a:ext uri="{FF2B5EF4-FFF2-40B4-BE49-F238E27FC236}">
                <a16:creationId xmlns:a16="http://schemas.microsoft.com/office/drawing/2014/main" id="{79A22895-DE7E-4D8E-B189-57E83FAE05C4}"/>
              </a:ext>
            </a:extLst>
          </p:cNvPr>
          <p:cNvSpPr>
            <a:spLocks xmlns:a="http://schemas.openxmlformats.org/drawingml/2006/main" noGrp="1"/>
          </p:cNvSpPr>
          <p:nvPr/>
        </p:nvSpPr>
        <p:spPr>
          <a:xfrm xmlns:a="http://schemas.openxmlformats.org/drawingml/2006/main">
            <a:off x="5579623"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4" name="Editable chart path">
            <a:extLst xmlns:a="http://schemas.openxmlformats.org/drawingml/2006/main">
              <a:ext uri="{FF2B5EF4-FFF2-40B4-BE49-F238E27FC236}">
                <a16:creationId xmlns:a16="http://schemas.microsoft.com/office/drawing/2014/main" id="{974BB7A4-4B65-45B7-A324-FE4B61325ED9}"/>
              </a:ext>
            </a:extLst>
          </p:cNvPr>
          <p:cNvSpPr>
            <a:spLocks xmlns:a="http://schemas.openxmlformats.org/drawingml/2006/main" noGrp="1"/>
          </p:cNvSpPr>
          <p:nvPr/>
        </p:nvSpPr>
        <p:spPr>
          <a:xfrm xmlns:a="http://schemas.openxmlformats.org/drawingml/2006/main">
            <a:off x="5658664"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5" name="Editable chart path">
            <a:extLst xmlns:a="http://schemas.openxmlformats.org/drawingml/2006/main">
              <a:ext uri="{FF2B5EF4-FFF2-40B4-BE49-F238E27FC236}">
                <a16:creationId xmlns:a16="http://schemas.microsoft.com/office/drawing/2014/main" id="{ADEA5A5A-AAFC-4171-ABCA-5AE5FE93C515}"/>
              </a:ext>
            </a:extLst>
          </p:cNvPr>
          <p:cNvSpPr>
            <a:spLocks xmlns:a="http://schemas.openxmlformats.org/drawingml/2006/main" noGrp="1"/>
          </p:cNvSpPr>
          <p:nvPr/>
        </p:nvSpPr>
        <p:spPr>
          <a:xfrm xmlns:a="http://schemas.openxmlformats.org/drawingml/2006/main">
            <a:off x="5737617"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6" name="Editable chart path">
            <a:extLst xmlns:a="http://schemas.openxmlformats.org/drawingml/2006/main">
              <a:ext uri="{FF2B5EF4-FFF2-40B4-BE49-F238E27FC236}">
                <a16:creationId xmlns:a16="http://schemas.microsoft.com/office/drawing/2014/main" id="{F86134AC-7B4E-4942-867F-247D0536BE54}"/>
              </a:ext>
            </a:extLst>
          </p:cNvPr>
          <p:cNvSpPr>
            <a:spLocks xmlns:a="http://schemas.openxmlformats.org/drawingml/2006/main" noGrp="1"/>
          </p:cNvSpPr>
          <p:nvPr/>
        </p:nvSpPr>
        <p:spPr>
          <a:xfrm xmlns:a="http://schemas.openxmlformats.org/drawingml/2006/main">
            <a:off x="5816658"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7" name="Editable chart path">
            <a:extLst xmlns:a="http://schemas.openxmlformats.org/drawingml/2006/main">
              <a:ext uri="{FF2B5EF4-FFF2-40B4-BE49-F238E27FC236}">
                <a16:creationId xmlns:a16="http://schemas.microsoft.com/office/drawing/2014/main" id="{9E67950A-6FC9-455D-9784-3D4B3120BB32}"/>
              </a:ext>
            </a:extLst>
          </p:cNvPr>
          <p:cNvSpPr>
            <a:spLocks xmlns:a="http://schemas.openxmlformats.org/drawingml/2006/main" noGrp="1"/>
          </p:cNvSpPr>
          <p:nvPr/>
        </p:nvSpPr>
        <p:spPr>
          <a:xfrm xmlns:a="http://schemas.openxmlformats.org/drawingml/2006/main">
            <a:off x="7001655"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8" name="Editable chart path">
            <a:extLst xmlns:a="http://schemas.openxmlformats.org/drawingml/2006/main">
              <a:ext uri="{FF2B5EF4-FFF2-40B4-BE49-F238E27FC236}">
                <a16:creationId xmlns:a16="http://schemas.microsoft.com/office/drawing/2014/main" id="{E7A9843F-43B7-4A81-AA29-EB1AFC3FB09A}"/>
              </a:ext>
            </a:extLst>
          </p:cNvPr>
          <p:cNvSpPr>
            <a:spLocks xmlns:a="http://schemas.openxmlformats.org/drawingml/2006/main" noGrp="1"/>
          </p:cNvSpPr>
          <p:nvPr/>
        </p:nvSpPr>
        <p:spPr>
          <a:xfrm xmlns:a="http://schemas.openxmlformats.org/drawingml/2006/main">
            <a:off x="7080695"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69" name="Editable chart path">
            <a:extLst xmlns:a="http://schemas.openxmlformats.org/drawingml/2006/main">
              <a:ext uri="{FF2B5EF4-FFF2-40B4-BE49-F238E27FC236}">
                <a16:creationId xmlns:a16="http://schemas.microsoft.com/office/drawing/2014/main" id="{607A9E15-07F2-48D8-BE9E-4593AF42353C}"/>
              </a:ext>
            </a:extLst>
          </p:cNvPr>
          <p:cNvSpPr>
            <a:spLocks xmlns:a="http://schemas.openxmlformats.org/drawingml/2006/main" noGrp="1"/>
          </p:cNvSpPr>
          <p:nvPr/>
        </p:nvSpPr>
        <p:spPr>
          <a:xfrm xmlns:a="http://schemas.openxmlformats.org/drawingml/2006/main">
            <a:off x="7159648"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0" name="Editable chart path">
            <a:extLst xmlns:a="http://schemas.openxmlformats.org/drawingml/2006/main">
              <a:ext uri="{FF2B5EF4-FFF2-40B4-BE49-F238E27FC236}">
                <a16:creationId xmlns:a16="http://schemas.microsoft.com/office/drawing/2014/main" id="{B43CE0CB-6CAD-4F97-937D-2DE38A4E429A}"/>
              </a:ext>
            </a:extLst>
          </p:cNvPr>
          <p:cNvSpPr>
            <a:spLocks xmlns:a="http://schemas.openxmlformats.org/drawingml/2006/main" noGrp="1"/>
          </p:cNvSpPr>
          <p:nvPr/>
        </p:nvSpPr>
        <p:spPr>
          <a:xfrm xmlns:a="http://schemas.openxmlformats.org/drawingml/2006/main">
            <a:off x="7317642"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1" name="Editable chart path">
            <a:extLst xmlns:a="http://schemas.openxmlformats.org/drawingml/2006/main">
              <a:ext uri="{FF2B5EF4-FFF2-40B4-BE49-F238E27FC236}">
                <a16:creationId xmlns:a16="http://schemas.microsoft.com/office/drawing/2014/main" id="{B2683D74-7631-4171-822A-4E1B5767F552}"/>
              </a:ext>
            </a:extLst>
          </p:cNvPr>
          <p:cNvSpPr>
            <a:spLocks xmlns:a="http://schemas.openxmlformats.org/drawingml/2006/main" noGrp="1"/>
          </p:cNvSpPr>
          <p:nvPr/>
        </p:nvSpPr>
        <p:spPr>
          <a:xfrm xmlns:a="http://schemas.openxmlformats.org/drawingml/2006/main">
            <a:off x="7396683"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2" name="Editable chart path">
            <a:extLst xmlns:a="http://schemas.openxmlformats.org/drawingml/2006/main">
              <a:ext uri="{FF2B5EF4-FFF2-40B4-BE49-F238E27FC236}">
                <a16:creationId xmlns:a16="http://schemas.microsoft.com/office/drawing/2014/main" id="{476A7C47-CB6E-41BF-8FD5-2E4D0ECB0912}"/>
              </a:ext>
            </a:extLst>
          </p:cNvPr>
          <p:cNvSpPr>
            <a:spLocks xmlns:a="http://schemas.openxmlformats.org/drawingml/2006/main" noGrp="1"/>
          </p:cNvSpPr>
          <p:nvPr/>
        </p:nvSpPr>
        <p:spPr>
          <a:xfrm xmlns:a="http://schemas.openxmlformats.org/drawingml/2006/main">
            <a:off x="7712670"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3" name="Editable chart path">
            <a:extLst xmlns:a="http://schemas.openxmlformats.org/drawingml/2006/main">
              <a:ext uri="{FF2B5EF4-FFF2-40B4-BE49-F238E27FC236}">
                <a16:creationId xmlns:a16="http://schemas.microsoft.com/office/drawing/2014/main" id="{8559DC06-90BB-4510-B0E3-09C78B8F33E5}"/>
              </a:ext>
            </a:extLst>
          </p:cNvPr>
          <p:cNvSpPr>
            <a:spLocks xmlns:a="http://schemas.openxmlformats.org/drawingml/2006/main" noGrp="1"/>
          </p:cNvSpPr>
          <p:nvPr/>
        </p:nvSpPr>
        <p:spPr>
          <a:xfrm xmlns:a="http://schemas.openxmlformats.org/drawingml/2006/main">
            <a:off x="7791711"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4" name="Editable chart path">
            <a:extLst xmlns:a="http://schemas.openxmlformats.org/drawingml/2006/main">
              <a:ext uri="{FF2B5EF4-FFF2-40B4-BE49-F238E27FC236}">
                <a16:creationId xmlns:a16="http://schemas.microsoft.com/office/drawing/2014/main" id="{B1BE28FB-A0A1-4191-8CAE-6FD7072369C3}"/>
              </a:ext>
            </a:extLst>
          </p:cNvPr>
          <p:cNvSpPr>
            <a:spLocks xmlns:a="http://schemas.openxmlformats.org/drawingml/2006/main" noGrp="1"/>
          </p:cNvSpPr>
          <p:nvPr/>
        </p:nvSpPr>
        <p:spPr>
          <a:xfrm xmlns:a="http://schemas.openxmlformats.org/drawingml/2006/main">
            <a:off x="7870664"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5" name="Editable chart path">
            <a:extLst xmlns:a="http://schemas.openxmlformats.org/drawingml/2006/main">
              <a:ext uri="{FF2B5EF4-FFF2-40B4-BE49-F238E27FC236}">
                <a16:creationId xmlns:a16="http://schemas.microsoft.com/office/drawing/2014/main" id="{C974563A-6B54-4642-8D20-022AE33372F3}"/>
              </a:ext>
            </a:extLst>
          </p:cNvPr>
          <p:cNvSpPr>
            <a:spLocks xmlns:a="http://schemas.openxmlformats.org/drawingml/2006/main" noGrp="1"/>
          </p:cNvSpPr>
          <p:nvPr/>
        </p:nvSpPr>
        <p:spPr>
          <a:xfrm xmlns:a="http://schemas.openxmlformats.org/drawingml/2006/main">
            <a:off x="7949705"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6" name="Editable chart path">
            <a:extLst xmlns:a="http://schemas.openxmlformats.org/drawingml/2006/main">
              <a:ext uri="{FF2B5EF4-FFF2-40B4-BE49-F238E27FC236}">
                <a16:creationId xmlns:a16="http://schemas.microsoft.com/office/drawing/2014/main" id="{4218018D-877C-4F6F-8AE9-72161C61D5A2}"/>
              </a:ext>
            </a:extLst>
          </p:cNvPr>
          <p:cNvSpPr>
            <a:spLocks xmlns:a="http://schemas.openxmlformats.org/drawingml/2006/main" noGrp="1"/>
          </p:cNvSpPr>
          <p:nvPr/>
        </p:nvSpPr>
        <p:spPr>
          <a:xfrm xmlns:a="http://schemas.openxmlformats.org/drawingml/2006/main">
            <a:off x="8028658"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7" name="Editable chart path">
            <a:extLst xmlns:a="http://schemas.openxmlformats.org/drawingml/2006/main">
              <a:ext uri="{FF2B5EF4-FFF2-40B4-BE49-F238E27FC236}">
                <a16:creationId xmlns:a16="http://schemas.microsoft.com/office/drawing/2014/main" id="{85CC41DD-ADF2-4266-A3AD-00AF6A073D27}"/>
              </a:ext>
            </a:extLst>
          </p:cNvPr>
          <p:cNvSpPr>
            <a:spLocks xmlns:a="http://schemas.openxmlformats.org/drawingml/2006/main" noGrp="1"/>
          </p:cNvSpPr>
          <p:nvPr/>
        </p:nvSpPr>
        <p:spPr>
          <a:xfrm xmlns:a="http://schemas.openxmlformats.org/drawingml/2006/main">
            <a:off x="8107698" y="3171300"/>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8" name="Editable chart path">
            <a:extLst xmlns:a="http://schemas.openxmlformats.org/drawingml/2006/main">
              <a:ext uri="{FF2B5EF4-FFF2-40B4-BE49-F238E27FC236}">
                <a16:creationId xmlns:a16="http://schemas.microsoft.com/office/drawing/2014/main" id="{B0A03AAA-047F-4223-8088-1102534E8B63}"/>
              </a:ext>
            </a:extLst>
          </p:cNvPr>
          <p:cNvSpPr>
            <a:spLocks xmlns:a="http://schemas.openxmlformats.org/drawingml/2006/main" noGrp="1"/>
          </p:cNvSpPr>
          <p:nvPr/>
        </p:nvSpPr>
        <p:spPr>
          <a:xfrm xmlns:a="http://schemas.openxmlformats.org/drawingml/2006/main">
            <a:off x="4473580"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79" name="Editable chart path">
            <a:extLst xmlns:a="http://schemas.openxmlformats.org/drawingml/2006/main">
              <a:ext uri="{FF2B5EF4-FFF2-40B4-BE49-F238E27FC236}">
                <a16:creationId xmlns:a16="http://schemas.microsoft.com/office/drawing/2014/main" id="{097D940D-DA55-405A-9252-58A3B9A0CBC9}"/>
              </a:ext>
            </a:extLst>
          </p:cNvPr>
          <p:cNvSpPr>
            <a:spLocks xmlns:a="http://schemas.openxmlformats.org/drawingml/2006/main" noGrp="1"/>
          </p:cNvSpPr>
          <p:nvPr/>
        </p:nvSpPr>
        <p:spPr>
          <a:xfrm xmlns:a="http://schemas.openxmlformats.org/drawingml/2006/main">
            <a:off x="4552620"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0" name="Editable chart path">
            <a:extLst xmlns:a="http://schemas.openxmlformats.org/drawingml/2006/main">
              <a:ext uri="{FF2B5EF4-FFF2-40B4-BE49-F238E27FC236}">
                <a16:creationId xmlns:a16="http://schemas.microsoft.com/office/drawing/2014/main" id="{18BB0024-9AD7-4262-9C98-80DF0BAFE62B}"/>
              </a:ext>
            </a:extLst>
          </p:cNvPr>
          <p:cNvSpPr>
            <a:spLocks xmlns:a="http://schemas.openxmlformats.org/drawingml/2006/main" noGrp="1"/>
          </p:cNvSpPr>
          <p:nvPr/>
        </p:nvSpPr>
        <p:spPr>
          <a:xfrm xmlns:a="http://schemas.openxmlformats.org/drawingml/2006/main">
            <a:off x="4631573"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1" name="Editable chart path">
            <a:extLst xmlns:a="http://schemas.openxmlformats.org/drawingml/2006/main">
              <a:ext uri="{FF2B5EF4-FFF2-40B4-BE49-F238E27FC236}">
                <a16:creationId xmlns:a16="http://schemas.microsoft.com/office/drawing/2014/main" id="{A79F65AF-DE76-4583-AA47-1A66CD73D8E2}"/>
              </a:ext>
            </a:extLst>
          </p:cNvPr>
          <p:cNvSpPr>
            <a:spLocks xmlns:a="http://schemas.openxmlformats.org/drawingml/2006/main" noGrp="1"/>
          </p:cNvSpPr>
          <p:nvPr/>
        </p:nvSpPr>
        <p:spPr>
          <a:xfrm xmlns:a="http://schemas.openxmlformats.org/drawingml/2006/main">
            <a:off x="4710614"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2" name="Editable chart path">
            <a:extLst xmlns:a="http://schemas.openxmlformats.org/drawingml/2006/main">
              <a:ext uri="{FF2B5EF4-FFF2-40B4-BE49-F238E27FC236}">
                <a16:creationId xmlns:a16="http://schemas.microsoft.com/office/drawing/2014/main" id="{A46744BA-881B-40B6-A3B8-50E9ACA0629A}"/>
              </a:ext>
            </a:extLst>
          </p:cNvPr>
          <p:cNvSpPr>
            <a:spLocks xmlns:a="http://schemas.openxmlformats.org/drawingml/2006/main" noGrp="1"/>
          </p:cNvSpPr>
          <p:nvPr/>
        </p:nvSpPr>
        <p:spPr>
          <a:xfrm xmlns:a="http://schemas.openxmlformats.org/drawingml/2006/main">
            <a:off x="4789567"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3" name="Editable chart path">
            <a:extLst xmlns:a="http://schemas.openxmlformats.org/drawingml/2006/main">
              <a:ext uri="{FF2B5EF4-FFF2-40B4-BE49-F238E27FC236}">
                <a16:creationId xmlns:a16="http://schemas.microsoft.com/office/drawing/2014/main" id="{B1B44B81-86B8-4E87-AD8E-233E2122746C}"/>
              </a:ext>
            </a:extLst>
          </p:cNvPr>
          <p:cNvSpPr>
            <a:spLocks xmlns:a="http://schemas.openxmlformats.org/drawingml/2006/main" noGrp="1"/>
          </p:cNvSpPr>
          <p:nvPr/>
        </p:nvSpPr>
        <p:spPr>
          <a:xfrm xmlns:a="http://schemas.openxmlformats.org/drawingml/2006/main">
            <a:off x="4868608"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4" name="Editable chart path">
            <a:extLst xmlns:a="http://schemas.openxmlformats.org/drawingml/2006/main">
              <a:ext uri="{FF2B5EF4-FFF2-40B4-BE49-F238E27FC236}">
                <a16:creationId xmlns:a16="http://schemas.microsoft.com/office/drawing/2014/main" id="{0AA6ECA5-7558-4A0E-BA19-8DA59140EC60}"/>
              </a:ext>
            </a:extLst>
          </p:cNvPr>
          <p:cNvSpPr>
            <a:spLocks xmlns:a="http://schemas.openxmlformats.org/drawingml/2006/main" noGrp="1"/>
          </p:cNvSpPr>
          <p:nvPr/>
        </p:nvSpPr>
        <p:spPr>
          <a:xfrm xmlns:a="http://schemas.openxmlformats.org/drawingml/2006/main">
            <a:off x="4947561"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5" name="Editable chart path">
            <a:extLst xmlns:a="http://schemas.openxmlformats.org/drawingml/2006/main">
              <a:ext uri="{FF2B5EF4-FFF2-40B4-BE49-F238E27FC236}">
                <a16:creationId xmlns:a16="http://schemas.microsoft.com/office/drawing/2014/main" id="{A5F3E86C-79F9-4710-A3C7-7478A80464BF}"/>
              </a:ext>
            </a:extLst>
          </p:cNvPr>
          <p:cNvSpPr>
            <a:spLocks xmlns:a="http://schemas.openxmlformats.org/drawingml/2006/main" noGrp="1"/>
          </p:cNvSpPr>
          <p:nvPr/>
        </p:nvSpPr>
        <p:spPr>
          <a:xfrm xmlns:a="http://schemas.openxmlformats.org/drawingml/2006/main">
            <a:off x="5026601"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6" name="Editable chart path">
            <a:extLst xmlns:a="http://schemas.openxmlformats.org/drawingml/2006/main">
              <a:ext uri="{FF2B5EF4-FFF2-40B4-BE49-F238E27FC236}">
                <a16:creationId xmlns:a16="http://schemas.microsoft.com/office/drawing/2014/main" id="{3AF0D5E4-6BE8-4F81-A461-96BAFCF6DACE}"/>
              </a:ext>
            </a:extLst>
          </p:cNvPr>
          <p:cNvSpPr>
            <a:spLocks xmlns:a="http://schemas.openxmlformats.org/drawingml/2006/main" noGrp="1"/>
          </p:cNvSpPr>
          <p:nvPr/>
        </p:nvSpPr>
        <p:spPr>
          <a:xfrm xmlns:a="http://schemas.openxmlformats.org/drawingml/2006/main">
            <a:off x="5105642"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7" name="Editable chart path">
            <a:extLst xmlns:a="http://schemas.openxmlformats.org/drawingml/2006/main">
              <a:ext uri="{FF2B5EF4-FFF2-40B4-BE49-F238E27FC236}">
                <a16:creationId xmlns:a16="http://schemas.microsoft.com/office/drawing/2014/main" id="{D5615E03-C96F-4219-8F9E-7CFB2DF3A1B8}"/>
              </a:ext>
            </a:extLst>
          </p:cNvPr>
          <p:cNvSpPr>
            <a:spLocks xmlns:a="http://schemas.openxmlformats.org/drawingml/2006/main" noGrp="1"/>
          </p:cNvSpPr>
          <p:nvPr/>
        </p:nvSpPr>
        <p:spPr>
          <a:xfrm xmlns:a="http://schemas.openxmlformats.org/drawingml/2006/main">
            <a:off x="5500583"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8" name="Editable chart path">
            <a:extLst xmlns:a="http://schemas.openxmlformats.org/drawingml/2006/main">
              <a:ext uri="{FF2B5EF4-FFF2-40B4-BE49-F238E27FC236}">
                <a16:creationId xmlns:a16="http://schemas.microsoft.com/office/drawing/2014/main" id="{742D2A22-8FFA-456C-ACE4-6341B846E5FB}"/>
              </a:ext>
            </a:extLst>
          </p:cNvPr>
          <p:cNvSpPr>
            <a:spLocks xmlns:a="http://schemas.openxmlformats.org/drawingml/2006/main" noGrp="1"/>
          </p:cNvSpPr>
          <p:nvPr/>
        </p:nvSpPr>
        <p:spPr>
          <a:xfrm xmlns:a="http://schemas.openxmlformats.org/drawingml/2006/main">
            <a:off x="5579623"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89" name="Editable chart path">
            <a:extLst xmlns:a="http://schemas.openxmlformats.org/drawingml/2006/main">
              <a:ext uri="{FF2B5EF4-FFF2-40B4-BE49-F238E27FC236}">
                <a16:creationId xmlns:a16="http://schemas.microsoft.com/office/drawing/2014/main" id="{6F6DEBF7-A689-460A-9BDA-DA981CCE37EC}"/>
              </a:ext>
            </a:extLst>
          </p:cNvPr>
          <p:cNvSpPr>
            <a:spLocks xmlns:a="http://schemas.openxmlformats.org/drawingml/2006/main" noGrp="1"/>
          </p:cNvSpPr>
          <p:nvPr/>
        </p:nvSpPr>
        <p:spPr>
          <a:xfrm xmlns:a="http://schemas.openxmlformats.org/drawingml/2006/main">
            <a:off x="5658664"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0" name="Editable chart path">
            <a:extLst xmlns:a="http://schemas.openxmlformats.org/drawingml/2006/main">
              <a:ext uri="{FF2B5EF4-FFF2-40B4-BE49-F238E27FC236}">
                <a16:creationId xmlns:a16="http://schemas.microsoft.com/office/drawing/2014/main" id="{E54E051B-CD33-434A-9E62-932C1B9398BE}"/>
              </a:ext>
            </a:extLst>
          </p:cNvPr>
          <p:cNvSpPr>
            <a:spLocks xmlns:a="http://schemas.openxmlformats.org/drawingml/2006/main" noGrp="1"/>
          </p:cNvSpPr>
          <p:nvPr/>
        </p:nvSpPr>
        <p:spPr>
          <a:xfrm xmlns:a="http://schemas.openxmlformats.org/drawingml/2006/main">
            <a:off x="5737617"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1" name="Editable chart path">
            <a:extLst xmlns:a="http://schemas.openxmlformats.org/drawingml/2006/main">
              <a:ext uri="{FF2B5EF4-FFF2-40B4-BE49-F238E27FC236}">
                <a16:creationId xmlns:a16="http://schemas.microsoft.com/office/drawing/2014/main" id="{211F5CFB-7426-4497-9FC3-C954A7889781}"/>
              </a:ext>
            </a:extLst>
          </p:cNvPr>
          <p:cNvSpPr>
            <a:spLocks xmlns:a="http://schemas.openxmlformats.org/drawingml/2006/main" noGrp="1"/>
          </p:cNvSpPr>
          <p:nvPr/>
        </p:nvSpPr>
        <p:spPr>
          <a:xfrm xmlns:a="http://schemas.openxmlformats.org/drawingml/2006/main">
            <a:off x="5816658"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2" name="Editable chart path">
            <a:extLst xmlns:a="http://schemas.openxmlformats.org/drawingml/2006/main">
              <a:ext uri="{FF2B5EF4-FFF2-40B4-BE49-F238E27FC236}">
                <a16:creationId xmlns:a16="http://schemas.microsoft.com/office/drawing/2014/main" id="{0F7C66A5-2A11-4F4F-B36B-2FA5D7630D81}"/>
              </a:ext>
            </a:extLst>
          </p:cNvPr>
          <p:cNvSpPr>
            <a:spLocks xmlns:a="http://schemas.openxmlformats.org/drawingml/2006/main" noGrp="1"/>
          </p:cNvSpPr>
          <p:nvPr/>
        </p:nvSpPr>
        <p:spPr>
          <a:xfrm xmlns:a="http://schemas.openxmlformats.org/drawingml/2006/main">
            <a:off x="5895611"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3" name="Editable chart path">
            <a:extLst xmlns:a="http://schemas.openxmlformats.org/drawingml/2006/main">
              <a:ext uri="{FF2B5EF4-FFF2-40B4-BE49-F238E27FC236}">
                <a16:creationId xmlns:a16="http://schemas.microsoft.com/office/drawing/2014/main" id="{60A0F20C-B33C-4001-82D0-4A5736CB2AA1}"/>
              </a:ext>
            </a:extLst>
          </p:cNvPr>
          <p:cNvSpPr>
            <a:spLocks xmlns:a="http://schemas.openxmlformats.org/drawingml/2006/main" noGrp="1"/>
          </p:cNvSpPr>
          <p:nvPr/>
        </p:nvSpPr>
        <p:spPr>
          <a:xfrm xmlns:a="http://schemas.openxmlformats.org/drawingml/2006/main">
            <a:off x="6764620"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4" name="Editable chart path">
            <a:extLst xmlns:a="http://schemas.openxmlformats.org/drawingml/2006/main">
              <a:ext uri="{FF2B5EF4-FFF2-40B4-BE49-F238E27FC236}">
                <a16:creationId xmlns:a16="http://schemas.microsoft.com/office/drawing/2014/main" id="{3834C2D0-6D93-4986-AAB2-CC5905543531}"/>
              </a:ext>
            </a:extLst>
          </p:cNvPr>
          <p:cNvSpPr>
            <a:spLocks xmlns:a="http://schemas.openxmlformats.org/drawingml/2006/main" noGrp="1"/>
          </p:cNvSpPr>
          <p:nvPr/>
        </p:nvSpPr>
        <p:spPr>
          <a:xfrm xmlns:a="http://schemas.openxmlformats.org/drawingml/2006/main">
            <a:off x="6843661"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5" name="Editable chart path">
            <a:extLst xmlns:a="http://schemas.openxmlformats.org/drawingml/2006/main">
              <a:ext uri="{FF2B5EF4-FFF2-40B4-BE49-F238E27FC236}">
                <a16:creationId xmlns:a16="http://schemas.microsoft.com/office/drawing/2014/main" id="{1E90111C-A0BE-43FD-84F3-1F2736A45F38}"/>
              </a:ext>
            </a:extLst>
          </p:cNvPr>
          <p:cNvSpPr>
            <a:spLocks xmlns:a="http://schemas.openxmlformats.org/drawingml/2006/main" noGrp="1"/>
          </p:cNvSpPr>
          <p:nvPr/>
        </p:nvSpPr>
        <p:spPr>
          <a:xfrm xmlns:a="http://schemas.openxmlformats.org/drawingml/2006/main">
            <a:off x="6922702"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6" name="Editable chart path">
            <a:extLst xmlns:a="http://schemas.openxmlformats.org/drawingml/2006/main">
              <a:ext uri="{FF2B5EF4-FFF2-40B4-BE49-F238E27FC236}">
                <a16:creationId xmlns:a16="http://schemas.microsoft.com/office/drawing/2014/main" id="{715B31EB-699F-4E2E-A462-45017035058C}"/>
              </a:ext>
            </a:extLst>
          </p:cNvPr>
          <p:cNvSpPr>
            <a:spLocks xmlns:a="http://schemas.openxmlformats.org/drawingml/2006/main" noGrp="1"/>
          </p:cNvSpPr>
          <p:nvPr/>
        </p:nvSpPr>
        <p:spPr>
          <a:xfrm xmlns:a="http://schemas.openxmlformats.org/drawingml/2006/main">
            <a:off x="7238689"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7" name="Editable chart path">
            <a:extLst xmlns:a="http://schemas.openxmlformats.org/drawingml/2006/main">
              <a:ext uri="{FF2B5EF4-FFF2-40B4-BE49-F238E27FC236}">
                <a16:creationId xmlns:a16="http://schemas.microsoft.com/office/drawing/2014/main" id="{F79D14F4-4F21-42C4-A71B-7D100907B38E}"/>
              </a:ext>
            </a:extLst>
          </p:cNvPr>
          <p:cNvSpPr>
            <a:spLocks xmlns:a="http://schemas.openxmlformats.org/drawingml/2006/main" noGrp="1"/>
          </p:cNvSpPr>
          <p:nvPr/>
        </p:nvSpPr>
        <p:spPr>
          <a:xfrm xmlns:a="http://schemas.openxmlformats.org/drawingml/2006/main">
            <a:off x="7396683"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8" name="Editable chart path">
            <a:extLst xmlns:a="http://schemas.openxmlformats.org/drawingml/2006/main">
              <a:ext uri="{FF2B5EF4-FFF2-40B4-BE49-F238E27FC236}">
                <a16:creationId xmlns:a16="http://schemas.microsoft.com/office/drawing/2014/main" id="{AAAEBD8D-7933-4CF4-89D7-C68AE892D0E9}"/>
              </a:ext>
            </a:extLst>
          </p:cNvPr>
          <p:cNvSpPr>
            <a:spLocks xmlns:a="http://schemas.openxmlformats.org/drawingml/2006/main" noGrp="1"/>
          </p:cNvSpPr>
          <p:nvPr/>
        </p:nvSpPr>
        <p:spPr>
          <a:xfrm xmlns:a="http://schemas.openxmlformats.org/drawingml/2006/main">
            <a:off x="7633717"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099" name="Editable chart path">
            <a:extLst xmlns:a="http://schemas.openxmlformats.org/drawingml/2006/main">
              <a:ext uri="{FF2B5EF4-FFF2-40B4-BE49-F238E27FC236}">
                <a16:creationId xmlns:a16="http://schemas.microsoft.com/office/drawing/2014/main" id="{B4624427-FD97-4153-949B-95FB0F4EF6E9}"/>
              </a:ext>
            </a:extLst>
          </p:cNvPr>
          <p:cNvSpPr>
            <a:spLocks xmlns:a="http://schemas.openxmlformats.org/drawingml/2006/main" noGrp="1"/>
          </p:cNvSpPr>
          <p:nvPr/>
        </p:nvSpPr>
        <p:spPr>
          <a:xfrm xmlns:a="http://schemas.openxmlformats.org/drawingml/2006/main">
            <a:off x="7712670"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0" name="Editable chart path">
            <a:extLst xmlns:a="http://schemas.openxmlformats.org/drawingml/2006/main">
              <a:ext uri="{FF2B5EF4-FFF2-40B4-BE49-F238E27FC236}">
                <a16:creationId xmlns:a16="http://schemas.microsoft.com/office/drawing/2014/main" id="{59F3AFD1-9D9A-4B5F-B1FD-1BBEEC2E0641}"/>
              </a:ext>
            </a:extLst>
          </p:cNvPr>
          <p:cNvSpPr>
            <a:spLocks xmlns:a="http://schemas.openxmlformats.org/drawingml/2006/main" noGrp="1"/>
          </p:cNvSpPr>
          <p:nvPr/>
        </p:nvSpPr>
        <p:spPr>
          <a:xfrm xmlns:a="http://schemas.openxmlformats.org/drawingml/2006/main">
            <a:off x="7791711"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1" name="Editable chart path">
            <a:extLst xmlns:a="http://schemas.openxmlformats.org/drawingml/2006/main">
              <a:ext uri="{FF2B5EF4-FFF2-40B4-BE49-F238E27FC236}">
                <a16:creationId xmlns:a16="http://schemas.microsoft.com/office/drawing/2014/main" id="{F37CC53A-D3AF-4F15-B104-340974423B58}"/>
              </a:ext>
            </a:extLst>
          </p:cNvPr>
          <p:cNvSpPr>
            <a:spLocks xmlns:a="http://schemas.openxmlformats.org/drawingml/2006/main" noGrp="1"/>
          </p:cNvSpPr>
          <p:nvPr/>
        </p:nvSpPr>
        <p:spPr>
          <a:xfrm xmlns:a="http://schemas.openxmlformats.org/drawingml/2006/main">
            <a:off x="7870664"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2" name="Editable chart path">
            <a:extLst xmlns:a="http://schemas.openxmlformats.org/drawingml/2006/main">
              <a:ext uri="{FF2B5EF4-FFF2-40B4-BE49-F238E27FC236}">
                <a16:creationId xmlns:a16="http://schemas.microsoft.com/office/drawing/2014/main" id="{83B6F8B4-8A0F-44E8-8DD1-2396596D43C9}"/>
              </a:ext>
            </a:extLst>
          </p:cNvPr>
          <p:cNvSpPr>
            <a:spLocks xmlns:a="http://schemas.openxmlformats.org/drawingml/2006/main" noGrp="1"/>
          </p:cNvSpPr>
          <p:nvPr/>
        </p:nvSpPr>
        <p:spPr>
          <a:xfrm xmlns:a="http://schemas.openxmlformats.org/drawingml/2006/main">
            <a:off x="7949705"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3" name="Editable chart path">
            <a:extLst xmlns:a="http://schemas.openxmlformats.org/drawingml/2006/main">
              <a:ext uri="{FF2B5EF4-FFF2-40B4-BE49-F238E27FC236}">
                <a16:creationId xmlns:a16="http://schemas.microsoft.com/office/drawing/2014/main" id="{D23DC6A4-96BF-4E8F-A04C-FDDA1228ACDC}"/>
              </a:ext>
            </a:extLst>
          </p:cNvPr>
          <p:cNvSpPr>
            <a:spLocks xmlns:a="http://schemas.openxmlformats.org/drawingml/2006/main" noGrp="1"/>
          </p:cNvSpPr>
          <p:nvPr/>
        </p:nvSpPr>
        <p:spPr>
          <a:xfrm xmlns:a="http://schemas.openxmlformats.org/drawingml/2006/main">
            <a:off x="8028658"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4" name="Editable chart path">
            <a:extLst xmlns:a="http://schemas.openxmlformats.org/drawingml/2006/main">
              <a:ext uri="{FF2B5EF4-FFF2-40B4-BE49-F238E27FC236}">
                <a16:creationId xmlns:a16="http://schemas.microsoft.com/office/drawing/2014/main" id="{22EBF1FE-225D-4632-BDB9-FC263E5C18E9}"/>
              </a:ext>
            </a:extLst>
          </p:cNvPr>
          <p:cNvSpPr>
            <a:spLocks xmlns:a="http://schemas.openxmlformats.org/drawingml/2006/main" noGrp="1"/>
          </p:cNvSpPr>
          <p:nvPr/>
        </p:nvSpPr>
        <p:spPr>
          <a:xfrm xmlns:a="http://schemas.openxmlformats.org/drawingml/2006/main">
            <a:off x="8107698" y="30917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5" name="Editable chart path">
            <a:extLst xmlns:a="http://schemas.openxmlformats.org/drawingml/2006/main">
              <a:ext uri="{FF2B5EF4-FFF2-40B4-BE49-F238E27FC236}">
                <a16:creationId xmlns:a16="http://schemas.microsoft.com/office/drawing/2014/main" id="{42289FDD-DF2B-4D5D-B28C-7B2AE7E06188}"/>
              </a:ext>
            </a:extLst>
          </p:cNvPr>
          <p:cNvSpPr>
            <a:spLocks xmlns:a="http://schemas.openxmlformats.org/drawingml/2006/main" noGrp="1"/>
          </p:cNvSpPr>
          <p:nvPr/>
        </p:nvSpPr>
        <p:spPr>
          <a:xfrm xmlns:a="http://schemas.openxmlformats.org/drawingml/2006/main">
            <a:off x="4473580"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6" name="Editable chart path">
            <a:extLst xmlns:a="http://schemas.openxmlformats.org/drawingml/2006/main">
              <a:ext uri="{FF2B5EF4-FFF2-40B4-BE49-F238E27FC236}">
                <a16:creationId xmlns:a16="http://schemas.microsoft.com/office/drawing/2014/main" id="{B048E670-A1CC-405B-A4C0-E0453FB569DD}"/>
              </a:ext>
            </a:extLst>
          </p:cNvPr>
          <p:cNvSpPr>
            <a:spLocks xmlns:a="http://schemas.openxmlformats.org/drawingml/2006/main" noGrp="1"/>
          </p:cNvSpPr>
          <p:nvPr/>
        </p:nvSpPr>
        <p:spPr>
          <a:xfrm xmlns:a="http://schemas.openxmlformats.org/drawingml/2006/main">
            <a:off x="4552620"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7" name="Editable chart path">
            <a:extLst xmlns:a="http://schemas.openxmlformats.org/drawingml/2006/main">
              <a:ext uri="{FF2B5EF4-FFF2-40B4-BE49-F238E27FC236}">
                <a16:creationId xmlns:a16="http://schemas.microsoft.com/office/drawing/2014/main" id="{CCCFD90C-8A5B-446F-A9CB-E7DB25767141}"/>
              </a:ext>
            </a:extLst>
          </p:cNvPr>
          <p:cNvSpPr>
            <a:spLocks xmlns:a="http://schemas.openxmlformats.org/drawingml/2006/main" noGrp="1"/>
          </p:cNvSpPr>
          <p:nvPr/>
        </p:nvSpPr>
        <p:spPr>
          <a:xfrm xmlns:a="http://schemas.openxmlformats.org/drawingml/2006/main">
            <a:off x="4631573"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8" name="Editable chart path">
            <a:extLst xmlns:a="http://schemas.openxmlformats.org/drawingml/2006/main">
              <a:ext uri="{FF2B5EF4-FFF2-40B4-BE49-F238E27FC236}">
                <a16:creationId xmlns:a16="http://schemas.microsoft.com/office/drawing/2014/main" id="{245FF733-BDD3-4932-B5B6-0138D5317E5C}"/>
              </a:ext>
            </a:extLst>
          </p:cNvPr>
          <p:cNvSpPr>
            <a:spLocks xmlns:a="http://schemas.openxmlformats.org/drawingml/2006/main" noGrp="1"/>
          </p:cNvSpPr>
          <p:nvPr/>
        </p:nvSpPr>
        <p:spPr>
          <a:xfrm xmlns:a="http://schemas.openxmlformats.org/drawingml/2006/main">
            <a:off x="4710614"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09" name="Editable chart path">
            <a:extLst xmlns:a="http://schemas.openxmlformats.org/drawingml/2006/main">
              <a:ext uri="{FF2B5EF4-FFF2-40B4-BE49-F238E27FC236}">
                <a16:creationId xmlns:a16="http://schemas.microsoft.com/office/drawing/2014/main" id="{D8876D6F-0811-41C4-B626-6611E0CDC894}"/>
              </a:ext>
            </a:extLst>
          </p:cNvPr>
          <p:cNvSpPr>
            <a:spLocks xmlns:a="http://schemas.openxmlformats.org/drawingml/2006/main" noGrp="1"/>
          </p:cNvSpPr>
          <p:nvPr/>
        </p:nvSpPr>
        <p:spPr>
          <a:xfrm xmlns:a="http://schemas.openxmlformats.org/drawingml/2006/main">
            <a:off x="4789567"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0" name="Editable chart path">
            <a:extLst xmlns:a="http://schemas.openxmlformats.org/drawingml/2006/main">
              <a:ext uri="{FF2B5EF4-FFF2-40B4-BE49-F238E27FC236}">
                <a16:creationId xmlns:a16="http://schemas.microsoft.com/office/drawing/2014/main" id="{88FE9415-5133-432E-9CB6-CE22CADBE0DD}"/>
              </a:ext>
            </a:extLst>
          </p:cNvPr>
          <p:cNvSpPr>
            <a:spLocks xmlns:a="http://schemas.openxmlformats.org/drawingml/2006/main" noGrp="1"/>
          </p:cNvSpPr>
          <p:nvPr/>
        </p:nvSpPr>
        <p:spPr>
          <a:xfrm xmlns:a="http://schemas.openxmlformats.org/drawingml/2006/main">
            <a:off x="4868608"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1" name="Editable chart path">
            <a:extLst xmlns:a="http://schemas.openxmlformats.org/drawingml/2006/main">
              <a:ext uri="{FF2B5EF4-FFF2-40B4-BE49-F238E27FC236}">
                <a16:creationId xmlns:a16="http://schemas.microsoft.com/office/drawing/2014/main" id="{7488C512-9056-4EE2-846C-8345EAD32B8F}"/>
              </a:ext>
            </a:extLst>
          </p:cNvPr>
          <p:cNvSpPr>
            <a:spLocks xmlns:a="http://schemas.openxmlformats.org/drawingml/2006/main" noGrp="1"/>
          </p:cNvSpPr>
          <p:nvPr/>
        </p:nvSpPr>
        <p:spPr>
          <a:xfrm xmlns:a="http://schemas.openxmlformats.org/drawingml/2006/main">
            <a:off x="4947561"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2" name="Editable chart path">
            <a:extLst xmlns:a="http://schemas.openxmlformats.org/drawingml/2006/main">
              <a:ext uri="{FF2B5EF4-FFF2-40B4-BE49-F238E27FC236}">
                <a16:creationId xmlns:a16="http://schemas.microsoft.com/office/drawing/2014/main" id="{C51B499B-27D4-485A-9541-B0A487F8B3A2}"/>
              </a:ext>
            </a:extLst>
          </p:cNvPr>
          <p:cNvSpPr>
            <a:spLocks xmlns:a="http://schemas.openxmlformats.org/drawingml/2006/main" noGrp="1"/>
          </p:cNvSpPr>
          <p:nvPr/>
        </p:nvSpPr>
        <p:spPr>
          <a:xfrm xmlns:a="http://schemas.openxmlformats.org/drawingml/2006/main">
            <a:off x="5026601"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3" name="Editable chart path">
            <a:extLst xmlns:a="http://schemas.openxmlformats.org/drawingml/2006/main">
              <a:ext uri="{FF2B5EF4-FFF2-40B4-BE49-F238E27FC236}">
                <a16:creationId xmlns:a16="http://schemas.microsoft.com/office/drawing/2014/main" id="{FA35E3D5-F676-4422-940A-B7FFF20BEBA9}"/>
              </a:ext>
            </a:extLst>
          </p:cNvPr>
          <p:cNvSpPr>
            <a:spLocks xmlns:a="http://schemas.openxmlformats.org/drawingml/2006/main" noGrp="1"/>
          </p:cNvSpPr>
          <p:nvPr/>
        </p:nvSpPr>
        <p:spPr>
          <a:xfrm xmlns:a="http://schemas.openxmlformats.org/drawingml/2006/main">
            <a:off x="5105642"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4" name="Editable chart path">
            <a:extLst xmlns:a="http://schemas.openxmlformats.org/drawingml/2006/main">
              <a:ext uri="{FF2B5EF4-FFF2-40B4-BE49-F238E27FC236}">
                <a16:creationId xmlns:a16="http://schemas.microsoft.com/office/drawing/2014/main" id="{D3A4409D-EC7F-444E-86A7-FF326E0DFE60}"/>
              </a:ext>
            </a:extLst>
          </p:cNvPr>
          <p:cNvSpPr>
            <a:spLocks xmlns:a="http://schemas.openxmlformats.org/drawingml/2006/main" noGrp="1"/>
          </p:cNvSpPr>
          <p:nvPr/>
        </p:nvSpPr>
        <p:spPr>
          <a:xfrm xmlns:a="http://schemas.openxmlformats.org/drawingml/2006/main">
            <a:off x="5342589"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5" name="Editable chart path">
            <a:extLst xmlns:a="http://schemas.openxmlformats.org/drawingml/2006/main">
              <a:ext uri="{FF2B5EF4-FFF2-40B4-BE49-F238E27FC236}">
                <a16:creationId xmlns:a16="http://schemas.microsoft.com/office/drawing/2014/main" id="{5960B8BF-584B-400C-88AB-D9409DCAA3CF}"/>
              </a:ext>
            </a:extLst>
          </p:cNvPr>
          <p:cNvSpPr>
            <a:spLocks xmlns:a="http://schemas.openxmlformats.org/drawingml/2006/main" noGrp="1"/>
          </p:cNvSpPr>
          <p:nvPr/>
        </p:nvSpPr>
        <p:spPr>
          <a:xfrm xmlns:a="http://schemas.openxmlformats.org/drawingml/2006/main">
            <a:off x="5421630"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6" name="Editable chart path">
            <a:extLst xmlns:a="http://schemas.openxmlformats.org/drawingml/2006/main">
              <a:ext uri="{FF2B5EF4-FFF2-40B4-BE49-F238E27FC236}">
                <a16:creationId xmlns:a16="http://schemas.microsoft.com/office/drawing/2014/main" id="{9F3CED37-661E-4360-AA0A-1C0BE4FA251F}"/>
              </a:ext>
            </a:extLst>
          </p:cNvPr>
          <p:cNvSpPr>
            <a:spLocks xmlns:a="http://schemas.openxmlformats.org/drawingml/2006/main" noGrp="1"/>
          </p:cNvSpPr>
          <p:nvPr/>
        </p:nvSpPr>
        <p:spPr>
          <a:xfrm xmlns:a="http://schemas.openxmlformats.org/drawingml/2006/main">
            <a:off x="5500583"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7" name="Editable chart path">
            <a:extLst xmlns:a="http://schemas.openxmlformats.org/drawingml/2006/main">
              <a:ext uri="{FF2B5EF4-FFF2-40B4-BE49-F238E27FC236}">
                <a16:creationId xmlns:a16="http://schemas.microsoft.com/office/drawing/2014/main" id="{0D780C08-925A-4A73-9B8D-4068D1DB8B74}"/>
              </a:ext>
            </a:extLst>
          </p:cNvPr>
          <p:cNvSpPr>
            <a:spLocks xmlns:a="http://schemas.openxmlformats.org/drawingml/2006/main" noGrp="1"/>
          </p:cNvSpPr>
          <p:nvPr/>
        </p:nvSpPr>
        <p:spPr>
          <a:xfrm xmlns:a="http://schemas.openxmlformats.org/drawingml/2006/main">
            <a:off x="5579623"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8" name="Editable chart path">
            <a:extLst xmlns:a="http://schemas.openxmlformats.org/drawingml/2006/main">
              <a:ext uri="{FF2B5EF4-FFF2-40B4-BE49-F238E27FC236}">
                <a16:creationId xmlns:a16="http://schemas.microsoft.com/office/drawing/2014/main" id="{EB8104B9-8ABA-4417-B597-4925ACD99E04}"/>
              </a:ext>
            </a:extLst>
          </p:cNvPr>
          <p:cNvSpPr>
            <a:spLocks xmlns:a="http://schemas.openxmlformats.org/drawingml/2006/main" noGrp="1"/>
          </p:cNvSpPr>
          <p:nvPr/>
        </p:nvSpPr>
        <p:spPr>
          <a:xfrm xmlns:a="http://schemas.openxmlformats.org/drawingml/2006/main">
            <a:off x="5658664"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19" name="Editable chart path">
            <a:extLst xmlns:a="http://schemas.openxmlformats.org/drawingml/2006/main">
              <a:ext uri="{FF2B5EF4-FFF2-40B4-BE49-F238E27FC236}">
                <a16:creationId xmlns:a16="http://schemas.microsoft.com/office/drawing/2014/main" id="{0FF6C067-A531-4A16-B6B0-066F0175D5E4}"/>
              </a:ext>
            </a:extLst>
          </p:cNvPr>
          <p:cNvSpPr>
            <a:spLocks xmlns:a="http://schemas.openxmlformats.org/drawingml/2006/main" noGrp="1"/>
          </p:cNvSpPr>
          <p:nvPr/>
        </p:nvSpPr>
        <p:spPr>
          <a:xfrm xmlns:a="http://schemas.openxmlformats.org/drawingml/2006/main">
            <a:off x="5737617"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0" name="Editable chart path">
            <a:extLst xmlns:a="http://schemas.openxmlformats.org/drawingml/2006/main">
              <a:ext uri="{FF2B5EF4-FFF2-40B4-BE49-F238E27FC236}">
                <a16:creationId xmlns:a16="http://schemas.microsoft.com/office/drawing/2014/main" id="{FA3B220F-23F3-4663-8F1E-3D03829DAC2E}"/>
              </a:ext>
            </a:extLst>
          </p:cNvPr>
          <p:cNvSpPr>
            <a:spLocks xmlns:a="http://schemas.openxmlformats.org/drawingml/2006/main" noGrp="1"/>
          </p:cNvSpPr>
          <p:nvPr/>
        </p:nvSpPr>
        <p:spPr>
          <a:xfrm xmlns:a="http://schemas.openxmlformats.org/drawingml/2006/main">
            <a:off x="5895611"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1" name="Editable chart path">
            <a:extLst xmlns:a="http://schemas.openxmlformats.org/drawingml/2006/main">
              <a:ext uri="{FF2B5EF4-FFF2-40B4-BE49-F238E27FC236}">
                <a16:creationId xmlns:a16="http://schemas.microsoft.com/office/drawing/2014/main" id="{6449A0E7-7491-4960-9ED6-14D09D81C276}"/>
              </a:ext>
            </a:extLst>
          </p:cNvPr>
          <p:cNvSpPr>
            <a:spLocks xmlns:a="http://schemas.openxmlformats.org/drawingml/2006/main" noGrp="1"/>
          </p:cNvSpPr>
          <p:nvPr/>
        </p:nvSpPr>
        <p:spPr>
          <a:xfrm xmlns:a="http://schemas.openxmlformats.org/drawingml/2006/main">
            <a:off x="6053604"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2" name="Editable chart path">
            <a:extLst xmlns:a="http://schemas.openxmlformats.org/drawingml/2006/main">
              <a:ext uri="{FF2B5EF4-FFF2-40B4-BE49-F238E27FC236}">
                <a16:creationId xmlns:a16="http://schemas.microsoft.com/office/drawing/2014/main" id="{1BA67E68-65AE-4A1B-B0D9-89A3E2BF814D}"/>
              </a:ext>
            </a:extLst>
          </p:cNvPr>
          <p:cNvSpPr>
            <a:spLocks xmlns:a="http://schemas.openxmlformats.org/drawingml/2006/main" noGrp="1"/>
          </p:cNvSpPr>
          <p:nvPr/>
        </p:nvSpPr>
        <p:spPr>
          <a:xfrm xmlns:a="http://schemas.openxmlformats.org/drawingml/2006/main">
            <a:off x="6764620"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3" name="Editable chart path">
            <a:extLst xmlns:a="http://schemas.openxmlformats.org/drawingml/2006/main">
              <a:ext uri="{FF2B5EF4-FFF2-40B4-BE49-F238E27FC236}">
                <a16:creationId xmlns:a16="http://schemas.microsoft.com/office/drawing/2014/main" id="{E4E090E0-CF66-4331-805A-9F4334BF5623}"/>
              </a:ext>
            </a:extLst>
          </p:cNvPr>
          <p:cNvSpPr>
            <a:spLocks xmlns:a="http://schemas.openxmlformats.org/drawingml/2006/main" noGrp="1"/>
          </p:cNvSpPr>
          <p:nvPr/>
        </p:nvSpPr>
        <p:spPr>
          <a:xfrm xmlns:a="http://schemas.openxmlformats.org/drawingml/2006/main">
            <a:off x="6843661"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4" name="Editable chart path">
            <a:extLst xmlns:a="http://schemas.openxmlformats.org/drawingml/2006/main">
              <a:ext uri="{FF2B5EF4-FFF2-40B4-BE49-F238E27FC236}">
                <a16:creationId xmlns:a16="http://schemas.microsoft.com/office/drawing/2014/main" id="{FCBEF3A3-56C9-4D52-B602-298D1E78DE98}"/>
              </a:ext>
            </a:extLst>
          </p:cNvPr>
          <p:cNvSpPr>
            <a:spLocks xmlns:a="http://schemas.openxmlformats.org/drawingml/2006/main" noGrp="1"/>
          </p:cNvSpPr>
          <p:nvPr/>
        </p:nvSpPr>
        <p:spPr>
          <a:xfrm xmlns:a="http://schemas.openxmlformats.org/drawingml/2006/main">
            <a:off x="7633717"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5" name="Editable chart path">
            <a:extLst xmlns:a="http://schemas.openxmlformats.org/drawingml/2006/main">
              <a:ext uri="{FF2B5EF4-FFF2-40B4-BE49-F238E27FC236}">
                <a16:creationId xmlns:a16="http://schemas.microsoft.com/office/drawing/2014/main" id="{B144A893-3153-44CF-9670-6A43E72A8017}"/>
              </a:ext>
            </a:extLst>
          </p:cNvPr>
          <p:cNvSpPr>
            <a:spLocks xmlns:a="http://schemas.openxmlformats.org/drawingml/2006/main" noGrp="1"/>
          </p:cNvSpPr>
          <p:nvPr/>
        </p:nvSpPr>
        <p:spPr>
          <a:xfrm xmlns:a="http://schemas.openxmlformats.org/drawingml/2006/main">
            <a:off x="7712670"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6" name="Editable chart path">
            <a:extLst xmlns:a="http://schemas.openxmlformats.org/drawingml/2006/main">
              <a:ext uri="{FF2B5EF4-FFF2-40B4-BE49-F238E27FC236}">
                <a16:creationId xmlns:a16="http://schemas.microsoft.com/office/drawing/2014/main" id="{7843FC7C-86DA-4537-83F4-6F40C57F99A9}"/>
              </a:ext>
            </a:extLst>
          </p:cNvPr>
          <p:cNvSpPr>
            <a:spLocks xmlns:a="http://schemas.openxmlformats.org/drawingml/2006/main" noGrp="1"/>
          </p:cNvSpPr>
          <p:nvPr/>
        </p:nvSpPr>
        <p:spPr>
          <a:xfrm xmlns:a="http://schemas.openxmlformats.org/drawingml/2006/main">
            <a:off x="7791711"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7" name="Editable chart path">
            <a:extLst xmlns:a="http://schemas.openxmlformats.org/drawingml/2006/main">
              <a:ext uri="{FF2B5EF4-FFF2-40B4-BE49-F238E27FC236}">
                <a16:creationId xmlns:a16="http://schemas.microsoft.com/office/drawing/2014/main" id="{C5A01437-5B1F-4657-A833-7778A3476AED}"/>
              </a:ext>
            </a:extLst>
          </p:cNvPr>
          <p:cNvSpPr>
            <a:spLocks xmlns:a="http://schemas.openxmlformats.org/drawingml/2006/main" noGrp="1"/>
          </p:cNvSpPr>
          <p:nvPr/>
        </p:nvSpPr>
        <p:spPr>
          <a:xfrm xmlns:a="http://schemas.openxmlformats.org/drawingml/2006/main">
            <a:off x="7870664"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8" name="Editable chart path">
            <a:extLst xmlns:a="http://schemas.openxmlformats.org/drawingml/2006/main">
              <a:ext uri="{FF2B5EF4-FFF2-40B4-BE49-F238E27FC236}">
                <a16:creationId xmlns:a16="http://schemas.microsoft.com/office/drawing/2014/main" id="{C5365810-3821-43E1-9B61-2423E469D76F}"/>
              </a:ext>
            </a:extLst>
          </p:cNvPr>
          <p:cNvSpPr>
            <a:spLocks xmlns:a="http://schemas.openxmlformats.org/drawingml/2006/main" noGrp="1"/>
          </p:cNvSpPr>
          <p:nvPr/>
        </p:nvSpPr>
        <p:spPr>
          <a:xfrm xmlns:a="http://schemas.openxmlformats.org/drawingml/2006/main">
            <a:off x="7949705"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29" name="Editable chart path">
            <a:extLst xmlns:a="http://schemas.openxmlformats.org/drawingml/2006/main">
              <a:ext uri="{FF2B5EF4-FFF2-40B4-BE49-F238E27FC236}">
                <a16:creationId xmlns:a16="http://schemas.microsoft.com/office/drawing/2014/main" id="{84F2941A-A3E9-4CEC-9E0E-D312059C312C}"/>
              </a:ext>
            </a:extLst>
          </p:cNvPr>
          <p:cNvSpPr>
            <a:spLocks xmlns:a="http://schemas.openxmlformats.org/drawingml/2006/main" noGrp="1"/>
          </p:cNvSpPr>
          <p:nvPr/>
        </p:nvSpPr>
        <p:spPr>
          <a:xfrm xmlns:a="http://schemas.openxmlformats.org/drawingml/2006/main">
            <a:off x="8028658"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0" name="Editable chart path">
            <a:extLst xmlns:a="http://schemas.openxmlformats.org/drawingml/2006/main">
              <a:ext uri="{FF2B5EF4-FFF2-40B4-BE49-F238E27FC236}">
                <a16:creationId xmlns:a16="http://schemas.microsoft.com/office/drawing/2014/main" id="{1F5CE394-5A2D-429C-89D7-4B705A68EB09}"/>
              </a:ext>
            </a:extLst>
          </p:cNvPr>
          <p:cNvSpPr>
            <a:spLocks xmlns:a="http://schemas.openxmlformats.org/drawingml/2006/main" noGrp="1"/>
          </p:cNvSpPr>
          <p:nvPr/>
        </p:nvSpPr>
        <p:spPr>
          <a:xfrm xmlns:a="http://schemas.openxmlformats.org/drawingml/2006/main">
            <a:off x="8107698"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1" name="Editable chart path">
            <a:extLst xmlns:a="http://schemas.openxmlformats.org/drawingml/2006/main">
              <a:ext uri="{FF2B5EF4-FFF2-40B4-BE49-F238E27FC236}">
                <a16:creationId xmlns:a16="http://schemas.microsoft.com/office/drawing/2014/main" id="{4E8EBD7E-BE71-40C3-9164-980B692BCB10}"/>
              </a:ext>
            </a:extLst>
          </p:cNvPr>
          <p:cNvSpPr>
            <a:spLocks xmlns:a="http://schemas.openxmlformats.org/drawingml/2006/main" noGrp="1"/>
          </p:cNvSpPr>
          <p:nvPr/>
        </p:nvSpPr>
        <p:spPr>
          <a:xfrm xmlns:a="http://schemas.openxmlformats.org/drawingml/2006/main">
            <a:off x="8186739" y="3012207"/>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2" name="Editable chart path">
            <a:extLst xmlns:a="http://schemas.openxmlformats.org/drawingml/2006/main">
              <a:ext uri="{FF2B5EF4-FFF2-40B4-BE49-F238E27FC236}">
                <a16:creationId xmlns:a16="http://schemas.microsoft.com/office/drawing/2014/main" id="{7FC3E02C-5BD8-459A-9E87-AFCC90F6554C}"/>
              </a:ext>
            </a:extLst>
          </p:cNvPr>
          <p:cNvSpPr>
            <a:spLocks xmlns:a="http://schemas.openxmlformats.org/drawingml/2006/main" noGrp="1"/>
          </p:cNvSpPr>
          <p:nvPr/>
        </p:nvSpPr>
        <p:spPr>
          <a:xfrm xmlns:a="http://schemas.openxmlformats.org/drawingml/2006/main">
            <a:off x="4552620"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3" name="Editable chart path">
            <a:extLst xmlns:a="http://schemas.openxmlformats.org/drawingml/2006/main">
              <a:ext uri="{FF2B5EF4-FFF2-40B4-BE49-F238E27FC236}">
                <a16:creationId xmlns:a16="http://schemas.microsoft.com/office/drawing/2014/main" id="{DB108D4E-C025-4B29-9204-7209BE5FD52C}"/>
              </a:ext>
            </a:extLst>
          </p:cNvPr>
          <p:cNvSpPr>
            <a:spLocks xmlns:a="http://schemas.openxmlformats.org/drawingml/2006/main" noGrp="1"/>
          </p:cNvSpPr>
          <p:nvPr/>
        </p:nvSpPr>
        <p:spPr>
          <a:xfrm xmlns:a="http://schemas.openxmlformats.org/drawingml/2006/main">
            <a:off x="4631573"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4" name="Editable chart path">
            <a:extLst xmlns:a="http://schemas.openxmlformats.org/drawingml/2006/main">
              <a:ext uri="{FF2B5EF4-FFF2-40B4-BE49-F238E27FC236}">
                <a16:creationId xmlns:a16="http://schemas.microsoft.com/office/drawing/2014/main" id="{5AF2A8C4-2DCC-4D35-BA47-3AB9BE0EFEAB}"/>
              </a:ext>
            </a:extLst>
          </p:cNvPr>
          <p:cNvSpPr>
            <a:spLocks xmlns:a="http://schemas.openxmlformats.org/drawingml/2006/main" noGrp="1"/>
          </p:cNvSpPr>
          <p:nvPr/>
        </p:nvSpPr>
        <p:spPr>
          <a:xfrm xmlns:a="http://schemas.openxmlformats.org/drawingml/2006/main">
            <a:off x="4710614"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5" name="Editable chart path">
            <a:extLst xmlns:a="http://schemas.openxmlformats.org/drawingml/2006/main">
              <a:ext uri="{FF2B5EF4-FFF2-40B4-BE49-F238E27FC236}">
                <a16:creationId xmlns:a16="http://schemas.microsoft.com/office/drawing/2014/main" id="{EB8E2612-447B-4083-8127-35445C94492E}"/>
              </a:ext>
            </a:extLst>
          </p:cNvPr>
          <p:cNvSpPr>
            <a:spLocks xmlns:a="http://schemas.openxmlformats.org/drawingml/2006/main" noGrp="1"/>
          </p:cNvSpPr>
          <p:nvPr/>
        </p:nvSpPr>
        <p:spPr>
          <a:xfrm xmlns:a="http://schemas.openxmlformats.org/drawingml/2006/main">
            <a:off x="4789567"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6" name="Editable chart path">
            <a:extLst xmlns:a="http://schemas.openxmlformats.org/drawingml/2006/main">
              <a:ext uri="{FF2B5EF4-FFF2-40B4-BE49-F238E27FC236}">
                <a16:creationId xmlns:a16="http://schemas.microsoft.com/office/drawing/2014/main" id="{3AE90DE9-ED2B-4293-A569-3AFDE8376E86}"/>
              </a:ext>
            </a:extLst>
          </p:cNvPr>
          <p:cNvSpPr>
            <a:spLocks xmlns:a="http://schemas.openxmlformats.org/drawingml/2006/main" noGrp="1"/>
          </p:cNvSpPr>
          <p:nvPr/>
        </p:nvSpPr>
        <p:spPr>
          <a:xfrm xmlns:a="http://schemas.openxmlformats.org/drawingml/2006/main">
            <a:off x="4868608"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7" name="Editable chart path">
            <a:extLst xmlns:a="http://schemas.openxmlformats.org/drawingml/2006/main">
              <a:ext uri="{FF2B5EF4-FFF2-40B4-BE49-F238E27FC236}">
                <a16:creationId xmlns:a16="http://schemas.microsoft.com/office/drawing/2014/main" id="{C7E1FBDE-8501-491C-9059-7558AD4C8BDF}"/>
              </a:ext>
            </a:extLst>
          </p:cNvPr>
          <p:cNvSpPr>
            <a:spLocks xmlns:a="http://schemas.openxmlformats.org/drawingml/2006/main" noGrp="1"/>
          </p:cNvSpPr>
          <p:nvPr/>
        </p:nvSpPr>
        <p:spPr>
          <a:xfrm xmlns:a="http://schemas.openxmlformats.org/drawingml/2006/main">
            <a:off x="4947561"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8" name="Editable chart path">
            <a:extLst xmlns:a="http://schemas.openxmlformats.org/drawingml/2006/main">
              <a:ext uri="{FF2B5EF4-FFF2-40B4-BE49-F238E27FC236}">
                <a16:creationId xmlns:a16="http://schemas.microsoft.com/office/drawing/2014/main" id="{C1B20CA7-33ED-47D2-924B-583DFD1D73A4}"/>
              </a:ext>
            </a:extLst>
          </p:cNvPr>
          <p:cNvSpPr>
            <a:spLocks xmlns:a="http://schemas.openxmlformats.org/drawingml/2006/main" noGrp="1"/>
          </p:cNvSpPr>
          <p:nvPr/>
        </p:nvSpPr>
        <p:spPr>
          <a:xfrm xmlns:a="http://schemas.openxmlformats.org/drawingml/2006/main">
            <a:off x="5026601"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39" name="Editable chart path">
            <a:extLst xmlns:a="http://schemas.openxmlformats.org/drawingml/2006/main">
              <a:ext uri="{FF2B5EF4-FFF2-40B4-BE49-F238E27FC236}">
                <a16:creationId xmlns:a16="http://schemas.microsoft.com/office/drawing/2014/main" id="{36667297-2024-4491-B9BD-0923946B7CBE}"/>
              </a:ext>
            </a:extLst>
          </p:cNvPr>
          <p:cNvSpPr>
            <a:spLocks xmlns:a="http://schemas.openxmlformats.org/drawingml/2006/main" noGrp="1"/>
          </p:cNvSpPr>
          <p:nvPr/>
        </p:nvSpPr>
        <p:spPr>
          <a:xfrm xmlns:a="http://schemas.openxmlformats.org/drawingml/2006/main">
            <a:off x="5105642"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0" name="Editable chart path">
            <a:extLst xmlns:a="http://schemas.openxmlformats.org/drawingml/2006/main">
              <a:ext uri="{FF2B5EF4-FFF2-40B4-BE49-F238E27FC236}">
                <a16:creationId xmlns:a16="http://schemas.microsoft.com/office/drawing/2014/main" id="{E43ABBA0-1CC4-4DB4-8DD8-F868F7DBCEEF}"/>
              </a:ext>
            </a:extLst>
          </p:cNvPr>
          <p:cNvSpPr>
            <a:spLocks xmlns:a="http://schemas.openxmlformats.org/drawingml/2006/main" noGrp="1"/>
          </p:cNvSpPr>
          <p:nvPr/>
        </p:nvSpPr>
        <p:spPr>
          <a:xfrm xmlns:a="http://schemas.openxmlformats.org/drawingml/2006/main">
            <a:off x="5184595"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1" name="Editable chart path">
            <a:extLst xmlns:a="http://schemas.openxmlformats.org/drawingml/2006/main">
              <a:ext uri="{FF2B5EF4-FFF2-40B4-BE49-F238E27FC236}">
                <a16:creationId xmlns:a16="http://schemas.microsoft.com/office/drawing/2014/main" id="{F28C7824-2D5D-48D8-9927-7F092AF68EB5}"/>
              </a:ext>
            </a:extLst>
          </p:cNvPr>
          <p:cNvSpPr>
            <a:spLocks xmlns:a="http://schemas.openxmlformats.org/drawingml/2006/main" noGrp="1"/>
          </p:cNvSpPr>
          <p:nvPr/>
        </p:nvSpPr>
        <p:spPr>
          <a:xfrm xmlns:a="http://schemas.openxmlformats.org/drawingml/2006/main">
            <a:off x="5342589"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2" name="Editable chart path">
            <a:extLst xmlns:a="http://schemas.openxmlformats.org/drawingml/2006/main">
              <a:ext uri="{FF2B5EF4-FFF2-40B4-BE49-F238E27FC236}">
                <a16:creationId xmlns:a16="http://schemas.microsoft.com/office/drawing/2014/main" id="{2A46C6FE-58E7-4C97-A410-DD2DBA31A06A}"/>
              </a:ext>
            </a:extLst>
          </p:cNvPr>
          <p:cNvSpPr>
            <a:spLocks xmlns:a="http://schemas.openxmlformats.org/drawingml/2006/main" noGrp="1"/>
          </p:cNvSpPr>
          <p:nvPr/>
        </p:nvSpPr>
        <p:spPr>
          <a:xfrm xmlns:a="http://schemas.openxmlformats.org/drawingml/2006/main">
            <a:off x="5658664"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3" name="Editable chart path">
            <a:extLst xmlns:a="http://schemas.openxmlformats.org/drawingml/2006/main">
              <a:ext uri="{FF2B5EF4-FFF2-40B4-BE49-F238E27FC236}">
                <a16:creationId xmlns:a16="http://schemas.microsoft.com/office/drawing/2014/main" id="{2E65B4BD-6391-426E-8592-C403B47EB6DE}"/>
              </a:ext>
            </a:extLst>
          </p:cNvPr>
          <p:cNvSpPr>
            <a:spLocks xmlns:a="http://schemas.openxmlformats.org/drawingml/2006/main" noGrp="1"/>
          </p:cNvSpPr>
          <p:nvPr/>
        </p:nvSpPr>
        <p:spPr>
          <a:xfrm xmlns:a="http://schemas.openxmlformats.org/drawingml/2006/main">
            <a:off x="5737617"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4" name="Editable chart path">
            <a:extLst xmlns:a="http://schemas.openxmlformats.org/drawingml/2006/main">
              <a:ext uri="{FF2B5EF4-FFF2-40B4-BE49-F238E27FC236}">
                <a16:creationId xmlns:a16="http://schemas.microsoft.com/office/drawing/2014/main" id="{F89E45CF-8114-452F-8C5B-B5466718C107}"/>
              </a:ext>
            </a:extLst>
          </p:cNvPr>
          <p:cNvSpPr>
            <a:spLocks xmlns:a="http://schemas.openxmlformats.org/drawingml/2006/main" noGrp="1"/>
          </p:cNvSpPr>
          <p:nvPr/>
        </p:nvSpPr>
        <p:spPr>
          <a:xfrm xmlns:a="http://schemas.openxmlformats.org/drawingml/2006/main">
            <a:off x="5816658"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5" name="Editable chart path">
            <a:extLst xmlns:a="http://schemas.openxmlformats.org/drawingml/2006/main">
              <a:ext uri="{FF2B5EF4-FFF2-40B4-BE49-F238E27FC236}">
                <a16:creationId xmlns:a16="http://schemas.microsoft.com/office/drawing/2014/main" id="{1C55F2A2-A4A8-4219-895A-5A5260206DB2}"/>
              </a:ext>
            </a:extLst>
          </p:cNvPr>
          <p:cNvSpPr>
            <a:spLocks xmlns:a="http://schemas.openxmlformats.org/drawingml/2006/main" noGrp="1"/>
          </p:cNvSpPr>
          <p:nvPr/>
        </p:nvSpPr>
        <p:spPr>
          <a:xfrm xmlns:a="http://schemas.openxmlformats.org/drawingml/2006/main">
            <a:off x="6053604"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6" name="Editable chart path">
            <a:extLst xmlns:a="http://schemas.openxmlformats.org/drawingml/2006/main">
              <a:ext uri="{FF2B5EF4-FFF2-40B4-BE49-F238E27FC236}">
                <a16:creationId xmlns:a16="http://schemas.microsoft.com/office/drawing/2014/main" id="{45C3CE37-0FF6-4E85-A894-442D2BF4F5DC}"/>
              </a:ext>
            </a:extLst>
          </p:cNvPr>
          <p:cNvSpPr>
            <a:spLocks xmlns:a="http://schemas.openxmlformats.org/drawingml/2006/main" noGrp="1"/>
          </p:cNvSpPr>
          <p:nvPr/>
        </p:nvSpPr>
        <p:spPr>
          <a:xfrm xmlns:a="http://schemas.openxmlformats.org/drawingml/2006/main">
            <a:off x="6132645"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7" name="Editable chart path">
            <a:extLst xmlns:a="http://schemas.openxmlformats.org/drawingml/2006/main">
              <a:ext uri="{FF2B5EF4-FFF2-40B4-BE49-F238E27FC236}">
                <a16:creationId xmlns:a16="http://schemas.microsoft.com/office/drawing/2014/main" id="{12C5F8C5-38FA-4F6C-A586-4593DCA3823E}"/>
              </a:ext>
            </a:extLst>
          </p:cNvPr>
          <p:cNvSpPr>
            <a:spLocks xmlns:a="http://schemas.openxmlformats.org/drawingml/2006/main" noGrp="1"/>
          </p:cNvSpPr>
          <p:nvPr/>
        </p:nvSpPr>
        <p:spPr>
          <a:xfrm xmlns:a="http://schemas.openxmlformats.org/drawingml/2006/main">
            <a:off x="6369680"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8" name="Editable chart path">
            <a:extLst xmlns:a="http://schemas.openxmlformats.org/drawingml/2006/main">
              <a:ext uri="{FF2B5EF4-FFF2-40B4-BE49-F238E27FC236}">
                <a16:creationId xmlns:a16="http://schemas.microsoft.com/office/drawing/2014/main" id="{5B9EB701-2983-4385-8226-1D193C5F5635}"/>
              </a:ext>
            </a:extLst>
          </p:cNvPr>
          <p:cNvSpPr>
            <a:spLocks xmlns:a="http://schemas.openxmlformats.org/drawingml/2006/main" noGrp="1"/>
          </p:cNvSpPr>
          <p:nvPr/>
        </p:nvSpPr>
        <p:spPr>
          <a:xfrm xmlns:a="http://schemas.openxmlformats.org/drawingml/2006/main">
            <a:off x="6448633"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49" name="Editable chart path">
            <a:extLst xmlns:a="http://schemas.openxmlformats.org/drawingml/2006/main">
              <a:ext uri="{FF2B5EF4-FFF2-40B4-BE49-F238E27FC236}">
                <a16:creationId xmlns:a16="http://schemas.microsoft.com/office/drawing/2014/main" id="{D2B62D04-90A5-4F29-8D48-9DB029A0845E}"/>
              </a:ext>
            </a:extLst>
          </p:cNvPr>
          <p:cNvSpPr>
            <a:spLocks xmlns:a="http://schemas.openxmlformats.org/drawingml/2006/main" noGrp="1"/>
          </p:cNvSpPr>
          <p:nvPr/>
        </p:nvSpPr>
        <p:spPr>
          <a:xfrm xmlns:a="http://schemas.openxmlformats.org/drawingml/2006/main">
            <a:off x="6764620"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0" name="Editable chart path">
            <a:extLst xmlns:a="http://schemas.openxmlformats.org/drawingml/2006/main">
              <a:ext uri="{FF2B5EF4-FFF2-40B4-BE49-F238E27FC236}">
                <a16:creationId xmlns:a16="http://schemas.microsoft.com/office/drawing/2014/main" id="{CB8A8D82-B35D-4B21-B166-02855EE45F2B}"/>
              </a:ext>
            </a:extLst>
          </p:cNvPr>
          <p:cNvSpPr>
            <a:spLocks xmlns:a="http://schemas.openxmlformats.org/drawingml/2006/main" noGrp="1"/>
          </p:cNvSpPr>
          <p:nvPr/>
        </p:nvSpPr>
        <p:spPr>
          <a:xfrm xmlns:a="http://schemas.openxmlformats.org/drawingml/2006/main">
            <a:off x="7001655"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1" name="Editable chart path">
            <a:extLst xmlns:a="http://schemas.openxmlformats.org/drawingml/2006/main">
              <a:ext uri="{FF2B5EF4-FFF2-40B4-BE49-F238E27FC236}">
                <a16:creationId xmlns:a16="http://schemas.microsoft.com/office/drawing/2014/main" id="{2CE070A4-6F59-4CEB-811D-B87B894FEB6E}"/>
              </a:ext>
            </a:extLst>
          </p:cNvPr>
          <p:cNvSpPr>
            <a:spLocks xmlns:a="http://schemas.openxmlformats.org/drawingml/2006/main" noGrp="1"/>
          </p:cNvSpPr>
          <p:nvPr/>
        </p:nvSpPr>
        <p:spPr>
          <a:xfrm xmlns:a="http://schemas.openxmlformats.org/drawingml/2006/main">
            <a:off x="7080695"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2" name="Editable chart path">
            <a:extLst xmlns:a="http://schemas.openxmlformats.org/drawingml/2006/main">
              <a:ext uri="{FF2B5EF4-FFF2-40B4-BE49-F238E27FC236}">
                <a16:creationId xmlns:a16="http://schemas.microsoft.com/office/drawing/2014/main" id="{8133535C-DBAD-49BF-B568-856D1CFD220B}"/>
              </a:ext>
            </a:extLst>
          </p:cNvPr>
          <p:cNvSpPr>
            <a:spLocks xmlns:a="http://schemas.openxmlformats.org/drawingml/2006/main" noGrp="1"/>
          </p:cNvSpPr>
          <p:nvPr/>
        </p:nvSpPr>
        <p:spPr>
          <a:xfrm xmlns:a="http://schemas.openxmlformats.org/drawingml/2006/main">
            <a:off x="7159648"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3" name="Editable chart path">
            <a:extLst xmlns:a="http://schemas.openxmlformats.org/drawingml/2006/main">
              <a:ext uri="{FF2B5EF4-FFF2-40B4-BE49-F238E27FC236}">
                <a16:creationId xmlns:a16="http://schemas.microsoft.com/office/drawing/2014/main" id="{9E2E4EEB-DF20-405C-BE12-8555AB6A16CE}"/>
              </a:ext>
            </a:extLst>
          </p:cNvPr>
          <p:cNvSpPr>
            <a:spLocks xmlns:a="http://schemas.openxmlformats.org/drawingml/2006/main" noGrp="1"/>
          </p:cNvSpPr>
          <p:nvPr/>
        </p:nvSpPr>
        <p:spPr>
          <a:xfrm xmlns:a="http://schemas.openxmlformats.org/drawingml/2006/main">
            <a:off x="7238689"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4" name="Editable chart path">
            <a:extLst xmlns:a="http://schemas.openxmlformats.org/drawingml/2006/main">
              <a:ext uri="{FF2B5EF4-FFF2-40B4-BE49-F238E27FC236}">
                <a16:creationId xmlns:a16="http://schemas.microsoft.com/office/drawing/2014/main" id="{6166D433-02EA-4E24-A4A7-A8B9D691EF1F}"/>
              </a:ext>
            </a:extLst>
          </p:cNvPr>
          <p:cNvSpPr>
            <a:spLocks xmlns:a="http://schemas.openxmlformats.org/drawingml/2006/main" noGrp="1"/>
          </p:cNvSpPr>
          <p:nvPr/>
        </p:nvSpPr>
        <p:spPr>
          <a:xfrm xmlns:a="http://schemas.openxmlformats.org/drawingml/2006/main">
            <a:off x="7317642"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5" name="Editable chart path">
            <a:extLst xmlns:a="http://schemas.openxmlformats.org/drawingml/2006/main">
              <a:ext uri="{FF2B5EF4-FFF2-40B4-BE49-F238E27FC236}">
                <a16:creationId xmlns:a16="http://schemas.microsoft.com/office/drawing/2014/main" id="{845E85B2-9AF4-4D5C-A9ED-D295D85CB672}"/>
              </a:ext>
            </a:extLst>
          </p:cNvPr>
          <p:cNvSpPr>
            <a:spLocks xmlns:a="http://schemas.openxmlformats.org/drawingml/2006/main" noGrp="1"/>
          </p:cNvSpPr>
          <p:nvPr/>
        </p:nvSpPr>
        <p:spPr>
          <a:xfrm xmlns:a="http://schemas.openxmlformats.org/drawingml/2006/main">
            <a:off x="7396683"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6" name="Editable chart path">
            <a:extLst xmlns:a="http://schemas.openxmlformats.org/drawingml/2006/main">
              <a:ext uri="{FF2B5EF4-FFF2-40B4-BE49-F238E27FC236}">
                <a16:creationId xmlns:a16="http://schemas.microsoft.com/office/drawing/2014/main" id="{63FF85D5-9141-4639-8C71-057CFACCC271}"/>
              </a:ext>
            </a:extLst>
          </p:cNvPr>
          <p:cNvSpPr>
            <a:spLocks xmlns:a="http://schemas.openxmlformats.org/drawingml/2006/main" noGrp="1"/>
          </p:cNvSpPr>
          <p:nvPr/>
        </p:nvSpPr>
        <p:spPr>
          <a:xfrm xmlns:a="http://schemas.openxmlformats.org/drawingml/2006/main">
            <a:off x="7712670"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7" name="Editable chart path">
            <a:extLst xmlns:a="http://schemas.openxmlformats.org/drawingml/2006/main">
              <a:ext uri="{FF2B5EF4-FFF2-40B4-BE49-F238E27FC236}">
                <a16:creationId xmlns:a16="http://schemas.microsoft.com/office/drawing/2014/main" id="{8C77BF24-4102-4FEB-8A54-DA7B3647846A}"/>
              </a:ext>
            </a:extLst>
          </p:cNvPr>
          <p:cNvSpPr>
            <a:spLocks xmlns:a="http://schemas.openxmlformats.org/drawingml/2006/main" noGrp="1"/>
          </p:cNvSpPr>
          <p:nvPr/>
        </p:nvSpPr>
        <p:spPr>
          <a:xfrm xmlns:a="http://schemas.openxmlformats.org/drawingml/2006/main">
            <a:off x="7791711"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8" name="Editable chart path">
            <a:extLst xmlns:a="http://schemas.openxmlformats.org/drawingml/2006/main">
              <a:ext uri="{FF2B5EF4-FFF2-40B4-BE49-F238E27FC236}">
                <a16:creationId xmlns:a16="http://schemas.microsoft.com/office/drawing/2014/main" id="{C968DCE2-5BE8-498C-B8C5-C208E58BF903}"/>
              </a:ext>
            </a:extLst>
          </p:cNvPr>
          <p:cNvSpPr>
            <a:spLocks xmlns:a="http://schemas.openxmlformats.org/drawingml/2006/main" noGrp="1"/>
          </p:cNvSpPr>
          <p:nvPr/>
        </p:nvSpPr>
        <p:spPr>
          <a:xfrm xmlns:a="http://schemas.openxmlformats.org/drawingml/2006/main">
            <a:off x="7870664"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59" name="Editable chart path">
            <a:extLst xmlns:a="http://schemas.openxmlformats.org/drawingml/2006/main">
              <a:ext uri="{FF2B5EF4-FFF2-40B4-BE49-F238E27FC236}">
                <a16:creationId xmlns:a16="http://schemas.microsoft.com/office/drawing/2014/main" id="{338DB1DC-8BEF-4FF4-B972-B2054BA3FE56}"/>
              </a:ext>
            </a:extLst>
          </p:cNvPr>
          <p:cNvSpPr>
            <a:spLocks xmlns:a="http://schemas.openxmlformats.org/drawingml/2006/main" noGrp="1"/>
          </p:cNvSpPr>
          <p:nvPr/>
        </p:nvSpPr>
        <p:spPr>
          <a:xfrm xmlns:a="http://schemas.openxmlformats.org/drawingml/2006/main">
            <a:off x="7949705"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0" name="Editable chart path">
            <a:extLst xmlns:a="http://schemas.openxmlformats.org/drawingml/2006/main">
              <a:ext uri="{FF2B5EF4-FFF2-40B4-BE49-F238E27FC236}">
                <a16:creationId xmlns:a16="http://schemas.microsoft.com/office/drawing/2014/main" id="{21583DBC-B514-433C-A050-A5AFF495D1E0}"/>
              </a:ext>
            </a:extLst>
          </p:cNvPr>
          <p:cNvSpPr>
            <a:spLocks xmlns:a="http://schemas.openxmlformats.org/drawingml/2006/main" noGrp="1"/>
          </p:cNvSpPr>
          <p:nvPr/>
        </p:nvSpPr>
        <p:spPr>
          <a:xfrm xmlns:a="http://schemas.openxmlformats.org/drawingml/2006/main">
            <a:off x="8028658"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1" name="Editable chart path">
            <a:extLst xmlns:a="http://schemas.openxmlformats.org/drawingml/2006/main">
              <a:ext uri="{FF2B5EF4-FFF2-40B4-BE49-F238E27FC236}">
                <a16:creationId xmlns:a16="http://schemas.microsoft.com/office/drawing/2014/main" id="{835D2219-B4E4-4519-BCBA-1DF3FF567EAE}"/>
              </a:ext>
            </a:extLst>
          </p:cNvPr>
          <p:cNvSpPr>
            <a:spLocks xmlns:a="http://schemas.openxmlformats.org/drawingml/2006/main" noGrp="1"/>
          </p:cNvSpPr>
          <p:nvPr/>
        </p:nvSpPr>
        <p:spPr>
          <a:xfrm xmlns:a="http://schemas.openxmlformats.org/drawingml/2006/main">
            <a:off x="8107698" y="293270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2" name="Editable chart path">
            <a:extLst xmlns:a="http://schemas.openxmlformats.org/drawingml/2006/main">
              <a:ext uri="{FF2B5EF4-FFF2-40B4-BE49-F238E27FC236}">
                <a16:creationId xmlns:a16="http://schemas.microsoft.com/office/drawing/2014/main" id="{D73B9BF0-0A38-4479-8BDB-E521D688E061}"/>
              </a:ext>
            </a:extLst>
          </p:cNvPr>
          <p:cNvSpPr>
            <a:spLocks xmlns:a="http://schemas.openxmlformats.org/drawingml/2006/main" noGrp="1"/>
          </p:cNvSpPr>
          <p:nvPr/>
        </p:nvSpPr>
        <p:spPr>
          <a:xfrm xmlns:a="http://schemas.openxmlformats.org/drawingml/2006/main">
            <a:off x="4631573"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3" name="Editable chart path">
            <a:extLst xmlns:a="http://schemas.openxmlformats.org/drawingml/2006/main">
              <a:ext uri="{FF2B5EF4-FFF2-40B4-BE49-F238E27FC236}">
                <a16:creationId xmlns:a16="http://schemas.microsoft.com/office/drawing/2014/main" id="{C550000D-C51A-463D-80D6-E24EC304674A}"/>
              </a:ext>
            </a:extLst>
          </p:cNvPr>
          <p:cNvSpPr>
            <a:spLocks xmlns:a="http://schemas.openxmlformats.org/drawingml/2006/main" noGrp="1"/>
          </p:cNvSpPr>
          <p:nvPr/>
        </p:nvSpPr>
        <p:spPr>
          <a:xfrm xmlns:a="http://schemas.openxmlformats.org/drawingml/2006/main">
            <a:off x="4710614"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4" name="Editable chart path">
            <a:extLst xmlns:a="http://schemas.openxmlformats.org/drawingml/2006/main">
              <a:ext uri="{FF2B5EF4-FFF2-40B4-BE49-F238E27FC236}">
                <a16:creationId xmlns:a16="http://schemas.microsoft.com/office/drawing/2014/main" id="{7E12D356-A60B-4426-BAA5-B36CD4616580}"/>
              </a:ext>
            </a:extLst>
          </p:cNvPr>
          <p:cNvSpPr>
            <a:spLocks xmlns:a="http://schemas.openxmlformats.org/drawingml/2006/main" noGrp="1"/>
          </p:cNvSpPr>
          <p:nvPr/>
        </p:nvSpPr>
        <p:spPr>
          <a:xfrm xmlns:a="http://schemas.openxmlformats.org/drawingml/2006/main">
            <a:off x="4789567"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5" name="Editable chart path">
            <a:extLst xmlns:a="http://schemas.openxmlformats.org/drawingml/2006/main">
              <a:ext uri="{FF2B5EF4-FFF2-40B4-BE49-F238E27FC236}">
                <a16:creationId xmlns:a16="http://schemas.microsoft.com/office/drawing/2014/main" id="{4F669ACB-7163-41AC-B010-7B422290B6E4}"/>
              </a:ext>
            </a:extLst>
          </p:cNvPr>
          <p:cNvSpPr>
            <a:spLocks xmlns:a="http://schemas.openxmlformats.org/drawingml/2006/main" noGrp="1"/>
          </p:cNvSpPr>
          <p:nvPr/>
        </p:nvSpPr>
        <p:spPr>
          <a:xfrm xmlns:a="http://schemas.openxmlformats.org/drawingml/2006/main">
            <a:off x="4868608"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6" name="Editable chart path">
            <a:extLst xmlns:a="http://schemas.openxmlformats.org/drawingml/2006/main">
              <a:ext uri="{FF2B5EF4-FFF2-40B4-BE49-F238E27FC236}">
                <a16:creationId xmlns:a16="http://schemas.microsoft.com/office/drawing/2014/main" id="{6AD84546-4991-435C-8323-4E1525971A47}"/>
              </a:ext>
            </a:extLst>
          </p:cNvPr>
          <p:cNvSpPr>
            <a:spLocks xmlns:a="http://schemas.openxmlformats.org/drawingml/2006/main" noGrp="1"/>
          </p:cNvSpPr>
          <p:nvPr/>
        </p:nvSpPr>
        <p:spPr>
          <a:xfrm xmlns:a="http://schemas.openxmlformats.org/drawingml/2006/main">
            <a:off x="4947561"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7" name="Editable chart path">
            <a:extLst xmlns:a="http://schemas.openxmlformats.org/drawingml/2006/main">
              <a:ext uri="{FF2B5EF4-FFF2-40B4-BE49-F238E27FC236}">
                <a16:creationId xmlns:a16="http://schemas.microsoft.com/office/drawing/2014/main" id="{A8391D82-E972-4C04-BBB2-A81C96F646CF}"/>
              </a:ext>
            </a:extLst>
          </p:cNvPr>
          <p:cNvSpPr>
            <a:spLocks xmlns:a="http://schemas.openxmlformats.org/drawingml/2006/main" noGrp="1"/>
          </p:cNvSpPr>
          <p:nvPr/>
        </p:nvSpPr>
        <p:spPr>
          <a:xfrm xmlns:a="http://schemas.openxmlformats.org/drawingml/2006/main">
            <a:off x="5026601"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8" name="Editable chart path">
            <a:extLst xmlns:a="http://schemas.openxmlformats.org/drawingml/2006/main">
              <a:ext uri="{FF2B5EF4-FFF2-40B4-BE49-F238E27FC236}">
                <a16:creationId xmlns:a16="http://schemas.microsoft.com/office/drawing/2014/main" id="{254FE414-448D-4A1A-B967-B3563A9F16A9}"/>
              </a:ext>
            </a:extLst>
          </p:cNvPr>
          <p:cNvSpPr>
            <a:spLocks xmlns:a="http://schemas.openxmlformats.org/drawingml/2006/main" noGrp="1"/>
          </p:cNvSpPr>
          <p:nvPr/>
        </p:nvSpPr>
        <p:spPr>
          <a:xfrm xmlns:a="http://schemas.openxmlformats.org/drawingml/2006/main">
            <a:off x="5105642"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69" name="Editable chart path">
            <a:extLst xmlns:a="http://schemas.openxmlformats.org/drawingml/2006/main">
              <a:ext uri="{FF2B5EF4-FFF2-40B4-BE49-F238E27FC236}">
                <a16:creationId xmlns:a16="http://schemas.microsoft.com/office/drawing/2014/main" id="{6C046F6E-5F58-4C75-975B-97C37DE813E1}"/>
              </a:ext>
            </a:extLst>
          </p:cNvPr>
          <p:cNvSpPr>
            <a:spLocks xmlns:a="http://schemas.openxmlformats.org/drawingml/2006/main" noGrp="1"/>
          </p:cNvSpPr>
          <p:nvPr/>
        </p:nvSpPr>
        <p:spPr>
          <a:xfrm xmlns:a="http://schemas.openxmlformats.org/drawingml/2006/main">
            <a:off x="5184595"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0" name="Editable chart path">
            <a:extLst xmlns:a="http://schemas.openxmlformats.org/drawingml/2006/main">
              <a:ext uri="{FF2B5EF4-FFF2-40B4-BE49-F238E27FC236}">
                <a16:creationId xmlns:a16="http://schemas.microsoft.com/office/drawing/2014/main" id="{1A298079-1ADA-45FF-980A-00CF7C602518}"/>
              </a:ext>
            </a:extLst>
          </p:cNvPr>
          <p:cNvSpPr>
            <a:spLocks xmlns:a="http://schemas.openxmlformats.org/drawingml/2006/main" noGrp="1"/>
          </p:cNvSpPr>
          <p:nvPr/>
        </p:nvSpPr>
        <p:spPr>
          <a:xfrm xmlns:a="http://schemas.openxmlformats.org/drawingml/2006/main">
            <a:off x="5263636"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1" name="Editable chart path">
            <a:extLst xmlns:a="http://schemas.openxmlformats.org/drawingml/2006/main">
              <a:ext uri="{FF2B5EF4-FFF2-40B4-BE49-F238E27FC236}">
                <a16:creationId xmlns:a16="http://schemas.microsoft.com/office/drawing/2014/main" id="{0AFEEBDA-7940-4207-A5AA-A9E9125BAA3B}"/>
              </a:ext>
            </a:extLst>
          </p:cNvPr>
          <p:cNvSpPr>
            <a:spLocks xmlns:a="http://schemas.openxmlformats.org/drawingml/2006/main" noGrp="1"/>
          </p:cNvSpPr>
          <p:nvPr/>
        </p:nvSpPr>
        <p:spPr>
          <a:xfrm xmlns:a="http://schemas.openxmlformats.org/drawingml/2006/main">
            <a:off x="5342589"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2" name="Editable chart path">
            <a:extLst xmlns:a="http://schemas.openxmlformats.org/drawingml/2006/main">
              <a:ext uri="{FF2B5EF4-FFF2-40B4-BE49-F238E27FC236}">
                <a16:creationId xmlns:a16="http://schemas.microsoft.com/office/drawing/2014/main" id="{850575F3-29CD-4FEF-944D-3F48F7EE2A66}"/>
              </a:ext>
            </a:extLst>
          </p:cNvPr>
          <p:cNvSpPr>
            <a:spLocks xmlns:a="http://schemas.openxmlformats.org/drawingml/2006/main" noGrp="1"/>
          </p:cNvSpPr>
          <p:nvPr/>
        </p:nvSpPr>
        <p:spPr>
          <a:xfrm xmlns:a="http://schemas.openxmlformats.org/drawingml/2006/main">
            <a:off x="5421630"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3" name="Editable chart path">
            <a:extLst xmlns:a="http://schemas.openxmlformats.org/drawingml/2006/main">
              <a:ext uri="{FF2B5EF4-FFF2-40B4-BE49-F238E27FC236}">
                <a16:creationId xmlns:a16="http://schemas.microsoft.com/office/drawing/2014/main" id="{DC125963-3F9A-4CEB-A9DC-E39179EED14D}"/>
              </a:ext>
            </a:extLst>
          </p:cNvPr>
          <p:cNvSpPr>
            <a:spLocks xmlns:a="http://schemas.openxmlformats.org/drawingml/2006/main" noGrp="1"/>
          </p:cNvSpPr>
          <p:nvPr/>
        </p:nvSpPr>
        <p:spPr>
          <a:xfrm xmlns:a="http://schemas.openxmlformats.org/drawingml/2006/main">
            <a:off x="5500583"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4" name="Editable chart path">
            <a:extLst xmlns:a="http://schemas.openxmlformats.org/drawingml/2006/main">
              <a:ext uri="{FF2B5EF4-FFF2-40B4-BE49-F238E27FC236}">
                <a16:creationId xmlns:a16="http://schemas.microsoft.com/office/drawing/2014/main" id="{C5918238-AD38-4332-885B-B3D7EBA2625F}"/>
              </a:ext>
            </a:extLst>
          </p:cNvPr>
          <p:cNvSpPr>
            <a:spLocks xmlns:a="http://schemas.openxmlformats.org/drawingml/2006/main" noGrp="1"/>
          </p:cNvSpPr>
          <p:nvPr/>
        </p:nvSpPr>
        <p:spPr>
          <a:xfrm xmlns:a="http://schemas.openxmlformats.org/drawingml/2006/main">
            <a:off x="5579623"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5" name="Editable chart path">
            <a:extLst xmlns:a="http://schemas.openxmlformats.org/drawingml/2006/main">
              <a:ext uri="{FF2B5EF4-FFF2-40B4-BE49-F238E27FC236}">
                <a16:creationId xmlns:a16="http://schemas.microsoft.com/office/drawing/2014/main" id="{EBDBDAD6-B6A1-4299-BB35-CBF381A7ED8B}"/>
              </a:ext>
            </a:extLst>
          </p:cNvPr>
          <p:cNvSpPr>
            <a:spLocks xmlns:a="http://schemas.openxmlformats.org/drawingml/2006/main" noGrp="1"/>
          </p:cNvSpPr>
          <p:nvPr/>
        </p:nvSpPr>
        <p:spPr>
          <a:xfrm xmlns:a="http://schemas.openxmlformats.org/drawingml/2006/main">
            <a:off x="5816658"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6" name="Editable chart path">
            <a:extLst xmlns:a="http://schemas.openxmlformats.org/drawingml/2006/main">
              <a:ext uri="{FF2B5EF4-FFF2-40B4-BE49-F238E27FC236}">
                <a16:creationId xmlns:a16="http://schemas.microsoft.com/office/drawing/2014/main" id="{2A122FAC-BF52-46D3-B6E4-40523DB7D821}"/>
              </a:ext>
            </a:extLst>
          </p:cNvPr>
          <p:cNvSpPr>
            <a:spLocks xmlns:a="http://schemas.openxmlformats.org/drawingml/2006/main" noGrp="1"/>
          </p:cNvSpPr>
          <p:nvPr/>
        </p:nvSpPr>
        <p:spPr>
          <a:xfrm xmlns:a="http://schemas.openxmlformats.org/drawingml/2006/main">
            <a:off x="6211598"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7" name="Editable chart path">
            <a:extLst xmlns:a="http://schemas.openxmlformats.org/drawingml/2006/main">
              <a:ext uri="{FF2B5EF4-FFF2-40B4-BE49-F238E27FC236}">
                <a16:creationId xmlns:a16="http://schemas.microsoft.com/office/drawing/2014/main" id="{DE1F2B0A-3888-4275-AE5C-6F18C5EA10C8}"/>
              </a:ext>
            </a:extLst>
          </p:cNvPr>
          <p:cNvSpPr>
            <a:spLocks xmlns:a="http://schemas.openxmlformats.org/drawingml/2006/main" noGrp="1"/>
          </p:cNvSpPr>
          <p:nvPr/>
        </p:nvSpPr>
        <p:spPr>
          <a:xfrm xmlns:a="http://schemas.openxmlformats.org/drawingml/2006/main">
            <a:off x="6290639"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8" name="Editable chart path">
            <a:extLst xmlns:a="http://schemas.openxmlformats.org/drawingml/2006/main">
              <a:ext uri="{FF2B5EF4-FFF2-40B4-BE49-F238E27FC236}">
                <a16:creationId xmlns:a16="http://schemas.microsoft.com/office/drawing/2014/main" id="{30A5F5BE-36A7-4034-831C-13E36E5FAB3E}"/>
              </a:ext>
            </a:extLst>
          </p:cNvPr>
          <p:cNvSpPr>
            <a:spLocks xmlns:a="http://schemas.openxmlformats.org/drawingml/2006/main" noGrp="1"/>
          </p:cNvSpPr>
          <p:nvPr/>
        </p:nvSpPr>
        <p:spPr>
          <a:xfrm xmlns:a="http://schemas.openxmlformats.org/drawingml/2006/main">
            <a:off x="6369680"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79" name="Editable chart path">
            <a:extLst xmlns:a="http://schemas.openxmlformats.org/drawingml/2006/main">
              <a:ext uri="{FF2B5EF4-FFF2-40B4-BE49-F238E27FC236}">
                <a16:creationId xmlns:a16="http://schemas.microsoft.com/office/drawing/2014/main" id="{66141194-2D2F-4811-984C-46C543EC93CC}"/>
              </a:ext>
            </a:extLst>
          </p:cNvPr>
          <p:cNvSpPr>
            <a:spLocks xmlns:a="http://schemas.openxmlformats.org/drawingml/2006/main" noGrp="1"/>
          </p:cNvSpPr>
          <p:nvPr/>
        </p:nvSpPr>
        <p:spPr>
          <a:xfrm xmlns:a="http://schemas.openxmlformats.org/drawingml/2006/main">
            <a:off x="6448633"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0" name="Editable chart path">
            <a:extLst xmlns:a="http://schemas.openxmlformats.org/drawingml/2006/main">
              <a:ext uri="{FF2B5EF4-FFF2-40B4-BE49-F238E27FC236}">
                <a16:creationId xmlns:a16="http://schemas.microsoft.com/office/drawing/2014/main" id="{88BF4440-EDDE-4D04-BD3A-D94B0B29A087}"/>
              </a:ext>
            </a:extLst>
          </p:cNvPr>
          <p:cNvSpPr>
            <a:spLocks xmlns:a="http://schemas.openxmlformats.org/drawingml/2006/main" noGrp="1"/>
          </p:cNvSpPr>
          <p:nvPr/>
        </p:nvSpPr>
        <p:spPr>
          <a:xfrm xmlns:a="http://schemas.openxmlformats.org/drawingml/2006/main">
            <a:off x="6527674"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1" name="Editable chart path">
            <a:extLst xmlns:a="http://schemas.openxmlformats.org/drawingml/2006/main">
              <a:ext uri="{FF2B5EF4-FFF2-40B4-BE49-F238E27FC236}">
                <a16:creationId xmlns:a16="http://schemas.microsoft.com/office/drawing/2014/main" id="{1B21AE48-0322-4C18-80CA-CB09A0A2E45C}"/>
              </a:ext>
            </a:extLst>
          </p:cNvPr>
          <p:cNvSpPr>
            <a:spLocks xmlns:a="http://schemas.openxmlformats.org/drawingml/2006/main" noGrp="1"/>
          </p:cNvSpPr>
          <p:nvPr/>
        </p:nvSpPr>
        <p:spPr>
          <a:xfrm xmlns:a="http://schemas.openxmlformats.org/drawingml/2006/main">
            <a:off x="6685667"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2" name="Editable chart path">
            <a:extLst xmlns:a="http://schemas.openxmlformats.org/drawingml/2006/main">
              <a:ext uri="{FF2B5EF4-FFF2-40B4-BE49-F238E27FC236}">
                <a16:creationId xmlns:a16="http://schemas.microsoft.com/office/drawing/2014/main" id="{BE09C279-4E43-4179-9AC2-E5B2F9DECFF1}"/>
              </a:ext>
            </a:extLst>
          </p:cNvPr>
          <p:cNvSpPr>
            <a:spLocks xmlns:a="http://schemas.openxmlformats.org/drawingml/2006/main" noGrp="1"/>
          </p:cNvSpPr>
          <p:nvPr/>
        </p:nvSpPr>
        <p:spPr>
          <a:xfrm xmlns:a="http://schemas.openxmlformats.org/drawingml/2006/main">
            <a:off x="6922702"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3" name="Editable chart path">
            <a:extLst xmlns:a="http://schemas.openxmlformats.org/drawingml/2006/main">
              <a:ext uri="{FF2B5EF4-FFF2-40B4-BE49-F238E27FC236}">
                <a16:creationId xmlns:a16="http://schemas.microsoft.com/office/drawing/2014/main" id="{D42892B3-63A0-4046-B070-2E31E6D098AC}"/>
              </a:ext>
            </a:extLst>
          </p:cNvPr>
          <p:cNvSpPr>
            <a:spLocks xmlns:a="http://schemas.openxmlformats.org/drawingml/2006/main" noGrp="1"/>
          </p:cNvSpPr>
          <p:nvPr/>
        </p:nvSpPr>
        <p:spPr>
          <a:xfrm xmlns:a="http://schemas.openxmlformats.org/drawingml/2006/main">
            <a:off x="7001655"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4" name="Editable chart path">
            <a:extLst xmlns:a="http://schemas.openxmlformats.org/drawingml/2006/main">
              <a:ext uri="{FF2B5EF4-FFF2-40B4-BE49-F238E27FC236}">
                <a16:creationId xmlns:a16="http://schemas.microsoft.com/office/drawing/2014/main" id="{1B961F7E-468A-405D-8444-080C3580E165}"/>
              </a:ext>
            </a:extLst>
          </p:cNvPr>
          <p:cNvSpPr>
            <a:spLocks xmlns:a="http://schemas.openxmlformats.org/drawingml/2006/main" noGrp="1"/>
          </p:cNvSpPr>
          <p:nvPr/>
        </p:nvSpPr>
        <p:spPr>
          <a:xfrm xmlns:a="http://schemas.openxmlformats.org/drawingml/2006/main">
            <a:off x="7080695"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5" name="Editable chart path">
            <a:extLst xmlns:a="http://schemas.openxmlformats.org/drawingml/2006/main">
              <a:ext uri="{FF2B5EF4-FFF2-40B4-BE49-F238E27FC236}">
                <a16:creationId xmlns:a16="http://schemas.microsoft.com/office/drawing/2014/main" id="{E940E17C-F47B-4546-AE0F-5633548D20A8}"/>
              </a:ext>
            </a:extLst>
          </p:cNvPr>
          <p:cNvSpPr>
            <a:spLocks xmlns:a="http://schemas.openxmlformats.org/drawingml/2006/main" noGrp="1"/>
          </p:cNvSpPr>
          <p:nvPr/>
        </p:nvSpPr>
        <p:spPr>
          <a:xfrm xmlns:a="http://schemas.openxmlformats.org/drawingml/2006/main">
            <a:off x="7159648"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6" name="Editable chart path">
            <a:extLst xmlns:a="http://schemas.openxmlformats.org/drawingml/2006/main">
              <a:ext uri="{FF2B5EF4-FFF2-40B4-BE49-F238E27FC236}">
                <a16:creationId xmlns:a16="http://schemas.microsoft.com/office/drawing/2014/main" id="{85D1B0EA-9F0E-49E6-B6ED-F57CED7AF352}"/>
              </a:ext>
            </a:extLst>
          </p:cNvPr>
          <p:cNvSpPr>
            <a:spLocks xmlns:a="http://schemas.openxmlformats.org/drawingml/2006/main" noGrp="1"/>
          </p:cNvSpPr>
          <p:nvPr/>
        </p:nvSpPr>
        <p:spPr>
          <a:xfrm xmlns:a="http://schemas.openxmlformats.org/drawingml/2006/main">
            <a:off x="7238689"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7" name="Editable chart path">
            <a:extLst xmlns:a="http://schemas.openxmlformats.org/drawingml/2006/main">
              <a:ext uri="{FF2B5EF4-FFF2-40B4-BE49-F238E27FC236}">
                <a16:creationId xmlns:a16="http://schemas.microsoft.com/office/drawing/2014/main" id="{BC7A6912-A10B-4DD0-956A-C13DF73F3CDB}"/>
              </a:ext>
            </a:extLst>
          </p:cNvPr>
          <p:cNvSpPr>
            <a:spLocks xmlns:a="http://schemas.openxmlformats.org/drawingml/2006/main" noGrp="1"/>
          </p:cNvSpPr>
          <p:nvPr/>
        </p:nvSpPr>
        <p:spPr>
          <a:xfrm xmlns:a="http://schemas.openxmlformats.org/drawingml/2006/main">
            <a:off x="7317642"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8" name="Editable chart path">
            <a:extLst xmlns:a="http://schemas.openxmlformats.org/drawingml/2006/main">
              <a:ext uri="{FF2B5EF4-FFF2-40B4-BE49-F238E27FC236}">
                <a16:creationId xmlns:a16="http://schemas.microsoft.com/office/drawing/2014/main" id="{64B9B8A7-4357-4EEB-B191-E968BDD99678}"/>
              </a:ext>
            </a:extLst>
          </p:cNvPr>
          <p:cNvSpPr>
            <a:spLocks xmlns:a="http://schemas.openxmlformats.org/drawingml/2006/main" noGrp="1"/>
          </p:cNvSpPr>
          <p:nvPr/>
        </p:nvSpPr>
        <p:spPr>
          <a:xfrm xmlns:a="http://schemas.openxmlformats.org/drawingml/2006/main">
            <a:off x="7396683"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89" name="Editable chart path">
            <a:extLst xmlns:a="http://schemas.openxmlformats.org/drawingml/2006/main">
              <a:ext uri="{FF2B5EF4-FFF2-40B4-BE49-F238E27FC236}">
                <a16:creationId xmlns:a16="http://schemas.microsoft.com/office/drawing/2014/main" id="{BA592C5A-7A89-477C-89B4-D8DFCB7A0648}"/>
              </a:ext>
            </a:extLst>
          </p:cNvPr>
          <p:cNvSpPr>
            <a:spLocks xmlns:a="http://schemas.openxmlformats.org/drawingml/2006/main" noGrp="1"/>
          </p:cNvSpPr>
          <p:nvPr/>
        </p:nvSpPr>
        <p:spPr>
          <a:xfrm xmlns:a="http://schemas.openxmlformats.org/drawingml/2006/main">
            <a:off x="7554677"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0" name="Editable chart path">
            <a:extLst xmlns:a="http://schemas.openxmlformats.org/drawingml/2006/main">
              <a:ext uri="{FF2B5EF4-FFF2-40B4-BE49-F238E27FC236}">
                <a16:creationId xmlns:a16="http://schemas.microsoft.com/office/drawing/2014/main" id="{9C76A28F-145A-4299-BE6A-BA7B0E61A150}"/>
              </a:ext>
            </a:extLst>
          </p:cNvPr>
          <p:cNvSpPr>
            <a:spLocks xmlns:a="http://schemas.openxmlformats.org/drawingml/2006/main" noGrp="1"/>
          </p:cNvSpPr>
          <p:nvPr/>
        </p:nvSpPr>
        <p:spPr>
          <a:xfrm xmlns:a="http://schemas.openxmlformats.org/drawingml/2006/main">
            <a:off x="7633717"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1" name="Editable chart path">
            <a:extLst xmlns:a="http://schemas.openxmlformats.org/drawingml/2006/main">
              <a:ext uri="{FF2B5EF4-FFF2-40B4-BE49-F238E27FC236}">
                <a16:creationId xmlns:a16="http://schemas.microsoft.com/office/drawing/2014/main" id="{846863C9-4A7B-4466-B325-DC60A2B37938}"/>
              </a:ext>
            </a:extLst>
          </p:cNvPr>
          <p:cNvSpPr>
            <a:spLocks xmlns:a="http://schemas.openxmlformats.org/drawingml/2006/main" noGrp="1"/>
          </p:cNvSpPr>
          <p:nvPr/>
        </p:nvSpPr>
        <p:spPr>
          <a:xfrm xmlns:a="http://schemas.openxmlformats.org/drawingml/2006/main">
            <a:off x="7712670"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2" name="Editable chart path">
            <a:extLst xmlns:a="http://schemas.openxmlformats.org/drawingml/2006/main">
              <a:ext uri="{FF2B5EF4-FFF2-40B4-BE49-F238E27FC236}">
                <a16:creationId xmlns:a16="http://schemas.microsoft.com/office/drawing/2014/main" id="{0BB72532-06E1-41DD-AE90-E28EDAEEED6F}"/>
              </a:ext>
            </a:extLst>
          </p:cNvPr>
          <p:cNvSpPr>
            <a:spLocks xmlns:a="http://schemas.openxmlformats.org/drawingml/2006/main" noGrp="1"/>
          </p:cNvSpPr>
          <p:nvPr/>
        </p:nvSpPr>
        <p:spPr>
          <a:xfrm xmlns:a="http://schemas.openxmlformats.org/drawingml/2006/main">
            <a:off x="7791711"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3" name="Editable chart path">
            <a:extLst xmlns:a="http://schemas.openxmlformats.org/drawingml/2006/main">
              <a:ext uri="{FF2B5EF4-FFF2-40B4-BE49-F238E27FC236}">
                <a16:creationId xmlns:a16="http://schemas.microsoft.com/office/drawing/2014/main" id="{B32F5577-88B4-4488-9364-B64BB1E02A83}"/>
              </a:ext>
            </a:extLst>
          </p:cNvPr>
          <p:cNvSpPr>
            <a:spLocks xmlns:a="http://schemas.openxmlformats.org/drawingml/2006/main" noGrp="1"/>
          </p:cNvSpPr>
          <p:nvPr/>
        </p:nvSpPr>
        <p:spPr>
          <a:xfrm xmlns:a="http://schemas.openxmlformats.org/drawingml/2006/main">
            <a:off x="7870664"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4" name="Editable chart path">
            <a:extLst xmlns:a="http://schemas.openxmlformats.org/drawingml/2006/main">
              <a:ext uri="{FF2B5EF4-FFF2-40B4-BE49-F238E27FC236}">
                <a16:creationId xmlns:a16="http://schemas.microsoft.com/office/drawing/2014/main" id="{0DC9F47A-6499-4F57-8EA2-0AA8BC1D13CD}"/>
              </a:ext>
            </a:extLst>
          </p:cNvPr>
          <p:cNvSpPr>
            <a:spLocks xmlns:a="http://schemas.openxmlformats.org/drawingml/2006/main" noGrp="1"/>
          </p:cNvSpPr>
          <p:nvPr/>
        </p:nvSpPr>
        <p:spPr>
          <a:xfrm xmlns:a="http://schemas.openxmlformats.org/drawingml/2006/main">
            <a:off x="7949705"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5" name="Editable chart path">
            <a:extLst xmlns:a="http://schemas.openxmlformats.org/drawingml/2006/main">
              <a:ext uri="{FF2B5EF4-FFF2-40B4-BE49-F238E27FC236}">
                <a16:creationId xmlns:a16="http://schemas.microsoft.com/office/drawing/2014/main" id="{F920ED56-B401-44E5-A260-7A61FE7F9B30}"/>
              </a:ext>
            </a:extLst>
          </p:cNvPr>
          <p:cNvSpPr>
            <a:spLocks xmlns:a="http://schemas.openxmlformats.org/drawingml/2006/main" noGrp="1"/>
          </p:cNvSpPr>
          <p:nvPr/>
        </p:nvSpPr>
        <p:spPr>
          <a:xfrm xmlns:a="http://schemas.openxmlformats.org/drawingml/2006/main">
            <a:off x="8028658"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6" name="Editable chart path">
            <a:extLst xmlns:a="http://schemas.openxmlformats.org/drawingml/2006/main">
              <a:ext uri="{FF2B5EF4-FFF2-40B4-BE49-F238E27FC236}">
                <a16:creationId xmlns:a16="http://schemas.microsoft.com/office/drawing/2014/main" id="{BA0E23CC-DC9E-47FA-8E77-292E89B53128}"/>
              </a:ext>
            </a:extLst>
          </p:cNvPr>
          <p:cNvSpPr>
            <a:spLocks xmlns:a="http://schemas.openxmlformats.org/drawingml/2006/main" noGrp="1"/>
          </p:cNvSpPr>
          <p:nvPr/>
        </p:nvSpPr>
        <p:spPr>
          <a:xfrm xmlns:a="http://schemas.openxmlformats.org/drawingml/2006/main">
            <a:off x="8107698" y="2853114"/>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7" name="Editable chart path">
            <a:extLst xmlns:a="http://schemas.openxmlformats.org/drawingml/2006/main">
              <a:ext uri="{FF2B5EF4-FFF2-40B4-BE49-F238E27FC236}">
                <a16:creationId xmlns:a16="http://schemas.microsoft.com/office/drawing/2014/main" id="{A5B4046C-5647-4DE1-9755-A15646CA7D09}"/>
              </a:ext>
            </a:extLst>
          </p:cNvPr>
          <p:cNvSpPr>
            <a:spLocks xmlns:a="http://schemas.openxmlformats.org/drawingml/2006/main" noGrp="1"/>
          </p:cNvSpPr>
          <p:nvPr/>
        </p:nvSpPr>
        <p:spPr>
          <a:xfrm xmlns:a="http://schemas.openxmlformats.org/drawingml/2006/main">
            <a:off x="4631573"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8" name="Editable chart path">
            <a:extLst xmlns:a="http://schemas.openxmlformats.org/drawingml/2006/main">
              <a:ext uri="{FF2B5EF4-FFF2-40B4-BE49-F238E27FC236}">
                <a16:creationId xmlns:a16="http://schemas.microsoft.com/office/drawing/2014/main" id="{189D133A-DA63-4C02-BB53-8C790E708F4D}"/>
              </a:ext>
            </a:extLst>
          </p:cNvPr>
          <p:cNvSpPr>
            <a:spLocks xmlns:a="http://schemas.openxmlformats.org/drawingml/2006/main" noGrp="1"/>
          </p:cNvSpPr>
          <p:nvPr/>
        </p:nvSpPr>
        <p:spPr>
          <a:xfrm xmlns:a="http://schemas.openxmlformats.org/drawingml/2006/main">
            <a:off x="4710614"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199" name="Editable chart path">
            <a:extLst xmlns:a="http://schemas.openxmlformats.org/drawingml/2006/main">
              <a:ext uri="{FF2B5EF4-FFF2-40B4-BE49-F238E27FC236}">
                <a16:creationId xmlns:a16="http://schemas.microsoft.com/office/drawing/2014/main" id="{6DB3DA11-E8B0-4F0B-A25D-205DA5889D49}"/>
              </a:ext>
            </a:extLst>
          </p:cNvPr>
          <p:cNvSpPr>
            <a:spLocks xmlns:a="http://schemas.openxmlformats.org/drawingml/2006/main" noGrp="1"/>
          </p:cNvSpPr>
          <p:nvPr/>
        </p:nvSpPr>
        <p:spPr>
          <a:xfrm xmlns:a="http://schemas.openxmlformats.org/drawingml/2006/main">
            <a:off x="4789567"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0" name="Editable chart path">
            <a:extLst xmlns:a="http://schemas.openxmlformats.org/drawingml/2006/main">
              <a:ext uri="{FF2B5EF4-FFF2-40B4-BE49-F238E27FC236}">
                <a16:creationId xmlns:a16="http://schemas.microsoft.com/office/drawing/2014/main" id="{5319CF0A-CCE2-48C5-9A2B-23B76662F3F8}"/>
              </a:ext>
            </a:extLst>
          </p:cNvPr>
          <p:cNvSpPr>
            <a:spLocks xmlns:a="http://schemas.openxmlformats.org/drawingml/2006/main" noGrp="1"/>
          </p:cNvSpPr>
          <p:nvPr/>
        </p:nvSpPr>
        <p:spPr>
          <a:xfrm xmlns:a="http://schemas.openxmlformats.org/drawingml/2006/main">
            <a:off x="4868608"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1" name="Editable chart path">
            <a:extLst xmlns:a="http://schemas.openxmlformats.org/drawingml/2006/main">
              <a:ext uri="{FF2B5EF4-FFF2-40B4-BE49-F238E27FC236}">
                <a16:creationId xmlns:a16="http://schemas.microsoft.com/office/drawing/2014/main" id="{78C2E1BC-80D2-4478-B96E-738FABBD7437}"/>
              </a:ext>
            </a:extLst>
          </p:cNvPr>
          <p:cNvSpPr>
            <a:spLocks xmlns:a="http://schemas.openxmlformats.org/drawingml/2006/main" noGrp="1"/>
          </p:cNvSpPr>
          <p:nvPr/>
        </p:nvSpPr>
        <p:spPr>
          <a:xfrm xmlns:a="http://schemas.openxmlformats.org/drawingml/2006/main">
            <a:off x="4947561"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2" name="Editable chart path">
            <a:extLst xmlns:a="http://schemas.openxmlformats.org/drawingml/2006/main">
              <a:ext uri="{FF2B5EF4-FFF2-40B4-BE49-F238E27FC236}">
                <a16:creationId xmlns:a16="http://schemas.microsoft.com/office/drawing/2014/main" id="{9144887D-C768-498B-A1B1-7ADF4AAD837D}"/>
              </a:ext>
            </a:extLst>
          </p:cNvPr>
          <p:cNvSpPr>
            <a:spLocks xmlns:a="http://schemas.openxmlformats.org/drawingml/2006/main" noGrp="1"/>
          </p:cNvSpPr>
          <p:nvPr/>
        </p:nvSpPr>
        <p:spPr>
          <a:xfrm xmlns:a="http://schemas.openxmlformats.org/drawingml/2006/main">
            <a:off x="5026601"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3" name="Editable chart path">
            <a:extLst xmlns:a="http://schemas.openxmlformats.org/drawingml/2006/main">
              <a:ext uri="{FF2B5EF4-FFF2-40B4-BE49-F238E27FC236}">
                <a16:creationId xmlns:a16="http://schemas.microsoft.com/office/drawing/2014/main" id="{E669C70E-A764-43F7-BC32-418A9FB484E2}"/>
              </a:ext>
            </a:extLst>
          </p:cNvPr>
          <p:cNvSpPr>
            <a:spLocks xmlns:a="http://schemas.openxmlformats.org/drawingml/2006/main" noGrp="1"/>
          </p:cNvSpPr>
          <p:nvPr/>
        </p:nvSpPr>
        <p:spPr>
          <a:xfrm xmlns:a="http://schemas.openxmlformats.org/drawingml/2006/main">
            <a:off x="5105642"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4" name="Editable chart path">
            <a:extLst xmlns:a="http://schemas.openxmlformats.org/drawingml/2006/main">
              <a:ext uri="{FF2B5EF4-FFF2-40B4-BE49-F238E27FC236}">
                <a16:creationId xmlns:a16="http://schemas.microsoft.com/office/drawing/2014/main" id="{65D1497A-8ADD-487C-9379-A08F2CD8EF4E}"/>
              </a:ext>
            </a:extLst>
          </p:cNvPr>
          <p:cNvSpPr>
            <a:spLocks xmlns:a="http://schemas.openxmlformats.org/drawingml/2006/main" noGrp="1"/>
          </p:cNvSpPr>
          <p:nvPr/>
        </p:nvSpPr>
        <p:spPr>
          <a:xfrm xmlns:a="http://schemas.openxmlformats.org/drawingml/2006/main">
            <a:off x="5184595"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5" name="Editable chart path">
            <a:extLst xmlns:a="http://schemas.openxmlformats.org/drawingml/2006/main">
              <a:ext uri="{FF2B5EF4-FFF2-40B4-BE49-F238E27FC236}">
                <a16:creationId xmlns:a16="http://schemas.microsoft.com/office/drawing/2014/main" id="{031605E9-98C1-44F4-9EB2-DF614EAC0285}"/>
              </a:ext>
            </a:extLst>
          </p:cNvPr>
          <p:cNvSpPr>
            <a:spLocks xmlns:a="http://schemas.openxmlformats.org/drawingml/2006/main" noGrp="1"/>
          </p:cNvSpPr>
          <p:nvPr/>
        </p:nvSpPr>
        <p:spPr>
          <a:xfrm xmlns:a="http://schemas.openxmlformats.org/drawingml/2006/main">
            <a:off x="5263636"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6" name="Editable chart path">
            <a:extLst xmlns:a="http://schemas.openxmlformats.org/drawingml/2006/main">
              <a:ext uri="{FF2B5EF4-FFF2-40B4-BE49-F238E27FC236}">
                <a16:creationId xmlns:a16="http://schemas.microsoft.com/office/drawing/2014/main" id="{30141EE3-3083-4CEA-BB0A-63EBE78953CC}"/>
              </a:ext>
            </a:extLst>
          </p:cNvPr>
          <p:cNvSpPr>
            <a:spLocks xmlns:a="http://schemas.openxmlformats.org/drawingml/2006/main" noGrp="1"/>
          </p:cNvSpPr>
          <p:nvPr/>
        </p:nvSpPr>
        <p:spPr>
          <a:xfrm xmlns:a="http://schemas.openxmlformats.org/drawingml/2006/main">
            <a:off x="5737617"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7" name="Editable chart path">
            <a:extLst xmlns:a="http://schemas.openxmlformats.org/drawingml/2006/main">
              <a:ext uri="{FF2B5EF4-FFF2-40B4-BE49-F238E27FC236}">
                <a16:creationId xmlns:a16="http://schemas.microsoft.com/office/drawing/2014/main" id="{456A4096-31F0-4CE5-ABFB-7F32D8651F31}"/>
              </a:ext>
            </a:extLst>
          </p:cNvPr>
          <p:cNvSpPr>
            <a:spLocks xmlns:a="http://schemas.openxmlformats.org/drawingml/2006/main" noGrp="1"/>
          </p:cNvSpPr>
          <p:nvPr/>
        </p:nvSpPr>
        <p:spPr>
          <a:xfrm xmlns:a="http://schemas.openxmlformats.org/drawingml/2006/main">
            <a:off x="5816658"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8" name="Editable chart path">
            <a:extLst xmlns:a="http://schemas.openxmlformats.org/drawingml/2006/main">
              <a:ext uri="{FF2B5EF4-FFF2-40B4-BE49-F238E27FC236}">
                <a16:creationId xmlns:a16="http://schemas.microsoft.com/office/drawing/2014/main" id="{178FCCB3-309E-48B6-988E-6472F0484C2A}"/>
              </a:ext>
            </a:extLst>
          </p:cNvPr>
          <p:cNvSpPr>
            <a:spLocks xmlns:a="http://schemas.openxmlformats.org/drawingml/2006/main" noGrp="1"/>
          </p:cNvSpPr>
          <p:nvPr/>
        </p:nvSpPr>
        <p:spPr>
          <a:xfrm xmlns:a="http://schemas.openxmlformats.org/drawingml/2006/main">
            <a:off x="6369680"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09" name="Editable chart path">
            <a:extLst xmlns:a="http://schemas.openxmlformats.org/drawingml/2006/main">
              <a:ext uri="{FF2B5EF4-FFF2-40B4-BE49-F238E27FC236}">
                <a16:creationId xmlns:a16="http://schemas.microsoft.com/office/drawing/2014/main" id="{606936DE-FE06-4373-BFA8-BC3907AF20A9}"/>
              </a:ext>
            </a:extLst>
          </p:cNvPr>
          <p:cNvSpPr>
            <a:spLocks xmlns:a="http://schemas.openxmlformats.org/drawingml/2006/main" noGrp="1"/>
          </p:cNvSpPr>
          <p:nvPr/>
        </p:nvSpPr>
        <p:spPr>
          <a:xfrm xmlns:a="http://schemas.openxmlformats.org/drawingml/2006/main">
            <a:off x="6448633"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0" name="Editable chart path">
            <a:extLst xmlns:a="http://schemas.openxmlformats.org/drawingml/2006/main">
              <a:ext uri="{FF2B5EF4-FFF2-40B4-BE49-F238E27FC236}">
                <a16:creationId xmlns:a16="http://schemas.microsoft.com/office/drawing/2014/main" id="{ED6DAB4F-F03D-479D-A76C-8E0359D12087}"/>
              </a:ext>
            </a:extLst>
          </p:cNvPr>
          <p:cNvSpPr>
            <a:spLocks xmlns:a="http://schemas.openxmlformats.org/drawingml/2006/main" noGrp="1"/>
          </p:cNvSpPr>
          <p:nvPr/>
        </p:nvSpPr>
        <p:spPr>
          <a:xfrm xmlns:a="http://schemas.openxmlformats.org/drawingml/2006/main">
            <a:off x="6843661"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1" name="Editable chart path">
            <a:extLst xmlns:a="http://schemas.openxmlformats.org/drawingml/2006/main">
              <a:ext uri="{FF2B5EF4-FFF2-40B4-BE49-F238E27FC236}">
                <a16:creationId xmlns:a16="http://schemas.microsoft.com/office/drawing/2014/main" id="{A036437F-8986-4B2B-9ACA-623306900C05}"/>
              </a:ext>
            </a:extLst>
          </p:cNvPr>
          <p:cNvSpPr>
            <a:spLocks xmlns:a="http://schemas.openxmlformats.org/drawingml/2006/main" noGrp="1"/>
          </p:cNvSpPr>
          <p:nvPr/>
        </p:nvSpPr>
        <p:spPr>
          <a:xfrm xmlns:a="http://schemas.openxmlformats.org/drawingml/2006/main">
            <a:off x="7554677"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2" name="Editable chart path">
            <a:extLst xmlns:a="http://schemas.openxmlformats.org/drawingml/2006/main">
              <a:ext uri="{FF2B5EF4-FFF2-40B4-BE49-F238E27FC236}">
                <a16:creationId xmlns:a16="http://schemas.microsoft.com/office/drawing/2014/main" id="{E95755F4-54AB-4362-A320-1250EBD86041}"/>
              </a:ext>
            </a:extLst>
          </p:cNvPr>
          <p:cNvSpPr>
            <a:spLocks xmlns:a="http://schemas.openxmlformats.org/drawingml/2006/main" noGrp="1"/>
          </p:cNvSpPr>
          <p:nvPr/>
        </p:nvSpPr>
        <p:spPr>
          <a:xfrm xmlns:a="http://schemas.openxmlformats.org/drawingml/2006/main">
            <a:off x="7633717"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3" name="Editable chart path">
            <a:extLst xmlns:a="http://schemas.openxmlformats.org/drawingml/2006/main">
              <a:ext uri="{FF2B5EF4-FFF2-40B4-BE49-F238E27FC236}">
                <a16:creationId xmlns:a16="http://schemas.microsoft.com/office/drawing/2014/main" id="{BE9CBF31-5290-40BD-978A-5674C0ABA3EC}"/>
              </a:ext>
            </a:extLst>
          </p:cNvPr>
          <p:cNvSpPr>
            <a:spLocks xmlns:a="http://schemas.openxmlformats.org/drawingml/2006/main" noGrp="1"/>
          </p:cNvSpPr>
          <p:nvPr/>
        </p:nvSpPr>
        <p:spPr>
          <a:xfrm xmlns:a="http://schemas.openxmlformats.org/drawingml/2006/main">
            <a:off x="7712670"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4" name="Editable chart path">
            <a:extLst xmlns:a="http://schemas.openxmlformats.org/drawingml/2006/main">
              <a:ext uri="{FF2B5EF4-FFF2-40B4-BE49-F238E27FC236}">
                <a16:creationId xmlns:a16="http://schemas.microsoft.com/office/drawing/2014/main" id="{0994DE98-6AD3-43DE-881C-B78542D64DDA}"/>
              </a:ext>
            </a:extLst>
          </p:cNvPr>
          <p:cNvSpPr>
            <a:spLocks xmlns:a="http://schemas.openxmlformats.org/drawingml/2006/main" noGrp="1"/>
          </p:cNvSpPr>
          <p:nvPr/>
        </p:nvSpPr>
        <p:spPr>
          <a:xfrm xmlns:a="http://schemas.openxmlformats.org/drawingml/2006/main">
            <a:off x="7791711"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5" name="Editable chart path">
            <a:extLst xmlns:a="http://schemas.openxmlformats.org/drawingml/2006/main">
              <a:ext uri="{FF2B5EF4-FFF2-40B4-BE49-F238E27FC236}">
                <a16:creationId xmlns:a16="http://schemas.microsoft.com/office/drawing/2014/main" id="{4265477A-0BF2-4C11-A565-D59F5386B390}"/>
              </a:ext>
            </a:extLst>
          </p:cNvPr>
          <p:cNvSpPr>
            <a:spLocks xmlns:a="http://schemas.openxmlformats.org/drawingml/2006/main" noGrp="1"/>
          </p:cNvSpPr>
          <p:nvPr/>
        </p:nvSpPr>
        <p:spPr>
          <a:xfrm xmlns:a="http://schemas.openxmlformats.org/drawingml/2006/main">
            <a:off x="7870664"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6" name="Editable chart path">
            <a:extLst xmlns:a="http://schemas.openxmlformats.org/drawingml/2006/main">
              <a:ext uri="{FF2B5EF4-FFF2-40B4-BE49-F238E27FC236}">
                <a16:creationId xmlns:a16="http://schemas.microsoft.com/office/drawing/2014/main" id="{EAC8772E-A28F-43BF-9A2A-41B34702D9AA}"/>
              </a:ext>
            </a:extLst>
          </p:cNvPr>
          <p:cNvSpPr>
            <a:spLocks xmlns:a="http://schemas.openxmlformats.org/drawingml/2006/main" noGrp="1"/>
          </p:cNvSpPr>
          <p:nvPr/>
        </p:nvSpPr>
        <p:spPr>
          <a:xfrm xmlns:a="http://schemas.openxmlformats.org/drawingml/2006/main">
            <a:off x="7949705"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7" name="Editable chart path">
            <a:extLst xmlns:a="http://schemas.openxmlformats.org/drawingml/2006/main">
              <a:ext uri="{FF2B5EF4-FFF2-40B4-BE49-F238E27FC236}">
                <a16:creationId xmlns:a16="http://schemas.microsoft.com/office/drawing/2014/main" id="{2D09B9B3-D913-4080-910D-C0C6BB27979A}"/>
              </a:ext>
            </a:extLst>
          </p:cNvPr>
          <p:cNvSpPr>
            <a:spLocks xmlns:a="http://schemas.openxmlformats.org/drawingml/2006/main" noGrp="1"/>
          </p:cNvSpPr>
          <p:nvPr/>
        </p:nvSpPr>
        <p:spPr>
          <a:xfrm xmlns:a="http://schemas.openxmlformats.org/drawingml/2006/main">
            <a:off x="8028658" y="2773611"/>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8" name="Editable chart path">
            <a:extLst xmlns:a="http://schemas.openxmlformats.org/drawingml/2006/main">
              <a:ext uri="{FF2B5EF4-FFF2-40B4-BE49-F238E27FC236}">
                <a16:creationId xmlns:a16="http://schemas.microsoft.com/office/drawing/2014/main" id="{DA1D1989-FCF7-4093-92D4-EA029BF95EA8}"/>
              </a:ext>
            </a:extLst>
          </p:cNvPr>
          <p:cNvSpPr>
            <a:spLocks xmlns:a="http://schemas.openxmlformats.org/drawingml/2006/main" noGrp="1"/>
          </p:cNvSpPr>
          <p:nvPr/>
        </p:nvSpPr>
        <p:spPr>
          <a:xfrm xmlns:a="http://schemas.openxmlformats.org/drawingml/2006/main">
            <a:off x="4789567"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19" name="Editable chart path">
            <a:extLst xmlns:a="http://schemas.openxmlformats.org/drawingml/2006/main">
              <a:ext uri="{FF2B5EF4-FFF2-40B4-BE49-F238E27FC236}">
                <a16:creationId xmlns:a16="http://schemas.microsoft.com/office/drawing/2014/main" id="{0C7345FC-EB4B-4F41-BA2C-538C045F5E66}"/>
              </a:ext>
            </a:extLst>
          </p:cNvPr>
          <p:cNvSpPr>
            <a:spLocks xmlns:a="http://schemas.openxmlformats.org/drawingml/2006/main" noGrp="1"/>
          </p:cNvSpPr>
          <p:nvPr/>
        </p:nvSpPr>
        <p:spPr>
          <a:xfrm xmlns:a="http://schemas.openxmlformats.org/drawingml/2006/main">
            <a:off x="4868608"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0" name="Editable chart path">
            <a:extLst xmlns:a="http://schemas.openxmlformats.org/drawingml/2006/main">
              <a:ext uri="{FF2B5EF4-FFF2-40B4-BE49-F238E27FC236}">
                <a16:creationId xmlns:a16="http://schemas.microsoft.com/office/drawing/2014/main" id="{A34046C2-4A06-44BC-A5F6-BAFF6D7E3481}"/>
              </a:ext>
            </a:extLst>
          </p:cNvPr>
          <p:cNvSpPr>
            <a:spLocks xmlns:a="http://schemas.openxmlformats.org/drawingml/2006/main" noGrp="1"/>
          </p:cNvSpPr>
          <p:nvPr/>
        </p:nvSpPr>
        <p:spPr>
          <a:xfrm xmlns:a="http://schemas.openxmlformats.org/drawingml/2006/main">
            <a:off x="4947561"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1" name="Editable chart path">
            <a:extLst xmlns:a="http://schemas.openxmlformats.org/drawingml/2006/main">
              <a:ext uri="{FF2B5EF4-FFF2-40B4-BE49-F238E27FC236}">
                <a16:creationId xmlns:a16="http://schemas.microsoft.com/office/drawing/2014/main" id="{4E740790-1FCB-40B0-A951-BCC281CB2396}"/>
              </a:ext>
            </a:extLst>
          </p:cNvPr>
          <p:cNvSpPr>
            <a:spLocks xmlns:a="http://schemas.openxmlformats.org/drawingml/2006/main" noGrp="1"/>
          </p:cNvSpPr>
          <p:nvPr/>
        </p:nvSpPr>
        <p:spPr>
          <a:xfrm xmlns:a="http://schemas.openxmlformats.org/drawingml/2006/main">
            <a:off x="5026601"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2" name="Editable chart path">
            <a:extLst xmlns:a="http://schemas.openxmlformats.org/drawingml/2006/main">
              <a:ext uri="{FF2B5EF4-FFF2-40B4-BE49-F238E27FC236}">
                <a16:creationId xmlns:a16="http://schemas.microsoft.com/office/drawing/2014/main" id="{76BDFF42-FE3B-4E46-822A-4B62240E9309}"/>
              </a:ext>
            </a:extLst>
          </p:cNvPr>
          <p:cNvSpPr>
            <a:spLocks xmlns:a="http://schemas.openxmlformats.org/drawingml/2006/main" noGrp="1"/>
          </p:cNvSpPr>
          <p:nvPr/>
        </p:nvSpPr>
        <p:spPr>
          <a:xfrm xmlns:a="http://schemas.openxmlformats.org/drawingml/2006/main">
            <a:off x="5105642"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3" name="Editable chart path">
            <a:extLst xmlns:a="http://schemas.openxmlformats.org/drawingml/2006/main">
              <a:ext uri="{FF2B5EF4-FFF2-40B4-BE49-F238E27FC236}">
                <a16:creationId xmlns:a16="http://schemas.microsoft.com/office/drawing/2014/main" id="{39C0C195-CF22-4D05-86C4-5A3D657841BF}"/>
              </a:ext>
            </a:extLst>
          </p:cNvPr>
          <p:cNvSpPr>
            <a:spLocks xmlns:a="http://schemas.openxmlformats.org/drawingml/2006/main" noGrp="1"/>
          </p:cNvSpPr>
          <p:nvPr/>
        </p:nvSpPr>
        <p:spPr>
          <a:xfrm xmlns:a="http://schemas.openxmlformats.org/drawingml/2006/main">
            <a:off x="5184595"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4" name="Editable chart path">
            <a:extLst xmlns:a="http://schemas.openxmlformats.org/drawingml/2006/main">
              <a:ext uri="{FF2B5EF4-FFF2-40B4-BE49-F238E27FC236}">
                <a16:creationId xmlns:a16="http://schemas.microsoft.com/office/drawing/2014/main" id="{2DD4E428-264E-4219-9EFA-3F12D03FE790}"/>
              </a:ext>
            </a:extLst>
          </p:cNvPr>
          <p:cNvSpPr>
            <a:spLocks xmlns:a="http://schemas.openxmlformats.org/drawingml/2006/main" noGrp="1"/>
          </p:cNvSpPr>
          <p:nvPr/>
        </p:nvSpPr>
        <p:spPr>
          <a:xfrm xmlns:a="http://schemas.openxmlformats.org/drawingml/2006/main">
            <a:off x="5263636"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5" name="Editable chart path">
            <a:extLst xmlns:a="http://schemas.openxmlformats.org/drawingml/2006/main">
              <a:ext uri="{FF2B5EF4-FFF2-40B4-BE49-F238E27FC236}">
                <a16:creationId xmlns:a16="http://schemas.microsoft.com/office/drawing/2014/main" id="{5F537CD5-AE0A-42AB-AF39-83E924DA73BE}"/>
              </a:ext>
            </a:extLst>
          </p:cNvPr>
          <p:cNvSpPr>
            <a:spLocks xmlns:a="http://schemas.openxmlformats.org/drawingml/2006/main" noGrp="1"/>
          </p:cNvSpPr>
          <p:nvPr/>
        </p:nvSpPr>
        <p:spPr>
          <a:xfrm xmlns:a="http://schemas.openxmlformats.org/drawingml/2006/main">
            <a:off x="5342589"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6" name="Editable chart path">
            <a:extLst xmlns:a="http://schemas.openxmlformats.org/drawingml/2006/main">
              <a:ext uri="{FF2B5EF4-FFF2-40B4-BE49-F238E27FC236}">
                <a16:creationId xmlns:a16="http://schemas.microsoft.com/office/drawing/2014/main" id="{6EBF02B2-0936-4518-9C68-10B20891C5CC}"/>
              </a:ext>
            </a:extLst>
          </p:cNvPr>
          <p:cNvSpPr>
            <a:spLocks xmlns:a="http://schemas.openxmlformats.org/drawingml/2006/main" noGrp="1"/>
          </p:cNvSpPr>
          <p:nvPr/>
        </p:nvSpPr>
        <p:spPr>
          <a:xfrm xmlns:a="http://schemas.openxmlformats.org/drawingml/2006/main">
            <a:off x="5816658"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7" name="Editable chart path">
            <a:extLst xmlns:a="http://schemas.openxmlformats.org/drawingml/2006/main">
              <a:ext uri="{FF2B5EF4-FFF2-40B4-BE49-F238E27FC236}">
                <a16:creationId xmlns:a16="http://schemas.microsoft.com/office/drawing/2014/main" id="{7EE5F8B0-56AE-482F-AE15-08634D998C44}"/>
              </a:ext>
            </a:extLst>
          </p:cNvPr>
          <p:cNvSpPr>
            <a:spLocks xmlns:a="http://schemas.openxmlformats.org/drawingml/2006/main" noGrp="1"/>
          </p:cNvSpPr>
          <p:nvPr/>
        </p:nvSpPr>
        <p:spPr>
          <a:xfrm xmlns:a="http://schemas.openxmlformats.org/drawingml/2006/main">
            <a:off x="6132645"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8" name="Editable chart path">
            <a:extLst xmlns:a="http://schemas.openxmlformats.org/drawingml/2006/main">
              <a:ext uri="{FF2B5EF4-FFF2-40B4-BE49-F238E27FC236}">
                <a16:creationId xmlns:a16="http://schemas.microsoft.com/office/drawing/2014/main" id="{D309D68E-0438-428C-BF78-991C3881A338}"/>
              </a:ext>
            </a:extLst>
          </p:cNvPr>
          <p:cNvSpPr>
            <a:spLocks xmlns:a="http://schemas.openxmlformats.org/drawingml/2006/main" noGrp="1"/>
          </p:cNvSpPr>
          <p:nvPr/>
        </p:nvSpPr>
        <p:spPr>
          <a:xfrm xmlns:a="http://schemas.openxmlformats.org/drawingml/2006/main">
            <a:off x="6211598"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29" name="Editable chart path">
            <a:extLst xmlns:a="http://schemas.openxmlformats.org/drawingml/2006/main">
              <a:ext uri="{FF2B5EF4-FFF2-40B4-BE49-F238E27FC236}">
                <a16:creationId xmlns:a16="http://schemas.microsoft.com/office/drawing/2014/main" id="{A1734A62-8CDF-40D9-9472-45A70B847E42}"/>
              </a:ext>
            </a:extLst>
          </p:cNvPr>
          <p:cNvSpPr>
            <a:spLocks xmlns:a="http://schemas.openxmlformats.org/drawingml/2006/main" noGrp="1"/>
          </p:cNvSpPr>
          <p:nvPr/>
        </p:nvSpPr>
        <p:spPr>
          <a:xfrm xmlns:a="http://schemas.openxmlformats.org/drawingml/2006/main">
            <a:off x="7633717"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0" name="Editable chart path">
            <a:extLst xmlns:a="http://schemas.openxmlformats.org/drawingml/2006/main">
              <a:ext uri="{FF2B5EF4-FFF2-40B4-BE49-F238E27FC236}">
                <a16:creationId xmlns:a16="http://schemas.microsoft.com/office/drawing/2014/main" id="{5D353094-7DD6-4F05-AEA3-09A452167189}"/>
              </a:ext>
            </a:extLst>
          </p:cNvPr>
          <p:cNvSpPr>
            <a:spLocks xmlns:a="http://schemas.openxmlformats.org/drawingml/2006/main" noGrp="1"/>
          </p:cNvSpPr>
          <p:nvPr/>
        </p:nvSpPr>
        <p:spPr>
          <a:xfrm xmlns:a="http://schemas.openxmlformats.org/drawingml/2006/main">
            <a:off x="7712670"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1" name="Editable chart path">
            <a:extLst xmlns:a="http://schemas.openxmlformats.org/drawingml/2006/main">
              <a:ext uri="{FF2B5EF4-FFF2-40B4-BE49-F238E27FC236}">
                <a16:creationId xmlns:a16="http://schemas.microsoft.com/office/drawing/2014/main" id="{5FC36DDD-0E5C-4251-8158-C88F95B02B6D}"/>
              </a:ext>
            </a:extLst>
          </p:cNvPr>
          <p:cNvSpPr>
            <a:spLocks xmlns:a="http://schemas.openxmlformats.org/drawingml/2006/main" noGrp="1"/>
          </p:cNvSpPr>
          <p:nvPr/>
        </p:nvSpPr>
        <p:spPr>
          <a:xfrm xmlns:a="http://schemas.openxmlformats.org/drawingml/2006/main">
            <a:off x="7791711" y="2694109"/>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2" name="Editable chart path">
            <a:extLst xmlns:a="http://schemas.openxmlformats.org/drawingml/2006/main">
              <a:ext uri="{FF2B5EF4-FFF2-40B4-BE49-F238E27FC236}">
                <a16:creationId xmlns:a16="http://schemas.microsoft.com/office/drawing/2014/main" id="{2B741E50-4550-495A-A974-78CD7B206E86}"/>
              </a:ext>
            </a:extLst>
          </p:cNvPr>
          <p:cNvSpPr>
            <a:spLocks xmlns:a="http://schemas.openxmlformats.org/drawingml/2006/main" noGrp="1"/>
          </p:cNvSpPr>
          <p:nvPr/>
        </p:nvSpPr>
        <p:spPr>
          <a:xfrm xmlns:a="http://schemas.openxmlformats.org/drawingml/2006/main">
            <a:off x="4868608"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3" name="Editable chart path">
            <a:extLst xmlns:a="http://schemas.openxmlformats.org/drawingml/2006/main">
              <a:ext uri="{FF2B5EF4-FFF2-40B4-BE49-F238E27FC236}">
                <a16:creationId xmlns:a16="http://schemas.microsoft.com/office/drawing/2014/main" id="{D4272A50-9B44-40BA-BD1D-BA1B06797933}"/>
              </a:ext>
            </a:extLst>
          </p:cNvPr>
          <p:cNvSpPr>
            <a:spLocks xmlns:a="http://schemas.openxmlformats.org/drawingml/2006/main" noGrp="1"/>
          </p:cNvSpPr>
          <p:nvPr/>
        </p:nvSpPr>
        <p:spPr>
          <a:xfrm xmlns:a="http://schemas.openxmlformats.org/drawingml/2006/main">
            <a:off x="4947561"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4" name="Editable chart path">
            <a:extLst xmlns:a="http://schemas.openxmlformats.org/drawingml/2006/main">
              <a:ext uri="{FF2B5EF4-FFF2-40B4-BE49-F238E27FC236}">
                <a16:creationId xmlns:a16="http://schemas.microsoft.com/office/drawing/2014/main" id="{EF9B4FD8-E4C4-4AAD-84EF-26A10FE6E3C0}"/>
              </a:ext>
            </a:extLst>
          </p:cNvPr>
          <p:cNvSpPr>
            <a:spLocks xmlns:a="http://schemas.openxmlformats.org/drawingml/2006/main" noGrp="1"/>
          </p:cNvSpPr>
          <p:nvPr/>
        </p:nvSpPr>
        <p:spPr>
          <a:xfrm xmlns:a="http://schemas.openxmlformats.org/drawingml/2006/main">
            <a:off x="5026601"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5" name="Editable chart path">
            <a:extLst xmlns:a="http://schemas.openxmlformats.org/drawingml/2006/main">
              <a:ext uri="{FF2B5EF4-FFF2-40B4-BE49-F238E27FC236}">
                <a16:creationId xmlns:a16="http://schemas.microsoft.com/office/drawing/2014/main" id="{1EB8CE00-F4AC-4A22-8DE2-4600FB835C1A}"/>
              </a:ext>
            </a:extLst>
          </p:cNvPr>
          <p:cNvSpPr>
            <a:spLocks xmlns:a="http://schemas.openxmlformats.org/drawingml/2006/main" noGrp="1"/>
          </p:cNvSpPr>
          <p:nvPr/>
        </p:nvSpPr>
        <p:spPr>
          <a:xfrm xmlns:a="http://schemas.openxmlformats.org/drawingml/2006/main">
            <a:off x="5105642"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6" name="Editable chart path">
            <a:extLst xmlns:a="http://schemas.openxmlformats.org/drawingml/2006/main">
              <a:ext uri="{FF2B5EF4-FFF2-40B4-BE49-F238E27FC236}">
                <a16:creationId xmlns:a16="http://schemas.microsoft.com/office/drawing/2014/main" id="{CD003F48-8A10-46B4-B3D8-32BCC148EB50}"/>
              </a:ext>
            </a:extLst>
          </p:cNvPr>
          <p:cNvSpPr>
            <a:spLocks xmlns:a="http://schemas.openxmlformats.org/drawingml/2006/main" noGrp="1"/>
          </p:cNvSpPr>
          <p:nvPr/>
        </p:nvSpPr>
        <p:spPr>
          <a:xfrm xmlns:a="http://schemas.openxmlformats.org/drawingml/2006/main">
            <a:off x="5184595"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7" name="Editable chart path">
            <a:extLst xmlns:a="http://schemas.openxmlformats.org/drawingml/2006/main">
              <a:ext uri="{FF2B5EF4-FFF2-40B4-BE49-F238E27FC236}">
                <a16:creationId xmlns:a16="http://schemas.microsoft.com/office/drawing/2014/main" id="{5560B547-1D11-4E54-BE0E-F0D5D1935B10}"/>
              </a:ext>
            </a:extLst>
          </p:cNvPr>
          <p:cNvSpPr>
            <a:spLocks xmlns:a="http://schemas.openxmlformats.org/drawingml/2006/main" noGrp="1"/>
          </p:cNvSpPr>
          <p:nvPr/>
        </p:nvSpPr>
        <p:spPr>
          <a:xfrm xmlns:a="http://schemas.openxmlformats.org/drawingml/2006/main">
            <a:off x="5263636"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8" name="Editable chart path">
            <a:extLst xmlns:a="http://schemas.openxmlformats.org/drawingml/2006/main">
              <a:ext uri="{FF2B5EF4-FFF2-40B4-BE49-F238E27FC236}">
                <a16:creationId xmlns:a16="http://schemas.microsoft.com/office/drawing/2014/main" id="{B6D2AF2A-B8E1-47EA-80D5-ED1E3C038E14}"/>
              </a:ext>
            </a:extLst>
          </p:cNvPr>
          <p:cNvSpPr>
            <a:spLocks xmlns:a="http://schemas.openxmlformats.org/drawingml/2006/main" noGrp="1"/>
          </p:cNvSpPr>
          <p:nvPr/>
        </p:nvSpPr>
        <p:spPr>
          <a:xfrm xmlns:a="http://schemas.openxmlformats.org/drawingml/2006/main">
            <a:off x="5342589"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39" name="Editable chart path">
            <a:extLst xmlns:a="http://schemas.openxmlformats.org/drawingml/2006/main">
              <a:ext uri="{FF2B5EF4-FFF2-40B4-BE49-F238E27FC236}">
                <a16:creationId xmlns:a16="http://schemas.microsoft.com/office/drawing/2014/main" id="{2B548384-74ED-4762-9159-0F1E0A6D5718}"/>
              </a:ext>
            </a:extLst>
          </p:cNvPr>
          <p:cNvSpPr>
            <a:spLocks xmlns:a="http://schemas.openxmlformats.org/drawingml/2006/main" noGrp="1"/>
          </p:cNvSpPr>
          <p:nvPr/>
        </p:nvSpPr>
        <p:spPr>
          <a:xfrm xmlns:a="http://schemas.openxmlformats.org/drawingml/2006/main">
            <a:off x="6132645"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0" name="Editable chart path">
            <a:extLst xmlns:a="http://schemas.openxmlformats.org/drawingml/2006/main">
              <a:ext uri="{FF2B5EF4-FFF2-40B4-BE49-F238E27FC236}">
                <a16:creationId xmlns:a16="http://schemas.microsoft.com/office/drawing/2014/main" id="{B0709AE0-1744-481B-AEC3-58B161BBF625}"/>
              </a:ext>
            </a:extLst>
          </p:cNvPr>
          <p:cNvSpPr>
            <a:spLocks xmlns:a="http://schemas.openxmlformats.org/drawingml/2006/main" noGrp="1"/>
          </p:cNvSpPr>
          <p:nvPr/>
        </p:nvSpPr>
        <p:spPr>
          <a:xfrm xmlns:a="http://schemas.openxmlformats.org/drawingml/2006/main">
            <a:off x="6211598"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1" name="Editable chart path">
            <a:extLst xmlns:a="http://schemas.openxmlformats.org/drawingml/2006/main">
              <a:ext uri="{FF2B5EF4-FFF2-40B4-BE49-F238E27FC236}">
                <a16:creationId xmlns:a16="http://schemas.microsoft.com/office/drawing/2014/main" id="{945E2716-CFA1-41CA-AF75-7617EF88E65E}"/>
              </a:ext>
            </a:extLst>
          </p:cNvPr>
          <p:cNvSpPr>
            <a:spLocks xmlns:a="http://schemas.openxmlformats.org/drawingml/2006/main" noGrp="1"/>
          </p:cNvSpPr>
          <p:nvPr/>
        </p:nvSpPr>
        <p:spPr>
          <a:xfrm xmlns:a="http://schemas.openxmlformats.org/drawingml/2006/main">
            <a:off x="6290639" y="2614518"/>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2" name="Editable chart path">
            <a:extLst xmlns:a="http://schemas.openxmlformats.org/drawingml/2006/main">
              <a:ext uri="{FF2B5EF4-FFF2-40B4-BE49-F238E27FC236}">
                <a16:creationId xmlns:a16="http://schemas.microsoft.com/office/drawing/2014/main" id="{42C0C472-3C25-4AEE-A31C-7EFC68EFAEE3}"/>
              </a:ext>
            </a:extLst>
          </p:cNvPr>
          <p:cNvSpPr>
            <a:spLocks xmlns:a="http://schemas.openxmlformats.org/drawingml/2006/main" noGrp="1"/>
          </p:cNvSpPr>
          <p:nvPr/>
        </p:nvSpPr>
        <p:spPr>
          <a:xfrm xmlns:a="http://schemas.openxmlformats.org/drawingml/2006/main">
            <a:off x="5500583" y="253501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3" name="Editable chart path">
            <a:extLst xmlns:a="http://schemas.openxmlformats.org/drawingml/2006/main">
              <a:ext uri="{FF2B5EF4-FFF2-40B4-BE49-F238E27FC236}">
                <a16:creationId xmlns:a16="http://schemas.microsoft.com/office/drawing/2014/main" id="{069D0449-F989-4B4E-B2EA-5D142BAC40DA}"/>
              </a:ext>
            </a:extLst>
          </p:cNvPr>
          <p:cNvSpPr>
            <a:spLocks xmlns:a="http://schemas.openxmlformats.org/drawingml/2006/main" noGrp="1"/>
          </p:cNvSpPr>
          <p:nvPr/>
        </p:nvSpPr>
        <p:spPr>
          <a:xfrm xmlns:a="http://schemas.openxmlformats.org/drawingml/2006/main">
            <a:off x="5579623" y="253501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4" name="Editable chart path">
            <a:extLst xmlns:a="http://schemas.openxmlformats.org/drawingml/2006/main">
              <a:ext uri="{FF2B5EF4-FFF2-40B4-BE49-F238E27FC236}">
                <a16:creationId xmlns:a16="http://schemas.microsoft.com/office/drawing/2014/main" id="{B70276B1-02DD-4633-8912-734DDFF23AA1}"/>
              </a:ext>
            </a:extLst>
          </p:cNvPr>
          <p:cNvSpPr>
            <a:spLocks xmlns:a="http://schemas.openxmlformats.org/drawingml/2006/main" noGrp="1"/>
          </p:cNvSpPr>
          <p:nvPr/>
        </p:nvSpPr>
        <p:spPr>
          <a:xfrm xmlns:a="http://schemas.openxmlformats.org/drawingml/2006/main">
            <a:off x="5974652" y="253501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5" name="Editable chart path">
            <a:extLst xmlns:a="http://schemas.openxmlformats.org/drawingml/2006/main">
              <a:ext uri="{FF2B5EF4-FFF2-40B4-BE49-F238E27FC236}">
                <a16:creationId xmlns:a16="http://schemas.microsoft.com/office/drawing/2014/main" id="{943488C6-C03E-425F-8FFB-222A10DAE160}"/>
              </a:ext>
            </a:extLst>
          </p:cNvPr>
          <p:cNvSpPr>
            <a:spLocks xmlns:a="http://schemas.openxmlformats.org/drawingml/2006/main" noGrp="1"/>
          </p:cNvSpPr>
          <p:nvPr/>
        </p:nvSpPr>
        <p:spPr>
          <a:xfrm xmlns:a="http://schemas.openxmlformats.org/drawingml/2006/main">
            <a:off x="6053604" y="253501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6" name="Editable chart path">
            <a:extLst xmlns:a="http://schemas.openxmlformats.org/drawingml/2006/main">
              <a:ext uri="{FF2B5EF4-FFF2-40B4-BE49-F238E27FC236}">
                <a16:creationId xmlns:a16="http://schemas.microsoft.com/office/drawing/2014/main" id="{FF965696-B941-44A0-A076-B9F89B6F9934}"/>
              </a:ext>
            </a:extLst>
          </p:cNvPr>
          <p:cNvSpPr>
            <a:spLocks xmlns:a="http://schemas.openxmlformats.org/drawingml/2006/main" noGrp="1"/>
          </p:cNvSpPr>
          <p:nvPr/>
        </p:nvSpPr>
        <p:spPr>
          <a:xfrm xmlns:a="http://schemas.openxmlformats.org/drawingml/2006/main">
            <a:off x="6132645" y="2535016"/>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7" name="Editable chart path">
            <a:extLst xmlns:a="http://schemas.openxmlformats.org/drawingml/2006/main">
              <a:ext uri="{FF2B5EF4-FFF2-40B4-BE49-F238E27FC236}">
                <a16:creationId xmlns:a16="http://schemas.microsoft.com/office/drawing/2014/main" id="{289E0E96-9290-4D5A-A7D5-4AE48CD06D49}"/>
              </a:ext>
            </a:extLst>
          </p:cNvPr>
          <p:cNvSpPr>
            <a:spLocks xmlns:a="http://schemas.openxmlformats.org/drawingml/2006/main" noGrp="1"/>
          </p:cNvSpPr>
          <p:nvPr/>
        </p:nvSpPr>
        <p:spPr>
          <a:xfrm xmlns:a="http://schemas.openxmlformats.org/drawingml/2006/main">
            <a:off x="5658664" y="245542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8" name="Editable chart path">
            <a:extLst xmlns:a="http://schemas.openxmlformats.org/drawingml/2006/main">
              <a:ext uri="{FF2B5EF4-FFF2-40B4-BE49-F238E27FC236}">
                <a16:creationId xmlns:a16="http://schemas.microsoft.com/office/drawing/2014/main" id="{46182061-74ED-4882-B582-6A534EB0933D}"/>
              </a:ext>
            </a:extLst>
          </p:cNvPr>
          <p:cNvSpPr>
            <a:spLocks xmlns:a="http://schemas.openxmlformats.org/drawingml/2006/main" noGrp="1"/>
          </p:cNvSpPr>
          <p:nvPr/>
        </p:nvSpPr>
        <p:spPr>
          <a:xfrm xmlns:a="http://schemas.openxmlformats.org/drawingml/2006/main">
            <a:off x="5737617" y="245542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49" name="Editable chart path">
            <a:extLst xmlns:a="http://schemas.openxmlformats.org/drawingml/2006/main">
              <a:ext uri="{FF2B5EF4-FFF2-40B4-BE49-F238E27FC236}">
                <a16:creationId xmlns:a16="http://schemas.microsoft.com/office/drawing/2014/main" id="{C9B3BEB6-8C3B-4C82-9B1B-7C23803B912E}"/>
              </a:ext>
            </a:extLst>
          </p:cNvPr>
          <p:cNvSpPr>
            <a:spLocks xmlns:a="http://schemas.openxmlformats.org/drawingml/2006/main" noGrp="1"/>
          </p:cNvSpPr>
          <p:nvPr/>
        </p:nvSpPr>
        <p:spPr>
          <a:xfrm xmlns:a="http://schemas.openxmlformats.org/drawingml/2006/main">
            <a:off x="5895611" y="245542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50" name="Editable chart path">
            <a:extLst xmlns:a="http://schemas.openxmlformats.org/drawingml/2006/main">
              <a:ext uri="{FF2B5EF4-FFF2-40B4-BE49-F238E27FC236}">
                <a16:creationId xmlns:a16="http://schemas.microsoft.com/office/drawing/2014/main" id="{6DDBC4A0-DAAC-4282-BB5F-D26066BA23DD}"/>
              </a:ext>
            </a:extLst>
          </p:cNvPr>
          <p:cNvSpPr>
            <a:spLocks xmlns:a="http://schemas.openxmlformats.org/drawingml/2006/main" noGrp="1"/>
          </p:cNvSpPr>
          <p:nvPr/>
        </p:nvSpPr>
        <p:spPr>
          <a:xfrm xmlns:a="http://schemas.openxmlformats.org/drawingml/2006/main">
            <a:off x="6053604" y="2455425"/>
            <a:ext cx="5729" cy="5729"/>
          </a:xfrm>
          <a:custGeom xmlns:a="http://schemas.openxmlformats.org/drawingml/2006/main">
            <a:pathLst>
              <a:path w="7144" h="7144">
                <a:moveTo>
                  <a:pt x="3572" y="7144"/>
                </a:moveTo>
                <a:cubicBezTo>
                  <a:pt x="4519" y="7144"/>
                  <a:pt x="5428" y="6767"/>
                  <a:pt x="6098" y="6098"/>
                </a:cubicBezTo>
                <a:cubicBezTo>
                  <a:pt x="6767" y="5428"/>
                  <a:pt x="7144" y="4519"/>
                  <a:pt x="7144" y="3572"/>
                </a:cubicBezTo>
                <a:cubicBezTo>
                  <a:pt x="7144" y="2625"/>
                  <a:pt x="6767" y="1716"/>
                  <a:pt x="6098" y="1046"/>
                </a:cubicBezTo>
                <a:cubicBezTo>
                  <a:pt x="5428" y="376"/>
                  <a:pt x="4519" y="0"/>
                  <a:pt x="3572" y="0"/>
                </a:cubicBezTo>
                <a:cubicBezTo>
                  <a:pt x="2625" y="0"/>
                  <a:pt x="1716" y="376"/>
                  <a:pt x="1046" y="1046"/>
                </a:cubicBezTo>
                <a:cubicBezTo>
                  <a:pt x="376" y="1716"/>
                  <a:pt x="0" y="2625"/>
                  <a:pt x="0" y="3572"/>
                </a:cubicBezTo>
                <a:cubicBezTo>
                  <a:pt x="0" y="4519"/>
                  <a:pt x="376" y="5428"/>
                  <a:pt x="1046" y="6098"/>
                </a:cubicBezTo>
                <a:cubicBezTo>
                  <a:pt x="1716" y="6767"/>
                  <a:pt x="2625" y="7144"/>
                  <a:pt x="3572" y="7144"/>
                </a:cubicBezTo>
                <a:close/>
              </a:path>
            </a:pathLst>
          </a:custGeom>
          <a:solidFill xmlns:a="http://schemas.openxmlformats.org/drawingml/2006/main">
            <a:srgbClr val="5A6683"/>
          </a:solidFill>
          <a:ln xmlns:a="http://schemas.openxmlformats.org/drawingml/2006/main" w="7639">
            <a:solidFill>
              <a:srgbClr val="5A6683"/>
            </a:solidFill>
            <a:prstDash val="solid"/>
          </a:ln>
        </p:spPr>
      </p:sp>
      <p:sp>
        <p:nvSpPr>
          <p:cNvPr id="1251" name="">
            <a:extLst xmlns:a="http://schemas.openxmlformats.org/drawingml/2006/main">
              <a:ext uri="{FF2B5EF4-FFF2-40B4-BE49-F238E27FC236}">
                <a16:creationId xmlns:a16="http://schemas.microsoft.com/office/drawing/2014/main" id="{8F45558E-A543-4200-A574-8C004458DE5F}"/>
              </a:ext>
            </a:extLst>
          </p:cNvPr>
          <p:cNvSpPr>
            <a:spLocks xmlns:a="http://schemas.openxmlformats.org/drawingml/2006/main" noGrp="1"/>
          </p:cNvSpPr>
          <p:nvPr/>
        </p:nvSpPr>
        <p:spPr>
          <a:xfrm xmlns:a="http://schemas.openxmlformats.org/drawingml/2006/main">
            <a:off x="1666875" y="5219700"/>
            <a:ext cx="111204" cy="95250"/>
          </a:xfrm>
          <a:prstGeom xmlns:a="http://schemas.openxmlformats.org/drawingml/2006/main" prst="rect">
            <a:avLst/>
          </a:prstGeom>
          <a:solidFill xmlns:a="http://schemas.openxmlformats.org/drawingml/2006/main">
            <a:srgbClr val="C1473E"/>
          </a:solidFill>
          <a:ln xmlns:a="http://schemas.openxmlformats.org/drawingml/2006/main" w="0">
            <a:noFill/>
          </a:ln>
        </p:spPr>
      </p:sp>
      <p:sp>
        <p:nvSpPr>
          <p:cNvPr id="1252" name="">
            <a:extLst xmlns:a="http://schemas.openxmlformats.org/drawingml/2006/main">
              <a:ext uri="{FF2B5EF4-FFF2-40B4-BE49-F238E27FC236}">
                <a16:creationId xmlns:a16="http://schemas.microsoft.com/office/drawing/2014/main" id="{548BC1B7-55BA-48DE-B07A-17D47A8320A3}"/>
              </a:ext>
            </a:extLst>
          </p:cNvPr>
          <p:cNvSpPr>
            <a:spLocks xmlns:a="http://schemas.openxmlformats.org/drawingml/2006/main" noGrp="1"/>
          </p:cNvSpPr>
          <p:nvPr/>
        </p:nvSpPr>
        <p:spPr>
          <a:xfrm xmlns:a="http://schemas.openxmlformats.org/drawingml/2006/main">
            <a:off x="1777603" y="5219700"/>
            <a:ext cx="111204" cy="95250"/>
          </a:xfrm>
          <a:prstGeom xmlns:a="http://schemas.openxmlformats.org/drawingml/2006/main" prst="rect">
            <a:avLst/>
          </a:prstGeom>
          <a:solidFill xmlns:a="http://schemas.openxmlformats.org/drawingml/2006/main">
            <a:srgbClr val="C24C43"/>
          </a:solidFill>
          <a:ln xmlns:a="http://schemas.openxmlformats.org/drawingml/2006/main" w="0">
            <a:noFill/>
          </a:ln>
        </p:spPr>
      </p:sp>
      <p:sp>
        <p:nvSpPr>
          <p:cNvPr id="1253" name="">
            <a:extLst xmlns:a="http://schemas.openxmlformats.org/drawingml/2006/main">
              <a:ext uri="{FF2B5EF4-FFF2-40B4-BE49-F238E27FC236}">
                <a16:creationId xmlns:a16="http://schemas.microsoft.com/office/drawing/2014/main" id="{A9810CA3-B603-49C8-B071-D75BD2ADB139}"/>
              </a:ext>
            </a:extLst>
          </p:cNvPr>
          <p:cNvSpPr>
            <a:spLocks xmlns:a="http://schemas.openxmlformats.org/drawingml/2006/main" noGrp="1"/>
          </p:cNvSpPr>
          <p:nvPr/>
        </p:nvSpPr>
        <p:spPr>
          <a:xfrm xmlns:a="http://schemas.openxmlformats.org/drawingml/2006/main">
            <a:off x="1888331" y="5219700"/>
            <a:ext cx="111204" cy="95250"/>
          </a:xfrm>
          <a:prstGeom xmlns:a="http://schemas.openxmlformats.org/drawingml/2006/main" prst="rect">
            <a:avLst/>
          </a:prstGeom>
          <a:solidFill xmlns:a="http://schemas.openxmlformats.org/drawingml/2006/main">
            <a:srgbClr val="C45148"/>
          </a:solidFill>
          <a:ln xmlns:a="http://schemas.openxmlformats.org/drawingml/2006/main" w="0">
            <a:noFill/>
          </a:ln>
        </p:spPr>
      </p:sp>
      <p:sp>
        <p:nvSpPr>
          <p:cNvPr id="1254" name="">
            <a:extLst xmlns:a="http://schemas.openxmlformats.org/drawingml/2006/main">
              <a:ext uri="{FF2B5EF4-FFF2-40B4-BE49-F238E27FC236}">
                <a16:creationId xmlns:a16="http://schemas.microsoft.com/office/drawing/2014/main" id="{8390EA4B-20DE-45B9-B1DF-52A22153E168}"/>
              </a:ext>
            </a:extLst>
          </p:cNvPr>
          <p:cNvSpPr>
            <a:spLocks xmlns:a="http://schemas.openxmlformats.org/drawingml/2006/main" noGrp="1"/>
          </p:cNvSpPr>
          <p:nvPr/>
        </p:nvSpPr>
        <p:spPr>
          <a:xfrm xmlns:a="http://schemas.openxmlformats.org/drawingml/2006/main">
            <a:off x="1999059" y="5219700"/>
            <a:ext cx="111204" cy="95250"/>
          </a:xfrm>
          <a:prstGeom xmlns:a="http://schemas.openxmlformats.org/drawingml/2006/main" prst="rect">
            <a:avLst/>
          </a:prstGeom>
          <a:solidFill xmlns:a="http://schemas.openxmlformats.org/drawingml/2006/main">
            <a:srgbClr val="C6554D"/>
          </a:solidFill>
          <a:ln xmlns:a="http://schemas.openxmlformats.org/drawingml/2006/main" w="0">
            <a:noFill/>
          </a:ln>
        </p:spPr>
      </p:sp>
      <p:sp>
        <p:nvSpPr>
          <p:cNvPr id="1255" name="">
            <a:extLst xmlns:a="http://schemas.openxmlformats.org/drawingml/2006/main">
              <a:ext uri="{FF2B5EF4-FFF2-40B4-BE49-F238E27FC236}">
                <a16:creationId xmlns:a16="http://schemas.microsoft.com/office/drawing/2014/main" id="{61B07183-5DBB-4FC8-B9B8-BA7CB97917AF}"/>
              </a:ext>
            </a:extLst>
          </p:cNvPr>
          <p:cNvSpPr>
            <a:spLocks xmlns:a="http://schemas.openxmlformats.org/drawingml/2006/main" noGrp="1"/>
          </p:cNvSpPr>
          <p:nvPr/>
        </p:nvSpPr>
        <p:spPr>
          <a:xfrm xmlns:a="http://schemas.openxmlformats.org/drawingml/2006/main">
            <a:off x="2109788" y="5219700"/>
            <a:ext cx="111204" cy="95250"/>
          </a:xfrm>
          <a:prstGeom xmlns:a="http://schemas.openxmlformats.org/drawingml/2006/main" prst="rect">
            <a:avLst/>
          </a:prstGeom>
          <a:solidFill xmlns:a="http://schemas.openxmlformats.org/drawingml/2006/main">
            <a:srgbClr val="C75A52"/>
          </a:solidFill>
          <a:ln xmlns:a="http://schemas.openxmlformats.org/drawingml/2006/main" w="0">
            <a:noFill/>
          </a:ln>
        </p:spPr>
      </p:sp>
      <p:sp>
        <p:nvSpPr>
          <p:cNvPr id="1256" name="">
            <a:extLst xmlns:a="http://schemas.openxmlformats.org/drawingml/2006/main">
              <a:ext uri="{FF2B5EF4-FFF2-40B4-BE49-F238E27FC236}">
                <a16:creationId xmlns:a16="http://schemas.microsoft.com/office/drawing/2014/main" id="{5BA26EDA-4B43-40E6-9166-D8D760E94ED9}"/>
              </a:ext>
            </a:extLst>
          </p:cNvPr>
          <p:cNvSpPr>
            <a:spLocks xmlns:a="http://schemas.openxmlformats.org/drawingml/2006/main" noGrp="1"/>
          </p:cNvSpPr>
          <p:nvPr/>
        </p:nvSpPr>
        <p:spPr>
          <a:xfrm xmlns:a="http://schemas.openxmlformats.org/drawingml/2006/main">
            <a:off x="2220516" y="5219700"/>
            <a:ext cx="111204" cy="95250"/>
          </a:xfrm>
          <a:prstGeom xmlns:a="http://schemas.openxmlformats.org/drawingml/2006/main" prst="rect">
            <a:avLst/>
          </a:prstGeom>
          <a:solidFill xmlns:a="http://schemas.openxmlformats.org/drawingml/2006/main">
            <a:srgbClr val="C95F57"/>
          </a:solidFill>
          <a:ln xmlns:a="http://schemas.openxmlformats.org/drawingml/2006/main" w="0">
            <a:noFill/>
          </a:ln>
        </p:spPr>
      </p:sp>
      <p:sp>
        <p:nvSpPr>
          <p:cNvPr id="1257" name="">
            <a:extLst xmlns:a="http://schemas.openxmlformats.org/drawingml/2006/main">
              <a:ext uri="{FF2B5EF4-FFF2-40B4-BE49-F238E27FC236}">
                <a16:creationId xmlns:a16="http://schemas.microsoft.com/office/drawing/2014/main" id="{8EE1E192-D6F0-4282-BAC5-795AB530EC00}"/>
              </a:ext>
            </a:extLst>
          </p:cNvPr>
          <p:cNvSpPr>
            <a:spLocks xmlns:a="http://schemas.openxmlformats.org/drawingml/2006/main" noGrp="1"/>
          </p:cNvSpPr>
          <p:nvPr/>
        </p:nvSpPr>
        <p:spPr>
          <a:xfrm xmlns:a="http://schemas.openxmlformats.org/drawingml/2006/main">
            <a:off x="2331244" y="5219700"/>
            <a:ext cx="111204" cy="95250"/>
          </a:xfrm>
          <a:prstGeom xmlns:a="http://schemas.openxmlformats.org/drawingml/2006/main" prst="rect">
            <a:avLst/>
          </a:prstGeom>
          <a:solidFill xmlns:a="http://schemas.openxmlformats.org/drawingml/2006/main">
            <a:srgbClr val="CA635C"/>
          </a:solidFill>
          <a:ln xmlns:a="http://schemas.openxmlformats.org/drawingml/2006/main" w="0">
            <a:noFill/>
          </a:ln>
        </p:spPr>
      </p:sp>
      <p:sp>
        <p:nvSpPr>
          <p:cNvPr id="1258" name="">
            <a:extLst xmlns:a="http://schemas.openxmlformats.org/drawingml/2006/main">
              <a:ext uri="{FF2B5EF4-FFF2-40B4-BE49-F238E27FC236}">
                <a16:creationId xmlns:a16="http://schemas.microsoft.com/office/drawing/2014/main" id="{BBF74044-B1F3-4E78-823D-FF87924F2CAC}"/>
              </a:ext>
            </a:extLst>
          </p:cNvPr>
          <p:cNvSpPr>
            <a:spLocks xmlns:a="http://schemas.openxmlformats.org/drawingml/2006/main" noGrp="1"/>
          </p:cNvSpPr>
          <p:nvPr/>
        </p:nvSpPr>
        <p:spPr>
          <a:xfrm xmlns:a="http://schemas.openxmlformats.org/drawingml/2006/main">
            <a:off x="2441972" y="5219700"/>
            <a:ext cx="111204" cy="95250"/>
          </a:xfrm>
          <a:prstGeom xmlns:a="http://schemas.openxmlformats.org/drawingml/2006/main" prst="rect">
            <a:avLst/>
          </a:prstGeom>
          <a:solidFill xmlns:a="http://schemas.openxmlformats.org/drawingml/2006/main">
            <a:srgbClr val="CC6861"/>
          </a:solidFill>
          <a:ln xmlns:a="http://schemas.openxmlformats.org/drawingml/2006/main" w="0">
            <a:noFill/>
          </a:ln>
        </p:spPr>
      </p:sp>
      <p:sp>
        <p:nvSpPr>
          <p:cNvPr id="1259" name="">
            <a:extLst xmlns:a="http://schemas.openxmlformats.org/drawingml/2006/main">
              <a:ext uri="{FF2B5EF4-FFF2-40B4-BE49-F238E27FC236}">
                <a16:creationId xmlns:a16="http://schemas.microsoft.com/office/drawing/2014/main" id="{C328ED3A-95F4-4552-8D3B-F9ABABFF4C67}"/>
              </a:ext>
            </a:extLst>
          </p:cNvPr>
          <p:cNvSpPr>
            <a:spLocks xmlns:a="http://schemas.openxmlformats.org/drawingml/2006/main" noGrp="1"/>
          </p:cNvSpPr>
          <p:nvPr/>
        </p:nvSpPr>
        <p:spPr>
          <a:xfrm xmlns:a="http://schemas.openxmlformats.org/drawingml/2006/main">
            <a:off x="2552700" y="5219700"/>
            <a:ext cx="111204" cy="95250"/>
          </a:xfrm>
          <a:prstGeom xmlns:a="http://schemas.openxmlformats.org/drawingml/2006/main" prst="rect">
            <a:avLst/>
          </a:prstGeom>
          <a:solidFill xmlns:a="http://schemas.openxmlformats.org/drawingml/2006/main">
            <a:srgbClr val="CD6D65"/>
          </a:solidFill>
          <a:ln xmlns:a="http://schemas.openxmlformats.org/drawingml/2006/main" w="0">
            <a:noFill/>
          </a:ln>
        </p:spPr>
      </p:sp>
      <p:sp>
        <p:nvSpPr>
          <p:cNvPr id="1260" name="">
            <a:extLst xmlns:a="http://schemas.openxmlformats.org/drawingml/2006/main">
              <a:ext uri="{FF2B5EF4-FFF2-40B4-BE49-F238E27FC236}">
                <a16:creationId xmlns:a16="http://schemas.microsoft.com/office/drawing/2014/main" id="{5B5445F5-0EE6-47C8-9FA7-7DF5A09E55A9}"/>
              </a:ext>
            </a:extLst>
          </p:cNvPr>
          <p:cNvSpPr>
            <a:spLocks xmlns:a="http://schemas.openxmlformats.org/drawingml/2006/main" noGrp="1"/>
          </p:cNvSpPr>
          <p:nvPr/>
        </p:nvSpPr>
        <p:spPr>
          <a:xfrm xmlns:a="http://schemas.openxmlformats.org/drawingml/2006/main">
            <a:off x="2663428" y="5219700"/>
            <a:ext cx="111204" cy="95250"/>
          </a:xfrm>
          <a:prstGeom xmlns:a="http://schemas.openxmlformats.org/drawingml/2006/main" prst="rect">
            <a:avLst/>
          </a:prstGeom>
          <a:solidFill xmlns:a="http://schemas.openxmlformats.org/drawingml/2006/main">
            <a:srgbClr val="CF716A"/>
          </a:solidFill>
          <a:ln xmlns:a="http://schemas.openxmlformats.org/drawingml/2006/main" w="0">
            <a:noFill/>
          </a:ln>
        </p:spPr>
      </p:sp>
      <p:sp>
        <p:nvSpPr>
          <p:cNvPr id="1261" name="">
            <a:extLst xmlns:a="http://schemas.openxmlformats.org/drawingml/2006/main">
              <a:ext uri="{FF2B5EF4-FFF2-40B4-BE49-F238E27FC236}">
                <a16:creationId xmlns:a16="http://schemas.microsoft.com/office/drawing/2014/main" id="{382032B9-7EF4-46C4-BE10-F0A47CFFE764}"/>
              </a:ext>
            </a:extLst>
          </p:cNvPr>
          <p:cNvSpPr>
            <a:spLocks xmlns:a="http://schemas.openxmlformats.org/drawingml/2006/main" noGrp="1"/>
          </p:cNvSpPr>
          <p:nvPr/>
        </p:nvSpPr>
        <p:spPr>
          <a:xfrm xmlns:a="http://schemas.openxmlformats.org/drawingml/2006/main">
            <a:off x="2774156" y="5219700"/>
            <a:ext cx="111204" cy="95250"/>
          </a:xfrm>
          <a:prstGeom xmlns:a="http://schemas.openxmlformats.org/drawingml/2006/main" prst="rect">
            <a:avLst/>
          </a:prstGeom>
          <a:solidFill xmlns:a="http://schemas.openxmlformats.org/drawingml/2006/main">
            <a:srgbClr val="D1766F"/>
          </a:solidFill>
          <a:ln xmlns:a="http://schemas.openxmlformats.org/drawingml/2006/main" w="0">
            <a:noFill/>
          </a:ln>
        </p:spPr>
      </p:sp>
      <p:sp>
        <p:nvSpPr>
          <p:cNvPr id="1262" name="">
            <a:extLst xmlns:a="http://schemas.openxmlformats.org/drawingml/2006/main">
              <a:ext uri="{FF2B5EF4-FFF2-40B4-BE49-F238E27FC236}">
                <a16:creationId xmlns:a16="http://schemas.microsoft.com/office/drawing/2014/main" id="{CBC7C19C-05E7-4192-BE39-33C23147A873}"/>
              </a:ext>
            </a:extLst>
          </p:cNvPr>
          <p:cNvSpPr>
            <a:spLocks xmlns:a="http://schemas.openxmlformats.org/drawingml/2006/main" noGrp="1"/>
          </p:cNvSpPr>
          <p:nvPr/>
        </p:nvSpPr>
        <p:spPr>
          <a:xfrm xmlns:a="http://schemas.openxmlformats.org/drawingml/2006/main">
            <a:off x="2884884" y="5219700"/>
            <a:ext cx="111204" cy="95250"/>
          </a:xfrm>
          <a:prstGeom xmlns:a="http://schemas.openxmlformats.org/drawingml/2006/main" prst="rect">
            <a:avLst/>
          </a:prstGeom>
          <a:solidFill xmlns:a="http://schemas.openxmlformats.org/drawingml/2006/main">
            <a:srgbClr val="D27A74"/>
          </a:solidFill>
          <a:ln xmlns:a="http://schemas.openxmlformats.org/drawingml/2006/main" w="0">
            <a:noFill/>
          </a:ln>
        </p:spPr>
      </p:sp>
      <p:sp>
        <p:nvSpPr>
          <p:cNvPr id="1263" name="">
            <a:extLst xmlns:a="http://schemas.openxmlformats.org/drawingml/2006/main">
              <a:ext uri="{FF2B5EF4-FFF2-40B4-BE49-F238E27FC236}">
                <a16:creationId xmlns:a16="http://schemas.microsoft.com/office/drawing/2014/main" id="{043589DD-B1DB-400C-812F-7278FAE44F21}"/>
              </a:ext>
            </a:extLst>
          </p:cNvPr>
          <p:cNvSpPr>
            <a:spLocks xmlns:a="http://schemas.openxmlformats.org/drawingml/2006/main" noGrp="1"/>
          </p:cNvSpPr>
          <p:nvPr/>
        </p:nvSpPr>
        <p:spPr>
          <a:xfrm xmlns:a="http://schemas.openxmlformats.org/drawingml/2006/main">
            <a:off x="2995613" y="5219700"/>
            <a:ext cx="111204" cy="95250"/>
          </a:xfrm>
          <a:prstGeom xmlns:a="http://schemas.openxmlformats.org/drawingml/2006/main" prst="rect">
            <a:avLst/>
          </a:prstGeom>
          <a:solidFill xmlns:a="http://schemas.openxmlformats.org/drawingml/2006/main">
            <a:srgbClr val="D47F79"/>
          </a:solidFill>
          <a:ln xmlns:a="http://schemas.openxmlformats.org/drawingml/2006/main" w="0">
            <a:noFill/>
          </a:ln>
        </p:spPr>
      </p:sp>
      <p:sp>
        <p:nvSpPr>
          <p:cNvPr id="1264" name="">
            <a:extLst xmlns:a="http://schemas.openxmlformats.org/drawingml/2006/main">
              <a:ext uri="{FF2B5EF4-FFF2-40B4-BE49-F238E27FC236}">
                <a16:creationId xmlns:a16="http://schemas.microsoft.com/office/drawing/2014/main" id="{9E79CE3F-4B8E-423D-BFF5-2A8B2B0C4C01}"/>
              </a:ext>
            </a:extLst>
          </p:cNvPr>
          <p:cNvSpPr>
            <a:spLocks xmlns:a="http://schemas.openxmlformats.org/drawingml/2006/main" noGrp="1"/>
          </p:cNvSpPr>
          <p:nvPr/>
        </p:nvSpPr>
        <p:spPr>
          <a:xfrm xmlns:a="http://schemas.openxmlformats.org/drawingml/2006/main">
            <a:off x="3106341" y="5219700"/>
            <a:ext cx="111204" cy="95250"/>
          </a:xfrm>
          <a:prstGeom xmlns:a="http://schemas.openxmlformats.org/drawingml/2006/main" prst="rect">
            <a:avLst/>
          </a:prstGeom>
          <a:solidFill xmlns:a="http://schemas.openxmlformats.org/drawingml/2006/main">
            <a:srgbClr val="D5847E"/>
          </a:solidFill>
          <a:ln xmlns:a="http://schemas.openxmlformats.org/drawingml/2006/main" w="0">
            <a:noFill/>
          </a:ln>
        </p:spPr>
      </p:sp>
      <p:sp>
        <p:nvSpPr>
          <p:cNvPr id="1265" name="">
            <a:extLst xmlns:a="http://schemas.openxmlformats.org/drawingml/2006/main">
              <a:ext uri="{FF2B5EF4-FFF2-40B4-BE49-F238E27FC236}">
                <a16:creationId xmlns:a16="http://schemas.microsoft.com/office/drawing/2014/main" id="{58CBD167-6CA6-4664-A96E-EE2E9DE73CC3}"/>
              </a:ext>
            </a:extLst>
          </p:cNvPr>
          <p:cNvSpPr>
            <a:spLocks xmlns:a="http://schemas.openxmlformats.org/drawingml/2006/main" noGrp="1"/>
          </p:cNvSpPr>
          <p:nvPr/>
        </p:nvSpPr>
        <p:spPr>
          <a:xfrm xmlns:a="http://schemas.openxmlformats.org/drawingml/2006/main">
            <a:off x="3217069" y="5219700"/>
            <a:ext cx="111204" cy="95250"/>
          </a:xfrm>
          <a:prstGeom xmlns:a="http://schemas.openxmlformats.org/drawingml/2006/main" prst="rect">
            <a:avLst/>
          </a:prstGeom>
          <a:solidFill xmlns:a="http://schemas.openxmlformats.org/drawingml/2006/main">
            <a:srgbClr val="D78883"/>
          </a:solidFill>
          <a:ln xmlns:a="http://schemas.openxmlformats.org/drawingml/2006/main" w="0">
            <a:noFill/>
          </a:ln>
        </p:spPr>
      </p:sp>
      <p:sp>
        <p:nvSpPr>
          <p:cNvPr id="1266" name="">
            <a:extLst xmlns:a="http://schemas.openxmlformats.org/drawingml/2006/main">
              <a:ext uri="{FF2B5EF4-FFF2-40B4-BE49-F238E27FC236}">
                <a16:creationId xmlns:a16="http://schemas.microsoft.com/office/drawing/2014/main" id="{310E556B-3DA7-4AE9-8510-08FFE74200B5}"/>
              </a:ext>
            </a:extLst>
          </p:cNvPr>
          <p:cNvSpPr>
            <a:spLocks xmlns:a="http://schemas.openxmlformats.org/drawingml/2006/main" noGrp="1"/>
          </p:cNvSpPr>
          <p:nvPr/>
        </p:nvSpPr>
        <p:spPr>
          <a:xfrm xmlns:a="http://schemas.openxmlformats.org/drawingml/2006/main">
            <a:off x="3327797" y="5219700"/>
            <a:ext cx="111204" cy="95250"/>
          </a:xfrm>
          <a:prstGeom xmlns:a="http://schemas.openxmlformats.org/drawingml/2006/main" prst="rect">
            <a:avLst/>
          </a:prstGeom>
          <a:solidFill xmlns:a="http://schemas.openxmlformats.org/drawingml/2006/main">
            <a:srgbClr val="D88D88"/>
          </a:solidFill>
          <a:ln xmlns:a="http://schemas.openxmlformats.org/drawingml/2006/main" w="0">
            <a:noFill/>
          </a:ln>
        </p:spPr>
      </p:sp>
      <p:sp>
        <p:nvSpPr>
          <p:cNvPr id="1267" name="">
            <a:extLst xmlns:a="http://schemas.openxmlformats.org/drawingml/2006/main">
              <a:ext uri="{FF2B5EF4-FFF2-40B4-BE49-F238E27FC236}">
                <a16:creationId xmlns:a16="http://schemas.microsoft.com/office/drawing/2014/main" id="{58196848-03CF-4F85-A29B-816BFE1FA1A1}"/>
              </a:ext>
            </a:extLst>
          </p:cNvPr>
          <p:cNvSpPr>
            <a:spLocks xmlns:a="http://schemas.openxmlformats.org/drawingml/2006/main" noGrp="1"/>
          </p:cNvSpPr>
          <p:nvPr/>
        </p:nvSpPr>
        <p:spPr>
          <a:xfrm xmlns:a="http://schemas.openxmlformats.org/drawingml/2006/main">
            <a:off x="3438525" y="5219700"/>
            <a:ext cx="111204" cy="95250"/>
          </a:xfrm>
          <a:prstGeom xmlns:a="http://schemas.openxmlformats.org/drawingml/2006/main" prst="rect">
            <a:avLst/>
          </a:prstGeom>
          <a:solidFill xmlns:a="http://schemas.openxmlformats.org/drawingml/2006/main">
            <a:srgbClr val="DA928C"/>
          </a:solidFill>
          <a:ln xmlns:a="http://schemas.openxmlformats.org/drawingml/2006/main" w="0">
            <a:noFill/>
          </a:ln>
        </p:spPr>
      </p:sp>
      <p:sp>
        <p:nvSpPr>
          <p:cNvPr id="1268" name="">
            <a:extLst xmlns:a="http://schemas.openxmlformats.org/drawingml/2006/main">
              <a:ext uri="{FF2B5EF4-FFF2-40B4-BE49-F238E27FC236}">
                <a16:creationId xmlns:a16="http://schemas.microsoft.com/office/drawing/2014/main" id="{08CB1DB8-AD54-42EA-B957-14341D69F777}"/>
              </a:ext>
            </a:extLst>
          </p:cNvPr>
          <p:cNvSpPr>
            <a:spLocks xmlns:a="http://schemas.openxmlformats.org/drawingml/2006/main" noGrp="1"/>
          </p:cNvSpPr>
          <p:nvPr/>
        </p:nvSpPr>
        <p:spPr>
          <a:xfrm xmlns:a="http://schemas.openxmlformats.org/drawingml/2006/main">
            <a:off x="3549253" y="5219700"/>
            <a:ext cx="111204" cy="95250"/>
          </a:xfrm>
          <a:prstGeom xmlns:a="http://schemas.openxmlformats.org/drawingml/2006/main" prst="rect">
            <a:avLst/>
          </a:prstGeom>
          <a:solidFill xmlns:a="http://schemas.openxmlformats.org/drawingml/2006/main">
            <a:srgbClr val="DC9691"/>
          </a:solidFill>
          <a:ln xmlns:a="http://schemas.openxmlformats.org/drawingml/2006/main" w="0">
            <a:noFill/>
          </a:ln>
        </p:spPr>
      </p:sp>
      <p:sp>
        <p:nvSpPr>
          <p:cNvPr id="1269" name="">
            <a:extLst xmlns:a="http://schemas.openxmlformats.org/drawingml/2006/main">
              <a:ext uri="{FF2B5EF4-FFF2-40B4-BE49-F238E27FC236}">
                <a16:creationId xmlns:a16="http://schemas.microsoft.com/office/drawing/2014/main" id="{D3358E17-1541-4239-A75C-814066FDC989}"/>
              </a:ext>
            </a:extLst>
          </p:cNvPr>
          <p:cNvSpPr>
            <a:spLocks xmlns:a="http://schemas.openxmlformats.org/drawingml/2006/main" noGrp="1"/>
          </p:cNvSpPr>
          <p:nvPr/>
        </p:nvSpPr>
        <p:spPr>
          <a:xfrm xmlns:a="http://schemas.openxmlformats.org/drawingml/2006/main">
            <a:off x="3659981" y="5219700"/>
            <a:ext cx="111204" cy="95250"/>
          </a:xfrm>
          <a:prstGeom xmlns:a="http://schemas.openxmlformats.org/drawingml/2006/main" prst="rect">
            <a:avLst/>
          </a:prstGeom>
          <a:solidFill xmlns:a="http://schemas.openxmlformats.org/drawingml/2006/main">
            <a:srgbClr val="DD9B96"/>
          </a:solidFill>
          <a:ln xmlns:a="http://schemas.openxmlformats.org/drawingml/2006/main" w="0">
            <a:noFill/>
          </a:ln>
        </p:spPr>
      </p:sp>
      <p:sp>
        <p:nvSpPr>
          <p:cNvPr id="1270" name="">
            <a:extLst xmlns:a="http://schemas.openxmlformats.org/drawingml/2006/main">
              <a:ext uri="{FF2B5EF4-FFF2-40B4-BE49-F238E27FC236}">
                <a16:creationId xmlns:a16="http://schemas.microsoft.com/office/drawing/2014/main" id="{7431F2F8-CFDD-49E0-9E0E-9DDF743A2E01}"/>
              </a:ext>
            </a:extLst>
          </p:cNvPr>
          <p:cNvSpPr>
            <a:spLocks xmlns:a="http://schemas.openxmlformats.org/drawingml/2006/main" noGrp="1"/>
          </p:cNvSpPr>
          <p:nvPr/>
        </p:nvSpPr>
        <p:spPr>
          <a:xfrm xmlns:a="http://schemas.openxmlformats.org/drawingml/2006/main">
            <a:off x="3770709" y="5219700"/>
            <a:ext cx="111204" cy="95250"/>
          </a:xfrm>
          <a:prstGeom xmlns:a="http://schemas.openxmlformats.org/drawingml/2006/main" prst="rect">
            <a:avLst/>
          </a:prstGeom>
          <a:solidFill xmlns:a="http://schemas.openxmlformats.org/drawingml/2006/main">
            <a:srgbClr val="DFA09B"/>
          </a:solidFill>
          <a:ln xmlns:a="http://schemas.openxmlformats.org/drawingml/2006/main" w="0">
            <a:noFill/>
          </a:ln>
        </p:spPr>
      </p:sp>
      <p:sp>
        <p:nvSpPr>
          <p:cNvPr id="1271" name="">
            <a:extLst xmlns:a="http://schemas.openxmlformats.org/drawingml/2006/main">
              <a:ext uri="{FF2B5EF4-FFF2-40B4-BE49-F238E27FC236}">
                <a16:creationId xmlns:a16="http://schemas.microsoft.com/office/drawing/2014/main" id="{AD974625-99A3-440A-8F1D-18B54EF719C6}"/>
              </a:ext>
            </a:extLst>
          </p:cNvPr>
          <p:cNvSpPr>
            <a:spLocks xmlns:a="http://schemas.openxmlformats.org/drawingml/2006/main" noGrp="1"/>
          </p:cNvSpPr>
          <p:nvPr/>
        </p:nvSpPr>
        <p:spPr>
          <a:xfrm xmlns:a="http://schemas.openxmlformats.org/drawingml/2006/main">
            <a:off x="3881438" y="5219700"/>
            <a:ext cx="111204" cy="95250"/>
          </a:xfrm>
          <a:prstGeom xmlns:a="http://schemas.openxmlformats.org/drawingml/2006/main" prst="rect">
            <a:avLst/>
          </a:prstGeom>
          <a:solidFill xmlns:a="http://schemas.openxmlformats.org/drawingml/2006/main">
            <a:srgbClr val="E0A4A0"/>
          </a:solidFill>
          <a:ln xmlns:a="http://schemas.openxmlformats.org/drawingml/2006/main" w="0">
            <a:noFill/>
          </a:ln>
        </p:spPr>
      </p:sp>
      <p:sp>
        <p:nvSpPr>
          <p:cNvPr id="1272" name="">
            <a:extLst xmlns:a="http://schemas.openxmlformats.org/drawingml/2006/main">
              <a:ext uri="{FF2B5EF4-FFF2-40B4-BE49-F238E27FC236}">
                <a16:creationId xmlns:a16="http://schemas.microsoft.com/office/drawing/2014/main" id="{64FB2C76-6911-487E-A02D-E5BE71A94122}"/>
              </a:ext>
            </a:extLst>
          </p:cNvPr>
          <p:cNvSpPr>
            <a:spLocks xmlns:a="http://schemas.openxmlformats.org/drawingml/2006/main" noGrp="1"/>
          </p:cNvSpPr>
          <p:nvPr/>
        </p:nvSpPr>
        <p:spPr>
          <a:xfrm xmlns:a="http://schemas.openxmlformats.org/drawingml/2006/main">
            <a:off x="3992166" y="5219700"/>
            <a:ext cx="111204" cy="95250"/>
          </a:xfrm>
          <a:prstGeom xmlns:a="http://schemas.openxmlformats.org/drawingml/2006/main" prst="rect">
            <a:avLst/>
          </a:prstGeom>
          <a:solidFill xmlns:a="http://schemas.openxmlformats.org/drawingml/2006/main">
            <a:srgbClr val="E2A9A5"/>
          </a:solidFill>
          <a:ln xmlns:a="http://schemas.openxmlformats.org/drawingml/2006/main" w="0">
            <a:noFill/>
          </a:ln>
        </p:spPr>
      </p:sp>
      <p:sp>
        <p:nvSpPr>
          <p:cNvPr id="1273" name="">
            <a:extLst xmlns:a="http://schemas.openxmlformats.org/drawingml/2006/main">
              <a:ext uri="{FF2B5EF4-FFF2-40B4-BE49-F238E27FC236}">
                <a16:creationId xmlns:a16="http://schemas.microsoft.com/office/drawing/2014/main" id="{E0265944-3617-4352-B496-3E81FC971BAB}"/>
              </a:ext>
            </a:extLst>
          </p:cNvPr>
          <p:cNvSpPr>
            <a:spLocks xmlns:a="http://schemas.openxmlformats.org/drawingml/2006/main" noGrp="1"/>
          </p:cNvSpPr>
          <p:nvPr/>
        </p:nvSpPr>
        <p:spPr>
          <a:xfrm xmlns:a="http://schemas.openxmlformats.org/drawingml/2006/main">
            <a:off x="4102894" y="5219700"/>
            <a:ext cx="111204" cy="95250"/>
          </a:xfrm>
          <a:prstGeom xmlns:a="http://schemas.openxmlformats.org/drawingml/2006/main" prst="rect">
            <a:avLst/>
          </a:prstGeom>
          <a:solidFill xmlns:a="http://schemas.openxmlformats.org/drawingml/2006/main">
            <a:srgbClr val="E3AEAA"/>
          </a:solidFill>
          <a:ln xmlns:a="http://schemas.openxmlformats.org/drawingml/2006/main" w="0">
            <a:noFill/>
          </a:ln>
        </p:spPr>
      </p:sp>
      <p:sp>
        <p:nvSpPr>
          <p:cNvPr id="1274" name="">
            <a:extLst xmlns:a="http://schemas.openxmlformats.org/drawingml/2006/main">
              <a:ext uri="{FF2B5EF4-FFF2-40B4-BE49-F238E27FC236}">
                <a16:creationId xmlns:a16="http://schemas.microsoft.com/office/drawing/2014/main" id="{642E3AD3-86D0-4321-861C-F97ABE56CF4E}"/>
              </a:ext>
            </a:extLst>
          </p:cNvPr>
          <p:cNvSpPr>
            <a:spLocks xmlns:a="http://schemas.openxmlformats.org/drawingml/2006/main" noGrp="1"/>
          </p:cNvSpPr>
          <p:nvPr/>
        </p:nvSpPr>
        <p:spPr>
          <a:xfrm xmlns:a="http://schemas.openxmlformats.org/drawingml/2006/main">
            <a:off x="4213622" y="5219700"/>
            <a:ext cx="111204" cy="95250"/>
          </a:xfrm>
          <a:prstGeom xmlns:a="http://schemas.openxmlformats.org/drawingml/2006/main" prst="rect">
            <a:avLst/>
          </a:prstGeom>
          <a:solidFill xmlns:a="http://schemas.openxmlformats.org/drawingml/2006/main">
            <a:srgbClr val="E5B2AF"/>
          </a:solidFill>
          <a:ln xmlns:a="http://schemas.openxmlformats.org/drawingml/2006/main" w="0">
            <a:noFill/>
          </a:ln>
        </p:spPr>
      </p:sp>
      <p:sp>
        <p:nvSpPr>
          <p:cNvPr id="1275" name="">
            <a:extLst xmlns:a="http://schemas.openxmlformats.org/drawingml/2006/main">
              <a:ext uri="{FF2B5EF4-FFF2-40B4-BE49-F238E27FC236}">
                <a16:creationId xmlns:a16="http://schemas.microsoft.com/office/drawing/2014/main" id="{6DEF67AA-B30D-478B-BADE-0D5680489553}"/>
              </a:ext>
            </a:extLst>
          </p:cNvPr>
          <p:cNvSpPr>
            <a:spLocks xmlns:a="http://schemas.openxmlformats.org/drawingml/2006/main" noGrp="1"/>
          </p:cNvSpPr>
          <p:nvPr/>
        </p:nvSpPr>
        <p:spPr>
          <a:xfrm xmlns:a="http://schemas.openxmlformats.org/drawingml/2006/main">
            <a:off x="4324350" y="5219700"/>
            <a:ext cx="111204" cy="95250"/>
          </a:xfrm>
          <a:prstGeom xmlns:a="http://schemas.openxmlformats.org/drawingml/2006/main" prst="rect">
            <a:avLst/>
          </a:prstGeom>
          <a:solidFill xmlns:a="http://schemas.openxmlformats.org/drawingml/2006/main">
            <a:srgbClr val="E7B7B3"/>
          </a:solidFill>
          <a:ln xmlns:a="http://schemas.openxmlformats.org/drawingml/2006/main" w="0">
            <a:noFill/>
          </a:ln>
        </p:spPr>
      </p:sp>
      <p:sp>
        <p:nvSpPr>
          <p:cNvPr id="1276" name="">
            <a:extLst xmlns:a="http://schemas.openxmlformats.org/drawingml/2006/main">
              <a:ext uri="{FF2B5EF4-FFF2-40B4-BE49-F238E27FC236}">
                <a16:creationId xmlns:a16="http://schemas.microsoft.com/office/drawing/2014/main" id="{C3F64B4D-71A7-474B-BC91-6F9975B544E6}"/>
              </a:ext>
            </a:extLst>
          </p:cNvPr>
          <p:cNvSpPr>
            <a:spLocks xmlns:a="http://schemas.openxmlformats.org/drawingml/2006/main" noGrp="1"/>
          </p:cNvSpPr>
          <p:nvPr/>
        </p:nvSpPr>
        <p:spPr>
          <a:xfrm xmlns:a="http://schemas.openxmlformats.org/drawingml/2006/main">
            <a:off x="4435078" y="5219700"/>
            <a:ext cx="111204" cy="95250"/>
          </a:xfrm>
          <a:prstGeom xmlns:a="http://schemas.openxmlformats.org/drawingml/2006/main" prst="rect">
            <a:avLst/>
          </a:prstGeom>
          <a:solidFill xmlns:a="http://schemas.openxmlformats.org/drawingml/2006/main">
            <a:srgbClr val="E8BCB8"/>
          </a:solidFill>
          <a:ln xmlns:a="http://schemas.openxmlformats.org/drawingml/2006/main" w="0">
            <a:noFill/>
          </a:ln>
        </p:spPr>
      </p:sp>
      <p:sp>
        <p:nvSpPr>
          <p:cNvPr id="1277" name="">
            <a:extLst xmlns:a="http://schemas.openxmlformats.org/drawingml/2006/main">
              <a:ext uri="{FF2B5EF4-FFF2-40B4-BE49-F238E27FC236}">
                <a16:creationId xmlns:a16="http://schemas.microsoft.com/office/drawing/2014/main" id="{D63920BD-C7F0-4D65-930B-4EF63E6ED63B}"/>
              </a:ext>
            </a:extLst>
          </p:cNvPr>
          <p:cNvSpPr>
            <a:spLocks xmlns:a="http://schemas.openxmlformats.org/drawingml/2006/main" noGrp="1"/>
          </p:cNvSpPr>
          <p:nvPr/>
        </p:nvSpPr>
        <p:spPr>
          <a:xfrm xmlns:a="http://schemas.openxmlformats.org/drawingml/2006/main">
            <a:off x="4545806" y="5219700"/>
            <a:ext cx="111204" cy="95250"/>
          </a:xfrm>
          <a:prstGeom xmlns:a="http://schemas.openxmlformats.org/drawingml/2006/main" prst="rect">
            <a:avLst/>
          </a:prstGeom>
          <a:solidFill xmlns:a="http://schemas.openxmlformats.org/drawingml/2006/main">
            <a:srgbClr val="EAC0BD"/>
          </a:solidFill>
          <a:ln xmlns:a="http://schemas.openxmlformats.org/drawingml/2006/main" w="0">
            <a:noFill/>
          </a:ln>
        </p:spPr>
      </p:sp>
      <p:sp>
        <p:nvSpPr>
          <p:cNvPr id="1278" name="">
            <a:extLst xmlns:a="http://schemas.openxmlformats.org/drawingml/2006/main">
              <a:ext uri="{FF2B5EF4-FFF2-40B4-BE49-F238E27FC236}">
                <a16:creationId xmlns:a16="http://schemas.microsoft.com/office/drawing/2014/main" id="{91D7988A-8C85-44B3-8136-9E0707090A79}"/>
              </a:ext>
            </a:extLst>
          </p:cNvPr>
          <p:cNvSpPr>
            <a:spLocks xmlns:a="http://schemas.openxmlformats.org/drawingml/2006/main" noGrp="1"/>
          </p:cNvSpPr>
          <p:nvPr/>
        </p:nvSpPr>
        <p:spPr>
          <a:xfrm xmlns:a="http://schemas.openxmlformats.org/drawingml/2006/main">
            <a:off x="4656534" y="5219700"/>
            <a:ext cx="111204" cy="95250"/>
          </a:xfrm>
          <a:prstGeom xmlns:a="http://schemas.openxmlformats.org/drawingml/2006/main" prst="rect">
            <a:avLst/>
          </a:prstGeom>
          <a:solidFill xmlns:a="http://schemas.openxmlformats.org/drawingml/2006/main">
            <a:srgbClr val="EBC5C2"/>
          </a:solidFill>
          <a:ln xmlns:a="http://schemas.openxmlformats.org/drawingml/2006/main" w="0">
            <a:noFill/>
          </a:ln>
        </p:spPr>
      </p:sp>
      <p:sp>
        <p:nvSpPr>
          <p:cNvPr id="1279" name="">
            <a:extLst xmlns:a="http://schemas.openxmlformats.org/drawingml/2006/main">
              <a:ext uri="{FF2B5EF4-FFF2-40B4-BE49-F238E27FC236}">
                <a16:creationId xmlns:a16="http://schemas.microsoft.com/office/drawing/2014/main" id="{EF985CEE-3865-4E03-9CCB-047BF13BA5F8}"/>
              </a:ext>
            </a:extLst>
          </p:cNvPr>
          <p:cNvSpPr>
            <a:spLocks xmlns:a="http://schemas.openxmlformats.org/drawingml/2006/main" noGrp="1"/>
          </p:cNvSpPr>
          <p:nvPr/>
        </p:nvSpPr>
        <p:spPr>
          <a:xfrm xmlns:a="http://schemas.openxmlformats.org/drawingml/2006/main">
            <a:off x="4767263" y="5219700"/>
            <a:ext cx="111204" cy="95250"/>
          </a:xfrm>
          <a:prstGeom xmlns:a="http://schemas.openxmlformats.org/drawingml/2006/main" prst="rect">
            <a:avLst/>
          </a:prstGeom>
          <a:solidFill xmlns:a="http://schemas.openxmlformats.org/drawingml/2006/main">
            <a:srgbClr val="EDCAC7"/>
          </a:solidFill>
          <a:ln xmlns:a="http://schemas.openxmlformats.org/drawingml/2006/main" w="0">
            <a:noFill/>
          </a:ln>
        </p:spPr>
      </p:sp>
      <p:sp>
        <p:nvSpPr>
          <p:cNvPr id="1280" name="">
            <a:extLst xmlns:a="http://schemas.openxmlformats.org/drawingml/2006/main">
              <a:ext uri="{FF2B5EF4-FFF2-40B4-BE49-F238E27FC236}">
                <a16:creationId xmlns:a16="http://schemas.microsoft.com/office/drawing/2014/main" id="{6B8BB3CD-EF56-4419-9D80-2D1ED40E8BA6}"/>
              </a:ext>
            </a:extLst>
          </p:cNvPr>
          <p:cNvSpPr>
            <a:spLocks xmlns:a="http://schemas.openxmlformats.org/drawingml/2006/main" noGrp="1"/>
          </p:cNvSpPr>
          <p:nvPr/>
        </p:nvSpPr>
        <p:spPr>
          <a:xfrm xmlns:a="http://schemas.openxmlformats.org/drawingml/2006/main">
            <a:off x="4877991" y="5219700"/>
            <a:ext cx="111204" cy="95250"/>
          </a:xfrm>
          <a:prstGeom xmlns:a="http://schemas.openxmlformats.org/drawingml/2006/main" prst="rect">
            <a:avLst/>
          </a:prstGeom>
          <a:solidFill xmlns:a="http://schemas.openxmlformats.org/drawingml/2006/main">
            <a:srgbClr val="EECECC"/>
          </a:solidFill>
          <a:ln xmlns:a="http://schemas.openxmlformats.org/drawingml/2006/main" w="0">
            <a:noFill/>
          </a:ln>
        </p:spPr>
      </p:sp>
      <p:sp>
        <p:nvSpPr>
          <p:cNvPr id="1281" name="">
            <a:extLst xmlns:a="http://schemas.openxmlformats.org/drawingml/2006/main">
              <a:ext uri="{FF2B5EF4-FFF2-40B4-BE49-F238E27FC236}">
                <a16:creationId xmlns:a16="http://schemas.microsoft.com/office/drawing/2014/main" id="{16DC6560-D700-47D0-92D1-F3442BD0E8C8}"/>
              </a:ext>
            </a:extLst>
          </p:cNvPr>
          <p:cNvSpPr>
            <a:spLocks xmlns:a="http://schemas.openxmlformats.org/drawingml/2006/main" noGrp="1"/>
          </p:cNvSpPr>
          <p:nvPr/>
        </p:nvSpPr>
        <p:spPr>
          <a:xfrm xmlns:a="http://schemas.openxmlformats.org/drawingml/2006/main">
            <a:off x="4988719" y="5219700"/>
            <a:ext cx="111204" cy="95250"/>
          </a:xfrm>
          <a:prstGeom xmlns:a="http://schemas.openxmlformats.org/drawingml/2006/main" prst="rect">
            <a:avLst/>
          </a:prstGeom>
          <a:solidFill xmlns:a="http://schemas.openxmlformats.org/drawingml/2006/main">
            <a:srgbClr val="F0D3D1"/>
          </a:solidFill>
          <a:ln xmlns:a="http://schemas.openxmlformats.org/drawingml/2006/main" w="0">
            <a:noFill/>
          </a:ln>
        </p:spPr>
      </p:sp>
      <p:sp>
        <p:nvSpPr>
          <p:cNvPr id="1282" name="">
            <a:extLst xmlns:a="http://schemas.openxmlformats.org/drawingml/2006/main">
              <a:ext uri="{FF2B5EF4-FFF2-40B4-BE49-F238E27FC236}">
                <a16:creationId xmlns:a16="http://schemas.microsoft.com/office/drawing/2014/main" id="{1F9017E4-1980-476F-9657-09696B1E44C2}"/>
              </a:ext>
            </a:extLst>
          </p:cNvPr>
          <p:cNvSpPr>
            <a:spLocks xmlns:a="http://schemas.openxmlformats.org/drawingml/2006/main" noGrp="1"/>
          </p:cNvSpPr>
          <p:nvPr/>
        </p:nvSpPr>
        <p:spPr>
          <a:xfrm xmlns:a="http://schemas.openxmlformats.org/drawingml/2006/main">
            <a:off x="5099447" y="5219700"/>
            <a:ext cx="111204" cy="95250"/>
          </a:xfrm>
          <a:prstGeom xmlns:a="http://schemas.openxmlformats.org/drawingml/2006/main" prst="rect">
            <a:avLst/>
          </a:prstGeom>
          <a:solidFill xmlns:a="http://schemas.openxmlformats.org/drawingml/2006/main">
            <a:srgbClr val="F2D7D6"/>
          </a:solidFill>
          <a:ln xmlns:a="http://schemas.openxmlformats.org/drawingml/2006/main" w="0">
            <a:noFill/>
          </a:ln>
        </p:spPr>
      </p:sp>
      <p:sp>
        <p:nvSpPr>
          <p:cNvPr id="1283" name="">
            <a:extLst xmlns:a="http://schemas.openxmlformats.org/drawingml/2006/main">
              <a:ext uri="{FF2B5EF4-FFF2-40B4-BE49-F238E27FC236}">
                <a16:creationId xmlns:a16="http://schemas.microsoft.com/office/drawing/2014/main" id="{867CC636-37AE-4951-8490-7BD2D864A378}"/>
              </a:ext>
            </a:extLst>
          </p:cNvPr>
          <p:cNvSpPr>
            <a:spLocks xmlns:a="http://schemas.openxmlformats.org/drawingml/2006/main" noGrp="1"/>
          </p:cNvSpPr>
          <p:nvPr/>
        </p:nvSpPr>
        <p:spPr>
          <a:xfrm xmlns:a="http://schemas.openxmlformats.org/drawingml/2006/main">
            <a:off x="5210175" y="5219700"/>
            <a:ext cx="111204" cy="95250"/>
          </a:xfrm>
          <a:prstGeom xmlns:a="http://schemas.openxmlformats.org/drawingml/2006/main" prst="rect">
            <a:avLst/>
          </a:prstGeom>
          <a:solidFill xmlns:a="http://schemas.openxmlformats.org/drawingml/2006/main">
            <a:srgbClr val="F3DCDA"/>
          </a:solidFill>
          <a:ln xmlns:a="http://schemas.openxmlformats.org/drawingml/2006/main" w="0">
            <a:noFill/>
          </a:ln>
        </p:spPr>
      </p:sp>
      <p:sp>
        <p:nvSpPr>
          <p:cNvPr id="1284" name="">
            <a:extLst xmlns:a="http://schemas.openxmlformats.org/drawingml/2006/main">
              <a:ext uri="{FF2B5EF4-FFF2-40B4-BE49-F238E27FC236}">
                <a16:creationId xmlns:a16="http://schemas.microsoft.com/office/drawing/2014/main" id="{AA9C83BA-64C1-4731-8FC6-D4C3D2FA7BF1}"/>
              </a:ext>
            </a:extLst>
          </p:cNvPr>
          <p:cNvSpPr>
            <a:spLocks xmlns:a="http://schemas.openxmlformats.org/drawingml/2006/main" noGrp="1"/>
          </p:cNvSpPr>
          <p:nvPr/>
        </p:nvSpPr>
        <p:spPr>
          <a:xfrm xmlns:a="http://schemas.openxmlformats.org/drawingml/2006/main">
            <a:off x="5320903" y="5219700"/>
            <a:ext cx="111204" cy="95250"/>
          </a:xfrm>
          <a:prstGeom xmlns:a="http://schemas.openxmlformats.org/drawingml/2006/main" prst="rect">
            <a:avLst/>
          </a:prstGeom>
          <a:solidFill xmlns:a="http://schemas.openxmlformats.org/drawingml/2006/main">
            <a:srgbClr val="F5E1DF"/>
          </a:solidFill>
          <a:ln xmlns:a="http://schemas.openxmlformats.org/drawingml/2006/main" w="0">
            <a:noFill/>
          </a:ln>
        </p:spPr>
      </p:sp>
      <p:sp>
        <p:nvSpPr>
          <p:cNvPr id="1285" name="">
            <a:extLst xmlns:a="http://schemas.openxmlformats.org/drawingml/2006/main">
              <a:ext uri="{FF2B5EF4-FFF2-40B4-BE49-F238E27FC236}">
                <a16:creationId xmlns:a16="http://schemas.microsoft.com/office/drawing/2014/main" id="{5E425F3C-C2ED-48F1-933F-CCC51BD96ED2}"/>
              </a:ext>
            </a:extLst>
          </p:cNvPr>
          <p:cNvSpPr>
            <a:spLocks xmlns:a="http://schemas.openxmlformats.org/drawingml/2006/main" noGrp="1"/>
          </p:cNvSpPr>
          <p:nvPr/>
        </p:nvSpPr>
        <p:spPr>
          <a:xfrm xmlns:a="http://schemas.openxmlformats.org/drawingml/2006/main">
            <a:off x="5431631" y="5219700"/>
            <a:ext cx="111204" cy="95250"/>
          </a:xfrm>
          <a:prstGeom xmlns:a="http://schemas.openxmlformats.org/drawingml/2006/main" prst="rect">
            <a:avLst/>
          </a:prstGeom>
          <a:solidFill xmlns:a="http://schemas.openxmlformats.org/drawingml/2006/main">
            <a:srgbClr val="F6E5E4"/>
          </a:solidFill>
          <a:ln xmlns:a="http://schemas.openxmlformats.org/drawingml/2006/main" w="0">
            <a:noFill/>
          </a:ln>
        </p:spPr>
      </p:sp>
      <p:sp>
        <p:nvSpPr>
          <p:cNvPr id="1286" name="">
            <a:extLst xmlns:a="http://schemas.openxmlformats.org/drawingml/2006/main">
              <a:ext uri="{FF2B5EF4-FFF2-40B4-BE49-F238E27FC236}">
                <a16:creationId xmlns:a16="http://schemas.microsoft.com/office/drawing/2014/main" id="{378A1F85-D77A-4A29-95F3-D8D4D687E8A2}"/>
              </a:ext>
            </a:extLst>
          </p:cNvPr>
          <p:cNvSpPr>
            <a:spLocks xmlns:a="http://schemas.openxmlformats.org/drawingml/2006/main" noGrp="1"/>
          </p:cNvSpPr>
          <p:nvPr/>
        </p:nvSpPr>
        <p:spPr>
          <a:xfrm xmlns:a="http://schemas.openxmlformats.org/drawingml/2006/main">
            <a:off x="5542359" y="5219700"/>
            <a:ext cx="111204" cy="95250"/>
          </a:xfrm>
          <a:prstGeom xmlns:a="http://schemas.openxmlformats.org/drawingml/2006/main" prst="rect">
            <a:avLst/>
          </a:prstGeom>
          <a:solidFill xmlns:a="http://schemas.openxmlformats.org/drawingml/2006/main">
            <a:srgbClr val="F8EAE9"/>
          </a:solidFill>
          <a:ln xmlns:a="http://schemas.openxmlformats.org/drawingml/2006/main" w="0">
            <a:noFill/>
          </a:ln>
        </p:spPr>
      </p:sp>
      <p:sp>
        <p:nvSpPr>
          <p:cNvPr id="1287" name="">
            <a:extLst xmlns:a="http://schemas.openxmlformats.org/drawingml/2006/main">
              <a:ext uri="{FF2B5EF4-FFF2-40B4-BE49-F238E27FC236}">
                <a16:creationId xmlns:a16="http://schemas.microsoft.com/office/drawing/2014/main" id="{DE54B3B7-BC18-4E2E-8B85-6812295B40CF}"/>
              </a:ext>
            </a:extLst>
          </p:cNvPr>
          <p:cNvSpPr>
            <a:spLocks xmlns:a="http://schemas.openxmlformats.org/drawingml/2006/main" noGrp="1"/>
          </p:cNvSpPr>
          <p:nvPr/>
        </p:nvSpPr>
        <p:spPr>
          <a:xfrm xmlns:a="http://schemas.openxmlformats.org/drawingml/2006/main">
            <a:off x="5653088" y="5219700"/>
            <a:ext cx="111204" cy="95250"/>
          </a:xfrm>
          <a:prstGeom xmlns:a="http://schemas.openxmlformats.org/drawingml/2006/main" prst="rect">
            <a:avLst/>
          </a:prstGeom>
          <a:solidFill xmlns:a="http://schemas.openxmlformats.org/drawingml/2006/main">
            <a:srgbClr val="F9EFEE"/>
          </a:solidFill>
          <a:ln xmlns:a="http://schemas.openxmlformats.org/drawingml/2006/main" w="0">
            <a:noFill/>
          </a:ln>
        </p:spPr>
      </p:sp>
      <p:sp>
        <p:nvSpPr>
          <p:cNvPr id="1288" name="">
            <a:extLst xmlns:a="http://schemas.openxmlformats.org/drawingml/2006/main">
              <a:ext uri="{FF2B5EF4-FFF2-40B4-BE49-F238E27FC236}">
                <a16:creationId xmlns:a16="http://schemas.microsoft.com/office/drawing/2014/main" id="{115B815A-DA5B-4C58-B1B6-B111796491C2}"/>
              </a:ext>
            </a:extLst>
          </p:cNvPr>
          <p:cNvSpPr>
            <a:spLocks xmlns:a="http://schemas.openxmlformats.org/drawingml/2006/main" noGrp="1"/>
          </p:cNvSpPr>
          <p:nvPr/>
        </p:nvSpPr>
        <p:spPr>
          <a:xfrm xmlns:a="http://schemas.openxmlformats.org/drawingml/2006/main">
            <a:off x="5763816" y="5219700"/>
            <a:ext cx="111204" cy="95250"/>
          </a:xfrm>
          <a:prstGeom xmlns:a="http://schemas.openxmlformats.org/drawingml/2006/main" prst="rect">
            <a:avLst/>
          </a:prstGeom>
          <a:solidFill xmlns:a="http://schemas.openxmlformats.org/drawingml/2006/main">
            <a:srgbClr val="FBF3F3"/>
          </a:solidFill>
          <a:ln xmlns:a="http://schemas.openxmlformats.org/drawingml/2006/main" w="0">
            <a:noFill/>
          </a:ln>
        </p:spPr>
      </p:sp>
      <p:sp>
        <p:nvSpPr>
          <p:cNvPr id="1289" name="">
            <a:extLst xmlns:a="http://schemas.openxmlformats.org/drawingml/2006/main">
              <a:ext uri="{FF2B5EF4-FFF2-40B4-BE49-F238E27FC236}">
                <a16:creationId xmlns:a16="http://schemas.microsoft.com/office/drawing/2014/main" id="{C7FBCDEF-7921-48DF-82F1-D2162E1235D6}"/>
              </a:ext>
            </a:extLst>
          </p:cNvPr>
          <p:cNvSpPr>
            <a:spLocks xmlns:a="http://schemas.openxmlformats.org/drawingml/2006/main" noGrp="1"/>
          </p:cNvSpPr>
          <p:nvPr/>
        </p:nvSpPr>
        <p:spPr>
          <a:xfrm xmlns:a="http://schemas.openxmlformats.org/drawingml/2006/main">
            <a:off x="5874544" y="5219700"/>
            <a:ext cx="111204" cy="95250"/>
          </a:xfrm>
          <a:prstGeom xmlns:a="http://schemas.openxmlformats.org/drawingml/2006/main" prst="rect">
            <a:avLst/>
          </a:prstGeom>
          <a:solidFill xmlns:a="http://schemas.openxmlformats.org/drawingml/2006/main">
            <a:srgbClr val="FDF8F8"/>
          </a:solidFill>
          <a:ln xmlns:a="http://schemas.openxmlformats.org/drawingml/2006/main" w="0">
            <a:noFill/>
          </a:ln>
        </p:spPr>
      </p:sp>
      <p:sp>
        <p:nvSpPr>
          <p:cNvPr id="1290" name="">
            <a:extLst xmlns:a="http://schemas.openxmlformats.org/drawingml/2006/main">
              <a:ext uri="{FF2B5EF4-FFF2-40B4-BE49-F238E27FC236}">
                <a16:creationId xmlns:a16="http://schemas.microsoft.com/office/drawing/2014/main" id="{6B712B00-6DB5-4599-8DE2-392A89527B83}"/>
              </a:ext>
            </a:extLst>
          </p:cNvPr>
          <p:cNvSpPr>
            <a:spLocks xmlns:a="http://schemas.openxmlformats.org/drawingml/2006/main" noGrp="1"/>
          </p:cNvSpPr>
          <p:nvPr/>
        </p:nvSpPr>
        <p:spPr>
          <a:xfrm xmlns:a="http://schemas.openxmlformats.org/drawingml/2006/main">
            <a:off x="5985272" y="5219700"/>
            <a:ext cx="111204" cy="95250"/>
          </a:xfrm>
          <a:prstGeom xmlns:a="http://schemas.openxmlformats.org/drawingml/2006/main" prst="rect">
            <a:avLst/>
          </a:prstGeom>
          <a:solidFill xmlns:a="http://schemas.openxmlformats.org/drawingml/2006/main">
            <a:srgbClr val="FEFDFD"/>
          </a:solidFill>
          <a:ln xmlns:a="http://schemas.openxmlformats.org/drawingml/2006/main" w="0">
            <a:noFill/>
          </a:ln>
        </p:spPr>
      </p:sp>
      <p:sp>
        <p:nvSpPr>
          <p:cNvPr id="1291" name="">
            <a:extLst xmlns:a="http://schemas.openxmlformats.org/drawingml/2006/main">
              <a:ext uri="{FF2B5EF4-FFF2-40B4-BE49-F238E27FC236}">
                <a16:creationId xmlns:a16="http://schemas.microsoft.com/office/drawing/2014/main" id="{77316030-60AA-4622-ADA2-B946C88CB932}"/>
              </a:ext>
            </a:extLst>
          </p:cNvPr>
          <p:cNvSpPr>
            <a:spLocks xmlns:a="http://schemas.openxmlformats.org/drawingml/2006/main" noGrp="1"/>
          </p:cNvSpPr>
          <p:nvPr/>
        </p:nvSpPr>
        <p:spPr>
          <a:xfrm xmlns:a="http://schemas.openxmlformats.org/drawingml/2006/main">
            <a:off x="6096000" y="5219700"/>
            <a:ext cx="111204" cy="95250"/>
          </a:xfrm>
          <a:prstGeom xmlns:a="http://schemas.openxmlformats.org/drawingml/2006/main" prst="rect">
            <a:avLst/>
          </a:prstGeom>
          <a:solidFill xmlns:a="http://schemas.openxmlformats.org/drawingml/2006/main">
            <a:srgbClr val="FCFDFE"/>
          </a:solidFill>
          <a:ln xmlns:a="http://schemas.openxmlformats.org/drawingml/2006/main" w="0">
            <a:noFill/>
          </a:ln>
        </p:spPr>
      </p:sp>
      <p:sp>
        <p:nvSpPr>
          <p:cNvPr id="1292" name="">
            <a:extLst xmlns:a="http://schemas.openxmlformats.org/drawingml/2006/main">
              <a:ext uri="{FF2B5EF4-FFF2-40B4-BE49-F238E27FC236}">
                <a16:creationId xmlns:a16="http://schemas.microsoft.com/office/drawing/2014/main" id="{F6A7583A-DFE4-4675-9933-AFD34405F951}"/>
              </a:ext>
            </a:extLst>
          </p:cNvPr>
          <p:cNvSpPr>
            <a:spLocks xmlns:a="http://schemas.openxmlformats.org/drawingml/2006/main" noGrp="1"/>
          </p:cNvSpPr>
          <p:nvPr/>
        </p:nvSpPr>
        <p:spPr>
          <a:xfrm xmlns:a="http://schemas.openxmlformats.org/drawingml/2006/main">
            <a:off x="6206728" y="5219700"/>
            <a:ext cx="111204" cy="95250"/>
          </a:xfrm>
          <a:prstGeom xmlns:a="http://schemas.openxmlformats.org/drawingml/2006/main" prst="rect">
            <a:avLst/>
          </a:prstGeom>
          <a:solidFill xmlns:a="http://schemas.openxmlformats.org/drawingml/2006/main">
            <a:srgbClr val="F7F9FC"/>
          </a:solidFill>
          <a:ln xmlns:a="http://schemas.openxmlformats.org/drawingml/2006/main" w="0">
            <a:noFill/>
          </a:ln>
        </p:spPr>
      </p:sp>
      <p:sp>
        <p:nvSpPr>
          <p:cNvPr id="1293" name="">
            <a:extLst xmlns:a="http://schemas.openxmlformats.org/drawingml/2006/main">
              <a:ext uri="{FF2B5EF4-FFF2-40B4-BE49-F238E27FC236}">
                <a16:creationId xmlns:a16="http://schemas.microsoft.com/office/drawing/2014/main" id="{3BD45E8C-4609-49EA-8B4E-9CDE160620C7}"/>
              </a:ext>
            </a:extLst>
          </p:cNvPr>
          <p:cNvSpPr>
            <a:spLocks xmlns:a="http://schemas.openxmlformats.org/drawingml/2006/main" noGrp="1"/>
          </p:cNvSpPr>
          <p:nvPr/>
        </p:nvSpPr>
        <p:spPr>
          <a:xfrm xmlns:a="http://schemas.openxmlformats.org/drawingml/2006/main">
            <a:off x="6317456" y="5219700"/>
            <a:ext cx="111204" cy="95250"/>
          </a:xfrm>
          <a:prstGeom xmlns:a="http://schemas.openxmlformats.org/drawingml/2006/main" prst="rect">
            <a:avLst/>
          </a:prstGeom>
          <a:solidFill xmlns:a="http://schemas.openxmlformats.org/drawingml/2006/main">
            <a:srgbClr val="F2F5FA"/>
          </a:solidFill>
          <a:ln xmlns:a="http://schemas.openxmlformats.org/drawingml/2006/main" w="0">
            <a:noFill/>
          </a:ln>
        </p:spPr>
      </p:sp>
      <p:sp>
        <p:nvSpPr>
          <p:cNvPr id="1294" name="">
            <a:extLst xmlns:a="http://schemas.openxmlformats.org/drawingml/2006/main">
              <a:ext uri="{FF2B5EF4-FFF2-40B4-BE49-F238E27FC236}">
                <a16:creationId xmlns:a16="http://schemas.microsoft.com/office/drawing/2014/main" id="{B694B6E5-70EC-474C-82F9-3FC7C214C356}"/>
              </a:ext>
            </a:extLst>
          </p:cNvPr>
          <p:cNvSpPr>
            <a:spLocks xmlns:a="http://schemas.openxmlformats.org/drawingml/2006/main" noGrp="1"/>
          </p:cNvSpPr>
          <p:nvPr/>
        </p:nvSpPr>
        <p:spPr>
          <a:xfrm xmlns:a="http://schemas.openxmlformats.org/drawingml/2006/main">
            <a:off x="6428184" y="5219700"/>
            <a:ext cx="111204" cy="95250"/>
          </a:xfrm>
          <a:prstGeom xmlns:a="http://schemas.openxmlformats.org/drawingml/2006/main" prst="rect">
            <a:avLst/>
          </a:prstGeom>
          <a:solidFill xmlns:a="http://schemas.openxmlformats.org/drawingml/2006/main">
            <a:srgbClr val="EDF1F8"/>
          </a:solidFill>
          <a:ln xmlns:a="http://schemas.openxmlformats.org/drawingml/2006/main" w="0">
            <a:noFill/>
          </a:ln>
        </p:spPr>
      </p:sp>
      <p:sp>
        <p:nvSpPr>
          <p:cNvPr id="1295" name="">
            <a:extLst xmlns:a="http://schemas.openxmlformats.org/drawingml/2006/main">
              <a:ext uri="{FF2B5EF4-FFF2-40B4-BE49-F238E27FC236}">
                <a16:creationId xmlns:a16="http://schemas.microsoft.com/office/drawing/2014/main" id="{B4D36869-8E28-498B-B258-7A687394790E}"/>
              </a:ext>
            </a:extLst>
          </p:cNvPr>
          <p:cNvSpPr>
            <a:spLocks xmlns:a="http://schemas.openxmlformats.org/drawingml/2006/main" noGrp="1"/>
          </p:cNvSpPr>
          <p:nvPr/>
        </p:nvSpPr>
        <p:spPr>
          <a:xfrm xmlns:a="http://schemas.openxmlformats.org/drawingml/2006/main">
            <a:off x="6538913" y="5219700"/>
            <a:ext cx="111204" cy="95250"/>
          </a:xfrm>
          <a:prstGeom xmlns:a="http://schemas.openxmlformats.org/drawingml/2006/main" prst="rect">
            <a:avLst/>
          </a:prstGeom>
          <a:solidFill xmlns:a="http://schemas.openxmlformats.org/drawingml/2006/main">
            <a:srgbClr val="E7EDF5"/>
          </a:solidFill>
          <a:ln xmlns:a="http://schemas.openxmlformats.org/drawingml/2006/main" w="0">
            <a:noFill/>
          </a:ln>
        </p:spPr>
      </p:sp>
      <p:sp>
        <p:nvSpPr>
          <p:cNvPr id="1296" name="">
            <a:extLst xmlns:a="http://schemas.openxmlformats.org/drawingml/2006/main">
              <a:ext uri="{FF2B5EF4-FFF2-40B4-BE49-F238E27FC236}">
                <a16:creationId xmlns:a16="http://schemas.microsoft.com/office/drawing/2014/main" id="{C0967BF2-737C-4E68-AD5A-2C766B688A64}"/>
              </a:ext>
            </a:extLst>
          </p:cNvPr>
          <p:cNvSpPr>
            <a:spLocks xmlns:a="http://schemas.openxmlformats.org/drawingml/2006/main" noGrp="1"/>
          </p:cNvSpPr>
          <p:nvPr/>
        </p:nvSpPr>
        <p:spPr>
          <a:xfrm xmlns:a="http://schemas.openxmlformats.org/drawingml/2006/main">
            <a:off x="6649641" y="5219700"/>
            <a:ext cx="111204" cy="95250"/>
          </a:xfrm>
          <a:prstGeom xmlns:a="http://schemas.openxmlformats.org/drawingml/2006/main" prst="rect">
            <a:avLst/>
          </a:prstGeom>
          <a:solidFill xmlns:a="http://schemas.openxmlformats.org/drawingml/2006/main">
            <a:srgbClr val="E2E9F3"/>
          </a:solidFill>
          <a:ln xmlns:a="http://schemas.openxmlformats.org/drawingml/2006/main" w="0">
            <a:noFill/>
          </a:ln>
        </p:spPr>
      </p:sp>
      <p:sp>
        <p:nvSpPr>
          <p:cNvPr id="1297" name="">
            <a:extLst xmlns:a="http://schemas.openxmlformats.org/drawingml/2006/main">
              <a:ext uri="{FF2B5EF4-FFF2-40B4-BE49-F238E27FC236}">
                <a16:creationId xmlns:a16="http://schemas.microsoft.com/office/drawing/2014/main" id="{E97D5B47-EF6C-47C2-8F8F-06C1D385D503}"/>
              </a:ext>
            </a:extLst>
          </p:cNvPr>
          <p:cNvSpPr>
            <a:spLocks xmlns:a="http://schemas.openxmlformats.org/drawingml/2006/main" noGrp="1"/>
          </p:cNvSpPr>
          <p:nvPr/>
        </p:nvSpPr>
        <p:spPr>
          <a:xfrm xmlns:a="http://schemas.openxmlformats.org/drawingml/2006/main">
            <a:off x="6760369" y="5219700"/>
            <a:ext cx="111204" cy="95250"/>
          </a:xfrm>
          <a:prstGeom xmlns:a="http://schemas.openxmlformats.org/drawingml/2006/main" prst="rect">
            <a:avLst/>
          </a:prstGeom>
          <a:solidFill xmlns:a="http://schemas.openxmlformats.org/drawingml/2006/main">
            <a:srgbClr val="DDE5F1"/>
          </a:solidFill>
          <a:ln xmlns:a="http://schemas.openxmlformats.org/drawingml/2006/main" w="0">
            <a:noFill/>
          </a:ln>
        </p:spPr>
      </p:sp>
      <p:sp>
        <p:nvSpPr>
          <p:cNvPr id="1298" name="">
            <a:extLst xmlns:a="http://schemas.openxmlformats.org/drawingml/2006/main">
              <a:ext uri="{FF2B5EF4-FFF2-40B4-BE49-F238E27FC236}">
                <a16:creationId xmlns:a16="http://schemas.microsoft.com/office/drawing/2014/main" id="{7DCCE9DA-D6D5-4E3D-B801-4A2C3B549C45}"/>
              </a:ext>
            </a:extLst>
          </p:cNvPr>
          <p:cNvSpPr>
            <a:spLocks xmlns:a="http://schemas.openxmlformats.org/drawingml/2006/main" noGrp="1"/>
          </p:cNvSpPr>
          <p:nvPr/>
        </p:nvSpPr>
        <p:spPr>
          <a:xfrm xmlns:a="http://schemas.openxmlformats.org/drawingml/2006/main">
            <a:off x="6871097" y="5219700"/>
            <a:ext cx="111204" cy="95250"/>
          </a:xfrm>
          <a:prstGeom xmlns:a="http://schemas.openxmlformats.org/drawingml/2006/main" prst="rect">
            <a:avLst/>
          </a:prstGeom>
          <a:solidFill xmlns:a="http://schemas.openxmlformats.org/drawingml/2006/main">
            <a:srgbClr val="D7E1EF"/>
          </a:solidFill>
          <a:ln xmlns:a="http://schemas.openxmlformats.org/drawingml/2006/main" w="0">
            <a:noFill/>
          </a:ln>
        </p:spPr>
      </p:sp>
      <p:sp>
        <p:nvSpPr>
          <p:cNvPr id="1299" name="">
            <a:extLst xmlns:a="http://schemas.openxmlformats.org/drawingml/2006/main">
              <a:ext uri="{FF2B5EF4-FFF2-40B4-BE49-F238E27FC236}">
                <a16:creationId xmlns:a16="http://schemas.microsoft.com/office/drawing/2014/main" id="{E4C1A620-F939-4EF1-9180-556C74D3468D}"/>
              </a:ext>
            </a:extLst>
          </p:cNvPr>
          <p:cNvSpPr>
            <a:spLocks xmlns:a="http://schemas.openxmlformats.org/drawingml/2006/main" noGrp="1"/>
          </p:cNvSpPr>
          <p:nvPr/>
        </p:nvSpPr>
        <p:spPr>
          <a:xfrm xmlns:a="http://schemas.openxmlformats.org/drawingml/2006/main">
            <a:off x="6981825" y="5219700"/>
            <a:ext cx="111204" cy="95250"/>
          </a:xfrm>
          <a:prstGeom xmlns:a="http://schemas.openxmlformats.org/drawingml/2006/main" prst="rect">
            <a:avLst/>
          </a:prstGeom>
          <a:solidFill xmlns:a="http://schemas.openxmlformats.org/drawingml/2006/main">
            <a:srgbClr val="D2DDED"/>
          </a:solidFill>
          <a:ln xmlns:a="http://schemas.openxmlformats.org/drawingml/2006/main" w="0">
            <a:noFill/>
          </a:ln>
        </p:spPr>
      </p:sp>
      <p:sp>
        <p:nvSpPr>
          <p:cNvPr id="1300" name="">
            <a:extLst xmlns:a="http://schemas.openxmlformats.org/drawingml/2006/main">
              <a:ext uri="{FF2B5EF4-FFF2-40B4-BE49-F238E27FC236}">
                <a16:creationId xmlns:a16="http://schemas.microsoft.com/office/drawing/2014/main" id="{E8375BE0-78F8-45B0-8777-BEECBC8885B1}"/>
              </a:ext>
            </a:extLst>
          </p:cNvPr>
          <p:cNvSpPr>
            <a:spLocks xmlns:a="http://schemas.openxmlformats.org/drawingml/2006/main" noGrp="1"/>
          </p:cNvSpPr>
          <p:nvPr/>
        </p:nvSpPr>
        <p:spPr>
          <a:xfrm xmlns:a="http://schemas.openxmlformats.org/drawingml/2006/main">
            <a:off x="7092553" y="5219700"/>
            <a:ext cx="111204" cy="95250"/>
          </a:xfrm>
          <a:prstGeom xmlns:a="http://schemas.openxmlformats.org/drawingml/2006/main" prst="rect">
            <a:avLst/>
          </a:prstGeom>
          <a:solidFill xmlns:a="http://schemas.openxmlformats.org/drawingml/2006/main">
            <a:srgbClr val="CDD9EB"/>
          </a:solidFill>
          <a:ln xmlns:a="http://schemas.openxmlformats.org/drawingml/2006/main" w="0">
            <a:noFill/>
          </a:ln>
        </p:spPr>
      </p:sp>
      <p:sp>
        <p:nvSpPr>
          <p:cNvPr id="1301" name="">
            <a:extLst xmlns:a="http://schemas.openxmlformats.org/drawingml/2006/main">
              <a:ext uri="{FF2B5EF4-FFF2-40B4-BE49-F238E27FC236}">
                <a16:creationId xmlns:a16="http://schemas.microsoft.com/office/drawing/2014/main" id="{7D1629C7-62CF-4F1D-9282-F2D513E77D22}"/>
              </a:ext>
            </a:extLst>
          </p:cNvPr>
          <p:cNvSpPr>
            <a:spLocks xmlns:a="http://schemas.openxmlformats.org/drawingml/2006/main" noGrp="1"/>
          </p:cNvSpPr>
          <p:nvPr/>
        </p:nvSpPr>
        <p:spPr>
          <a:xfrm xmlns:a="http://schemas.openxmlformats.org/drawingml/2006/main">
            <a:off x="7203281" y="5219700"/>
            <a:ext cx="111204" cy="95250"/>
          </a:xfrm>
          <a:prstGeom xmlns:a="http://schemas.openxmlformats.org/drawingml/2006/main" prst="rect">
            <a:avLst/>
          </a:prstGeom>
          <a:solidFill xmlns:a="http://schemas.openxmlformats.org/drawingml/2006/main">
            <a:srgbClr val="C8D5E9"/>
          </a:solidFill>
          <a:ln xmlns:a="http://schemas.openxmlformats.org/drawingml/2006/main" w="0">
            <a:noFill/>
          </a:ln>
        </p:spPr>
      </p:sp>
      <p:sp>
        <p:nvSpPr>
          <p:cNvPr id="1302" name="">
            <a:extLst xmlns:a="http://schemas.openxmlformats.org/drawingml/2006/main">
              <a:ext uri="{FF2B5EF4-FFF2-40B4-BE49-F238E27FC236}">
                <a16:creationId xmlns:a16="http://schemas.microsoft.com/office/drawing/2014/main" id="{7853C543-346D-4A82-8121-1894E65F019F}"/>
              </a:ext>
            </a:extLst>
          </p:cNvPr>
          <p:cNvSpPr>
            <a:spLocks xmlns:a="http://schemas.openxmlformats.org/drawingml/2006/main" noGrp="1"/>
          </p:cNvSpPr>
          <p:nvPr/>
        </p:nvSpPr>
        <p:spPr>
          <a:xfrm xmlns:a="http://schemas.openxmlformats.org/drawingml/2006/main">
            <a:off x="7314009" y="5219700"/>
            <a:ext cx="111204" cy="95250"/>
          </a:xfrm>
          <a:prstGeom xmlns:a="http://schemas.openxmlformats.org/drawingml/2006/main" prst="rect">
            <a:avLst/>
          </a:prstGeom>
          <a:solidFill xmlns:a="http://schemas.openxmlformats.org/drawingml/2006/main">
            <a:srgbClr val="C2D1E7"/>
          </a:solidFill>
          <a:ln xmlns:a="http://schemas.openxmlformats.org/drawingml/2006/main" w="0">
            <a:noFill/>
          </a:ln>
        </p:spPr>
      </p:sp>
      <p:sp>
        <p:nvSpPr>
          <p:cNvPr id="1303" name="">
            <a:extLst xmlns:a="http://schemas.openxmlformats.org/drawingml/2006/main">
              <a:ext uri="{FF2B5EF4-FFF2-40B4-BE49-F238E27FC236}">
                <a16:creationId xmlns:a16="http://schemas.microsoft.com/office/drawing/2014/main" id="{198F0B26-A9F8-42B6-A9FF-C54D83653F00}"/>
              </a:ext>
            </a:extLst>
          </p:cNvPr>
          <p:cNvSpPr>
            <a:spLocks xmlns:a="http://schemas.openxmlformats.org/drawingml/2006/main" noGrp="1"/>
          </p:cNvSpPr>
          <p:nvPr/>
        </p:nvSpPr>
        <p:spPr>
          <a:xfrm xmlns:a="http://schemas.openxmlformats.org/drawingml/2006/main">
            <a:off x="7424738" y="5219700"/>
            <a:ext cx="111204" cy="95250"/>
          </a:xfrm>
          <a:prstGeom xmlns:a="http://schemas.openxmlformats.org/drawingml/2006/main" prst="rect">
            <a:avLst/>
          </a:prstGeom>
          <a:solidFill xmlns:a="http://schemas.openxmlformats.org/drawingml/2006/main">
            <a:srgbClr val="BDCDE4"/>
          </a:solidFill>
          <a:ln xmlns:a="http://schemas.openxmlformats.org/drawingml/2006/main" w="0">
            <a:noFill/>
          </a:ln>
        </p:spPr>
      </p:sp>
      <p:sp>
        <p:nvSpPr>
          <p:cNvPr id="1304" name="">
            <a:extLst xmlns:a="http://schemas.openxmlformats.org/drawingml/2006/main">
              <a:ext uri="{FF2B5EF4-FFF2-40B4-BE49-F238E27FC236}">
                <a16:creationId xmlns:a16="http://schemas.microsoft.com/office/drawing/2014/main" id="{F2C9DF56-83F8-41AE-8FAE-5DADFACCCF23}"/>
              </a:ext>
            </a:extLst>
          </p:cNvPr>
          <p:cNvSpPr>
            <a:spLocks xmlns:a="http://schemas.openxmlformats.org/drawingml/2006/main" noGrp="1"/>
          </p:cNvSpPr>
          <p:nvPr/>
        </p:nvSpPr>
        <p:spPr>
          <a:xfrm xmlns:a="http://schemas.openxmlformats.org/drawingml/2006/main">
            <a:off x="7535466" y="5219700"/>
            <a:ext cx="111204" cy="95250"/>
          </a:xfrm>
          <a:prstGeom xmlns:a="http://schemas.openxmlformats.org/drawingml/2006/main" prst="rect">
            <a:avLst/>
          </a:prstGeom>
          <a:solidFill xmlns:a="http://schemas.openxmlformats.org/drawingml/2006/main">
            <a:srgbClr val="B8C9E2"/>
          </a:solidFill>
          <a:ln xmlns:a="http://schemas.openxmlformats.org/drawingml/2006/main" w="0">
            <a:noFill/>
          </a:ln>
        </p:spPr>
      </p:sp>
      <p:sp>
        <p:nvSpPr>
          <p:cNvPr id="1305" name="">
            <a:extLst xmlns:a="http://schemas.openxmlformats.org/drawingml/2006/main">
              <a:ext uri="{FF2B5EF4-FFF2-40B4-BE49-F238E27FC236}">
                <a16:creationId xmlns:a16="http://schemas.microsoft.com/office/drawing/2014/main" id="{39BB293A-6CB7-4AED-93A7-CAFF3E86C7C6}"/>
              </a:ext>
            </a:extLst>
          </p:cNvPr>
          <p:cNvSpPr>
            <a:spLocks xmlns:a="http://schemas.openxmlformats.org/drawingml/2006/main" noGrp="1"/>
          </p:cNvSpPr>
          <p:nvPr/>
        </p:nvSpPr>
        <p:spPr>
          <a:xfrm xmlns:a="http://schemas.openxmlformats.org/drawingml/2006/main">
            <a:off x="7646194" y="5219700"/>
            <a:ext cx="111204" cy="95250"/>
          </a:xfrm>
          <a:prstGeom xmlns:a="http://schemas.openxmlformats.org/drawingml/2006/main" prst="rect">
            <a:avLst/>
          </a:prstGeom>
          <a:solidFill xmlns:a="http://schemas.openxmlformats.org/drawingml/2006/main">
            <a:srgbClr val="B3C5E0"/>
          </a:solidFill>
          <a:ln xmlns:a="http://schemas.openxmlformats.org/drawingml/2006/main" w="0">
            <a:noFill/>
          </a:ln>
        </p:spPr>
      </p:sp>
      <p:sp>
        <p:nvSpPr>
          <p:cNvPr id="1306" name="">
            <a:extLst xmlns:a="http://schemas.openxmlformats.org/drawingml/2006/main">
              <a:ext uri="{FF2B5EF4-FFF2-40B4-BE49-F238E27FC236}">
                <a16:creationId xmlns:a16="http://schemas.microsoft.com/office/drawing/2014/main" id="{E344F11A-1DB4-4D79-83A6-7DC8B282BEE0}"/>
              </a:ext>
            </a:extLst>
          </p:cNvPr>
          <p:cNvSpPr>
            <a:spLocks xmlns:a="http://schemas.openxmlformats.org/drawingml/2006/main" noGrp="1"/>
          </p:cNvSpPr>
          <p:nvPr/>
        </p:nvSpPr>
        <p:spPr>
          <a:xfrm xmlns:a="http://schemas.openxmlformats.org/drawingml/2006/main">
            <a:off x="7756922" y="5219700"/>
            <a:ext cx="111204" cy="95250"/>
          </a:xfrm>
          <a:prstGeom xmlns:a="http://schemas.openxmlformats.org/drawingml/2006/main" prst="rect">
            <a:avLst/>
          </a:prstGeom>
          <a:solidFill xmlns:a="http://schemas.openxmlformats.org/drawingml/2006/main">
            <a:srgbClr val="ADC1DE"/>
          </a:solidFill>
          <a:ln xmlns:a="http://schemas.openxmlformats.org/drawingml/2006/main" w="0">
            <a:noFill/>
          </a:ln>
        </p:spPr>
      </p:sp>
      <p:sp>
        <p:nvSpPr>
          <p:cNvPr id="1307" name="">
            <a:extLst xmlns:a="http://schemas.openxmlformats.org/drawingml/2006/main">
              <a:ext uri="{FF2B5EF4-FFF2-40B4-BE49-F238E27FC236}">
                <a16:creationId xmlns:a16="http://schemas.microsoft.com/office/drawing/2014/main" id="{56A70A27-194B-4E53-8BE6-1D831171895C}"/>
              </a:ext>
            </a:extLst>
          </p:cNvPr>
          <p:cNvSpPr>
            <a:spLocks xmlns:a="http://schemas.openxmlformats.org/drawingml/2006/main" noGrp="1"/>
          </p:cNvSpPr>
          <p:nvPr/>
        </p:nvSpPr>
        <p:spPr>
          <a:xfrm xmlns:a="http://schemas.openxmlformats.org/drawingml/2006/main">
            <a:off x="7867650" y="5219700"/>
            <a:ext cx="111204" cy="95250"/>
          </a:xfrm>
          <a:prstGeom xmlns:a="http://schemas.openxmlformats.org/drawingml/2006/main" prst="rect">
            <a:avLst/>
          </a:prstGeom>
          <a:solidFill xmlns:a="http://schemas.openxmlformats.org/drawingml/2006/main">
            <a:srgbClr val="A8BDDC"/>
          </a:solidFill>
          <a:ln xmlns:a="http://schemas.openxmlformats.org/drawingml/2006/main" w="0">
            <a:noFill/>
          </a:ln>
        </p:spPr>
      </p:sp>
      <p:sp>
        <p:nvSpPr>
          <p:cNvPr id="1308" name="">
            <a:extLst xmlns:a="http://schemas.openxmlformats.org/drawingml/2006/main">
              <a:ext uri="{FF2B5EF4-FFF2-40B4-BE49-F238E27FC236}">
                <a16:creationId xmlns:a16="http://schemas.microsoft.com/office/drawing/2014/main" id="{551CBB04-1D66-43E7-BDB7-E85330A9D04E}"/>
              </a:ext>
            </a:extLst>
          </p:cNvPr>
          <p:cNvSpPr>
            <a:spLocks xmlns:a="http://schemas.openxmlformats.org/drawingml/2006/main" noGrp="1"/>
          </p:cNvSpPr>
          <p:nvPr/>
        </p:nvSpPr>
        <p:spPr>
          <a:xfrm xmlns:a="http://schemas.openxmlformats.org/drawingml/2006/main">
            <a:off x="7978378" y="5219700"/>
            <a:ext cx="111204" cy="95250"/>
          </a:xfrm>
          <a:prstGeom xmlns:a="http://schemas.openxmlformats.org/drawingml/2006/main" prst="rect">
            <a:avLst/>
          </a:prstGeom>
          <a:solidFill xmlns:a="http://schemas.openxmlformats.org/drawingml/2006/main">
            <a:srgbClr val="A3B9DA"/>
          </a:solidFill>
          <a:ln xmlns:a="http://schemas.openxmlformats.org/drawingml/2006/main" w="0">
            <a:noFill/>
          </a:ln>
        </p:spPr>
      </p:sp>
      <p:sp>
        <p:nvSpPr>
          <p:cNvPr id="1309" name="">
            <a:extLst xmlns:a="http://schemas.openxmlformats.org/drawingml/2006/main">
              <a:ext uri="{FF2B5EF4-FFF2-40B4-BE49-F238E27FC236}">
                <a16:creationId xmlns:a16="http://schemas.microsoft.com/office/drawing/2014/main" id="{37310B19-C20C-4E0E-B2F1-1EB818243434}"/>
              </a:ext>
            </a:extLst>
          </p:cNvPr>
          <p:cNvSpPr>
            <a:spLocks xmlns:a="http://schemas.openxmlformats.org/drawingml/2006/main" noGrp="1"/>
          </p:cNvSpPr>
          <p:nvPr/>
        </p:nvSpPr>
        <p:spPr>
          <a:xfrm xmlns:a="http://schemas.openxmlformats.org/drawingml/2006/main">
            <a:off x="8089106" y="5219700"/>
            <a:ext cx="111204" cy="95250"/>
          </a:xfrm>
          <a:prstGeom xmlns:a="http://schemas.openxmlformats.org/drawingml/2006/main" prst="rect">
            <a:avLst/>
          </a:prstGeom>
          <a:solidFill xmlns:a="http://schemas.openxmlformats.org/drawingml/2006/main">
            <a:srgbClr val="9DB5D8"/>
          </a:solidFill>
          <a:ln xmlns:a="http://schemas.openxmlformats.org/drawingml/2006/main" w="0">
            <a:noFill/>
          </a:ln>
        </p:spPr>
      </p:sp>
      <p:sp>
        <p:nvSpPr>
          <p:cNvPr id="1310" name="">
            <a:extLst xmlns:a="http://schemas.openxmlformats.org/drawingml/2006/main">
              <a:ext uri="{FF2B5EF4-FFF2-40B4-BE49-F238E27FC236}">
                <a16:creationId xmlns:a16="http://schemas.microsoft.com/office/drawing/2014/main" id="{918E82B3-663A-466F-8602-E16A6ADA27A0}"/>
              </a:ext>
            </a:extLst>
          </p:cNvPr>
          <p:cNvSpPr>
            <a:spLocks xmlns:a="http://schemas.openxmlformats.org/drawingml/2006/main" noGrp="1"/>
          </p:cNvSpPr>
          <p:nvPr/>
        </p:nvSpPr>
        <p:spPr>
          <a:xfrm xmlns:a="http://schemas.openxmlformats.org/drawingml/2006/main">
            <a:off x="8199834" y="5219700"/>
            <a:ext cx="111204" cy="95250"/>
          </a:xfrm>
          <a:prstGeom xmlns:a="http://schemas.openxmlformats.org/drawingml/2006/main" prst="rect">
            <a:avLst/>
          </a:prstGeom>
          <a:solidFill xmlns:a="http://schemas.openxmlformats.org/drawingml/2006/main">
            <a:srgbClr val="98B1D6"/>
          </a:solidFill>
          <a:ln xmlns:a="http://schemas.openxmlformats.org/drawingml/2006/main" w="0">
            <a:noFill/>
          </a:ln>
        </p:spPr>
      </p:sp>
      <p:sp>
        <p:nvSpPr>
          <p:cNvPr id="1311" name="">
            <a:extLst xmlns:a="http://schemas.openxmlformats.org/drawingml/2006/main">
              <a:ext uri="{FF2B5EF4-FFF2-40B4-BE49-F238E27FC236}">
                <a16:creationId xmlns:a16="http://schemas.microsoft.com/office/drawing/2014/main" id="{DA73ECB5-357E-40CC-98C3-476C9532107A}"/>
              </a:ext>
            </a:extLst>
          </p:cNvPr>
          <p:cNvSpPr>
            <a:spLocks xmlns:a="http://schemas.openxmlformats.org/drawingml/2006/main" noGrp="1"/>
          </p:cNvSpPr>
          <p:nvPr/>
        </p:nvSpPr>
        <p:spPr>
          <a:xfrm xmlns:a="http://schemas.openxmlformats.org/drawingml/2006/main">
            <a:off x="8310563" y="5219700"/>
            <a:ext cx="111204" cy="95250"/>
          </a:xfrm>
          <a:prstGeom xmlns:a="http://schemas.openxmlformats.org/drawingml/2006/main" prst="rect">
            <a:avLst/>
          </a:prstGeom>
          <a:solidFill xmlns:a="http://schemas.openxmlformats.org/drawingml/2006/main">
            <a:srgbClr val="93ACD3"/>
          </a:solidFill>
          <a:ln xmlns:a="http://schemas.openxmlformats.org/drawingml/2006/main" w="0">
            <a:noFill/>
          </a:ln>
        </p:spPr>
      </p:sp>
      <p:sp>
        <p:nvSpPr>
          <p:cNvPr id="1312" name="">
            <a:extLst xmlns:a="http://schemas.openxmlformats.org/drawingml/2006/main">
              <a:ext uri="{FF2B5EF4-FFF2-40B4-BE49-F238E27FC236}">
                <a16:creationId xmlns:a16="http://schemas.microsoft.com/office/drawing/2014/main" id="{9937C7AA-07C0-4B89-B880-AC65603DC627}"/>
              </a:ext>
            </a:extLst>
          </p:cNvPr>
          <p:cNvSpPr>
            <a:spLocks xmlns:a="http://schemas.openxmlformats.org/drawingml/2006/main" noGrp="1"/>
          </p:cNvSpPr>
          <p:nvPr/>
        </p:nvSpPr>
        <p:spPr>
          <a:xfrm xmlns:a="http://schemas.openxmlformats.org/drawingml/2006/main">
            <a:off x="8421291" y="5219700"/>
            <a:ext cx="111204" cy="95250"/>
          </a:xfrm>
          <a:prstGeom xmlns:a="http://schemas.openxmlformats.org/drawingml/2006/main" prst="rect">
            <a:avLst/>
          </a:prstGeom>
          <a:solidFill xmlns:a="http://schemas.openxmlformats.org/drawingml/2006/main">
            <a:srgbClr val="8EA8D1"/>
          </a:solidFill>
          <a:ln xmlns:a="http://schemas.openxmlformats.org/drawingml/2006/main" w="0">
            <a:noFill/>
          </a:ln>
        </p:spPr>
      </p:sp>
      <p:sp>
        <p:nvSpPr>
          <p:cNvPr id="1313" name="">
            <a:extLst xmlns:a="http://schemas.openxmlformats.org/drawingml/2006/main">
              <a:ext uri="{FF2B5EF4-FFF2-40B4-BE49-F238E27FC236}">
                <a16:creationId xmlns:a16="http://schemas.microsoft.com/office/drawing/2014/main" id="{44CFBFF1-EE64-4831-B534-DB3BCA9C31CB}"/>
              </a:ext>
            </a:extLst>
          </p:cNvPr>
          <p:cNvSpPr>
            <a:spLocks xmlns:a="http://schemas.openxmlformats.org/drawingml/2006/main" noGrp="1"/>
          </p:cNvSpPr>
          <p:nvPr/>
        </p:nvSpPr>
        <p:spPr>
          <a:xfrm xmlns:a="http://schemas.openxmlformats.org/drawingml/2006/main">
            <a:off x="8532019" y="5219700"/>
            <a:ext cx="111204" cy="95250"/>
          </a:xfrm>
          <a:prstGeom xmlns:a="http://schemas.openxmlformats.org/drawingml/2006/main" prst="rect">
            <a:avLst/>
          </a:prstGeom>
          <a:solidFill xmlns:a="http://schemas.openxmlformats.org/drawingml/2006/main">
            <a:srgbClr val="88A4CF"/>
          </a:solidFill>
          <a:ln xmlns:a="http://schemas.openxmlformats.org/drawingml/2006/main" w="0">
            <a:noFill/>
          </a:ln>
        </p:spPr>
      </p:sp>
      <p:sp>
        <p:nvSpPr>
          <p:cNvPr id="1314" name="">
            <a:extLst xmlns:a="http://schemas.openxmlformats.org/drawingml/2006/main">
              <a:ext uri="{FF2B5EF4-FFF2-40B4-BE49-F238E27FC236}">
                <a16:creationId xmlns:a16="http://schemas.microsoft.com/office/drawing/2014/main" id="{61826665-9BD1-465A-A0A2-063C3F7E6180}"/>
              </a:ext>
            </a:extLst>
          </p:cNvPr>
          <p:cNvSpPr>
            <a:spLocks xmlns:a="http://schemas.openxmlformats.org/drawingml/2006/main" noGrp="1"/>
          </p:cNvSpPr>
          <p:nvPr/>
        </p:nvSpPr>
        <p:spPr>
          <a:xfrm xmlns:a="http://schemas.openxmlformats.org/drawingml/2006/main">
            <a:off x="8642747" y="5219700"/>
            <a:ext cx="111204" cy="95250"/>
          </a:xfrm>
          <a:prstGeom xmlns:a="http://schemas.openxmlformats.org/drawingml/2006/main" prst="rect">
            <a:avLst/>
          </a:prstGeom>
          <a:solidFill xmlns:a="http://schemas.openxmlformats.org/drawingml/2006/main">
            <a:srgbClr val="83A0CD"/>
          </a:solidFill>
          <a:ln xmlns:a="http://schemas.openxmlformats.org/drawingml/2006/main" w="0">
            <a:noFill/>
          </a:ln>
        </p:spPr>
      </p:sp>
      <p:sp>
        <p:nvSpPr>
          <p:cNvPr id="1315" name="">
            <a:extLst xmlns:a="http://schemas.openxmlformats.org/drawingml/2006/main">
              <a:ext uri="{FF2B5EF4-FFF2-40B4-BE49-F238E27FC236}">
                <a16:creationId xmlns:a16="http://schemas.microsoft.com/office/drawing/2014/main" id="{99382572-26E1-4681-9875-F90F02AB0881}"/>
              </a:ext>
            </a:extLst>
          </p:cNvPr>
          <p:cNvSpPr>
            <a:spLocks xmlns:a="http://schemas.openxmlformats.org/drawingml/2006/main" noGrp="1"/>
          </p:cNvSpPr>
          <p:nvPr/>
        </p:nvSpPr>
        <p:spPr>
          <a:xfrm xmlns:a="http://schemas.openxmlformats.org/drawingml/2006/main">
            <a:off x="8753475" y="5219700"/>
            <a:ext cx="111204" cy="95250"/>
          </a:xfrm>
          <a:prstGeom xmlns:a="http://schemas.openxmlformats.org/drawingml/2006/main" prst="rect">
            <a:avLst/>
          </a:prstGeom>
          <a:solidFill xmlns:a="http://schemas.openxmlformats.org/drawingml/2006/main">
            <a:srgbClr val="7E9CCB"/>
          </a:solidFill>
          <a:ln xmlns:a="http://schemas.openxmlformats.org/drawingml/2006/main" w="0">
            <a:noFill/>
          </a:ln>
        </p:spPr>
      </p:sp>
      <p:sp>
        <p:nvSpPr>
          <p:cNvPr id="1316" name="">
            <a:extLst xmlns:a="http://schemas.openxmlformats.org/drawingml/2006/main">
              <a:ext uri="{FF2B5EF4-FFF2-40B4-BE49-F238E27FC236}">
                <a16:creationId xmlns:a16="http://schemas.microsoft.com/office/drawing/2014/main" id="{366A50E6-407C-4D55-9731-FFBC3CA274A0}"/>
              </a:ext>
            </a:extLst>
          </p:cNvPr>
          <p:cNvSpPr>
            <a:spLocks xmlns:a="http://schemas.openxmlformats.org/drawingml/2006/main" noGrp="1"/>
          </p:cNvSpPr>
          <p:nvPr/>
        </p:nvSpPr>
        <p:spPr>
          <a:xfrm xmlns:a="http://schemas.openxmlformats.org/drawingml/2006/main">
            <a:off x="8864203" y="5219700"/>
            <a:ext cx="111204" cy="95250"/>
          </a:xfrm>
          <a:prstGeom xmlns:a="http://schemas.openxmlformats.org/drawingml/2006/main" prst="rect">
            <a:avLst/>
          </a:prstGeom>
          <a:solidFill xmlns:a="http://schemas.openxmlformats.org/drawingml/2006/main">
            <a:srgbClr val="7898C9"/>
          </a:solidFill>
          <a:ln xmlns:a="http://schemas.openxmlformats.org/drawingml/2006/main" w="0">
            <a:noFill/>
          </a:ln>
        </p:spPr>
      </p:sp>
      <p:sp>
        <p:nvSpPr>
          <p:cNvPr id="1317" name="">
            <a:extLst xmlns:a="http://schemas.openxmlformats.org/drawingml/2006/main">
              <a:ext uri="{FF2B5EF4-FFF2-40B4-BE49-F238E27FC236}">
                <a16:creationId xmlns:a16="http://schemas.microsoft.com/office/drawing/2014/main" id="{DF0CE7BB-DEAA-4674-9898-D53D9ED02982}"/>
              </a:ext>
            </a:extLst>
          </p:cNvPr>
          <p:cNvSpPr>
            <a:spLocks xmlns:a="http://schemas.openxmlformats.org/drawingml/2006/main" noGrp="1"/>
          </p:cNvSpPr>
          <p:nvPr/>
        </p:nvSpPr>
        <p:spPr>
          <a:xfrm xmlns:a="http://schemas.openxmlformats.org/drawingml/2006/main">
            <a:off x="8974931" y="5219700"/>
            <a:ext cx="111204" cy="95250"/>
          </a:xfrm>
          <a:prstGeom xmlns:a="http://schemas.openxmlformats.org/drawingml/2006/main" prst="rect">
            <a:avLst/>
          </a:prstGeom>
          <a:solidFill xmlns:a="http://schemas.openxmlformats.org/drawingml/2006/main">
            <a:srgbClr val="7394C7"/>
          </a:solidFill>
          <a:ln xmlns:a="http://schemas.openxmlformats.org/drawingml/2006/main" w="0">
            <a:noFill/>
          </a:ln>
        </p:spPr>
      </p:sp>
      <p:sp>
        <p:nvSpPr>
          <p:cNvPr id="1318" name="">
            <a:extLst xmlns:a="http://schemas.openxmlformats.org/drawingml/2006/main">
              <a:ext uri="{FF2B5EF4-FFF2-40B4-BE49-F238E27FC236}">
                <a16:creationId xmlns:a16="http://schemas.microsoft.com/office/drawing/2014/main" id="{5D770BA5-C20F-4F03-83CD-AFF4C3D3BDBC}"/>
              </a:ext>
            </a:extLst>
          </p:cNvPr>
          <p:cNvSpPr>
            <a:spLocks xmlns:a="http://schemas.openxmlformats.org/drawingml/2006/main" noGrp="1"/>
          </p:cNvSpPr>
          <p:nvPr/>
        </p:nvSpPr>
        <p:spPr>
          <a:xfrm xmlns:a="http://schemas.openxmlformats.org/drawingml/2006/main">
            <a:off x="9085659" y="5219700"/>
            <a:ext cx="111204" cy="95250"/>
          </a:xfrm>
          <a:prstGeom xmlns:a="http://schemas.openxmlformats.org/drawingml/2006/main" prst="rect">
            <a:avLst/>
          </a:prstGeom>
          <a:solidFill xmlns:a="http://schemas.openxmlformats.org/drawingml/2006/main">
            <a:srgbClr val="6E90C5"/>
          </a:solidFill>
          <a:ln xmlns:a="http://schemas.openxmlformats.org/drawingml/2006/main" w="0">
            <a:noFill/>
          </a:ln>
        </p:spPr>
      </p:sp>
      <p:sp>
        <p:nvSpPr>
          <p:cNvPr id="1319" name="">
            <a:extLst xmlns:a="http://schemas.openxmlformats.org/drawingml/2006/main">
              <a:ext uri="{FF2B5EF4-FFF2-40B4-BE49-F238E27FC236}">
                <a16:creationId xmlns:a16="http://schemas.microsoft.com/office/drawing/2014/main" id="{725BB02A-A756-466D-A7B7-3FB57CE0AF96}"/>
              </a:ext>
            </a:extLst>
          </p:cNvPr>
          <p:cNvSpPr>
            <a:spLocks xmlns:a="http://schemas.openxmlformats.org/drawingml/2006/main" noGrp="1"/>
          </p:cNvSpPr>
          <p:nvPr/>
        </p:nvSpPr>
        <p:spPr>
          <a:xfrm xmlns:a="http://schemas.openxmlformats.org/drawingml/2006/main">
            <a:off x="9196388" y="5219700"/>
            <a:ext cx="111204" cy="95250"/>
          </a:xfrm>
          <a:prstGeom xmlns:a="http://schemas.openxmlformats.org/drawingml/2006/main" prst="rect">
            <a:avLst/>
          </a:prstGeom>
          <a:solidFill xmlns:a="http://schemas.openxmlformats.org/drawingml/2006/main">
            <a:srgbClr val="698CC2"/>
          </a:solidFill>
          <a:ln xmlns:a="http://schemas.openxmlformats.org/drawingml/2006/main" w="0">
            <a:noFill/>
          </a:ln>
        </p:spPr>
      </p:sp>
      <p:sp>
        <p:nvSpPr>
          <p:cNvPr id="1320" name="">
            <a:extLst xmlns:a="http://schemas.openxmlformats.org/drawingml/2006/main">
              <a:ext uri="{FF2B5EF4-FFF2-40B4-BE49-F238E27FC236}">
                <a16:creationId xmlns:a16="http://schemas.microsoft.com/office/drawing/2014/main" id="{B7D8A3AA-6141-4F30-B6D2-F4911AD9EBBB}"/>
              </a:ext>
            </a:extLst>
          </p:cNvPr>
          <p:cNvSpPr>
            <a:spLocks xmlns:a="http://schemas.openxmlformats.org/drawingml/2006/main" noGrp="1"/>
          </p:cNvSpPr>
          <p:nvPr/>
        </p:nvSpPr>
        <p:spPr>
          <a:xfrm xmlns:a="http://schemas.openxmlformats.org/drawingml/2006/main">
            <a:off x="9307116" y="5219700"/>
            <a:ext cx="111204" cy="95250"/>
          </a:xfrm>
          <a:prstGeom xmlns:a="http://schemas.openxmlformats.org/drawingml/2006/main" prst="rect">
            <a:avLst/>
          </a:prstGeom>
          <a:solidFill xmlns:a="http://schemas.openxmlformats.org/drawingml/2006/main">
            <a:srgbClr val="6388C0"/>
          </a:solidFill>
          <a:ln xmlns:a="http://schemas.openxmlformats.org/drawingml/2006/main" w="0">
            <a:noFill/>
          </a:ln>
        </p:spPr>
      </p:sp>
      <p:sp>
        <p:nvSpPr>
          <p:cNvPr id="1321" name="">
            <a:extLst xmlns:a="http://schemas.openxmlformats.org/drawingml/2006/main">
              <a:ext uri="{FF2B5EF4-FFF2-40B4-BE49-F238E27FC236}">
                <a16:creationId xmlns:a16="http://schemas.microsoft.com/office/drawing/2014/main" id="{74772CE1-284D-4F48-9568-D28D49D5AE0A}"/>
              </a:ext>
            </a:extLst>
          </p:cNvPr>
          <p:cNvSpPr>
            <a:spLocks xmlns:a="http://schemas.openxmlformats.org/drawingml/2006/main" noGrp="1"/>
          </p:cNvSpPr>
          <p:nvPr/>
        </p:nvSpPr>
        <p:spPr>
          <a:xfrm xmlns:a="http://schemas.openxmlformats.org/drawingml/2006/main">
            <a:off x="9417844" y="5219700"/>
            <a:ext cx="111204" cy="95250"/>
          </a:xfrm>
          <a:prstGeom xmlns:a="http://schemas.openxmlformats.org/drawingml/2006/main" prst="rect">
            <a:avLst/>
          </a:prstGeom>
          <a:solidFill xmlns:a="http://schemas.openxmlformats.org/drawingml/2006/main">
            <a:srgbClr val="5E84BE"/>
          </a:solidFill>
          <a:ln xmlns:a="http://schemas.openxmlformats.org/drawingml/2006/main" w="0">
            <a:noFill/>
          </a:ln>
        </p:spPr>
      </p:sp>
      <p:sp>
        <p:nvSpPr>
          <p:cNvPr id="1322" name="">
            <a:extLst xmlns:a="http://schemas.openxmlformats.org/drawingml/2006/main">
              <a:ext uri="{FF2B5EF4-FFF2-40B4-BE49-F238E27FC236}">
                <a16:creationId xmlns:a16="http://schemas.microsoft.com/office/drawing/2014/main" id="{626875B3-576D-4677-BD47-8E8DAAF3DCC9}"/>
              </a:ext>
            </a:extLst>
          </p:cNvPr>
          <p:cNvSpPr>
            <a:spLocks xmlns:a="http://schemas.openxmlformats.org/drawingml/2006/main" noGrp="1"/>
          </p:cNvSpPr>
          <p:nvPr/>
        </p:nvSpPr>
        <p:spPr>
          <a:xfrm xmlns:a="http://schemas.openxmlformats.org/drawingml/2006/main">
            <a:off x="9528572" y="5219700"/>
            <a:ext cx="111204" cy="95250"/>
          </a:xfrm>
          <a:prstGeom xmlns:a="http://schemas.openxmlformats.org/drawingml/2006/main" prst="rect">
            <a:avLst/>
          </a:prstGeom>
          <a:solidFill xmlns:a="http://schemas.openxmlformats.org/drawingml/2006/main">
            <a:srgbClr val="5980BC"/>
          </a:solidFill>
          <a:ln xmlns:a="http://schemas.openxmlformats.org/drawingml/2006/main" w="0">
            <a:noFill/>
          </a:ln>
        </p:spPr>
      </p:sp>
      <p:sp>
        <p:nvSpPr>
          <p:cNvPr id="1323" name="">
            <a:extLst xmlns:a="http://schemas.openxmlformats.org/drawingml/2006/main">
              <a:ext uri="{FF2B5EF4-FFF2-40B4-BE49-F238E27FC236}">
                <a16:creationId xmlns:a16="http://schemas.microsoft.com/office/drawing/2014/main" id="{36471488-6247-4989-B491-8FD073536AB9}"/>
              </a:ext>
            </a:extLst>
          </p:cNvPr>
          <p:cNvSpPr>
            <a:spLocks xmlns:a="http://schemas.openxmlformats.org/drawingml/2006/main" noGrp="1"/>
          </p:cNvSpPr>
          <p:nvPr/>
        </p:nvSpPr>
        <p:spPr>
          <a:xfrm xmlns:a="http://schemas.openxmlformats.org/drawingml/2006/main">
            <a:off x="9639300" y="5219700"/>
            <a:ext cx="111204" cy="95250"/>
          </a:xfrm>
          <a:prstGeom xmlns:a="http://schemas.openxmlformats.org/drawingml/2006/main" prst="rect">
            <a:avLst/>
          </a:prstGeom>
          <a:solidFill xmlns:a="http://schemas.openxmlformats.org/drawingml/2006/main">
            <a:srgbClr val="547CBA"/>
          </a:solidFill>
          <a:ln xmlns:a="http://schemas.openxmlformats.org/drawingml/2006/main" w="0">
            <a:noFill/>
          </a:ln>
        </p:spPr>
      </p:sp>
      <p:sp>
        <p:nvSpPr>
          <p:cNvPr id="1324" name="">
            <a:extLst xmlns:a="http://schemas.openxmlformats.org/drawingml/2006/main">
              <a:ext uri="{FF2B5EF4-FFF2-40B4-BE49-F238E27FC236}">
                <a16:creationId xmlns:a16="http://schemas.microsoft.com/office/drawing/2014/main" id="{176DCFB8-3340-4223-9F50-8DF33C189522}"/>
              </a:ext>
            </a:extLst>
          </p:cNvPr>
          <p:cNvSpPr>
            <a:spLocks xmlns:a="http://schemas.openxmlformats.org/drawingml/2006/main" noGrp="1"/>
          </p:cNvSpPr>
          <p:nvPr/>
        </p:nvSpPr>
        <p:spPr>
          <a:xfrm xmlns:a="http://schemas.openxmlformats.org/drawingml/2006/main">
            <a:off x="9750028" y="5219700"/>
            <a:ext cx="111204" cy="95250"/>
          </a:xfrm>
          <a:prstGeom xmlns:a="http://schemas.openxmlformats.org/drawingml/2006/main" prst="rect">
            <a:avLst/>
          </a:prstGeom>
          <a:solidFill xmlns:a="http://schemas.openxmlformats.org/drawingml/2006/main">
            <a:srgbClr val="4E78B8"/>
          </a:solidFill>
          <a:ln xmlns:a="http://schemas.openxmlformats.org/drawingml/2006/main" w="0">
            <a:noFill/>
          </a:ln>
        </p:spPr>
      </p:sp>
      <p:sp>
        <p:nvSpPr>
          <p:cNvPr id="1325" name="">
            <a:extLst xmlns:a="http://schemas.openxmlformats.org/drawingml/2006/main">
              <a:ext uri="{FF2B5EF4-FFF2-40B4-BE49-F238E27FC236}">
                <a16:creationId xmlns:a16="http://schemas.microsoft.com/office/drawing/2014/main" id="{2CF16F3A-9B86-423A-A594-3635CDA08CD7}"/>
              </a:ext>
            </a:extLst>
          </p:cNvPr>
          <p:cNvSpPr>
            <a:spLocks xmlns:a="http://schemas.openxmlformats.org/drawingml/2006/main" noGrp="1"/>
          </p:cNvSpPr>
          <p:nvPr/>
        </p:nvSpPr>
        <p:spPr>
          <a:xfrm xmlns:a="http://schemas.openxmlformats.org/drawingml/2006/main">
            <a:off x="9860756" y="5219700"/>
            <a:ext cx="111204" cy="95250"/>
          </a:xfrm>
          <a:prstGeom xmlns:a="http://schemas.openxmlformats.org/drawingml/2006/main" prst="rect">
            <a:avLst/>
          </a:prstGeom>
          <a:solidFill xmlns:a="http://schemas.openxmlformats.org/drawingml/2006/main">
            <a:srgbClr val="4974B6"/>
          </a:solidFill>
          <a:ln xmlns:a="http://schemas.openxmlformats.org/drawingml/2006/main" w="0">
            <a:noFill/>
          </a:ln>
        </p:spPr>
      </p:sp>
      <p:sp>
        <p:nvSpPr>
          <p:cNvPr id="1326" name="">
            <a:extLst xmlns:a="http://schemas.openxmlformats.org/drawingml/2006/main">
              <a:ext uri="{FF2B5EF4-FFF2-40B4-BE49-F238E27FC236}">
                <a16:creationId xmlns:a16="http://schemas.microsoft.com/office/drawing/2014/main" id="{62B2A51C-A856-449A-A1DD-BD8563861FF6}"/>
              </a:ext>
            </a:extLst>
          </p:cNvPr>
          <p:cNvSpPr>
            <a:spLocks xmlns:a="http://schemas.openxmlformats.org/drawingml/2006/main" noGrp="1"/>
          </p:cNvSpPr>
          <p:nvPr/>
        </p:nvSpPr>
        <p:spPr>
          <a:xfrm xmlns:a="http://schemas.openxmlformats.org/drawingml/2006/main">
            <a:off x="9971484" y="5219700"/>
            <a:ext cx="111204" cy="95250"/>
          </a:xfrm>
          <a:prstGeom xmlns:a="http://schemas.openxmlformats.org/drawingml/2006/main" prst="rect">
            <a:avLst/>
          </a:prstGeom>
          <a:solidFill xmlns:a="http://schemas.openxmlformats.org/drawingml/2006/main">
            <a:srgbClr val="4470B4"/>
          </a:solidFill>
          <a:ln xmlns:a="http://schemas.openxmlformats.org/drawingml/2006/main" w="0">
            <a:noFill/>
          </a:ln>
        </p:spPr>
      </p:sp>
      <p:sp>
        <p:nvSpPr>
          <p:cNvPr id="1327" name="">
            <a:extLst xmlns:a="http://schemas.openxmlformats.org/drawingml/2006/main">
              <a:ext uri="{FF2B5EF4-FFF2-40B4-BE49-F238E27FC236}">
                <a16:creationId xmlns:a16="http://schemas.microsoft.com/office/drawing/2014/main" id="{408F62F0-1B81-4A1F-BC16-7E476B188733}"/>
              </a:ext>
            </a:extLst>
          </p:cNvPr>
          <p:cNvSpPr>
            <a:spLocks xmlns:a="http://schemas.openxmlformats.org/drawingml/2006/main" noGrp="1"/>
          </p:cNvSpPr>
          <p:nvPr/>
        </p:nvSpPr>
        <p:spPr>
          <a:xfrm xmlns:a="http://schemas.openxmlformats.org/drawingml/2006/main">
            <a:off x="10082213" y="5219700"/>
            <a:ext cx="111204" cy="95250"/>
          </a:xfrm>
          <a:prstGeom xmlns:a="http://schemas.openxmlformats.org/drawingml/2006/main" prst="rect">
            <a:avLst/>
          </a:prstGeom>
          <a:solidFill xmlns:a="http://schemas.openxmlformats.org/drawingml/2006/main">
            <a:srgbClr val="3E6CB1"/>
          </a:solidFill>
          <a:ln xmlns:a="http://schemas.openxmlformats.org/drawingml/2006/main" w="0">
            <a:noFill/>
          </a:ln>
        </p:spPr>
      </p:sp>
      <p:sp>
        <p:nvSpPr>
          <p:cNvPr id="1328" name="">
            <a:extLst xmlns:a="http://schemas.openxmlformats.org/drawingml/2006/main">
              <a:ext uri="{FF2B5EF4-FFF2-40B4-BE49-F238E27FC236}">
                <a16:creationId xmlns:a16="http://schemas.microsoft.com/office/drawing/2014/main" id="{083443BF-294B-44D8-9C23-FADF275B79A8}"/>
              </a:ext>
            </a:extLst>
          </p:cNvPr>
          <p:cNvSpPr>
            <a:spLocks xmlns:a="http://schemas.openxmlformats.org/drawingml/2006/main" noGrp="1"/>
          </p:cNvSpPr>
          <p:nvPr/>
        </p:nvSpPr>
        <p:spPr>
          <a:xfrm xmlns:a="http://schemas.openxmlformats.org/drawingml/2006/main">
            <a:off x="10192941" y="5219700"/>
            <a:ext cx="111204" cy="95250"/>
          </a:xfrm>
          <a:prstGeom xmlns:a="http://schemas.openxmlformats.org/drawingml/2006/main" prst="rect">
            <a:avLst/>
          </a:prstGeom>
          <a:solidFill xmlns:a="http://schemas.openxmlformats.org/drawingml/2006/main">
            <a:srgbClr val="3968AF"/>
          </a:solidFill>
          <a:ln xmlns:a="http://schemas.openxmlformats.org/drawingml/2006/main" w="0">
            <a:noFill/>
          </a:ln>
        </p:spPr>
      </p:sp>
      <p:sp>
        <p:nvSpPr>
          <p:cNvPr id="1329" name="">
            <a:extLst xmlns:a="http://schemas.openxmlformats.org/drawingml/2006/main">
              <a:ext uri="{FF2B5EF4-FFF2-40B4-BE49-F238E27FC236}">
                <a16:creationId xmlns:a16="http://schemas.microsoft.com/office/drawing/2014/main" id="{11E43E66-F638-4869-B216-9D81E3CB735C}"/>
              </a:ext>
            </a:extLst>
          </p:cNvPr>
          <p:cNvSpPr>
            <a:spLocks xmlns:a="http://schemas.openxmlformats.org/drawingml/2006/main" noGrp="1"/>
          </p:cNvSpPr>
          <p:nvPr/>
        </p:nvSpPr>
        <p:spPr>
          <a:xfrm xmlns:a="http://schemas.openxmlformats.org/drawingml/2006/main">
            <a:off x="10303669" y="5219700"/>
            <a:ext cx="111204" cy="95250"/>
          </a:xfrm>
          <a:prstGeom xmlns:a="http://schemas.openxmlformats.org/drawingml/2006/main" prst="rect">
            <a:avLst/>
          </a:prstGeom>
          <a:solidFill xmlns:a="http://schemas.openxmlformats.org/drawingml/2006/main">
            <a:srgbClr val="3464AD"/>
          </a:solidFill>
          <a:ln xmlns:a="http://schemas.openxmlformats.org/drawingml/2006/main" w="0">
            <a:noFill/>
          </a:ln>
        </p:spPr>
      </p:sp>
      <p:sp>
        <p:nvSpPr>
          <p:cNvPr id="1330" name="">
            <a:extLst xmlns:a="http://schemas.openxmlformats.org/drawingml/2006/main">
              <a:ext uri="{FF2B5EF4-FFF2-40B4-BE49-F238E27FC236}">
                <a16:creationId xmlns:a16="http://schemas.microsoft.com/office/drawing/2014/main" id="{C8B854E1-1BC7-48D0-8EA8-81477D712A90}"/>
              </a:ext>
            </a:extLst>
          </p:cNvPr>
          <p:cNvSpPr>
            <a:spLocks xmlns:a="http://schemas.openxmlformats.org/drawingml/2006/main" noGrp="1"/>
          </p:cNvSpPr>
          <p:nvPr/>
        </p:nvSpPr>
        <p:spPr>
          <a:xfrm xmlns:a="http://schemas.openxmlformats.org/drawingml/2006/main">
            <a:off x="10414397" y="5219700"/>
            <a:ext cx="111204" cy="95250"/>
          </a:xfrm>
          <a:prstGeom xmlns:a="http://schemas.openxmlformats.org/drawingml/2006/main" prst="rect">
            <a:avLst/>
          </a:prstGeom>
          <a:solidFill xmlns:a="http://schemas.openxmlformats.org/drawingml/2006/main">
            <a:srgbClr val="2F60AB"/>
          </a:solidFill>
          <a:ln xmlns:a="http://schemas.openxmlformats.org/drawingml/2006/main" w="0">
            <a:noFill/>
          </a:ln>
        </p:spPr>
      </p:sp>
      <p:sp>
        <p:nvSpPr>
          <p:cNvPr id="1331" name="">
            <a:extLst xmlns:a="http://schemas.openxmlformats.org/drawingml/2006/main">
              <a:ext uri="{FF2B5EF4-FFF2-40B4-BE49-F238E27FC236}">
                <a16:creationId xmlns:a16="http://schemas.microsoft.com/office/drawing/2014/main" id="{56C3E9C5-5544-4440-875D-7EC6B04AEA69}"/>
              </a:ext>
            </a:extLst>
          </p:cNvPr>
          <p:cNvSpPr>
            <a:spLocks xmlns:a="http://schemas.openxmlformats.org/drawingml/2006/main" noGrp="1"/>
          </p:cNvSpPr>
          <p:nvPr/>
        </p:nvSpPr>
        <p:spPr>
          <a:xfrm xmlns:a="http://schemas.openxmlformats.org/drawingml/2006/main">
            <a:off x="142875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1332" name="">
            <a:extLst xmlns:a="http://schemas.openxmlformats.org/drawingml/2006/main">
              <a:ext uri="{FF2B5EF4-FFF2-40B4-BE49-F238E27FC236}">
                <a16:creationId xmlns:a16="http://schemas.microsoft.com/office/drawing/2014/main" id="{2948C6C9-ACF4-43C8-B0DD-0F0C6AED7828}"/>
              </a:ext>
            </a:extLst>
          </p:cNvPr>
          <p:cNvSpPr>
            <a:spLocks xmlns:a="http://schemas.openxmlformats.org/drawingml/2006/main" noGrp="1"/>
          </p:cNvSpPr>
          <p:nvPr/>
        </p:nvSpPr>
        <p:spPr>
          <a:xfrm xmlns:a="http://schemas.openxmlformats.org/drawingml/2006/main">
            <a:off x="3643313"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1333" name="">
            <a:extLst xmlns:a="http://schemas.openxmlformats.org/drawingml/2006/main">
              <a:ext uri="{FF2B5EF4-FFF2-40B4-BE49-F238E27FC236}">
                <a16:creationId xmlns:a16="http://schemas.microsoft.com/office/drawing/2014/main" id="{F4E7F522-22A7-47B3-B75F-8B41A29D8391}"/>
              </a:ext>
            </a:extLst>
          </p:cNvPr>
          <p:cNvSpPr>
            <a:spLocks xmlns:a="http://schemas.openxmlformats.org/drawingml/2006/main" noGrp="1"/>
          </p:cNvSpPr>
          <p:nvPr/>
        </p:nvSpPr>
        <p:spPr>
          <a:xfrm xmlns:a="http://schemas.openxmlformats.org/drawingml/2006/main">
            <a:off x="5857875"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0</a:t>
            </a:r>
          </a:p>
        </p:txBody>
      </p:sp>
      <p:sp>
        <p:nvSpPr>
          <p:cNvPr id="1334" name="">
            <a:extLst xmlns:a="http://schemas.openxmlformats.org/drawingml/2006/main">
              <a:ext uri="{FF2B5EF4-FFF2-40B4-BE49-F238E27FC236}">
                <a16:creationId xmlns:a16="http://schemas.microsoft.com/office/drawing/2014/main" id="{A8246760-7DAF-44ED-976A-6C956C6A106B}"/>
              </a:ext>
            </a:extLst>
          </p:cNvPr>
          <p:cNvSpPr>
            <a:spLocks xmlns:a="http://schemas.openxmlformats.org/drawingml/2006/main" noGrp="1"/>
          </p:cNvSpPr>
          <p:nvPr/>
        </p:nvSpPr>
        <p:spPr>
          <a:xfrm xmlns:a="http://schemas.openxmlformats.org/drawingml/2006/main">
            <a:off x="8072438"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20</a:t>
            </a:r>
          </a:p>
        </p:txBody>
      </p:sp>
      <p:sp>
        <p:nvSpPr>
          <p:cNvPr id="1335" name="">
            <a:extLst xmlns:a="http://schemas.openxmlformats.org/drawingml/2006/main">
              <a:ext uri="{FF2B5EF4-FFF2-40B4-BE49-F238E27FC236}">
                <a16:creationId xmlns:a16="http://schemas.microsoft.com/office/drawing/2014/main" id="{31ECB67C-0595-48E0-9316-E5026E740775}"/>
              </a:ext>
            </a:extLst>
          </p:cNvPr>
          <p:cNvSpPr>
            <a:spLocks xmlns:a="http://schemas.openxmlformats.org/drawingml/2006/main" noGrp="1"/>
          </p:cNvSpPr>
          <p:nvPr/>
        </p:nvSpPr>
        <p:spPr>
          <a:xfrm xmlns:a="http://schemas.openxmlformats.org/drawingml/2006/main">
            <a:off x="10287000" y="5353050"/>
            <a:ext cx="476250" cy="25717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5A6683"/>
                </a:solidFill>
                <a:latin typeface="Poppins"/>
                <a:ea typeface="Poppins"/>
                <a:cs typeface="Poppins"/>
              </a:defRPr>
            </a:defPPr>
            <a:lvl1pPr algn="ctr">
              <a:defRPr sz="1125" b="0">
                <a:solidFill>
                  <a:srgbClr val="5A6683"/>
                </a:solidFill>
                <a:latin typeface="Poppins"/>
                <a:ea typeface="Poppins"/>
                <a:cs typeface="Poppins"/>
              </a:defRPr>
            </a:lvl1pPr>
            <a:lvl2pPr algn="ctr">
              <a:defRPr sz="1125" b="0">
                <a:solidFill>
                  <a:srgbClr val="5A6683"/>
                </a:solidFill>
                <a:latin typeface="Poppins"/>
                <a:ea typeface="Poppins"/>
                <a:cs typeface="Poppins"/>
              </a:defRPr>
            </a:lvl2pPr>
            <a:lvl3pPr algn="ctr">
              <a:defRPr sz="1125" b="0">
                <a:solidFill>
                  <a:srgbClr val="5A6683"/>
                </a:solidFill>
                <a:latin typeface="Poppins"/>
                <a:ea typeface="Poppins"/>
                <a:cs typeface="Poppins"/>
              </a:defRPr>
            </a:lvl3pPr>
            <a:lvl4pPr algn="ctr">
              <a:defRPr sz="1125" b="0">
                <a:solidFill>
                  <a:srgbClr val="5A6683"/>
                </a:solidFill>
                <a:latin typeface="Poppins"/>
                <a:ea typeface="Poppins"/>
                <a:cs typeface="Poppins"/>
              </a:defRPr>
            </a:lvl4pPr>
            <a:lvl5pPr algn="ctr">
              <a:defRPr sz="1125" b="0">
                <a:solidFill>
                  <a:srgbClr val="5A6683"/>
                </a:solidFill>
                <a:latin typeface="Poppins"/>
                <a:ea typeface="Poppins"/>
                <a:cs typeface="Poppins"/>
              </a:defRPr>
            </a:lvl5pPr>
            <a:lvl6pPr algn="ctr">
              <a:defRPr sz="1125" b="0">
                <a:solidFill>
                  <a:srgbClr val="5A6683"/>
                </a:solidFill>
                <a:latin typeface="Poppins"/>
                <a:ea typeface="Poppins"/>
                <a:cs typeface="Poppins"/>
              </a:defRPr>
            </a:lvl6pPr>
            <a:lvl7pPr algn="ctr">
              <a:defRPr sz="1125" b="0">
                <a:solidFill>
                  <a:srgbClr val="5A6683"/>
                </a:solidFill>
                <a:latin typeface="Poppins"/>
                <a:ea typeface="Poppins"/>
                <a:cs typeface="Poppins"/>
              </a:defRPr>
            </a:lvl7pPr>
            <a:lvl8pPr algn="ctr">
              <a:defRPr sz="1125" b="0">
                <a:solidFill>
                  <a:srgbClr val="5A6683"/>
                </a:solidFill>
                <a:latin typeface="Poppins"/>
                <a:ea typeface="Poppins"/>
                <a:cs typeface="Poppins"/>
              </a:defRPr>
            </a:lvl8pPr>
            <a:lvl9pPr algn="ctr">
              <a:defRPr sz="1125" b="0">
                <a:solidFill>
                  <a:srgbClr val="5A6683"/>
                </a:solidFill>
                <a:latin typeface="Poppins"/>
                <a:ea typeface="Poppins"/>
                <a:cs typeface="Poppins"/>
              </a:defRPr>
            </a:lvl9pPr>
          </a:lstStyle>
          <a:p xmlns:a="http://schemas.openxmlformats.org/drawingml/2006/main">
            <a:pPr algn="ctr">
              <a:defRPr sz="1125" b="0">
                <a:solidFill>
                  <a:srgbClr val="5A6683"/>
                </a:solidFill>
                <a:latin typeface="Poppins"/>
                <a:ea typeface="Poppins"/>
                <a:cs typeface="Poppins"/>
              </a:defRPr>
            </a:pPr>
            <a:r>
              <a:rPr sz="1125" b="0">
                <a:solidFill>
                  <a:srgbClr val="5A6683"/>
                </a:solidFill>
                <a:latin typeface="Poppins"/>
                <a:ea typeface="Poppins"/>
                <a:cs typeface="Poppins"/>
              </a:rPr>
              <a:t>40</a:t>
            </a:r>
          </a:p>
        </p:txBody>
      </p:sp>
      <p:sp>
        <p:nvSpPr>
          <p:cNvPr id="1336" name="">
            <a:extLst xmlns:a="http://schemas.openxmlformats.org/drawingml/2006/main">
              <a:ext uri="{FF2B5EF4-FFF2-40B4-BE49-F238E27FC236}">
                <a16:creationId xmlns:a16="http://schemas.microsoft.com/office/drawing/2014/main" id="{346EF15F-61A8-42C1-86B3-1F857856AE2E}"/>
              </a:ext>
            </a:extLst>
          </p:cNvPr>
          <p:cNvSpPr>
            <a:spLocks xmlns:a="http://schemas.openxmlformats.org/drawingml/2006/main" noGrp="1"/>
          </p:cNvSpPr>
          <p:nvPr/>
        </p:nvSpPr>
        <p:spPr>
          <a:xfrm xmlns:a="http://schemas.openxmlformats.org/drawingml/2006/main">
            <a:off x="1524000" y="5629275"/>
            <a:ext cx="9144000" cy="3048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25" b="0">
                <a:solidFill>
                  <a:srgbClr val="14203A"/>
                </a:solidFill>
                <a:latin typeface="Poppins"/>
                <a:ea typeface="Poppins"/>
                <a:cs typeface="Poppins"/>
              </a:defRPr>
            </a:defPPr>
            <a:lvl1pPr algn="ctr">
              <a:defRPr sz="1125" b="0">
                <a:solidFill>
                  <a:srgbClr val="14203A"/>
                </a:solidFill>
                <a:latin typeface="Poppins"/>
                <a:ea typeface="Poppins"/>
                <a:cs typeface="Poppins"/>
              </a:defRPr>
            </a:lvl1pPr>
            <a:lvl2pPr algn="ctr">
              <a:defRPr sz="1125" b="0">
                <a:solidFill>
                  <a:srgbClr val="14203A"/>
                </a:solidFill>
                <a:latin typeface="Poppins"/>
                <a:ea typeface="Poppins"/>
                <a:cs typeface="Poppins"/>
              </a:defRPr>
            </a:lvl2pPr>
            <a:lvl3pPr algn="ctr">
              <a:defRPr sz="1125" b="0">
                <a:solidFill>
                  <a:srgbClr val="14203A"/>
                </a:solidFill>
                <a:latin typeface="Poppins"/>
                <a:ea typeface="Poppins"/>
                <a:cs typeface="Poppins"/>
              </a:defRPr>
            </a:lvl3pPr>
            <a:lvl4pPr algn="ctr">
              <a:defRPr sz="1125" b="0">
                <a:solidFill>
                  <a:srgbClr val="14203A"/>
                </a:solidFill>
                <a:latin typeface="Poppins"/>
                <a:ea typeface="Poppins"/>
                <a:cs typeface="Poppins"/>
              </a:defRPr>
            </a:lvl4pPr>
            <a:lvl5pPr algn="ctr">
              <a:defRPr sz="1125" b="0">
                <a:solidFill>
                  <a:srgbClr val="14203A"/>
                </a:solidFill>
                <a:latin typeface="Poppins"/>
                <a:ea typeface="Poppins"/>
                <a:cs typeface="Poppins"/>
              </a:defRPr>
            </a:lvl5pPr>
            <a:lvl6pPr algn="ctr">
              <a:defRPr sz="1125" b="0">
                <a:solidFill>
                  <a:srgbClr val="14203A"/>
                </a:solidFill>
                <a:latin typeface="Poppins"/>
                <a:ea typeface="Poppins"/>
                <a:cs typeface="Poppins"/>
              </a:defRPr>
            </a:lvl6pPr>
            <a:lvl7pPr algn="ctr">
              <a:defRPr sz="1125" b="0">
                <a:solidFill>
                  <a:srgbClr val="14203A"/>
                </a:solidFill>
                <a:latin typeface="Poppins"/>
                <a:ea typeface="Poppins"/>
                <a:cs typeface="Poppins"/>
              </a:defRPr>
            </a:lvl7pPr>
            <a:lvl8pPr algn="ctr">
              <a:defRPr sz="1125" b="0">
                <a:solidFill>
                  <a:srgbClr val="14203A"/>
                </a:solidFill>
                <a:latin typeface="Poppins"/>
                <a:ea typeface="Poppins"/>
                <a:cs typeface="Poppins"/>
              </a:defRPr>
            </a:lvl8pPr>
            <a:lvl9pPr algn="ctr">
              <a:defRPr sz="1125" b="0">
                <a:solidFill>
                  <a:srgbClr val="14203A"/>
                </a:solidFill>
                <a:latin typeface="Poppins"/>
                <a:ea typeface="Poppins"/>
                <a:cs typeface="Poppins"/>
              </a:defRPr>
            </a:lvl9pPr>
          </a:lstStyle>
          <a:p xmlns:a="http://schemas.openxmlformats.org/drawingml/2006/main">
            <a:pPr algn="ctr">
              <a:defRPr sz="1125" b="0">
                <a:solidFill>
                  <a:srgbClr val="14203A"/>
                </a:solidFill>
                <a:latin typeface="Poppins"/>
                <a:ea typeface="Poppins"/>
                <a:cs typeface="Poppins"/>
              </a:defRPr>
            </a:pPr>
            <a:r>
              <a:rPr sz="1125" b="0">
                <a:solidFill>
                  <a:srgbClr val="14203A"/>
                </a:solidFill>
                <a:latin typeface="Poppins"/>
                <a:ea typeface="Poppins"/>
                <a:cs typeface="Poppins"/>
              </a:rPr>
              <a:t>% vacant taxis vs normal</a:t>
            </a:r>
          </a:p>
        </p:txBody>
      </p:sp>
    </p:spTree>
    <p:extLst>
      <p:ext uri="{BB962C8B-B14F-4D97-AF65-F5344CB8AC3E}">
        <p14:creationId xmlns:p14="http://schemas.microsoft.com/office/powerpoint/2010/main" val="597896415"/>
      </p:ext>
    </p:extLst>
  </p:cSld>
</p:sld>
</file>

<file path=ppt/slides/slide92.xml><?xml version="1.0" encoding="utf-8"?>
<p:sld xmlns:p="http://schemas.openxmlformats.org/presentationml/2006/main">
  <p:cSld>
    <p:bg>
      <p:bgPr>
        <a:solidFill xmlns:a="http://schemas.openxmlformats.org/drawingml/2006/main">
          <a:srgbClr val="EEF1F6"/>
        </a:solidFill>
      </p:bgPr>
    </p:bg>
    <p:spTree>
      <p:nvGrpSpPr>
        <p:cNvPr id="1" name=""/>
        <p:cNvGrpSpPr/>
        <p:nvPr/>
      </p:nvGrpSpPr>
      <p:grpSpPr>
        <a:xfrm xmlns:a="http://schemas.openxmlformats.org/drawingml/2006/main"/>
      </p:grpSpPr>
      <p:sp>
        <p:nvSpPr>
          <p:cNvPr id="2" name="Text 0">
            <a:extLst xmlns:a="http://schemas.openxmlformats.org/drawingml/2006/main">
              <a:ext uri="{FF2B5EF4-FFF2-40B4-BE49-F238E27FC236}">
                <a16:creationId xmlns:a16="http://schemas.microsoft.com/office/drawing/2014/main" id="{6C046F6C-7D75-4C5D-A768-09506AC3FCFB}"/>
              </a:ext>
            </a:extLst>
          </p:cNvPr>
          <p:cNvSpPr>
            <a:spLocks xmlns:a="http://schemas.openxmlformats.org/drawingml/2006/main" noGrp="1"/>
          </p:cNvSpPr>
          <p:nvPr/>
        </p:nvSpPr>
        <p:spPr>
          <a:xfrm xmlns:a="http://schemas.openxmlformats.org/drawingml/2006/main">
            <a:off x="812800" y="812800"/>
            <a:ext cx="5463282" cy="314920"/>
          </a:xfrm>
          <a:prstGeom xmlns:a="http://schemas.openxmlformats.org/drawingml/2006/main" prst="roundRect">
            <a:avLst>
              <a:gd name="adj" fmla="val 50000"/>
            </a:avLst>
          </a:prstGeom>
          <a:solidFill xmlns:a="http://schemas.openxmlformats.org/drawingml/2006/main">
            <a:srgbClr val="DCE6F4"/>
          </a:solidFill>
        </p:spPr>
        <p:txBody>
          <a:bodyPr xmlns:a="http://schemas.openxmlformats.org/drawingml/2006/main" wrap="none" lIns="0" tIns="0" rIns="0" bIns="0" anchor="ctr">
            <a:normAutofit fontScale="100000"/>
          </a:bodyPr>
          <a:lstStyle xmlns:a="http://schemas.openxmlformats.org/drawingml/2006/main"/>
          <a:p xmlns:a="http://schemas.openxmlformats.org/drawingml/2006/main">
            <a:pPr marL="0" indent="0" algn="ctr">
              <a:lnSpc>
                <a:spcPts val="1680"/>
              </a:lnSpc>
              <a:buNone/>
            </a:pPr>
            <a:r>
              <a:rPr sz="1200" b="1" spc="100">
                <a:solidFill>
                  <a:srgbClr val="2C5EAA"/>
                </a:solidFill>
                <a:latin typeface="Poppins"/>
                <a:ea typeface="Poppins"/>
                <a:cs typeface="Poppins"/>
              </a:rPr>
              <a:t>PROJECT EVIDENCE · FULL GRAPH APPENDIX</a:t>
            </a:r>
            <a:endParaRPr sz="1200"/>
          </a:p>
        </p:txBody>
      </p:sp>
      <p:sp>
        <p:nvSpPr>
          <p:cNvPr id="3" name="Text 1">
            <a:extLst xmlns:a="http://schemas.openxmlformats.org/drawingml/2006/main">
              <a:ext uri="{FF2B5EF4-FFF2-40B4-BE49-F238E27FC236}">
                <a16:creationId xmlns:a16="http://schemas.microsoft.com/office/drawing/2014/main" id="{3CEFBDD0-D053-4642-99EC-870265C00D50}"/>
              </a:ext>
            </a:extLst>
          </p:cNvPr>
          <p:cNvSpPr>
            <a:spLocks xmlns:a="http://schemas.openxmlformats.org/drawingml/2006/main" noGrp="1"/>
          </p:cNvSpPr>
          <p:nvPr>
            <p:ph type="title" idx="0"/>
          </p:nvPr>
        </p:nvSpPr>
        <p:spPr>
          <a:xfrm xmlns:a="http://schemas.openxmlformats.org/drawingml/2006/main">
            <a:off x="812800" y="1216620"/>
            <a:ext cx="10883392" cy="558800"/>
          </a:xfrm>
          <a:prstGeom xmlns:a="http://schemas.openxmlformats.org/drawingml/2006/main" prst="rect">
            <a:avLst/>
          </a:prstGeom>
          <a:noFill xmlns:a="http://schemas.openxmlformats.org/drawingml/2006/main"/>
        </p:spPr>
        <p:txBody>
          <a:bodyPr xmlns:a="http://schemas.openxmlformats.org/drawingml/2006/main" wrap="none" lIns="0" tIns="0" rIns="0" bIns="0" anchor="t">
            <a:normAutofit fontScale="100000"/>
          </a:bodyPr>
          <a:lstStyle xmlns:a="http://schemas.openxmlformats.org/drawingml/2006/main">
            <a:defPPr>
              <a:defRPr sz="4000">
                <a:solidFill>
                  <a:srgbClr val="14295B"/>
                </a:solidFill>
                <a:latin typeface="Anton"/>
                <a:ea typeface="Anton"/>
                <a:cs typeface="Anton"/>
              </a:defRPr>
            </a:defPPr>
            <a:lvl1pPr>
              <a:defRPr sz="4000">
                <a:solidFill>
                  <a:srgbClr val="14295B"/>
                </a:solidFill>
                <a:latin typeface="Anton"/>
                <a:ea typeface="Anton"/>
                <a:cs typeface="Anton"/>
              </a:defRPr>
            </a:lvl1pPr>
            <a:lvl2pPr>
              <a:defRPr sz="4000">
                <a:solidFill>
                  <a:srgbClr val="14295B"/>
                </a:solidFill>
                <a:latin typeface="Anton"/>
                <a:ea typeface="Anton"/>
                <a:cs typeface="Anton"/>
              </a:defRPr>
            </a:lvl2pPr>
            <a:lvl3pPr>
              <a:defRPr sz="4000">
                <a:solidFill>
                  <a:srgbClr val="14295B"/>
                </a:solidFill>
                <a:latin typeface="Anton"/>
                <a:ea typeface="Anton"/>
                <a:cs typeface="Anton"/>
              </a:defRPr>
            </a:lvl3pPr>
            <a:lvl4pPr>
              <a:defRPr sz="4000">
                <a:solidFill>
                  <a:srgbClr val="14295B"/>
                </a:solidFill>
                <a:latin typeface="Anton"/>
                <a:ea typeface="Anton"/>
                <a:cs typeface="Anton"/>
              </a:defRPr>
            </a:lvl4pPr>
            <a:lvl5pPr>
              <a:defRPr sz="4000">
                <a:solidFill>
                  <a:srgbClr val="14295B"/>
                </a:solidFill>
                <a:latin typeface="Anton"/>
                <a:ea typeface="Anton"/>
                <a:cs typeface="Anton"/>
              </a:defRPr>
            </a:lvl5pPr>
            <a:lvl6pPr>
              <a:defRPr sz="4000">
                <a:solidFill>
                  <a:srgbClr val="14295B"/>
                </a:solidFill>
                <a:latin typeface="Anton"/>
                <a:ea typeface="Anton"/>
                <a:cs typeface="Anton"/>
              </a:defRPr>
            </a:lvl6pPr>
            <a:lvl7pPr>
              <a:defRPr sz="4000">
                <a:solidFill>
                  <a:srgbClr val="14295B"/>
                </a:solidFill>
                <a:latin typeface="Anton"/>
                <a:ea typeface="Anton"/>
                <a:cs typeface="Anton"/>
              </a:defRPr>
            </a:lvl7pPr>
            <a:lvl8pPr>
              <a:defRPr sz="4000">
                <a:solidFill>
                  <a:srgbClr val="14295B"/>
                </a:solidFill>
                <a:latin typeface="Anton"/>
                <a:ea typeface="Anton"/>
                <a:cs typeface="Anton"/>
              </a:defRPr>
            </a:lvl8pPr>
            <a:lvl9pPr>
              <a:defRPr sz="4000">
                <a:solidFill>
                  <a:srgbClr val="14295B"/>
                </a:solidFill>
                <a:latin typeface="Anton"/>
                <a:ea typeface="Anton"/>
                <a:cs typeface="Anton"/>
              </a:defRPr>
            </a:lvl9pPr>
          </a:lstStyle>
          <a:p xmlns:a="http://schemas.openxmlformats.org/drawingml/2006/main">
            <a:pPr marL="0" indent="0" algn="l">
              <a:lnSpc>
                <a:spcPts val="4200"/>
              </a:lnSpc>
              <a:buNone/>
              <a:defRPr sz="4000">
                <a:solidFill>
                  <a:srgbClr val="14295B"/>
                </a:solidFill>
                <a:latin typeface="Anton"/>
                <a:ea typeface="Anton"/>
                <a:cs typeface="Anton"/>
              </a:defRPr>
            </a:pPr>
            <a:r>
              <a:rPr sz="4000" b="0" i="0">
                <a:solidFill>
                  <a:srgbClr val="14295B"/>
                </a:solidFill>
                <a:latin typeface="Anton"/>
                <a:ea typeface="Anton"/>
                <a:cs typeface="Anton"/>
              </a:rPr>
              <a:t>DRY-WEATHER SUPPLY RELATIVE TO RESIDENTS</a:t>
            </a:r>
            <a:endParaRPr sz="4000"/>
          </a:p>
        </p:txBody>
      </p:sp>
      <p:sp>
        <p:nvSpPr>
          <p:cNvPr id="12" name="Text 9">
            <a:extLst xmlns:a="http://schemas.openxmlformats.org/drawingml/2006/main">
              <a:ext uri="{FF2B5EF4-FFF2-40B4-BE49-F238E27FC236}">
                <a16:creationId xmlns:a16="http://schemas.microsoft.com/office/drawing/2014/main" id="{D89487EC-E683-4A7B-9F12-A678AB9520E2}"/>
              </a:ext>
            </a:extLst>
          </p:cNvPr>
          <p:cNvSpPr>
            <a:spLocks xmlns:a="http://schemas.openxmlformats.org/drawingml/2006/main" noGrp="1"/>
          </p:cNvSpPr>
          <p:nvPr/>
        </p:nvSpPr>
        <p:spPr>
          <a:xfrm xmlns:a="http://schemas.openxmlformats.org/drawingml/2006/main">
            <a:off x="812768" y="6181725"/>
            <a:ext cx="9810750" cy="533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defPPr>
              <a:defRPr sz="1125">
                <a:solidFill>
                  <a:srgbClr val="5A6683"/>
                </a:solidFill>
                <a:latin typeface="Poppins"/>
                <a:ea typeface="Poppins"/>
                <a:cs typeface="Poppins"/>
              </a:defRPr>
            </a:defPPr>
            <a:lvl1pPr>
              <a:defRPr sz="1125">
                <a:solidFill>
                  <a:srgbClr val="5A6683"/>
                </a:solidFill>
                <a:latin typeface="Poppins"/>
                <a:ea typeface="Poppins"/>
                <a:cs typeface="Poppins"/>
              </a:defRPr>
            </a:lvl1pPr>
            <a:lvl2pPr>
              <a:defRPr sz="1125">
                <a:solidFill>
                  <a:srgbClr val="5A6683"/>
                </a:solidFill>
                <a:latin typeface="Poppins"/>
                <a:ea typeface="Poppins"/>
                <a:cs typeface="Poppins"/>
              </a:defRPr>
            </a:lvl2pPr>
            <a:lvl3pPr>
              <a:defRPr sz="1125">
                <a:solidFill>
                  <a:srgbClr val="5A6683"/>
                </a:solidFill>
                <a:latin typeface="Poppins"/>
                <a:ea typeface="Poppins"/>
                <a:cs typeface="Poppins"/>
              </a:defRPr>
            </a:lvl3pPr>
            <a:lvl4pPr>
              <a:defRPr sz="1125">
                <a:solidFill>
                  <a:srgbClr val="5A6683"/>
                </a:solidFill>
                <a:latin typeface="Poppins"/>
                <a:ea typeface="Poppins"/>
                <a:cs typeface="Poppins"/>
              </a:defRPr>
            </a:lvl4pPr>
            <a:lvl5pPr>
              <a:defRPr sz="1125">
                <a:solidFill>
                  <a:srgbClr val="5A6683"/>
                </a:solidFill>
                <a:latin typeface="Poppins"/>
                <a:ea typeface="Poppins"/>
                <a:cs typeface="Poppins"/>
              </a:defRPr>
            </a:lvl5pPr>
            <a:lvl6pPr>
              <a:defRPr sz="1125">
                <a:solidFill>
                  <a:srgbClr val="5A6683"/>
                </a:solidFill>
                <a:latin typeface="Poppins"/>
                <a:ea typeface="Poppins"/>
                <a:cs typeface="Poppins"/>
              </a:defRPr>
            </a:lvl6pPr>
            <a:lvl7pPr>
              <a:defRPr sz="1125">
                <a:solidFill>
                  <a:srgbClr val="5A6683"/>
                </a:solidFill>
                <a:latin typeface="Poppins"/>
                <a:ea typeface="Poppins"/>
                <a:cs typeface="Poppins"/>
              </a:defRPr>
            </a:lvl7pPr>
            <a:lvl8pPr>
              <a:defRPr sz="1125">
                <a:solidFill>
                  <a:srgbClr val="5A6683"/>
                </a:solidFill>
                <a:latin typeface="Poppins"/>
                <a:ea typeface="Poppins"/>
                <a:cs typeface="Poppins"/>
              </a:defRPr>
            </a:lvl8pPr>
            <a:lvl9pPr>
              <a:defRPr sz="1125">
                <a:solidFill>
                  <a:srgbClr val="5A6683"/>
                </a:solidFill>
                <a:latin typeface="Poppins"/>
                <a:ea typeface="Poppins"/>
                <a:cs typeface="Poppins"/>
              </a:defRPr>
            </a:lvl9pPr>
          </a:lstStyle>
          <a:p xmlns:a="http://schemas.openxmlformats.org/drawingml/2006/main">
            <a:pPr marL="0" indent="0" algn="l">
              <a:lnSpc>
                <a:spcPts val="1680"/>
              </a:lnSpc>
              <a:buNone/>
              <a:defRPr sz="1125">
                <a:solidFill>
                  <a:srgbClr val="5A6683"/>
                </a:solidFill>
                <a:latin typeface="Poppins"/>
                <a:ea typeface="Poppins"/>
                <a:cs typeface="Poppins"/>
              </a:defRPr>
            </a:pPr>
            <a:r>
              <a:rPr sz="1125">
                <a:solidFill>
                  <a:srgbClr val="5A6683"/>
                </a:solidFill>
                <a:latin typeface="Poppins"/>
                <a:ea typeface="Poppins"/>
                <a:cs typeface="Poppins"/>
              </a:rPr>
              <a:t>Residents use the saved areal allocation. The feed has no passenger-demand measure.</a:t>
            </a:r>
            <a:endParaRPr sz="1200"/>
          </a:p>
        </p:txBody>
      </p:sp>
      <p:sp>
        <p:nvSpPr>
          <p:cNvPr id="13" name="Text 10">
            <a:extLst xmlns:a="http://schemas.openxmlformats.org/drawingml/2006/main">
              <a:ext uri="{FF2B5EF4-FFF2-40B4-BE49-F238E27FC236}">
                <a16:creationId xmlns:a16="http://schemas.microsoft.com/office/drawing/2014/main" id="{6A028204-C7C7-4FF8-85F4-DE780517E868}"/>
              </a:ext>
            </a:extLst>
          </p:cNvPr>
          <p:cNvSpPr>
            <a:spLocks xmlns:a="http://schemas.openxmlformats.org/drawingml/2006/main" noGrp="1"/>
          </p:cNvSpPr>
          <p:nvPr/>
        </p:nvSpPr>
        <p:spPr>
          <a:xfrm xmlns:a="http://schemas.openxmlformats.org/drawingml/2006/main">
            <a:off x="11135916" y="6248400"/>
            <a:ext cx="243284" cy="279400"/>
          </a:xfrm>
          <a:prstGeom xmlns:a="http://schemas.openxmlformats.org/drawingml/2006/main" prst="rect">
            <a:avLst/>
          </a:prstGeom>
          <a:noFill xmlns:a="http://schemas.openxmlformats.org/drawingml/2006/main"/>
        </p:spPr>
        <p:txBody>
          <a:bodyPr xmlns:a="http://schemas.openxmlformats.org/drawingml/2006/main" wrap="square" lIns="0" tIns="0" rIns="0" bIns="0" anchor="t">
            <a:normAutofit fontScale="100000"/>
          </a:bodyPr>
          <a:lstStyle xmlns:a="http://schemas.openxmlformats.org/drawingml/2006/main"/>
          <a:p xmlns:a="http://schemas.openxmlformats.org/drawingml/2006/main">
            <a:pPr marL="0" indent="0" algn="r">
              <a:lnSpc>
                <a:spcPts val="1680"/>
              </a:lnSpc>
              <a:buNone/>
            </a:pPr>
            <a:r>
              <a:rPr sz="1200">
                <a:solidFill>
                  <a:srgbClr val="5A6683"/>
                </a:solidFill>
                <a:latin typeface="Poppins"/>
                <a:ea typeface="Poppins"/>
                <a:cs typeface="Poppins"/>
              </a:rPr>
              <a:t>92</a:t>
            </a:r>
            <a:endParaRPr sz="1200"/>
          </a:p>
        </p:txBody>
      </p:sp>
      <p:sp>
        <p:nvSpPr>
          <p:cNvPr id="14" name="">
            <a:extLst xmlns:a="http://schemas.openxmlformats.org/drawingml/2006/main">
              <a:ext uri="{FF2B5EF4-FFF2-40B4-BE49-F238E27FC236}">
                <a16:creationId xmlns:a16="http://schemas.microsoft.com/office/drawing/2014/main" id="{FC3925D1-46B1-4BDC-84AA-7435379FBCC1}"/>
              </a:ext>
            </a:extLst>
          </p:cNvPr>
          <p:cNvSpPr>
            <a:spLocks xmlns:a="http://schemas.openxmlformats.org/drawingml/2006/main" noGrp="1"/>
          </p:cNvSpPr>
          <p:nvPr/>
        </p:nvSpPr>
        <p:spPr>
          <a:xfrm xmlns:a="http://schemas.openxmlformats.org/drawingml/2006/main">
            <a:off x="812768" y="1927860"/>
            <a:ext cx="10566368" cy="4067175"/>
          </a:xfrm>
          <a:prstGeom xmlns:a="http://schemas.openxmlformats.org/drawingml/2006/main" prst="roundRect">
            <a:avLst>
              <a:gd name="adj" fmla="val 4215"/>
            </a:avLst>
          </a:prstGeom>
          <a:solidFill xmlns:a="http://schemas.openxmlformats.org/drawingml/2006/main">
            <a:srgbClr val="FBFCFE"/>
          </a:solidFill>
          <a:ln xmlns:a="http://schemas.openxmlformats.org/drawingml/2006/main" w="0">
            <a:noFill/>
          </a:ln>
        </p:spPr>
      </p:sp>
      <p:sp>
        <p:nvSpPr>
          <p:cNvPr id="15" name="">
            <a:extLst xmlns:a="http://schemas.openxmlformats.org/drawingml/2006/main">
              <a:ext uri="{FF2B5EF4-FFF2-40B4-BE49-F238E27FC236}">
                <a16:creationId xmlns:a16="http://schemas.microsoft.com/office/drawing/2014/main" id="{A74D08F6-0DC0-4DF4-94B8-814C88EF45BE}"/>
              </a:ext>
            </a:extLst>
          </p:cNvPr>
          <p:cNvSpPr>
            <a:spLocks xmlns:a="http://schemas.openxmlformats.org/drawingml/2006/main" noGrp="1"/>
          </p:cNvSpPr>
          <p:nvPr/>
        </p:nvSpPr>
        <p:spPr>
          <a:xfrm xmlns:a="http://schemas.openxmlformats.org/drawingml/2006/main">
            <a:off x="1095375" y="2009775"/>
            <a:ext cx="10001250" cy="4286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275" b="1">
                <a:solidFill>
                  <a:srgbClr val="14295B"/>
                </a:solidFill>
                <a:latin typeface="Poppins"/>
                <a:ea typeface="Poppins"/>
                <a:cs typeface="Poppins"/>
              </a:defRPr>
            </a:defPPr>
            <a:lvl1pPr>
              <a:defRPr sz="1275" b="1">
                <a:solidFill>
                  <a:srgbClr val="14295B"/>
                </a:solidFill>
                <a:latin typeface="Poppins"/>
                <a:ea typeface="Poppins"/>
                <a:cs typeface="Poppins"/>
              </a:defRPr>
            </a:lvl1pPr>
            <a:lvl2pPr>
              <a:defRPr sz="1275" b="1">
                <a:solidFill>
                  <a:srgbClr val="14295B"/>
                </a:solidFill>
                <a:latin typeface="Poppins"/>
                <a:ea typeface="Poppins"/>
                <a:cs typeface="Poppins"/>
              </a:defRPr>
            </a:lvl2pPr>
            <a:lvl3pPr>
              <a:defRPr sz="1275" b="1">
                <a:solidFill>
                  <a:srgbClr val="14295B"/>
                </a:solidFill>
                <a:latin typeface="Poppins"/>
                <a:ea typeface="Poppins"/>
                <a:cs typeface="Poppins"/>
              </a:defRPr>
            </a:lvl3pPr>
            <a:lvl4pPr>
              <a:defRPr sz="1275" b="1">
                <a:solidFill>
                  <a:srgbClr val="14295B"/>
                </a:solidFill>
                <a:latin typeface="Poppins"/>
                <a:ea typeface="Poppins"/>
                <a:cs typeface="Poppins"/>
              </a:defRPr>
            </a:lvl4pPr>
            <a:lvl5pPr>
              <a:defRPr sz="1275" b="1">
                <a:solidFill>
                  <a:srgbClr val="14295B"/>
                </a:solidFill>
                <a:latin typeface="Poppins"/>
                <a:ea typeface="Poppins"/>
                <a:cs typeface="Poppins"/>
              </a:defRPr>
            </a:lvl5pPr>
            <a:lvl6pPr>
              <a:defRPr sz="1275" b="1">
                <a:solidFill>
                  <a:srgbClr val="14295B"/>
                </a:solidFill>
                <a:latin typeface="Poppins"/>
                <a:ea typeface="Poppins"/>
                <a:cs typeface="Poppins"/>
              </a:defRPr>
            </a:lvl6pPr>
            <a:lvl7pPr>
              <a:defRPr sz="1275" b="1">
                <a:solidFill>
                  <a:srgbClr val="14295B"/>
                </a:solidFill>
                <a:latin typeface="Poppins"/>
                <a:ea typeface="Poppins"/>
                <a:cs typeface="Poppins"/>
              </a:defRPr>
            </a:lvl7pPr>
            <a:lvl8pPr>
              <a:defRPr sz="1275" b="1">
                <a:solidFill>
                  <a:srgbClr val="14295B"/>
                </a:solidFill>
                <a:latin typeface="Poppins"/>
                <a:ea typeface="Poppins"/>
                <a:cs typeface="Poppins"/>
              </a:defRPr>
            </a:lvl8pPr>
            <a:lvl9pPr>
              <a:defRPr sz="1275" b="1">
                <a:solidFill>
                  <a:srgbClr val="14295B"/>
                </a:solidFill>
                <a:latin typeface="Poppins"/>
                <a:ea typeface="Poppins"/>
                <a:cs typeface="Poppins"/>
              </a:defRPr>
            </a:lvl9pPr>
          </a:lstStyle>
          <a:p xmlns:a="http://schemas.openxmlformats.org/drawingml/2006/main">
            <a:pPr>
              <a:defRPr sz="1275" b="1">
                <a:solidFill>
                  <a:srgbClr val="14295B"/>
                </a:solidFill>
                <a:latin typeface="Poppins"/>
                <a:ea typeface="Poppins"/>
                <a:cs typeface="Poppins"/>
              </a:defRPr>
            </a:pPr>
            <a:r>
              <a:rPr sz="1275" b="1">
                <a:solidFill>
                  <a:srgbClr val="14295B"/>
                </a:solidFill>
                <a:latin typeface="Poppins"/>
                <a:ea typeface="Poppins"/>
                <a:cs typeface="Poppins"/>
              </a:rPr>
              <a:t>Dry-weather taxi deserts: residential areas with the fewest vacant taxis per resident (labels: 12 lowest)</a:t>
            </a:r>
          </a:p>
        </p:txBody>
      </p:sp>
      <p:sp>
        <p:nvSpPr>
          <p:cNvPr id="16" name="Editable chart path">
            <a:extLst xmlns:a="http://schemas.openxmlformats.org/drawingml/2006/main">
              <a:ext uri="{FF2B5EF4-FFF2-40B4-BE49-F238E27FC236}">
                <a16:creationId xmlns:a16="http://schemas.microsoft.com/office/drawing/2014/main" id="{606F3BDF-07CA-4C82-BA23-890E3F8E2E09}"/>
              </a:ext>
            </a:extLst>
          </p:cNvPr>
          <p:cNvSpPr>
            <a:spLocks xmlns:a="http://schemas.openxmlformats.org/drawingml/2006/main" noGrp="1"/>
          </p:cNvSpPr>
          <p:nvPr/>
        </p:nvSpPr>
        <p:spPr>
          <a:xfrm xmlns:a="http://schemas.openxmlformats.org/drawingml/2006/main">
            <a:off x="1311636" y="2381250"/>
            <a:ext cx="3849965" cy="2287543"/>
          </a:xfrm>
          <a:custGeom xmlns:a="http://schemas.openxmlformats.org/drawingml/2006/main">
            <a:pathLst>
              <a:path w="4800600" h="2852385">
                <a:moveTo>
                  <a:pt x="1004104" y="1789992"/>
                </a:moveTo>
                <a:lnTo>
                  <a:pt x="981739" y="1785496"/>
                </a:lnTo>
                <a:lnTo>
                  <a:pt x="987659" y="1799094"/>
                </a:lnTo>
                <a:lnTo>
                  <a:pt x="1000047" y="1802164"/>
                </a:lnTo>
                <a:lnTo>
                  <a:pt x="1027016" y="1835830"/>
                </a:lnTo>
                <a:lnTo>
                  <a:pt x="1027345" y="1877830"/>
                </a:lnTo>
                <a:lnTo>
                  <a:pt x="991935" y="1876843"/>
                </a:lnTo>
                <a:lnTo>
                  <a:pt x="992154" y="1871689"/>
                </a:lnTo>
                <a:lnTo>
                  <a:pt x="985686" y="1867302"/>
                </a:lnTo>
                <a:lnTo>
                  <a:pt x="982178" y="1838023"/>
                </a:lnTo>
                <a:lnTo>
                  <a:pt x="972092" y="1818832"/>
                </a:lnTo>
                <a:lnTo>
                  <a:pt x="975380" y="1807976"/>
                </a:lnTo>
                <a:lnTo>
                  <a:pt x="985247" y="1799971"/>
                </a:lnTo>
                <a:lnTo>
                  <a:pt x="979656" y="1786483"/>
                </a:lnTo>
                <a:lnTo>
                  <a:pt x="968364" y="1800190"/>
                </a:lnTo>
                <a:lnTo>
                  <a:pt x="963102" y="1816859"/>
                </a:lnTo>
                <a:lnTo>
                  <a:pt x="965295" y="1862368"/>
                </a:lnTo>
                <a:lnTo>
                  <a:pt x="934817" y="1873882"/>
                </a:lnTo>
                <a:lnTo>
                  <a:pt x="911685" y="1872347"/>
                </a:lnTo>
                <a:lnTo>
                  <a:pt x="857089" y="1882545"/>
                </a:lnTo>
                <a:lnTo>
                  <a:pt x="842070" y="1774530"/>
                </a:lnTo>
                <a:lnTo>
                  <a:pt x="835821" y="1771678"/>
                </a:lnTo>
                <a:lnTo>
                  <a:pt x="822885" y="1775187"/>
                </a:lnTo>
                <a:lnTo>
                  <a:pt x="835383" y="1894608"/>
                </a:lnTo>
                <a:lnTo>
                  <a:pt x="815868" y="1903600"/>
                </a:lnTo>
                <a:lnTo>
                  <a:pt x="812141" y="1899214"/>
                </a:lnTo>
                <a:lnTo>
                  <a:pt x="797451" y="1909851"/>
                </a:lnTo>
                <a:lnTo>
                  <a:pt x="738031" y="1843835"/>
                </a:lnTo>
                <a:lnTo>
                  <a:pt x="734742" y="1797997"/>
                </a:lnTo>
                <a:lnTo>
                  <a:pt x="691657" y="1803370"/>
                </a:lnTo>
                <a:lnTo>
                  <a:pt x="699441" y="1867960"/>
                </a:lnTo>
                <a:lnTo>
                  <a:pt x="752502" y="1922681"/>
                </a:lnTo>
                <a:lnTo>
                  <a:pt x="748665" y="1921036"/>
                </a:lnTo>
                <a:lnTo>
                  <a:pt x="751735" y="1926190"/>
                </a:lnTo>
                <a:lnTo>
                  <a:pt x="735948" y="1942968"/>
                </a:lnTo>
                <a:lnTo>
                  <a:pt x="667539" y="1996812"/>
                </a:lnTo>
                <a:lnTo>
                  <a:pt x="652300" y="1978389"/>
                </a:lnTo>
                <a:lnTo>
                  <a:pt x="654931" y="1974331"/>
                </a:lnTo>
                <a:lnTo>
                  <a:pt x="647257" y="1961720"/>
                </a:lnTo>
                <a:lnTo>
                  <a:pt x="580383" y="1928384"/>
                </a:lnTo>
                <a:lnTo>
                  <a:pt x="584549" y="1919391"/>
                </a:lnTo>
                <a:lnTo>
                  <a:pt x="570077" y="1907877"/>
                </a:lnTo>
                <a:lnTo>
                  <a:pt x="558018" y="1917966"/>
                </a:lnTo>
                <a:lnTo>
                  <a:pt x="550015" y="1909083"/>
                </a:lnTo>
                <a:lnTo>
                  <a:pt x="560430" y="1900091"/>
                </a:lnTo>
                <a:lnTo>
                  <a:pt x="526773" y="1861381"/>
                </a:lnTo>
                <a:lnTo>
                  <a:pt x="505176" y="1879694"/>
                </a:lnTo>
                <a:lnTo>
                  <a:pt x="483579" y="1854143"/>
                </a:lnTo>
                <a:lnTo>
                  <a:pt x="567775" y="1762357"/>
                </a:lnTo>
                <a:lnTo>
                  <a:pt x="564157" y="1750843"/>
                </a:lnTo>
                <a:lnTo>
                  <a:pt x="552317" y="1746566"/>
                </a:lnTo>
                <a:lnTo>
                  <a:pt x="495310" y="1808086"/>
                </a:lnTo>
                <a:lnTo>
                  <a:pt x="478317" y="1813898"/>
                </a:lnTo>
                <a:lnTo>
                  <a:pt x="450361" y="1786921"/>
                </a:lnTo>
                <a:lnTo>
                  <a:pt x="445537" y="1773214"/>
                </a:lnTo>
                <a:lnTo>
                  <a:pt x="506163" y="1710378"/>
                </a:lnTo>
                <a:lnTo>
                  <a:pt x="508465" y="1704676"/>
                </a:lnTo>
                <a:lnTo>
                  <a:pt x="502326" y="1697438"/>
                </a:lnTo>
                <a:lnTo>
                  <a:pt x="481715" y="1681208"/>
                </a:lnTo>
                <a:lnTo>
                  <a:pt x="446086" y="1720467"/>
                </a:lnTo>
                <a:lnTo>
                  <a:pt x="411333" y="1747772"/>
                </a:lnTo>
                <a:lnTo>
                  <a:pt x="385022" y="1730007"/>
                </a:lnTo>
                <a:lnTo>
                  <a:pt x="350159" y="1695026"/>
                </a:lnTo>
                <a:lnTo>
                  <a:pt x="316174" y="1743715"/>
                </a:lnTo>
                <a:lnTo>
                  <a:pt x="354215" y="1775845"/>
                </a:lnTo>
                <a:lnTo>
                  <a:pt x="431176" y="1865877"/>
                </a:lnTo>
                <a:lnTo>
                  <a:pt x="447182" y="1962817"/>
                </a:lnTo>
                <a:lnTo>
                  <a:pt x="482264" y="2027517"/>
                </a:lnTo>
                <a:lnTo>
                  <a:pt x="487526" y="2045282"/>
                </a:lnTo>
                <a:lnTo>
                  <a:pt x="482373" y="2074232"/>
                </a:lnTo>
                <a:lnTo>
                  <a:pt x="460228" y="2096603"/>
                </a:lnTo>
                <a:lnTo>
                  <a:pt x="439617" y="2101976"/>
                </a:lnTo>
                <a:lnTo>
                  <a:pt x="383925" y="2098138"/>
                </a:lnTo>
                <a:lnTo>
                  <a:pt x="380856" y="2102086"/>
                </a:lnTo>
                <a:lnTo>
                  <a:pt x="373181" y="2203742"/>
                </a:lnTo>
                <a:lnTo>
                  <a:pt x="412758" y="2203742"/>
                </a:lnTo>
                <a:lnTo>
                  <a:pt x="412868" y="2301998"/>
                </a:lnTo>
                <a:lnTo>
                  <a:pt x="127610" y="2301998"/>
                </a:lnTo>
                <a:lnTo>
                  <a:pt x="127610" y="2377334"/>
                </a:lnTo>
                <a:lnTo>
                  <a:pt x="423721" y="2377334"/>
                </a:lnTo>
                <a:lnTo>
                  <a:pt x="423721" y="2443350"/>
                </a:lnTo>
                <a:lnTo>
                  <a:pt x="351804" y="2475481"/>
                </a:lnTo>
                <a:lnTo>
                  <a:pt x="127610" y="2475481"/>
                </a:lnTo>
                <a:lnTo>
                  <a:pt x="127610" y="2550927"/>
                </a:lnTo>
                <a:lnTo>
                  <a:pt x="483908" y="2550927"/>
                </a:lnTo>
                <a:lnTo>
                  <a:pt x="483908" y="2649074"/>
                </a:lnTo>
                <a:lnTo>
                  <a:pt x="127719" y="2649074"/>
                </a:lnTo>
                <a:lnTo>
                  <a:pt x="127719" y="2732416"/>
                </a:lnTo>
                <a:lnTo>
                  <a:pt x="561526" y="2732306"/>
                </a:lnTo>
                <a:lnTo>
                  <a:pt x="579725" y="2780995"/>
                </a:lnTo>
                <a:lnTo>
                  <a:pt x="464394" y="2823654"/>
                </a:lnTo>
                <a:lnTo>
                  <a:pt x="427339" y="2845915"/>
                </a:lnTo>
                <a:lnTo>
                  <a:pt x="403220" y="2852385"/>
                </a:lnTo>
                <a:lnTo>
                  <a:pt x="39577" y="2761037"/>
                </a:lnTo>
                <a:lnTo>
                  <a:pt x="13594" y="2746891"/>
                </a:lnTo>
                <a:lnTo>
                  <a:pt x="1425" y="2724959"/>
                </a:lnTo>
                <a:lnTo>
                  <a:pt x="0" y="2490285"/>
                </a:lnTo>
                <a:lnTo>
                  <a:pt x="73781" y="2490285"/>
                </a:lnTo>
                <a:lnTo>
                  <a:pt x="73891" y="2460567"/>
                </a:lnTo>
                <a:lnTo>
                  <a:pt x="34534" y="2460567"/>
                </a:lnTo>
                <a:lnTo>
                  <a:pt x="34534" y="2388629"/>
                </a:lnTo>
                <a:lnTo>
                  <a:pt x="68957" y="2388629"/>
                </a:lnTo>
                <a:lnTo>
                  <a:pt x="68957" y="2358911"/>
                </a:lnTo>
                <a:lnTo>
                  <a:pt x="44400" y="2358911"/>
                </a:lnTo>
                <a:lnTo>
                  <a:pt x="44400" y="2308796"/>
                </a:lnTo>
                <a:lnTo>
                  <a:pt x="110" y="2308796"/>
                </a:lnTo>
                <a:lnTo>
                  <a:pt x="1316" y="2289167"/>
                </a:lnTo>
                <a:lnTo>
                  <a:pt x="62599" y="2125005"/>
                </a:lnTo>
                <a:lnTo>
                  <a:pt x="78057" y="2109872"/>
                </a:lnTo>
                <a:lnTo>
                  <a:pt x="110069" y="2098029"/>
                </a:lnTo>
                <a:lnTo>
                  <a:pt x="131008" y="2084431"/>
                </a:lnTo>
                <a:lnTo>
                  <a:pt x="146795" y="2065898"/>
                </a:lnTo>
                <a:lnTo>
                  <a:pt x="156333" y="2045282"/>
                </a:lnTo>
                <a:lnTo>
                  <a:pt x="160279" y="2021156"/>
                </a:lnTo>
                <a:lnTo>
                  <a:pt x="157100" y="1996263"/>
                </a:lnTo>
                <a:lnTo>
                  <a:pt x="137257" y="1945600"/>
                </a:lnTo>
                <a:lnTo>
                  <a:pt x="129473" y="1944723"/>
                </a:lnTo>
                <a:lnTo>
                  <a:pt x="131337" y="1933209"/>
                </a:lnTo>
                <a:lnTo>
                  <a:pt x="127829" y="1937485"/>
                </a:lnTo>
                <a:lnTo>
                  <a:pt x="132872" y="1908535"/>
                </a:lnTo>
                <a:lnTo>
                  <a:pt x="134736" y="1913579"/>
                </a:lnTo>
                <a:lnTo>
                  <a:pt x="136490" y="1903820"/>
                </a:lnTo>
                <a:lnTo>
                  <a:pt x="142519" y="1904806"/>
                </a:lnTo>
                <a:lnTo>
                  <a:pt x="282627" y="1529986"/>
                </a:lnTo>
                <a:lnTo>
                  <a:pt x="296221" y="1477788"/>
                </a:lnTo>
                <a:lnTo>
                  <a:pt x="318695" y="1425480"/>
                </a:lnTo>
                <a:lnTo>
                  <a:pt x="313762" y="1417913"/>
                </a:lnTo>
                <a:lnTo>
                  <a:pt x="319243" y="1412101"/>
                </a:lnTo>
                <a:lnTo>
                  <a:pt x="316064" y="1409140"/>
                </a:lnTo>
                <a:lnTo>
                  <a:pt x="328672" y="1396090"/>
                </a:lnTo>
                <a:lnTo>
                  <a:pt x="337771" y="1374487"/>
                </a:lnTo>
                <a:lnTo>
                  <a:pt x="336455" y="1369553"/>
                </a:lnTo>
                <a:lnTo>
                  <a:pt x="325821" y="1374158"/>
                </a:lnTo>
                <a:lnTo>
                  <a:pt x="317270" y="1364727"/>
                </a:lnTo>
                <a:lnTo>
                  <a:pt x="311569" y="1345866"/>
                </a:lnTo>
                <a:lnTo>
                  <a:pt x="315297" y="1327443"/>
                </a:lnTo>
                <a:lnTo>
                  <a:pt x="301154" y="1318341"/>
                </a:lnTo>
                <a:lnTo>
                  <a:pt x="302580" y="1315599"/>
                </a:lnTo>
                <a:lnTo>
                  <a:pt x="316612" y="1324921"/>
                </a:lnTo>
                <a:lnTo>
                  <a:pt x="328343" y="1312090"/>
                </a:lnTo>
                <a:lnTo>
                  <a:pt x="343801" y="1305949"/>
                </a:lnTo>
                <a:lnTo>
                  <a:pt x="351584" y="1309349"/>
                </a:lnTo>
                <a:lnTo>
                  <a:pt x="356408" y="1319328"/>
                </a:lnTo>
                <a:lnTo>
                  <a:pt x="362767" y="1290487"/>
                </a:lnTo>
                <a:lnTo>
                  <a:pt x="377676" y="1255286"/>
                </a:lnTo>
                <a:lnTo>
                  <a:pt x="380307" y="1235547"/>
                </a:lnTo>
                <a:lnTo>
                  <a:pt x="383377" y="1240263"/>
                </a:lnTo>
                <a:lnTo>
                  <a:pt x="403988" y="1223813"/>
                </a:lnTo>
                <a:lnTo>
                  <a:pt x="417253" y="1206597"/>
                </a:lnTo>
                <a:lnTo>
                  <a:pt x="450580" y="1131260"/>
                </a:lnTo>
                <a:lnTo>
                  <a:pt x="475576" y="1094524"/>
                </a:lnTo>
                <a:lnTo>
                  <a:pt x="478536" y="1076101"/>
                </a:lnTo>
                <a:lnTo>
                  <a:pt x="497283" y="1070288"/>
                </a:lnTo>
                <a:lnTo>
                  <a:pt x="495638" y="1057678"/>
                </a:lnTo>
                <a:lnTo>
                  <a:pt x="501010" y="1053401"/>
                </a:lnTo>
                <a:lnTo>
                  <a:pt x="515372" y="1072043"/>
                </a:lnTo>
                <a:lnTo>
                  <a:pt x="515482" y="1054059"/>
                </a:lnTo>
                <a:lnTo>
                  <a:pt x="524910" y="1052194"/>
                </a:lnTo>
                <a:lnTo>
                  <a:pt x="540477" y="1012607"/>
                </a:lnTo>
                <a:lnTo>
                  <a:pt x="564815" y="970607"/>
                </a:lnTo>
                <a:lnTo>
                  <a:pt x="561855" y="957009"/>
                </a:lnTo>
                <a:lnTo>
                  <a:pt x="573257" y="958654"/>
                </a:lnTo>
                <a:lnTo>
                  <a:pt x="567446" y="949004"/>
                </a:lnTo>
                <a:lnTo>
                  <a:pt x="585864" y="932226"/>
                </a:lnTo>
                <a:lnTo>
                  <a:pt x="593209" y="930252"/>
                </a:lnTo>
                <a:lnTo>
                  <a:pt x="594086" y="939683"/>
                </a:lnTo>
                <a:lnTo>
                  <a:pt x="597046" y="939244"/>
                </a:lnTo>
                <a:lnTo>
                  <a:pt x="600116" y="929703"/>
                </a:lnTo>
                <a:lnTo>
                  <a:pt x="593429" y="918737"/>
                </a:lnTo>
                <a:lnTo>
                  <a:pt x="599897" y="907223"/>
                </a:lnTo>
                <a:lnTo>
                  <a:pt x="612833" y="898231"/>
                </a:lnTo>
                <a:lnTo>
                  <a:pt x="612943" y="879808"/>
                </a:lnTo>
                <a:lnTo>
                  <a:pt x="625331" y="858095"/>
                </a:lnTo>
                <a:lnTo>
                  <a:pt x="621275" y="832434"/>
                </a:lnTo>
                <a:lnTo>
                  <a:pt x="626537" y="805568"/>
                </a:lnTo>
                <a:lnTo>
                  <a:pt x="617767" y="789996"/>
                </a:lnTo>
                <a:lnTo>
                  <a:pt x="624783" y="773218"/>
                </a:lnTo>
                <a:lnTo>
                  <a:pt x="628949" y="776178"/>
                </a:lnTo>
                <a:lnTo>
                  <a:pt x="630922" y="772560"/>
                </a:lnTo>
                <a:lnTo>
                  <a:pt x="625221" y="768502"/>
                </a:lnTo>
                <a:lnTo>
                  <a:pt x="627853" y="760058"/>
                </a:lnTo>
                <a:lnTo>
                  <a:pt x="637829" y="754575"/>
                </a:lnTo>
                <a:lnTo>
                  <a:pt x="628510" y="740319"/>
                </a:lnTo>
                <a:lnTo>
                  <a:pt x="622590" y="715426"/>
                </a:lnTo>
                <a:lnTo>
                  <a:pt x="642543" y="706873"/>
                </a:lnTo>
                <a:lnTo>
                  <a:pt x="650985" y="691082"/>
                </a:lnTo>
                <a:lnTo>
                  <a:pt x="651642" y="678251"/>
                </a:lnTo>
                <a:lnTo>
                  <a:pt x="670608" y="673536"/>
                </a:lnTo>
                <a:lnTo>
                  <a:pt x="683545" y="680225"/>
                </a:lnTo>
                <a:lnTo>
                  <a:pt x="686395" y="671233"/>
                </a:lnTo>
                <a:lnTo>
                  <a:pt x="700428" y="663996"/>
                </a:lnTo>
                <a:lnTo>
                  <a:pt x="703059" y="655223"/>
                </a:lnTo>
                <a:lnTo>
                  <a:pt x="711500" y="647766"/>
                </a:lnTo>
                <a:lnTo>
                  <a:pt x="708321" y="634716"/>
                </a:lnTo>
                <a:lnTo>
                  <a:pt x="711281" y="630439"/>
                </a:lnTo>
                <a:lnTo>
                  <a:pt x="717969" y="625834"/>
                </a:lnTo>
                <a:lnTo>
                  <a:pt x="728164" y="628137"/>
                </a:lnTo>
                <a:lnTo>
                  <a:pt x="734632" y="624847"/>
                </a:lnTo>
                <a:lnTo>
                  <a:pt x="724656" y="615745"/>
                </a:lnTo>
                <a:lnTo>
                  <a:pt x="721696" y="601379"/>
                </a:lnTo>
                <a:lnTo>
                  <a:pt x="728603" y="578570"/>
                </a:lnTo>
                <a:lnTo>
                  <a:pt x="738031" y="581202"/>
                </a:lnTo>
                <a:lnTo>
                  <a:pt x="738798" y="572868"/>
                </a:lnTo>
                <a:lnTo>
                  <a:pt x="729809" y="565082"/>
                </a:lnTo>
                <a:lnTo>
                  <a:pt x="748007" y="555212"/>
                </a:lnTo>
                <a:lnTo>
                  <a:pt x="757874" y="564972"/>
                </a:lnTo>
                <a:lnTo>
                  <a:pt x="752831" y="556857"/>
                </a:lnTo>
                <a:lnTo>
                  <a:pt x="758970" y="548961"/>
                </a:lnTo>
                <a:lnTo>
                  <a:pt x="750310" y="551045"/>
                </a:lnTo>
                <a:lnTo>
                  <a:pt x="743403" y="534706"/>
                </a:lnTo>
                <a:lnTo>
                  <a:pt x="752064" y="499943"/>
                </a:lnTo>
                <a:lnTo>
                  <a:pt x="769933" y="488429"/>
                </a:lnTo>
                <a:lnTo>
                  <a:pt x="780677" y="489964"/>
                </a:lnTo>
                <a:lnTo>
                  <a:pt x="775086" y="487551"/>
                </a:lnTo>
                <a:lnTo>
                  <a:pt x="776840" y="481082"/>
                </a:lnTo>
                <a:lnTo>
                  <a:pt x="793285" y="456737"/>
                </a:lnTo>
                <a:lnTo>
                  <a:pt x="803590" y="463207"/>
                </a:lnTo>
                <a:lnTo>
                  <a:pt x="829901" y="456518"/>
                </a:lnTo>
                <a:lnTo>
                  <a:pt x="850841" y="434256"/>
                </a:lnTo>
                <a:lnTo>
                  <a:pt x="862352" y="441494"/>
                </a:lnTo>
                <a:lnTo>
                  <a:pt x="875069" y="442591"/>
                </a:lnTo>
                <a:lnTo>
                  <a:pt x="878467" y="447416"/>
                </a:lnTo>
                <a:lnTo>
                  <a:pt x="879015" y="430309"/>
                </a:lnTo>
                <a:lnTo>
                  <a:pt x="886032" y="425593"/>
                </a:lnTo>
                <a:lnTo>
                  <a:pt x="899845" y="428335"/>
                </a:lnTo>
                <a:lnTo>
                  <a:pt x="908835" y="413750"/>
                </a:lnTo>
                <a:lnTo>
                  <a:pt x="960032" y="408157"/>
                </a:lnTo>
                <a:lnTo>
                  <a:pt x="971105" y="399275"/>
                </a:lnTo>
                <a:lnTo>
                  <a:pt x="991058" y="392147"/>
                </a:lnTo>
                <a:lnTo>
                  <a:pt x="990948" y="387541"/>
                </a:lnTo>
                <a:lnTo>
                  <a:pt x="1034910" y="342251"/>
                </a:lnTo>
                <a:lnTo>
                  <a:pt x="1061769" y="326899"/>
                </a:lnTo>
                <a:lnTo>
                  <a:pt x="1104963" y="284570"/>
                </a:lnTo>
                <a:lnTo>
                  <a:pt x="1106279" y="273165"/>
                </a:lnTo>
                <a:lnTo>
                  <a:pt x="1114392" y="278429"/>
                </a:lnTo>
                <a:lnTo>
                  <a:pt x="1142128" y="252110"/>
                </a:lnTo>
                <a:lnTo>
                  <a:pt x="1171619" y="235551"/>
                </a:lnTo>
                <a:lnTo>
                  <a:pt x="1218431" y="221844"/>
                </a:lnTo>
                <a:lnTo>
                  <a:pt x="1225447" y="224256"/>
                </a:lnTo>
                <a:lnTo>
                  <a:pt x="1228626" y="220418"/>
                </a:lnTo>
                <a:lnTo>
                  <a:pt x="1269190" y="213400"/>
                </a:lnTo>
                <a:lnTo>
                  <a:pt x="1333981" y="214825"/>
                </a:lnTo>
                <a:lnTo>
                  <a:pt x="1352509" y="219541"/>
                </a:lnTo>
                <a:lnTo>
                  <a:pt x="1378162" y="239938"/>
                </a:lnTo>
                <a:lnTo>
                  <a:pt x="1379916" y="248053"/>
                </a:lnTo>
                <a:lnTo>
                  <a:pt x="1374764" y="238951"/>
                </a:lnTo>
                <a:lnTo>
                  <a:pt x="1374873" y="245969"/>
                </a:lnTo>
                <a:lnTo>
                  <a:pt x="1369392" y="251013"/>
                </a:lnTo>
                <a:lnTo>
                  <a:pt x="1376737" y="249149"/>
                </a:lnTo>
                <a:lnTo>
                  <a:pt x="1391537" y="259567"/>
                </a:lnTo>
                <a:lnTo>
                  <a:pt x="1376408" y="270204"/>
                </a:lnTo>
                <a:lnTo>
                  <a:pt x="1385069" y="262966"/>
                </a:lnTo>
                <a:lnTo>
                  <a:pt x="1392962" y="262528"/>
                </a:lnTo>
                <a:lnTo>
                  <a:pt x="1385398" y="269217"/>
                </a:lnTo>
                <a:lnTo>
                  <a:pt x="1388467" y="267353"/>
                </a:lnTo>
                <a:lnTo>
                  <a:pt x="1391866" y="271630"/>
                </a:lnTo>
                <a:lnTo>
                  <a:pt x="1391976" y="264940"/>
                </a:lnTo>
                <a:lnTo>
                  <a:pt x="1400965" y="269217"/>
                </a:lnTo>
                <a:lnTo>
                  <a:pt x="1404035" y="280402"/>
                </a:lnTo>
                <a:lnTo>
                  <a:pt x="1413025" y="279415"/>
                </a:lnTo>
                <a:lnTo>
                  <a:pt x="1449312" y="307269"/>
                </a:lnTo>
                <a:lnTo>
                  <a:pt x="1450847" y="314507"/>
                </a:lnTo>
                <a:lnTo>
                  <a:pt x="1434512" y="332820"/>
                </a:lnTo>
                <a:lnTo>
                  <a:pt x="1437253" y="351353"/>
                </a:lnTo>
                <a:lnTo>
                  <a:pt x="1441309" y="351463"/>
                </a:lnTo>
                <a:lnTo>
                  <a:pt x="1442625" y="339839"/>
                </a:lnTo>
                <a:lnTo>
                  <a:pt x="1452601" y="325802"/>
                </a:lnTo>
                <a:lnTo>
                  <a:pt x="1458192" y="349489"/>
                </a:lnTo>
                <a:lnTo>
                  <a:pt x="1497111" y="349379"/>
                </a:lnTo>
                <a:lnTo>
                  <a:pt x="1501825" y="345322"/>
                </a:lnTo>
                <a:lnTo>
                  <a:pt x="1504895" y="351572"/>
                </a:lnTo>
                <a:lnTo>
                  <a:pt x="1504675" y="277551"/>
                </a:lnTo>
                <a:lnTo>
                  <a:pt x="1514213" y="268449"/>
                </a:lnTo>
                <a:lnTo>
                  <a:pt x="1668902" y="300141"/>
                </a:lnTo>
                <a:lnTo>
                  <a:pt x="1712096" y="289724"/>
                </a:lnTo>
                <a:lnTo>
                  <a:pt x="1738407" y="300909"/>
                </a:lnTo>
                <a:lnTo>
                  <a:pt x="1768994" y="291588"/>
                </a:lnTo>
                <a:lnTo>
                  <a:pt x="1766582" y="282596"/>
                </a:lnTo>
                <a:lnTo>
                  <a:pt x="1772393" y="267133"/>
                </a:lnTo>
                <a:lnTo>
                  <a:pt x="1789933" y="252439"/>
                </a:lnTo>
                <a:lnTo>
                  <a:pt x="1799033" y="236099"/>
                </a:lnTo>
                <a:lnTo>
                  <a:pt x="1790810" y="200460"/>
                </a:lnTo>
                <a:lnTo>
                  <a:pt x="1794757" y="198267"/>
                </a:lnTo>
                <a:lnTo>
                  <a:pt x="1810653" y="244324"/>
                </a:lnTo>
                <a:lnTo>
                  <a:pt x="1832251" y="228314"/>
                </a:lnTo>
                <a:lnTo>
                  <a:pt x="1870621" y="213948"/>
                </a:lnTo>
                <a:lnTo>
                  <a:pt x="1940456" y="168110"/>
                </a:lnTo>
                <a:lnTo>
                  <a:pt x="1948897" y="166575"/>
                </a:lnTo>
                <a:lnTo>
                  <a:pt x="1973126" y="141353"/>
                </a:lnTo>
                <a:lnTo>
                  <a:pt x="2014237" y="111964"/>
                </a:lnTo>
                <a:lnTo>
                  <a:pt x="2031120" y="104836"/>
                </a:lnTo>
                <a:lnTo>
                  <a:pt x="2115645" y="43097"/>
                </a:lnTo>
                <a:lnTo>
                  <a:pt x="2128801" y="43535"/>
                </a:lnTo>
                <a:lnTo>
                  <a:pt x="2147438" y="25112"/>
                </a:lnTo>
                <a:lnTo>
                  <a:pt x="2163444" y="19081"/>
                </a:lnTo>
                <a:lnTo>
                  <a:pt x="2224837" y="2193"/>
                </a:lnTo>
                <a:lnTo>
                  <a:pt x="2236457" y="10856"/>
                </a:lnTo>
                <a:lnTo>
                  <a:pt x="2261124" y="4496"/>
                </a:lnTo>
                <a:lnTo>
                  <a:pt x="2319996" y="0"/>
                </a:lnTo>
                <a:lnTo>
                  <a:pt x="2365054" y="16778"/>
                </a:lnTo>
                <a:lnTo>
                  <a:pt x="2373166" y="23358"/>
                </a:lnTo>
                <a:lnTo>
                  <a:pt x="2352337" y="37943"/>
                </a:lnTo>
                <a:lnTo>
                  <a:pt x="2333919" y="63713"/>
                </a:lnTo>
                <a:lnTo>
                  <a:pt x="2342799" y="69196"/>
                </a:lnTo>
                <a:lnTo>
                  <a:pt x="2355187" y="50663"/>
                </a:lnTo>
                <a:lnTo>
                  <a:pt x="2380621" y="39588"/>
                </a:lnTo>
                <a:lnTo>
                  <a:pt x="2377003" y="52747"/>
                </a:lnTo>
                <a:lnTo>
                  <a:pt x="2386541" y="54721"/>
                </a:lnTo>
                <a:lnTo>
                  <a:pt x="2367795" y="88277"/>
                </a:lnTo>
                <a:lnTo>
                  <a:pt x="2373386" y="91238"/>
                </a:lnTo>
                <a:lnTo>
                  <a:pt x="2396408" y="55269"/>
                </a:lnTo>
                <a:lnTo>
                  <a:pt x="2385993" y="74021"/>
                </a:lnTo>
                <a:lnTo>
                  <a:pt x="2390159" y="76872"/>
                </a:lnTo>
                <a:lnTo>
                  <a:pt x="2374372" y="104726"/>
                </a:lnTo>
                <a:lnTo>
                  <a:pt x="2378319" y="106919"/>
                </a:lnTo>
                <a:lnTo>
                  <a:pt x="2393667" y="78956"/>
                </a:lnTo>
                <a:lnTo>
                  <a:pt x="2399258" y="81697"/>
                </a:lnTo>
                <a:lnTo>
                  <a:pt x="2432038" y="23906"/>
                </a:lnTo>
                <a:lnTo>
                  <a:pt x="2506148" y="66454"/>
                </a:lnTo>
                <a:lnTo>
                  <a:pt x="2480385" y="112512"/>
                </a:lnTo>
                <a:lnTo>
                  <a:pt x="2490800" y="118543"/>
                </a:lnTo>
                <a:lnTo>
                  <a:pt x="2516782" y="72705"/>
                </a:lnTo>
                <a:lnTo>
                  <a:pt x="2528622" y="72376"/>
                </a:lnTo>
                <a:lnTo>
                  <a:pt x="2539147" y="65358"/>
                </a:lnTo>
                <a:lnTo>
                  <a:pt x="2678596" y="123259"/>
                </a:lnTo>
                <a:lnTo>
                  <a:pt x="2723874" y="145849"/>
                </a:lnTo>
                <a:lnTo>
                  <a:pt x="2768055" y="174470"/>
                </a:lnTo>
                <a:lnTo>
                  <a:pt x="2766520" y="185875"/>
                </a:lnTo>
                <a:lnTo>
                  <a:pt x="2733521" y="200460"/>
                </a:lnTo>
                <a:lnTo>
                  <a:pt x="2762354" y="270643"/>
                </a:lnTo>
                <a:lnTo>
                  <a:pt x="2774194" y="311107"/>
                </a:lnTo>
                <a:lnTo>
                  <a:pt x="2824843" y="376465"/>
                </a:lnTo>
                <a:lnTo>
                  <a:pt x="2818485" y="381619"/>
                </a:lnTo>
                <a:lnTo>
                  <a:pt x="2827474" y="402016"/>
                </a:lnTo>
                <a:lnTo>
                  <a:pt x="2842055" y="396533"/>
                </a:lnTo>
                <a:lnTo>
                  <a:pt x="2846660" y="406293"/>
                </a:lnTo>
                <a:lnTo>
                  <a:pt x="2836245" y="427786"/>
                </a:lnTo>
                <a:lnTo>
                  <a:pt x="2780443" y="473954"/>
                </a:lnTo>
                <a:lnTo>
                  <a:pt x="2767616" y="477901"/>
                </a:lnTo>
                <a:lnTo>
                  <a:pt x="2763560" y="485139"/>
                </a:lnTo>
                <a:lnTo>
                  <a:pt x="2829448" y="514857"/>
                </a:lnTo>
                <a:lnTo>
                  <a:pt x="2844577" y="506961"/>
                </a:lnTo>
                <a:lnTo>
                  <a:pt x="2863762" y="504220"/>
                </a:lnTo>
                <a:lnTo>
                  <a:pt x="2888758" y="482288"/>
                </a:lnTo>
                <a:lnTo>
                  <a:pt x="2889196" y="470444"/>
                </a:lnTo>
                <a:lnTo>
                  <a:pt x="2896541" y="461014"/>
                </a:lnTo>
                <a:lnTo>
                  <a:pt x="2937543" y="434256"/>
                </a:lnTo>
                <a:lnTo>
                  <a:pt x="2963635" y="425813"/>
                </a:lnTo>
                <a:lnTo>
                  <a:pt x="2991371" y="427786"/>
                </a:lnTo>
                <a:lnTo>
                  <a:pt x="3009351" y="435572"/>
                </a:lnTo>
                <a:lnTo>
                  <a:pt x="3096178" y="493473"/>
                </a:lnTo>
                <a:lnTo>
                  <a:pt x="3078966" y="517379"/>
                </a:lnTo>
                <a:lnTo>
                  <a:pt x="3086859" y="521985"/>
                </a:lnTo>
                <a:lnTo>
                  <a:pt x="3102317" y="497092"/>
                </a:lnTo>
                <a:lnTo>
                  <a:pt x="3192104" y="549948"/>
                </a:lnTo>
                <a:lnTo>
                  <a:pt x="3199559" y="559708"/>
                </a:lnTo>
                <a:lnTo>
                  <a:pt x="3202629" y="574403"/>
                </a:lnTo>
                <a:lnTo>
                  <a:pt x="3187829" y="608288"/>
                </a:lnTo>
                <a:lnTo>
                  <a:pt x="3205918" y="614539"/>
                </a:lnTo>
                <a:lnTo>
                  <a:pt x="3223788" y="584382"/>
                </a:lnTo>
                <a:lnTo>
                  <a:pt x="3268626" y="555102"/>
                </a:lnTo>
                <a:lnTo>
                  <a:pt x="3285290" y="552690"/>
                </a:lnTo>
                <a:lnTo>
                  <a:pt x="3302721" y="556528"/>
                </a:lnTo>
                <a:lnTo>
                  <a:pt x="3313356" y="545452"/>
                </a:lnTo>
                <a:lnTo>
                  <a:pt x="3343614" y="540189"/>
                </a:lnTo>
                <a:lnTo>
                  <a:pt x="3364334" y="544575"/>
                </a:lnTo>
                <a:lnTo>
                  <a:pt x="3379024" y="573087"/>
                </a:lnTo>
                <a:lnTo>
                  <a:pt x="3381107" y="597870"/>
                </a:lnTo>
                <a:lnTo>
                  <a:pt x="3391193" y="596445"/>
                </a:lnTo>
                <a:lnTo>
                  <a:pt x="3396894" y="586465"/>
                </a:lnTo>
                <a:lnTo>
                  <a:pt x="3405116" y="587123"/>
                </a:lnTo>
                <a:lnTo>
                  <a:pt x="3431208" y="611358"/>
                </a:lnTo>
                <a:lnTo>
                  <a:pt x="3430441" y="621009"/>
                </a:lnTo>
                <a:lnTo>
                  <a:pt x="3435922" y="626601"/>
                </a:lnTo>
                <a:lnTo>
                  <a:pt x="3460370" y="636690"/>
                </a:lnTo>
                <a:lnTo>
                  <a:pt x="3484050" y="653249"/>
                </a:lnTo>
                <a:lnTo>
                  <a:pt x="3564847" y="733630"/>
                </a:lnTo>
                <a:lnTo>
                  <a:pt x="3566382" y="750189"/>
                </a:lnTo>
                <a:lnTo>
                  <a:pt x="3553227" y="758523"/>
                </a:lnTo>
                <a:lnTo>
                  <a:pt x="3556625" y="761923"/>
                </a:lnTo>
                <a:lnTo>
                  <a:pt x="3556844" y="779359"/>
                </a:lnTo>
                <a:lnTo>
                  <a:pt x="3603985" y="763239"/>
                </a:lnTo>
                <a:lnTo>
                  <a:pt x="3648276" y="804361"/>
                </a:lnTo>
                <a:lnTo>
                  <a:pt x="3649482" y="813463"/>
                </a:lnTo>
                <a:lnTo>
                  <a:pt x="3625254" y="838356"/>
                </a:lnTo>
                <a:lnTo>
                  <a:pt x="3622732" y="848445"/>
                </a:lnTo>
                <a:lnTo>
                  <a:pt x="3625911" y="852831"/>
                </a:lnTo>
                <a:lnTo>
                  <a:pt x="3638300" y="850090"/>
                </a:lnTo>
                <a:lnTo>
                  <a:pt x="3667790" y="826403"/>
                </a:lnTo>
                <a:lnTo>
                  <a:pt x="3696842" y="851735"/>
                </a:lnTo>
                <a:lnTo>
                  <a:pt x="3700350" y="861056"/>
                </a:lnTo>
                <a:lnTo>
                  <a:pt x="3693992" y="897902"/>
                </a:lnTo>
                <a:lnTo>
                  <a:pt x="3696404" y="911171"/>
                </a:lnTo>
                <a:lnTo>
                  <a:pt x="3706161" y="921918"/>
                </a:lnTo>
                <a:lnTo>
                  <a:pt x="3766238" y="962602"/>
                </a:lnTo>
                <a:lnTo>
                  <a:pt x="3820834" y="975871"/>
                </a:lnTo>
                <a:lnTo>
                  <a:pt x="3863480" y="980696"/>
                </a:lnTo>
                <a:lnTo>
                  <a:pt x="3936384" y="972471"/>
                </a:lnTo>
                <a:lnTo>
                  <a:pt x="3952390" y="988701"/>
                </a:lnTo>
                <a:lnTo>
                  <a:pt x="3966533" y="983437"/>
                </a:lnTo>
                <a:lnTo>
                  <a:pt x="3969822" y="973458"/>
                </a:lnTo>
                <a:lnTo>
                  <a:pt x="3964998" y="960079"/>
                </a:lnTo>
                <a:lnTo>
                  <a:pt x="3985608" y="947249"/>
                </a:lnTo>
                <a:lnTo>
                  <a:pt x="4001505" y="927949"/>
                </a:lnTo>
                <a:lnTo>
                  <a:pt x="4024198" y="915228"/>
                </a:lnTo>
                <a:lnTo>
                  <a:pt x="4036367" y="880137"/>
                </a:lnTo>
                <a:lnTo>
                  <a:pt x="4045028" y="878382"/>
                </a:lnTo>
                <a:lnTo>
                  <a:pt x="4051715" y="866758"/>
                </a:lnTo>
                <a:lnTo>
                  <a:pt x="4066187" y="859082"/>
                </a:lnTo>
                <a:lnTo>
                  <a:pt x="4109819" y="856011"/>
                </a:lnTo>
                <a:lnTo>
                  <a:pt x="4118809" y="849432"/>
                </a:lnTo>
                <a:lnTo>
                  <a:pt x="4114972" y="847677"/>
                </a:lnTo>
                <a:lnTo>
                  <a:pt x="4132951" y="844278"/>
                </a:lnTo>
                <a:lnTo>
                  <a:pt x="4129334" y="846690"/>
                </a:lnTo>
                <a:lnTo>
                  <a:pt x="4138104" y="850309"/>
                </a:lnTo>
                <a:lnTo>
                  <a:pt x="4148957" y="851077"/>
                </a:lnTo>
                <a:lnTo>
                  <a:pt x="4149725" y="847239"/>
                </a:lnTo>
                <a:lnTo>
                  <a:pt x="4191494" y="851406"/>
                </a:lnTo>
                <a:lnTo>
                  <a:pt x="4247186" y="868403"/>
                </a:lnTo>
                <a:lnTo>
                  <a:pt x="4268674" y="870377"/>
                </a:lnTo>
                <a:lnTo>
                  <a:pt x="4313184" y="897463"/>
                </a:lnTo>
                <a:lnTo>
                  <a:pt x="4390254" y="1055594"/>
                </a:lnTo>
                <a:lnTo>
                  <a:pt x="4406150" y="1066889"/>
                </a:lnTo>
                <a:lnTo>
                  <a:pt x="4419854" y="1065134"/>
                </a:lnTo>
                <a:lnTo>
                  <a:pt x="4418100" y="1076649"/>
                </a:lnTo>
                <a:lnTo>
                  <a:pt x="4397489" y="1077526"/>
                </a:lnTo>
                <a:lnTo>
                  <a:pt x="4384882" y="1110205"/>
                </a:lnTo>
                <a:lnTo>
                  <a:pt x="4391569" y="1113824"/>
                </a:lnTo>
                <a:lnTo>
                  <a:pt x="4394310" y="1107354"/>
                </a:lnTo>
                <a:lnTo>
                  <a:pt x="4433558" y="1119855"/>
                </a:lnTo>
                <a:lnTo>
                  <a:pt x="4471928" y="1103954"/>
                </a:lnTo>
                <a:lnTo>
                  <a:pt x="4629686" y="1174137"/>
                </a:lnTo>
                <a:lnTo>
                  <a:pt x="4705441" y="1219537"/>
                </a:lnTo>
                <a:lnTo>
                  <a:pt x="4776043" y="1271406"/>
                </a:lnTo>
                <a:lnTo>
                  <a:pt x="4792378" y="1293448"/>
                </a:lnTo>
                <a:lnTo>
                  <a:pt x="4800600" y="1322618"/>
                </a:lnTo>
                <a:lnTo>
                  <a:pt x="4796324" y="1338080"/>
                </a:lnTo>
                <a:lnTo>
                  <a:pt x="4782949" y="1337312"/>
                </a:lnTo>
                <a:lnTo>
                  <a:pt x="4781195" y="1329088"/>
                </a:lnTo>
                <a:lnTo>
                  <a:pt x="4790733" y="1312200"/>
                </a:lnTo>
                <a:lnTo>
                  <a:pt x="4785909" y="1292242"/>
                </a:lnTo>
                <a:lnTo>
                  <a:pt x="4774398" y="1276999"/>
                </a:lnTo>
                <a:lnTo>
                  <a:pt x="4737782" y="1248377"/>
                </a:lnTo>
                <a:lnTo>
                  <a:pt x="4724845" y="1247062"/>
                </a:lnTo>
                <a:lnTo>
                  <a:pt x="4703467" y="1232806"/>
                </a:lnTo>
                <a:lnTo>
                  <a:pt x="4689325" y="1228529"/>
                </a:lnTo>
                <a:lnTo>
                  <a:pt x="4672113" y="1232367"/>
                </a:lnTo>
                <a:lnTo>
                  <a:pt x="4665645" y="1241250"/>
                </a:lnTo>
                <a:lnTo>
                  <a:pt x="4676608" y="1248926"/>
                </a:lnTo>
                <a:lnTo>
                  <a:pt x="4679787" y="1260002"/>
                </a:lnTo>
                <a:lnTo>
                  <a:pt x="4554699" y="1555098"/>
                </a:lnTo>
                <a:lnTo>
                  <a:pt x="4549546" y="1573302"/>
                </a:lnTo>
                <a:lnTo>
                  <a:pt x="4550314" y="1591286"/>
                </a:lnTo>
                <a:lnTo>
                  <a:pt x="4557221" y="1605981"/>
                </a:lnTo>
                <a:lnTo>
                  <a:pt x="4679568" y="1602911"/>
                </a:lnTo>
                <a:lnTo>
                  <a:pt x="4681651" y="1675396"/>
                </a:lnTo>
                <a:lnTo>
                  <a:pt x="4690531" y="1681537"/>
                </a:lnTo>
                <a:lnTo>
                  <a:pt x="4681103" y="1695245"/>
                </a:lnTo>
                <a:lnTo>
                  <a:pt x="4641307" y="1696341"/>
                </a:lnTo>
                <a:lnTo>
                  <a:pt x="4640101" y="1649187"/>
                </a:lnTo>
                <a:lnTo>
                  <a:pt x="4571144" y="1651052"/>
                </a:lnTo>
                <a:lnTo>
                  <a:pt x="4572459" y="1698096"/>
                </a:lnTo>
                <a:lnTo>
                  <a:pt x="4440464" y="1705772"/>
                </a:lnTo>
                <a:lnTo>
                  <a:pt x="4378962" y="1747114"/>
                </a:lnTo>
                <a:lnTo>
                  <a:pt x="4346511" y="1758519"/>
                </a:lnTo>
                <a:lnTo>
                  <a:pt x="4314280" y="1754242"/>
                </a:lnTo>
                <a:lnTo>
                  <a:pt x="4227014" y="1716738"/>
                </a:lnTo>
                <a:lnTo>
                  <a:pt x="4146326" y="1740864"/>
                </a:lnTo>
                <a:lnTo>
                  <a:pt x="4157180" y="1734284"/>
                </a:lnTo>
                <a:lnTo>
                  <a:pt x="4160578" y="1725731"/>
                </a:lnTo>
                <a:lnTo>
                  <a:pt x="4149396" y="1689981"/>
                </a:lnTo>
                <a:lnTo>
                  <a:pt x="4134377" y="1693819"/>
                </a:lnTo>
                <a:lnTo>
                  <a:pt x="4095787" y="1690749"/>
                </a:lnTo>
                <a:lnTo>
                  <a:pt x="4067283" y="1703469"/>
                </a:lnTo>
                <a:lnTo>
                  <a:pt x="4066625" y="1694587"/>
                </a:lnTo>
                <a:lnTo>
                  <a:pt x="4020800" y="1696451"/>
                </a:lnTo>
                <a:lnTo>
                  <a:pt x="4006109" y="1702373"/>
                </a:lnTo>
                <a:lnTo>
                  <a:pt x="3999203" y="1698425"/>
                </a:lnTo>
                <a:lnTo>
                  <a:pt x="3980894" y="1707198"/>
                </a:lnTo>
                <a:lnTo>
                  <a:pt x="3974536" y="1704785"/>
                </a:lnTo>
                <a:lnTo>
                  <a:pt x="3935507" y="1717945"/>
                </a:lnTo>
                <a:lnTo>
                  <a:pt x="3914239" y="1712571"/>
                </a:lnTo>
                <a:lnTo>
                  <a:pt x="3897027" y="1724086"/>
                </a:lnTo>
                <a:lnTo>
                  <a:pt x="3895492" y="1720576"/>
                </a:lnTo>
                <a:lnTo>
                  <a:pt x="3888914" y="1722550"/>
                </a:lnTo>
                <a:lnTo>
                  <a:pt x="3866440" y="1737793"/>
                </a:lnTo>
                <a:lnTo>
                  <a:pt x="3860082" y="1735490"/>
                </a:lnTo>
                <a:lnTo>
                  <a:pt x="3837608" y="1749856"/>
                </a:lnTo>
                <a:lnTo>
                  <a:pt x="3836511" y="1745798"/>
                </a:lnTo>
                <a:lnTo>
                  <a:pt x="3829824" y="1745250"/>
                </a:lnTo>
                <a:lnTo>
                  <a:pt x="3811625" y="1753475"/>
                </a:lnTo>
                <a:lnTo>
                  <a:pt x="3808446" y="1750952"/>
                </a:lnTo>
                <a:lnTo>
                  <a:pt x="3787835" y="1757422"/>
                </a:lnTo>
                <a:lnTo>
                  <a:pt x="3781038" y="1754133"/>
                </a:lnTo>
                <a:lnTo>
                  <a:pt x="3758893" y="1758958"/>
                </a:lnTo>
                <a:lnTo>
                  <a:pt x="3709669" y="1771788"/>
                </a:lnTo>
                <a:lnTo>
                  <a:pt x="3698596" y="1779355"/>
                </a:lnTo>
                <a:lnTo>
                  <a:pt x="3693334" y="1777161"/>
                </a:lnTo>
                <a:lnTo>
                  <a:pt x="3679630" y="1783302"/>
                </a:lnTo>
                <a:lnTo>
                  <a:pt x="3678315" y="1780013"/>
                </a:lnTo>
                <a:lnTo>
                  <a:pt x="3678863" y="1783741"/>
                </a:lnTo>
                <a:lnTo>
                  <a:pt x="3662857" y="1792624"/>
                </a:lnTo>
                <a:lnTo>
                  <a:pt x="3629639" y="1804577"/>
                </a:lnTo>
                <a:lnTo>
                  <a:pt x="3625034" y="1802164"/>
                </a:lnTo>
                <a:lnTo>
                  <a:pt x="3594338" y="1819161"/>
                </a:lnTo>
                <a:lnTo>
                  <a:pt x="3594119" y="1815872"/>
                </a:lnTo>
                <a:lnTo>
                  <a:pt x="3579319" y="1811266"/>
                </a:lnTo>
                <a:lnTo>
                  <a:pt x="3534261" y="1832650"/>
                </a:lnTo>
                <a:lnTo>
                  <a:pt x="3518693" y="1832540"/>
                </a:lnTo>
                <a:lnTo>
                  <a:pt x="3511567" y="1837913"/>
                </a:lnTo>
                <a:lnTo>
                  <a:pt x="3509484" y="1833527"/>
                </a:lnTo>
                <a:lnTo>
                  <a:pt x="3502687" y="1833308"/>
                </a:lnTo>
                <a:lnTo>
                  <a:pt x="3488106" y="1841861"/>
                </a:lnTo>
                <a:lnTo>
                  <a:pt x="3481528" y="1837584"/>
                </a:lnTo>
                <a:lnTo>
                  <a:pt x="3443158" y="1852718"/>
                </a:lnTo>
                <a:lnTo>
                  <a:pt x="3418162" y="1852937"/>
                </a:lnTo>
                <a:lnTo>
                  <a:pt x="3356769" y="1881778"/>
                </a:lnTo>
                <a:lnTo>
                  <a:pt x="3286058" y="1897679"/>
                </a:lnTo>
                <a:lnTo>
                  <a:pt x="3213154" y="1922681"/>
                </a:lnTo>
                <a:lnTo>
                  <a:pt x="3179168" y="1937705"/>
                </a:lnTo>
                <a:lnTo>
                  <a:pt x="3169959" y="1947026"/>
                </a:lnTo>
                <a:lnTo>
                  <a:pt x="3162066" y="1942420"/>
                </a:lnTo>
                <a:lnTo>
                  <a:pt x="3153295" y="1943517"/>
                </a:lnTo>
                <a:lnTo>
                  <a:pt x="3117775" y="1978060"/>
                </a:lnTo>
                <a:lnTo>
                  <a:pt x="3102427" y="1973454"/>
                </a:lnTo>
                <a:lnTo>
                  <a:pt x="3066359" y="2006901"/>
                </a:lnTo>
                <a:lnTo>
                  <a:pt x="3058575" y="2003172"/>
                </a:lnTo>
                <a:lnTo>
                  <a:pt x="3049476" y="2005914"/>
                </a:lnTo>
                <a:lnTo>
                  <a:pt x="3010118" y="2049449"/>
                </a:lnTo>
                <a:lnTo>
                  <a:pt x="2962648" y="2083334"/>
                </a:lnTo>
                <a:lnTo>
                  <a:pt x="2978764" y="2080812"/>
                </a:lnTo>
                <a:lnTo>
                  <a:pt x="2979641" y="2085637"/>
                </a:lnTo>
                <a:lnTo>
                  <a:pt x="2964622" y="2085856"/>
                </a:lnTo>
                <a:lnTo>
                  <a:pt x="2938639" y="2067982"/>
                </a:lnTo>
                <a:lnTo>
                  <a:pt x="2913315" y="2086624"/>
                </a:lnTo>
                <a:lnTo>
                  <a:pt x="2914630" y="2091997"/>
                </a:lnTo>
                <a:lnTo>
                  <a:pt x="2917700" y="2090023"/>
                </a:lnTo>
                <a:lnTo>
                  <a:pt x="2914740" y="2092217"/>
                </a:lnTo>
                <a:lnTo>
                  <a:pt x="2920660" y="2108446"/>
                </a:lnTo>
                <a:lnTo>
                  <a:pt x="2914959" y="2127418"/>
                </a:lnTo>
                <a:lnTo>
                  <a:pt x="2787569" y="2225893"/>
                </a:lnTo>
                <a:lnTo>
                  <a:pt x="2806864" y="2252760"/>
                </a:lnTo>
                <a:lnTo>
                  <a:pt x="2797216" y="2259778"/>
                </a:lnTo>
                <a:lnTo>
                  <a:pt x="2778031" y="2232911"/>
                </a:lnTo>
                <a:lnTo>
                  <a:pt x="2757092" y="2247277"/>
                </a:lnTo>
                <a:lnTo>
                  <a:pt x="2742511" y="2249470"/>
                </a:lnTo>
                <a:lnTo>
                  <a:pt x="2729574" y="2244316"/>
                </a:lnTo>
                <a:lnTo>
                  <a:pt x="2706881" y="2222384"/>
                </a:lnTo>
                <a:lnTo>
                  <a:pt x="2695479" y="2222384"/>
                </a:lnTo>
                <a:lnTo>
                  <a:pt x="2698001" y="2272170"/>
                </a:lnTo>
                <a:lnTo>
                  <a:pt x="2685613" y="2277982"/>
                </a:lnTo>
                <a:lnTo>
                  <a:pt x="2700961" y="2295308"/>
                </a:lnTo>
                <a:lnTo>
                  <a:pt x="2692081" y="2303313"/>
                </a:lnTo>
                <a:lnTo>
                  <a:pt x="2631126" y="2236311"/>
                </a:lnTo>
                <a:lnTo>
                  <a:pt x="2615559" y="2250567"/>
                </a:lnTo>
                <a:lnTo>
                  <a:pt x="2642418" y="2284671"/>
                </a:lnTo>
                <a:lnTo>
                  <a:pt x="2633758" y="2294431"/>
                </a:lnTo>
                <a:lnTo>
                  <a:pt x="2562607" y="2227757"/>
                </a:lnTo>
                <a:lnTo>
                  <a:pt x="2481810" y="2230060"/>
                </a:lnTo>
                <a:lnTo>
                  <a:pt x="2394544" y="2277543"/>
                </a:lnTo>
                <a:lnTo>
                  <a:pt x="2397724" y="2309235"/>
                </a:lnTo>
                <a:lnTo>
                  <a:pt x="2463611" y="2271512"/>
                </a:lnTo>
                <a:lnTo>
                  <a:pt x="2525772" y="2269099"/>
                </a:lnTo>
                <a:lnTo>
                  <a:pt x="2595825" y="2334786"/>
                </a:lnTo>
                <a:lnTo>
                  <a:pt x="2528732" y="2368233"/>
                </a:lnTo>
                <a:lnTo>
                  <a:pt x="2472820" y="2350577"/>
                </a:lnTo>
                <a:lnTo>
                  <a:pt x="2479837" y="2342462"/>
                </a:lnTo>
                <a:lnTo>
                  <a:pt x="2473697" y="2340598"/>
                </a:lnTo>
                <a:lnTo>
                  <a:pt x="2472711" y="2343669"/>
                </a:lnTo>
                <a:lnTo>
                  <a:pt x="2472491" y="2340159"/>
                </a:lnTo>
                <a:lnTo>
                  <a:pt x="2471395" y="2343230"/>
                </a:lnTo>
                <a:lnTo>
                  <a:pt x="2470628" y="2339392"/>
                </a:lnTo>
                <a:lnTo>
                  <a:pt x="2464488" y="2346958"/>
                </a:lnTo>
                <a:lnTo>
                  <a:pt x="2444755" y="2342791"/>
                </a:lnTo>
                <a:lnTo>
                  <a:pt x="2441905" y="2347836"/>
                </a:lnTo>
                <a:lnTo>
                  <a:pt x="2435217" y="2345094"/>
                </a:lnTo>
                <a:lnTo>
                  <a:pt x="2443111" y="2346300"/>
                </a:lnTo>
                <a:lnTo>
                  <a:pt x="2444536" y="2342572"/>
                </a:lnTo>
                <a:lnTo>
                  <a:pt x="2417128" y="2333909"/>
                </a:lnTo>
                <a:lnTo>
                  <a:pt x="2393448" y="2309564"/>
                </a:lnTo>
                <a:lnTo>
                  <a:pt x="2393338" y="2351345"/>
                </a:lnTo>
                <a:lnTo>
                  <a:pt x="2397833" y="2355622"/>
                </a:lnTo>
                <a:lnTo>
                  <a:pt x="2406604" y="2363188"/>
                </a:lnTo>
                <a:lnTo>
                  <a:pt x="2428749" y="2370206"/>
                </a:lnTo>
                <a:lnTo>
                  <a:pt x="2489265" y="2370864"/>
                </a:lnTo>
                <a:lnTo>
                  <a:pt x="2513384" y="2385230"/>
                </a:lnTo>
                <a:lnTo>
                  <a:pt x="2537393" y="2385998"/>
                </a:lnTo>
                <a:lnTo>
                  <a:pt x="2550548" y="2376238"/>
                </a:lnTo>
                <a:lnTo>
                  <a:pt x="2572803" y="2382379"/>
                </a:lnTo>
                <a:lnTo>
                  <a:pt x="2586068" y="2380624"/>
                </a:lnTo>
                <a:lnTo>
                  <a:pt x="2588699" y="2394990"/>
                </a:lnTo>
                <a:lnTo>
                  <a:pt x="2593523" y="2396854"/>
                </a:lnTo>
                <a:lnTo>
                  <a:pt x="2635402" y="2385449"/>
                </a:lnTo>
                <a:lnTo>
                  <a:pt x="2660946" y="2397841"/>
                </a:lnTo>
                <a:lnTo>
                  <a:pt x="2656999" y="2412316"/>
                </a:lnTo>
                <a:lnTo>
                  <a:pt x="2614682" y="2475371"/>
                </a:lnTo>
                <a:lnTo>
                  <a:pt x="2565677" y="2525925"/>
                </a:lnTo>
                <a:lnTo>
                  <a:pt x="2539256" y="2544128"/>
                </a:lnTo>
                <a:lnTo>
                  <a:pt x="2529280" y="2546102"/>
                </a:lnTo>
                <a:lnTo>
                  <a:pt x="2536844" y="2539523"/>
                </a:lnTo>
                <a:lnTo>
                  <a:pt x="2532678" y="2537000"/>
                </a:lnTo>
                <a:lnTo>
                  <a:pt x="2512616" y="2541825"/>
                </a:lnTo>
                <a:lnTo>
                  <a:pt x="2493102" y="2554656"/>
                </a:lnTo>
                <a:lnTo>
                  <a:pt x="2476219" y="2547528"/>
                </a:lnTo>
                <a:lnTo>
                  <a:pt x="2462186" y="2533930"/>
                </a:lnTo>
                <a:lnTo>
                  <a:pt x="2456814" y="2534807"/>
                </a:lnTo>
                <a:lnTo>
                  <a:pt x="2456705" y="2529653"/>
                </a:lnTo>
                <a:lnTo>
                  <a:pt x="2462954" y="2530969"/>
                </a:lnTo>
                <a:lnTo>
                  <a:pt x="2462515" y="2523183"/>
                </a:lnTo>
                <a:lnTo>
                  <a:pt x="2458239" y="2517152"/>
                </a:lnTo>
                <a:lnTo>
                  <a:pt x="2449359" y="2514959"/>
                </a:lnTo>
                <a:lnTo>
                  <a:pt x="2442672" y="2501909"/>
                </a:lnTo>
                <a:lnTo>
                  <a:pt x="2430065" y="2500154"/>
                </a:lnTo>
                <a:lnTo>
                  <a:pt x="2427104" y="2503664"/>
                </a:lnTo>
                <a:lnTo>
                  <a:pt x="2431709" y="2506734"/>
                </a:lnTo>
                <a:lnTo>
                  <a:pt x="2427762" y="2509695"/>
                </a:lnTo>
                <a:lnTo>
                  <a:pt x="2387747" y="2466598"/>
                </a:lnTo>
                <a:lnTo>
                  <a:pt x="2385555" y="2459032"/>
                </a:lnTo>
                <a:lnTo>
                  <a:pt x="2391146" y="2462541"/>
                </a:lnTo>
                <a:lnTo>
                  <a:pt x="2394106" y="2455961"/>
                </a:lnTo>
                <a:lnTo>
                  <a:pt x="2390488" y="2447079"/>
                </a:lnTo>
                <a:lnTo>
                  <a:pt x="2376894" y="2441925"/>
                </a:lnTo>
                <a:lnTo>
                  <a:pt x="2360559" y="2423940"/>
                </a:lnTo>
                <a:lnTo>
                  <a:pt x="2349706" y="2425366"/>
                </a:lnTo>
                <a:lnTo>
                  <a:pt x="2354639" y="2429862"/>
                </a:lnTo>
                <a:lnTo>
                  <a:pt x="2347951" y="2434139"/>
                </a:lnTo>
                <a:lnTo>
                  <a:pt x="2324052" y="2420870"/>
                </a:lnTo>
                <a:lnTo>
                  <a:pt x="2317255" y="2410562"/>
                </a:lnTo>
                <a:lnTo>
                  <a:pt x="2305963" y="2406175"/>
                </a:lnTo>
                <a:lnTo>
                  <a:pt x="2308704" y="2403324"/>
                </a:lnTo>
                <a:lnTo>
                  <a:pt x="2303770" y="2395538"/>
                </a:lnTo>
                <a:lnTo>
                  <a:pt x="2292917" y="2392577"/>
                </a:lnTo>
                <a:lnTo>
                  <a:pt x="2287764" y="2382160"/>
                </a:lnTo>
                <a:lnTo>
                  <a:pt x="2277569" y="2378979"/>
                </a:lnTo>
                <a:lnTo>
                  <a:pt x="2273293" y="2369549"/>
                </a:lnTo>
                <a:lnTo>
                  <a:pt x="2261453" y="2364833"/>
                </a:lnTo>
                <a:lnTo>
                  <a:pt x="2251258" y="2353648"/>
                </a:lnTo>
                <a:lnTo>
                  <a:pt x="2239527" y="2353099"/>
                </a:lnTo>
                <a:lnTo>
                  <a:pt x="2243912" y="2361543"/>
                </a:lnTo>
                <a:lnTo>
                  <a:pt x="2249942" y="2363408"/>
                </a:lnTo>
                <a:lnTo>
                  <a:pt x="2245009" y="2368342"/>
                </a:lnTo>
                <a:lnTo>
                  <a:pt x="2226371" y="2339830"/>
                </a:lnTo>
                <a:lnTo>
                  <a:pt x="2203678" y="2317789"/>
                </a:lnTo>
                <a:lnTo>
                  <a:pt x="2203897" y="2313183"/>
                </a:lnTo>
                <a:lnTo>
                  <a:pt x="2226152" y="2310770"/>
                </a:lnTo>
                <a:lnTo>
                  <a:pt x="2267044" y="2321956"/>
                </a:lnTo>
                <a:lnTo>
                  <a:pt x="2291711" y="2324149"/>
                </a:lnTo>
                <a:lnTo>
                  <a:pt x="2308156" y="2313731"/>
                </a:lnTo>
                <a:lnTo>
                  <a:pt x="2326245" y="2311099"/>
                </a:lnTo>
                <a:lnTo>
                  <a:pt x="2344553" y="2318556"/>
                </a:lnTo>
                <a:lnTo>
                  <a:pt x="2346526" y="2323491"/>
                </a:lnTo>
                <a:lnTo>
                  <a:pt x="2346965" y="2319324"/>
                </a:lnTo>
                <a:lnTo>
                  <a:pt x="2348828" y="2322504"/>
                </a:lnTo>
                <a:lnTo>
                  <a:pt x="2350692" y="2319982"/>
                </a:lnTo>
                <a:lnTo>
                  <a:pt x="2362423" y="2335992"/>
                </a:lnTo>
                <a:lnTo>
                  <a:pt x="2363519" y="2328974"/>
                </a:lnTo>
                <a:lnTo>
                  <a:pt x="2382485" y="2337418"/>
                </a:lnTo>
                <a:lnTo>
                  <a:pt x="2385993" y="2319214"/>
                </a:lnTo>
                <a:lnTo>
                  <a:pt x="2385006" y="2277653"/>
                </a:lnTo>
                <a:lnTo>
                  <a:pt x="2348390" y="2277434"/>
                </a:lnTo>
                <a:lnTo>
                  <a:pt x="2347842" y="2289935"/>
                </a:lnTo>
                <a:lnTo>
                  <a:pt x="2328108" y="2289825"/>
                </a:lnTo>
                <a:lnTo>
                  <a:pt x="2345320" y="2287522"/>
                </a:lnTo>
                <a:lnTo>
                  <a:pt x="2344663" y="2275789"/>
                </a:lnTo>
                <a:lnTo>
                  <a:pt x="2302893" y="2269209"/>
                </a:lnTo>
                <a:lnTo>
                  <a:pt x="2295110" y="2262958"/>
                </a:lnTo>
                <a:lnTo>
                  <a:pt x="2273841" y="2272608"/>
                </a:lnTo>
                <a:lnTo>
                  <a:pt x="2277130" y="2278640"/>
                </a:lnTo>
                <a:lnTo>
                  <a:pt x="2254108" y="2283026"/>
                </a:lnTo>
                <a:lnTo>
                  <a:pt x="2252902" y="2278969"/>
                </a:lnTo>
                <a:lnTo>
                  <a:pt x="2244241" y="2277324"/>
                </a:lnTo>
                <a:lnTo>
                  <a:pt x="2242816" y="2270964"/>
                </a:lnTo>
                <a:lnTo>
                  <a:pt x="2251586" y="2266796"/>
                </a:lnTo>
                <a:lnTo>
                  <a:pt x="2256958" y="2258024"/>
                </a:lnTo>
                <a:lnTo>
                  <a:pt x="2263317" y="2258024"/>
                </a:lnTo>
                <a:lnTo>
                  <a:pt x="2266825" y="2264713"/>
                </a:lnTo>
                <a:lnTo>
                  <a:pt x="2271978" y="2262849"/>
                </a:lnTo>
                <a:lnTo>
                  <a:pt x="2272855" y="2271073"/>
                </a:lnTo>
                <a:lnTo>
                  <a:pt x="2293904" y="2261862"/>
                </a:lnTo>
                <a:lnTo>
                  <a:pt x="2270881" y="2241136"/>
                </a:lnTo>
                <a:lnTo>
                  <a:pt x="2256629" y="2240697"/>
                </a:lnTo>
                <a:lnTo>
                  <a:pt x="2241829" y="2256598"/>
                </a:lnTo>
                <a:lnTo>
                  <a:pt x="2224288" y="2256488"/>
                </a:lnTo>
                <a:lnTo>
                  <a:pt x="2209269" y="2246838"/>
                </a:lnTo>
                <a:lnTo>
                  <a:pt x="2198964" y="2256379"/>
                </a:lnTo>
                <a:lnTo>
                  <a:pt x="2201705" y="2259888"/>
                </a:lnTo>
                <a:lnTo>
                  <a:pt x="2191948" y="2272060"/>
                </a:lnTo>
                <a:lnTo>
                  <a:pt x="2189097" y="2270306"/>
                </a:lnTo>
                <a:lnTo>
                  <a:pt x="2186466" y="2286097"/>
                </a:lnTo>
                <a:lnTo>
                  <a:pt x="2141079" y="2246729"/>
                </a:lnTo>
                <a:lnTo>
                  <a:pt x="2144368" y="2240588"/>
                </a:lnTo>
                <a:lnTo>
                  <a:pt x="2121455" y="2221397"/>
                </a:lnTo>
                <a:lnTo>
                  <a:pt x="2111589" y="2238614"/>
                </a:lnTo>
                <a:lnTo>
                  <a:pt x="2064228" y="2210321"/>
                </a:lnTo>
                <a:lnTo>
                  <a:pt x="1971262" y="2366039"/>
                </a:lnTo>
                <a:lnTo>
                  <a:pt x="1895178" y="2320311"/>
                </a:lnTo>
                <a:lnTo>
                  <a:pt x="1983540" y="2171063"/>
                </a:lnTo>
                <a:lnTo>
                  <a:pt x="1876541" y="2106582"/>
                </a:lnTo>
                <a:lnTo>
                  <a:pt x="1808571" y="2220958"/>
                </a:lnTo>
                <a:lnTo>
                  <a:pt x="1584596" y="2086624"/>
                </a:lnTo>
                <a:lnTo>
                  <a:pt x="1614963" y="2034206"/>
                </a:lnTo>
                <a:lnTo>
                  <a:pt x="1653115" y="2027846"/>
                </a:lnTo>
                <a:lnTo>
                  <a:pt x="1791687" y="2110530"/>
                </a:lnTo>
                <a:lnTo>
                  <a:pt x="1826331" y="2051971"/>
                </a:lnTo>
                <a:lnTo>
                  <a:pt x="1699598" y="1975757"/>
                </a:lnTo>
                <a:lnTo>
                  <a:pt x="1725142" y="1933428"/>
                </a:lnTo>
                <a:lnTo>
                  <a:pt x="1675918" y="1880462"/>
                </a:lnTo>
                <a:lnTo>
                  <a:pt x="1640727" y="1904258"/>
                </a:lnTo>
                <a:lnTo>
                  <a:pt x="1571879" y="1911057"/>
                </a:lnTo>
                <a:lnTo>
                  <a:pt x="1517831" y="1894060"/>
                </a:lnTo>
                <a:lnTo>
                  <a:pt x="1514981" y="1882655"/>
                </a:lnTo>
                <a:lnTo>
                  <a:pt x="1525286" y="1863026"/>
                </a:lnTo>
                <a:lnTo>
                  <a:pt x="1509938" y="1858201"/>
                </a:lnTo>
                <a:lnTo>
                  <a:pt x="1481763" y="1885725"/>
                </a:lnTo>
                <a:lnTo>
                  <a:pt x="1358867" y="1854801"/>
                </a:lnTo>
                <a:lnTo>
                  <a:pt x="1336503" y="1869715"/>
                </a:lnTo>
                <a:lnTo>
                  <a:pt x="1280591" y="1842410"/>
                </a:lnTo>
                <a:lnTo>
                  <a:pt x="1207577" y="1780342"/>
                </a:lnTo>
                <a:lnTo>
                  <a:pt x="1167562" y="1780122"/>
                </a:lnTo>
                <a:lnTo>
                  <a:pt x="1172276" y="1801725"/>
                </a:lnTo>
                <a:lnTo>
                  <a:pt x="1202206" y="1807976"/>
                </a:lnTo>
                <a:lnTo>
                  <a:pt x="1263160" y="1859736"/>
                </a:lnTo>
                <a:lnTo>
                  <a:pt x="1257459" y="1874759"/>
                </a:lnTo>
                <a:lnTo>
                  <a:pt x="1283003" y="1876295"/>
                </a:lnTo>
                <a:lnTo>
                  <a:pt x="1164054" y="1876953"/>
                </a:lnTo>
                <a:lnTo>
                  <a:pt x="1163287" y="1948671"/>
                </a:lnTo>
                <a:lnTo>
                  <a:pt x="1168768" y="1962159"/>
                </a:lnTo>
                <a:lnTo>
                  <a:pt x="1224789" y="1974989"/>
                </a:lnTo>
                <a:lnTo>
                  <a:pt x="1232902" y="1960514"/>
                </a:lnTo>
                <a:lnTo>
                  <a:pt x="1250772" y="1966216"/>
                </a:lnTo>
                <a:lnTo>
                  <a:pt x="1240686" y="1982446"/>
                </a:lnTo>
                <a:lnTo>
                  <a:pt x="1255267" y="1969835"/>
                </a:lnTo>
                <a:lnTo>
                  <a:pt x="1264037" y="1967642"/>
                </a:lnTo>
                <a:lnTo>
                  <a:pt x="1302627" y="1986723"/>
                </a:lnTo>
                <a:lnTo>
                  <a:pt x="1317756" y="2012713"/>
                </a:lnTo>
                <a:lnTo>
                  <a:pt x="1323895" y="2046269"/>
                </a:lnTo>
                <a:lnTo>
                  <a:pt x="1353824" y="2081580"/>
                </a:lnTo>
                <a:lnTo>
                  <a:pt x="1357990" y="2084760"/>
                </a:lnTo>
                <a:lnTo>
                  <a:pt x="1366651" y="2081689"/>
                </a:lnTo>
                <a:lnTo>
                  <a:pt x="1366212" y="2085966"/>
                </a:lnTo>
                <a:lnTo>
                  <a:pt x="1372461" y="2087721"/>
                </a:lnTo>
                <a:lnTo>
                  <a:pt x="1372352" y="2099235"/>
                </a:lnTo>
                <a:lnTo>
                  <a:pt x="1380135" y="2094958"/>
                </a:lnTo>
                <a:lnTo>
                  <a:pt x="1384082" y="2106692"/>
                </a:lnTo>
                <a:lnTo>
                  <a:pt x="1426948" y="2113491"/>
                </a:lnTo>
                <a:lnTo>
                  <a:pt x="1472773" y="2159987"/>
                </a:lnTo>
                <a:lnTo>
                  <a:pt x="1473760" y="2167663"/>
                </a:lnTo>
                <a:lnTo>
                  <a:pt x="1456438" y="2185648"/>
                </a:lnTo>
                <a:lnTo>
                  <a:pt x="1441090" y="2194859"/>
                </a:lnTo>
                <a:lnTo>
                  <a:pt x="1414888" y="2200452"/>
                </a:lnTo>
                <a:lnTo>
                  <a:pt x="1393949" y="2210102"/>
                </a:lnTo>
                <a:lnTo>
                  <a:pt x="1380355" y="2197272"/>
                </a:lnTo>
                <a:lnTo>
                  <a:pt x="1359415" y="2195956"/>
                </a:lnTo>
                <a:lnTo>
                  <a:pt x="1320716" y="2183345"/>
                </a:lnTo>
                <a:lnTo>
                  <a:pt x="1292102" y="2209773"/>
                </a:lnTo>
                <a:lnTo>
                  <a:pt x="1299009" y="2211966"/>
                </a:lnTo>
                <a:lnTo>
                  <a:pt x="1321593" y="2191131"/>
                </a:lnTo>
                <a:lnTo>
                  <a:pt x="1329267" y="2191460"/>
                </a:lnTo>
                <a:lnTo>
                  <a:pt x="1376518" y="2202206"/>
                </a:lnTo>
                <a:lnTo>
                  <a:pt x="1394716" y="2219862"/>
                </a:lnTo>
                <a:lnTo>
                  <a:pt x="1396909" y="2228854"/>
                </a:lnTo>
                <a:lnTo>
                  <a:pt x="1375202" y="2275021"/>
                </a:lnTo>
                <a:lnTo>
                  <a:pt x="1355140" y="2290373"/>
                </a:lnTo>
                <a:lnTo>
                  <a:pt x="1280482" y="2322723"/>
                </a:lnTo>
                <a:lnTo>
                  <a:pt x="1228407" y="2278749"/>
                </a:lnTo>
                <a:lnTo>
                  <a:pt x="1152214" y="2237407"/>
                </a:lnTo>
                <a:lnTo>
                  <a:pt x="1151118" y="2221178"/>
                </a:lnTo>
                <a:lnTo>
                  <a:pt x="1145527" y="2209554"/>
                </a:lnTo>
                <a:lnTo>
                  <a:pt x="1129630" y="2235105"/>
                </a:lnTo>
                <a:lnTo>
                  <a:pt x="1100907" y="2219752"/>
                </a:lnTo>
                <a:lnTo>
                  <a:pt x="1086546" y="2250018"/>
                </a:lnTo>
                <a:lnTo>
                  <a:pt x="1185432" y="2308906"/>
                </a:lnTo>
                <a:lnTo>
                  <a:pt x="1188173" y="2322065"/>
                </a:lnTo>
                <a:lnTo>
                  <a:pt x="1101017" y="2371303"/>
                </a:lnTo>
                <a:lnTo>
                  <a:pt x="969351" y="2418128"/>
                </a:lnTo>
                <a:lnTo>
                  <a:pt x="928678" y="2274144"/>
                </a:lnTo>
                <a:lnTo>
                  <a:pt x="869039" y="2219204"/>
                </a:lnTo>
                <a:lnTo>
                  <a:pt x="815978" y="2277763"/>
                </a:lnTo>
                <a:lnTo>
                  <a:pt x="879344" y="2336212"/>
                </a:lnTo>
                <a:lnTo>
                  <a:pt x="928349" y="2508708"/>
                </a:lnTo>
                <a:lnTo>
                  <a:pt x="928459" y="2530311"/>
                </a:lnTo>
                <a:lnTo>
                  <a:pt x="921662" y="2544567"/>
                </a:lnTo>
                <a:lnTo>
                  <a:pt x="900503" y="2566938"/>
                </a:lnTo>
                <a:lnTo>
                  <a:pt x="890965" y="2557178"/>
                </a:lnTo>
                <a:lnTo>
                  <a:pt x="842947" y="2608609"/>
                </a:lnTo>
                <a:lnTo>
                  <a:pt x="847771" y="2619794"/>
                </a:lnTo>
                <a:lnTo>
                  <a:pt x="753270" y="2715418"/>
                </a:lnTo>
                <a:lnTo>
                  <a:pt x="742197" y="2721230"/>
                </a:lnTo>
                <a:lnTo>
                  <a:pt x="729809" y="2719586"/>
                </a:lnTo>
                <a:lnTo>
                  <a:pt x="720600" y="2711142"/>
                </a:lnTo>
                <a:lnTo>
                  <a:pt x="702730" y="2673638"/>
                </a:lnTo>
                <a:lnTo>
                  <a:pt x="701195" y="2658066"/>
                </a:lnTo>
                <a:lnTo>
                  <a:pt x="704594" y="2658614"/>
                </a:lnTo>
                <a:lnTo>
                  <a:pt x="706567" y="2672102"/>
                </a:lnTo>
                <a:lnTo>
                  <a:pt x="724218" y="2709058"/>
                </a:lnTo>
                <a:lnTo>
                  <a:pt x="728603" y="2710703"/>
                </a:lnTo>
                <a:lnTo>
                  <a:pt x="770920" y="2669251"/>
                </a:lnTo>
                <a:lnTo>
                  <a:pt x="773113" y="2654447"/>
                </a:lnTo>
                <a:lnTo>
                  <a:pt x="754695" y="2615517"/>
                </a:lnTo>
                <a:lnTo>
                  <a:pt x="747130" y="2610254"/>
                </a:lnTo>
                <a:lnTo>
                  <a:pt x="736825" y="2591063"/>
                </a:lnTo>
                <a:lnTo>
                  <a:pt x="691767" y="2587006"/>
                </a:lnTo>
                <a:lnTo>
                  <a:pt x="650656" y="2501690"/>
                </a:lnTo>
                <a:lnTo>
                  <a:pt x="628401" y="2476029"/>
                </a:lnTo>
                <a:lnTo>
                  <a:pt x="526554" y="2223480"/>
                </a:lnTo>
                <a:lnTo>
                  <a:pt x="526554" y="2169747"/>
                </a:lnTo>
                <a:lnTo>
                  <a:pt x="581698" y="2126540"/>
                </a:lnTo>
                <a:lnTo>
                  <a:pt x="604063" y="2157794"/>
                </a:lnTo>
                <a:lnTo>
                  <a:pt x="779471" y="2034864"/>
                </a:lnTo>
                <a:lnTo>
                  <a:pt x="853581" y="1990451"/>
                </a:lnTo>
                <a:lnTo>
                  <a:pt x="909383" y="1973344"/>
                </a:lnTo>
                <a:lnTo>
                  <a:pt x="954331" y="1974770"/>
                </a:lnTo>
                <a:lnTo>
                  <a:pt x="993798" y="1968958"/>
                </a:lnTo>
                <a:lnTo>
                  <a:pt x="999938" y="1975867"/>
                </a:lnTo>
                <a:lnTo>
                  <a:pt x="942163" y="2039360"/>
                </a:lnTo>
                <a:lnTo>
                  <a:pt x="935365" y="2063924"/>
                </a:lnTo>
                <a:lnTo>
                  <a:pt x="893816" y="2104499"/>
                </a:lnTo>
                <a:lnTo>
                  <a:pt x="860926" y="2130050"/>
                </a:lnTo>
                <a:lnTo>
                  <a:pt x="902915" y="2171501"/>
                </a:lnTo>
                <a:lnTo>
                  <a:pt x="947096" y="2124128"/>
                </a:lnTo>
                <a:lnTo>
                  <a:pt x="961129" y="2135862"/>
                </a:lnTo>
                <a:lnTo>
                  <a:pt x="977025" y="2125882"/>
                </a:lnTo>
                <a:lnTo>
                  <a:pt x="986892" y="2125553"/>
                </a:lnTo>
                <a:lnTo>
                  <a:pt x="983164" y="2117987"/>
                </a:lnTo>
                <a:lnTo>
                  <a:pt x="988865" y="2117658"/>
                </a:lnTo>
                <a:lnTo>
                  <a:pt x="989961" y="2122264"/>
                </a:lnTo>
                <a:lnTo>
                  <a:pt x="996539" y="2119522"/>
                </a:lnTo>
                <a:lnTo>
                  <a:pt x="985357" y="2101318"/>
                </a:lnTo>
                <a:lnTo>
                  <a:pt x="993579" y="2082018"/>
                </a:lnTo>
                <a:lnTo>
                  <a:pt x="986892" y="2076645"/>
                </a:lnTo>
                <a:lnTo>
                  <a:pt x="1011558" y="2053068"/>
                </a:lnTo>
                <a:lnTo>
                  <a:pt x="1077994" y="1972577"/>
                </a:lnTo>
                <a:lnTo>
                  <a:pt x="1091917" y="1971042"/>
                </a:lnTo>
                <a:lnTo>
                  <a:pt x="1093891" y="1961501"/>
                </a:lnTo>
                <a:lnTo>
                  <a:pt x="1104086" y="1955360"/>
                </a:lnTo>
                <a:lnTo>
                  <a:pt x="1126999" y="1952509"/>
                </a:lnTo>
                <a:lnTo>
                  <a:pt x="1163725" y="1964791"/>
                </a:lnTo>
                <a:lnTo>
                  <a:pt x="1157586" y="1947684"/>
                </a:lnTo>
                <a:lnTo>
                  <a:pt x="1159121" y="1796242"/>
                </a:lnTo>
                <a:lnTo>
                  <a:pt x="1152324" y="1780451"/>
                </a:lnTo>
                <a:lnTo>
                  <a:pt x="1141580" y="1787689"/>
                </a:lnTo>
                <a:lnTo>
                  <a:pt x="1125793" y="1789114"/>
                </a:lnTo>
                <a:lnTo>
                  <a:pt x="1126670" y="1813569"/>
                </a:lnTo>
                <a:lnTo>
                  <a:pt x="1119544" y="1819381"/>
                </a:lnTo>
                <a:lnTo>
                  <a:pt x="1114282" y="1840874"/>
                </a:lnTo>
                <a:lnTo>
                  <a:pt x="1118777" y="1840655"/>
                </a:lnTo>
                <a:lnTo>
                  <a:pt x="1119106" y="1850086"/>
                </a:lnTo>
                <a:lnTo>
                  <a:pt x="1060234" y="1852498"/>
                </a:lnTo>
                <a:lnTo>
                  <a:pt x="1059138" y="1828702"/>
                </a:lnTo>
                <a:lnTo>
                  <a:pt x="1026359" y="1817626"/>
                </a:lnTo>
                <a:close/>
              </a:path>
            </a:pathLst>
          </a:custGeom>
          <a:solidFill xmlns:a="http://schemas.openxmlformats.org/drawingml/2006/main">
            <a:srgbClr val="E4EAF4"/>
          </a:solidFill>
          <a:ln xmlns:a="http://schemas.openxmlformats.org/drawingml/2006/main" w="0">
            <a:noFill/>
            <a:prstDash val="solid"/>
          </a:ln>
        </p:spPr>
      </p:sp>
      <p:sp>
        <p:nvSpPr>
          <p:cNvPr id="17" name="Editable chart path">
            <a:extLst xmlns:a="http://schemas.openxmlformats.org/drawingml/2006/main">
              <a:ext uri="{FF2B5EF4-FFF2-40B4-BE49-F238E27FC236}">
                <a16:creationId xmlns:a16="http://schemas.microsoft.com/office/drawing/2014/main" id="{1AA6E160-8D5A-402B-B92A-681E9AB5293C}"/>
              </a:ext>
            </a:extLst>
          </p:cNvPr>
          <p:cNvSpPr>
            <a:spLocks xmlns:a="http://schemas.openxmlformats.org/drawingml/2006/main" noGrp="1"/>
          </p:cNvSpPr>
          <p:nvPr/>
        </p:nvSpPr>
        <p:spPr>
          <a:xfrm xmlns:a="http://schemas.openxmlformats.org/drawingml/2006/main">
            <a:off x="4131169" y="2756512"/>
            <a:ext cx="674792" cy="251875"/>
          </a:xfrm>
          <a:custGeom xmlns:a="http://schemas.openxmlformats.org/drawingml/2006/main">
            <a:pathLst>
              <a:path w="841412" h="314068">
                <a:moveTo>
                  <a:pt x="18199" y="92444"/>
                </a:moveTo>
                <a:lnTo>
                  <a:pt x="20501" y="86851"/>
                </a:lnTo>
                <a:lnTo>
                  <a:pt x="13265" y="81697"/>
                </a:lnTo>
                <a:lnTo>
                  <a:pt x="11950" y="68757"/>
                </a:lnTo>
                <a:lnTo>
                  <a:pt x="0" y="62726"/>
                </a:lnTo>
                <a:lnTo>
                  <a:pt x="2960" y="50554"/>
                </a:lnTo>
                <a:lnTo>
                  <a:pt x="110" y="48799"/>
                </a:lnTo>
                <a:lnTo>
                  <a:pt x="30587" y="41342"/>
                </a:lnTo>
                <a:lnTo>
                  <a:pt x="44839" y="22261"/>
                </a:lnTo>
                <a:lnTo>
                  <a:pt x="65888" y="15901"/>
                </a:lnTo>
                <a:lnTo>
                  <a:pt x="80249" y="0"/>
                </a:lnTo>
                <a:lnTo>
                  <a:pt x="130679" y="17436"/>
                </a:lnTo>
                <a:lnTo>
                  <a:pt x="181438" y="41232"/>
                </a:lnTo>
                <a:lnTo>
                  <a:pt x="212354" y="46386"/>
                </a:lnTo>
                <a:lnTo>
                  <a:pt x="237898" y="59984"/>
                </a:lnTo>
                <a:lnTo>
                  <a:pt x="248641" y="71279"/>
                </a:lnTo>
                <a:lnTo>
                  <a:pt x="252917" y="84877"/>
                </a:lnTo>
                <a:lnTo>
                  <a:pt x="295015" y="103300"/>
                </a:lnTo>
                <a:lnTo>
                  <a:pt x="297756" y="97598"/>
                </a:lnTo>
                <a:lnTo>
                  <a:pt x="317489" y="98914"/>
                </a:lnTo>
                <a:lnTo>
                  <a:pt x="325163" y="114047"/>
                </a:lnTo>
                <a:lnTo>
                  <a:pt x="359697" y="111525"/>
                </a:lnTo>
                <a:lnTo>
                  <a:pt x="383816" y="114486"/>
                </a:lnTo>
                <a:lnTo>
                  <a:pt x="412648" y="103739"/>
                </a:lnTo>
                <a:lnTo>
                  <a:pt x="469875" y="98914"/>
                </a:lnTo>
                <a:lnTo>
                  <a:pt x="482812" y="92225"/>
                </a:lnTo>
                <a:lnTo>
                  <a:pt x="509342" y="97708"/>
                </a:lnTo>
                <a:lnTo>
                  <a:pt x="523704" y="108454"/>
                </a:lnTo>
                <a:lnTo>
                  <a:pt x="540148" y="105932"/>
                </a:lnTo>
                <a:lnTo>
                  <a:pt x="574682" y="114815"/>
                </a:lnTo>
                <a:lnTo>
                  <a:pt x="627304" y="111964"/>
                </a:lnTo>
                <a:lnTo>
                  <a:pt x="642214" y="106700"/>
                </a:lnTo>
                <a:lnTo>
                  <a:pt x="650327" y="98585"/>
                </a:lnTo>
                <a:lnTo>
                  <a:pt x="740552" y="96063"/>
                </a:lnTo>
                <a:lnTo>
                  <a:pt x="773880" y="110648"/>
                </a:lnTo>
                <a:lnTo>
                  <a:pt x="798108" y="136966"/>
                </a:lnTo>
                <a:lnTo>
                  <a:pt x="821569" y="192235"/>
                </a:lnTo>
                <a:lnTo>
                  <a:pt x="841412" y="266037"/>
                </a:lnTo>
                <a:lnTo>
                  <a:pt x="836698" y="273713"/>
                </a:lnTo>
                <a:lnTo>
                  <a:pt x="823762" y="277442"/>
                </a:lnTo>
                <a:lnTo>
                  <a:pt x="767960" y="263624"/>
                </a:lnTo>
                <a:lnTo>
                  <a:pt x="683654" y="263186"/>
                </a:lnTo>
                <a:lnTo>
                  <a:pt x="676419" y="278209"/>
                </a:lnTo>
                <a:lnTo>
                  <a:pt x="668416" y="272068"/>
                </a:lnTo>
                <a:lnTo>
                  <a:pt x="670937" y="264831"/>
                </a:lnTo>
                <a:lnTo>
                  <a:pt x="664798" y="263076"/>
                </a:lnTo>
                <a:lnTo>
                  <a:pt x="567994" y="262418"/>
                </a:lnTo>
                <a:lnTo>
                  <a:pt x="529405" y="281060"/>
                </a:lnTo>
                <a:lnTo>
                  <a:pt x="509671" y="270094"/>
                </a:lnTo>
                <a:lnTo>
                  <a:pt x="503093" y="278538"/>
                </a:lnTo>
                <a:lnTo>
                  <a:pt x="485991" y="285118"/>
                </a:lnTo>
                <a:lnTo>
                  <a:pt x="482264" y="279964"/>
                </a:lnTo>
                <a:lnTo>
                  <a:pt x="474699" y="282267"/>
                </a:lnTo>
                <a:lnTo>
                  <a:pt x="457816" y="295865"/>
                </a:lnTo>
                <a:lnTo>
                  <a:pt x="446524" y="298716"/>
                </a:lnTo>
                <a:lnTo>
                  <a:pt x="436657" y="295755"/>
                </a:lnTo>
                <a:lnTo>
                  <a:pt x="393463" y="310998"/>
                </a:lnTo>
                <a:lnTo>
                  <a:pt x="351365" y="314068"/>
                </a:lnTo>
                <a:lnTo>
                  <a:pt x="320340" y="277551"/>
                </a:lnTo>
                <a:lnTo>
                  <a:pt x="312885" y="254413"/>
                </a:lnTo>
                <a:lnTo>
                  <a:pt x="296988" y="244763"/>
                </a:lnTo>
                <a:lnTo>
                  <a:pt x="264209" y="247175"/>
                </a:lnTo>
                <a:lnTo>
                  <a:pt x="244256" y="209562"/>
                </a:lnTo>
                <a:lnTo>
                  <a:pt x="246339" y="199034"/>
                </a:lnTo>
                <a:lnTo>
                  <a:pt x="241515" y="201008"/>
                </a:lnTo>
                <a:lnTo>
                  <a:pt x="222440" y="187629"/>
                </a:lnTo>
                <a:lnTo>
                  <a:pt x="200404" y="185765"/>
                </a:lnTo>
                <a:lnTo>
                  <a:pt x="192511" y="177650"/>
                </a:lnTo>
                <a:lnTo>
                  <a:pt x="161376" y="168658"/>
                </a:lnTo>
                <a:lnTo>
                  <a:pt x="137696" y="151551"/>
                </a:lnTo>
                <a:lnTo>
                  <a:pt x="130679" y="148919"/>
                </a:lnTo>
                <a:lnTo>
                  <a:pt x="132214" y="153196"/>
                </a:lnTo>
                <a:lnTo>
                  <a:pt x="124321" y="152209"/>
                </a:lnTo>
                <a:lnTo>
                  <a:pt x="115550" y="141572"/>
                </a:lnTo>
                <a:lnTo>
                  <a:pt x="88033" y="136418"/>
                </a:lnTo>
                <a:lnTo>
                  <a:pt x="79811" y="119201"/>
                </a:lnTo>
                <a:lnTo>
                  <a:pt x="63147" y="116240"/>
                </a:lnTo>
                <a:lnTo>
                  <a:pt x="56898" y="121723"/>
                </a:lnTo>
                <a:lnTo>
                  <a:pt x="46812" y="119749"/>
                </a:lnTo>
                <a:lnTo>
                  <a:pt x="26092" y="98037"/>
                </a:lnTo>
                <a:lnTo>
                  <a:pt x="21816" y="99901"/>
                </a:lnTo>
                <a:lnTo>
                  <a:pt x="23790" y="92663"/>
                </a:lnTo>
                <a:close/>
              </a:path>
            </a:pathLst>
          </a:custGeom>
          <a:solidFill xmlns:a="http://schemas.openxmlformats.org/drawingml/2006/main">
            <a:srgbClr val="E4EAF4"/>
          </a:solidFill>
          <a:ln xmlns:a="http://schemas.openxmlformats.org/drawingml/2006/main" w="0">
            <a:noFill/>
            <a:prstDash val="solid"/>
          </a:ln>
        </p:spPr>
      </p:sp>
      <p:sp>
        <p:nvSpPr>
          <p:cNvPr id="18" name="Editable chart path">
            <a:extLst xmlns:a="http://schemas.openxmlformats.org/drawingml/2006/main">
              <a:ext uri="{FF2B5EF4-FFF2-40B4-BE49-F238E27FC236}">
                <a16:creationId xmlns:a16="http://schemas.microsoft.com/office/drawing/2014/main" id="{EE9B0AF6-8376-4B6C-8DF5-8A49B2DF4232}"/>
              </a:ext>
            </a:extLst>
          </p:cNvPr>
          <p:cNvSpPr>
            <a:spLocks xmlns:a="http://schemas.openxmlformats.org/drawingml/2006/main" noGrp="1"/>
          </p:cNvSpPr>
          <p:nvPr/>
        </p:nvSpPr>
        <p:spPr>
          <a:xfrm xmlns:a="http://schemas.openxmlformats.org/drawingml/2006/main">
            <a:off x="3399492" y="4476633"/>
            <a:ext cx="142783" cy="168415"/>
          </a:xfrm>
          <a:custGeom xmlns:a="http://schemas.openxmlformats.org/drawingml/2006/main">
            <a:pathLst>
              <a:path w="178040" h="210000">
                <a:moveTo>
                  <a:pt x="60735" y="17875"/>
                </a:moveTo>
                <a:lnTo>
                  <a:pt x="69834" y="31034"/>
                </a:lnTo>
                <a:lnTo>
                  <a:pt x="76083" y="24454"/>
                </a:lnTo>
                <a:lnTo>
                  <a:pt x="87814" y="24893"/>
                </a:lnTo>
                <a:lnTo>
                  <a:pt x="93734" y="20616"/>
                </a:lnTo>
                <a:lnTo>
                  <a:pt x="87266" y="14914"/>
                </a:lnTo>
                <a:lnTo>
                  <a:pt x="85731" y="17984"/>
                </a:lnTo>
                <a:lnTo>
                  <a:pt x="89568" y="10966"/>
                </a:lnTo>
                <a:lnTo>
                  <a:pt x="160389" y="1974"/>
                </a:lnTo>
                <a:lnTo>
                  <a:pt x="166528" y="6360"/>
                </a:lnTo>
                <a:lnTo>
                  <a:pt x="166528" y="15901"/>
                </a:lnTo>
                <a:lnTo>
                  <a:pt x="155565" y="33885"/>
                </a:lnTo>
                <a:lnTo>
                  <a:pt x="128267" y="44193"/>
                </a:lnTo>
                <a:lnTo>
                  <a:pt x="129693" y="38272"/>
                </a:lnTo>
                <a:lnTo>
                  <a:pt x="119716" y="37065"/>
                </a:lnTo>
                <a:lnTo>
                  <a:pt x="112481" y="44303"/>
                </a:lnTo>
                <a:lnTo>
                  <a:pt x="110178" y="55159"/>
                </a:lnTo>
                <a:lnTo>
                  <a:pt x="120264" y="76105"/>
                </a:lnTo>
                <a:lnTo>
                  <a:pt x="132104" y="76214"/>
                </a:lnTo>
                <a:lnTo>
                  <a:pt x="134516" y="72047"/>
                </a:lnTo>
                <a:lnTo>
                  <a:pt x="130679" y="69415"/>
                </a:lnTo>
                <a:lnTo>
                  <a:pt x="139121" y="72376"/>
                </a:lnTo>
                <a:lnTo>
                  <a:pt x="144164" y="97379"/>
                </a:lnTo>
                <a:lnTo>
                  <a:pt x="165980" y="116021"/>
                </a:lnTo>
                <a:lnTo>
                  <a:pt x="170365" y="127755"/>
                </a:lnTo>
                <a:lnTo>
                  <a:pt x="177601" y="132799"/>
                </a:lnTo>
                <a:lnTo>
                  <a:pt x="178040" y="139927"/>
                </a:lnTo>
                <a:lnTo>
                  <a:pt x="173106" y="135321"/>
                </a:lnTo>
                <a:lnTo>
                  <a:pt x="165651" y="138611"/>
                </a:lnTo>
                <a:lnTo>
                  <a:pt x="161047" y="151880"/>
                </a:lnTo>
                <a:lnTo>
                  <a:pt x="167296" y="156924"/>
                </a:lnTo>
                <a:lnTo>
                  <a:pt x="151509" y="163614"/>
                </a:lnTo>
                <a:lnTo>
                  <a:pt x="155127" y="160543"/>
                </a:lnTo>
                <a:lnTo>
                  <a:pt x="143068" y="154622"/>
                </a:lnTo>
                <a:lnTo>
                  <a:pt x="135284" y="142888"/>
                </a:lnTo>
                <a:lnTo>
                  <a:pt x="116208" y="128084"/>
                </a:lnTo>
                <a:lnTo>
                  <a:pt x="102285" y="108125"/>
                </a:lnTo>
                <a:lnTo>
                  <a:pt x="89020" y="127864"/>
                </a:lnTo>
                <a:lnTo>
                  <a:pt x="92199" y="147603"/>
                </a:lnTo>
                <a:lnTo>
                  <a:pt x="92089" y="141024"/>
                </a:lnTo>
                <a:lnTo>
                  <a:pt x="83209" y="142559"/>
                </a:lnTo>
                <a:lnTo>
                  <a:pt x="87266" y="164272"/>
                </a:lnTo>
                <a:lnTo>
                  <a:pt x="91212" y="165588"/>
                </a:lnTo>
                <a:lnTo>
                  <a:pt x="92638" y="161640"/>
                </a:lnTo>
                <a:lnTo>
                  <a:pt x="93844" y="180063"/>
                </a:lnTo>
                <a:lnTo>
                  <a:pt x="88910" y="178966"/>
                </a:lnTo>
                <a:lnTo>
                  <a:pt x="87704" y="190261"/>
                </a:lnTo>
                <a:lnTo>
                  <a:pt x="92089" y="195086"/>
                </a:lnTo>
                <a:lnTo>
                  <a:pt x="97681" y="193003"/>
                </a:lnTo>
                <a:lnTo>
                  <a:pt x="99106" y="201556"/>
                </a:lnTo>
                <a:lnTo>
                  <a:pt x="92199" y="210000"/>
                </a:lnTo>
                <a:lnTo>
                  <a:pt x="78166" y="195525"/>
                </a:lnTo>
                <a:lnTo>
                  <a:pt x="67423" y="192784"/>
                </a:lnTo>
                <a:lnTo>
                  <a:pt x="54925" y="171290"/>
                </a:lnTo>
                <a:lnTo>
                  <a:pt x="0" y="113389"/>
                </a:lnTo>
                <a:lnTo>
                  <a:pt x="12827" y="101984"/>
                </a:lnTo>
                <a:lnTo>
                  <a:pt x="25982" y="99133"/>
                </a:lnTo>
                <a:lnTo>
                  <a:pt x="33328" y="101875"/>
                </a:lnTo>
                <a:lnTo>
                  <a:pt x="29710" y="102642"/>
                </a:lnTo>
                <a:lnTo>
                  <a:pt x="35191" y="107577"/>
                </a:lnTo>
                <a:lnTo>
                  <a:pt x="40125" y="107687"/>
                </a:lnTo>
                <a:lnTo>
                  <a:pt x="39248" y="104287"/>
                </a:lnTo>
                <a:lnTo>
                  <a:pt x="46593" y="111744"/>
                </a:lnTo>
                <a:lnTo>
                  <a:pt x="59529" y="113937"/>
                </a:lnTo>
                <a:lnTo>
                  <a:pt x="56679" y="120736"/>
                </a:lnTo>
                <a:lnTo>
                  <a:pt x="77289" y="132031"/>
                </a:lnTo>
                <a:lnTo>
                  <a:pt x="81126" y="125890"/>
                </a:lnTo>
                <a:lnTo>
                  <a:pt x="72904" y="119311"/>
                </a:lnTo>
                <a:lnTo>
                  <a:pt x="88033" y="126658"/>
                </a:lnTo>
                <a:lnTo>
                  <a:pt x="99873" y="107358"/>
                </a:lnTo>
                <a:lnTo>
                  <a:pt x="97681" y="97598"/>
                </a:lnTo>
                <a:lnTo>
                  <a:pt x="101408" y="91676"/>
                </a:lnTo>
                <a:lnTo>
                  <a:pt x="97023" y="84877"/>
                </a:lnTo>
                <a:lnTo>
                  <a:pt x="93405" y="87619"/>
                </a:lnTo>
                <a:lnTo>
                  <a:pt x="77399" y="73911"/>
                </a:lnTo>
                <a:lnTo>
                  <a:pt x="86718" y="65577"/>
                </a:lnTo>
                <a:lnTo>
                  <a:pt x="93076" y="70841"/>
                </a:lnTo>
                <a:lnTo>
                  <a:pt x="99215" y="68538"/>
                </a:lnTo>
                <a:lnTo>
                  <a:pt x="98338" y="50554"/>
                </a:lnTo>
                <a:lnTo>
                  <a:pt x="77509" y="51431"/>
                </a:lnTo>
                <a:lnTo>
                  <a:pt x="74768" y="36846"/>
                </a:lnTo>
                <a:lnTo>
                  <a:pt x="54267" y="63932"/>
                </a:lnTo>
                <a:lnTo>
                  <a:pt x="39686" y="65796"/>
                </a:lnTo>
                <a:lnTo>
                  <a:pt x="41550" y="57133"/>
                </a:lnTo>
                <a:lnTo>
                  <a:pt x="63586" y="48689"/>
                </a:lnTo>
                <a:lnTo>
                  <a:pt x="68519" y="32679"/>
                </a:lnTo>
                <a:lnTo>
                  <a:pt x="55363" y="18094"/>
                </a:lnTo>
                <a:lnTo>
                  <a:pt x="51197" y="23687"/>
                </a:lnTo>
                <a:lnTo>
                  <a:pt x="53828" y="25661"/>
                </a:lnTo>
                <a:lnTo>
                  <a:pt x="46483" y="24783"/>
                </a:lnTo>
                <a:lnTo>
                  <a:pt x="25653" y="4167"/>
                </a:lnTo>
                <a:lnTo>
                  <a:pt x="29600" y="0"/>
                </a:lnTo>
                <a:lnTo>
                  <a:pt x="58104" y="8773"/>
                </a:lnTo>
                <a:close/>
              </a:path>
            </a:pathLst>
          </a:custGeom>
          <a:solidFill xmlns:a="http://schemas.openxmlformats.org/drawingml/2006/main">
            <a:srgbClr val="E4EAF4"/>
          </a:solidFill>
          <a:ln xmlns:a="http://schemas.openxmlformats.org/drawingml/2006/main" w="0">
            <a:noFill/>
            <a:prstDash val="solid"/>
          </a:ln>
        </p:spPr>
      </p:sp>
      <p:sp>
        <p:nvSpPr>
          <p:cNvPr id="19" name="Editable chart path">
            <a:extLst xmlns:a="http://schemas.openxmlformats.org/drawingml/2006/main">
              <a:ext uri="{FF2B5EF4-FFF2-40B4-BE49-F238E27FC236}">
                <a16:creationId xmlns:a16="http://schemas.microsoft.com/office/drawing/2014/main" id="{0E8007F8-5D77-4B00-8367-9F0441E3E666}"/>
              </a:ext>
            </a:extLst>
          </p:cNvPr>
          <p:cNvSpPr>
            <a:spLocks xmlns:a="http://schemas.openxmlformats.org/drawingml/2006/main" noGrp="1"/>
          </p:cNvSpPr>
          <p:nvPr/>
        </p:nvSpPr>
        <p:spPr>
          <a:xfrm xmlns:a="http://schemas.openxmlformats.org/drawingml/2006/main">
            <a:off x="3413208" y="4362128"/>
            <a:ext cx="93724" cy="68509"/>
          </a:xfrm>
          <a:custGeom xmlns:a="http://schemas.openxmlformats.org/drawingml/2006/main">
            <a:pathLst>
              <a:path w="116866" h="85426">
                <a:moveTo>
                  <a:pt x="116866" y="50883"/>
                </a:moveTo>
                <a:lnTo>
                  <a:pt x="114344" y="65796"/>
                </a:lnTo>
                <a:lnTo>
                  <a:pt x="102395" y="73144"/>
                </a:lnTo>
                <a:lnTo>
                  <a:pt x="60406" y="54940"/>
                </a:lnTo>
                <a:lnTo>
                  <a:pt x="47251" y="59436"/>
                </a:lnTo>
                <a:lnTo>
                  <a:pt x="14252" y="85426"/>
                </a:lnTo>
                <a:lnTo>
                  <a:pt x="5043" y="85097"/>
                </a:lnTo>
                <a:lnTo>
                  <a:pt x="0" y="77640"/>
                </a:lnTo>
                <a:lnTo>
                  <a:pt x="5153" y="62945"/>
                </a:lnTo>
                <a:lnTo>
                  <a:pt x="49882" y="32789"/>
                </a:lnTo>
                <a:lnTo>
                  <a:pt x="80688" y="0"/>
                </a:lnTo>
                <a:lnTo>
                  <a:pt x="91432" y="3619"/>
                </a:lnTo>
                <a:lnTo>
                  <a:pt x="103820" y="16230"/>
                </a:lnTo>
                <a:close/>
              </a:path>
            </a:pathLst>
          </a:custGeom>
          <a:solidFill xmlns:a="http://schemas.openxmlformats.org/drawingml/2006/main">
            <a:srgbClr val="E4EAF4"/>
          </a:solidFill>
          <a:ln xmlns:a="http://schemas.openxmlformats.org/drawingml/2006/main" w="0">
            <a:noFill/>
            <a:prstDash val="solid"/>
          </a:ln>
        </p:spPr>
      </p:sp>
      <p:sp>
        <p:nvSpPr>
          <p:cNvPr id="20" name="Editable chart path">
            <a:extLst xmlns:a="http://schemas.openxmlformats.org/drawingml/2006/main">
              <a:ext uri="{FF2B5EF4-FFF2-40B4-BE49-F238E27FC236}">
                <a16:creationId xmlns:a16="http://schemas.microsoft.com/office/drawing/2014/main" id="{25495E4F-B1FA-4754-80B7-B1625EEF8B85}"/>
              </a:ext>
            </a:extLst>
          </p:cNvPr>
          <p:cNvSpPr>
            <a:spLocks xmlns:a="http://schemas.openxmlformats.org/drawingml/2006/main" noGrp="1"/>
          </p:cNvSpPr>
          <p:nvPr/>
        </p:nvSpPr>
        <p:spPr>
          <a:xfrm xmlns:a="http://schemas.openxmlformats.org/drawingml/2006/main">
            <a:off x="3330474" y="4456581"/>
            <a:ext cx="46510" cy="63848"/>
          </a:xfrm>
          <a:custGeom xmlns:a="http://schemas.openxmlformats.org/drawingml/2006/main">
            <a:pathLst>
              <a:path w="57994" h="79614">
                <a:moveTo>
                  <a:pt x="57994" y="66454"/>
                </a:moveTo>
                <a:lnTo>
                  <a:pt x="55473" y="77420"/>
                </a:lnTo>
                <a:lnTo>
                  <a:pt x="49334" y="79614"/>
                </a:lnTo>
                <a:lnTo>
                  <a:pt x="20062" y="63055"/>
                </a:lnTo>
                <a:lnTo>
                  <a:pt x="0" y="20616"/>
                </a:lnTo>
                <a:lnTo>
                  <a:pt x="7016" y="0"/>
                </a:lnTo>
                <a:lnTo>
                  <a:pt x="26421" y="5922"/>
                </a:lnTo>
                <a:lnTo>
                  <a:pt x="43742" y="28073"/>
                </a:lnTo>
                <a:close/>
              </a:path>
            </a:pathLst>
          </a:custGeom>
          <a:solidFill xmlns:a="http://schemas.openxmlformats.org/drawingml/2006/main">
            <a:srgbClr val="E4EAF4"/>
          </a:solidFill>
          <a:ln xmlns:a="http://schemas.openxmlformats.org/drawingml/2006/main" w="0">
            <a:noFill/>
            <a:prstDash val="solid"/>
          </a:ln>
        </p:spPr>
      </p:sp>
      <p:sp>
        <p:nvSpPr>
          <p:cNvPr id="21" name="Editable chart path">
            <a:extLst xmlns:a="http://schemas.openxmlformats.org/drawingml/2006/main">
              <a:ext uri="{FF2B5EF4-FFF2-40B4-BE49-F238E27FC236}">
                <a16:creationId xmlns:a16="http://schemas.microsoft.com/office/drawing/2014/main" id="{E3ADF312-1794-47AD-AE44-FC5D0D0B213F}"/>
              </a:ext>
            </a:extLst>
          </p:cNvPr>
          <p:cNvSpPr>
            <a:spLocks xmlns:a="http://schemas.openxmlformats.org/drawingml/2006/main" noGrp="1"/>
          </p:cNvSpPr>
          <p:nvPr/>
        </p:nvSpPr>
        <p:spPr>
          <a:xfrm xmlns:a="http://schemas.openxmlformats.org/drawingml/2006/main">
            <a:off x="3529879" y="4538810"/>
            <a:ext cx="41850" cy="40719"/>
          </a:xfrm>
          <a:custGeom xmlns:a="http://schemas.openxmlformats.org/drawingml/2006/main">
            <a:pathLst>
              <a:path w="52184" h="50773">
                <a:moveTo>
                  <a:pt x="28504" y="12611"/>
                </a:moveTo>
                <a:lnTo>
                  <a:pt x="37274" y="9540"/>
                </a:lnTo>
                <a:lnTo>
                  <a:pt x="31354" y="5044"/>
                </a:lnTo>
                <a:lnTo>
                  <a:pt x="36288" y="8005"/>
                </a:lnTo>
                <a:lnTo>
                  <a:pt x="49224" y="28402"/>
                </a:lnTo>
                <a:lnTo>
                  <a:pt x="52184" y="38820"/>
                </a:lnTo>
                <a:lnTo>
                  <a:pt x="43633" y="50773"/>
                </a:lnTo>
                <a:lnTo>
                  <a:pt x="37494" y="48360"/>
                </a:lnTo>
                <a:lnTo>
                  <a:pt x="43414" y="50334"/>
                </a:lnTo>
                <a:lnTo>
                  <a:pt x="50101" y="41561"/>
                </a:lnTo>
                <a:lnTo>
                  <a:pt x="48457" y="43974"/>
                </a:lnTo>
                <a:lnTo>
                  <a:pt x="26531" y="34214"/>
                </a:lnTo>
                <a:lnTo>
                  <a:pt x="26531" y="31144"/>
                </a:lnTo>
                <a:lnTo>
                  <a:pt x="28394" y="37394"/>
                </a:lnTo>
                <a:lnTo>
                  <a:pt x="17760" y="22371"/>
                </a:lnTo>
                <a:lnTo>
                  <a:pt x="23571" y="23796"/>
                </a:lnTo>
                <a:lnTo>
                  <a:pt x="26202" y="18862"/>
                </a:lnTo>
                <a:lnTo>
                  <a:pt x="17212" y="16230"/>
                </a:lnTo>
                <a:lnTo>
                  <a:pt x="13046" y="22042"/>
                </a:lnTo>
                <a:lnTo>
                  <a:pt x="0" y="6689"/>
                </a:lnTo>
                <a:lnTo>
                  <a:pt x="1316" y="987"/>
                </a:lnTo>
                <a:lnTo>
                  <a:pt x="11950" y="0"/>
                </a:lnTo>
                <a:lnTo>
                  <a:pt x="12498" y="3948"/>
                </a:lnTo>
                <a:close/>
              </a:path>
            </a:pathLst>
          </a:custGeom>
          <a:solidFill xmlns:a="http://schemas.openxmlformats.org/drawingml/2006/main">
            <a:srgbClr val="E4EAF4"/>
          </a:solidFill>
          <a:ln xmlns:a="http://schemas.openxmlformats.org/drawingml/2006/main" w="0">
            <a:noFill/>
            <a:prstDash val="solid"/>
          </a:ln>
        </p:spPr>
      </p:sp>
      <p:sp>
        <p:nvSpPr>
          <p:cNvPr id="22" name="Editable chart path">
            <a:extLst xmlns:a="http://schemas.openxmlformats.org/drawingml/2006/main">
              <a:ext uri="{FF2B5EF4-FFF2-40B4-BE49-F238E27FC236}">
                <a16:creationId xmlns:a16="http://schemas.microsoft.com/office/drawing/2014/main" id="{C49D5968-189B-487F-844B-BA969445AB79}"/>
              </a:ext>
            </a:extLst>
          </p:cNvPr>
          <p:cNvSpPr>
            <a:spLocks xmlns:a="http://schemas.openxmlformats.org/drawingml/2006/main" noGrp="1"/>
          </p:cNvSpPr>
          <p:nvPr/>
        </p:nvSpPr>
        <p:spPr>
          <a:xfrm xmlns:a="http://schemas.openxmlformats.org/drawingml/2006/main">
            <a:off x="3313857" y="4625524"/>
            <a:ext cx="28223" cy="28582"/>
          </a:xfrm>
          <a:custGeom xmlns:a="http://schemas.openxmlformats.org/drawingml/2006/main">
            <a:pathLst>
              <a:path w="35191" h="35640">
                <a:moveTo>
                  <a:pt x="16993" y="0"/>
                </a:moveTo>
                <a:lnTo>
                  <a:pt x="31135" y="8663"/>
                </a:lnTo>
                <a:lnTo>
                  <a:pt x="35191" y="16888"/>
                </a:lnTo>
                <a:lnTo>
                  <a:pt x="32999" y="12721"/>
                </a:lnTo>
                <a:lnTo>
                  <a:pt x="28175" y="14366"/>
                </a:lnTo>
                <a:lnTo>
                  <a:pt x="18747" y="30705"/>
                </a:lnTo>
                <a:lnTo>
                  <a:pt x="22693" y="33227"/>
                </a:lnTo>
                <a:lnTo>
                  <a:pt x="9867" y="35640"/>
                </a:lnTo>
                <a:lnTo>
                  <a:pt x="0" y="23029"/>
                </a:lnTo>
                <a:close/>
              </a:path>
            </a:pathLst>
          </a:custGeom>
          <a:solidFill xmlns:a="http://schemas.openxmlformats.org/drawingml/2006/main">
            <a:srgbClr val="E4EAF4"/>
          </a:solidFill>
          <a:ln xmlns:a="http://schemas.openxmlformats.org/drawingml/2006/main" w="0">
            <a:noFill/>
            <a:prstDash val="solid"/>
          </a:ln>
        </p:spPr>
      </p:sp>
      <p:sp>
        <p:nvSpPr>
          <p:cNvPr id="23" name="Editable chart path">
            <a:extLst xmlns:a="http://schemas.openxmlformats.org/drawingml/2006/main">
              <a:ext uri="{FF2B5EF4-FFF2-40B4-BE49-F238E27FC236}">
                <a16:creationId xmlns:a16="http://schemas.microsoft.com/office/drawing/2014/main" id="{8A0D6059-797A-4B01-9B4B-02C64F663C7F}"/>
              </a:ext>
            </a:extLst>
          </p:cNvPr>
          <p:cNvSpPr>
            <a:spLocks xmlns:a="http://schemas.openxmlformats.org/drawingml/2006/main" noGrp="1"/>
          </p:cNvSpPr>
          <p:nvPr/>
        </p:nvSpPr>
        <p:spPr>
          <a:xfrm xmlns:a="http://schemas.openxmlformats.org/drawingml/2006/main">
            <a:off x="3298471" y="4612596"/>
            <a:ext cx="17672" cy="20139"/>
          </a:xfrm>
          <a:custGeom xmlns:a="http://schemas.openxmlformats.org/drawingml/2006/main">
            <a:pathLst>
              <a:path w="22036" h="25112">
                <a:moveTo>
                  <a:pt x="4714" y="0"/>
                </a:moveTo>
                <a:lnTo>
                  <a:pt x="16225" y="2632"/>
                </a:lnTo>
                <a:lnTo>
                  <a:pt x="22036" y="8663"/>
                </a:lnTo>
                <a:lnTo>
                  <a:pt x="9319" y="25112"/>
                </a:lnTo>
                <a:lnTo>
                  <a:pt x="987" y="16339"/>
                </a:lnTo>
                <a:lnTo>
                  <a:pt x="0" y="5483"/>
                </a:lnTo>
                <a:lnTo>
                  <a:pt x="767" y="9102"/>
                </a:lnTo>
                <a:lnTo>
                  <a:pt x="4714" y="5812"/>
                </a:lnTo>
                <a:close/>
              </a:path>
            </a:pathLst>
          </a:custGeom>
          <a:solidFill xmlns:a="http://schemas.openxmlformats.org/drawingml/2006/main">
            <a:srgbClr val="E4EAF4"/>
          </a:solidFill>
          <a:ln xmlns:a="http://schemas.openxmlformats.org/drawingml/2006/main" w="0">
            <a:noFill/>
            <a:prstDash val="solid"/>
          </a:ln>
        </p:spPr>
      </p:sp>
      <p:sp>
        <p:nvSpPr>
          <p:cNvPr id="24" name="Editable chart path">
            <a:extLst xmlns:a="http://schemas.openxmlformats.org/drawingml/2006/main">
              <a:ext uri="{FF2B5EF4-FFF2-40B4-BE49-F238E27FC236}">
                <a16:creationId xmlns:a16="http://schemas.microsoft.com/office/drawing/2014/main" id="{55E00D46-587E-43E4-B429-295513354315}"/>
              </a:ext>
            </a:extLst>
          </p:cNvPr>
          <p:cNvSpPr>
            <a:spLocks xmlns:a="http://schemas.openxmlformats.org/drawingml/2006/main" noGrp="1"/>
          </p:cNvSpPr>
          <p:nvPr/>
        </p:nvSpPr>
        <p:spPr>
          <a:xfrm xmlns:a="http://schemas.openxmlformats.org/drawingml/2006/main">
            <a:off x="3526626" y="2540079"/>
            <a:ext cx="132057" cy="152761"/>
          </a:xfrm>
          <a:custGeom xmlns:a="http://schemas.openxmlformats.org/drawingml/2006/main">
            <a:pathLst>
              <a:path w="164665" h="190481">
                <a:moveTo>
                  <a:pt x="161485" y="138830"/>
                </a:moveTo>
                <a:lnTo>
                  <a:pt x="164665" y="152099"/>
                </a:lnTo>
                <a:lnTo>
                  <a:pt x="160279" y="161969"/>
                </a:lnTo>
                <a:lnTo>
                  <a:pt x="130241" y="185656"/>
                </a:lnTo>
                <a:lnTo>
                  <a:pt x="107767" y="190481"/>
                </a:lnTo>
                <a:lnTo>
                  <a:pt x="87704" y="183353"/>
                </a:lnTo>
                <a:lnTo>
                  <a:pt x="65997" y="159447"/>
                </a:lnTo>
                <a:lnTo>
                  <a:pt x="44839" y="121614"/>
                </a:lnTo>
                <a:lnTo>
                  <a:pt x="24996" y="106700"/>
                </a:lnTo>
                <a:lnTo>
                  <a:pt x="23132" y="74789"/>
                </a:lnTo>
                <a:lnTo>
                  <a:pt x="2302" y="33118"/>
                </a:lnTo>
                <a:lnTo>
                  <a:pt x="0" y="14475"/>
                </a:lnTo>
                <a:lnTo>
                  <a:pt x="30039" y="0"/>
                </a:lnTo>
                <a:lnTo>
                  <a:pt x="42646" y="2303"/>
                </a:lnTo>
                <a:lnTo>
                  <a:pt x="95707" y="58668"/>
                </a:lnTo>
                <a:close/>
              </a:path>
            </a:pathLst>
          </a:custGeom>
          <a:solidFill xmlns:a="http://schemas.openxmlformats.org/drawingml/2006/main">
            <a:srgbClr val="E4EAF4"/>
          </a:solidFill>
          <a:ln xmlns:a="http://schemas.openxmlformats.org/drawingml/2006/main" w="0">
            <a:noFill/>
            <a:prstDash val="solid"/>
          </a:ln>
        </p:spPr>
      </p:sp>
      <p:sp>
        <p:nvSpPr>
          <p:cNvPr id="25" name="Editable chart path">
            <a:extLst xmlns:a="http://schemas.openxmlformats.org/drawingml/2006/main">
              <a:ext uri="{FF2B5EF4-FFF2-40B4-BE49-F238E27FC236}">
                <a16:creationId xmlns:a16="http://schemas.microsoft.com/office/drawing/2014/main" id="{8F1E0DA1-936E-4AF7-9031-AFA1D74DEC72}"/>
              </a:ext>
            </a:extLst>
          </p:cNvPr>
          <p:cNvSpPr>
            <a:spLocks xmlns:a="http://schemas.openxmlformats.org/drawingml/2006/main" noGrp="1"/>
          </p:cNvSpPr>
          <p:nvPr/>
        </p:nvSpPr>
        <p:spPr>
          <a:xfrm xmlns:a="http://schemas.openxmlformats.org/drawingml/2006/main">
            <a:off x="4858362" y="2646933"/>
            <a:ext cx="697564" cy="905748"/>
          </a:xfrm>
          <a:custGeom xmlns:a="http://schemas.openxmlformats.org/drawingml/2006/main">
            <a:pathLst>
              <a:path w="869807" h="1129396">
                <a:moveTo>
                  <a:pt x="493117" y="90470"/>
                </a:moveTo>
                <a:lnTo>
                  <a:pt x="501339" y="101217"/>
                </a:lnTo>
                <a:lnTo>
                  <a:pt x="511754" y="95624"/>
                </a:lnTo>
                <a:lnTo>
                  <a:pt x="538942" y="98366"/>
                </a:lnTo>
                <a:lnTo>
                  <a:pt x="597923" y="118543"/>
                </a:lnTo>
                <a:lnTo>
                  <a:pt x="620727" y="129838"/>
                </a:lnTo>
                <a:lnTo>
                  <a:pt x="621384" y="133786"/>
                </a:lnTo>
                <a:lnTo>
                  <a:pt x="624783" y="131593"/>
                </a:lnTo>
                <a:lnTo>
                  <a:pt x="665785" y="147713"/>
                </a:lnTo>
                <a:lnTo>
                  <a:pt x="697248" y="167233"/>
                </a:lnTo>
                <a:lnTo>
                  <a:pt x="753598" y="218773"/>
                </a:lnTo>
                <a:lnTo>
                  <a:pt x="782870" y="236538"/>
                </a:lnTo>
                <a:lnTo>
                  <a:pt x="833080" y="333588"/>
                </a:lnTo>
                <a:lnTo>
                  <a:pt x="832971" y="346418"/>
                </a:lnTo>
                <a:lnTo>
                  <a:pt x="816636" y="362648"/>
                </a:lnTo>
                <a:lnTo>
                  <a:pt x="818061" y="366047"/>
                </a:lnTo>
                <a:lnTo>
                  <a:pt x="849306" y="376136"/>
                </a:lnTo>
                <a:lnTo>
                  <a:pt x="867504" y="401687"/>
                </a:lnTo>
                <a:lnTo>
                  <a:pt x="869807" y="446758"/>
                </a:lnTo>
                <a:lnTo>
                  <a:pt x="861475" y="486236"/>
                </a:lnTo>
                <a:lnTo>
                  <a:pt x="841960" y="528126"/>
                </a:lnTo>
                <a:lnTo>
                  <a:pt x="793175" y="607740"/>
                </a:lnTo>
                <a:lnTo>
                  <a:pt x="772126" y="651494"/>
                </a:lnTo>
                <a:lnTo>
                  <a:pt x="735400" y="755891"/>
                </a:lnTo>
                <a:lnTo>
                  <a:pt x="718078" y="849651"/>
                </a:lnTo>
                <a:lnTo>
                  <a:pt x="718736" y="902508"/>
                </a:lnTo>
                <a:lnTo>
                  <a:pt x="728055" y="940231"/>
                </a:lnTo>
                <a:lnTo>
                  <a:pt x="767850" y="1014800"/>
                </a:lnTo>
                <a:lnTo>
                  <a:pt x="822008" y="1097046"/>
                </a:lnTo>
                <a:lnTo>
                  <a:pt x="821131" y="1115578"/>
                </a:lnTo>
                <a:lnTo>
                  <a:pt x="806002" y="1128957"/>
                </a:lnTo>
                <a:lnTo>
                  <a:pt x="792956" y="1129396"/>
                </a:lnTo>
                <a:lnTo>
                  <a:pt x="782870" y="1124242"/>
                </a:lnTo>
                <a:lnTo>
                  <a:pt x="256535" y="677155"/>
                </a:lnTo>
                <a:lnTo>
                  <a:pt x="136819" y="568371"/>
                </a:lnTo>
                <a:lnTo>
                  <a:pt x="95598" y="506742"/>
                </a:lnTo>
                <a:lnTo>
                  <a:pt x="79372" y="466716"/>
                </a:lnTo>
                <a:lnTo>
                  <a:pt x="70602" y="431296"/>
                </a:lnTo>
                <a:lnTo>
                  <a:pt x="81346" y="422742"/>
                </a:lnTo>
                <a:lnTo>
                  <a:pt x="173435" y="425374"/>
                </a:lnTo>
                <a:lnTo>
                  <a:pt x="196129" y="420001"/>
                </a:lnTo>
                <a:lnTo>
                  <a:pt x="212902" y="410350"/>
                </a:lnTo>
                <a:lnTo>
                  <a:pt x="225181" y="393134"/>
                </a:lnTo>
                <a:lnTo>
                  <a:pt x="223975" y="381290"/>
                </a:lnTo>
                <a:lnTo>
                  <a:pt x="212792" y="370544"/>
                </a:lnTo>
                <a:lnTo>
                  <a:pt x="210929" y="355739"/>
                </a:lnTo>
                <a:lnTo>
                  <a:pt x="231101" y="319771"/>
                </a:lnTo>
                <a:lnTo>
                  <a:pt x="214327" y="311985"/>
                </a:lnTo>
                <a:lnTo>
                  <a:pt x="195909" y="313739"/>
                </a:lnTo>
                <a:lnTo>
                  <a:pt x="169927" y="340496"/>
                </a:lnTo>
                <a:lnTo>
                  <a:pt x="146028" y="350147"/>
                </a:lnTo>
                <a:lnTo>
                  <a:pt x="57775" y="346089"/>
                </a:lnTo>
                <a:lnTo>
                  <a:pt x="43742" y="337974"/>
                </a:lnTo>
                <a:lnTo>
                  <a:pt x="34424" y="326241"/>
                </a:lnTo>
                <a:lnTo>
                  <a:pt x="1973" y="239938"/>
                </a:lnTo>
                <a:lnTo>
                  <a:pt x="0" y="198376"/>
                </a:lnTo>
                <a:lnTo>
                  <a:pt x="18308" y="160434"/>
                </a:lnTo>
                <a:lnTo>
                  <a:pt x="133420" y="56585"/>
                </a:lnTo>
                <a:lnTo>
                  <a:pt x="168721" y="37614"/>
                </a:lnTo>
                <a:lnTo>
                  <a:pt x="299620" y="1206"/>
                </a:lnTo>
                <a:lnTo>
                  <a:pt x="342923" y="0"/>
                </a:lnTo>
                <a:lnTo>
                  <a:pt x="379759" y="10637"/>
                </a:lnTo>
                <a:lnTo>
                  <a:pt x="413196" y="60533"/>
                </a:lnTo>
                <a:lnTo>
                  <a:pt x="487745" y="74569"/>
                </a:lnTo>
                <a:lnTo>
                  <a:pt x="495967" y="81149"/>
                </a:lnTo>
                <a:close/>
              </a:path>
            </a:pathLst>
          </a:custGeom>
          <a:solidFill xmlns:a="http://schemas.openxmlformats.org/drawingml/2006/main">
            <a:srgbClr val="E4EAF4"/>
          </a:solidFill>
          <a:ln xmlns:a="http://schemas.openxmlformats.org/drawingml/2006/main" w="0">
            <a:noFill/>
            <a:prstDash val="solid"/>
          </a:ln>
        </p:spPr>
      </p:sp>
      <p:sp>
        <p:nvSpPr>
          <p:cNvPr id="26" name="Editable chart path">
            <a:extLst xmlns:a="http://schemas.openxmlformats.org/drawingml/2006/main">
              <a:ext uri="{FF2B5EF4-FFF2-40B4-BE49-F238E27FC236}">
                <a16:creationId xmlns:a16="http://schemas.microsoft.com/office/drawing/2014/main" id="{04AC410C-7A6D-4781-9F71-E84A23295B85}"/>
              </a:ext>
            </a:extLst>
          </p:cNvPr>
          <p:cNvSpPr>
            <a:spLocks xmlns:a="http://schemas.openxmlformats.org/drawingml/2006/main" noGrp="1"/>
          </p:cNvSpPr>
          <p:nvPr/>
        </p:nvSpPr>
        <p:spPr>
          <a:xfrm xmlns:a="http://schemas.openxmlformats.org/drawingml/2006/main">
            <a:off x="4286525" y="2931523"/>
            <a:ext cx="91965" cy="84955"/>
          </a:xfrm>
          <a:custGeom xmlns:a="http://schemas.openxmlformats.org/drawingml/2006/main">
            <a:pathLst>
              <a:path w="114673" h="105932">
                <a:moveTo>
                  <a:pt x="32451" y="6689"/>
                </a:moveTo>
                <a:lnTo>
                  <a:pt x="60297" y="43426"/>
                </a:lnTo>
                <a:lnTo>
                  <a:pt x="104258" y="57572"/>
                </a:lnTo>
                <a:lnTo>
                  <a:pt x="114673" y="95843"/>
                </a:lnTo>
                <a:lnTo>
                  <a:pt x="110178" y="105274"/>
                </a:lnTo>
                <a:lnTo>
                  <a:pt x="104258" y="105932"/>
                </a:lnTo>
                <a:lnTo>
                  <a:pt x="90006" y="93760"/>
                </a:lnTo>
                <a:lnTo>
                  <a:pt x="8332" y="14037"/>
                </a:lnTo>
                <a:lnTo>
                  <a:pt x="0" y="0"/>
                </a:lnTo>
                <a:close/>
              </a:path>
            </a:pathLst>
          </a:custGeom>
          <a:solidFill xmlns:a="http://schemas.openxmlformats.org/drawingml/2006/main">
            <a:srgbClr val="E4EAF4"/>
          </a:solidFill>
          <a:ln xmlns:a="http://schemas.openxmlformats.org/drawingml/2006/main" w="0">
            <a:noFill/>
            <a:prstDash val="solid"/>
          </a:ln>
        </p:spPr>
      </p:sp>
      <p:sp>
        <p:nvSpPr>
          <p:cNvPr id="27" name="Editable chart path">
            <a:extLst xmlns:a="http://schemas.openxmlformats.org/drawingml/2006/main">
              <a:ext uri="{FF2B5EF4-FFF2-40B4-BE49-F238E27FC236}">
                <a16:creationId xmlns:a16="http://schemas.microsoft.com/office/drawing/2014/main" id="{B923304C-E508-4ED0-8DFE-2E36B510188E}"/>
              </a:ext>
            </a:extLst>
          </p:cNvPr>
          <p:cNvSpPr>
            <a:spLocks xmlns:a="http://schemas.openxmlformats.org/drawingml/2006/main" noGrp="1"/>
          </p:cNvSpPr>
          <p:nvPr/>
        </p:nvSpPr>
        <p:spPr>
          <a:xfrm xmlns:a="http://schemas.openxmlformats.org/drawingml/2006/main">
            <a:off x="2647593" y="4611013"/>
            <a:ext cx="211889" cy="254426"/>
          </a:xfrm>
          <a:custGeom xmlns:a="http://schemas.openxmlformats.org/drawingml/2006/main">
            <a:pathLst>
              <a:path w="264209" h="317248">
                <a:moveTo>
                  <a:pt x="25763" y="45838"/>
                </a:moveTo>
                <a:lnTo>
                  <a:pt x="42427" y="47812"/>
                </a:lnTo>
                <a:lnTo>
                  <a:pt x="36945" y="59326"/>
                </a:lnTo>
                <a:lnTo>
                  <a:pt x="42317" y="78627"/>
                </a:lnTo>
                <a:lnTo>
                  <a:pt x="34972" y="80820"/>
                </a:lnTo>
                <a:lnTo>
                  <a:pt x="46812" y="77201"/>
                </a:lnTo>
                <a:lnTo>
                  <a:pt x="48785" y="80601"/>
                </a:lnTo>
                <a:lnTo>
                  <a:pt x="53390" y="74679"/>
                </a:lnTo>
                <a:lnTo>
                  <a:pt x="57666" y="80052"/>
                </a:lnTo>
                <a:lnTo>
                  <a:pt x="52074" y="94747"/>
                </a:lnTo>
                <a:lnTo>
                  <a:pt x="58762" y="99133"/>
                </a:lnTo>
                <a:lnTo>
                  <a:pt x="43742" y="108016"/>
                </a:lnTo>
                <a:lnTo>
                  <a:pt x="35082" y="101875"/>
                </a:lnTo>
                <a:lnTo>
                  <a:pt x="32560" y="103958"/>
                </a:lnTo>
                <a:lnTo>
                  <a:pt x="43085" y="109003"/>
                </a:lnTo>
                <a:lnTo>
                  <a:pt x="61174" y="101875"/>
                </a:lnTo>
                <a:lnTo>
                  <a:pt x="53280" y="109112"/>
                </a:lnTo>
                <a:lnTo>
                  <a:pt x="63476" y="107687"/>
                </a:lnTo>
                <a:lnTo>
                  <a:pt x="61064" y="121833"/>
                </a:lnTo>
                <a:lnTo>
                  <a:pt x="65011" y="110977"/>
                </a:lnTo>
                <a:lnTo>
                  <a:pt x="91103" y="99572"/>
                </a:lnTo>
                <a:lnTo>
                  <a:pt x="105464" y="98146"/>
                </a:lnTo>
                <a:lnTo>
                  <a:pt x="135613" y="105823"/>
                </a:lnTo>
                <a:lnTo>
                  <a:pt x="171242" y="87180"/>
                </a:lnTo>
                <a:lnTo>
                  <a:pt x="193388" y="80601"/>
                </a:lnTo>
                <a:lnTo>
                  <a:pt x="193388" y="76105"/>
                </a:lnTo>
                <a:lnTo>
                  <a:pt x="249628" y="75227"/>
                </a:lnTo>
                <a:lnTo>
                  <a:pt x="261797" y="125452"/>
                </a:lnTo>
                <a:lnTo>
                  <a:pt x="264209" y="169316"/>
                </a:lnTo>
                <a:lnTo>
                  <a:pt x="259824" y="186752"/>
                </a:lnTo>
                <a:lnTo>
                  <a:pt x="245133" y="204737"/>
                </a:lnTo>
                <a:lnTo>
                  <a:pt x="203364" y="227546"/>
                </a:lnTo>
                <a:lnTo>
                  <a:pt x="193717" y="273494"/>
                </a:lnTo>
                <a:lnTo>
                  <a:pt x="168940" y="297619"/>
                </a:lnTo>
                <a:lnTo>
                  <a:pt x="146356" y="312533"/>
                </a:lnTo>
                <a:lnTo>
                  <a:pt x="121580" y="317248"/>
                </a:lnTo>
                <a:lnTo>
                  <a:pt x="97132" y="309243"/>
                </a:lnTo>
                <a:lnTo>
                  <a:pt x="32341" y="243885"/>
                </a:lnTo>
                <a:lnTo>
                  <a:pt x="31464" y="229959"/>
                </a:lnTo>
                <a:lnTo>
                  <a:pt x="60077" y="194538"/>
                </a:lnTo>
                <a:lnTo>
                  <a:pt x="66984" y="172058"/>
                </a:lnTo>
                <a:lnTo>
                  <a:pt x="61831" y="146726"/>
                </a:lnTo>
                <a:lnTo>
                  <a:pt x="56569" y="155170"/>
                </a:lnTo>
                <a:lnTo>
                  <a:pt x="54157" y="146616"/>
                </a:lnTo>
                <a:lnTo>
                  <a:pt x="42975" y="143436"/>
                </a:lnTo>
                <a:lnTo>
                  <a:pt x="54267" y="148371"/>
                </a:lnTo>
                <a:lnTo>
                  <a:pt x="54815" y="157582"/>
                </a:lnTo>
                <a:lnTo>
                  <a:pt x="43742" y="167781"/>
                </a:lnTo>
                <a:lnTo>
                  <a:pt x="35739" y="156595"/>
                </a:lnTo>
                <a:lnTo>
                  <a:pt x="33437" y="166026"/>
                </a:lnTo>
                <a:lnTo>
                  <a:pt x="21926" y="177760"/>
                </a:lnTo>
                <a:lnTo>
                  <a:pt x="8332" y="154951"/>
                </a:lnTo>
                <a:lnTo>
                  <a:pt x="0" y="122052"/>
                </a:lnTo>
                <a:lnTo>
                  <a:pt x="4276" y="91896"/>
                </a:lnTo>
                <a:lnTo>
                  <a:pt x="12498" y="81259"/>
                </a:lnTo>
                <a:lnTo>
                  <a:pt x="17102" y="56366"/>
                </a:lnTo>
                <a:lnTo>
                  <a:pt x="12498" y="548"/>
                </a:lnTo>
                <a:lnTo>
                  <a:pt x="15677" y="0"/>
                </a:lnTo>
                <a:close/>
              </a:path>
            </a:pathLst>
          </a:custGeom>
          <a:solidFill xmlns:a="http://schemas.openxmlformats.org/drawingml/2006/main">
            <a:srgbClr val="E4EAF4"/>
          </a:solidFill>
          <a:ln xmlns:a="http://schemas.openxmlformats.org/drawingml/2006/main" w="0">
            <a:noFill/>
            <a:prstDash val="solid"/>
          </a:ln>
        </p:spPr>
      </p:sp>
      <p:sp>
        <p:nvSpPr>
          <p:cNvPr id="28" name="Editable chart path">
            <a:extLst xmlns:a="http://schemas.openxmlformats.org/drawingml/2006/main">
              <a:ext uri="{FF2B5EF4-FFF2-40B4-BE49-F238E27FC236}">
                <a16:creationId xmlns:a16="http://schemas.microsoft.com/office/drawing/2014/main" id="{200697A6-9FD0-4E80-9AC6-A7193643EBBA}"/>
              </a:ext>
            </a:extLst>
          </p:cNvPr>
          <p:cNvSpPr>
            <a:spLocks xmlns:a="http://schemas.openxmlformats.org/drawingml/2006/main" noGrp="1"/>
          </p:cNvSpPr>
          <p:nvPr/>
        </p:nvSpPr>
        <p:spPr>
          <a:xfrm xmlns:a="http://schemas.openxmlformats.org/drawingml/2006/main">
            <a:off x="2203241" y="4645312"/>
            <a:ext cx="233342" cy="95245"/>
          </a:xfrm>
          <a:custGeom xmlns:a="http://schemas.openxmlformats.org/drawingml/2006/main">
            <a:pathLst>
              <a:path w="290959" h="118763">
                <a:moveTo>
                  <a:pt x="171571" y="219"/>
                </a:moveTo>
                <a:lnTo>
                  <a:pt x="195032" y="7457"/>
                </a:lnTo>
                <a:lnTo>
                  <a:pt x="180342" y="3070"/>
                </a:lnTo>
                <a:lnTo>
                  <a:pt x="177053" y="13379"/>
                </a:lnTo>
                <a:lnTo>
                  <a:pt x="187577" y="29828"/>
                </a:lnTo>
                <a:lnTo>
                  <a:pt x="199527" y="36846"/>
                </a:lnTo>
                <a:lnTo>
                  <a:pt x="218493" y="34872"/>
                </a:lnTo>
                <a:lnTo>
                  <a:pt x="234170" y="24125"/>
                </a:lnTo>
                <a:lnTo>
                  <a:pt x="235815" y="21384"/>
                </a:lnTo>
                <a:lnTo>
                  <a:pt x="230114" y="17984"/>
                </a:lnTo>
                <a:lnTo>
                  <a:pt x="243160" y="24783"/>
                </a:lnTo>
                <a:lnTo>
                  <a:pt x="257850" y="59546"/>
                </a:lnTo>
                <a:lnTo>
                  <a:pt x="250944" y="43097"/>
                </a:lnTo>
                <a:lnTo>
                  <a:pt x="242173" y="40465"/>
                </a:lnTo>
                <a:lnTo>
                  <a:pt x="229675" y="45838"/>
                </a:lnTo>
                <a:lnTo>
                  <a:pt x="222221" y="59326"/>
                </a:lnTo>
                <a:lnTo>
                  <a:pt x="233622" y="71279"/>
                </a:lnTo>
                <a:lnTo>
                  <a:pt x="247107" y="72705"/>
                </a:lnTo>
                <a:lnTo>
                  <a:pt x="268923" y="88825"/>
                </a:lnTo>
                <a:lnTo>
                  <a:pt x="277255" y="87071"/>
                </a:lnTo>
                <a:lnTo>
                  <a:pt x="272650" y="80820"/>
                </a:lnTo>
                <a:lnTo>
                  <a:pt x="290959" y="107358"/>
                </a:lnTo>
                <a:lnTo>
                  <a:pt x="270239" y="109880"/>
                </a:lnTo>
                <a:lnTo>
                  <a:pt x="274076" y="103849"/>
                </a:lnTo>
                <a:lnTo>
                  <a:pt x="270019" y="97488"/>
                </a:lnTo>
                <a:lnTo>
                  <a:pt x="248970" y="92444"/>
                </a:lnTo>
                <a:lnTo>
                  <a:pt x="247436" y="111964"/>
                </a:lnTo>
                <a:lnTo>
                  <a:pt x="260372" y="110428"/>
                </a:lnTo>
                <a:lnTo>
                  <a:pt x="216958" y="118763"/>
                </a:lnTo>
                <a:lnTo>
                  <a:pt x="176285" y="110428"/>
                </a:lnTo>
                <a:lnTo>
                  <a:pt x="106999" y="118214"/>
                </a:lnTo>
                <a:lnTo>
                  <a:pt x="7345" y="101546"/>
                </a:lnTo>
                <a:lnTo>
                  <a:pt x="0" y="94418"/>
                </a:lnTo>
                <a:lnTo>
                  <a:pt x="3837" y="83671"/>
                </a:lnTo>
                <a:lnTo>
                  <a:pt x="39028" y="61629"/>
                </a:lnTo>
                <a:lnTo>
                  <a:pt x="74000" y="23248"/>
                </a:lnTo>
                <a:lnTo>
                  <a:pt x="153592" y="0"/>
                </a:lnTo>
                <a:close/>
              </a:path>
            </a:pathLst>
          </a:custGeom>
          <a:solidFill xmlns:a="http://schemas.openxmlformats.org/drawingml/2006/main">
            <a:srgbClr val="E4EAF4"/>
          </a:solidFill>
          <a:ln xmlns:a="http://schemas.openxmlformats.org/drawingml/2006/main" w="0">
            <a:noFill/>
            <a:prstDash val="solid"/>
          </a:ln>
        </p:spPr>
      </p:sp>
      <p:sp>
        <p:nvSpPr>
          <p:cNvPr id="29" name="Editable chart path">
            <a:extLst xmlns:a="http://schemas.openxmlformats.org/drawingml/2006/main">
              <a:ext uri="{FF2B5EF4-FFF2-40B4-BE49-F238E27FC236}">
                <a16:creationId xmlns:a16="http://schemas.microsoft.com/office/drawing/2014/main" id="{F033B9B2-7778-4328-951E-F14C673D8034}"/>
              </a:ext>
            </a:extLst>
          </p:cNvPr>
          <p:cNvSpPr>
            <a:spLocks xmlns:a="http://schemas.openxmlformats.org/drawingml/2006/main" noGrp="1"/>
          </p:cNvSpPr>
          <p:nvPr/>
        </p:nvSpPr>
        <p:spPr>
          <a:xfrm xmlns:a="http://schemas.openxmlformats.org/drawingml/2006/main">
            <a:off x="2489512" y="4434507"/>
            <a:ext cx="273522" cy="108173"/>
          </a:xfrm>
          <a:custGeom xmlns:a="http://schemas.openxmlformats.org/drawingml/2006/main">
            <a:pathLst>
              <a:path w="341060" h="134883">
                <a:moveTo>
                  <a:pt x="119168" y="13598"/>
                </a:moveTo>
                <a:lnTo>
                  <a:pt x="162362" y="33118"/>
                </a:lnTo>
                <a:lnTo>
                  <a:pt x="167625" y="21274"/>
                </a:lnTo>
                <a:lnTo>
                  <a:pt x="184179" y="8444"/>
                </a:lnTo>
                <a:lnTo>
                  <a:pt x="194374" y="7018"/>
                </a:lnTo>
                <a:lnTo>
                  <a:pt x="199198" y="11624"/>
                </a:lnTo>
                <a:lnTo>
                  <a:pt x="215862" y="62397"/>
                </a:lnTo>
                <a:lnTo>
                  <a:pt x="221234" y="66893"/>
                </a:lnTo>
                <a:lnTo>
                  <a:pt x="262455" y="82575"/>
                </a:lnTo>
                <a:lnTo>
                  <a:pt x="276707" y="78407"/>
                </a:lnTo>
                <a:lnTo>
                  <a:pt x="302689" y="79723"/>
                </a:lnTo>
                <a:lnTo>
                  <a:pt x="330097" y="95624"/>
                </a:lnTo>
                <a:lnTo>
                  <a:pt x="341060" y="108235"/>
                </a:lnTo>
                <a:lnTo>
                  <a:pt x="320449" y="134883"/>
                </a:lnTo>
                <a:lnTo>
                  <a:pt x="264867" y="132580"/>
                </a:lnTo>
                <a:lnTo>
                  <a:pt x="212683" y="121175"/>
                </a:lnTo>
                <a:lnTo>
                  <a:pt x="136599" y="81697"/>
                </a:lnTo>
                <a:lnTo>
                  <a:pt x="61283" y="65248"/>
                </a:lnTo>
                <a:lnTo>
                  <a:pt x="32889" y="65467"/>
                </a:lnTo>
                <a:lnTo>
                  <a:pt x="5372" y="48580"/>
                </a:lnTo>
                <a:lnTo>
                  <a:pt x="0" y="34982"/>
                </a:lnTo>
                <a:lnTo>
                  <a:pt x="3727" y="26319"/>
                </a:lnTo>
                <a:lnTo>
                  <a:pt x="40234" y="6251"/>
                </a:lnTo>
                <a:lnTo>
                  <a:pt x="72575" y="0"/>
                </a:lnTo>
                <a:lnTo>
                  <a:pt x="105793" y="3619"/>
                </a:lnTo>
                <a:close/>
              </a:path>
            </a:pathLst>
          </a:custGeom>
          <a:solidFill xmlns:a="http://schemas.openxmlformats.org/drawingml/2006/main">
            <a:srgbClr val="E4EAF4"/>
          </a:solidFill>
          <a:ln xmlns:a="http://schemas.openxmlformats.org/drawingml/2006/main" w="0">
            <a:noFill/>
            <a:prstDash val="solid"/>
          </a:ln>
        </p:spPr>
      </p:sp>
      <p:sp>
        <p:nvSpPr>
          <p:cNvPr id="30" name="Editable chart path">
            <a:extLst xmlns:a="http://schemas.openxmlformats.org/drawingml/2006/main">
              <a:ext uri="{FF2B5EF4-FFF2-40B4-BE49-F238E27FC236}">
                <a16:creationId xmlns:a16="http://schemas.microsoft.com/office/drawing/2014/main" id="{F028FDDE-E215-44EE-BA16-9E0D4ABC73D7}"/>
              </a:ext>
            </a:extLst>
          </p:cNvPr>
          <p:cNvSpPr>
            <a:spLocks xmlns:a="http://schemas.openxmlformats.org/drawingml/2006/main" noGrp="1"/>
          </p:cNvSpPr>
          <p:nvPr/>
        </p:nvSpPr>
        <p:spPr>
          <a:xfrm xmlns:a="http://schemas.openxmlformats.org/drawingml/2006/main">
            <a:off x="2664914" y="4407596"/>
            <a:ext cx="171006" cy="143439"/>
          </a:xfrm>
          <a:custGeom xmlns:a="http://schemas.openxmlformats.org/drawingml/2006/main">
            <a:pathLst>
              <a:path w="213231" h="178857">
                <a:moveTo>
                  <a:pt x="17541" y="0"/>
                </a:moveTo>
                <a:lnTo>
                  <a:pt x="59310" y="7457"/>
                </a:lnTo>
                <a:lnTo>
                  <a:pt x="107438" y="48031"/>
                </a:lnTo>
                <a:lnTo>
                  <a:pt x="119168" y="67880"/>
                </a:lnTo>
                <a:lnTo>
                  <a:pt x="127939" y="72815"/>
                </a:lnTo>
                <a:lnTo>
                  <a:pt x="132433" y="66345"/>
                </a:lnTo>
                <a:lnTo>
                  <a:pt x="136928" y="70402"/>
                </a:lnTo>
                <a:lnTo>
                  <a:pt x="134516" y="73144"/>
                </a:lnTo>
                <a:lnTo>
                  <a:pt x="143396" y="81259"/>
                </a:lnTo>
                <a:lnTo>
                  <a:pt x="146028" y="78956"/>
                </a:lnTo>
                <a:lnTo>
                  <a:pt x="152715" y="85426"/>
                </a:lnTo>
                <a:lnTo>
                  <a:pt x="150193" y="87948"/>
                </a:lnTo>
                <a:lnTo>
                  <a:pt x="158416" y="96063"/>
                </a:lnTo>
                <a:lnTo>
                  <a:pt x="161595" y="93102"/>
                </a:lnTo>
                <a:lnTo>
                  <a:pt x="185933" y="119092"/>
                </a:lnTo>
                <a:lnTo>
                  <a:pt x="191743" y="127864"/>
                </a:lnTo>
                <a:lnTo>
                  <a:pt x="188345" y="140366"/>
                </a:lnTo>
                <a:lnTo>
                  <a:pt x="197773" y="144423"/>
                </a:lnTo>
                <a:lnTo>
                  <a:pt x="213231" y="173593"/>
                </a:lnTo>
                <a:lnTo>
                  <a:pt x="212354" y="178857"/>
                </a:lnTo>
                <a:lnTo>
                  <a:pt x="182973" y="171071"/>
                </a:lnTo>
                <a:lnTo>
                  <a:pt x="149645" y="169426"/>
                </a:lnTo>
                <a:lnTo>
                  <a:pt x="141642" y="138830"/>
                </a:lnTo>
                <a:lnTo>
                  <a:pt x="122347" y="120956"/>
                </a:lnTo>
                <a:lnTo>
                  <a:pt x="82223" y="105603"/>
                </a:lnTo>
                <a:lnTo>
                  <a:pt x="36836" y="101107"/>
                </a:lnTo>
                <a:lnTo>
                  <a:pt x="11950" y="86742"/>
                </a:lnTo>
                <a:lnTo>
                  <a:pt x="0" y="16888"/>
                </a:lnTo>
                <a:lnTo>
                  <a:pt x="5591" y="13708"/>
                </a:lnTo>
                <a:lnTo>
                  <a:pt x="4933" y="5593"/>
                </a:lnTo>
                <a:close/>
              </a:path>
            </a:pathLst>
          </a:custGeom>
          <a:solidFill xmlns:a="http://schemas.openxmlformats.org/drawingml/2006/main">
            <a:srgbClr val="E4EAF4"/>
          </a:solidFill>
          <a:ln xmlns:a="http://schemas.openxmlformats.org/drawingml/2006/main" w="0">
            <a:noFill/>
            <a:prstDash val="solid"/>
          </a:ln>
        </p:spPr>
      </p:sp>
      <p:sp>
        <p:nvSpPr>
          <p:cNvPr id="31" name="Editable chart path">
            <a:extLst xmlns:a="http://schemas.openxmlformats.org/drawingml/2006/main">
              <a:ext uri="{FF2B5EF4-FFF2-40B4-BE49-F238E27FC236}">
                <a16:creationId xmlns:a16="http://schemas.microsoft.com/office/drawing/2014/main" id="{9A8FC34B-2C92-4456-BF48-B6ACBF70FF52}"/>
              </a:ext>
            </a:extLst>
          </p:cNvPr>
          <p:cNvSpPr>
            <a:spLocks xmlns:a="http://schemas.openxmlformats.org/drawingml/2006/main" noGrp="1"/>
          </p:cNvSpPr>
          <p:nvPr/>
        </p:nvSpPr>
        <p:spPr>
          <a:xfrm xmlns:a="http://schemas.openxmlformats.org/drawingml/2006/main">
            <a:off x="2291866" y="4830788"/>
            <a:ext cx="127837" cy="106941"/>
          </a:xfrm>
          <a:custGeom xmlns:a="http://schemas.openxmlformats.org/drawingml/2006/main">
            <a:pathLst>
              <a:path w="159402" h="133347">
                <a:moveTo>
                  <a:pt x="106012" y="0"/>
                </a:moveTo>
                <a:lnTo>
                  <a:pt x="132104" y="2522"/>
                </a:lnTo>
                <a:lnTo>
                  <a:pt x="135832" y="9102"/>
                </a:lnTo>
                <a:lnTo>
                  <a:pt x="118181" y="14475"/>
                </a:lnTo>
                <a:lnTo>
                  <a:pt x="116318" y="20068"/>
                </a:lnTo>
                <a:lnTo>
                  <a:pt x="129583" y="11295"/>
                </a:lnTo>
                <a:lnTo>
                  <a:pt x="142300" y="12721"/>
                </a:lnTo>
                <a:lnTo>
                  <a:pt x="158745" y="40136"/>
                </a:lnTo>
                <a:lnTo>
                  <a:pt x="150413" y="47373"/>
                </a:lnTo>
                <a:lnTo>
                  <a:pt x="151290" y="50883"/>
                </a:lnTo>
                <a:lnTo>
                  <a:pt x="153153" y="47154"/>
                </a:lnTo>
                <a:lnTo>
                  <a:pt x="159402" y="47702"/>
                </a:lnTo>
                <a:lnTo>
                  <a:pt x="157319" y="61191"/>
                </a:lnTo>
                <a:lnTo>
                  <a:pt x="145699" y="58559"/>
                </a:lnTo>
                <a:lnTo>
                  <a:pt x="132872" y="68648"/>
                </a:lnTo>
                <a:lnTo>
                  <a:pt x="122128" y="43316"/>
                </a:lnTo>
                <a:lnTo>
                  <a:pt x="121909" y="50005"/>
                </a:lnTo>
                <a:lnTo>
                  <a:pt x="131666" y="62945"/>
                </a:lnTo>
                <a:lnTo>
                  <a:pt x="128267" y="69964"/>
                </a:lnTo>
                <a:lnTo>
                  <a:pt x="121909" y="57243"/>
                </a:lnTo>
                <a:lnTo>
                  <a:pt x="112481" y="54392"/>
                </a:lnTo>
                <a:lnTo>
                  <a:pt x="103929" y="58339"/>
                </a:lnTo>
                <a:lnTo>
                  <a:pt x="113248" y="55050"/>
                </a:lnTo>
                <a:lnTo>
                  <a:pt x="121690" y="58011"/>
                </a:lnTo>
                <a:lnTo>
                  <a:pt x="126184" y="66783"/>
                </a:lnTo>
                <a:lnTo>
                  <a:pt x="122786" y="97488"/>
                </a:lnTo>
                <a:lnTo>
                  <a:pt x="107328" y="96392"/>
                </a:lnTo>
                <a:lnTo>
                  <a:pt x="90445" y="105932"/>
                </a:lnTo>
                <a:lnTo>
                  <a:pt x="84196" y="98804"/>
                </a:lnTo>
                <a:lnTo>
                  <a:pt x="78715" y="98804"/>
                </a:lnTo>
                <a:lnTo>
                  <a:pt x="52623" y="114815"/>
                </a:lnTo>
                <a:lnTo>
                  <a:pt x="53390" y="118214"/>
                </a:lnTo>
                <a:lnTo>
                  <a:pt x="43852" y="120846"/>
                </a:lnTo>
                <a:lnTo>
                  <a:pt x="39028" y="115363"/>
                </a:lnTo>
                <a:lnTo>
                  <a:pt x="20830" y="133347"/>
                </a:lnTo>
                <a:lnTo>
                  <a:pt x="24557" y="125123"/>
                </a:lnTo>
                <a:lnTo>
                  <a:pt x="19295" y="101655"/>
                </a:lnTo>
                <a:lnTo>
                  <a:pt x="7674" y="67441"/>
                </a:lnTo>
                <a:lnTo>
                  <a:pt x="0" y="63055"/>
                </a:lnTo>
                <a:lnTo>
                  <a:pt x="877" y="57462"/>
                </a:lnTo>
                <a:lnTo>
                  <a:pt x="44948" y="50992"/>
                </a:lnTo>
                <a:lnTo>
                  <a:pt x="56460" y="59984"/>
                </a:lnTo>
                <a:lnTo>
                  <a:pt x="59420" y="57791"/>
                </a:lnTo>
                <a:lnTo>
                  <a:pt x="53609" y="43974"/>
                </a:lnTo>
                <a:lnTo>
                  <a:pt x="72137" y="12282"/>
                </a:lnTo>
                <a:lnTo>
                  <a:pt x="87704" y="3399"/>
                </a:lnTo>
                <a:close/>
              </a:path>
            </a:pathLst>
          </a:custGeom>
          <a:solidFill xmlns:a="http://schemas.openxmlformats.org/drawingml/2006/main">
            <a:srgbClr val="E4EAF4"/>
          </a:solidFill>
          <a:ln xmlns:a="http://schemas.openxmlformats.org/drawingml/2006/main" w="0">
            <a:noFill/>
            <a:prstDash val="solid"/>
          </a:ln>
        </p:spPr>
      </p:sp>
      <p:sp>
        <p:nvSpPr>
          <p:cNvPr id="32" name="Editable chart path">
            <a:extLst xmlns:a="http://schemas.openxmlformats.org/drawingml/2006/main">
              <a:ext uri="{FF2B5EF4-FFF2-40B4-BE49-F238E27FC236}">
                <a16:creationId xmlns:a16="http://schemas.microsoft.com/office/drawing/2014/main" id="{18983309-DB02-42E1-842D-3628C24EB16A}"/>
              </a:ext>
            </a:extLst>
          </p:cNvPr>
          <p:cNvSpPr>
            <a:spLocks xmlns:a="http://schemas.openxmlformats.org/drawingml/2006/main" noGrp="1"/>
          </p:cNvSpPr>
          <p:nvPr/>
        </p:nvSpPr>
        <p:spPr>
          <a:xfrm xmlns:a="http://schemas.openxmlformats.org/drawingml/2006/main">
            <a:off x="2388754" y="4970094"/>
            <a:ext cx="116495" cy="87681"/>
          </a:xfrm>
          <a:custGeom xmlns:a="http://schemas.openxmlformats.org/drawingml/2006/main">
            <a:pathLst>
              <a:path w="145260" h="109332">
                <a:moveTo>
                  <a:pt x="50759" y="0"/>
                </a:moveTo>
                <a:lnTo>
                  <a:pt x="69286" y="8115"/>
                </a:lnTo>
                <a:lnTo>
                  <a:pt x="73562" y="17655"/>
                </a:lnTo>
                <a:lnTo>
                  <a:pt x="93515" y="8992"/>
                </a:lnTo>
                <a:lnTo>
                  <a:pt x="91980" y="26428"/>
                </a:lnTo>
                <a:lnTo>
                  <a:pt x="94721" y="8773"/>
                </a:lnTo>
                <a:lnTo>
                  <a:pt x="103601" y="6580"/>
                </a:lnTo>
                <a:lnTo>
                  <a:pt x="123882" y="13379"/>
                </a:lnTo>
                <a:lnTo>
                  <a:pt x="128816" y="22919"/>
                </a:lnTo>
                <a:lnTo>
                  <a:pt x="131776" y="19410"/>
                </a:lnTo>
                <a:lnTo>
                  <a:pt x="145260" y="22151"/>
                </a:lnTo>
                <a:lnTo>
                  <a:pt x="144602" y="33556"/>
                </a:lnTo>
                <a:lnTo>
                  <a:pt x="134187" y="47702"/>
                </a:lnTo>
                <a:lnTo>
                  <a:pt x="120045" y="40465"/>
                </a:lnTo>
                <a:lnTo>
                  <a:pt x="113577" y="45838"/>
                </a:lnTo>
                <a:lnTo>
                  <a:pt x="122128" y="43755"/>
                </a:lnTo>
                <a:lnTo>
                  <a:pt x="126952" y="49676"/>
                </a:lnTo>
                <a:lnTo>
                  <a:pt x="124759" y="68099"/>
                </a:lnTo>
                <a:lnTo>
                  <a:pt x="120484" y="71499"/>
                </a:lnTo>
                <a:lnTo>
                  <a:pt x="125198" y="100340"/>
                </a:lnTo>
                <a:lnTo>
                  <a:pt x="107876" y="109332"/>
                </a:lnTo>
                <a:lnTo>
                  <a:pt x="93295" y="107029"/>
                </a:lnTo>
                <a:lnTo>
                  <a:pt x="77070" y="96392"/>
                </a:lnTo>
                <a:lnTo>
                  <a:pt x="72027" y="102094"/>
                </a:lnTo>
                <a:lnTo>
                  <a:pt x="63147" y="101875"/>
                </a:lnTo>
                <a:lnTo>
                  <a:pt x="42098" y="76982"/>
                </a:lnTo>
                <a:lnTo>
                  <a:pt x="31793" y="46167"/>
                </a:lnTo>
                <a:lnTo>
                  <a:pt x="23132" y="40245"/>
                </a:lnTo>
                <a:lnTo>
                  <a:pt x="16335" y="42329"/>
                </a:lnTo>
                <a:lnTo>
                  <a:pt x="987" y="37175"/>
                </a:lnTo>
                <a:lnTo>
                  <a:pt x="0" y="28841"/>
                </a:lnTo>
                <a:lnTo>
                  <a:pt x="14471" y="11843"/>
                </a:lnTo>
                <a:lnTo>
                  <a:pt x="20939" y="14804"/>
                </a:lnTo>
                <a:lnTo>
                  <a:pt x="34862" y="1097"/>
                </a:lnTo>
                <a:lnTo>
                  <a:pt x="38261" y="6580"/>
                </a:lnTo>
                <a:lnTo>
                  <a:pt x="39357" y="2303"/>
                </a:lnTo>
                <a:close/>
              </a:path>
            </a:pathLst>
          </a:custGeom>
          <a:solidFill xmlns:a="http://schemas.openxmlformats.org/drawingml/2006/main">
            <a:srgbClr val="E4EAF4"/>
          </a:solidFill>
          <a:ln xmlns:a="http://schemas.openxmlformats.org/drawingml/2006/main" w="0">
            <a:noFill/>
            <a:prstDash val="solid"/>
          </a:ln>
        </p:spPr>
      </p:sp>
      <p:sp>
        <p:nvSpPr>
          <p:cNvPr id="33" name="Editable chart path">
            <a:extLst xmlns:a="http://schemas.openxmlformats.org/drawingml/2006/main">
              <a:ext uri="{FF2B5EF4-FFF2-40B4-BE49-F238E27FC236}">
                <a16:creationId xmlns:a16="http://schemas.microsoft.com/office/drawing/2014/main" id="{9134A31F-7EA5-48EC-8FFC-3A6594FEA57C}"/>
              </a:ext>
            </a:extLst>
          </p:cNvPr>
          <p:cNvSpPr>
            <a:spLocks xmlns:a="http://schemas.openxmlformats.org/drawingml/2006/main" noGrp="1"/>
          </p:cNvSpPr>
          <p:nvPr/>
        </p:nvSpPr>
        <p:spPr>
          <a:xfrm xmlns:a="http://schemas.openxmlformats.org/drawingml/2006/main">
            <a:off x="2948107" y="4667298"/>
            <a:ext cx="83964" cy="89352"/>
          </a:xfrm>
          <a:custGeom xmlns:a="http://schemas.openxmlformats.org/drawingml/2006/main">
            <a:pathLst>
              <a:path w="104697" h="111415">
                <a:moveTo>
                  <a:pt x="13156" y="3070"/>
                </a:moveTo>
                <a:lnTo>
                  <a:pt x="38371" y="26757"/>
                </a:lnTo>
                <a:lnTo>
                  <a:pt x="52403" y="32021"/>
                </a:lnTo>
                <a:lnTo>
                  <a:pt x="72027" y="66454"/>
                </a:lnTo>
                <a:lnTo>
                  <a:pt x="104149" y="99024"/>
                </a:lnTo>
                <a:lnTo>
                  <a:pt x="104697" y="111415"/>
                </a:lnTo>
                <a:lnTo>
                  <a:pt x="72356" y="103081"/>
                </a:lnTo>
                <a:lnTo>
                  <a:pt x="18637" y="69196"/>
                </a:lnTo>
                <a:lnTo>
                  <a:pt x="767" y="32021"/>
                </a:lnTo>
                <a:lnTo>
                  <a:pt x="0" y="2961"/>
                </a:lnTo>
                <a:lnTo>
                  <a:pt x="6359" y="0"/>
                </a:lnTo>
                <a:close/>
              </a:path>
            </a:pathLst>
          </a:custGeom>
          <a:solidFill xmlns:a="http://schemas.openxmlformats.org/drawingml/2006/main">
            <a:srgbClr val="E4EAF4"/>
          </a:solidFill>
          <a:ln xmlns:a="http://schemas.openxmlformats.org/drawingml/2006/main" w="0">
            <a:noFill/>
            <a:prstDash val="solid"/>
          </a:ln>
        </p:spPr>
      </p:sp>
      <p:sp>
        <p:nvSpPr>
          <p:cNvPr id="34" name="Editable chart path">
            <a:extLst xmlns:a="http://schemas.openxmlformats.org/drawingml/2006/main">
              <a:ext uri="{FF2B5EF4-FFF2-40B4-BE49-F238E27FC236}">
                <a16:creationId xmlns:a16="http://schemas.microsoft.com/office/drawing/2014/main" id="{BC9F2D85-0651-4536-A1C3-BA40EB1D0A90}"/>
              </a:ext>
            </a:extLst>
          </p:cNvPr>
          <p:cNvSpPr>
            <a:spLocks xmlns:a="http://schemas.openxmlformats.org/drawingml/2006/main" noGrp="1"/>
          </p:cNvSpPr>
          <p:nvPr/>
        </p:nvSpPr>
        <p:spPr>
          <a:xfrm xmlns:a="http://schemas.openxmlformats.org/drawingml/2006/main">
            <a:off x="2551584" y="4513482"/>
            <a:ext cx="32267" cy="46963"/>
          </a:xfrm>
          <a:custGeom xmlns:a="http://schemas.openxmlformats.org/drawingml/2006/main">
            <a:pathLst>
              <a:path w="40234" h="58559">
                <a:moveTo>
                  <a:pt x="7126" y="0"/>
                </a:moveTo>
                <a:lnTo>
                  <a:pt x="18528" y="3728"/>
                </a:lnTo>
                <a:lnTo>
                  <a:pt x="3727" y="1206"/>
                </a:lnTo>
                <a:lnTo>
                  <a:pt x="8880" y="22480"/>
                </a:lnTo>
                <a:lnTo>
                  <a:pt x="37932" y="27744"/>
                </a:lnTo>
                <a:lnTo>
                  <a:pt x="28833" y="45400"/>
                </a:lnTo>
                <a:lnTo>
                  <a:pt x="40234" y="53076"/>
                </a:lnTo>
                <a:lnTo>
                  <a:pt x="21049" y="58559"/>
                </a:lnTo>
                <a:lnTo>
                  <a:pt x="2083" y="44522"/>
                </a:lnTo>
                <a:lnTo>
                  <a:pt x="11073" y="47922"/>
                </a:lnTo>
                <a:lnTo>
                  <a:pt x="14362" y="42110"/>
                </a:lnTo>
                <a:lnTo>
                  <a:pt x="6797" y="30376"/>
                </a:lnTo>
                <a:lnTo>
                  <a:pt x="2631" y="30157"/>
                </a:lnTo>
                <a:lnTo>
                  <a:pt x="0" y="36407"/>
                </a:lnTo>
                <a:lnTo>
                  <a:pt x="5372" y="19191"/>
                </a:lnTo>
                <a:lnTo>
                  <a:pt x="987" y="3180"/>
                </a:lnTo>
                <a:close/>
              </a:path>
            </a:pathLst>
          </a:custGeom>
          <a:solidFill xmlns:a="http://schemas.openxmlformats.org/drawingml/2006/main">
            <a:srgbClr val="E4EAF4"/>
          </a:solidFill>
          <a:ln xmlns:a="http://schemas.openxmlformats.org/drawingml/2006/main" w="0">
            <a:noFill/>
            <a:prstDash val="solid"/>
          </a:ln>
        </p:spPr>
      </p:sp>
      <p:sp>
        <p:nvSpPr>
          <p:cNvPr id="35" name="Editable chart path">
            <a:extLst xmlns:a="http://schemas.openxmlformats.org/drawingml/2006/main">
              <a:ext uri="{FF2B5EF4-FFF2-40B4-BE49-F238E27FC236}">
                <a16:creationId xmlns:a16="http://schemas.microsoft.com/office/drawing/2014/main" id="{6C648A73-16E3-42F6-A2C2-74ADBD3ABC82}"/>
              </a:ext>
            </a:extLst>
          </p:cNvPr>
          <p:cNvSpPr>
            <a:spLocks xmlns:a="http://schemas.openxmlformats.org/drawingml/2006/main" noGrp="1"/>
          </p:cNvSpPr>
          <p:nvPr/>
        </p:nvSpPr>
        <p:spPr>
          <a:xfrm xmlns:a="http://schemas.openxmlformats.org/drawingml/2006/main">
            <a:off x="2627371" y="4786816"/>
            <a:ext cx="30948" cy="8179"/>
          </a:xfrm>
          <a:custGeom xmlns:a="http://schemas.openxmlformats.org/drawingml/2006/main">
            <a:pathLst>
              <a:path w="38590" h="10198">
                <a:moveTo>
                  <a:pt x="20720" y="0"/>
                </a:moveTo>
                <a:lnTo>
                  <a:pt x="38590" y="0"/>
                </a:lnTo>
                <a:lnTo>
                  <a:pt x="38590" y="10198"/>
                </a:lnTo>
                <a:lnTo>
                  <a:pt x="0" y="10198"/>
                </a:lnTo>
                <a:lnTo>
                  <a:pt x="0" y="0"/>
                </a:lnTo>
                <a:close/>
              </a:path>
            </a:pathLst>
          </a:custGeom>
          <a:solidFill xmlns:a="http://schemas.openxmlformats.org/drawingml/2006/main">
            <a:srgbClr val="E4EAF4"/>
          </a:solidFill>
          <a:ln xmlns:a="http://schemas.openxmlformats.org/drawingml/2006/main" w="0">
            <a:noFill/>
            <a:prstDash val="solid"/>
          </a:ln>
        </p:spPr>
      </p:sp>
      <p:sp>
        <p:nvSpPr>
          <p:cNvPr id="36" name="Editable chart path">
            <a:extLst xmlns:a="http://schemas.openxmlformats.org/drawingml/2006/main">
              <a:ext uri="{FF2B5EF4-FFF2-40B4-BE49-F238E27FC236}">
                <a16:creationId xmlns:a16="http://schemas.microsoft.com/office/drawing/2014/main" id="{64FA63DD-1379-42E5-9A47-5300274AB1FA}"/>
              </a:ext>
            </a:extLst>
          </p:cNvPr>
          <p:cNvSpPr>
            <a:spLocks xmlns:a="http://schemas.openxmlformats.org/drawingml/2006/main" noGrp="1"/>
          </p:cNvSpPr>
          <p:nvPr/>
        </p:nvSpPr>
        <p:spPr>
          <a:xfrm xmlns:a="http://schemas.openxmlformats.org/drawingml/2006/main">
            <a:off x="2573652" y="4518847"/>
            <a:ext cx="41499" cy="37992"/>
          </a:xfrm>
          <a:custGeom xmlns:a="http://schemas.openxmlformats.org/drawingml/2006/main">
            <a:pathLst>
              <a:path w="51745" h="47373">
                <a:moveTo>
                  <a:pt x="33218" y="16559"/>
                </a:moveTo>
                <a:lnTo>
                  <a:pt x="51745" y="33775"/>
                </a:lnTo>
                <a:lnTo>
                  <a:pt x="44291" y="26538"/>
                </a:lnTo>
                <a:lnTo>
                  <a:pt x="39357" y="35420"/>
                </a:lnTo>
                <a:lnTo>
                  <a:pt x="40344" y="43097"/>
                </a:lnTo>
                <a:lnTo>
                  <a:pt x="51088" y="40355"/>
                </a:lnTo>
                <a:lnTo>
                  <a:pt x="22255" y="47373"/>
                </a:lnTo>
                <a:lnTo>
                  <a:pt x="32999" y="41890"/>
                </a:lnTo>
                <a:lnTo>
                  <a:pt x="25325" y="17765"/>
                </a:lnTo>
                <a:lnTo>
                  <a:pt x="0" y="0"/>
                </a:lnTo>
                <a:close/>
              </a:path>
            </a:pathLst>
          </a:custGeom>
          <a:solidFill xmlns:a="http://schemas.openxmlformats.org/drawingml/2006/main">
            <a:srgbClr val="E4EAF4"/>
          </a:solidFill>
          <a:ln xmlns:a="http://schemas.openxmlformats.org/drawingml/2006/main" w="0">
            <a:noFill/>
            <a:prstDash val="solid"/>
          </a:ln>
        </p:spPr>
      </p:sp>
      <p:sp>
        <p:nvSpPr>
          <p:cNvPr id="37" name="Editable chart path">
            <a:extLst xmlns:a="http://schemas.openxmlformats.org/drawingml/2006/main">
              <a:ext uri="{FF2B5EF4-FFF2-40B4-BE49-F238E27FC236}">
                <a16:creationId xmlns:a16="http://schemas.microsoft.com/office/drawing/2014/main" id="{FB2E577E-006E-4E79-BF88-D4F72A4B7BDE}"/>
              </a:ext>
            </a:extLst>
          </p:cNvPr>
          <p:cNvSpPr>
            <a:spLocks xmlns:a="http://schemas.openxmlformats.org/drawingml/2006/main" noGrp="1"/>
          </p:cNvSpPr>
          <p:nvPr/>
        </p:nvSpPr>
        <p:spPr>
          <a:xfrm xmlns:a="http://schemas.openxmlformats.org/drawingml/2006/main">
            <a:off x="2453112" y="4840814"/>
            <a:ext cx="20486" cy="21371"/>
          </a:xfrm>
          <a:custGeom xmlns:a="http://schemas.openxmlformats.org/drawingml/2006/main">
            <a:pathLst>
              <a:path w="25544" h="26648">
                <a:moveTo>
                  <a:pt x="14033" y="25112"/>
                </a:moveTo>
                <a:lnTo>
                  <a:pt x="5591" y="26648"/>
                </a:lnTo>
                <a:lnTo>
                  <a:pt x="0" y="22809"/>
                </a:lnTo>
                <a:lnTo>
                  <a:pt x="7016" y="17655"/>
                </a:lnTo>
                <a:lnTo>
                  <a:pt x="8770" y="9650"/>
                </a:lnTo>
                <a:lnTo>
                  <a:pt x="25544" y="0"/>
                </a:lnTo>
                <a:close/>
              </a:path>
            </a:pathLst>
          </a:custGeom>
          <a:solidFill xmlns:a="http://schemas.openxmlformats.org/drawingml/2006/main">
            <a:srgbClr val="E4EAF4"/>
          </a:solidFill>
          <a:ln xmlns:a="http://schemas.openxmlformats.org/drawingml/2006/main" w="0">
            <a:noFill/>
            <a:prstDash val="solid"/>
          </a:ln>
        </p:spPr>
      </p:sp>
      <p:sp>
        <p:nvSpPr>
          <p:cNvPr id="38" name="Editable chart path">
            <a:extLst xmlns:a="http://schemas.openxmlformats.org/drawingml/2006/main">
              <a:ext uri="{FF2B5EF4-FFF2-40B4-BE49-F238E27FC236}">
                <a16:creationId xmlns:a16="http://schemas.microsoft.com/office/drawing/2014/main" id="{99368C3D-D4F8-438E-8AF4-ED1FFA6C54A0}"/>
              </a:ext>
            </a:extLst>
          </p:cNvPr>
          <p:cNvSpPr>
            <a:spLocks xmlns:a="http://schemas.openxmlformats.org/drawingml/2006/main" noGrp="1"/>
          </p:cNvSpPr>
          <p:nvPr/>
        </p:nvSpPr>
        <p:spPr>
          <a:xfrm xmlns:a="http://schemas.openxmlformats.org/drawingml/2006/main">
            <a:off x="1791596" y="3010322"/>
            <a:ext cx="14243" cy="21371"/>
          </a:xfrm>
          <a:custGeom xmlns:a="http://schemas.openxmlformats.org/drawingml/2006/main">
            <a:pathLst>
              <a:path w="17760" h="26648">
                <a:moveTo>
                  <a:pt x="9209" y="26648"/>
                </a:moveTo>
                <a:lnTo>
                  <a:pt x="0" y="23687"/>
                </a:lnTo>
                <a:lnTo>
                  <a:pt x="10525" y="0"/>
                </a:lnTo>
                <a:lnTo>
                  <a:pt x="17760" y="14366"/>
                </a:lnTo>
                <a:lnTo>
                  <a:pt x="17431" y="20068"/>
                </a:lnTo>
                <a:close/>
              </a:path>
            </a:pathLst>
          </a:custGeom>
          <a:solidFill xmlns:a="http://schemas.openxmlformats.org/drawingml/2006/main">
            <a:srgbClr val="E4EAF4"/>
          </a:solidFill>
          <a:ln xmlns:a="http://schemas.openxmlformats.org/drawingml/2006/main" w="0">
            <a:noFill/>
            <a:prstDash val="solid"/>
          </a:ln>
        </p:spPr>
      </p:sp>
      <p:sp>
        <p:nvSpPr>
          <p:cNvPr id="39" name="Editable chart path">
            <a:extLst xmlns:a="http://schemas.openxmlformats.org/drawingml/2006/main">
              <a:ext uri="{FF2B5EF4-FFF2-40B4-BE49-F238E27FC236}">
                <a16:creationId xmlns:a16="http://schemas.microsoft.com/office/drawing/2014/main" id="{F6565B3B-76BE-4617-AAFE-727A9D837EFE}"/>
              </a:ext>
            </a:extLst>
          </p:cNvPr>
          <p:cNvSpPr>
            <a:spLocks xmlns:a="http://schemas.openxmlformats.org/drawingml/2006/main" noGrp="1"/>
          </p:cNvSpPr>
          <p:nvPr/>
        </p:nvSpPr>
        <p:spPr>
          <a:xfrm xmlns:a="http://schemas.openxmlformats.org/drawingml/2006/main">
            <a:off x="1311636" y="2381250"/>
            <a:ext cx="3849965" cy="2287543"/>
          </a:xfrm>
          <a:custGeom xmlns:a="http://schemas.openxmlformats.org/drawingml/2006/main">
            <a:pathLst>
              <a:path w="4800600" h="2852385">
                <a:moveTo>
                  <a:pt x="1004104" y="1789992"/>
                </a:moveTo>
                <a:lnTo>
                  <a:pt x="981739" y="1785496"/>
                </a:lnTo>
                <a:lnTo>
                  <a:pt x="987659" y="1799094"/>
                </a:lnTo>
                <a:lnTo>
                  <a:pt x="1000047" y="1802164"/>
                </a:lnTo>
                <a:lnTo>
                  <a:pt x="1027016" y="1835830"/>
                </a:lnTo>
                <a:lnTo>
                  <a:pt x="1027345" y="1877830"/>
                </a:lnTo>
                <a:lnTo>
                  <a:pt x="991935" y="1876843"/>
                </a:lnTo>
                <a:lnTo>
                  <a:pt x="992154" y="1871689"/>
                </a:lnTo>
                <a:lnTo>
                  <a:pt x="985686" y="1867302"/>
                </a:lnTo>
                <a:lnTo>
                  <a:pt x="982178" y="1838023"/>
                </a:lnTo>
                <a:lnTo>
                  <a:pt x="972092" y="1818832"/>
                </a:lnTo>
                <a:lnTo>
                  <a:pt x="975380" y="1807976"/>
                </a:lnTo>
                <a:lnTo>
                  <a:pt x="985247" y="1799971"/>
                </a:lnTo>
                <a:lnTo>
                  <a:pt x="979656" y="1786483"/>
                </a:lnTo>
                <a:lnTo>
                  <a:pt x="968364" y="1800190"/>
                </a:lnTo>
                <a:lnTo>
                  <a:pt x="963102" y="1816859"/>
                </a:lnTo>
                <a:lnTo>
                  <a:pt x="965295" y="1862368"/>
                </a:lnTo>
                <a:lnTo>
                  <a:pt x="934817" y="1873882"/>
                </a:lnTo>
                <a:lnTo>
                  <a:pt x="911685" y="1872347"/>
                </a:lnTo>
                <a:lnTo>
                  <a:pt x="857089" y="1882545"/>
                </a:lnTo>
                <a:lnTo>
                  <a:pt x="842070" y="1774530"/>
                </a:lnTo>
                <a:lnTo>
                  <a:pt x="835821" y="1771678"/>
                </a:lnTo>
                <a:lnTo>
                  <a:pt x="822885" y="1775187"/>
                </a:lnTo>
                <a:lnTo>
                  <a:pt x="835383" y="1894608"/>
                </a:lnTo>
                <a:lnTo>
                  <a:pt x="815868" y="1903600"/>
                </a:lnTo>
                <a:lnTo>
                  <a:pt x="812141" y="1899214"/>
                </a:lnTo>
                <a:lnTo>
                  <a:pt x="797451" y="1909851"/>
                </a:lnTo>
                <a:lnTo>
                  <a:pt x="738031" y="1843835"/>
                </a:lnTo>
                <a:lnTo>
                  <a:pt x="734742" y="1797997"/>
                </a:lnTo>
                <a:lnTo>
                  <a:pt x="691657" y="1803370"/>
                </a:lnTo>
                <a:lnTo>
                  <a:pt x="699441" y="1867960"/>
                </a:lnTo>
                <a:lnTo>
                  <a:pt x="752502" y="1922681"/>
                </a:lnTo>
                <a:lnTo>
                  <a:pt x="748665" y="1921036"/>
                </a:lnTo>
                <a:lnTo>
                  <a:pt x="751735" y="1926190"/>
                </a:lnTo>
                <a:lnTo>
                  <a:pt x="735948" y="1942968"/>
                </a:lnTo>
                <a:lnTo>
                  <a:pt x="667539" y="1996812"/>
                </a:lnTo>
                <a:lnTo>
                  <a:pt x="652300" y="1978389"/>
                </a:lnTo>
                <a:lnTo>
                  <a:pt x="654931" y="1974331"/>
                </a:lnTo>
                <a:lnTo>
                  <a:pt x="647257" y="1961720"/>
                </a:lnTo>
                <a:lnTo>
                  <a:pt x="580383" y="1928384"/>
                </a:lnTo>
                <a:lnTo>
                  <a:pt x="584549" y="1919391"/>
                </a:lnTo>
                <a:lnTo>
                  <a:pt x="570077" y="1907877"/>
                </a:lnTo>
                <a:lnTo>
                  <a:pt x="558018" y="1917966"/>
                </a:lnTo>
                <a:lnTo>
                  <a:pt x="550015" y="1909083"/>
                </a:lnTo>
                <a:lnTo>
                  <a:pt x="560430" y="1900091"/>
                </a:lnTo>
                <a:lnTo>
                  <a:pt x="526773" y="1861381"/>
                </a:lnTo>
                <a:lnTo>
                  <a:pt x="505176" y="1879694"/>
                </a:lnTo>
                <a:lnTo>
                  <a:pt x="483579" y="1854143"/>
                </a:lnTo>
                <a:lnTo>
                  <a:pt x="567775" y="1762357"/>
                </a:lnTo>
                <a:lnTo>
                  <a:pt x="564157" y="1750843"/>
                </a:lnTo>
                <a:lnTo>
                  <a:pt x="552317" y="1746566"/>
                </a:lnTo>
                <a:lnTo>
                  <a:pt x="495310" y="1808086"/>
                </a:lnTo>
                <a:lnTo>
                  <a:pt x="478317" y="1813898"/>
                </a:lnTo>
                <a:lnTo>
                  <a:pt x="450361" y="1786921"/>
                </a:lnTo>
                <a:lnTo>
                  <a:pt x="445537" y="1773214"/>
                </a:lnTo>
                <a:lnTo>
                  <a:pt x="506163" y="1710378"/>
                </a:lnTo>
                <a:lnTo>
                  <a:pt x="508465" y="1704676"/>
                </a:lnTo>
                <a:lnTo>
                  <a:pt x="502326" y="1697438"/>
                </a:lnTo>
                <a:lnTo>
                  <a:pt x="481715" y="1681208"/>
                </a:lnTo>
                <a:lnTo>
                  <a:pt x="446086" y="1720467"/>
                </a:lnTo>
                <a:lnTo>
                  <a:pt x="411333" y="1747772"/>
                </a:lnTo>
                <a:lnTo>
                  <a:pt x="385022" y="1730007"/>
                </a:lnTo>
                <a:lnTo>
                  <a:pt x="350159" y="1695026"/>
                </a:lnTo>
                <a:lnTo>
                  <a:pt x="316174" y="1743715"/>
                </a:lnTo>
                <a:lnTo>
                  <a:pt x="354215" y="1775845"/>
                </a:lnTo>
                <a:lnTo>
                  <a:pt x="431176" y="1865877"/>
                </a:lnTo>
                <a:lnTo>
                  <a:pt x="447182" y="1962817"/>
                </a:lnTo>
                <a:lnTo>
                  <a:pt x="482264" y="2027517"/>
                </a:lnTo>
                <a:lnTo>
                  <a:pt x="487526" y="2045282"/>
                </a:lnTo>
                <a:lnTo>
                  <a:pt x="482373" y="2074232"/>
                </a:lnTo>
                <a:lnTo>
                  <a:pt x="460228" y="2096603"/>
                </a:lnTo>
                <a:lnTo>
                  <a:pt x="439617" y="2101976"/>
                </a:lnTo>
                <a:lnTo>
                  <a:pt x="383925" y="2098138"/>
                </a:lnTo>
                <a:lnTo>
                  <a:pt x="380856" y="2102086"/>
                </a:lnTo>
                <a:lnTo>
                  <a:pt x="373181" y="2203742"/>
                </a:lnTo>
                <a:lnTo>
                  <a:pt x="412758" y="2203742"/>
                </a:lnTo>
                <a:lnTo>
                  <a:pt x="412868" y="2301998"/>
                </a:lnTo>
                <a:lnTo>
                  <a:pt x="127610" y="2301998"/>
                </a:lnTo>
                <a:lnTo>
                  <a:pt x="127610" y="2377334"/>
                </a:lnTo>
                <a:lnTo>
                  <a:pt x="423721" y="2377334"/>
                </a:lnTo>
                <a:lnTo>
                  <a:pt x="423721" y="2443350"/>
                </a:lnTo>
                <a:lnTo>
                  <a:pt x="351804" y="2475481"/>
                </a:lnTo>
                <a:lnTo>
                  <a:pt x="127610" y="2475481"/>
                </a:lnTo>
                <a:lnTo>
                  <a:pt x="127610" y="2550927"/>
                </a:lnTo>
                <a:lnTo>
                  <a:pt x="483908" y="2550927"/>
                </a:lnTo>
                <a:lnTo>
                  <a:pt x="483908" y="2649074"/>
                </a:lnTo>
                <a:lnTo>
                  <a:pt x="127719" y="2649074"/>
                </a:lnTo>
                <a:lnTo>
                  <a:pt x="127719" y="2732416"/>
                </a:lnTo>
                <a:lnTo>
                  <a:pt x="561526" y="2732306"/>
                </a:lnTo>
                <a:lnTo>
                  <a:pt x="579725" y="2780995"/>
                </a:lnTo>
                <a:lnTo>
                  <a:pt x="464394" y="2823654"/>
                </a:lnTo>
                <a:lnTo>
                  <a:pt x="427339" y="2845915"/>
                </a:lnTo>
                <a:lnTo>
                  <a:pt x="403220" y="2852385"/>
                </a:lnTo>
                <a:lnTo>
                  <a:pt x="39577" y="2761037"/>
                </a:lnTo>
                <a:lnTo>
                  <a:pt x="13594" y="2746891"/>
                </a:lnTo>
                <a:lnTo>
                  <a:pt x="1425" y="2724959"/>
                </a:lnTo>
                <a:lnTo>
                  <a:pt x="0" y="2490285"/>
                </a:lnTo>
                <a:lnTo>
                  <a:pt x="73781" y="2490285"/>
                </a:lnTo>
                <a:lnTo>
                  <a:pt x="73891" y="2460567"/>
                </a:lnTo>
                <a:lnTo>
                  <a:pt x="34534" y="2460567"/>
                </a:lnTo>
                <a:lnTo>
                  <a:pt x="34534" y="2388629"/>
                </a:lnTo>
                <a:lnTo>
                  <a:pt x="68957" y="2388629"/>
                </a:lnTo>
                <a:lnTo>
                  <a:pt x="68957" y="2358911"/>
                </a:lnTo>
                <a:lnTo>
                  <a:pt x="44400" y="2358911"/>
                </a:lnTo>
                <a:lnTo>
                  <a:pt x="44400" y="2308796"/>
                </a:lnTo>
                <a:lnTo>
                  <a:pt x="110" y="2308796"/>
                </a:lnTo>
                <a:lnTo>
                  <a:pt x="1316" y="2289167"/>
                </a:lnTo>
                <a:lnTo>
                  <a:pt x="62599" y="2125005"/>
                </a:lnTo>
                <a:lnTo>
                  <a:pt x="78057" y="2109872"/>
                </a:lnTo>
                <a:lnTo>
                  <a:pt x="110069" y="2098029"/>
                </a:lnTo>
                <a:lnTo>
                  <a:pt x="131008" y="2084431"/>
                </a:lnTo>
                <a:lnTo>
                  <a:pt x="146795" y="2065898"/>
                </a:lnTo>
                <a:lnTo>
                  <a:pt x="156333" y="2045282"/>
                </a:lnTo>
                <a:lnTo>
                  <a:pt x="160279" y="2021156"/>
                </a:lnTo>
                <a:lnTo>
                  <a:pt x="157100" y="1996263"/>
                </a:lnTo>
                <a:lnTo>
                  <a:pt x="137257" y="1945600"/>
                </a:lnTo>
                <a:lnTo>
                  <a:pt x="129473" y="1944723"/>
                </a:lnTo>
                <a:lnTo>
                  <a:pt x="131337" y="1933209"/>
                </a:lnTo>
                <a:lnTo>
                  <a:pt x="127829" y="1937485"/>
                </a:lnTo>
                <a:lnTo>
                  <a:pt x="132872" y="1908535"/>
                </a:lnTo>
                <a:lnTo>
                  <a:pt x="134736" y="1913579"/>
                </a:lnTo>
                <a:lnTo>
                  <a:pt x="136490" y="1903820"/>
                </a:lnTo>
                <a:lnTo>
                  <a:pt x="142519" y="1904806"/>
                </a:lnTo>
                <a:lnTo>
                  <a:pt x="282627" y="1529986"/>
                </a:lnTo>
                <a:lnTo>
                  <a:pt x="296221" y="1477788"/>
                </a:lnTo>
                <a:lnTo>
                  <a:pt x="318695" y="1425480"/>
                </a:lnTo>
                <a:lnTo>
                  <a:pt x="313762" y="1417913"/>
                </a:lnTo>
                <a:lnTo>
                  <a:pt x="319243" y="1412101"/>
                </a:lnTo>
                <a:lnTo>
                  <a:pt x="316064" y="1409140"/>
                </a:lnTo>
                <a:lnTo>
                  <a:pt x="328672" y="1396090"/>
                </a:lnTo>
                <a:lnTo>
                  <a:pt x="337771" y="1374487"/>
                </a:lnTo>
                <a:lnTo>
                  <a:pt x="336455" y="1369553"/>
                </a:lnTo>
                <a:lnTo>
                  <a:pt x="325821" y="1374158"/>
                </a:lnTo>
                <a:lnTo>
                  <a:pt x="317270" y="1364727"/>
                </a:lnTo>
                <a:lnTo>
                  <a:pt x="311569" y="1345866"/>
                </a:lnTo>
                <a:lnTo>
                  <a:pt x="315297" y="1327443"/>
                </a:lnTo>
                <a:lnTo>
                  <a:pt x="301154" y="1318341"/>
                </a:lnTo>
                <a:lnTo>
                  <a:pt x="302580" y="1315599"/>
                </a:lnTo>
                <a:lnTo>
                  <a:pt x="316612" y="1324921"/>
                </a:lnTo>
                <a:lnTo>
                  <a:pt x="328343" y="1312090"/>
                </a:lnTo>
                <a:lnTo>
                  <a:pt x="343801" y="1305949"/>
                </a:lnTo>
                <a:lnTo>
                  <a:pt x="351584" y="1309349"/>
                </a:lnTo>
                <a:lnTo>
                  <a:pt x="356408" y="1319328"/>
                </a:lnTo>
                <a:lnTo>
                  <a:pt x="362767" y="1290487"/>
                </a:lnTo>
                <a:lnTo>
                  <a:pt x="377676" y="1255286"/>
                </a:lnTo>
                <a:lnTo>
                  <a:pt x="380307" y="1235547"/>
                </a:lnTo>
                <a:lnTo>
                  <a:pt x="383377" y="1240263"/>
                </a:lnTo>
                <a:lnTo>
                  <a:pt x="403988" y="1223813"/>
                </a:lnTo>
                <a:lnTo>
                  <a:pt x="417253" y="1206597"/>
                </a:lnTo>
                <a:lnTo>
                  <a:pt x="450580" y="1131260"/>
                </a:lnTo>
                <a:lnTo>
                  <a:pt x="475576" y="1094524"/>
                </a:lnTo>
                <a:lnTo>
                  <a:pt x="478536" y="1076101"/>
                </a:lnTo>
                <a:lnTo>
                  <a:pt x="497283" y="1070288"/>
                </a:lnTo>
                <a:lnTo>
                  <a:pt x="495638" y="1057678"/>
                </a:lnTo>
                <a:lnTo>
                  <a:pt x="501010" y="1053401"/>
                </a:lnTo>
                <a:lnTo>
                  <a:pt x="515372" y="1072043"/>
                </a:lnTo>
                <a:lnTo>
                  <a:pt x="515482" y="1054059"/>
                </a:lnTo>
                <a:lnTo>
                  <a:pt x="524910" y="1052194"/>
                </a:lnTo>
                <a:lnTo>
                  <a:pt x="540477" y="1012607"/>
                </a:lnTo>
                <a:lnTo>
                  <a:pt x="564815" y="970607"/>
                </a:lnTo>
                <a:lnTo>
                  <a:pt x="561855" y="957009"/>
                </a:lnTo>
                <a:lnTo>
                  <a:pt x="573257" y="958654"/>
                </a:lnTo>
                <a:lnTo>
                  <a:pt x="567446" y="949004"/>
                </a:lnTo>
                <a:lnTo>
                  <a:pt x="585864" y="932226"/>
                </a:lnTo>
                <a:lnTo>
                  <a:pt x="593209" y="930252"/>
                </a:lnTo>
                <a:lnTo>
                  <a:pt x="594086" y="939683"/>
                </a:lnTo>
                <a:lnTo>
                  <a:pt x="597046" y="939244"/>
                </a:lnTo>
                <a:lnTo>
                  <a:pt x="600116" y="929703"/>
                </a:lnTo>
                <a:lnTo>
                  <a:pt x="593429" y="918737"/>
                </a:lnTo>
                <a:lnTo>
                  <a:pt x="599897" y="907223"/>
                </a:lnTo>
                <a:lnTo>
                  <a:pt x="612833" y="898231"/>
                </a:lnTo>
                <a:lnTo>
                  <a:pt x="612943" y="879808"/>
                </a:lnTo>
                <a:lnTo>
                  <a:pt x="625331" y="858095"/>
                </a:lnTo>
                <a:lnTo>
                  <a:pt x="621275" y="832434"/>
                </a:lnTo>
                <a:lnTo>
                  <a:pt x="626537" y="805568"/>
                </a:lnTo>
                <a:lnTo>
                  <a:pt x="617767" y="789996"/>
                </a:lnTo>
                <a:lnTo>
                  <a:pt x="624783" y="773218"/>
                </a:lnTo>
                <a:lnTo>
                  <a:pt x="628949" y="776178"/>
                </a:lnTo>
                <a:lnTo>
                  <a:pt x="630922" y="772560"/>
                </a:lnTo>
                <a:lnTo>
                  <a:pt x="625221" y="768502"/>
                </a:lnTo>
                <a:lnTo>
                  <a:pt x="627853" y="760058"/>
                </a:lnTo>
                <a:lnTo>
                  <a:pt x="637829" y="754575"/>
                </a:lnTo>
                <a:lnTo>
                  <a:pt x="628510" y="740319"/>
                </a:lnTo>
                <a:lnTo>
                  <a:pt x="622590" y="715426"/>
                </a:lnTo>
                <a:lnTo>
                  <a:pt x="642543" y="706873"/>
                </a:lnTo>
                <a:lnTo>
                  <a:pt x="650985" y="691082"/>
                </a:lnTo>
                <a:lnTo>
                  <a:pt x="651642" y="678251"/>
                </a:lnTo>
                <a:lnTo>
                  <a:pt x="670608" y="673536"/>
                </a:lnTo>
                <a:lnTo>
                  <a:pt x="683545" y="680225"/>
                </a:lnTo>
                <a:lnTo>
                  <a:pt x="686395" y="671233"/>
                </a:lnTo>
                <a:lnTo>
                  <a:pt x="700428" y="663996"/>
                </a:lnTo>
                <a:lnTo>
                  <a:pt x="703059" y="655223"/>
                </a:lnTo>
                <a:lnTo>
                  <a:pt x="711500" y="647766"/>
                </a:lnTo>
                <a:lnTo>
                  <a:pt x="708321" y="634716"/>
                </a:lnTo>
                <a:lnTo>
                  <a:pt x="711281" y="630439"/>
                </a:lnTo>
                <a:lnTo>
                  <a:pt x="717969" y="625834"/>
                </a:lnTo>
                <a:lnTo>
                  <a:pt x="728164" y="628137"/>
                </a:lnTo>
                <a:lnTo>
                  <a:pt x="734632" y="624847"/>
                </a:lnTo>
                <a:lnTo>
                  <a:pt x="724656" y="615745"/>
                </a:lnTo>
                <a:lnTo>
                  <a:pt x="721696" y="601379"/>
                </a:lnTo>
                <a:lnTo>
                  <a:pt x="728603" y="578570"/>
                </a:lnTo>
                <a:lnTo>
                  <a:pt x="738031" y="581202"/>
                </a:lnTo>
                <a:lnTo>
                  <a:pt x="738798" y="572868"/>
                </a:lnTo>
                <a:lnTo>
                  <a:pt x="729809" y="565082"/>
                </a:lnTo>
                <a:lnTo>
                  <a:pt x="748007" y="555212"/>
                </a:lnTo>
                <a:lnTo>
                  <a:pt x="757874" y="564972"/>
                </a:lnTo>
                <a:lnTo>
                  <a:pt x="752831" y="556857"/>
                </a:lnTo>
                <a:lnTo>
                  <a:pt x="758970" y="548961"/>
                </a:lnTo>
                <a:lnTo>
                  <a:pt x="750310" y="551045"/>
                </a:lnTo>
                <a:lnTo>
                  <a:pt x="743403" y="534706"/>
                </a:lnTo>
                <a:lnTo>
                  <a:pt x="752064" y="499943"/>
                </a:lnTo>
                <a:lnTo>
                  <a:pt x="769933" y="488429"/>
                </a:lnTo>
                <a:lnTo>
                  <a:pt x="780677" y="489964"/>
                </a:lnTo>
                <a:lnTo>
                  <a:pt x="775086" y="487551"/>
                </a:lnTo>
                <a:lnTo>
                  <a:pt x="776840" y="481082"/>
                </a:lnTo>
                <a:lnTo>
                  <a:pt x="793285" y="456737"/>
                </a:lnTo>
                <a:lnTo>
                  <a:pt x="803590" y="463207"/>
                </a:lnTo>
                <a:lnTo>
                  <a:pt x="829901" y="456518"/>
                </a:lnTo>
                <a:lnTo>
                  <a:pt x="850841" y="434256"/>
                </a:lnTo>
                <a:lnTo>
                  <a:pt x="862352" y="441494"/>
                </a:lnTo>
                <a:lnTo>
                  <a:pt x="875069" y="442591"/>
                </a:lnTo>
                <a:lnTo>
                  <a:pt x="878467" y="447416"/>
                </a:lnTo>
                <a:lnTo>
                  <a:pt x="879015" y="430309"/>
                </a:lnTo>
                <a:lnTo>
                  <a:pt x="886032" y="425593"/>
                </a:lnTo>
                <a:lnTo>
                  <a:pt x="899845" y="428335"/>
                </a:lnTo>
                <a:lnTo>
                  <a:pt x="908835" y="413750"/>
                </a:lnTo>
                <a:lnTo>
                  <a:pt x="960032" y="408157"/>
                </a:lnTo>
                <a:lnTo>
                  <a:pt x="971105" y="399275"/>
                </a:lnTo>
                <a:lnTo>
                  <a:pt x="991058" y="392147"/>
                </a:lnTo>
                <a:lnTo>
                  <a:pt x="990948" y="387541"/>
                </a:lnTo>
                <a:lnTo>
                  <a:pt x="1034910" y="342251"/>
                </a:lnTo>
                <a:lnTo>
                  <a:pt x="1061769" y="326899"/>
                </a:lnTo>
                <a:lnTo>
                  <a:pt x="1104963" y="284570"/>
                </a:lnTo>
                <a:lnTo>
                  <a:pt x="1106279" y="273165"/>
                </a:lnTo>
                <a:lnTo>
                  <a:pt x="1114392" y="278429"/>
                </a:lnTo>
                <a:lnTo>
                  <a:pt x="1142128" y="252110"/>
                </a:lnTo>
                <a:lnTo>
                  <a:pt x="1171619" y="235551"/>
                </a:lnTo>
                <a:lnTo>
                  <a:pt x="1218431" y="221844"/>
                </a:lnTo>
                <a:lnTo>
                  <a:pt x="1225447" y="224256"/>
                </a:lnTo>
                <a:lnTo>
                  <a:pt x="1228626" y="220418"/>
                </a:lnTo>
                <a:lnTo>
                  <a:pt x="1269190" y="213400"/>
                </a:lnTo>
                <a:lnTo>
                  <a:pt x="1333981" y="214825"/>
                </a:lnTo>
                <a:lnTo>
                  <a:pt x="1352509" y="219541"/>
                </a:lnTo>
                <a:lnTo>
                  <a:pt x="1378162" y="239938"/>
                </a:lnTo>
                <a:lnTo>
                  <a:pt x="1379916" y="248053"/>
                </a:lnTo>
                <a:lnTo>
                  <a:pt x="1374764" y="238951"/>
                </a:lnTo>
                <a:lnTo>
                  <a:pt x="1374873" y="245969"/>
                </a:lnTo>
                <a:lnTo>
                  <a:pt x="1369392" y="251013"/>
                </a:lnTo>
                <a:lnTo>
                  <a:pt x="1376737" y="249149"/>
                </a:lnTo>
                <a:lnTo>
                  <a:pt x="1391537" y="259567"/>
                </a:lnTo>
                <a:lnTo>
                  <a:pt x="1376408" y="270204"/>
                </a:lnTo>
                <a:lnTo>
                  <a:pt x="1385069" y="262966"/>
                </a:lnTo>
                <a:lnTo>
                  <a:pt x="1392962" y="262528"/>
                </a:lnTo>
                <a:lnTo>
                  <a:pt x="1385398" y="269217"/>
                </a:lnTo>
                <a:lnTo>
                  <a:pt x="1388467" y="267353"/>
                </a:lnTo>
                <a:lnTo>
                  <a:pt x="1391866" y="271630"/>
                </a:lnTo>
                <a:lnTo>
                  <a:pt x="1391976" y="264940"/>
                </a:lnTo>
                <a:lnTo>
                  <a:pt x="1400965" y="269217"/>
                </a:lnTo>
                <a:lnTo>
                  <a:pt x="1404035" y="280402"/>
                </a:lnTo>
                <a:lnTo>
                  <a:pt x="1413025" y="279415"/>
                </a:lnTo>
                <a:lnTo>
                  <a:pt x="1449312" y="307269"/>
                </a:lnTo>
                <a:lnTo>
                  <a:pt x="1450847" y="314507"/>
                </a:lnTo>
                <a:lnTo>
                  <a:pt x="1434512" y="332820"/>
                </a:lnTo>
                <a:lnTo>
                  <a:pt x="1437253" y="351353"/>
                </a:lnTo>
                <a:lnTo>
                  <a:pt x="1441309" y="351463"/>
                </a:lnTo>
                <a:lnTo>
                  <a:pt x="1442625" y="339839"/>
                </a:lnTo>
                <a:lnTo>
                  <a:pt x="1452601" y="325802"/>
                </a:lnTo>
                <a:lnTo>
                  <a:pt x="1458192" y="349489"/>
                </a:lnTo>
                <a:lnTo>
                  <a:pt x="1497111" y="349379"/>
                </a:lnTo>
                <a:lnTo>
                  <a:pt x="1501825" y="345322"/>
                </a:lnTo>
                <a:lnTo>
                  <a:pt x="1504895" y="351572"/>
                </a:lnTo>
                <a:lnTo>
                  <a:pt x="1504675" y="277551"/>
                </a:lnTo>
                <a:lnTo>
                  <a:pt x="1514213" y="268449"/>
                </a:lnTo>
                <a:lnTo>
                  <a:pt x="1668902" y="300141"/>
                </a:lnTo>
                <a:lnTo>
                  <a:pt x="1712096" y="289724"/>
                </a:lnTo>
                <a:lnTo>
                  <a:pt x="1738407" y="300909"/>
                </a:lnTo>
                <a:lnTo>
                  <a:pt x="1768994" y="291588"/>
                </a:lnTo>
                <a:lnTo>
                  <a:pt x="1766582" y="282596"/>
                </a:lnTo>
                <a:lnTo>
                  <a:pt x="1772393" y="267133"/>
                </a:lnTo>
                <a:lnTo>
                  <a:pt x="1789933" y="252439"/>
                </a:lnTo>
                <a:lnTo>
                  <a:pt x="1799033" y="236099"/>
                </a:lnTo>
                <a:lnTo>
                  <a:pt x="1790810" y="200460"/>
                </a:lnTo>
                <a:lnTo>
                  <a:pt x="1794757" y="198267"/>
                </a:lnTo>
                <a:lnTo>
                  <a:pt x="1810653" y="244324"/>
                </a:lnTo>
                <a:lnTo>
                  <a:pt x="1832251" y="228314"/>
                </a:lnTo>
                <a:lnTo>
                  <a:pt x="1870621" y="213948"/>
                </a:lnTo>
                <a:lnTo>
                  <a:pt x="1940456" y="168110"/>
                </a:lnTo>
                <a:lnTo>
                  <a:pt x="1948897" y="166575"/>
                </a:lnTo>
                <a:lnTo>
                  <a:pt x="1973126" y="141353"/>
                </a:lnTo>
                <a:lnTo>
                  <a:pt x="2014237" y="111964"/>
                </a:lnTo>
                <a:lnTo>
                  <a:pt x="2031120" y="104836"/>
                </a:lnTo>
                <a:lnTo>
                  <a:pt x="2115645" y="43097"/>
                </a:lnTo>
                <a:lnTo>
                  <a:pt x="2128801" y="43535"/>
                </a:lnTo>
                <a:lnTo>
                  <a:pt x="2147438" y="25112"/>
                </a:lnTo>
                <a:lnTo>
                  <a:pt x="2163444" y="19081"/>
                </a:lnTo>
                <a:lnTo>
                  <a:pt x="2224837" y="2193"/>
                </a:lnTo>
                <a:lnTo>
                  <a:pt x="2236457" y="10856"/>
                </a:lnTo>
                <a:lnTo>
                  <a:pt x="2261124" y="4496"/>
                </a:lnTo>
                <a:lnTo>
                  <a:pt x="2319996" y="0"/>
                </a:lnTo>
                <a:lnTo>
                  <a:pt x="2365054" y="16778"/>
                </a:lnTo>
                <a:lnTo>
                  <a:pt x="2373166" y="23358"/>
                </a:lnTo>
                <a:lnTo>
                  <a:pt x="2352337" y="37943"/>
                </a:lnTo>
                <a:lnTo>
                  <a:pt x="2333919" y="63713"/>
                </a:lnTo>
                <a:lnTo>
                  <a:pt x="2342799" y="69196"/>
                </a:lnTo>
                <a:lnTo>
                  <a:pt x="2355187" y="50663"/>
                </a:lnTo>
                <a:lnTo>
                  <a:pt x="2380621" y="39588"/>
                </a:lnTo>
                <a:lnTo>
                  <a:pt x="2377003" y="52747"/>
                </a:lnTo>
                <a:lnTo>
                  <a:pt x="2386541" y="54721"/>
                </a:lnTo>
                <a:lnTo>
                  <a:pt x="2367795" y="88277"/>
                </a:lnTo>
                <a:lnTo>
                  <a:pt x="2373386" y="91238"/>
                </a:lnTo>
                <a:lnTo>
                  <a:pt x="2396408" y="55269"/>
                </a:lnTo>
                <a:lnTo>
                  <a:pt x="2385993" y="74021"/>
                </a:lnTo>
                <a:lnTo>
                  <a:pt x="2390159" y="76872"/>
                </a:lnTo>
                <a:lnTo>
                  <a:pt x="2374372" y="104726"/>
                </a:lnTo>
                <a:lnTo>
                  <a:pt x="2378319" y="106919"/>
                </a:lnTo>
                <a:lnTo>
                  <a:pt x="2393667" y="78956"/>
                </a:lnTo>
                <a:lnTo>
                  <a:pt x="2399258" y="81697"/>
                </a:lnTo>
                <a:lnTo>
                  <a:pt x="2432038" y="23906"/>
                </a:lnTo>
                <a:lnTo>
                  <a:pt x="2506148" y="66454"/>
                </a:lnTo>
                <a:lnTo>
                  <a:pt x="2480385" y="112512"/>
                </a:lnTo>
                <a:lnTo>
                  <a:pt x="2490800" y="118543"/>
                </a:lnTo>
                <a:lnTo>
                  <a:pt x="2516782" y="72705"/>
                </a:lnTo>
                <a:lnTo>
                  <a:pt x="2528622" y="72376"/>
                </a:lnTo>
                <a:lnTo>
                  <a:pt x="2539147" y="65358"/>
                </a:lnTo>
                <a:lnTo>
                  <a:pt x="2678596" y="123259"/>
                </a:lnTo>
                <a:lnTo>
                  <a:pt x="2723874" y="145849"/>
                </a:lnTo>
                <a:lnTo>
                  <a:pt x="2768055" y="174470"/>
                </a:lnTo>
                <a:lnTo>
                  <a:pt x="2766520" y="185875"/>
                </a:lnTo>
                <a:lnTo>
                  <a:pt x="2733521" y="200460"/>
                </a:lnTo>
                <a:lnTo>
                  <a:pt x="2762354" y="270643"/>
                </a:lnTo>
                <a:lnTo>
                  <a:pt x="2774194" y="311107"/>
                </a:lnTo>
                <a:lnTo>
                  <a:pt x="2824843" y="376465"/>
                </a:lnTo>
                <a:lnTo>
                  <a:pt x="2818485" y="381619"/>
                </a:lnTo>
                <a:lnTo>
                  <a:pt x="2827474" y="402016"/>
                </a:lnTo>
                <a:lnTo>
                  <a:pt x="2842055" y="396533"/>
                </a:lnTo>
                <a:lnTo>
                  <a:pt x="2846660" y="406293"/>
                </a:lnTo>
                <a:lnTo>
                  <a:pt x="2836245" y="427786"/>
                </a:lnTo>
                <a:lnTo>
                  <a:pt x="2780443" y="473954"/>
                </a:lnTo>
                <a:lnTo>
                  <a:pt x="2767616" y="477901"/>
                </a:lnTo>
                <a:lnTo>
                  <a:pt x="2763560" y="485139"/>
                </a:lnTo>
                <a:lnTo>
                  <a:pt x="2829448" y="514857"/>
                </a:lnTo>
                <a:lnTo>
                  <a:pt x="2844577" y="506961"/>
                </a:lnTo>
                <a:lnTo>
                  <a:pt x="2863762" y="504220"/>
                </a:lnTo>
                <a:lnTo>
                  <a:pt x="2888758" y="482288"/>
                </a:lnTo>
                <a:lnTo>
                  <a:pt x="2889196" y="470444"/>
                </a:lnTo>
                <a:lnTo>
                  <a:pt x="2896541" y="461014"/>
                </a:lnTo>
                <a:lnTo>
                  <a:pt x="2937543" y="434256"/>
                </a:lnTo>
                <a:lnTo>
                  <a:pt x="2963635" y="425813"/>
                </a:lnTo>
                <a:lnTo>
                  <a:pt x="2991371" y="427786"/>
                </a:lnTo>
                <a:lnTo>
                  <a:pt x="3009351" y="435572"/>
                </a:lnTo>
                <a:lnTo>
                  <a:pt x="3096178" y="493473"/>
                </a:lnTo>
                <a:lnTo>
                  <a:pt x="3078966" y="517379"/>
                </a:lnTo>
                <a:lnTo>
                  <a:pt x="3086859" y="521985"/>
                </a:lnTo>
                <a:lnTo>
                  <a:pt x="3102317" y="497092"/>
                </a:lnTo>
                <a:lnTo>
                  <a:pt x="3192104" y="549948"/>
                </a:lnTo>
                <a:lnTo>
                  <a:pt x="3199559" y="559708"/>
                </a:lnTo>
                <a:lnTo>
                  <a:pt x="3202629" y="574403"/>
                </a:lnTo>
                <a:lnTo>
                  <a:pt x="3187829" y="608288"/>
                </a:lnTo>
                <a:lnTo>
                  <a:pt x="3205918" y="614539"/>
                </a:lnTo>
                <a:lnTo>
                  <a:pt x="3223788" y="584382"/>
                </a:lnTo>
                <a:lnTo>
                  <a:pt x="3268626" y="555102"/>
                </a:lnTo>
                <a:lnTo>
                  <a:pt x="3285290" y="552690"/>
                </a:lnTo>
                <a:lnTo>
                  <a:pt x="3302721" y="556528"/>
                </a:lnTo>
                <a:lnTo>
                  <a:pt x="3313356" y="545452"/>
                </a:lnTo>
                <a:lnTo>
                  <a:pt x="3343614" y="540189"/>
                </a:lnTo>
                <a:lnTo>
                  <a:pt x="3364334" y="544575"/>
                </a:lnTo>
                <a:lnTo>
                  <a:pt x="3379024" y="573087"/>
                </a:lnTo>
                <a:lnTo>
                  <a:pt x="3381107" y="597870"/>
                </a:lnTo>
                <a:lnTo>
                  <a:pt x="3391193" y="596445"/>
                </a:lnTo>
                <a:lnTo>
                  <a:pt x="3396894" y="586465"/>
                </a:lnTo>
                <a:lnTo>
                  <a:pt x="3405116" y="587123"/>
                </a:lnTo>
                <a:lnTo>
                  <a:pt x="3431208" y="611358"/>
                </a:lnTo>
                <a:lnTo>
                  <a:pt x="3430441" y="621009"/>
                </a:lnTo>
                <a:lnTo>
                  <a:pt x="3435922" y="626601"/>
                </a:lnTo>
                <a:lnTo>
                  <a:pt x="3460370" y="636690"/>
                </a:lnTo>
                <a:lnTo>
                  <a:pt x="3484050" y="653249"/>
                </a:lnTo>
                <a:lnTo>
                  <a:pt x="3564847" y="733630"/>
                </a:lnTo>
                <a:lnTo>
                  <a:pt x="3566382" y="750189"/>
                </a:lnTo>
                <a:lnTo>
                  <a:pt x="3553227" y="758523"/>
                </a:lnTo>
                <a:lnTo>
                  <a:pt x="3556625" y="761923"/>
                </a:lnTo>
                <a:lnTo>
                  <a:pt x="3556844" y="779359"/>
                </a:lnTo>
                <a:lnTo>
                  <a:pt x="3603985" y="763239"/>
                </a:lnTo>
                <a:lnTo>
                  <a:pt x="3648276" y="804361"/>
                </a:lnTo>
                <a:lnTo>
                  <a:pt x="3649482" y="813463"/>
                </a:lnTo>
                <a:lnTo>
                  <a:pt x="3625254" y="838356"/>
                </a:lnTo>
                <a:lnTo>
                  <a:pt x="3622732" y="848445"/>
                </a:lnTo>
                <a:lnTo>
                  <a:pt x="3625911" y="852831"/>
                </a:lnTo>
                <a:lnTo>
                  <a:pt x="3638300" y="850090"/>
                </a:lnTo>
                <a:lnTo>
                  <a:pt x="3667790" y="826403"/>
                </a:lnTo>
                <a:lnTo>
                  <a:pt x="3696842" y="851735"/>
                </a:lnTo>
                <a:lnTo>
                  <a:pt x="3700350" y="861056"/>
                </a:lnTo>
                <a:lnTo>
                  <a:pt x="3693992" y="897902"/>
                </a:lnTo>
                <a:lnTo>
                  <a:pt x="3696404" y="911171"/>
                </a:lnTo>
                <a:lnTo>
                  <a:pt x="3706161" y="921918"/>
                </a:lnTo>
                <a:lnTo>
                  <a:pt x="3766238" y="962602"/>
                </a:lnTo>
                <a:lnTo>
                  <a:pt x="3820834" y="975871"/>
                </a:lnTo>
                <a:lnTo>
                  <a:pt x="3863480" y="980696"/>
                </a:lnTo>
                <a:lnTo>
                  <a:pt x="3936384" y="972471"/>
                </a:lnTo>
                <a:lnTo>
                  <a:pt x="3952390" y="988701"/>
                </a:lnTo>
                <a:lnTo>
                  <a:pt x="3966533" y="983437"/>
                </a:lnTo>
                <a:lnTo>
                  <a:pt x="3969822" y="973458"/>
                </a:lnTo>
                <a:lnTo>
                  <a:pt x="3964998" y="960079"/>
                </a:lnTo>
                <a:lnTo>
                  <a:pt x="3985608" y="947249"/>
                </a:lnTo>
                <a:lnTo>
                  <a:pt x="4001505" y="927949"/>
                </a:lnTo>
                <a:lnTo>
                  <a:pt x="4024198" y="915228"/>
                </a:lnTo>
                <a:lnTo>
                  <a:pt x="4036367" y="880137"/>
                </a:lnTo>
                <a:lnTo>
                  <a:pt x="4045028" y="878382"/>
                </a:lnTo>
                <a:lnTo>
                  <a:pt x="4051715" y="866758"/>
                </a:lnTo>
                <a:lnTo>
                  <a:pt x="4066187" y="859082"/>
                </a:lnTo>
                <a:lnTo>
                  <a:pt x="4109819" y="856011"/>
                </a:lnTo>
                <a:lnTo>
                  <a:pt x="4118809" y="849432"/>
                </a:lnTo>
                <a:lnTo>
                  <a:pt x="4114972" y="847677"/>
                </a:lnTo>
                <a:lnTo>
                  <a:pt x="4132951" y="844278"/>
                </a:lnTo>
                <a:lnTo>
                  <a:pt x="4129334" y="846690"/>
                </a:lnTo>
                <a:lnTo>
                  <a:pt x="4138104" y="850309"/>
                </a:lnTo>
                <a:lnTo>
                  <a:pt x="4148957" y="851077"/>
                </a:lnTo>
                <a:lnTo>
                  <a:pt x="4149725" y="847239"/>
                </a:lnTo>
                <a:lnTo>
                  <a:pt x="4191494" y="851406"/>
                </a:lnTo>
                <a:lnTo>
                  <a:pt x="4247186" y="868403"/>
                </a:lnTo>
                <a:lnTo>
                  <a:pt x="4268674" y="870377"/>
                </a:lnTo>
                <a:lnTo>
                  <a:pt x="4313184" y="897463"/>
                </a:lnTo>
                <a:lnTo>
                  <a:pt x="4390254" y="1055594"/>
                </a:lnTo>
                <a:lnTo>
                  <a:pt x="4406150" y="1066889"/>
                </a:lnTo>
                <a:lnTo>
                  <a:pt x="4419854" y="1065134"/>
                </a:lnTo>
                <a:lnTo>
                  <a:pt x="4418100" y="1076649"/>
                </a:lnTo>
                <a:lnTo>
                  <a:pt x="4397489" y="1077526"/>
                </a:lnTo>
                <a:lnTo>
                  <a:pt x="4384882" y="1110205"/>
                </a:lnTo>
                <a:lnTo>
                  <a:pt x="4391569" y="1113824"/>
                </a:lnTo>
                <a:lnTo>
                  <a:pt x="4394310" y="1107354"/>
                </a:lnTo>
                <a:lnTo>
                  <a:pt x="4433558" y="1119855"/>
                </a:lnTo>
                <a:lnTo>
                  <a:pt x="4471928" y="1103954"/>
                </a:lnTo>
                <a:lnTo>
                  <a:pt x="4629686" y="1174137"/>
                </a:lnTo>
                <a:lnTo>
                  <a:pt x="4705441" y="1219537"/>
                </a:lnTo>
                <a:lnTo>
                  <a:pt x="4776043" y="1271406"/>
                </a:lnTo>
                <a:lnTo>
                  <a:pt x="4792378" y="1293448"/>
                </a:lnTo>
                <a:lnTo>
                  <a:pt x="4800600" y="1322618"/>
                </a:lnTo>
                <a:lnTo>
                  <a:pt x="4796324" y="1338080"/>
                </a:lnTo>
                <a:lnTo>
                  <a:pt x="4782949" y="1337312"/>
                </a:lnTo>
                <a:lnTo>
                  <a:pt x="4781195" y="1329088"/>
                </a:lnTo>
                <a:lnTo>
                  <a:pt x="4790733" y="1312200"/>
                </a:lnTo>
                <a:lnTo>
                  <a:pt x="4785909" y="1292242"/>
                </a:lnTo>
                <a:lnTo>
                  <a:pt x="4774398" y="1276999"/>
                </a:lnTo>
                <a:lnTo>
                  <a:pt x="4737782" y="1248377"/>
                </a:lnTo>
                <a:lnTo>
                  <a:pt x="4724845" y="1247062"/>
                </a:lnTo>
                <a:lnTo>
                  <a:pt x="4703467" y="1232806"/>
                </a:lnTo>
                <a:lnTo>
                  <a:pt x="4689325" y="1228529"/>
                </a:lnTo>
                <a:lnTo>
                  <a:pt x="4672113" y="1232367"/>
                </a:lnTo>
                <a:lnTo>
                  <a:pt x="4665645" y="1241250"/>
                </a:lnTo>
                <a:lnTo>
                  <a:pt x="4676608" y="1248926"/>
                </a:lnTo>
                <a:lnTo>
                  <a:pt x="4679787" y="1260002"/>
                </a:lnTo>
                <a:lnTo>
                  <a:pt x="4554699" y="1555098"/>
                </a:lnTo>
                <a:lnTo>
                  <a:pt x="4549546" y="1573302"/>
                </a:lnTo>
                <a:lnTo>
                  <a:pt x="4550314" y="1591286"/>
                </a:lnTo>
                <a:lnTo>
                  <a:pt x="4557221" y="1605981"/>
                </a:lnTo>
                <a:lnTo>
                  <a:pt x="4679568" y="1602911"/>
                </a:lnTo>
                <a:lnTo>
                  <a:pt x="4681651" y="1675396"/>
                </a:lnTo>
                <a:lnTo>
                  <a:pt x="4690531" y="1681537"/>
                </a:lnTo>
                <a:lnTo>
                  <a:pt x="4681103" y="1695245"/>
                </a:lnTo>
                <a:lnTo>
                  <a:pt x="4641307" y="1696341"/>
                </a:lnTo>
                <a:lnTo>
                  <a:pt x="4640101" y="1649187"/>
                </a:lnTo>
                <a:lnTo>
                  <a:pt x="4571144" y="1651052"/>
                </a:lnTo>
                <a:lnTo>
                  <a:pt x="4572459" y="1698096"/>
                </a:lnTo>
                <a:lnTo>
                  <a:pt x="4440464" y="1705772"/>
                </a:lnTo>
                <a:lnTo>
                  <a:pt x="4378962" y="1747114"/>
                </a:lnTo>
                <a:lnTo>
                  <a:pt x="4346511" y="1758519"/>
                </a:lnTo>
                <a:lnTo>
                  <a:pt x="4314280" y="1754242"/>
                </a:lnTo>
                <a:lnTo>
                  <a:pt x="4227014" y="1716738"/>
                </a:lnTo>
                <a:lnTo>
                  <a:pt x="4146326" y="1740864"/>
                </a:lnTo>
                <a:lnTo>
                  <a:pt x="4157180" y="1734284"/>
                </a:lnTo>
                <a:lnTo>
                  <a:pt x="4160578" y="1725731"/>
                </a:lnTo>
                <a:lnTo>
                  <a:pt x="4149396" y="1689981"/>
                </a:lnTo>
                <a:lnTo>
                  <a:pt x="4134377" y="1693819"/>
                </a:lnTo>
                <a:lnTo>
                  <a:pt x="4095787" y="1690749"/>
                </a:lnTo>
                <a:lnTo>
                  <a:pt x="4067283" y="1703469"/>
                </a:lnTo>
                <a:lnTo>
                  <a:pt x="4066625" y="1694587"/>
                </a:lnTo>
                <a:lnTo>
                  <a:pt x="4020800" y="1696451"/>
                </a:lnTo>
                <a:lnTo>
                  <a:pt x="4006109" y="1702373"/>
                </a:lnTo>
                <a:lnTo>
                  <a:pt x="3999203" y="1698425"/>
                </a:lnTo>
                <a:lnTo>
                  <a:pt x="3980894" y="1707198"/>
                </a:lnTo>
                <a:lnTo>
                  <a:pt x="3974536" y="1704785"/>
                </a:lnTo>
                <a:lnTo>
                  <a:pt x="3935507" y="1717945"/>
                </a:lnTo>
                <a:lnTo>
                  <a:pt x="3914239" y="1712571"/>
                </a:lnTo>
                <a:lnTo>
                  <a:pt x="3897027" y="1724086"/>
                </a:lnTo>
                <a:lnTo>
                  <a:pt x="3895492" y="1720576"/>
                </a:lnTo>
                <a:lnTo>
                  <a:pt x="3888914" y="1722550"/>
                </a:lnTo>
                <a:lnTo>
                  <a:pt x="3866440" y="1737793"/>
                </a:lnTo>
                <a:lnTo>
                  <a:pt x="3860082" y="1735490"/>
                </a:lnTo>
                <a:lnTo>
                  <a:pt x="3837608" y="1749856"/>
                </a:lnTo>
                <a:lnTo>
                  <a:pt x="3836511" y="1745798"/>
                </a:lnTo>
                <a:lnTo>
                  <a:pt x="3829824" y="1745250"/>
                </a:lnTo>
                <a:lnTo>
                  <a:pt x="3811625" y="1753475"/>
                </a:lnTo>
                <a:lnTo>
                  <a:pt x="3808446" y="1750952"/>
                </a:lnTo>
                <a:lnTo>
                  <a:pt x="3787835" y="1757422"/>
                </a:lnTo>
                <a:lnTo>
                  <a:pt x="3781038" y="1754133"/>
                </a:lnTo>
                <a:lnTo>
                  <a:pt x="3758893" y="1758958"/>
                </a:lnTo>
                <a:lnTo>
                  <a:pt x="3709669" y="1771788"/>
                </a:lnTo>
                <a:lnTo>
                  <a:pt x="3698596" y="1779355"/>
                </a:lnTo>
                <a:lnTo>
                  <a:pt x="3693334" y="1777161"/>
                </a:lnTo>
                <a:lnTo>
                  <a:pt x="3679630" y="1783302"/>
                </a:lnTo>
                <a:lnTo>
                  <a:pt x="3678315" y="1780013"/>
                </a:lnTo>
                <a:lnTo>
                  <a:pt x="3678863" y="1783741"/>
                </a:lnTo>
                <a:lnTo>
                  <a:pt x="3662857" y="1792624"/>
                </a:lnTo>
                <a:lnTo>
                  <a:pt x="3629639" y="1804577"/>
                </a:lnTo>
                <a:lnTo>
                  <a:pt x="3625034" y="1802164"/>
                </a:lnTo>
                <a:lnTo>
                  <a:pt x="3594338" y="1819161"/>
                </a:lnTo>
                <a:lnTo>
                  <a:pt x="3594119" y="1815872"/>
                </a:lnTo>
                <a:lnTo>
                  <a:pt x="3579319" y="1811266"/>
                </a:lnTo>
                <a:lnTo>
                  <a:pt x="3534261" y="1832650"/>
                </a:lnTo>
                <a:lnTo>
                  <a:pt x="3518693" y="1832540"/>
                </a:lnTo>
                <a:lnTo>
                  <a:pt x="3511567" y="1837913"/>
                </a:lnTo>
                <a:lnTo>
                  <a:pt x="3509484" y="1833527"/>
                </a:lnTo>
                <a:lnTo>
                  <a:pt x="3502687" y="1833308"/>
                </a:lnTo>
                <a:lnTo>
                  <a:pt x="3488106" y="1841861"/>
                </a:lnTo>
                <a:lnTo>
                  <a:pt x="3481528" y="1837584"/>
                </a:lnTo>
                <a:lnTo>
                  <a:pt x="3443158" y="1852718"/>
                </a:lnTo>
                <a:lnTo>
                  <a:pt x="3418162" y="1852937"/>
                </a:lnTo>
                <a:lnTo>
                  <a:pt x="3356769" y="1881778"/>
                </a:lnTo>
                <a:lnTo>
                  <a:pt x="3286058" y="1897679"/>
                </a:lnTo>
                <a:lnTo>
                  <a:pt x="3213154" y="1922681"/>
                </a:lnTo>
                <a:lnTo>
                  <a:pt x="3179168" y="1937705"/>
                </a:lnTo>
                <a:lnTo>
                  <a:pt x="3169959" y="1947026"/>
                </a:lnTo>
                <a:lnTo>
                  <a:pt x="3162066" y="1942420"/>
                </a:lnTo>
                <a:lnTo>
                  <a:pt x="3153295" y="1943517"/>
                </a:lnTo>
                <a:lnTo>
                  <a:pt x="3117775" y="1978060"/>
                </a:lnTo>
                <a:lnTo>
                  <a:pt x="3102427" y="1973454"/>
                </a:lnTo>
                <a:lnTo>
                  <a:pt x="3066359" y="2006901"/>
                </a:lnTo>
                <a:lnTo>
                  <a:pt x="3058575" y="2003172"/>
                </a:lnTo>
                <a:lnTo>
                  <a:pt x="3049476" y="2005914"/>
                </a:lnTo>
                <a:lnTo>
                  <a:pt x="3010118" y="2049449"/>
                </a:lnTo>
                <a:lnTo>
                  <a:pt x="2962648" y="2083334"/>
                </a:lnTo>
                <a:lnTo>
                  <a:pt x="2978764" y="2080812"/>
                </a:lnTo>
                <a:lnTo>
                  <a:pt x="2979641" y="2085637"/>
                </a:lnTo>
                <a:lnTo>
                  <a:pt x="2964622" y="2085856"/>
                </a:lnTo>
                <a:lnTo>
                  <a:pt x="2938639" y="2067982"/>
                </a:lnTo>
                <a:lnTo>
                  <a:pt x="2913315" y="2086624"/>
                </a:lnTo>
                <a:lnTo>
                  <a:pt x="2914630" y="2091997"/>
                </a:lnTo>
                <a:lnTo>
                  <a:pt x="2917700" y="2090023"/>
                </a:lnTo>
                <a:lnTo>
                  <a:pt x="2914740" y="2092217"/>
                </a:lnTo>
                <a:lnTo>
                  <a:pt x="2920660" y="2108446"/>
                </a:lnTo>
                <a:lnTo>
                  <a:pt x="2914959" y="2127418"/>
                </a:lnTo>
                <a:lnTo>
                  <a:pt x="2787569" y="2225893"/>
                </a:lnTo>
                <a:lnTo>
                  <a:pt x="2806864" y="2252760"/>
                </a:lnTo>
                <a:lnTo>
                  <a:pt x="2797216" y="2259778"/>
                </a:lnTo>
                <a:lnTo>
                  <a:pt x="2778031" y="2232911"/>
                </a:lnTo>
                <a:lnTo>
                  <a:pt x="2757092" y="2247277"/>
                </a:lnTo>
                <a:lnTo>
                  <a:pt x="2742511" y="2249470"/>
                </a:lnTo>
                <a:lnTo>
                  <a:pt x="2729574" y="2244316"/>
                </a:lnTo>
                <a:lnTo>
                  <a:pt x="2706881" y="2222384"/>
                </a:lnTo>
                <a:lnTo>
                  <a:pt x="2695479" y="2222384"/>
                </a:lnTo>
                <a:lnTo>
                  <a:pt x="2698001" y="2272170"/>
                </a:lnTo>
                <a:lnTo>
                  <a:pt x="2685613" y="2277982"/>
                </a:lnTo>
                <a:lnTo>
                  <a:pt x="2700961" y="2295308"/>
                </a:lnTo>
                <a:lnTo>
                  <a:pt x="2692081" y="2303313"/>
                </a:lnTo>
                <a:lnTo>
                  <a:pt x="2631126" y="2236311"/>
                </a:lnTo>
                <a:lnTo>
                  <a:pt x="2615559" y="2250567"/>
                </a:lnTo>
                <a:lnTo>
                  <a:pt x="2642418" y="2284671"/>
                </a:lnTo>
                <a:lnTo>
                  <a:pt x="2633758" y="2294431"/>
                </a:lnTo>
                <a:lnTo>
                  <a:pt x="2562607" y="2227757"/>
                </a:lnTo>
                <a:lnTo>
                  <a:pt x="2481810" y="2230060"/>
                </a:lnTo>
                <a:lnTo>
                  <a:pt x="2394544" y="2277543"/>
                </a:lnTo>
                <a:lnTo>
                  <a:pt x="2397724" y="2309235"/>
                </a:lnTo>
                <a:lnTo>
                  <a:pt x="2463611" y="2271512"/>
                </a:lnTo>
                <a:lnTo>
                  <a:pt x="2525772" y="2269099"/>
                </a:lnTo>
                <a:lnTo>
                  <a:pt x="2595825" y="2334786"/>
                </a:lnTo>
                <a:lnTo>
                  <a:pt x="2528732" y="2368233"/>
                </a:lnTo>
                <a:lnTo>
                  <a:pt x="2472820" y="2350577"/>
                </a:lnTo>
                <a:lnTo>
                  <a:pt x="2479837" y="2342462"/>
                </a:lnTo>
                <a:lnTo>
                  <a:pt x="2473697" y="2340598"/>
                </a:lnTo>
                <a:lnTo>
                  <a:pt x="2472711" y="2343669"/>
                </a:lnTo>
                <a:lnTo>
                  <a:pt x="2472491" y="2340159"/>
                </a:lnTo>
                <a:lnTo>
                  <a:pt x="2471395" y="2343230"/>
                </a:lnTo>
                <a:lnTo>
                  <a:pt x="2470628" y="2339392"/>
                </a:lnTo>
                <a:lnTo>
                  <a:pt x="2464488" y="2346958"/>
                </a:lnTo>
                <a:lnTo>
                  <a:pt x="2444755" y="2342791"/>
                </a:lnTo>
                <a:lnTo>
                  <a:pt x="2441905" y="2347836"/>
                </a:lnTo>
                <a:lnTo>
                  <a:pt x="2435217" y="2345094"/>
                </a:lnTo>
                <a:lnTo>
                  <a:pt x="2443111" y="2346300"/>
                </a:lnTo>
                <a:lnTo>
                  <a:pt x="2444536" y="2342572"/>
                </a:lnTo>
                <a:lnTo>
                  <a:pt x="2417128" y="2333909"/>
                </a:lnTo>
                <a:lnTo>
                  <a:pt x="2393448" y="2309564"/>
                </a:lnTo>
                <a:lnTo>
                  <a:pt x="2393338" y="2351345"/>
                </a:lnTo>
                <a:lnTo>
                  <a:pt x="2406604" y="2363188"/>
                </a:lnTo>
                <a:lnTo>
                  <a:pt x="2428749" y="2370206"/>
                </a:lnTo>
                <a:lnTo>
                  <a:pt x="2489265" y="2370864"/>
                </a:lnTo>
                <a:lnTo>
                  <a:pt x="2513384" y="2385230"/>
                </a:lnTo>
                <a:lnTo>
                  <a:pt x="2537393" y="2385998"/>
                </a:lnTo>
                <a:lnTo>
                  <a:pt x="2550548" y="2376238"/>
                </a:lnTo>
                <a:lnTo>
                  <a:pt x="2572803" y="2382379"/>
                </a:lnTo>
                <a:lnTo>
                  <a:pt x="2586068" y="2380624"/>
                </a:lnTo>
                <a:lnTo>
                  <a:pt x="2588699" y="2394990"/>
                </a:lnTo>
                <a:lnTo>
                  <a:pt x="2593523" y="2396854"/>
                </a:lnTo>
                <a:lnTo>
                  <a:pt x="2635402" y="2385449"/>
                </a:lnTo>
                <a:lnTo>
                  <a:pt x="2660946" y="2397841"/>
                </a:lnTo>
                <a:lnTo>
                  <a:pt x="2656999" y="2412316"/>
                </a:lnTo>
                <a:lnTo>
                  <a:pt x="2614682" y="2475371"/>
                </a:lnTo>
                <a:lnTo>
                  <a:pt x="2565677" y="2525925"/>
                </a:lnTo>
                <a:lnTo>
                  <a:pt x="2539256" y="2544128"/>
                </a:lnTo>
                <a:lnTo>
                  <a:pt x="2529280" y="2546102"/>
                </a:lnTo>
                <a:lnTo>
                  <a:pt x="2536844" y="2539523"/>
                </a:lnTo>
                <a:lnTo>
                  <a:pt x="2532678" y="2537000"/>
                </a:lnTo>
                <a:lnTo>
                  <a:pt x="2512616" y="2541825"/>
                </a:lnTo>
                <a:lnTo>
                  <a:pt x="2493102" y="2554656"/>
                </a:lnTo>
                <a:lnTo>
                  <a:pt x="2476219" y="2547528"/>
                </a:lnTo>
                <a:lnTo>
                  <a:pt x="2462186" y="2533930"/>
                </a:lnTo>
                <a:lnTo>
                  <a:pt x="2456814" y="2534807"/>
                </a:lnTo>
                <a:lnTo>
                  <a:pt x="2456705" y="2529653"/>
                </a:lnTo>
                <a:lnTo>
                  <a:pt x="2462954" y="2530969"/>
                </a:lnTo>
                <a:lnTo>
                  <a:pt x="2462515" y="2523183"/>
                </a:lnTo>
                <a:lnTo>
                  <a:pt x="2458239" y="2517152"/>
                </a:lnTo>
                <a:lnTo>
                  <a:pt x="2449359" y="2514959"/>
                </a:lnTo>
                <a:lnTo>
                  <a:pt x="2442672" y="2501909"/>
                </a:lnTo>
                <a:lnTo>
                  <a:pt x="2430065" y="2500154"/>
                </a:lnTo>
                <a:lnTo>
                  <a:pt x="2427104" y="2503664"/>
                </a:lnTo>
                <a:lnTo>
                  <a:pt x="2431709" y="2506734"/>
                </a:lnTo>
                <a:lnTo>
                  <a:pt x="2427762" y="2509695"/>
                </a:lnTo>
                <a:lnTo>
                  <a:pt x="2387747" y="2466598"/>
                </a:lnTo>
                <a:lnTo>
                  <a:pt x="2385555" y="2459032"/>
                </a:lnTo>
                <a:lnTo>
                  <a:pt x="2391146" y="2462541"/>
                </a:lnTo>
                <a:lnTo>
                  <a:pt x="2394106" y="2455961"/>
                </a:lnTo>
                <a:lnTo>
                  <a:pt x="2390488" y="2447079"/>
                </a:lnTo>
                <a:lnTo>
                  <a:pt x="2376894" y="2441925"/>
                </a:lnTo>
                <a:lnTo>
                  <a:pt x="2360559" y="2423940"/>
                </a:lnTo>
                <a:lnTo>
                  <a:pt x="2349706" y="2425366"/>
                </a:lnTo>
                <a:lnTo>
                  <a:pt x="2354639" y="2429862"/>
                </a:lnTo>
                <a:lnTo>
                  <a:pt x="2347951" y="2434139"/>
                </a:lnTo>
                <a:lnTo>
                  <a:pt x="2324052" y="2420870"/>
                </a:lnTo>
                <a:lnTo>
                  <a:pt x="2317255" y="2410562"/>
                </a:lnTo>
                <a:lnTo>
                  <a:pt x="2305963" y="2406175"/>
                </a:lnTo>
                <a:lnTo>
                  <a:pt x="2308704" y="2403324"/>
                </a:lnTo>
                <a:lnTo>
                  <a:pt x="2303770" y="2395538"/>
                </a:lnTo>
                <a:lnTo>
                  <a:pt x="2292917" y="2392577"/>
                </a:lnTo>
                <a:lnTo>
                  <a:pt x="2287764" y="2382160"/>
                </a:lnTo>
                <a:lnTo>
                  <a:pt x="2277569" y="2378979"/>
                </a:lnTo>
                <a:lnTo>
                  <a:pt x="2273293" y="2369549"/>
                </a:lnTo>
                <a:lnTo>
                  <a:pt x="2261453" y="2364833"/>
                </a:lnTo>
                <a:lnTo>
                  <a:pt x="2251258" y="2353648"/>
                </a:lnTo>
                <a:lnTo>
                  <a:pt x="2239527" y="2353099"/>
                </a:lnTo>
                <a:lnTo>
                  <a:pt x="2243912" y="2361543"/>
                </a:lnTo>
                <a:lnTo>
                  <a:pt x="2249942" y="2363408"/>
                </a:lnTo>
                <a:lnTo>
                  <a:pt x="2245009" y="2368342"/>
                </a:lnTo>
                <a:lnTo>
                  <a:pt x="2226371" y="2339830"/>
                </a:lnTo>
                <a:lnTo>
                  <a:pt x="2203678" y="2317789"/>
                </a:lnTo>
                <a:lnTo>
                  <a:pt x="2203897" y="2313183"/>
                </a:lnTo>
                <a:lnTo>
                  <a:pt x="2226152" y="2310770"/>
                </a:lnTo>
                <a:lnTo>
                  <a:pt x="2267044" y="2321956"/>
                </a:lnTo>
                <a:lnTo>
                  <a:pt x="2291711" y="2324149"/>
                </a:lnTo>
                <a:lnTo>
                  <a:pt x="2308156" y="2313731"/>
                </a:lnTo>
                <a:lnTo>
                  <a:pt x="2326245" y="2311099"/>
                </a:lnTo>
                <a:lnTo>
                  <a:pt x="2344553" y="2318556"/>
                </a:lnTo>
                <a:lnTo>
                  <a:pt x="2346526" y="2323491"/>
                </a:lnTo>
                <a:lnTo>
                  <a:pt x="2346965" y="2319324"/>
                </a:lnTo>
                <a:lnTo>
                  <a:pt x="2348828" y="2322504"/>
                </a:lnTo>
                <a:lnTo>
                  <a:pt x="2350692" y="2319982"/>
                </a:lnTo>
                <a:lnTo>
                  <a:pt x="2362423" y="2335992"/>
                </a:lnTo>
                <a:lnTo>
                  <a:pt x="2363519" y="2328974"/>
                </a:lnTo>
                <a:lnTo>
                  <a:pt x="2382485" y="2337418"/>
                </a:lnTo>
                <a:lnTo>
                  <a:pt x="2385993" y="2319214"/>
                </a:lnTo>
                <a:lnTo>
                  <a:pt x="2385006" y="2277653"/>
                </a:lnTo>
                <a:lnTo>
                  <a:pt x="2348390" y="2277434"/>
                </a:lnTo>
                <a:lnTo>
                  <a:pt x="2347842" y="2289935"/>
                </a:lnTo>
                <a:lnTo>
                  <a:pt x="2328108" y="2289825"/>
                </a:lnTo>
                <a:lnTo>
                  <a:pt x="2345320" y="2287522"/>
                </a:lnTo>
                <a:lnTo>
                  <a:pt x="2344663" y="2275789"/>
                </a:lnTo>
                <a:lnTo>
                  <a:pt x="2302893" y="2269209"/>
                </a:lnTo>
                <a:lnTo>
                  <a:pt x="2295110" y="2262958"/>
                </a:lnTo>
                <a:lnTo>
                  <a:pt x="2273841" y="2272608"/>
                </a:lnTo>
                <a:lnTo>
                  <a:pt x="2277130" y="2278640"/>
                </a:lnTo>
                <a:lnTo>
                  <a:pt x="2254108" y="2283026"/>
                </a:lnTo>
                <a:lnTo>
                  <a:pt x="2252902" y="2278969"/>
                </a:lnTo>
                <a:lnTo>
                  <a:pt x="2244241" y="2277324"/>
                </a:lnTo>
                <a:lnTo>
                  <a:pt x="2242816" y="2270964"/>
                </a:lnTo>
                <a:lnTo>
                  <a:pt x="2251586" y="2266796"/>
                </a:lnTo>
                <a:lnTo>
                  <a:pt x="2256958" y="2258024"/>
                </a:lnTo>
                <a:lnTo>
                  <a:pt x="2263317" y="2258024"/>
                </a:lnTo>
                <a:lnTo>
                  <a:pt x="2266825" y="2264713"/>
                </a:lnTo>
                <a:lnTo>
                  <a:pt x="2271978" y="2262849"/>
                </a:lnTo>
                <a:lnTo>
                  <a:pt x="2272855" y="2271073"/>
                </a:lnTo>
                <a:lnTo>
                  <a:pt x="2293904" y="2261862"/>
                </a:lnTo>
                <a:lnTo>
                  <a:pt x="2270881" y="2241136"/>
                </a:lnTo>
                <a:lnTo>
                  <a:pt x="2256629" y="2240697"/>
                </a:lnTo>
                <a:lnTo>
                  <a:pt x="2241829" y="2256598"/>
                </a:lnTo>
                <a:lnTo>
                  <a:pt x="2224288" y="2256488"/>
                </a:lnTo>
                <a:lnTo>
                  <a:pt x="2209269" y="2246838"/>
                </a:lnTo>
                <a:lnTo>
                  <a:pt x="2198964" y="2256379"/>
                </a:lnTo>
                <a:lnTo>
                  <a:pt x="2201705" y="2259888"/>
                </a:lnTo>
                <a:lnTo>
                  <a:pt x="2191948" y="2272060"/>
                </a:lnTo>
                <a:lnTo>
                  <a:pt x="2189097" y="2270306"/>
                </a:lnTo>
                <a:lnTo>
                  <a:pt x="2186466" y="2286097"/>
                </a:lnTo>
                <a:lnTo>
                  <a:pt x="2141079" y="2246729"/>
                </a:lnTo>
                <a:lnTo>
                  <a:pt x="2144368" y="2240588"/>
                </a:lnTo>
                <a:lnTo>
                  <a:pt x="2121455" y="2221397"/>
                </a:lnTo>
                <a:lnTo>
                  <a:pt x="2111589" y="2238614"/>
                </a:lnTo>
                <a:lnTo>
                  <a:pt x="2064228" y="2210321"/>
                </a:lnTo>
                <a:lnTo>
                  <a:pt x="1971262" y="2366039"/>
                </a:lnTo>
                <a:lnTo>
                  <a:pt x="1895178" y="2320311"/>
                </a:lnTo>
                <a:lnTo>
                  <a:pt x="1983540" y="2171063"/>
                </a:lnTo>
                <a:lnTo>
                  <a:pt x="1876541" y="2106582"/>
                </a:lnTo>
                <a:lnTo>
                  <a:pt x="1808571" y="2220958"/>
                </a:lnTo>
                <a:lnTo>
                  <a:pt x="1584596" y="2086624"/>
                </a:lnTo>
                <a:lnTo>
                  <a:pt x="1614963" y="2034206"/>
                </a:lnTo>
                <a:lnTo>
                  <a:pt x="1653115" y="2027846"/>
                </a:lnTo>
                <a:lnTo>
                  <a:pt x="1791687" y="2110530"/>
                </a:lnTo>
                <a:lnTo>
                  <a:pt x="1826331" y="2051971"/>
                </a:lnTo>
                <a:lnTo>
                  <a:pt x="1699598" y="1975757"/>
                </a:lnTo>
                <a:lnTo>
                  <a:pt x="1725142" y="1933428"/>
                </a:lnTo>
                <a:lnTo>
                  <a:pt x="1675918" y="1880462"/>
                </a:lnTo>
                <a:lnTo>
                  <a:pt x="1640727" y="1904258"/>
                </a:lnTo>
                <a:lnTo>
                  <a:pt x="1571879" y="1911057"/>
                </a:lnTo>
                <a:lnTo>
                  <a:pt x="1517831" y="1894060"/>
                </a:lnTo>
                <a:lnTo>
                  <a:pt x="1514981" y="1882655"/>
                </a:lnTo>
                <a:lnTo>
                  <a:pt x="1525286" y="1863026"/>
                </a:lnTo>
                <a:lnTo>
                  <a:pt x="1509938" y="1858201"/>
                </a:lnTo>
                <a:lnTo>
                  <a:pt x="1481763" y="1885725"/>
                </a:lnTo>
                <a:lnTo>
                  <a:pt x="1358867" y="1854801"/>
                </a:lnTo>
                <a:lnTo>
                  <a:pt x="1336503" y="1869715"/>
                </a:lnTo>
                <a:lnTo>
                  <a:pt x="1280591" y="1842410"/>
                </a:lnTo>
                <a:lnTo>
                  <a:pt x="1207577" y="1780342"/>
                </a:lnTo>
                <a:lnTo>
                  <a:pt x="1167562" y="1780122"/>
                </a:lnTo>
                <a:lnTo>
                  <a:pt x="1172276" y="1801725"/>
                </a:lnTo>
                <a:lnTo>
                  <a:pt x="1202206" y="1807976"/>
                </a:lnTo>
                <a:lnTo>
                  <a:pt x="1263160" y="1859736"/>
                </a:lnTo>
                <a:lnTo>
                  <a:pt x="1257459" y="1874759"/>
                </a:lnTo>
                <a:lnTo>
                  <a:pt x="1283003" y="1876295"/>
                </a:lnTo>
                <a:lnTo>
                  <a:pt x="1164054" y="1876953"/>
                </a:lnTo>
                <a:lnTo>
                  <a:pt x="1163287" y="1948671"/>
                </a:lnTo>
                <a:lnTo>
                  <a:pt x="1168768" y="1962159"/>
                </a:lnTo>
                <a:lnTo>
                  <a:pt x="1224789" y="1974989"/>
                </a:lnTo>
                <a:lnTo>
                  <a:pt x="1232902" y="1960514"/>
                </a:lnTo>
                <a:lnTo>
                  <a:pt x="1250772" y="1966216"/>
                </a:lnTo>
                <a:lnTo>
                  <a:pt x="1240686" y="1982446"/>
                </a:lnTo>
                <a:lnTo>
                  <a:pt x="1255267" y="1969835"/>
                </a:lnTo>
                <a:lnTo>
                  <a:pt x="1264037" y="1967642"/>
                </a:lnTo>
                <a:lnTo>
                  <a:pt x="1302627" y="1986723"/>
                </a:lnTo>
                <a:lnTo>
                  <a:pt x="1317756" y="2012713"/>
                </a:lnTo>
                <a:lnTo>
                  <a:pt x="1323895" y="2046269"/>
                </a:lnTo>
                <a:lnTo>
                  <a:pt x="1353824" y="2081580"/>
                </a:lnTo>
                <a:lnTo>
                  <a:pt x="1357990" y="2084760"/>
                </a:lnTo>
                <a:lnTo>
                  <a:pt x="1366651" y="2081689"/>
                </a:lnTo>
                <a:lnTo>
                  <a:pt x="1366212" y="2085966"/>
                </a:lnTo>
                <a:lnTo>
                  <a:pt x="1372461" y="2087721"/>
                </a:lnTo>
                <a:lnTo>
                  <a:pt x="1372352" y="2099235"/>
                </a:lnTo>
                <a:lnTo>
                  <a:pt x="1380135" y="2094958"/>
                </a:lnTo>
                <a:lnTo>
                  <a:pt x="1384082" y="2106692"/>
                </a:lnTo>
                <a:lnTo>
                  <a:pt x="1426948" y="2113491"/>
                </a:lnTo>
                <a:lnTo>
                  <a:pt x="1472773" y="2159987"/>
                </a:lnTo>
                <a:lnTo>
                  <a:pt x="1473760" y="2167663"/>
                </a:lnTo>
                <a:lnTo>
                  <a:pt x="1456438" y="2185648"/>
                </a:lnTo>
                <a:lnTo>
                  <a:pt x="1441090" y="2194859"/>
                </a:lnTo>
                <a:lnTo>
                  <a:pt x="1414888" y="2200452"/>
                </a:lnTo>
                <a:lnTo>
                  <a:pt x="1393949" y="2210102"/>
                </a:lnTo>
                <a:lnTo>
                  <a:pt x="1380355" y="2197272"/>
                </a:lnTo>
                <a:lnTo>
                  <a:pt x="1359415" y="2195956"/>
                </a:lnTo>
                <a:lnTo>
                  <a:pt x="1320716" y="2183345"/>
                </a:lnTo>
                <a:lnTo>
                  <a:pt x="1292102" y="2209773"/>
                </a:lnTo>
                <a:lnTo>
                  <a:pt x="1299009" y="2211966"/>
                </a:lnTo>
                <a:lnTo>
                  <a:pt x="1321593" y="2191131"/>
                </a:lnTo>
                <a:lnTo>
                  <a:pt x="1329267" y="2191460"/>
                </a:lnTo>
                <a:lnTo>
                  <a:pt x="1376518" y="2202206"/>
                </a:lnTo>
                <a:lnTo>
                  <a:pt x="1394716" y="2219862"/>
                </a:lnTo>
                <a:lnTo>
                  <a:pt x="1396909" y="2228854"/>
                </a:lnTo>
                <a:lnTo>
                  <a:pt x="1375202" y="2275021"/>
                </a:lnTo>
                <a:lnTo>
                  <a:pt x="1355140" y="2290373"/>
                </a:lnTo>
                <a:lnTo>
                  <a:pt x="1280482" y="2322723"/>
                </a:lnTo>
                <a:lnTo>
                  <a:pt x="1228407" y="2278749"/>
                </a:lnTo>
                <a:lnTo>
                  <a:pt x="1152214" y="2237407"/>
                </a:lnTo>
                <a:lnTo>
                  <a:pt x="1151118" y="2221178"/>
                </a:lnTo>
                <a:lnTo>
                  <a:pt x="1145527" y="2209554"/>
                </a:lnTo>
                <a:lnTo>
                  <a:pt x="1129630" y="2235105"/>
                </a:lnTo>
                <a:lnTo>
                  <a:pt x="1100907" y="2219752"/>
                </a:lnTo>
                <a:lnTo>
                  <a:pt x="1086546" y="2250018"/>
                </a:lnTo>
                <a:lnTo>
                  <a:pt x="1185432" y="2308906"/>
                </a:lnTo>
                <a:lnTo>
                  <a:pt x="1188173" y="2322065"/>
                </a:lnTo>
                <a:lnTo>
                  <a:pt x="1101017" y="2371303"/>
                </a:lnTo>
                <a:lnTo>
                  <a:pt x="969351" y="2418128"/>
                </a:lnTo>
                <a:lnTo>
                  <a:pt x="928678" y="2274144"/>
                </a:lnTo>
                <a:lnTo>
                  <a:pt x="869039" y="2219204"/>
                </a:lnTo>
                <a:lnTo>
                  <a:pt x="815978" y="2277763"/>
                </a:lnTo>
                <a:lnTo>
                  <a:pt x="879344" y="2336212"/>
                </a:lnTo>
                <a:lnTo>
                  <a:pt x="928349" y="2508708"/>
                </a:lnTo>
                <a:lnTo>
                  <a:pt x="928459" y="2530311"/>
                </a:lnTo>
                <a:lnTo>
                  <a:pt x="921662" y="2544567"/>
                </a:lnTo>
                <a:lnTo>
                  <a:pt x="900503" y="2566938"/>
                </a:lnTo>
                <a:lnTo>
                  <a:pt x="890965" y="2557178"/>
                </a:lnTo>
                <a:lnTo>
                  <a:pt x="842947" y="2608609"/>
                </a:lnTo>
                <a:lnTo>
                  <a:pt x="847771" y="2619794"/>
                </a:lnTo>
                <a:lnTo>
                  <a:pt x="753270" y="2715418"/>
                </a:lnTo>
                <a:lnTo>
                  <a:pt x="742197" y="2721230"/>
                </a:lnTo>
                <a:lnTo>
                  <a:pt x="729809" y="2719586"/>
                </a:lnTo>
                <a:lnTo>
                  <a:pt x="720600" y="2711142"/>
                </a:lnTo>
                <a:lnTo>
                  <a:pt x="702730" y="2673638"/>
                </a:lnTo>
                <a:lnTo>
                  <a:pt x="701195" y="2658066"/>
                </a:lnTo>
                <a:lnTo>
                  <a:pt x="704594" y="2658614"/>
                </a:lnTo>
                <a:lnTo>
                  <a:pt x="706567" y="2672102"/>
                </a:lnTo>
                <a:lnTo>
                  <a:pt x="724218" y="2709058"/>
                </a:lnTo>
                <a:lnTo>
                  <a:pt x="728603" y="2710703"/>
                </a:lnTo>
                <a:lnTo>
                  <a:pt x="770920" y="2669251"/>
                </a:lnTo>
                <a:lnTo>
                  <a:pt x="773113" y="2654447"/>
                </a:lnTo>
                <a:lnTo>
                  <a:pt x="754695" y="2615517"/>
                </a:lnTo>
                <a:lnTo>
                  <a:pt x="747130" y="2610254"/>
                </a:lnTo>
                <a:lnTo>
                  <a:pt x="736825" y="2591063"/>
                </a:lnTo>
                <a:lnTo>
                  <a:pt x="691767" y="2587006"/>
                </a:lnTo>
                <a:lnTo>
                  <a:pt x="650656" y="2501690"/>
                </a:lnTo>
                <a:lnTo>
                  <a:pt x="628401" y="2476029"/>
                </a:lnTo>
                <a:lnTo>
                  <a:pt x="526554" y="2223480"/>
                </a:lnTo>
                <a:lnTo>
                  <a:pt x="526554" y="2169747"/>
                </a:lnTo>
                <a:lnTo>
                  <a:pt x="581698" y="2126540"/>
                </a:lnTo>
                <a:lnTo>
                  <a:pt x="604063" y="2157794"/>
                </a:lnTo>
                <a:lnTo>
                  <a:pt x="779471" y="2034864"/>
                </a:lnTo>
                <a:lnTo>
                  <a:pt x="853581" y="1990451"/>
                </a:lnTo>
                <a:lnTo>
                  <a:pt x="909383" y="1973344"/>
                </a:lnTo>
                <a:lnTo>
                  <a:pt x="954331" y="1974770"/>
                </a:lnTo>
                <a:lnTo>
                  <a:pt x="993798" y="1968958"/>
                </a:lnTo>
                <a:lnTo>
                  <a:pt x="999938" y="1975867"/>
                </a:lnTo>
                <a:lnTo>
                  <a:pt x="942163" y="2039360"/>
                </a:lnTo>
                <a:lnTo>
                  <a:pt x="935365" y="2063924"/>
                </a:lnTo>
                <a:lnTo>
                  <a:pt x="893816" y="2104499"/>
                </a:lnTo>
                <a:lnTo>
                  <a:pt x="860926" y="2130050"/>
                </a:lnTo>
                <a:lnTo>
                  <a:pt x="902915" y="2171501"/>
                </a:lnTo>
                <a:lnTo>
                  <a:pt x="947096" y="2124128"/>
                </a:lnTo>
                <a:lnTo>
                  <a:pt x="961129" y="2135862"/>
                </a:lnTo>
                <a:lnTo>
                  <a:pt x="977025" y="2125882"/>
                </a:lnTo>
                <a:lnTo>
                  <a:pt x="986892" y="2125553"/>
                </a:lnTo>
                <a:lnTo>
                  <a:pt x="983164" y="2117987"/>
                </a:lnTo>
                <a:lnTo>
                  <a:pt x="988865" y="2117658"/>
                </a:lnTo>
                <a:lnTo>
                  <a:pt x="989961" y="2122264"/>
                </a:lnTo>
                <a:lnTo>
                  <a:pt x="996539" y="2119522"/>
                </a:lnTo>
                <a:lnTo>
                  <a:pt x="985357" y="2101318"/>
                </a:lnTo>
                <a:lnTo>
                  <a:pt x="993579" y="2082018"/>
                </a:lnTo>
                <a:lnTo>
                  <a:pt x="986892" y="2076645"/>
                </a:lnTo>
                <a:lnTo>
                  <a:pt x="1011558" y="2053068"/>
                </a:lnTo>
                <a:lnTo>
                  <a:pt x="1077994" y="1972577"/>
                </a:lnTo>
                <a:lnTo>
                  <a:pt x="1091917" y="1971042"/>
                </a:lnTo>
                <a:lnTo>
                  <a:pt x="1093891" y="1961501"/>
                </a:lnTo>
                <a:lnTo>
                  <a:pt x="1104086" y="1955360"/>
                </a:lnTo>
                <a:lnTo>
                  <a:pt x="1126999" y="1952509"/>
                </a:lnTo>
                <a:lnTo>
                  <a:pt x="1163725" y="1964791"/>
                </a:lnTo>
                <a:lnTo>
                  <a:pt x="1157586" y="1947684"/>
                </a:lnTo>
                <a:lnTo>
                  <a:pt x="1159121" y="1796242"/>
                </a:lnTo>
                <a:lnTo>
                  <a:pt x="1152324" y="1780451"/>
                </a:lnTo>
                <a:lnTo>
                  <a:pt x="1141580" y="1787689"/>
                </a:lnTo>
                <a:lnTo>
                  <a:pt x="1125793" y="1789114"/>
                </a:lnTo>
                <a:lnTo>
                  <a:pt x="1126670" y="1813569"/>
                </a:lnTo>
                <a:lnTo>
                  <a:pt x="1119544" y="1819381"/>
                </a:lnTo>
                <a:lnTo>
                  <a:pt x="1114282" y="1840874"/>
                </a:lnTo>
                <a:lnTo>
                  <a:pt x="1118777" y="1840655"/>
                </a:lnTo>
                <a:lnTo>
                  <a:pt x="1119106" y="1850086"/>
                </a:lnTo>
                <a:lnTo>
                  <a:pt x="1060234" y="1852498"/>
                </a:lnTo>
                <a:lnTo>
                  <a:pt x="1059138" y="1828702"/>
                </a:lnTo>
                <a:lnTo>
                  <a:pt x="1026359" y="1817626"/>
                </a:lnTo>
                <a:lnTo>
                  <a:pt x="1004104" y="1789992"/>
                </a:lnTo>
                <a:lnTo>
                  <a:pt x="1004104" y="1789992"/>
                </a:lnTo>
              </a:path>
            </a:pathLst>
          </a:custGeom>
          <a:noFill xmlns:a="http://schemas.openxmlformats.org/drawingml/2006/main"/>
          <a:ln xmlns:a="http://schemas.openxmlformats.org/drawingml/2006/main" w="3056">
            <a:solidFill>
              <a:srgbClr val="E4EAF4"/>
            </a:solidFill>
            <a:prstDash val="solid"/>
          </a:ln>
        </p:spPr>
      </p:sp>
      <p:sp>
        <p:nvSpPr>
          <p:cNvPr id="40" name="Editable chart path">
            <a:extLst xmlns:a="http://schemas.openxmlformats.org/drawingml/2006/main">
              <a:ext uri="{FF2B5EF4-FFF2-40B4-BE49-F238E27FC236}">
                <a16:creationId xmlns:a16="http://schemas.microsoft.com/office/drawing/2014/main" id="{35447513-095C-4869-9B49-146A9794180B}"/>
              </a:ext>
            </a:extLst>
          </p:cNvPr>
          <p:cNvSpPr>
            <a:spLocks xmlns:a="http://schemas.openxmlformats.org/drawingml/2006/main" noGrp="1"/>
          </p:cNvSpPr>
          <p:nvPr/>
        </p:nvSpPr>
        <p:spPr>
          <a:xfrm xmlns:a="http://schemas.openxmlformats.org/drawingml/2006/main">
            <a:off x="4131169" y="2756512"/>
            <a:ext cx="674792" cy="251875"/>
          </a:xfrm>
          <a:custGeom xmlns:a="http://schemas.openxmlformats.org/drawingml/2006/main">
            <a:pathLst>
              <a:path w="841412" h="314068">
                <a:moveTo>
                  <a:pt x="18199" y="92444"/>
                </a:moveTo>
                <a:lnTo>
                  <a:pt x="20501" y="86851"/>
                </a:lnTo>
                <a:lnTo>
                  <a:pt x="13265" y="81697"/>
                </a:lnTo>
                <a:lnTo>
                  <a:pt x="11950" y="68757"/>
                </a:lnTo>
                <a:lnTo>
                  <a:pt x="0" y="62726"/>
                </a:lnTo>
                <a:lnTo>
                  <a:pt x="2960" y="50554"/>
                </a:lnTo>
                <a:lnTo>
                  <a:pt x="110" y="48799"/>
                </a:lnTo>
                <a:lnTo>
                  <a:pt x="30587" y="41342"/>
                </a:lnTo>
                <a:lnTo>
                  <a:pt x="44839" y="22261"/>
                </a:lnTo>
                <a:lnTo>
                  <a:pt x="65888" y="15901"/>
                </a:lnTo>
                <a:lnTo>
                  <a:pt x="80249" y="0"/>
                </a:lnTo>
                <a:lnTo>
                  <a:pt x="130679" y="17436"/>
                </a:lnTo>
                <a:lnTo>
                  <a:pt x="181438" y="41232"/>
                </a:lnTo>
                <a:lnTo>
                  <a:pt x="212354" y="46386"/>
                </a:lnTo>
                <a:lnTo>
                  <a:pt x="237898" y="59984"/>
                </a:lnTo>
                <a:lnTo>
                  <a:pt x="248641" y="71279"/>
                </a:lnTo>
                <a:lnTo>
                  <a:pt x="252917" y="84877"/>
                </a:lnTo>
                <a:lnTo>
                  <a:pt x="295015" y="103300"/>
                </a:lnTo>
                <a:lnTo>
                  <a:pt x="297756" y="97598"/>
                </a:lnTo>
                <a:lnTo>
                  <a:pt x="317489" y="98914"/>
                </a:lnTo>
                <a:lnTo>
                  <a:pt x="325163" y="114047"/>
                </a:lnTo>
                <a:lnTo>
                  <a:pt x="359697" y="111525"/>
                </a:lnTo>
                <a:lnTo>
                  <a:pt x="383816" y="114486"/>
                </a:lnTo>
                <a:lnTo>
                  <a:pt x="412648" y="103739"/>
                </a:lnTo>
                <a:lnTo>
                  <a:pt x="469875" y="98914"/>
                </a:lnTo>
                <a:lnTo>
                  <a:pt x="482812" y="92225"/>
                </a:lnTo>
                <a:lnTo>
                  <a:pt x="509342" y="97708"/>
                </a:lnTo>
                <a:lnTo>
                  <a:pt x="523704" y="108454"/>
                </a:lnTo>
                <a:lnTo>
                  <a:pt x="540148" y="105932"/>
                </a:lnTo>
                <a:lnTo>
                  <a:pt x="574682" y="114815"/>
                </a:lnTo>
                <a:lnTo>
                  <a:pt x="627304" y="111964"/>
                </a:lnTo>
                <a:lnTo>
                  <a:pt x="642214" y="106700"/>
                </a:lnTo>
                <a:lnTo>
                  <a:pt x="650327" y="98585"/>
                </a:lnTo>
                <a:lnTo>
                  <a:pt x="740552" y="96063"/>
                </a:lnTo>
                <a:lnTo>
                  <a:pt x="773880" y="110648"/>
                </a:lnTo>
                <a:lnTo>
                  <a:pt x="798108" y="136966"/>
                </a:lnTo>
                <a:lnTo>
                  <a:pt x="821569" y="192235"/>
                </a:lnTo>
                <a:lnTo>
                  <a:pt x="841412" y="266037"/>
                </a:lnTo>
                <a:lnTo>
                  <a:pt x="836698" y="273713"/>
                </a:lnTo>
                <a:lnTo>
                  <a:pt x="823762" y="277442"/>
                </a:lnTo>
                <a:lnTo>
                  <a:pt x="767960" y="263624"/>
                </a:lnTo>
                <a:lnTo>
                  <a:pt x="683654" y="263186"/>
                </a:lnTo>
                <a:lnTo>
                  <a:pt x="676419" y="278209"/>
                </a:lnTo>
                <a:lnTo>
                  <a:pt x="668416" y="272068"/>
                </a:lnTo>
                <a:lnTo>
                  <a:pt x="670937" y="264831"/>
                </a:lnTo>
                <a:lnTo>
                  <a:pt x="664798" y="263076"/>
                </a:lnTo>
                <a:lnTo>
                  <a:pt x="567994" y="262418"/>
                </a:lnTo>
                <a:lnTo>
                  <a:pt x="529405" y="281060"/>
                </a:lnTo>
                <a:lnTo>
                  <a:pt x="509671" y="270094"/>
                </a:lnTo>
                <a:lnTo>
                  <a:pt x="503093" y="278538"/>
                </a:lnTo>
                <a:lnTo>
                  <a:pt x="485991" y="285118"/>
                </a:lnTo>
                <a:lnTo>
                  <a:pt x="482264" y="279964"/>
                </a:lnTo>
                <a:lnTo>
                  <a:pt x="474699" y="282267"/>
                </a:lnTo>
                <a:lnTo>
                  <a:pt x="457816" y="295865"/>
                </a:lnTo>
                <a:lnTo>
                  <a:pt x="446524" y="298716"/>
                </a:lnTo>
                <a:lnTo>
                  <a:pt x="436657" y="295755"/>
                </a:lnTo>
                <a:lnTo>
                  <a:pt x="393463" y="310998"/>
                </a:lnTo>
                <a:lnTo>
                  <a:pt x="351365" y="314068"/>
                </a:lnTo>
                <a:lnTo>
                  <a:pt x="320340" y="277551"/>
                </a:lnTo>
                <a:lnTo>
                  <a:pt x="312885" y="254413"/>
                </a:lnTo>
                <a:lnTo>
                  <a:pt x="296988" y="244763"/>
                </a:lnTo>
                <a:lnTo>
                  <a:pt x="264209" y="247175"/>
                </a:lnTo>
                <a:lnTo>
                  <a:pt x="244256" y="209562"/>
                </a:lnTo>
                <a:lnTo>
                  <a:pt x="246339" y="199034"/>
                </a:lnTo>
                <a:lnTo>
                  <a:pt x="241515" y="201008"/>
                </a:lnTo>
                <a:lnTo>
                  <a:pt x="222440" y="187629"/>
                </a:lnTo>
                <a:lnTo>
                  <a:pt x="200404" y="185765"/>
                </a:lnTo>
                <a:lnTo>
                  <a:pt x="192511" y="177650"/>
                </a:lnTo>
                <a:lnTo>
                  <a:pt x="161376" y="168658"/>
                </a:lnTo>
                <a:lnTo>
                  <a:pt x="137696" y="151551"/>
                </a:lnTo>
                <a:lnTo>
                  <a:pt x="130679" y="148919"/>
                </a:lnTo>
                <a:lnTo>
                  <a:pt x="132214" y="153196"/>
                </a:lnTo>
                <a:lnTo>
                  <a:pt x="124321" y="152209"/>
                </a:lnTo>
                <a:lnTo>
                  <a:pt x="115550" y="141572"/>
                </a:lnTo>
                <a:lnTo>
                  <a:pt x="88033" y="136418"/>
                </a:lnTo>
                <a:lnTo>
                  <a:pt x="79811" y="119201"/>
                </a:lnTo>
                <a:lnTo>
                  <a:pt x="63147" y="116240"/>
                </a:lnTo>
                <a:lnTo>
                  <a:pt x="56898" y="121723"/>
                </a:lnTo>
                <a:lnTo>
                  <a:pt x="46812" y="119749"/>
                </a:lnTo>
                <a:lnTo>
                  <a:pt x="26092" y="98037"/>
                </a:lnTo>
                <a:lnTo>
                  <a:pt x="21816" y="99901"/>
                </a:lnTo>
                <a:lnTo>
                  <a:pt x="23790" y="92663"/>
                </a:lnTo>
                <a:lnTo>
                  <a:pt x="18199" y="92444"/>
                </a:lnTo>
              </a:path>
            </a:pathLst>
          </a:custGeom>
          <a:noFill xmlns:a="http://schemas.openxmlformats.org/drawingml/2006/main"/>
          <a:ln xmlns:a="http://schemas.openxmlformats.org/drawingml/2006/main" w="3056">
            <a:solidFill>
              <a:srgbClr val="E4EAF4"/>
            </a:solidFill>
            <a:prstDash val="solid"/>
          </a:ln>
        </p:spPr>
      </p:sp>
      <p:sp>
        <p:nvSpPr>
          <p:cNvPr id="41" name="Editable chart path">
            <a:extLst xmlns:a="http://schemas.openxmlformats.org/drawingml/2006/main">
              <a:ext uri="{FF2B5EF4-FFF2-40B4-BE49-F238E27FC236}">
                <a16:creationId xmlns:a16="http://schemas.microsoft.com/office/drawing/2014/main" id="{2268363B-8EFC-4EC6-8138-4D2B1DE15A94}"/>
              </a:ext>
            </a:extLst>
          </p:cNvPr>
          <p:cNvSpPr>
            <a:spLocks xmlns:a="http://schemas.openxmlformats.org/drawingml/2006/main" noGrp="1"/>
          </p:cNvSpPr>
          <p:nvPr/>
        </p:nvSpPr>
        <p:spPr>
          <a:xfrm xmlns:a="http://schemas.openxmlformats.org/drawingml/2006/main">
            <a:off x="3399492" y="4476633"/>
            <a:ext cx="142783" cy="168415"/>
          </a:xfrm>
          <a:custGeom xmlns:a="http://schemas.openxmlformats.org/drawingml/2006/main">
            <a:pathLst>
              <a:path w="178040" h="210000">
                <a:moveTo>
                  <a:pt x="60735" y="17875"/>
                </a:moveTo>
                <a:lnTo>
                  <a:pt x="69834" y="31034"/>
                </a:lnTo>
                <a:lnTo>
                  <a:pt x="76083" y="24454"/>
                </a:lnTo>
                <a:lnTo>
                  <a:pt x="87814" y="24893"/>
                </a:lnTo>
                <a:lnTo>
                  <a:pt x="93734" y="20616"/>
                </a:lnTo>
                <a:lnTo>
                  <a:pt x="87266" y="14914"/>
                </a:lnTo>
                <a:lnTo>
                  <a:pt x="85731" y="17984"/>
                </a:lnTo>
                <a:lnTo>
                  <a:pt x="89568" y="10966"/>
                </a:lnTo>
                <a:lnTo>
                  <a:pt x="160389" y="1974"/>
                </a:lnTo>
                <a:lnTo>
                  <a:pt x="166528" y="6360"/>
                </a:lnTo>
                <a:lnTo>
                  <a:pt x="166528" y="15901"/>
                </a:lnTo>
                <a:lnTo>
                  <a:pt x="155565" y="33885"/>
                </a:lnTo>
                <a:lnTo>
                  <a:pt x="128267" y="44193"/>
                </a:lnTo>
                <a:lnTo>
                  <a:pt x="129693" y="38272"/>
                </a:lnTo>
                <a:lnTo>
                  <a:pt x="119716" y="37065"/>
                </a:lnTo>
                <a:lnTo>
                  <a:pt x="112481" y="44303"/>
                </a:lnTo>
                <a:lnTo>
                  <a:pt x="110178" y="55159"/>
                </a:lnTo>
                <a:lnTo>
                  <a:pt x="120264" y="76105"/>
                </a:lnTo>
                <a:lnTo>
                  <a:pt x="132104" y="76214"/>
                </a:lnTo>
                <a:lnTo>
                  <a:pt x="134516" y="72047"/>
                </a:lnTo>
                <a:lnTo>
                  <a:pt x="130679" y="69415"/>
                </a:lnTo>
                <a:lnTo>
                  <a:pt x="139121" y="72376"/>
                </a:lnTo>
                <a:lnTo>
                  <a:pt x="144164" y="97379"/>
                </a:lnTo>
                <a:lnTo>
                  <a:pt x="165980" y="116021"/>
                </a:lnTo>
                <a:lnTo>
                  <a:pt x="170365" y="127755"/>
                </a:lnTo>
                <a:lnTo>
                  <a:pt x="177601" y="132799"/>
                </a:lnTo>
                <a:lnTo>
                  <a:pt x="178040" y="139927"/>
                </a:lnTo>
                <a:lnTo>
                  <a:pt x="173106" y="135321"/>
                </a:lnTo>
                <a:lnTo>
                  <a:pt x="165651" y="138611"/>
                </a:lnTo>
                <a:lnTo>
                  <a:pt x="161047" y="151880"/>
                </a:lnTo>
                <a:lnTo>
                  <a:pt x="167296" y="156924"/>
                </a:lnTo>
                <a:lnTo>
                  <a:pt x="151509" y="163614"/>
                </a:lnTo>
                <a:lnTo>
                  <a:pt x="155127" y="160543"/>
                </a:lnTo>
                <a:lnTo>
                  <a:pt x="143068" y="154622"/>
                </a:lnTo>
                <a:lnTo>
                  <a:pt x="135284" y="142888"/>
                </a:lnTo>
                <a:lnTo>
                  <a:pt x="116208" y="128084"/>
                </a:lnTo>
                <a:lnTo>
                  <a:pt x="102285" y="108125"/>
                </a:lnTo>
                <a:lnTo>
                  <a:pt x="89020" y="127864"/>
                </a:lnTo>
                <a:lnTo>
                  <a:pt x="92199" y="147603"/>
                </a:lnTo>
                <a:lnTo>
                  <a:pt x="92089" y="141024"/>
                </a:lnTo>
                <a:lnTo>
                  <a:pt x="83209" y="142559"/>
                </a:lnTo>
                <a:lnTo>
                  <a:pt x="87266" y="164272"/>
                </a:lnTo>
                <a:lnTo>
                  <a:pt x="91212" y="165588"/>
                </a:lnTo>
                <a:lnTo>
                  <a:pt x="92638" y="161640"/>
                </a:lnTo>
                <a:lnTo>
                  <a:pt x="93844" y="180063"/>
                </a:lnTo>
                <a:lnTo>
                  <a:pt x="88910" y="178966"/>
                </a:lnTo>
                <a:lnTo>
                  <a:pt x="87704" y="190261"/>
                </a:lnTo>
                <a:lnTo>
                  <a:pt x="92089" y="195086"/>
                </a:lnTo>
                <a:lnTo>
                  <a:pt x="97681" y="193003"/>
                </a:lnTo>
                <a:lnTo>
                  <a:pt x="99106" y="201556"/>
                </a:lnTo>
                <a:lnTo>
                  <a:pt x="92199" y="210000"/>
                </a:lnTo>
                <a:lnTo>
                  <a:pt x="78166" y="195525"/>
                </a:lnTo>
                <a:lnTo>
                  <a:pt x="67423" y="192784"/>
                </a:lnTo>
                <a:lnTo>
                  <a:pt x="54925" y="171290"/>
                </a:lnTo>
                <a:lnTo>
                  <a:pt x="0" y="113389"/>
                </a:lnTo>
                <a:lnTo>
                  <a:pt x="12827" y="101984"/>
                </a:lnTo>
                <a:lnTo>
                  <a:pt x="25982" y="99133"/>
                </a:lnTo>
                <a:lnTo>
                  <a:pt x="33328" y="101875"/>
                </a:lnTo>
                <a:lnTo>
                  <a:pt x="29710" y="102642"/>
                </a:lnTo>
                <a:lnTo>
                  <a:pt x="35191" y="107577"/>
                </a:lnTo>
                <a:lnTo>
                  <a:pt x="40125" y="107687"/>
                </a:lnTo>
                <a:lnTo>
                  <a:pt x="39248" y="104287"/>
                </a:lnTo>
                <a:lnTo>
                  <a:pt x="46593" y="111744"/>
                </a:lnTo>
                <a:lnTo>
                  <a:pt x="59529" y="113937"/>
                </a:lnTo>
                <a:lnTo>
                  <a:pt x="56679" y="120736"/>
                </a:lnTo>
                <a:lnTo>
                  <a:pt x="77289" y="132031"/>
                </a:lnTo>
                <a:lnTo>
                  <a:pt x="81126" y="125890"/>
                </a:lnTo>
                <a:lnTo>
                  <a:pt x="72904" y="119311"/>
                </a:lnTo>
                <a:lnTo>
                  <a:pt x="88033" y="126658"/>
                </a:lnTo>
                <a:lnTo>
                  <a:pt x="99873" y="107358"/>
                </a:lnTo>
                <a:lnTo>
                  <a:pt x="97681" y="97598"/>
                </a:lnTo>
                <a:lnTo>
                  <a:pt x="101408" y="91676"/>
                </a:lnTo>
                <a:lnTo>
                  <a:pt x="97023" y="84877"/>
                </a:lnTo>
                <a:lnTo>
                  <a:pt x="93405" y="87619"/>
                </a:lnTo>
                <a:lnTo>
                  <a:pt x="77399" y="73911"/>
                </a:lnTo>
                <a:lnTo>
                  <a:pt x="86718" y="65577"/>
                </a:lnTo>
                <a:lnTo>
                  <a:pt x="93076" y="70841"/>
                </a:lnTo>
                <a:lnTo>
                  <a:pt x="99215" y="68538"/>
                </a:lnTo>
                <a:lnTo>
                  <a:pt x="98338" y="50554"/>
                </a:lnTo>
                <a:lnTo>
                  <a:pt x="77509" y="51431"/>
                </a:lnTo>
                <a:lnTo>
                  <a:pt x="74768" y="36846"/>
                </a:lnTo>
                <a:lnTo>
                  <a:pt x="54267" y="63932"/>
                </a:lnTo>
                <a:lnTo>
                  <a:pt x="39686" y="65796"/>
                </a:lnTo>
                <a:lnTo>
                  <a:pt x="41550" y="57133"/>
                </a:lnTo>
                <a:lnTo>
                  <a:pt x="63586" y="48689"/>
                </a:lnTo>
                <a:lnTo>
                  <a:pt x="68519" y="32679"/>
                </a:lnTo>
                <a:lnTo>
                  <a:pt x="55363" y="18094"/>
                </a:lnTo>
                <a:lnTo>
                  <a:pt x="51197" y="23687"/>
                </a:lnTo>
                <a:lnTo>
                  <a:pt x="53828" y="25661"/>
                </a:lnTo>
                <a:lnTo>
                  <a:pt x="46483" y="24783"/>
                </a:lnTo>
                <a:lnTo>
                  <a:pt x="25653" y="4167"/>
                </a:lnTo>
                <a:lnTo>
                  <a:pt x="29600" y="0"/>
                </a:lnTo>
                <a:lnTo>
                  <a:pt x="58104" y="8773"/>
                </a:lnTo>
                <a:lnTo>
                  <a:pt x="60735" y="17875"/>
                </a:lnTo>
              </a:path>
            </a:pathLst>
          </a:custGeom>
          <a:noFill xmlns:a="http://schemas.openxmlformats.org/drawingml/2006/main"/>
          <a:ln xmlns:a="http://schemas.openxmlformats.org/drawingml/2006/main" w="3056">
            <a:solidFill>
              <a:srgbClr val="E4EAF4"/>
            </a:solidFill>
            <a:prstDash val="solid"/>
          </a:ln>
        </p:spPr>
      </p:sp>
      <p:sp>
        <p:nvSpPr>
          <p:cNvPr id="42" name="Editable chart path">
            <a:extLst xmlns:a="http://schemas.openxmlformats.org/drawingml/2006/main">
              <a:ext uri="{FF2B5EF4-FFF2-40B4-BE49-F238E27FC236}">
                <a16:creationId xmlns:a16="http://schemas.microsoft.com/office/drawing/2014/main" id="{E82632C6-E0CF-4242-BA37-9A9450E72ABB}"/>
              </a:ext>
            </a:extLst>
          </p:cNvPr>
          <p:cNvSpPr>
            <a:spLocks xmlns:a="http://schemas.openxmlformats.org/drawingml/2006/main" noGrp="1"/>
          </p:cNvSpPr>
          <p:nvPr/>
        </p:nvSpPr>
        <p:spPr>
          <a:xfrm xmlns:a="http://schemas.openxmlformats.org/drawingml/2006/main">
            <a:off x="3413208" y="4362128"/>
            <a:ext cx="93724" cy="68509"/>
          </a:xfrm>
          <a:custGeom xmlns:a="http://schemas.openxmlformats.org/drawingml/2006/main">
            <a:pathLst>
              <a:path w="116866" h="85426">
                <a:moveTo>
                  <a:pt x="116866" y="50883"/>
                </a:moveTo>
                <a:lnTo>
                  <a:pt x="114344" y="65796"/>
                </a:lnTo>
                <a:lnTo>
                  <a:pt x="102395" y="73144"/>
                </a:lnTo>
                <a:lnTo>
                  <a:pt x="60406" y="54940"/>
                </a:lnTo>
                <a:lnTo>
                  <a:pt x="47251" y="59436"/>
                </a:lnTo>
                <a:lnTo>
                  <a:pt x="14252" y="85426"/>
                </a:lnTo>
                <a:lnTo>
                  <a:pt x="5043" y="85097"/>
                </a:lnTo>
                <a:lnTo>
                  <a:pt x="0" y="77640"/>
                </a:lnTo>
                <a:lnTo>
                  <a:pt x="5153" y="62945"/>
                </a:lnTo>
                <a:lnTo>
                  <a:pt x="49882" y="32789"/>
                </a:lnTo>
                <a:lnTo>
                  <a:pt x="80688" y="0"/>
                </a:lnTo>
                <a:lnTo>
                  <a:pt x="91432" y="3619"/>
                </a:lnTo>
                <a:lnTo>
                  <a:pt x="103820" y="16230"/>
                </a:lnTo>
                <a:lnTo>
                  <a:pt x="116866" y="50883"/>
                </a:lnTo>
              </a:path>
            </a:pathLst>
          </a:custGeom>
          <a:noFill xmlns:a="http://schemas.openxmlformats.org/drawingml/2006/main"/>
          <a:ln xmlns:a="http://schemas.openxmlformats.org/drawingml/2006/main" w="3056">
            <a:solidFill>
              <a:srgbClr val="E4EAF4"/>
            </a:solidFill>
            <a:prstDash val="solid"/>
          </a:ln>
        </p:spPr>
      </p:sp>
      <p:sp>
        <p:nvSpPr>
          <p:cNvPr id="43" name="Editable chart path">
            <a:extLst xmlns:a="http://schemas.openxmlformats.org/drawingml/2006/main">
              <a:ext uri="{FF2B5EF4-FFF2-40B4-BE49-F238E27FC236}">
                <a16:creationId xmlns:a16="http://schemas.microsoft.com/office/drawing/2014/main" id="{354EA1EF-BAD7-4A29-9555-53804553C0BE}"/>
              </a:ext>
            </a:extLst>
          </p:cNvPr>
          <p:cNvSpPr>
            <a:spLocks xmlns:a="http://schemas.openxmlformats.org/drawingml/2006/main" noGrp="1"/>
          </p:cNvSpPr>
          <p:nvPr/>
        </p:nvSpPr>
        <p:spPr>
          <a:xfrm xmlns:a="http://schemas.openxmlformats.org/drawingml/2006/main">
            <a:off x="3330474" y="4456581"/>
            <a:ext cx="46510" cy="63848"/>
          </a:xfrm>
          <a:custGeom xmlns:a="http://schemas.openxmlformats.org/drawingml/2006/main">
            <a:pathLst>
              <a:path w="57994" h="79614">
                <a:moveTo>
                  <a:pt x="57994" y="66454"/>
                </a:moveTo>
                <a:lnTo>
                  <a:pt x="55473" y="77420"/>
                </a:lnTo>
                <a:lnTo>
                  <a:pt x="49334" y="79614"/>
                </a:lnTo>
                <a:lnTo>
                  <a:pt x="20062" y="63055"/>
                </a:lnTo>
                <a:lnTo>
                  <a:pt x="0" y="20616"/>
                </a:lnTo>
                <a:lnTo>
                  <a:pt x="7016" y="0"/>
                </a:lnTo>
                <a:lnTo>
                  <a:pt x="26421" y="5922"/>
                </a:lnTo>
                <a:lnTo>
                  <a:pt x="43742" y="28073"/>
                </a:lnTo>
                <a:lnTo>
                  <a:pt x="57994" y="66454"/>
                </a:lnTo>
              </a:path>
            </a:pathLst>
          </a:custGeom>
          <a:noFill xmlns:a="http://schemas.openxmlformats.org/drawingml/2006/main"/>
          <a:ln xmlns:a="http://schemas.openxmlformats.org/drawingml/2006/main" w="3056">
            <a:solidFill>
              <a:srgbClr val="E4EAF4"/>
            </a:solidFill>
            <a:prstDash val="solid"/>
          </a:ln>
        </p:spPr>
      </p:sp>
      <p:sp>
        <p:nvSpPr>
          <p:cNvPr id="44" name="Editable chart path">
            <a:extLst xmlns:a="http://schemas.openxmlformats.org/drawingml/2006/main">
              <a:ext uri="{FF2B5EF4-FFF2-40B4-BE49-F238E27FC236}">
                <a16:creationId xmlns:a16="http://schemas.microsoft.com/office/drawing/2014/main" id="{1A45B9BE-655D-46BA-A239-460200C7C591}"/>
              </a:ext>
            </a:extLst>
          </p:cNvPr>
          <p:cNvSpPr>
            <a:spLocks xmlns:a="http://schemas.openxmlformats.org/drawingml/2006/main" noGrp="1"/>
          </p:cNvSpPr>
          <p:nvPr/>
        </p:nvSpPr>
        <p:spPr>
          <a:xfrm xmlns:a="http://schemas.openxmlformats.org/drawingml/2006/main">
            <a:off x="3529879" y="4538810"/>
            <a:ext cx="41850" cy="40719"/>
          </a:xfrm>
          <a:custGeom xmlns:a="http://schemas.openxmlformats.org/drawingml/2006/main">
            <a:pathLst>
              <a:path w="52184" h="50773">
                <a:moveTo>
                  <a:pt x="28504" y="12611"/>
                </a:moveTo>
                <a:lnTo>
                  <a:pt x="37274" y="9540"/>
                </a:lnTo>
                <a:lnTo>
                  <a:pt x="31354" y="5044"/>
                </a:lnTo>
                <a:lnTo>
                  <a:pt x="36288" y="8005"/>
                </a:lnTo>
                <a:lnTo>
                  <a:pt x="49224" y="28402"/>
                </a:lnTo>
                <a:lnTo>
                  <a:pt x="52184" y="38820"/>
                </a:lnTo>
                <a:lnTo>
                  <a:pt x="43633" y="50773"/>
                </a:lnTo>
                <a:lnTo>
                  <a:pt x="37494" y="48360"/>
                </a:lnTo>
                <a:lnTo>
                  <a:pt x="43414" y="50334"/>
                </a:lnTo>
                <a:lnTo>
                  <a:pt x="50101" y="41561"/>
                </a:lnTo>
                <a:lnTo>
                  <a:pt x="48457" y="43974"/>
                </a:lnTo>
                <a:lnTo>
                  <a:pt x="26531" y="34214"/>
                </a:lnTo>
                <a:lnTo>
                  <a:pt x="26531" y="31144"/>
                </a:lnTo>
                <a:lnTo>
                  <a:pt x="28394" y="37394"/>
                </a:lnTo>
                <a:lnTo>
                  <a:pt x="17760" y="22371"/>
                </a:lnTo>
                <a:lnTo>
                  <a:pt x="23571" y="23796"/>
                </a:lnTo>
                <a:lnTo>
                  <a:pt x="26202" y="18862"/>
                </a:lnTo>
                <a:lnTo>
                  <a:pt x="17212" y="16230"/>
                </a:lnTo>
                <a:lnTo>
                  <a:pt x="13046" y="22042"/>
                </a:lnTo>
                <a:lnTo>
                  <a:pt x="0" y="6689"/>
                </a:lnTo>
                <a:lnTo>
                  <a:pt x="1316" y="987"/>
                </a:lnTo>
                <a:lnTo>
                  <a:pt x="11950" y="0"/>
                </a:lnTo>
                <a:lnTo>
                  <a:pt x="12498" y="3948"/>
                </a:lnTo>
                <a:lnTo>
                  <a:pt x="28504" y="12611"/>
                </a:lnTo>
              </a:path>
            </a:pathLst>
          </a:custGeom>
          <a:noFill xmlns:a="http://schemas.openxmlformats.org/drawingml/2006/main"/>
          <a:ln xmlns:a="http://schemas.openxmlformats.org/drawingml/2006/main" w="3056">
            <a:solidFill>
              <a:srgbClr val="E4EAF4"/>
            </a:solidFill>
            <a:prstDash val="solid"/>
          </a:ln>
        </p:spPr>
      </p:sp>
      <p:sp>
        <p:nvSpPr>
          <p:cNvPr id="45" name="Editable chart path">
            <a:extLst xmlns:a="http://schemas.openxmlformats.org/drawingml/2006/main">
              <a:ext uri="{FF2B5EF4-FFF2-40B4-BE49-F238E27FC236}">
                <a16:creationId xmlns:a16="http://schemas.microsoft.com/office/drawing/2014/main" id="{732ACE9F-25C5-4190-8ACF-A73793096BD9}"/>
              </a:ext>
            </a:extLst>
          </p:cNvPr>
          <p:cNvSpPr>
            <a:spLocks xmlns:a="http://schemas.openxmlformats.org/drawingml/2006/main" noGrp="1"/>
          </p:cNvSpPr>
          <p:nvPr/>
        </p:nvSpPr>
        <p:spPr>
          <a:xfrm xmlns:a="http://schemas.openxmlformats.org/drawingml/2006/main">
            <a:off x="3313857" y="4625524"/>
            <a:ext cx="28223" cy="28582"/>
          </a:xfrm>
          <a:custGeom xmlns:a="http://schemas.openxmlformats.org/drawingml/2006/main">
            <a:pathLst>
              <a:path w="35191" h="35640">
                <a:moveTo>
                  <a:pt x="16993" y="0"/>
                </a:moveTo>
                <a:lnTo>
                  <a:pt x="31135" y="8663"/>
                </a:lnTo>
                <a:lnTo>
                  <a:pt x="35191" y="16888"/>
                </a:lnTo>
                <a:lnTo>
                  <a:pt x="32999" y="12721"/>
                </a:lnTo>
                <a:lnTo>
                  <a:pt x="28175" y="14366"/>
                </a:lnTo>
                <a:lnTo>
                  <a:pt x="18747" y="30705"/>
                </a:lnTo>
                <a:lnTo>
                  <a:pt x="22693" y="33227"/>
                </a:lnTo>
                <a:lnTo>
                  <a:pt x="9867" y="35640"/>
                </a:lnTo>
                <a:lnTo>
                  <a:pt x="0" y="23029"/>
                </a:lnTo>
                <a:lnTo>
                  <a:pt x="16993" y="0"/>
                </a:lnTo>
              </a:path>
            </a:pathLst>
          </a:custGeom>
          <a:noFill xmlns:a="http://schemas.openxmlformats.org/drawingml/2006/main"/>
          <a:ln xmlns:a="http://schemas.openxmlformats.org/drawingml/2006/main" w="3056">
            <a:solidFill>
              <a:srgbClr val="E4EAF4"/>
            </a:solidFill>
            <a:prstDash val="solid"/>
          </a:ln>
        </p:spPr>
      </p:sp>
      <p:sp>
        <p:nvSpPr>
          <p:cNvPr id="46" name="Editable chart path">
            <a:extLst xmlns:a="http://schemas.openxmlformats.org/drawingml/2006/main">
              <a:ext uri="{FF2B5EF4-FFF2-40B4-BE49-F238E27FC236}">
                <a16:creationId xmlns:a16="http://schemas.microsoft.com/office/drawing/2014/main" id="{5261C56E-6787-43FB-8CD7-6E2CA8694DD2}"/>
              </a:ext>
            </a:extLst>
          </p:cNvPr>
          <p:cNvSpPr>
            <a:spLocks xmlns:a="http://schemas.openxmlformats.org/drawingml/2006/main" noGrp="1"/>
          </p:cNvSpPr>
          <p:nvPr/>
        </p:nvSpPr>
        <p:spPr>
          <a:xfrm xmlns:a="http://schemas.openxmlformats.org/drawingml/2006/main">
            <a:off x="3298471" y="4612596"/>
            <a:ext cx="17672" cy="20139"/>
          </a:xfrm>
          <a:custGeom xmlns:a="http://schemas.openxmlformats.org/drawingml/2006/main">
            <a:pathLst>
              <a:path w="22036" h="25112">
                <a:moveTo>
                  <a:pt x="4714" y="0"/>
                </a:moveTo>
                <a:lnTo>
                  <a:pt x="16225" y="2632"/>
                </a:lnTo>
                <a:lnTo>
                  <a:pt x="22036" y="8663"/>
                </a:lnTo>
                <a:lnTo>
                  <a:pt x="9319" y="25112"/>
                </a:lnTo>
                <a:lnTo>
                  <a:pt x="987" y="16339"/>
                </a:lnTo>
                <a:lnTo>
                  <a:pt x="0" y="5483"/>
                </a:lnTo>
                <a:lnTo>
                  <a:pt x="767" y="9102"/>
                </a:lnTo>
                <a:lnTo>
                  <a:pt x="4714" y="5812"/>
                </a:lnTo>
                <a:lnTo>
                  <a:pt x="4714" y="0"/>
                </a:lnTo>
              </a:path>
            </a:pathLst>
          </a:custGeom>
          <a:noFill xmlns:a="http://schemas.openxmlformats.org/drawingml/2006/main"/>
          <a:ln xmlns:a="http://schemas.openxmlformats.org/drawingml/2006/main" w="3056">
            <a:solidFill>
              <a:srgbClr val="E4EAF4"/>
            </a:solidFill>
            <a:prstDash val="solid"/>
          </a:ln>
        </p:spPr>
      </p:sp>
      <p:sp>
        <p:nvSpPr>
          <p:cNvPr id="47" name="Editable chart path">
            <a:extLst xmlns:a="http://schemas.openxmlformats.org/drawingml/2006/main">
              <a:ext uri="{FF2B5EF4-FFF2-40B4-BE49-F238E27FC236}">
                <a16:creationId xmlns:a16="http://schemas.microsoft.com/office/drawing/2014/main" id="{82EF0E08-9DAD-4AF1-A541-D15F49E41C3D}"/>
              </a:ext>
            </a:extLst>
          </p:cNvPr>
          <p:cNvSpPr>
            <a:spLocks xmlns:a="http://schemas.openxmlformats.org/drawingml/2006/main" noGrp="1"/>
          </p:cNvSpPr>
          <p:nvPr/>
        </p:nvSpPr>
        <p:spPr>
          <a:xfrm xmlns:a="http://schemas.openxmlformats.org/drawingml/2006/main">
            <a:off x="3526626" y="2540079"/>
            <a:ext cx="132057" cy="152761"/>
          </a:xfrm>
          <a:custGeom xmlns:a="http://schemas.openxmlformats.org/drawingml/2006/main">
            <a:pathLst>
              <a:path w="164665" h="190481">
                <a:moveTo>
                  <a:pt x="161485" y="138830"/>
                </a:moveTo>
                <a:lnTo>
                  <a:pt x="164665" y="152099"/>
                </a:lnTo>
                <a:lnTo>
                  <a:pt x="160279" y="161969"/>
                </a:lnTo>
                <a:lnTo>
                  <a:pt x="130241" y="185656"/>
                </a:lnTo>
                <a:lnTo>
                  <a:pt x="107767" y="190481"/>
                </a:lnTo>
                <a:lnTo>
                  <a:pt x="87704" y="183353"/>
                </a:lnTo>
                <a:lnTo>
                  <a:pt x="65997" y="159447"/>
                </a:lnTo>
                <a:lnTo>
                  <a:pt x="44839" y="121614"/>
                </a:lnTo>
                <a:lnTo>
                  <a:pt x="24996" y="106700"/>
                </a:lnTo>
                <a:lnTo>
                  <a:pt x="23132" y="74789"/>
                </a:lnTo>
                <a:lnTo>
                  <a:pt x="2302" y="33118"/>
                </a:lnTo>
                <a:lnTo>
                  <a:pt x="0" y="14475"/>
                </a:lnTo>
                <a:lnTo>
                  <a:pt x="30039" y="0"/>
                </a:lnTo>
                <a:lnTo>
                  <a:pt x="42646" y="2303"/>
                </a:lnTo>
                <a:lnTo>
                  <a:pt x="95707" y="58668"/>
                </a:lnTo>
                <a:lnTo>
                  <a:pt x="161485" y="138830"/>
                </a:lnTo>
              </a:path>
            </a:pathLst>
          </a:custGeom>
          <a:noFill xmlns:a="http://schemas.openxmlformats.org/drawingml/2006/main"/>
          <a:ln xmlns:a="http://schemas.openxmlformats.org/drawingml/2006/main" w="3056">
            <a:solidFill>
              <a:srgbClr val="E4EAF4"/>
            </a:solidFill>
            <a:prstDash val="solid"/>
          </a:ln>
        </p:spPr>
      </p:sp>
      <p:sp>
        <p:nvSpPr>
          <p:cNvPr id="48" name="Editable chart path">
            <a:extLst xmlns:a="http://schemas.openxmlformats.org/drawingml/2006/main">
              <a:ext uri="{FF2B5EF4-FFF2-40B4-BE49-F238E27FC236}">
                <a16:creationId xmlns:a16="http://schemas.microsoft.com/office/drawing/2014/main" id="{437508BC-2EA4-465F-AA88-E03375388332}"/>
              </a:ext>
            </a:extLst>
          </p:cNvPr>
          <p:cNvSpPr>
            <a:spLocks xmlns:a="http://schemas.openxmlformats.org/drawingml/2006/main" noGrp="1"/>
          </p:cNvSpPr>
          <p:nvPr/>
        </p:nvSpPr>
        <p:spPr>
          <a:xfrm xmlns:a="http://schemas.openxmlformats.org/drawingml/2006/main">
            <a:off x="4858362" y="2646933"/>
            <a:ext cx="697564" cy="905748"/>
          </a:xfrm>
          <a:custGeom xmlns:a="http://schemas.openxmlformats.org/drawingml/2006/main">
            <a:pathLst>
              <a:path w="869807" h="1129396">
                <a:moveTo>
                  <a:pt x="493117" y="90470"/>
                </a:moveTo>
                <a:lnTo>
                  <a:pt x="501339" y="101217"/>
                </a:lnTo>
                <a:lnTo>
                  <a:pt x="511754" y="95624"/>
                </a:lnTo>
                <a:lnTo>
                  <a:pt x="538942" y="98366"/>
                </a:lnTo>
                <a:lnTo>
                  <a:pt x="597923" y="118543"/>
                </a:lnTo>
                <a:lnTo>
                  <a:pt x="620727" y="129838"/>
                </a:lnTo>
                <a:lnTo>
                  <a:pt x="621384" y="133786"/>
                </a:lnTo>
                <a:lnTo>
                  <a:pt x="624783" y="131593"/>
                </a:lnTo>
                <a:lnTo>
                  <a:pt x="665785" y="147713"/>
                </a:lnTo>
                <a:lnTo>
                  <a:pt x="697248" y="167233"/>
                </a:lnTo>
                <a:lnTo>
                  <a:pt x="753598" y="218773"/>
                </a:lnTo>
                <a:lnTo>
                  <a:pt x="782870" y="236538"/>
                </a:lnTo>
                <a:lnTo>
                  <a:pt x="833080" y="333588"/>
                </a:lnTo>
                <a:lnTo>
                  <a:pt x="832971" y="346418"/>
                </a:lnTo>
                <a:lnTo>
                  <a:pt x="816636" y="362648"/>
                </a:lnTo>
                <a:lnTo>
                  <a:pt x="818061" y="366047"/>
                </a:lnTo>
                <a:lnTo>
                  <a:pt x="849306" y="376136"/>
                </a:lnTo>
                <a:lnTo>
                  <a:pt x="867504" y="401687"/>
                </a:lnTo>
                <a:lnTo>
                  <a:pt x="869807" y="446758"/>
                </a:lnTo>
                <a:lnTo>
                  <a:pt x="861475" y="486236"/>
                </a:lnTo>
                <a:lnTo>
                  <a:pt x="841960" y="528126"/>
                </a:lnTo>
                <a:lnTo>
                  <a:pt x="793175" y="607740"/>
                </a:lnTo>
                <a:lnTo>
                  <a:pt x="772126" y="651494"/>
                </a:lnTo>
                <a:lnTo>
                  <a:pt x="735400" y="755891"/>
                </a:lnTo>
                <a:lnTo>
                  <a:pt x="718078" y="849651"/>
                </a:lnTo>
                <a:lnTo>
                  <a:pt x="718736" y="902508"/>
                </a:lnTo>
                <a:lnTo>
                  <a:pt x="728055" y="940231"/>
                </a:lnTo>
                <a:lnTo>
                  <a:pt x="767850" y="1014800"/>
                </a:lnTo>
                <a:lnTo>
                  <a:pt x="822008" y="1097046"/>
                </a:lnTo>
                <a:lnTo>
                  <a:pt x="821131" y="1115578"/>
                </a:lnTo>
                <a:lnTo>
                  <a:pt x="806002" y="1128957"/>
                </a:lnTo>
                <a:lnTo>
                  <a:pt x="792956" y="1129396"/>
                </a:lnTo>
                <a:lnTo>
                  <a:pt x="782870" y="1124242"/>
                </a:lnTo>
                <a:lnTo>
                  <a:pt x="256535" y="677155"/>
                </a:lnTo>
                <a:lnTo>
                  <a:pt x="136819" y="568371"/>
                </a:lnTo>
                <a:lnTo>
                  <a:pt x="95598" y="506742"/>
                </a:lnTo>
                <a:lnTo>
                  <a:pt x="79372" y="466716"/>
                </a:lnTo>
                <a:lnTo>
                  <a:pt x="70602" y="431296"/>
                </a:lnTo>
                <a:lnTo>
                  <a:pt x="81346" y="422742"/>
                </a:lnTo>
                <a:lnTo>
                  <a:pt x="173435" y="425374"/>
                </a:lnTo>
                <a:lnTo>
                  <a:pt x="196129" y="420001"/>
                </a:lnTo>
                <a:lnTo>
                  <a:pt x="212902" y="410350"/>
                </a:lnTo>
                <a:lnTo>
                  <a:pt x="225181" y="393134"/>
                </a:lnTo>
                <a:lnTo>
                  <a:pt x="223975" y="381290"/>
                </a:lnTo>
                <a:lnTo>
                  <a:pt x="212792" y="370544"/>
                </a:lnTo>
                <a:lnTo>
                  <a:pt x="210929" y="355739"/>
                </a:lnTo>
                <a:lnTo>
                  <a:pt x="231101" y="319771"/>
                </a:lnTo>
                <a:lnTo>
                  <a:pt x="214327" y="311985"/>
                </a:lnTo>
                <a:lnTo>
                  <a:pt x="195909" y="313739"/>
                </a:lnTo>
                <a:lnTo>
                  <a:pt x="169927" y="340496"/>
                </a:lnTo>
                <a:lnTo>
                  <a:pt x="146028" y="350147"/>
                </a:lnTo>
                <a:lnTo>
                  <a:pt x="57775" y="346089"/>
                </a:lnTo>
                <a:lnTo>
                  <a:pt x="43742" y="337974"/>
                </a:lnTo>
                <a:lnTo>
                  <a:pt x="34424" y="326241"/>
                </a:lnTo>
                <a:lnTo>
                  <a:pt x="1973" y="239938"/>
                </a:lnTo>
                <a:lnTo>
                  <a:pt x="0" y="198376"/>
                </a:lnTo>
                <a:lnTo>
                  <a:pt x="18308" y="160434"/>
                </a:lnTo>
                <a:lnTo>
                  <a:pt x="133420" y="56585"/>
                </a:lnTo>
                <a:lnTo>
                  <a:pt x="168721" y="37614"/>
                </a:lnTo>
                <a:lnTo>
                  <a:pt x="299620" y="1206"/>
                </a:lnTo>
                <a:lnTo>
                  <a:pt x="342923" y="0"/>
                </a:lnTo>
                <a:lnTo>
                  <a:pt x="379759" y="10637"/>
                </a:lnTo>
                <a:lnTo>
                  <a:pt x="413196" y="60533"/>
                </a:lnTo>
                <a:lnTo>
                  <a:pt x="487745" y="74569"/>
                </a:lnTo>
                <a:lnTo>
                  <a:pt x="495967" y="81149"/>
                </a:lnTo>
                <a:lnTo>
                  <a:pt x="493117" y="90470"/>
                </a:lnTo>
              </a:path>
            </a:pathLst>
          </a:custGeom>
          <a:noFill xmlns:a="http://schemas.openxmlformats.org/drawingml/2006/main"/>
          <a:ln xmlns:a="http://schemas.openxmlformats.org/drawingml/2006/main" w="3056">
            <a:solidFill>
              <a:srgbClr val="E4EAF4"/>
            </a:solidFill>
            <a:prstDash val="solid"/>
          </a:ln>
        </p:spPr>
      </p:sp>
      <p:sp>
        <p:nvSpPr>
          <p:cNvPr id="49" name="Editable chart path">
            <a:extLst xmlns:a="http://schemas.openxmlformats.org/drawingml/2006/main">
              <a:ext uri="{FF2B5EF4-FFF2-40B4-BE49-F238E27FC236}">
                <a16:creationId xmlns:a16="http://schemas.microsoft.com/office/drawing/2014/main" id="{7A30E7F9-109D-4528-B4BB-3E01ABE56009}"/>
              </a:ext>
            </a:extLst>
          </p:cNvPr>
          <p:cNvSpPr>
            <a:spLocks xmlns:a="http://schemas.openxmlformats.org/drawingml/2006/main" noGrp="1"/>
          </p:cNvSpPr>
          <p:nvPr/>
        </p:nvSpPr>
        <p:spPr>
          <a:xfrm xmlns:a="http://schemas.openxmlformats.org/drawingml/2006/main">
            <a:off x="4286525" y="2931523"/>
            <a:ext cx="91965" cy="84955"/>
          </a:xfrm>
          <a:custGeom xmlns:a="http://schemas.openxmlformats.org/drawingml/2006/main">
            <a:pathLst>
              <a:path w="114673" h="105932">
                <a:moveTo>
                  <a:pt x="32451" y="6689"/>
                </a:moveTo>
                <a:lnTo>
                  <a:pt x="60297" y="43426"/>
                </a:lnTo>
                <a:lnTo>
                  <a:pt x="104258" y="57572"/>
                </a:lnTo>
                <a:lnTo>
                  <a:pt x="114673" y="95843"/>
                </a:lnTo>
                <a:lnTo>
                  <a:pt x="110178" y="105274"/>
                </a:lnTo>
                <a:lnTo>
                  <a:pt x="104258" y="105932"/>
                </a:lnTo>
                <a:lnTo>
                  <a:pt x="90006" y="93760"/>
                </a:lnTo>
                <a:lnTo>
                  <a:pt x="8332" y="14037"/>
                </a:lnTo>
                <a:lnTo>
                  <a:pt x="0" y="0"/>
                </a:lnTo>
                <a:lnTo>
                  <a:pt x="32451" y="6689"/>
                </a:lnTo>
              </a:path>
            </a:pathLst>
          </a:custGeom>
          <a:noFill xmlns:a="http://schemas.openxmlformats.org/drawingml/2006/main"/>
          <a:ln xmlns:a="http://schemas.openxmlformats.org/drawingml/2006/main" w="3056">
            <a:solidFill>
              <a:srgbClr val="E4EAF4"/>
            </a:solidFill>
            <a:prstDash val="solid"/>
          </a:ln>
        </p:spPr>
      </p:sp>
      <p:sp>
        <p:nvSpPr>
          <p:cNvPr id="50" name="Editable chart path">
            <a:extLst xmlns:a="http://schemas.openxmlformats.org/drawingml/2006/main">
              <a:ext uri="{FF2B5EF4-FFF2-40B4-BE49-F238E27FC236}">
                <a16:creationId xmlns:a16="http://schemas.microsoft.com/office/drawing/2014/main" id="{6F73E59C-6189-4AF8-AC99-195C941E33EC}"/>
              </a:ext>
            </a:extLst>
          </p:cNvPr>
          <p:cNvSpPr>
            <a:spLocks xmlns:a="http://schemas.openxmlformats.org/drawingml/2006/main" noGrp="1"/>
          </p:cNvSpPr>
          <p:nvPr/>
        </p:nvSpPr>
        <p:spPr>
          <a:xfrm xmlns:a="http://schemas.openxmlformats.org/drawingml/2006/main">
            <a:off x="2647593" y="4611013"/>
            <a:ext cx="211889" cy="254426"/>
          </a:xfrm>
          <a:custGeom xmlns:a="http://schemas.openxmlformats.org/drawingml/2006/main">
            <a:pathLst>
              <a:path w="264209" h="317248">
                <a:moveTo>
                  <a:pt x="25763" y="45838"/>
                </a:moveTo>
                <a:lnTo>
                  <a:pt x="42427" y="47812"/>
                </a:lnTo>
                <a:lnTo>
                  <a:pt x="36945" y="59326"/>
                </a:lnTo>
                <a:lnTo>
                  <a:pt x="42317" y="78627"/>
                </a:lnTo>
                <a:lnTo>
                  <a:pt x="34972" y="80820"/>
                </a:lnTo>
                <a:lnTo>
                  <a:pt x="46812" y="77201"/>
                </a:lnTo>
                <a:lnTo>
                  <a:pt x="48785" y="80601"/>
                </a:lnTo>
                <a:lnTo>
                  <a:pt x="53390" y="74679"/>
                </a:lnTo>
                <a:lnTo>
                  <a:pt x="57666" y="80052"/>
                </a:lnTo>
                <a:lnTo>
                  <a:pt x="52074" y="94747"/>
                </a:lnTo>
                <a:lnTo>
                  <a:pt x="58762" y="99133"/>
                </a:lnTo>
                <a:lnTo>
                  <a:pt x="43742" y="108016"/>
                </a:lnTo>
                <a:lnTo>
                  <a:pt x="35082" y="101875"/>
                </a:lnTo>
                <a:lnTo>
                  <a:pt x="32560" y="103958"/>
                </a:lnTo>
                <a:lnTo>
                  <a:pt x="43085" y="109003"/>
                </a:lnTo>
                <a:lnTo>
                  <a:pt x="61174" y="101875"/>
                </a:lnTo>
                <a:lnTo>
                  <a:pt x="53280" y="109112"/>
                </a:lnTo>
                <a:lnTo>
                  <a:pt x="63476" y="107687"/>
                </a:lnTo>
                <a:lnTo>
                  <a:pt x="61064" y="121833"/>
                </a:lnTo>
                <a:lnTo>
                  <a:pt x="65011" y="110977"/>
                </a:lnTo>
                <a:lnTo>
                  <a:pt x="91103" y="99572"/>
                </a:lnTo>
                <a:lnTo>
                  <a:pt x="105464" y="98146"/>
                </a:lnTo>
                <a:lnTo>
                  <a:pt x="135613" y="105823"/>
                </a:lnTo>
                <a:lnTo>
                  <a:pt x="171242" y="87180"/>
                </a:lnTo>
                <a:lnTo>
                  <a:pt x="193388" y="80601"/>
                </a:lnTo>
                <a:lnTo>
                  <a:pt x="193388" y="76105"/>
                </a:lnTo>
                <a:lnTo>
                  <a:pt x="249628" y="75227"/>
                </a:lnTo>
                <a:lnTo>
                  <a:pt x="261797" y="125452"/>
                </a:lnTo>
                <a:lnTo>
                  <a:pt x="264209" y="169316"/>
                </a:lnTo>
                <a:lnTo>
                  <a:pt x="259824" y="186752"/>
                </a:lnTo>
                <a:lnTo>
                  <a:pt x="245133" y="204737"/>
                </a:lnTo>
                <a:lnTo>
                  <a:pt x="203364" y="227546"/>
                </a:lnTo>
                <a:lnTo>
                  <a:pt x="193717" y="273494"/>
                </a:lnTo>
                <a:lnTo>
                  <a:pt x="168940" y="297619"/>
                </a:lnTo>
                <a:lnTo>
                  <a:pt x="146356" y="312533"/>
                </a:lnTo>
                <a:lnTo>
                  <a:pt x="121580" y="317248"/>
                </a:lnTo>
                <a:lnTo>
                  <a:pt x="97132" y="309243"/>
                </a:lnTo>
                <a:lnTo>
                  <a:pt x="32341" y="243885"/>
                </a:lnTo>
                <a:lnTo>
                  <a:pt x="31464" y="229959"/>
                </a:lnTo>
                <a:lnTo>
                  <a:pt x="60077" y="194538"/>
                </a:lnTo>
                <a:lnTo>
                  <a:pt x="66984" y="172058"/>
                </a:lnTo>
                <a:lnTo>
                  <a:pt x="61831" y="146726"/>
                </a:lnTo>
                <a:lnTo>
                  <a:pt x="56569" y="155170"/>
                </a:lnTo>
                <a:lnTo>
                  <a:pt x="54157" y="146616"/>
                </a:lnTo>
                <a:lnTo>
                  <a:pt x="42975" y="143436"/>
                </a:lnTo>
                <a:lnTo>
                  <a:pt x="54267" y="148371"/>
                </a:lnTo>
                <a:lnTo>
                  <a:pt x="54815" y="157582"/>
                </a:lnTo>
                <a:lnTo>
                  <a:pt x="43742" y="167781"/>
                </a:lnTo>
                <a:lnTo>
                  <a:pt x="35739" y="156595"/>
                </a:lnTo>
                <a:lnTo>
                  <a:pt x="33437" y="166026"/>
                </a:lnTo>
                <a:lnTo>
                  <a:pt x="21926" y="177760"/>
                </a:lnTo>
                <a:lnTo>
                  <a:pt x="8332" y="154951"/>
                </a:lnTo>
                <a:lnTo>
                  <a:pt x="0" y="122052"/>
                </a:lnTo>
                <a:lnTo>
                  <a:pt x="4276" y="91896"/>
                </a:lnTo>
                <a:lnTo>
                  <a:pt x="12498" y="81259"/>
                </a:lnTo>
                <a:lnTo>
                  <a:pt x="17102" y="56366"/>
                </a:lnTo>
                <a:lnTo>
                  <a:pt x="12498" y="548"/>
                </a:lnTo>
                <a:lnTo>
                  <a:pt x="15677" y="0"/>
                </a:lnTo>
                <a:lnTo>
                  <a:pt x="25763" y="45838"/>
                </a:lnTo>
              </a:path>
            </a:pathLst>
          </a:custGeom>
          <a:noFill xmlns:a="http://schemas.openxmlformats.org/drawingml/2006/main"/>
          <a:ln xmlns:a="http://schemas.openxmlformats.org/drawingml/2006/main" w="3056">
            <a:solidFill>
              <a:srgbClr val="E4EAF4"/>
            </a:solidFill>
            <a:prstDash val="solid"/>
          </a:ln>
        </p:spPr>
      </p:sp>
      <p:sp>
        <p:nvSpPr>
          <p:cNvPr id="51" name="Editable chart path">
            <a:extLst xmlns:a="http://schemas.openxmlformats.org/drawingml/2006/main">
              <a:ext uri="{FF2B5EF4-FFF2-40B4-BE49-F238E27FC236}">
                <a16:creationId xmlns:a16="http://schemas.microsoft.com/office/drawing/2014/main" id="{A2FDC706-39A4-41DA-854A-D16DA2C6FD22}"/>
              </a:ext>
            </a:extLst>
          </p:cNvPr>
          <p:cNvSpPr>
            <a:spLocks xmlns:a="http://schemas.openxmlformats.org/drawingml/2006/main" noGrp="1"/>
          </p:cNvSpPr>
          <p:nvPr/>
        </p:nvSpPr>
        <p:spPr>
          <a:xfrm xmlns:a="http://schemas.openxmlformats.org/drawingml/2006/main">
            <a:off x="2203241" y="4645312"/>
            <a:ext cx="233342" cy="95245"/>
          </a:xfrm>
          <a:custGeom xmlns:a="http://schemas.openxmlformats.org/drawingml/2006/main">
            <a:pathLst>
              <a:path w="290959" h="118763">
                <a:moveTo>
                  <a:pt x="171571" y="219"/>
                </a:moveTo>
                <a:lnTo>
                  <a:pt x="195032" y="7457"/>
                </a:lnTo>
                <a:lnTo>
                  <a:pt x="180342" y="3070"/>
                </a:lnTo>
                <a:lnTo>
                  <a:pt x="177053" y="13379"/>
                </a:lnTo>
                <a:lnTo>
                  <a:pt x="187577" y="29828"/>
                </a:lnTo>
                <a:lnTo>
                  <a:pt x="199527" y="36846"/>
                </a:lnTo>
                <a:lnTo>
                  <a:pt x="218493" y="34872"/>
                </a:lnTo>
                <a:lnTo>
                  <a:pt x="234170" y="24125"/>
                </a:lnTo>
                <a:lnTo>
                  <a:pt x="235815" y="21384"/>
                </a:lnTo>
                <a:lnTo>
                  <a:pt x="230114" y="17984"/>
                </a:lnTo>
                <a:lnTo>
                  <a:pt x="243160" y="24783"/>
                </a:lnTo>
                <a:lnTo>
                  <a:pt x="257850" y="59546"/>
                </a:lnTo>
                <a:lnTo>
                  <a:pt x="250944" y="43097"/>
                </a:lnTo>
                <a:lnTo>
                  <a:pt x="242173" y="40465"/>
                </a:lnTo>
                <a:lnTo>
                  <a:pt x="229675" y="45838"/>
                </a:lnTo>
                <a:lnTo>
                  <a:pt x="222221" y="59326"/>
                </a:lnTo>
                <a:lnTo>
                  <a:pt x="233622" y="71279"/>
                </a:lnTo>
                <a:lnTo>
                  <a:pt x="247107" y="72705"/>
                </a:lnTo>
                <a:lnTo>
                  <a:pt x="268923" y="88825"/>
                </a:lnTo>
                <a:lnTo>
                  <a:pt x="277255" y="87071"/>
                </a:lnTo>
                <a:lnTo>
                  <a:pt x="272650" y="80820"/>
                </a:lnTo>
                <a:lnTo>
                  <a:pt x="290959" y="107358"/>
                </a:lnTo>
                <a:lnTo>
                  <a:pt x="270239" y="109880"/>
                </a:lnTo>
                <a:lnTo>
                  <a:pt x="274076" y="103849"/>
                </a:lnTo>
                <a:lnTo>
                  <a:pt x="270019" y="97488"/>
                </a:lnTo>
                <a:lnTo>
                  <a:pt x="248970" y="92444"/>
                </a:lnTo>
                <a:lnTo>
                  <a:pt x="247436" y="111964"/>
                </a:lnTo>
                <a:lnTo>
                  <a:pt x="260372" y="110428"/>
                </a:lnTo>
                <a:lnTo>
                  <a:pt x="216958" y="118763"/>
                </a:lnTo>
                <a:lnTo>
                  <a:pt x="176285" y="110428"/>
                </a:lnTo>
                <a:lnTo>
                  <a:pt x="106999" y="118214"/>
                </a:lnTo>
                <a:lnTo>
                  <a:pt x="7345" y="101546"/>
                </a:lnTo>
                <a:lnTo>
                  <a:pt x="0" y="94418"/>
                </a:lnTo>
                <a:lnTo>
                  <a:pt x="3837" y="83671"/>
                </a:lnTo>
                <a:lnTo>
                  <a:pt x="39028" y="61629"/>
                </a:lnTo>
                <a:lnTo>
                  <a:pt x="74000" y="23248"/>
                </a:lnTo>
                <a:lnTo>
                  <a:pt x="153592" y="0"/>
                </a:lnTo>
                <a:lnTo>
                  <a:pt x="171571" y="219"/>
                </a:lnTo>
              </a:path>
            </a:pathLst>
          </a:custGeom>
          <a:noFill xmlns:a="http://schemas.openxmlformats.org/drawingml/2006/main"/>
          <a:ln xmlns:a="http://schemas.openxmlformats.org/drawingml/2006/main" w="3056">
            <a:solidFill>
              <a:srgbClr val="E4EAF4"/>
            </a:solidFill>
            <a:prstDash val="solid"/>
          </a:ln>
        </p:spPr>
      </p:sp>
      <p:sp>
        <p:nvSpPr>
          <p:cNvPr id="52" name="Editable chart path">
            <a:extLst xmlns:a="http://schemas.openxmlformats.org/drawingml/2006/main">
              <a:ext uri="{FF2B5EF4-FFF2-40B4-BE49-F238E27FC236}">
                <a16:creationId xmlns:a16="http://schemas.microsoft.com/office/drawing/2014/main" id="{9661694F-23FB-41A3-A55A-F4761B5777D7}"/>
              </a:ext>
            </a:extLst>
          </p:cNvPr>
          <p:cNvSpPr>
            <a:spLocks xmlns:a="http://schemas.openxmlformats.org/drawingml/2006/main" noGrp="1"/>
          </p:cNvSpPr>
          <p:nvPr/>
        </p:nvSpPr>
        <p:spPr>
          <a:xfrm xmlns:a="http://schemas.openxmlformats.org/drawingml/2006/main">
            <a:off x="2489512" y="4434507"/>
            <a:ext cx="273522" cy="108173"/>
          </a:xfrm>
          <a:custGeom xmlns:a="http://schemas.openxmlformats.org/drawingml/2006/main">
            <a:pathLst>
              <a:path w="341060" h="134883">
                <a:moveTo>
                  <a:pt x="119168" y="13598"/>
                </a:moveTo>
                <a:lnTo>
                  <a:pt x="162362" y="33118"/>
                </a:lnTo>
                <a:lnTo>
                  <a:pt x="167625" y="21274"/>
                </a:lnTo>
                <a:lnTo>
                  <a:pt x="184179" y="8444"/>
                </a:lnTo>
                <a:lnTo>
                  <a:pt x="194374" y="7018"/>
                </a:lnTo>
                <a:lnTo>
                  <a:pt x="199198" y="11624"/>
                </a:lnTo>
                <a:lnTo>
                  <a:pt x="215862" y="62397"/>
                </a:lnTo>
                <a:lnTo>
                  <a:pt x="221234" y="66893"/>
                </a:lnTo>
                <a:lnTo>
                  <a:pt x="262455" y="82575"/>
                </a:lnTo>
                <a:lnTo>
                  <a:pt x="276707" y="78407"/>
                </a:lnTo>
                <a:lnTo>
                  <a:pt x="302689" y="79723"/>
                </a:lnTo>
                <a:lnTo>
                  <a:pt x="330097" y="95624"/>
                </a:lnTo>
                <a:lnTo>
                  <a:pt x="341060" y="108235"/>
                </a:lnTo>
                <a:lnTo>
                  <a:pt x="320449" y="134883"/>
                </a:lnTo>
                <a:lnTo>
                  <a:pt x="264867" y="132580"/>
                </a:lnTo>
                <a:lnTo>
                  <a:pt x="212683" y="121175"/>
                </a:lnTo>
                <a:lnTo>
                  <a:pt x="136599" y="81697"/>
                </a:lnTo>
                <a:lnTo>
                  <a:pt x="61283" y="65248"/>
                </a:lnTo>
                <a:lnTo>
                  <a:pt x="32889" y="65467"/>
                </a:lnTo>
                <a:lnTo>
                  <a:pt x="5372" y="48580"/>
                </a:lnTo>
                <a:lnTo>
                  <a:pt x="0" y="34982"/>
                </a:lnTo>
                <a:lnTo>
                  <a:pt x="3727" y="26319"/>
                </a:lnTo>
                <a:lnTo>
                  <a:pt x="40234" y="6251"/>
                </a:lnTo>
                <a:lnTo>
                  <a:pt x="72575" y="0"/>
                </a:lnTo>
                <a:lnTo>
                  <a:pt x="105793" y="3619"/>
                </a:lnTo>
                <a:lnTo>
                  <a:pt x="119168" y="13598"/>
                </a:lnTo>
              </a:path>
            </a:pathLst>
          </a:custGeom>
          <a:noFill xmlns:a="http://schemas.openxmlformats.org/drawingml/2006/main"/>
          <a:ln xmlns:a="http://schemas.openxmlformats.org/drawingml/2006/main" w="3056">
            <a:solidFill>
              <a:srgbClr val="E4EAF4"/>
            </a:solidFill>
            <a:prstDash val="solid"/>
          </a:ln>
        </p:spPr>
      </p:sp>
      <p:sp>
        <p:nvSpPr>
          <p:cNvPr id="53" name="Editable chart path">
            <a:extLst xmlns:a="http://schemas.openxmlformats.org/drawingml/2006/main">
              <a:ext uri="{FF2B5EF4-FFF2-40B4-BE49-F238E27FC236}">
                <a16:creationId xmlns:a16="http://schemas.microsoft.com/office/drawing/2014/main" id="{F5BAF0DC-F7CA-48DD-971A-0E39A55A71D9}"/>
              </a:ext>
            </a:extLst>
          </p:cNvPr>
          <p:cNvSpPr>
            <a:spLocks xmlns:a="http://schemas.openxmlformats.org/drawingml/2006/main" noGrp="1"/>
          </p:cNvSpPr>
          <p:nvPr/>
        </p:nvSpPr>
        <p:spPr>
          <a:xfrm xmlns:a="http://schemas.openxmlformats.org/drawingml/2006/main">
            <a:off x="2664914" y="4407596"/>
            <a:ext cx="171006" cy="143439"/>
          </a:xfrm>
          <a:custGeom xmlns:a="http://schemas.openxmlformats.org/drawingml/2006/main">
            <a:pathLst>
              <a:path w="213231" h="178857">
                <a:moveTo>
                  <a:pt x="17541" y="0"/>
                </a:moveTo>
                <a:lnTo>
                  <a:pt x="59310" y="7457"/>
                </a:lnTo>
                <a:lnTo>
                  <a:pt x="107438" y="48031"/>
                </a:lnTo>
                <a:lnTo>
                  <a:pt x="119168" y="67880"/>
                </a:lnTo>
                <a:lnTo>
                  <a:pt x="127939" y="72815"/>
                </a:lnTo>
                <a:lnTo>
                  <a:pt x="132433" y="66345"/>
                </a:lnTo>
                <a:lnTo>
                  <a:pt x="136928" y="70402"/>
                </a:lnTo>
                <a:lnTo>
                  <a:pt x="134516" y="73144"/>
                </a:lnTo>
                <a:lnTo>
                  <a:pt x="143396" y="81259"/>
                </a:lnTo>
                <a:lnTo>
                  <a:pt x="146028" y="78956"/>
                </a:lnTo>
                <a:lnTo>
                  <a:pt x="152715" y="85426"/>
                </a:lnTo>
                <a:lnTo>
                  <a:pt x="150193" y="87948"/>
                </a:lnTo>
                <a:lnTo>
                  <a:pt x="158416" y="96063"/>
                </a:lnTo>
                <a:lnTo>
                  <a:pt x="161595" y="93102"/>
                </a:lnTo>
                <a:lnTo>
                  <a:pt x="185933" y="119092"/>
                </a:lnTo>
                <a:lnTo>
                  <a:pt x="191743" y="127864"/>
                </a:lnTo>
                <a:lnTo>
                  <a:pt x="188345" y="140366"/>
                </a:lnTo>
                <a:lnTo>
                  <a:pt x="197773" y="144423"/>
                </a:lnTo>
                <a:lnTo>
                  <a:pt x="213231" y="173593"/>
                </a:lnTo>
                <a:lnTo>
                  <a:pt x="212354" y="178857"/>
                </a:lnTo>
                <a:lnTo>
                  <a:pt x="182973" y="171071"/>
                </a:lnTo>
                <a:lnTo>
                  <a:pt x="149645" y="169426"/>
                </a:lnTo>
                <a:lnTo>
                  <a:pt x="141642" y="138830"/>
                </a:lnTo>
                <a:lnTo>
                  <a:pt x="122347" y="120956"/>
                </a:lnTo>
                <a:lnTo>
                  <a:pt x="82223" y="105603"/>
                </a:lnTo>
                <a:lnTo>
                  <a:pt x="36836" y="101107"/>
                </a:lnTo>
                <a:lnTo>
                  <a:pt x="11950" y="86742"/>
                </a:lnTo>
                <a:lnTo>
                  <a:pt x="0" y="16888"/>
                </a:lnTo>
                <a:lnTo>
                  <a:pt x="5591" y="13708"/>
                </a:lnTo>
                <a:lnTo>
                  <a:pt x="4933" y="5593"/>
                </a:lnTo>
                <a:lnTo>
                  <a:pt x="17541" y="0"/>
                </a:lnTo>
              </a:path>
            </a:pathLst>
          </a:custGeom>
          <a:noFill xmlns:a="http://schemas.openxmlformats.org/drawingml/2006/main"/>
          <a:ln xmlns:a="http://schemas.openxmlformats.org/drawingml/2006/main" w="3056">
            <a:solidFill>
              <a:srgbClr val="E4EAF4"/>
            </a:solidFill>
            <a:prstDash val="solid"/>
          </a:ln>
        </p:spPr>
      </p:sp>
      <p:sp>
        <p:nvSpPr>
          <p:cNvPr id="54" name="Editable chart path">
            <a:extLst xmlns:a="http://schemas.openxmlformats.org/drawingml/2006/main">
              <a:ext uri="{FF2B5EF4-FFF2-40B4-BE49-F238E27FC236}">
                <a16:creationId xmlns:a16="http://schemas.microsoft.com/office/drawing/2014/main" id="{88D93161-0568-4F97-B383-9D2D826DFBF6}"/>
              </a:ext>
            </a:extLst>
          </p:cNvPr>
          <p:cNvSpPr>
            <a:spLocks xmlns:a="http://schemas.openxmlformats.org/drawingml/2006/main" noGrp="1"/>
          </p:cNvSpPr>
          <p:nvPr/>
        </p:nvSpPr>
        <p:spPr>
          <a:xfrm xmlns:a="http://schemas.openxmlformats.org/drawingml/2006/main">
            <a:off x="2291866" y="4830788"/>
            <a:ext cx="127837" cy="106941"/>
          </a:xfrm>
          <a:custGeom xmlns:a="http://schemas.openxmlformats.org/drawingml/2006/main">
            <a:pathLst>
              <a:path w="159402" h="133347">
                <a:moveTo>
                  <a:pt x="106012" y="0"/>
                </a:moveTo>
                <a:lnTo>
                  <a:pt x="132104" y="2522"/>
                </a:lnTo>
                <a:lnTo>
                  <a:pt x="135832" y="9102"/>
                </a:lnTo>
                <a:lnTo>
                  <a:pt x="118181" y="14475"/>
                </a:lnTo>
                <a:lnTo>
                  <a:pt x="116318" y="20068"/>
                </a:lnTo>
                <a:lnTo>
                  <a:pt x="129583" y="11295"/>
                </a:lnTo>
                <a:lnTo>
                  <a:pt x="142300" y="12721"/>
                </a:lnTo>
                <a:lnTo>
                  <a:pt x="158745" y="40136"/>
                </a:lnTo>
                <a:lnTo>
                  <a:pt x="150413" y="47373"/>
                </a:lnTo>
                <a:lnTo>
                  <a:pt x="151290" y="50883"/>
                </a:lnTo>
                <a:lnTo>
                  <a:pt x="153153" y="47154"/>
                </a:lnTo>
                <a:lnTo>
                  <a:pt x="159402" y="47702"/>
                </a:lnTo>
                <a:lnTo>
                  <a:pt x="157319" y="61191"/>
                </a:lnTo>
                <a:lnTo>
                  <a:pt x="145699" y="58559"/>
                </a:lnTo>
                <a:lnTo>
                  <a:pt x="132872" y="68648"/>
                </a:lnTo>
                <a:lnTo>
                  <a:pt x="122128" y="43316"/>
                </a:lnTo>
                <a:lnTo>
                  <a:pt x="121909" y="50005"/>
                </a:lnTo>
                <a:lnTo>
                  <a:pt x="131666" y="62945"/>
                </a:lnTo>
                <a:lnTo>
                  <a:pt x="128267" y="69964"/>
                </a:lnTo>
                <a:lnTo>
                  <a:pt x="121909" y="57243"/>
                </a:lnTo>
                <a:lnTo>
                  <a:pt x="112481" y="54392"/>
                </a:lnTo>
                <a:lnTo>
                  <a:pt x="103929" y="58339"/>
                </a:lnTo>
                <a:lnTo>
                  <a:pt x="113248" y="55050"/>
                </a:lnTo>
                <a:lnTo>
                  <a:pt x="121690" y="58011"/>
                </a:lnTo>
                <a:lnTo>
                  <a:pt x="126184" y="66783"/>
                </a:lnTo>
                <a:lnTo>
                  <a:pt x="122786" y="97488"/>
                </a:lnTo>
                <a:lnTo>
                  <a:pt x="107328" y="96392"/>
                </a:lnTo>
                <a:lnTo>
                  <a:pt x="90445" y="105932"/>
                </a:lnTo>
                <a:lnTo>
                  <a:pt x="84196" y="98804"/>
                </a:lnTo>
                <a:lnTo>
                  <a:pt x="78715" y="98804"/>
                </a:lnTo>
                <a:lnTo>
                  <a:pt x="52623" y="114815"/>
                </a:lnTo>
                <a:lnTo>
                  <a:pt x="53390" y="118214"/>
                </a:lnTo>
                <a:lnTo>
                  <a:pt x="43852" y="120846"/>
                </a:lnTo>
                <a:lnTo>
                  <a:pt x="39028" y="115363"/>
                </a:lnTo>
                <a:lnTo>
                  <a:pt x="20830" y="133347"/>
                </a:lnTo>
                <a:lnTo>
                  <a:pt x="24557" y="125123"/>
                </a:lnTo>
                <a:lnTo>
                  <a:pt x="19295" y="101655"/>
                </a:lnTo>
                <a:lnTo>
                  <a:pt x="7674" y="67441"/>
                </a:lnTo>
                <a:lnTo>
                  <a:pt x="0" y="63055"/>
                </a:lnTo>
                <a:lnTo>
                  <a:pt x="877" y="57462"/>
                </a:lnTo>
                <a:lnTo>
                  <a:pt x="44948" y="50992"/>
                </a:lnTo>
                <a:lnTo>
                  <a:pt x="56460" y="59984"/>
                </a:lnTo>
                <a:lnTo>
                  <a:pt x="59420" y="57791"/>
                </a:lnTo>
                <a:lnTo>
                  <a:pt x="53609" y="43974"/>
                </a:lnTo>
                <a:lnTo>
                  <a:pt x="72137" y="12282"/>
                </a:lnTo>
                <a:lnTo>
                  <a:pt x="87704" y="3399"/>
                </a:lnTo>
                <a:lnTo>
                  <a:pt x="106012" y="0"/>
                </a:lnTo>
              </a:path>
            </a:pathLst>
          </a:custGeom>
          <a:noFill xmlns:a="http://schemas.openxmlformats.org/drawingml/2006/main"/>
          <a:ln xmlns:a="http://schemas.openxmlformats.org/drawingml/2006/main" w="3056">
            <a:solidFill>
              <a:srgbClr val="E4EAF4"/>
            </a:solidFill>
            <a:prstDash val="solid"/>
          </a:ln>
        </p:spPr>
      </p:sp>
      <p:sp>
        <p:nvSpPr>
          <p:cNvPr id="55" name="Editable chart path">
            <a:extLst xmlns:a="http://schemas.openxmlformats.org/drawingml/2006/main">
              <a:ext uri="{FF2B5EF4-FFF2-40B4-BE49-F238E27FC236}">
                <a16:creationId xmlns:a16="http://schemas.microsoft.com/office/drawing/2014/main" id="{5F653E21-83A7-459D-954F-A0D89487ED37}"/>
              </a:ext>
            </a:extLst>
          </p:cNvPr>
          <p:cNvSpPr>
            <a:spLocks xmlns:a="http://schemas.openxmlformats.org/drawingml/2006/main" noGrp="1"/>
          </p:cNvSpPr>
          <p:nvPr/>
        </p:nvSpPr>
        <p:spPr>
          <a:xfrm xmlns:a="http://schemas.openxmlformats.org/drawingml/2006/main">
            <a:off x="2388754" y="4970094"/>
            <a:ext cx="116495" cy="87681"/>
          </a:xfrm>
          <a:custGeom xmlns:a="http://schemas.openxmlformats.org/drawingml/2006/main">
            <a:pathLst>
              <a:path w="145260" h="109332">
                <a:moveTo>
                  <a:pt x="50759" y="0"/>
                </a:moveTo>
                <a:lnTo>
                  <a:pt x="69286" y="8115"/>
                </a:lnTo>
                <a:lnTo>
                  <a:pt x="73562" y="17655"/>
                </a:lnTo>
                <a:lnTo>
                  <a:pt x="93515" y="8992"/>
                </a:lnTo>
                <a:lnTo>
                  <a:pt x="91980" y="26428"/>
                </a:lnTo>
                <a:lnTo>
                  <a:pt x="94721" y="8773"/>
                </a:lnTo>
                <a:lnTo>
                  <a:pt x="103601" y="6580"/>
                </a:lnTo>
                <a:lnTo>
                  <a:pt x="123882" y="13379"/>
                </a:lnTo>
                <a:lnTo>
                  <a:pt x="128816" y="22919"/>
                </a:lnTo>
                <a:lnTo>
                  <a:pt x="131776" y="19410"/>
                </a:lnTo>
                <a:lnTo>
                  <a:pt x="145260" y="22151"/>
                </a:lnTo>
                <a:lnTo>
                  <a:pt x="144602" y="33556"/>
                </a:lnTo>
                <a:lnTo>
                  <a:pt x="134187" y="47702"/>
                </a:lnTo>
                <a:lnTo>
                  <a:pt x="120045" y="40465"/>
                </a:lnTo>
                <a:lnTo>
                  <a:pt x="113577" y="45838"/>
                </a:lnTo>
                <a:lnTo>
                  <a:pt x="122128" y="43755"/>
                </a:lnTo>
                <a:lnTo>
                  <a:pt x="126952" y="49676"/>
                </a:lnTo>
                <a:lnTo>
                  <a:pt x="124759" y="68099"/>
                </a:lnTo>
                <a:lnTo>
                  <a:pt x="120484" y="71499"/>
                </a:lnTo>
                <a:lnTo>
                  <a:pt x="125198" y="100340"/>
                </a:lnTo>
                <a:lnTo>
                  <a:pt x="107876" y="109332"/>
                </a:lnTo>
                <a:lnTo>
                  <a:pt x="93295" y="107029"/>
                </a:lnTo>
                <a:lnTo>
                  <a:pt x="77070" y="96392"/>
                </a:lnTo>
                <a:lnTo>
                  <a:pt x="72027" y="102094"/>
                </a:lnTo>
                <a:lnTo>
                  <a:pt x="63147" y="101875"/>
                </a:lnTo>
                <a:lnTo>
                  <a:pt x="42098" y="76982"/>
                </a:lnTo>
                <a:lnTo>
                  <a:pt x="31793" y="46167"/>
                </a:lnTo>
                <a:lnTo>
                  <a:pt x="23132" y="40245"/>
                </a:lnTo>
                <a:lnTo>
                  <a:pt x="16335" y="42329"/>
                </a:lnTo>
                <a:lnTo>
                  <a:pt x="987" y="37175"/>
                </a:lnTo>
                <a:lnTo>
                  <a:pt x="0" y="28841"/>
                </a:lnTo>
                <a:lnTo>
                  <a:pt x="14471" y="11843"/>
                </a:lnTo>
                <a:lnTo>
                  <a:pt x="20939" y="14804"/>
                </a:lnTo>
                <a:lnTo>
                  <a:pt x="34862" y="1097"/>
                </a:lnTo>
                <a:lnTo>
                  <a:pt x="38261" y="6580"/>
                </a:lnTo>
                <a:lnTo>
                  <a:pt x="39357" y="2303"/>
                </a:lnTo>
                <a:lnTo>
                  <a:pt x="50759" y="0"/>
                </a:lnTo>
              </a:path>
            </a:pathLst>
          </a:custGeom>
          <a:noFill xmlns:a="http://schemas.openxmlformats.org/drawingml/2006/main"/>
          <a:ln xmlns:a="http://schemas.openxmlformats.org/drawingml/2006/main" w="3056">
            <a:solidFill>
              <a:srgbClr val="E4EAF4"/>
            </a:solidFill>
            <a:prstDash val="solid"/>
          </a:ln>
        </p:spPr>
      </p:sp>
      <p:sp>
        <p:nvSpPr>
          <p:cNvPr id="56" name="Editable chart path">
            <a:extLst xmlns:a="http://schemas.openxmlformats.org/drawingml/2006/main">
              <a:ext uri="{FF2B5EF4-FFF2-40B4-BE49-F238E27FC236}">
                <a16:creationId xmlns:a16="http://schemas.microsoft.com/office/drawing/2014/main" id="{62A40037-9E27-4FCE-8921-0D6A3BF52110}"/>
              </a:ext>
            </a:extLst>
          </p:cNvPr>
          <p:cNvSpPr>
            <a:spLocks xmlns:a="http://schemas.openxmlformats.org/drawingml/2006/main" noGrp="1"/>
          </p:cNvSpPr>
          <p:nvPr/>
        </p:nvSpPr>
        <p:spPr>
          <a:xfrm xmlns:a="http://schemas.openxmlformats.org/drawingml/2006/main">
            <a:off x="2948107" y="4667298"/>
            <a:ext cx="83964" cy="89352"/>
          </a:xfrm>
          <a:custGeom xmlns:a="http://schemas.openxmlformats.org/drawingml/2006/main">
            <a:pathLst>
              <a:path w="104697" h="111415">
                <a:moveTo>
                  <a:pt x="13156" y="3070"/>
                </a:moveTo>
                <a:lnTo>
                  <a:pt x="38371" y="26757"/>
                </a:lnTo>
                <a:lnTo>
                  <a:pt x="52403" y="32021"/>
                </a:lnTo>
                <a:lnTo>
                  <a:pt x="72027" y="66454"/>
                </a:lnTo>
                <a:lnTo>
                  <a:pt x="104149" y="99024"/>
                </a:lnTo>
                <a:lnTo>
                  <a:pt x="104697" y="111415"/>
                </a:lnTo>
                <a:lnTo>
                  <a:pt x="72356" y="103081"/>
                </a:lnTo>
                <a:lnTo>
                  <a:pt x="18637" y="69196"/>
                </a:lnTo>
                <a:lnTo>
                  <a:pt x="767" y="32021"/>
                </a:lnTo>
                <a:lnTo>
                  <a:pt x="0" y="2961"/>
                </a:lnTo>
                <a:lnTo>
                  <a:pt x="6359" y="0"/>
                </a:lnTo>
                <a:lnTo>
                  <a:pt x="13156" y="3070"/>
                </a:lnTo>
              </a:path>
            </a:pathLst>
          </a:custGeom>
          <a:noFill xmlns:a="http://schemas.openxmlformats.org/drawingml/2006/main"/>
          <a:ln xmlns:a="http://schemas.openxmlformats.org/drawingml/2006/main" w="3056">
            <a:solidFill>
              <a:srgbClr val="E4EAF4"/>
            </a:solidFill>
            <a:prstDash val="solid"/>
          </a:ln>
        </p:spPr>
      </p:sp>
      <p:sp>
        <p:nvSpPr>
          <p:cNvPr id="57" name="Editable chart path">
            <a:extLst xmlns:a="http://schemas.openxmlformats.org/drawingml/2006/main">
              <a:ext uri="{FF2B5EF4-FFF2-40B4-BE49-F238E27FC236}">
                <a16:creationId xmlns:a16="http://schemas.microsoft.com/office/drawing/2014/main" id="{46F3E557-0098-4827-8242-CADC6BDCD680}"/>
              </a:ext>
            </a:extLst>
          </p:cNvPr>
          <p:cNvSpPr>
            <a:spLocks xmlns:a="http://schemas.openxmlformats.org/drawingml/2006/main" noGrp="1"/>
          </p:cNvSpPr>
          <p:nvPr/>
        </p:nvSpPr>
        <p:spPr>
          <a:xfrm xmlns:a="http://schemas.openxmlformats.org/drawingml/2006/main">
            <a:off x="2551584" y="4513482"/>
            <a:ext cx="32267" cy="46963"/>
          </a:xfrm>
          <a:custGeom xmlns:a="http://schemas.openxmlformats.org/drawingml/2006/main">
            <a:pathLst>
              <a:path w="40234" h="58559">
                <a:moveTo>
                  <a:pt x="7126" y="0"/>
                </a:moveTo>
                <a:lnTo>
                  <a:pt x="18528" y="3728"/>
                </a:lnTo>
                <a:lnTo>
                  <a:pt x="3727" y="1206"/>
                </a:lnTo>
                <a:lnTo>
                  <a:pt x="8880" y="22480"/>
                </a:lnTo>
                <a:lnTo>
                  <a:pt x="37932" y="27744"/>
                </a:lnTo>
                <a:lnTo>
                  <a:pt x="28833" y="45400"/>
                </a:lnTo>
                <a:lnTo>
                  <a:pt x="40234" y="53076"/>
                </a:lnTo>
                <a:lnTo>
                  <a:pt x="21049" y="58559"/>
                </a:lnTo>
                <a:lnTo>
                  <a:pt x="2083" y="44522"/>
                </a:lnTo>
                <a:lnTo>
                  <a:pt x="11073" y="47922"/>
                </a:lnTo>
                <a:lnTo>
                  <a:pt x="14362" y="42110"/>
                </a:lnTo>
                <a:lnTo>
                  <a:pt x="6797" y="30376"/>
                </a:lnTo>
                <a:lnTo>
                  <a:pt x="2631" y="30157"/>
                </a:lnTo>
                <a:lnTo>
                  <a:pt x="0" y="36407"/>
                </a:lnTo>
                <a:lnTo>
                  <a:pt x="5372" y="19191"/>
                </a:lnTo>
                <a:lnTo>
                  <a:pt x="987" y="3180"/>
                </a:lnTo>
                <a:lnTo>
                  <a:pt x="7126" y="0"/>
                </a:lnTo>
              </a:path>
            </a:pathLst>
          </a:custGeom>
          <a:noFill xmlns:a="http://schemas.openxmlformats.org/drawingml/2006/main"/>
          <a:ln xmlns:a="http://schemas.openxmlformats.org/drawingml/2006/main" w="3056">
            <a:solidFill>
              <a:srgbClr val="E4EAF4"/>
            </a:solidFill>
            <a:prstDash val="solid"/>
          </a:ln>
        </p:spPr>
      </p:sp>
      <p:sp>
        <p:nvSpPr>
          <p:cNvPr id="58" name="Editable chart path">
            <a:extLst xmlns:a="http://schemas.openxmlformats.org/drawingml/2006/main">
              <a:ext uri="{FF2B5EF4-FFF2-40B4-BE49-F238E27FC236}">
                <a16:creationId xmlns:a16="http://schemas.microsoft.com/office/drawing/2014/main" id="{CADC5900-E3B8-457C-A5D5-34266284C482}"/>
              </a:ext>
            </a:extLst>
          </p:cNvPr>
          <p:cNvSpPr>
            <a:spLocks xmlns:a="http://schemas.openxmlformats.org/drawingml/2006/main" noGrp="1"/>
          </p:cNvSpPr>
          <p:nvPr/>
        </p:nvSpPr>
        <p:spPr>
          <a:xfrm xmlns:a="http://schemas.openxmlformats.org/drawingml/2006/main">
            <a:off x="2627371" y="4786816"/>
            <a:ext cx="30948" cy="8179"/>
          </a:xfrm>
          <a:custGeom xmlns:a="http://schemas.openxmlformats.org/drawingml/2006/main">
            <a:pathLst>
              <a:path w="38590" h="10198">
                <a:moveTo>
                  <a:pt x="20720" y="0"/>
                </a:moveTo>
                <a:lnTo>
                  <a:pt x="38590" y="0"/>
                </a:lnTo>
                <a:lnTo>
                  <a:pt x="38590" y="10198"/>
                </a:lnTo>
                <a:lnTo>
                  <a:pt x="0" y="10198"/>
                </a:lnTo>
                <a:lnTo>
                  <a:pt x="0" y="0"/>
                </a:lnTo>
                <a:lnTo>
                  <a:pt x="20720" y="0"/>
                </a:lnTo>
              </a:path>
            </a:pathLst>
          </a:custGeom>
          <a:noFill xmlns:a="http://schemas.openxmlformats.org/drawingml/2006/main"/>
          <a:ln xmlns:a="http://schemas.openxmlformats.org/drawingml/2006/main" w="3056">
            <a:solidFill>
              <a:srgbClr val="E4EAF4"/>
            </a:solidFill>
            <a:prstDash val="solid"/>
          </a:ln>
        </p:spPr>
      </p:sp>
      <p:sp>
        <p:nvSpPr>
          <p:cNvPr id="59" name="Editable chart path">
            <a:extLst xmlns:a="http://schemas.openxmlformats.org/drawingml/2006/main">
              <a:ext uri="{FF2B5EF4-FFF2-40B4-BE49-F238E27FC236}">
                <a16:creationId xmlns:a16="http://schemas.microsoft.com/office/drawing/2014/main" id="{23CEB184-2D80-4D19-BC1A-98CDA8FB6B28}"/>
              </a:ext>
            </a:extLst>
          </p:cNvPr>
          <p:cNvSpPr>
            <a:spLocks xmlns:a="http://schemas.openxmlformats.org/drawingml/2006/main" noGrp="1"/>
          </p:cNvSpPr>
          <p:nvPr/>
        </p:nvSpPr>
        <p:spPr>
          <a:xfrm xmlns:a="http://schemas.openxmlformats.org/drawingml/2006/main">
            <a:off x="2573652" y="4518847"/>
            <a:ext cx="41499" cy="37992"/>
          </a:xfrm>
          <a:custGeom xmlns:a="http://schemas.openxmlformats.org/drawingml/2006/main">
            <a:pathLst>
              <a:path w="51745" h="47373">
                <a:moveTo>
                  <a:pt x="33218" y="16559"/>
                </a:moveTo>
                <a:lnTo>
                  <a:pt x="51745" y="33775"/>
                </a:lnTo>
                <a:lnTo>
                  <a:pt x="44291" y="26538"/>
                </a:lnTo>
                <a:lnTo>
                  <a:pt x="39357" y="35420"/>
                </a:lnTo>
                <a:lnTo>
                  <a:pt x="40344" y="43097"/>
                </a:lnTo>
                <a:lnTo>
                  <a:pt x="51088" y="40355"/>
                </a:lnTo>
                <a:lnTo>
                  <a:pt x="22255" y="47373"/>
                </a:lnTo>
                <a:lnTo>
                  <a:pt x="32999" y="41890"/>
                </a:lnTo>
                <a:lnTo>
                  <a:pt x="25325" y="17765"/>
                </a:lnTo>
                <a:lnTo>
                  <a:pt x="0" y="0"/>
                </a:lnTo>
                <a:lnTo>
                  <a:pt x="33218" y="16559"/>
                </a:lnTo>
              </a:path>
            </a:pathLst>
          </a:custGeom>
          <a:noFill xmlns:a="http://schemas.openxmlformats.org/drawingml/2006/main"/>
          <a:ln xmlns:a="http://schemas.openxmlformats.org/drawingml/2006/main" w="3056">
            <a:solidFill>
              <a:srgbClr val="E4EAF4"/>
            </a:solidFill>
            <a:prstDash val="solid"/>
          </a:ln>
        </p:spPr>
      </p:sp>
      <p:sp>
        <p:nvSpPr>
          <p:cNvPr id="60" name="Editable chart path">
            <a:extLst xmlns:a="http://schemas.openxmlformats.org/drawingml/2006/main">
              <a:ext uri="{FF2B5EF4-FFF2-40B4-BE49-F238E27FC236}">
                <a16:creationId xmlns:a16="http://schemas.microsoft.com/office/drawing/2014/main" id="{A3D91C1D-CF80-4EDF-861A-435D9E020100}"/>
              </a:ext>
            </a:extLst>
          </p:cNvPr>
          <p:cNvSpPr>
            <a:spLocks xmlns:a="http://schemas.openxmlformats.org/drawingml/2006/main" noGrp="1"/>
          </p:cNvSpPr>
          <p:nvPr/>
        </p:nvSpPr>
        <p:spPr>
          <a:xfrm xmlns:a="http://schemas.openxmlformats.org/drawingml/2006/main">
            <a:off x="2453112" y="4840814"/>
            <a:ext cx="20486" cy="21371"/>
          </a:xfrm>
          <a:custGeom xmlns:a="http://schemas.openxmlformats.org/drawingml/2006/main">
            <a:pathLst>
              <a:path w="25544" h="26648">
                <a:moveTo>
                  <a:pt x="14033" y="25112"/>
                </a:moveTo>
                <a:lnTo>
                  <a:pt x="5591" y="26648"/>
                </a:lnTo>
                <a:lnTo>
                  <a:pt x="0" y="22809"/>
                </a:lnTo>
                <a:lnTo>
                  <a:pt x="7016" y="17655"/>
                </a:lnTo>
                <a:lnTo>
                  <a:pt x="8770" y="9650"/>
                </a:lnTo>
                <a:lnTo>
                  <a:pt x="25544" y="0"/>
                </a:lnTo>
                <a:lnTo>
                  <a:pt x="14033" y="25112"/>
                </a:lnTo>
              </a:path>
            </a:pathLst>
          </a:custGeom>
          <a:noFill xmlns:a="http://schemas.openxmlformats.org/drawingml/2006/main"/>
          <a:ln xmlns:a="http://schemas.openxmlformats.org/drawingml/2006/main" w="3056">
            <a:solidFill>
              <a:srgbClr val="E4EAF4"/>
            </a:solidFill>
            <a:prstDash val="solid"/>
          </a:ln>
        </p:spPr>
      </p:sp>
      <p:sp>
        <p:nvSpPr>
          <p:cNvPr id="61" name="Editable chart path">
            <a:extLst xmlns:a="http://schemas.openxmlformats.org/drawingml/2006/main">
              <a:ext uri="{FF2B5EF4-FFF2-40B4-BE49-F238E27FC236}">
                <a16:creationId xmlns:a16="http://schemas.microsoft.com/office/drawing/2014/main" id="{7F4156CA-7E1C-4D97-8C4B-54794FF51978}"/>
              </a:ext>
            </a:extLst>
          </p:cNvPr>
          <p:cNvSpPr>
            <a:spLocks xmlns:a="http://schemas.openxmlformats.org/drawingml/2006/main" noGrp="1"/>
          </p:cNvSpPr>
          <p:nvPr/>
        </p:nvSpPr>
        <p:spPr>
          <a:xfrm xmlns:a="http://schemas.openxmlformats.org/drawingml/2006/main">
            <a:off x="1791596" y="3010322"/>
            <a:ext cx="14243" cy="21371"/>
          </a:xfrm>
          <a:custGeom xmlns:a="http://schemas.openxmlformats.org/drawingml/2006/main">
            <a:pathLst>
              <a:path w="17760" h="26648">
                <a:moveTo>
                  <a:pt x="9209" y="26648"/>
                </a:moveTo>
                <a:lnTo>
                  <a:pt x="0" y="23687"/>
                </a:lnTo>
                <a:lnTo>
                  <a:pt x="10525" y="0"/>
                </a:lnTo>
                <a:lnTo>
                  <a:pt x="17760" y="14366"/>
                </a:lnTo>
                <a:lnTo>
                  <a:pt x="17431" y="20068"/>
                </a:lnTo>
                <a:lnTo>
                  <a:pt x="9209" y="26648"/>
                </a:lnTo>
              </a:path>
            </a:pathLst>
          </a:custGeom>
          <a:noFill xmlns:a="http://schemas.openxmlformats.org/drawingml/2006/main"/>
          <a:ln xmlns:a="http://schemas.openxmlformats.org/drawingml/2006/main" w="3056">
            <a:solidFill>
              <a:srgbClr val="E4EAF4"/>
            </a:solidFill>
            <a:prstDash val="solid"/>
          </a:ln>
        </p:spPr>
      </p:sp>
      <p:sp>
        <p:nvSpPr>
          <p:cNvPr id="62" name="Editable chart path">
            <a:extLst xmlns:a="http://schemas.openxmlformats.org/drawingml/2006/main">
              <a:ext uri="{FF2B5EF4-FFF2-40B4-BE49-F238E27FC236}">
                <a16:creationId xmlns:a16="http://schemas.microsoft.com/office/drawing/2014/main" id="{E48D7E56-A915-4A86-ABF1-8E8141962E24}"/>
              </a:ext>
            </a:extLst>
          </p:cNvPr>
          <p:cNvSpPr>
            <a:spLocks xmlns:a="http://schemas.openxmlformats.org/drawingml/2006/main" noGrp="1"/>
          </p:cNvSpPr>
          <p:nvPr/>
        </p:nvSpPr>
        <p:spPr>
          <a:xfrm xmlns:a="http://schemas.openxmlformats.org/drawingml/2006/main">
            <a:off x="2401967" y="496366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 name="Editable chart path">
            <a:extLst xmlns:a="http://schemas.openxmlformats.org/drawingml/2006/main">
              <a:ext uri="{FF2B5EF4-FFF2-40B4-BE49-F238E27FC236}">
                <a16:creationId xmlns:a16="http://schemas.microsoft.com/office/drawing/2014/main" id="{5FF33184-44F6-443F-B7E4-03487D8FFC8A}"/>
              </a:ext>
            </a:extLst>
          </p:cNvPr>
          <p:cNvSpPr>
            <a:spLocks xmlns:a="http://schemas.openxmlformats.org/drawingml/2006/main" noGrp="1"/>
          </p:cNvSpPr>
          <p:nvPr/>
        </p:nvSpPr>
        <p:spPr>
          <a:xfrm xmlns:a="http://schemas.openxmlformats.org/drawingml/2006/main">
            <a:off x="2322965" y="480459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4" name="Editable chart path">
            <a:extLst xmlns:a="http://schemas.openxmlformats.org/drawingml/2006/main">
              <a:ext uri="{FF2B5EF4-FFF2-40B4-BE49-F238E27FC236}">
                <a16:creationId xmlns:a16="http://schemas.microsoft.com/office/drawing/2014/main" id="{72727F03-732B-4DE9-9518-D5B83C5605A9}"/>
              </a:ext>
            </a:extLst>
          </p:cNvPr>
          <p:cNvSpPr>
            <a:spLocks xmlns:a="http://schemas.openxmlformats.org/drawingml/2006/main" noGrp="1"/>
          </p:cNvSpPr>
          <p:nvPr/>
        </p:nvSpPr>
        <p:spPr>
          <a:xfrm xmlns:a="http://schemas.openxmlformats.org/drawingml/2006/main">
            <a:off x="2717977" y="480459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5" name="Editable chart path">
            <a:extLst xmlns:a="http://schemas.openxmlformats.org/drawingml/2006/main">
              <a:ext uri="{FF2B5EF4-FFF2-40B4-BE49-F238E27FC236}">
                <a16:creationId xmlns:a16="http://schemas.microsoft.com/office/drawing/2014/main" id="{2BA88E2F-0799-44C3-8EEE-FDDFDBD7255D}"/>
              </a:ext>
            </a:extLst>
          </p:cNvPr>
          <p:cNvSpPr>
            <a:spLocks xmlns:a="http://schemas.openxmlformats.org/drawingml/2006/main" noGrp="1"/>
          </p:cNvSpPr>
          <p:nvPr/>
        </p:nvSpPr>
        <p:spPr>
          <a:xfrm xmlns:a="http://schemas.openxmlformats.org/drawingml/2006/main">
            <a:off x="2717977" y="472506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6" name="Editable chart path">
            <a:extLst xmlns:a="http://schemas.openxmlformats.org/drawingml/2006/main">
              <a:ext uri="{FF2B5EF4-FFF2-40B4-BE49-F238E27FC236}">
                <a16:creationId xmlns:a16="http://schemas.microsoft.com/office/drawing/2014/main" id="{32A8D3EC-9A25-47C8-8FAE-3E30EC3F846D}"/>
              </a:ext>
            </a:extLst>
          </p:cNvPr>
          <p:cNvSpPr>
            <a:spLocks xmlns:a="http://schemas.openxmlformats.org/drawingml/2006/main" noGrp="1"/>
          </p:cNvSpPr>
          <p:nvPr/>
        </p:nvSpPr>
        <p:spPr>
          <a:xfrm xmlns:a="http://schemas.openxmlformats.org/drawingml/2006/main">
            <a:off x="2796980" y="472506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 name="Editable chart path">
            <a:extLst xmlns:a="http://schemas.openxmlformats.org/drawingml/2006/main">
              <a:ext uri="{FF2B5EF4-FFF2-40B4-BE49-F238E27FC236}">
                <a16:creationId xmlns:a16="http://schemas.microsoft.com/office/drawing/2014/main" id="{37DD3783-391B-4143-9724-B94816360056}"/>
              </a:ext>
            </a:extLst>
          </p:cNvPr>
          <p:cNvSpPr>
            <a:spLocks xmlns:a="http://schemas.openxmlformats.org/drawingml/2006/main" noGrp="1"/>
          </p:cNvSpPr>
          <p:nvPr/>
        </p:nvSpPr>
        <p:spPr>
          <a:xfrm xmlns:a="http://schemas.openxmlformats.org/drawingml/2006/main">
            <a:off x="2243962" y="464552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 name="Editable chart path">
            <a:extLst xmlns:a="http://schemas.openxmlformats.org/drawingml/2006/main">
              <a:ext uri="{FF2B5EF4-FFF2-40B4-BE49-F238E27FC236}">
                <a16:creationId xmlns:a16="http://schemas.microsoft.com/office/drawing/2014/main" id="{25A2176A-228D-445E-9331-18442E7A52E4}"/>
              </a:ext>
            </a:extLst>
          </p:cNvPr>
          <p:cNvSpPr>
            <a:spLocks xmlns:a="http://schemas.openxmlformats.org/drawingml/2006/main" noGrp="1"/>
          </p:cNvSpPr>
          <p:nvPr/>
        </p:nvSpPr>
        <p:spPr>
          <a:xfrm xmlns:a="http://schemas.openxmlformats.org/drawingml/2006/main">
            <a:off x="2322965" y="464552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9" name="Editable chart path">
            <a:extLst xmlns:a="http://schemas.openxmlformats.org/drawingml/2006/main">
              <a:ext uri="{FF2B5EF4-FFF2-40B4-BE49-F238E27FC236}">
                <a16:creationId xmlns:a16="http://schemas.microsoft.com/office/drawing/2014/main" id="{32B813B0-9B6F-4B6C-8773-5BF152BCF220}"/>
              </a:ext>
            </a:extLst>
          </p:cNvPr>
          <p:cNvSpPr>
            <a:spLocks xmlns:a="http://schemas.openxmlformats.org/drawingml/2006/main" noGrp="1"/>
          </p:cNvSpPr>
          <p:nvPr/>
        </p:nvSpPr>
        <p:spPr>
          <a:xfrm xmlns:a="http://schemas.openxmlformats.org/drawingml/2006/main">
            <a:off x="2638975" y="464552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 name="Editable chart path">
            <a:extLst xmlns:a="http://schemas.openxmlformats.org/drawingml/2006/main">
              <a:ext uri="{FF2B5EF4-FFF2-40B4-BE49-F238E27FC236}">
                <a16:creationId xmlns:a16="http://schemas.microsoft.com/office/drawing/2014/main" id="{C922FC62-6B5E-44C0-9CD2-6DCD0E91D95C}"/>
              </a:ext>
            </a:extLst>
          </p:cNvPr>
          <p:cNvSpPr>
            <a:spLocks xmlns:a="http://schemas.openxmlformats.org/drawingml/2006/main" noGrp="1"/>
          </p:cNvSpPr>
          <p:nvPr/>
        </p:nvSpPr>
        <p:spPr>
          <a:xfrm xmlns:a="http://schemas.openxmlformats.org/drawingml/2006/main">
            <a:off x="2796980" y="464552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 name="Editable chart path">
            <a:extLst xmlns:a="http://schemas.openxmlformats.org/drawingml/2006/main">
              <a:ext uri="{FF2B5EF4-FFF2-40B4-BE49-F238E27FC236}">
                <a16:creationId xmlns:a16="http://schemas.microsoft.com/office/drawing/2014/main" id="{01D01E0A-3D76-4A11-B3CE-71D5FA5C3FC6}"/>
              </a:ext>
            </a:extLst>
          </p:cNvPr>
          <p:cNvSpPr>
            <a:spLocks xmlns:a="http://schemas.openxmlformats.org/drawingml/2006/main" noGrp="1"/>
          </p:cNvSpPr>
          <p:nvPr/>
        </p:nvSpPr>
        <p:spPr>
          <a:xfrm xmlns:a="http://schemas.openxmlformats.org/drawingml/2006/main">
            <a:off x="1374935"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 name="Editable chart path">
            <a:extLst xmlns:a="http://schemas.openxmlformats.org/drawingml/2006/main">
              <a:ext uri="{FF2B5EF4-FFF2-40B4-BE49-F238E27FC236}">
                <a16:creationId xmlns:a16="http://schemas.microsoft.com/office/drawing/2014/main" id="{E7FB7CF5-1DF1-43AD-8F49-BB41B722F4A9}"/>
              </a:ext>
            </a:extLst>
          </p:cNvPr>
          <p:cNvSpPr>
            <a:spLocks xmlns:a="http://schemas.openxmlformats.org/drawingml/2006/main" noGrp="1"/>
          </p:cNvSpPr>
          <p:nvPr/>
        </p:nvSpPr>
        <p:spPr>
          <a:xfrm xmlns:a="http://schemas.openxmlformats.org/drawingml/2006/main">
            <a:off x="1453937"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3" name="Editable chart path">
            <a:extLst xmlns:a="http://schemas.openxmlformats.org/drawingml/2006/main">
              <a:ext uri="{FF2B5EF4-FFF2-40B4-BE49-F238E27FC236}">
                <a16:creationId xmlns:a16="http://schemas.microsoft.com/office/drawing/2014/main" id="{37378D87-9B5F-4A37-8405-FF835B567929}"/>
              </a:ext>
            </a:extLst>
          </p:cNvPr>
          <p:cNvSpPr>
            <a:spLocks xmlns:a="http://schemas.openxmlformats.org/drawingml/2006/main" noGrp="1"/>
          </p:cNvSpPr>
          <p:nvPr/>
        </p:nvSpPr>
        <p:spPr>
          <a:xfrm xmlns:a="http://schemas.openxmlformats.org/drawingml/2006/main">
            <a:off x="1532940" y="456599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 name="Editable chart path">
            <a:extLst xmlns:a="http://schemas.openxmlformats.org/drawingml/2006/main">
              <a:ext uri="{FF2B5EF4-FFF2-40B4-BE49-F238E27FC236}">
                <a16:creationId xmlns:a16="http://schemas.microsoft.com/office/drawing/2014/main" id="{BDFDB2EA-D976-41A0-A0CA-B3E084397AED}"/>
              </a:ext>
            </a:extLst>
          </p:cNvPr>
          <p:cNvSpPr>
            <a:spLocks xmlns:a="http://schemas.openxmlformats.org/drawingml/2006/main" noGrp="1"/>
          </p:cNvSpPr>
          <p:nvPr/>
        </p:nvSpPr>
        <p:spPr>
          <a:xfrm xmlns:a="http://schemas.openxmlformats.org/drawingml/2006/main">
            <a:off x="1611942"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 name="Editable chart path">
            <a:extLst xmlns:a="http://schemas.openxmlformats.org/drawingml/2006/main">
              <a:ext uri="{FF2B5EF4-FFF2-40B4-BE49-F238E27FC236}">
                <a16:creationId xmlns:a16="http://schemas.microsoft.com/office/drawing/2014/main" id="{FBD824FF-7206-43D5-97CB-A7761FED3D89}"/>
              </a:ext>
            </a:extLst>
          </p:cNvPr>
          <p:cNvSpPr>
            <a:spLocks xmlns:a="http://schemas.openxmlformats.org/drawingml/2006/main" noGrp="1"/>
          </p:cNvSpPr>
          <p:nvPr/>
        </p:nvSpPr>
        <p:spPr>
          <a:xfrm xmlns:a="http://schemas.openxmlformats.org/drawingml/2006/main">
            <a:off x="1690945"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6" name="Editable chart path">
            <a:extLst xmlns:a="http://schemas.openxmlformats.org/drawingml/2006/main">
              <a:ext uri="{FF2B5EF4-FFF2-40B4-BE49-F238E27FC236}">
                <a16:creationId xmlns:a16="http://schemas.microsoft.com/office/drawing/2014/main" id="{45C14DE3-52EB-4453-A72F-AF046507D050}"/>
              </a:ext>
            </a:extLst>
          </p:cNvPr>
          <p:cNvSpPr>
            <a:spLocks xmlns:a="http://schemas.openxmlformats.org/drawingml/2006/main" noGrp="1"/>
          </p:cNvSpPr>
          <p:nvPr/>
        </p:nvSpPr>
        <p:spPr>
          <a:xfrm xmlns:a="http://schemas.openxmlformats.org/drawingml/2006/main">
            <a:off x="3429000" y="456599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7" name="Editable chart path">
            <a:extLst xmlns:a="http://schemas.openxmlformats.org/drawingml/2006/main">
              <a:ext uri="{FF2B5EF4-FFF2-40B4-BE49-F238E27FC236}">
                <a16:creationId xmlns:a16="http://schemas.microsoft.com/office/drawing/2014/main" id="{4806D391-2462-4A03-B235-F28F8B5341D5}"/>
              </a:ext>
            </a:extLst>
          </p:cNvPr>
          <p:cNvSpPr>
            <a:spLocks xmlns:a="http://schemas.openxmlformats.org/drawingml/2006/main" noGrp="1"/>
          </p:cNvSpPr>
          <p:nvPr/>
        </p:nvSpPr>
        <p:spPr>
          <a:xfrm xmlns:a="http://schemas.openxmlformats.org/drawingml/2006/main">
            <a:off x="1295932" y="448645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 name="Editable chart path">
            <a:extLst xmlns:a="http://schemas.openxmlformats.org/drawingml/2006/main">
              <a:ext uri="{FF2B5EF4-FFF2-40B4-BE49-F238E27FC236}">
                <a16:creationId xmlns:a16="http://schemas.microsoft.com/office/drawing/2014/main" id="{AEF27AA2-1E30-4EE7-A388-714FFFB810ED}"/>
              </a:ext>
            </a:extLst>
          </p:cNvPr>
          <p:cNvSpPr>
            <a:spLocks xmlns:a="http://schemas.openxmlformats.org/drawingml/2006/main" noGrp="1"/>
          </p:cNvSpPr>
          <p:nvPr/>
        </p:nvSpPr>
        <p:spPr>
          <a:xfrm xmlns:a="http://schemas.openxmlformats.org/drawingml/2006/main">
            <a:off x="2638975" y="448645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9" name="Editable chart path">
            <a:extLst xmlns:a="http://schemas.openxmlformats.org/drawingml/2006/main">
              <a:ext uri="{FF2B5EF4-FFF2-40B4-BE49-F238E27FC236}">
                <a16:creationId xmlns:a16="http://schemas.microsoft.com/office/drawing/2014/main" id="{B638FB4F-81EB-40D0-A2D5-CBB1EA69AB2C}"/>
              </a:ext>
            </a:extLst>
          </p:cNvPr>
          <p:cNvSpPr>
            <a:spLocks xmlns:a="http://schemas.openxmlformats.org/drawingml/2006/main" noGrp="1"/>
          </p:cNvSpPr>
          <p:nvPr/>
        </p:nvSpPr>
        <p:spPr>
          <a:xfrm xmlns:a="http://schemas.openxmlformats.org/drawingml/2006/main">
            <a:off x="2717977" y="448645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0" name="Editable chart path">
            <a:extLst xmlns:a="http://schemas.openxmlformats.org/drawingml/2006/main">
              <a:ext uri="{FF2B5EF4-FFF2-40B4-BE49-F238E27FC236}">
                <a16:creationId xmlns:a16="http://schemas.microsoft.com/office/drawing/2014/main" id="{DF814EE7-015A-4EDD-BCA0-ABFF16FEDC89}"/>
              </a:ext>
            </a:extLst>
          </p:cNvPr>
          <p:cNvSpPr>
            <a:spLocks xmlns:a="http://schemas.openxmlformats.org/drawingml/2006/main" noGrp="1"/>
          </p:cNvSpPr>
          <p:nvPr/>
        </p:nvSpPr>
        <p:spPr>
          <a:xfrm xmlns:a="http://schemas.openxmlformats.org/drawingml/2006/main">
            <a:off x="1295932"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1" name="Editable chart path">
            <a:extLst xmlns:a="http://schemas.openxmlformats.org/drawingml/2006/main">
              <a:ext uri="{FF2B5EF4-FFF2-40B4-BE49-F238E27FC236}">
                <a16:creationId xmlns:a16="http://schemas.microsoft.com/office/drawing/2014/main" id="{97185448-D34B-4F49-AC4B-436C1D7A17FA}"/>
              </a:ext>
            </a:extLst>
          </p:cNvPr>
          <p:cNvSpPr>
            <a:spLocks xmlns:a="http://schemas.openxmlformats.org/drawingml/2006/main" noGrp="1"/>
          </p:cNvSpPr>
          <p:nvPr/>
        </p:nvSpPr>
        <p:spPr>
          <a:xfrm xmlns:a="http://schemas.openxmlformats.org/drawingml/2006/main">
            <a:off x="1374935"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2" name="Editable chart path">
            <a:extLst xmlns:a="http://schemas.openxmlformats.org/drawingml/2006/main">
              <a:ext uri="{FF2B5EF4-FFF2-40B4-BE49-F238E27FC236}">
                <a16:creationId xmlns:a16="http://schemas.microsoft.com/office/drawing/2014/main" id="{719A7628-6682-45A3-99CC-48A6DEC19BCD}"/>
              </a:ext>
            </a:extLst>
          </p:cNvPr>
          <p:cNvSpPr>
            <a:spLocks xmlns:a="http://schemas.openxmlformats.org/drawingml/2006/main" noGrp="1"/>
          </p:cNvSpPr>
          <p:nvPr/>
        </p:nvSpPr>
        <p:spPr>
          <a:xfrm xmlns:a="http://schemas.openxmlformats.org/drawingml/2006/main">
            <a:off x="1453937"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3" name="Editable chart path">
            <a:extLst xmlns:a="http://schemas.openxmlformats.org/drawingml/2006/main">
              <a:ext uri="{FF2B5EF4-FFF2-40B4-BE49-F238E27FC236}">
                <a16:creationId xmlns:a16="http://schemas.microsoft.com/office/drawing/2014/main" id="{0B0B509A-F13F-4771-9C40-72F5875427AC}"/>
              </a:ext>
            </a:extLst>
          </p:cNvPr>
          <p:cNvSpPr>
            <a:spLocks xmlns:a="http://schemas.openxmlformats.org/drawingml/2006/main" noGrp="1"/>
          </p:cNvSpPr>
          <p:nvPr/>
        </p:nvSpPr>
        <p:spPr>
          <a:xfrm xmlns:a="http://schemas.openxmlformats.org/drawingml/2006/main">
            <a:off x="1532940" y="440692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4" name="Editable chart path">
            <a:extLst xmlns:a="http://schemas.openxmlformats.org/drawingml/2006/main">
              <a:ext uri="{FF2B5EF4-FFF2-40B4-BE49-F238E27FC236}">
                <a16:creationId xmlns:a16="http://schemas.microsoft.com/office/drawing/2014/main" id="{813B3BBE-E7C0-450A-BE38-1875DBD27F4B}"/>
              </a:ext>
            </a:extLst>
          </p:cNvPr>
          <p:cNvSpPr>
            <a:spLocks xmlns:a="http://schemas.openxmlformats.org/drawingml/2006/main" noGrp="1"/>
          </p:cNvSpPr>
          <p:nvPr/>
        </p:nvSpPr>
        <p:spPr>
          <a:xfrm xmlns:a="http://schemas.openxmlformats.org/drawingml/2006/main">
            <a:off x="1611942"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5" name="Editable chart path">
            <a:extLst xmlns:a="http://schemas.openxmlformats.org/drawingml/2006/main">
              <a:ext uri="{FF2B5EF4-FFF2-40B4-BE49-F238E27FC236}">
                <a16:creationId xmlns:a16="http://schemas.microsoft.com/office/drawing/2014/main" id="{76BE0A70-ABD8-4EE4-9BBC-4E1B2595FC2C}"/>
              </a:ext>
            </a:extLst>
          </p:cNvPr>
          <p:cNvSpPr>
            <a:spLocks xmlns:a="http://schemas.openxmlformats.org/drawingml/2006/main" noGrp="1"/>
          </p:cNvSpPr>
          <p:nvPr/>
        </p:nvSpPr>
        <p:spPr>
          <a:xfrm xmlns:a="http://schemas.openxmlformats.org/drawingml/2006/main">
            <a:off x="1848950"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6" name="Editable chart path">
            <a:extLst xmlns:a="http://schemas.openxmlformats.org/drawingml/2006/main">
              <a:ext uri="{FF2B5EF4-FFF2-40B4-BE49-F238E27FC236}">
                <a16:creationId xmlns:a16="http://schemas.microsoft.com/office/drawing/2014/main" id="{8BA4FBFB-8297-4CE8-8549-3852A2CCA298}"/>
              </a:ext>
            </a:extLst>
          </p:cNvPr>
          <p:cNvSpPr>
            <a:spLocks xmlns:a="http://schemas.openxmlformats.org/drawingml/2006/main" noGrp="1"/>
          </p:cNvSpPr>
          <p:nvPr/>
        </p:nvSpPr>
        <p:spPr>
          <a:xfrm xmlns:a="http://schemas.openxmlformats.org/drawingml/2006/main">
            <a:off x="1927952" y="440692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7" name="Editable chart path">
            <a:extLst xmlns:a="http://schemas.openxmlformats.org/drawingml/2006/main">
              <a:ext uri="{FF2B5EF4-FFF2-40B4-BE49-F238E27FC236}">
                <a16:creationId xmlns:a16="http://schemas.microsoft.com/office/drawing/2014/main" id="{5BC5E5F0-A70D-4E40-9B50-0485149499D2}"/>
              </a:ext>
            </a:extLst>
          </p:cNvPr>
          <p:cNvSpPr>
            <a:spLocks xmlns:a="http://schemas.openxmlformats.org/drawingml/2006/main" noGrp="1"/>
          </p:cNvSpPr>
          <p:nvPr/>
        </p:nvSpPr>
        <p:spPr>
          <a:xfrm xmlns:a="http://schemas.openxmlformats.org/drawingml/2006/main">
            <a:off x="2480970"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8" name="Editable chart path">
            <a:extLst xmlns:a="http://schemas.openxmlformats.org/drawingml/2006/main">
              <a:ext uri="{FF2B5EF4-FFF2-40B4-BE49-F238E27FC236}">
                <a16:creationId xmlns:a16="http://schemas.microsoft.com/office/drawing/2014/main" id="{221B794F-C359-468A-8D81-C8E5905CE3ED}"/>
              </a:ext>
            </a:extLst>
          </p:cNvPr>
          <p:cNvSpPr>
            <a:spLocks xmlns:a="http://schemas.openxmlformats.org/drawingml/2006/main" noGrp="1"/>
          </p:cNvSpPr>
          <p:nvPr/>
        </p:nvSpPr>
        <p:spPr>
          <a:xfrm xmlns:a="http://schemas.openxmlformats.org/drawingml/2006/main">
            <a:off x="2638975" y="440692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9" name="Editable chart path">
            <a:extLst xmlns:a="http://schemas.openxmlformats.org/drawingml/2006/main">
              <a:ext uri="{FF2B5EF4-FFF2-40B4-BE49-F238E27FC236}">
                <a16:creationId xmlns:a16="http://schemas.microsoft.com/office/drawing/2014/main" id="{212C1B9C-606B-4025-8F63-510480354C4E}"/>
              </a:ext>
            </a:extLst>
          </p:cNvPr>
          <p:cNvSpPr>
            <a:spLocks xmlns:a="http://schemas.openxmlformats.org/drawingml/2006/main" noGrp="1"/>
          </p:cNvSpPr>
          <p:nvPr/>
        </p:nvSpPr>
        <p:spPr>
          <a:xfrm xmlns:a="http://schemas.openxmlformats.org/drawingml/2006/main">
            <a:off x="1848950" y="432738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0" name="Editable chart path">
            <a:extLst xmlns:a="http://schemas.openxmlformats.org/drawingml/2006/main">
              <a:ext uri="{FF2B5EF4-FFF2-40B4-BE49-F238E27FC236}">
                <a16:creationId xmlns:a16="http://schemas.microsoft.com/office/drawing/2014/main" id="{5CB87788-7117-47B0-A2AB-9D536F2CB28B}"/>
              </a:ext>
            </a:extLst>
          </p:cNvPr>
          <p:cNvSpPr>
            <a:spLocks xmlns:a="http://schemas.openxmlformats.org/drawingml/2006/main" noGrp="1"/>
          </p:cNvSpPr>
          <p:nvPr/>
        </p:nvSpPr>
        <p:spPr>
          <a:xfrm xmlns:a="http://schemas.openxmlformats.org/drawingml/2006/main">
            <a:off x="1927952" y="432738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1" name="Editable chart path">
            <a:extLst xmlns:a="http://schemas.openxmlformats.org/drawingml/2006/main">
              <a:ext uri="{FF2B5EF4-FFF2-40B4-BE49-F238E27FC236}">
                <a16:creationId xmlns:a16="http://schemas.microsoft.com/office/drawing/2014/main" id="{FF8F54B2-DD39-455A-9EB0-B4DF95A1225C}"/>
              </a:ext>
            </a:extLst>
          </p:cNvPr>
          <p:cNvSpPr>
            <a:spLocks xmlns:a="http://schemas.openxmlformats.org/drawingml/2006/main" noGrp="1"/>
          </p:cNvSpPr>
          <p:nvPr/>
        </p:nvSpPr>
        <p:spPr>
          <a:xfrm xmlns:a="http://schemas.openxmlformats.org/drawingml/2006/main">
            <a:off x="2006955" y="432738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2" name="Editable chart path">
            <a:extLst xmlns:a="http://schemas.openxmlformats.org/drawingml/2006/main">
              <a:ext uri="{FF2B5EF4-FFF2-40B4-BE49-F238E27FC236}">
                <a16:creationId xmlns:a16="http://schemas.microsoft.com/office/drawing/2014/main" id="{D8EFC501-6CEE-46B2-8A7E-89FBDCD5E0C3}"/>
              </a:ext>
            </a:extLst>
          </p:cNvPr>
          <p:cNvSpPr>
            <a:spLocks xmlns:a="http://schemas.openxmlformats.org/drawingml/2006/main" noGrp="1"/>
          </p:cNvSpPr>
          <p:nvPr/>
        </p:nvSpPr>
        <p:spPr>
          <a:xfrm xmlns:a="http://schemas.openxmlformats.org/drawingml/2006/main">
            <a:off x="3270995" y="432738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3" name="Editable chart path">
            <a:extLst xmlns:a="http://schemas.openxmlformats.org/drawingml/2006/main">
              <a:ext uri="{FF2B5EF4-FFF2-40B4-BE49-F238E27FC236}">
                <a16:creationId xmlns:a16="http://schemas.microsoft.com/office/drawing/2014/main" id="{017A0CC5-DA5D-477E-83C5-A3A94E8DFCF1}"/>
              </a:ext>
            </a:extLst>
          </p:cNvPr>
          <p:cNvSpPr>
            <a:spLocks xmlns:a="http://schemas.openxmlformats.org/drawingml/2006/main" noGrp="1"/>
          </p:cNvSpPr>
          <p:nvPr/>
        </p:nvSpPr>
        <p:spPr>
          <a:xfrm xmlns:a="http://schemas.openxmlformats.org/drawingml/2006/main">
            <a:off x="3349997" y="432738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4" name="Editable chart path">
            <a:extLst xmlns:a="http://schemas.openxmlformats.org/drawingml/2006/main">
              <a:ext uri="{FF2B5EF4-FFF2-40B4-BE49-F238E27FC236}">
                <a16:creationId xmlns:a16="http://schemas.microsoft.com/office/drawing/2014/main" id="{9039CC95-D9D1-49BD-8B22-732422E3C924}"/>
              </a:ext>
            </a:extLst>
          </p:cNvPr>
          <p:cNvSpPr>
            <a:spLocks xmlns:a="http://schemas.openxmlformats.org/drawingml/2006/main" noGrp="1"/>
          </p:cNvSpPr>
          <p:nvPr/>
        </p:nvSpPr>
        <p:spPr>
          <a:xfrm xmlns:a="http://schemas.openxmlformats.org/drawingml/2006/main">
            <a:off x="1769947"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5" name="Editable chart path">
            <a:extLst xmlns:a="http://schemas.openxmlformats.org/drawingml/2006/main">
              <a:ext uri="{FF2B5EF4-FFF2-40B4-BE49-F238E27FC236}">
                <a16:creationId xmlns:a16="http://schemas.microsoft.com/office/drawing/2014/main" id="{B029229D-B868-4734-82BB-0F810256AD2B}"/>
              </a:ext>
            </a:extLst>
          </p:cNvPr>
          <p:cNvSpPr>
            <a:spLocks xmlns:a="http://schemas.openxmlformats.org/drawingml/2006/main" noGrp="1"/>
          </p:cNvSpPr>
          <p:nvPr/>
        </p:nvSpPr>
        <p:spPr>
          <a:xfrm xmlns:a="http://schemas.openxmlformats.org/drawingml/2006/main">
            <a:off x="1848950"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6" name="Editable chart path">
            <a:extLst xmlns:a="http://schemas.openxmlformats.org/drawingml/2006/main">
              <a:ext uri="{FF2B5EF4-FFF2-40B4-BE49-F238E27FC236}">
                <a16:creationId xmlns:a16="http://schemas.microsoft.com/office/drawing/2014/main" id="{4BB0CB3C-F1FC-4132-BAC6-E14B30D19097}"/>
              </a:ext>
            </a:extLst>
          </p:cNvPr>
          <p:cNvSpPr>
            <a:spLocks xmlns:a="http://schemas.openxmlformats.org/drawingml/2006/main" noGrp="1"/>
          </p:cNvSpPr>
          <p:nvPr/>
        </p:nvSpPr>
        <p:spPr>
          <a:xfrm xmlns:a="http://schemas.openxmlformats.org/drawingml/2006/main">
            <a:off x="1927952" y="424785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7" name="Editable chart path">
            <a:extLst xmlns:a="http://schemas.openxmlformats.org/drawingml/2006/main">
              <a:ext uri="{FF2B5EF4-FFF2-40B4-BE49-F238E27FC236}">
                <a16:creationId xmlns:a16="http://schemas.microsoft.com/office/drawing/2014/main" id="{B90B4574-EBA3-457F-BB52-1E264C7E951B}"/>
              </a:ext>
            </a:extLst>
          </p:cNvPr>
          <p:cNvSpPr>
            <a:spLocks xmlns:a="http://schemas.openxmlformats.org/drawingml/2006/main" noGrp="1"/>
          </p:cNvSpPr>
          <p:nvPr/>
        </p:nvSpPr>
        <p:spPr>
          <a:xfrm xmlns:a="http://schemas.openxmlformats.org/drawingml/2006/main">
            <a:off x="2085957"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8" name="Editable chart path">
            <a:extLst xmlns:a="http://schemas.openxmlformats.org/drawingml/2006/main">
              <a:ext uri="{FF2B5EF4-FFF2-40B4-BE49-F238E27FC236}">
                <a16:creationId xmlns:a16="http://schemas.microsoft.com/office/drawing/2014/main" id="{8EC3A516-1EFA-4957-81FB-ABFCDD67121D}"/>
              </a:ext>
            </a:extLst>
          </p:cNvPr>
          <p:cNvSpPr>
            <a:spLocks xmlns:a="http://schemas.openxmlformats.org/drawingml/2006/main" noGrp="1"/>
          </p:cNvSpPr>
          <p:nvPr/>
        </p:nvSpPr>
        <p:spPr>
          <a:xfrm xmlns:a="http://schemas.openxmlformats.org/drawingml/2006/main">
            <a:off x="3112990" y="424785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99" name="Editable chart path">
            <a:extLst xmlns:a="http://schemas.openxmlformats.org/drawingml/2006/main">
              <a:ext uri="{FF2B5EF4-FFF2-40B4-BE49-F238E27FC236}">
                <a16:creationId xmlns:a16="http://schemas.microsoft.com/office/drawing/2014/main" id="{4D47EF79-7F76-492C-8AA1-6AFB16825F4F}"/>
              </a:ext>
            </a:extLst>
          </p:cNvPr>
          <p:cNvSpPr>
            <a:spLocks xmlns:a="http://schemas.openxmlformats.org/drawingml/2006/main" noGrp="1"/>
          </p:cNvSpPr>
          <p:nvPr/>
        </p:nvSpPr>
        <p:spPr>
          <a:xfrm xmlns:a="http://schemas.openxmlformats.org/drawingml/2006/main">
            <a:off x="3191992"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0" name="Editable chart path">
            <a:extLst xmlns:a="http://schemas.openxmlformats.org/drawingml/2006/main">
              <a:ext uri="{FF2B5EF4-FFF2-40B4-BE49-F238E27FC236}">
                <a16:creationId xmlns:a16="http://schemas.microsoft.com/office/drawing/2014/main" id="{7289BF0A-B880-47FE-9B78-B5B4C92F7832}"/>
              </a:ext>
            </a:extLst>
          </p:cNvPr>
          <p:cNvSpPr>
            <a:spLocks xmlns:a="http://schemas.openxmlformats.org/drawingml/2006/main" noGrp="1"/>
          </p:cNvSpPr>
          <p:nvPr/>
        </p:nvSpPr>
        <p:spPr>
          <a:xfrm xmlns:a="http://schemas.openxmlformats.org/drawingml/2006/main">
            <a:off x="3270995" y="424785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1" name="Editable chart path">
            <a:extLst xmlns:a="http://schemas.openxmlformats.org/drawingml/2006/main">
              <a:ext uri="{FF2B5EF4-FFF2-40B4-BE49-F238E27FC236}">
                <a16:creationId xmlns:a16="http://schemas.microsoft.com/office/drawing/2014/main" id="{37226561-0F9F-4FE9-8680-F28E316EB696}"/>
              </a:ext>
            </a:extLst>
          </p:cNvPr>
          <p:cNvSpPr>
            <a:spLocks xmlns:a="http://schemas.openxmlformats.org/drawingml/2006/main" noGrp="1"/>
          </p:cNvSpPr>
          <p:nvPr/>
        </p:nvSpPr>
        <p:spPr>
          <a:xfrm xmlns:a="http://schemas.openxmlformats.org/drawingml/2006/main">
            <a:off x="1374935"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2" name="Editable chart path">
            <a:extLst xmlns:a="http://schemas.openxmlformats.org/drawingml/2006/main">
              <a:ext uri="{FF2B5EF4-FFF2-40B4-BE49-F238E27FC236}">
                <a16:creationId xmlns:a16="http://schemas.microsoft.com/office/drawing/2014/main" id="{E3325427-A780-413E-A019-D40356AFA0DA}"/>
              </a:ext>
            </a:extLst>
          </p:cNvPr>
          <p:cNvSpPr>
            <a:spLocks xmlns:a="http://schemas.openxmlformats.org/drawingml/2006/main" noGrp="1"/>
          </p:cNvSpPr>
          <p:nvPr/>
        </p:nvSpPr>
        <p:spPr>
          <a:xfrm xmlns:a="http://schemas.openxmlformats.org/drawingml/2006/main">
            <a:off x="1453937"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3" name="Editable chart path">
            <a:extLst xmlns:a="http://schemas.openxmlformats.org/drawingml/2006/main">
              <a:ext uri="{FF2B5EF4-FFF2-40B4-BE49-F238E27FC236}">
                <a16:creationId xmlns:a16="http://schemas.microsoft.com/office/drawing/2014/main" id="{3A9A6745-9057-4C3A-840B-5D7FA392E465}"/>
              </a:ext>
            </a:extLst>
          </p:cNvPr>
          <p:cNvSpPr>
            <a:spLocks xmlns:a="http://schemas.openxmlformats.org/drawingml/2006/main" noGrp="1"/>
          </p:cNvSpPr>
          <p:nvPr/>
        </p:nvSpPr>
        <p:spPr>
          <a:xfrm xmlns:a="http://schemas.openxmlformats.org/drawingml/2006/main">
            <a:off x="1532940" y="416832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4" name="Editable chart path">
            <a:extLst xmlns:a="http://schemas.openxmlformats.org/drawingml/2006/main">
              <a:ext uri="{FF2B5EF4-FFF2-40B4-BE49-F238E27FC236}">
                <a16:creationId xmlns:a16="http://schemas.microsoft.com/office/drawing/2014/main" id="{C3B8C1AD-E6F2-4B5B-B0A0-6AA2204B5E3C}"/>
              </a:ext>
            </a:extLst>
          </p:cNvPr>
          <p:cNvSpPr>
            <a:spLocks xmlns:a="http://schemas.openxmlformats.org/drawingml/2006/main" noGrp="1"/>
          </p:cNvSpPr>
          <p:nvPr/>
        </p:nvSpPr>
        <p:spPr>
          <a:xfrm xmlns:a="http://schemas.openxmlformats.org/drawingml/2006/main">
            <a:off x="1769947"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5" name="Editable chart path">
            <a:extLst xmlns:a="http://schemas.openxmlformats.org/drawingml/2006/main">
              <a:ext uri="{FF2B5EF4-FFF2-40B4-BE49-F238E27FC236}">
                <a16:creationId xmlns:a16="http://schemas.microsoft.com/office/drawing/2014/main" id="{AED1BBB4-3860-4529-B101-8A345CEFE401}"/>
              </a:ext>
            </a:extLst>
          </p:cNvPr>
          <p:cNvSpPr>
            <a:spLocks xmlns:a="http://schemas.openxmlformats.org/drawingml/2006/main" noGrp="1"/>
          </p:cNvSpPr>
          <p:nvPr/>
        </p:nvSpPr>
        <p:spPr>
          <a:xfrm xmlns:a="http://schemas.openxmlformats.org/drawingml/2006/main">
            <a:off x="1848950"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6" name="Editable chart path">
            <a:extLst xmlns:a="http://schemas.openxmlformats.org/drawingml/2006/main">
              <a:ext uri="{FF2B5EF4-FFF2-40B4-BE49-F238E27FC236}">
                <a16:creationId xmlns:a16="http://schemas.microsoft.com/office/drawing/2014/main" id="{5C56FF4D-B035-4D44-B783-40858C5B887A}"/>
              </a:ext>
            </a:extLst>
          </p:cNvPr>
          <p:cNvSpPr>
            <a:spLocks xmlns:a="http://schemas.openxmlformats.org/drawingml/2006/main" noGrp="1"/>
          </p:cNvSpPr>
          <p:nvPr/>
        </p:nvSpPr>
        <p:spPr>
          <a:xfrm xmlns:a="http://schemas.openxmlformats.org/drawingml/2006/main">
            <a:off x="2085957"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7" name="Editable chart path">
            <a:extLst xmlns:a="http://schemas.openxmlformats.org/drawingml/2006/main">
              <a:ext uri="{FF2B5EF4-FFF2-40B4-BE49-F238E27FC236}">
                <a16:creationId xmlns:a16="http://schemas.microsoft.com/office/drawing/2014/main" id="{874C6955-E1AA-442F-8F9A-91469F45C3C1}"/>
              </a:ext>
            </a:extLst>
          </p:cNvPr>
          <p:cNvSpPr>
            <a:spLocks xmlns:a="http://schemas.openxmlformats.org/drawingml/2006/main" noGrp="1"/>
          </p:cNvSpPr>
          <p:nvPr/>
        </p:nvSpPr>
        <p:spPr>
          <a:xfrm xmlns:a="http://schemas.openxmlformats.org/drawingml/2006/main">
            <a:off x="2164960"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8" name="Editable chart path">
            <a:extLst xmlns:a="http://schemas.openxmlformats.org/drawingml/2006/main">
              <a:ext uri="{FF2B5EF4-FFF2-40B4-BE49-F238E27FC236}">
                <a16:creationId xmlns:a16="http://schemas.microsoft.com/office/drawing/2014/main" id="{E118EAA6-9592-4A6B-BFA1-3B0B7F5C65C6}"/>
              </a:ext>
            </a:extLst>
          </p:cNvPr>
          <p:cNvSpPr>
            <a:spLocks xmlns:a="http://schemas.openxmlformats.org/drawingml/2006/main" noGrp="1"/>
          </p:cNvSpPr>
          <p:nvPr/>
        </p:nvSpPr>
        <p:spPr>
          <a:xfrm xmlns:a="http://schemas.openxmlformats.org/drawingml/2006/main">
            <a:off x="2322965" y="416832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09" name="Editable chart path">
            <a:extLst xmlns:a="http://schemas.openxmlformats.org/drawingml/2006/main">
              <a:ext uri="{FF2B5EF4-FFF2-40B4-BE49-F238E27FC236}">
                <a16:creationId xmlns:a16="http://schemas.microsoft.com/office/drawing/2014/main" id="{8387EA1B-5C83-4D80-95EB-4748BEBC93A8}"/>
              </a:ext>
            </a:extLst>
          </p:cNvPr>
          <p:cNvSpPr>
            <a:spLocks xmlns:a="http://schemas.openxmlformats.org/drawingml/2006/main" noGrp="1"/>
          </p:cNvSpPr>
          <p:nvPr/>
        </p:nvSpPr>
        <p:spPr>
          <a:xfrm xmlns:a="http://schemas.openxmlformats.org/drawingml/2006/main">
            <a:off x="2875982"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0" name="Editable chart path">
            <a:extLst xmlns:a="http://schemas.openxmlformats.org/drawingml/2006/main">
              <a:ext uri="{FF2B5EF4-FFF2-40B4-BE49-F238E27FC236}">
                <a16:creationId xmlns:a16="http://schemas.microsoft.com/office/drawing/2014/main" id="{776092D1-2D5D-405C-9C1E-481AFC03129C}"/>
              </a:ext>
            </a:extLst>
          </p:cNvPr>
          <p:cNvSpPr>
            <a:spLocks xmlns:a="http://schemas.openxmlformats.org/drawingml/2006/main" noGrp="1"/>
          </p:cNvSpPr>
          <p:nvPr/>
        </p:nvSpPr>
        <p:spPr>
          <a:xfrm xmlns:a="http://schemas.openxmlformats.org/drawingml/2006/main">
            <a:off x="3191992"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1" name="Editable chart path">
            <a:extLst xmlns:a="http://schemas.openxmlformats.org/drawingml/2006/main">
              <a:ext uri="{FF2B5EF4-FFF2-40B4-BE49-F238E27FC236}">
                <a16:creationId xmlns:a16="http://schemas.microsoft.com/office/drawing/2014/main" id="{9686FDB0-BF4E-4C4F-AE63-00082987B45A}"/>
              </a:ext>
            </a:extLst>
          </p:cNvPr>
          <p:cNvSpPr>
            <a:spLocks xmlns:a="http://schemas.openxmlformats.org/drawingml/2006/main" noGrp="1"/>
          </p:cNvSpPr>
          <p:nvPr/>
        </p:nvSpPr>
        <p:spPr>
          <a:xfrm xmlns:a="http://schemas.openxmlformats.org/drawingml/2006/main">
            <a:off x="3270995" y="416832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2" name="Editable chart path">
            <a:extLst xmlns:a="http://schemas.openxmlformats.org/drawingml/2006/main">
              <a:ext uri="{FF2B5EF4-FFF2-40B4-BE49-F238E27FC236}">
                <a16:creationId xmlns:a16="http://schemas.microsoft.com/office/drawing/2014/main" id="{B807E40C-5F02-47C2-93F1-5137EF2F6B08}"/>
              </a:ext>
            </a:extLst>
          </p:cNvPr>
          <p:cNvSpPr>
            <a:spLocks xmlns:a="http://schemas.openxmlformats.org/drawingml/2006/main" noGrp="1"/>
          </p:cNvSpPr>
          <p:nvPr/>
        </p:nvSpPr>
        <p:spPr>
          <a:xfrm xmlns:a="http://schemas.openxmlformats.org/drawingml/2006/main">
            <a:off x="1374935"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3" name="Editable chart path">
            <a:extLst xmlns:a="http://schemas.openxmlformats.org/drawingml/2006/main">
              <a:ext uri="{FF2B5EF4-FFF2-40B4-BE49-F238E27FC236}">
                <a16:creationId xmlns:a16="http://schemas.microsoft.com/office/drawing/2014/main" id="{07DF5541-19AF-4DDA-9A67-7E882F4961C6}"/>
              </a:ext>
            </a:extLst>
          </p:cNvPr>
          <p:cNvSpPr>
            <a:spLocks xmlns:a="http://schemas.openxmlformats.org/drawingml/2006/main" noGrp="1"/>
          </p:cNvSpPr>
          <p:nvPr/>
        </p:nvSpPr>
        <p:spPr>
          <a:xfrm xmlns:a="http://schemas.openxmlformats.org/drawingml/2006/main">
            <a:off x="145393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4" name="Editable chart path">
            <a:extLst xmlns:a="http://schemas.openxmlformats.org/drawingml/2006/main">
              <a:ext uri="{FF2B5EF4-FFF2-40B4-BE49-F238E27FC236}">
                <a16:creationId xmlns:a16="http://schemas.microsoft.com/office/drawing/2014/main" id="{B935315B-205D-403D-A179-F3908818DB2E}"/>
              </a:ext>
            </a:extLst>
          </p:cNvPr>
          <p:cNvSpPr>
            <a:spLocks xmlns:a="http://schemas.openxmlformats.org/drawingml/2006/main" noGrp="1"/>
          </p:cNvSpPr>
          <p:nvPr/>
        </p:nvSpPr>
        <p:spPr>
          <a:xfrm xmlns:a="http://schemas.openxmlformats.org/drawingml/2006/main">
            <a:off x="1532940"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5" name="Editable chart path">
            <a:extLst xmlns:a="http://schemas.openxmlformats.org/drawingml/2006/main">
              <a:ext uri="{FF2B5EF4-FFF2-40B4-BE49-F238E27FC236}">
                <a16:creationId xmlns:a16="http://schemas.microsoft.com/office/drawing/2014/main" id="{4625CA4E-E5A1-47C5-B36E-0CCDE1B5375D}"/>
              </a:ext>
            </a:extLst>
          </p:cNvPr>
          <p:cNvSpPr>
            <a:spLocks xmlns:a="http://schemas.openxmlformats.org/drawingml/2006/main" noGrp="1"/>
          </p:cNvSpPr>
          <p:nvPr/>
        </p:nvSpPr>
        <p:spPr>
          <a:xfrm xmlns:a="http://schemas.openxmlformats.org/drawingml/2006/main">
            <a:off x="176994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6" name="Editable chart path">
            <a:extLst xmlns:a="http://schemas.openxmlformats.org/drawingml/2006/main">
              <a:ext uri="{FF2B5EF4-FFF2-40B4-BE49-F238E27FC236}">
                <a16:creationId xmlns:a16="http://schemas.microsoft.com/office/drawing/2014/main" id="{4050071F-3E84-45EE-B17B-D624824186CE}"/>
              </a:ext>
            </a:extLst>
          </p:cNvPr>
          <p:cNvSpPr>
            <a:spLocks xmlns:a="http://schemas.openxmlformats.org/drawingml/2006/main" noGrp="1"/>
          </p:cNvSpPr>
          <p:nvPr/>
        </p:nvSpPr>
        <p:spPr>
          <a:xfrm xmlns:a="http://schemas.openxmlformats.org/drawingml/2006/main">
            <a:off x="1848950"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7" name="Editable chart path">
            <a:extLst xmlns:a="http://schemas.openxmlformats.org/drawingml/2006/main">
              <a:ext uri="{FF2B5EF4-FFF2-40B4-BE49-F238E27FC236}">
                <a16:creationId xmlns:a16="http://schemas.microsoft.com/office/drawing/2014/main" id="{7259D487-5105-4E3C-AF7D-91E486103691}"/>
              </a:ext>
            </a:extLst>
          </p:cNvPr>
          <p:cNvSpPr>
            <a:spLocks xmlns:a="http://schemas.openxmlformats.org/drawingml/2006/main" noGrp="1"/>
          </p:cNvSpPr>
          <p:nvPr/>
        </p:nvSpPr>
        <p:spPr>
          <a:xfrm xmlns:a="http://schemas.openxmlformats.org/drawingml/2006/main">
            <a:off x="1927952"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8" name="Editable chart path">
            <a:extLst xmlns:a="http://schemas.openxmlformats.org/drawingml/2006/main">
              <a:ext uri="{FF2B5EF4-FFF2-40B4-BE49-F238E27FC236}">
                <a16:creationId xmlns:a16="http://schemas.microsoft.com/office/drawing/2014/main" id="{13C69799-17BF-4AD3-8F1F-53841F787C19}"/>
              </a:ext>
            </a:extLst>
          </p:cNvPr>
          <p:cNvSpPr>
            <a:spLocks xmlns:a="http://schemas.openxmlformats.org/drawingml/2006/main" noGrp="1"/>
          </p:cNvSpPr>
          <p:nvPr/>
        </p:nvSpPr>
        <p:spPr>
          <a:xfrm xmlns:a="http://schemas.openxmlformats.org/drawingml/2006/main">
            <a:off x="2006955"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19" name="Editable chart path">
            <a:extLst xmlns:a="http://schemas.openxmlformats.org/drawingml/2006/main">
              <a:ext uri="{FF2B5EF4-FFF2-40B4-BE49-F238E27FC236}">
                <a16:creationId xmlns:a16="http://schemas.microsoft.com/office/drawing/2014/main" id="{EA73F346-8019-483F-AD74-92735E3D561F}"/>
              </a:ext>
            </a:extLst>
          </p:cNvPr>
          <p:cNvSpPr>
            <a:spLocks xmlns:a="http://schemas.openxmlformats.org/drawingml/2006/main" noGrp="1"/>
          </p:cNvSpPr>
          <p:nvPr/>
        </p:nvSpPr>
        <p:spPr>
          <a:xfrm xmlns:a="http://schemas.openxmlformats.org/drawingml/2006/main">
            <a:off x="208595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20" name="Editable chart path">
            <a:extLst xmlns:a="http://schemas.openxmlformats.org/drawingml/2006/main">
              <a:ext uri="{FF2B5EF4-FFF2-40B4-BE49-F238E27FC236}">
                <a16:creationId xmlns:a16="http://schemas.microsoft.com/office/drawing/2014/main" id="{9B752CB6-B4A0-4231-9744-B220102DF005}"/>
              </a:ext>
            </a:extLst>
          </p:cNvPr>
          <p:cNvSpPr>
            <a:spLocks xmlns:a="http://schemas.openxmlformats.org/drawingml/2006/main" noGrp="1"/>
          </p:cNvSpPr>
          <p:nvPr/>
        </p:nvSpPr>
        <p:spPr>
          <a:xfrm xmlns:a="http://schemas.openxmlformats.org/drawingml/2006/main">
            <a:off x="2164960"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21" name="Editable chart path">
            <a:extLst xmlns:a="http://schemas.openxmlformats.org/drawingml/2006/main">
              <a:ext uri="{FF2B5EF4-FFF2-40B4-BE49-F238E27FC236}">
                <a16:creationId xmlns:a16="http://schemas.microsoft.com/office/drawing/2014/main" id="{4A9F443B-A3AF-4CB9-BCFB-698A7968313C}"/>
              </a:ext>
            </a:extLst>
          </p:cNvPr>
          <p:cNvSpPr>
            <a:spLocks xmlns:a="http://schemas.openxmlformats.org/drawingml/2006/main" noGrp="1"/>
          </p:cNvSpPr>
          <p:nvPr/>
        </p:nvSpPr>
        <p:spPr>
          <a:xfrm xmlns:a="http://schemas.openxmlformats.org/drawingml/2006/main">
            <a:off x="2243962"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22" name="Editable chart path">
            <a:extLst xmlns:a="http://schemas.openxmlformats.org/drawingml/2006/main">
              <a:ext uri="{FF2B5EF4-FFF2-40B4-BE49-F238E27FC236}">
                <a16:creationId xmlns:a16="http://schemas.microsoft.com/office/drawing/2014/main" id="{AF523667-6894-4EB5-A7C2-E57ED508CF0E}"/>
              </a:ext>
            </a:extLst>
          </p:cNvPr>
          <p:cNvSpPr>
            <a:spLocks xmlns:a="http://schemas.openxmlformats.org/drawingml/2006/main" noGrp="1"/>
          </p:cNvSpPr>
          <p:nvPr/>
        </p:nvSpPr>
        <p:spPr>
          <a:xfrm xmlns:a="http://schemas.openxmlformats.org/drawingml/2006/main">
            <a:off x="2322965"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23" name="Editable chart path">
            <a:extLst xmlns:a="http://schemas.openxmlformats.org/drawingml/2006/main">
              <a:ext uri="{FF2B5EF4-FFF2-40B4-BE49-F238E27FC236}">
                <a16:creationId xmlns:a16="http://schemas.microsoft.com/office/drawing/2014/main" id="{C96652D7-C3C3-49AF-A8A7-E35607B517E9}"/>
              </a:ext>
            </a:extLst>
          </p:cNvPr>
          <p:cNvSpPr>
            <a:spLocks xmlns:a="http://schemas.openxmlformats.org/drawingml/2006/main" noGrp="1"/>
          </p:cNvSpPr>
          <p:nvPr/>
        </p:nvSpPr>
        <p:spPr>
          <a:xfrm xmlns:a="http://schemas.openxmlformats.org/drawingml/2006/main">
            <a:off x="240196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24" name="Editable chart path">
            <a:extLst xmlns:a="http://schemas.openxmlformats.org/drawingml/2006/main">
              <a:ext uri="{FF2B5EF4-FFF2-40B4-BE49-F238E27FC236}">
                <a16:creationId xmlns:a16="http://schemas.microsoft.com/office/drawing/2014/main" id="{DF004A6E-9455-410B-938C-FA767A6BB861}"/>
              </a:ext>
            </a:extLst>
          </p:cNvPr>
          <p:cNvSpPr>
            <a:spLocks xmlns:a="http://schemas.openxmlformats.org/drawingml/2006/main" noGrp="1"/>
          </p:cNvSpPr>
          <p:nvPr/>
        </p:nvSpPr>
        <p:spPr>
          <a:xfrm xmlns:a="http://schemas.openxmlformats.org/drawingml/2006/main">
            <a:off x="2717977"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25" name="Editable chart path">
            <a:extLst xmlns:a="http://schemas.openxmlformats.org/drawingml/2006/main">
              <a:ext uri="{FF2B5EF4-FFF2-40B4-BE49-F238E27FC236}">
                <a16:creationId xmlns:a16="http://schemas.microsoft.com/office/drawing/2014/main" id="{E841AEF6-B95B-4FB1-8FEC-CD9338913DB0}"/>
              </a:ext>
            </a:extLst>
          </p:cNvPr>
          <p:cNvSpPr>
            <a:spLocks xmlns:a="http://schemas.openxmlformats.org/drawingml/2006/main" noGrp="1"/>
          </p:cNvSpPr>
          <p:nvPr/>
        </p:nvSpPr>
        <p:spPr>
          <a:xfrm xmlns:a="http://schemas.openxmlformats.org/drawingml/2006/main">
            <a:off x="2875982"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26" name="Editable chart path">
            <a:extLst xmlns:a="http://schemas.openxmlformats.org/drawingml/2006/main">
              <a:ext uri="{FF2B5EF4-FFF2-40B4-BE49-F238E27FC236}">
                <a16:creationId xmlns:a16="http://schemas.microsoft.com/office/drawing/2014/main" id="{2487D231-FCCC-4BEF-BC9F-72683F8DEB49}"/>
              </a:ext>
            </a:extLst>
          </p:cNvPr>
          <p:cNvSpPr>
            <a:spLocks xmlns:a="http://schemas.openxmlformats.org/drawingml/2006/main" noGrp="1"/>
          </p:cNvSpPr>
          <p:nvPr/>
        </p:nvSpPr>
        <p:spPr>
          <a:xfrm xmlns:a="http://schemas.openxmlformats.org/drawingml/2006/main">
            <a:off x="2954985"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27" name="Editable chart path">
            <a:extLst xmlns:a="http://schemas.openxmlformats.org/drawingml/2006/main">
              <a:ext uri="{FF2B5EF4-FFF2-40B4-BE49-F238E27FC236}">
                <a16:creationId xmlns:a16="http://schemas.microsoft.com/office/drawing/2014/main" id="{474B5DC9-D19F-4194-BD25-58E9DE0AA5CA}"/>
              </a:ext>
            </a:extLst>
          </p:cNvPr>
          <p:cNvSpPr>
            <a:spLocks xmlns:a="http://schemas.openxmlformats.org/drawingml/2006/main" noGrp="1"/>
          </p:cNvSpPr>
          <p:nvPr/>
        </p:nvSpPr>
        <p:spPr>
          <a:xfrm xmlns:a="http://schemas.openxmlformats.org/drawingml/2006/main">
            <a:off x="303398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4E3"/>
          </a:solidFill>
          <a:ln xmlns:a="http://schemas.openxmlformats.org/drawingml/2006/main" w="2292">
            <a:solidFill>
              <a:srgbClr val="FBFCFE"/>
            </a:solidFill>
            <a:prstDash val="solid"/>
          </a:ln>
        </p:spPr>
      </p:sp>
      <p:sp>
        <p:nvSpPr>
          <p:cNvPr id="128" name="Editable chart path">
            <a:extLst xmlns:a="http://schemas.openxmlformats.org/drawingml/2006/main">
              <a:ext uri="{FF2B5EF4-FFF2-40B4-BE49-F238E27FC236}">
                <a16:creationId xmlns:a16="http://schemas.microsoft.com/office/drawing/2014/main" id="{91F4E7B7-658E-47DA-94B3-E223EDA2F9AA}"/>
              </a:ext>
            </a:extLst>
          </p:cNvPr>
          <p:cNvSpPr>
            <a:spLocks xmlns:a="http://schemas.openxmlformats.org/drawingml/2006/main" noGrp="1"/>
          </p:cNvSpPr>
          <p:nvPr/>
        </p:nvSpPr>
        <p:spPr>
          <a:xfrm xmlns:a="http://schemas.openxmlformats.org/drawingml/2006/main">
            <a:off x="3112990"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E6F4"/>
          </a:solidFill>
          <a:ln xmlns:a="http://schemas.openxmlformats.org/drawingml/2006/main" w="2292">
            <a:solidFill>
              <a:srgbClr val="FBFCFE"/>
            </a:solidFill>
            <a:prstDash val="solid"/>
          </a:ln>
        </p:spPr>
      </p:sp>
      <p:sp>
        <p:nvSpPr>
          <p:cNvPr id="129" name="Editable chart path">
            <a:extLst xmlns:a="http://schemas.openxmlformats.org/drawingml/2006/main">
              <a:ext uri="{FF2B5EF4-FFF2-40B4-BE49-F238E27FC236}">
                <a16:creationId xmlns:a16="http://schemas.microsoft.com/office/drawing/2014/main" id="{17322CD4-2F98-4111-AE4E-8833EB8FC56C}"/>
              </a:ext>
            </a:extLst>
          </p:cNvPr>
          <p:cNvSpPr>
            <a:spLocks xmlns:a="http://schemas.openxmlformats.org/drawingml/2006/main" noGrp="1"/>
          </p:cNvSpPr>
          <p:nvPr/>
        </p:nvSpPr>
        <p:spPr>
          <a:xfrm xmlns:a="http://schemas.openxmlformats.org/drawingml/2006/main">
            <a:off x="3191992"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7E9E7"/>
          </a:solidFill>
          <a:ln xmlns:a="http://schemas.openxmlformats.org/drawingml/2006/main" w="2292">
            <a:solidFill>
              <a:srgbClr val="FBFCFE"/>
            </a:solidFill>
            <a:prstDash val="solid"/>
          </a:ln>
        </p:spPr>
      </p:sp>
      <p:sp>
        <p:nvSpPr>
          <p:cNvPr id="130" name="Editable chart path">
            <a:extLst xmlns:a="http://schemas.openxmlformats.org/drawingml/2006/main">
              <a:ext uri="{FF2B5EF4-FFF2-40B4-BE49-F238E27FC236}">
                <a16:creationId xmlns:a16="http://schemas.microsoft.com/office/drawing/2014/main" id="{AFC8792D-D76B-4011-8BCB-DE24268A03E2}"/>
              </a:ext>
            </a:extLst>
          </p:cNvPr>
          <p:cNvSpPr>
            <a:spLocks xmlns:a="http://schemas.openxmlformats.org/drawingml/2006/main" noGrp="1"/>
          </p:cNvSpPr>
          <p:nvPr/>
        </p:nvSpPr>
        <p:spPr>
          <a:xfrm xmlns:a="http://schemas.openxmlformats.org/drawingml/2006/main">
            <a:off x="3270995"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131" name="Editable chart path">
            <a:extLst xmlns:a="http://schemas.openxmlformats.org/drawingml/2006/main">
              <a:ext uri="{FF2B5EF4-FFF2-40B4-BE49-F238E27FC236}">
                <a16:creationId xmlns:a16="http://schemas.microsoft.com/office/drawing/2014/main" id="{B1270245-4306-4329-BD52-E993599D8F80}"/>
              </a:ext>
            </a:extLst>
          </p:cNvPr>
          <p:cNvSpPr>
            <a:spLocks xmlns:a="http://schemas.openxmlformats.org/drawingml/2006/main" noGrp="1"/>
          </p:cNvSpPr>
          <p:nvPr/>
        </p:nvSpPr>
        <p:spPr>
          <a:xfrm xmlns:a="http://schemas.openxmlformats.org/drawingml/2006/main">
            <a:off x="3349997"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7DAF3"/>
          </a:solidFill>
          <a:ln xmlns:a="http://schemas.openxmlformats.org/drawingml/2006/main" w="2292">
            <a:solidFill>
              <a:srgbClr val="FBFCFE"/>
            </a:solidFill>
            <a:prstDash val="solid"/>
          </a:ln>
        </p:spPr>
      </p:sp>
      <p:sp>
        <p:nvSpPr>
          <p:cNvPr id="132" name="Editable chart path">
            <a:extLst xmlns:a="http://schemas.openxmlformats.org/drawingml/2006/main">
              <a:ext uri="{FF2B5EF4-FFF2-40B4-BE49-F238E27FC236}">
                <a16:creationId xmlns:a16="http://schemas.microsoft.com/office/drawing/2014/main" id="{B84E1C0F-5868-4A4C-9781-1FBB4E17BF85}"/>
              </a:ext>
            </a:extLst>
          </p:cNvPr>
          <p:cNvSpPr>
            <a:spLocks xmlns:a="http://schemas.openxmlformats.org/drawingml/2006/main" noGrp="1"/>
          </p:cNvSpPr>
          <p:nvPr/>
        </p:nvSpPr>
        <p:spPr>
          <a:xfrm xmlns:a="http://schemas.openxmlformats.org/drawingml/2006/main">
            <a:off x="3429000" y="408878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33" name="Editable chart path">
            <a:extLst xmlns:a="http://schemas.openxmlformats.org/drawingml/2006/main">
              <a:ext uri="{FF2B5EF4-FFF2-40B4-BE49-F238E27FC236}">
                <a16:creationId xmlns:a16="http://schemas.microsoft.com/office/drawing/2014/main" id="{797154C7-A685-4519-A3C5-00CD59E62273}"/>
              </a:ext>
            </a:extLst>
          </p:cNvPr>
          <p:cNvSpPr>
            <a:spLocks xmlns:a="http://schemas.openxmlformats.org/drawingml/2006/main" noGrp="1"/>
          </p:cNvSpPr>
          <p:nvPr/>
        </p:nvSpPr>
        <p:spPr>
          <a:xfrm xmlns:a="http://schemas.openxmlformats.org/drawingml/2006/main">
            <a:off x="3508002" y="408878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34" name="Editable chart path">
            <a:extLst xmlns:a="http://schemas.openxmlformats.org/drawingml/2006/main">
              <a:ext uri="{FF2B5EF4-FFF2-40B4-BE49-F238E27FC236}">
                <a16:creationId xmlns:a16="http://schemas.microsoft.com/office/drawing/2014/main" id="{98786DEC-1794-41EE-A048-53900F0798E2}"/>
              </a:ext>
            </a:extLst>
          </p:cNvPr>
          <p:cNvSpPr>
            <a:spLocks xmlns:a="http://schemas.openxmlformats.org/drawingml/2006/main" noGrp="1"/>
          </p:cNvSpPr>
          <p:nvPr/>
        </p:nvSpPr>
        <p:spPr>
          <a:xfrm xmlns:a="http://schemas.openxmlformats.org/drawingml/2006/main">
            <a:off x="1453937"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35" name="Editable chart path">
            <a:extLst xmlns:a="http://schemas.openxmlformats.org/drawingml/2006/main">
              <a:ext uri="{FF2B5EF4-FFF2-40B4-BE49-F238E27FC236}">
                <a16:creationId xmlns:a16="http://schemas.microsoft.com/office/drawing/2014/main" id="{C16F6ED5-6F38-48D3-867E-C5EB41EB82C5}"/>
              </a:ext>
            </a:extLst>
          </p:cNvPr>
          <p:cNvSpPr>
            <a:spLocks xmlns:a="http://schemas.openxmlformats.org/drawingml/2006/main" noGrp="1"/>
          </p:cNvSpPr>
          <p:nvPr/>
        </p:nvSpPr>
        <p:spPr>
          <a:xfrm xmlns:a="http://schemas.openxmlformats.org/drawingml/2006/main">
            <a:off x="1532940"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36" name="Editable chart path">
            <a:extLst xmlns:a="http://schemas.openxmlformats.org/drawingml/2006/main">
              <a:ext uri="{FF2B5EF4-FFF2-40B4-BE49-F238E27FC236}">
                <a16:creationId xmlns:a16="http://schemas.microsoft.com/office/drawing/2014/main" id="{A905852D-22CD-429C-8686-812A9C63CCA5}"/>
              </a:ext>
            </a:extLst>
          </p:cNvPr>
          <p:cNvSpPr>
            <a:spLocks xmlns:a="http://schemas.openxmlformats.org/drawingml/2006/main" noGrp="1"/>
          </p:cNvSpPr>
          <p:nvPr/>
        </p:nvSpPr>
        <p:spPr>
          <a:xfrm xmlns:a="http://schemas.openxmlformats.org/drawingml/2006/main">
            <a:off x="161194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37" name="Editable chart path">
            <a:extLst xmlns:a="http://schemas.openxmlformats.org/drawingml/2006/main">
              <a:ext uri="{FF2B5EF4-FFF2-40B4-BE49-F238E27FC236}">
                <a16:creationId xmlns:a16="http://schemas.microsoft.com/office/drawing/2014/main" id="{678BB2E4-B5EB-40F5-8609-EDC2026DB8F7}"/>
              </a:ext>
            </a:extLst>
          </p:cNvPr>
          <p:cNvSpPr>
            <a:spLocks xmlns:a="http://schemas.openxmlformats.org/drawingml/2006/main" noGrp="1"/>
          </p:cNvSpPr>
          <p:nvPr/>
        </p:nvSpPr>
        <p:spPr>
          <a:xfrm xmlns:a="http://schemas.openxmlformats.org/drawingml/2006/main">
            <a:off x="1848950"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38" name="Editable chart path">
            <a:extLst xmlns:a="http://schemas.openxmlformats.org/drawingml/2006/main">
              <a:ext uri="{FF2B5EF4-FFF2-40B4-BE49-F238E27FC236}">
                <a16:creationId xmlns:a16="http://schemas.microsoft.com/office/drawing/2014/main" id="{112792F1-38B0-4AAA-90E5-72C71DD81A02}"/>
              </a:ext>
            </a:extLst>
          </p:cNvPr>
          <p:cNvSpPr>
            <a:spLocks xmlns:a="http://schemas.openxmlformats.org/drawingml/2006/main" noGrp="1"/>
          </p:cNvSpPr>
          <p:nvPr/>
        </p:nvSpPr>
        <p:spPr>
          <a:xfrm xmlns:a="http://schemas.openxmlformats.org/drawingml/2006/main">
            <a:off x="1927952"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39" name="Editable chart path">
            <a:extLst xmlns:a="http://schemas.openxmlformats.org/drawingml/2006/main">
              <a:ext uri="{FF2B5EF4-FFF2-40B4-BE49-F238E27FC236}">
                <a16:creationId xmlns:a16="http://schemas.microsoft.com/office/drawing/2014/main" id="{0707F95D-18CA-4FC9-846F-79EFC1E8BFF4}"/>
              </a:ext>
            </a:extLst>
          </p:cNvPr>
          <p:cNvSpPr>
            <a:spLocks xmlns:a="http://schemas.openxmlformats.org/drawingml/2006/main" noGrp="1"/>
          </p:cNvSpPr>
          <p:nvPr/>
        </p:nvSpPr>
        <p:spPr>
          <a:xfrm xmlns:a="http://schemas.openxmlformats.org/drawingml/2006/main">
            <a:off x="200695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40" name="Editable chart path">
            <a:extLst xmlns:a="http://schemas.openxmlformats.org/drawingml/2006/main">
              <a:ext uri="{FF2B5EF4-FFF2-40B4-BE49-F238E27FC236}">
                <a16:creationId xmlns:a16="http://schemas.microsoft.com/office/drawing/2014/main" id="{D536BBAE-4A0F-4149-ACEB-32A352929C7E}"/>
              </a:ext>
            </a:extLst>
          </p:cNvPr>
          <p:cNvSpPr>
            <a:spLocks xmlns:a="http://schemas.openxmlformats.org/drawingml/2006/main" noGrp="1"/>
          </p:cNvSpPr>
          <p:nvPr/>
        </p:nvSpPr>
        <p:spPr>
          <a:xfrm xmlns:a="http://schemas.openxmlformats.org/drawingml/2006/main">
            <a:off x="2085957"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41" name="Editable chart path">
            <a:extLst xmlns:a="http://schemas.openxmlformats.org/drawingml/2006/main">
              <a:ext uri="{FF2B5EF4-FFF2-40B4-BE49-F238E27FC236}">
                <a16:creationId xmlns:a16="http://schemas.microsoft.com/office/drawing/2014/main" id="{6ACFC97E-D296-4795-A2BE-F12ABBED9402}"/>
              </a:ext>
            </a:extLst>
          </p:cNvPr>
          <p:cNvSpPr>
            <a:spLocks xmlns:a="http://schemas.openxmlformats.org/drawingml/2006/main" noGrp="1"/>
          </p:cNvSpPr>
          <p:nvPr/>
        </p:nvSpPr>
        <p:spPr>
          <a:xfrm xmlns:a="http://schemas.openxmlformats.org/drawingml/2006/main">
            <a:off x="2164960"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42" name="Editable chart path">
            <a:extLst xmlns:a="http://schemas.openxmlformats.org/drawingml/2006/main">
              <a:ext uri="{FF2B5EF4-FFF2-40B4-BE49-F238E27FC236}">
                <a16:creationId xmlns:a16="http://schemas.microsoft.com/office/drawing/2014/main" id="{19C08C63-5F55-4024-A297-1CA9706F4A00}"/>
              </a:ext>
            </a:extLst>
          </p:cNvPr>
          <p:cNvSpPr>
            <a:spLocks xmlns:a="http://schemas.openxmlformats.org/drawingml/2006/main" noGrp="1"/>
          </p:cNvSpPr>
          <p:nvPr/>
        </p:nvSpPr>
        <p:spPr>
          <a:xfrm xmlns:a="http://schemas.openxmlformats.org/drawingml/2006/main">
            <a:off x="224396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43" name="Editable chart path">
            <a:extLst xmlns:a="http://schemas.openxmlformats.org/drawingml/2006/main">
              <a:ext uri="{FF2B5EF4-FFF2-40B4-BE49-F238E27FC236}">
                <a16:creationId xmlns:a16="http://schemas.microsoft.com/office/drawing/2014/main" id="{0BF62EC1-607B-4572-A2A7-7FBCFA6685C7}"/>
              </a:ext>
            </a:extLst>
          </p:cNvPr>
          <p:cNvSpPr>
            <a:spLocks xmlns:a="http://schemas.openxmlformats.org/drawingml/2006/main" noGrp="1"/>
          </p:cNvSpPr>
          <p:nvPr/>
        </p:nvSpPr>
        <p:spPr>
          <a:xfrm xmlns:a="http://schemas.openxmlformats.org/drawingml/2006/main">
            <a:off x="2322965"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44" name="Editable chart path">
            <a:extLst xmlns:a="http://schemas.openxmlformats.org/drawingml/2006/main">
              <a:ext uri="{FF2B5EF4-FFF2-40B4-BE49-F238E27FC236}">
                <a16:creationId xmlns:a16="http://schemas.microsoft.com/office/drawing/2014/main" id="{D44639FF-69C1-49C7-B748-D4335CB0EA18}"/>
              </a:ext>
            </a:extLst>
          </p:cNvPr>
          <p:cNvSpPr>
            <a:spLocks xmlns:a="http://schemas.openxmlformats.org/drawingml/2006/main" noGrp="1"/>
          </p:cNvSpPr>
          <p:nvPr/>
        </p:nvSpPr>
        <p:spPr>
          <a:xfrm xmlns:a="http://schemas.openxmlformats.org/drawingml/2006/main">
            <a:off x="255997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45" name="Editable chart path">
            <a:extLst xmlns:a="http://schemas.openxmlformats.org/drawingml/2006/main">
              <a:ext uri="{FF2B5EF4-FFF2-40B4-BE49-F238E27FC236}">
                <a16:creationId xmlns:a16="http://schemas.microsoft.com/office/drawing/2014/main" id="{2907C7A7-2F9A-463C-91BE-78F21E7B16C1}"/>
              </a:ext>
            </a:extLst>
          </p:cNvPr>
          <p:cNvSpPr>
            <a:spLocks xmlns:a="http://schemas.openxmlformats.org/drawingml/2006/main" noGrp="1"/>
          </p:cNvSpPr>
          <p:nvPr/>
        </p:nvSpPr>
        <p:spPr>
          <a:xfrm xmlns:a="http://schemas.openxmlformats.org/drawingml/2006/main">
            <a:off x="263897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46" name="Editable chart path">
            <a:extLst xmlns:a="http://schemas.openxmlformats.org/drawingml/2006/main">
              <a:ext uri="{FF2B5EF4-FFF2-40B4-BE49-F238E27FC236}">
                <a16:creationId xmlns:a16="http://schemas.microsoft.com/office/drawing/2014/main" id="{7DDAB6CF-938D-4686-BCEF-992A8B18DDB5}"/>
              </a:ext>
            </a:extLst>
          </p:cNvPr>
          <p:cNvSpPr>
            <a:spLocks xmlns:a="http://schemas.openxmlformats.org/drawingml/2006/main" noGrp="1"/>
          </p:cNvSpPr>
          <p:nvPr/>
        </p:nvSpPr>
        <p:spPr>
          <a:xfrm xmlns:a="http://schemas.openxmlformats.org/drawingml/2006/main">
            <a:off x="2796980"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47" name="Editable chart path">
            <a:extLst xmlns:a="http://schemas.openxmlformats.org/drawingml/2006/main">
              <a:ext uri="{FF2B5EF4-FFF2-40B4-BE49-F238E27FC236}">
                <a16:creationId xmlns:a16="http://schemas.microsoft.com/office/drawing/2014/main" id="{FF3B1844-9437-45F8-BD04-BF13CAC782AF}"/>
              </a:ext>
            </a:extLst>
          </p:cNvPr>
          <p:cNvSpPr>
            <a:spLocks xmlns:a="http://schemas.openxmlformats.org/drawingml/2006/main" noGrp="1"/>
          </p:cNvSpPr>
          <p:nvPr/>
        </p:nvSpPr>
        <p:spPr>
          <a:xfrm xmlns:a="http://schemas.openxmlformats.org/drawingml/2006/main">
            <a:off x="287598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DCB"/>
          </a:solidFill>
          <a:ln xmlns:a="http://schemas.openxmlformats.org/drawingml/2006/main" w="2292">
            <a:solidFill>
              <a:srgbClr val="FBFCFE"/>
            </a:solidFill>
            <a:prstDash val="solid"/>
          </a:ln>
        </p:spPr>
      </p:sp>
      <p:sp>
        <p:nvSpPr>
          <p:cNvPr id="148" name="Editable chart path">
            <a:extLst xmlns:a="http://schemas.openxmlformats.org/drawingml/2006/main">
              <a:ext uri="{FF2B5EF4-FFF2-40B4-BE49-F238E27FC236}">
                <a16:creationId xmlns:a16="http://schemas.microsoft.com/office/drawing/2014/main" id="{13E3FC55-91AB-470D-AF94-12944C7477A8}"/>
              </a:ext>
            </a:extLst>
          </p:cNvPr>
          <p:cNvSpPr>
            <a:spLocks xmlns:a="http://schemas.openxmlformats.org/drawingml/2006/main" noGrp="1"/>
          </p:cNvSpPr>
          <p:nvPr/>
        </p:nvSpPr>
        <p:spPr>
          <a:xfrm xmlns:a="http://schemas.openxmlformats.org/drawingml/2006/main">
            <a:off x="295498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49" name="Editable chart path">
            <a:extLst xmlns:a="http://schemas.openxmlformats.org/drawingml/2006/main">
              <a:ext uri="{FF2B5EF4-FFF2-40B4-BE49-F238E27FC236}">
                <a16:creationId xmlns:a16="http://schemas.microsoft.com/office/drawing/2014/main" id="{607EE194-97A5-49C4-8A74-7E89397FF41D}"/>
              </a:ext>
            </a:extLst>
          </p:cNvPr>
          <p:cNvSpPr>
            <a:spLocks xmlns:a="http://schemas.openxmlformats.org/drawingml/2006/main" noGrp="1"/>
          </p:cNvSpPr>
          <p:nvPr/>
        </p:nvSpPr>
        <p:spPr>
          <a:xfrm xmlns:a="http://schemas.openxmlformats.org/drawingml/2006/main">
            <a:off x="3033987"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150" name="Editable chart path">
            <a:extLst xmlns:a="http://schemas.openxmlformats.org/drawingml/2006/main">
              <a:ext uri="{FF2B5EF4-FFF2-40B4-BE49-F238E27FC236}">
                <a16:creationId xmlns:a16="http://schemas.microsoft.com/office/drawing/2014/main" id="{91D74DDA-754B-464B-917A-C428D144B97D}"/>
              </a:ext>
            </a:extLst>
          </p:cNvPr>
          <p:cNvSpPr>
            <a:spLocks xmlns:a="http://schemas.openxmlformats.org/drawingml/2006/main" noGrp="1"/>
          </p:cNvSpPr>
          <p:nvPr/>
        </p:nvSpPr>
        <p:spPr>
          <a:xfrm xmlns:a="http://schemas.openxmlformats.org/drawingml/2006/main">
            <a:off x="3112990"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E4F4"/>
          </a:solidFill>
          <a:ln xmlns:a="http://schemas.openxmlformats.org/drawingml/2006/main" w="2292">
            <a:solidFill>
              <a:srgbClr val="FBFCFE"/>
            </a:solidFill>
            <a:prstDash val="solid"/>
          </a:ln>
        </p:spPr>
      </p:sp>
      <p:sp>
        <p:nvSpPr>
          <p:cNvPr id="151" name="Editable chart path">
            <a:extLst xmlns:a="http://schemas.openxmlformats.org/drawingml/2006/main">
              <a:ext uri="{FF2B5EF4-FFF2-40B4-BE49-F238E27FC236}">
                <a16:creationId xmlns:a16="http://schemas.microsoft.com/office/drawing/2014/main" id="{7847B583-3A11-4701-A441-C8B6E63FC555}"/>
              </a:ext>
            </a:extLst>
          </p:cNvPr>
          <p:cNvSpPr>
            <a:spLocks xmlns:a="http://schemas.openxmlformats.org/drawingml/2006/main" noGrp="1"/>
          </p:cNvSpPr>
          <p:nvPr/>
        </p:nvSpPr>
        <p:spPr>
          <a:xfrm xmlns:a="http://schemas.openxmlformats.org/drawingml/2006/main">
            <a:off x="3191992"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52" name="Editable chart path">
            <a:extLst xmlns:a="http://schemas.openxmlformats.org/drawingml/2006/main">
              <a:ext uri="{FF2B5EF4-FFF2-40B4-BE49-F238E27FC236}">
                <a16:creationId xmlns:a16="http://schemas.microsoft.com/office/drawing/2014/main" id="{7AC90E06-6DA2-4862-A009-26395933E8B1}"/>
              </a:ext>
            </a:extLst>
          </p:cNvPr>
          <p:cNvSpPr>
            <a:spLocks xmlns:a="http://schemas.openxmlformats.org/drawingml/2006/main" noGrp="1"/>
          </p:cNvSpPr>
          <p:nvPr/>
        </p:nvSpPr>
        <p:spPr>
          <a:xfrm xmlns:a="http://schemas.openxmlformats.org/drawingml/2006/main">
            <a:off x="327099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3E1F4"/>
          </a:solidFill>
          <a:ln xmlns:a="http://schemas.openxmlformats.org/drawingml/2006/main" w="2292">
            <a:solidFill>
              <a:srgbClr val="FBFCFE"/>
            </a:solidFill>
            <a:prstDash val="solid"/>
          </a:ln>
        </p:spPr>
      </p:sp>
      <p:sp>
        <p:nvSpPr>
          <p:cNvPr id="153" name="Editable chart path">
            <a:extLst xmlns:a="http://schemas.openxmlformats.org/drawingml/2006/main">
              <a:ext uri="{FF2B5EF4-FFF2-40B4-BE49-F238E27FC236}">
                <a16:creationId xmlns:a16="http://schemas.microsoft.com/office/drawing/2014/main" id="{AC04BDE8-C231-4F54-84E8-ED8CC7565CBC}"/>
              </a:ext>
            </a:extLst>
          </p:cNvPr>
          <p:cNvSpPr>
            <a:spLocks xmlns:a="http://schemas.openxmlformats.org/drawingml/2006/main" noGrp="1"/>
          </p:cNvSpPr>
          <p:nvPr/>
        </p:nvSpPr>
        <p:spPr>
          <a:xfrm xmlns:a="http://schemas.openxmlformats.org/drawingml/2006/main">
            <a:off x="3349997"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BFD5F3"/>
          </a:solidFill>
          <a:ln xmlns:a="http://schemas.openxmlformats.org/drawingml/2006/main" w="2292">
            <a:solidFill>
              <a:srgbClr val="FBFCFE"/>
            </a:solidFill>
            <a:prstDash val="solid"/>
          </a:ln>
        </p:spPr>
      </p:sp>
      <p:sp>
        <p:nvSpPr>
          <p:cNvPr id="154" name="Editable chart path">
            <a:extLst xmlns:a="http://schemas.openxmlformats.org/drawingml/2006/main">
              <a:ext uri="{FF2B5EF4-FFF2-40B4-BE49-F238E27FC236}">
                <a16:creationId xmlns:a16="http://schemas.microsoft.com/office/drawing/2014/main" id="{53290E3E-5253-4434-97C4-A1A5FD61B9C6}"/>
              </a:ext>
            </a:extLst>
          </p:cNvPr>
          <p:cNvSpPr>
            <a:spLocks xmlns:a="http://schemas.openxmlformats.org/drawingml/2006/main" noGrp="1"/>
          </p:cNvSpPr>
          <p:nvPr/>
        </p:nvSpPr>
        <p:spPr>
          <a:xfrm xmlns:a="http://schemas.openxmlformats.org/drawingml/2006/main">
            <a:off x="3429000"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55" name="Editable chart path">
            <a:extLst xmlns:a="http://schemas.openxmlformats.org/drawingml/2006/main">
              <a:ext uri="{FF2B5EF4-FFF2-40B4-BE49-F238E27FC236}">
                <a16:creationId xmlns:a16="http://schemas.microsoft.com/office/drawing/2014/main" id="{48A65732-BC61-441B-9626-49DDD294CC02}"/>
              </a:ext>
            </a:extLst>
          </p:cNvPr>
          <p:cNvSpPr>
            <a:spLocks xmlns:a="http://schemas.openxmlformats.org/drawingml/2006/main" noGrp="1"/>
          </p:cNvSpPr>
          <p:nvPr/>
        </p:nvSpPr>
        <p:spPr>
          <a:xfrm xmlns:a="http://schemas.openxmlformats.org/drawingml/2006/main">
            <a:off x="3508002" y="400925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56" name="Editable chart path">
            <a:extLst xmlns:a="http://schemas.openxmlformats.org/drawingml/2006/main">
              <a:ext uri="{FF2B5EF4-FFF2-40B4-BE49-F238E27FC236}">
                <a16:creationId xmlns:a16="http://schemas.microsoft.com/office/drawing/2014/main" id="{AD2D5D4F-BE3D-490F-9BF2-7900097E0976}"/>
              </a:ext>
            </a:extLst>
          </p:cNvPr>
          <p:cNvSpPr>
            <a:spLocks xmlns:a="http://schemas.openxmlformats.org/drawingml/2006/main" noGrp="1"/>
          </p:cNvSpPr>
          <p:nvPr/>
        </p:nvSpPr>
        <p:spPr>
          <a:xfrm xmlns:a="http://schemas.openxmlformats.org/drawingml/2006/main">
            <a:off x="3587005" y="400925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57" name="Editable chart path">
            <a:extLst xmlns:a="http://schemas.openxmlformats.org/drawingml/2006/main">
              <a:ext uri="{FF2B5EF4-FFF2-40B4-BE49-F238E27FC236}">
                <a16:creationId xmlns:a16="http://schemas.microsoft.com/office/drawing/2014/main" id="{2F5FF740-4A75-4273-BA17-145ABA3839AE}"/>
              </a:ext>
            </a:extLst>
          </p:cNvPr>
          <p:cNvSpPr>
            <a:spLocks xmlns:a="http://schemas.openxmlformats.org/drawingml/2006/main" noGrp="1"/>
          </p:cNvSpPr>
          <p:nvPr/>
        </p:nvSpPr>
        <p:spPr>
          <a:xfrm xmlns:a="http://schemas.openxmlformats.org/drawingml/2006/main">
            <a:off x="1453937"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58" name="Editable chart path">
            <a:extLst xmlns:a="http://schemas.openxmlformats.org/drawingml/2006/main">
              <a:ext uri="{FF2B5EF4-FFF2-40B4-BE49-F238E27FC236}">
                <a16:creationId xmlns:a16="http://schemas.microsoft.com/office/drawing/2014/main" id="{CE79FB32-EFBF-40F9-A610-43D7640F7CBA}"/>
              </a:ext>
            </a:extLst>
          </p:cNvPr>
          <p:cNvSpPr>
            <a:spLocks xmlns:a="http://schemas.openxmlformats.org/drawingml/2006/main" noGrp="1"/>
          </p:cNvSpPr>
          <p:nvPr/>
        </p:nvSpPr>
        <p:spPr>
          <a:xfrm xmlns:a="http://schemas.openxmlformats.org/drawingml/2006/main">
            <a:off x="1532940" y="392971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59" name="Editable chart path">
            <a:extLst xmlns:a="http://schemas.openxmlformats.org/drawingml/2006/main">
              <a:ext uri="{FF2B5EF4-FFF2-40B4-BE49-F238E27FC236}">
                <a16:creationId xmlns:a16="http://schemas.microsoft.com/office/drawing/2014/main" id="{6D12C9FC-A347-45D3-A6A4-964EE0545B04}"/>
              </a:ext>
            </a:extLst>
          </p:cNvPr>
          <p:cNvSpPr>
            <a:spLocks xmlns:a="http://schemas.openxmlformats.org/drawingml/2006/main" noGrp="1"/>
          </p:cNvSpPr>
          <p:nvPr/>
        </p:nvSpPr>
        <p:spPr>
          <a:xfrm xmlns:a="http://schemas.openxmlformats.org/drawingml/2006/main">
            <a:off x="1611942"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60" name="Editable chart path">
            <a:extLst xmlns:a="http://schemas.openxmlformats.org/drawingml/2006/main">
              <a:ext uri="{FF2B5EF4-FFF2-40B4-BE49-F238E27FC236}">
                <a16:creationId xmlns:a16="http://schemas.microsoft.com/office/drawing/2014/main" id="{F8167654-D5DF-464D-8724-BA855D302D35}"/>
              </a:ext>
            </a:extLst>
          </p:cNvPr>
          <p:cNvSpPr>
            <a:spLocks xmlns:a="http://schemas.openxmlformats.org/drawingml/2006/main" noGrp="1"/>
          </p:cNvSpPr>
          <p:nvPr/>
        </p:nvSpPr>
        <p:spPr>
          <a:xfrm xmlns:a="http://schemas.openxmlformats.org/drawingml/2006/main">
            <a:off x="2006955"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61" name="Editable chart path">
            <a:extLst xmlns:a="http://schemas.openxmlformats.org/drawingml/2006/main">
              <a:ext uri="{FF2B5EF4-FFF2-40B4-BE49-F238E27FC236}">
                <a16:creationId xmlns:a16="http://schemas.microsoft.com/office/drawing/2014/main" id="{58A9CE8A-ABE9-4F90-8609-CEEC50756597}"/>
              </a:ext>
            </a:extLst>
          </p:cNvPr>
          <p:cNvSpPr>
            <a:spLocks xmlns:a="http://schemas.openxmlformats.org/drawingml/2006/main" noGrp="1"/>
          </p:cNvSpPr>
          <p:nvPr/>
        </p:nvSpPr>
        <p:spPr>
          <a:xfrm xmlns:a="http://schemas.openxmlformats.org/drawingml/2006/main">
            <a:off x="2164960"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62" name="Editable chart path">
            <a:extLst xmlns:a="http://schemas.openxmlformats.org/drawingml/2006/main">
              <a:ext uri="{FF2B5EF4-FFF2-40B4-BE49-F238E27FC236}">
                <a16:creationId xmlns:a16="http://schemas.microsoft.com/office/drawing/2014/main" id="{E27E9341-8492-4CFC-A632-661BF67DB5C1}"/>
              </a:ext>
            </a:extLst>
          </p:cNvPr>
          <p:cNvSpPr>
            <a:spLocks xmlns:a="http://schemas.openxmlformats.org/drawingml/2006/main" noGrp="1"/>
          </p:cNvSpPr>
          <p:nvPr/>
        </p:nvSpPr>
        <p:spPr>
          <a:xfrm xmlns:a="http://schemas.openxmlformats.org/drawingml/2006/main">
            <a:off x="2243962"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63" name="Editable chart path">
            <a:extLst xmlns:a="http://schemas.openxmlformats.org/drawingml/2006/main">
              <a:ext uri="{FF2B5EF4-FFF2-40B4-BE49-F238E27FC236}">
                <a16:creationId xmlns:a16="http://schemas.microsoft.com/office/drawing/2014/main" id="{70F7FC08-7A2E-48ED-9B65-35CAC147B5D6}"/>
              </a:ext>
            </a:extLst>
          </p:cNvPr>
          <p:cNvSpPr>
            <a:spLocks xmlns:a="http://schemas.openxmlformats.org/drawingml/2006/main" noGrp="1"/>
          </p:cNvSpPr>
          <p:nvPr/>
        </p:nvSpPr>
        <p:spPr>
          <a:xfrm xmlns:a="http://schemas.openxmlformats.org/drawingml/2006/main">
            <a:off x="2717977" y="392971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164" name="Editable chart path">
            <a:extLst xmlns:a="http://schemas.openxmlformats.org/drawingml/2006/main">
              <a:ext uri="{FF2B5EF4-FFF2-40B4-BE49-F238E27FC236}">
                <a16:creationId xmlns:a16="http://schemas.microsoft.com/office/drawing/2014/main" id="{127A9543-C6A4-4E8D-A404-4FA09E10F80B}"/>
              </a:ext>
            </a:extLst>
          </p:cNvPr>
          <p:cNvSpPr>
            <a:spLocks xmlns:a="http://schemas.openxmlformats.org/drawingml/2006/main" noGrp="1"/>
          </p:cNvSpPr>
          <p:nvPr/>
        </p:nvSpPr>
        <p:spPr>
          <a:xfrm xmlns:a="http://schemas.openxmlformats.org/drawingml/2006/main">
            <a:off x="2796980"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65" name="Editable chart path">
            <a:extLst xmlns:a="http://schemas.openxmlformats.org/drawingml/2006/main">
              <a:ext uri="{FF2B5EF4-FFF2-40B4-BE49-F238E27FC236}">
                <a16:creationId xmlns:a16="http://schemas.microsoft.com/office/drawing/2014/main" id="{0AFB0986-FDA7-4C22-8171-FD9FAC8AE8F7}"/>
              </a:ext>
            </a:extLst>
          </p:cNvPr>
          <p:cNvSpPr>
            <a:spLocks xmlns:a="http://schemas.openxmlformats.org/drawingml/2006/main" noGrp="1"/>
          </p:cNvSpPr>
          <p:nvPr/>
        </p:nvSpPr>
        <p:spPr>
          <a:xfrm xmlns:a="http://schemas.openxmlformats.org/drawingml/2006/main">
            <a:off x="2875982"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66" name="Editable chart path">
            <a:extLst xmlns:a="http://schemas.openxmlformats.org/drawingml/2006/main">
              <a:ext uri="{FF2B5EF4-FFF2-40B4-BE49-F238E27FC236}">
                <a16:creationId xmlns:a16="http://schemas.microsoft.com/office/drawing/2014/main" id="{62EC1F0A-1DD2-4579-AB05-E3AFFDA9DF3E}"/>
              </a:ext>
            </a:extLst>
          </p:cNvPr>
          <p:cNvSpPr>
            <a:spLocks xmlns:a="http://schemas.openxmlformats.org/drawingml/2006/main" noGrp="1"/>
          </p:cNvSpPr>
          <p:nvPr/>
        </p:nvSpPr>
        <p:spPr>
          <a:xfrm xmlns:a="http://schemas.openxmlformats.org/drawingml/2006/main">
            <a:off x="2954985"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CDDF4"/>
          </a:solidFill>
          <a:ln xmlns:a="http://schemas.openxmlformats.org/drawingml/2006/main" w="2292">
            <a:solidFill>
              <a:srgbClr val="FBFCFE"/>
            </a:solidFill>
            <a:prstDash val="solid"/>
          </a:ln>
        </p:spPr>
      </p:sp>
      <p:sp>
        <p:nvSpPr>
          <p:cNvPr id="167" name="Editable chart path">
            <a:extLst xmlns:a="http://schemas.openxmlformats.org/drawingml/2006/main">
              <a:ext uri="{FF2B5EF4-FFF2-40B4-BE49-F238E27FC236}">
                <a16:creationId xmlns:a16="http://schemas.microsoft.com/office/drawing/2014/main" id="{388EFB3A-B1BD-4B2D-B2F4-979928EEC2B0}"/>
              </a:ext>
            </a:extLst>
          </p:cNvPr>
          <p:cNvSpPr>
            <a:spLocks xmlns:a="http://schemas.openxmlformats.org/drawingml/2006/main" noGrp="1"/>
          </p:cNvSpPr>
          <p:nvPr/>
        </p:nvSpPr>
        <p:spPr>
          <a:xfrm xmlns:a="http://schemas.openxmlformats.org/drawingml/2006/main">
            <a:off x="3033987"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7E6E5"/>
          </a:solidFill>
          <a:ln xmlns:a="http://schemas.openxmlformats.org/drawingml/2006/main" w="2292">
            <a:solidFill>
              <a:srgbClr val="FBFCFE"/>
            </a:solidFill>
            <a:prstDash val="solid"/>
          </a:ln>
        </p:spPr>
      </p:sp>
      <p:sp>
        <p:nvSpPr>
          <p:cNvPr id="168" name="Editable chart path">
            <a:extLst xmlns:a="http://schemas.openxmlformats.org/drawingml/2006/main">
              <a:ext uri="{FF2B5EF4-FFF2-40B4-BE49-F238E27FC236}">
                <a16:creationId xmlns:a16="http://schemas.microsoft.com/office/drawing/2014/main" id="{D241B79B-B625-4E42-9215-295281DD64D1}"/>
              </a:ext>
            </a:extLst>
          </p:cNvPr>
          <p:cNvSpPr>
            <a:spLocks xmlns:a="http://schemas.openxmlformats.org/drawingml/2006/main" noGrp="1"/>
          </p:cNvSpPr>
          <p:nvPr/>
        </p:nvSpPr>
        <p:spPr>
          <a:xfrm xmlns:a="http://schemas.openxmlformats.org/drawingml/2006/main">
            <a:off x="3112990" y="392971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169" name="Editable chart path">
            <a:extLst xmlns:a="http://schemas.openxmlformats.org/drawingml/2006/main">
              <a:ext uri="{FF2B5EF4-FFF2-40B4-BE49-F238E27FC236}">
                <a16:creationId xmlns:a16="http://schemas.microsoft.com/office/drawing/2014/main" id="{0348A417-B607-4D69-A3AB-CFE48E2D7D48}"/>
              </a:ext>
            </a:extLst>
          </p:cNvPr>
          <p:cNvSpPr>
            <a:spLocks xmlns:a="http://schemas.openxmlformats.org/drawingml/2006/main" noGrp="1"/>
          </p:cNvSpPr>
          <p:nvPr/>
        </p:nvSpPr>
        <p:spPr>
          <a:xfrm xmlns:a="http://schemas.openxmlformats.org/drawingml/2006/main">
            <a:off x="3191992"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4E3"/>
          </a:solidFill>
          <a:ln xmlns:a="http://schemas.openxmlformats.org/drawingml/2006/main" w="2292">
            <a:solidFill>
              <a:srgbClr val="FBFCFE"/>
            </a:solidFill>
            <a:prstDash val="solid"/>
          </a:ln>
        </p:spPr>
      </p:sp>
      <p:sp>
        <p:nvSpPr>
          <p:cNvPr id="170" name="Editable chart path">
            <a:extLst xmlns:a="http://schemas.openxmlformats.org/drawingml/2006/main">
              <a:ext uri="{FF2B5EF4-FFF2-40B4-BE49-F238E27FC236}">
                <a16:creationId xmlns:a16="http://schemas.microsoft.com/office/drawing/2014/main" id="{8BA5FAA9-FDAF-48CD-8C9A-2F09DE3BFA5E}"/>
              </a:ext>
            </a:extLst>
          </p:cNvPr>
          <p:cNvSpPr>
            <a:spLocks xmlns:a="http://schemas.openxmlformats.org/drawingml/2006/main" noGrp="1"/>
          </p:cNvSpPr>
          <p:nvPr/>
        </p:nvSpPr>
        <p:spPr>
          <a:xfrm xmlns:a="http://schemas.openxmlformats.org/drawingml/2006/main">
            <a:off x="3270995"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4E3"/>
          </a:solidFill>
          <a:ln xmlns:a="http://schemas.openxmlformats.org/drawingml/2006/main" w="2292">
            <a:solidFill>
              <a:srgbClr val="FBFCFE"/>
            </a:solidFill>
            <a:prstDash val="solid"/>
          </a:ln>
        </p:spPr>
      </p:sp>
      <p:sp>
        <p:nvSpPr>
          <p:cNvPr id="171" name="Editable chart path">
            <a:extLst xmlns:a="http://schemas.openxmlformats.org/drawingml/2006/main">
              <a:ext uri="{FF2B5EF4-FFF2-40B4-BE49-F238E27FC236}">
                <a16:creationId xmlns:a16="http://schemas.microsoft.com/office/drawing/2014/main" id="{79652DB2-942D-4188-8ECF-DE0E664FA7F2}"/>
              </a:ext>
            </a:extLst>
          </p:cNvPr>
          <p:cNvSpPr>
            <a:spLocks xmlns:a="http://schemas.openxmlformats.org/drawingml/2006/main" noGrp="1"/>
          </p:cNvSpPr>
          <p:nvPr/>
        </p:nvSpPr>
        <p:spPr>
          <a:xfrm xmlns:a="http://schemas.openxmlformats.org/drawingml/2006/main">
            <a:off x="3349997"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A1C3F2"/>
          </a:solidFill>
          <a:ln xmlns:a="http://schemas.openxmlformats.org/drawingml/2006/main" w="2292">
            <a:solidFill>
              <a:srgbClr val="FBFCFE"/>
            </a:solidFill>
            <a:prstDash val="solid"/>
          </a:ln>
        </p:spPr>
      </p:sp>
      <p:sp>
        <p:nvSpPr>
          <p:cNvPr id="172" name="Editable chart path">
            <a:extLst xmlns:a="http://schemas.openxmlformats.org/drawingml/2006/main">
              <a:ext uri="{FF2B5EF4-FFF2-40B4-BE49-F238E27FC236}">
                <a16:creationId xmlns:a16="http://schemas.microsoft.com/office/drawing/2014/main" id="{6F4948A6-14D2-40F9-8BEA-4A370D2D04E9}"/>
              </a:ext>
            </a:extLst>
          </p:cNvPr>
          <p:cNvSpPr>
            <a:spLocks xmlns:a="http://schemas.openxmlformats.org/drawingml/2006/main" noGrp="1"/>
          </p:cNvSpPr>
          <p:nvPr/>
        </p:nvSpPr>
        <p:spPr>
          <a:xfrm xmlns:a="http://schemas.openxmlformats.org/drawingml/2006/main">
            <a:off x="3429000"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73" name="Editable chart path">
            <a:extLst xmlns:a="http://schemas.openxmlformats.org/drawingml/2006/main">
              <a:ext uri="{FF2B5EF4-FFF2-40B4-BE49-F238E27FC236}">
                <a16:creationId xmlns:a16="http://schemas.microsoft.com/office/drawing/2014/main" id="{5554EA00-5B01-4774-A51A-0120C0BA7670}"/>
              </a:ext>
            </a:extLst>
          </p:cNvPr>
          <p:cNvSpPr>
            <a:spLocks xmlns:a="http://schemas.openxmlformats.org/drawingml/2006/main" noGrp="1"/>
          </p:cNvSpPr>
          <p:nvPr/>
        </p:nvSpPr>
        <p:spPr>
          <a:xfrm xmlns:a="http://schemas.openxmlformats.org/drawingml/2006/main">
            <a:off x="3508002" y="392971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74" name="Editable chart path">
            <a:extLst xmlns:a="http://schemas.openxmlformats.org/drawingml/2006/main">
              <a:ext uri="{FF2B5EF4-FFF2-40B4-BE49-F238E27FC236}">
                <a16:creationId xmlns:a16="http://schemas.microsoft.com/office/drawing/2014/main" id="{2082C157-A37E-424C-90DD-FC12AD3CBD4B}"/>
              </a:ext>
            </a:extLst>
          </p:cNvPr>
          <p:cNvSpPr>
            <a:spLocks xmlns:a="http://schemas.openxmlformats.org/drawingml/2006/main" noGrp="1"/>
          </p:cNvSpPr>
          <p:nvPr/>
        </p:nvSpPr>
        <p:spPr>
          <a:xfrm xmlns:a="http://schemas.openxmlformats.org/drawingml/2006/main">
            <a:off x="3587005"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75" name="Editable chart path">
            <a:extLst xmlns:a="http://schemas.openxmlformats.org/drawingml/2006/main">
              <a:ext uri="{FF2B5EF4-FFF2-40B4-BE49-F238E27FC236}">
                <a16:creationId xmlns:a16="http://schemas.microsoft.com/office/drawing/2014/main" id="{7BBD9F90-C281-4073-B74B-9E1718EC03A9}"/>
              </a:ext>
            </a:extLst>
          </p:cNvPr>
          <p:cNvSpPr>
            <a:spLocks xmlns:a="http://schemas.openxmlformats.org/drawingml/2006/main" noGrp="1"/>
          </p:cNvSpPr>
          <p:nvPr/>
        </p:nvSpPr>
        <p:spPr>
          <a:xfrm xmlns:a="http://schemas.openxmlformats.org/drawingml/2006/main">
            <a:off x="3666008"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76" name="Editable chart path">
            <a:extLst xmlns:a="http://schemas.openxmlformats.org/drawingml/2006/main">
              <a:ext uri="{FF2B5EF4-FFF2-40B4-BE49-F238E27FC236}">
                <a16:creationId xmlns:a16="http://schemas.microsoft.com/office/drawing/2014/main" id="{2AF4DA64-5793-4F65-86FC-DF0DFE822608}"/>
              </a:ext>
            </a:extLst>
          </p:cNvPr>
          <p:cNvSpPr>
            <a:spLocks xmlns:a="http://schemas.openxmlformats.org/drawingml/2006/main" noGrp="1"/>
          </p:cNvSpPr>
          <p:nvPr/>
        </p:nvSpPr>
        <p:spPr>
          <a:xfrm xmlns:a="http://schemas.openxmlformats.org/drawingml/2006/main">
            <a:off x="3745010" y="392971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77" name="Editable chart path">
            <a:extLst xmlns:a="http://schemas.openxmlformats.org/drawingml/2006/main">
              <a:ext uri="{FF2B5EF4-FFF2-40B4-BE49-F238E27FC236}">
                <a16:creationId xmlns:a16="http://schemas.microsoft.com/office/drawing/2014/main" id="{9BB74C38-987A-4BF2-9A5C-19774C08D18F}"/>
              </a:ext>
            </a:extLst>
          </p:cNvPr>
          <p:cNvSpPr>
            <a:spLocks xmlns:a="http://schemas.openxmlformats.org/drawingml/2006/main" noGrp="1"/>
          </p:cNvSpPr>
          <p:nvPr/>
        </p:nvSpPr>
        <p:spPr>
          <a:xfrm xmlns:a="http://schemas.openxmlformats.org/drawingml/2006/main">
            <a:off x="1453937"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78" name="Editable chart path">
            <a:extLst xmlns:a="http://schemas.openxmlformats.org/drawingml/2006/main">
              <a:ext uri="{FF2B5EF4-FFF2-40B4-BE49-F238E27FC236}">
                <a16:creationId xmlns:a16="http://schemas.microsoft.com/office/drawing/2014/main" id="{126A376B-1AAD-4098-B323-26014682A7F2}"/>
              </a:ext>
            </a:extLst>
          </p:cNvPr>
          <p:cNvSpPr>
            <a:spLocks xmlns:a="http://schemas.openxmlformats.org/drawingml/2006/main" noGrp="1"/>
          </p:cNvSpPr>
          <p:nvPr/>
        </p:nvSpPr>
        <p:spPr>
          <a:xfrm xmlns:a="http://schemas.openxmlformats.org/drawingml/2006/main">
            <a:off x="1532940"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79" name="Editable chart path">
            <a:extLst xmlns:a="http://schemas.openxmlformats.org/drawingml/2006/main">
              <a:ext uri="{FF2B5EF4-FFF2-40B4-BE49-F238E27FC236}">
                <a16:creationId xmlns:a16="http://schemas.microsoft.com/office/drawing/2014/main" id="{461BA2BA-85B3-47B7-A25B-301D8F606158}"/>
              </a:ext>
            </a:extLst>
          </p:cNvPr>
          <p:cNvSpPr>
            <a:spLocks xmlns:a="http://schemas.openxmlformats.org/drawingml/2006/main" noGrp="1"/>
          </p:cNvSpPr>
          <p:nvPr/>
        </p:nvSpPr>
        <p:spPr>
          <a:xfrm xmlns:a="http://schemas.openxmlformats.org/drawingml/2006/main">
            <a:off x="161194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80" name="Editable chart path">
            <a:extLst xmlns:a="http://schemas.openxmlformats.org/drawingml/2006/main">
              <a:ext uri="{FF2B5EF4-FFF2-40B4-BE49-F238E27FC236}">
                <a16:creationId xmlns:a16="http://schemas.microsoft.com/office/drawing/2014/main" id="{CF4DCA36-C479-4889-839E-5F31612B50E6}"/>
              </a:ext>
            </a:extLst>
          </p:cNvPr>
          <p:cNvSpPr>
            <a:spLocks xmlns:a="http://schemas.openxmlformats.org/drawingml/2006/main" noGrp="1"/>
          </p:cNvSpPr>
          <p:nvPr/>
        </p:nvSpPr>
        <p:spPr>
          <a:xfrm xmlns:a="http://schemas.openxmlformats.org/drawingml/2006/main">
            <a:off x="1769947"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81" name="Editable chart path">
            <a:extLst xmlns:a="http://schemas.openxmlformats.org/drawingml/2006/main">
              <a:ext uri="{FF2B5EF4-FFF2-40B4-BE49-F238E27FC236}">
                <a16:creationId xmlns:a16="http://schemas.microsoft.com/office/drawing/2014/main" id="{D31ECA68-F285-48D4-BB42-064A4B05F79A}"/>
              </a:ext>
            </a:extLst>
          </p:cNvPr>
          <p:cNvSpPr>
            <a:spLocks xmlns:a="http://schemas.openxmlformats.org/drawingml/2006/main" noGrp="1"/>
          </p:cNvSpPr>
          <p:nvPr/>
        </p:nvSpPr>
        <p:spPr>
          <a:xfrm xmlns:a="http://schemas.openxmlformats.org/drawingml/2006/main">
            <a:off x="1927952"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82" name="Editable chart path">
            <a:extLst xmlns:a="http://schemas.openxmlformats.org/drawingml/2006/main">
              <a:ext uri="{FF2B5EF4-FFF2-40B4-BE49-F238E27FC236}">
                <a16:creationId xmlns:a16="http://schemas.microsoft.com/office/drawing/2014/main" id="{E784FAAE-754D-4B41-B092-64A1498E0315}"/>
              </a:ext>
            </a:extLst>
          </p:cNvPr>
          <p:cNvSpPr>
            <a:spLocks xmlns:a="http://schemas.openxmlformats.org/drawingml/2006/main" noGrp="1"/>
          </p:cNvSpPr>
          <p:nvPr/>
        </p:nvSpPr>
        <p:spPr>
          <a:xfrm xmlns:a="http://schemas.openxmlformats.org/drawingml/2006/main">
            <a:off x="255997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83" name="Editable chart path">
            <a:extLst xmlns:a="http://schemas.openxmlformats.org/drawingml/2006/main">
              <a:ext uri="{FF2B5EF4-FFF2-40B4-BE49-F238E27FC236}">
                <a16:creationId xmlns:a16="http://schemas.microsoft.com/office/drawing/2014/main" id="{AAD3AB4A-AE05-44A9-BC2B-95C90A5AF295}"/>
              </a:ext>
            </a:extLst>
          </p:cNvPr>
          <p:cNvSpPr>
            <a:spLocks xmlns:a="http://schemas.openxmlformats.org/drawingml/2006/main" noGrp="1"/>
          </p:cNvSpPr>
          <p:nvPr/>
        </p:nvSpPr>
        <p:spPr>
          <a:xfrm xmlns:a="http://schemas.openxmlformats.org/drawingml/2006/main">
            <a:off x="2638975"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184" name="Editable chart path">
            <a:extLst xmlns:a="http://schemas.openxmlformats.org/drawingml/2006/main">
              <a:ext uri="{FF2B5EF4-FFF2-40B4-BE49-F238E27FC236}">
                <a16:creationId xmlns:a16="http://schemas.microsoft.com/office/drawing/2014/main" id="{AF00E14D-5A2F-4B0B-934F-4A73A4C48D16}"/>
              </a:ext>
            </a:extLst>
          </p:cNvPr>
          <p:cNvSpPr>
            <a:spLocks xmlns:a="http://schemas.openxmlformats.org/drawingml/2006/main" noGrp="1"/>
          </p:cNvSpPr>
          <p:nvPr/>
        </p:nvSpPr>
        <p:spPr>
          <a:xfrm xmlns:a="http://schemas.openxmlformats.org/drawingml/2006/main">
            <a:off x="2717977"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185" name="Editable chart path">
            <a:extLst xmlns:a="http://schemas.openxmlformats.org/drawingml/2006/main">
              <a:ext uri="{FF2B5EF4-FFF2-40B4-BE49-F238E27FC236}">
                <a16:creationId xmlns:a16="http://schemas.microsoft.com/office/drawing/2014/main" id="{CC2DC3BB-1984-4CE9-963E-E5FED3D0D578}"/>
              </a:ext>
            </a:extLst>
          </p:cNvPr>
          <p:cNvSpPr>
            <a:spLocks xmlns:a="http://schemas.openxmlformats.org/drawingml/2006/main" noGrp="1"/>
          </p:cNvSpPr>
          <p:nvPr/>
        </p:nvSpPr>
        <p:spPr>
          <a:xfrm xmlns:a="http://schemas.openxmlformats.org/drawingml/2006/main">
            <a:off x="2796980"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86" name="Editable chart path">
            <a:extLst xmlns:a="http://schemas.openxmlformats.org/drawingml/2006/main">
              <a:ext uri="{FF2B5EF4-FFF2-40B4-BE49-F238E27FC236}">
                <a16:creationId xmlns:a16="http://schemas.microsoft.com/office/drawing/2014/main" id="{4DD2C590-16F7-4CCE-8F60-E4E62F0CEAE1}"/>
              </a:ext>
            </a:extLst>
          </p:cNvPr>
          <p:cNvSpPr>
            <a:spLocks xmlns:a="http://schemas.openxmlformats.org/drawingml/2006/main" noGrp="1"/>
          </p:cNvSpPr>
          <p:nvPr/>
        </p:nvSpPr>
        <p:spPr>
          <a:xfrm xmlns:a="http://schemas.openxmlformats.org/drawingml/2006/main">
            <a:off x="287598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87" name="Editable chart path">
            <a:extLst xmlns:a="http://schemas.openxmlformats.org/drawingml/2006/main">
              <a:ext uri="{FF2B5EF4-FFF2-40B4-BE49-F238E27FC236}">
                <a16:creationId xmlns:a16="http://schemas.microsoft.com/office/drawing/2014/main" id="{858288DD-BFF8-43C6-A3CA-809D0139F09C}"/>
              </a:ext>
            </a:extLst>
          </p:cNvPr>
          <p:cNvSpPr>
            <a:spLocks xmlns:a="http://schemas.openxmlformats.org/drawingml/2006/main" noGrp="1"/>
          </p:cNvSpPr>
          <p:nvPr/>
        </p:nvSpPr>
        <p:spPr>
          <a:xfrm xmlns:a="http://schemas.openxmlformats.org/drawingml/2006/main">
            <a:off x="2954985"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188" name="Editable chart path">
            <a:extLst xmlns:a="http://schemas.openxmlformats.org/drawingml/2006/main">
              <a:ext uri="{FF2B5EF4-FFF2-40B4-BE49-F238E27FC236}">
                <a16:creationId xmlns:a16="http://schemas.microsoft.com/office/drawing/2014/main" id="{49E2A674-3D6F-4662-845F-861F14401367}"/>
              </a:ext>
            </a:extLst>
          </p:cNvPr>
          <p:cNvSpPr>
            <a:spLocks xmlns:a="http://schemas.openxmlformats.org/drawingml/2006/main" noGrp="1"/>
          </p:cNvSpPr>
          <p:nvPr/>
        </p:nvSpPr>
        <p:spPr>
          <a:xfrm xmlns:a="http://schemas.openxmlformats.org/drawingml/2006/main">
            <a:off x="3033987"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189" name="Editable chart path">
            <a:extLst xmlns:a="http://schemas.openxmlformats.org/drawingml/2006/main">
              <a:ext uri="{FF2B5EF4-FFF2-40B4-BE49-F238E27FC236}">
                <a16:creationId xmlns:a16="http://schemas.microsoft.com/office/drawing/2014/main" id="{1EC1AD44-023D-4284-8AE7-58C2C6E09404}"/>
              </a:ext>
            </a:extLst>
          </p:cNvPr>
          <p:cNvSpPr>
            <a:spLocks xmlns:a="http://schemas.openxmlformats.org/drawingml/2006/main" noGrp="1"/>
          </p:cNvSpPr>
          <p:nvPr/>
        </p:nvSpPr>
        <p:spPr>
          <a:xfrm xmlns:a="http://schemas.openxmlformats.org/drawingml/2006/main">
            <a:off x="3112990"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190" name="Editable chart path">
            <a:extLst xmlns:a="http://schemas.openxmlformats.org/drawingml/2006/main">
              <a:ext uri="{FF2B5EF4-FFF2-40B4-BE49-F238E27FC236}">
                <a16:creationId xmlns:a16="http://schemas.microsoft.com/office/drawing/2014/main" id="{8C4FDFCD-CD39-40E1-AB2D-1E3035392CC9}"/>
              </a:ext>
            </a:extLst>
          </p:cNvPr>
          <p:cNvSpPr>
            <a:spLocks xmlns:a="http://schemas.openxmlformats.org/drawingml/2006/main" noGrp="1"/>
          </p:cNvSpPr>
          <p:nvPr/>
        </p:nvSpPr>
        <p:spPr>
          <a:xfrm xmlns:a="http://schemas.openxmlformats.org/drawingml/2006/main">
            <a:off x="319199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8C6"/>
          </a:solidFill>
          <a:ln xmlns:a="http://schemas.openxmlformats.org/drawingml/2006/main" w="2292">
            <a:solidFill>
              <a:srgbClr val="FBFCFE"/>
            </a:solidFill>
            <a:prstDash val="solid"/>
          </a:ln>
        </p:spPr>
      </p:sp>
      <p:sp>
        <p:nvSpPr>
          <p:cNvPr id="191" name="Editable chart path">
            <a:extLst xmlns:a="http://schemas.openxmlformats.org/drawingml/2006/main">
              <a:ext uri="{FF2B5EF4-FFF2-40B4-BE49-F238E27FC236}">
                <a16:creationId xmlns:a16="http://schemas.microsoft.com/office/drawing/2014/main" id="{C1C1F718-104D-42BB-80CE-B8C4E45D70CC}"/>
              </a:ext>
            </a:extLst>
          </p:cNvPr>
          <p:cNvSpPr>
            <a:spLocks xmlns:a="http://schemas.openxmlformats.org/drawingml/2006/main" noGrp="1"/>
          </p:cNvSpPr>
          <p:nvPr/>
        </p:nvSpPr>
        <p:spPr>
          <a:xfrm xmlns:a="http://schemas.openxmlformats.org/drawingml/2006/main">
            <a:off x="3270995"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B8D0F3"/>
          </a:solidFill>
          <a:ln xmlns:a="http://schemas.openxmlformats.org/drawingml/2006/main" w="2292">
            <a:solidFill>
              <a:srgbClr val="FBFCFE"/>
            </a:solidFill>
            <a:prstDash val="solid"/>
          </a:ln>
        </p:spPr>
      </p:sp>
      <p:sp>
        <p:nvSpPr>
          <p:cNvPr id="192" name="Editable chart path">
            <a:extLst xmlns:a="http://schemas.openxmlformats.org/drawingml/2006/main">
              <a:ext uri="{FF2B5EF4-FFF2-40B4-BE49-F238E27FC236}">
                <a16:creationId xmlns:a16="http://schemas.microsoft.com/office/drawing/2014/main" id="{2382C35B-F995-4BEB-B547-500FEE65ECA5}"/>
              </a:ext>
            </a:extLst>
          </p:cNvPr>
          <p:cNvSpPr>
            <a:spLocks xmlns:a="http://schemas.openxmlformats.org/drawingml/2006/main" noGrp="1"/>
          </p:cNvSpPr>
          <p:nvPr/>
        </p:nvSpPr>
        <p:spPr>
          <a:xfrm xmlns:a="http://schemas.openxmlformats.org/drawingml/2006/main">
            <a:off x="3349997"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8EB7F1"/>
          </a:solidFill>
          <a:ln xmlns:a="http://schemas.openxmlformats.org/drawingml/2006/main" w="2292">
            <a:solidFill>
              <a:srgbClr val="FBFCFE"/>
            </a:solidFill>
            <a:prstDash val="solid"/>
          </a:ln>
        </p:spPr>
      </p:sp>
      <p:sp>
        <p:nvSpPr>
          <p:cNvPr id="193" name="Editable chart path">
            <a:extLst xmlns:a="http://schemas.openxmlformats.org/drawingml/2006/main">
              <a:ext uri="{FF2B5EF4-FFF2-40B4-BE49-F238E27FC236}">
                <a16:creationId xmlns:a16="http://schemas.microsoft.com/office/drawing/2014/main" id="{E434DA26-99BB-4703-91C8-516C9991013D}"/>
              </a:ext>
            </a:extLst>
          </p:cNvPr>
          <p:cNvSpPr>
            <a:spLocks xmlns:a="http://schemas.openxmlformats.org/drawingml/2006/main" noGrp="1"/>
          </p:cNvSpPr>
          <p:nvPr/>
        </p:nvSpPr>
        <p:spPr>
          <a:xfrm xmlns:a="http://schemas.openxmlformats.org/drawingml/2006/main">
            <a:off x="3429000"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92BAF2"/>
          </a:solidFill>
          <a:ln xmlns:a="http://schemas.openxmlformats.org/drawingml/2006/main" w="2292">
            <a:solidFill>
              <a:srgbClr val="FBFCFE"/>
            </a:solidFill>
            <a:prstDash val="solid"/>
          </a:ln>
        </p:spPr>
      </p:sp>
      <p:sp>
        <p:nvSpPr>
          <p:cNvPr id="194" name="Editable chart path">
            <a:extLst xmlns:a="http://schemas.openxmlformats.org/drawingml/2006/main">
              <a:ext uri="{FF2B5EF4-FFF2-40B4-BE49-F238E27FC236}">
                <a16:creationId xmlns:a16="http://schemas.microsoft.com/office/drawing/2014/main" id="{AD7CA3A7-8112-44CE-9BB3-9209F469A7C4}"/>
              </a:ext>
            </a:extLst>
          </p:cNvPr>
          <p:cNvSpPr>
            <a:spLocks xmlns:a="http://schemas.openxmlformats.org/drawingml/2006/main" noGrp="1"/>
          </p:cNvSpPr>
          <p:nvPr/>
        </p:nvSpPr>
        <p:spPr>
          <a:xfrm xmlns:a="http://schemas.openxmlformats.org/drawingml/2006/main">
            <a:off x="3508002"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5886CA"/>
          </a:solidFill>
          <a:ln xmlns:a="http://schemas.openxmlformats.org/drawingml/2006/main" w="2292">
            <a:solidFill>
              <a:srgbClr val="FBFCFE"/>
            </a:solidFill>
            <a:prstDash val="solid"/>
          </a:ln>
        </p:spPr>
      </p:sp>
      <p:sp>
        <p:nvSpPr>
          <p:cNvPr id="195" name="Editable chart path">
            <a:extLst xmlns:a="http://schemas.openxmlformats.org/drawingml/2006/main">
              <a:ext uri="{FF2B5EF4-FFF2-40B4-BE49-F238E27FC236}">
                <a16:creationId xmlns:a16="http://schemas.microsoft.com/office/drawing/2014/main" id="{FF397549-F781-483F-9040-CE999415A97F}"/>
              </a:ext>
            </a:extLst>
          </p:cNvPr>
          <p:cNvSpPr>
            <a:spLocks xmlns:a="http://schemas.openxmlformats.org/drawingml/2006/main" noGrp="1"/>
          </p:cNvSpPr>
          <p:nvPr/>
        </p:nvSpPr>
        <p:spPr>
          <a:xfrm xmlns:a="http://schemas.openxmlformats.org/drawingml/2006/main">
            <a:off x="3587005"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96" name="Editable chart path">
            <a:extLst xmlns:a="http://schemas.openxmlformats.org/drawingml/2006/main">
              <a:ext uri="{FF2B5EF4-FFF2-40B4-BE49-F238E27FC236}">
                <a16:creationId xmlns:a16="http://schemas.microsoft.com/office/drawing/2014/main" id="{B51CA4D1-86D9-43E5-8649-DB12913E153F}"/>
              </a:ext>
            </a:extLst>
          </p:cNvPr>
          <p:cNvSpPr>
            <a:spLocks xmlns:a="http://schemas.openxmlformats.org/drawingml/2006/main" noGrp="1"/>
          </p:cNvSpPr>
          <p:nvPr/>
        </p:nvSpPr>
        <p:spPr>
          <a:xfrm xmlns:a="http://schemas.openxmlformats.org/drawingml/2006/main">
            <a:off x="3666008"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197" name="Editable chart path">
            <a:extLst xmlns:a="http://schemas.openxmlformats.org/drawingml/2006/main">
              <a:ext uri="{FF2B5EF4-FFF2-40B4-BE49-F238E27FC236}">
                <a16:creationId xmlns:a16="http://schemas.microsoft.com/office/drawing/2014/main" id="{8CAF6AE7-B079-405B-AA70-16288B58395B}"/>
              </a:ext>
            </a:extLst>
          </p:cNvPr>
          <p:cNvSpPr>
            <a:spLocks xmlns:a="http://schemas.openxmlformats.org/drawingml/2006/main" noGrp="1"/>
          </p:cNvSpPr>
          <p:nvPr/>
        </p:nvSpPr>
        <p:spPr>
          <a:xfrm xmlns:a="http://schemas.openxmlformats.org/drawingml/2006/main">
            <a:off x="3745010"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7E6E5"/>
          </a:solidFill>
          <a:ln xmlns:a="http://schemas.openxmlformats.org/drawingml/2006/main" w="2292">
            <a:solidFill>
              <a:srgbClr val="FBFCFE"/>
            </a:solidFill>
            <a:prstDash val="solid"/>
          </a:ln>
        </p:spPr>
      </p:sp>
      <p:sp>
        <p:nvSpPr>
          <p:cNvPr id="198" name="Editable chart path">
            <a:extLst xmlns:a="http://schemas.openxmlformats.org/drawingml/2006/main">
              <a:ext uri="{FF2B5EF4-FFF2-40B4-BE49-F238E27FC236}">
                <a16:creationId xmlns:a16="http://schemas.microsoft.com/office/drawing/2014/main" id="{98F85682-ECD4-46D8-802A-B66A835E1CE4}"/>
              </a:ext>
            </a:extLst>
          </p:cNvPr>
          <p:cNvSpPr>
            <a:spLocks xmlns:a="http://schemas.openxmlformats.org/drawingml/2006/main" noGrp="1"/>
          </p:cNvSpPr>
          <p:nvPr/>
        </p:nvSpPr>
        <p:spPr>
          <a:xfrm xmlns:a="http://schemas.openxmlformats.org/drawingml/2006/main">
            <a:off x="3824012" y="385018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199" name="Editable chart path">
            <a:extLst xmlns:a="http://schemas.openxmlformats.org/drawingml/2006/main">
              <a:ext uri="{FF2B5EF4-FFF2-40B4-BE49-F238E27FC236}">
                <a16:creationId xmlns:a16="http://schemas.microsoft.com/office/drawing/2014/main" id="{B95E1D76-98B7-4788-A989-0B209C495C36}"/>
              </a:ext>
            </a:extLst>
          </p:cNvPr>
          <p:cNvSpPr>
            <a:spLocks xmlns:a="http://schemas.openxmlformats.org/drawingml/2006/main" noGrp="1"/>
          </p:cNvSpPr>
          <p:nvPr/>
        </p:nvSpPr>
        <p:spPr>
          <a:xfrm xmlns:a="http://schemas.openxmlformats.org/drawingml/2006/main">
            <a:off x="3903015" y="385018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C"/>
          </a:solidFill>
          <a:ln xmlns:a="http://schemas.openxmlformats.org/drawingml/2006/main" w="2292">
            <a:solidFill>
              <a:srgbClr val="FBFCFE"/>
            </a:solidFill>
            <a:prstDash val="solid"/>
          </a:ln>
        </p:spPr>
      </p:sp>
      <p:sp>
        <p:nvSpPr>
          <p:cNvPr id="200" name="Editable chart path">
            <a:extLst xmlns:a="http://schemas.openxmlformats.org/drawingml/2006/main">
              <a:ext uri="{FF2B5EF4-FFF2-40B4-BE49-F238E27FC236}">
                <a16:creationId xmlns:a16="http://schemas.microsoft.com/office/drawing/2014/main" id="{C69998BF-D06D-4C75-8723-A99E870D7150}"/>
              </a:ext>
            </a:extLst>
          </p:cNvPr>
          <p:cNvSpPr>
            <a:spLocks xmlns:a="http://schemas.openxmlformats.org/drawingml/2006/main" noGrp="1"/>
          </p:cNvSpPr>
          <p:nvPr/>
        </p:nvSpPr>
        <p:spPr>
          <a:xfrm xmlns:a="http://schemas.openxmlformats.org/drawingml/2006/main">
            <a:off x="145393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01" name="Editable chart path">
            <a:extLst xmlns:a="http://schemas.openxmlformats.org/drawingml/2006/main">
              <a:ext uri="{FF2B5EF4-FFF2-40B4-BE49-F238E27FC236}">
                <a16:creationId xmlns:a16="http://schemas.microsoft.com/office/drawing/2014/main" id="{F3EC3DD3-FE8F-492F-8C5D-B574087EF176}"/>
              </a:ext>
            </a:extLst>
          </p:cNvPr>
          <p:cNvSpPr>
            <a:spLocks xmlns:a="http://schemas.openxmlformats.org/drawingml/2006/main" noGrp="1"/>
          </p:cNvSpPr>
          <p:nvPr/>
        </p:nvSpPr>
        <p:spPr>
          <a:xfrm xmlns:a="http://schemas.openxmlformats.org/drawingml/2006/main">
            <a:off x="1532940"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02" name="Editable chart path">
            <a:extLst xmlns:a="http://schemas.openxmlformats.org/drawingml/2006/main">
              <a:ext uri="{FF2B5EF4-FFF2-40B4-BE49-F238E27FC236}">
                <a16:creationId xmlns:a16="http://schemas.microsoft.com/office/drawing/2014/main" id="{D5CB2DC0-8A36-4E1C-9F99-3F4AA353E490}"/>
              </a:ext>
            </a:extLst>
          </p:cNvPr>
          <p:cNvSpPr>
            <a:spLocks xmlns:a="http://schemas.openxmlformats.org/drawingml/2006/main" noGrp="1"/>
          </p:cNvSpPr>
          <p:nvPr/>
        </p:nvSpPr>
        <p:spPr>
          <a:xfrm xmlns:a="http://schemas.openxmlformats.org/drawingml/2006/main">
            <a:off x="161194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03" name="Editable chart path">
            <a:extLst xmlns:a="http://schemas.openxmlformats.org/drawingml/2006/main">
              <a:ext uri="{FF2B5EF4-FFF2-40B4-BE49-F238E27FC236}">
                <a16:creationId xmlns:a16="http://schemas.microsoft.com/office/drawing/2014/main" id="{AEC0CA26-0594-4BF0-83F8-C1B680F7D108}"/>
              </a:ext>
            </a:extLst>
          </p:cNvPr>
          <p:cNvSpPr>
            <a:spLocks xmlns:a="http://schemas.openxmlformats.org/drawingml/2006/main" noGrp="1"/>
          </p:cNvSpPr>
          <p:nvPr/>
        </p:nvSpPr>
        <p:spPr>
          <a:xfrm xmlns:a="http://schemas.openxmlformats.org/drawingml/2006/main">
            <a:off x="176994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04" name="Editable chart path">
            <a:extLst xmlns:a="http://schemas.openxmlformats.org/drawingml/2006/main">
              <a:ext uri="{FF2B5EF4-FFF2-40B4-BE49-F238E27FC236}">
                <a16:creationId xmlns:a16="http://schemas.microsoft.com/office/drawing/2014/main" id="{E3C60A04-82EF-4714-92FE-A29C3E1E893B}"/>
              </a:ext>
            </a:extLst>
          </p:cNvPr>
          <p:cNvSpPr>
            <a:spLocks xmlns:a="http://schemas.openxmlformats.org/drawingml/2006/main" noGrp="1"/>
          </p:cNvSpPr>
          <p:nvPr/>
        </p:nvSpPr>
        <p:spPr>
          <a:xfrm xmlns:a="http://schemas.openxmlformats.org/drawingml/2006/main">
            <a:off x="184895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05" name="Editable chart path">
            <a:extLst xmlns:a="http://schemas.openxmlformats.org/drawingml/2006/main">
              <a:ext uri="{FF2B5EF4-FFF2-40B4-BE49-F238E27FC236}">
                <a16:creationId xmlns:a16="http://schemas.microsoft.com/office/drawing/2014/main" id="{0E42C46E-D456-4B41-8F90-05B4C801D524}"/>
              </a:ext>
            </a:extLst>
          </p:cNvPr>
          <p:cNvSpPr>
            <a:spLocks xmlns:a="http://schemas.openxmlformats.org/drawingml/2006/main" noGrp="1"/>
          </p:cNvSpPr>
          <p:nvPr/>
        </p:nvSpPr>
        <p:spPr>
          <a:xfrm xmlns:a="http://schemas.openxmlformats.org/drawingml/2006/main">
            <a:off x="1927952"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06" name="Editable chart path">
            <a:extLst xmlns:a="http://schemas.openxmlformats.org/drawingml/2006/main">
              <a:ext uri="{FF2B5EF4-FFF2-40B4-BE49-F238E27FC236}">
                <a16:creationId xmlns:a16="http://schemas.microsoft.com/office/drawing/2014/main" id="{3F2535CC-18A6-42E1-9F51-B8749741A883}"/>
              </a:ext>
            </a:extLst>
          </p:cNvPr>
          <p:cNvSpPr>
            <a:spLocks xmlns:a="http://schemas.openxmlformats.org/drawingml/2006/main" noGrp="1"/>
          </p:cNvSpPr>
          <p:nvPr/>
        </p:nvSpPr>
        <p:spPr>
          <a:xfrm xmlns:a="http://schemas.openxmlformats.org/drawingml/2006/main">
            <a:off x="200695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07" name="Editable chart path">
            <a:extLst xmlns:a="http://schemas.openxmlformats.org/drawingml/2006/main">
              <a:ext uri="{FF2B5EF4-FFF2-40B4-BE49-F238E27FC236}">
                <a16:creationId xmlns:a16="http://schemas.microsoft.com/office/drawing/2014/main" id="{CA9B9FEA-BB39-4F35-819E-AF603B0C9DC5}"/>
              </a:ext>
            </a:extLst>
          </p:cNvPr>
          <p:cNvSpPr>
            <a:spLocks xmlns:a="http://schemas.openxmlformats.org/drawingml/2006/main" noGrp="1"/>
          </p:cNvSpPr>
          <p:nvPr/>
        </p:nvSpPr>
        <p:spPr>
          <a:xfrm xmlns:a="http://schemas.openxmlformats.org/drawingml/2006/main">
            <a:off x="208595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08" name="Editable chart path">
            <a:extLst xmlns:a="http://schemas.openxmlformats.org/drawingml/2006/main">
              <a:ext uri="{FF2B5EF4-FFF2-40B4-BE49-F238E27FC236}">
                <a16:creationId xmlns:a16="http://schemas.microsoft.com/office/drawing/2014/main" id="{3AB72B75-1C38-4C37-B04D-F1A0B008540B}"/>
              </a:ext>
            </a:extLst>
          </p:cNvPr>
          <p:cNvSpPr>
            <a:spLocks xmlns:a="http://schemas.openxmlformats.org/drawingml/2006/main" noGrp="1"/>
          </p:cNvSpPr>
          <p:nvPr/>
        </p:nvSpPr>
        <p:spPr>
          <a:xfrm xmlns:a="http://schemas.openxmlformats.org/drawingml/2006/main">
            <a:off x="216496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09" name="Editable chart path">
            <a:extLst xmlns:a="http://schemas.openxmlformats.org/drawingml/2006/main">
              <a:ext uri="{FF2B5EF4-FFF2-40B4-BE49-F238E27FC236}">
                <a16:creationId xmlns:a16="http://schemas.microsoft.com/office/drawing/2014/main" id="{294DF976-A198-43F0-80CA-27D86EE4D264}"/>
              </a:ext>
            </a:extLst>
          </p:cNvPr>
          <p:cNvSpPr>
            <a:spLocks xmlns:a="http://schemas.openxmlformats.org/drawingml/2006/main" noGrp="1"/>
          </p:cNvSpPr>
          <p:nvPr/>
        </p:nvSpPr>
        <p:spPr>
          <a:xfrm xmlns:a="http://schemas.openxmlformats.org/drawingml/2006/main">
            <a:off x="224396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10" name="Editable chart path">
            <a:extLst xmlns:a="http://schemas.openxmlformats.org/drawingml/2006/main">
              <a:ext uri="{FF2B5EF4-FFF2-40B4-BE49-F238E27FC236}">
                <a16:creationId xmlns:a16="http://schemas.microsoft.com/office/drawing/2014/main" id="{592B2DD9-E79B-426C-BC05-D03201879D5A}"/>
              </a:ext>
            </a:extLst>
          </p:cNvPr>
          <p:cNvSpPr>
            <a:spLocks xmlns:a="http://schemas.openxmlformats.org/drawingml/2006/main" noGrp="1"/>
          </p:cNvSpPr>
          <p:nvPr/>
        </p:nvSpPr>
        <p:spPr>
          <a:xfrm xmlns:a="http://schemas.openxmlformats.org/drawingml/2006/main">
            <a:off x="2322965"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11" name="Editable chart path">
            <a:extLst xmlns:a="http://schemas.openxmlformats.org/drawingml/2006/main">
              <a:ext uri="{FF2B5EF4-FFF2-40B4-BE49-F238E27FC236}">
                <a16:creationId xmlns:a16="http://schemas.microsoft.com/office/drawing/2014/main" id="{220D9B42-737B-4F46-9F34-E957789CEB34}"/>
              </a:ext>
            </a:extLst>
          </p:cNvPr>
          <p:cNvSpPr>
            <a:spLocks xmlns:a="http://schemas.openxmlformats.org/drawingml/2006/main" noGrp="1"/>
          </p:cNvSpPr>
          <p:nvPr/>
        </p:nvSpPr>
        <p:spPr>
          <a:xfrm xmlns:a="http://schemas.openxmlformats.org/drawingml/2006/main">
            <a:off x="240196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12" name="Editable chart path">
            <a:extLst xmlns:a="http://schemas.openxmlformats.org/drawingml/2006/main">
              <a:ext uri="{FF2B5EF4-FFF2-40B4-BE49-F238E27FC236}">
                <a16:creationId xmlns:a16="http://schemas.microsoft.com/office/drawing/2014/main" id="{9A7F1CB2-2773-46BF-B98F-B54384908477}"/>
              </a:ext>
            </a:extLst>
          </p:cNvPr>
          <p:cNvSpPr>
            <a:spLocks xmlns:a="http://schemas.openxmlformats.org/drawingml/2006/main" noGrp="1"/>
          </p:cNvSpPr>
          <p:nvPr/>
        </p:nvSpPr>
        <p:spPr>
          <a:xfrm xmlns:a="http://schemas.openxmlformats.org/drawingml/2006/main">
            <a:off x="248097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13" name="Editable chart path">
            <a:extLst xmlns:a="http://schemas.openxmlformats.org/drawingml/2006/main">
              <a:ext uri="{FF2B5EF4-FFF2-40B4-BE49-F238E27FC236}">
                <a16:creationId xmlns:a16="http://schemas.microsoft.com/office/drawing/2014/main" id="{95175BC3-8B99-4B0B-A60A-D8F343219B3C}"/>
              </a:ext>
            </a:extLst>
          </p:cNvPr>
          <p:cNvSpPr>
            <a:spLocks xmlns:a="http://schemas.openxmlformats.org/drawingml/2006/main" noGrp="1"/>
          </p:cNvSpPr>
          <p:nvPr/>
        </p:nvSpPr>
        <p:spPr>
          <a:xfrm xmlns:a="http://schemas.openxmlformats.org/drawingml/2006/main">
            <a:off x="255997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14" name="Editable chart path">
            <a:extLst xmlns:a="http://schemas.openxmlformats.org/drawingml/2006/main">
              <a:ext uri="{FF2B5EF4-FFF2-40B4-BE49-F238E27FC236}">
                <a16:creationId xmlns:a16="http://schemas.microsoft.com/office/drawing/2014/main" id="{CF9ED2C1-3A41-452B-9FDC-31390FA33970}"/>
              </a:ext>
            </a:extLst>
          </p:cNvPr>
          <p:cNvSpPr>
            <a:spLocks xmlns:a="http://schemas.openxmlformats.org/drawingml/2006/main" noGrp="1"/>
          </p:cNvSpPr>
          <p:nvPr/>
        </p:nvSpPr>
        <p:spPr>
          <a:xfrm xmlns:a="http://schemas.openxmlformats.org/drawingml/2006/main">
            <a:off x="263897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215" name="Editable chart path">
            <a:extLst xmlns:a="http://schemas.openxmlformats.org/drawingml/2006/main">
              <a:ext uri="{FF2B5EF4-FFF2-40B4-BE49-F238E27FC236}">
                <a16:creationId xmlns:a16="http://schemas.microsoft.com/office/drawing/2014/main" id="{C0A6DF99-365D-4A28-9D92-904BA66D83A7}"/>
              </a:ext>
            </a:extLst>
          </p:cNvPr>
          <p:cNvSpPr>
            <a:spLocks xmlns:a="http://schemas.openxmlformats.org/drawingml/2006/main" noGrp="1"/>
          </p:cNvSpPr>
          <p:nvPr/>
        </p:nvSpPr>
        <p:spPr>
          <a:xfrm xmlns:a="http://schemas.openxmlformats.org/drawingml/2006/main">
            <a:off x="2717977"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16" name="Editable chart path">
            <a:extLst xmlns:a="http://schemas.openxmlformats.org/drawingml/2006/main">
              <a:ext uri="{FF2B5EF4-FFF2-40B4-BE49-F238E27FC236}">
                <a16:creationId xmlns:a16="http://schemas.microsoft.com/office/drawing/2014/main" id="{B68C4B56-828B-4AC8-A659-4DDD65931D35}"/>
              </a:ext>
            </a:extLst>
          </p:cNvPr>
          <p:cNvSpPr>
            <a:spLocks xmlns:a="http://schemas.openxmlformats.org/drawingml/2006/main" noGrp="1"/>
          </p:cNvSpPr>
          <p:nvPr/>
        </p:nvSpPr>
        <p:spPr>
          <a:xfrm xmlns:a="http://schemas.openxmlformats.org/drawingml/2006/main">
            <a:off x="279698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217" name="Editable chart path">
            <a:extLst xmlns:a="http://schemas.openxmlformats.org/drawingml/2006/main">
              <a:ext uri="{FF2B5EF4-FFF2-40B4-BE49-F238E27FC236}">
                <a16:creationId xmlns:a16="http://schemas.microsoft.com/office/drawing/2014/main" id="{62E4B7EB-4394-42DC-AC31-48D6ADCF6E5F}"/>
              </a:ext>
            </a:extLst>
          </p:cNvPr>
          <p:cNvSpPr>
            <a:spLocks xmlns:a="http://schemas.openxmlformats.org/drawingml/2006/main" noGrp="1"/>
          </p:cNvSpPr>
          <p:nvPr/>
        </p:nvSpPr>
        <p:spPr>
          <a:xfrm xmlns:a="http://schemas.openxmlformats.org/drawingml/2006/main">
            <a:off x="287598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218" name="Editable chart path">
            <a:extLst xmlns:a="http://schemas.openxmlformats.org/drawingml/2006/main">
              <a:ext uri="{FF2B5EF4-FFF2-40B4-BE49-F238E27FC236}">
                <a16:creationId xmlns:a16="http://schemas.microsoft.com/office/drawing/2014/main" id="{6075E956-A980-453F-B7F8-604BC45FAE39}"/>
              </a:ext>
            </a:extLst>
          </p:cNvPr>
          <p:cNvSpPr>
            <a:spLocks xmlns:a="http://schemas.openxmlformats.org/drawingml/2006/main" noGrp="1"/>
          </p:cNvSpPr>
          <p:nvPr/>
        </p:nvSpPr>
        <p:spPr>
          <a:xfrm xmlns:a="http://schemas.openxmlformats.org/drawingml/2006/main">
            <a:off x="295498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219" name="Editable chart path">
            <a:extLst xmlns:a="http://schemas.openxmlformats.org/drawingml/2006/main">
              <a:ext uri="{FF2B5EF4-FFF2-40B4-BE49-F238E27FC236}">
                <a16:creationId xmlns:a16="http://schemas.microsoft.com/office/drawing/2014/main" id="{38DDD250-C8FD-4913-8136-953C99CB581A}"/>
              </a:ext>
            </a:extLst>
          </p:cNvPr>
          <p:cNvSpPr>
            <a:spLocks xmlns:a="http://schemas.openxmlformats.org/drawingml/2006/main" noGrp="1"/>
          </p:cNvSpPr>
          <p:nvPr/>
        </p:nvSpPr>
        <p:spPr>
          <a:xfrm xmlns:a="http://schemas.openxmlformats.org/drawingml/2006/main">
            <a:off x="303398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20" name="Editable chart path">
            <a:extLst xmlns:a="http://schemas.openxmlformats.org/drawingml/2006/main">
              <a:ext uri="{FF2B5EF4-FFF2-40B4-BE49-F238E27FC236}">
                <a16:creationId xmlns:a16="http://schemas.microsoft.com/office/drawing/2014/main" id="{6BF8DC5D-33B2-4143-A11C-0B73895D511D}"/>
              </a:ext>
            </a:extLst>
          </p:cNvPr>
          <p:cNvSpPr>
            <a:spLocks xmlns:a="http://schemas.openxmlformats.org/drawingml/2006/main" noGrp="1"/>
          </p:cNvSpPr>
          <p:nvPr/>
        </p:nvSpPr>
        <p:spPr>
          <a:xfrm xmlns:a="http://schemas.openxmlformats.org/drawingml/2006/main">
            <a:off x="3112990"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21" name="Editable chart path">
            <a:extLst xmlns:a="http://schemas.openxmlformats.org/drawingml/2006/main">
              <a:ext uri="{FF2B5EF4-FFF2-40B4-BE49-F238E27FC236}">
                <a16:creationId xmlns:a16="http://schemas.microsoft.com/office/drawing/2014/main" id="{D7DB708C-4522-4284-B766-88510AAF1EED}"/>
              </a:ext>
            </a:extLst>
          </p:cNvPr>
          <p:cNvSpPr>
            <a:spLocks xmlns:a="http://schemas.openxmlformats.org/drawingml/2006/main" noGrp="1"/>
          </p:cNvSpPr>
          <p:nvPr/>
        </p:nvSpPr>
        <p:spPr>
          <a:xfrm xmlns:a="http://schemas.openxmlformats.org/drawingml/2006/main">
            <a:off x="319199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9DAF3"/>
          </a:solidFill>
          <a:ln xmlns:a="http://schemas.openxmlformats.org/drawingml/2006/main" w="2292">
            <a:solidFill>
              <a:srgbClr val="FBFCFE"/>
            </a:solidFill>
            <a:prstDash val="solid"/>
          </a:ln>
        </p:spPr>
      </p:sp>
      <p:sp>
        <p:nvSpPr>
          <p:cNvPr id="222" name="Editable chart path">
            <a:extLst xmlns:a="http://schemas.openxmlformats.org/drawingml/2006/main">
              <a:ext uri="{FF2B5EF4-FFF2-40B4-BE49-F238E27FC236}">
                <a16:creationId xmlns:a16="http://schemas.microsoft.com/office/drawing/2014/main" id="{47A045DE-DFE0-4378-9CE9-7FA0860744E6}"/>
              </a:ext>
            </a:extLst>
          </p:cNvPr>
          <p:cNvSpPr>
            <a:spLocks xmlns:a="http://schemas.openxmlformats.org/drawingml/2006/main" noGrp="1"/>
          </p:cNvSpPr>
          <p:nvPr/>
        </p:nvSpPr>
        <p:spPr>
          <a:xfrm xmlns:a="http://schemas.openxmlformats.org/drawingml/2006/main">
            <a:off x="327099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A0C2F2"/>
          </a:solidFill>
          <a:ln xmlns:a="http://schemas.openxmlformats.org/drawingml/2006/main" w="2292">
            <a:solidFill>
              <a:srgbClr val="FBFCFE"/>
            </a:solidFill>
            <a:prstDash val="solid"/>
          </a:ln>
        </p:spPr>
      </p:sp>
      <p:sp>
        <p:nvSpPr>
          <p:cNvPr id="223" name="Editable chart path">
            <a:extLst xmlns:a="http://schemas.openxmlformats.org/drawingml/2006/main">
              <a:ext uri="{FF2B5EF4-FFF2-40B4-BE49-F238E27FC236}">
                <a16:creationId xmlns:a16="http://schemas.microsoft.com/office/drawing/2014/main" id="{E03001AD-132C-47A5-BBF6-39E2F927F6DE}"/>
              </a:ext>
            </a:extLst>
          </p:cNvPr>
          <p:cNvSpPr>
            <a:spLocks xmlns:a="http://schemas.openxmlformats.org/drawingml/2006/main" noGrp="1"/>
          </p:cNvSpPr>
          <p:nvPr/>
        </p:nvSpPr>
        <p:spPr>
          <a:xfrm xmlns:a="http://schemas.openxmlformats.org/drawingml/2006/main">
            <a:off x="3349997"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B6D0F3"/>
          </a:solidFill>
          <a:ln xmlns:a="http://schemas.openxmlformats.org/drawingml/2006/main" w="2292">
            <a:solidFill>
              <a:srgbClr val="FBFCFE"/>
            </a:solidFill>
            <a:prstDash val="solid"/>
          </a:ln>
        </p:spPr>
      </p:sp>
      <p:sp>
        <p:nvSpPr>
          <p:cNvPr id="224" name="Editable chart path">
            <a:extLst xmlns:a="http://schemas.openxmlformats.org/drawingml/2006/main">
              <a:ext uri="{FF2B5EF4-FFF2-40B4-BE49-F238E27FC236}">
                <a16:creationId xmlns:a16="http://schemas.microsoft.com/office/drawing/2014/main" id="{430F8A43-86A9-43BC-8CBB-CD556DDC3368}"/>
              </a:ext>
            </a:extLst>
          </p:cNvPr>
          <p:cNvSpPr>
            <a:spLocks xmlns:a="http://schemas.openxmlformats.org/drawingml/2006/main" noGrp="1"/>
          </p:cNvSpPr>
          <p:nvPr/>
        </p:nvSpPr>
        <p:spPr>
          <a:xfrm xmlns:a="http://schemas.openxmlformats.org/drawingml/2006/main">
            <a:off x="342900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1D6F3"/>
          </a:solidFill>
          <a:ln xmlns:a="http://schemas.openxmlformats.org/drawingml/2006/main" w="2292">
            <a:solidFill>
              <a:srgbClr val="FBFCFE"/>
            </a:solidFill>
            <a:prstDash val="solid"/>
          </a:ln>
        </p:spPr>
      </p:sp>
      <p:sp>
        <p:nvSpPr>
          <p:cNvPr id="225" name="Editable chart path">
            <a:extLst xmlns:a="http://schemas.openxmlformats.org/drawingml/2006/main">
              <a:ext uri="{FF2B5EF4-FFF2-40B4-BE49-F238E27FC236}">
                <a16:creationId xmlns:a16="http://schemas.microsoft.com/office/drawing/2014/main" id="{9D45DFF0-7C84-4AAD-B038-CA116EA34339}"/>
              </a:ext>
            </a:extLst>
          </p:cNvPr>
          <p:cNvSpPr>
            <a:spLocks xmlns:a="http://schemas.openxmlformats.org/drawingml/2006/main" noGrp="1"/>
          </p:cNvSpPr>
          <p:nvPr/>
        </p:nvSpPr>
        <p:spPr>
          <a:xfrm xmlns:a="http://schemas.openxmlformats.org/drawingml/2006/main">
            <a:off x="3508002"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BFD5F3"/>
          </a:solidFill>
          <a:ln xmlns:a="http://schemas.openxmlformats.org/drawingml/2006/main" w="2292">
            <a:solidFill>
              <a:srgbClr val="FBFCFE"/>
            </a:solidFill>
            <a:prstDash val="solid"/>
          </a:ln>
        </p:spPr>
      </p:sp>
      <p:sp>
        <p:nvSpPr>
          <p:cNvPr id="226" name="Editable chart path">
            <a:extLst xmlns:a="http://schemas.openxmlformats.org/drawingml/2006/main">
              <a:ext uri="{FF2B5EF4-FFF2-40B4-BE49-F238E27FC236}">
                <a16:creationId xmlns:a16="http://schemas.microsoft.com/office/drawing/2014/main" id="{0B817D35-03FC-43C4-9F34-9F80D95EFC87}"/>
              </a:ext>
            </a:extLst>
          </p:cNvPr>
          <p:cNvSpPr>
            <a:spLocks xmlns:a="http://schemas.openxmlformats.org/drawingml/2006/main" noGrp="1"/>
          </p:cNvSpPr>
          <p:nvPr/>
        </p:nvSpPr>
        <p:spPr>
          <a:xfrm xmlns:a="http://schemas.openxmlformats.org/drawingml/2006/main">
            <a:off x="358700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BBD2F3"/>
          </a:solidFill>
          <a:ln xmlns:a="http://schemas.openxmlformats.org/drawingml/2006/main" w="2292">
            <a:solidFill>
              <a:srgbClr val="FBFCFE"/>
            </a:solidFill>
            <a:prstDash val="solid"/>
          </a:ln>
        </p:spPr>
      </p:sp>
      <p:sp>
        <p:nvSpPr>
          <p:cNvPr id="227" name="Editable chart path">
            <a:extLst xmlns:a="http://schemas.openxmlformats.org/drawingml/2006/main">
              <a:ext uri="{FF2B5EF4-FFF2-40B4-BE49-F238E27FC236}">
                <a16:creationId xmlns:a16="http://schemas.microsoft.com/office/drawing/2014/main" id="{E9C73A50-6C98-4CB2-BC3A-58DD5A760880}"/>
              </a:ext>
            </a:extLst>
          </p:cNvPr>
          <p:cNvSpPr>
            <a:spLocks xmlns:a="http://schemas.openxmlformats.org/drawingml/2006/main" noGrp="1"/>
          </p:cNvSpPr>
          <p:nvPr/>
        </p:nvSpPr>
        <p:spPr>
          <a:xfrm xmlns:a="http://schemas.openxmlformats.org/drawingml/2006/main">
            <a:off x="3666008"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28" name="Editable chart path">
            <a:extLst xmlns:a="http://schemas.openxmlformats.org/drawingml/2006/main">
              <a:ext uri="{FF2B5EF4-FFF2-40B4-BE49-F238E27FC236}">
                <a16:creationId xmlns:a16="http://schemas.microsoft.com/office/drawing/2014/main" id="{0C8ADEB3-D28A-481A-8C48-14F20160DBA5}"/>
              </a:ext>
            </a:extLst>
          </p:cNvPr>
          <p:cNvSpPr>
            <a:spLocks xmlns:a="http://schemas.openxmlformats.org/drawingml/2006/main" noGrp="1"/>
          </p:cNvSpPr>
          <p:nvPr/>
        </p:nvSpPr>
        <p:spPr>
          <a:xfrm xmlns:a="http://schemas.openxmlformats.org/drawingml/2006/main">
            <a:off x="374501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229" name="Editable chart path">
            <a:extLst xmlns:a="http://schemas.openxmlformats.org/drawingml/2006/main">
              <a:ext uri="{FF2B5EF4-FFF2-40B4-BE49-F238E27FC236}">
                <a16:creationId xmlns:a16="http://schemas.microsoft.com/office/drawing/2014/main" id="{AF3394AC-B0D2-448F-8533-581DB6443720}"/>
              </a:ext>
            </a:extLst>
          </p:cNvPr>
          <p:cNvSpPr>
            <a:spLocks xmlns:a="http://schemas.openxmlformats.org/drawingml/2006/main" noGrp="1"/>
          </p:cNvSpPr>
          <p:nvPr/>
        </p:nvSpPr>
        <p:spPr>
          <a:xfrm xmlns:a="http://schemas.openxmlformats.org/drawingml/2006/main">
            <a:off x="3824012"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230" name="Editable chart path">
            <a:extLst xmlns:a="http://schemas.openxmlformats.org/drawingml/2006/main">
              <a:ext uri="{FF2B5EF4-FFF2-40B4-BE49-F238E27FC236}">
                <a16:creationId xmlns:a16="http://schemas.microsoft.com/office/drawing/2014/main" id="{DE087951-EBEB-4E59-AABE-B7643617EF95}"/>
              </a:ext>
            </a:extLst>
          </p:cNvPr>
          <p:cNvSpPr>
            <a:spLocks xmlns:a="http://schemas.openxmlformats.org/drawingml/2006/main" noGrp="1"/>
          </p:cNvSpPr>
          <p:nvPr/>
        </p:nvSpPr>
        <p:spPr>
          <a:xfrm xmlns:a="http://schemas.openxmlformats.org/drawingml/2006/main">
            <a:off x="3903015" y="377064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231" name="Editable chart path">
            <a:extLst xmlns:a="http://schemas.openxmlformats.org/drawingml/2006/main">
              <a:ext uri="{FF2B5EF4-FFF2-40B4-BE49-F238E27FC236}">
                <a16:creationId xmlns:a16="http://schemas.microsoft.com/office/drawing/2014/main" id="{D3E48B31-30AB-4CA1-9FAE-1D37D68FAD5B}"/>
              </a:ext>
            </a:extLst>
          </p:cNvPr>
          <p:cNvSpPr>
            <a:spLocks xmlns:a="http://schemas.openxmlformats.org/drawingml/2006/main" noGrp="1"/>
          </p:cNvSpPr>
          <p:nvPr/>
        </p:nvSpPr>
        <p:spPr>
          <a:xfrm xmlns:a="http://schemas.openxmlformats.org/drawingml/2006/main">
            <a:off x="3982018"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CFCD"/>
          </a:solidFill>
          <a:ln xmlns:a="http://schemas.openxmlformats.org/drawingml/2006/main" w="2292">
            <a:solidFill>
              <a:srgbClr val="FBFCFE"/>
            </a:solidFill>
            <a:prstDash val="solid"/>
          </a:ln>
        </p:spPr>
      </p:sp>
      <p:sp>
        <p:nvSpPr>
          <p:cNvPr id="232" name="Editable chart path">
            <a:extLst xmlns:a="http://schemas.openxmlformats.org/drawingml/2006/main">
              <a:ext uri="{FF2B5EF4-FFF2-40B4-BE49-F238E27FC236}">
                <a16:creationId xmlns:a16="http://schemas.microsoft.com/office/drawing/2014/main" id="{C2D87219-39C7-405E-80A2-CECAD7014F71}"/>
              </a:ext>
            </a:extLst>
          </p:cNvPr>
          <p:cNvSpPr>
            <a:spLocks xmlns:a="http://schemas.openxmlformats.org/drawingml/2006/main" noGrp="1"/>
          </p:cNvSpPr>
          <p:nvPr/>
        </p:nvSpPr>
        <p:spPr>
          <a:xfrm xmlns:a="http://schemas.openxmlformats.org/drawingml/2006/main">
            <a:off x="4061020"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233" name="Editable chart path">
            <a:extLst xmlns:a="http://schemas.openxmlformats.org/drawingml/2006/main">
              <a:ext uri="{FF2B5EF4-FFF2-40B4-BE49-F238E27FC236}">
                <a16:creationId xmlns:a16="http://schemas.microsoft.com/office/drawing/2014/main" id="{4DE2AF06-E022-4057-9AA9-7431A4B3674F}"/>
              </a:ext>
            </a:extLst>
          </p:cNvPr>
          <p:cNvSpPr>
            <a:spLocks xmlns:a="http://schemas.openxmlformats.org/drawingml/2006/main" noGrp="1"/>
          </p:cNvSpPr>
          <p:nvPr/>
        </p:nvSpPr>
        <p:spPr>
          <a:xfrm xmlns:a="http://schemas.openxmlformats.org/drawingml/2006/main">
            <a:off x="4140023"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34" name="Editable chart path">
            <a:extLst xmlns:a="http://schemas.openxmlformats.org/drawingml/2006/main">
              <a:ext uri="{FF2B5EF4-FFF2-40B4-BE49-F238E27FC236}">
                <a16:creationId xmlns:a16="http://schemas.microsoft.com/office/drawing/2014/main" id="{2221DAEA-0985-4A02-859C-136A52241BAE}"/>
              </a:ext>
            </a:extLst>
          </p:cNvPr>
          <p:cNvSpPr>
            <a:spLocks xmlns:a="http://schemas.openxmlformats.org/drawingml/2006/main" noGrp="1"/>
          </p:cNvSpPr>
          <p:nvPr/>
        </p:nvSpPr>
        <p:spPr>
          <a:xfrm xmlns:a="http://schemas.openxmlformats.org/drawingml/2006/main">
            <a:off x="4219025" y="377064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35" name="Editable chart path">
            <a:extLst xmlns:a="http://schemas.openxmlformats.org/drawingml/2006/main">
              <a:ext uri="{FF2B5EF4-FFF2-40B4-BE49-F238E27FC236}">
                <a16:creationId xmlns:a16="http://schemas.microsoft.com/office/drawing/2014/main" id="{9F8AE8C4-EE9F-409D-8280-173FADFADF23}"/>
              </a:ext>
            </a:extLst>
          </p:cNvPr>
          <p:cNvSpPr>
            <a:spLocks xmlns:a="http://schemas.openxmlformats.org/drawingml/2006/main" noGrp="1"/>
          </p:cNvSpPr>
          <p:nvPr/>
        </p:nvSpPr>
        <p:spPr>
          <a:xfrm xmlns:a="http://schemas.openxmlformats.org/drawingml/2006/main">
            <a:off x="145393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36" name="Editable chart path">
            <a:extLst xmlns:a="http://schemas.openxmlformats.org/drawingml/2006/main">
              <a:ext uri="{FF2B5EF4-FFF2-40B4-BE49-F238E27FC236}">
                <a16:creationId xmlns:a16="http://schemas.microsoft.com/office/drawing/2014/main" id="{D66E7622-0D5B-4178-8DF5-5D62E26B3A45}"/>
              </a:ext>
            </a:extLst>
          </p:cNvPr>
          <p:cNvSpPr>
            <a:spLocks xmlns:a="http://schemas.openxmlformats.org/drawingml/2006/main" noGrp="1"/>
          </p:cNvSpPr>
          <p:nvPr/>
        </p:nvSpPr>
        <p:spPr>
          <a:xfrm xmlns:a="http://schemas.openxmlformats.org/drawingml/2006/main">
            <a:off x="1532940"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37" name="Editable chart path">
            <a:extLst xmlns:a="http://schemas.openxmlformats.org/drawingml/2006/main">
              <a:ext uri="{FF2B5EF4-FFF2-40B4-BE49-F238E27FC236}">
                <a16:creationId xmlns:a16="http://schemas.microsoft.com/office/drawing/2014/main" id="{D0517F8C-B1E3-49A8-9894-9D328118E24C}"/>
              </a:ext>
            </a:extLst>
          </p:cNvPr>
          <p:cNvSpPr>
            <a:spLocks xmlns:a="http://schemas.openxmlformats.org/drawingml/2006/main" noGrp="1"/>
          </p:cNvSpPr>
          <p:nvPr/>
        </p:nvSpPr>
        <p:spPr>
          <a:xfrm xmlns:a="http://schemas.openxmlformats.org/drawingml/2006/main">
            <a:off x="161194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38" name="Editable chart path">
            <a:extLst xmlns:a="http://schemas.openxmlformats.org/drawingml/2006/main">
              <a:ext uri="{FF2B5EF4-FFF2-40B4-BE49-F238E27FC236}">
                <a16:creationId xmlns:a16="http://schemas.microsoft.com/office/drawing/2014/main" id="{0ABF2317-E704-4BC9-845A-37C10C6474BF}"/>
              </a:ext>
            </a:extLst>
          </p:cNvPr>
          <p:cNvSpPr>
            <a:spLocks xmlns:a="http://schemas.openxmlformats.org/drawingml/2006/main" noGrp="1"/>
          </p:cNvSpPr>
          <p:nvPr/>
        </p:nvSpPr>
        <p:spPr>
          <a:xfrm xmlns:a="http://schemas.openxmlformats.org/drawingml/2006/main">
            <a:off x="169094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39" name="Editable chart path">
            <a:extLst xmlns:a="http://schemas.openxmlformats.org/drawingml/2006/main">
              <a:ext uri="{FF2B5EF4-FFF2-40B4-BE49-F238E27FC236}">
                <a16:creationId xmlns:a16="http://schemas.microsoft.com/office/drawing/2014/main" id="{D7CEB957-D70C-443E-B203-CC1DE6397148}"/>
              </a:ext>
            </a:extLst>
          </p:cNvPr>
          <p:cNvSpPr>
            <a:spLocks xmlns:a="http://schemas.openxmlformats.org/drawingml/2006/main" noGrp="1"/>
          </p:cNvSpPr>
          <p:nvPr/>
        </p:nvSpPr>
        <p:spPr>
          <a:xfrm xmlns:a="http://schemas.openxmlformats.org/drawingml/2006/main">
            <a:off x="176994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40" name="Editable chart path">
            <a:extLst xmlns:a="http://schemas.openxmlformats.org/drawingml/2006/main">
              <a:ext uri="{FF2B5EF4-FFF2-40B4-BE49-F238E27FC236}">
                <a16:creationId xmlns:a16="http://schemas.microsoft.com/office/drawing/2014/main" id="{66B4A898-45D5-4ED0-BD89-DF2CE6134DA0}"/>
              </a:ext>
            </a:extLst>
          </p:cNvPr>
          <p:cNvSpPr>
            <a:spLocks xmlns:a="http://schemas.openxmlformats.org/drawingml/2006/main" noGrp="1"/>
          </p:cNvSpPr>
          <p:nvPr/>
        </p:nvSpPr>
        <p:spPr>
          <a:xfrm xmlns:a="http://schemas.openxmlformats.org/drawingml/2006/main">
            <a:off x="184895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41" name="Editable chart path">
            <a:extLst xmlns:a="http://schemas.openxmlformats.org/drawingml/2006/main">
              <a:ext uri="{FF2B5EF4-FFF2-40B4-BE49-F238E27FC236}">
                <a16:creationId xmlns:a16="http://schemas.microsoft.com/office/drawing/2014/main" id="{242FC2A0-2F2D-4967-9FA3-5E632A02FE19}"/>
              </a:ext>
            </a:extLst>
          </p:cNvPr>
          <p:cNvSpPr>
            <a:spLocks xmlns:a="http://schemas.openxmlformats.org/drawingml/2006/main" noGrp="1"/>
          </p:cNvSpPr>
          <p:nvPr/>
        </p:nvSpPr>
        <p:spPr>
          <a:xfrm xmlns:a="http://schemas.openxmlformats.org/drawingml/2006/main">
            <a:off x="1927952"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42" name="Editable chart path">
            <a:extLst xmlns:a="http://schemas.openxmlformats.org/drawingml/2006/main">
              <a:ext uri="{FF2B5EF4-FFF2-40B4-BE49-F238E27FC236}">
                <a16:creationId xmlns:a16="http://schemas.microsoft.com/office/drawing/2014/main" id="{DD468CC2-6E8A-4902-86B1-229B34F8C46B}"/>
              </a:ext>
            </a:extLst>
          </p:cNvPr>
          <p:cNvSpPr>
            <a:spLocks xmlns:a="http://schemas.openxmlformats.org/drawingml/2006/main" noGrp="1"/>
          </p:cNvSpPr>
          <p:nvPr/>
        </p:nvSpPr>
        <p:spPr>
          <a:xfrm xmlns:a="http://schemas.openxmlformats.org/drawingml/2006/main">
            <a:off x="200695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43" name="Editable chart path">
            <a:extLst xmlns:a="http://schemas.openxmlformats.org/drawingml/2006/main">
              <a:ext uri="{FF2B5EF4-FFF2-40B4-BE49-F238E27FC236}">
                <a16:creationId xmlns:a16="http://schemas.microsoft.com/office/drawing/2014/main" id="{3F1D273E-B4E9-49F8-95A5-4A72F73FAF5E}"/>
              </a:ext>
            </a:extLst>
          </p:cNvPr>
          <p:cNvSpPr>
            <a:spLocks xmlns:a="http://schemas.openxmlformats.org/drawingml/2006/main" noGrp="1"/>
          </p:cNvSpPr>
          <p:nvPr/>
        </p:nvSpPr>
        <p:spPr>
          <a:xfrm xmlns:a="http://schemas.openxmlformats.org/drawingml/2006/main">
            <a:off x="208595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44" name="Editable chart path">
            <a:extLst xmlns:a="http://schemas.openxmlformats.org/drawingml/2006/main">
              <a:ext uri="{FF2B5EF4-FFF2-40B4-BE49-F238E27FC236}">
                <a16:creationId xmlns:a16="http://schemas.microsoft.com/office/drawing/2014/main" id="{E7E8DB9B-273D-4897-A037-CA09719BAF3B}"/>
              </a:ext>
            </a:extLst>
          </p:cNvPr>
          <p:cNvSpPr>
            <a:spLocks xmlns:a="http://schemas.openxmlformats.org/drawingml/2006/main" noGrp="1"/>
          </p:cNvSpPr>
          <p:nvPr/>
        </p:nvSpPr>
        <p:spPr>
          <a:xfrm xmlns:a="http://schemas.openxmlformats.org/drawingml/2006/main">
            <a:off x="216496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45" name="Editable chart path">
            <a:extLst xmlns:a="http://schemas.openxmlformats.org/drawingml/2006/main">
              <a:ext uri="{FF2B5EF4-FFF2-40B4-BE49-F238E27FC236}">
                <a16:creationId xmlns:a16="http://schemas.microsoft.com/office/drawing/2014/main" id="{5AE9F9B8-3BAC-4732-8A1C-B5250F2F5DE5}"/>
              </a:ext>
            </a:extLst>
          </p:cNvPr>
          <p:cNvSpPr>
            <a:spLocks xmlns:a="http://schemas.openxmlformats.org/drawingml/2006/main" noGrp="1"/>
          </p:cNvSpPr>
          <p:nvPr/>
        </p:nvSpPr>
        <p:spPr>
          <a:xfrm xmlns:a="http://schemas.openxmlformats.org/drawingml/2006/main">
            <a:off x="224396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46" name="Editable chart path">
            <a:extLst xmlns:a="http://schemas.openxmlformats.org/drawingml/2006/main">
              <a:ext uri="{FF2B5EF4-FFF2-40B4-BE49-F238E27FC236}">
                <a16:creationId xmlns:a16="http://schemas.microsoft.com/office/drawing/2014/main" id="{967840E2-9772-4639-87D2-92B9A412FFF2}"/>
              </a:ext>
            </a:extLst>
          </p:cNvPr>
          <p:cNvSpPr>
            <a:spLocks xmlns:a="http://schemas.openxmlformats.org/drawingml/2006/main" noGrp="1"/>
          </p:cNvSpPr>
          <p:nvPr/>
        </p:nvSpPr>
        <p:spPr>
          <a:xfrm xmlns:a="http://schemas.openxmlformats.org/drawingml/2006/main">
            <a:off x="2322965"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47" name="Editable chart path">
            <a:extLst xmlns:a="http://schemas.openxmlformats.org/drawingml/2006/main">
              <a:ext uri="{FF2B5EF4-FFF2-40B4-BE49-F238E27FC236}">
                <a16:creationId xmlns:a16="http://schemas.microsoft.com/office/drawing/2014/main" id="{16EF7C2F-FC0C-4327-BB5A-F50C31BEA791}"/>
              </a:ext>
            </a:extLst>
          </p:cNvPr>
          <p:cNvSpPr>
            <a:spLocks xmlns:a="http://schemas.openxmlformats.org/drawingml/2006/main" noGrp="1"/>
          </p:cNvSpPr>
          <p:nvPr/>
        </p:nvSpPr>
        <p:spPr>
          <a:xfrm xmlns:a="http://schemas.openxmlformats.org/drawingml/2006/main">
            <a:off x="240196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48" name="Editable chart path">
            <a:extLst xmlns:a="http://schemas.openxmlformats.org/drawingml/2006/main">
              <a:ext uri="{FF2B5EF4-FFF2-40B4-BE49-F238E27FC236}">
                <a16:creationId xmlns:a16="http://schemas.microsoft.com/office/drawing/2014/main" id="{CB854E60-E3A1-4905-8F2F-F2C0DBC31DFD}"/>
              </a:ext>
            </a:extLst>
          </p:cNvPr>
          <p:cNvSpPr>
            <a:spLocks xmlns:a="http://schemas.openxmlformats.org/drawingml/2006/main" noGrp="1"/>
          </p:cNvSpPr>
          <p:nvPr/>
        </p:nvSpPr>
        <p:spPr>
          <a:xfrm xmlns:a="http://schemas.openxmlformats.org/drawingml/2006/main">
            <a:off x="248097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CFCD"/>
          </a:solidFill>
          <a:ln xmlns:a="http://schemas.openxmlformats.org/drawingml/2006/main" w="2292">
            <a:solidFill>
              <a:srgbClr val="FBFCFE"/>
            </a:solidFill>
            <a:prstDash val="solid"/>
          </a:ln>
        </p:spPr>
      </p:sp>
      <p:sp>
        <p:nvSpPr>
          <p:cNvPr id="249" name="Editable chart path">
            <a:extLst xmlns:a="http://schemas.openxmlformats.org/drawingml/2006/main">
              <a:ext uri="{FF2B5EF4-FFF2-40B4-BE49-F238E27FC236}">
                <a16:creationId xmlns:a16="http://schemas.microsoft.com/office/drawing/2014/main" id="{5FA0AE3D-2ED3-4940-9A44-F91501751085}"/>
              </a:ext>
            </a:extLst>
          </p:cNvPr>
          <p:cNvSpPr>
            <a:spLocks xmlns:a="http://schemas.openxmlformats.org/drawingml/2006/main" noGrp="1"/>
          </p:cNvSpPr>
          <p:nvPr/>
        </p:nvSpPr>
        <p:spPr>
          <a:xfrm xmlns:a="http://schemas.openxmlformats.org/drawingml/2006/main">
            <a:off x="255997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EBB"/>
          </a:solidFill>
          <a:ln xmlns:a="http://schemas.openxmlformats.org/drawingml/2006/main" w="2292">
            <a:solidFill>
              <a:srgbClr val="FBFCFE"/>
            </a:solidFill>
            <a:prstDash val="solid"/>
          </a:ln>
        </p:spPr>
      </p:sp>
      <p:sp>
        <p:nvSpPr>
          <p:cNvPr id="250" name="Editable chart path">
            <a:extLst xmlns:a="http://schemas.openxmlformats.org/drawingml/2006/main">
              <a:ext uri="{FF2B5EF4-FFF2-40B4-BE49-F238E27FC236}">
                <a16:creationId xmlns:a16="http://schemas.microsoft.com/office/drawing/2014/main" id="{666B718E-CCE3-4151-9E77-F58DE32D076D}"/>
              </a:ext>
            </a:extLst>
          </p:cNvPr>
          <p:cNvSpPr>
            <a:spLocks xmlns:a="http://schemas.openxmlformats.org/drawingml/2006/main" noGrp="1"/>
          </p:cNvSpPr>
          <p:nvPr/>
        </p:nvSpPr>
        <p:spPr>
          <a:xfrm xmlns:a="http://schemas.openxmlformats.org/drawingml/2006/main">
            <a:off x="263897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251" name="Editable chart path">
            <a:extLst xmlns:a="http://schemas.openxmlformats.org/drawingml/2006/main">
              <a:ext uri="{FF2B5EF4-FFF2-40B4-BE49-F238E27FC236}">
                <a16:creationId xmlns:a16="http://schemas.microsoft.com/office/drawing/2014/main" id="{2B7DB061-1074-4D71-BD95-CAAA17222B94}"/>
              </a:ext>
            </a:extLst>
          </p:cNvPr>
          <p:cNvSpPr>
            <a:spLocks xmlns:a="http://schemas.openxmlformats.org/drawingml/2006/main" noGrp="1"/>
          </p:cNvSpPr>
          <p:nvPr/>
        </p:nvSpPr>
        <p:spPr>
          <a:xfrm xmlns:a="http://schemas.openxmlformats.org/drawingml/2006/main">
            <a:off x="2717977"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252" name="Editable chart path">
            <a:extLst xmlns:a="http://schemas.openxmlformats.org/drawingml/2006/main">
              <a:ext uri="{FF2B5EF4-FFF2-40B4-BE49-F238E27FC236}">
                <a16:creationId xmlns:a16="http://schemas.microsoft.com/office/drawing/2014/main" id="{65940863-61CF-4D05-900E-C845B91B2754}"/>
              </a:ext>
            </a:extLst>
          </p:cNvPr>
          <p:cNvSpPr>
            <a:spLocks xmlns:a="http://schemas.openxmlformats.org/drawingml/2006/main" noGrp="1"/>
          </p:cNvSpPr>
          <p:nvPr/>
        </p:nvSpPr>
        <p:spPr>
          <a:xfrm xmlns:a="http://schemas.openxmlformats.org/drawingml/2006/main">
            <a:off x="279698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BA7"/>
          </a:solidFill>
          <a:ln xmlns:a="http://schemas.openxmlformats.org/drawingml/2006/main" w="2292">
            <a:solidFill>
              <a:srgbClr val="FBFCFE"/>
            </a:solidFill>
            <a:prstDash val="solid"/>
          </a:ln>
        </p:spPr>
      </p:sp>
      <p:sp>
        <p:nvSpPr>
          <p:cNvPr id="253" name="Editable chart path">
            <a:extLst xmlns:a="http://schemas.openxmlformats.org/drawingml/2006/main">
              <a:ext uri="{FF2B5EF4-FFF2-40B4-BE49-F238E27FC236}">
                <a16:creationId xmlns:a16="http://schemas.microsoft.com/office/drawing/2014/main" id="{80CB3F67-2154-4F4B-BB98-2A2A4F742A17}"/>
              </a:ext>
            </a:extLst>
          </p:cNvPr>
          <p:cNvSpPr>
            <a:spLocks xmlns:a="http://schemas.openxmlformats.org/drawingml/2006/main" noGrp="1"/>
          </p:cNvSpPr>
          <p:nvPr/>
        </p:nvSpPr>
        <p:spPr>
          <a:xfrm xmlns:a="http://schemas.openxmlformats.org/drawingml/2006/main">
            <a:off x="287598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AFAB"/>
          </a:solidFill>
          <a:ln xmlns:a="http://schemas.openxmlformats.org/drawingml/2006/main" w="2292">
            <a:solidFill>
              <a:srgbClr val="FBFCFE"/>
            </a:solidFill>
            <a:prstDash val="solid"/>
          </a:ln>
        </p:spPr>
      </p:sp>
      <p:sp>
        <p:nvSpPr>
          <p:cNvPr id="254" name="Editable chart path">
            <a:extLst xmlns:a="http://schemas.openxmlformats.org/drawingml/2006/main">
              <a:ext uri="{FF2B5EF4-FFF2-40B4-BE49-F238E27FC236}">
                <a16:creationId xmlns:a16="http://schemas.microsoft.com/office/drawing/2014/main" id="{10EC6FB7-4124-40BC-909B-1ED611F2D28C}"/>
              </a:ext>
            </a:extLst>
          </p:cNvPr>
          <p:cNvSpPr>
            <a:spLocks xmlns:a="http://schemas.openxmlformats.org/drawingml/2006/main" noGrp="1"/>
          </p:cNvSpPr>
          <p:nvPr/>
        </p:nvSpPr>
        <p:spPr>
          <a:xfrm xmlns:a="http://schemas.openxmlformats.org/drawingml/2006/main">
            <a:off x="295498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55" name="Editable chart path">
            <a:extLst xmlns:a="http://schemas.openxmlformats.org/drawingml/2006/main">
              <a:ext uri="{FF2B5EF4-FFF2-40B4-BE49-F238E27FC236}">
                <a16:creationId xmlns:a16="http://schemas.microsoft.com/office/drawing/2014/main" id="{23C13E8D-1486-4822-8420-501269A467E8}"/>
              </a:ext>
            </a:extLst>
          </p:cNvPr>
          <p:cNvSpPr>
            <a:spLocks xmlns:a="http://schemas.openxmlformats.org/drawingml/2006/main" noGrp="1"/>
          </p:cNvSpPr>
          <p:nvPr/>
        </p:nvSpPr>
        <p:spPr>
          <a:xfrm xmlns:a="http://schemas.openxmlformats.org/drawingml/2006/main">
            <a:off x="303398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256" name="Editable chart path">
            <a:extLst xmlns:a="http://schemas.openxmlformats.org/drawingml/2006/main">
              <a:ext uri="{FF2B5EF4-FFF2-40B4-BE49-F238E27FC236}">
                <a16:creationId xmlns:a16="http://schemas.microsoft.com/office/drawing/2014/main" id="{FC3B73FB-B3B1-446A-ABB6-13FB975D0489}"/>
              </a:ext>
            </a:extLst>
          </p:cNvPr>
          <p:cNvSpPr>
            <a:spLocks xmlns:a="http://schemas.openxmlformats.org/drawingml/2006/main" noGrp="1"/>
          </p:cNvSpPr>
          <p:nvPr/>
        </p:nvSpPr>
        <p:spPr>
          <a:xfrm xmlns:a="http://schemas.openxmlformats.org/drawingml/2006/main">
            <a:off x="3112990"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57" name="Editable chart path">
            <a:extLst xmlns:a="http://schemas.openxmlformats.org/drawingml/2006/main">
              <a:ext uri="{FF2B5EF4-FFF2-40B4-BE49-F238E27FC236}">
                <a16:creationId xmlns:a16="http://schemas.microsoft.com/office/drawing/2014/main" id="{6C01E30C-7EEE-4833-92B2-3F742A9C6325}"/>
              </a:ext>
            </a:extLst>
          </p:cNvPr>
          <p:cNvSpPr>
            <a:spLocks xmlns:a="http://schemas.openxmlformats.org/drawingml/2006/main" noGrp="1"/>
          </p:cNvSpPr>
          <p:nvPr/>
        </p:nvSpPr>
        <p:spPr>
          <a:xfrm xmlns:a="http://schemas.openxmlformats.org/drawingml/2006/main">
            <a:off x="319199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4E3"/>
          </a:solidFill>
          <a:ln xmlns:a="http://schemas.openxmlformats.org/drawingml/2006/main" w="2292">
            <a:solidFill>
              <a:srgbClr val="FBFCFE"/>
            </a:solidFill>
            <a:prstDash val="solid"/>
          </a:ln>
        </p:spPr>
      </p:sp>
      <p:sp>
        <p:nvSpPr>
          <p:cNvPr id="258" name="Editable chart path">
            <a:extLst xmlns:a="http://schemas.openxmlformats.org/drawingml/2006/main">
              <a:ext uri="{FF2B5EF4-FFF2-40B4-BE49-F238E27FC236}">
                <a16:creationId xmlns:a16="http://schemas.microsoft.com/office/drawing/2014/main" id="{A8591DBC-F3B8-40EE-AEF2-CA7C84218A80}"/>
              </a:ext>
            </a:extLst>
          </p:cNvPr>
          <p:cNvSpPr>
            <a:spLocks xmlns:a="http://schemas.openxmlformats.org/drawingml/2006/main" noGrp="1"/>
          </p:cNvSpPr>
          <p:nvPr/>
        </p:nvSpPr>
        <p:spPr>
          <a:xfrm xmlns:a="http://schemas.openxmlformats.org/drawingml/2006/main">
            <a:off x="327099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59" name="Editable chart path">
            <a:extLst xmlns:a="http://schemas.openxmlformats.org/drawingml/2006/main">
              <a:ext uri="{FF2B5EF4-FFF2-40B4-BE49-F238E27FC236}">
                <a16:creationId xmlns:a16="http://schemas.microsoft.com/office/drawing/2014/main" id="{6B6C2196-AC09-43FE-9C68-54C6C0B3FB85}"/>
              </a:ext>
            </a:extLst>
          </p:cNvPr>
          <p:cNvSpPr>
            <a:spLocks xmlns:a="http://schemas.openxmlformats.org/drawingml/2006/main" noGrp="1"/>
          </p:cNvSpPr>
          <p:nvPr/>
        </p:nvSpPr>
        <p:spPr>
          <a:xfrm xmlns:a="http://schemas.openxmlformats.org/drawingml/2006/main">
            <a:off x="3349997"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E4F4"/>
          </a:solidFill>
          <a:ln xmlns:a="http://schemas.openxmlformats.org/drawingml/2006/main" w="2292">
            <a:solidFill>
              <a:srgbClr val="FBFCFE"/>
            </a:solidFill>
            <a:prstDash val="solid"/>
          </a:ln>
        </p:spPr>
      </p:sp>
      <p:sp>
        <p:nvSpPr>
          <p:cNvPr id="260" name="Editable chart path">
            <a:extLst xmlns:a="http://schemas.openxmlformats.org/drawingml/2006/main">
              <a:ext uri="{FF2B5EF4-FFF2-40B4-BE49-F238E27FC236}">
                <a16:creationId xmlns:a16="http://schemas.microsoft.com/office/drawing/2014/main" id="{F9CC115E-1D58-4F51-AECE-168F4574D12B}"/>
              </a:ext>
            </a:extLst>
          </p:cNvPr>
          <p:cNvSpPr>
            <a:spLocks xmlns:a="http://schemas.openxmlformats.org/drawingml/2006/main" noGrp="1"/>
          </p:cNvSpPr>
          <p:nvPr/>
        </p:nvSpPr>
        <p:spPr>
          <a:xfrm xmlns:a="http://schemas.openxmlformats.org/drawingml/2006/main">
            <a:off x="342900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1DFF4"/>
          </a:solidFill>
          <a:ln xmlns:a="http://schemas.openxmlformats.org/drawingml/2006/main" w="2292">
            <a:solidFill>
              <a:srgbClr val="FBFCFE"/>
            </a:solidFill>
            <a:prstDash val="solid"/>
          </a:ln>
        </p:spPr>
      </p:sp>
      <p:sp>
        <p:nvSpPr>
          <p:cNvPr id="261" name="Editable chart path">
            <a:extLst xmlns:a="http://schemas.openxmlformats.org/drawingml/2006/main">
              <a:ext uri="{FF2B5EF4-FFF2-40B4-BE49-F238E27FC236}">
                <a16:creationId xmlns:a16="http://schemas.microsoft.com/office/drawing/2014/main" id="{4032E10C-7FA3-4A4A-B21E-63625576EFEA}"/>
              </a:ext>
            </a:extLst>
          </p:cNvPr>
          <p:cNvSpPr>
            <a:spLocks xmlns:a="http://schemas.openxmlformats.org/drawingml/2006/main" noGrp="1"/>
          </p:cNvSpPr>
          <p:nvPr/>
        </p:nvSpPr>
        <p:spPr>
          <a:xfrm xmlns:a="http://schemas.openxmlformats.org/drawingml/2006/main">
            <a:off x="3508002"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62" name="Editable chart path">
            <a:extLst xmlns:a="http://schemas.openxmlformats.org/drawingml/2006/main">
              <a:ext uri="{FF2B5EF4-FFF2-40B4-BE49-F238E27FC236}">
                <a16:creationId xmlns:a16="http://schemas.microsoft.com/office/drawing/2014/main" id="{ACB40024-08D6-47AD-BB79-9129953CDC9D}"/>
              </a:ext>
            </a:extLst>
          </p:cNvPr>
          <p:cNvSpPr>
            <a:spLocks xmlns:a="http://schemas.openxmlformats.org/drawingml/2006/main" noGrp="1"/>
          </p:cNvSpPr>
          <p:nvPr/>
        </p:nvSpPr>
        <p:spPr>
          <a:xfrm xmlns:a="http://schemas.openxmlformats.org/drawingml/2006/main">
            <a:off x="358700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263" name="Editable chart path">
            <a:extLst xmlns:a="http://schemas.openxmlformats.org/drawingml/2006/main">
              <a:ext uri="{FF2B5EF4-FFF2-40B4-BE49-F238E27FC236}">
                <a16:creationId xmlns:a16="http://schemas.microsoft.com/office/drawing/2014/main" id="{05D42DED-0352-4C76-8D25-DBBE10F71ADC}"/>
              </a:ext>
            </a:extLst>
          </p:cNvPr>
          <p:cNvSpPr>
            <a:spLocks xmlns:a="http://schemas.openxmlformats.org/drawingml/2006/main" noGrp="1"/>
          </p:cNvSpPr>
          <p:nvPr/>
        </p:nvSpPr>
        <p:spPr>
          <a:xfrm xmlns:a="http://schemas.openxmlformats.org/drawingml/2006/main">
            <a:off x="3666008"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7E3F4"/>
          </a:solidFill>
          <a:ln xmlns:a="http://schemas.openxmlformats.org/drawingml/2006/main" w="2292">
            <a:solidFill>
              <a:srgbClr val="FBFCFE"/>
            </a:solidFill>
            <a:prstDash val="solid"/>
          </a:ln>
        </p:spPr>
      </p:sp>
      <p:sp>
        <p:nvSpPr>
          <p:cNvPr id="264" name="Editable chart path">
            <a:extLst xmlns:a="http://schemas.openxmlformats.org/drawingml/2006/main">
              <a:ext uri="{FF2B5EF4-FFF2-40B4-BE49-F238E27FC236}">
                <a16:creationId xmlns:a16="http://schemas.microsoft.com/office/drawing/2014/main" id="{30A9A31B-5EE5-4EBE-A3F2-A0C4E4E81D52}"/>
              </a:ext>
            </a:extLst>
          </p:cNvPr>
          <p:cNvSpPr>
            <a:spLocks xmlns:a="http://schemas.openxmlformats.org/drawingml/2006/main" noGrp="1"/>
          </p:cNvSpPr>
          <p:nvPr/>
        </p:nvSpPr>
        <p:spPr>
          <a:xfrm xmlns:a="http://schemas.openxmlformats.org/drawingml/2006/main">
            <a:off x="374501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E6F4"/>
          </a:solidFill>
          <a:ln xmlns:a="http://schemas.openxmlformats.org/drawingml/2006/main" w="2292">
            <a:solidFill>
              <a:srgbClr val="FBFCFE"/>
            </a:solidFill>
            <a:prstDash val="solid"/>
          </a:ln>
        </p:spPr>
      </p:sp>
      <p:sp>
        <p:nvSpPr>
          <p:cNvPr id="265" name="Editable chart path">
            <a:extLst xmlns:a="http://schemas.openxmlformats.org/drawingml/2006/main">
              <a:ext uri="{FF2B5EF4-FFF2-40B4-BE49-F238E27FC236}">
                <a16:creationId xmlns:a16="http://schemas.microsoft.com/office/drawing/2014/main" id="{E5316533-B1E7-4AC8-9304-F35589D56A29}"/>
              </a:ext>
            </a:extLst>
          </p:cNvPr>
          <p:cNvSpPr>
            <a:spLocks xmlns:a="http://schemas.openxmlformats.org/drawingml/2006/main" noGrp="1"/>
          </p:cNvSpPr>
          <p:nvPr/>
        </p:nvSpPr>
        <p:spPr>
          <a:xfrm xmlns:a="http://schemas.openxmlformats.org/drawingml/2006/main">
            <a:off x="3824012"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BFD5F3"/>
          </a:solidFill>
          <a:ln xmlns:a="http://schemas.openxmlformats.org/drawingml/2006/main" w="2292">
            <a:solidFill>
              <a:srgbClr val="FBFCFE"/>
            </a:solidFill>
            <a:prstDash val="solid"/>
          </a:ln>
        </p:spPr>
      </p:sp>
      <p:sp>
        <p:nvSpPr>
          <p:cNvPr id="266" name="Editable chart path">
            <a:extLst xmlns:a="http://schemas.openxmlformats.org/drawingml/2006/main">
              <a:ext uri="{FF2B5EF4-FFF2-40B4-BE49-F238E27FC236}">
                <a16:creationId xmlns:a16="http://schemas.microsoft.com/office/drawing/2014/main" id="{48ED01CB-3B57-43DD-A9CC-71B23147268E}"/>
              </a:ext>
            </a:extLst>
          </p:cNvPr>
          <p:cNvSpPr>
            <a:spLocks xmlns:a="http://schemas.openxmlformats.org/drawingml/2006/main" noGrp="1"/>
          </p:cNvSpPr>
          <p:nvPr/>
        </p:nvSpPr>
        <p:spPr>
          <a:xfrm xmlns:a="http://schemas.openxmlformats.org/drawingml/2006/main">
            <a:off x="3903015"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267" name="Editable chart path">
            <a:extLst xmlns:a="http://schemas.openxmlformats.org/drawingml/2006/main">
              <a:ext uri="{FF2B5EF4-FFF2-40B4-BE49-F238E27FC236}">
                <a16:creationId xmlns:a16="http://schemas.microsoft.com/office/drawing/2014/main" id="{44CB2000-CBCD-403E-B7E7-E3A420B2DA92}"/>
              </a:ext>
            </a:extLst>
          </p:cNvPr>
          <p:cNvSpPr>
            <a:spLocks xmlns:a="http://schemas.openxmlformats.org/drawingml/2006/main" noGrp="1"/>
          </p:cNvSpPr>
          <p:nvPr/>
        </p:nvSpPr>
        <p:spPr>
          <a:xfrm xmlns:a="http://schemas.openxmlformats.org/drawingml/2006/main">
            <a:off x="3982018"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8"/>
          </a:solidFill>
          <a:ln xmlns:a="http://schemas.openxmlformats.org/drawingml/2006/main" w="2292">
            <a:solidFill>
              <a:srgbClr val="FBFCFE"/>
            </a:solidFill>
            <a:prstDash val="solid"/>
          </a:ln>
        </p:spPr>
      </p:sp>
      <p:sp>
        <p:nvSpPr>
          <p:cNvPr id="268" name="Editable chart path">
            <a:extLst xmlns:a="http://schemas.openxmlformats.org/drawingml/2006/main">
              <a:ext uri="{FF2B5EF4-FFF2-40B4-BE49-F238E27FC236}">
                <a16:creationId xmlns:a16="http://schemas.microsoft.com/office/drawing/2014/main" id="{7A5F2D14-721D-4632-9D93-3D4A4066D198}"/>
              </a:ext>
            </a:extLst>
          </p:cNvPr>
          <p:cNvSpPr>
            <a:spLocks xmlns:a="http://schemas.openxmlformats.org/drawingml/2006/main" noGrp="1"/>
          </p:cNvSpPr>
          <p:nvPr/>
        </p:nvSpPr>
        <p:spPr>
          <a:xfrm xmlns:a="http://schemas.openxmlformats.org/drawingml/2006/main">
            <a:off x="406102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269" name="Editable chart path">
            <a:extLst xmlns:a="http://schemas.openxmlformats.org/drawingml/2006/main">
              <a:ext uri="{FF2B5EF4-FFF2-40B4-BE49-F238E27FC236}">
                <a16:creationId xmlns:a16="http://schemas.microsoft.com/office/drawing/2014/main" id="{858D56A1-E799-442E-A744-3CDA4BD53AE7}"/>
              </a:ext>
            </a:extLst>
          </p:cNvPr>
          <p:cNvSpPr>
            <a:spLocks xmlns:a="http://schemas.openxmlformats.org/drawingml/2006/main" noGrp="1"/>
          </p:cNvSpPr>
          <p:nvPr/>
        </p:nvSpPr>
        <p:spPr>
          <a:xfrm xmlns:a="http://schemas.openxmlformats.org/drawingml/2006/main">
            <a:off x="4140023"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E6F4"/>
          </a:solidFill>
          <a:ln xmlns:a="http://schemas.openxmlformats.org/drawingml/2006/main" w="2292">
            <a:solidFill>
              <a:srgbClr val="FBFCFE"/>
            </a:solidFill>
            <a:prstDash val="solid"/>
          </a:ln>
        </p:spPr>
      </p:sp>
      <p:sp>
        <p:nvSpPr>
          <p:cNvPr id="270" name="Editable chart path">
            <a:extLst xmlns:a="http://schemas.openxmlformats.org/drawingml/2006/main">
              <a:ext uri="{FF2B5EF4-FFF2-40B4-BE49-F238E27FC236}">
                <a16:creationId xmlns:a16="http://schemas.microsoft.com/office/drawing/2014/main" id="{221348C2-C27B-4F64-B045-6B2617A5882E}"/>
              </a:ext>
            </a:extLst>
          </p:cNvPr>
          <p:cNvSpPr>
            <a:spLocks xmlns:a="http://schemas.openxmlformats.org/drawingml/2006/main" noGrp="1"/>
          </p:cNvSpPr>
          <p:nvPr/>
        </p:nvSpPr>
        <p:spPr>
          <a:xfrm xmlns:a="http://schemas.openxmlformats.org/drawingml/2006/main">
            <a:off x="421902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CFCD"/>
          </a:solidFill>
          <a:ln xmlns:a="http://schemas.openxmlformats.org/drawingml/2006/main" w="2292">
            <a:solidFill>
              <a:srgbClr val="FBFCFE"/>
            </a:solidFill>
            <a:prstDash val="solid"/>
          </a:ln>
        </p:spPr>
      </p:sp>
      <p:sp>
        <p:nvSpPr>
          <p:cNvPr id="271" name="Editable chart path">
            <a:extLst xmlns:a="http://schemas.openxmlformats.org/drawingml/2006/main">
              <a:ext uri="{FF2B5EF4-FFF2-40B4-BE49-F238E27FC236}">
                <a16:creationId xmlns:a16="http://schemas.microsoft.com/office/drawing/2014/main" id="{66CAAB5A-A102-4C38-9B3F-E49C8C9AB56B}"/>
              </a:ext>
            </a:extLst>
          </p:cNvPr>
          <p:cNvSpPr>
            <a:spLocks xmlns:a="http://schemas.openxmlformats.org/drawingml/2006/main" noGrp="1"/>
          </p:cNvSpPr>
          <p:nvPr/>
        </p:nvSpPr>
        <p:spPr>
          <a:xfrm xmlns:a="http://schemas.openxmlformats.org/drawingml/2006/main">
            <a:off x="4298027"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DA9"/>
          </a:solidFill>
          <a:ln xmlns:a="http://schemas.openxmlformats.org/drawingml/2006/main" w="2292">
            <a:solidFill>
              <a:srgbClr val="FBFCFE"/>
            </a:solidFill>
            <a:prstDash val="solid"/>
          </a:ln>
        </p:spPr>
      </p:sp>
      <p:sp>
        <p:nvSpPr>
          <p:cNvPr id="272" name="Editable chart path">
            <a:extLst xmlns:a="http://schemas.openxmlformats.org/drawingml/2006/main">
              <a:ext uri="{FF2B5EF4-FFF2-40B4-BE49-F238E27FC236}">
                <a16:creationId xmlns:a16="http://schemas.microsoft.com/office/drawing/2014/main" id="{5379C36A-4668-43F3-B725-B397715C4253}"/>
              </a:ext>
            </a:extLst>
          </p:cNvPr>
          <p:cNvSpPr>
            <a:spLocks xmlns:a="http://schemas.openxmlformats.org/drawingml/2006/main" noGrp="1"/>
          </p:cNvSpPr>
          <p:nvPr/>
        </p:nvSpPr>
        <p:spPr>
          <a:xfrm xmlns:a="http://schemas.openxmlformats.org/drawingml/2006/main">
            <a:off x="437703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73" name="Editable chart path">
            <a:extLst xmlns:a="http://schemas.openxmlformats.org/drawingml/2006/main">
              <a:ext uri="{FF2B5EF4-FFF2-40B4-BE49-F238E27FC236}">
                <a16:creationId xmlns:a16="http://schemas.microsoft.com/office/drawing/2014/main" id="{829B8A8D-FF7F-4B5B-8BDF-E936041C8FFD}"/>
              </a:ext>
            </a:extLst>
          </p:cNvPr>
          <p:cNvSpPr>
            <a:spLocks xmlns:a="http://schemas.openxmlformats.org/drawingml/2006/main" noGrp="1"/>
          </p:cNvSpPr>
          <p:nvPr/>
        </p:nvSpPr>
        <p:spPr>
          <a:xfrm xmlns:a="http://schemas.openxmlformats.org/drawingml/2006/main">
            <a:off x="4456033"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74" name="Editable chart path">
            <a:extLst xmlns:a="http://schemas.openxmlformats.org/drawingml/2006/main">
              <a:ext uri="{FF2B5EF4-FFF2-40B4-BE49-F238E27FC236}">
                <a16:creationId xmlns:a16="http://schemas.microsoft.com/office/drawing/2014/main" id="{2F4BAB55-D18C-4840-8EF0-69CB8F6E8556}"/>
              </a:ext>
            </a:extLst>
          </p:cNvPr>
          <p:cNvSpPr>
            <a:spLocks xmlns:a="http://schemas.openxmlformats.org/drawingml/2006/main" noGrp="1"/>
          </p:cNvSpPr>
          <p:nvPr/>
        </p:nvSpPr>
        <p:spPr>
          <a:xfrm xmlns:a="http://schemas.openxmlformats.org/drawingml/2006/main">
            <a:off x="453503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75" name="Editable chart path">
            <a:extLst xmlns:a="http://schemas.openxmlformats.org/drawingml/2006/main">
              <a:ext uri="{FF2B5EF4-FFF2-40B4-BE49-F238E27FC236}">
                <a16:creationId xmlns:a16="http://schemas.microsoft.com/office/drawing/2014/main" id="{592BB29D-6EB1-47FE-82BD-CEF757668DAA}"/>
              </a:ext>
            </a:extLst>
          </p:cNvPr>
          <p:cNvSpPr>
            <a:spLocks xmlns:a="http://schemas.openxmlformats.org/drawingml/2006/main" noGrp="1"/>
          </p:cNvSpPr>
          <p:nvPr/>
        </p:nvSpPr>
        <p:spPr>
          <a:xfrm xmlns:a="http://schemas.openxmlformats.org/drawingml/2006/main">
            <a:off x="4614038"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76" name="Editable chart path">
            <a:extLst xmlns:a="http://schemas.openxmlformats.org/drawingml/2006/main">
              <a:ext uri="{FF2B5EF4-FFF2-40B4-BE49-F238E27FC236}">
                <a16:creationId xmlns:a16="http://schemas.microsoft.com/office/drawing/2014/main" id="{962643C7-2DDF-4D8D-AFA0-1F8EBB2BB06A}"/>
              </a:ext>
            </a:extLst>
          </p:cNvPr>
          <p:cNvSpPr>
            <a:spLocks xmlns:a="http://schemas.openxmlformats.org/drawingml/2006/main" noGrp="1"/>
          </p:cNvSpPr>
          <p:nvPr/>
        </p:nvSpPr>
        <p:spPr>
          <a:xfrm xmlns:a="http://schemas.openxmlformats.org/drawingml/2006/main">
            <a:off x="4693040" y="369111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77" name="Editable chart path">
            <a:extLst xmlns:a="http://schemas.openxmlformats.org/drawingml/2006/main">
              <a:ext uri="{FF2B5EF4-FFF2-40B4-BE49-F238E27FC236}">
                <a16:creationId xmlns:a16="http://schemas.microsoft.com/office/drawing/2014/main" id="{D81538C7-70E5-433D-BB0E-7CC95D4C66CC}"/>
              </a:ext>
            </a:extLst>
          </p:cNvPr>
          <p:cNvSpPr>
            <a:spLocks xmlns:a="http://schemas.openxmlformats.org/drawingml/2006/main" noGrp="1"/>
          </p:cNvSpPr>
          <p:nvPr/>
        </p:nvSpPr>
        <p:spPr>
          <a:xfrm xmlns:a="http://schemas.openxmlformats.org/drawingml/2006/main">
            <a:off x="4772043"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78" name="Editable chart path">
            <a:extLst xmlns:a="http://schemas.openxmlformats.org/drawingml/2006/main">
              <a:ext uri="{FF2B5EF4-FFF2-40B4-BE49-F238E27FC236}">
                <a16:creationId xmlns:a16="http://schemas.microsoft.com/office/drawing/2014/main" id="{AD066682-147F-47EA-A294-7ED1EF3EE68C}"/>
              </a:ext>
            </a:extLst>
          </p:cNvPr>
          <p:cNvSpPr>
            <a:spLocks xmlns:a="http://schemas.openxmlformats.org/drawingml/2006/main" noGrp="1"/>
          </p:cNvSpPr>
          <p:nvPr/>
        </p:nvSpPr>
        <p:spPr>
          <a:xfrm xmlns:a="http://schemas.openxmlformats.org/drawingml/2006/main">
            <a:off x="4851045"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79" name="Editable chart path">
            <a:extLst xmlns:a="http://schemas.openxmlformats.org/drawingml/2006/main">
              <a:ext uri="{FF2B5EF4-FFF2-40B4-BE49-F238E27FC236}">
                <a16:creationId xmlns:a16="http://schemas.microsoft.com/office/drawing/2014/main" id="{79F91D5E-C53A-410B-AE8D-909745656714}"/>
              </a:ext>
            </a:extLst>
          </p:cNvPr>
          <p:cNvSpPr>
            <a:spLocks xmlns:a="http://schemas.openxmlformats.org/drawingml/2006/main" noGrp="1"/>
          </p:cNvSpPr>
          <p:nvPr/>
        </p:nvSpPr>
        <p:spPr>
          <a:xfrm xmlns:a="http://schemas.openxmlformats.org/drawingml/2006/main">
            <a:off x="4930048"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0" name="Editable chart path">
            <a:extLst xmlns:a="http://schemas.openxmlformats.org/drawingml/2006/main">
              <a:ext uri="{FF2B5EF4-FFF2-40B4-BE49-F238E27FC236}">
                <a16:creationId xmlns:a16="http://schemas.microsoft.com/office/drawing/2014/main" id="{E317F84A-1A66-4A86-B2E8-0DE96BD8FF3B}"/>
              </a:ext>
            </a:extLst>
          </p:cNvPr>
          <p:cNvSpPr>
            <a:spLocks xmlns:a="http://schemas.openxmlformats.org/drawingml/2006/main" noGrp="1"/>
          </p:cNvSpPr>
          <p:nvPr/>
        </p:nvSpPr>
        <p:spPr>
          <a:xfrm xmlns:a="http://schemas.openxmlformats.org/drawingml/2006/main">
            <a:off x="5009050" y="369111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1" name="Editable chart path">
            <a:extLst xmlns:a="http://schemas.openxmlformats.org/drawingml/2006/main">
              <a:ext uri="{FF2B5EF4-FFF2-40B4-BE49-F238E27FC236}">
                <a16:creationId xmlns:a16="http://schemas.microsoft.com/office/drawing/2014/main" id="{EA369090-A021-4158-BBD9-2517FD056CC9}"/>
              </a:ext>
            </a:extLst>
          </p:cNvPr>
          <p:cNvSpPr>
            <a:spLocks xmlns:a="http://schemas.openxmlformats.org/drawingml/2006/main" noGrp="1"/>
          </p:cNvSpPr>
          <p:nvPr/>
        </p:nvSpPr>
        <p:spPr>
          <a:xfrm xmlns:a="http://schemas.openxmlformats.org/drawingml/2006/main">
            <a:off x="145393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2" name="Editable chart path">
            <a:extLst xmlns:a="http://schemas.openxmlformats.org/drawingml/2006/main">
              <a:ext uri="{FF2B5EF4-FFF2-40B4-BE49-F238E27FC236}">
                <a16:creationId xmlns:a16="http://schemas.microsoft.com/office/drawing/2014/main" id="{D94DE3BB-CA21-4E02-B29A-974B60BE6DC5}"/>
              </a:ext>
            </a:extLst>
          </p:cNvPr>
          <p:cNvSpPr>
            <a:spLocks xmlns:a="http://schemas.openxmlformats.org/drawingml/2006/main" noGrp="1"/>
          </p:cNvSpPr>
          <p:nvPr/>
        </p:nvSpPr>
        <p:spPr>
          <a:xfrm xmlns:a="http://schemas.openxmlformats.org/drawingml/2006/main">
            <a:off x="1532940"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3" name="Editable chart path">
            <a:extLst xmlns:a="http://schemas.openxmlformats.org/drawingml/2006/main">
              <a:ext uri="{FF2B5EF4-FFF2-40B4-BE49-F238E27FC236}">
                <a16:creationId xmlns:a16="http://schemas.microsoft.com/office/drawing/2014/main" id="{FA337D76-BEDB-43CE-B76D-62F58F5487D4}"/>
              </a:ext>
            </a:extLst>
          </p:cNvPr>
          <p:cNvSpPr>
            <a:spLocks xmlns:a="http://schemas.openxmlformats.org/drawingml/2006/main" noGrp="1"/>
          </p:cNvSpPr>
          <p:nvPr/>
        </p:nvSpPr>
        <p:spPr>
          <a:xfrm xmlns:a="http://schemas.openxmlformats.org/drawingml/2006/main">
            <a:off x="161194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4" name="Editable chart path">
            <a:extLst xmlns:a="http://schemas.openxmlformats.org/drawingml/2006/main">
              <a:ext uri="{FF2B5EF4-FFF2-40B4-BE49-F238E27FC236}">
                <a16:creationId xmlns:a16="http://schemas.microsoft.com/office/drawing/2014/main" id="{748243B5-3691-4BF2-8D0F-B1ED680DBBF9}"/>
              </a:ext>
            </a:extLst>
          </p:cNvPr>
          <p:cNvSpPr>
            <a:spLocks xmlns:a="http://schemas.openxmlformats.org/drawingml/2006/main" noGrp="1"/>
          </p:cNvSpPr>
          <p:nvPr/>
        </p:nvSpPr>
        <p:spPr>
          <a:xfrm xmlns:a="http://schemas.openxmlformats.org/drawingml/2006/main">
            <a:off x="169094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5" name="Editable chart path">
            <a:extLst xmlns:a="http://schemas.openxmlformats.org/drawingml/2006/main">
              <a:ext uri="{FF2B5EF4-FFF2-40B4-BE49-F238E27FC236}">
                <a16:creationId xmlns:a16="http://schemas.microsoft.com/office/drawing/2014/main" id="{4F769771-FC6C-4337-AFF9-649DB0F56757}"/>
              </a:ext>
            </a:extLst>
          </p:cNvPr>
          <p:cNvSpPr>
            <a:spLocks xmlns:a="http://schemas.openxmlformats.org/drawingml/2006/main" noGrp="1"/>
          </p:cNvSpPr>
          <p:nvPr/>
        </p:nvSpPr>
        <p:spPr>
          <a:xfrm xmlns:a="http://schemas.openxmlformats.org/drawingml/2006/main">
            <a:off x="176994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6" name="Editable chart path">
            <a:extLst xmlns:a="http://schemas.openxmlformats.org/drawingml/2006/main">
              <a:ext uri="{FF2B5EF4-FFF2-40B4-BE49-F238E27FC236}">
                <a16:creationId xmlns:a16="http://schemas.microsoft.com/office/drawing/2014/main" id="{C63DE386-E079-45B4-9228-A0391DE66179}"/>
              </a:ext>
            </a:extLst>
          </p:cNvPr>
          <p:cNvSpPr>
            <a:spLocks xmlns:a="http://schemas.openxmlformats.org/drawingml/2006/main" noGrp="1"/>
          </p:cNvSpPr>
          <p:nvPr/>
        </p:nvSpPr>
        <p:spPr>
          <a:xfrm xmlns:a="http://schemas.openxmlformats.org/drawingml/2006/main">
            <a:off x="184895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7" name="Editable chart path">
            <a:extLst xmlns:a="http://schemas.openxmlformats.org/drawingml/2006/main">
              <a:ext uri="{FF2B5EF4-FFF2-40B4-BE49-F238E27FC236}">
                <a16:creationId xmlns:a16="http://schemas.microsoft.com/office/drawing/2014/main" id="{CA4263CE-4DBC-46DD-A33C-2A5F8D3D6159}"/>
              </a:ext>
            </a:extLst>
          </p:cNvPr>
          <p:cNvSpPr>
            <a:spLocks xmlns:a="http://schemas.openxmlformats.org/drawingml/2006/main" noGrp="1"/>
          </p:cNvSpPr>
          <p:nvPr/>
        </p:nvSpPr>
        <p:spPr>
          <a:xfrm xmlns:a="http://schemas.openxmlformats.org/drawingml/2006/main">
            <a:off x="1927952"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8" name="Editable chart path">
            <a:extLst xmlns:a="http://schemas.openxmlformats.org/drawingml/2006/main">
              <a:ext uri="{FF2B5EF4-FFF2-40B4-BE49-F238E27FC236}">
                <a16:creationId xmlns:a16="http://schemas.microsoft.com/office/drawing/2014/main" id="{55E2BD16-9F61-4EBF-81A5-69C3EC6DB232}"/>
              </a:ext>
            </a:extLst>
          </p:cNvPr>
          <p:cNvSpPr>
            <a:spLocks xmlns:a="http://schemas.openxmlformats.org/drawingml/2006/main" noGrp="1"/>
          </p:cNvSpPr>
          <p:nvPr/>
        </p:nvSpPr>
        <p:spPr>
          <a:xfrm xmlns:a="http://schemas.openxmlformats.org/drawingml/2006/main">
            <a:off x="200695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89" name="Editable chart path">
            <a:extLst xmlns:a="http://schemas.openxmlformats.org/drawingml/2006/main">
              <a:ext uri="{FF2B5EF4-FFF2-40B4-BE49-F238E27FC236}">
                <a16:creationId xmlns:a16="http://schemas.microsoft.com/office/drawing/2014/main" id="{3D4824AE-F318-44A1-9E15-600E3DCB32EE}"/>
              </a:ext>
            </a:extLst>
          </p:cNvPr>
          <p:cNvSpPr>
            <a:spLocks xmlns:a="http://schemas.openxmlformats.org/drawingml/2006/main" noGrp="1"/>
          </p:cNvSpPr>
          <p:nvPr/>
        </p:nvSpPr>
        <p:spPr>
          <a:xfrm xmlns:a="http://schemas.openxmlformats.org/drawingml/2006/main">
            <a:off x="208595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90" name="Editable chart path">
            <a:extLst xmlns:a="http://schemas.openxmlformats.org/drawingml/2006/main">
              <a:ext uri="{FF2B5EF4-FFF2-40B4-BE49-F238E27FC236}">
                <a16:creationId xmlns:a16="http://schemas.microsoft.com/office/drawing/2014/main" id="{61B104AD-7D2D-42B5-A65C-082946B8630F}"/>
              </a:ext>
            </a:extLst>
          </p:cNvPr>
          <p:cNvSpPr>
            <a:spLocks xmlns:a="http://schemas.openxmlformats.org/drawingml/2006/main" noGrp="1"/>
          </p:cNvSpPr>
          <p:nvPr/>
        </p:nvSpPr>
        <p:spPr>
          <a:xfrm xmlns:a="http://schemas.openxmlformats.org/drawingml/2006/main">
            <a:off x="216496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91" name="Editable chart path">
            <a:extLst xmlns:a="http://schemas.openxmlformats.org/drawingml/2006/main">
              <a:ext uri="{FF2B5EF4-FFF2-40B4-BE49-F238E27FC236}">
                <a16:creationId xmlns:a16="http://schemas.microsoft.com/office/drawing/2014/main" id="{235F08C1-1AB5-4BE5-9959-764354561B11}"/>
              </a:ext>
            </a:extLst>
          </p:cNvPr>
          <p:cNvSpPr>
            <a:spLocks xmlns:a="http://schemas.openxmlformats.org/drawingml/2006/main" noGrp="1"/>
          </p:cNvSpPr>
          <p:nvPr/>
        </p:nvSpPr>
        <p:spPr>
          <a:xfrm xmlns:a="http://schemas.openxmlformats.org/drawingml/2006/main">
            <a:off x="224396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92" name="Editable chart path">
            <a:extLst xmlns:a="http://schemas.openxmlformats.org/drawingml/2006/main">
              <a:ext uri="{FF2B5EF4-FFF2-40B4-BE49-F238E27FC236}">
                <a16:creationId xmlns:a16="http://schemas.microsoft.com/office/drawing/2014/main" id="{9B8F7FE3-5963-468F-AE2B-4B941A94D572}"/>
              </a:ext>
            </a:extLst>
          </p:cNvPr>
          <p:cNvSpPr>
            <a:spLocks xmlns:a="http://schemas.openxmlformats.org/drawingml/2006/main" noGrp="1"/>
          </p:cNvSpPr>
          <p:nvPr/>
        </p:nvSpPr>
        <p:spPr>
          <a:xfrm xmlns:a="http://schemas.openxmlformats.org/drawingml/2006/main">
            <a:off x="2322965"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293" name="Editable chart path">
            <a:extLst xmlns:a="http://schemas.openxmlformats.org/drawingml/2006/main">
              <a:ext uri="{FF2B5EF4-FFF2-40B4-BE49-F238E27FC236}">
                <a16:creationId xmlns:a16="http://schemas.microsoft.com/office/drawing/2014/main" id="{66EAC33C-35B1-4BC2-BF1B-18B7261CF419}"/>
              </a:ext>
            </a:extLst>
          </p:cNvPr>
          <p:cNvSpPr>
            <a:spLocks xmlns:a="http://schemas.openxmlformats.org/drawingml/2006/main" noGrp="1"/>
          </p:cNvSpPr>
          <p:nvPr/>
        </p:nvSpPr>
        <p:spPr>
          <a:xfrm xmlns:a="http://schemas.openxmlformats.org/drawingml/2006/main">
            <a:off x="240196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294" name="Editable chart path">
            <a:extLst xmlns:a="http://schemas.openxmlformats.org/drawingml/2006/main">
              <a:ext uri="{FF2B5EF4-FFF2-40B4-BE49-F238E27FC236}">
                <a16:creationId xmlns:a16="http://schemas.microsoft.com/office/drawing/2014/main" id="{57502495-DAB7-41CE-9C26-EC477E96FA38}"/>
              </a:ext>
            </a:extLst>
          </p:cNvPr>
          <p:cNvSpPr>
            <a:spLocks xmlns:a="http://schemas.openxmlformats.org/drawingml/2006/main" noGrp="1"/>
          </p:cNvSpPr>
          <p:nvPr/>
        </p:nvSpPr>
        <p:spPr>
          <a:xfrm xmlns:a="http://schemas.openxmlformats.org/drawingml/2006/main">
            <a:off x="248097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7E3F4"/>
          </a:solidFill>
          <a:ln xmlns:a="http://schemas.openxmlformats.org/drawingml/2006/main" w="2292">
            <a:solidFill>
              <a:srgbClr val="FBFCFE"/>
            </a:solidFill>
            <a:prstDash val="solid"/>
          </a:ln>
        </p:spPr>
      </p:sp>
      <p:sp>
        <p:nvSpPr>
          <p:cNvPr id="295" name="Editable chart path">
            <a:extLst xmlns:a="http://schemas.openxmlformats.org/drawingml/2006/main">
              <a:ext uri="{FF2B5EF4-FFF2-40B4-BE49-F238E27FC236}">
                <a16:creationId xmlns:a16="http://schemas.microsoft.com/office/drawing/2014/main" id="{8B31A1EE-4C59-4314-BAFD-4C79E5AC174C}"/>
              </a:ext>
            </a:extLst>
          </p:cNvPr>
          <p:cNvSpPr>
            <a:spLocks xmlns:a="http://schemas.openxmlformats.org/drawingml/2006/main" noGrp="1"/>
          </p:cNvSpPr>
          <p:nvPr/>
        </p:nvSpPr>
        <p:spPr>
          <a:xfrm xmlns:a="http://schemas.openxmlformats.org/drawingml/2006/main">
            <a:off x="255997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96" name="Editable chart path">
            <a:extLst xmlns:a="http://schemas.openxmlformats.org/drawingml/2006/main">
              <a:ext uri="{FF2B5EF4-FFF2-40B4-BE49-F238E27FC236}">
                <a16:creationId xmlns:a16="http://schemas.microsoft.com/office/drawing/2014/main" id="{E832A45E-2888-4A5A-BA9B-6063603F4217}"/>
              </a:ext>
            </a:extLst>
          </p:cNvPr>
          <p:cNvSpPr>
            <a:spLocks xmlns:a="http://schemas.openxmlformats.org/drawingml/2006/main" noGrp="1"/>
          </p:cNvSpPr>
          <p:nvPr/>
        </p:nvSpPr>
        <p:spPr>
          <a:xfrm xmlns:a="http://schemas.openxmlformats.org/drawingml/2006/main">
            <a:off x="263897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CFCD"/>
          </a:solidFill>
          <a:ln xmlns:a="http://schemas.openxmlformats.org/drawingml/2006/main" w="2292">
            <a:solidFill>
              <a:srgbClr val="FBFCFE"/>
            </a:solidFill>
            <a:prstDash val="solid"/>
          </a:ln>
        </p:spPr>
      </p:sp>
      <p:sp>
        <p:nvSpPr>
          <p:cNvPr id="297" name="Editable chart path">
            <a:extLst xmlns:a="http://schemas.openxmlformats.org/drawingml/2006/main">
              <a:ext uri="{FF2B5EF4-FFF2-40B4-BE49-F238E27FC236}">
                <a16:creationId xmlns:a16="http://schemas.microsoft.com/office/drawing/2014/main" id="{55CD1D87-D89B-4114-8E31-E8BF84A1FDE2}"/>
              </a:ext>
            </a:extLst>
          </p:cNvPr>
          <p:cNvSpPr>
            <a:spLocks xmlns:a="http://schemas.openxmlformats.org/drawingml/2006/main" noGrp="1"/>
          </p:cNvSpPr>
          <p:nvPr/>
        </p:nvSpPr>
        <p:spPr>
          <a:xfrm xmlns:a="http://schemas.openxmlformats.org/drawingml/2006/main">
            <a:off x="2717977"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3B0"/>
          </a:solidFill>
          <a:ln xmlns:a="http://schemas.openxmlformats.org/drawingml/2006/main" w="2292">
            <a:solidFill>
              <a:srgbClr val="FBFCFE"/>
            </a:solidFill>
            <a:prstDash val="solid"/>
          </a:ln>
        </p:spPr>
      </p:sp>
      <p:sp>
        <p:nvSpPr>
          <p:cNvPr id="298" name="Editable chart path">
            <a:extLst xmlns:a="http://schemas.openxmlformats.org/drawingml/2006/main">
              <a:ext uri="{FF2B5EF4-FFF2-40B4-BE49-F238E27FC236}">
                <a16:creationId xmlns:a16="http://schemas.microsoft.com/office/drawing/2014/main" id="{3603FB02-1A6D-4B8E-9DAF-3F6F2EC8E1DB}"/>
              </a:ext>
            </a:extLst>
          </p:cNvPr>
          <p:cNvSpPr>
            <a:spLocks xmlns:a="http://schemas.openxmlformats.org/drawingml/2006/main" noGrp="1"/>
          </p:cNvSpPr>
          <p:nvPr/>
        </p:nvSpPr>
        <p:spPr>
          <a:xfrm xmlns:a="http://schemas.openxmlformats.org/drawingml/2006/main">
            <a:off x="279698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299" name="Editable chart path">
            <a:extLst xmlns:a="http://schemas.openxmlformats.org/drawingml/2006/main">
              <a:ext uri="{FF2B5EF4-FFF2-40B4-BE49-F238E27FC236}">
                <a16:creationId xmlns:a16="http://schemas.microsoft.com/office/drawing/2014/main" id="{678D15A2-0A87-4E96-B589-7AE0594DC513}"/>
              </a:ext>
            </a:extLst>
          </p:cNvPr>
          <p:cNvSpPr>
            <a:spLocks xmlns:a="http://schemas.openxmlformats.org/drawingml/2006/main" noGrp="1"/>
          </p:cNvSpPr>
          <p:nvPr/>
        </p:nvSpPr>
        <p:spPr>
          <a:xfrm xmlns:a="http://schemas.openxmlformats.org/drawingml/2006/main">
            <a:off x="287598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00" name="Editable chart path">
            <a:extLst xmlns:a="http://schemas.openxmlformats.org/drawingml/2006/main">
              <a:ext uri="{FF2B5EF4-FFF2-40B4-BE49-F238E27FC236}">
                <a16:creationId xmlns:a16="http://schemas.microsoft.com/office/drawing/2014/main" id="{65446BE7-4F84-4B65-A179-9D76F7414F73}"/>
              </a:ext>
            </a:extLst>
          </p:cNvPr>
          <p:cNvSpPr>
            <a:spLocks xmlns:a="http://schemas.openxmlformats.org/drawingml/2006/main" noGrp="1"/>
          </p:cNvSpPr>
          <p:nvPr/>
        </p:nvSpPr>
        <p:spPr>
          <a:xfrm xmlns:a="http://schemas.openxmlformats.org/drawingml/2006/main">
            <a:off x="295498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301" name="Editable chart path">
            <a:extLst xmlns:a="http://schemas.openxmlformats.org/drawingml/2006/main">
              <a:ext uri="{FF2B5EF4-FFF2-40B4-BE49-F238E27FC236}">
                <a16:creationId xmlns:a16="http://schemas.microsoft.com/office/drawing/2014/main" id="{53EED8F0-21F7-46A7-8DB8-47D6A170B9C4}"/>
              </a:ext>
            </a:extLst>
          </p:cNvPr>
          <p:cNvSpPr>
            <a:spLocks xmlns:a="http://schemas.openxmlformats.org/drawingml/2006/main" noGrp="1"/>
          </p:cNvSpPr>
          <p:nvPr/>
        </p:nvSpPr>
        <p:spPr>
          <a:xfrm xmlns:a="http://schemas.openxmlformats.org/drawingml/2006/main">
            <a:off x="303398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302" name="Editable chart path">
            <a:extLst xmlns:a="http://schemas.openxmlformats.org/drawingml/2006/main">
              <a:ext uri="{FF2B5EF4-FFF2-40B4-BE49-F238E27FC236}">
                <a16:creationId xmlns:a16="http://schemas.microsoft.com/office/drawing/2014/main" id="{759665E3-CF52-4CBA-B273-41FD0B8F05A6}"/>
              </a:ext>
            </a:extLst>
          </p:cNvPr>
          <p:cNvSpPr>
            <a:spLocks xmlns:a="http://schemas.openxmlformats.org/drawingml/2006/main" noGrp="1"/>
          </p:cNvSpPr>
          <p:nvPr/>
        </p:nvSpPr>
        <p:spPr>
          <a:xfrm xmlns:a="http://schemas.openxmlformats.org/drawingml/2006/main">
            <a:off x="3112990"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E6F4"/>
          </a:solidFill>
          <a:ln xmlns:a="http://schemas.openxmlformats.org/drawingml/2006/main" w="2292">
            <a:solidFill>
              <a:srgbClr val="FBFCFE"/>
            </a:solidFill>
            <a:prstDash val="solid"/>
          </a:ln>
        </p:spPr>
      </p:sp>
      <p:sp>
        <p:nvSpPr>
          <p:cNvPr id="303" name="Editable chart path">
            <a:extLst xmlns:a="http://schemas.openxmlformats.org/drawingml/2006/main">
              <a:ext uri="{FF2B5EF4-FFF2-40B4-BE49-F238E27FC236}">
                <a16:creationId xmlns:a16="http://schemas.microsoft.com/office/drawing/2014/main" id="{2FFB039D-E5A8-42E2-815E-CABEFF80E3B3}"/>
              </a:ext>
            </a:extLst>
          </p:cNvPr>
          <p:cNvSpPr>
            <a:spLocks xmlns:a="http://schemas.openxmlformats.org/drawingml/2006/main" noGrp="1"/>
          </p:cNvSpPr>
          <p:nvPr/>
        </p:nvSpPr>
        <p:spPr>
          <a:xfrm xmlns:a="http://schemas.openxmlformats.org/drawingml/2006/main">
            <a:off x="319199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1DFF4"/>
          </a:solidFill>
          <a:ln xmlns:a="http://schemas.openxmlformats.org/drawingml/2006/main" w="2292">
            <a:solidFill>
              <a:srgbClr val="FBFCFE"/>
            </a:solidFill>
            <a:prstDash val="solid"/>
          </a:ln>
        </p:spPr>
      </p:sp>
      <p:sp>
        <p:nvSpPr>
          <p:cNvPr id="304" name="Editable chart path">
            <a:extLst xmlns:a="http://schemas.openxmlformats.org/drawingml/2006/main">
              <a:ext uri="{FF2B5EF4-FFF2-40B4-BE49-F238E27FC236}">
                <a16:creationId xmlns:a16="http://schemas.microsoft.com/office/drawing/2014/main" id="{75F89B2C-653D-48BA-AB46-63E03CDC7359}"/>
              </a:ext>
            </a:extLst>
          </p:cNvPr>
          <p:cNvSpPr>
            <a:spLocks xmlns:a="http://schemas.openxmlformats.org/drawingml/2006/main" noGrp="1"/>
          </p:cNvSpPr>
          <p:nvPr/>
        </p:nvSpPr>
        <p:spPr>
          <a:xfrm xmlns:a="http://schemas.openxmlformats.org/drawingml/2006/main">
            <a:off x="327099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05" name="Editable chart path">
            <a:extLst xmlns:a="http://schemas.openxmlformats.org/drawingml/2006/main">
              <a:ext uri="{FF2B5EF4-FFF2-40B4-BE49-F238E27FC236}">
                <a16:creationId xmlns:a16="http://schemas.microsoft.com/office/drawing/2014/main" id="{C1E11489-C7E0-4439-A5F3-F197F2B2AB81}"/>
              </a:ext>
            </a:extLst>
          </p:cNvPr>
          <p:cNvSpPr>
            <a:spLocks xmlns:a="http://schemas.openxmlformats.org/drawingml/2006/main" noGrp="1"/>
          </p:cNvSpPr>
          <p:nvPr/>
        </p:nvSpPr>
        <p:spPr>
          <a:xfrm xmlns:a="http://schemas.openxmlformats.org/drawingml/2006/main">
            <a:off x="3349997"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06" name="Editable chart path">
            <a:extLst xmlns:a="http://schemas.openxmlformats.org/drawingml/2006/main">
              <a:ext uri="{FF2B5EF4-FFF2-40B4-BE49-F238E27FC236}">
                <a16:creationId xmlns:a16="http://schemas.microsoft.com/office/drawing/2014/main" id="{0BC84126-62B6-408D-896B-60528430468B}"/>
              </a:ext>
            </a:extLst>
          </p:cNvPr>
          <p:cNvSpPr>
            <a:spLocks xmlns:a="http://schemas.openxmlformats.org/drawingml/2006/main" noGrp="1"/>
          </p:cNvSpPr>
          <p:nvPr/>
        </p:nvSpPr>
        <p:spPr>
          <a:xfrm xmlns:a="http://schemas.openxmlformats.org/drawingml/2006/main">
            <a:off x="342900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07" name="Editable chart path">
            <a:extLst xmlns:a="http://schemas.openxmlformats.org/drawingml/2006/main">
              <a:ext uri="{FF2B5EF4-FFF2-40B4-BE49-F238E27FC236}">
                <a16:creationId xmlns:a16="http://schemas.microsoft.com/office/drawing/2014/main" id="{41AEDF98-99B5-4A0E-91D3-5EFC382247FF}"/>
              </a:ext>
            </a:extLst>
          </p:cNvPr>
          <p:cNvSpPr>
            <a:spLocks xmlns:a="http://schemas.openxmlformats.org/drawingml/2006/main" noGrp="1"/>
          </p:cNvSpPr>
          <p:nvPr/>
        </p:nvSpPr>
        <p:spPr>
          <a:xfrm xmlns:a="http://schemas.openxmlformats.org/drawingml/2006/main">
            <a:off x="3508002"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308" name="Editable chart path">
            <a:extLst xmlns:a="http://schemas.openxmlformats.org/drawingml/2006/main">
              <a:ext uri="{FF2B5EF4-FFF2-40B4-BE49-F238E27FC236}">
                <a16:creationId xmlns:a16="http://schemas.microsoft.com/office/drawing/2014/main" id="{50C58301-5AD2-44C6-BC7F-8088D09D8B5C}"/>
              </a:ext>
            </a:extLst>
          </p:cNvPr>
          <p:cNvSpPr>
            <a:spLocks xmlns:a="http://schemas.openxmlformats.org/drawingml/2006/main" noGrp="1"/>
          </p:cNvSpPr>
          <p:nvPr/>
        </p:nvSpPr>
        <p:spPr>
          <a:xfrm xmlns:a="http://schemas.openxmlformats.org/drawingml/2006/main">
            <a:off x="358700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09" name="Editable chart path">
            <a:extLst xmlns:a="http://schemas.openxmlformats.org/drawingml/2006/main">
              <a:ext uri="{FF2B5EF4-FFF2-40B4-BE49-F238E27FC236}">
                <a16:creationId xmlns:a16="http://schemas.microsoft.com/office/drawing/2014/main" id="{208991E1-3250-4AFD-A8C0-61888B0BFBBA}"/>
              </a:ext>
            </a:extLst>
          </p:cNvPr>
          <p:cNvSpPr>
            <a:spLocks xmlns:a="http://schemas.openxmlformats.org/drawingml/2006/main" noGrp="1"/>
          </p:cNvSpPr>
          <p:nvPr/>
        </p:nvSpPr>
        <p:spPr>
          <a:xfrm xmlns:a="http://schemas.openxmlformats.org/drawingml/2006/main">
            <a:off x="3666008"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E4F4"/>
          </a:solidFill>
          <a:ln xmlns:a="http://schemas.openxmlformats.org/drawingml/2006/main" w="2292">
            <a:solidFill>
              <a:srgbClr val="FBFCFE"/>
            </a:solidFill>
            <a:prstDash val="solid"/>
          </a:ln>
        </p:spPr>
      </p:sp>
      <p:sp>
        <p:nvSpPr>
          <p:cNvPr id="310" name="Editable chart path">
            <a:extLst xmlns:a="http://schemas.openxmlformats.org/drawingml/2006/main">
              <a:ext uri="{FF2B5EF4-FFF2-40B4-BE49-F238E27FC236}">
                <a16:creationId xmlns:a16="http://schemas.microsoft.com/office/drawing/2014/main" id="{8257647E-31BC-47B2-AB7C-968AEB4722E1}"/>
              </a:ext>
            </a:extLst>
          </p:cNvPr>
          <p:cNvSpPr>
            <a:spLocks xmlns:a="http://schemas.openxmlformats.org/drawingml/2006/main" noGrp="1"/>
          </p:cNvSpPr>
          <p:nvPr/>
        </p:nvSpPr>
        <p:spPr>
          <a:xfrm xmlns:a="http://schemas.openxmlformats.org/drawingml/2006/main">
            <a:off x="374501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311" name="Editable chart path">
            <a:extLst xmlns:a="http://schemas.openxmlformats.org/drawingml/2006/main">
              <a:ext uri="{FF2B5EF4-FFF2-40B4-BE49-F238E27FC236}">
                <a16:creationId xmlns:a16="http://schemas.microsoft.com/office/drawing/2014/main" id="{32C466AC-5134-4CB6-9B0F-E496D9B72963}"/>
              </a:ext>
            </a:extLst>
          </p:cNvPr>
          <p:cNvSpPr>
            <a:spLocks xmlns:a="http://schemas.openxmlformats.org/drawingml/2006/main" noGrp="1"/>
          </p:cNvSpPr>
          <p:nvPr/>
        </p:nvSpPr>
        <p:spPr>
          <a:xfrm xmlns:a="http://schemas.openxmlformats.org/drawingml/2006/main">
            <a:off x="3824012"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DDDF4"/>
          </a:solidFill>
          <a:ln xmlns:a="http://schemas.openxmlformats.org/drawingml/2006/main" w="2292">
            <a:solidFill>
              <a:srgbClr val="FBFCFE"/>
            </a:solidFill>
            <a:prstDash val="solid"/>
          </a:ln>
        </p:spPr>
      </p:sp>
      <p:sp>
        <p:nvSpPr>
          <p:cNvPr id="312" name="Editable chart path">
            <a:extLst xmlns:a="http://schemas.openxmlformats.org/drawingml/2006/main">
              <a:ext uri="{FF2B5EF4-FFF2-40B4-BE49-F238E27FC236}">
                <a16:creationId xmlns:a16="http://schemas.microsoft.com/office/drawing/2014/main" id="{9DBCC821-CB8E-46B9-BC61-70DA67882C69}"/>
              </a:ext>
            </a:extLst>
          </p:cNvPr>
          <p:cNvSpPr>
            <a:spLocks xmlns:a="http://schemas.openxmlformats.org/drawingml/2006/main" noGrp="1"/>
          </p:cNvSpPr>
          <p:nvPr/>
        </p:nvSpPr>
        <p:spPr>
          <a:xfrm xmlns:a="http://schemas.openxmlformats.org/drawingml/2006/main">
            <a:off x="3903015"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C"/>
          </a:solidFill>
          <a:ln xmlns:a="http://schemas.openxmlformats.org/drawingml/2006/main" w="2292">
            <a:solidFill>
              <a:srgbClr val="FBFCFE"/>
            </a:solidFill>
            <a:prstDash val="solid"/>
          </a:ln>
        </p:spPr>
      </p:sp>
      <p:sp>
        <p:nvSpPr>
          <p:cNvPr id="313" name="Editable chart path">
            <a:extLst xmlns:a="http://schemas.openxmlformats.org/drawingml/2006/main">
              <a:ext uri="{FF2B5EF4-FFF2-40B4-BE49-F238E27FC236}">
                <a16:creationId xmlns:a16="http://schemas.microsoft.com/office/drawing/2014/main" id="{D3E76943-1BE8-4658-89FD-E1AF5A0829FD}"/>
              </a:ext>
            </a:extLst>
          </p:cNvPr>
          <p:cNvSpPr>
            <a:spLocks xmlns:a="http://schemas.openxmlformats.org/drawingml/2006/main" noGrp="1"/>
          </p:cNvSpPr>
          <p:nvPr/>
        </p:nvSpPr>
        <p:spPr>
          <a:xfrm xmlns:a="http://schemas.openxmlformats.org/drawingml/2006/main">
            <a:off x="3982018"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EBB"/>
          </a:solidFill>
          <a:ln xmlns:a="http://schemas.openxmlformats.org/drawingml/2006/main" w="2292">
            <a:solidFill>
              <a:srgbClr val="FBFCFE"/>
            </a:solidFill>
            <a:prstDash val="solid"/>
          </a:ln>
        </p:spPr>
      </p:sp>
      <p:sp>
        <p:nvSpPr>
          <p:cNvPr id="314" name="Editable chart path">
            <a:extLst xmlns:a="http://schemas.openxmlformats.org/drawingml/2006/main">
              <a:ext uri="{FF2B5EF4-FFF2-40B4-BE49-F238E27FC236}">
                <a16:creationId xmlns:a16="http://schemas.microsoft.com/office/drawing/2014/main" id="{052B3A29-4316-488C-9960-BFF6A43DE30C}"/>
              </a:ext>
            </a:extLst>
          </p:cNvPr>
          <p:cNvSpPr>
            <a:spLocks xmlns:a="http://schemas.openxmlformats.org/drawingml/2006/main" noGrp="1"/>
          </p:cNvSpPr>
          <p:nvPr/>
        </p:nvSpPr>
        <p:spPr>
          <a:xfrm xmlns:a="http://schemas.openxmlformats.org/drawingml/2006/main">
            <a:off x="406102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E6F4"/>
          </a:solidFill>
          <a:ln xmlns:a="http://schemas.openxmlformats.org/drawingml/2006/main" w="2292">
            <a:solidFill>
              <a:srgbClr val="FBFCFE"/>
            </a:solidFill>
            <a:prstDash val="solid"/>
          </a:ln>
        </p:spPr>
      </p:sp>
      <p:sp>
        <p:nvSpPr>
          <p:cNvPr id="315" name="Editable chart path">
            <a:extLst xmlns:a="http://schemas.openxmlformats.org/drawingml/2006/main">
              <a:ext uri="{FF2B5EF4-FFF2-40B4-BE49-F238E27FC236}">
                <a16:creationId xmlns:a16="http://schemas.microsoft.com/office/drawing/2014/main" id="{35B6F8AA-CC7D-4AB6-A0F2-E59E7ADC760A}"/>
              </a:ext>
            </a:extLst>
          </p:cNvPr>
          <p:cNvSpPr>
            <a:spLocks xmlns:a="http://schemas.openxmlformats.org/drawingml/2006/main" noGrp="1"/>
          </p:cNvSpPr>
          <p:nvPr/>
        </p:nvSpPr>
        <p:spPr>
          <a:xfrm xmlns:a="http://schemas.openxmlformats.org/drawingml/2006/main">
            <a:off x="4140023"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16" name="Editable chart path">
            <a:extLst xmlns:a="http://schemas.openxmlformats.org/drawingml/2006/main">
              <a:ext uri="{FF2B5EF4-FFF2-40B4-BE49-F238E27FC236}">
                <a16:creationId xmlns:a16="http://schemas.microsoft.com/office/drawing/2014/main" id="{E4DFAF72-2456-46B6-B784-FD1B789455A6}"/>
              </a:ext>
            </a:extLst>
          </p:cNvPr>
          <p:cNvSpPr>
            <a:spLocks xmlns:a="http://schemas.openxmlformats.org/drawingml/2006/main" noGrp="1"/>
          </p:cNvSpPr>
          <p:nvPr/>
        </p:nvSpPr>
        <p:spPr>
          <a:xfrm xmlns:a="http://schemas.openxmlformats.org/drawingml/2006/main">
            <a:off x="421902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317" name="Editable chart path">
            <a:extLst xmlns:a="http://schemas.openxmlformats.org/drawingml/2006/main">
              <a:ext uri="{FF2B5EF4-FFF2-40B4-BE49-F238E27FC236}">
                <a16:creationId xmlns:a16="http://schemas.microsoft.com/office/drawing/2014/main" id="{33BD6087-EE50-484E-8752-665F8375C00E}"/>
              </a:ext>
            </a:extLst>
          </p:cNvPr>
          <p:cNvSpPr>
            <a:spLocks xmlns:a="http://schemas.openxmlformats.org/drawingml/2006/main" noGrp="1"/>
          </p:cNvSpPr>
          <p:nvPr/>
        </p:nvSpPr>
        <p:spPr>
          <a:xfrm xmlns:a="http://schemas.openxmlformats.org/drawingml/2006/main">
            <a:off x="4298027"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9A5"/>
          </a:solidFill>
          <a:ln xmlns:a="http://schemas.openxmlformats.org/drawingml/2006/main" w="2292">
            <a:solidFill>
              <a:srgbClr val="FBFCFE"/>
            </a:solidFill>
            <a:prstDash val="solid"/>
          </a:ln>
        </p:spPr>
      </p:sp>
      <p:sp>
        <p:nvSpPr>
          <p:cNvPr id="318" name="Editable chart path">
            <a:extLst xmlns:a="http://schemas.openxmlformats.org/drawingml/2006/main">
              <a:ext uri="{FF2B5EF4-FFF2-40B4-BE49-F238E27FC236}">
                <a16:creationId xmlns:a16="http://schemas.microsoft.com/office/drawing/2014/main" id="{6AED101D-9950-41FB-8D71-2BD552803452}"/>
              </a:ext>
            </a:extLst>
          </p:cNvPr>
          <p:cNvSpPr>
            <a:spLocks xmlns:a="http://schemas.openxmlformats.org/drawingml/2006/main" noGrp="1"/>
          </p:cNvSpPr>
          <p:nvPr/>
        </p:nvSpPr>
        <p:spPr>
          <a:xfrm xmlns:a="http://schemas.openxmlformats.org/drawingml/2006/main">
            <a:off x="4377030"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19" name="Editable chart path">
            <a:extLst xmlns:a="http://schemas.openxmlformats.org/drawingml/2006/main">
              <a:ext uri="{FF2B5EF4-FFF2-40B4-BE49-F238E27FC236}">
                <a16:creationId xmlns:a16="http://schemas.microsoft.com/office/drawing/2014/main" id="{32C76AE3-1B54-49AC-9D7D-0E51E4DAB7D4}"/>
              </a:ext>
            </a:extLst>
          </p:cNvPr>
          <p:cNvSpPr>
            <a:spLocks xmlns:a="http://schemas.openxmlformats.org/drawingml/2006/main" noGrp="1"/>
          </p:cNvSpPr>
          <p:nvPr/>
        </p:nvSpPr>
        <p:spPr>
          <a:xfrm xmlns:a="http://schemas.openxmlformats.org/drawingml/2006/main">
            <a:off x="4456033"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0" name="Editable chart path">
            <a:extLst xmlns:a="http://schemas.openxmlformats.org/drawingml/2006/main">
              <a:ext uri="{FF2B5EF4-FFF2-40B4-BE49-F238E27FC236}">
                <a16:creationId xmlns:a16="http://schemas.microsoft.com/office/drawing/2014/main" id="{B1DFD3BD-CE20-4AAF-8295-54CC971CB5C6}"/>
              </a:ext>
            </a:extLst>
          </p:cNvPr>
          <p:cNvSpPr>
            <a:spLocks xmlns:a="http://schemas.openxmlformats.org/drawingml/2006/main" noGrp="1"/>
          </p:cNvSpPr>
          <p:nvPr/>
        </p:nvSpPr>
        <p:spPr>
          <a:xfrm xmlns:a="http://schemas.openxmlformats.org/drawingml/2006/main">
            <a:off x="453503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1" name="Editable chart path">
            <a:extLst xmlns:a="http://schemas.openxmlformats.org/drawingml/2006/main">
              <a:ext uri="{FF2B5EF4-FFF2-40B4-BE49-F238E27FC236}">
                <a16:creationId xmlns:a16="http://schemas.microsoft.com/office/drawing/2014/main" id="{4639AF28-AD11-4BE8-A163-2E21DCA64C75}"/>
              </a:ext>
            </a:extLst>
          </p:cNvPr>
          <p:cNvSpPr>
            <a:spLocks xmlns:a="http://schemas.openxmlformats.org/drawingml/2006/main" noGrp="1"/>
          </p:cNvSpPr>
          <p:nvPr/>
        </p:nvSpPr>
        <p:spPr>
          <a:xfrm xmlns:a="http://schemas.openxmlformats.org/drawingml/2006/main">
            <a:off x="4614038"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2" name="Editable chart path">
            <a:extLst xmlns:a="http://schemas.openxmlformats.org/drawingml/2006/main">
              <a:ext uri="{FF2B5EF4-FFF2-40B4-BE49-F238E27FC236}">
                <a16:creationId xmlns:a16="http://schemas.microsoft.com/office/drawing/2014/main" id="{9B9B37C5-916B-477A-BC91-BF5A70AB19D0}"/>
              </a:ext>
            </a:extLst>
          </p:cNvPr>
          <p:cNvSpPr>
            <a:spLocks xmlns:a="http://schemas.openxmlformats.org/drawingml/2006/main" noGrp="1"/>
          </p:cNvSpPr>
          <p:nvPr/>
        </p:nvSpPr>
        <p:spPr>
          <a:xfrm xmlns:a="http://schemas.openxmlformats.org/drawingml/2006/main">
            <a:off x="4693040" y="361157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3" name="Editable chart path">
            <a:extLst xmlns:a="http://schemas.openxmlformats.org/drawingml/2006/main">
              <a:ext uri="{FF2B5EF4-FFF2-40B4-BE49-F238E27FC236}">
                <a16:creationId xmlns:a16="http://schemas.microsoft.com/office/drawing/2014/main" id="{023D29A2-7702-4429-8A0D-1A51F1CD8625}"/>
              </a:ext>
            </a:extLst>
          </p:cNvPr>
          <p:cNvSpPr>
            <a:spLocks xmlns:a="http://schemas.openxmlformats.org/drawingml/2006/main" noGrp="1"/>
          </p:cNvSpPr>
          <p:nvPr/>
        </p:nvSpPr>
        <p:spPr>
          <a:xfrm xmlns:a="http://schemas.openxmlformats.org/drawingml/2006/main">
            <a:off x="4772043"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4" name="Editable chart path">
            <a:extLst xmlns:a="http://schemas.openxmlformats.org/drawingml/2006/main">
              <a:ext uri="{FF2B5EF4-FFF2-40B4-BE49-F238E27FC236}">
                <a16:creationId xmlns:a16="http://schemas.microsoft.com/office/drawing/2014/main" id="{FFAE3886-990C-4936-B46B-89BD1019DC82}"/>
              </a:ext>
            </a:extLst>
          </p:cNvPr>
          <p:cNvSpPr>
            <a:spLocks xmlns:a="http://schemas.openxmlformats.org/drawingml/2006/main" noGrp="1"/>
          </p:cNvSpPr>
          <p:nvPr/>
        </p:nvSpPr>
        <p:spPr>
          <a:xfrm xmlns:a="http://schemas.openxmlformats.org/drawingml/2006/main">
            <a:off x="4851045" y="361157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5" name="Editable chart path">
            <a:extLst xmlns:a="http://schemas.openxmlformats.org/drawingml/2006/main">
              <a:ext uri="{FF2B5EF4-FFF2-40B4-BE49-F238E27FC236}">
                <a16:creationId xmlns:a16="http://schemas.microsoft.com/office/drawing/2014/main" id="{EDE63FE1-6E92-433D-AA44-8A0B08768A4B}"/>
              </a:ext>
            </a:extLst>
          </p:cNvPr>
          <p:cNvSpPr>
            <a:spLocks xmlns:a="http://schemas.openxmlformats.org/drawingml/2006/main" noGrp="1"/>
          </p:cNvSpPr>
          <p:nvPr/>
        </p:nvSpPr>
        <p:spPr>
          <a:xfrm xmlns:a="http://schemas.openxmlformats.org/drawingml/2006/main">
            <a:off x="1532940"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6" name="Editable chart path">
            <a:extLst xmlns:a="http://schemas.openxmlformats.org/drawingml/2006/main">
              <a:ext uri="{FF2B5EF4-FFF2-40B4-BE49-F238E27FC236}">
                <a16:creationId xmlns:a16="http://schemas.microsoft.com/office/drawing/2014/main" id="{66740408-EF7E-4315-B29F-6F25D746DB40}"/>
              </a:ext>
            </a:extLst>
          </p:cNvPr>
          <p:cNvSpPr>
            <a:spLocks xmlns:a="http://schemas.openxmlformats.org/drawingml/2006/main" noGrp="1"/>
          </p:cNvSpPr>
          <p:nvPr/>
        </p:nvSpPr>
        <p:spPr>
          <a:xfrm xmlns:a="http://schemas.openxmlformats.org/drawingml/2006/main">
            <a:off x="161194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7" name="Editable chart path">
            <a:extLst xmlns:a="http://schemas.openxmlformats.org/drawingml/2006/main">
              <a:ext uri="{FF2B5EF4-FFF2-40B4-BE49-F238E27FC236}">
                <a16:creationId xmlns:a16="http://schemas.microsoft.com/office/drawing/2014/main" id="{FA83C97D-B0C7-462F-B84C-83F0F1406725}"/>
              </a:ext>
            </a:extLst>
          </p:cNvPr>
          <p:cNvSpPr>
            <a:spLocks xmlns:a="http://schemas.openxmlformats.org/drawingml/2006/main" noGrp="1"/>
          </p:cNvSpPr>
          <p:nvPr/>
        </p:nvSpPr>
        <p:spPr>
          <a:xfrm xmlns:a="http://schemas.openxmlformats.org/drawingml/2006/main">
            <a:off x="169094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8" name="Editable chart path">
            <a:extLst xmlns:a="http://schemas.openxmlformats.org/drawingml/2006/main">
              <a:ext uri="{FF2B5EF4-FFF2-40B4-BE49-F238E27FC236}">
                <a16:creationId xmlns:a16="http://schemas.microsoft.com/office/drawing/2014/main" id="{0EAA47EB-33CF-49F3-BD8F-893F991065C6}"/>
              </a:ext>
            </a:extLst>
          </p:cNvPr>
          <p:cNvSpPr>
            <a:spLocks xmlns:a="http://schemas.openxmlformats.org/drawingml/2006/main" noGrp="1"/>
          </p:cNvSpPr>
          <p:nvPr/>
        </p:nvSpPr>
        <p:spPr>
          <a:xfrm xmlns:a="http://schemas.openxmlformats.org/drawingml/2006/main">
            <a:off x="176994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29" name="Editable chart path">
            <a:extLst xmlns:a="http://schemas.openxmlformats.org/drawingml/2006/main">
              <a:ext uri="{FF2B5EF4-FFF2-40B4-BE49-F238E27FC236}">
                <a16:creationId xmlns:a16="http://schemas.microsoft.com/office/drawing/2014/main" id="{A5140EEB-950B-4DB6-A1BF-64384266CAED}"/>
              </a:ext>
            </a:extLst>
          </p:cNvPr>
          <p:cNvSpPr>
            <a:spLocks xmlns:a="http://schemas.openxmlformats.org/drawingml/2006/main" noGrp="1"/>
          </p:cNvSpPr>
          <p:nvPr/>
        </p:nvSpPr>
        <p:spPr>
          <a:xfrm xmlns:a="http://schemas.openxmlformats.org/drawingml/2006/main">
            <a:off x="184895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30" name="Editable chart path">
            <a:extLst xmlns:a="http://schemas.openxmlformats.org/drawingml/2006/main">
              <a:ext uri="{FF2B5EF4-FFF2-40B4-BE49-F238E27FC236}">
                <a16:creationId xmlns:a16="http://schemas.microsoft.com/office/drawing/2014/main" id="{A16835A8-471F-4E41-A27E-E90B538453DC}"/>
              </a:ext>
            </a:extLst>
          </p:cNvPr>
          <p:cNvSpPr>
            <a:spLocks xmlns:a="http://schemas.openxmlformats.org/drawingml/2006/main" noGrp="1"/>
          </p:cNvSpPr>
          <p:nvPr/>
        </p:nvSpPr>
        <p:spPr>
          <a:xfrm xmlns:a="http://schemas.openxmlformats.org/drawingml/2006/main">
            <a:off x="1927952"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31" name="Editable chart path">
            <a:extLst xmlns:a="http://schemas.openxmlformats.org/drawingml/2006/main">
              <a:ext uri="{FF2B5EF4-FFF2-40B4-BE49-F238E27FC236}">
                <a16:creationId xmlns:a16="http://schemas.microsoft.com/office/drawing/2014/main" id="{4500F89D-E4EC-4E72-9C35-37C90C4C93A6}"/>
              </a:ext>
            </a:extLst>
          </p:cNvPr>
          <p:cNvSpPr>
            <a:spLocks xmlns:a="http://schemas.openxmlformats.org/drawingml/2006/main" noGrp="1"/>
          </p:cNvSpPr>
          <p:nvPr/>
        </p:nvSpPr>
        <p:spPr>
          <a:xfrm xmlns:a="http://schemas.openxmlformats.org/drawingml/2006/main">
            <a:off x="200695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7A3"/>
          </a:solidFill>
          <a:ln xmlns:a="http://schemas.openxmlformats.org/drawingml/2006/main" w="2292">
            <a:solidFill>
              <a:srgbClr val="FBFCFE"/>
            </a:solidFill>
            <a:prstDash val="solid"/>
          </a:ln>
        </p:spPr>
      </p:sp>
      <p:sp>
        <p:nvSpPr>
          <p:cNvPr id="332" name="Editable chart path">
            <a:extLst xmlns:a="http://schemas.openxmlformats.org/drawingml/2006/main">
              <a:ext uri="{FF2B5EF4-FFF2-40B4-BE49-F238E27FC236}">
                <a16:creationId xmlns:a16="http://schemas.microsoft.com/office/drawing/2014/main" id="{38875D95-C956-4477-9114-3F2161F58B85}"/>
              </a:ext>
            </a:extLst>
          </p:cNvPr>
          <p:cNvSpPr>
            <a:spLocks xmlns:a="http://schemas.openxmlformats.org/drawingml/2006/main" noGrp="1"/>
          </p:cNvSpPr>
          <p:nvPr/>
        </p:nvSpPr>
        <p:spPr>
          <a:xfrm xmlns:a="http://schemas.openxmlformats.org/drawingml/2006/main">
            <a:off x="208595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2"/>
          </a:solidFill>
          <a:ln xmlns:a="http://schemas.openxmlformats.org/drawingml/2006/main" w="2292">
            <a:solidFill>
              <a:srgbClr val="FBFCFE"/>
            </a:solidFill>
            <a:prstDash val="solid"/>
          </a:ln>
        </p:spPr>
      </p:sp>
      <p:sp>
        <p:nvSpPr>
          <p:cNvPr id="333" name="Editable chart path">
            <a:extLst xmlns:a="http://schemas.openxmlformats.org/drawingml/2006/main">
              <a:ext uri="{FF2B5EF4-FFF2-40B4-BE49-F238E27FC236}">
                <a16:creationId xmlns:a16="http://schemas.microsoft.com/office/drawing/2014/main" id="{21656C4B-9ABC-478D-A465-BF413CAC5149}"/>
              </a:ext>
            </a:extLst>
          </p:cNvPr>
          <p:cNvSpPr>
            <a:spLocks xmlns:a="http://schemas.openxmlformats.org/drawingml/2006/main" noGrp="1"/>
          </p:cNvSpPr>
          <p:nvPr/>
        </p:nvSpPr>
        <p:spPr>
          <a:xfrm xmlns:a="http://schemas.openxmlformats.org/drawingml/2006/main">
            <a:off x="216496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8"/>
          </a:solidFill>
          <a:ln xmlns:a="http://schemas.openxmlformats.org/drawingml/2006/main" w="2292">
            <a:solidFill>
              <a:srgbClr val="FBFCFE"/>
            </a:solidFill>
            <a:prstDash val="solid"/>
          </a:ln>
        </p:spPr>
      </p:sp>
      <p:sp>
        <p:nvSpPr>
          <p:cNvPr id="334" name="Editable chart path">
            <a:extLst xmlns:a="http://schemas.openxmlformats.org/drawingml/2006/main">
              <a:ext uri="{FF2B5EF4-FFF2-40B4-BE49-F238E27FC236}">
                <a16:creationId xmlns:a16="http://schemas.microsoft.com/office/drawing/2014/main" id="{A73EE367-D0AF-4C5E-8E30-BAA535600861}"/>
              </a:ext>
            </a:extLst>
          </p:cNvPr>
          <p:cNvSpPr>
            <a:spLocks xmlns:a="http://schemas.openxmlformats.org/drawingml/2006/main" noGrp="1"/>
          </p:cNvSpPr>
          <p:nvPr/>
        </p:nvSpPr>
        <p:spPr>
          <a:xfrm xmlns:a="http://schemas.openxmlformats.org/drawingml/2006/main">
            <a:off x="224396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1A7A3"/>
          </a:solidFill>
          <a:ln xmlns:a="http://schemas.openxmlformats.org/drawingml/2006/main" w="2292">
            <a:solidFill>
              <a:srgbClr val="FBFCFE"/>
            </a:solidFill>
            <a:prstDash val="solid"/>
          </a:ln>
        </p:spPr>
      </p:sp>
      <p:sp>
        <p:nvSpPr>
          <p:cNvPr id="335" name="Editable chart path">
            <a:extLst xmlns:a="http://schemas.openxmlformats.org/drawingml/2006/main">
              <a:ext uri="{FF2B5EF4-FFF2-40B4-BE49-F238E27FC236}">
                <a16:creationId xmlns:a16="http://schemas.microsoft.com/office/drawing/2014/main" id="{1BDB7E7A-12EF-45CF-AA1D-CB0E4E8D5FDB}"/>
              </a:ext>
            </a:extLst>
          </p:cNvPr>
          <p:cNvSpPr>
            <a:spLocks xmlns:a="http://schemas.openxmlformats.org/drawingml/2006/main" noGrp="1"/>
          </p:cNvSpPr>
          <p:nvPr/>
        </p:nvSpPr>
        <p:spPr>
          <a:xfrm xmlns:a="http://schemas.openxmlformats.org/drawingml/2006/main">
            <a:off x="2322965"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2"/>
          </a:solidFill>
          <a:ln xmlns:a="http://schemas.openxmlformats.org/drawingml/2006/main" w="2292">
            <a:solidFill>
              <a:srgbClr val="FBFCFE"/>
            </a:solidFill>
            <a:prstDash val="solid"/>
          </a:ln>
        </p:spPr>
      </p:sp>
      <p:sp>
        <p:nvSpPr>
          <p:cNvPr id="336" name="Editable chart path">
            <a:extLst xmlns:a="http://schemas.openxmlformats.org/drawingml/2006/main">
              <a:ext uri="{FF2B5EF4-FFF2-40B4-BE49-F238E27FC236}">
                <a16:creationId xmlns:a16="http://schemas.microsoft.com/office/drawing/2014/main" id="{AB9A6805-3E26-4C40-9DA4-8E0BF3307233}"/>
              </a:ext>
            </a:extLst>
          </p:cNvPr>
          <p:cNvSpPr>
            <a:spLocks xmlns:a="http://schemas.openxmlformats.org/drawingml/2006/main" noGrp="1"/>
          </p:cNvSpPr>
          <p:nvPr/>
        </p:nvSpPr>
        <p:spPr>
          <a:xfrm xmlns:a="http://schemas.openxmlformats.org/drawingml/2006/main">
            <a:off x="240196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2"/>
          </a:solidFill>
          <a:ln xmlns:a="http://schemas.openxmlformats.org/drawingml/2006/main" w="2292">
            <a:solidFill>
              <a:srgbClr val="FBFCFE"/>
            </a:solidFill>
            <a:prstDash val="solid"/>
          </a:ln>
        </p:spPr>
      </p:sp>
      <p:sp>
        <p:nvSpPr>
          <p:cNvPr id="337" name="Editable chart path">
            <a:extLst xmlns:a="http://schemas.openxmlformats.org/drawingml/2006/main">
              <a:ext uri="{FF2B5EF4-FFF2-40B4-BE49-F238E27FC236}">
                <a16:creationId xmlns:a16="http://schemas.microsoft.com/office/drawing/2014/main" id="{7B372694-F4FE-45DB-BAF3-77E233300A7B}"/>
              </a:ext>
            </a:extLst>
          </p:cNvPr>
          <p:cNvSpPr>
            <a:spLocks xmlns:a="http://schemas.openxmlformats.org/drawingml/2006/main" noGrp="1"/>
          </p:cNvSpPr>
          <p:nvPr/>
        </p:nvSpPr>
        <p:spPr>
          <a:xfrm xmlns:a="http://schemas.openxmlformats.org/drawingml/2006/main">
            <a:off x="248097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7E3F4"/>
          </a:solidFill>
          <a:ln xmlns:a="http://schemas.openxmlformats.org/drawingml/2006/main" w="2292">
            <a:solidFill>
              <a:srgbClr val="FBFCFE"/>
            </a:solidFill>
            <a:prstDash val="solid"/>
          </a:ln>
        </p:spPr>
      </p:sp>
      <p:sp>
        <p:nvSpPr>
          <p:cNvPr id="338" name="Editable chart path">
            <a:extLst xmlns:a="http://schemas.openxmlformats.org/drawingml/2006/main">
              <a:ext uri="{FF2B5EF4-FFF2-40B4-BE49-F238E27FC236}">
                <a16:creationId xmlns:a16="http://schemas.microsoft.com/office/drawing/2014/main" id="{AC59F8C2-4602-4781-AC1F-F932AF8CEE74}"/>
              </a:ext>
            </a:extLst>
          </p:cNvPr>
          <p:cNvSpPr>
            <a:spLocks xmlns:a="http://schemas.openxmlformats.org/drawingml/2006/main" noGrp="1"/>
          </p:cNvSpPr>
          <p:nvPr/>
        </p:nvSpPr>
        <p:spPr>
          <a:xfrm xmlns:a="http://schemas.openxmlformats.org/drawingml/2006/main">
            <a:off x="255997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39" name="Editable chart path">
            <a:extLst xmlns:a="http://schemas.openxmlformats.org/drawingml/2006/main">
              <a:ext uri="{FF2B5EF4-FFF2-40B4-BE49-F238E27FC236}">
                <a16:creationId xmlns:a16="http://schemas.microsoft.com/office/drawing/2014/main" id="{C4E47B01-80AD-435A-A2B3-1EF4163A975E}"/>
              </a:ext>
            </a:extLst>
          </p:cNvPr>
          <p:cNvSpPr>
            <a:spLocks xmlns:a="http://schemas.openxmlformats.org/drawingml/2006/main" noGrp="1"/>
          </p:cNvSpPr>
          <p:nvPr/>
        </p:nvSpPr>
        <p:spPr>
          <a:xfrm xmlns:a="http://schemas.openxmlformats.org/drawingml/2006/main">
            <a:off x="263897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1DFF4"/>
          </a:solidFill>
          <a:ln xmlns:a="http://schemas.openxmlformats.org/drawingml/2006/main" w="2292">
            <a:solidFill>
              <a:srgbClr val="FBFCFE"/>
            </a:solidFill>
            <a:prstDash val="solid"/>
          </a:ln>
        </p:spPr>
      </p:sp>
      <p:sp>
        <p:nvSpPr>
          <p:cNvPr id="340" name="Editable chart path">
            <a:extLst xmlns:a="http://schemas.openxmlformats.org/drawingml/2006/main">
              <a:ext uri="{FF2B5EF4-FFF2-40B4-BE49-F238E27FC236}">
                <a16:creationId xmlns:a16="http://schemas.microsoft.com/office/drawing/2014/main" id="{B84A42DC-8B88-43E1-9E59-A87D89937FBE}"/>
              </a:ext>
            </a:extLst>
          </p:cNvPr>
          <p:cNvSpPr>
            <a:spLocks xmlns:a="http://schemas.openxmlformats.org/drawingml/2006/main" noGrp="1"/>
          </p:cNvSpPr>
          <p:nvPr/>
        </p:nvSpPr>
        <p:spPr>
          <a:xfrm xmlns:a="http://schemas.openxmlformats.org/drawingml/2006/main">
            <a:off x="2717977"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0A29E"/>
          </a:solidFill>
          <a:ln xmlns:a="http://schemas.openxmlformats.org/drawingml/2006/main" w="2292">
            <a:solidFill>
              <a:srgbClr val="FBFCFE"/>
            </a:solidFill>
            <a:prstDash val="solid"/>
          </a:ln>
        </p:spPr>
      </p:sp>
      <p:sp>
        <p:nvSpPr>
          <p:cNvPr id="341" name="Editable chart path">
            <a:extLst xmlns:a="http://schemas.openxmlformats.org/drawingml/2006/main">
              <a:ext uri="{FF2B5EF4-FFF2-40B4-BE49-F238E27FC236}">
                <a16:creationId xmlns:a16="http://schemas.microsoft.com/office/drawing/2014/main" id="{2618F644-F74E-4CAB-A604-9AC9F5A5E3CE}"/>
              </a:ext>
            </a:extLst>
          </p:cNvPr>
          <p:cNvSpPr>
            <a:spLocks xmlns:a="http://schemas.openxmlformats.org/drawingml/2006/main" noGrp="1"/>
          </p:cNvSpPr>
          <p:nvPr/>
        </p:nvSpPr>
        <p:spPr>
          <a:xfrm xmlns:a="http://schemas.openxmlformats.org/drawingml/2006/main">
            <a:off x="279698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E4F4"/>
          </a:solidFill>
          <a:ln xmlns:a="http://schemas.openxmlformats.org/drawingml/2006/main" w="2292">
            <a:solidFill>
              <a:srgbClr val="FBFCFE"/>
            </a:solidFill>
            <a:prstDash val="solid"/>
          </a:ln>
        </p:spPr>
      </p:sp>
      <p:sp>
        <p:nvSpPr>
          <p:cNvPr id="342" name="Editable chart path">
            <a:extLst xmlns:a="http://schemas.openxmlformats.org/drawingml/2006/main">
              <a:ext uri="{FF2B5EF4-FFF2-40B4-BE49-F238E27FC236}">
                <a16:creationId xmlns:a16="http://schemas.microsoft.com/office/drawing/2014/main" id="{A59C9EF6-F0C8-49BC-8E69-1042C3CFF6B7}"/>
              </a:ext>
            </a:extLst>
          </p:cNvPr>
          <p:cNvSpPr>
            <a:spLocks xmlns:a="http://schemas.openxmlformats.org/drawingml/2006/main" noGrp="1"/>
          </p:cNvSpPr>
          <p:nvPr/>
        </p:nvSpPr>
        <p:spPr>
          <a:xfrm xmlns:a="http://schemas.openxmlformats.org/drawingml/2006/main">
            <a:off x="287598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7E9E7"/>
          </a:solidFill>
          <a:ln xmlns:a="http://schemas.openxmlformats.org/drawingml/2006/main" w="2292">
            <a:solidFill>
              <a:srgbClr val="FBFCFE"/>
            </a:solidFill>
            <a:prstDash val="solid"/>
          </a:ln>
        </p:spPr>
      </p:sp>
      <p:sp>
        <p:nvSpPr>
          <p:cNvPr id="343" name="Editable chart path">
            <a:extLst xmlns:a="http://schemas.openxmlformats.org/drawingml/2006/main">
              <a:ext uri="{FF2B5EF4-FFF2-40B4-BE49-F238E27FC236}">
                <a16:creationId xmlns:a16="http://schemas.microsoft.com/office/drawing/2014/main" id="{B40C5E50-9AA2-4E77-AE53-049888874041}"/>
              </a:ext>
            </a:extLst>
          </p:cNvPr>
          <p:cNvSpPr>
            <a:spLocks xmlns:a="http://schemas.openxmlformats.org/drawingml/2006/main" noGrp="1"/>
          </p:cNvSpPr>
          <p:nvPr/>
        </p:nvSpPr>
        <p:spPr>
          <a:xfrm xmlns:a="http://schemas.openxmlformats.org/drawingml/2006/main">
            <a:off x="295498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4E3"/>
          </a:solidFill>
          <a:ln xmlns:a="http://schemas.openxmlformats.org/drawingml/2006/main" w="2292">
            <a:solidFill>
              <a:srgbClr val="FBFCFE"/>
            </a:solidFill>
            <a:prstDash val="solid"/>
          </a:ln>
        </p:spPr>
      </p:sp>
      <p:sp>
        <p:nvSpPr>
          <p:cNvPr id="344" name="Editable chart path">
            <a:extLst xmlns:a="http://schemas.openxmlformats.org/drawingml/2006/main">
              <a:ext uri="{FF2B5EF4-FFF2-40B4-BE49-F238E27FC236}">
                <a16:creationId xmlns:a16="http://schemas.microsoft.com/office/drawing/2014/main" id="{FE21F74D-409B-4C19-9649-D26C43DBBB8A}"/>
              </a:ext>
            </a:extLst>
          </p:cNvPr>
          <p:cNvSpPr>
            <a:spLocks xmlns:a="http://schemas.openxmlformats.org/drawingml/2006/main" noGrp="1"/>
          </p:cNvSpPr>
          <p:nvPr/>
        </p:nvSpPr>
        <p:spPr>
          <a:xfrm xmlns:a="http://schemas.openxmlformats.org/drawingml/2006/main">
            <a:off x="303398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345" name="Editable chart path">
            <a:extLst xmlns:a="http://schemas.openxmlformats.org/drawingml/2006/main">
              <a:ext uri="{FF2B5EF4-FFF2-40B4-BE49-F238E27FC236}">
                <a16:creationId xmlns:a16="http://schemas.microsoft.com/office/drawing/2014/main" id="{F2FAF71A-DBF5-485A-BA45-7362E588FBEE}"/>
              </a:ext>
            </a:extLst>
          </p:cNvPr>
          <p:cNvSpPr>
            <a:spLocks xmlns:a="http://schemas.openxmlformats.org/drawingml/2006/main" noGrp="1"/>
          </p:cNvSpPr>
          <p:nvPr/>
        </p:nvSpPr>
        <p:spPr>
          <a:xfrm xmlns:a="http://schemas.openxmlformats.org/drawingml/2006/main">
            <a:off x="3112990"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46" name="Editable chart path">
            <a:extLst xmlns:a="http://schemas.openxmlformats.org/drawingml/2006/main">
              <a:ext uri="{FF2B5EF4-FFF2-40B4-BE49-F238E27FC236}">
                <a16:creationId xmlns:a16="http://schemas.microsoft.com/office/drawing/2014/main" id="{22485E31-3C1F-42E0-AC7F-A80B64CDBEE1}"/>
              </a:ext>
            </a:extLst>
          </p:cNvPr>
          <p:cNvSpPr>
            <a:spLocks xmlns:a="http://schemas.openxmlformats.org/drawingml/2006/main" noGrp="1"/>
          </p:cNvSpPr>
          <p:nvPr/>
        </p:nvSpPr>
        <p:spPr>
          <a:xfrm xmlns:a="http://schemas.openxmlformats.org/drawingml/2006/main">
            <a:off x="319199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47" name="Editable chart path">
            <a:extLst xmlns:a="http://schemas.openxmlformats.org/drawingml/2006/main">
              <a:ext uri="{FF2B5EF4-FFF2-40B4-BE49-F238E27FC236}">
                <a16:creationId xmlns:a16="http://schemas.microsoft.com/office/drawing/2014/main" id="{5676166C-E3A4-4C00-B7BD-B20467C6CBC1}"/>
              </a:ext>
            </a:extLst>
          </p:cNvPr>
          <p:cNvSpPr>
            <a:spLocks xmlns:a="http://schemas.openxmlformats.org/drawingml/2006/main" noGrp="1"/>
          </p:cNvSpPr>
          <p:nvPr/>
        </p:nvSpPr>
        <p:spPr>
          <a:xfrm xmlns:a="http://schemas.openxmlformats.org/drawingml/2006/main">
            <a:off x="327099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48" name="Editable chart path">
            <a:extLst xmlns:a="http://schemas.openxmlformats.org/drawingml/2006/main">
              <a:ext uri="{FF2B5EF4-FFF2-40B4-BE49-F238E27FC236}">
                <a16:creationId xmlns:a16="http://schemas.microsoft.com/office/drawing/2014/main" id="{2260D1C5-908E-4F3B-95BC-B31881E6F51B}"/>
              </a:ext>
            </a:extLst>
          </p:cNvPr>
          <p:cNvSpPr>
            <a:spLocks xmlns:a="http://schemas.openxmlformats.org/drawingml/2006/main" noGrp="1"/>
          </p:cNvSpPr>
          <p:nvPr/>
        </p:nvSpPr>
        <p:spPr>
          <a:xfrm xmlns:a="http://schemas.openxmlformats.org/drawingml/2006/main">
            <a:off x="3349997"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3B0"/>
          </a:solidFill>
          <a:ln xmlns:a="http://schemas.openxmlformats.org/drawingml/2006/main" w="2292">
            <a:solidFill>
              <a:srgbClr val="FBFCFE"/>
            </a:solidFill>
            <a:prstDash val="solid"/>
          </a:ln>
        </p:spPr>
      </p:sp>
      <p:sp>
        <p:nvSpPr>
          <p:cNvPr id="349" name="Editable chart path">
            <a:extLst xmlns:a="http://schemas.openxmlformats.org/drawingml/2006/main">
              <a:ext uri="{FF2B5EF4-FFF2-40B4-BE49-F238E27FC236}">
                <a16:creationId xmlns:a16="http://schemas.microsoft.com/office/drawing/2014/main" id="{B04BCF69-D64B-4542-91D8-9BBBAA26686F}"/>
              </a:ext>
            </a:extLst>
          </p:cNvPr>
          <p:cNvSpPr>
            <a:spLocks xmlns:a="http://schemas.openxmlformats.org/drawingml/2006/main" noGrp="1"/>
          </p:cNvSpPr>
          <p:nvPr/>
        </p:nvSpPr>
        <p:spPr>
          <a:xfrm xmlns:a="http://schemas.openxmlformats.org/drawingml/2006/main">
            <a:off x="342900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DCB"/>
          </a:solidFill>
          <a:ln xmlns:a="http://schemas.openxmlformats.org/drawingml/2006/main" w="2292">
            <a:solidFill>
              <a:srgbClr val="FBFCFE"/>
            </a:solidFill>
            <a:prstDash val="solid"/>
          </a:ln>
        </p:spPr>
      </p:sp>
      <p:sp>
        <p:nvSpPr>
          <p:cNvPr id="350" name="Editable chart path">
            <a:extLst xmlns:a="http://schemas.openxmlformats.org/drawingml/2006/main">
              <a:ext uri="{FF2B5EF4-FFF2-40B4-BE49-F238E27FC236}">
                <a16:creationId xmlns:a16="http://schemas.microsoft.com/office/drawing/2014/main" id="{C422535C-639C-4114-94EC-81531A84DF9E}"/>
              </a:ext>
            </a:extLst>
          </p:cNvPr>
          <p:cNvSpPr>
            <a:spLocks xmlns:a="http://schemas.openxmlformats.org/drawingml/2006/main" noGrp="1"/>
          </p:cNvSpPr>
          <p:nvPr/>
        </p:nvSpPr>
        <p:spPr>
          <a:xfrm xmlns:a="http://schemas.openxmlformats.org/drawingml/2006/main">
            <a:off x="3508002"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351" name="Editable chart path">
            <a:extLst xmlns:a="http://schemas.openxmlformats.org/drawingml/2006/main">
              <a:ext uri="{FF2B5EF4-FFF2-40B4-BE49-F238E27FC236}">
                <a16:creationId xmlns:a16="http://schemas.microsoft.com/office/drawing/2014/main" id="{183D87D4-0E5A-4DF1-8026-7A4846090E71}"/>
              </a:ext>
            </a:extLst>
          </p:cNvPr>
          <p:cNvSpPr>
            <a:spLocks xmlns:a="http://schemas.openxmlformats.org/drawingml/2006/main" noGrp="1"/>
          </p:cNvSpPr>
          <p:nvPr/>
        </p:nvSpPr>
        <p:spPr>
          <a:xfrm xmlns:a="http://schemas.openxmlformats.org/drawingml/2006/main">
            <a:off x="358700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352" name="Editable chart path">
            <a:extLst xmlns:a="http://schemas.openxmlformats.org/drawingml/2006/main">
              <a:ext uri="{FF2B5EF4-FFF2-40B4-BE49-F238E27FC236}">
                <a16:creationId xmlns:a16="http://schemas.microsoft.com/office/drawing/2014/main" id="{BDBD863D-A42D-47BC-BF5B-29171DA09FAC}"/>
              </a:ext>
            </a:extLst>
          </p:cNvPr>
          <p:cNvSpPr>
            <a:spLocks xmlns:a="http://schemas.openxmlformats.org/drawingml/2006/main" noGrp="1"/>
          </p:cNvSpPr>
          <p:nvPr/>
        </p:nvSpPr>
        <p:spPr>
          <a:xfrm xmlns:a="http://schemas.openxmlformats.org/drawingml/2006/main">
            <a:off x="3666008"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353" name="Editable chart path">
            <a:extLst xmlns:a="http://schemas.openxmlformats.org/drawingml/2006/main">
              <a:ext uri="{FF2B5EF4-FFF2-40B4-BE49-F238E27FC236}">
                <a16:creationId xmlns:a16="http://schemas.microsoft.com/office/drawing/2014/main" id="{69B1FCF2-CCDE-4C30-AB48-71CB1FA82A85}"/>
              </a:ext>
            </a:extLst>
          </p:cNvPr>
          <p:cNvSpPr>
            <a:spLocks xmlns:a="http://schemas.openxmlformats.org/drawingml/2006/main" noGrp="1"/>
          </p:cNvSpPr>
          <p:nvPr/>
        </p:nvSpPr>
        <p:spPr>
          <a:xfrm xmlns:a="http://schemas.openxmlformats.org/drawingml/2006/main">
            <a:off x="374501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E5F4"/>
          </a:solidFill>
          <a:ln xmlns:a="http://schemas.openxmlformats.org/drawingml/2006/main" w="2292">
            <a:solidFill>
              <a:srgbClr val="FBFCFE"/>
            </a:solidFill>
            <a:prstDash val="solid"/>
          </a:ln>
        </p:spPr>
      </p:sp>
      <p:sp>
        <p:nvSpPr>
          <p:cNvPr id="354" name="Editable chart path">
            <a:extLst xmlns:a="http://schemas.openxmlformats.org/drawingml/2006/main">
              <a:ext uri="{FF2B5EF4-FFF2-40B4-BE49-F238E27FC236}">
                <a16:creationId xmlns:a16="http://schemas.microsoft.com/office/drawing/2014/main" id="{E0A45D75-D1B6-45C6-98DB-5AD3CCB1AB20}"/>
              </a:ext>
            </a:extLst>
          </p:cNvPr>
          <p:cNvSpPr>
            <a:spLocks xmlns:a="http://schemas.openxmlformats.org/drawingml/2006/main" noGrp="1"/>
          </p:cNvSpPr>
          <p:nvPr/>
        </p:nvSpPr>
        <p:spPr>
          <a:xfrm xmlns:a="http://schemas.openxmlformats.org/drawingml/2006/main">
            <a:off x="3824012"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55" name="Editable chart path">
            <a:extLst xmlns:a="http://schemas.openxmlformats.org/drawingml/2006/main">
              <a:ext uri="{FF2B5EF4-FFF2-40B4-BE49-F238E27FC236}">
                <a16:creationId xmlns:a16="http://schemas.microsoft.com/office/drawing/2014/main" id="{BCABFF6B-7F28-4419-8664-D0DB052F84B5}"/>
              </a:ext>
            </a:extLst>
          </p:cNvPr>
          <p:cNvSpPr>
            <a:spLocks xmlns:a="http://schemas.openxmlformats.org/drawingml/2006/main" noGrp="1"/>
          </p:cNvSpPr>
          <p:nvPr/>
        </p:nvSpPr>
        <p:spPr>
          <a:xfrm xmlns:a="http://schemas.openxmlformats.org/drawingml/2006/main">
            <a:off x="3903015"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356" name="Editable chart path">
            <a:extLst xmlns:a="http://schemas.openxmlformats.org/drawingml/2006/main">
              <a:ext uri="{FF2B5EF4-FFF2-40B4-BE49-F238E27FC236}">
                <a16:creationId xmlns:a16="http://schemas.microsoft.com/office/drawing/2014/main" id="{31929058-C2E2-4C72-951E-4B84FBE11474}"/>
              </a:ext>
            </a:extLst>
          </p:cNvPr>
          <p:cNvSpPr>
            <a:spLocks xmlns:a="http://schemas.openxmlformats.org/drawingml/2006/main" noGrp="1"/>
          </p:cNvSpPr>
          <p:nvPr/>
        </p:nvSpPr>
        <p:spPr>
          <a:xfrm xmlns:a="http://schemas.openxmlformats.org/drawingml/2006/main">
            <a:off x="3982018"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357" name="Editable chart path">
            <a:extLst xmlns:a="http://schemas.openxmlformats.org/drawingml/2006/main">
              <a:ext uri="{FF2B5EF4-FFF2-40B4-BE49-F238E27FC236}">
                <a16:creationId xmlns:a16="http://schemas.microsoft.com/office/drawing/2014/main" id="{F2470D27-A0EE-44FE-999A-24B3A7BF0B3E}"/>
              </a:ext>
            </a:extLst>
          </p:cNvPr>
          <p:cNvSpPr>
            <a:spLocks xmlns:a="http://schemas.openxmlformats.org/drawingml/2006/main" noGrp="1"/>
          </p:cNvSpPr>
          <p:nvPr/>
        </p:nvSpPr>
        <p:spPr>
          <a:xfrm xmlns:a="http://schemas.openxmlformats.org/drawingml/2006/main">
            <a:off x="406102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358" name="Editable chart path">
            <a:extLst xmlns:a="http://schemas.openxmlformats.org/drawingml/2006/main">
              <a:ext uri="{FF2B5EF4-FFF2-40B4-BE49-F238E27FC236}">
                <a16:creationId xmlns:a16="http://schemas.microsoft.com/office/drawing/2014/main" id="{60ADAA21-4A40-4662-BD03-662D14397A12}"/>
              </a:ext>
            </a:extLst>
          </p:cNvPr>
          <p:cNvSpPr>
            <a:spLocks xmlns:a="http://schemas.openxmlformats.org/drawingml/2006/main" noGrp="1"/>
          </p:cNvSpPr>
          <p:nvPr/>
        </p:nvSpPr>
        <p:spPr>
          <a:xfrm xmlns:a="http://schemas.openxmlformats.org/drawingml/2006/main">
            <a:off x="4140023"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359" name="Editable chart path">
            <a:extLst xmlns:a="http://schemas.openxmlformats.org/drawingml/2006/main">
              <a:ext uri="{FF2B5EF4-FFF2-40B4-BE49-F238E27FC236}">
                <a16:creationId xmlns:a16="http://schemas.microsoft.com/office/drawing/2014/main" id="{DC68E258-D95D-4DFD-8806-929A284F40BD}"/>
              </a:ext>
            </a:extLst>
          </p:cNvPr>
          <p:cNvSpPr>
            <a:spLocks xmlns:a="http://schemas.openxmlformats.org/drawingml/2006/main" noGrp="1"/>
          </p:cNvSpPr>
          <p:nvPr/>
        </p:nvSpPr>
        <p:spPr>
          <a:xfrm xmlns:a="http://schemas.openxmlformats.org/drawingml/2006/main">
            <a:off x="421902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360" name="Editable chart path">
            <a:extLst xmlns:a="http://schemas.openxmlformats.org/drawingml/2006/main">
              <a:ext uri="{FF2B5EF4-FFF2-40B4-BE49-F238E27FC236}">
                <a16:creationId xmlns:a16="http://schemas.microsoft.com/office/drawing/2014/main" id="{042F8B23-DE8B-465D-AC08-36D9F6DED001}"/>
              </a:ext>
            </a:extLst>
          </p:cNvPr>
          <p:cNvSpPr>
            <a:spLocks xmlns:a="http://schemas.openxmlformats.org/drawingml/2006/main" noGrp="1"/>
          </p:cNvSpPr>
          <p:nvPr/>
        </p:nvSpPr>
        <p:spPr>
          <a:xfrm xmlns:a="http://schemas.openxmlformats.org/drawingml/2006/main">
            <a:off x="4298027"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361" name="Editable chart path">
            <a:extLst xmlns:a="http://schemas.openxmlformats.org/drawingml/2006/main">
              <a:ext uri="{FF2B5EF4-FFF2-40B4-BE49-F238E27FC236}">
                <a16:creationId xmlns:a16="http://schemas.microsoft.com/office/drawing/2014/main" id="{9CEDB4E2-14E0-4E88-AE88-37F32B552DEF}"/>
              </a:ext>
            </a:extLst>
          </p:cNvPr>
          <p:cNvSpPr>
            <a:spLocks xmlns:a="http://schemas.openxmlformats.org/drawingml/2006/main" noGrp="1"/>
          </p:cNvSpPr>
          <p:nvPr/>
        </p:nvSpPr>
        <p:spPr>
          <a:xfrm xmlns:a="http://schemas.openxmlformats.org/drawingml/2006/main">
            <a:off x="4377030"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62" name="Editable chart path">
            <a:extLst xmlns:a="http://schemas.openxmlformats.org/drawingml/2006/main">
              <a:ext uri="{FF2B5EF4-FFF2-40B4-BE49-F238E27FC236}">
                <a16:creationId xmlns:a16="http://schemas.microsoft.com/office/drawing/2014/main" id="{76273B39-8B84-4E00-A529-AB976ACCCE65}"/>
              </a:ext>
            </a:extLst>
          </p:cNvPr>
          <p:cNvSpPr>
            <a:spLocks xmlns:a="http://schemas.openxmlformats.org/drawingml/2006/main" noGrp="1"/>
          </p:cNvSpPr>
          <p:nvPr/>
        </p:nvSpPr>
        <p:spPr>
          <a:xfrm xmlns:a="http://schemas.openxmlformats.org/drawingml/2006/main">
            <a:off x="4456033"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63" name="Editable chart path">
            <a:extLst xmlns:a="http://schemas.openxmlformats.org/drawingml/2006/main">
              <a:ext uri="{FF2B5EF4-FFF2-40B4-BE49-F238E27FC236}">
                <a16:creationId xmlns:a16="http://schemas.microsoft.com/office/drawing/2014/main" id="{D4A7B826-F486-4B3B-992E-0402E1733BC2}"/>
              </a:ext>
            </a:extLst>
          </p:cNvPr>
          <p:cNvSpPr>
            <a:spLocks xmlns:a="http://schemas.openxmlformats.org/drawingml/2006/main" noGrp="1"/>
          </p:cNvSpPr>
          <p:nvPr/>
        </p:nvSpPr>
        <p:spPr>
          <a:xfrm xmlns:a="http://schemas.openxmlformats.org/drawingml/2006/main">
            <a:off x="453503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64" name="Editable chart path">
            <a:extLst xmlns:a="http://schemas.openxmlformats.org/drawingml/2006/main">
              <a:ext uri="{FF2B5EF4-FFF2-40B4-BE49-F238E27FC236}">
                <a16:creationId xmlns:a16="http://schemas.microsoft.com/office/drawing/2014/main" id="{0F09E776-1DCC-47A4-9A68-FD003FCED8C5}"/>
              </a:ext>
            </a:extLst>
          </p:cNvPr>
          <p:cNvSpPr>
            <a:spLocks xmlns:a="http://schemas.openxmlformats.org/drawingml/2006/main" noGrp="1"/>
          </p:cNvSpPr>
          <p:nvPr/>
        </p:nvSpPr>
        <p:spPr>
          <a:xfrm xmlns:a="http://schemas.openxmlformats.org/drawingml/2006/main">
            <a:off x="4614038"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65" name="Editable chart path">
            <a:extLst xmlns:a="http://schemas.openxmlformats.org/drawingml/2006/main">
              <a:ext uri="{FF2B5EF4-FFF2-40B4-BE49-F238E27FC236}">
                <a16:creationId xmlns:a16="http://schemas.microsoft.com/office/drawing/2014/main" id="{3AFE28F5-5C94-45BB-A8DE-61958FCBD4C1}"/>
              </a:ext>
            </a:extLst>
          </p:cNvPr>
          <p:cNvSpPr>
            <a:spLocks xmlns:a="http://schemas.openxmlformats.org/drawingml/2006/main" noGrp="1"/>
          </p:cNvSpPr>
          <p:nvPr/>
        </p:nvSpPr>
        <p:spPr>
          <a:xfrm xmlns:a="http://schemas.openxmlformats.org/drawingml/2006/main">
            <a:off x="4693040" y="353204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66" name="Editable chart path">
            <a:extLst xmlns:a="http://schemas.openxmlformats.org/drawingml/2006/main">
              <a:ext uri="{FF2B5EF4-FFF2-40B4-BE49-F238E27FC236}">
                <a16:creationId xmlns:a16="http://schemas.microsoft.com/office/drawing/2014/main" id="{293742DC-C70F-4D7B-B8BE-C8505DA5AC96}"/>
              </a:ext>
            </a:extLst>
          </p:cNvPr>
          <p:cNvSpPr>
            <a:spLocks xmlns:a="http://schemas.openxmlformats.org/drawingml/2006/main" noGrp="1"/>
          </p:cNvSpPr>
          <p:nvPr/>
        </p:nvSpPr>
        <p:spPr>
          <a:xfrm xmlns:a="http://schemas.openxmlformats.org/drawingml/2006/main">
            <a:off x="4772043"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67" name="Editable chart path">
            <a:extLst xmlns:a="http://schemas.openxmlformats.org/drawingml/2006/main">
              <a:ext uri="{FF2B5EF4-FFF2-40B4-BE49-F238E27FC236}">
                <a16:creationId xmlns:a16="http://schemas.microsoft.com/office/drawing/2014/main" id="{25ED5068-0940-4E45-BD1E-DCDF596D8E2A}"/>
              </a:ext>
            </a:extLst>
          </p:cNvPr>
          <p:cNvSpPr>
            <a:spLocks xmlns:a="http://schemas.openxmlformats.org/drawingml/2006/main" noGrp="1"/>
          </p:cNvSpPr>
          <p:nvPr/>
        </p:nvSpPr>
        <p:spPr>
          <a:xfrm xmlns:a="http://schemas.openxmlformats.org/drawingml/2006/main">
            <a:off x="4851045"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68" name="Editable chart path">
            <a:extLst xmlns:a="http://schemas.openxmlformats.org/drawingml/2006/main">
              <a:ext uri="{FF2B5EF4-FFF2-40B4-BE49-F238E27FC236}">
                <a16:creationId xmlns:a16="http://schemas.microsoft.com/office/drawing/2014/main" id="{B709C4C2-EE42-4AC1-87D5-B8B3EAD8183F}"/>
              </a:ext>
            </a:extLst>
          </p:cNvPr>
          <p:cNvSpPr>
            <a:spLocks xmlns:a="http://schemas.openxmlformats.org/drawingml/2006/main" noGrp="1"/>
          </p:cNvSpPr>
          <p:nvPr/>
        </p:nvSpPr>
        <p:spPr>
          <a:xfrm xmlns:a="http://schemas.openxmlformats.org/drawingml/2006/main">
            <a:off x="4930048" y="353204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69" name="Editable chart path">
            <a:extLst xmlns:a="http://schemas.openxmlformats.org/drawingml/2006/main">
              <a:ext uri="{FF2B5EF4-FFF2-40B4-BE49-F238E27FC236}">
                <a16:creationId xmlns:a16="http://schemas.microsoft.com/office/drawing/2014/main" id="{40E9195B-5253-4CDC-926F-5CC5E5E9F21F}"/>
              </a:ext>
            </a:extLst>
          </p:cNvPr>
          <p:cNvSpPr>
            <a:spLocks xmlns:a="http://schemas.openxmlformats.org/drawingml/2006/main" noGrp="1"/>
          </p:cNvSpPr>
          <p:nvPr/>
        </p:nvSpPr>
        <p:spPr>
          <a:xfrm xmlns:a="http://schemas.openxmlformats.org/drawingml/2006/main">
            <a:off x="161194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70" name="Editable chart path">
            <a:extLst xmlns:a="http://schemas.openxmlformats.org/drawingml/2006/main">
              <a:ext uri="{FF2B5EF4-FFF2-40B4-BE49-F238E27FC236}">
                <a16:creationId xmlns:a16="http://schemas.microsoft.com/office/drawing/2014/main" id="{856370A3-3F73-4B9F-91EB-C0E62125E646}"/>
              </a:ext>
            </a:extLst>
          </p:cNvPr>
          <p:cNvSpPr>
            <a:spLocks xmlns:a="http://schemas.openxmlformats.org/drawingml/2006/main" noGrp="1"/>
          </p:cNvSpPr>
          <p:nvPr/>
        </p:nvSpPr>
        <p:spPr>
          <a:xfrm xmlns:a="http://schemas.openxmlformats.org/drawingml/2006/main">
            <a:off x="169094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71" name="Editable chart path">
            <a:extLst xmlns:a="http://schemas.openxmlformats.org/drawingml/2006/main">
              <a:ext uri="{FF2B5EF4-FFF2-40B4-BE49-F238E27FC236}">
                <a16:creationId xmlns:a16="http://schemas.microsoft.com/office/drawing/2014/main" id="{9B973D9E-2D5A-4EF4-8559-4C3252D2214F}"/>
              </a:ext>
            </a:extLst>
          </p:cNvPr>
          <p:cNvSpPr>
            <a:spLocks xmlns:a="http://schemas.openxmlformats.org/drawingml/2006/main" noGrp="1"/>
          </p:cNvSpPr>
          <p:nvPr/>
        </p:nvSpPr>
        <p:spPr>
          <a:xfrm xmlns:a="http://schemas.openxmlformats.org/drawingml/2006/main">
            <a:off x="176994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72" name="Editable chart path">
            <a:extLst xmlns:a="http://schemas.openxmlformats.org/drawingml/2006/main">
              <a:ext uri="{FF2B5EF4-FFF2-40B4-BE49-F238E27FC236}">
                <a16:creationId xmlns:a16="http://schemas.microsoft.com/office/drawing/2014/main" id="{5AB9C6CD-7DAB-496F-8998-C4604C51BEFE}"/>
              </a:ext>
            </a:extLst>
          </p:cNvPr>
          <p:cNvSpPr>
            <a:spLocks xmlns:a="http://schemas.openxmlformats.org/drawingml/2006/main" noGrp="1"/>
          </p:cNvSpPr>
          <p:nvPr/>
        </p:nvSpPr>
        <p:spPr>
          <a:xfrm xmlns:a="http://schemas.openxmlformats.org/drawingml/2006/main">
            <a:off x="184895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73" name="Editable chart path">
            <a:extLst xmlns:a="http://schemas.openxmlformats.org/drawingml/2006/main">
              <a:ext uri="{FF2B5EF4-FFF2-40B4-BE49-F238E27FC236}">
                <a16:creationId xmlns:a16="http://schemas.microsoft.com/office/drawing/2014/main" id="{44FA5367-46C4-48F3-BCCD-2E361625A596}"/>
              </a:ext>
            </a:extLst>
          </p:cNvPr>
          <p:cNvSpPr>
            <a:spLocks xmlns:a="http://schemas.openxmlformats.org/drawingml/2006/main" noGrp="1"/>
          </p:cNvSpPr>
          <p:nvPr/>
        </p:nvSpPr>
        <p:spPr>
          <a:xfrm xmlns:a="http://schemas.openxmlformats.org/drawingml/2006/main">
            <a:off x="1927952"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74" name="Editable chart path">
            <a:extLst xmlns:a="http://schemas.openxmlformats.org/drawingml/2006/main">
              <a:ext uri="{FF2B5EF4-FFF2-40B4-BE49-F238E27FC236}">
                <a16:creationId xmlns:a16="http://schemas.microsoft.com/office/drawing/2014/main" id="{D1F3C620-4DEF-458E-A785-1EE86628D380}"/>
              </a:ext>
            </a:extLst>
          </p:cNvPr>
          <p:cNvSpPr>
            <a:spLocks xmlns:a="http://schemas.openxmlformats.org/drawingml/2006/main" noGrp="1"/>
          </p:cNvSpPr>
          <p:nvPr/>
        </p:nvSpPr>
        <p:spPr>
          <a:xfrm xmlns:a="http://schemas.openxmlformats.org/drawingml/2006/main">
            <a:off x="200695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375" name="Editable chart path">
            <a:extLst xmlns:a="http://schemas.openxmlformats.org/drawingml/2006/main">
              <a:ext uri="{FF2B5EF4-FFF2-40B4-BE49-F238E27FC236}">
                <a16:creationId xmlns:a16="http://schemas.microsoft.com/office/drawing/2014/main" id="{B84C28D5-EACA-40BD-8B55-817E969FAAB8}"/>
              </a:ext>
            </a:extLst>
          </p:cNvPr>
          <p:cNvSpPr>
            <a:spLocks xmlns:a="http://schemas.openxmlformats.org/drawingml/2006/main" noGrp="1"/>
          </p:cNvSpPr>
          <p:nvPr/>
        </p:nvSpPr>
        <p:spPr>
          <a:xfrm xmlns:a="http://schemas.openxmlformats.org/drawingml/2006/main">
            <a:off x="208595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376" name="Editable chart path">
            <a:extLst xmlns:a="http://schemas.openxmlformats.org/drawingml/2006/main">
              <a:ext uri="{FF2B5EF4-FFF2-40B4-BE49-F238E27FC236}">
                <a16:creationId xmlns:a16="http://schemas.microsoft.com/office/drawing/2014/main" id="{3D72F43C-DCB8-493B-893F-2E5D2300FFDA}"/>
              </a:ext>
            </a:extLst>
          </p:cNvPr>
          <p:cNvSpPr>
            <a:spLocks xmlns:a="http://schemas.openxmlformats.org/drawingml/2006/main" noGrp="1"/>
          </p:cNvSpPr>
          <p:nvPr/>
        </p:nvSpPr>
        <p:spPr>
          <a:xfrm xmlns:a="http://schemas.openxmlformats.org/drawingml/2006/main">
            <a:off x="216496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DCB"/>
          </a:solidFill>
          <a:ln xmlns:a="http://schemas.openxmlformats.org/drawingml/2006/main" w="2292">
            <a:solidFill>
              <a:srgbClr val="FBFCFE"/>
            </a:solidFill>
            <a:prstDash val="solid"/>
          </a:ln>
        </p:spPr>
      </p:sp>
      <p:sp>
        <p:nvSpPr>
          <p:cNvPr id="377" name="Editable chart path">
            <a:extLst xmlns:a="http://schemas.openxmlformats.org/drawingml/2006/main">
              <a:ext uri="{FF2B5EF4-FFF2-40B4-BE49-F238E27FC236}">
                <a16:creationId xmlns:a16="http://schemas.microsoft.com/office/drawing/2014/main" id="{385EB5EB-231F-4267-8012-8EC87F3589F9}"/>
              </a:ext>
            </a:extLst>
          </p:cNvPr>
          <p:cNvSpPr>
            <a:spLocks xmlns:a="http://schemas.openxmlformats.org/drawingml/2006/main" noGrp="1"/>
          </p:cNvSpPr>
          <p:nvPr/>
        </p:nvSpPr>
        <p:spPr>
          <a:xfrm xmlns:a="http://schemas.openxmlformats.org/drawingml/2006/main">
            <a:off x="224396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EBB"/>
          </a:solidFill>
          <a:ln xmlns:a="http://schemas.openxmlformats.org/drawingml/2006/main" w="2292">
            <a:solidFill>
              <a:srgbClr val="FBFCFE"/>
            </a:solidFill>
            <a:prstDash val="solid"/>
          </a:ln>
        </p:spPr>
      </p:sp>
      <p:sp>
        <p:nvSpPr>
          <p:cNvPr id="378" name="Editable chart path">
            <a:extLst xmlns:a="http://schemas.openxmlformats.org/drawingml/2006/main">
              <a:ext uri="{FF2B5EF4-FFF2-40B4-BE49-F238E27FC236}">
                <a16:creationId xmlns:a16="http://schemas.microsoft.com/office/drawing/2014/main" id="{7F8FCA0F-4042-495A-8FC2-C1E8DE128839}"/>
              </a:ext>
            </a:extLst>
          </p:cNvPr>
          <p:cNvSpPr>
            <a:spLocks xmlns:a="http://schemas.openxmlformats.org/drawingml/2006/main" noGrp="1"/>
          </p:cNvSpPr>
          <p:nvPr/>
        </p:nvSpPr>
        <p:spPr>
          <a:xfrm xmlns:a="http://schemas.openxmlformats.org/drawingml/2006/main">
            <a:off x="2322965"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379" name="Editable chart path">
            <a:extLst xmlns:a="http://schemas.openxmlformats.org/drawingml/2006/main">
              <a:ext uri="{FF2B5EF4-FFF2-40B4-BE49-F238E27FC236}">
                <a16:creationId xmlns:a16="http://schemas.microsoft.com/office/drawing/2014/main" id="{2E4664E2-0AB8-41DD-B78C-CE575BB286F5}"/>
              </a:ext>
            </a:extLst>
          </p:cNvPr>
          <p:cNvSpPr>
            <a:spLocks xmlns:a="http://schemas.openxmlformats.org/drawingml/2006/main" noGrp="1"/>
          </p:cNvSpPr>
          <p:nvPr/>
        </p:nvSpPr>
        <p:spPr>
          <a:xfrm xmlns:a="http://schemas.openxmlformats.org/drawingml/2006/main">
            <a:off x="240196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380" name="Editable chart path">
            <a:extLst xmlns:a="http://schemas.openxmlformats.org/drawingml/2006/main">
              <a:ext uri="{FF2B5EF4-FFF2-40B4-BE49-F238E27FC236}">
                <a16:creationId xmlns:a16="http://schemas.microsoft.com/office/drawing/2014/main" id="{18D04262-7363-4761-B98E-E3170DBA8710}"/>
              </a:ext>
            </a:extLst>
          </p:cNvPr>
          <p:cNvSpPr>
            <a:spLocks xmlns:a="http://schemas.openxmlformats.org/drawingml/2006/main" noGrp="1"/>
          </p:cNvSpPr>
          <p:nvPr/>
        </p:nvSpPr>
        <p:spPr>
          <a:xfrm xmlns:a="http://schemas.openxmlformats.org/drawingml/2006/main">
            <a:off x="248097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8"/>
          </a:solidFill>
          <a:ln xmlns:a="http://schemas.openxmlformats.org/drawingml/2006/main" w="2292">
            <a:solidFill>
              <a:srgbClr val="FBFCFE"/>
            </a:solidFill>
            <a:prstDash val="solid"/>
          </a:ln>
        </p:spPr>
      </p:sp>
      <p:sp>
        <p:nvSpPr>
          <p:cNvPr id="381" name="Editable chart path">
            <a:extLst xmlns:a="http://schemas.openxmlformats.org/drawingml/2006/main">
              <a:ext uri="{FF2B5EF4-FFF2-40B4-BE49-F238E27FC236}">
                <a16:creationId xmlns:a16="http://schemas.microsoft.com/office/drawing/2014/main" id="{3FC58CDD-475C-4365-B15A-AB5E64F3811B}"/>
              </a:ext>
            </a:extLst>
          </p:cNvPr>
          <p:cNvSpPr>
            <a:spLocks xmlns:a="http://schemas.openxmlformats.org/drawingml/2006/main" noGrp="1"/>
          </p:cNvSpPr>
          <p:nvPr/>
        </p:nvSpPr>
        <p:spPr>
          <a:xfrm xmlns:a="http://schemas.openxmlformats.org/drawingml/2006/main">
            <a:off x="255997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382" name="Editable chart path">
            <a:extLst xmlns:a="http://schemas.openxmlformats.org/drawingml/2006/main">
              <a:ext uri="{FF2B5EF4-FFF2-40B4-BE49-F238E27FC236}">
                <a16:creationId xmlns:a16="http://schemas.microsoft.com/office/drawing/2014/main" id="{1A0F700E-9B36-4DFB-AF2D-23B64E7F5DEA}"/>
              </a:ext>
            </a:extLst>
          </p:cNvPr>
          <p:cNvSpPr>
            <a:spLocks xmlns:a="http://schemas.openxmlformats.org/drawingml/2006/main" noGrp="1"/>
          </p:cNvSpPr>
          <p:nvPr/>
        </p:nvSpPr>
        <p:spPr>
          <a:xfrm xmlns:a="http://schemas.openxmlformats.org/drawingml/2006/main">
            <a:off x="263897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383" name="Editable chart path">
            <a:extLst xmlns:a="http://schemas.openxmlformats.org/drawingml/2006/main">
              <a:ext uri="{FF2B5EF4-FFF2-40B4-BE49-F238E27FC236}">
                <a16:creationId xmlns:a16="http://schemas.microsoft.com/office/drawing/2014/main" id="{CC014E23-DA6A-47A8-B581-BA723C8F1498}"/>
              </a:ext>
            </a:extLst>
          </p:cNvPr>
          <p:cNvSpPr>
            <a:spLocks xmlns:a="http://schemas.openxmlformats.org/drawingml/2006/main" noGrp="1"/>
          </p:cNvSpPr>
          <p:nvPr/>
        </p:nvSpPr>
        <p:spPr>
          <a:xfrm xmlns:a="http://schemas.openxmlformats.org/drawingml/2006/main">
            <a:off x="2717977"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384" name="Editable chart path">
            <a:extLst xmlns:a="http://schemas.openxmlformats.org/drawingml/2006/main">
              <a:ext uri="{FF2B5EF4-FFF2-40B4-BE49-F238E27FC236}">
                <a16:creationId xmlns:a16="http://schemas.microsoft.com/office/drawing/2014/main" id="{A6A85B57-3B0A-43B7-8328-71DA2D7A5C4C}"/>
              </a:ext>
            </a:extLst>
          </p:cNvPr>
          <p:cNvSpPr>
            <a:spLocks xmlns:a="http://schemas.openxmlformats.org/drawingml/2006/main" noGrp="1"/>
          </p:cNvSpPr>
          <p:nvPr/>
        </p:nvSpPr>
        <p:spPr>
          <a:xfrm xmlns:a="http://schemas.openxmlformats.org/drawingml/2006/main">
            <a:off x="279698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3E1F4"/>
          </a:solidFill>
          <a:ln xmlns:a="http://schemas.openxmlformats.org/drawingml/2006/main" w="2292">
            <a:solidFill>
              <a:srgbClr val="FBFCFE"/>
            </a:solidFill>
            <a:prstDash val="solid"/>
          </a:ln>
        </p:spPr>
      </p:sp>
      <p:sp>
        <p:nvSpPr>
          <p:cNvPr id="385" name="Editable chart path">
            <a:extLst xmlns:a="http://schemas.openxmlformats.org/drawingml/2006/main">
              <a:ext uri="{FF2B5EF4-FFF2-40B4-BE49-F238E27FC236}">
                <a16:creationId xmlns:a16="http://schemas.microsoft.com/office/drawing/2014/main" id="{74A636FA-EB38-45B3-A3F8-790FF3B2BE27}"/>
              </a:ext>
            </a:extLst>
          </p:cNvPr>
          <p:cNvSpPr>
            <a:spLocks xmlns:a="http://schemas.openxmlformats.org/drawingml/2006/main" noGrp="1"/>
          </p:cNvSpPr>
          <p:nvPr/>
        </p:nvSpPr>
        <p:spPr>
          <a:xfrm xmlns:a="http://schemas.openxmlformats.org/drawingml/2006/main">
            <a:off x="287598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86" name="Editable chart path">
            <a:extLst xmlns:a="http://schemas.openxmlformats.org/drawingml/2006/main">
              <a:ext uri="{FF2B5EF4-FFF2-40B4-BE49-F238E27FC236}">
                <a16:creationId xmlns:a16="http://schemas.microsoft.com/office/drawing/2014/main" id="{CA8E82C7-2E2F-4ADA-94B2-AAF1019015AF}"/>
              </a:ext>
            </a:extLst>
          </p:cNvPr>
          <p:cNvSpPr>
            <a:spLocks xmlns:a="http://schemas.openxmlformats.org/drawingml/2006/main" noGrp="1"/>
          </p:cNvSpPr>
          <p:nvPr/>
        </p:nvSpPr>
        <p:spPr>
          <a:xfrm xmlns:a="http://schemas.openxmlformats.org/drawingml/2006/main">
            <a:off x="295498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87" name="Editable chart path">
            <a:extLst xmlns:a="http://schemas.openxmlformats.org/drawingml/2006/main">
              <a:ext uri="{FF2B5EF4-FFF2-40B4-BE49-F238E27FC236}">
                <a16:creationId xmlns:a16="http://schemas.microsoft.com/office/drawing/2014/main" id="{62E1D1BE-A538-4D63-920E-558C9CBEFA8E}"/>
              </a:ext>
            </a:extLst>
          </p:cNvPr>
          <p:cNvSpPr>
            <a:spLocks xmlns:a="http://schemas.openxmlformats.org/drawingml/2006/main" noGrp="1"/>
          </p:cNvSpPr>
          <p:nvPr/>
        </p:nvSpPr>
        <p:spPr>
          <a:xfrm xmlns:a="http://schemas.openxmlformats.org/drawingml/2006/main">
            <a:off x="303398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88" name="Editable chart path">
            <a:extLst xmlns:a="http://schemas.openxmlformats.org/drawingml/2006/main">
              <a:ext uri="{FF2B5EF4-FFF2-40B4-BE49-F238E27FC236}">
                <a16:creationId xmlns:a16="http://schemas.microsoft.com/office/drawing/2014/main" id="{13125E6F-E055-4185-AC4F-B0815A077817}"/>
              </a:ext>
            </a:extLst>
          </p:cNvPr>
          <p:cNvSpPr>
            <a:spLocks xmlns:a="http://schemas.openxmlformats.org/drawingml/2006/main" noGrp="1"/>
          </p:cNvSpPr>
          <p:nvPr/>
        </p:nvSpPr>
        <p:spPr>
          <a:xfrm xmlns:a="http://schemas.openxmlformats.org/drawingml/2006/main">
            <a:off x="3112990"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89" name="Editable chart path">
            <a:extLst xmlns:a="http://schemas.openxmlformats.org/drawingml/2006/main">
              <a:ext uri="{FF2B5EF4-FFF2-40B4-BE49-F238E27FC236}">
                <a16:creationId xmlns:a16="http://schemas.microsoft.com/office/drawing/2014/main" id="{383FF24C-AFC8-4813-8616-1F65C6A15F75}"/>
              </a:ext>
            </a:extLst>
          </p:cNvPr>
          <p:cNvSpPr>
            <a:spLocks xmlns:a="http://schemas.openxmlformats.org/drawingml/2006/main" noGrp="1"/>
          </p:cNvSpPr>
          <p:nvPr/>
        </p:nvSpPr>
        <p:spPr>
          <a:xfrm xmlns:a="http://schemas.openxmlformats.org/drawingml/2006/main">
            <a:off x="319199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90" name="Editable chart path">
            <a:extLst xmlns:a="http://schemas.openxmlformats.org/drawingml/2006/main">
              <a:ext uri="{FF2B5EF4-FFF2-40B4-BE49-F238E27FC236}">
                <a16:creationId xmlns:a16="http://schemas.microsoft.com/office/drawing/2014/main" id="{D0173706-F975-45E8-B8C9-09BEF6C60FF5}"/>
              </a:ext>
            </a:extLst>
          </p:cNvPr>
          <p:cNvSpPr>
            <a:spLocks xmlns:a="http://schemas.openxmlformats.org/drawingml/2006/main" noGrp="1"/>
          </p:cNvSpPr>
          <p:nvPr/>
        </p:nvSpPr>
        <p:spPr>
          <a:xfrm xmlns:a="http://schemas.openxmlformats.org/drawingml/2006/main">
            <a:off x="327099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91" name="Editable chart path">
            <a:extLst xmlns:a="http://schemas.openxmlformats.org/drawingml/2006/main">
              <a:ext uri="{FF2B5EF4-FFF2-40B4-BE49-F238E27FC236}">
                <a16:creationId xmlns:a16="http://schemas.microsoft.com/office/drawing/2014/main" id="{2083CB2C-1C2B-48F4-9605-6A578B7EDC21}"/>
              </a:ext>
            </a:extLst>
          </p:cNvPr>
          <p:cNvSpPr>
            <a:spLocks xmlns:a="http://schemas.openxmlformats.org/drawingml/2006/main" noGrp="1"/>
          </p:cNvSpPr>
          <p:nvPr/>
        </p:nvSpPr>
        <p:spPr>
          <a:xfrm xmlns:a="http://schemas.openxmlformats.org/drawingml/2006/main">
            <a:off x="3349997"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392" name="Editable chart path">
            <a:extLst xmlns:a="http://schemas.openxmlformats.org/drawingml/2006/main">
              <a:ext uri="{FF2B5EF4-FFF2-40B4-BE49-F238E27FC236}">
                <a16:creationId xmlns:a16="http://schemas.microsoft.com/office/drawing/2014/main" id="{2997929E-1936-4E0E-AC3A-C0A52BA0710B}"/>
              </a:ext>
            </a:extLst>
          </p:cNvPr>
          <p:cNvSpPr>
            <a:spLocks xmlns:a="http://schemas.openxmlformats.org/drawingml/2006/main" noGrp="1"/>
          </p:cNvSpPr>
          <p:nvPr/>
        </p:nvSpPr>
        <p:spPr>
          <a:xfrm xmlns:a="http://schemas.openxmlformats.org/drawingml/2006/main">
            <a:off x="342900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C"/>
          </a:solidFill>
          <a:ln xmlns:a="http://schemas.openxmlformats.org/drawingml/2006/main" w="2292">
            <a:solidFill>
              <a:srgbClr val="FBFCFE"/>
            </a:solidFill>
            <a:prstDash val="solid"/>
          </a:ln>
        </p:spPr>
      </p:sp>
      <p:sp>
        <p:nvSpPr>
          <p:cNvPr id="393" name="Editable chart path">
            <a:extLst xmlns:a="http://schemas.openxmlformats.org/drawingml/2006/main">
              <a:ext uri="{FF2B5EF4-FFF2-40B4-BE49-F238E27FC236}">
                <a16:creationId xmlns:a16="http://schemas.microsoft.com/office/drawing/2014/main" id="{0861F71F-1A50-49BA-A2D7-C85A03836281}"/>
              </a:ext>
            </a:extLst>
          </p:cNvPr>
          <p:cNvSpPr>
            <a:spLocks xmlns:a="http://schemas.openxmlformats.org/drawingml/2006/main" noGrp="1"/>
          </p:cNvSpPr>
          <p:nvPr/>
        </p:nvSpPr>
        <p:spPr>
          <a:xfrm xmlns:a="http://schemas.openxmlformats.org/drawingml/2006/main">
            <a:off x="3508002"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3D7F3"/>
          </a:solidFill>
          <a:ln xmlns:a="http://schemas.openxmlformats.org/drawingml/2006/main" w="2292">
            <a:solidFill>
              <a:srgbClr val="FBFCFE"/>
            </a:solidFill>
            <a:prstDash val="solid"/>
          </a:ln>
        </p:spPr>
      </p:sp>
      <p:sp>
        <p:nvSpPr>
          <p:cNvPr id="394" name="Editable chart path">
            <a:extLst xmlns:a="http://schemas.openxmlformats.org/drawingml/2006/main">
              <a:ext uri="{FF2B5EF4-FFF2-40B4-BE49-F238E27FC236}">
                <a16:creationId xmlns:a16="http://schemas.microsoft.com/office/drawing/2014/main" id="{F18BAEA6-DF67-4147-A6C8-C5E397FFCFDC}"/>
              </a:ext>
            </a:extLst>
          </p:cNvPr>
          <p:cNvSpPr>
            <a:spLocks xmlns:a="http://schemas.openxmlformats.org/drawingml/2006/main" noGrp="1"/>
          </p:cNvSpPr>
          <p:nvPr/>
        </p:nvSpPr>
        <p:spPr>
          <a:xfrm xmlns:a="http://schemas.openxmlformats.org/drawingml/2006/main">
            <a:off x="358700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395" name="Editable chart path">
            <a:extLst xmlns:a="http://schemas.openxmlformats.org/drawingml/2006/main">
              <a:ext uri="{FF2B5EF4-FFF2-40B4-BE49-F238E27FC236}">
                <a16:creationId xmlns:a16="http://schemas.microsoft.com/office/drawing/2014/main" id="{F3B260EB-7707-41F0-9FE9-7368F2BE681C}"/>
              </a:ext>
            </a:extLst>
          </p:cNvPr>
          <p:cNvSpPr>
            <a:spLocks xmlns:a="http://schemas.openxmlformats.org/drawingml/2006/main" noGrp="1"/>
          </p:cNvSpPr>
          <p:nvPr/>
        </p:nvSpPr>
        <p:spPr>
          <a:xfrm xmlns:a="http://schemas.openxmlformats.org/drawingml/2006/main">
            <a:off x="3666008"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396" name="Editable chart path">
            <a:extLst xmlns:a="http://schemas.openxmlformats.org/drawingml/2006/main">
              <a:ext uri="{FF2B5EF4-FFF2-40B4-BE49-F238E27FC236}">
                <a16:creationId xmlns:a16="http://schemas.microsoft.com/office/drawing/2014/main" id="{D0988FB7-5736-4C37-A871-EC823830397C}"/>
              </a:ext>
            </a:extLst>
          </p:cNvPr>
          <p:cNvSpPr>
            <a:spLocks xmlns:a="http://schemas.openxmlformats.org/drawingml/2006/main" noGrp="1"/>
          </p:cNvSpPr>
          <p:nvPr/>
        </p:nvSpPr>
        <p:spPr>
          <a:xfrm xmlns:a="http://schemas.openxmlformats.org/drawingml/2006/main">
            <a:off x="374501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397" name="Editable chart path">
            <a:extLst xmlns:a="http://schemas.openxmlformats.org/drawingml/2006/main">
              <a:ext uri="{FF2B5EF4-FFF2-40B4-BE49-F238E27FC236}">
                <a16:creationId xmlns:a16="http://schemas.microsoft.com/office/drawing/2014/main" id="{D500438F-BFA4-4C87-9FDA-780E4E0209F5}"/>
              </a:ext>
            </a:extLst>
          </p:cNvPr>
          <p:cNvSpPr>
            <a:spLocks xmlns:a="http://schemas.openxmlformats.org/drawingml/2006/main" noGrp="1"/>
          </p:cNvSpPr>
          <p:nvPr/>
        </p:nvSpPr>
        <p:spPr>
          <a:xfrm xmlns:a="http://schemas.openxmlformats.org/drawingml/2006/main">
            <a:off x="3824012"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98" name="Editable chart path">
            <a:extLst xmlns:a="http://schemas.openxmlformats.org/drawingml/2006/main">
              <a:ext uri="{FF2B5EF4-FFF2-40B4-BE49-F238E27FC236}">
                <a16:creationId xmlns:a16="http://schemas.microsoft.com/office/drawing/2014/main" id="{02B14CB7-49E7-48E9-9E94-A10BE28D5376}"/>
              </a:ext>
            </a:extLst>
          </p:cNvPr>
          <p:cNvSpPr>
            <a:spLocks xmlns:a="http://schemas.openxmlformats.org/drawingml/2006/main" noGrp="1"/>
          </p:cNvSpPr>
          <p:nvPr/>
        </p:nvSpPr>
        <p:spPr>
          <a:xfrm xmlns:a="http://schemas.openxmlformats.org/drawingml/2006/main">
            <a:off x="3903015"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399" name="Editable chart path">
            <a:extLst xmlns:a="http://schemas.openxmlformats.org/drawingml/2006/main">
              <a:ext uri="{FF2B5EF4-FFF2-40B4-BE49-F238E27FC236}">
                <a16:creationId xmlns:a16="http://schemas.microsoft.com/office/drawing/2014/main" id="{DF8DE2EE-AA91-4CB2-A805-2CC61B345F68}"/>
              </a:ext>
            </a:extLst>
          </p:cNvPr>
          <p:cNvSpPr>
            <a:spLocks xmlns:a="http://schemas.openxmlformats.org/drawingml/2006/main" noGrp="1"/>
          </p:cNvSpPr>
          <p:nvPr/>
        </p:nvSpPr>
        <p:spPr>
          <a:xfrm xmlns:a="http://schemas.openxmlformats.org/drawingml/2006/main">
            <a:off x="3982018"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00" name="Editable chart path">
            <a:extLst xmlns:a="http://schemas.openxmlformats.org/drawingml/2006/main">
              <a:ext uri="{FF2B5EF4-FFF2-40B4-BE49-F238E27FC236}">
                <a16:creationId xmlns:a16="http://schemas.microsoft.com/office/drawing/2014/main" id="{68226A53-91E1-4534-B0FE-0DB8097C57CF}"/>
              </a:ext>
            </a:extLst>
          </p:cNvPr>
          <p:cNvSpPr>
            <a:spLocks xmlns:a="http://schemas.openxmlformats.org/drawingml/2006/main" noGrp="1"/>
          </p:cNvSpPr>
          <p:nvPr/>
        </p:nvSpPr>
        <p:spPr>
          <a:xfrm xmlns:a="http://schemas.openxmlformats.org/drawingml/2006/main">
            <a:off x="406102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01" name="Editable chart path">
            <a:extLst xmlns:a="http://schemas.openxmlformats.org/drawingml/2006/main">
              <a:ext uri="{FF2B5EF4-FFF2-40B4-BE49-F238E27FC236}">
                <a16:creationId xmlns:a16="http://schemas.microsoft.com/office/drawing/2014/main" id="{696EA28D-A70A-4A45-A69C-B1337E999023}"/>
              </a:ext>
            </a:extLst>
          </p:cNvPr>
          <p:cNvSpPr>
            <a:spLocks xmlns:a="http://schemas.openxmlformats.org/drawingml/2006/main" noGrp="1"/>
          </p:cNvSpPr>
          <p:nvPr/>
        </p:nvSpPr>
        <p:spPr>
          <a:xfrm xmlns:a="http://schemas.openxmlformats.org/drawingml/2006/main">
            <a:off x="4140023"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2"/>
          </a:solidFill>
          <a:ln xmlns:a="http://schemas.openxmlformats.org/drawingml/2006/main" w="2292">
            <a:solidFill>
              <a:srgbClr val="FBFCFE"/>
            </a:solidFill>
            <a:prstDash val="solid"/>
          </a:ln>
        </p:spPr>
      </p:sp>
      <p:sp>
        <p:nvSpPr>
          <p:cNvPr id="402" name="Editable chart path">
            <a:extLst xmlns:a="http://schemas.openxmlformats.org/drawingml/2006/main">
              <a:ext uri="{FF2B5EF4-FFF2-40B4-BE49-F238E27FC236}">
                <a16:creationId xmlns:a16="http://schemas.microsoft.com/office/drawing/2014/main" id="{5619DBF3-2BFC-422D-BD43-E7F850CCB60A}"/>
              </a:ext>
            </a:extLst>
          </p:cNvPr>
          <p:cNvSpPr>
            <a:spLocks xmlns:a="http://schemas.openxmlformats.org/drawingml/2006/main" noGrp="1"/>
          </p:cNvSpPr>
          <p:nvPr/>
        </p:nvSpPr>
        <p:spPr>
          <a:xfrm xmlns:a="http://schemas.openxmlformats.org/drawingml/2006/main">
            <a:off x="421902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403" name="Editable chart path">
            <a:extLst xmlns:a="http://schemas.openxmlformats.org/drawingml/2006/main">
              <a:ext uri="{FF2B5EF4-FFF2-40B4-BE49-F238E27FC236}">
                <a16:creationId xmlns:a16="http://schemas.microsoft.com/office/drawing/2014/main" id="{47BAF105-A4CA-4BE1-8AF7-533406B7CA23}"/>
              </a:ext>
            </a:extLst>
          </p:cNvPr>
          <p:cNvSpPr>
            <a:spLocks xmlns:a="http://schemas.openxmlformats.org/drawingml/2006/main" noGrp="1"/>
          </p:cNvSpPr>
          <p:nvPr/>
        </p:nvSpPr>
        <p:spPr>
          <a:xfrm xmlns:a="http://schemas.openxmlformats.org/drawingml/2006/main">
            <a:off x="4298027"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404" name="Editable chart path">
            <a:extLst xmlns:a="http://schemas.openxmlformats.org/drawingml/2006/main">
              <a:ext uri="{FF2B5EF4-FFF2-40B4-BE49-F238E27FC236}">
                <a16:creationId xmlns:a16="http://schemas.microsoft.com/office/drawing/2014/main" id="{7A866979-9C7B-428D-BA93-CF750EB67D42}"/>
              </a:ext>
            </a:extLst>
          </p:cNvPr>
          <p:cNvSpPr>
            <a:spLocks xmlns:a="http://schemas.openxmlformats.org/drawingml/2006/main" noGrp="1"/>
          </p:cNvSpPr>
          <p:nvPr/>
        </p:nvSpPr>
        <p:spPr>
          <a:xfrm xmlns:a="http://schemas.openxmlformats.org/drawingml/2006/main">
            <a:off x="4377030"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CFCD"/>
          </a:solidFill>
          <a:ln xmlns:a="http://schemas.openxmlformats.org/drawingml/2006/main" w="2292">
            <a:solidFill>
              <a:srgbClr val="FBFCFE"/>
            </a:solidFill>
            <a:prstDash val="solid"/>
          </a:ln>
        </p:spPr>
      </p:sp>
      <p:sp>
        <p:nvSpPr>
          <p:cNvPr id="405" name="Editable chart path">
            <a:extLst xmlns:a="http://schemas.openxmlformats.org/drawingml/2006/main">
              <a:ext uri="{FF2B5EF4-FFF2-40B4-BE49-F238E27FC236}">
                <a16:creationId xmlns:a16="http://schemas.microsoft.com/office/drawing/2014/main" id="{1350C305-EAF4-4B1D-93EE-C257FD65F007}"/>
              </a:ext>
            </a:extLst>
          </p:cNvPr>
          <p:cNvSpPr>
            <a:spLocks xmlns:a="http://schemas.openxmlformats.org/drawingml/2006/main" noGrp="1"/>
          </p:cNvSpPr>
          <p:nvPr/>
        </p:nvSpPr>
        <p:spPr>
          <a:xfrm xmlns:a="http://schemas.openxmlformats.org/drawingml/2006/main">
            <a:off x="4456033"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06" name="Editable chart path">
            <a:extLst xmlns:a="http://schemas.openxmlformats.org/drawingml/2006/main">
              <a:ext uri="{FF2B5EF4-FFF2-40B4-BE49-F238E27FC236}">
                <a16:creationId xmlns:a16="http://schemas.microsoft.com/office/drawing/2014/main" id="{D2094AB5-EB07-4D22-B20C-AB5F315FF485}"/>
              </a:ext>
            </a:extLst>
          </p:cNvPr>
          <p:cNvSpPr>
            <a:spLocks xmlns:a="http://schemas.openxmlformats.org/drawingml/2006/main" noGrp="1"/>
          </p:cNvSpPr>
          <p:nvPr/>
        </p:nvSpPr>
        <p:spPr>
          <a:xfrm xmlns:a="http://schemas.openxmlformats.org/drawingml/2006/main">
            <a:off x="453503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07" name="Editable chart path">
            <a:extLst xmlns:a="http://schemas.openxmlformats.org/drawingml/2006/main">
              <a:ext uri="{FF2B5EF4-FFF2-40B4-BE49-F238E27FC236}">
                <a16:creationId xmlns:a16="http://schemas.microsoft.com/office/drawing/2014/main" id="{AA86D4C0-0CFA-4517-9CF0-C466F4CC68B3}"/>
              </a:ext>
            </a:extLst>
          </p:cNvPr>
          <p:cNvSpPr>
            <a:spLocks xmlns:a="http://schemas.openxmlformats.org/drawingml/2006/main" noGrp="1"/>
          </p:cNvSpPr>
          <p:nvPr/>
        </p:nvSpPr>
        <p:spPr>
          <a:xfrm xmlns:a="http://schemas.openxmlformats.org/drawingml/2006/main">
            <a:off x="4614038"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08" name="Editable chart path">
            <a:extLst xmlns:a="http://schemas.openxmlformats.org/drawingml/2006/main">
              <a:ext uri="{FF2B5EF4-FFF2-40B4-BE49-F238E27FC236}">
                <a16:creationId xmlns:a16="http://schemas.microsoft.com/office/drawing/2014/main" id="{C4F7E02B-3E58-4193-9D70-2F2D5DB9DBE5}"/>
              </a:ext>
            </a:extLst>
          </p:cNvPr>
          <p:cNvSpPr>
            <a:spLocks xmlns:a="http://schemas.openxmlformats.org/drawingml/2006/main" noGrp="1"/>
          </p:cNvSpPr>
          <p:nvPr/>
        </p:nvSpPr>
        <p:spPr>
          <a:xfrm xmlns:a="http://schemas.openxmlformats.org/drawingml/2006/main">
            <a:off x="4693040" y="345250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09" name="Editable chart path">
            <a:extLst xmlns:a="http://schemas.openxmlformats.org/drawingml/2006/main">
              <a:ext uri="{FF2B5EF4-FFF2-40B4-BE49-F238E27FC236}">
                <a16:creationId xmlns:a16="http://schemas.microsoft.com/office/drawing/2014/main" id="{BAB671A0-EE68-45BE-B191-D8E568866592}"/>
              </a:ext>
            </a:extLst>
          </p:cNvPr>
          <p:cNvSpPr>
            <a:spLocks xmlns:a="http://schemas.openxmlformats.org/drawingml/2006/main" noGrp="1"/>
          </p:cNvSpPr>
          <p:nvPr/>
        </p:nvSpPr>
        <p:spPr>
          <a:xfrm xmlns:a="http://schemas.openxmlformats.org/drawingml/2006/main">
            <a:off x="4772043"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0" name="Editable chart path">
            <a:extLst xmlns:a="http://schemas.openxmlformats.org/drawingml/2006/main">
              <a:ext uri="{FF2B5EF4-FFF2-40B4-BE49-F238E27FC236}">
                <a16:creationId xmlns:a16="http://schemas.microsoft.com/office/drawing/2014/main" id="{A997A139-3FB2-46B2-8119-C72FA4EEA6AE}"/>
              </a:ext>
            </a:extLst>
          </p:cNvPr>
          <p:cNvSpPr>
            <a:spLocks xmlns:a="http://schemas.openxmlformats.org/drawingml/2006/main" noGrp="1"/>
          </p:cNvSpPr>
          <p:nvPr/>
        </p:nvSpPr>
        <p:spPr>
          <a:xfrm xmlns:a="http://schemas.openxmlformats.org/drawingml/2006/main">
            <a:off x="4851045"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1" name="Editable chart path">
            <a:extLst xmlns:a="http://schemas.openxmlformats.org/drawingml/2006/main">
              <a:ext uri="{FF2B5EF4-FFF2-40B4-BE49-F238E27FC236}">
                <a16:creationId xmlns:a16="http://schemas.microsoft.com/office/drawing/2014/main" id="{73633205-5099-4012-B631-97A3953367E7}"/>
              </a:ext>
            </a:extLst>
          </p:cNvPr>
          <p:cNvSpPr>
            <a:spLocks xmlns:a="http://schemas.openxmlformats.org/drawingml/2006/main" noGrp="1"/>
          </p:cNvSpPr>
          <p:nvPr/>
        </p:nvSpPr>
        <p:spPr>
          <a:xfrm xmlns:a="http://schemas.openxmlformats.org/drawingml/2006/main">
            <a:off x="4930048"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2" name="Editable chart path">
            <a:extLst xmlns:a="http://schemas.openxmlformats.org/drawingml/2006/main">
              <a:ext uri="{FF2B5EF4-FFF2-40B4-BE49-F238E27FC236}">
                <a16:creationId xmlns:a16="http://schemas.microsoft.com/office/drawing/2014/main" id="{F0D709A2-876B-4B8D-B513-29A3291BF88B}"/>
              </a:ext>
            </a:extLst>
          </p:cNvPr>
          <p:cNvSpPr>
            <a:spLocks xmlns:a="http://schemas.openxmlformats.org/drawingml/2006/main" noGrp="1"/>
          </p:cNvSpPr>
          <p:nvPr/>
        </p:nvSpPr>
        <p:spPr>
          <a:xfrm xmlns:a="http://schemas.openxmlformats.org/drawingml/2006/main">
            <a:off x="5404063" y="345250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3" name="Editable chart path">
            <a:extLst xmlns:a="http://schemas.openxmlformats.org/drawingml/2006/main">
              <a:ext uri="{FF2B5EF4-FFF2-40B4-BE49-F238E27FC236}">
                <a16:creationId xmlns:a16="http://schemas.microsoft.com/office/drawing/2014/main" id="{024C5715-2FE1-4C13-954A-4C125894C04B}"/>
              </a:ext>
            </a:extLst>
          </p:cNvPr>
          <p:cNvSpPr>
            <a:spLocks xmlns:a="http://schemas.openxmlformats.org/drawingml/2006/main" noGrp="1"/>
          </p:cNvSpPr>
          <p:nvPr/>
        </p:nvSpPr>
        <p:spPr>
          <a:xfrm xmlns:a="http://schemas.openxmlformats.org/drawingml/2006/main">
            <a:off x="161194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4" name="Editable chart path">
            <a:extLst xmlns:a="http://schemas.openxmlformats.org/drawingml/2006/main">
              <a:ext uri="{FF2B5EF4-FFF2-40B4-BE49-F238E27FC236}">
                <a16:creationId xmlns:a16="http://schemas.microsoft.com/office/drawing/2014/main" id="{348FE3A8-7E4C-4F77-8868-5114DB4F8787}"/>
              </a:ext>
            </a:extLst>
          </p:cNvPr>
          <p:cNvSpPr>
            <a:spLocks xmlns:a="http://schemas.openxmlformats.org/drawingml/2006/main" noGrp="1"/>
          </p:cNvSpPr>
          <p:nvPr/>
        </p:nvSpPr>
        <p:spPr>
          <a:xfrm xmlns:a="http://schemas.openxmlformats.org/drawingml/2006/main">
            <a:off x="169094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5" name="Editable chart path">
            <a:extLst xmlns:a="http://schemas.openxmlformats.org/drawingml/2006/main">
              <a:ext uri="{FF2B5EF4-FFF2-40B4-BE49-F238E27FC236}">
                <a16:creationId xmlns:a16="http://schemas.microsoft.com/office/drawing/2014/main" id="{1D041C80-583B-41CE-9DAD-7BABC9EAB303}"/>
              </a:ext>
            </a:extLst>
          </p:cNvPr>
          <p:cNvSpPr>
            <a:spLocks xmlns:a="http://schemas.openxmlformats.org/drawingml/2006/main" noGrp="1"/>
          </p:cNvSpPr>
          <p:nvPr/>
        </p:nvSpPr>
        <p:spPr>
          <a:xfrm xmlns:a="http://schemas.openxmlformats.org/drawingml/2006/main">
            <a:off x="176994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6" name="Editable chart path">
            <a:extLst xmlns:a="http://schemas.openxmlformats.org/drawingml/2006/main">
              <a:ext uri="{FF2B5EF4-FFF2-40B4-BE49-F238E27FC236}">
                <a16:creationId xmlns:a16="http://schemas.microsoft.com/office/drawing/2014/main" id="{F81C88AF-6569-4AA8-928F-082283E6177E}"/>
              </a:ext>
            </a:extLst>
          </p:cNvPr>
          <p:cNvSpPr>
            <a:spLocks xmlns:a="http://schemas.openxmlformats.org/drawingml/2006/main" noGrp="1"/>
          </p:cNvSpPr>
          <p:nvPr/>
        </p:nvSpPr>
        <p:spPr>
          <a:xfrm xmlns:a="http://schemas.openxmlformats.org/drawingml/2006/main">
            <a:off x="184895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7" name="Editable chart path">
            <a:extLst xmlns:a="http://schemas.openxmlformats.org/drawingml/2006/main">
              <a:ext uri="{FF2B5EF4-FFF2-40B4-BE49-F238E27FC236}">
                <a16:creationId xmlns:a16="http://schemas.microsoft.com/office/drawing/2014/main" id="{1060CBB0-6F3D-48F6-81F4-6CB334E39383}"/>
              </a:ext>
            </a:extLst>
          </p:cNvPr>
          <p:cNvSpPr>
            <a:spLocks xmlns:a="http://schemas.openxmlformats.org/drawingml/2006/main" noGrp="1"/>
          </p:cNvSpPr>
          <p:nvPr/>
        </p:nvSpPr>
        <p:spPr>
          <a:xfrm xmlns:a="http://schemas.openxmlformats.org/drawingml/2006/main">
            <a:off x="1927952"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8" name="Editable chart path">
            <a:extLst xmlns:a="http://schemas.openxmlformats.org/drawingml/2006/main">
              <a:ext uri="{FF2B5EF4-FFF2-40B4-BE49-F238E27FC236}">
                <a16:creationId xmlns:a16="http://schemas.microsoft.com/office/drawing/2014/main" id="{C116FC6C-DF62-47D2-8764-C84EFBF67A8C}"/>
              </a:ext>
            </a:extLst>
          </p:cNvPr>
          <p:cNvSpPr>
            <a:spLocks xmlns:a="http://schemas.openxmlformats.org/drawingml/2006/main" noGrp="1"/>
          </p:cNvSpPr>
          <p:nvPr/>
        </p:nvSpPr>
        <p:spPr>
          <a:xfrm xmlns:a="http://schemas.openxmlformats.org/drawingml/2006/main">
            <a:off x="200695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19" name="Editable chart path">
            <a:extLst xmlns:a="http://schemas.openxmlformats.org/drawingml/2006/main">
              <a:ext uri="{FF2B5EF4-FFF2-40B4-BE49-F238E27FC236}">
                <a16:creationId xmlns:a16="http://schemas.microsoft.com/office/drawing/2014/main" id="{86CF04E9-5B6E-4134-A9FD-EB59C051CA1D}"/>
              </a:ext>
            </a:extLst>
          </p:cNvPr>
          <p:cNvSpPr>
            <a:spLocks xmlns:a="http://schemas.openxmlformats.org/drawingml/2006/main" noGrp="1"/>
          </p:cNvSpPr>
          <p:nvPr/>
        </p:nvSpPr>
        <p:spPr>
          <a:xfrm xmlns:a="http://schemas.openxmlformats.org/drawingml/2006/main">
            <a:off x="208595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8"/>
          </a:solidFill>
          <a:ln xmlns:a="http://schemas.openxmlformats.org/drawingml/2006/main" w="2292">
            <a:solidFill>
              <a:srgbClr val="FBFCFE"/>
            </a:solidFill>
            <a:prstDash val="solid"/>
          </a:ln>
        </p:spPr>
      </p:sp>
      <p:sp>
        <p:nvSpPr>
          <p:cNvPr id="420" name="Editable chart path">
            <a:extLst xmlns:a="http://schemas.openxmlformats.org/drawingml/2006/main">
              <a:ext uri="{FF2B5EF4-FFF2-40B4-BE49-F238E27FC236}">
                <a16:creationId xmlns:a16="http://schemas.microsoft.com/office/drawing/2014/main" id="{5AF82717-5FB9-4EE8-BECA-F03C6BB4854A}"/>
              </a:ext>
            </a:extLst>
          </p:cNvPr>
          <p:cNvSpPr>
            <a:spLocks xmlns:a="http://schemas.openxmlformats.org/drawingml/2006/main" noGrp="1"/>
          </p:cNvSpPr>
          <p:nvPr/>
        </p:nvSpPr>
        <p:spPr>
          <a:xfrm xmlns:a="http://schemas.openxmlformats.org/drawingml/2006/main">
            <a:off x="216496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421" name="Editable chart path">
            <a:extLst xmlns:a="http://schemas.openxmlformats.org/drawingml/2006/main">
              <a:ext uri="{FF2B5EF4-FFF2-40B4-BE49-F238E27FC236}">
                <a16:creationId xmlns:a16="http://schemas.microsoft.com/office/drawing/2014/main" id="{D2CBDF11-F4D0-4FE3-9597-18B8BD069189}"/>
              </a:ext>
            </a:extLst>
          </p:cNvPr>
          <p:cNvSpPr>
            <a:spLocks xmlns:a="http://schemas.openxmlformats.org/drawingml/2006/main" noGrp="1"/>
          </p:cNvSpPr>
          <p:nvPr/>
        </p:nvSpPr>
        <p:spPr>
          <a:xfrm xmlns:a="http://schemas.openxmlformats.org/drawingml/2006/main">
            <a:off x="224396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422" name="Editable chart path">
            <a:extLst xmlns:a="http://schemas.openxmlformats.org/drawingml/2006/main">
              <a:ext uri="{FF2B5EF4-FFF2-40B4-BE49-F238E27FC236}">
                <a16:creationId xmlns:a16="http://schemas.microsoft.com/office/drawing/2014/main" id="{2C022748-4AFE-4809-A4BE-C061541F4444}"/>
              </a:ext>
            </a:extLst>
          </p:cNvPr>
          <p:cNvSpPr>
            <a:spLocks xmlns:a="http://schemas.openxmlformats.org/drawingml/2006/main" noGrp="1"/>
          </p:cNvSpPr>
          <p:nvPr/>
        </p:nvSpPr>
        <p:spPr>
          <a:xfrm xmlns:a="http://schemas.openxmlformats.org/drawingml/2006/main">
            <a:off x="2322965"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423" name="Editable chart path">
            <a:extLst xmlns:a="http://schemas.openxmlformats.org/drawingml/2006/main">
              <a:ext uri="{FF2B5EF4-FFF2-40B4-BE49-F238E27FC236}">
                <a16:creationId xmlns:a16="http://schemas.microsoft.com/office/drawing/2014/main" id="{35ACB2D4-7C9A-4335-B6D1-8933962BE828}"/>
              </a:ext>
            </a:extLst>
          </p:cNvPr>
          <p:cNvSpPr>
            <a:spLocks xmlns:a="http://schemas.openxmlformats.org/drawingml/2006/main" noGrp="1"/>
          </p:cNvSpPr>
          <p:nvPr/>
        </p:nvSpPr>
        <p:spPr>
          <a:xfrm xmlns:a="http://schemas.openxmlformats.org/drawingml/2006/main">
            <a:off x="240196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24" name="Editable chart path">
            <a:extLst xmlns:a="http://schemas.openxmlformats.org/drawingml/2006/main">
              <a:ext uri="{FF2B5EF4-FFF2-40B4-BE49-F238E27FC236}">
                <a16:creationId xmlns:a16="http://schemas.microsoft.com/office/drawing/2014/main" id="{655E7DA8-596E-48BA-9642-315F53CDED4A}"/>
              </a:ext>
            </a:extLst>
          </p:cNvPr>
          <p:cNvSpPr>
            <a:spLocks xmlns:a="http://schemas.openxmlformats.org/drawingml/2006/main" noGrp="1"/>
          </p:cNvSpPr>
          <p:nvPr/>
        </p:nvSpPr>
        <p:spPr>
          <a:xfrm xmlns:a="http://schemas.openxmlformats.org/drawingml/2006/main">
            <a:off x="248097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425" name="Editable chart path">
            <a:extLst xmlns:a="http://schemas.openxmlformats.org/drawingml/2006/main">
              <a:ext uri="{FF2B5EF4-FFF2-40B4-BE49-F238E27FC236}">
                <a16:creationId xmlns:a16="http://schemas.microsoft.com/office/drawing/2014/main" id="{8A0578AD-96A0-4A63-898B-6CEAB6FD6BE5}"/>
              </a:ext>
            </a:extLst>
          </p:cNvPr>
          <p:cNvSpPr>
            <a:spLocks xmlns:a="http://schemas.openxmlformats.org/drawingml/2006/main" noGrp="1"/>
          </p:cNvSpPr>
          <p:nvPr/>
        </p:nvSpPr>
        <p:spPr>
          <a:xfrm xmlns:a="http://schemas.openxmlformats.org/drawingml/2006/main">
            <a:off x="255997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426" name="Editable chart path">
            <a:extLst xmlns:a="http://schemas.openxmlformats.org/drawingml/2006/main">
              <a:ext uri="{FF2B5EF4-FFF2-40B4-BE49-F238E27FC236}">
                <a16:creationId xmlns:a16="http://schemas.microsoft.com/office/drawing/2014/main" id="{6CA10C02-3634-48DC-80EC-650DD807C2D8}"/>
              </a:ext>
            </a:extLst>
          </p:cNvPr>
          <p:cNvSpPr>
            <a:spLocks xmlns:a="http://schemas.openxmlformats.org/drawingml/2006/main" noGrp="1"/>
          </p:cNvSpPr>
          <p:nvPr/>
        </p:nvSpPr>
        <p:spPr>
          <a:xfrm xmlns:a="http://schemas.openxmlformats.org/drawingml/2006/main">
            <a:off x="263897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427" name="Editable chart path">
            <a:extLst xmlns:a="http://schemas.openxmlformats.org/drawingml/2006/main">
              <a:ext uri="{FF2B5EF4-FFF2-40B4-BE49-F238E27FC236}">
                <a16:creationId xmlns:a16="http://schemas.microsoft.com/office/drawing/2014/main" id="{200F5C01-CDD1-4291-B603-A09711BC8F0F}"/>
              </a:ext>
            </a:extLst>
          </p:cNvPr>
          <p:cNvSpPr>
            <a:spLocks xmlns:a="http://schemas.openxmlformats.org/drawingml/2006/main" noGrp="1"/>
          </p:cNvSpPr>
          <p:nvPr/>
        </p:nvSpPr>
        <p:spPr>
          <a:xfrm xmlns:a="http://schemas.openxmlformats.org/drawingml/2006/main">
            <a:off x="2717977"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428" name="Editable chart path">
            <a:extLst xmlns:a="http://schemas.openxmlformats.org/drawingml/2006/main">
              <a:ext uri="{FF2B5EF4-FFF2-40B4-BE49-F238E27FC236}">
                <a16:creationId xmlns:a16="http://schemas.microsoft.com/office/drawing/2014/main" id="{70F66784-5AAC-4C78-901F-167EC25D3EAC}"/>
              </a:ext>
            </a:extLst>
          </p:cNvPr>
          <p:cNvSpPr>
            <a:spLocks xmlns:a="http://schemas.openxmlformats.org/drawingml/2006/main" noGrp="1"/>
          </p:cNvSpPr>
          <p:nvPr/>
        </p:nvSpPr>
        <p:spPr>
          <a:xfrm xmlns:a="http://schemas.openxmlformats.org/drawingml/2006/main">
            <a:off x="279698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29" name="Editable chart path">
            <a:extLst xmlns:a="http://schemas.openxmlformats.org/drawingml/2006/main">
              <a:ext uri="{FF2B5EF4-FFF2-40B4-BE49-F238E27FC236}">
                <a16:creationId xmlns:a16="http://schemas.microsoft.com/office/drawing/2014/main" id="{97058B86-E7B6-4C0D-BA8D-7AB90063ED8B}"/>
              </a:ext>
            </a:extLst>
          </p:cNvPr>
          <p:cNvSpPr>
            <a:spLocks xmlns:a="http://schemas.openxmlformats.org/drawingml/2006/main" noGrp="1"/>
          </p:cNvSpPr>
          <p:nvPr/>
        </p:nvSpPr>
        <p:spPr>
          <a:xfrm xmlns:a="http://schemas.openxmlformats.org/drawingml/2006/main">
            <a:off x="287598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30" name="Editable chart path">
            <a:extLst xmlns:a="http://schemas.openxmlformats.org/drawingml/2006/main">
              <a:ext uri="{FF2B5EF4-FFF2-40B4-BE49-F238E27FC236}">
                <a16:creationId xmlns:a16="http://schemas.microsoft.com/office/drawing/2014/main" id="{66C54063-9FFA-4260-9567-1CE1CF4D21A6}"/>
              </a:ext>
            </a:extLst>
          </p:cNvPr>
          <p:cNvSpPr>
            <a:spLocks xmlns:a="http://schemas.openxmlformats.org/drawingml/2006/main" noGrp="1"/>
          </p:cNvSpPr>
          <p:nvPr/>
        </p:nvSpPr>
        <p:spPr>
          <a:xfrm xmlns:a="http://schemas.openxmlformats.org/drawingml/2006/main">
            <a:off x="295498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31" name="Editable chart path">
            <a:extLst xmlns:a="http://schemas.openxmlformats.org/drawingml/2006/main">
              <a:ext uri="{FF2B5EF4-FFF2-40B4-BE49-F238E27FC236}">
                <a16:creationId xmlns:a16="http://schemas.microsoft.com/office/drawing/2014/main" id="{E254B493-FA35-47C0-9626-9094F9685E3C}"/>
              </a:ext>
            </a:extLst>
          </p:cNvPr>
          <p:cNvSpPr>
            <a:spLocks xmlns:a="http://schemas.openxmlformats.org/drawingml/2006/main" noGrp="1"/>
          </p:cNvSpPr>
          <p:nvPr/>
        </p:nvSpPr>
        <p:spPr>
          <a:xfrm xmlns:a="http://schemas.openxmlformats.org/drawingml/2006/main">
            <a:off x="303398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32" name="Editable chart path">
            <a:extLst xmlns:a="http://schemas.openxmlformats.org/drawingml/2006/main">
              <a:ext uri="{FF2B5EF4-FFF2-40B4-BE49-F238E27FC236}">
                <a16:creationId xmlns:a16="http://schemas.microsoft.com/office/drawing/2014/main" id="{A32E989C-3134-4557-AF6D-FB88BAFE6E83}"/>
              </a:ext>
            </a:extLst>
          </p:cNvPr>
          <p:cNvSpPr>
            <a:spLocks xmlns:a="http://schemas.openxmlformats.org/drawingml/2006/main" noGrp="1"/>
          </p:cNvSpPr>
          <p:nvPr/>
        </p:nvSpPr>
        <p:spPr>
          <a:xfrm xmlns:a="http://schemas.openxmlformats.org/drawingml/2006/main">
            <a:off x="3112990"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33" name="Editable chart path">
            <a:extLst xmlns:a="http://schemas.openxmlformats.org/drawingml/2006/main">
              <a:ext uri="{FF2B5EF4-FFF2-40B4-BE49-F238E27FC236}">
                <a16:creationId xmlns:a16="http://schemas.microsoft.com/office/drawing/2014/main" id="{92DFE6B7-A0F1-4C26-9F52-258640C47F95}"/>
              </a:ext>
            </a:extLst>
          </p:cNvPr>
          <p:cNvSpPr>
            <a:spLocks xmlns:a="http://schemas.openxmlformats.org/drawingml/2006/main" noGrp="1"/>
          </p:cNvSpPr>
          <p:nvPr/>
        </p:nvSpPr>
        <p:spPr>
          <a:xfrm xmlns:a="http://schemas.openxmlformats.org/drawingml/2006/main">
            <a:off x="319199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34" name="Editable chart path">
            <a:extLst xmlns:a="http://schemas.openxmlformats.org/drawingml/2006/main">
              <a:ext uri="{FF2B5EF4-FFF2-40B4-BE49-F238E27FC236}">
                <a16:creationId xmlns:a16="http://schemas.microsoft.com/office/drawing/2014/main" id="{B10E679A-D3D1-4200-AD6D-E2D476326C39}"/>
              </a:ext>
            </a:extLst>
          </p:cNvPr>
          <p:cNvSpPr>
            <a:spLocks xmlns:a="http://schemas.openxmlformats.org/drawingml/2006/main" noGrp="1"/>
          </p:cNvSpPr>
          <p:nvPr/>
        </p:nvSpPr>
        <p:spPr>
          <a:xfrm xmlns:a="http://schemas.openxmlformats.org/drawingml/2006/main">
            <a:off x="327099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435" name="Editable chart path">
            <a:extLst xmlns:a="http://schemas.openxmlformats.org/drawingml/2006/main">
              <a:ext uri="{FF2B5EF4-FFF2-40B4-BE49-F238E27FC236}">
                <a16:creationId xmlns:a16="http://schemas.microsoft.com/office/drawing/2014/main" id="{42500FA3-134D-4D80-9DA9-16323718CE15}"/>
              </a:ext>
            </a:extLst>
          </p:cNvPr>
          <p:cNvSpPr>
            <a:spLocks xmlns:a="http://schemas.openxmlformats.org/drawingml/2006/main" noGrp="1"/>
          </p:cNvSpPr>
          <p:nvPr/>
        </p:nvSpPr>
        <p:spPr>
          <a:xfrm xmlns:a="http://schemas.openxmlformats.org/drawingml/2006/main">
            <a:off x="3349997"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436" name="Editable chart path">
            <a:extLst xmlns:a="http://schemas.openxmlformats.org/drawingml/2006/main">
              <a:ext uri="{FF2B5EF4-FFF2-40B4-BE49-F238E27FC236}">
                <a16:creationId xmlns:a16="http://schemas.microsoft.com/office/drawing/2014/main" id="{98ABF894-B9FC-4EAF-AF51-3C43D0F0BEB0}"/>
              </a:ext>
            </a:extLst>
          </p:cNvPr>
          <p:cNvSpPr>
            <a:spLocks xmlns:a="http://schemas.openxmlformats.org/drawingml/2006/main" noGrp="1"/>
          </p:cNvSpPr>
          <p:nvPr/>
        </p:nvSpPr>
        <p:spPr>
          <a:xfrm xmlns:a="http://schemas.openxmlformats.org/drawingml/2006/main">
            <a:off x="342900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437" name="Editable chart path">
            <a:extLst xmlns:a="http://schemas.openxmlformats.org/drawingml/2006/main">
              <a:ext uri="{FF2B5EF4-FFF2-40B4-BE49-F238E27FC236}">
                <a16:creationId xmlns:a16="http://schemas.microsoft.com/office/drawing/2014/main" id="{B8C45A4F-6E21-4540-AD52-AE6317B8CB5F}"/>
              </a:ext>
            </a:extLst>
          </p:cNvPr>
          <p:cNvSpPr>
            <a:spLocks xmlns:a="http://schemas.openxmlformats.org/drawingml/2006/main" noGrp="1"/>
          </p:cNvSpPr>
          <p:nvPr/>
        </p:nvSpPr>
        <p:spPr>
          <a:xfrm xmlns:a="http://schemas.openxmlformats.org/drawingml/2006/main">
            <a:off x="3508002"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438" name="Editable chart path">
            <a:extLst xmlns:a="http://schemas.openxmlformats.org/drawingml/2006/main">
              <a:ext uri="{FF2B5EF4-FFF2-40B4-BE49-F238E27FC236}">
                <a16:creationId xmlns:a16="http://schemas.microsoft.com/office/drawing/2014/main" id="{A7923BDF-FD21-45FB-92F9-2CC7846DD8FC}"/>
              </a:ext>
            </a:extLst>
          </p:cNvPr>
          <p:cNvSpPr>
            <a:spLocks xmlns:a="http://schemas.openxmlformats.org/drawingml/2006/main" noGrp="1"/>
          </p:cNvSpPr>
          <p:nvPr/>
        </p:nvSpPr>
        <p:spPr>
          <a:xfrm xmlns:a="http://schemas.openxmlformats.org/drawingml/2006/main">
            <a:off x="358700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4E3"/>
          </a:solidFill>
          <a:ln xmlns:a="http://schemas.openxmlformats.org/drawingml/2006/main" w="2292">
            <a:solidFill>
              <a:srgbClr val="FBFCFE"/>
            </a:solidFill>
            <a:prstDash val="solid"/>
          </a:ln>
        </p:spPr>
      </p:sp>
      <p:sp>
        <p:nvSpPr>
          <p:cNvPr id="439" name="Editable chart path">
            <a:extLst xmlns:a="http://schemas.openxmlformats.org/drawingml/2006/main">
              <a:ext uri="{FF2B5EF4-FFF2-40B4-BE49-F238E27FC236}">
                <a16:creationId xmlns:a16="http://schemas.microsoft.com/office/drawing/2014/main" id="{75BE3FD1-BE6E-48B1-AB19-E24E808D1F6A}"/>
              </a:ext>
            </a:extLst>
          </p:cNvPr>
          <p:cNvSpPr>
            <a:spLocks xmlns:a="http://schemas.openxmlformats.org/drawingml/2006/main" noGrp="1"/>
          </p:cNvSpPr>
          <p:nvPr/>
        </p:nvSpPr>
        <p:spPr>
          <a:xfrm xmlns:a="http://schemas.openxmlformats.org/drawingml/2006/main">
            <a:off x="3666008"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440" name="Editable chart path">
            <a:extLst xmlns:a="http://schemas.openxmlformats.org/drawingml/2006/main">
              <a:ext uri="{FF2B5EF4-FFF2-40B4-BE49-F238E27FC236}">
                <a16:creationId xmlns:a16="http://schemas.microsoft.com/office/drawing/2014/main" id="{29ED6813-9C40-4A1F-AB0F-635F706290CD}"/>
              </a:ext>
            </a:extLst>
          </p:cNvPr>
          <p:cNvSpPr>
            <a:spLocks xmlns:a="http://schemas.openxmlformats.org/drawingml/2006/main" noGrp="1"/>
          </p:cNvSpPr>
          <p:nvPr/>
        </p:nvSpPr>
        <p:spPr>
          <a:xfrm xmlns:a="http://schemas.openxmlformats.org/drawingml/2006/main">
            <a:off x="374501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441" name="Editable chart path">
            <a:extLst xmlns:a="http://schemas.openxmlformats.org/drawingml/2006/main">
              <a:ext uri="{FF2B5EF4-FFF2-40B4-BE49-F238E27FC236}">
                <a16:creationId xmlns:a16="http://schemas.microsoft.com/office/drawing/2014/main" id="{283F4F32-CE27-4997-A1DB-6795BF9579DA}"/>
              </a:ext>
            </a:extLst>
          </p:cNvPr>
          <p:cNvSpPr>
            <a:spLocks xmlns:a="http://schemas.openxmlformats.org/drawingml/2006/main" noGrp="1"/>
          </p:cNvSpPr>
          <p:nvPr/>
        </p:nvSpPr>
        <p:spPr>
          <a:xfrm xmlns:a="http://schemas.openxmlformats.org/drawingml/2006/main">
            <a:off x="3824012"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42" name="Editable chart path">
            <a:extLst xmlns:a="http://schemas.openxmlformats.org/drawingml/2006/main">
              <a:ext uri="{FF2B5EF4-FFF2-40B4-BE49-F238E27FC236}">
                <a16:creationId xmlns:a16="http://schemas.microsoft.com/office/drawing/2014/main" id="{A5DEB354-14BE-4FCD-A441-B1DE35D88283}"/>
              </a:ext>
            </a:extLst>
          </p:cNvPr>
          <p:cNvSpPr>
            <a:spLocks xmlns:a="http://schemas.openxmlformats.org/drawingml/2006/main" noGrp="1"/>
          </p:cNvSpPr>
          <p:nvPr/>
        </p:nvSpPr>
        <p:spPr>
          <a:xfrm xmlns:a="http://schemas.openxmlformats.org/drawingml/2006/main">
            <a:off x="3903015"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43" name="Editable chart path">
            <a:extLst xmlns:a="http://schemas.openxmlformats.org/drawingml/2006/main">
              <a:ext uri="{FF2B5EF4-FFF2-40B4-BE49-F238E27FC236}">
                <a16:creationId xmlns:a16="http://schemas.microsoft.com/office/drawing/2014/main" id="{1592E2DB-13BF-44E8-BDD5-2F163C9AA59E}"/>
              </a:ext>
            </a:extLst>
          </p:cNvPr>
          <p:cNvSpPr>
            <a:spLocks xmlns:a="http://schemas.openxmlformats.org/drawingml/2006/main" noGrp="1"/>
          </p:cNvSpPr>
          <p:nvPr/>
        </p:nvSpPr>
        <p:spPr>
          <a:xfrm xmlns:a="http://schemas.openxmlformats.org/drawingml/2006/main">
            <a:off x="3982018"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44" name="Editable chart path">
            <a:extLst xmlns:a="http://schemas.openxmlformats.org/drawingml/2006/main">
              <a:ext uri="{FF2B5EF4-FFF2-40B4-BE49-F238E27FC236}">
                <a16:creationId xmlns:a16="http://schemas.microsoft.com/office/drawing/2014/main" id="{106B8ACD-D0A4-4D7B-AB5A-E4699C17E235}"/>
              </a:ext>
            </a:extLst>
          </p:cNvPr>
          <p:cNvSpPr>
            <a:spLocks xmlns:a="http://schemas.openxmlformats.org/drawingml/2006/main" noGrp="1"/>
          </p:cNvSpPr>
          <p:nvPr/>
        </p:nvSpPr>
        <p:spPr>
          <a:xfrm xmlns:a="http://schemas.openxmlformats.org/drawingml/2006/main">
            <a:off x="406102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45" name="Editable chart path">
            <a:extLst xmlns:a="http://schemas.openxmlformats.org/drawingml/2006/main">
              <a:ext uri="{FF2B5EF4-FFF2-40B4-BE49-F238E27FC236}">
                <a16:creationId xmlns:a16="http://schemas.microsoft.com/office/drawing/2014/main" id="{935CEBB9-1595-40B4-A305-8BE3C7CFA82B}"/>
              </a:ext>
            </a:extLst>
          </p:cNvPr>
          <p:cNvSpPr>
            <a:spLocks xmlns:a="http://schemas.openxmlformats.org/drawingml/2006/main" noGrp="1"/>
          </p:cNvSpPr>
          <p:nvPr/>
        </p:nvSpPr>
        <p:spPr>
          <a:xfrm xmlns:a="http://schemas.openxmlformats.org/drawingml/2006/main">
            <a:off x="4140023"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446" name="Editable chart path">
            <a:extLst xmlns:a="http://schemas.openxmlformats.org/drawingml/2006/main">
              <a:ext uri="{FF2B5EF4-FFF2-40B4-BE49-F238E27FC236}">
                <a16:creationId xmlns:a16="http://schemas.microsoft.com/office/drawing/2014/main" id="{2C2DC793-27DE-41CB-A26D-B08660F372B0}"/>
              </a:ext>
            </a:extLst>
          </p:cNvPr>
          <p:cNvSpPr>
            <a:spLocks xmlns:a="http://schemas.openxmlformats.org/drawingml/2006/main" noGrp="1"/>
          </p:cNvSpPr>
          <p:nvPr/>
        </p:nvSpPr>
        <p:spPr>
          <a:xfrm xmlns:a="http://schemas.openxmlformats.org/drawingml/2006/main">
            <a:off x="421902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447" name="Editable chart path">
            <a:extLst xmlns:a="http://schemas.openxmlformats.org/drawingml/2006/main">
              <a:ext uri="{FF2B5EF4-FFF2-40B4-BE49-F238E27FC236}">
                <a16:creationId xmlns:a16="http://schemas.microsoft.com/office/drawing/2014/main" id="{8ED0242B-C8A0-4E60-A22E-130D513460F1}"/>
              </a:ext>
            </a:extLst>
          </p:cNvPr>
          <p:cNvSpPr>
            <a:spLocks xmlns:a="http://schemas.openxmlformats.org/drawingml/2006/main" noGrp="1"/>
          </p:cNvSpPr>
          <p:nvPr/>
        </p:nvSpPr>
        <p:spPr>
          <a:xfrm xmlns:a="http://schemas.openxmlformats.org/drawingml/2006/main">
            <a:off x="4298027"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448" name="Editable chart path">
            <a:extLst xmlns:a="http://schemas.openxmlformats.org/drawingml/2006/main">
              <a:ext uri="{FF2B5EF4-FFF2-40B4-BE49-F238E27FC236}">
                <a16:creationId xmlns:a16="http://schemas.microsoft.com/office/drawing/2014/main" id="{6B072C15-3C17-44A7-8FCE-C066924D0B4A}"/>
              </a:ext>
            </a:extLst>
          </p:cNvPr>
          <p:cNvSpPr>
            <a:spLocks xmlns:a="http://schemas.openxmlformats.org/drawingml/2006/main" noGrp="1"/>
          </p:cNvSpPr>
          <p:nvPr/>
        </p:nvSpPr>
        <p:spPr>
          <a:xfrm xmlns:a="http://schemas.openxmlformats.org/drawingml/2006/main">
            <a:off x="437703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449" name="Editable chart path">
            <a:extLst xmlns:a="http://schemas.openxmlformats.org/drawingml/2006/main">
              <a:ext uri="{FF2B5EF4-FFF2-40B4-BE49-F238E27FC236}">
                <a16:creationId xmlns:a16="http://schemas.microsoft.com/office/drawing/2014/main" id="{A285865B-5507-4997-8E3E-BE63FA0C70A7}"/>
              </a:ext>
            </a:extLst>
          </p:cNvPr>
          <p:cNvSpPr>
            <a:spLocks xmlns:a="http://schemas.openxmlformats.org/drawingml/2006/main" noGrp="1"/>
          </p:cNvSpPr>
          <p:nvPr/>
        </p:nvSpPr>
        <p:spPr>
          <a:xfrm xmlns:a="http://schemas.openxmlformats.org/drawingml/2006/main">
            <a:off x="4456033"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1D6F3"/>
          </a:solidFill>
          <a:ln xmlns:a="http://schemas.openxmlformats.org/drawingml/2006/main" w="2292">
            <a:solidFill>
              <a:srgbClr val="FBFCFE"/>
            </a:solidFill>
            <a:prstDash val="solid"/>
          </a:ln>
        </p:spPr>
      </p:sp>
      <p:sp>
        <p:nvSpPr>
          <p:cNvPr id="450" name="Editable chart path">
            <a:extLst xmlns:a="http://schemas.openxmlformats.org/drawingml/2006/main">
              <a:ext uri="{FF2B5EF4-FFF2-40B4-BE49-F238E27FC236}">
                <a16:creationId xmlns:a16="http://schemas.microsoft.com/office/drawing/2014/main" id="{CA454D1B-B4D4-4A5E-AFC0-4AEE20DAC89B}"/>
              </a:ext>
            </a:extLst>
          </p:cNvPr>
          <p:cNvSpPr>
            <a:spLocks xmlns:a="http://schemas.openxmlformats.org/drawingml/2006/main" noGrp="1"/>
          </p:cNvSpPr>
          <p:nvPr/>
        </p:nvSpPr>
        <p:spPr>
          <a:xfrm xmlns:a="http://schemas.openxmlformats.org/drawingml/2006/main">
            <a:off x="453503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51" name="Editable chart path">
            <a:extLst xmlns:a="http://schemas.openxmlformats.org/drawingml/2006/main">
              <a:ext uri="{FF2B5EF4-FFF2-40B4-BE49-F238E27FC236}">
                <a16:creationId xmlns:a16="http://schemas.microsoft.com/office/drawing/2014/main" id="{0D786845-FAC6-4FC0-8FB4-B4B66CFEA364}"/>
              </a:ext>
            </a:extLst>
          </p:cNvPr>
          <p:cNvSpPr>
            <a:spLocks xmlns:a="http://schemas.openxmlformats.org/drawingml/2006/main" noGrp="1"/>
          </p:cNvSpPr>
          <p:nvPr/>
        </p:nvSpPr>
        <p:spPr>
          <a:xfrm xmlns:a="http://schemas.openxmlformats.org/drawingml/2006/main">
            <a:off x="4614038"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52" name="Editable chart path">
            <a:extLst xmlns:a="http://schemas.openxmlformats.org/drawingml/2006/main">
              <a:ext uri="{FF2B5EF4-FFF2-40B4-BE49-F238E27FC236}">
                <a16:creationId xmlns:a16="http://schemas.microsoft.com/office/drawing/2014/main" id="{7F325F98-7E61-4E4E-A13E-60915B73D761}"/>
              </a:ext>
            </a:extLst>
          </p:cNvPr>
          <p:cNvSpPr>
            <a:spLocks xmlns:a="http://schemas.openxmlformats.org/drawingml/2006/main" noGrp="1"/>
          </p:cNvSpPr>
          <p:nvPr/>
        </p:nvSpPr>
        <p:spPr>
          <a:xfrm xmlns:a="http://schemas.openxmlformats.org/drawingml/2006/main">
            <a:off x="4693040" y="337297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53" name="Editable chart path">
            <a:extLst xmlns:a="http://schemas.openxmlformats.org/drawingml/2006/main">
              <a:ext uri="{FF2B5EF4-FFF2-40B4-BE49-F238E27FC236}">
                <a16:creationId xmlns:a16="http://schemas.microsoft.com/office/drawing/2014/main" id="{D66A7284-3B37-4C98-8873-61726A44AA13}"/>
              </a:ext>
            </a:extLst>
          </p:cNvPr>
          <p:cNvSpPr>
            <a:spLocks xmlns:a="http://schemas.openxmlformats.org/drawingml/2006/main" noGrp="1"/>
          </p:cNvSpPr>
          <p:nvPr/>
        </p:nvSpPr>
        <p:spPr>
          <a:xfrm xmlns:a="http://schemas.openxmlformats.org/drawingml/2006/main">
            <a:off x="4772043"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54" name="Editable chart path">
            <a:extLst xmlns:a="http://schemas.openxmlformats.org/drawingml/2006/main">
              <a:ext uri="{FF2B5EF4-FFF2-40B4-BE49-F238E27FC236}">
                <a16:creationId xmlns:a16="http://schemas.microsoft.com/office/drawing/2014/main" id="{EACD6397-AFED-46B2-8CB4-B00E8BACFF1B}"/>
              </a:ext>
            </a:extLst>
          </p:cNvPr>
          <p:cNvSpPr>
            <a:spLocks xmlns:a="http://schemas.openxmlformats.org/drawingml/2006/main" noGrp="1"/>
          </p:cNvSpPr>
          <p:nvPr/>
        </p:nvSpPr>
        <p:spPr>
          <a:xfrm xmlns:a="http://schemas.openxmlformats.org/drawingml/2006/main">
            <a:off x="4851045"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55" name="Editable chart path">
            <a:extLst xmlns:a="http://schemas.openxmlformats.org/drawingml/2006/main">
              <a:ext uri="{FF2B5EF4-FFF2-40B4-BE49-F238E27FC236}">
                <a16:creationId xmlns:a16="http://schemas.microsoft.com/office/drawing/2014/main" id="{0FCA1183-0D52-4BA9-9C61-5277EC63CFBD}"/>
              </a:ext>
            </a:extLst>
          </p:cNvPr>
          <p:cNvSpPr>
            <a:spLocks xmlns:a="http://schemas.openxmlformats.org/drawingml/2006/main" noGrp="1"/>
          </p:cNvSpPr>
          <p:nvPr/>
        </p:nvSpPr>
        <p:spPr>
          <a:xfrm xmlns:a="http://schemas.openxmlformats.org/drawingml/2006/main">
            <a:off x="4930048"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56" name="Editable chart path">
            <a:extLst xmlns:a="http://schemas.openxmlformats.org/drawingml/2006/main">
              <a:ext uri="{FF2B5EF4-FFF2-40B4-BE49-F238E27FC236}">
                <a16:creationId xmlns:a16="http://schemas.microsoft.com/office/drawing/2014/main" id="{6181B54E-126C-4DEE-9A2C-D80F4B747575}"/>
              </a:ext>
            </a:extLst>
          </p:cNvPr>
          <p:cNvSpPr>
            <a:spLocks xmlns:a="http://schemas.openxmlformats.org/drawingml/2006/main" noGrp="1"/>
          </p:cNvSpPr>
          <p:nvPr/>
        </p:nvSpPr>
        <p:spPr>
          <a:xfrm xmlns:a="http://schemas.openxmlformats.org/drawingml/2006/main">
            <a:off x="500905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57" name="Editable chart path">
            <a:extLst xmlns:a="http://schemas.openxmlformats.org/drawingml/2006/main">
              <a:ext uri="{FF2B5EF4-FFF2-40B4-BE49-F238E27FC236}">
                <a16:creationId xmlns:a16="http://schemas.microsoft.com/office/drawing/2014/main" id="{AA18103D-28F5-4489-8876-E6370C236A7A}"/>
              </a:ext>
            </a:extLst>
          </p:cNvPr>
          <p:cNvSpPr>
            <a:spLocks xmlns:a="http://schemas.openxmlformats.org/drawingml/2006/main" noGrp="1"/>
          </p:cNvSpPr>
          <p:nvPr/>
        </p:nvSpPr>
        <p:spPr>
          <a:xfrm xmlns:a="http://schemas.openxmlformats.org/drawingml/2006/main">
            <a:off x="5325060"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58" name="Editable chart path">
            <a:extLst xmlns:a="http://schemas.openxmlformats.org/drawingml/2006/main">
              <a:ext uri="{FF2B5EF4-FFF2-40B4-BE49-F238E27FC236}">
                <a16:creationId xmlns:a16="http://schemas.microsoft.com/office/drawing/2014/main" id="{325C7FFE-B985-40E5-BED8-62C085BFFB8C}"/>
              </a:ext>
            </a:extLst>
          </p:cNvPr>
          <p:cNvSpPr>
            <a:spLocks xmlns:a="http://schemas.openxmlformats.org/drawingml/2006/main" noGrp="1"/>
          </p:cNvSpPr>
          <p:nvPr/>
        </p:nvSpPr>
        <p:spPr>
          <a:xfrm xmlns:a="http://schemas.openxmlformats.org/drawingml/2006/main">
            <a:off x="5404063" y="337297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59" name="Editable chart path">
            <a:extLst xmlns:a="http://schemas.openxmlformats.org/drawingml/2006/main">
              <a:ext uri="{FF2B5EF4-FFF2-40B4-BE49-F238E27FC236}">
                <a16:creationId xmlns:a16="http://schemas.microsoft.com/office/drawing/2014/main" id="{609DA201-9F86-4AE5-87D9-D35989CC3936}"/>
              </a:ext>
            </a:extLst>
          </p:cNvPr>
          <p:cNvSpPr>
            <a:spLocks xmlns:a="http://schemas.openxmlformats.org/drawingml/2006/main" noGrp="1"/>
          </p:cNvSpPr>
          <p:nvPr/>
        </p:nvSpPr>
        <p:spPr>
          <a:xfrm xmlns:a="http://schemas.openxmlformats.org/drawingml/2006/main">
            <a:off x="169094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0" name="Editable chart path">
            <a:extLst xmlns:a="http://schemas.openxmlformats.org/drawingml/2006/main">
              <a:ext uri="{FF2B5EF4-FFF2-40B4-BE49-F238E27FC236}">
                <a16:creationId xmlns:a16="http://schemas.microsoft.com/office/drawing/2014/main" id="{3F35FCBF-56CD-43CF-87B0-C33A71540934}"/>
              </a:ext>
            </a:extLst>
          </p:cNvPr>
          <p:cNvSpPr>
            <a:spLocks xmlns:a="http://schemas.openxmlformats.org/drawingml/2006/main" noGrp="1"/>
          </p:cNvSpPr>
          <p:nvPr/>
        </p:nvSpPr>
        <p:spPr>
          <a:xfrm xmlns:a="http://schemas.openxmlformats.org/drawingml/2006/main">
            <a:off x="176994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1" name="Editable chart path">
            <a:extLst xmlns:a="http://schemas.openxmlformats.org/drawingml/2006/main">
              <a:ext uri="{FF2B5EF4-FFF2-40B4-BE49-F238E27FC236}">
                <a16:creationId xmlns:a16="http://schemas.microsoft.com/office/drawing/2014/main" id="{3FAA8C65-CE22-49DC-8470-85DE1B6E6FE2}"/>
              </a:ext>
            </a:extLst>
          </p:cNvPr>
          <p:cNvSpPr>
            <a:spLocks xmlns:a="http://schemas.openxmlformats.org/drawingml/2006/main" noGrp="1"/>
          </p:cNvSpPr>
          <p:nvPr/>
        </p:nvSpPr>
        <p:spPr>
          <a:xfrm xmlns:a="http://schemas.openxmlformats.org/drawingml/2006/main">
            <a:off x="184895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2" name="Editable chart path">
            <a:extLst xmlns:a="http://schemas.openxmlformats.org/drawingml/2006/main">
              <a:ext uri="{FF2B5EF4-FFF2-40B4-BE49-F238E27FC236}">
                <a16:creationId xmlns:a16="http://schemas.microsoft.com/office/drawing/2014/main" id="{960431E2-BBC3-4EBE-8ACC-D182D3139017}"/>
              </a:ext>
            </a:extLst>
          </p:cNvPr>
          <p:cNvSpPr>
            <a:spLocks xmlns:a="http://schemas.openxmlformats.org/drawingml/2006/main" noGrp="1"/>
          </p:cNvSpPr>
          <p:nvPr/>
        </p:nvSpPr>
        <p:spPr>
          <a:xfrm xmlns:a="http://schemas.openxmlformats.org/drawingml/2006/main">
            <a:off x="1927952"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3" name="Editable chart path">
            <a:extLst xmlns:a="http://schemas.openxmlformats.org/drawingml/2006/main">
              <a:ext uri="{FF2B5EF4-FFF2-40B4-BE49-F238E27FC236}">
                <a16:creationId xmlns:a16="http://schemas.microsoft.com/office/drawing/2014/main" id="{E1195B06-3CC6-4EE0-B24D-940494D0C7C3}"/>
              </a:ext>
            </a:extLst>
          </p:cNvPr>
          <p:cNvSpPr>
            <a:spLocks xmlns:a="http://schemas.openxmlformats.org/drawingml/2006/main" noGrp="1"/>
          </p:cNvSpPr>
          <p:nvPr/>
        </p:nvSpPr>
        <p:spPr>
          <a:xfrm xmlns:a="http://schemas.openxmlformats.org/drawingml/2006/main">
            <a:off x="200695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4" name="Editable chart path">
            <a:extLst xmlns:a="http://schemas.openxmlformats.org/drawingml/2006/main">
              <a:ext uri="{FF2B5EF4-FFF2-40B4-BE49-F238E27FC236}">
                <a16:creationId xmlns:a16="http://schemas.microsoft.com/office/drawing/2014/main" id="{CF8FF4A6-FAC1-4D13-B810-E287C1BD6059}"/>
              </a:ext>
            </a:extLst>
          </p:cNvPr>
          <p:cNvSpPr>
            <a:spLocks xmlns:a="http://schemas.openxmlformats.org/drawingml/2006/main" noGrp="1"/>
          </p:cNvSpPr>
          <p:nvPr/>
        </p:nvSpPr>
        <p:spPr>
          <a:xfrm xmlns:a="http://schemas.openxmlformats.org/drawingml/2006/main">
            <a:off x="208595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5" name="Editable chart path">
            <a:extLst xmlns:a="http://schemas.openxmlformats.org/drawingml/2006/main">
              <a:ext uri="{FF2B5EF4-FFF2-40B4-BE49-F238E27FC236}">
                <a16:creationId xmlns:a16="http://schemas.microsoft.com/office/drawing/2014/main" id="{8E53A490-F0C7-48FF-8BDF-EA1131E7F035}"/>
              </a:ext>
            </a:extLst>
          </p:cNvPr>
          <p:cNvSpPr>
            <a:spLocks xmlns:a="http://schemas.openxmlformats.org/drawingml/2006/main" noGrp="1"/>
          </p:cNvSpPr>
          <p:nvPr/>
        </p:nvSpPr>
        <p:spPr>
          <a:xfrm xmlns:a="http://schemas.openxmlformats.org/drawingml/2006/main">
            <a:off x="216496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6" name="Editable chart path">
            <a:extLst xmlns:a="http://schemas.openxmlformats.org/drawingml/2006/main">
              <a:ext uri="{FF2B5EF4-FFF2-40B4-BE49-F238E27FC236}">
                <a16:creationId xmlns:a16="http://schemas.microsoft.com/office/drawing/2014/main" id="{2281E4BA-D9F7-4A8A-B422-C53CDF69FA45}"/>
              </a:ext>
            </a:extLst>
          </p:cNvPr>
          <p:cNvSpPr>
            <a:spLocks xmlns:a="http://schemas.openxmlformats.org/drawingml/2006/main" noGrp="1"/>
          </p:cNvSpPr>
          <p:nvPr/>
        </p:nvSpPr>
        <p:spPr>
          <a:xfrm xmlns:a="http://schemas.openxmlformats.org/drawingml/2006/main">
            <a:off x="224396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7" name="Editable chart path">
            <a:extLst xmlns:a="http://schemas.openxmlformats.org/drawingml/2006/main">
              <a:ext uri="{FF2B5EF4-FFF2-40B4-BE49-F238E27FC236}">
                <a16:creationId xmlns:a16="http://schemas.microsoft.com/office/drawing/2014/main" id="{58666C1A-348F-4750-8E78-A377E8B3EADE}"/>
              </a:ext>
            </a:extLst>
          </p:cNvPr>
          <p:cNvSpPr>
            <a:spLocks xmlns:a="http://schemas.openxmlformats.org/drawingml/2006/main" noGrp="1"/>
          </p:cNvSpPr>
          <p:nvPr/>
        </p:nvSpPr>
        <p:spPr>
          <a:xfrm xmlns:a="http://schemas.openxmlformats.org/drawingml/2006/main">
            <a:off x="2322965"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8" name="Editable chart path">
            <a:extLst xmlns:a="http://schemas.openxmlformats.org/drawingml/2006/main">
              <a:ext uri="{FF2B5EF4-FFF2-40B4-BE49-F238E27FC236}">
                <a16:creationId xmlns:a16="http://schemas.microsoft.com/office/drawing/2014/main" id="{E3F40E86-FCED-4091-8EB7-E8D7BE35946E}"/>
              </a:ext>
            </a:extLst>
          </p:cNvPr>
          <p:cNvSpPr>
            <a:spLocks xmlns:a="http://schemas.openxmlformats.org/drawingml/2006/main" noGrp="1"/>
          </p:cNvSpPr>
          <p:nvPr/>
        </p:nvSpPr>
        <p:spPr>
          <a:xfrm xmlns:a="http://schemas.openxmlformats.org/drawingml/2006/main">
            <a:off x="240196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69" name="Editable chart path">
            <a:extLst xmlns:a="http://schemas.openxmlformats.org/drawingml/2006/main">
              <a:ext uri="{FF2B5EF4-FFF2-40B4-BE49-F238E27FC236}">
                <a16:creationId xmlns:a16="http://schemas.microsoft.com/office/drawing/2014/main" id="{4D8F2F7A-B6FC-4931-910D-98D96441C5EB}"/>
              </a:ext>
            </a:extLst>
          </p:cNvPr>
          <p:cNvSpPr>
            <a:spLocks xmlns:a="http://schemas.openxmlformats.org/drawingml/2006/main" noGrp="1"/>
          </p:cNvSpPr>
          <p:nvPr/>
        </p:nvSpPr>
        <p:spPr>
          <a:xfrm xmlns:a="http://schemas.openxmlformats.org/drawingml/2006/main">
            <a:off x="248097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5D3"/>
          </a:solidFill>
          <a:ln xmlns:a="http://schemas.openxmlformats.org/drawingml/2006/main" w="2292">
            <a:solidFill>
              <a:srgbClr val="FBFCFE"/>
            </a:solidFill>
            <a:prstDash val="solid"/>
          </a:ln>
        </p:spPr>
      </p:sp>
      <p:sp>
        <p:nvSpPr>
          <p:cNvPr id="470" name="Editable chart path">
            <a:extLst xmlns:a="http://schemas.openxmlformats.org/drawingml/2006/main">
              <a:ext uri="{FF2B5EF4-FFF2-40B4-BE49-F238E27FC236}">
                <a16:creationId xmlns:a16="http://schemas.microsoft.com/office/drawing/2014/main" id="{D1E61BDD-B12D-49BC-991E-8C9601E9494C}"/>
              </a:ext>
            </a:extLst>
          </p:cNvPr>
          <p:cNvSpPr>
            <a:spLocks xmlns:a="http://schemas.openxmlformats.org/drawingml/2006/main" noGrp="1"/>
          </p:cNvSpPr>
          <p:nvPr/>
        </p:nvSpPr>
        <p:spPr>
          <a:xfrm xmlns:a="http://schemas.openxmlformats.org/drawingml/2006/main">
            <a:off x="255997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471" name="Editable chart path">
            <a:extLst xmlns:a="http://schemas.openxmlformats.org/drawingml/2006/main">
              <a:ext uri="{FF2B5EF4-FFF2-40B4-BE49-F238E27FC236}">
                <a16:creationId xmlns:a16="http://schemas.microsoft.com/office/drawing/2014/main" id="{B7F3DC97-547C-4AFE-9F6D-DE9AD8BF6B89}"/>
              </a:ext>
            </a:extLst>
          </p:cNvPr>
          <p:cNvSpPr>
            <a:spLocks xmlns:a="http://schemas.openxmlformats.org/drawingml/2006/main" noGrp="1"/>
          </p:cNvSpPr>
          <p:nvPr/>
        </p:nvSpPr>
        <p:spPr>
          <a:xfrm xmlns:a="http://schemas.openxmlformats.org/drawingml/2006/main">
            <a:off x="263897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E9E9A"/>
          </a:solidFill>
          <a:ln xmlns:a="http://schemas.openxmlformats.org/drawingml/2006/main" w="2292">
            <a:solidFill>
              <a:srgbClr val="FBFCFE"/>
            </a:solidFill>
            <a:prstDash val="solid"/>
          </a:ln>
        </p:spPr>
      </p:sp>
      <p:sp>
        <p:nvSpPr>
          <p:cNvPr id="472" name="Editable chart path">
            <a:extLst xmlns:a="http://schemas.openxmlformats.org/drawingml/2006/main">
              <a:ext uri="{FF2B5EF4-FFF2-40B4-BE49-F238E27FC236}">
                <a16:creationId xmlns:a16="http://schemas.microsoft.com/office/drawing/2014/main" id="{659157E9-8D8D-45CE-AE45-CF70DB974906}"/>
              </a:ext>
            </a:extLst>
          </p:cNvPr>
          <p:cNvSpPr>
            <a:spLocks xmlns:a="http://schemas.openxmlformats.org/drawingml/2006/main" noGrp="1"/>
          </p:cNvSpPr>
          <p:nvPr/>
        </p:nvSpPr>
        <p:spPr>
          <a:xfrm xmlns:a="http://schemas.openxmlformats.org/drawingml/2006/main">
            <a:off x="2717977"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73" name="Editable chart path">
            <a:extLst xmlns:a="http://schemas.openxmlformats.org/drawingml/2006/main">
              <a:ext uri="{FF2B5EF4-FFF2-40B4-BE49-F238E27FC236}">
                <a16:creationId xmlns:a16="http://schemas.microsoft.com/office/drawing/2014/main" id="{97A073CD-7150-4017-937B-FE1FC8F13E67}"/>
              </a:ext>
            </a:extLst>
          </p:cNvPr>
          <p:cNvSpPr>
            <a:spLocks xmlns:a="http://schemas.openxmlformats.org/drawingml/2006/main" noGrp="1"/>
          </p:cNvSpPr>
          <p:nvPr/>
        </p:nvSpPr>
        <p:spPr>
          <a:xfrm xmlns:a="http://schemas.openxmlformats.org/drawingml/2006/main">
            <a:off x="279698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74" name="Editable chart path">
            <a:extLst xmlns:a="http://schemas.openxmlformats.org/drawingml/2006/main">
              <a:ext uri="{FF2B5EF4-FFF2-40B4-BE49-F238E27FC236}">
                <a16:creationId xmlns:a16="http://schemas.microsoft.com/office/drawing/2014/main" id="{A2B4EFAA-F790-49F2-9F77-A9AC283BBDF4}"/>
              </a:ext>
            </a:extLst>
          </p:cNvPr>
          <p:cNvSpPr>
            <a:spLocks xmlns:a="http://schemas.openxmlformats.org/drawingml/2006/main" noGrp="1"/>
          </p:cNvSpPr>
          <p:nvPr/>
        </p:nvSpPr>
        <p:spPr>
          <a:xfrm xmlns:a="http://schemas.openxmlformats.org/drawingml/2006/main">
            <a:off x="287598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75" name="Editable chart path">
            <a:extLst xmlns:a="http://schemas.openxmlformats.org/drawingml/2006/main">
              <a:ext uri="{FF2B5EF4-FFF2-40B4-BE49-F238E27FC236}">
                <a16:creationId xmlns:a16="http://schemas.microsoft.com/office/drawing/2014/main" id="{807D37A6-AB52-4368-829A-9746E3FB5A49}"/>
              </a:ext>
            </a:extLst>
          </p:cNvPr>
          <p:cNvSpPr>
            <a:spLocks xmlns:a="http://schemas.openxmlformats.org/drawingml/2006/main" noGrp="1"/>
          </p:cNvSpPr>
          <p:nvPr/>
        </p:nvSpPr>
        <p:spPr>
          <a:xfrm xmlns:a="http://schemas.openxmlformats.org/drawingml/2006/main">
            <a:off x="295498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76" name="Editable chart path">
            <a:extLst xmlns:a="http://schemas.openxmlformats.org/drawingml/2006/main">
              <a:ext uri="{FF2B5EF4-FFF2-40B4-BE49-F238E27FC236}">
                <a16:creationId xmlns:a16="http://schemas.microsoft.com/office/drawing/2014/main" id="{E5007FB3-1A68-476A-9A24-F09258208676}"/>
              </a:ext>
            </a:extLst>
          </p:cNvPr>
          <p:cNvSpPr>
            <a:spLocks xmlns:a="http://schemas.openxmlformats.org/drawingml/2006/main" noGrp="1"/>
          </p:cNvSpPr>
          <p:nvPr/>
        </p:nvSpPr>
        <p:spPr>
          <a:xfrm xmlns:a="http://schemas.openxmlformats.org/drawingml/2006/main">
            <a:off x="303398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77" name="Editable chart path">
            <a:extLst xmlns:a="http://schemas.openxmlformats.org/drawingml/2006/main">
              <a:ext uri="{FF2B5EF4-FFF2-40B4-BE49-F238E27FC236}">
                <a16:creationId xmlns:a16="http://schemas.microsoft.com/office/drawing/2014/main" id="{3DE0631B-F9A9-45D6-8B25-5B41C6BF43C9}"/>
              </a:ext>
            </a:extLst>
          </p:cNvPr>
          <p:cNvSpPr>
            <a:spLocks xmlns:a="http://schemas.openxmlformats.org/drawingml/2006/main" noGrp="1"/>
          </p:cNvSpPr>
          <p:nvPr/>
        </p:nvSpPr>
        <p:spPr>
          <a:xfrm xmlns:a="http://schemas.openxmlformats.org/drawingml/2006/main">
            <a:off x="3112990"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78" name="Editable chart path">
            <a:extLst xmlns:a="http://schemas.openxmlformats.org/drawingml/2006/main">
              <a:ext uri="{FF2B5EF4-FFF2-40B4-BE49-F238E27FC236}">
                <a16:creationId xmlns:a16="http://schemas.microsoft.com/office/drawing/2014/main" id="{E71AD54C-9DB4-4991-8584-16803EA65867}"/>
              </a:ext>
            </a:extLst>
          </p:cNvPr>
          <p:cNvSpPr>
            <a:spLocks xmlns:a="http://schemas.openxmlformats.org/drawingml/2006/main" noGrp="1"/>
          </p:cNvSpPr>
          <p:nvPr/>
        </p:nvSpPr>
        <p:spPr>
          <a:xfrm xmlns:a="http://schemas.openxmlformats.org/drawingml/2006/main">
            <a:off x="319199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79" name="Editable chart path">
            <a:extLst xmlns:a="http://schemas.openxmlformats.org/drawingml/2006/main">
              <a:ext uri="{FF2B5EF4-FFF2-40B4-BE49-F238E27FC236}">
                <a16:creationId xmlns:a16="http://schemas.microsoft.com/office/drawing/2014/main" id="{26F76759-57C8-4004-BC95-F69D70A9AA04}"/>
              </a:ext>
            </a:extLst>
          </p:cNvPr>
          <p:cNvSpPr>
            <a:spLocks xmlns:a="http://schemas.openxmlformats.org/drawingml/2006/main" noGrp="1"/>
          </p:cNvSpPr>
          <p:nvPr/>
        </p:nvSpPr>
        <p:spPr>
          <a:xfrm xmlns:a="http://schemas.openxmlformats.org/drawingml/2006/main">
            <a:off x="327099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480" name="Editable chart path">
            <a:extLst xmlns:a="http://schemas.openxmlformats.org/drawingml/2006/main">
              <a:ext uri="{FF2B5EF4-FFF2-40B4-BE49-F238E27FC236}">
                <a16:creationId xmlns:a16="http://schemas.microsoft.com/office/drawing/2014/main" id="{28B62D3B-1DD3-488D-BB67-093E013D753B}"/>
              </a:ext>
            </a:extLst>
          </p:cNvPr>
          <p:cNvSpPr>
            <a:spLocks xmlns:a="http://schemas.openxmlformats.org/drawingml/2006/main" noGrp="1"/>
          </p:cNvSpPr>
          <p:nvPr/>
        </p:nvSpPr>
        <p:spPr>
          <a:xfrm xmlns:a="http://schemas.openxmlformats.org/drawingml/2006/main">
            <a:off x="3349997"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81" name="Editable chart path">
            <a:extLst xmlns:a="http://schemas.openxmlformats.org/drawingml/2006/main">
              <a:ext uri="{FF2B5EF4-FFF2-40B4-BE49-F238E27FC236}">
                <a16:creationId xmlns:a16="http://schemas.microsoft.com/office/drawing/2014/main" id="{121E3A8F-D250-4D9B-80D2-97305BB6CA1A}"/>
              </a:ext>
            </a:extLst>
          </p:cNvPr>
          <p:cNvSpPr>
            <a:spLocks xmlns:a="http://schemas.openxmlformats.org/drawingml/2006/main" noGrp="1"/>
          </p:cNvSpPr>
          <p:nvPr/>
        </p:nvSpPr>
        <p:spPr>
          <a:xfrm xmlns:a="http://schemas.openxmlformats.org/drawingml/2006/main">
            <a:off x="342900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482" name="Editable chart path">
            <a:extLst xmlns:a="http://schemas.openxmlformats.org/drawingml/2006/main">
              <a:ext uri="{FF2B5EF4-FFF2-40B4-BE49-F238E27FC236}">
                <a16:creationId xmlns:a16="http://schemas.microsoft.com/office/drawing/2014/main" id="{4A7DBB6F-4584-4A2A-9B8A-E12B7E7BAFC7}"/>
              </a:ext>
            </a:extLst>
          </p:cNvPr>
          <p:cNvSpPr>
            <a:spLocks xmlns:a="http://schemas.openxmlformats.org/drawingml/2006/main" noGrp="1"/>
          </p:cNvSpPr>
          <p:nvPr/>
        </p:nvSpPr>
        <p:spPr>
          <a:xfrm xmlns:a="http://schemas.openxmlformats.org/drawingml/2006/main">
            <a:off x="3508002"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483" name="Editable chart path">
            <a:extLst xmlns:a="http://schemas.openxmlformats.org/drawingml/2006/main">
              <a:ext uri="{FF2B5EF4-FFF2-40B4-BE49-F238E27FC236}">
                <a16:creationId xmlns:a16="http://schemas.microsoft.com/office/drawing/2014/main" id="{D9C90215-2BBC-4B4A-997B-B08D7088869C}"/>
              </a:ext>
            </a:extLst>
          </p:cNvPr>
          <p:cNvSpPr>
            <a:spLocks xmlns:a="http://schemas.openxmlformats.org/drawingml/2006/main" noGrp="1"/>
          </p:cNvSpPr>
          <p:nvPr/>
        </p:nvSpPr>
        <p:spPr>
          <a:xfrm xmlns:a="http://schemas.openxmlformats.org/drawingml/2006/main">
            <a:off x="358700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EBB"/>
          </a:solidFill>
          <a:ln xmlns:a="http://schemas.openxmlformats.org/drawingml/2006/main" w="2292">
            <a:solidFill>
              <a:srgbClr val="FBFCFE"/>
            </a:solidFill>
            <a:prstDash val="solid"/>
          </a:ln>
        </p:spPr>
      </p:sp>
      <p:sp>
        <p:nvSpPr>
          <p:cNvPr id="484" name="Editable chart path">
            <a:extLst xmlns:a="http://schemas.openxmlformats.org/drawingml/2006/main">
              <a:ext uri="{FF2B5EF4-FFF2-40B4-BE49-F238E27FC236}">
                <a16:creationId xmlns:a16="http://schemas.microsoft.com/office/drawing/2014/main" id="{D6CBF770-45D4-458F-86E8-AEB4122FA5A7}"/>
              </a:ext>
            </a:extLst>
          </p:cNvPr>
          <p:cNvSpPr>
            <a:spLocks xmlns:a="http://schemas.openxmlformats.org/drawingml/2006/main" noGrp="1"/>
          </p:cNvSpPr>
          <p:nvPr/>
        </p:nvSpPr>
        <p:spPr>
          <a:xfrm xmlns:a="http://schemas.openxmlformats.org/drawingml/2006/main">
            <a:off x="366600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BA7"/>
          </a:solidFill>
          <a:ln xmlns:a="http://schemas.openxmlformats.org/drawingml/2006/main" w="2292">
            <a:solidFill>
              <a:srgbClr val="FBFCFE"/>
            </a:solidFill>
            <a:prstDash val="solid"/>
          </a:ln>
        </p:spPr>
      </p:sp>
      <p:sp>
        <p:nvSpPr>
          <p:cNvPr id="485" name="Editable chart path">
            <a:extLst xmlns:a="http://schemas.openxmlformats.org/drawingml/2006/main">
              <a:ext uri="{FF2B5EF4-FFF2-40B4-BE49-F238E27FC236}">
                <a16:creationId xmlns:a16="http://schemas.microsoft.com/office/drawing/2014/main" id="{4DB1F3F6-24C7-44A8-9DD4-34A0A9B33781}"/>
              </a:ext>
            </a:extLst>
          </p:cNvPr>
          <p:cNvSpPr>
            <a:spLocks xmlns:a="http://schemas.openxmlformats.org/drawingml/2006/main" noGrp="1"/>
          </p:cNvSpPr>
          <p:nvPr/>
        </p:nvSpPr>
        <p:spPr>
          <a:xfrm xmlns:a="http://schemas.openxmlformats.org/drawingml/2006/main">
            <a:off x="374501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486" name="Editable chart path">
            <a:extLst xmlns:a="http://schemas.openxmlformats.org/drawingml/2006/main">
              <a:ext uri="{FF2B5EF4-FFF2-40B4-BE49-F238E27FC236}">
                <a16:creationId xmlns:a16="http://schemas.microsoft.com/office/drawing/2014/main" id="{E4867EBA-7524-4832-AA89-725D3DB69DCA}"/>
              </a:ext>
            </a:extLst>
          </p:cNvPr>
          <p:cNvSpPr>
            <a:spLocks xmlns:a="http://schemas.openxmlformats.org/drawingml/2006/main" noGrp="1"/>
          </p:cNvSpPr>
          <p:nvPr/>
        </p:nvSpPr>
        <p:spPr>
          <a:xfrm xmlns:a="http://schemas.openxmlformats.org/drawingml/2006/main">
            <a:off x="3824012"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487" name="Editable chart path">
            <a:extLst xmlns:a="http://schemas.openxmlformats.org/drawingml/2006/main">
              <a:ext uri="{FF2B5EF4-FFF2-40B4-BE49-F238E27FC236}">
                <a16:creationId xmlns:a16="http://schemas.microsoft.com/office/drawing/2014/main" id="{561C4910-D65D-425B-9661-E03BF26DDE5D}"/>
              </a:ext>
            </a:extLst>
          </p:cNvPr>
          <p:cNvSpPr>
            <a:spLocks xmlns:a="http://schemas.openxmlformats.org/drawingml/2006/main" noGrp="1"/>
          </p:cNvSpPr>
          <p:nvPr/>
        </p:nvSpPr>
        <p:spPr>
          <a:xfrm xmlns:a="http://schemas.openxmlformats.org/drawingml/2006/main">
            <a:off x="3903015"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88" name="Editable chart path">
            <a:extLst xmlns:a="http://schemas.openxmlformats.org/drawingml/2006/main">
              <a:ext uri="{FF2B5EF4-FFF2-40B4-BE49-F238E27FC236}">
                <a16:creationId xmlns:a16="http://schemas.microsoft.com/office/drawing/2014/main" id="{76BB9759-0740-493F-BDB3-C809EE6CA3F0}"/>
              </a:ext>
            </a:extLst>
          </p:cNvPr>
          <p:cNvSpPr>
            <a:spLocks xmlns:a="http://schemas.openxmlformats.org/drawingml/2006/main" noGrp="1"/>
          </p:cNvSpPr>
          <p:nvPr/>
        </p:nvSpPr>
        <p:spPr>
          <a:xfrm xmlns:a="http://schemas.openxmlformats.org/drawingml/2006/main">
            <a:off x="398201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89" name="Editable chart path">
            <a:extLst xmlns:a="http://schemas.openxmlformats.org/drawingml/2006/main">
              <a:ext uri="{FF2B5EF4-FFF2-40B4-BE49-F238E27FC236}">
                <a16:creationId xmlns:a16="http://schemas.microsoft.com/office/drawing/2014/main" id="{80590FDE-3008-439C-A319-FFFD784FA831}"/>
              </a:ext>
            </a:extLst>
          </p:cNvPr>
          <p:cNvSpPr>
            <a:spLocks xmlns:a="http://schemas.openxmlformats.org/drawingml/2006/main" noGrp="1"/>
          </p:cNvSpPr>
          <p:nvPr/>
        </p:nvSpPr>
        <p:spPr>
          <a:xfrm xmlns:a="http://schemas.openxmlformats.org/drawingml/2006/main">
            <a:off x="406102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90" name="Editable chart path">
            <a:extLst xmlns:a="http://schemas.openxmlformats.org/drawingml/2006/main">
              <a:ext uri="{FF2B5EF4-FFF2-40B4-BE49-F238E27FC236}">
                <a16:creationId xmlns:a16="http://schemas.microsoft.com/office/drawing/2014/main" id="{00478404-B5EA-4835-9FE2-DDC54CCD10B4}"/>
              </a:ext>
            </a:extLst>
          </p:cNvPr>
          <p:cNvSpPr>
            <a:spLocks xmlns:a="http://schemas.openxmlformats.org/drawingml/2006/main" noGrp="1"/>
          </p:cNvSpPr>
          <p:nvPr/>
        </p:nvSpPr>
        <p:spPr>
          <a:xfrm xmlns:a="http://schemas.openxmlformats.org/drawingml/2006/main">
            <a:off x="4140023"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491" name="Editable chart path">
            <a:extLst xmlns:a="http://schemas.openxmlformats.org/drawingml/2006/main">
              <a:ext uri="{FF2B5EF4-FFF2-40B4-BE49-F238E27FC236}">
                <a16:creationId xmlns:a16="http://schemas.microsoft.com/office/drawing/2014/main" id="{0621B0B2-B901-44AE-82F9-1C019F359B19}"/>
              </a:ext>
            </a:extLst>
          </p:cNvPr>
          <p:cNvSpPr>
            <a:spLocks xmlns:a="http://schemas.openxmlformats.org/drawingml/2006/main" noGrp="1"/>
          </p:cNvSpPr>
          <p:nvPr/>
        </p:nvSpPr>
        <p:spPr>
          <a:xfrm xmlns:a="http://schemas.openxmlformats.org/drawingml/2006/main">
            <a:off x="421902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492" name="Editable chart path">
            <a:extLst xmlns:a="http://schemas.openxmlformats.org/drawingml/2006/main">
              <a:ext uri="{FF2B5EF4-FFF2-40B4-BE49-F238E27FC236}">
                <a16:creationId xmlns:a16="http://schemas.microsoft.com/office/drawing/2014/main" id="{EC8CC3FD-3477-499E-816C-7231ACFC1385}"/>
              </a:ext>
            </a:extLst>
          </p:cNvPr>
          <p:cNvSpPr>
            <a:spLocks xmlns:a="http://schemas.openxmlformats.org/drawingml/2006/main" noGrp="1"/>
          </p:cNvSpPr>
          <p:nvPr/>
        </p:nvSpPr>
        <p:spPr>
          <a:xfrm xmlns:a="http://schemas.openxmlformats.org/drawingml/2006/main">
            <a:off x="4298027"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C"/>
          </a:solidFill>
          <a:ln xmlns:a="http://schemas.openxmlformats.org/drawingml/2006/main" w="2292">
            <a:solidFill>
              <a:srgbClr val="FBFCFE"/>
            </a:solidFill>
            <a:prstDash val="solid"/>
          </a:ln>
        </p:spPr>
      </p:sp>
      <p:sp>
        <p:nvSpPr>
          <p:cNvPr id="493" name="Editable chart path">
            <a:extLst xmlns:a="http://schemas.openxmlformats.org/drawingml/2006/main">
              <a:ext uri="{FF2B5EF4-FFF2-40B4-BE49-F238E27FC236}">
                <a16:creationId xmlns:a16="http://schemas.microsoft.com/office/drawing/2014/main" id="{E70F96E6-420F-40AC-85BA-DF6784165195}"/>
              </a:ext>
            </a:extLst>
          </p:cNvPr>
          <p:cNvSpPr>
            <a:spLocks xmlns:a="http://schemas.openxmlformats.org/drawingml/2006/main" noGrp="1"/>
          </p:cNvSpPr>
          <p:nvPr/>
        </p:nvSpPr>
        <p:spPr>
          <a:xfrm xmlns:a="http://schemas.openxmlformats.org/drawingml/2006/main">
            <a:off x="437703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494" name="Editable chart path">
            <a:extLst xmlns:a="http://schemas.openxmlformats.org/drawingml/2006/main">
              <a:ext uri="{FF2B5EF4-FFF2-40B4-BE49-F238E27FC236}">
                <a16:creationId xmlns:a16="http://schemas.microsoft.com/office/drawing/2014/main" id="{7E63DE90-E68C-4653-8BAD-E02C03CA08D7}"/>
              </a:ext>
            </a:extLst>
          </p:cNvPr>
          <p:cNvSpPr>
            <a:spLocks xmlns:a="http://schemas.openxmlformats.org/drawingml/2006/main" noGrp="1"/>
          </p:cNvSpPr>
          <p:nvPr/>
        </p:nvSpPr>
        <p:spPr>
          <a:xfrm xmlns:a="http://schemas.openxmlformats.org/drawingml/2006/main">
            <a:off x="4456033"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495" name="Editable chart path">
            <a:extLst xmlns:a="http://schemas.openxmlformats.org/drawingml/2006/main">
              <a:ext uri="{FF2B5EF4-FFF2-40B4-BE49-F238E27FC236}">
                <a16:creationId xmlns:a16="http://schemas.microsoft.com/office/drawing/2014/main" id="{EC7B2CB8-B720-4C62-B102-6F97E5594386}"/>
              </a:ext>
            </a:extLst>
          </p:cNvPr>
          <p:cNvSpPr>
            <a:spLocks xmlns:a="http://schemas.openxmlformats.org/drawingml/2006/main" noGrp="1"/>
          </p:cNvSpPr>
          <p:nvPr/>
        </p:nvSpPr>
        <p:spPr>
          <a:xfrm xmlns:a="http://schemas.openxmlformats.org/drawingml/2006/main">
            <a:off x="453503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96" name="Editable chart path">
            <a:extLst xmlns:a="http://schemas.openxmlformats.org/drawingml/2006/main">
              <a:ext uri="{FF2B5EF4-FFF2-40B4-BE49-F238E27FC236}">
                <a16:creationId xmlns:a16="http://schemas.microsoft.com/office/drawing/2014/main" id="{760A2CD3-EC88-4B1F-91B0-7B5E33EA6D9D}"/>
              </a:ext>
            </a:extLst>
          </p:cNvPr>
          <p:cNvSpPr>
            <a:spLocks xmlns:a="http://schemas.openxmlformats.org/drawingml/2006/main" noGrp="1"/>
          </p:cNvSpPr>
          <p:nvPr/>
        </p:nvSpPr>
        <p:spPr>
          <a:xfrm xmlns:a="http://schemas.openxmlformats.org/drawingml/2006/main">
            <a:off x="461403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97" name="Editable chart path">
            <a:extLst xmlns:a="http://schemas.openxmlformats.org/drawingml/2006/main">
              <a:ext uri="{FF2B5EF4-FFF2-40B4-BE49-F238E27FC236}">
                <a16:creationId xmlns:a16="http://schemas.microsoft.com/office/drawing/2014/main" id="{C45A3DC9-FA25-4D98-A6BC-3C39C75A3621}"/>
              </a:ext>
            </a:extLst>
          </p:cNvPr>
          <p:cNvSpPr>
            <a:spLocks xmlns:a="http://schemas.openxmlformats.org/drawingml/2006/main" noGrp="1"/>
          </p:cNvSpPr>
          <p:nvPr/>
        </p:nvSpPr>
        <p:spPr>
          <a:xfrm xmlns:a="http://schemas.openxmlformats.org/drawingml/2006/main">
            <a:off x="4693040" y="329344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98" name="Editable chart path">
            <a:extLst xmlns:a="http://schemas.openxmlformats.org/drawingml/2006/main">
              <a:ext uri="{FF2B5EF4-FFF2-40B4-BE49-F238E27FC236}">
                <a16:creationId xmlns:a16="http://schemas.microsoft.com/office/drawing/2014/main" id="{600B7AF5-DADB-4D5A-872E-8AF3711DE8D6}"/>
              </a:ext>
            </a:extLst>
          </p:cNvPr>
          <p:cNvSpPr>
            <a:spLocks xmlns:a="http://schemas.openxmlformats.org/drawingml/2006/main" noGrp="1"/>
          </p:cNvSpPr>
          <p:nvPr/>
        </p:nvSpPr>
        <p:spPr>
          <a:xfrm xmlns:a="http://schemas.openxmlformats.org/drawingml/2006/main">
            <a:off x="4772043"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499" name="Editable chart path">
            <a:extLst xmlns:a="http://schemas.openxmlformats.org/drawingml/2006/main">
              <a:ext uri="{FF2B5EF4-FFF2-40B4-BE49-F238E27FC236}">
                <a16:creationId xmlns:a16="http://schemas.microsoft.com/office/drawing/2014/main" id="{C66A4215-72C1-418F-BBD4-8982EC1973CE}"/>
              </a:ext>
            </a:extLst>
          </p:cNvPr>
          <p:cNvSpPr>
            <a:spLocks xmlns:a="http://schemas.openxmlformats.org/drawingml/2006/main" noGrp="1"/>
          </p:cNvSpPr>
          <p:nvPr/>
        </p:nvSpPr>
        <p:spPr>
          <a:xfrm xmlns:a="http://schemas.openxmlformats.org/drawingml/2006/main">
            <a:off x="4851045"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0" name="Editable chart path">
            <a:extLst xmlns:a="http://schemas.openxmlformats.org/drawingml/2006/main">
              <a:ext uri="{FF2B5EF4-FFF2-40B4-BE49-F238E27FC236}">
                <a16:creationId xmlns:a16="http://schemas.microsoft.com/office/drawing/2014/main" id="{55ECEDF7-5323-4E08-8A7A-57575A6456B0}"/>
              </a:ext>
            </a:extLst>
          </p:cNvPr>
          <p:cNvSpPr>
            <a:spLocks xmlns:a="http://schemas.openxmlformats.org/drawingml/2006/main" noGrp="1"/>
          </p:cNvSpPr>
          <p:nvPr/>
        </p:nvSpPr>
        <p:spPr>
          <a:xfrm xmlns:a="http://schemas.openxmlformats.org/drawingml/2006/main">
            <a:off x="493004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1" name="Editable chart path">
            <a:extLst xmlns:a="http://schemas.openxmlformats.org/drawingml/2006/main">
              <a:ext uri="{FF2B5EF4-FFF2-40B4-BE49-F238E27FC236}">
                <a16:creationId xmlns:a16="http://schemas.microsoft.com/office/drawing/2014/main" id="{5F977BF3-ADB9-442D-A0FB-E0FA8B18EF98}"/>
              </a:ext>
            </a:extLst>
          </p:cNvPr>
          <p:cNvSpPr>
            <a:spLocks xmlns:a="http://schemas.openxmlformats.org/drawingml/2006/main" noGrp="1"/>
          </p:cNvSpPr>
          <p:nvPr/>
        </p:nvSpPr>
        <p:spPr>
          <a:xfrm xmlns:a="http://schemas.openxmlformats.org/drawingml/2006/main">
            <a:off x="5246058"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2" name="Editable chart path">
            <a:extLst xmlns:a="http://schemas.openxmlformats.org/drawingml/2006/main">
              <a:ext uri="{FF2B5EF4-FFF2-40B4-BE49-F238E27FC236}">
                <a16:creationId xmlns:a16="http://schemas.microsoft.com/office/drawing/2014/main" id="{992AA630-BA39-4429-BBA2-AB3E28B6BAA3}"/>
              </a:ext>
            </a:extLst>
          </p:cNvPr>
          <p:cNvSpPr>
            <a:spLocks xmlns:a="http://schemas.openxmlformats.org/drawingml/2006/main" noGrp="1"/>
          </p:cNvSpPr>
          <p:nvPr/>
        </p:nvSpPr>
        <p:spPr>
          <a:xfrm xmlns:a="http://schemas.openxmlformats.org/drawingml/2006/main">
            <a:off x="5325060" y="329344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3" name="Editable chart path">
            <a:extLst xmlns:a="http://schemas.openxmlformats.org/drawingml/2006/main">
              <a:ext uri="{FF2B5EF4-FFF2-40B4-BE49-F238E27FC236}">
                <a16:creationId xmlns:a16="http://schemas.microsoft.com/office/drawing/2014/main" id="{CBDDE1F5-7C74-4592-9783-93F093292B9C}"/>
              </a:ext>
            </a:extLst>
          </p:cNvPr>
          <p:cNvSpPr>
            <a:spLocks xmlns:a="http://schemas.openxmlformats.org/drawingml/2006/main" noGrp="1"/>
          </p:cNvSpPr>
          <p:nvPr/>
        </p:nvSpPr>
        <p:spPr>
          <a:xfrm xmlns:a="http://schemas.openxmlformats.org/drawingml/2006/main">
            <a:off x="169094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4" name="Editable chart path">
            <a:extLst xmlns:a="http://schemas.openxmlformats.org/drawingml/2006/main">
              <a:ext uri="{FF2B5EF4-FFF2-40B4-BE49-F238E27FC236}">
                <a16:creationId xmlns:a16="http://schemas.microsoft.com/office/drawing/2014/main" id="{CF044A08-8A87-40CC-B489-5B99E1E51A68}"/>
              </a:ext>
            </a:extLst>
          </p:cNvPr>
          <p:cNvSpPr>
            <a:spLocks xmlns:a="http://schemas.openxmlformats.org/drawingml/2006/main" noGrp="1"/>
          </p:cNvSpPr>
          <p:nvPr/>
        </p:nvSpPr>
        <p:spPr>
          <a:xfrm xmlns:a="http://schemas.openxmlformats.org/drawingml/2006/main">
            <a:off x="176994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5" name="Editable chart path">
            <a:extLst xmlns:a="http://schemas.openxmlformats.org/drawingml/2006/main">
              <a:ext uri="{FF2B5EF4-FFF2-40B4-BE49-F238E27FC236}">
                <a16:creationId xmlns:a16="http://schemas.microsoft.com/office/drawing/2014/main" id="{C017C14C-9812-4182-910D-CFB1DC49A013}"/>
              </a:ext>
            </a:extLst>
          </p:cNvPr>
          <p:cNvSpPr>
            <a:spLocks xmlns:a="http://schemas.openxmlformats.org/drawingml/2006/main" noGrp="1"/>
          </p:cNvSpPr>
          <p:nvPr/>
        </p:nvSpPr>
        <p:spPr>
          <a:xfrm xmlns:a="http://schemas.openxmlformats.org/drawingml/2006/main">
            <a:off x="184895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6" name="Editable chart path">
            <a:extLst xmlns:a="http://schemas.openxmlformats.org/drawingml/2006/main">
              <a:ext uri="{FF2B5EF4-FFF2-40B4-BE49-F238E27FC236}">
                <a16:creationId xmlns:a16="http://schemas.microsoft.com/office/drawing/2014/main" id="{8D56CC7F-8CE2-4FCC-A315-A93D30CA863D}"/>
              </a:ext>
            </a:extLst>
          </p:cNvPr>
          <p:cNvSpPr>
            <a:spLocks xmlns:a="http://schemas.openxmlformats.org/drawingml/2006/main" noGrp="1"/>
          </p:cNvSpPr>
          <p:nvPr/>
        </p:nvSpPr>
        <p:spPr>
          <a:xfrm xmlns:a="http://schemas.openxmlformats.org/drawingml/2006/main">
            <a:off x="1927952"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7" name="Editable chart path">
            <a:extLst xmlns:a="http://schemas.openxmlformats.org/drawingml/2006/main">
              <a:ext uri="{FF2B5EF4-FFF2-40B4-BE49-F238E27FC236}">
                <a16:creationId xmlns:a16="http://schemas.microsoft.com/office/drawing/2014/main" id="{ACCA84CE-0AC0-4F94-949B-AF6CE5E9FEF2}"/>
              </a:ext>
            </a:extLst>
          </p:cNvPr>
          <p:cNvSpPr>
            <a:spLocks xmlns:a="http://schemas.openxmlformats.org/drawingml/2006/main" noGrp="1"/>
          </p:cNvSpPr>
          <p:nvPr/>
        </p:nvSpPr>
        <p:spPr>
          <a:xfrm xmlns:a="http://schemas.openxmlformats.org/drawingml/2006/main">
            <a:off x="200695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8" name="Editable chart path">
            <a:extLst xmlns:a="http://schemas.openxmlformats.org/drawingml/2006/main">
              <a:ext uri="{FF2B5EF4-FFF2-40B4-BE49-F238E27FC236}">
                <a16:creationId xmlns:a16="http://schemas.microsoft.com/office/drawing/2014/main" id="{61370835-28D1-4350-B513-30F843E9EA3F}"/>
              </a:ext>
            </a:extLst>
          </p:cNvPr>
          <p:cNvSpPr>
            <a:spLocks xmlns:a="http://schemas.openxmlformats.org/drawingml/2006/main" noGrp="1"/>
          </p:cNvSpPr>
          <p:nvPr/>
        </p:nvSpPr>
        <p:spPr>
          <a:xfrm xmlns:a="http://schemas.openxmlformats.org/drawingml/2006/main">
            <a:off x="208595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09" name="Editable chart path">
            <a:extLst xmlns:a="http://schemas.openxmlformats.org/drawingml/2006/main">
              <a:ext uri="{FF2B5EF4-FFF2-40B4-BE49-F238E27FC236}">
                <a16:creationId xmlns:a16="http://schemas.microsoft.com/office/drawing/2014/main" id="{36121CB3-4AC2-4921-ACA2-AE9E0FE7C38C}"/>
              </a:ext>
            </a:extLst>
          </p:cNvPr>
          <p:cNvSpPr>
            <a:spLocks xmlns:a="http://schemas.openxmlformats.org/drawingml/2006/main" noGrp="1"/>
          </p:cNvSpPr>
          <p:nvPr/>
        </p:nvSpPr>
        <p:spPr>
          <a:xfrm xmlns:a="http://schemas.openxmlformats.org/drawingml/2006/main">
            <a:off x="216496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10" name="Editable chart path">
            <a:extLst xmlns:a="http://schemas.openxmlformats.org/drawingml/2006/main">
              <a:ext uri="{FF2B5EF4-FFF2-40B4-BE49-F238E27FC236}">
                <a16:creationId xmlns:a16="http://schemas.microsoft.com/office/drawing/2014/main" id="{ACD161EF-9585-4AA3-A490-3F508B8DB624}"/>
              </a:ext>
            </a:extLst>
          </p:cNvPr>
          <p:cNvSpPr>
            <a:spLocks xmlns:a="http://schemas.openxmlformats.org/drawingml/2006/main" noGrp="1"/>
          </p:cNvSpPr>
          <p:nvPr/>
        </p:nvSpPr>
        <p:spPr>
          <a:xfrm xmlns:a="http://schemas.openxmlformats.org/drawingml/2006/main">
            <a:off x="224396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11" name="Editable chart path">
            <a:extLst xmlns:a="http://schemas.openxmlformats.org/drawingml/2006/main">
              <a:ext uri="{FF2B5EF4-FFF2-40B4-BE49-F238E27FC236}">
                <a16:creationId xmlns:a16="http://schemas.microsoft.com/office/drawing/2014/main" id="{A3F45313-AD8C-4209-9E9B-34A49DF460E9}"/>
              </a:ext>
            </a:extLst>
          </p:cNvPr>
          <p:cNvSpPr>
            <a:spLocks xmlns:a="http://schemas.openxmlformats.org/drawingml/2006/main" noGrp="1"/>
          </p:cNvSpPr>
          <p:nvPr/>
        </p:nvSpPr>
        <p:spPr>
          <a:xfrm xmlns:a="http://schemas.openxmlformats.org/drawingml/2006/main">
            <a:off x="2322965"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12" name="Editable chart path">
            <a:extLst xmlns:a="http://schemas.openxmlformats.org/drawingml/2006/main">
              <a:ext uri="{FF2B5EF4-FFF2-40B4-BE49-F238E27FC236}">
                <a16:creationId xmlns:a16="http://schemas.microsoft.com/office/drawing/2014/main" id="{5B99BDFC-ED20-4746-9AC4-BA3788BA7FB7}"/>
              </a:ext>
            </a:extLst>
          </p:cNvPr>
          <p:cNvSpPr>
            <a:spLocks xmlns:a="http://schemas.openxmlformats.org/drawingml/2006/main" noGrp="1"/>
          </p:cNvSpPr>
          <p:nvPr/>
        </p:nvSpPr>
        <p:spPr>
          <a:xfrm xmlns:a="http://schemas.openxmlformats.org/drawingml/2006/main">
            <a:off x="240196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13" name="Editable chart path">
            <a:extLst xmlns:a="http://schemas.openxmlformats.org/drawingml/2006/main">
              <a:ext uri="{FF2B5EF4-FFF2-40B4-BE49-F238E27FC236}">
                <a16:creationId xmlns:a16="http://schemas.microsoft.com/office/drawing/2014/main" id="{2EC26E53-6B1E-4BB0-82A7-F63BD1A841BB}"/>
              </a:ext>
            </a:extLst>
          </p:cNvPr>
          <p:cNvSpPr>
            <a:spLocks xmlns:a="http://schemas.openxmlformats.org/drawingml/2006/main" noGrp="1"/>
          </p:cNvSpPr>
          <p:nvPr/>
        </p:nvSpPr>
        <p:spPr>
          <a:xfrm xmlns:a="http://schemas.openxmlformats.org/drawingml/2006/main">
            <a:off x="248097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D9A95"/>
          </a:solidFill>
          <a:ln xmlns:a="http://schemas.openxmlformats.org/drawingml/2006/main" w="2292">
            <a:solidFill>
              <a:srgbClr val="FBFCFE"/>
            </a:solidFill>
            <a:prstDash val="solid"/>
          </a:ln>
        </p:spPr>
      </p:sp>
      <p:sp>
        <p:nvSpPr>
          <p:cNvPr id="514" name="Editable chart path">
            <a:extLst xmlns:a="http://schemas.openxmlformats.org/drawingml/2006/main">
              <a:ext uri="{FF2B5EF4-FFF2-40B4-BE49-F238E27FC236}">
                <a16:creationId xmlns:a16="http://schemas.microsoft.com/office/drawing/2014/main" id="{8BC88E44-1A88-45EC-9B7A-DE97A87E1785}"/>
              </a:ext>
            </a:extLst>
          </p:cNvPr>
          <p:cNvSpPr>
            <a:spLocks xmlns:a="http://schemas.openxmlformats.org/drawingml/2006/main" noGrp="1"/>
          </p:cNvSpPr>
          <p:nvPr/>
        </p:nvSpPr>
        <p:spPr>
          <a:xfrm xmlns:a="http://schemas.openxmlformats.org/drawingml/2006/main">
            <a:off x="255997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FA09C"/>
          </a:solidFill>
          <a:ln xmlns:a="http://schemas.openxmlformats.org/drawingml/2006/main" w="2292">
            <a:solidFill>
              <a:srgbClr val="FBFCFE"/>
            </a:solidFill>
            <a:prstDash val="solid"/>
          </a:ln>
        </p:spPr>
      </p:sp>
      <p:sp>
        <p:nvSpPr>
          <p:cNvPr id="515" name="Editable chart path">
            <a:extLst xmlns:a="http://schemas.openxmlformats.org/drawingml/2006/main">
              <a:ext uri="{FF2B5EF4-FFF2-40B4-BE49-F238E27FC236}">
                <a16:creationId xmlns:a16="http://schemas.microsoft.com/office/drawing/2014/main" id="{40668A38-60BB-4F31-AA1E-5B0B17FB3104}"/>
              </a:ext>
            </a:extLst>
          </p:cNvPr>
          <p:cNvSpPr>
            <a:spLocks xmlns:a="http://schemas.openxmlformats.org/drawingml/2006/main" noGrp="1"/>
          </p:cNvSpPr>
          <p:nvPr/>
        </p:nvSpPr>
        <p:spPr>
          <a:xfrm xmlns:a="http://schemas.openxmlformats.org/drawingml/2006/main">
            <a:off x="263897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516" name="Editable chart path">
            <a:extLst xmlns:a="http://schemas.openxmlformats.org/drawingml/2006/main">
              <a:ext uri="{FF2B5EF4-FFF2-40B4-BE49-F238E27FC236}">
                <a16:creationId xmlns:a16="http://schemas.microsoft.com/office/drawing/2014/main" id="{CE3A7063-D39A-4C4D-BD8B-92CE9C5C62E1}"/>
              </a:ext>
            </a:extLst>
          </p:cNvPr>
          <p:cNvSpPr>
            <a:spLocks xmlns:a="http://schemas.openxmlformats.org/drawingml/2006/main" noGrp="1"/>
          </p:cNvSpPr>
          <p:nvPr/>
        </p:nvSpPr>
        <p:spPr>
          <a:xfrm xmlns:a="http://schemas.openxmlformats.org/drawingml/2006/main">
            <a:off x="2717977"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3ADA9"/>
          </a:solidFill>
          <a:ln xmlns:a="http://schemas.openxmlformats.org/drawingml/2006/main" w="2292">
            <a:solidFill>
              <a:srgbClr val="FBFCFE"/>
            </a:solidFill>
            <a:prstDash val="solid"/>
          </a:ln>
        </p:spPr>
      </p:sp>
      <p:sp>
        <p:nvSpPr>
          <p:cNvPr id="517" name="Editable chart path">
            <a:extLst xmlns:a="http://schemas.openxmlformats.org/drawingml/2006/main">
              <a:ext uri="{FF2B5EF4-FFF2-40B4-BE49-F238E27FC236}">
                <a16:creationId xmlns:a16="http://schemas.microsoft.com/office/drawing/2014/main" id="{EDD6AE11-4C39-4201-8743-1B17E9E6BEBB}"/>
              </a:ext>
            </a:extLst>
          </p:cNvPr>
          <p:cNvSpPr>
            <a:spLocks xmlns:a="http://schemas.openxmlformats.org/drawingml/2006/main" noGrp="1"/>
          </p:cNvSpPr>
          <p:nvPr/>
        </p:nvSpPr>
        <p:spPr>
          <a:xfrm xmlns:a="http://schemas.openxmlformats.org/drawingml/2006/main">
            <a:off x="279698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518" name="Editable chart path">
            <a:extLst xmlns:a="http://schemas.openxmlformats.org/drawingml/2006/main">
              <a:ext uri="{FF2B5EF4-FFF2-40B4-BE49-F238E27FC236}">
                <a16:creationId xmlns:a16="http://schemas.microsoft.com/office/drawing/2014/main" id="{2B1B9E85-FFDA-4A10-9E49-27DED51EB76E}"/>
              </a:ext>
            </a:extLst>
          </p:cNvPr>
          <p:cNvSpPr>
            <a:spLocks xmlns:a="http://schemas.openxmlformats.org/drawingml/2006/main" noGrp="1"/>
          </p:cNvSpPr>
          <p:nvPr/>
        </p:nvSpPr>
        <p:spPr>
          <a:xfrm xmlns:a="http://schemas.openxmlformats.org/drawingml/2006/main">
            <a:off x="287598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19" name="Editable chart path">
            <a:extLst xmlns:a="http://schemas.openxmlformats.org/drawingml/2006/main">
              <a:ext uri="{FF2B5EF4-FFF2-40B4-BE49-F238E27FC236}">
                <a16:creationId xmlns:a16="http://schemas.microsoft.com/office/drawing/2014/main" id="{867F64FD-842A-42D6-A4B5-E257AD7DC7CD}"/>
              </a:ext>
            </a:extLst>
          </p:cNvPr>
          <p:cNvSpPr>
            <a:spLocks xmlns:a="http://schemas.openxmlformats.org/drawingml/2006/main" noGrp="1"/>
          </p:cNvSpPr>
          <p:nvPr/>
        </p:nvSpPr>
        <p:spPr>
          <a:xfrm xmlns:a="http://schemas.openxmlformats.org/drawingml/2006/main">
            <a:off x="295498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20" name="Editable chart path">
            <a:extLst xmlns:a="http://schemas.openxmlformats.org/drawingml/2006/main">
              <a:ext uri="{FF2B5EF4-FFF2-40B4-BE49-F238E27FC236}">
                <a16:creationId xmlns:a16="http://schemas.microsoft.com/office/drawing/2014/main" id="{2D44191D-74F3-4BCC-A588-B68E6C2E978A}"/>
              </a:ext>
            </a:extLst>
          </p:cNvPr>
          <p:cNvSpPr>
            <a:spLocks xmlns:a="http://schemas.openxmlformats.org/drawingml/2006/main" noGrp="1"/>
          </p:cNvSpPr>
          <p:nvPr/>
        </p:nvSpPr>
        <p:spPr>
          <a:xfrm xmlns:a="http://schemas.openxmlformats.org/drawingml/2006/main">
            <a:off x="303398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21" name="Editable chart path">
            <a:extLst xmlns:a="http://schemas.openxmlformats.org/drawingml/2006/main">
              <a:ext uri="{FF2B5EF4-FFF2-40B4-BE49-F238E27FC236}">
                <a16:creationId xmlns:a16="http://schemas.microsoft.com/office/drawing/2014/main" id="{F1CD3379-DED2-4937-980A-DB5A5A4097BF}"/>
              </a:ext>
            </a:extLst>
          </p:cNvPr>
          <p:cNvSpPr>
            <a:spLocks xmlns:a="http://schemas.openxmlformats.org/drawingml/2006/main" noGrp="1"/>
          </p:cNvSpPr>
          <p:nvPr/>
        </p:nvSpPr>
        <p:spPr>
          <a:xfrm xmlns:a="http://schemas.openxmlformats.org/drawingml/2006/main">
            <a:off x="3112990"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22" name="Editable chart path">
            <a:extLst xmlns:a="http://schemas.openxmlformats.org/drawingml/2006/main">
              <a:ext uri="{FF2B5EF4-FFF2-40B4-BE49-F238E27FC236}">
                <a16:creationId xmlns:a16="http://schemas.microsoft.com/office/drawing/2014/main" id="{0852D533-72F7-4383-9DA7-727DC8B4CCE0}"/>
              </a:ext>
            </a:extLst>
          </p:cNvPr>
          <p:cNvSpPr>
            <a:spLocks xmlns:a="http://schemas.openxmlformats.org/drawingml/2006/main" noGrp="1"/>
          </p:cNvSpPr>
          <p:nvPr/>
        </p:nvSpPr>
        <p:spPr>
          <a:xfrm xmlns:a="http://schemas.openxmlformats.org/drawingml/2006/main">
            <a:off x="319199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23" name="Editable chart path">
            <a:extLst xmlns:a="http://schemas.openxmlformats.org/drawingml/2006/main">
              <a:ext uri="{FF2B5EF4-FFF2-40B4-BE49-F238E27FC236}">
                <a16:creationId xmlns:a16="http://schemas.microsoft.com/office/drawing/2014/main" id="{0A963C18-47D3-4021-B066-727DE3D3819A}"/>
              </a:ext>
            </a:extLst>
          </p:cNvPr>
          <p:cNvSpPr>
            <a:spLocks xmlns:a="http://schemas.openxmlformats.org/drawingml/2006/main" noGrp="1"/>
          </p:cNvSpPr>
          <p:nvPr/>
        </p:nvSpPr>
        <p:spPr>
          <a:xfrm xmlns:a="http://schemas.openxmlformats.org/drawingml/2006/main">
            <a:off x="327099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8"/>
          </a:solidFill>
          <a:ln xmlns:a="http://schemas.openxmlformats.org/drawingml/2006/main" w="2292">
            <a:solidFill>
              <a:srgbClr val="FBFCFE"/>
            </a:solidFill>
            <a:prstDash val="solid"/>
          </a:ln>
        </p:spPr>
      </p:sp>
      <p:sp>
        <p:nvSpPr>
          <p:cNvPr id="524" name="Editable chart path">
            <a:extLst xmlns:a="http://schemas.openxmlformats.org/drawingml/2006/main">
              <a:ext uri="{FF2B5EF4-FFF2-40B4-BE49-F238E27FC236}">
                <a16:creationId xmlns:a16="http://schemas.microsoft.com/office/drawing/2014/main" id="{972D33FD-89A9-4E13-98A1-F82A6BDF8AEA}"/>
              </a:ext>
            </a:extLst>
          </p:cNvPr>
          <p:cNvSpPr>
            <a:spLocks xmlns:a="http://schemas.openxmlformats.org/drawingml/2006/main" noGrp="1"/>
          </p:cNvSpPr>
          <p:nvPr/>
        </p:nvSpPr>
        <p:spPr>
          <a:xfrm xmlns:a="http://schemas.openxmlformats.org/drawingml/2006/main">
            <a:off x="3349997"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7E6E5"/>
          </a:solidFill>
          <a:ln xmlns:a="http://schemas.openxmlformats.org/drawingml/2006/main" w="2292">
            <a:solidFill>
              <a:srgbClr val="FBFCFE"/>
            </a:solidFill>
            <a:prstDash val="solid"/>
          </a:ln>
        </p:spPr>
      </p:sp>
      <p:sp>
        <p:nvSpPr>
          <p:cNvPr id="525" name="Editable chart path">
            <a:extLst xmlns:a="http://schemas.openxmlformats.org/drawingml/2006/main">
              <a:ext uri="{FF2B5EF4-FFF2-40B4-BE49-F238E27FC236}">
                <a16:creationId xmlns:a16="http://schemas.microsoft.com/office/drawing/2014/main" id="{FB596FE9-063E-4B1F-A5F7-6FE1E6AAD9ED}"/>
              </a:ext>
            </a:extLst>
          </p:cNvPr>
          <p:cNvSpPr>
            <a:spLocks xmlns:a="http://schemas.openxmlformats.org/drawingml/2006/main" noGrp="1"/>
          </p:cNvSpPr>
          <p:nvPr/>
        </p:nvSpPr>
        <p:spPr>
          <a:xfrm xmlns:a="http://schemas.openxmlformats.org/drawingml/2006/main">
            <a:off x="342900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7E9E7"/>
          </a:solidFill>
          <a:ln xmlns:a="http://schemas.openxmlformats.org/drawingml/2006/main" w="2292">
            <a:solidFill>
              <a:srgbClr val="FBFCFE"/>
            </a:solidFill>
            <a:prstDash val="solid"/>
          </a:ln>
        </p:spPr>
      </p:sp>
      <p:sp>
        <p:nvSpPr>
          <p:cNvPr id="526" name="Editable chart path">
            <a:extLst xmlns:a="http://schemas.openxmlformats.org/drawingml/2006/main">
              <a:ext uri="{FF2B5EF4-FFF2-40B4-BE49-F238E27FC236}">
                <a16:creationId xmlns:a16="http://schemas.microsoft.com/office/drawing/2014/main" id="{71D97A07-E012-4077-A3D3-5543D036316E}"/>
              </a:ext>
            </a:extLst>
          </p:cNvPr>
          <p:cNvSpPr>
            <a:spLocks xmlns:a="http://schemas.openxmlformats.org/drawingml/2006/main" noGrp="1"/>
          </p:cNvSpPr>
          <p:nvPr/>
        </p:nvSpPr>
        <p:spPr>
          <a:xfrm xmlns:a="http://schemas.openxmlformats.org/drawingml/2006/main">
            <a:off x="3508002"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27" name="Editable chart path">
            <a:extLst xmlns:a="http://schemas.openxmlformats.org/drawingml/2006/main">
              <a:ext uri="{FF2B5EF4-FFF2-40B4-BE49-F238E27FC236}">
                <a16:creationId xmlns:a16="http://schemas.microsoft.com/office/drawing/2014/main" id="{9765FFB7-28D0-4B1C-BF76-4C11CAFFBA12}"/>
              </a:ext>
            </a:extLst>
          </p:cNvPr>
          <p:cNvSpPr>
            <a:spLocks xmlns:a="http://schemas.openxmlformats.org/drawingml/2006/main" noGrp="1"/>
          </p:cNvSpPr>
          <p:nvPr/>
        </p:nvSpPr>
        <p:spPr>
          <a:xfrm xmlns:a="http://schemas.openxmlformats.org/drawingml/2006/main">
            <a:off x="358700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E5F4"/>
          </a:solidFill>
          <a:ln xmlns:a="http://schemas.openxmlformats.org/drawingml/2006/main" w="2292">
            <a:solidFill>
              <a:srgbClr val="FBFCFE"/>
            </a:solidFill>
            <a:prstDash val="solid"/>
          </a:ln>
        </p:spPr>
      </p:sp>
      <p:sp>
        <p:nvSpPr>
          <p:cNvPr id="528" name="Editable chart path">
            <a:extLst xmlns:a="http://schemas.openxmlformats.org/drawingml/2006/main">
              <a:ext uri="{FF2B5EF4-FFF2-40B4-BE49-F238E27FC236}">
                <a16:creationId xmlns:a16="http://schemas.microsoft.com/office/drawing/2014/main" id="{161D2E58-F2B2-48A1-9F58-325CECED6CC4}"/>
              </a:ext>
            </a:extLst>
          </p:cNvPr>
          <p:cNvSpPr>
            <a:spLocks xmlns:a="http://schemas.openxmlformats.org/drawingml/2006/main" noGrp="1"/>
          </p:cNvSpPr>
          <p:nvPr/>
        </p:nvSpPr>
        <p:spPr>
          <a:xfrm xmlns:a="http://schemas.openxmlformats.org/drawingml/2006/main">
            <a:off x="3666008"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C"/>
          </a:solidFill>
          <a:ln xmlns:a="http://schemas.openxmlformats.org/drawingml/2006/main" w="2292">
            <a:solidFill>
              <a:srgbClr val="FBFCFE"/>
            </a:solidFill>
            <a:prstDash val="solid"/>
          </a:ln>
        </p:spPr>
      </p:sp>
      <p:sp>
        <p:nvSpPr>
          <p:cNvPr id="529" name="Editable chart path">
            <a:extLst xmlns:a="http://schemas.openxmlformats.org/drawingml/2006/main">
              <a:ext uri="{FF2B5EF4-FFF2-40B4-BE49-F238E27FC236}">
                <a16:creationId xmlns:a16="http://schemas.microsoft.com/office/drawing/2014/main" id="{8756CB3F-446D-4E01-B077-9759299172A0}"/>
              </a:ext>
            </a:extLst>
          </p:cNvPr>
          <p:cNvSpPr>
            <a:spLocks xmlns:a="http://schemas.openxmlformats.org/drawingml/2006/main" noGrp="1"/>
          </p:cNvSpPr>
          <p:nvPr/>
        </p:nvSpPr>
        <p:spPr>
          <a:xfrm xmlns:a="http://schemas.openxmlformats.org/drawingml/2006/main">
            <a:off x="374501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530" name="Editable chart path">
            <a:extLst xmlns:a="http://schemas.openxmlformats.org/drawingml/2006/main">
              <a:ext uri="{FF2B5EF4-FFF2-40B4-BE49-F238E27FC236}">
                <a16:creationId xmlns:a16="http://schemas.microsoft.com/office/drawing/2014/main" id="{2E57AB09-1B1C-4D25-A995-49EC385356BC}"/>
              </a:ext>
            </a:extLst>
          </p:cNvPr>
          <p:cNvSpPr>
            <a:spLocks xmlns:a="http://schemas.openxmlformats.org/drawingml/2006/main" noGrp="1"/>
          </p:cNvSpPr>
          <p:nvPr/>
        </p:nvSpPr>
        <p:spPr>
          <a:xfrm xmlns:a="http://schemas.openxmlformats.org/drawingml/2006/main">
            <a:off x="3824012"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531" name="Editable chart path">
            <a:extLst xmlns:a="http://schemas.openxmlformats.org/drawingml/2006/main">
              <a:ext uri="{FF2B5EF4-FFF2-40B4-BE49-F238E27FC236}">
                <a16:creationId xmlns:a16="http://schemas.microsoft.com/office/drawing/2014/main" id="{2D207EB5-019D-4ECB-82B5-CA2625D1FC2B}"/>
              </a:ext>
            </a:extLst>
          </p:cNvPr>
          <p:cNvSpPr>
            <a:spLocks xmlns:a="http://schemas.openxmlformats.org/drawingml/2006/main" noGrp="1"/>
          </p:cNvSpPr>
          <p:nvPr/>
        </p:nvSpPr>
        <p:spPr>
          <a:xfrm xmlns:a="http://schemas.openxmlformats.org/drawingml/2006/main">
            <a:off x="3903015"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532" name="Editable chart path">
            <a:extLst xmlns:a="http://schemas.openxmlformats.org/drawingml/2006/main">
              <a:ext uri="{FF2B5EF4-FFF2-40B4-BE49-F238E27FC236}">
                <a16:creationId xmlns:a16="http://schemas.microsoft.com/office/drawing/2014/main" id="{A3E35CBF-104E-4068-B997-22EC471564FE}"/>
              </a:ext>
            </a:extLst>
          </p:cNvPr>
          <p:cNvSpPr>
            <a:spLocks xmlns:a="http://schemas.openxmlformats.org/drawingml/2006/main" noGrp="1"/>
          </p:cNvSpPr>
          <p:nvPr/>
        </p:nvSpPr>
        <p:spPr>
          <a:xfrm xmlns:a="http://schemas.openxmlformats.org/drawingml/2006/main">
            <a:off x="3982018"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33" name="Editable chart path">
            <a:extLst xmlns:a="http://schemas.openxmlformats.org/drawingml/2006/main">
              <a:ext uri="{FF2B5EF4-FFF2-40B4-BE49-F238E27FC236}">
                <a16:creationId xmlns:a16="http://schemas.microsoft.com/office/drawing/2014/main" id="{FE9CBD4B-7A5E-4F76-8B7A-01CCC07623EB}"/>
              </a:ext>
            </a:extLst>
          </p:cNvPr>
          <p:cNvSpPr>
            <a:spLocks xmlns:a="http://schemas.openxmlformats.org/drawingml/2006/main" noGrp="1"/>
          </p:cNvSpPr>
          <p:nvPr/>
        </p:nvSpPr>
        <p:spPr>
          <a:xfrm xmlns:a="http://schemas.openxmlformats.org/drawingml/2006/main">
            <a:off x="406102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34" name="Editable chart path">
            <a:extLst xmlns:a="http://schemas.openxmlformats.org/drawingml/2006/main">
              <a:ext uri="{FF2B5EF4-FFF2-40B4-BE49-F238E27FC236}">
                <a16:creationId xmlns:a16="http://schemas.microsoft.com/office/drawing/2014/main" id="{5EDEE695-8EE2-4CD1-A0E8-369729625C6A}"/>
              </a:ext>
            </a:extLst>
          </p:cNvPr>
          <p:cNvSpPr>
            <a:spLocks xmlns:a="http://schemas.openxmlformats.org/drawingml/2006/main" noGrp="1"/>
          </p:cNvSpPr>
          <p:nvPr/>
        </p:nvSpPr>
        <p:spPr>
          <a:xfrm xmlns:a="http://schemas.openxmlformats.org/drawingml/2006/main">
            <a:off x="4140023"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0D5F3"/>
          </a:solidFill>
          <a:ln xmlns:a="http://schemas.openxmlformats.org/drawingml/2006/main" w="2292">
            <a:solidFill>
              <a:srgbClr val="FBFCFE"/>
            </a:solidFill>
            <a:prstDash val="solid"/>
          </a:ln>
        </p:spPr>
      </p:sp>
      <p:sp>
        <p:nvSpPr>
          <p:cNvPr id="535" name="Editable chart path">
            <a:extLst xmlns:a="http://schemas.openxmlformats.org/drawingml/2006/main">
              <a:ext uri="{FF2B5EF4-FFF2-40B4-BE49-F238E27FC236}">
                <a16:creationId xmlns:a16="http://schemas.microsoft.com/office/drawing/2014/main" id="{AAF18258-7767-4A31-9DD0-3854111803F9}"/>
              </a:ext>
            </a:extLst>
          </p:cNvPr>
          <p:cNvSpPr>
            <a:spLocks xmlns:a="http://schemas.openxmlformats.org/drawingml/2006/main" noGrp="1"/>
          </p:cNvSpPr>
          <p:nvPr/>
        </p:nvSpPr>
        <p:spPr>
          <a:xfrm xmlns:a="http://schemas.openxmlformats.org/drawingml/2006/main">
            <a:off x="421902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536" name="Editable chart path">
            <a:extLst xmlns:a="http://schemas.openxmlformats.org/drawingml/2006/main">
              <a:ext uri="{FF2B5EF4-FFF2-40B4-BE49-F238E27FC236}">
                <a16:creationId xmlns:a16="http://schemas.microsoft.com/office/drawing/2014/main" id="{969CE8F0-4270-4858-AD9B-5A38D56C6D11}"/>
              </a:ext>
            </a:extLst>
          </p:cNvPr>
          <p:cNvSpPr>
            <a:spLocks xmlns:a="http://schemas.openxmlformats.org/drawingml/2006/main" noGrp="1"/>
          </p:cNvSpPr>
          <p:nvPr/>
        </p:nvSpPr>
        <p:spPr>
          <a:xfrm xmlns:a="http://schemas.openxmlformats.org/drawingml/2006/main">
            <a:off x="4298027"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537" name="Editable chart path">
            <a:extLst xmlns:a="http://schemas.openxmlformats.org/drawingml/2006/main">
              <a:ext uri="{FF2B5EF4-FFF2-40B4-BE49-F238E27FC236}">
                <a16:creationId xmlns:a16="http://schemas.microsoft.com/office/drawing/2014/main" id="{9A62F8D5-AC3C-4719-ABAA-76979658C498}"/>
              </a:ext>
            </a:extLst>
          </p:cNvPr>
          <p:cNvSpPr>
            <a:spLocks xmlns:a="http://schemas.openxmlformats.org/drawingml/2006/main" noGrp="1"/>
          </p:cNvSpPr>
          <p:nvPr/>
        </p:nvSpPr>
        <p:spPr>
          <a:xfrm xmlns:a="http://schemas.openxmlformats.org/drawingml/2006/main">
            <a:off x="437703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538" name="Editable chart path">
            <a:extLst xmlns:a="http://schemas.openxmlformats.org/drawingml/2006/main">
              <a:ext uri="{FF2B5EF4-FFF2-40B4-BE49-F238E27FC236}">
                <a16:creationId xmlns:a16="http://schemas.microsoft.com/office/drawing/2014/main" id="{D2D75388-55F1-4114-9196-A91C7F97899F}"/>
              </a:ext>
            </a:extLst>
          </p:cNvPr>
          <p:cNvSpPr>
            <a:spLocks xmlns:a="http://schemas.openxmlformats.org/drawingml/2006/main" noGrp="1"/>
          </p:cNvSpPr>
          <p:nvPr/>
        </p:nvSpPr>
        <p:spPr>
          <a:xfrm xmlns:a="http://schemas.openxmlformats.org/drawingml/2006/main">
            <a:off x="4456033"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4D8F3"/>
          </a:solidFill>
          <a:ln xmlns:a="http://schemas.openxmlformats.org/drawingml/2006/main" w="2292">
            <a:solidFill>
              <a:srgbClr val="FBFCFE"/>
            </a:solidFill>
            <a:prstDash val="solid"/>
          </a:ln>
        </p:spPr>
      </p:sp>
      <p:sp>
        <p:nvSpPr>
          <p:cNvPr id="539" name="Editable chart path">
            <a:extLst xmlns:a="http://schemas.openxmlformats.org/drawingml/2006/main">
              <a:ext uri="{FF2B5EF4-FFF2-40B4-BE49-F238E27FC236}">
                <a16:creationId xmlns:a16="http://schemas.microsoft.com/office/drawing/2014/main" id="{A367B82C-773F-4ED9-83B3-7F2397130529}"/>
              </a:ext>
            </a:extLst>
          </p:cNvPr>
          <p:cNvSpPr>
            <a:spLocks xmlns:a="http://schemas.openxmlformats.org/drawingml/2006/main" noGrp="1"/>
          </p:cNvSpPr>
          <p:nvPr/>
        </p:nvSpPr>
        <p:spPr>
          <a:xfrm xmlns:a="http://schemas.openxmlformats.org/drawingml/2006/main">
            <a:off x="453503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0" name="Editable chart path">
            <a:extLst xmlns:a="http://schemas.openxmlformats.org/drawingml/2006/main">
              <a:ext uri="{FF2B5EF4-FFF2-40B4-BE49-F238E27FC236}">
                <a16:creationId xmlns:a16="http://schemas.microsoft.com/office/drawing/2014/main" id="{CA0A009E-C722-48A5-8D89-7CE90D6B195D}"/>
              </a:ext>
            </a:extLst>
          </p:cNvPr>
          <p:cNvSpPr>
            <a:spLocks xmlns:a="http://schemas.openxmlformats.org/drawingml/2006/main" noGrp="1"/>
          </p:cNvSpPr>
          <p:nvPr/>
        </p:nvSpPr>
        <p:spPr>
          <a:xfrm xmlns:a="http://schemas.openxmlformats.org/drawingml/2006/main">
            <a:off x="4614038"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1" name="Editable chart path">
            <a:extLst xmlns:a="http://schemas.openxmlformats.org/drawingml/2006/main">
              <a:ext uri="{FF2B5EF4-FFF2-40B4-BE49-F238E27FC236}">
                <a16:creationId xmlns:a16="http://schemas.microsoft.com/office/drawing/2014/main" id="{5A89B327-EE32-4DFC-8B77-D0427DC37389}"/>
              </a:ext>
            </a:extLst>
          </p:cNvPr>
          <p:cNvSpPr>
            <a:spLocks xmlns:a="http://schemas.openxmlformats.org/drawingml/2006/main" noGrp="1"/>
          </p:cNvSpPr>
          <p:nvPr/>
        </p:nvSpPr>
        <p:spPr>
          <a:xfrm xmlns:a="http://schemas.openxmlformats.org/drawingml/2006/main">
            <a:off x="4693040" y="3213906"/>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2" name="Editable chart path">
            <a:extLst xmlns:a="http://schemas.openxmlformats.org/drawingml/2006/main">
              <a:ext uri="{FF2B5EF4-FFF2-40B4-BE49-F238E27FC236}">
                <a16:creationId xmlns:a16="http://schemas.microsoft.com/office/drawing/2014/main" id="{71B3BA46-5898-42DE-872C-887A62EC30A9}"/>
              </a:ext>
            </a:extLst>
          </p:cNvPr>
          <p:cNvSpPr>
            <a:spLocks xmlns:a="http://schemas.openxmlformats.org/drawingml/2006/main" noGrp="1"/>
          </p:cNvSpPr>
          <p:nvPr/>
        </p:nvSpPr>
        <p:spPr>
          <a:xfrm xmlns:a="http://schemas.openxmlformats.org/drawingml/2006/main">
            <a:off x="4772043"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3" name="Editable chart path">
            <a:extLst xmlns:a="http://schemas.openxmlformats.org/drawingml/2006/main">
              <a:ext uri="{FF2B5EF4-FFF2-40B4-BE49-F238E27FC236}">
                <a16:creationId xmlns:a16="http://schemas.microsoft.com/office/drawing/2014/main" id="{C8235BC5-C12C-4FF5-8897-AD1A2F656490}"/>
              </a:ext>
            </a:extLst>
          </p:cNvPr>
          <p:cNvSpPr>
            <a:spLocks xmlns:a="http://schemas.openxmlformats.org/drawingml/2006/main" noGrp="1"/>
          </p:cNvSpPr>
          <p:nvPr/>
        </p:nvSpPr>
        <p:spPr>
          <a:xfrm xmlns:a="http://schemas.openxmlformats.org/drawingml/2006/main">
            <a:off x="5167055"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4" name="Editable chart path">
            <a:extLst xmlns:a="http://schemas.openxmlformats.org/drawingml/2006/main">
              <a:ext uri="{FF2B5EF4-FFF2-40B4-BE49-F238E27FC236}">
                <a16:creationId xmlns:a16="http://schemas.microsoft.com/office/drawing/2014/main" id="{B067D0A3-2A3D-4831-8940-94AB22EB77AD}"/>
              </a:ext>
            </a:extLst>
          </p:cNvPr>
          <p:cNvSpPr>
            <a:spLocks xmlns:a="http://schemas.openxmlformats.org/drawingml/2006/main" noGrp="1"/>
          </p:cNvSpPr>
          <p:nvPr/>
        </p:nvSpPr>
        <p:spPr>
          <a:xfrm xmlns:a="http://schemas.openxmlformats.org/drawingml/2006/main">
            <a:off x="5246058"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5" name="Editable chart path">
            <a:extLst xmlns:a="http://schemas.openxmlformats.org/drawingml/2006/main">
              <a:ext uri="{FF2B5EF4-FFF2-40B4-BE49-F238E27FC236}">
                <a16:creationId xmlns:a16="http://schemas.microsoft.com/office/drawing/2014/main" id="{BE327362-8876-48F5-9A5F-E453FDE0C38C}"/>
              </a:ext>
            </a:extLst>
          </p:cNvPr>
          <p:cNvSpPr>
            <a:spLocks xmlns:a="http://schemas.openxmlformats.org/drawingml/2006/main" noGrp="1"/>
          </p:cNvSpPr>
          <p:nvPr/>
        </p:nvSpPr>
        <p:spPr>
          <a:xfrm xmlns:a="http://schemas.openxmlformats.org/drawingml/2006/main">
            <a:off x="5325060"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6" name="Editable chart path">
            <a:extLst xmlns:a="http://schemas.openxmlformats.org/drawingml/2006/main">
              <a:ext uri="{FF2B5EF4-FFF2-40B4-BE49-F238E27FC236}">
                <a16:creationId xmlns:a16="http://schemas.microsoft.com/office/drawing/2014/main" id="{717B9F47-7557-4173-BC15-4D47D28E9419}"/>
              </a:ext>
            </a:extLst>
          </p:cNvPr>
          <p:cNvSpPr>
            <a:spLocks xmlns:a="http://schemas.openxmlformats.org/drawingml/2006/main" noGrp="1"/>
          </p:cNvSpPr>
          <p:nvPr/>
        </p:nvSpPr>
        <p:spPr>
          <a:xfrm xmlns:a="http://schemas.openxmlformats.org/drawingml/2006/main">
            <a:off x="5404063" y="3213906"/>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7" name="Editable chart path">
            <a:extLst xmlns:a="http://schemas.openxmlformats.org/drawingml/2006/main">
              <a:ext uri="{FF2B5EF4-FFF2-40B4-BE49-F238E27FC236}">
                <a16:creationId xmlns:a16="http://schemas.microsoft.com/office/drawing/2014/main" id="{B504B784-BFD9-4E88-88E5-1A06359322A1}"/>
              </a:ext>
            </a:extLst>
          </p:cNvPr>
          <p:cNvSpPr>
            <a:spLocks xmlns:a="http://schemas.openxmlformats.org/drawingml/2006/main" noGrp="1"/>
          </p:cNvSpPr>
          <p:nvPr/>
        </p:nvSpPr>
        <p:spPr>
          <a:xfrm xmlns:a="http://schemas.openxmlformats.org/drawingml/2006/main">
            <a:off x="176994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8" name="Editable chart path">
            <a:extLst xmlns:a="http://schemas.openxmlformats.org/drawingml/2006/main">
              <a:ext uri="{FF2B5EF4-FFF2-40B4-BE49-F238E27FC236}">
                <a16:creationId xmlns:a16="http://schemas.microsoft.com/office/drawing/2014/main" id="{78D26E7B-37E4-4954-A993-4A023EE103C7}"/>
              </a:ext>
            </a:extLst>
          </p:cNvPr>
          <p:cNvSpPr>
            <a:spLocks xmlns:a="http://schemas.openxmlformats.org/drawingml/2006/main" noGrp="1"/>
          </p:cNvSpPr>
          <p:nvPr/>
        </p:nvSpPr>
        <p:spPr>
          <a:xfrm xmlns:a="http://schemas.openxmlformats.org/drawingml/2006/main">
            <a:off x="184895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49" name="Editable chart path">
            <a:extLst xmlns:a="http://schemas.openxmlformats.org/drawingml/2006/main">
              <a:ext uri="{FF2B5EF4-FFF2-40B4-BE49-F238E27FC236}">
                <a16:creationId xmlns:a16="http://schemas.microsoft.com/office/drawing/2014/main" id="{7E378152-4A82-4108-ACDF-2A7E86A1ABE3}"/>
              </a:ext>
            </a:extLst>
          </p:cNvPr>
          <p:cNvSpPr>
            <a:spLocks xmlns:a="http://schemas.openxmlformats.org/drawingml/2006/main" noGrp="1"/>
          </p:cNvSpPr>
          <p:nvPr/>
        </p:nvSpPr>
        <p:spPr>
          <a:xfrm xmlns:a="http://schemas.openxmlformats.org/drawingml/2006/main">
            <a:off x="1927952"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50" name="Editable chart path">
            <a:extLst xmlns:a="http://schemas.openxmlformats.org/drawingml/2006/main">
              <a:ext uri="{FF2B5EF4-FFF2-40B4-BE49-F238E27FC236}">
                <a16:creationId xmlns:a16="http://schemas.microsoft.com/office/drawing/2014/main" id="{DFB5BEB6-5007-4AD1-B503-FFDF4E41DD9E}"/>
              </a:ext>
            </a:extLst>
          </p:cNvPr>
          <p:cNvSpPr>
            <a:spLocks xmlns:a="http://schemas.openxmlformats.org/drawingml/2006/main" noGrp="1"/>
          </p:cNvSpPr>
          <p:nvPr/>
        </p:nvSpPr>
        <p:spPr>
          <a:xfrm xmlns:a="http://schemas.openxmlformats.org/drawingml/2006/main">
            <a:off x="200695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51" name="Editable chart path">
            <a:extLst xmlns:a="http://schemas.openxmlformats.org/drawingml/2006/main">
              <a:ext uri="{FF2B5EF4-FFF2-40B4-BE49-F238E27FC236}">
                <a16:creationId xmlns:a16="http://schemas.microsoft.com/office/drawing/2014/main" id="{3DEFCFE6-4BCC-4C5B-9A02-8D4F46CC4D12}"/>
              </a:ext>
            </a:extLst>
          </p:cNvPr>
          <p:cNvSpPr>
            <a:spLocks xmlns:a="http://schemas.openxmlformats.org/drawingml/2006/main" noGrp="1"/>
          </p:cNvSpPr>
          <p:nvPr/>
        </p:nvSpPr>
        <p:spPr>
          <a:xfrm xmlns:a="http://schemas.openxmlformats.org/drawingml/2006/main">
            <a:off x="208595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52" name="Editable chart path">
            <a:extLst xmlns:a="http://schemas.openxmlformats.org/drawingml/2006/main">
              <a:ext uri="{FF2B5EF4-FFF2-40B4-BE49-F238E27FC236}">
                <a16:creationId xmlns:a16="http://schemas.microsoft.com/office/drawing/2014/main" id="{99E75D9A-38AB-46DE-A91B-FD7CADF3FD2C}"/>
              </a:ext>
            </a:extLst>
          </p:cNvPr>
          <p:cNvSpPr>
            <a:spLocks xmlns:a="http://schemas.openxmlformats.org/drawingml/2006/main" noGrp="1"/>
          </p:cNvSpPr>
          <p:nvPr/>
        </p:nvSpPr>
        <p:spPr>
          <a:xfrm xmlns:a="http://schemas.openxmlformats.org/drawingml/2006/main">
            <a:off x="216496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53" name="Editable chart path">
            <a:extLst xmlns:a="http://schemas.openxmlformats.org/drawingml/2006/main">
              <a:ext uri="{FF2B5EF4-FFF2-40B4-BE49-F238E27FC236}">
                <a16:creationId xmlns:a16="http://schemas.microsoft.com/office/drawing/2014/main" id="{7966A5D9-6BBA-4A65-BCB3-B018900C9EED}"/>
              </a:ext>
            </a:extLst>
          </p:cNvPr>
          <p:cNvSpPr>
            <a:spLocks xmlns:a="http://schemas.openxmlformats.org/drawingml/2006/main" noGrp="1"/>
          </p:cNvSpPr>
          <p:nvPr/>
        </p:nvSpPr>
        <p:spPr>
          <a:xfrm xmlns:a="http://schemas.openxmlformats.org/drawingml/2006/main">
            <a:off x="224396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54" name="Editable chart path">
            <a:extLst xmlns:a="http://schemas.openxmlformats.org/drawingml/2006/main">
              <a:ext uri="{FF2B5EF4-FFF2-40B4-BE49-F238E27FC236}">
                <a16:creationId xmlns:a16="http://schemas.microsoft.com/office/drawing/2014/main" id="{9791036F-CEBA-40CD-8C1A-86E8E9EA511E}"/>
              </a:ext>
            </a:extLst>
          </p:cNvPr>
          <p:cNvSpPr>
            <a:spLocks xmlns:a="http://schemas.openxmlformats.org/drawingml/2006/main" noGrp="1"/>
          </p:cNvSpPr>
          <p:nvPr/>
        </p:nvSpPr>
        <p:spPr>
          <a:xfrm xmlns:a="http://schemas.openxmlformats.org/drawingml/2006/main">
            <a:off x="2322965"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55" name="Editable chart path">
            <a:extLst xmlns:a="http://schemas.openxmlformats.org/drawingml/2006/main">
              <a:ext uri="{FF2B5EF4-FFF2-40B4-BE49-F238E27FC236}">
                <a16:creationId xmlns:a16="http://schemas.microsoft.com/office/drawing/2014/main" id="{0D5C42FB-C0FD-4287-B2C4-769882267FE5}"/>
              </a:ext>
            </a:extLst>
          </p:cNvPr>
          <p:cNvSpPr>
            <a:spLocks xmlns:a="http://schemas.openxmlformats.org/drawingml/2006/main" noGrp="1"/>
          </p:cNvSpPr>
          <p:nvPr/>
        </p:nvSpPr>
        <p:spPr>
          <a:xfrm xmlns:a="http://schemas.openxmlformats.org/drawingml/2006/main">
            <a:off x="240196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556" name="Editable chart path">
            <a:extLst xmlns:a="http://schemas.openxmlformats.org/drawingml/2006/main">
              <a:ext uri="{FF2B5EF4-FFF2-40B4-BE49-F238E27FC236}">
                <a16:creationId xmlns:a16="http://schemas.microsoft.com/office/drawing/2014/main" id="{F1589D1F-FE44-4700-B030-A6CEE5211F40}"/>
              </a:ext>
            </a:extLst>
          </p:cNvPr>
          <p:cNvSpPr>
            <a:spLocks xmlns:a="http://schemas.openxmlformats.org/drawingml/2006/main" noGrp="1"/>
          </p:cNvSpPr>
          <p:nvPr/>
        </p:nvSpPr>
        <p:spPr>
          <a:xfrm xmlns:a="http://schemas.openxmlformats.org/drawingml/2006/main">
            <a:off x="248097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557" name="Editable chart path">
            <a:extLst xmlns:a="http://schemas.openxmlformats.org/drawingml/2006/main">
              <a:ext uri="{FF2B5EF4-FFF2-40B4-BE49-F238E27FC236}">
                <a16:creationId xmlns:a16="http://schemas.microsoft.com/office/drawing/2014/main" id="{0A601330-E386-4E8E-8C72-DCEF5A7E374F}"/>
              </a:ext>
            </a:extLst>
          </p:cNvPr>
          <p:cNvSpPr>
            <a:spLocks xmlns:a="http://schemas.openxmlformats.org/drawingml/2006/main" noGrp="1"/>
          </p:cNvSpPr>
          <p:nvPr/>
        </p:nvSpPr>
        <p:spPr>
          <a:xfrm xmlns:a="http://schemas.openxmlformats.org/drawingml/2006/main">
            <a:off x="255997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DCB"/>
          </a:solidFill>
          <a:ln xmlns:a="http://schemas.openxmlformats.org/drawingml/2006/main" w="2292">
            <a:solidFill>
              <a:srgbClr val="FBFCFE"/>
            </a:solidFill>
            <a:prstDash val="solid"/>
          </a:ln>
        </p:spPr>
      </p:sp>
      <p:sp>
        <p:nvSpPr>
          <p:cNvPr id="558" name="Editable chart path">
            <a:extLst xmlns:a="http://schemas.openxmlformats.org/drawingml/2006/main">
              <a:ext uri="{FF2B5EF4-FFF2-40B4-BE49-F238E27FC236}">
                <a16:creationId xmlns:a16="http://schemas.microsoft.com/office/drawing/2014/main" id="{E3209034-E7C8-42E8-B706-FFBB6B966C57}"/>
              </a:ext>
            </a:extLst>
          </p:cNvPr>
          <p:cNvSpPr>
            <a:spLocks xmlns:a="http://schemas.openxmlformats.org/drawingml/2006/main" noGrp="1"/>
          </p:cNvSpPr>
          <p:nvPr/>
        </p:nvSpPr>
        <p:spPr>
          <a:xfrm xmlns:a="http://schemas.openxmlformats.org/drawingml/2006/main">
            <a:off x="263897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559" name="Editable chart path">
            <a:extLst xmlns:a="http://schemas.openxmlformats.org/drawingml/2006/main">
              <a:ext uri="{FF2B5EF4-FFF2-40B4-BE49-F238E27FC236}">
                <a16:creationId xmlns:a16="http://schemas.microsoft.com/office/drawing/2014/main" id="{5BF7B265-6304-4F9A-8666-61A86CC4387B}"/>
              </a:ext>
            </a:extLst>
          </p:cNvPr>
          <p:cNvSpPr>
            <a:spLocks xmlns:a="http://schemas.openxmlformats.org/drawingml/2006/main" noGrp="1"/>
          </p:cNvSpPr>
          <p:nvPr/>
        </p:nvSpPr>
        <p:spPr>
          <a:xfrm xmlns:a="http://schemas.openxmlformats.org/drawingml/2006/main">
            <a:off x="2717977"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560" name="Editable chart path">
            <a:extLst xmlns:a="http://schemas.openxmlformats.org/drawingml/2006/main">
              <a:ext uri="{FF2B5EF4-FFF2-40B4-BE49-F238E27FC236}">
                <a16:creationId xmlns:a16="http://schemas.microsoft.com/office/drawing/2014/main" id="{23D625A1-DA28-43DB-86D3-480FACD44D1A}"/>
              </a:ext>
            </a:extLst>
          </p:cNvPr>
          <p:cNvSpPr>
            <a:spLocks xmlns:a="http://schemas.openxmlformats.org/drawingml/2006/main" noGrp="1"/>
          </p:cNvSpPr>
          <p:nvPr/>
        </p:nvSpPr>
        <p:spPr>
          <a:xfrm xmlns:a="http://schemas.openxmlformats.org/drawingml/2006/main">
            <a:off x="279698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61" name="Editable chart path">
            <a:extLst xmlns:a="http://schemas.openxmlformats.org/drawingml/2006/main">
              <a:ext uri="{FF2B5EF4-FFF2-40B4-BE49-F238E27FC236}">
                <a16:creationId xmlns:a16="http://schemas.microsoft.com/office/drawing/2014/main" id="{6788EE80-6071-497B-AA2D-93EB00FDFBC0}"/>
              </a:ext>
            </a:extLst>
          </p:cNvPr>
          <p:cNvSpPr>
            <a:spLocks xmlns:a="http://schemas.openxmlformats.org/drawingml/2006/main" noGrp="1"/>
          </p:cNvSpPr>
          <p:nvPr/>
        </p:nvSpPr>
        <p:spPr>
          <a:xfrm xmlns:a="http://schemas.openxmlformats.org/drawingml/2006/main">
            <a:off x="287598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62" name="Editable chart path">
            <a:extLst xmlns:a="http://schemas.openxmlformats.org/drawingml/2006/main">
              <a:ext uri="{FF2B5EF4-FFF2-40B4-BE49-F238E27FC236}">
                <a16:creationId xmlns:a16="http://schemas.microsoft.com/office/drawing/2014/main" id="{9435DF1E-0ED2-4295-8CB9-B496E447E5EC}"/>
              </a:ext>
            </a:extLst>
          </p:cNvPr>
          <p:cNvSpPr>
            <a:spLocks xmlns:a="http://schemas.openxmlformats.org/drawingml/2006/main" noGrp="1"/>
          </p:cNvSpPr>
          <p:nvPr/>
        </p:nvSpPr>
        <p:spPr>
          <a:xfrm xmlns:a="http://schemas.openxmlformats.org/drawingml/2006/main">
            <a:off x="295498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63" name="Editable chart path">
            <a:extLst xmlns:a="http://schemas.openxmlformats.org/drawingml/2006/main">
              <a:ext uri="{FF2B5EF4-FFF2-40B4-BE49-F238E27FC236}">
                <a16:creationId xmlns:a16="http://schemas.microsoft.com/office/drawing/2014/main" id="{0E811E74-FD27-48A8-95A0-DAF9EE8D8265}"/>
              </a:ext>
            </a:extLst>
          </p:cNvPr>
          <p:cNvSpPr>
            <a:spLocks xmlns:a="http://schemas.openxmlformats.org/drawingml/2006/main" noGrp="1"/>
          </p:cNvSpPr>
          <p:nvPr/>
        </p:nvSpPr>
        <p:spPr>
          <a:xfrm xmlns:a="http://schemas.openxmlformats.org/drawingml/2006/main">
            <a:off x="303398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64" name="Editable chart path">
            <a:extLst xmlns:a="http://schemas.openxmlformats.org/drawingml/2006/main">
              <a:ext uri="{FF2B5EF4-FFF2-40B4-BE49-F238E27FC236}">
                <a16:creationId xmlns:a16="http://schemas.microsoft.com/office/drawing/2014/main" id="{46FCAA2D-6952-469A-AFB3-58444DA05129}"/>
              </a:ext>
            </a:extLst>
          </p:cNvPr>
          <p:cNvSpPr>
            <a:spLocks xmlns:a="http://schemas.openxmlformats.org/drawingml/2006/main" noGrp="1"/>
          </p:cNvSpPr>
          <p:nvPr/>
        </p:nvSpPr>
        <p:spPr>
          <a:xfrm xmlns:a="http://schemas.openxmlformats.org/drawingml/2006/main">
            <a:off x="3112990"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65" name="Editable chart path">
            <a:extLst xmlns:a="http://schemas.openxmlformats.org/drawingml/2006/main">
              <a:ext uri="{FF2B5EF4-FFF2-40B4-BE49-F238E27FC236}">
                <a16:creationId xmlns:a16="http://schemas.microsoft.com/office/drawing/2014/main" id="{4BDA2828-F179-4498-8FFC-349F04A53641}"/>
              </a:ext>
            </a:extLst>
          </p:cNvPr>
          <p:cNvSpPr>
            <a:spLocks xmlns:a="http://schemas.openxmlformats.org/drawingml/2006/main" noGrp="1"/>
          </p:cNvSpPr>
          <p:nvPr/>
        </p:nvSpPr>
        <p:spPr>
          <a:xfrm xmlns:a="http://schemas.openxmlformats.org/drawingml/2006/main">
            <a:off x="319199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66" name="Editable chart path">
            <a:extLst xmlns:a="http://schemas.openxmlformats.org/drawingml/2006/main">
              <a:ext uri="{FF2B5EF4-FFF2-40B4-BE49-F238E27FC236}">
                <a16:creationId xmlns:a16="http://schemas.microsoft.com/office/drawing/2014/main" id="{62DC118F-7C50-48B4-8A7E-98392AAA1A1D}"/>
              </a:ext>
            </a:extLst>
          </p:cNvPr>
          <p:cNvSpPr>
            <a:spLocks xmlns:a="http://schemas.openxmlformats.org/drawingml/2006/main" noGrp="1"/>
          </p:cNvSpPr>
          <p:nvPr/>
        </p:nvSpPr>
        <p:spPr>
          <a:xfrm xmlns:a="http://schemas.openxmlformats.org/drawingml/2006/main">
            <a:off x="327099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567" name="Editable chart path">
            <a:extLst xmlns:a="http://schemas.openxmlformats.org/drawingml/2006/main">
              <a:ext uri="{FF2B5EF4-FFF2-40B4-BE49-F238E27FC236}">
                <a16:creationId xmlns:a16="http://schemas.microsoft.com/office/drawing/2014/main" id="{CF94A7AA-EF3B-4767-A48C-D157BA28D0A6}"/>
              </a:ext>
            </a:extLst>
          </p:cNvPr>
          <p:cNvSpPr>
            <a:spLocks xmlns:a="http://schemas.openxmlformats.org/drawingml/2006/main" noGrp="1"/>
          </p:cNvSpPr>
          <p:nvPr/>
        </p:nvSpPr>
        <p:spPr>
          <a:xfrm xmlns:a="http://schemas.openxmlformats.org/drawingml/2006/main">
            <a:off x="3349997"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568" name="Editable chart path">
            <a:extLst xmlns:a="http://schemas.openxmlformats.org/drawingml/2006/main">
              <a:ext uri="{FF2B5EF4-FFF2-40B4-BE49-F238E27FC236}">
                <a16:creationId xmlns:a16="http://schemas.microsoft.com/office/drawing/2014/main" id="{A77CF0A1-5C08-4CDB-8C16-9DC016C38913}"/>
              </a:ext>
            </a:extLst>
          </p:cNvPr>
          <p:cNvSpPr>
            <a:spLocks xmlns:a="http://schemas.openxmlformats.org/drawingml/2006/main" noGrp="1"/>
          </p:cNvSpPr>
          <p:nvPr/>
        </p:nvSpPr>
        <p:spPr>
          <a:xfrm xmlns:a="http://schemas.openxmlformats.org/drawingml/2006/main">
            <a:off x="342900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5684C8"/>
          </a:solidFill>
          <a:ln xmlns:a="http://schemas.openxmlformats.org/drawingml/2006/main" w="2292">
            <a:solidFill>
              <a:srgbClr val="FBFCFE"/>
            </a:solidFill>
            <a:prstDash val="solid"/>
          </a:ln>
        </p:spPr>
      </p:sp>
      <p:sp>
        <p:nvSpPr>
          <p:cNvPr id="569" name="Editable chart path">
            <a:extLst xmlns:a="http://schemas.openxmlformats.org/drawingml/2006/main">
              <a:ext uri="{FF2B5EF4-FFF2-40B4-BE49-F238E27FC236}">
                <a16:creationId xmlns:a16="http://schemas.microsoft.com/office/drawing/2014/main" id="{00E2151B-09E8-4FAF-9AD7-DCFAE7B68DC0}"/>
              </a:ext>
            </a:extLst>
          </p:cNvPr>
          <p:cNvSpPr>
            <a:spLocks xmlns:a="http://schemas.openxmlformats.org/drawingml/2006/main" noGrp="1"/>
          </p:cNvSpPr>
          <p:nvPr/>
        </p:nvSpPr>
        <p:spPr>
          <a:xfrm xmlns:a="http://schemas.openxmlformats.org/drawingml/2006/main">
            <a:off x="3508002"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70" name="Editable chart path">
            <a:extLst xmlns:a="http://schemas.openxmlformats.org/drawingml/2006/main">
              <a:ext uri="{FF2B5EF4-FFF2-40B4-BE49-F238E27FC236}">
                <a16:creationId xmlns:a16="http://schemas.microsoft.com/office/drawing/2014/main" id="{E16C1745-9912-482F-A97E-8761D19E985C}"/>
              </a:ext>
            </a:extLst>
          </p:cNvPr>
          <p:cNvSpPr>
            <a:spLocks xmlns:a="http://schemas.openxmlformats.org/drawingml/2006/main" noGrp="1"/>
          </p:cNvSpPr>
          <p:nvPr/>
        </p:nvSpPr>
        <p:spPr>
          <a:xfrm xmlns:a="http://schemas.openxmlformats.org/drawingml/2006/main">
            <a:off x="358700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8C6"/>
          </a:solidFill>
          <a:ln xmlns:a="http://schemas.openxmlformats.org/drawingml/2006/main" w="2292">
            <a:solidFill>
              <a:srgbClr val="FBFCFE"/>
            </a:solidFill>
            <a:prstDash val="solid"/>
          </a:ln>
        </p:spPr>
      </p:sp>
      <p:sp>
        <p:nvSpPr>
          <p:cNvPr id="571" name="Editable chart path">
            <a:extLst xmlns:a="http://schemas.openxmlformats.org/drawingml/2006/main">
              <a:ext uri="{FF2B5EF4-FFF2-40B4-BE49-F238E27FC236}">
                <a16:creationId xmlns:a16="http://schemas.microsoft.com/office/drawing/2014/main" id="{60CFD21E-1643-4C3C-B321-83D6B5C65ADD}"/>
              </a:ext>
            </a:extLst>
          </p:cNvPr>
          <p:cNvSpPr>
            <a:spLocks xmlns:a="http://schemas.openxmlformats.org/drawingml/2006/main" noGrp="1"/>
          </p:cNvSpPr>
          <p:nvPr/>
        </p:nvSpPr>
        <p:spPr>
          <a:xfrm xmlns:a="http://schemas.openxmlformats.org/drawingml/2006/main">
            <a:off x="3666008"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572" name="Editable chart path">
            <a:extLst xmlns:a="http://schemas.openxmlformats.org/drawingml/2006/main">
              <a:ext uri="{FF2B5EF4-FFF2-40B4-BE49-F238E27FC236}">
                <a16:creationId xmlns:a16="http://schemas.microsoft.com/office/drawing/2014/main" id="{AB932B96-42F1-49CD-9C83-0F86BEAC7ACD}"/>
              </a:ext>
            </a:extLst>
          </p:cNvPr>
          <p:cNvSpPr>
            <a:spLocks xmlns:a="http://schemas.openxmlformats.org/drawingml/2006/main" noGrp="1"/>
          </p:cNvSpPr>
          <p:nvPr/>
        </p:nvSpPr>
        <p:spPr>
          <a:xfrm xmlns:a="http://schemas.openxmlformats.org/drawingml/2006/main">
            <a:off x="374501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573" name="Editable chart path">
            <a:extLst xmlns:a="http://schemas.openxmlformats.org/drawingml/2006/main">
              <a:ext uri="{FF2B5EF4-FFF2-40B4-BE49-F238E27FC236}">
                <a16:creationId xmlns:a16="http://schemas.microsoft.com/office/drawing/2014/main" id="{01CBE7AD-0E84-4983-BD84-847996DB30B8}"/>
              </a:ext>
            </a:extLst>
          </p:cNvPr>
          <p:cNvSpPr>
            <a:spLocks xmlns:a="http://schemas.openxmlformats.org/drawingml/2006/main" noGrp="1"/>
          </p:cNvSpPr>
          <p:nvPr/>
        </p:nvSpPr>
        <p:spPr>
          <a:xfrm xmlns:a="http://schemas.openxmlformats.org/drawingml/2006/main">
            <a:off x="3824012"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574" name="Editable chart path">
            <a:extLst xmlns:a="http://schemas.openxmlformats.org/drawingml/2006/main">
              <a:ext uri="{FF2B5EF4-FFF2-40B4-BE49-F238E27FC236}">
                <a16:creationId xmlns:a16="http://schemas.microsoft.com/office/drawing/2014/main" id="{4074C405-ACBF-49B7-AD72-0EFA65F4757B}"/>
              </a:ext>
            </a:extLst>
          </p:cNvPr>
          <p:cNvSpPr>
            <a:spLocks xmlns:a="http://schemas.openxmlformats.org/drawingml/2006/main" noGrp="1"/>
          </p:cNvSpPr>
          <p:nvPr/>
        </p:nvSpPr>
        <p:spPr>
          <a:xfrm xmlns:a="http://schemas.openxmlformats.org/drawingml/2006/main">
            <a:off x="3903015"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575" name="Editable chart path">
            <a:extLst xmlns:a="http://schemas.openxmlformats.org/drawingml/2006/main">
              <a:ext uri="{FF2B5EF4-FFF2-40B4-BE49-F238E27FC236}">
                <a16:creationId xmlns:a16="http://schemas.microsoft.com/office/drawing/2014/main" id="{0F16FCD7-A317-455E-92E9-DB1AB5F27A28}"/>
              </a:ext>
            </a:extLst>
          </p:cNvPr>
          <p:cNvSpPr>
            <a:spLocks xmlns:a="http://schemas.openxmlformats.org/drawingml/2006/main" noGrp="1"/>
          </p:cNvSpPr>
          <p:nvPr/>
        </p:nvSpPr>
        <p:spPr>
          <a:xfrm xmlns:a="http://schemas.openxmlformats.org/drawingml/2006/main">
            <a:off x="3982018"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76" name="Editable chart path">
            <a:extLst xmlns:a="http://schemas.openxmlformats.org/drawingml/2006/main">
              <a:ext uri="{FF2B5EF4-FFF2-40B4-BE49-F238E27FC236}">
                <a16:creationId xmlns:a16="http://schemas.microsoft.com/office/drawing/2014/main" id="{A6E3BF15-0A91-4778-ADF3-BD5848BC08AB}"/>
              </a:ext>
            </a:extLst>
          </p:cNvPr>
          <p:cNvSpPr>
            <a:spLocks xmlns:a="http://schemas.openxmlformats.org/drawingml/2006/main" noGrp="1"/>
          </p:cNvSpPr>
          <p:nvPr/>
        </p:nvSpPr>
        <p:spPr>
          <a:xfrm xmlns:a="http://schemas.openxmlformats.org/drawingml/2006/main">
            <a:off x="406102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77" name="Editable chart path">
            <a:extLst xmlns:a="http://schemas.openxmlformats.org/drawingml/2006/main">
              <a:ext uri="{FF2B5EF4-FFF2-40B4-BE49-F238E27FC236}">
                <a16:creationId xmlns:a16="http://schemas.microsoft.com/office/drawing/2014/main" id="{B58A7B9B-9629-4ABE-B015-37E418E14A03}"/>
              </a:ext>
            </a:extLst>
          </p:cNvPr>
          <p:cNvSpPr>
            <a:spLocks xmlns:a="http://schemas.openxmlformats.org/drawingml/2006/main" noGrp="1"/>
          </p:cNvSpPr>
          <p:nvPr/>
        </p:nvSpPr>
        <p:spPr>
          <a:xfrm xmlns:a="http://schemas.openxmlformats.org/drawingml/2006/main">
            <a:off x="4140023"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78" name="Editable chart path">
            <a:extLst xmlns:a="http://schemas.openxmlformats.org/drawingml/2006/main">
              <a:ext uri="{FF2B5EF4-FFF2-40B4-BE49-F238E27FC236}">
                <a16:creationId xmlns:a16="http://schemas.microsoft.com/office/drawing/2014/main" id="{6C8370CC-996D-4E9D-A2F7-726DD42E8866}"/>
              </a:ext>
            </a:extLst>
          </p:cNvPr>
          <p:cNvSpPr>
            <a:spLocks xmlns:a="http://schemas.openxmlformats.org/drawingml/2006/main" noGrp="1"/>
          </p:cNvSpPr>
          <p:nvPr/>
        </p:nvSpPr>
        <p:spPr>
          <a:xfrm xmlns:a="http://schemas.openxmlformats.org/drawingml/2006/main">
            <a:off x="421902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579" name="Editable chart path">
            <a:extLst xmlns:a="http://schemas.openxmlformats.org/drawingml/2006/main">
              <a:ext uri="{FF2B5EF4-FFF2-40B4-BE49-F238E27FC236}">
                <a16:creationId xmlns:a16="http://schemas.microsoft.com/office/drawing/2014/main" id="{05776694-6114-41ED-80CC-9B5E58CC4826}"/>
              </a:ext>
            </a:extLst>
          </p:cNvPr>
          <p:cNvSpPr>
            <a:spLocks xmlns:a="http://schemas.openxmlformats.org/drawingml/2006/main" noGrp="1"/>
          </p:cNvSpPr>
          <p:nvPr/>
        </p:nvSpPr>
        <p:spPr>
          <a:xfrm xmlns:a="http://schemas.openxmlformats.org/drawingml/2006/main">
            <a:off x="4298027"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0" name="Editable chart path">
            <a:extLst xmlns:a="http://schemas.openxmlformats.org/drawingml/2006/main">
              <a:ext uri="{FF2B5EF4-FFF2-40B4-BE49-F238E27FC236}">
                <a16:creationId xmlns:a16="http://schemas.microsoft.com/office/drawing/2014/main" id="{B6336BCF-B821-4F69-B764-7A725DD55808}"/>
              </a:ext>
            </a:extLst>
          </p:cNvPr>
          <p:cNvSpPr>
            <a:spLocks xmlns:a="http://schemas.openxmlformats.org/drawingml/2006/main" noGrp="1"/>
          </p:cNvSpPr>
          <p:nvPr/>
        </p:nvSpPr>
        <p:spPr>
          <a:xfrm xmlns:a="http://schemas.openxmlformats.org/drawingml/2006/main">
            <a:off x="437703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1" name="Editable chart path">
            <a:extLst xmlns:a="http://schemas.openxmlformats.org/drawingml/2006/main">
              <a:ext uri="{FF2B5EF4-FFF2-40B4-BE49-F238E27FC236}">
                <a16:creationId xmlns:a16="http://schemas.microsoft.com/office/drawing/2014/main" id="{CE32518E-B226-4EE0-B784-4ED9FAA3C3D2}"/>
              </a:ext>
            </a:extLst>
          </p:cNvPr>
          <p:cNvSpPr>
            <a:spLocks xmlns:a="http://schemas.openxmlformats.org/drawingml/2006/main" noGrp="1"/>
          </p:cNvSpPr>
          <p:nvPr/>
        </p:nvSpPr>
        <p:spPr>
          <a:xfrm xmlns:a="http://schemas.openxmlformats.org/drawingml/2006/main">
            <a:off x="4456033"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2" name="Editable chart path">
            <a:extLst xmlns:a="http://schemas.openxmlformats.org/drawingml/2006/main">
              <a:ext uri="{FF2B5EF4-FFF2-40B4-BE49-F238E27FC236}">
                <a16:creationId xmlns:a16="http://schemas.microsoft.com/office/drawing/2014/main" id="{040DD61A-6AC7-414B-8323-4EA6467F21A5}"/>
              </a:ext>
            </a:extLst>
          </p:cNvPr>
          <p:cNvSpPr>
            <a:spLocks xmlns:a="http://schemas.openxmlformats.org/drawingml/2006/main" noGrp="1"/>
          </p:cNvSpPr>
          <p:nvPr/>
        </p:nvSpPr>
        <p:spPr>
          <a:xfrm xmlns:a="http://schemas.openxmlformats.org/drawingml/2006/main">
            <a:off x="453503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3" name="Editable chart path">
            <a:extLst xmlns:a="http://schemas.openxmlformats.org/drawingml/2006/main">
              <a:ext uri="{FF2B5EF4-FFF2-40B4-BE49-F238E27FC236}">
                <a16:creationId xmlns:a16="http://schemas.microsoft.com/office/drawing/2014/main" id="{28531CE6-60D6-4EFC-8C21-9CB40BD7AF2A}"/>
              </a:ext>
            </a:extLst>
          </p:cNvPr>
          <p:cNvSpPr>
            <a:spLocks xmlns:a="http://schemas.openxmlformats.org/drawingml/2006/main" noGrp="1"/>
          </p:cNvSpPr>
          <p:nvPr/>
        </p:nvSpPr>
        <p:spPr>
          <a:xfrm xmlns:a="http://schemas.openxmlformats.org/drawingml/2006/main">
            <a:off x="4614038"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4" name="Editable chart path">
            <a:extLst xmlns:a="http://schemas.openxmlformats.org/drawingml/2006/main">
              <a:ext uri="{FF2B5EF4-FFF2-40B4-BE49-F238E27FC236}">
                <a16:creationId xmlns:a16="http://schemas.microsoft.com/office/drawing/2014/main" id="{7146FAB8-CA83-4E56-B6EF-913523A3DC57}"/>
              </a:ext>
            </a:extLst>
          </p:cNvPr>
          <p:cNvSpPr>
            <a:spLocks xmlns:a="http://schemas.openxmlformats.org/drawingml/2006/main" noGrp="1"/>
          </p:cNvSpPr>
          <p:nvPr/>
        </p:nvSpPr>
        <p:spPr>
          <a:xfrm xmlns:a="http://schemas.openxmlformats.org/drawingml/2006/main">
            <a:off x="4693040"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5" name="Editable chart path">
            <a:extLst xmlns:a="http://schemas.openxmlformats.org/drawingml/2006/main">
              <a:ext uri="{FF2B5EF4-FFF2-40B4-BE49-F238E27FC236}">
                <a16:creationId xmlns:a16="http://schemas.microsoft.com/office/drawing/2014/main" id="{1917BE89-3AED-4BBE-A626-070CDF1D3FAE}"/>
              </a:ext>
            </a:extLst>
          </p:cNvPr>
          <p:cNvSpPr>
            <a:spLocks xmlns:a="http://schemas.openxmlformats.org/drawingml/2006/main" noGrp="1"/>
          </p:cNvSpPr>
          <p:nvPr/>
        </p:nvSpPr>
        <p:spPr>
          <a:xfrm xmlns:a="http://schemas.openxmlformats.org/drawingml/2006/main">
            <a:off x="500905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6" name="Editable chart path">
            <a:extLst xmlns:a="http://schemas.openxmlformats.org/drawingml/2006/main">
              <a:ext uri="{FF2B5EF4-FFF2-40B4-BE49-F238E27FC236}">
                <a16:creationId xmlns:a16="http://schemas.microsoft.com/office/drawing/2014/main" id="{825B4660-4D0F-4C57-BDCC-5F4AA5DF2C4E}"/>
              </a:ext>
            </a:extLst>
          </p:cNvPr>
          <p:cNvSpPr>
            <a:spLocks xmlns:a="http://schemas.openxmlformats.org/drawingml/2006/main" noGrp="1"/>
          </p:cNvSpPr>
          <p:nvPr/>
        </p:nvSpPr>
        <p:spPr>
          <a:xfrm xmlns:a="http://schemas.openxmlformats.org/drawingml/2006/main">
            <a:off x="5088053" y="3134371"/>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7" name="Editable chart path">
            <a:extLst xmlns:a="http://schemas.openxmlformats.org/drawingml/2006/main">
              <a:ext uri="{FF2B5EF4-FFF2-40B4-BE49-F238E27FC236}">
                <a16:creationId xmlns:a16="http://schemas.microsoft.com/office/drawing/2014/main" id="{2ADDC919-9405-4BD2-A129-8F95980C54DD}"/>
              </a:ext>
            </a:extLst>
          </p:cNvPr>
          <p:cNvSpPr>
            <a:spLocks xmlns:a="http://schemas.openxmlformats.org/drawingml/2006/main" noGrp="1"/>
          </p:cNvSpPr>
          <p:nvPr/>
        </p:nvSpPr>
        <p:spPr>
          <a:xfrm xmlns:a="http://schemas.openxmlformats.org/drawingml/2006/main">
            <a:off x="5167055"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8" name="Editable chart path">
            <a:extLst xmlns:a="http://schemas.openxmlformats.org/drawingml/2006/main">
              <a:ext uri="{FF2B5EF4-FFF2-40B4-BE49-F238E27FC236}">
                <a16:creationId xmlns:a16="http://schemas.microsoft.com/office/drawing/2014/main" id="{11733A68-1FCE-471F-BF02-A4085975755A}"/>
              </a:ext>
            </a:extLst>
          </p:cNvPr>
          <p:cNvSpPr>
            <a:spLocks xmlns:a="http://schemas.openxmlformats.org/drawingml/2006/main" noGrp="1"/>
          </p:cNvSpPr>
          <p:nvPr/>
        </p:nvSpPr>
        <p:spPr>
          <a:xfrm xmlns:a="http://schemas.openxmlformats.org/drawingml/2006/main">
            <a:off x="5246058"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89" name="Editable chart path">
            <a:extLst xmlns:a="http://schemas.openxmlformats.org/drawingml/2006/main">
              <a:ext uri="{FF2B5EF4-FFF2-40B4-BE49-F238E27FC236}">
                <a16:creationId xmlns:a16="http://schemas.microsoft.com/office/drawing/2014/main" id="{5CCFADA6-1BBE-4738-B9E2-5A3D70EA5A35}"/>
              </a:ext>
            </a:extLst>
          </p:cNvPr>
          <p:cNvSpPr>
            <a:spLocks xmlns:a="http://schemas.openxmlformats.org/drawingml/2006/main" noGrp="1"/>
          </p:cNvSpPr>
          <p:nvPr/>
        </p:nvSpPr>
        <p:spPr>
          <a:xfrm xmlns:a="http://schemas.openxmlformats.org/drawingml/2006/main">
            <a:off x="5325060"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0" name="Editable chart path">
            <a:extLst xmlns:a="http://schemas.openxmlformats.org/drawingml/2006/main">
              <a:ext uri="{FF2B5EF4-FFF2-40B4-BE49-F238E27FC236}">
                <a16:creationId xmlns:a16="http://schemas.microsoft.com/office/drawing/2014/main" id="{2585C773-6730-4C1A-8C7E-A15FAA768386}"/>
              </a:ext>
            </a:extLst>
          </p:cNvPr>
          <p:cNvSpPr>
            <a:spLocks xmlns:a="http://schemas.openxmlformats.org/drawingml/2006/main" noGrp="1"/>
          </p:cNvSpPr>
          <p:nvPr/>
        </p:nvSpPr>
        <p:spPr>
          <a:xfrm xmlns:a="http://schemas.openxmlformats.org/drawingml/2006/main">
            <a:off x="5404063" y="3134371"/>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1" name="Editable chart path">
            <a:extLst xmlns:a="http://schemas.openxmlformats.org/drawingml/2006/main">
              <a:ext uri="{FF2B5EF4-FFF2-40B4-BE49-F238E27FC236}">
                <a16:creationId xmlns:a16="http://schemas.microsoft.com/office/drawing/2014/main" id="{A2EBA1F8-97BC-463A-8C21-F73A7BCC9551}"/>
              </a:ext>
            </a:extLst>
          </p:cNvPr>
          <p:cNvSpPr>
            <a:spLocks xmlns:a="http://schemas.openxmlformats.org/drawingml/2006/main" noGrp="1"/>
          </p:cNvSpPr>
          <p:nvPr/>
        </p:nvSpPr>
        <p:spPr>
          <a:xfrm xmlns:a="http://schemas.openxmlformats.org/drawingml/2006/main">
            <a:off x="176994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2" name="Editable chart path">
            <a:extLst xmlns:a="http://schemas.openxmlformats.org/drawingml/2006/main">
              <a:ext uri="{FF2B5EF4-FFF2-40B4-BE49-F238E27FC236}">
                <a16:creationId xmlns:a16="http://schemas.microsoft.com/office/drawing/2014/main" id="{7D675AC4-E681-4112-A2DC-AA9670063F50}"/>
              </a:ext>
            </a:extLst>
          </p:cNvPr>
          <p:cNvSpPr>
            <a:spLocks xmlns:a="http://schemas.openxmlformats.org/drawingml/2006/main" noGrp="1"/>
          </p:cNvSpPr>
          <p:nvPr/>
        </p:nvSpPr>
        <p:spPr>
          <a:xfrm xmlns:a="http://schemas.openxmlformats.org/drawingml/2006/main">
            <a:off x="184895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3" name="Editable chart path">
            <a:extLst xmlns:a="http://schemas.openxmlformats.org/drawingml/2006/main">
              <a:ext uri="{FF2B5EF4-FFF2-40B4-BE49-F238E27FC236}">
                <a16:creationId xmlns:a16="http://schemas.microsoft.com/office/drawing/2014/main" id="{0B774A05-9585-45A3-857C-6DF09066390F}"/>
              </a:ext>
            </a:extLst>
          </p:cNvPr>
          <p:cNvSpPr>
            <a:spLocks xmlns:a="http://schemas.openxmlformats.org/drawingml/2006/main" noGrp="1"/>
          </p:cNvSpPr>
          <p:nvPr/>
        </p:nvSpPr>
        <p:spPr>
          <a:xfrm xmlns:a="http://schemas.openxmlformats.org/drawingml/2006/main">
            <a:off x="1927952"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4" name="Editable chart path">
            <a:extLst xmlns:a="http://schemas.openxmlformats.org/drawingml/2006/main">
              <a:ext uri="{FF2B5EF4-FFF2-40B4-BE49-F238E27FC236}">
                <a16:creationId xmlns:a16="http://schemas.microsoft.com/office/drawing/2014/main" id="{74481AFF-A69C-44E7-BB3B-4E153850A2E1}"/>
              </a:ext>
            </a:extLst>
          </p:cNvPr>
          <p:cNvSpPr>
            <a:spLocks xmlns:a="http://schemas.openxmlformats.org/drawingml/2006/main" noGrp="1"/>
          </p:cNvSpPr>
          <p:nvPr/>
        </p:nvSpPr>
        <p:spPr>
          <a:xfrm xmlns:a="http://schemas.openxmlformats.org/drawingml/2006/main">
            <a:off x="200695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5" name="Editable chart path">
            <a:extLst xmlns:a="http://schemas.openxmlformats.org/drawingml/2006/main">
              <a:ext uri="{FF2B5EF4-FFF2-40B4-BE49-F238E27FC236}">
                <a16:creationId xmlns:a16="http://schemas.microsoft.com/office/drawing/2014/main" id="{455B52E2-8800-41BF-A5A2-0C4AE972F252}"/>
              </a:ext>
            </a:extLst>
          </p:cNvPr>
          <p:cNvSpPr>
            <a:spLocks xmlns:a="http://schemas.openxmlformats.org/drawingml/2006/main" noGrp="1"/>
          </p:cNvSpPr>
          <p:nvPr/>
        </p:nvSpPr>
        <p:spPr>
          <a:xfrm xmlns:a="http://schemas.openxmlformats.org/drawingml/2006/main">
            <a:off x="208595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6" name="Editable chart path">
            <a:extLst xmlns:a="http://schemas.openxmlformats.org/drawingml/2006/main">
              <a:ext uri="{FF2B5EF4-FFF2-40B4-BE49-F238E27FC236}">
                <a16:creationId xmlns:a16="http://schemas.microsoft.com/office/drawing/2014/main" id="{273B3C70-E343-4D21-863F-D221FAF09996}"/>
              </a:ext>
            </a:extLst>
          </p:cNvPr>
          <p:cNvSpPr>
            <a:spLocks xmlns:a="http://schemas.openxmlformats.org/drawingml/2006/main" noGrp="1"/>
          </p:cNvSpPr>
          <p:nvPr/>
        </p:nvSpPr>
        <p:spPr>
          <a:xfrm xmlns:a="http://schemas.openxmlformats.org/drawingml/2006/main">
            <a:off x="216496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7" name="Editable chart path">
            <a:extLst xmlns:a="http://schemas.openxmlformats.org/drawingml/2006/main">
              <a:ext uri="{FF2B5EF4-FFF2-40B4-BE49-F238E27FC236}">
                <a16:creationId xmlns:a16="http://schemas.microsoft.com/office/drawing/2014/main" id="{4921CF18-3F77-436F-AF95-719243999802}"/>
              </a:ext>
            </a:extLst>
          </p:cNvPr>
          <p:cNvSpPr>
            <a:spLocks xmlns:a="http://schemas.openxmlformats.org/drawingml/2006/main" noGrp="1"/>
          </p:cNvSpPr>
          <p:nvPr/>
        </p:nvSpPr>
        <p:spPr>
          <a:xfrm xmlns:a="http://schemas.openxmlformats.org/drawingml/2006/main">
            <a:off x="224396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8" name="Editable chart path">
            <a:extLst xmlns:a="http://schemas.openxmlformats.org/drawingml/2006/main">
              <a:ext uri="{FF2B5EF4-FFF2-40B4-BE49-F238E27FC236}">
                <a16:creationId xmlns:a16="http://schemas.microsoft.com/office/drawing/2014/main" id="{43398CA9-1774-4444-B333-5D99EBA075D4}"/>
              </a:ext>
            </a:extLst>
          </p:cNvPr>
          <p:cNvSpPr>
            <a:spLocks xmlns:a="http://schemas.openxmlformats.org/drawingml/2006/main" noGrp="1"/>
          </p:cNvSpPr>
          <p:nvPr/>
        </p:nvSpPr>
        <p:spPr>
          <a:xfrm xmlns:a="http://schemas.openxmlformats.org/drawingml/2006/main">
            <a:off x="2322965"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599" name="Editable chart path">
            <a:extLst xmlns:a="http://schemas.openxmlformats.org/drawingml/2006/main">
              <a:ext uri="{FF2B5EF4-FFF2-40B4-BE49-F238E27FC236}">
                <a16:creationId xmlns:a16="http://schemas.microsoft.com/office/drawing/2014/main" id="{AEFA7746-2710-4719-A5FE-A84E8B49F0E3}"/>
              </a:ext>
            </a:extLst>
          </p:cNvPr>
          <p:cNvSpPr>
            <a:spLocks xmlns:a="http://schemas.openxmlformats.org/drawingml/2006/main" noGrp="1"/>
          </p:cNvSpPr>
          <p:nvPr/>
        </p:nvSpPr>
        <p:spPr>
          <a:xfrm xmlns:a="http://schemas.openxmlformats.org/drawingml/2006/main">
            <a:off x="240196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00" name="Editable chart path">
            <a:extLst xmlns:a="http://schemas.openxmlformats.org/drawingml/2006/main">
              <a:ext uri="{FF2B5EF4-FFF2-40B4-BE49-F238E27FC236}">
                <a16:creationId xmlns:a16="http://schemas.microsoft.com/office/drawing/2014/main" id="{B2A681FE-FED2-40B9-BCBB-4272B41137A6}"/>
              </a:ext>
            </a:extLst>
          </p:cNvPr>
          <p:cNvSpPr>
            <a:spLocks xmlns:a="http://schemas.openxmlformats.org/drawingml/2006/main" noGrp="1"/>
          </p:cNvSpPr>
          <p:nvPr/>
        </p:nvSpPr>
        <p:spPr>
          <a:xfrm xmlns:a="http://schemas.openxmlformats.org/drawingml/2006/main">
            <a:off x="248097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FCFCD"/>
          </a:solidFill>
          <a:ln xmlns:a="http://schemas.openxmlformats.org/drawingml/2006/main" w="2292">
            <a:solidFill>
              <a:srgbClr val="FBFCFE"/>
            </a:solidFill>
            <a:prstDash val="solid"/>
          </a:ln>
        </p:spPr>
      </p:sp>
      <p:sp>
        <p:nvSpPr>
          <p:cNvPr id="601" name="Editable chart path">
            <a:extLst xmlns:a="http://schemas.openxmlformats.org/drawingml/2006/main">
              <a:ext uri="{FF2B5EF4-FFF2-40B4-BE49-F238E27FC236}">
                <a16:creationId xmlns:a16="http://schemas.microsoft.com/office/drawing/2014/main" id="{54A1EA54-525B-4CE7-B441-57E3EDCC5553}"/>
              </a:ext>
            </a:extLst>
          </p:cNvPr>
          <p:cNvSpPr>
            <a:spLocks xmlns:a="http://schemas.openxmlformats.org/drawingml/2006/main" noGrp="1"/>
          </p:cNvSpPr>
          <p:nvPr/>
        </p:nvSpPr>
        <p:spPr>
          <a:xfrm xmlns:a="http://schemas.openxmlformats.org/drawingml/2006/main">
            <a:off x="255997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8C6"/>
          </a:solidFill>
          <a:ln xmlns:a="http://schemas.openxmlformats.org/drawingml/2006/main" w="2292">
            <a:solidFill>
              <a:srgbClr val="FBFCFE"/>
            </a:solidFill>
            <a:prstDash val="solid"/>
          </a:ln>
        </p:spPr>
      </p:sp>
      <p:sp>
        <p:nvSpPr>
          <p:cNvPr id="602" name="Editable chart path">
            <a:extLst xmlns:a="http://schemas.openxmlformats.org/drawingml/2006/main">
              <a:ext uri="{FF2B5EF4-FFF2-40B4-BE49-F238E27FC236}">
                <a16:creationId xmlns:a16="http://schemas.microsoft.com/office/drawing/2014/main" id="{BFB297C3-D955-4D23-895A-52493F666080}"/>
              </a:ext>
            </a:extLst>
          </p:cNvPr>
          <p:cNvSpPr>
            <a:spLocks xmlns:a="http://schemas.openxmlformats.org/drawingml/2006/main" noGrp="1"/>
          </p:cNvSpPr>
          <p:nvPr/>
        </p:nvSpPr>
        <p:spPr>
          <a:xfrm xmlns:a="http://schemas.openxmlformats.org/drawingml/2006/main">
            <a:off x="263897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9BEBB"/>
          </a:solidFill>
          <a:ln xmlns:a="http://schemas.openxmlformats.org/drawingml/2006/main" w="2292">
            <a:solidFill>
              <a:srgbClr val="FBFCFE"/>
            </a:solidFill>
            <a:prstDash val="solid"/>
          </a:ln>
        </p:spPr>
      </p:sp>
      <p:sp>
        <p:nvSpPr>
          <p:cNvPr id="603" name="Editable chart path">
            <a:extLst xmlns:a="http://schemas.openxmlformats.org/drawingml/2006/main">
              <a:ext uri="{FF2B5EF4-FFF2-40B4-BE49-F238E27FC236}">
                <a16:creationId xmlns:a16="http://schemas.microsoft.com/office/drawing/2014/main" id="{F9945810-139F-4FEA-BF23-D009F7E0FB02}"/>
              </a:ext>
            </a:extLst>
          </p:cNvPr>
          <p:cNvSpPr>
            <a:spLocks xmlns:a="http://schemas.openxmlformats.org/drawingml/2006/main" noGrp="1"/>
          </p:cNvSpPr>
          <p:nvPr/>
        </p:nvSpPr>
        <p:spPr>
          <a:xfrm xmlns:a="http://schemas.openxmlformats.org/drawingml/2006/main">
            <a:off x="2717977"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8C6"/>
          </a:solidFill>
          <a:ln xmlns:a="http://schemas.openxmlformats.org/drawingml/2006/main" w="2292">
            <a:solidFill>
              <a:srgbClr val="FBFCFE"/>
            </a:solidFill>
            <a:prstDash val="solid"/>
          </a:ln>
        </p:spPr>
      </p:sp>
      <p:sp>
        <p:nvSpPr>
          <p:cNvPr id="604" name="Editable chart path">
            <a:extLst xmlns:a="http://schemas.openxmlformats.org/drawingml/2006/main">
              <a:ext uri="{FF2B5EF4-FFF2-40B4-BE49-F238E27FC236}">
                <a16:creationId xmlns:a16="http://schemas.microsoft.com/office/drawing/2014/main" id="{695D6FDA-5C74-4463-89DB-E8DA7FF738C2}"/>
              </a:ext>
            </a:extLst>
          </p:cNvPr>
          <p:cNvSpPr>
            <a:spLocks xmlns:a="http://schemas.openxmlformats.org/drawingml/2006/main" noGrp="1"/>
          </p:cNvSpPr>
          <p:nvPr/>
        </p:nvSpPr>
        <p:spPr>
          <a:xfrm xmlns:a="http://schemas.openxmlformats.org/drawingml/2006/main">
            <a:off x="279698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05" name="Editable chart path">
            <a:extLst xmlns:a="http://schemas.openxmlformats.org/drawingml/2006/main">
              <a:ext uri="{FF2B5EF4-FFF2-40B4-BE49-F238E27FC236}">
                <a16:creationId xmlns:a16="http://schemas.microsoft.com/office/drawing/2014/main" id="{FE672EDF-6294-4A62-AF87-6372EADE8D0B}"/>
              </a:ext>
            </a:extLst>
          </p:cNvPr>
          <p:cNvSpPr>
            <a:spLocks xmlns:a="http://schemas.openxmlformats.org/drawingml/2006/main" noGrp="1"/>
          </p:cNvSpPr>
          <p:nvPr/>
        </p:nvSpPr>
        <p:spPr>
          <a:xfrm xmlns:a="http://schemas.openxmlformats.org/drawingml/2006/main">
            <a:off x="287598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06" name="Editable chart path">
            <a:extLst xmlns:a="http://schemas.openxmlformats.org/drawingml/2006/main">
              <a:ext uri="{FF2B5EF4-FFF2-40B4-BE49-F238E27FC236}">
                <a16:creationId xmlns:a16="http://schemas.microsoft.com/office/drawing/2014/main" id="{F3329370-8BC3-48FD-9259-2C9AE9A8A280}"/>
              </a:ext>
            </a:extLst>
          </p:cNvPr>
          <p:cNvSpPr>
            <a:spLocks xmlns:a="http://schemas.openxmlformats.org/drawingml/2006/main" noGrp="1"/>
          </p:cNvSpPr>
          <p:nvPr/>
        </p:nvSpPr>
        <p:spPr>
          <a:xfrm xmlns:a="http://schemas.openxmlformats.org/drawingml/2006/main">
            <a:off x="295498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07" name="Editable chart path">
            <a:extLst xmlns:a="http://schemas.openxmlformats.org/drawingml/2006/main">
              <a:ext uri="{FF2B5EF4-FFF2-40B4-BE49-F238E27FC236}">
                <a16:creationId xmlns:a16="http://schemas.microsoft.com/office/drawing/2014/main" id="{BE28E027-F77B-4E3C-B5EC-3A21D500DABD}"/>
              </a:ext>
            </a:extLst>
          </p:cNvPr>
          <p:cNvSpPr>
            <a:spLocks xmlns:a="http://schemas.openxmlformats.org/drawingml/2006/main" noGrp="1"/>
          </p:cNvSpPr>
          <p:nvPr/>
        </p:nvSpPr>
        <p:spPr>
          <a:xfrm xmlns:a="http://schemas.openxmlformats.org/drawingml/2006/main">
            <a:off x="303398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08" name="Editable chart path">
            <a:extLst xmlns:a="http://schemas.openxmlformats.org/drawingml/2006/main">
              <a:ext uri="{FF2B5EF4-FFF2-40B4-BE49-F238E27FC236}">
                <a16:creationId xmlns:a16="http://schemas.microsoft.com/office/drawing/2014/main" id="{084AAD72-1493-4B5A-95CC-82FFEA66BDC5}"/>
              </a:ext>
            </a:extLst>
          </p:cNvPr>
          <p:cNvSpPr>
            <a:spLocks xmlns:a="http://schemas.openxmlformats.org/drawingml/2006/main" noGrp="1"/>
          </p:cNvSpPr>
          <p:nvPr/>
        </p:nvSpPr>
        <p:spPr>
          <a:xfrm xmlns:a="http://schemas.openxmlformats.org/drawingml/2006/main">
            <a:off x="3112990"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09" name="Editable chart path">
            <a:extLst xmlns:a="http://schemas.openxmlformats.org/drawingml/2006/main">
              <a:ext uri="{FF2B5EF4-FFF2-40B4-BE49-F238E27FC236}">
                <a16:creationId xmlns:a16="http://schemas.microsoft.com/office/drawing/2014/main" id="{E52BB800-4D47-4252-9187-D72FCA80E5B2}"/>
              </a:ext>
            </a:extLst>
          </p:cNvPr>
          <p:cNvSpPr>
            <a:spLocks xmlns:a="http://schemas.openxmlformats.org/drawingml/2006/main" noGrp="1"/>
          </p:cNvSpPr>
          <p:nvPr/>
        </p:nvSpPr>
        <p:spPr>
          <a:xfrm xmlns:a="http://schemas.openxmlformats.org/drawingml/2006/main">
            <a:off x="319199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10" name="Editable chart path">
            <a:extLst xmlns:a="http://schemas.openxmlformats.org/drawingml/2006/main">
              <a:ext uri="{FF2B5EF4-FFF2-40B4-BE49-F238E27FC236}">
                <a16:creationId xmlns:a16="http://schemas.microsoft.com/office/drawing/2014/main" id="{0C027EF9-50EC-4516-973C-ED05263CCFFE}"/>
              </a:ext>
            </a:extLst>
          </p:cNvPr>
          <p:cNvSpPr>
            <a:spLocks xmlns:a="http://schemas.openxmlformats.org/drawingml/2006/main" noGrp="1"/>
          </p:cNvSpPr>
          <p:nvPr/>
        </p:nvSpPr>
        <p:spPr>
          <a:xfrm xmlns:a="http://schemas.openxmlformats.org/drawingml/2006/main">
            <a:off x="327099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611" name="Editable chart path">
            <a:extLst xmlns:a="http://schemas.openxmlformats.org/drawingml/2006/main">
              <a:ext uri="{FF2B5EF4-FFF2-40B4-BE49-F238E27FC236}">
                <a16:creationId xmlns:a16="http://schemas.microsoft.com/office/drawing/2014/main" id="{50D5574A-1408-4F11-8A21-5908CF135743}"/>
              </a:ext>
            </a:extLst>
          </p:cNvPr>
          <p:cNvSpPr>
            <a:spLocks xmlns:a="http://schemas.openxmlformats.org/drawingml/2006/main" noGrp="1"/>
          </p:cNvSpPr>
          <p:nvPr/>
        </p:nvSpPr>
        <p:spPr>
          <a:xfrm xmlns:a="http://schemas.openxmlformats.org/drawingml/2006/main">
            <a:off x="3349997"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12" name="Editable chart path">
            <a:extLst xmlns:a="http://schemas.openxmlformats.org/drawingml/2006/main">
              <a:ext uri="{FF2B5EF4-FFF2-40B4-BE49-F238E27FC236}">
                <a16:creationId xmlns:a16="http://schemas.microsoft.com/office/drawing/2014/main" id="{7BD5FF36-C5BE-4BB8-9E12-38249AE96EC9}"/>
              </a:ext>
            </a:extLst>
          </p:cNvPr>
          <p:cNvSpPr>
            <a:spLocks xmlns:a="http://schemas.openxmlformats.org/drawingml/2006/main" noGrp="1"/>
          </p:cNvSpPr>
          <p:nvPr/>
        </p:nvSpPr>
        <p:spPr>
          <a:xfrm xmlns:a="http://schemas.openxmlformats.org/drawingml/2006/main">
            <a:off x="342900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13" name="Editable chart path">
            <a:extLst xmlns:a="http://schemas.openxmlformats.org/drawingml/2006/main">
              <a:ext uri="{FF2B5EF4-FFF2-40B4-BE49-F238E27FC236}">
                <a16:creationId xmlns:a16="http://schemas.microsoft.com/office/drawing/2014/main" id="{5480F497-625B-4D43-8403-5B4CA40D3874}"/>
              </a:ext>
            </a:extLst>
          </p:cNvPr>
          <p:cNvSpPr>
            <a:spLocks xmlns:a="http://schemas.openxmlformats.org/drawingml/2006/main" noGrp="1"/>
          </p:cNvSpPr>
          <p:nvPr/>
        </p:nvSpPr>
        <p:spPr>
          <a:xfrm xmlns:a="http://schemas.openxmlformats.org/drawingml/2006/main">
            <a:off x="3508002"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14" name="Editable chart path">
            <a:extLst xmlns:a="http://schemas.openxmlformats.org/drawingml/2006/main">
              <a:ext uri="{FF2B5EF4-FFF2-40B4-BE49-F238E27FC236}">
                <a16:creationId xmlns:a16="http://schemas.microsoft.com/office/drawing/2014/main" id="{8E12C259-04BF-4069-89EC-DA8EB951F143}"/>
              </a:ext>
            </a:extLst>
          </p:cNvPr>
          <p:cNvSpPr>
            <a:spLocks xmlns:a="http://schemas.openxmlformats.org/drawingml/2006/main" noGrp="1"/>
          </p:cNvSpPr>
          <p:nvPr/>
        </p:nvSpPr>
        <p:spPr>
          <a:xfrm xmlns:a="http://schemas.openxmlformats.org/drawingml/2006/main">
            <a:off x="358700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C"/>
          </a:solidFill>
          <a:ln xmlns:a="http://schemas.openxmlformats.org/drawingml/2006/main" w="2292">
            <a:solidFill>
              <a:srgbClr val="FBFCFE"/>
            </a:solidFill>
            <a:prstDash val="solid"/>
          </a:ln>
        </p:spPr>
      </p:sp>
      <p:sp>
        <p:nvSpPr>
          <p:cNvPr id="615" name="Editable chart path">
            <a:extLst xmlns:a="http://schemas.openxmlformats.org/drawingml/2006/main">
              <a:ext uri="{FF2B5EF4-FFF2-40B4-BE49-F238E27FC236}">
                <a16:creationId xmlns:a16="http://schemas.microsoft.com/office/drawing/2014/main" id="{FDB50275-7530-4188-A4AE-815BAF3590EE}"/>
              </a:ext>
            </a:extLst>
          </p:cNvPr>
          <p:cNvSpPr>
            <a:spLocks xmlns:a="http://schemas.openxmlformats.org/drawingml/2006/main" noGrp="1"/>
          </p:cNvSpPr>
          <p:nvPr/>
        </p:nvSpPr>
        <p:spPr>
          <a:xfrm xmlns:a="http://schemas.openxmlformats.org/drawingml/2006/main">
            <a:off x="366600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616" name="Editable chart path">
            <a:extLst xmlns:a="http://schemas.openxmlformats.org/drawingml/2006/main">
              <a:ext uri="{FF2B5EF4-FFF2-40B4-BE49-F238E27FC236}">
                <a16:creationId xmlns:a16="http://schemas.microsoft.com/office/drawing/2014/main" id="{806F29B5-8F0C-47F9-8364-0138A2291514}"/>
              </a:ext>
            </a:extLst>
          </p:cNvPr>
          <p:cNvSpPr>
            <a:spLocks xmlns:a="http://schemas.openxmlformats.org/drawingml/2006/main" noGrp="1"/>
          </p:cNvSpPr>
          <p:nvPr/>
        </p:nvSpPr>
        <p:spPr>
          <a:xfrm xmlns:a="http://schemas.openxmlformats.org/drawingml/2006/main">
            <a:off x="374501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617" name="Editable chart path">
            <a:extLst xmlns:a="http://schemas.openxmlformats.org/drawingml/2006/main">
              <a:ext uri="{FF2B5EF4-FFF2-40B4-BE49-F238E27FC236}">
                <a16:creationId xmlns:a16="http://schemas.microsoft.com/office/drawing/2014/main" id="{39951F9A-862E-4107-AF6A-ADDF46941251}"/>
              </a:ext>
            </a:extLst>
          </p:cNvPr>
          <p:cNvSpPr>
            <a:spLocks xmlns:a="http://schemas.openxmlformats.org/drawingml/2006/main" noGrp="1"/>
          </p:cNvSpPr>
          <p:nvPr/>
        </p:nvSpPr>
        <p:spPr>
          <a:xfrm xmlns:a="http://schemas.openxmlformats.org/drawingml/2006/main">
            <a:off x="3824012"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618" name="Editable chart path">
            <a:extLst xmlns:a="http://schemas.openxmlformats.org/drawingml/2006/main">
              <a:ext uri="{FF2B5EF4-FFF2-40B4-BE49-F238E27FC236}">
                <a16:creationId xmlns:a16="http://schemas.microsoft.com/office/drawing/2014/main" id="{44332327-A6E7-400B-A9FE-54CBE1579835}"/>
              </a:ext>
            </a:extLst>
          </p:cNvPr>
          <p:cNvSpPr>
            <a:spLocks xmlns:a="http://schemas.openxmlformats.org/drawingml/2006/main" noGrp="1"/>
          </p:cNvSpPr>
          <p:nvPr/>
        </p:nvSpPr>
        <p:spPr>
          <a:xfrm xmlns:a="http://schemas.openxmlformats.org/drawingml/2006/main">
            <a:off x="3903015"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619" name="Editable chart path">
            <a:extLst xmlns:a="http://schemas.openxmlformats.org/drawingml/2006/main">
              <a:ext uri="{FF2B5EF4-FFF2-40B4-BE49-F238E27FC236}">
                <a16:creationId xmlns:a16="http://schemas.microsoft.com/office/drawing/2014/main" id="{55F8114D-E9C3-44EC-AAEC-F5F7DFDB83E1}"/>
              </a:ext>
            </a:extLst>
          </p:cNvPr>
          <p:cNvSpPr>
            <a:spLocks xmlns:a="http://schemas.openxmlformats.org/drawingml/2006/main" noGrp="1"/>
          </p:cNvSpPr>
          <p:nvPr/>
        </p:nvSpPr>
        <p:spPr>
          <a:xfrm xmlns:a="http://schemas.openxmlformats.org/drawingml/2006/main">
            <a:off x="398201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2"/>
          </a:solidFill>
          <a:ln xmlns:a="http://schemas.openxmlformats.org/drawingml/2006/main" w="2292">
            <a:solidFill>
              <a:srgbClr val="FBFCFE"/>
            </a:solidFill>
            <a:prstDash val="solid"/>
          </a:ln>
        </p:spPr>
      </p:sp>
      <p:sp>
        <p:nvSpPr>
          <p:cNvPr id="620" name="Editable chart path">
            <a:extLst xmlns:a="http://schemas.openxmlformats.org/drawingml/2006/main">
              <a:ext uri="{FF2B5EF4-FFF2-40B4-BE49-F238E27FC236}">
                <a16:creationId xmlns:a16="http://schemas.microsoft.com/office/drawing/2014/main" id="{F0282F23-429A-44BA-9C89-95CFE975E9D2}"/>
              </a:ext>
            </a:extLst>
          </p:cNvPr>
          <p:cNvSpPr>
            <a:spLocks xmlns:a="http://schemas.openxmlformats.org/drawingml/2006/main" noGrp="1"/>
          </p:cNvSpPr>
          <p:nvPr/>
        </p:nvSpPr>
        <p:spPr>
          <a:xfrm xmlns:a="http://schemas.openxmlformats.org/drawingml/2006/main">
            <a:off x="406102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21" name="Editable chart path">
            <a:extLst xmlns:a="http://schemas.openxmlformats.org/drawingml/2006/main">
              <a:ext uri="{FF2B5EF4-FFF2-40B4-BE49-F238E27FC236}">
                <a16:creationId xmlns:a16="http://schemas.microsoft.com/office/drawing/2014/main" id="{88AAF55B-BC48-4820-B305-6A0943D3B9C4}"/>
              </a:ext>
            </a:extLst>
          </p:cNvPr>
          <p:cNvSpPr>
            <a:spLocks xmlns:a="http://schemas.openxmlformats.org/drawingml/2006/main" noGrp="1"/>
          </p:cNvSpPr>
          <p:nvPr/>
        </p:nvSpPr>
        <p:spPr>
          <a:xfrm xmlns:a="http://schemas.openxmlformats.org/drawingml/2006/main">
            <a:off x="4140023"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22" name="Editable chart path">
            <a:extLst xmlns:a="http://schemas.openxmlformats.org/drawingml/2006/main">
              <a:ext uri="{FF2B5EF4-FFF2-40B4-BE49-F238E27FC236}">
                <a16:creationId xmlns:a16="http://schemas.microsoft.com/office/drawing/2014/main" id="{FFABB3E2-E8AD-4D2A-BB05-99EAA05DB9FD}"/>
              </a:ext>
            </a:extLst>
          </p:cNvPr>
          <p:cNvSpPr>
            <a:spLocks xmlns:a="http://schemas.openxmlformats.org/drawingml/2006/main" noGrp="1"/>
          </p:cNvSpPr>
          <p:nvPr/>
        </p:nvSpPr>
        <p:spPr>
          <a:xfrm xmlns:a="http://schemas.openxmlformats.org/drawingml/2006/main">
            <a:off x="421902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23" name="Editable chart path">
            <a:extLst xmlns:a="http://schemas.openxmlformats.org/drawingml/2006/main">
              <a:ext uri="{FF2B5EF4-FFF2-40B4-BE49-F238E27FC236}">
                <a16:creationId xmlns:a16="http://schemas.microsoft.com/office/drawing/2014/main" id="{420E86C0-476B-48C3-8B3F-102EAC4AD649}"/>
              </a:ext>
            </a:extLst>
          </p:cNvPr>
          <p:cNvSpPr>
            <a:spLocks xmlns:a="http://schemas.openxmlformats.org/drawingml/2006/main" noGrp="1"/>
          </p:cNvSpPr>
          <p:nvPr/>
        </p:nvSpPr>
        <p:spPr>
          <a:xfrm xmlns:a="http://schemas.openxmlformats.org/drawingml/2006/main">
            <a:off x="453503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24" name="Editable chart path">
            <a:extLst xmlns:a="http://schemas.openxmlformats.org/drawingml/2006/main">
              <a:ext uri="{FF2B5EF4-FFF2-40B4-BE49-F238E27FC236}">
                <a16:creationId xmlns:a16="http://schemas.microsoft.com/office/drawing/2014/main" id="{4C4DFBC6-0365-49E5-BD18-5A7CC5B4E21F}"/>
              </a:ext>
            </a:extLst>
          </p:cNvPr>
          <p:cNvSpPr>
            <a:spLocks xmlns:a="http://schemas.openxmlformats.org/drawingml/2006/main" noGrp="1"/>
          </p:cNvSpPr>
          <p:nvPr/>
        </p:nvSpPr>
        <p:spPr>
          <a:xfrm xmlns:a="http://schemas.openxmlformats.org/drawingml/2006/main">
            <a:off x="461403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25" name="Editable chart path">
            <a:extLst xmlns:a="http://schemas.openxmlformats.org/drawingml/2006/main">
              <a:ext uri="{FF2B5EF4-FFF2-40B4-BE49-F238E27FC236}">
                <a16:creationId xmlns:a16="http://schemas.microsoft.com/office/drawing/2014/main" id="{BED46AD9-648B-4369-A971-A75316D6399E}"/>
              </a:ext>
            </a:extLst>
          </p:cNvPr>
          <p:cNvSpPr>
            <a:spLocks xmlns:a="http://schemas.openxmlformats.org/drawingml/2006/main" noGrp="1"/>
          </p:cNvSpPr>
          <p:nvPr/>
        </p:nvSpPr>
        <p:spPr>
          <a:xfrm xmlns:a="http://schemas.openxmlformats.org/drawingml/2006/main">
            <a:off x="4693040"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26" name="Editable chart path">
            <a:extLst xmlns:a="http://schemas.openxmlformats.org/drawingml/2006/main">
              <a:ext uri="{FF2B5EF4-FFF2-40B4-BE49-F238E27FC236}">
                <a16:creationId xmlns:a16="http://schemas.microsoft.com/office/drawing/2014/main" id="{30635CE3-1491-44C1-BA5C-BF31C04473D1}"/>
              </a:ext>
            </a:extLst>
          </p:cNvPr>
          <p:cNvSpPr>
            <a:spLocks xmlns:a="http://schemas.openxmlformats.org/drawingml/2006/main" noGrp="1"/>
          </p:cNvSpPr>
          <p:nvPr/>
        </p:nvSpPr>
        <p:spPr>
          <a:xfrm xmlns:a="http://schemas.openxmlformats.org/drawingml/2006/main">
            <a:off x="493004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27" name="Editable chart path">
            <a:extLst xmlns:a="http://schemas.openxmlformats.org/drawingml/2006/main">
              <a:ext uri="{FF2B5EF4-FFF2-40B4-BE49-F238E27FC236}">
                <a16:creationId xmlns:a16="http://schemas.microsoft.com/office/drawing/2014/main" id="{1A4E9695-7951-40CB-9902-E5C98FD34323}"/>
              </a:ext>
            </a:extLst>
          </p:cNvPr>
          <p:cNvSpPr>
            <a:spLocks xmlns:a="http://schemas.openxmlformats.org/drawingml/2006/main" noGrp="1"/>
          </p:cNvSpPr>
          <p:nvPr/>
        </p:nvSpPr>
        <p:spPr>
          <a:xfrm xmlns:a="http://schemas.openxmlformats.org/drawingml/2006/main">
            <a:off x="500905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28" name="Editable chart path">
            <a:extLst xmlns:a="http://schemas.openxmlformats.org/drawingml/2006/main">
              <a:ext uri="{FF2B5EF4-FFF2-40B4-BE49-F238E27FC236}">
                <a16:creationId xmlns:a16="http://schemas.microsoft.com/office/drawing/2014/main" id="{7324D40B-285C-4EE1-A63D-550A99E04AB1}"/>
              </a:ext>
            </a:extLst>
          </p:cNvPr>
          <p:cNvSpPr>
            <a:spLocks xmlns:a="http://schemas.openxmlformats.org/drawingml/2006/main" noGrp="1"/>
          </p:cNvSpPr>
          <p:nvPr/>
        </p:nvSpPr>
        <p:spPr>
          <a:xfrm xmlns:a="http://schemas.openxmlformats.org/drawingml/2006/main">
            <a:off x="5088053" y="305483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29" name="Editable chart path">
            <a:extLst xmlns:a="http://schemas.openxmlformats.org/drawingml/2006/main">
              <a:ext uri="{FF2B5EF4-FFF2-40B4-BE49-F238E27FC236}">
                <a16:creationId xmlns:a16="http://schemas.microsoft.com/office/drawing/2014/main" id="{1EC5F0D4-B86E-4AB4-9756-762274CD2DCF}"/>
              </a:ext>
            </a:extLst>
          </p:cNvPr>
          <p:cNvSpPr>
            <a:spLocks xmlns:a="http://schemas.openxmlformats.org/drawingml/2006/main" noGrp="1"/>
          </p:cNvSpPr>
          <p:nvPr/>
        </p:nvSpPr>
        <p:spPr>
          <a:xfrm xmlns:a="http://schemas.openxmlformats.org/drawingml/2006/main">
            <a:off x="5167055"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0" name="Editable chart path">
            <a:extLst xmlns:a="http://schemas.openxmlformats.org/drawingml/2006/main">
              <a:ext uri="{FF2B5EF4-FFF2-40B4-BE49-F238E27FC236}">
                <a16:creationId xmlns:a16="http://schemas.microsoft.com/office/drawing/2014/main" id="{5EAE6FA3-58DD-4758-A042-5637D7AFC067}"/>
              </a:ext>
            </a:extLst>
          </p:cNvPr>
          <p:cNvSpPr>
            <a:spLocks xmlns:a="http://schemas.openxmlformats.org/drawingml/2006/main" noGrp="1"/>
          </p:cNvSpPr>
          <p:nvPr/>
        </p:nvSpPr>
        <p:spPr>
          <a:xfrm xmlns:a="http://schemas.openxmlformats.org/drawingml/2006/main">
            <a:off x="5246058"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1" name="Editable chart path">
            <a:extLst xmlns:a="http://schemas.openxmlformats.org/drawingml/2006/main">
              <a:ext uri="{FF2B5EF4-FFF2-40B4-BE49-F238E27FC236}">
                <a16:creationId xmlns:a16="http://schemas.microsoft.com/office/drawing/2014/main" id="{A8441E2B-275C-42C7-A806-C9B7013D3D97}"/>
              </a:ext>
            </a:extLst>
          </p:cNvPr>
          <p:cNvSpPr>
            <a:spLocks xmlns:a="http://schemas.openxmlformats.org/drawingml/2006/main" noGrp="1"/>
          </p:cNvSpPr>
          <p:nvPr/>
        </p:nvSpPr>
        <p:spPr>
          <a:xfrm xmlns:a="http://schemas.openxmlformats.org/drawingml/2006/main">
            <a:off x="5325060"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2" name="Editable chart path">
            <a:extLst xmlns:a="http://schemas.openxmlformats.org/drawingml/2006/main">
              <a:ext uri="{FF2B5EF4-FFF2-40B4-BE49-F238E27FC236}">
                <a16:creationId xmlns:a16="http://schemas.microsoft.com/office/drawing/2014/main" id="{08107AB1-DD25-4E23-B59D-96B9831D30C7}"/>
              </a:ext>
            </a:extLst>
          </p:cNvPr>
          <p:cNvSpPr>
            <a:spLocks xmlns:a="http://schemas.openxmlformats.org/drawingml/2006/main" noGrp="1"/>
          </p:cNvSpPr>
          <p:nvPr/>
        </p:nvSpPr>
        <p:spPr>
          <a:xfrm xmlns:a="http://schemas.openxmlformats.org/drawingml/2006/main">
            <a:off x="5404063" y="305483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3" name="Editable chart path">
            <a:extLst xmlns:a="http://schemas.openxmlformats.org/drawingml/2006/main">
              <a:ext uri="{FF2B5EF4-FFF2-40B4-BE49-F238E27FC236}">
                <a16:creationId xmlns:a16="http://schemas.microsoft.com/office/drawing/2014/main" id="{7923A0D1-B938-46E1-97A9-9B40B1440A7D}"/>
              </a:ext>
            </a:extLst>
          </p:cNvPr>
          <p:cNvSpPr>
            <a:spLocks xmlns:a="http://schemas.openxmlformats.org/drawingml/2006/main" noGrp="1"/>
          </p:cNvSpPr>
          <p:nvPr/>
        </p:nvSpPr>
        <p:spPr>
          <a:xfrm xmlns:a="http://schemas.openxmlformats.org/drawingml/2006/main">
            <a:off x="176994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4" name="Editable chart path">
            <a:extLst xmlns:a="http://schemas.openxmlformats.org/drawingml/2006/main">
              <a:ext uri="{FF2B5EF4-FFF2-40B4-BE49-F238E27FC236}">
                <a16:creationId xmlns:a16="http://schemas.microsoft.com/office/drawing/2014/main" id="{D49467E6-104B-4D26-A087-DDDA1C14D4EE}"/>
              </a:ext>
            </a:extLst>
          </p:cNvPr>
          <p:cNvSpPr>
            <a:spLocks xmlns:a="http://schemas.openxmlformats.org/drawingml/2006/main" noGrp="1"/>
          </p:cNvSpPr>
          <p:nvPr/>
        </p:nvSpPr>
        <p:spPr>
          <a:xfrm xmlns:a="http://schemas.openxmlformats.org/drawingml/2006/main">
            <a:off x="184895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5" name="Editable chart path">
            <a:extLst xmlns:a="http://schemas.openxmlformats.org/drawingml/2006/main">
              <a:ext uri="{FF2B5EF4-FFF2-40B4-BE49-F238E27FC236}">
                <a16:creationId xmlns:a16="http://schemas.microsoft.com/office/drawing/2014/main" id="{AE70E49B-FF4C-4ED7-BCE4-FF94AA37D96F}"/>
              </a:ext>
            </a:extLst>
          </p:cNvPr>
          <p:cNvSpPr>
            <a:spLocks xmlns:a="http://schemas.openxmlformats.org/drawingml/2006/main" noGrp="1"/>
          </p:cNvSpPr>
          <p:nvPr/>
        </p:nvSpPr>
        <p:spPr>
          <a:xfrm xmlns:a="http://schemas.openxmlformats.org/drawingml/2006/main">
            <a:off x="1927952"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6" name="Editable chart path">
            <a:extLst xmlns:a="http://schemas.openxmlformats.org/drawingml/2006/main">
              <a:ext uri="{FF2B5EF4-FFF2-40B4-BE49-F238E27FC236}">
                <a16:creationId xmlns:a16="http://schemas.microsoft.com/office/drawing/2014/main" id="{29126C74-9E28-4F9E-B9D5-B64427FC7C51}"/>
              </a:ext>
            </a:extLst>
          </p:cNvPr>
          <p:cNvSpPr>
            <a:spLocks xmlns:a="http://schemas.openxmlformats.org/drawingml/2006/main" noGrp="1"/>
          </p:cNvSpPr>
          <p:nvPr/>
        </p:nvSpPr>
        <p:spPr>
          <a:xfrm xmlns:a="http://schemas.openxmlformats.org/drawingml/2006/main">
            <a:off x="200695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7" name="Editable chart path">
            <a:extLst xmlns:a="http://schemas.openxmlformats.org/drawingml/2006/main">
              <a:ext uri="{FF2B5EF4-FFF2-40B4-BE49-F238E27FC236}">
                <a16:creationId xmlns:a16="http://schemas.microsoft.com/office/drawing/2014/main" id="{EF03CEBB-D44B-41B1-8578-AEF446104560}"/>
              </a:ext>
            </a:extLst>
          </p:cNvPr>
          <p:cNvSpPr>
            <a:spLocks xmlns:a="http://schemas.openxmlformats.org/drawingml/2006/main" noGrp="1"/>
          </p:cNvSpPr>
          <p:nvPr/>
        </p:nvSpPr>
        <p:spPr>
          <a:xfrm xmlns:a="http://schemas.openxmlformats.org/drawingml/2006/main">
            <a:off x="208595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8" name="Editable chart path">
            <a:extLst xmlns:a="http://schemas.openxmlformats.org/drawingml/2006/main">
              <a:ext uri="{FF2B5EF4-FFF2-40B4-BE49-F238E27FC236}">
                <a16:creationId xmlns:a16="http://schemas.microsoft.com/office/drawing/2014/main" id="{2B100451-2321-48DA-A2F9-98E386543302}"/>
              </a:ext>
            </a:extLst>
          </p:cNvPr>
          <p:cNvSpPr>
            <a:spLocks xmlns:a="http://schemas.openxmlformats.org/drawingml/2006/main" noGrp="1"/>
          </p:cNvSpPr>
          <p:nvPr/>
        </p:nvSpPr>
        <p:spPr>
          <a:xfrm xmlns:a="http://schemas.openxmlformats.org/drawingml/2006/main">
            <a:off x="216496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39" name="Editable chart path">
            <a:extLst xmlns:a="http://schemas.openxmlformats.org/drawingml/2006/main">
              <a:ext uri="{FF2B5EF4-FFF2-40B4-BE49-F238E27FC236}">
                <a16:creationId xmlns:a16="http://schemas.microsoft.com/office/drawing/2014/main" id="{0C198AA0-D806-46D8-A2E5-469EE39C69EE}"/>
              </a:ext>
            </a:extLst>
          </p:cNvPr>
          <p:cNvSpPr>
            <a:spLocks xmlns:a="http://schemas.openxmlformats.org/drawingml/2006/main" noGrp="1"/>
          </p:cNvSpPr>
          <p:nvPr/>
        </p:nvSpPr>
        <p:spPr>
          <a:xfrm xmlns:a="http://schemas.openxmlformats.org/drawingml/2006/main">
            <a:off x="224396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40" name="Editable chart path">
            <a:extLst xmlns:a="http://schemas.openxmlformats.org/drawingml/2006/main">
              <a:ext uri="{FF2B5EF4-FFF2-40B4-BE49-F238E27FC236}">
                <a16:creationId xmlns:a16="http://schemas.microsoft.com/office/drawing/2014/main" id="{81F9EA1A-E890-42C3-BC1F-53D9DF89CEB2}"/>
              </a:ext>
            </a:extLst>
          </p:cNvPr>
          <p:cNvSpPr>
            <a:spLocks xmlns:a="http://schemas.openxmlformats.org/drawingml/2006/main" noGrp="1"/>
          </p:cNvSpPr>
          <p:nvPr/>
        </p:nvSpPr>
        <p:spPr>
          <a:xfrm xmlns:a="http://schemas.openxmlformats.org/drawingml/2006/main">
            <a:off x="2322965"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41" name="Editable chart path">
            <a:extLst xmlns:a="http://schemas.openxmlformats.org/drawingml/2006/main">
              <a:ext uri="{FF2B5EF4-FFF2-40B4-BE49-F238E27FC236}">
                <a16:creationId xmlns:a16="http://schemas.microsoft.com/office/drawing/2014/main" id="{2C76E92C-CFF2-4F00-87E2-244AD335B7CA}"/>
              </a:ext>
            </a:extLst>
          </p:cNvPr>
          <p:cNvSpPr>
            <a:spLocks xmlns:a="http://schemas.openxmlformats.org/drawingml/2006/main" noGrp="1"/>
          </p:cNvSpPr>
          <p:nvPr/>
        </p:nvSpPr>
        <p:spPr>
          <a:xfrm xmlns:a="http://schemas.openxmlformats.org/drawingml/2006/main">
            <a:off x="240196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42" name="Editable chart path">
            <a:extLst xmlns:a="http://schemas.openxmlformats.org/drawingml/2006/main">
              <a:ext uri="{FF2B5EF4-FFF2-40B4-BE49-F238E27FC236}">
                <a16:creationId xmlns:a16="http://schemas.microsoft.com/office/drawing/2014/main" id="{513DF9EF-7777-4810-B0A6-B6261A35E183}"/>
              </a:ext>
            </a:extLst>
          </p:cNvPr>
          <p:cNvSpPr>
            <a:spLocks xmlns:a="http://schemas.openxmlformats.org/drawingml/2006/main" noGrp="1"/>
          </p:cNvSpPr>
          <p:nvPr/>
        </p:nvSpPr>
        <p:spPr>
          <a:xfrm xmlns:a="http://schemas.openxmlformats.org/drawingml/2006/main">
            <a:off x="248097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8"/>
          </a:solidFill>
          <a:ln xmlns:a="http://schemas.openxmlformats.org/drawingml/2006/main" w="2292">
            <a:solidFill>
              <a:srgbClr val="FBFCFE"/>
            </a:solidFill>
            <a:prstDash val="solid"/>
          </a:ln>
        </p:spPr>
      </p:sp>
      <p:sp>
        <p:nvSpPr>
          <p:cNvPr id="643" name="Editable chart path">
            <a:extLst xmlns:a="http://schemas.openxmlformats.org/drawingml/2006/main">
              <a:ext uri="{FF2B5EF4-FFF2-40B4-BE49-F238E27FC236}">
                <a16:creationId xmlns:a16="http://schemas.microsoft.com/office/drawing/2014/main" id="{0F54B1A5-DE7B-4ED5-BB09-1C4E12371DC6}"/>
              </a:ext>
            </a:extLst>
          </p:cNvPr>
          <p:cNvSpPr>
            <a:spLocks xmlns:a="http://schemas.openxmlformats.org/drawingml/2006/main" noGrp="1"/>
          </p:cNvSpPr>
          <p:nvPr/>
        </p:nvSpPr>
        <p:spPr>
          <a:xfrm xmlns:a="http://schemas.openxmlformats.org/drawingml/2006/main">
            <a:off x="255997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644" name="Editable chart path">
            <a:extLst xmlns:a="http://schemas.openxmlformats.org/drawingml/2006/main">
              <a:ext uri="{FF2B5EF4-FFF2-40B4-BE49-F238E27FC236}">
                <a16:creationId xmlns:a16="http://schemas.microsoft.com/office/drawing/2014/main" id="{F3D65785-3855-4B08-9EC7-58B8B21CC475}"/>
              </a:ext>
            </a:extLst>
          </p:cNvPr>
          <p:cNvSpPr>
            <a:spLocks xmlns:a="http://schemas.openxmlformats.org/drawingml/2006/main" noGrp="1"/>
          </p:cNvSpPr>
          <p:nvPr/>
        </p:nvSpPr>
        <p:spPr>
          <a:xfrm xmlns:a="http://schemas.openxmlformats.org/drawingml/2006/main">
            <a:off x="263897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45" name="Editable chart path">
            <a:extLst xmlns:a="http://schemas.openxmlformats.org/drawingml/2006/main">
              <a:ext uri="{FF2B5EF4-FFF2-40B4-BE49-F238E27FC236}">
                <a16:creationId xmlns:a16="http://schemas.microsoft.com/office/drawing/2014/main" id="{F1BA2A43-DC3F-4450-B7D5-671BB8C7C5BB}"/>
              </a:ext>
            </a:extLst>
          </p:cNvPr>
          <p:cNvSpPr>
            <a:spLocks xmlns:a="http://schemas.openxmlformats.org/drawingml/2006/main" noGrp="1"/>
          </p:cNvSpPr>
          <p:nvPr/>
        </p:nvSpPr>
        <p:spPr>
          <a:xfrm xmlns:a="http://schemas.openxmlformats.org/drawingml/2006/main">
            <a:off x="2717977"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46" name="Editable chart path">
            <a:extLst xmlns:a="http://schemas.openxmlformats.org/drawingml/2006/main">
              <a:ext uri="{FF2B5EF4-FFF2-40B4-BE49-F238E27FC236}">
                <a16:creationId xmlns:a16="http://schemas.microsoft.com/office/drawing/2014/main" id="{CC98950F-C4CE-471A-A8A8-CCE910E5B821}"/>
              </a:ext>
            </a:extLst>
          </p:cNvPr>
          <p:cNvSpPr>
            <a:spLocks xmlns:a="http://schemas.openxmlformats.org/drawingml/2006/main" noGrp="1"/>
          </p:cNvSpPr>
          <p:nvPr/>
        </p:nvSpPr>
        <p:spPr>
          <a:xfrm xmlns:a="http://schemas.openxmlformats.org/drawingml/2006/main">
            <a:off x="279698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47" name="Editable chart path">
            <a:extLst xmlns:a="http://schemas.openxmlformats.org/drawingml/2006/main">
              <a:ext uri="{FF2B5EF4-FFF2-40B4-BE49-F238E27FC236}">
                <a16:creationId xmlns:a16="http://schemas.microsoft.com/office/drawing/2014/main" id="{38ED7F5F-6E99-438F-8EC9-A89C13554497}"/>
              </a:ext>
            </a:extLst>
          </p:cNvPr>
          <p:cNvSpPr>
            <a:spLocks xmlns:a="http://schemas.openxmlformats.org/drawingml/2006/main" noGrp="1"/>
          </p:cNvSpPr>
          <p:nvPr/>
        </p:nvSpPr>
        <p:spPr>
          <a:xfrm xmlns:a="http://schemas.openxmlformats.org/drawingml/2006/main">
            <a:off x="287598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48" name="Editable chart path">
            <a:extLst xmlns:a="http://schemas.openxmlformats.org/drawingml/2006/main">
              <a:ext uri="{FF2B5EF4-FFF2-40B4-BE49-F238E27FC236}">
                <a16:creationId xmlns:a16="http://schemas.microsoft.com/office/drawing/2014/main" id="{8D302189-2C39-4037-9B8E-39A0B49001DF}"/>
              </a:ext>
            </a:extLst>
          </p:cNvPr>
          <p:cNvSpPr>
            <a:spLocks xmlns:a="http://schemas.openxmlformats.org/drawingml/2006/main" noGrp="1"/>
          </p:cNvSpPr>
          <p:nvPr/>
        </p:nvSpPr>
        <p:spPr>
          <a:xfrm xmlns:a="http://schemas.openxmlformats.org/drawingml/2006/main">
            <a:off x="295498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49" name="Editable chart path">
            <a:extLst xmlns:a="http://schemas.openxmlformats.org/drawingml/2006/main">
              <a:ext uri="{FF2B5EF4-FFF2-40B4-BE49-F238E27FC236}">
                <a16:creationId xmlns:a16="http://schemas.microsoft.com/office/drawing/2014/main" id="{33004B3C-71C8-4D68-A321-E2D5D589A5BE}"/>
              </a:ext>
            </a:extLst>
          </p:cNvPr>
          <p:cNvSpPr>
            <a:spLocks xmlns:a="http://schemas.openxmlformats.org/drawingml/2006/main" noGrp="1"/>
          </p:cNvSpPr>
          <p:nvPr/>
        </p:nvSpPr>
        <p:spPr>
          <a:xfrm xmlns:a="http://schemas.openxmlformats.org/drawingml/2006/main">
            <a:off x="303398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50" name="Editable chart path">
            <a:extLst xmlns:a="http://schemas.openxmlformats.org/drawingml/2006/main">
              <a:ext uri="{FF2B5EF4-FFF2-40B4-BE49-F238E27FC236}">
                <a16:creationId xmlns:a16="http://schemas.microsoft.com/office/drawing/2014/main" id="{2ADC181C-CDE1-4A0D-8FD2-7933B5F1D8E3}"/>
              </a:ext>
            </a:extLst>
          </p:cNvPr>
          <p:cNvSpPr>
            <a:spLocks xmlns:a="http://schemas.openxmlformats.org/drawingml/2006/main" noGrp="1"/>
          </p:cNvSpPr>
          <p:nvPr/>
        </p:nvSpPr>
        <p:spPr>
          <a:xfrm xmlns:a="http://schemas.openxmlformats.org/drawingml/2006/main">
            <a:off x="3112990"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51" name="Editable chart path">
            <a:extLst xmlns:a="http://schemas.openxmlformats.org/drawingml/2006/main">
              <a:ext uri="{FF2B5EF4-FFF2-40B4-BE49-F238E27FC236}">
                <a16:creationId xmlns:a16="http://schemas.microsoft.com/office/drawing/2014/main" id="{3C4FE7B0-7BDB-448C-9CA9-D5ED4ECF79FE}"/>
              </a:ext>
            </a:extLst>
          </p:cNvPr>
          <p:cNvSpPr>
            <a:spLocks xmlns:a="http://schemas.openxmlformats.org/drawingml/2006/main" noGrp="1"/>
          </p:cNvSpPr>
          <p:nvPr/>
        </p:nvSpPr>
        <p:spPr>
          <a:xfrm xmlns:a="http://schemas.openxmlformats.org/drawingml/2006/main">
            <a:off x="319199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52" name="Editable chart path">
            <a:extLst xmlns:a="http://schemas.openxmlformats.org/drawingml/2006/main">
              <a:ext uri="{FF2B5EF4-FFF2-40B4-BE49-F238E27FC236}">
                <a16:creationId xmlns:a16="http://schemas.microsoft.com/office/drawing/2014/main" id="{F586BAA0-289A-4F8F-A525-61F19754C3C4}"/>
              </a:ext>
            </a:extLst>
          </p:cNvPr>
          <p:cNvSpPr>
            <a:spLocks xmlns:a="http://schemas.openxmlformats.org/drawingml/2006/main" noGrp="1"/>
          </p:cNvSpPr>
          <p:nvPr/>
        </p:nvSpPr>
        <p:spPr>
          <a:xfrm xmlns:a="http://schemas.openxmlformats.org/drawingml/2006/main">
            <a:off x="327099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53" name="Editable chart path">
            <a:extLst xmlns:a="http://schemas.openxmlformats.org/drawingml/2006/main">
              <a:ext uri="{FF2B5EF4-FFF2-40B4-BE49-F238E27FC236}">
                <a16:creationId xmlns:a16="http://schemas.microsoft.com/office/drawing/2014/main" id="{69EAE02C-6ADA-4FAB-B34A-E91A6960031B}"/>
              </a:ext>
            </a:extLst>
          </p:cNvPr>
          <p:cNvSpPr>
            <a:spLocks xmlns:a="http://schemas.openxmlformats.org/drawingml/2006/main" noGrp="1"/>
          </p:cNvSpPr>
          <p:nvPr/>
        </p:nvSpPr>
        <p:spPr>
          <a:xfrm xmlns:a="http://schemas.openxmlformats.org/drawingml/2006/main">
            <a:off x="3349997"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54" name="Editable chart path">
            <a:extLst xmlns:a="http://schemas.openxmlformats.org/drawingml/2006/main">
              <a:ext uri="{FF2B5EF4-FFF2-40B4-BE49-F238E27FC236}">
                <a16:creationId xmlns:a16="http://schemas.microsoft.com/office/drawing/2014/main" id="{F664C340-AAE7-4225-9348-170D1613DB28}"/>
              </a:ext>
            </a:extLst>
          </p:cNvPr>
          <p:cNvSpPr>
            <a:spLocks xmlns:a="http://schemas.openxmlformats.org/drawingml/2006/main" noGrp="1"/>
          </p:cNvSpPr>
          <p:nvPr/>
        </p:nvSpPr>
        <p:spPr>
          <a:xfrm xmlns:a="http://schemas.openxmlformats.org/drawingml/2006/main">
            <a:off x="342900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55" name="Editable chart path">
            <a:extLst xmlns:a="http://schemas.openxmlformats.org/drawingml/2006/main">
              <a:ext uri="{FF2B5EF4-FFF2-40B4-BE49-F238E27FC236}">
                <a16:creationId xmlns:a16="http://schemas.microsoft.com/office/drawing/2014/main" id="{41A74984-7BE5-4B6C-B4CF-E2C6AB7E0AB2}"/>
              </a:ext>
            </a:extLst>
          </p:cNvPr>
          <p:cNvSpPr>
            <a:spLocks xmlns:a="http://schemas.openxmlformats.org/drawingml/2006/main" noGrp="1"/>
          </p:cNvSpPr>
          <p:nvPr/>
        </p:nvSpPr>
        <p:spPr>
          <a:xfrm xmlns:a="http://schemas.openxmlformats.org/drawingml/2006/main">
            <a:off x="3508002"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56" name="Editable chart path">
            <a:extLst xmlns:a="http://schemas.openxmlformats.org/drawingml/2006/main">
              <a:ext uri="{FF2B5EF4-FFF2-40B4-BE49-F238E27FC236}">
                <a16:creationId xmlns:a16="http://schemas.microsoft.com/office/drawing/2014/main" id="{BCDD5F0B-683B-4E71-8B6D-B41CA7E33A13}"/>
              </a:ext>
            </a:extLst>
          </p:cNvPr>
          <p:cNvSpPr>
            <a:spLocks xmlns:a="http://schemas.openxmlformats.org/drawingml/2006/main" noGrp="1"/>
          </p:cNvSpPr>
          <p:nvPr/>
        </p:nvSpPr>
        <p:spPr>
          <a:xfrm xmlns:a="http://schemas.openxmlformats.org/drawingml/2006/main">
            <a:off x="358700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6B5B2"/>
          </a:solidFill>
          <a:ln xmlns:a="http://schemas.openxmlformats.org/drawingml/2006/main" w="2292">
            <a:solidFill>
              <a:srgbClr val="FBFCFE"/>
            </a:solidFill>
            <a:prstDash val="solid"/>
          </a:ln>
        </p:spPr>
      </p:sp>
      <p:sp>
        <p:nvSpPr>
          <p:cNvPr id="657" name="Editable chart path">
            <a:extLst xmlns:a="http://schemas.openxmlformats.org/drawingml/2006/main">
              <a:ext uri="{FF2B5EF4-FFF2-40B4-BE49-F238E27FC236}">
                <a16:creationId xmlns:a16="http://schemas.microsoft.com/office/drawing/2014/main" id="{1FB90DCF-3FD8-4F7C-8A7F-7D8B78D830E6}"/>
              </a:ext>
            </a:extLst>
          </p:cNvPr>
          <p:cNvSpPr>
            <a:spLocks xmlns:a="http://schemas.openxmlformats.org/drawingml/2006/main" noGrp="1"/>
          </p:cNvSpPr>
          <p:nvPr/>
        </p:nvSpPr>
        <p:spPr>
          <a:xfrm xmlns:a="http://schemas.openxmlformats.org/drawingml/2006/main">
            <a:off x="3666008"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658" name="Editable chart path">
            <a:extLst xmlns:a="http://schemas.openxmlformats.org/drawingml/2006/main">
              <a:ext uri="{FF2B5EF4-FFF2-40B4-BE49-F238E27FC236}">
                <a16:creationId xmlns:a16="http://schemas.microsoft.com/office/drawing/2014/main" id="{A544CF2A-D1D7-4BC5-82A5-93C4528516D5}"/>
              </a:ext>
            </a:extLst>
          </p:cNvPr>
          <p:cNvSpPr>
            <a:spLocks xmlns:a="http://schemas.openxmlformats.org/drawingml/2006/main" noGrp="1"/>
          </p:cNvSpPr>
          <p:nvPr/>
        </p:nvSpPr>
        <p:spPr>
          <a:xfrm xmlns:a="http://schemas.openxmlformats.org/drawingml/2006/main">
            <a:off x="374501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659" name="Editable chart path">
            <a:extLst xmlns:a="http://schemas.openxmlformats.org/drawingml/2006/main">
              <a:ext uri="{FF2B5EF4-FFF2-40B4-BE49-F238E27FC236}">
                <a16:creationId xmlns:a16="http://schemas.microsoft.com/office/drawing/2014/main" id="{B0CC0F3C-AEC3-498E-9A63-82ED6E010A5D}"/>
              </a:ext>
            </a:extLst>
          </p:cNvPr>
          <p:cNvSpPr>
            <a:spLocks xmlns:a="http://schemas.openxmlformats.org/drawingml/2006/main" noGrp="1"/>
          </p:cNvSpPr>
          <p:nvPr/>
        </p:nvSpPr>
        <p:spPr>
          <a:xfrm xmlns:a="http://schemas.openxmlformats.org/drawingml/2006/main">
            <a:off x="3824012"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4D1"/>
          </a:solidFill>
          <a:ln xmlns:a="http://schemas.openxmlformats.org/drawingml/2006/main" w="2292">
            <a:solidFill>
              <a:srgbClr val="FBFCFE"/>
            </a:solidFill>
            <a:prstDash val="solid"/>
          </a:ln>
        </p:spPr>
      </p:sp>
      <p:sp>
        <p:nvSpPr>
          <p:cNvPr id="660" name="Editable chart path">
            <a:extLst xmlns:a="http://schemas.openxmlformats.org/drawingml/2006/main">
              <a:ext uri="{FF2B5EF4-FFF2-40B4-BE49-F238E27FC236}">
                <a16:creationId xmlns:a16="http://schemas.microsoft.com/office/drawing/2014/main" id="{841127C9-8BF8-4502-9D41-751B83B62A78}"/>
              </a:ext>
            </a:extLst>
          </p:cNvPr>
          <p:cNvSpPr>
            <a:spLocks xmlns:a="http://schemas.openxmlformats.org/drawingml/2006/main" noGrp="1"/>
          </p:cNvSpPr>
          <p:nvPr/>
        </p:nvSpPr>
        <p:spPr>
          <a:xfrm xmlns:a="http://schemas.openxmlformats.org/drawingml/2006/main">
            <a:off x="3903015"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661" name="Editable chart path">
            <a:extLst xmlns:a="http://schemas.openxmlformats.org/drawingml/2006/main">
              <a:ext uri="{FF2B5EF4-FFF2-40B4-BE49-F238E27FC236}">
                <a16:creationId xmlns:a16="http://schemas.microsoft.com/office/drawing/2014/main" id="{A4E65F9E-57C8-4B6F-B391-67A1ABFC9240}"/>
              </a:ext>
            </a:extLst>
          </p:cNvPr>
          <p:cNvSpPr>
            <a:spLocks xmlns:a="http://schemas.openxmlformats.org/drawingml/2006/main" noGrp="1"/>
          </p:cNvSpPr>
          <p:nvPr/>
        </p:nvSpPr>
        <p:spPr>
          <a:xfrm xmlns:a="http://schemas.openxmlformats.org/drawingml/2006/main">
            <a:off x="3982018"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662" name="Editable chart path">
            <a:extLst xmlns:a="http://schemas.openxmlformats.org/drawingml/2006/main">
              <a:ext uri="{FF2B5EF4-FFF2-40B4-BE49-F238E27FC236}">
                <a16:creationId xmlns:a16="http://schemas.microsoft.com/office/drawing/2014/main" id="{17BB51F8-0A18-4906-99F1-EA0E9A6E65FE}"/>
              </a:ext>
            </a:extLst>
          </p:cNvPr>
          <p:cNvSpPr>
            <a:spLocks xmlns:a="http://schemas.openxmlformats.org/drawingml/2006/main" noGrp="1"/>
          </p:cNvSpPr>
          <p:nvPr/>
        </p:nvSpPr>
        <p:spPr>
          <a:xfrm xmlns:a="http://schemas.openxmlformats.org/drawingml/2006/main">
            <a:off x="406102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63" name="Editable chart path">
            <a:extLst xmlns:a="http://schemas.openxmlformats.org/drawingml/2006/main">
              <a:ext uri="{FF2B5EF4-FFF2-40B4-BE49-F238E27FC236}">
                <a16:creationId xmlns:a16="http://schemas.microsoft.com/office/drawing/2014/main" id="{0A586194-10D1-494B-89CF-EEF7E4AC117E}"/>
              </a:ext>
            </a:extLst>
          </p:cNvPr>
          <p:cNvSpPr>
            <a:spLocks xmlns:a="http://schemas.openxmlformats.org/drawingml/2006/main" noGrp="1"/>
          </p:cNvSpPr>
          <p:nvPr/>
        </p:nvSpPr>
        <p:spPr>
          <a:xfrm xmlns:a="http://schemas.openxmlformats.org/drawingml/2006/main">
            <a:off x="4140023"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64" name="Editable chart path">
            <a:extLst xmlns:a="http://schemas.openxmlformats.org/drawingml/2006/main">
              <a:ext uri="{FF2B5EF4-FFF2-40B4-BE49-F238E27FC236}">
                <a16:creationId xmlns:a16="http://schemas.microsoft.com/office/drawing/2014/main" id="{5610C4D0-CFA1-48E3-A519-70F38CCF8A5D}"/>
              </a:ext>
            </a:extLst>
          </p:cNvPr>
          <p:cNvSpPr>
            <a:spLocks xmlns:a="http://schemas.openxmlformats.org/drawingml/2006/main" noGrp="1"/>
          </p:cNvSpPr>
          <p:nvPr/>
        </p:nvSpPr>
        <p:spPr>
          <a:xfrm xmlns:a="http://schemas.openxmlformats.org/drawingml/2006/main">
            <a:off x="4930048"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65" name="Editable chart path">
            <a:extLst xmlns:a="http://schemas.openxmlformats.org/drawingml/2006/main">
              <a:ext uri="{FF2B5EF4-FFF2-40B4-BE49-F238E27FC236}">
                <a16:creationId xmlns:a16="http://schemas.microsoft.com/office/drawing/2014/main" id="{3B0156E1-ECC0-48DB-99ED-A95919D682BF}"/>
              </a:ext>
            </a:extLst>
          </p:cNvPr>
          <p:cNvSpPr>
            <a:spLocks xmlns:a="http://schemas.openxmlformats.org/drawingml/2006/main" noGrp="1"/>
          </p:cNvSpPr>
          <p:nvPr/>
        </p:nvSpPr>
        <p:spPr>
          <a:xfrm xmlns:a="http://schemas.openxmlformats.org/drawingml/2006/main">
            <a:off x="500905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66" name="Editable chart path">
            <a:extLst xmlns:a="http://schemas.openxmlformats.org/drawingml/2006/main">
              <a:ext uri="{FF2B5EF4-FFF2-40B4-BE49-F238E27FC236}">
                <a16:creationId xmlns:a16="http://schemas.microsoft.com/office/drawing/2014/main" id="{A32F8849-C850-43A2-916F-AAB61B550E45}"/>
              </a:ext>
            </a:extLst>
          </p:cNvPr>
          <p:cNvSpPr>
            <a:spLocks xmlns:a="http://schemas.openxmlformats.org/drawingml/2006/main" noGrp="1"/>
          </p:cNvSpPr>
          <p:nvPr/>
        </p:nvSpPr>
        <p:spPr>
          <a:xfrm xmlns:a="http://schemas.openxmlformats.org/drawingml/2006/main">
            <a:off x="5088053"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67" name="Editable chart path">
            <a:extLst xmlns:a="http://schemas.openxmlformats.org/drawingml/2006/main">
              <a:ext uri="{FF2B5EF4-FFF2-40B4-BE49-F238E27FC236}">
                <a16:creationId xmlns:a16="http://schemas.microsoft.com/office/drawing/2014/main" id="{36B467B3-2278-42D6-9E98-BEEF07B1793A}"/>
              </a:ext>
            </a:extLst>
          </p:cNvPr>
          <p:cNvSpPr>
            <a:spLocks xmlns:a="http://schemas.openxmlformats.org/drawingml/2006/main" noGrp="1"/>
          </p:cNvSpPr>
          <p:nvPr/>
        </p:nvSpPr>
        <p:spPr>
          <a:xfrm xmlns:a="http://schemas.openxmlformats.org/drawingml/2006/main">
            <a:off x="5167055"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68" name="Editable chart path">
            <a:extLst xmlns:a="http://schemas.openxmlformats.org/drawingml/2006/main">
              <a:ext uri="{FF2B5EF4-FFF2-40B4-BE49-F238E27FC236}">
                <a16:creationId xmlns:a16="http://schemas.microsoft.com/office/drawing/2014/main" id="{9FDC77E1-B240-4892-B2D8-CFF8544D598B}"/>
              </a:ext>
            </a:extLst>
          </p:cNvPr>
          <p:cNvSpPr>
            <a:spLocks xmlns:a="http://schemas.openxmlformats.org/drawingml/2006/main" noGrp="1"/>
          </p:cNvSpPr>
          <p:nvPr/>
        </p:nvSpPr>
        <p:spPr>
          <a:xfrm xmlns:a="http://schemas.openxmlformats.org/drawingml/2006/main">
            <a:off x="5246058"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69" name="Editable chart path">
            <a:extLst xmlns:a="http://schemas.openxmlformats.org/drawingml/2006/main">
              <a:ext uri="{FF2B5EF4-FFF2-40B4-BE49-F238E27FC236}">
                <a16:creationId xmlns:a16="http://schemas.microsoft.com/office/drawing/2014/main" id="{7A5B3D81-CDD9-444B-8343-3E5EA2B3D2DC}"/>
              </a:ext>
            </a:extLst>
          </p:cNvPr>
          <p:cNvSpPr>
            <a:spLocks xmlns:a="http://schemas.openxmlformats.org/drawingml/2006/main" noGrp="1"/>
          </p:cNvSpPr>
          <p:nvPr/>
        </p:nvSpPr>
        <p:spPr>
          <a:xfrm xmlns:a="http://schemas.openxmlformats.org/drawingml/2006/main">
            <a:off x="5325060"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0" name="Editable chart path">
            <a:extLst xmlns:a="http://schemas.openxmlformats.org/drawingml/2006/main">
              <a:ext uri="{FF2B5EF4-FFF2-40B4-BE49-F238E27FC236}">
                <a16:creationId xmlns:a16="http://schemas.microsoft.com/office/drawing/2014/main" id="{4883EEC0-EF19-42D9-B614-60B76C7BDB5F}"/>
              </a:ext>
            </a:extLst>
          </p:cNvPr>
          <p:cNvSpPr>
            <a:spLocks xmlns:a="http://schemas.openxmlformats.org/drawingml/2006/main" noGrp="1"/>
          </p:cNvSpPr>
          <p:nvPr/>
        </p:nvSpPr>
        <p:spPr>
          <a:xfrm xmlns:a="http://schemas.openxmlformats.org/drawingml/2006/main">
            <a:off x="5404063" y="2975302"/>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1" name="Editable chart path">
            <a:extLst xmlns:a="http://schemas.openxmlformats.org/drawingml/2006/main">
              <a:ext uri="{FF2B5EF4-FFF2-40B4-BE49-F238E27FC236}">
                <a16:creationId xmlns:a16="http://schemas.microsoft.com/office/drawing/2014/main" id="{A2EF4281-68DD-401A-8506-B60A694608E0}"/>
              </a:ext>
            </a:extLst>
          </p:cNvPr>
          <p:cNvSpPr>
            <a:spLocks xmlns:a="http://schemas.openxmlformats.org/drawingml/2006/main" noGrp="1"/>
          </p:cNvSpPr>
          <p:nvPr/>
        </p:nvSpPr>
        <p:spPr>
          <a:xfrm xmlns:a="http://schemas.openxmlformats.org/drawingml/2006/main">
            <a:off x="5483065" y="2975302"/>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2" name="Editable chart path">
            <a:extLst xmlns:a="http://schemas.openxmlformats.org/drawingml/2006/main">
              <a:ext uri="{FF2B5EF4-FFF2-40B4-BE49-F238E27FC236}">
                <a16:creationId xmlns:a16="http://schemas.microsoft.com/office/drawing/2014/main" id="{D2BEF1D2-7D4B-4BE8-A310-A15EE812B2D9}"/>
              </a:ext>
            </a:extLst>
          </p:cNvPr>
          <p:cNvSpPr>
            <a:spLocks xmlns:a="http://schemas.openxmlformats.org/drawingml/2006/main" noGrp="1"/>
          </p:cNvSpPr>
          <p:nvPr/>
        </p:nvSpPr>
        <p:spPr>
          <a:xfrm xmlns:a="http://schemas.openxmlformats.org/drawingml/2006/main">
            <a:off x="184895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3" name="Editable chart path">
            <a:extLst xmlns:a="http://schemas.openxmlformats.org/drawingml/2006/main">
              <a:ext uri="{FF2B5EF4-FFF2-40B4-BE49-F238E27FC236}">
                <a16:creationId xmlns:a16="http://schemas.microsoft.com/office/drawing/2014/main" id="{50F854E0-0989-41CC-BBA3-A071E2C7C43D}"/>
              </a:ext>
            </a:extLst>
          </p:cNvPr>
          <p:cNvSpPr>
            <a:spLocks xmlns:a="http://schemas.openxmlformats.org/drawingml/2006/main" noGrp="1"/>
          </p:cNvSpPr>
          <p:nvPr/>
        </p:nvSpPr>
        <p:spPr>
          <a:xfrm xmlns:a="http://schemas.openxmlformats.org/drawingml/2006/main">
            <a:off x="1927952"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4" name="Editable chart path">
            <a:extLst xmlns:a="http://schemas.openxmlformats.org/drawingml/2006/main">
              <a:ext uri="{FF2B5EF4-FFF2-40B4-BE49-F238E27FC236}">
                <a16:creationId xmlns:a16="http://schemas.microsoft.com/office/drawing/2014/main" id="{DCF18F9F-9276-43CD-AEF1-562C1E270C9B}"/>
              </a:ext>
            </a:extLst>
          </p:cNvPr>
          <p:cNvSpPr>
            <a:spLocks xmlns:a="http://schemas.openxmlformats.org/drawingml/2006/main" noGrp="1"/>
          </p:cNvSpPr>
          <p:nvPr/>
        </p:nvSpPr>
        <p:spPr>
          <a:xfrm xmlns:a="http://schemas.openxmlformats.org/drawingml/2006/main">
            <a:off x="200695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5" name="Editable chart path">
            <a:extLst xmlns:a="http://schemas.openxmlformats.org/drawingml/2006/main">
              <a:ext uri="{FF2B5EF4-FFF2-40B4-BE49-F238E27FC236}">
                <a16:creationId xmlns:a16="http://schemas.microsoft.com/office/drawing/2014/main" id="{5C11F114-C9E1-4239-9671-8225DA10E346}"/>
              </a:ext>
            </a:extLst>
          </p:cNvPr>
          <p:cNvSpPr>
            <a:spLocks xmlns:a="http://schemas.openxmlformats.org/drawingml/2006/main" noGrp="1"/>
          </p:cNvSpPr>
          <p:nvPr/>
        </p:nvSpPr>
        <p:spPr>
          <a:xfrm xmlns:a="http://schemas.openxmlformats.org/drawingml/2006/main">
            <a:off x="2085957"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6" name="Editable chart path">
            <a:extLst xmlns:a="http://schemas.openxmlformats.org/drawingml/2006/main">
              <a:ext uri="{FF2B5EF4-FFF2-40B4-BE49-F238E27FC236}">
                <a16:creationId xmlns:a16="http://schemas.microsoft.com/office/drawing/2014/main" id="{EAEF1152-1423-45F9-8312-D1E7F0659ACA}"/>
              </a:ext>
            </a:extLst>
          </p:cNvPr>
          <p:cNvSpPr>
            <a:spLocks xmlns:a="http://schemas.openxmlformats.org/drawingml/2006/main" noGrp="1"/>
          </p:cNvSpPr>
          <p:nvPr/>
        </p:nvSpPr>
        <p:spPr>
          <a:xfrm xmlns:a="http://schemas.openxmlformats.org/drawingml/2006/main">
            <a:off x="216496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7" name="Editable chart path">
            <a:extLst xmlns:a="http://schemas.openxmlformats.org/drawingml/2006/main">
              <a:ext uri="{FF2B5EF4-FFF2-40B4-BE49-F238E27FC236}">
                <a16:creationId xmlns:a16="http://schemas.microsoft.com/office/drawing/2014/main" id="{451EFDAF-7B9A-48C6-8FE3-2949E9F84771}"/>
              </a:ext>
            </a:extLst>
          </p:cNvPr>
          <p:cNvSpPr>
            <a:spLocks xmlns:a="http://schemas.openxmlformats.org/drawingml/2006/main" noGrp="1"/>
          </p:cNvSpPr>
          <p:nvPr/>
        </p:nvSpPr>
        <p:spPr>
          <a:xfrm xmlns:a="http://schemas.openxmlformats.org/drawingml/2006/main">
            <a:off x="224396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8" name="Editable chart path">
            <a:extLst xmlns:a="http://schemas.openxmlformats.org/drawingml/2006/main">
              <a:ext uri="{FF2B5EF4-FFF2-40B4-BE49-F238E27FC236}">
                <a16:creationId xmlns:a16="http://schemas.microsoft.com/office/drawing/2014/main" id="{4848FF7B-22F8-4C02-B938-70C3A811FD90}"/>
              </a:ext>
            </a:extLst>
          </p:cNvPr>
          <p:cNvSpPr>
            <a:spLocks xmlns:a="http://schemas.openxmlformats.org/drawingml/2006/main" noGrp="1"/>
          </p:cNvSpPr>
          <p:nvPr/>
        </p:nvSpPr>
        <p:spPr>
          <a:xfrm xmlns:a="http://schemas.openxmlformats.org/drawingml/2006/main">
            <a:off x="2322965"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79" name="Editable chart path">
            <a:extLst xmlns:a="http://schemas.openxmlformats.org/drawingml/2006/main">
              <a:ext uri="{FF2B5EF4-FFF2-40B4-BE49-F238E27FC236}">
                <a16:creationId xmlns:a16="http://schemas.microsoft.com/office/drawing/2014/main" id="{CC77C373-9D8B-4D47-BFBF-272DA883D185}"/>
              </a:ext>
            </a:extLst>
          </p:cNvPr>
          <p:cNvSpPr>
            <a:spLocks xmlns:a="http://schemas.openxmlformats.org/drawingml/2006/main" noGrp="1"/>
          </p:cNvSpPr>
          <p:nvPr/>
        </p:nvSpPr>
        <p:spPr>
          <a:xfrm xmlns:a="http://schemas.openxmlformats.org/drawingml/2006/main">
            <a:off x="2401967"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0" name="Editable chart path">
            <a:extLst xmlns:a="http://schemas.openxmlformats.org/drawingml/2006/main">
              <a:ext uri="{FF2B5EF4-FFF2-40B4-BE49-F238E27FC236}">
                <a16:creationId xmlns:a16="http://schemas.microsoft.com/office/drawing/2014/main" id="{6FB1E6F5-BA7A-47B5-84AC-96B4E283C8E7}"/>
              </a:ext>
            </a:extLst>
          </p:cNvPr>
          <p:cNvSpPr>
            <a:spLocks xmlns:a="http://schemas.openxmlformats.org/drawingml/2006/main" noGrp="1"/>
          </p:cNvSpPr>
          <p:nvPr/>
        </p:nvSpPr>
        <p:spPr>
          <a:xfrm xmlns:a="http://schemas.openxmlformats.org/drawingml/2006/main">
            <a:off x="248097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1" name="Editable chart path">
            <a:extLst xmlns:a="http://schemas.openxmlformats.org/drawingml/2006/main">
              <a:ext uri="{FF2B5EF4-FFF2-40B4-BE49-F238E27FC236}">
                <a16:creationId xmlns:a16="http://schemas.microsoft.com/office/drawing/2014/main" id="{40D54123-6D4D-4F0F-85F5-2DFC220D79A1}"/>
              </a:ext>
            </a:extLst>
          </p:cNvPr>
          <p:cNvSpPr>
            <a:spLocks xmlns:a="http://schemas.openxmlformats.org/drawingml/2006/main" noGrp="1"/>
          </p:cNvSpPr>
          <p:nvPr/>
        </p:nvSpPr>
        <p:spPr>
          <a:xfrm xmlns:a="http://schemas.openxmlformats.org/drawingml/2006/main">
            <a:off x="255997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DCB"/>
          </a:solidFill>
          <a:ln xmlns:a="http://schemas.openxmlformats.org/drawingml/2006/main" w="2292">
            <a:solidFill>
              <a:srgbClr val="FBFCFE"/>
            </a:solidFill>
            <a:prstDash val="solid"/>
          </a:ln>
        </p:spPr>
      </p:sp>
      <p:sp>
        <p:nvSpPr>
          <p:cNvPr id="682" name="Editable chart path">
            <a:extLst xmlns:a="http://schemas.openxmlformats.org/drawingml/2006/main">
              <a:ext uri="{FF2B5EF4-FFF2-40B4-BE49-F238E27FC236}">
                <a16:creationId xmlns:a16="http://schemas.microsoft.com/office/drawing/2014/main" id="{2B0BCBE3-9504-411F-AE2C-FFAB1680B6FB}"/>
              </a:ext>
            </a:extLst>
          </p:cNvPr>
          <p:cNvSpPr>
            <a:spLocks xmlns:a="http://schemas.openxmlformats.org/drawingml/2006/main" noGrp="1"/>
          </p:cNvSpPr>
          <p:nvPr/>
        </p:nvSpPr>
        <p:spPr>
          <a:xfrm xmlns:a="http://schemas.openxmlformats.org/drawingml/2006/main">
            <a:off x="263897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3" name="Editable chart path">
            <a:extLst xmlns:a="http://schemas.openxmlformats.org/drawingml/2006/main">
              <a:ext uri="{FF2B5EF4-FFF2-40B4-BE49-F238E27FC236}">
                <a16:creationId xmlns:a16="http://schemas.microsoft.com/office/drawing/2014/main" id="{E394681C-7D88-4BB7-93D4-CFB896A88530}"/>
              </a:ext>
            </a:extLst>
          </p:cNvPr>
          <p:cNvSpPr>
            <a:spLocks xmlns:a="http://schemas.openxmlformats.org/drawingml/2006/main" noGrp="1"/>
          </p:cNvSpPr>
          <p:nvPr/>
        </p:nvSpPr>
        <p:spPr>
          <a:xfrm xmlns:a="http://schemas.openxmlformats.org/drawingml/2006/main">
            <a:off x="2717977"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4" name="Editable chart path">
            <a:extLst xmlns:a="http://schemas.openxmlformats.org/drawingml/2006/main">
              <a:ext uri="{FF2B5EF4-FFF2-40B4-BE49-F238E27FC236}">
                <a16:creationId xmlns:a16="http://schemas.microsoft.com/office/drawing/2014/main" id="{F0F9570E-AFEC-44C1-AF66-CFBC78AC4EEB}"/>
              </a:ext>
            </a:extLst>
          </p:cNvPr>
          <p:cNvSpPr>
            <a:spLocks xmlns:a="http://schemas.openxmlformats.org/drawingml/2006/main" noGrp="1"/>
          </p:cNvSpPr>
          <p:nvPr/>
        </p:nvSpPr>
        <p:spPr>
          <a:xfrm xmlns:a="http://schemas.openxmlformats.org/drawingml/2006/main">
            <a:off x="279698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5" name="Editable chart path">
            <a:extLst xmlns:a="http://schemas.openxmlformats.org/drawingml/2006/main">
              <a:ext uri="{FF2B5EF4-FFF2-40B4-BE49-F238E27FC236}">
                <a16:creationId xmlns:a16="http://schemas.microsoft.com/office/drawing/2014/main" id="{CB8B4C77-57EC-4D81-B912-B87D6C927613}"/>
              </a:ext>
            </a:extLst>
          </p:cNvPr>
          <p:cNvSpPr>
            <a:spLocks xmlns:a="http://schemas.openxmlformats.org/drawingml/2006/main" noGrp="1"/>
          </p:cNvSpPr>
          <p:nvPr/>
        </p:nvSpPr>
        <p:spPr>
          <a:xfrm xmlns:a="http://schemas.openxmlformats.org/drawingml/2006/main">
            <a:off x="287598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6" name="Editable chart path">
            <a:extLst xmlns:a="http://schemas.openxmlformats.org/drawingml/2006/main">
              <a:ext uri="{FF2B5EF4-FFF2-40B4-BE49-F238E27FC236}">
                <a16:creationId xmlns:a16="http://schemas.microsoft.com/office/drawing/2014/main" id="{17F17824-A987-4221-8D99-2CC8DABF8DB2}"/>
              </a:ext>
            </a:extLst>
          </p:cNvPr>
          <p:cNvSpPr>
            <a:spLocks xmlns:a="http://schemas.openxmlformats.org/drawingml/2006/main" noGrp="1"/>
          </p:cNvSpPr>
          <p:nvPr/>
        </p:nvSpPr>
        <p:spPr>
          <a:xfrm xmlns:a="http://schemas.openxmlformats.org/drawingml/2006/main">
            <a:off x="295498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7" name="Editable chart path">
            <a:extLst xmlns:a="http://schemas.openxmlformats.org/drawingml/2006/main">
              <a:ext uri="{FF2B5EF4-FFF2-40B4-BE49-F238E27FC236}">
                <a16:creationId xmlns:a16="http://schemas.microsoft.com/office/drawing/2014/main" id="{7233CB96-B5DE-4265-96C6-2D56A91B9198}"/>
              </a:ext>
            </a:extLst>
          </p:cNvPr>
          <p:cNvSpPr>
            <a:spLocks xmlns:a="http://schemas.openxmlformats.org/drawingml/2006/main" noGrp="1"/>
          </p:cNvSpPr>
          <p:nvPr/>
        </p:nvSpPr>
        <p:spPr>
          <a:xfrm xmlns:a="http://schemas.openxmlformats.org/drawingml/2006/main">
            <a:off x="3033987"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8" name="Editable chart path">
            <a:extLst xmlns:a="http://schemas.openxmlformats.org/drawingml/2006/main">
              <a:ext uri="{FF2B5EF4-FFF2-40B4-BE49-F238E27FC236}">
                <a16:creationId xmlns:a16="http://schemas.microsoft.com/office/drawing/2014/main" id="{42AF26B7-DB37-49A0-8D1D-465F90E8875C}"/>
              </a:ext>
            </a:extLst>
          </p:cNvPr>
          <p:cNvSpPr>
            <a:spLocks xmlns:a="http://schemas.openxmlformats.org/drawingml/2006/main" noGrp="1"/>
          </p:cNvSpPr>
          <p:nvPr/>
        </p:nvSpPr>
        <p:spPr>
          <a:xfrm xmlns:a="http://schemas.openxmlformats.org/drawingml/2006/main">
            <a:off x="3112990"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89" name="Editable chart path">
            <a:extLst xmlns:a="http://schemas.openxmlformats.org/drawingml/2006/main">
              <a:ext uri="{FF2B5EF4-FFF2-40B4-BE49-F238E27FC236}">
                <a16:creationId xmlns:a16="http://schemas.microsoft.com/office/drawing/2014/main" id="{60B947B7-0E5D-48BA-8015-395E2825EFAC}"/>
              </a:ext>
            </a:extLst>
          </p:cNvPr>
          <p:cNvSpPr>
            <a:spLocks xmlns:a="http://schemas.openxmlformats.org/drawingml/2006/main" noGrp="1"/>
          </p:cNvSpPr>
          <p:nvPr/>
        </p:nvSpPr>
        <p:spPr>
          <a:xfrm xmlns:a="http://schemas.openxmlformats.org/drawingml/2006/main">
            <a:off x="319199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90" name="Editable chart path">
            <a:extLst xmlns:a="http://schemas.openxmlformats.org/drawingml/2006/main">
              <a:ext uri="{FF2B5EF4-FFF2-40B4-BE49-F238E27FC236}">
                <a16:creationId xmlns:a16="http://schemas.microsoft.com/office/drawing/2014/main" id="{E2009EF4-B0A5-4EE8-8565-81586EA78F1B}"/>
              </a:ext>
            </a:extLst>
          </p:cNvPr>
          <p:cNvSpPr>
            <a:spLocks xmlns:a="http://schemas.openxmlformats.org/drawingml/2006/main" noGrp="1"/>
          </p:cNvSpPr>
          <p:nvPr/>
        </p:nvSpPr>
        <p:spPr>
          <a:xfrm xmlns:a="http://schemas.openxmlformats.org/drawingml/2006/main">
            <a:off x="327099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E6F4"/>
          </a:solidFill>
          <a:ln xmlns:a="http://schemas.openxmlformats.org/drawingml/2006/main" w="2292">
            <a:solidFill>
              <a:srgbClr val="FBFCFE"/>
            </a:solidFill>
            <a:prstDash val="solid"/>
          </a:ln>
        </p:spPr>
      </p:sp>
      <p:sp>
        <p:nvSpPr>
          <p:cNvPr id="691" name="Editable chart path">
            <a:extLst xmlns:a="http://schemas.openxmlformats.org/drawingml/2006/main">
              <a:ext uri="{FF2B5EF4-FFF2-40B4-BE49-F238E27FC236}">
                <a16:creationId xmlns:a16="http://schemas.microsoft.com/office/drawing/2014/main" id="{C3D3EFAE-8C95-4C78-AF04-E5C97E2D2F1A}"/>
              </a:ext>
            </a:extLst>
          </p:cNvPr>
          <p:cNvSpPr>
            <a:spLocks xmlns:a="http://schemas.openxmlformats.org/drawingml/2006/main" noGrp="1"/>
          </p:cNvSpPr>
          <p:nvPr/>
        </p:nvSpPr>
        <p:spPr>
          <a:xfrm xmlns:a="http://schemas.openxmlformats.org/drawingml/2006/main">
            <a:off x="3349997"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92" name="Editable chart path">
            <a:extLst xmlns:a="http://schemas.openxmlformats.org/drawingml/2006/main">
              <a:ext uri="{FF2B5EF4-FFF2-40B4-BE49-F238E27FC236}">
                <a16:creationId xmlns:a16="http://schemas.microsoft.com/office/drawing/2014/main" id="{9818B350-7A77-462F-BE8E-A034A37A7E77}"/>
              </a:ext>
            </a:extLst>
          </p:cNvPr>
          <p:cNvSpPr>
            <a:spLocks xmlns:a="http://schemas.openxmlformats.org/drawingml/2006/main" noGrp="1"/>
          </p:cNvSpPr>
          <p:nvPr/>
        </p:nvSpPr>
        <p:spPr>
          <a:xfrm xmlns:a="http://schemas.openxmlformats.org/drawingml/2006/main">
            <a:off x="342900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93" name="Editable chart path">
            <a:extLst xmlns:a="http://schemas.openxmlformats.org/drawingml/2006/main">
              <a:ext uri="{FF2B5EF4-FFF2-40B4-BE49-F238E27FC236}">
                <a16:creationId xmlns:a16="http://schemas.microsoft.com/office/drawing/2014/main" id="{CE2632BB-703D-4EDB-968D-EC293429E36E}"/>
              </a:ext>
            </a:extLst>
          </p:cNvPr>
          <p:cNvSpPr>
            <a:spLocks xmlns:a="http://schemas.openxmlformats.org/drawingml/2006/main" noGrp="1"/>
          </p:cNvSpPr>
          <p:nvPr/>
        </p:nvSpPr>
        <p:spPr>
          <a:xfrm xmlns:a="http://schemas.openxmlformats.org/drawingml/2006/main">
            <a:off x="3508002"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94" name="Editable chart path">
            <a:extLst xmlns:a="http://schemas.openxmlformats.org/drawingml/2006/main">
              <a:ext uri="{FF2B5EF4-FFF2-40B4-BE49-F238E27FC236}">
                <a16:creationId xmlns:a16="http://schemas.microsoft.com/office/drawing/2014/main" id="{93777A13-8726-4396-8FAD-1002F5824C17}"/>
              </a:ext>
            </a:extLst>
          </p:cNvPr>
          <p:cNvSpPr>
            <a:spLocks xmlns:a="http://schemas.openxmlformats.org/drawingml/2006/main" noGrp="1"/>
          </p:cNvSpPr>
          <p:nvPr/>
        </p:nvSpPr>
        <p:spPr>
          <a:xfrm xmlns:a="http://schemas.openxmlformats.org/drawingml/2006/main">
            <a:off x="358700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95" name="Editable chart path">
            <a:extLst xmlns:a="http://schemas.openxmlformats.org/drawingml/2006/main">
              <a:ext uri="{FF2B5EF4-FFF2-40B4-BE49-F238E27FC236}">
                <a16:creationId xmlns:a16="http://schemas.microsoft.com/office/drawing/2014/main" id="{894FCF80-2724-4114-A773-FE6E68697CFE}"/>
              </a:ext>
            </a:extLst>
          </p:cNvPr>
          <p:cNvSpPr>
            <a:spLocks xmlns:a="http://schemas.openxmlformats.org/drawingml/2006/main" noGrp="1"/>
          </p:cNvSpPr>
          <p:nvPr/>
        </p:nvSpPr>
        <p:spPr>
          <a:xfrm xmlns:a="http://schemas.openxmlformats.org/drawingml/2006/main">
            <a:off x="3666008"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96" name="Editable chart path">
            <a:extLst xmlns:a="http://schemas.openxmlformats.org/drawingml/2006/main">
              <a:ext uri="{FF2B5EF4-FFF2-40B4-BE49-F238E27FC236}">
                <a16:creationId xmlns:a16="http://schemas.microsoft.com/office/drawing/2014/main" id="{38CB4ABF-8BAE-43BF-83A5-FD258E940591}"/>
              </a:ext>
            </a:extLst>
          </p:cNvPr>
          <p:cNvSpPr>
            <a:spLocks xmlns:a="http://schemas.openxmlformats.org/drawingml/2006/main" noGrp="1"/>
          </p:cNvSpPr>
          <p:nvPr/>
        </p:nvSpPr>
        <p:spPr>
          <a:xfrm xmlns:a="http://schemas.openxmlformats.org/drawingml/2006/main">
            <a:off x="374501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697" name="Editable chart path">
            <a:extLst xmlns:a="http://schemas.openxmlformats.org/drawingml/2006/main">
              <a:ext uri="{FF2B5EF4-FFF2-40B4-BE49-F238E27FC236}">
                <a16:creationId xmlns:a16="http://schemas.microsoft.com/office/drawing/2014/main" id="{BC0FF367-19B7-45E6-AB5C-D3A890801B62}"/>
              </a:ext>
            </a:extLst>
          </p:cNvPr>
          <p:cNvSpPr>
            <a:spLocks xmlns:a="http://schemas.openxmlformats.org/drawingml/2006/main" noGrp="1"/>
          </p:cNvSpPr>
          <p:nvPr/>
        </p:nvSpPr>
        <p:spPr>
          <a:xfrm xmlns:a="http://schemas.openxmlformats.org/drawingml/2006/main">
            <a:off x="3824012"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B9691"/>
          </a:solidFill>
          <a:ln xmlns:a="http://schemas.openxmlformats.org/drawingml/2006/main" w="2292">
            <a:solidFill>
              <a:srgbClr val="FBFCFE"/>
            </a:solidFill>
            <a:prstDash val="solid"/>
          </a:ln>
        </p:spPr>
      </p:sp>
      <p:sp>
        <p:nvSpPr>
          <p:cNvPr id="698" name="Editable chart path">
            <a:extLst xmlns:a="http://schemas.openxmlformats.org/drawingml/2006/main">
              <a:ext uri="{FF2B5EF4-FFF2-40B4-BE49-F238E27FC236}">
                <a16:creationId xmlns:a16="http://schemas.microsoft.com/office/drawing/2014/main" id="{BEB59210-2B32-4973-A7ED-3AC29135884C}"/>
              </a:ext>
            </a:extLst>
          </p:cNvPr>
          <p:cNvSpPr>
            <a:spLocks xmlns:a="http://schemas.openxmlformats.org/drawingml/2006/main" noGrp="1"/>
          </p:cNvSpPr>
          <p:nvPr/>
        </p:nvSpPr>
        <p:spPr>
          <a:xfrm xmlns:a="http://schemas.openxmlformats.org/drawingml/2006/main">
            <a:off x="3903015"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699" name="Editable chart path">
            <a:extLst xmlns:a="http://schemas.openxmlformats.org/drawingml/2006/main">
              <a:ext uri="{FF2B5EF4-FFF2-40B4-BE49-F238E27FC236}">
                <a16:creationId xmlns:a16="http://schemas.microsoft.com/office/drawing/2014/main" id="{8B64DE74-7BEE-4C9E-8F74-B894C3FDEE0F}"/>
              </a:ext>
            </a:extLst>
          </p:cNvPr>
          <p:cNvSpPr>
            <a:spLocks xmlns:a="http://schemas.openxmlformats.org/drawingml/2006/main" noGrp="1"/>
          </p:cNvSpPr>
          <p:nvPr/>
        </p:nvSpPr>
        <p:spPr>
          <a:xfrm xmlns:a="http://schemas.openxmlformats.org/drawingml/2006/main">
            <a:off x="3982018"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9893"/>
          </a:solidFill>
          <a:ln xmlns:a="http://schemas.openxmlformats.org/drawingml/2006/main" w="2292">
            <a:solidFill>
              <a:srgbClr val="FBFCFE"/>
            </a:solidFill>
            <a:prstDash val="solid"/>
          </a:ln>
        </p:spPr>
      </p:sp>
      <p:sp>
        <p:nvSpPr>
          <p:cNvPr id="700" name="Editable chart path">
            <a:extLst xmlns:a="http://schemas.openxmlformats.org/drawingml/2006/main">
              <a:ext uri="{FF2B5EF4-FFF2-40B4-BE49-F238E27FC236}">
                <a16:creationId xmlns:a16="http://schemas.microsoft.com/office/drawing/2014/main" id="{D6DD206E-D93E-45EA-B9CF-53EEAEB26E47}"/>
              </a:ext>
            </a:extLst>
          </p:cNvPr>
          <p:cNvSpPr>
            <a:spLocks xmlns:a="http://schemas.openxmlformats.org/drawingml/2006/main" noGrp="1"/>
          </p:cNvSpPr>
          <p:nvPr/>
        </p:nvSpPr>
        <p:spPr>
          <a:xfrm xmlns:a="http://schemas.openxmlformats.org/drawingml/2006/main">
            <a:off x="406102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1" name="Editable chart path">
            <a:extLst xmlns:a="http://schemas.openxmlformats.org/drawingml/2006/main">
              <a:ext uri="{FF2B5EF4-FFF2-40B4-BE49-F238E27FC236}">
                <a16:creationId xmlns:a16="http://schemas.microsoft.com/office/drawing/2014/main" id="{CD019BDD-B221-4AE1-A31B-DA463848BB8D}"/>
              </a:ext>
            </a:extLst>
          </p:cNvPr>
          <p:cNvSpPr>
            <a:spLocks xmlns:a="http://schemas.openxmlformats.org/drawingml/2006/main" noGrp="1"/>
          </p:cNvSpPr>
          <p:nvPr/>
        </p:nvSpPr>
        <p:spPr>
          <a:xfrm xmlns:a="http://schemas.openxmlformats.org/drawingml/2006/main">
            <a:off x="4298027"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2" name="Editable chart path">
            <a:extLst xmlns:a="http://schemas.openxmlformats.org/drawingml/2006/main">
              <a:ext uri="{FF2B5EF4-FFF2-40B4-BE49-F238E27FC236}">
                <a16:creationId xmlns:a16="http://schemas.microsoft.com/office/drawing/2014/main" id="{D89F5E22-0D40-4DB7-B55D-85D18F967D0F}"/>
              </a:ext>
            </a:extLst>
          </p:cNvPr>
          <p:cNvSpPr>
            <a:spLocks xmlns:a="http://schemas.openxmlformats.org/drawingml/2006/main" noGrp="1"/>
          </p:cNvSpPr>
          <p:nvPr/>
        </p:nvSpPr>
        <p:spPr>
          <a:xfrm xmlns:a="http://schemas.openxmlformats.org/drawingml/2006/main">
            <a:off x="437703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3" name="Editable chart path">
            <a:extLst xmlns:a="http://schemas.openxmlformats.org/drawingml/2006/main">
              <a:ext uri="{FF2B5EF4-FFF2-40B4-BE49-F238E27FC236}">
                <a16:creationId xmlns:a16="http://schemas.microsoft.com/office/drawing/2014/main" id="{AC46FCE0-5D52-4329-AA9F-B7E7B5204A5D}"/>
              </a:ext>
            </a:extLst>
          </p:cNvPr>
          <p:cNvSpPr>
            <a:spLocks xmlns:a="http://schemas.openxmlformats.org/drawingml/2006/main" noGrp="1"/>
          </p:cNvSpPr>
          <p:nvPr/>
        </p:nvSpPr>
        <p:spPr>
          <a:xfrm xmlns:a="http://schemas.openxmlformats.org/drawingml/2006/main">
            <a:off x="4456033"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4" name="Editable chart path">
            <a:extLst xmlns:a="http://schemas.openxmlformats.org/drawingml/2006/main">
              <a:ext uri="{FF2B5EF4-FFF2-40B4-BE49-F238E27FC236}">
                <a16:creationId xmlns:a16="http://schemas.microsoft.com/office/drawing/2014/main" id="{C1B99DAA-B5B6-4C8B-992F-7976AB879808}"/>
              </a:ext>
            </a:extLst>
          </p:cNvPr>
          <p:cNvSpPr>
            <a:spLocks xmlns:a="http://schemas.openxmlformats.org/drawingml/2006/main" noGrp="1"/>
          </p:cNvSpPr>
          <p:nvPr/>
        </p:nvSpPr>
        <p:spPr>
          <a:xfrm xmlns:a="http://schemas.openxmlformats.org/drawingml/2006/main">
            <a:off x="453503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5" name="Editable chart path">
            <a:extLst xmlns:a="http://schemas.openxmlformats.org/drawingml/2006/main">
              <a:ext uri="{FF2B5EF4-FFF2-40B4-BE49-F238E27FC236}">
                <a16:creationId xmlns:a16="http://schemas.microsoft.com/office/drawing/2014/main" id="{7000E339-8689-4E42-9447-B7B45328D268}"/>
              </a:ext>
            </a:extLst>
          </p:cNvPr>
          <p:cNvSpPr>
            <a:spLocks xmlns:a="http://schemas.openxmlformats.org/drawingml/2006/main" noGrp="1"/>
          </p:cNvSpPr>
          <p:nvPr/>
        </p:nvSpPr>
        <p:spPr>
          <a:xfrm xmlns:a="http://schemas.openxmlformats.org/drawingml/2006/main">
            <a:off x="4614038"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6" name="Editable chart path">
            <a:extLst xmlns:a="http://schemas.openxmlformats.org/drawingml/2006/main">
              <a:ext uri="{FF2B5EF4-FFF2-40B4-BE49-F238E27FC236}">
                <a16:creationId xmlns:a16="http://schemas.microsoft.com/office/drawing/2014/main" id="{61F5B57F-F4B5-455C-900C-2235E00711AA}"/>
              </a:ext>
            </a:extLst>
          </p:cNvPr>
          <p:cNvSpPr>
            <a:spLocks xmlns:a="http://schemas.openxmlformats.org/drawingml/2006/main" noGrp="1"/>
          </p:cNvSpPr>
          <p:nvPr/>
        </p:nvSpPr>
        <p:spPr>
          <a:xfrm xmlns:a="http://schemas.openxmlformats.org/drawingml/2006/main">
            <a:off x="4693040"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7" name="Editable chart path">
            <a:extLst xmlns:a="http://schemas.openxmlformats.org/drawingml/2006/main">
              <a:ext uri="{FF2B5EF4-FFF2-40B4-BE49-F238E27FC236}">
                <a16:creationId xmlns:a16="http://schemas.microsoft.com/office/drawing/2014/main" id="{BE736806-32A2-45F7-A86D-15E5A56415C2}"/>
              </a:ext>
            </a:extLst>
          </p:cNvPr>
          <p:cNvSpPr>
            <a:spLocks xmlns:a="http://schemas.openxmlformats.org/drawingml/2006/main" noGrp="1"/>
          </p:cNvSpPr>
          <p:nvPr/>
        </p:nvSpPr>
        <p:spPr>
          <a:xfrm xmlns:a="http://schemas.openxmlformats.org/drawingml/2006/main">
            <a:off x="500905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8" name="Editable chart path">
            <a:extLst xmlns:a="http://schemas.openxmlformats.org/drawingml/2006/main">
              <a:ext uri="{FF2B5EF4-FFF2-40B4-BE49-F238E27FC236}">
                <a16:creationId xmlns:a16="http://schemas.microsoft.com/office/drawing/2014/main" id="{66630440-1BA8-48DF-B4BF-3525C1DB4C96}"/>
              </a:ext>
            </a:extLst>
          </p:cNvPr>
          <p:cNvSpPr>
            <a:spLocks xmlns:a="http://schemas.openxmlformats.org/drawingml/2006/main" noGrp="1"/>
          </p:cNvSpPr>
          <p:nvPr/>
        </p:nvSpPr>
        <p:spPr>
          <a:xfrm xmlns:a="http://schemas.openxmlformats.org/drawingml/2006/main">
            <a:off x="5088053" y="2895767"/>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09" name="Editable chart path">
            <a:extLst xmlns:a="http://schemas.openxmlformats.org/drawingml/2006/main">
              <a:ext uri="{FF2B5EF4-FFF2-40B4-BE49-F238E27FC236}">
                <a16:creationId xmlns:a16="http://schemas.microsoft.com/office/drawing/2014/main" id="{27B80287-95A5-4550-B62A-7591C51E7113}"/>
              </a:ext>
            </a:extLst>
          </p:cNvPr>
          <p:cNvSpPr>
            <a:spLocks xmlns:a="http://schemas.openxmlformats.org/drawingml/2006/main" noGrp="1"/>
          </p:cNvSpPr>
          <p:nvPr/>
        </p:nvSpPr>
        <p:spPr>
          <a:xfrm xmlns:a="http://schemas.openxmlformats.org/drawingml/2006/main">
            <a:off x="5167055"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0" name="Editable chart path">
            <a:extLst xmlns:a="http://schemas.openxmlformats.org/drawingml/2006/main">
              <a:ext uri="{FF2B5EF4-FFF2-40B4-BE49-F238E27FC236}">
                <a16:creationId xmlns:a16="http://schemas.microsoft.com/office/drawing/2014/main" id="{1CBE1043-A218-401A-BDD6-DFF0650B7876}"/>
              </a:ext>
            </a:extLst>
          </p:cNvPr>
          <p:cNvSpPr>
            <a:spLocks xmlns:a="http://schemas.openxmlformats.org/drawingml/2006/main" noGrp="1"/>
          </p:cNvSpPr>
          <p:nvPr/>
        </p:nvSpPr>
        <p:spPr>
          <a:xfrm xmlns:a="http://schemas.openxmlformats.org/drawingml/2006/main">
            <a:off x="5246058"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1" name="Editable chart path">
            <a:extLst xmlns:a="http://schemas.openxmlformats.org/drawingml/2006/main">
              <a:ext uri="{FF2B5EF4-FFF2-40B4-BE49-F238E27FC236}">
                <a16:creationId xmlns:a16="http://schemas.microsoft.com/office/drawing/2014/main" id="{DE5C4906-ABFB-42DA-A233-A8002D8918AF}"/>
              </a:ext>
            </a:extLst>
          </p:cNvPr>
          <p:cNvSpPr>
            <a:spLocks xmlns:a="http://schemas.openxmlformats.org/drawingml/2006/main" noGrp="1"/>
          </p:cNvSpPr>
          <p:nvPr/>
        </p:nvSpPr>
        <p:spPr>
          <a:xfrm xmlns:a="http://schemas.openxmlformats.org/drawingml/2006/main">
            <a:off x="5325060"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2" name="Editable chart path">
            <a:extLst xmlns:a="http://schemas.openxmlformats.org/drawingml/2006/main">
              <a:ext uri="{FF2B5EF4-FFF2-40B4-BE49-F238E27FC236}">
                <a16:creationId xmlns:a16="http://schemas.microsoft.com/office/drawing/2014/main" id="{3921F5A0-F94F-493D-B736-FF385D101E77}"/>
              </a:ext>
            </a:extLst>
          </p:cNvPr>
          <p:cNvSpPr>
            <a:spLocks xmlns:a="http://schemas.openxmlformats.org/drawingml/2006/main" noGrp="1"/>
          </p:cNvSpPr>
          <p:nvPr/>
        </p:nvSpPr>
        <p:spPr>
          <a:xfrm xmlns:a="http://schemas.openxmlformats.org/drawingml/2006/main">
            <a:off x="5404063" y="2895767"/>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3" name="Editable chart path">
            <a:extLst xmlns:a="http://schemas.openxmlformats.org/drawingml/2006/main">
              <a:ext uri="{FF2B5EF4-FFF2-40B4-BE49-F238E27FC236}">
                <a16:creationId xmlns:a16="http://schemas.microsoft.com/office/drawing/2014/main" id="{274C60B1-3533-46B6-90E2-FCBEB2B199B3}"/>
              </a:ext>
            </a:extLst>
          </p:cNvPr>
          <p:cNvSpPr>
            <a:spLocks xmlns:a="http://schemas.openxmlformats.org/drawingml/2006/main" noGrp="1"/>
          </p:cNvSpPr>
          <p:nvPr/>
        </p:nvSpPr>
        <p:spPr>
          <a:xfrm xmlns:a="http://schemas.openxmlformats.org/drawingml/2006/main">
            <a:off x="1927952"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4" name="Editable chart path">
            <a:extLst xmlns:a="http://schemas.openxmlformats.org/drawingml/2006/main">
              <a:ext uri="{FF2B5EF4-FFF2-40B4-BE49-F238E27FC236}">
                <a16:creationId xmlns:a16="http://schemas.microsoft.com/office/drawing/2014/main" id="{3D7DC39A-FF7E-4A53-9285-A9F2BFE0A114}"/>
              </a:ext>
            </a:extLst>
          </p:cNvPr>
          <p:cNvSpPr>
            <a:spLocks xmlns:a="http://schemas.openxmlformats.org/drawingml/2006/main" noGrp="1"/>
          </p:cNvSpPr>
          <p:nvPr/>
        </p:nvSpPr>
        <p:spPr>
          <a:xfrm xmlns:a="http://schemas.openxmlformats.org/drawingml/2006/main">
            <a:off x="200695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5" name="Editable chart path">
            <a:extLst xmlns:a="http://schemas.openxmlformats.org/drawingml/2006/main">
              <a:ext uri="{FF2B5EF4-FFF2-40B4-BE49-F238E27FC236}">
                <a16:creationId xmlns:a16="http://schemas.microsoft.com/office/drawing/2014/main" id="{7FABC5AC-C24C-4DDD-B8CE-9D12EDC6AA85}"/>
              </a:ext>
            </a:extLst>
          </p:cNvPr>
          <p:cNvSpPr>
            <a:spLocks xmlns:a="http://schemas.openxmlformats.org/drawingml/2006/main" noGrp="1"/>
          </p:cNvSpPr>
          <p:nvPr/>
        </p:nvSpPr>
        <p:spPr>
          <a:xfrm xmlns:a="http://schemas.openxmlformats.org/drawingml/2006/main">
            <a:off x="2085957"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6" name="Editable chart path">
            <a:extLst xmlns:a="http://schemas.openxmlformats.org/drawingml/2006/main">
              <a:ext uri="{FF2B5EF4-FFF2-40B4-BE49-F238E27FC236}">
                <a16:creationId xmlns:a16="http://schemas.microsoft.com/office/drawing/2014/main" id="{D10E207A-6333-4944-9187-4A34CCE58E0B}"/>
              </a:ext>
            </a:extLst>
          </p:cNvPr>
          <p:cNvSpPr>
            <a:spLocks xmlns:a="http://schemas.openxmlformats.org/drawingml/2006/main" noGrp="1"/>
          </p:cNvSpPr>
          <p:nvPr/>
        </p:nvSpPr>
        <p:spPr>
          <a:xfrm xmlns:a="http://schemas.openxmlformats.org/drawingml/2006/main">
            <a:off x="216496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7" name="Editable chart path">
            <a:extLst xmlns:a="http://schemas.openxmlformats.org/drawingml/2006/main">
              <a:ext uri="{FF2B5EF4-FFF2-40B4-BE49-F238E27FC236}">
                <a16:creationId xmlns:a16="http://schemas.microsoft.com/office/drawing/2014/main" id="{6B0BE530-E74A-449F-BF4D-93F5D87438A7}"/>
              </a:ext>
            </a:extLst>
          </p:cNvPr>
          <p:cNvSpPr>
            <a:spLocks xmlns:a="http://schemas.openxmlformats.org/drawingml/2006/main" noGrp="1"/>
          </p:cNvSpPr>
          <p:nvPr/>
        </p:nvSpPr>
        <p:spPr>
          <a:xfrm xmlns:a="http://schemas.openxmlformats.org/drawingml/2006/main">
            <a:off x="224396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8" name="Editable chart path">
            <a:extLst xmlns:a="http://schemas.openxmlformats.org/drawingml/2006/main">
              <a:ext uri="{FF2B5EF4-FFF2-40B4-BE49-F238E27FC236}">
                <a16:creationId xmlns:a16="http://schemas.microsoft.com/office/drawing/2014/main" id="{F9ADF862-165C-4D39-B65A-7217B5A6F1B7}"/>
              </a:ext>
            </a:extLst>
          </p:cNvPr>
          <p:cNvSpPr>
            <a:spLocks xmlns:a="http://schemas.openxmlformats.org/drawingml/2006/main" noGrp="1"/>
          </p:cNvSpPr>
          <p:nvPr/>
        </p:nvSpPr>
        <p:spPr>
          <a:xfrm xmlns:a="http://schemas.openxmlformats.org/drawingml/2006/main">
            <a:off x="2322965"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19" name="Editable chart path">
            <a:extLst xmlns:a="http://schemas.openxmlformats.org/drawingml/2006/main">
              <a:ext uri="{FF2B5EF4-FFF2-40B4-BE49-F238E27FC236}">
                <a16:creationId xmlns:a16="http://schemas.microsoft.com/office/drawing/2014/main" id="{3D6A4FEB-3CFC-41C5-85E6-977EEB44FD3C}"/>
              </a:ext>
            </a:extLst>
          </p:cNvPr>
          <p:cNvSpPr>
            <a:spLocks xmlns:a="http://schemas.openxmlformats.org/drawingml/2006/main" noGrp="1"/>
          </p:cNvSpPr>
          <p:nvPr/>
        </p:nvSpPr>
        <p:spPr>
          <a:xfrm xmlns:a="http://schemas.openxmlformats.org/drawingml/2006/main">
            <a:off x="2401967"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0" name="Editable chart path">
            <a:extLst xmlns:a="http://schemas.openxmlformats.org/drawingml/2006/main">
              <a:ext uri="{FF2B5EF4-FFF2-40B4-BE49-F238E27FC236}">
                <a16:creationId xmlns:a16="http://schemas.microsoft.com/office/drawing/2014/main" id="{118D93B4-B61F-4FB0-9FD0-944A439D6B0C}"/>
              </a:ext>
            </a:extLst>
          </p:cNvPr>
          <p:cNvSpPr>
            <a:spLocks xmlns:a="http://schemas.openxmlformats.org/drawingml/2006/main" noGrp="1"/>
          </p:cNvSpPr>
          <p:nvPr/>
        </p:nvSpPr>
        <p:spPr>
          <a:xfrm xmlns:a="http://schemas.openxmlformats.org/drawingml/2006/main">
            <a:off x="248097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1" name="Editable chart path">
            <a:extLst xmlns:a="http://schemas.openxmlformats.org/drawingml/2006/main">
              <a:ext uri="{FF2B5EF4-FFF2-40B4-BE49-F238E27FC236}">
                <a16:creationId xmlns:a16="http://schemas.microsoft.com/office/drawing/2014/main" id="{96836D29-A322-4C5C-AD15-9C89E637B2F4}"/>
              </a:ext>
            </a:extLst>
          </p:cNvPr>
          <p:cNvSpPr>
            <a:spLocks xmlns:a="http://schemas.openxmlformats.org/drawingml/2006/main" noGrp="1"/>
          </p:cNvSpPr>
          <p:nvPr/>
        </p:nvSpPr>
        <p:spPr>
          <a:xfrm xmlns:a="http://schemas.openxmlformats.org/drawingml/2006/main">
            <a:off x="255997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2" name="Editable chart path">
            <a:extLst xmlns:a="http://schemas.openxmlformats.org/drawingml/2006/main">
              <a:ext uri="{FF2B5EF4-FFF2-40B4-BE49-F238E27FC236}">
                <a16:creationId xmlns:a16="http://schemas.microsoft.com/office/drawing/2014/main" id="{4692AEC4-84C9-486B-AA87-D3E669AB548C}"/>
              </a:ext>
            </a:extLst>
          </p:cNvPr>
          <p:cNvSpPr>
            <a:spLocks xmlns:a="http://schemas.openxmlformats.org/drawingml/2006/main" noGrp="1"/>
          </p:cNvSpPr>
          <p:nvPr/>
        </p:nvSpPr>
        <p:spPr>
          <a:xfrm xmlns:a="http://schemas.openxmlformats.org/drawingml/2006/main">
            <a:off x="263897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3" name="Editable chart path">
            <a:extLst xmlns:a="http://schemas.openxmlformats.org/drawingml/2006/main">
              <a:ext uri="{FF2B5EF4-FFF2-40B4-BE49-F238E27FC236}">
                <a16:creationId xmlns:a16="http://schemas.microsoft.com/office/drawing/2014/main" id="{4863B483-F478-4061-828D-B50CAEDE7DAE}"/>
              </a:ext>
            </a:extLst>
          </p:cNvPr>
          <p:cNvSpPr>
            <a:spLocks xmlns:a="http://schemas.openxmlformats.org/drawingml/2006/main" noGrp="1"/>
          </p:cNvSpPr>
          <p:nvPr/>
        </p:nvSpPr>
        <p:spPr>
          <a:xfrm xmlns:a="http://schemas.openxmlformats.org/drawingml/2006/main">
            <a:off x="2717977"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4" name="Editable chart path">
            <a:extLst xmlns:a="http://schemas.openxmlformats.org/drawingml/2006/main">
              <a:ext uri="{FF2B5EF4-FFF2-40B4-BE49-F238E27FC236}">
                <a16:creationId xmlns:a16="http://schemas.microsoft.com/office/drawing/2014/main" id="{BC75CD00-D290-474E-8EF3-334F750C47B6}"/>
              </a:ext>
            </a:extLst>
          </p:cNvPr>
          <p:cNvSpPr>
            <a:spLocks xmlns:a="http://schemas.openxmlformats.org/drawingml/2006/main" noGrp="1"/>
          </p:cNvSpPr>
          <p:nvPr/>
        </p:nvSpPr>
        <p:spPr>
          <a:xfrm xmlns:a="http://schemas.openxmlformats.org/drawingml/2006/main">
            <a:off x="279698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5" name="Editable chart path">
            <a:extLst xmlns:a="http://schemas.openxmlformats.org/drawingml/2006/main">
              <a:ext uri="{FF2B5EF4-FFF2-40B4-BE49-F238E27FC236}">
                <a16:creationId xmlns:a16="http://schemas.microsoft.com/office/drawing/2014/main" id="{2E4B2275-B1F1-4959-8732-961C1E81B3C3}"/>
              </a:ext>
            </a:extLst>
          </p:cNvPr>
          <p:cNvSpPr>
            <a:spLocks xmlns:a="http://schemas.openxmlformats.org/drawingml/2006/main" noGrp="1"/>
          </p:cNvSpPr>
          <p:nvPr/>
        </p:nvSpPr>
        <p:spPr>
          <a:xfrm xmlns:a="http://schemas.openxmlformats.org/drawingml/2006/main">
            <a:off x="287598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6" name="Editable chart path">
            <a:extLst xmlns:a="http://schemas.openxmlformats.org/drawingml/2006/main">
              <a:ext uri="{FF2B5EF4-FFF2-40B4-BE49-F238E27FC236}">
                <a16:creationId xmlns:a16="http://schemas.microsoft.com/office/drawing/2014/main" id="{DD72D38E-154E-4765-AD94-B029016103B0}"/>
              </a:ext>
            </a:extLst>
          </p:cNvPr>
          <p:cNvSpPr>
            <a:spLocks xmlns:a="http://schemas.openxmlformats.org/drawingml/2006/main" noGrp="1"/>
          </p:cNvSpPr>
          <p:nvPr/>
        </p:nvSpPr>
        <p:spPr>
          <a:xfrm xmlns:a="http://schemas.openxmlformats.org/drawingml/2006/main">
            <a:off x="295498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7" name="Editable chart path">
            <a:extLst xmlns:a="http://schemas.openxmlformats.org/drawingml/2006/main">
              <a:ext uri="{FF2B5EF4-FFF2-40B4-BE49-F238E27FC236}">
                <a16:creationId xmlns:a16="http://schemas.microsoft.com/office/drawing/2014/main" id="{CACF2D18-5E59-4D42-BB74-CBA83C63DC5B}"/>
              </a:ext>
            </a:extLst>
          </p:cNvPr>
          <p:cNvSpPr>
            <a:spLocks xmlns:a="http://schemas.openxmlformats.org/drawingml/2006/main" noGrp="1"/>
          </p:cNvSpPr>
          <p:nvPr/>
        </p:nvSpPr>
        <p:spPr>
          <a:xfrm xmlns:a="http://schemas.openxmlformats.org/drawingml/2006/main">
            <a:off x="3033987"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8" name="Editable chart path">
            <a:extLst xmlns:a="http://schemas.openxmlformats.org/drawingml/2006/main">
              <a:ext uri="{FF2B5EF4-FFF2-40B4-BE49-F238E27FC236}">
                <a16:creationId xmlns:a16="http://schemas.microsoft.com/office/drawing/2014/main" id="{4444AAAA-C9C9-409A-A7B5-3799E430DEB8}"/>
              </a:ext>
            </a:extLst>
          </p:cNvPr>
          <p:cNvSpPr>
            <a:spLocks xmlns:a="http://schemas.openxmlformats.org/drawingml/2006/main" noGrp="1"/>
          </p:cNvSpPr>
          <p:nvPr/>
        </p:nvSpPr>
        <p:spPr>
          <a:xfrm xmlns:a="http://schemas.openxmlformats.org/drawingml/2006/main">
            <a:off x="3112990"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29" name="Editable chart path">
            <a:extLst xmlns:a="http://schemas.openxmlformats.org/drawingml/2006/main">
              <a:ext uri="{FF2B5EF4-FFF2-40B4-BE49-F238E27FC236}">
                <a16:creationId xmlns:a16="http://schemas.microsoft.com/office/drawing/2014/main" id="{85F2F22B-A423-4D54-B77C-56B93BF76361}"/>
              </a:ext>
            </a:extLst>
          </p:cNvPr>
          <p:cNvSpPr>
            <a:spLocks xmlns:a="http://schemas.openxmlformats.org/drawingml/2006/main" noGrp="1"/>
          </p:cNvSpPr>
          <p:nvPr/>
        </p:nvSpPr>
        <p:spPr>
          <a:xfrm xmlns:a="http://schemas.openxmlformats.org/drawingml/2006/main">
            <a:off x="319199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5B1AD"/>
          </a:solidFill>
          <a:ln xmlns:a="http://schemas.openxmlformats.org/drawingml/2006/main" w="2292">
            <a:solidFill>
              <a:srgbClr val="FBFCFE"/>
            </a:solidFill>
            <a:prstDash val="solid"/>
          </a:ln>
        </p:spPr>
      </p:sp>
      <p:sp>
        <p:nvSpPr>
          <p:cNvPr id="730" name="Editable chart path">
            <a:extLst xmlns:a="http://schemas.openxmlformats.org/drawingml/2006/main">
              <a:ext uri="{FF2B5EF4-FFF2-40B4-BE49-F238E27FC236}">
                <a16:creationId xmlns:a16="http://schemas.microsoft.com/office/drawing/2014/main" id="{317288E8-60B8-4E10-89DC-B92D884848A5}"/>
              </a:ext>
            </a:extLst>
          </p:cNvPr>
          <p:cNvSpPr>
            <a:spLocks xmlns:a="http://schemas.openxmlformats.org/drawingml/2006/main" noGrp="1"/>
          </p:cNvSpPr>
          <p:nvPr/>
        </p:nvSpPr>
        <p:spPr>
          <a:xfrm xmlns:a="http://schemas.openxmlformats.org/drawingml/2006/main">
            <a:off x="327099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3DBD9"/>
          </a:solidFill>
          <a:ln xmlns:a="http://schemas.openxmlformats.org/drawingml/2006/main" w="2292">
            <a:solidFill>
              <a:srgbClr val="FBFCFE"/>
            </a:solidFill>
            <a:prstDash val="solid"/>
          </a:ln>
        </p:spPr>
      </p:sp>
      <p:sp>
        <p:nvSpPr>
          <p:cNvPr id="731" name="Editable chart path">
            <a:extLst xmlns:a="http://schemas.openxmlformats.org/drawingml/2006/main">
              <a:ext uri="{FF2B5EF4-FFF2-40B4-BE49-F238E27FC236}">
                <a16:creationId xmlns:a16="http://schemas.microsoft.com/office/drawing/2014/main" id="{1DD9B31D-9F64-401D-AA9B-37E67DB44B71}"/>
              </a:ext>
            </a:extLst>
          </p:cNvPr>
          <p:cNvSpPr>
            <a:spLocks xmlns:a="http://schemas.openxmlformats.org/drawingml/2006/main" noGrp="1"/>
          </p:cNvSpPr>
          <p:nvPr/>
        </p:nvSpPr>
        <p:spPr>
          <a:xfrm xmlns:a="http://schemas.openxmlformats.org/drawingml/2006/main">
            <a:off x="3349997"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732" name="Editable chart path">
            <a:extLst xmlns:a="http://schemas.openxmlformats.org/drawingml/2006/main">
              <a:ext uri="{FF2B5EF4-FFF2-40B4-BE49-F238E27FC236}">
                <a16:creationId xmlns:a16="http://schemas.microsoft.com/office/drawing/2014/main" id="{F58D6C9E-085E-4CC0-ABAB-484F1D256FAA}"/>
              </a:ext>
            </a:extLst>
          </p:cNvPr>
          <p:cNvSpPr>
            <a:spLocks xmlns:a="http://schemas.openxmlformats.org/drawingml/2006/main" noGrp="1"/>
          </p:cNvSpPr>
          <p:nvPr/>
        </p:nvSpPr>
        <p:spPr>
          <a:xfrm xmlns:a="http://schemas.openxmlformats.org/drawingml/2006/main">
            <a:off x="342900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8"/>
          </a:solidFill>
          <a:ln xmlns:a="http://schemas.openxmlformats.org/drawingml/2006/main" w="2292">
            <a:solidFill>
              <a:srgbClr val="FBFCFE"/>
            </a:solidFill>
            <a:prstDash val="solid"/>
          </a:ln>
        </p:spPr>
      </p:sp>
      <p:sp>
        <p:nvSpPr>
          <p:cNvPr id="733" name="Editable chart path">
            <a:extLst xmlns:a="http://schemas.openxmlformats.org/drawingml/2006/main">
              <a:ext uri="{FF2B5EF4-FFF2-40B4-BE49-F238E27FC236}">
                <a16:creationId xmlns:a16="http://schemas.microsoft.com/office/drawing/2014/main" id="{331F430F-282C-4457-8FDA-2461862EBA5A}"/>
              </a:ext>
            </a:extLst>
          </p:cNvPr>
          <p:cNvSpPr>
            <a:spLocks xmlns:a="http://schemas.openxmlformats.org/drawingml/2006/main" noGrp="1"/>
          </p:cNvSpPr>
          <p:nvPr/>
        </p:nvSpPr>
        <p:spPr>
          <a:xfrm xmlns:a="http://schemas.openxmlformats.org/drawingml/2006/main">
            <a:off x="3508002"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34" name="Editable chart path">
            <a:extLst xmlns:a="http://schemas.openxmlformats.org/drawingml/2006/main">
              <a:ext uri="{FF2B5EF4-FFF2-40B4-BE49-F238E27FC236}">
                <a16:creationId xmlns:a16="http://schemas.microsoft.com/office/drawing/2014/main" id="{DD625922-DAE5-4747-AB65-F0168827A709}"/>
              </a:ext>
            </a:extLst>
          </p:cNvPr>
          <p:cNvSpPr>
            <a:spLocks xmlns:a="http://schemas.openxmlformats.org/drawingml/2006/main" noGrp="1"/>
          </p:cNvSpPr>
          <p:nvPr/>
        </p:nvSpPr>
        <p:spPr>
          <a:xfrm xmlns:a="http://schemas.openxmlformats.org/drawingml/2006/main">
            <a:off x="358700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35" name="Editable chart path">
            <a:extLst xmlns:a="http://schemas.openxmlformats.org/drawingml/2006/main">
              <a:ext uri="{FF2B5EF4-FFF2-40B4-BE49-F238E27FC236}">
                <a16:creationId xmlns:a16="http://schemas.microsoft.com/office/drawing/2014/main" id="{466B142E-450B-4C85-9107-27C230BFE48A}"/>
              </a:ext>
            </a:extLst>
          </p:cNvPr>
          <p:cNvSpPr>
            <a:spLocks xmlns:a="http://schemas.openxmlformats.org/drawingml/2006/main" noGrp="1"/>
          </p:cNvSpPr>
          <p:nvPr/>
        </p:nvSpPr>
        <p:spPr>
          <a:xfrm xmlns:a="http://schemas.openxmlformats.org/drawingml/2006/main">
            <a:off x="366600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36" name="Editable chart path">
            <a:extLst xmlns:a="http://schemas.openxmlformats.org/drawingml/2006/main">
              <a:ext uri="{FF2B5EF4-FFF2-40B4-BE49-F238E27FC236}">
                <a16:creationId xmlns:a16="http://schemas.microsoft.com/office/drawing/2014/main" id="{1A6D18BA-D47B-498B-B419-9D5A9725E91B}"/>
              </a:ext>
            </a:extLst>
          </p:cNvPr>
          <p:cNvSpPr>
            <a:spLocks xmlns:a="http://schemas.openxmlformats.org/drawingml/2006/main" noGrp="1"/>
          </p:cNvSpPr>
          <p:nvPr/>
        </p:nvSpPr>
        <p:spPr>
          <a:xfrm xmlns:a="http://schemas.openxmlformats.org/drawingml/2006/main">
            <a:off x="374501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37" name="Editable chart path">
            <a:extLst xmlns:a="http://schemas.openxmlformats.org/drawingml/2006/main">
              <a:ext uri="{FF2B5EF4-FFF2-40B4-BE49-F238E27FC236}">
                <a16:creationId xmlns:a16="http://schemas.microsoft.com/office/drawing/2014/main" id="{A88DC90D-428C-4975-A481-9ED3183C79A4}"/>
              </a:ext>
            </a:extLst>
          </p:cNvPr>
          <p:cNvSpPr>
            <a:spLocks xmlns:a="http://schemas.openxmlformats.org/drawingml/2006/main" noGrp="1"/>
          </p:cNvSpPr>
          <p:nvPr/>
        </p:nvSpPr>
        <p:spPr>
          <a:xfrm xmlns:a="http://schemas.openxmlformats.org/drawingml/2006/main">
            <a:off x="3824012"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38" name="Editable chart path">
            <a:extLst xmlns:a="http://schemas.openxmlformats.org/drawingml/2006/main">
              <a:ext uri="{FF2B5EF4-FFF2-40B4-BE49-F238E27FC236}">
                <a16:creationId xmlns:a16="http://schemas.microsoft.com/office/drawing/2014/main" id="{8133EC01-96D9-443B-8A0F-9323A27D20FE}"/>
              </a:ext>
            </a:extLst>
          </p:cNvPr>
          <p:cNvSpPr>
            <a:spLocks xmlns:a="http://schemas.openxmlformats.org/drawingml/2006/main" noGrp="1"/>
          </p:cNvSpPr>
          <p:nvPr/>
        </p:nvSpPr>
        <p:spPr>
          <a:xfrm xmlns:a="http://schemas.openxmlformats.org/drawingml/2006/main">
            <a:off x="3903015"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39" name="Editable chart path">
            <a:extLst xmlns:a="http://schemas.openxmlformats.org/drawingml/2006/main">
              <a:ext uri="{FF2B5EF4-FFF2-40B4-BE49-F238E27FC236}">
                <a16:creationId xmlns:a16="http://schemas.microsoft.com/office/drawing/2014/main" id="{A88F4ED7-8AF4-455D-B031-3D6E806E9A53}"/>
              </a:ext>
            </a:extLst>
          </p:cNvPr>
          <p:cNvSpPr>
            <a:spLocks xmlns:a="http://schemas.openxmlformats.org/drawingml/2006/main" noGrp="1"/>
          </p:cNvSpPr>
          <p:nvPr/>
        </p:nvSpPr>
        <p:spPr>
          <a:xfrm xmlns:a="http://schemas.openxmlformats.org/drawingml/2006/main">
            <a:off x="398201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0" name="Editable chart path">
            <a:extLst xmlns:a="http://schemas.openxmlformats.org/drawingml/2006/main">
              <a:ext uri="{FF2B5EF4-FFF2-40B4-BE49-F238E27FC236}">
                <a16:creationId xmlns:a16="http://schemas.microsoft.com/office/drawing/2014/main" id="{DDEC9354-2029-4EB0-9CC7-EC6A3AD5044E}"/>
              </a:ext>
            </a:extLst>
          </p:cNvPr>
          <p:cNvSpPr>
            <a:spLocks xmlns:a="http://schemas.openxmlformats.org/drawingml/2006/main" noGrp="1"/>
          </p:cNvSpPr>
          <p:nvPr/>
        </p:nvSpPr>
        <p:spPr>
          <a:xfrm xmlns:a="http://schemas.openxmlformats.org/drawingml/2006/main">
            <a:off x="421902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1" name="Editable chart path">
            <a:extLst xmlns:a="http://schemas.openxmlformats.org/drawingml/2006/main">
              <a:ext uri="{FF2B5EF4-FFF2-40B4-BE49-F238E27FC236}">
                <a16:creationId xmlns:a16="http://schemas.microsoft.com/office/drawing/2014/main" id="{7BF8990E-D49D-45A1-A764-EDCB132F9BA6}"/>
              </a:ext>
            </a:extLst>
          </p:cNvPr>
          <p:cNvSpPr>
            <a:spLocks xmlns:a="http://schemas.openxmlformats.org/drawingml/2006/main" noGrp="1"/>
          </p:cNvSpPr>
          <p:nvPr/>
        </p:nvSpPr>
        <p:spPr>
          <a:xfrm xmlns:a="http://schemas.openxmlformats.org/drawingml/2006/main">
            <a:off x="4298027"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2" name="Editable chart path">
            <a:extLst xmlns:a="http://schemas.openxmlformats.org/drawingml/2006/main">
              <a:ext uri="{FF2B5EF4-FFF2-40B4-BE49-F238E27FC236}">
                <a16:creationId xmlns:a16="http://schemas.microsoft.com/office/drawing/2014/main" id="{85345DE4-5FAC-4ECF-8F17-CB194734C4BD}"/>
              </a:ext>
            </a:extLst>
          </p:cNvPr>
          <p:cNvSpPr>
            <a:spLocks xmlns:a="http://schemas.openxmlformats.org/drawingml/2006/main" noGrp="1"/>
          </p:cNvSpPr>
          <p:nvPr/>
        </p:nvSpPr>
        <p:spPr>
          <a:xfrm xmlns:a="http://schemas.openxmlformats.org/drawingml/2006/main">
            <a:off x="437703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3" name="Editable chart path">
            <a:extLst xmlns:a="http://schemas.openxmlformats.org/drawingml/2006/main">
              <a:ext uri="{FF2B5EF4-FFF2-40B4-BE49-F238E27FC236}">
                <a16:creationId xmlns:a16="http://schemas.microsoft.com/office/drawing/2014/main" id="{12986EF8-D56A-4FFA-8F89-7F596C5A2E38}"/>
              </a:ext>
            </a:extLst>
          </p:cNvPr>
          <p:cNvSpPr>
            <a:spLocks xmlns:a="http://schemas.openxmlformats.org/drawingml/2006/main" noGrp="1"/>
          </p:cNvSpPr>
          <p:nvPr/>
        </p:nvSpPr>
        <p:spPr>
          <a:xfrm xmlns:a="http://schemas.openxmlformats.org/drawingml/2006/main">
            <a:off x="4456033"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4" name="Editable chart path">
            <a:extLst xmlns:a="http://schemas.openxmlformats.org/drawingml/2006/main">
              <a:ext uri="{FF2B5EF4-FFF2-40B4-BE49-F238E27FC236}">
                <a16:creationId xmlns:a16="http://schemas.microsoft.com/office/drawing/2014/main" id="{68EE59BC-0229-449E-874F-759835EF9994}"/>
              </a:ext>
            </a:extLst>
          </p:cNvPr>
          <p:cNvSpPr>
            <a:spLocks xmlns:a="http://schemas.openxmlformats.org/drawingml/2006/main" noGrp="1"/>
          </p:cNvSpPr>
          <p:nvPr/>
        </p:nvSpPr>
        <p:spPr>
          <a:xfrm xmlns:a="http://schemas.openxmlformats.org/drawingml/2006/main">
            <a:off x="453503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5" name="Editable chart path">
            <a:extLst xmlns:a="http://schemas.openxmlformats.org/drawingml/2006/main">
              <a:ext uri="{FF2B5EF4-FFF2-40B4-BE49-F238E27FC236}">
                <a16:creationId xmlns:a16="http://schemas.microsoft.com/office/drawing/2014/main" id="{6EB75036-E335-4836-AD2C-3028255E1970}"/>
              </a:ext>
            </a:extLst>
          </p:cNvPr>
          <p:cNvSpPr>
            <a:spLocks xmlns:a="http://schemas.openxmlformats.org/drawingml/2006/main" noGrp="1"/>
          </p:cNvSpPr>
          <p:nvPr/>
        </p:nvSpPr>
        <p:spPr>
          <a:xfrm xmlns:a="http://schemas.openxmlformats.org/drawingml/2006/main">
            <a:off x="461403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6" name="Editable chart path">
            <a:extLst xmlns:a="http://schemas.openxmlformats.org/drawingml/2006/main">
              <a:ext uri="{FF2B5EF4-FFF2-40B4-BE49-F238E27FC236}">
                <a16:creationId xmlns:a16="http://schemas.microsoft.com/office/drawing/2014/main" id="{5AAE569B-8554-4447-9001-A9062AAE7E14}"/>
              </a:ext>
            </a:extLst>
          </p:cNvPr>
          <p:cNvSpPr>
            <a:spLocks xmlns:a="http://schemas.openxmlformats.org/drawingml/2006/main" noGrp="1"/>
          </p:cNvSpPr>
          <p:nvPr/>
        </p:nvSpPr>
        <p:spPr>
          <a:xfrm xmlns:a="http://schemas.openxmlformats.org/drawingml/2006/main">
            <a:off x="4693040"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7" name="Editable chart path">
            <a:extLst xmlns:a="http://schemas.openxmlformats.org/drawingml/2006/main">
              <a:ext uri="{FF2B5EF4-FFF2-40B4-BE49-F238E27FC236}">
                <a16:creationId xmlns:a16="http://schemas.microsoft.com/office/drawing/2014/main" id="{B63C8D5C-A856-4E26-AC40-E258D8BAA458}"/>
              </a:ext>
            </a:extLst>
          </p:cNvPr>
          <p:cNvSpPr>
            <a:spLocks xmlns:a="http://schemas.openxmlformats.org/drawingml/2006/main" noGrp="1"/>
          </p:cNvSpPr>
          <p:nvPr/>
        </p:nvSpPr>
        <p:spPr>
          <a:xfrm xmlns:a="http://schemas.openxmlformats.org/drawingml/2006/main">
            <a:off x="485104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8" name="Editable chart path">
            <a:extLst xmlns:a="http://schemas.openxmlformats.org/drawingml/2006/main">
              <a:ext uri="{FF2B5EF4-FFF2-40B4-BE49-F238E27FC236}">
                <a16:creationId xmlns:a16="http://schemas.microsoft.com/office/drawing/2014/main" id="{359AD8E1-77F5-4587-8E28-320ED554D5D5}"/>
              </a:ext>
            </a:extLst>
          </p:cNvPr>
          <p:cNvSpPr>
            <a:spLocks xmlns:a="http://schemas.openxmlformats.org/drawingml/2006/main" noGrp="1"/>
          </p:cNvSpPr>
          <p:nvPr/>
        </p:nvSpPr>
        <p:spPr>
          <a:xfrm xmlns:a="http://schemas.openxmlformats.org/drawingml/2006/main">
            <a:off x="493004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49" name="Editable chart path">
            <a:extLst xmlns:a="http://schemas.openxmlformats.org/drawingml/2006/main">
              <a:ext uri="{FF2B5EF4-FFF2-40B4-BE49-F238E27FC236}">
                <a16:creationId xmlns:a16="http://schemas.microsoft.com/office/drawing/2014/main" id="{9A420BAF-B098-4E6F-BB25-0AC153397979}"/>
              </a:ext>
            </a:extLst>
          </p:cNvPr>
          <p:cNvSpPr>
            <a:spLocks xmlns:a="http://schemas.openxmlformats.org/drawingml/2006/main" noGrp="1"/>
          </p:cNvSpPr>
          <p:nvPr/>
        </p:nvSpPr>
        <p:spPr>
          <a:xfrm xmlns:a="http://schemas.openxmlformats.org/drawingml/2006/main">
            <a:off x="500905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0" name="Editable chart path">
            <a:extLst xmlns:a="http://schemas.openxmlformats.org/drawingml/2006/main">
              <a:ext uri="{FF2B5EF4-FFF2-40B4-BE49-F238E27FC236}">
                <a16:creationId xmlns:a16="http://schemas.microsoft.com/office/drawing/2014/main" id="{ADFA7A4D-F2FE-4A46-BDBC-FFC28FD1C38D}"/>
              </a:ext>
            </a:extLst>
          </p:cNvPr>
          <p:cNvSpPr>
            <a:spLocks xmlns:a="http://schemas.openxmlformats.org/drawingml/2006/main" noGrp="1"/>
          </p:cNvSpPr>
          <p:nvPr/>
        </p:nvSpPr>
        <p:spPr>
          <a:xfrm xmlns:a="http://schemas.openxmlformats.org/drawingml/2006/main">
            <a:off x="5088053" y="2816233"/>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1" name="Editable chart path">
            <a:extLst xmlns:a="http://schemas.openxmlformats.org/drawingml/2006/main">
              <a:ext uri="{FF2B5EF4-FFF2-40B4-BE49-F238E27FC236}">
                <a16:creationId xmlns:a16="http://schemas.microsoft.com/office/drawing/2014/main" id="{884B1C94-89EC-48D0-A005-A1DD60794D7F}"/>
              </a:ext>
            </a:extLst>
          </p:cNvPr>
          <p:cNvSpPr>
            <a:spLocks xmlns:a="http://schemas.openxmlformats.org/drawingml/2006/main" noGrp="1"/>
          </p:cNvSpPr>
          <p:nvPr/>
        </p:nvSpPr>
        <p:spPr>
          <a:xfrm xmlns:a="http://schemas.openxmlformats.org/drawingml/2006/main">
            <a:off x="5167055"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2" name="Editable chart path">
            <a:extLst xmlns:a="http://schemas.openxmlformats.org/drawingml/2006/main">
              <a:ext uri="{FF2B5EF4-FFF2-40B4-BE49-F238E27FC236}">
                <a16:creationId xmlns:a16="http://schemas.microsoft.com/office/drawing/2014/main" id="{01A103A7-08EF-4107-8078-C5CBB69A5A04}"/>
              </a:ext>
            </a:extLst>
          </p:cNvPr>
          <p:cNvSpPr>
            <a:spLocks xmlns:a="http://schemas.openxmlformats.org/drawingml/2006/main" noGrp="1"/>
          </p:cNvSpPr>
          <p:nvPr/>
        </p:nvSpPr>
        <p:spPr>
          <a:xfrm xmlns:a="http://schemas.openxmlformats.org/drawingml/2006/main">
            <a:off x="5246058"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3" name="Editable chart path">
            <a:extLst xmlns:a="http://schemas.openxmlformats.org/drawingml/2006/main">
              <a:ext uri="{FF2B5EF4-FFF2-40B4-BE49-F238E27FC236}">
                <a16:creationId xmlns:a16="http://schemas.microsoft.com/office/drawing/2014/main" id="{26A284A9-72D5-4691-99B4-77870E09CA7C}"/>
              </a:ext>
            </a:extLst>
          </p:cNvPr>
          <p:cNvSpPr>
            <a:spLocks xmlns:a="http://schemas.openxmlformats.org/drawingml/2006/main" noGrp="1"/>
          </p:cNvSpPr>
          <p:nvPr/>
        </p:nvSpPr>
        <p:spPr>
          <a:xfrm xmlns:a="http://schemas.openxmlformats.org/drawingml/2006/main">
            <a:off x="5325060"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4" name="Editable chart path">
            <a:extLst xmlns:a="http://schemas.openxmlformats.org/drawingml/2006/main">
              <a:ext uri="{FF2B5EF4-FFF2-40B4-BE49-F238E27FC236}">
                <a16:creationId xmlns:a16="http://schemas.microsoft.com/office/drawing/2014/main" id="{3D878E6A-B24C-4420-AA9A-C10914B30E7F}"/>
              </a:ext>
            </a:extLst>
          </p:cNvPr>
          <p:cNvSpPr>
            <a:spLocks xmlns:a="http://schemas.openxmlformats.org/drawingml/2006/main" noGrp="1"/>
          </p:cNvSpPr>
          <p:nvPr/>
        </p:nvSpPr>
        <p:spPr>
          <a:xfrm xmlns:a="http://schemas.openxmlformats.org/drawingml/2006/main">
            <a:off x="5404063" y="2816233"/>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5" name="Editable chart path">
            <a:extLst xmlns:a="http://schemas.openxmlformats.org/drawingml/2006/main">
              <a:ext uri="{FF2B5EF4-FFF2-40B4-BE49-F238E27FC236}">
                <a16:creationId xmlns:a16="http://schemas.microsoft.com/office/drawing/2014/main" id="{2984CFFD-9C1A-43EF-AD67-EADA5DDBF6AD}"/>
              </a:ext>
            </a:extLst>
          </p:cNvPr>
          <p:cNvSpPr>
            <a:spLocks xmlns:a="http://schemas.openxmlformats.org/drawingml/2006/main" noGrp="1"/>
          </p:cNvSpPr>
          <p:nvPr/>
        </p:nvSpPr>
        <p:spPr>
          <a:xfrm xmlns:a="http://schemas.openxmlformats.org/drawingml/2006/main">
            <a:off x="1927952"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6" name="Editable chart path">
            <a:extLst xmlns:a="http://schemas.openxmlformats.org/drawingml/2006/main">
              <a:ext uri="{FF2B5EF4-FFF2-40B4-BE49-F238E27FC236}">
                <a16:creationId xmlns:a16="http://schemas.microsoft.com/office/drawing/2014/main" id="{A36DBFB6-0728-433A-9688-1E625E0D36DF}"/>
              </a:ext>
            </a:extLst>
          </p:cNvPr>
          <p:cNvSpPr>
            <a:spLocks xmlns:a="http://schemas.openxmlformats.org/drawingml/2006/main" noGrp="1"/>
          </p:cNvSpPr>
          <p:nvPr/>
        </p:nvSpPr>
        <p:spPr>
          <a:xfrm xmlns:a="http://schemas.openxmlformats.org/drawingml/2006/main">
            <a:off x="200695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7" name="Editable chart path">
            <a:extLst xmlns:a="http://schemas.openxmlformats.org/drawingml/2006/main">
              <a:ext uri="{FF2B5EF4-FFF2-40B4-BE49-F238E27FC236}">
                <a16:creationId xmlns:a16="http://schemas.microsoft.com/office/drawing/2014/main" id="{E60B5A73-84C4-4C13-B2C5-69F2A81675C7}"/>
              </a:ext>
            </a:extLst>
          </p:cNvPr>
          <p:cNvSpPr>
            <a:spLocks xmlns:a="http://schemas.openxmlformats.org/drawingml/2006/main" noGrp="1"/>
          </p:cNvSpPr>
          <p:nvPr/>
        </p:nvSpPr>
        <p:spPr>
          <a:xfrm xmlns:a="http://schemas.openxmlformats.org/drawingml/2006/main">
            <a:off x="2085957"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8" name="Editable chart path">
            <a:extLst xmlns:a="http://schemas.openxmlformats.org/drawingml/2006/main">
              <a:ext uri="{FF2B5EF4-FFF2-40B4-BE49-F238E27FC236}">
                <a16:creationId xmlns:a16="http://schemas.microsoft.com/office/drawing/2014/main" id="{59A1D5BC-2EC8-4DC7-A7C0-A8F9EA5C6ADE}"/>
              </a:ext>
            </a:extLst>
          </p:cNvPr>
          <p:cNvSpPr>
            <a:spLocks xmlns:a="http://schemas.openxmlformats.org/drawingml/2006/main" noGrp="1"/>
          </p:cNvSpPr>
          <p:nvPr/>
        </p:nvSpPr>
        <p:spPr>
          <a:xfrm xmlns:a="http://schemas.openxmlformats.org/drawingml/2006/main">
            <a:off x="216496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59" name="Editable chart path">
            <a:extLst xmlns:a="http://schemas.openxmlformats.org/drawingml/2006/main">
              <a:ext uri="{FF2B5EF4-FFF2-40B4-BE49-F238E27FC236}">
                <a16:creationId xmlns:a16="http://schemas.microsoft.com/office/drawing/2014/main" id="{24315AE7-7318-494D-A55F-BFB46D3C973F}"/>
              </a:ext>
            </a:extLst>
          </p:cNvPr>
          <p:cNvSpPr>
            <a:spLocks xmlns:a="http://schemas.openxmlformats.org/drawingml/2006/main" noGrp="1"/>
          </p:cNvSpPr>
          <p:nvPr/>
        </p:nvSpPr>
        <p:spPr>
          <a:xfrm xmlns:a="http://schemas.openxmlformats.org/drawingml/2006/main">
            <a:off x="2243962"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60" name="Editable chart path">
            <a:extLst xmlns:a="http://schemas.openxmlformats.org/drawingml/2006/main">
              <a:ext uri="{FF2B5EF4-FFF2-40B4-BE49-F238E27FC236}">
                <a16:creationId xmlns:a16="http://schemas.microsoft.com/office/drawing/2014/main" id="{249367B5-36B9-447C-8D8B-99760578C46D}"/>
              </a:ext>
            </a:extLst>
          </p:cNvPr>
          <p:cNvSpPr>
            <a:spLocks xmlns:a="http://schemas.openxmlformats.org/drawingml/2006/main" noGrp="1"/>
          </p:cNvSpPr>
          <p:nvPr/>
        </p:nvSpPr>
        <p:spPr>
          <a:xfrm xmlns:a="http://schemas.openxmlformats.org/drawingml/2006/main">
            <a:off x="2322965"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61" name="Editable chart path">
            <a:extLst xmlns:a="http://schemas.openxmlformats.org/drawingml/2006/main">
              <a:ext uri="{FF2B5EF4-FFF2-40B4-BE49-F238E27FC236}">
                <a16:creationId xmlns:a16="http://schemas.microsoft.com/office/drawing/2014/main" id="{1AC2FCE5-D0B3-460D-BFCE-673EB4925116}"/>
              </a:ext>
            </a:extLst>
          </p:cNvPr>
          <p:cNvSpPr>
            <a:spLocks xmlns:a="http://schemas.openxmlformats.org/drawingml/2006/main" noGrp="1"/>
          </p:cNvSpPr>
          <p:nvPr/>
        </p:nvSpPr>
        <p:spPr>
          <a:xfrm xmlns:a="http://schemas.openxmlformats.org/drawingml/2006/main">
            <a:off x="2401967"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62" name="Editable chart path">
            <a:extLst xmlns:a="http://schemas.openxmlformats.org/drawingml/2006/main">
              <a:ext uri="{FF2B5EF4-FFF2-40B4-BE49-F238E27FC236}">
                <a16:creationId xmlns:a16="http://schemas.microsoft.com/office/drawing/2014/main" id="{2BAF37A4-52CD-4B6B-AF57-F3717219123E}"/>
              </a:ext>
            </a:extLst>
          </p:cNvPr>
          <p:cNvSpPr>
            <a:spLocks xmlns:a="http://schemas.openxmlformats.org/drawingml/2006/main" noGrp="1"/>
          </p:cNvSpPr>
          <p:nvPr/>
        </p:nvSpPr>
        <p:spPr>
          <a:xfrm xmlns:a="http://schemas.openxmlformats.org/drawingml/2006/main">
            <a:off x="248097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63" name="Editable chart path">
            <a:extLst xmlns:a="http://schemas.openxmlformats.org/drawingml/2006/main">
              <a:ext uri="{FF2B5EF4-FFF2-40B4-BE49-F238E27FC236}">
                <a16:creationId xmlns:a16="http://schemas.microsoft.com/office/drawing/2014/main" id="{E30C6619-9217-4DCB-9DD4-31641040405C}"/>
              </a:ext>
            </a:extLst>
          </p:cNvPr>
          <p:cNvSpPr>
            <a:spLocks xmlns:a="http://schemas.openxmlformats.org/drawingml/2006/main" noGrp="1"/>
          </p:cNvSpPr>
          <p:nvPr/>
        </p:nvSpPr>
        <p:spPr>
          <a:xfrm xmlns:a="http://schemas.openxmlformats.org/drawingml/2006/main">
            <a:off x="2559972"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64" name="Editable chart path">
            <a:extLst xmlns:a="http://schemas.openxmlformats.org/drawingml/2006/main">
              <a:ext uri="{FF2B5EF4-FFF2-40B4-BE49-F238E27FC236}">
                <a16:creationId xmlns:a16="http://schemas.microsoft.com/office/drawing/2014/main" id="{89E94B10-7E23-4493-88E4-B65EE2988019}"/>
              </a:ext>
            </a:extLst>
          </p:cNvPr>
          <p:cNvSpPr>
            <a:spLocks xmlns:a="http://schemas.openxmlformats.org/drawingml/2006/main" noGrp="1"/>
          </p:cNvSpPr>
          <p:nvPr/>
        </p:nvSpPr>
        <p:spPr>
          <a:xfrm xmlns:a="http://schemas.openxmlformats.org/drawingml/2006/main">
            <a:off x="263897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65" name="Editable chart path">
            <a:extLst xmlns:a="http://schemas.openxmlformats.org/drawingml/2006/main">
              <a:ext uri="{FF2B5EF4-FFF2-40B4-BE49-F238E27FC236}">
                <a16:creationId xmlns:a16="http://schemas.microsoft.com/office/drawing/2014/main" id="{237BC6A2-9DE0-479F-9514-9E516AF89407}"/>
              </a:ext>
            </a:extLst>
          </p:cNvPr>
          <p:cNvSpPr>
            <a:spLocks xmlns:a="http://schemas.openxmlformats.org/drawingml/2006/main" noGrp="1"/>
          </p:cNvSpPr>
          <p:nvPr/>
        </p:nvSpPr>
        <p:spPr>
          <a:xfrm xmlns:a="http://schemas.openxmlformats.org/drawingml/2006/main">
            <a:off x="2717977"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CE6F4"/>
          </a:solidFill>
          <a:ln xmlns:a="http://schemas.openxmlformats.org/drawingml/2006/main" w="2292">
            <a:solidFill>
              <a:srgbClr val="FBFCFE"/>
            </a:solidFill>
            <a:prstDash val="solid"/>
          </a:ln>
        </p:spPr>
      </p:sp>
      <p:sp>
        <p:nvSpPr>
          <p:cNvPr id="766" name="Editable chart path">
            <a:extLst xmlns:a="http://schemas.openxmlformats.org/drawingml/2006/main">
              <a:ext uri="{FF2B5EF4-FFF2-40B4-BE49-F238E27FC236}">
                <a16:creationId xmlns:a16="http://schemas.microsoft.com/office/drawing/2014/main" id="{CB7884E1-7F36-4848-8DB5-9F87CF322F79}"/>
              </a:ext>
            </a:extLst>
          </p:cNvPr>
          <p:cNvSpPr>
            <a:spLocks xmlns:a="http://schemas.openxmlformats.org/drawingml/2006/main" noGrp="1"/>
          </p:cNvSpPr>
          <p:nvPr/>
        </p:nvSpPr>
        <p:spPr>
          <a:xfrm xmlns:a="http://schemas.openxmlformats.org/drawingml/2006/main">
            <a:off x="279698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6E4E3"/>
          </a:solidFill>
          <a:ln xmlns:a="http://schemas.openxmlformats.org/drawingml/2006/main" w="2292">
            <a:solidFill>
              <a:srgbClr val="FBFCFE"/>
            </a:solidFill>
            <a:prstDash val="solid"/>
          </a:ln>
        </p:spPr>
      </p:sp>
      <p:sp>
        <p:nvSpPr>
          <p:cNvPr id="767" name="Editable chart path">
            <a:extLst xmlns:a="http://schemas.openxmlformats.org/drawingml/2006/main">
              <a:ext uri="{FF2B5EF4-FFF2-40B4-BE49-F238E27FC236}">
                <a16:creationId xmlns:a16="http://schemas.microsoft.com/office/drawing/2014/main" id="{293740A7-926F-4E59-983B-4BCFED59953E}"/>
              </a:ext>
            </a:extLst>
          </p:cNvPr>
          <p:cNvSpPr>
            <a:spLocks xmlns:a="http://schemas.openxmlformats.org/drawingml/2006/main" noGrp="1"/>
          </p:cNvSpPr>
          <p:nvPr/>
        </p:nvSpPr>
        <p:spPr>
          <a:xfrm xmlns:a="http://schemas.openxmlformats.org/drawingml/2006/main">
            <a:off x="2875982"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768" name="Editable chart path">
            <a:extLst xmlns:a="http://schemas.openxmlformats.org/drawingml/2006/main">
              <a:ext uri="{FF2B5EF4-FFF2-40B4-BE49-F238E27FC236}">
                <a16:creationId xmlns:a16="http://schemas.microsoft.com/office/drawing/2014/main" id="{0CC198E2-8AA2-4C57-B9AD-81047321B93E}"/>
              </a:ext>
            </a:extLst>
          </p:cNvPr>
          <p:cNvSpPr>
            <a:spLocks xmlns:a="http://schemas.openxmlformats.org/drawingml/2006/main" noGrp="1"/>
          </p:cNvSpPr>
          <p:nvPr/>
        </p:nvSpPr>
        <p:spPr>
          <a:xfrm xmlns:a="http://schemas.openxmlformats.org/drawingml/2006/main">
            <a:off x="295498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6E3F4"/>
          </a:solidFill>
          <a:ln xmlns:a="http://schemas.openxmlformats.org/drawingml/2006/main" w="2292">
            <a:solidFill>
              <a:srgbClr val="FBFCFE"/>
            </a:solidFill>
            <a:prstDash val="solid"/>
          </a:ln>
        </p:spPr>
      </p:sp>
      <p:sp>
        <p:nvSpPr>
          <p:cNvPr id="769" name="Editable chart path">
            <a:extLst xmlns:a="http://schemas.openxmlformats.org/drawingml/2006/main">
              <a:ext uri="{FF2B5EF4-FFF2-40B4-BE49-F238E27FC236}">
                <a16:creationId xmlns:a16="http://schemas.microsoft.com/office/drawing/2014/main" id="{6BA6F9F0-8E2E-4F7C-BA29-32D11F77EB5C}"/>
              </a:ext>
            </a:extLst>
          </p:cNvPr>
          <p:cNvSpPr>
            <a:spLocks xmlns:a="http://schemas.openxmlformats.org/drawingml/2006/main" noGrp="1"/>
          </p:cNvSpPr>
          <p:nvPr/>
        </p:nvSpPr>
        <p:spPr>
          <a:xfrm xmlns:a="http://schemas.openxmlformats.org/drawingml/2006/main">
            <a:off x="3033987"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70" name="Editable chart path">
            <a:extLst xmlns:a="http://schemas.openxmlformats.org/drawingml/2006/main">
              <a:ext uri="{FF2B5EF4-FFF2-40B4-BE49-F238E27FC236}">
                <a16:creationId xmlns:a16="http://schemas.microsoft.com/office/drawing/2014/main" id="{4384B72D-FB74-4DBB-9935-B10F3EC720F6}"/>
              </a:ext>
            </a:extLst>
          </p:cNvPr>
          <p:cNvSpPr>
            <a:spLocks xmlns:a="http://schemas.openxmlformats.org/drawingml/2006/main" noGrp="1"/>
          </p:cNvSpPr>
          <p:nvPr/>
        </p:nvSpPr>
        <p:spPr>
          <a:xfrm xmlns:a="http://schemas.openxmlformats.org/drawingml/2006/main">
            <a:off x="3112990"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71" name="Editable chart path">
            <a:extLst xmlns:a="http://schemas.openxmlformats.org/drawingml/2006/main">
              <a:ext uri="{FF2B5EF4-FFF2-40B4-BE49-F238E27FC236}">
                <a16:creationId xmlns:a16="http://schemas.microsoft.com/office/drawing/2014/main" id="{9527F439-2B11-4904-8CA0-8560BD355DD3}"/>
              </a:ext>
            </a:extLst>
          </p:cNvPr>
          <p:cNvSpPr>
            <a:spLocks xmlns:a="http://schemas.openxmlformats.org/drawingml/2006/main" noGrp="1"/>
          </p:cNvSpPr>
          <p:nvPr/>
        </p:nvSpPr>
        <p:spPr>
          <a:xfrm xmlns:a="http://schemas.openxmlformats.org/drawingml/2006/main">
            <a:off x="3191992"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72" name="Editable chart path">
            <a:extLst xmlns:a="http://schemas.openxmlformats.org/drawingml/2006/main">
              <a:ext uri="{FF2B5EF4-FFF2-40B4-BE49-F238E27FC236}">
                <a16:creationId xmlns:a16="http://schemas.microsoft.com/office/drawing/2014/main" id="{83C537CE-FB20-467A-9472-1FBB0D4E3B03}"/>
              </a:ext>
            </a:extLst>
          </p:cNvPr>
          <p:cNvSpPr>
            <a:spLocks xmlns:a="http://schemas.openxmlformats.org/drawingml/2006/main" noGrp="1"/>
          </p:cNvSpPr>
          <p:nvPr/>
        </p:nvSpPr>
        <p:spPr>
          <a:xfrm xmlns:a="http://schemas.openxmlformats.org/drawingml/2006/main">
            <a:off x="327099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D9E4F4"/>
          </a:solidFill>
          <a:ln xmlns:a="http://schemas.openxmlformats.org/drawingml/2006/main" w="2292">
            <a:solidFill>
              <a:srgbClr val="FBFCFE"/>
            </a:solidFill>
            <a:prstDash val="solid"/>
          </a:ln>
        </p:spPr>
      </p:sp>
      <p:sp>
        <p:nvSpPr>
          <p:cNvPr id="773" name="Editable chart path">
            <a:extLst xmlns:a="http://schemas.openxmlformats.org/drawingml/2006/main">
              <a:ext uri="{FF2B5EF4-FFF2-40B4-BE49-F238E27FC236}">
                <a16:creationId xmlns:a16="http://schemas.microsoft.com/office/drawing/2014/main" id="{48DAB5F6-B533-4567-B0F1-FD7BD221BAF7}"/>
              </a:ext>
            </a:extLst>
          </p:cNvPr>
          <p:cNvSpPr>
            <a:spLocks xmlns:a="http://schemas.openxmlformats.org/drawingml/2006/main" noGrp="1"/>
          </p:cNvSpPr>
          <p:nvPr/>
        </p:nvSpPr>
        <p:spPr>
          <a:xfrm xmlns:a="http://schemas.openxmlformats.org/drawingml/2006/main">
            <a:off x="3349997"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74" name="Editable chart path">
            <a:extLst xmlns:a="http://schemas.openxmlformats.org/drawingml/2006/main">
              <a:ext uri="{FF2B5EF4-FFF2-40B4-BE49-F238E27FC236}">
                <a16:creationId xmlns:a16="http://schemas.microsoft.com/office/drawing/2014/main" id="{7C2594C6-3857-4F4B-A613-C5E9654F9AAE}"/>
              </a:ext>
            </a:extLst>
          </p:cNvPr>
          <p:cNvSpPr>
            <a:spLocks xmlns:a="http://schemas.openxmlformats.org/drawingml/2006/main" noGrp="1"/>
          </p:cNvSpPr>
          <p:nvPr/>
        </p:nvSpPr>
        <p:spPr>
          <a:xfrm xmlns:a="http://schemas.openxmlformats.org/drawingml/2006/main">
            <a:off x="342900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0BD"/>
          </a:solidFill>
          <a:ln xmlns:a="http://schemas.openxmlformats.org/drawingml/2006/main" w="2292">
            <a:solidFill>
              <a:srgbClr val="FBFCFE"/>
            </a:solidFill>
            <a:prstDash val="solid"/>
          </a:ln>
        </p:spPr>
      </p:sp>
      <p:sp>
        <p:nvSpPr>
          <p:cNvPr id="775" name="Editable chart path">
            <a:extLst xmlns:a="http://schemas.openxmlformats.org/drawingml/2006/main">
              <a:ext uri="{FF2B5EF4-FFF2-40B4-BE49-F238E27FC236}">
                <a16:creationId xmlns:a16="http://schemas.microsoft.com/office/drawing/2014/main" id="{29240A39-B460-4180-9767-5AA6E084FCF0}"/>
              </a:ext>
            </a:extLst>
          </p:cNvPr>
          <p:cNvSpPr>
            <a:spLocks xmlns:a="http://schemas.openxmlformats.org/drawingml/2006/main" noGrp="1"/>
          </p:cNvSpPr>
          <p:nvPr/>
        </p:nvSpPr>
        <p:spPr>
          <a:xfrm xmlns:a="http://schemas.openxmlformats.org/drawingml/2006/main">
            <a:off x="3666008"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76" name="Editable chart path">
            <a:extLst xmlns:a="http://schemas.openxmlformats.org/drawingml/2006/main">
              <a:ext uri="{FF2B5EF4-FFF2-40B4-BE49-F238E27FC236}">
                <a16:creationId xmlns:a16="http://schemas.microsoft.com/office/drawing/2014/main" id="{E4428F40-BBD8-499A-ACBD-7178AB6E303A}"/>
              </a:ext>
            </a:extLst>
          </p:cNvPr>
          <p:cNvSpPr>
            <a:spLocks xmlns:a="http://schemas.openxmlformats.org/drawingml/2006/main" noGrp="1"/>
          </p:cNvSpPr>
          <p:nvPr/>
        </p:nvSpPr>
        <p:spPr>
          <a:xfrm xmlns:a="http://schemas.openxmlformats.org/drawingml/2006/main">
            <a:off x="374501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77" name="Editable chart path">
            <a:extLst xmlns:a="http://schemas.openxmlformats.org/drawingml/2006/main">
              <a:ext uri="{FF2B5EF4-FFF2-40B4-BE49-F238E27FC236}">
                <a16:creationId xmlns:a16="http://schemas.microsoft.com/office/drawing/2014/main" id="{69AC09CD-C2CF-4858-BFD8-099F364275A2}"/>
              </a:ext>
            </a:extLst>
          </p:cNvPr>
          <p:cNvSpPr>
            <a:spLocks xmlns:a="http://schemas.openxmlformats.org/drawingml/2006/main" noGrp="1"/>
          </p:cNvSpPr>
          <p:nvPr/>
        </p:nvSpPr>
        <p:spPr>
          <a:xfrm xmlns:a="http://schemas.openxmlformats.org/drawingml/2006/main">
            <a:off x="4140023"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78" name="Editable chart path">
            <a:extLst xmlns:a="http://schemas.openxmlformats.org/drawingml/2006/main">
              <a:ext uri="{FF2B5EF4-FFF2-40B4-BE49-F238E27FC236}">
                <a16:creationId xmlns:a16="http://schemas.microsoft.com/office/drawing/2014/main" id="{EE468B05-AFA3-4F19-8E2A-14DD162F7D46}"/>
              </a:ext>
            </a:extLst>
          </p:cNvPr>
          <p:cNvSpPr>
            <a:spLocks xmlns:a="http://schemas.openxmlformats.org/drawingml/2006/main" noGrp="1"/>
          </p:cNvSpPr>
          <p:nvPr/>
        </p:nvSpPr>
        <p:spPr>
          <a:xfrm xmlns:a="http://schemas.openxmlformats.org/drawingml/2006/main">
            <a:off x="485104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79" name="Editable chart path">
            <a:extLst xmlns:a="http://schemas.openxmlformats.org/drawingml/2006/main">
              <a:ext uri="{FF2B5EF4-FFF2-40B4-BE49-F238E27FC236}">
                <a16:creationId xmlns:a16="http://schemas.microsoft.com/office/drawing/2014/main" id="{A1B815C8-5FA4-43B6-8387-523B9D79E591}"/>
              </a:ext>
            </a:extLst>
          </p:cNvPr>
          <p:cNvSpPr>
            <a:spLocks xmlns:a="http://schemas.openxmlformats.org/drawingml/2006/main" noGrp="1"/>
          </p:cNvSpPr>
          <p:nvPr/>
        </p:nvSpPr>
        <p:spPr>
          <a:xfrm xmlns:a="http://schemas.openxmlformats.org/drawingml/2006/main">
            <a:off x="4930048"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0" name="Editable chart path">
            <a:extLst xmlns:a="http://schemas.openxmlformats.org/drawingml/2006/main">
              <a:ext uri="{FF2B5EF4-FFF2-40B4-BE49-F238E27FC236}">
                <a16:creationId xmlns:a16="http://schemas.microsoft.com/office/drawing/2014/main" id="{B8838BB6-DB0F-43E1-B9DE-DFE30E33A7EF}"/>
              </a:ext>
            </a:extLst>
          </p:cNvPr>
          <p:cNvSpPr>
            <a:spLocks xmlns:a="http://schemas.openxmlformats.org/drawingml/2006/main" noGrp="1"/>
          </p:cNvSpPr>
          <p:nvPr/>
        </p:nvSpPr>
        <p:spPr>
          <a:xfrm xmlns:a="http://schemas.openxmlformats.org/drawingml/2006/main">
            <a:off x="500905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1" name="Editable chart path">
            <a:extLst xmlns:a="http://schemas.openxmlformats.org/drawingml/2006/main">
              <a:ext uri="{FF2B5EF4-FFF2-40B4-BE49-F238E27FC236}">
                <a16:creationId xmlns:a16="http://schemas.microsoft.com/office/drawing/2014/main" id="{D23F12AD-CAA8-4699-98E1-6E0702F7D078}"/>
              </a:ext>
            </a:extLst>
          </p:cNvPr>
          <p:cNvSpPr>
            <a:spLocks xmlns:a="http://schemas.openxmlformats.org/drawingml/2006/main" noGrp="1"/>
          </p:cNvSpPr>
          <p:nvPr/>
        </p:nvSpPr>
        <p:spPr>
          <a:xfrm xmlns:a="http://schemas.openxmlformats.org/drawingml/2006/main">
            <a:off x="5088053" y="2736698"/>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2" name="Editable chart path">
            <a:extLst xmlns:a="http://schemas.openxmlformats.org/drawingml/2006/main">
              <a:ext uri="{FF2B5EF4-FFF2-40B4-BE49-F238E27FC236}">
                <a16:creationId xmlns:a16="http://schemas.microsoft.com/office/drawing/2014/main" id="{B1EEE9C8-F76F-47E1-B46A-5667B3615D5E}"/>
              </a:ext>
            </a:extLst>
          </p:cNvPr>
          <p:cNvSpPr>
            <a:spLocks xmlns:a="http://schemas.openxmlformats.org/drawingml/2006/main" noGrp="1"/>
          </p:cNvSpPr>
          <p:nvPr/>
        </p:nvSpPr>
        <p:spPr>
          <a:xfrm xmlns:a="http://schemas.openxmlformats.org/drawingml/2006/main">
            <a:off x="5167055"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3" name="Editable chart path">
            <a:extLst xmlns:a="http://schemas.openxmlformats.org/drawingml/2006/main">
              <a:ext uri="{FF2B5EF4-FFF2-40B4-BE49-F238E27FC236}">
                <a16:creationId xmlns:a16="http://schemas.microsoft.com/office/drawing/2014/main" id="{6220ABCC-0FF8-4EB8-8150-BCAC65FCD636}"/>
              </a:ext>
            </a:extLst>
          </p:cNvPr>
          <p:cNvSpPr>
            <a:spLocks xmlns:a="http://schemas.openxmlformats.org/drawingml/2006/main" noGrp="1"/>
          </p:cNvSpPr>
          <p:nvPr/>
        </p:nvSpPr>
        <p:spPr>
          <a:xfrm xmlns:a="http://schemas.openxmlformats.org/drawingml/2006/main">
            <a:off x="5246058"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4" name="Editable chart path">
            <a:extLst xmlns:a="http://schemas.openxmlformats.org/drawingml/2006/main">
              <a:ext uri="{FF2B5EF4-FFF2-40B4-BE49-F238E27FC236}">
                <a16:creationId xmlns:a16="http://schemas.microsoft.com/office/drawing/2014/main" id="{3822C259-8AB2-4218-A4BE-46B43D51B276}"/>
              </a:ext>
            </a:extLst>
          </p:cNvPr>
          <p:cNvSpPr>
            <a:spLocks xmlns:a="http://schemas.openxmlformats.org/drawingml/2006/main" noGrp="1"/>
          </p:cNvSpPr>
          <p:nvPr/>
        </p:nvSpPr>
        <p:spPr>
          <a:xfrm xmlns:a="http://schemas.openxmlformats.org/drawingml/2006/main">
            <a:off x="5325060" y="2736698"/>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5" name="Editable chart path">
            <a:extLst xmlns:a="http://schemas.openxmlformats.org/drawingml/2006/main">
              <a:ext uri="{FF2B5EF4-FFF2-40B4-BE49-F238E27FC236}">
                <a16:creationId xmlns:a16="http://schemas.microsoft.com/office/drawing/2014/main" id="{8C338BEF-872E-4AA5-80A4-2475405F86CB}"/>
              </a:ext>
            </a:extLst>
          </p:cNvPr>
          <p:cNvSpPr>
            <a:spLocks xmlns:a="http://schemas.openxmlformats.org/drawingml/2006/main" noGrp="1"/>
          </p:cNvSpPr>
          <p:nvPr/>
        </p:nvSpPr>
        <p:spPr>
          <a:xfrm xmlns:a="http://schemas.openxmlformats.org/drawingml/2006/main">
            <a:off x="2085957"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6" name="Editable chart path">
            <a:extLst xmlns:a="http://schemas.openxmlformats.org/drawingml/2006/main">
              <a:ext uri="{FF2B5EF4-FFF2-40B4-BE49-F238E27FC236}">
                <a16:creationId xmlns:a16="http://schemas.microsoft.com/office/drawing/2014/main" id="{0C258FF1-6077-4DB6-B417-536B4AE8F883}"/>
              </a:ext>
            </a:extLst>
          </p:cNvPr>
          <p:cNvSpPr>
            <a:spLocks xmlns:a="http://schemas.openxmlformats.org/drawingml/2006/main" noGrp="1"/>
          </p:cNvSpPr>
          <p:nvPr/>
        </p:nvSpPr>
        <p:spPr>
          <a:xfrm xmlns:a="http://schemas.openxmlformats.org/drawingml/2006/main">
            <a:off x="216496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7" name="Editable chart path">
            <a:extLst xmlns:a="http://schemas.openxmlformats.org/drawingml/2006/main">
              <a:ext uri="{FF2B5EF4-FFF2-40B4-BE49-F238E27FC236}">
                <a16:creationId xmlns:a16="http://schemas.microsoft.com/office/drawing/2014/main" id="{395316A1-5F9F-4690-801C-3800AE3B21F2}"/>
              </a:ext>
            </a:extLst>
          </p:cNvPr>
          <p:cNvSpPr>
            <a:spLocks xmlns:a="http://schemas.openxmlformats.org/drawingml/2006/main" noGrp="1"/>
          </p:cNvSpPr>
          <p:nvPr/>
        </p:nvSpPr>
        <p:spPr>
          <a:xfrm xmlns:a="http://schemas.openxmlformats.org/drawingml/2006/main">
            <a:off x="2243962"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8" name="Editable chart path">
            <a:extLst xmlns:a="http://schemas.openxmlformats.org/drawingml/2006/main">
              <a:ext uri="{FF2B5EF4-FFF2-40B4-BE49-F238E27FC236}">
                <a16:creationId xmlns:a16="http://schemas.microsoft.com/office/drawing/2014/main" id="{5D97A3FF-3B75-4E38-9B2C-F68DA483C14A}"/>
              </a:ext>
            </a:extLst>
          </p:cNvPr>
          <p:cNvSpPr>
            <a:spLocks xmlns:a="http://schemas.openxmlformats.org/drawingml/2006/main" noGrp="1"/>
          </p:cNvSpPr>
          <p:nvPr/>
        </p:nvSpPr>
        <p:spPr>
          <a:xfrm xmlns:a="http://schemas.openxmlformats.org/drawingml/2006/main">
            <a:off x="2322965"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89" name="Editable chart path">
            <a:extLst xmlns:a="http://schemas.openxmlformats.org/drawingml/2006/main">
              <a:ext uri="{FF2B5EF4-FFF2-40B4-BE49-F238E27FC236}">
                <a16:creationId xmlns:a16="http://schemas.microsoft.com/office/drawing/2014/main" id="{055921B6-5A5A-4FE2-9194-FDE0D89A7356}"/>
              </a:ext>
            </a:extLst>
          </p:cNvPr>
          <p:cNvSpPr>
            <a:spLocks xmlns:a="http://schemas.openxmlformats.org/drawingml/2006/main" noGrp="1"/>
          </p:cNvSpPr>
          <p:nvPr/>
        </p:nvSpPr>
        <p:spPr>
          <a:xfrm xmlns:a="http://schemas.openxmlformats.org/drawingml/2006/main">
            <a:off x="2401967"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90" name="Editable chart path">
            <a:extLst xmlns:a="http://schemas.openxmlformats.org/drawingml/2006/main">
              <a:ext uri="{FF2B5EF4-FFF2-40B4-BE49-F238E27FC236}">
                <a16:creationId xmlns:a16="http://schemas.microsoft.com/office/drawing/2014/main" id="{69996DAA-B4D8-4DF0-AE88-F111BD5299FF}"/>
              </a:ext>
            </a:extLst>
          </p:cNvPr>
          <p:cNvSpPr>
            <a:spLocks xmlns:a="http://schemas.openxmlformats.org/drawingml/2006/main" noGrp="1"/>
          </p:cNvSpPr>
          <p:nvPr/>
        </p:nvSpPr>
        <p:spPr>
          <a:xfrm xmlns:a="http://schemas.openxmlformats.org/drawingml/2006/main">
            <a:off x="248097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91" name="Editable chart path">
            <a:extLst xmlns:a="http://schemas.openxmlformats.org/drawingml/2006/main">
              <a:ext uri="{FF2B5EF4-FFF2-40B4-BE49-F238E27FC236}">
                <a16:creationId xmlns:a16="http://schemas.microsoft.com/office/drawing/2014/main" id="{01A62CB2-48BA-46EC-9B56-42B4B7E2BB96}"/>
              </a:ext>
            </a:extLst>
          </p:cNvPr>
          <p:cNvSpPr>
            <a:spLocks xmlns:a="http://schemas.openxmlformats.org/drawingml/2006/main" noGrp="1"/>
          </p:cNvSpPr>
          <p:nvPr/>
        </p:nvSpPr>
        <p:spPr>
          <a:xfrm xmlns:a="http://schemas.openxmlformats.org/drawingml/2006/main">
            <a:off x="2559972"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92" name="Editable chart path">
            <a:extLst xmlns:a="http://schemas.openxmlformats.org/drawingml/2006/main">
              <a:ext uri="{FF2B5EF4-FFF2-40B4-BE49-F238E27FC236}">
                <a16:creationId xmlns:a16="http://schemas.microsoft.com/office/drawing/2014/main" id="{14D64955-124E-44D3-BE7B-AE5C9F58C544}"/>
              </a:ext>
            </a:extLst>
          </p:cNvPr>
          <p:cNvSpPr>
            <a:spLocks xmlns:a="http://schemas.openxmlformats.org/drawingml/2006/main" noGrp="1"/>
          </p:cNvSpPr>
          <p:nvPr/>
        </p:nvSpPr>
        <p:spPr>
          <a:xfrm xmlns:a="http://schemas.openxmlformats.org/drawingml/2006/main">
            <a:off x="2638975"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93" name="Editable chart path">
            <a:extLst xmlns:a="http://schemas.openxmlformats.org/drawingml/2006/main">
              <a:ext uri="{FF2B5EF4-FFF2-40B4-BE49-F238E27FC236}">
                <a16:creationId xmlns:a16="http://schemas.microsoft.com/office/drawing/2014/main" id="{43A0D540-5314-4777-A3F2-D658214A8FDE}"/>
              </a:ext>
            </a:extLst>
          </p:cNvPr>
          <p:cNvSpPr>
            <a:spLocks xmlns:a="http://schemas.openxmlformats.org/drawingml/2006/main" noGrp="1"/>
          </p:cNvSpPr>
          <p:nvPr/>
        </p:nvSpPr>
        <p:spPr>
          <a:xfrm xmlns:a="http://schemas.openxmlformats.org/drawingml/2006/main">
            <a:off x="2717977"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AC2BF"/>
          </a:solidFill>
          <a:ln xmlns:a="http://schemas.openxmlformats.org/drawingml/2006/main" w="2292">
            <a:solidFill>
              <a:srgbClr val="FBFCFE"/>
            </a:solidFill>
            <a:prstDash val="solid"/>
          </a:ln>
        </p:spPr>
      </p:sp>
      <p:sp>
        <p:nvSpPr>
          <p:cNvPr id="794" name="Editable chart path">
            <a:extLst xmlns:a="http://schemas.openxmlformats.org/drawingml/2006/main">
              <a:ext uri="{FF2B5EF4-FFF2-40B4-BE49-F238E27FC236}">
                <a16:creationId xmlns:a16="http://schemas.microsoft.com/office/drawing/2014/main" id="{F194B110-2E05-43B6-8CF7-6425B61ADB9F}"/>
              </a:ext>
            </a:extLst>
          </p:cNvPr>
          <p:cNvSpPr>
            <a:spLocks xmlns:a="http://schemas.openxmlformats.org/drawingml/2006/main" noGrp="1"/>
          </p:cNvSpPr>
          <p:nvPr/>
        </p:nvSpPr>
        <p:spPr>
          <a:xfrm xmlns:a="http://schemas.openxmlformats.org/drawingml/2006/main">
            <a:off x="279698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ECDCB"/>
          </a:solidFill>
          <a:ln xmlns:a="http://schemas.openxmlformats.org/drawingml/2006/main" w="2292">
            <a:solidFill>
              <a:srgbClr val="FBFCFE"/>
            </a:solidFill>
            <a:prstDash val="solid"/>
          </a:ln>
        </p:spPr>
      </p:sp>
      <p:sp>
        <p:nvSpPr>
          <p:cNvPr id="795" name="Editable chart path">
            <a:extLst xmlns:a="http://schemas.openxmlformats.org/drawingml/2006/main">
              <a:ext uri="{FF2B5EF4-FFF2-40B4-BE49-F238E27FC236}">
                <a16:creationId xmlns:a16="http://schemas.microsoft.com/office/drawing/2014/main" id="{12E6E29C-78C2-4D09-87F4-C6F64311A45A}"/>
              </a:ext>
            </a:extLst>
          </p:cNvPr>
          <p:cNvSpPr>
            <a:spLocks xmlns:a="http://schemas.openxmlformats.org/drawingml/2006/main" noGrp="1"/>
          </p:cNvSpPr>
          <p:nvPr/>
        </p:nvSpPr>
        <p:spPr>
          <a:xfrm xmlns:a="http://schemas.openxmlformats.org/drawingml/2006/main">
            <a:off x="2875982"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DCAC8"/>
          </a:solidFill>
          <a:ln xmlns:a="http://schemas.openxmlformats.org/drawingml/2006/main" w="2292">
            <a:solidFill>
              <a:srgbClr val="FBFCFE"/>
            </a:solidFill>
            <a:prstDash val="solid"/>
          </a:ln>
        </p:spPr>
      </p:sp>
      <p:sp>
        <p:nvSpPr>
          <p:cNvPr id="796" name="Editable chart path">
            <a:extLst xmlns:a="http://schemas.openxmlformats.org/drawingml/2006/main">
              <a:ext uri="{FF2B5EF4-FFF2-40B4-BE49-F238E27FC236}">
                <a16:creationId xmlns:a16="http://schemas.microsoft.com/office/drawing/2014/main" id="{EC50EE9F-A21E-4359-A347-366609846154}"/>
              </a:ext>
            </a:extLst>
          </p:cNvPr>
          <p:cNvSpPr>
            <a:spLocks xmlns:a="http://schemas.openxmlformats.org/drawingml/2006/main" noGrp="1"/>
          </p:cNvSpPr>
          <p:nvPr/>
        </p:nvSpPr>
        <p:spPr>
          <a:xfrm xmlns:a="http://schemas.openxmlformats.org/drawingml/2006/main">
            <a:off x="2954985"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2ABA7"/>
          </a:solidFill>
          <a:ln xmlns:a="http://schemas.openxmlformats.org/drawingml/2006/main" w="2292">
            <a:solidFill>
              <a:srgbClr val="FBFCFE"/>
            </a:solidFill>
            <a:prstDash val="solid"/>
          </a:ln>
        </p:spPr>
      </p:sp>
      <p:sp>
        <p:nvSpPr>
          <p:cNvPr id="797" name="Editable chart path">
            <a:extLst xmlns:a="http://schemas.openxmlformats.org/drawingml/2006/main">
              <a:ext uri="{FF2B5EF4-FFF2-40B4-BE49-F238E27FC236}">
                <a16:creationId xmlns:a16="http://schemas.microsoft.com/office/drawing/2014/main" id="{62014A4A-E1D1-4C6B-A98A-6557B6FFA4E7}"/>
              </a:ext>
            </a:extLst>
          </p:cNvPr>
          <p:cNvSpPr>
            <a:spLocks xmlns:a="http://schemas.openxmlformats.org/drawingml/2006/main" noGrp="1"/>
          </p:cNvSpPr>
          <p:nvPr/>
        </p:nvSpPr>
        <p:spPr>
          <a:xfrm xmlns:a="http://schemas.openxmlformats.org/drawingml/2006/main">
            <a:off x="3033987"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1D7D5"/>
          </a:solidFill>
          <a:ln xmlns:a="http://schemas.openxmlformats.org/drawingml/2006/main" w="2292">
            <a:solidFill>
              <a:srgbClr val="FBFCFE"/>
            </a:solidFill>
            <a:prstDash val="solid"/>
          </a:ln>
        </p:spPr>
      </p:sp>
      <p:sp>
        <p:nvSpPr>
          <p:cNvPr id="798" name="Editable chart path">
            <a:extLst xmlns:a="http://schemas.openxmlformats.org/drawingml/2006/main">
              <a:ext uri="{FF2B5EF4-FFF2-40B4-BE49-F238E27FC236}">
                <a16:creationId xmlns:a16="http://schemas.microsoft.com/office/drawing/2014/main" id="{E8FAACFC-CBD3-41FF-A242-D06630839B83}"/>
              </a:ext>
            </a:extLst>
          </p:cNvPr>
          <p:cNvSpPr>
            <a:spLocks xmlns:a="http://schemas.openxmlformats.org/drawingml/2006/main" noGrp="1"/>
          </p:cNvSpPr>
          <p:nvPr/>
        </p:nvSpPr>
        <p:spPr>
          <a:xfrm xmlns:a="http://schemas.openxmlformats.org/drawingml/2006/main">
            <a:off x="3112990"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799" name="Editable chart path">
            <a:extLst xmlns:a="http://schemas.openxmlformats.org/drawingml/2006/main">
              <a:ext uri="{FF2B5EF4-FFF2-40B4-BE49-F238E27FC236}">
                <a16:creationId xmlns:a16="http://schemas.microsoft.com/office/drawing/2014/main" id="{2501BC38-EAD2-4807-8821-6DCF60B7A51D}"/>
              </a:ext>
            </a:extLst>
          </p:cNvPr>
          <p:cNvSpPr>
            <a:spLocks xmlns:a="http://schemas.openxmlformats.org/drawingml/2006/main" noGrp="1"/>
          </p:cNvSpPr>
          <p:nvPr/>
        </p:nvSpPr>
        <p:spPr>
          <a:xfrm xmlns:a="http://schemas.openxmlformats.org/drawingml/2006/main">
            <a:off x="3191992"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800" name="Editable chart path">
            <a:extLst xmlns:a="http://schemas.openxmlformats.org/drawingml/2006/main">
              <a:ext uri="{FF2B5EF4-FFF2-40B4-BE49-F238E27FC236}">
                <a16:creationId xmlns:a16="http://schemas.microsoft.com/office/drawing/2014/main" id="{0C36039D-5170-4C1C-8D65-129F73EBA48C}"/>
              </a:ext>
            </a:extLst>
          </p:cNvPr>
          <p:cNvSpPr>
            <a:spLocks xmlns:a="http://schemas.openxmlformats.org/drawingml/2006/main" noGrp="1"/>
          </p:cNvSpPr>
          <p:nvPr/>
        </p:nvSpPr>
        <p:spPr>
          <a:xfrm xmlns:a="http://schemas.openxmlformats.org/drawingml/2006/main">
            <a:off x="3270995"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6C3"/>
          </a:solidFill>
          <a:ln xmlns:a="http://schemas.openxmlformats.org/drawingml/2006/main" w="2292">
            <a:solidFill>
              <a:srgbClr val="FBFCFE"/>
            </a:solidFill>
            <a:prstDash val="solid"/>
          </a:ln>
        </p:spPr>
      </p:sp>
      <p:sp>
        <p:nvSpPr>
          <p:cNvPr id="801" name="Editable chart path">
            <a:extLst xmlns:a="http://schemas.openxmlformats.org/drawingml/2006/main">
              <a:ext uri="{FF2B5EF4-FFF2-40B4-BE49-F238E27FC236}">
                <a16:creationId xmlns:a16="http://schemas.microsoft.com/office/drawing/2014/main" id="{BE7B54E3-3091-4BF2-80BC-D1B863A7FFBF}"/>
              </a:ext>
            </a:extLst>
          </p:cNvPr>
          <p:cNvSpPr>
            <a:spLocks xmlns:a="http://schemas.openxmlformats.org/drawingml/2006/main" noGrp="1"/>
          </p:cNvSpPr>
          <p:nvPr/>
        </p:nvSpPr>
        <p:spPr>
          <a:xfrm xmlns:a="http://schemas.openxmlformats.org/drawingml/2006/main">
            <a:off x="3349997"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802" name="Editable chart path">
            <a:extLst xmlns:a="http://schemas.openxmlformats.org/drawingml/2006/main">
              <a:ext uri="{FF2B5EF4-FFF2-40B4-BE49-F238E27FC236}">
                <a16:creationId xmlns:a16="http://schemas.microsoft.com/office/drawing/2014/main" id="{D80A27F8-C841-4980-A676-C4E9FA31D444}"/>
              </a:ext>
            </a:extLst>
          </p:cNvPr>
          <p:cNvSpPr>
            <a:spLocks xmlns:a="http://schemas.openxmlformats.org/drawingml/2006/main" noGrp="1"/>
          </p:cNvSpPr>
          <p:nvPr/>
        </p:nvSpPr>
        <p:spPr>
          <a:xfrm xmlns:a="http://schemas.openxmlformats.org/drawingml/2006/main">
            <a:off x="342900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03" name="Editable chart path">
            <a:extLst xmlns:a="http://schemas.openxmlformats.org/drawingml/2006/main">
              <a:ext uri="{FF2B5EF4-FFF2-40B4-BE49-F238E27FC236}">
                <a16:creationId xmlns:a16="http://schemas.microsoft.com/office/drawing/2014/main" id="{96EF16F5-2BA7-4B34-9B06-F69444D5E9D9}"/>
              </a:ext>
            </a:extLst>
          </p:cNvPr>
          <p:cNvSpPr>
            <a:spLocks xmlns:a="http://schemas.openxmlformats.org/drawingml/2006/main" noGrp="1"/>
          </p:cNvSpPr>
          <p:nvPr/>
        </p:nvSpPr>
        <p:spPr>
          <a:xfrm xmlns:a="http://schemas.openxmlformats.org/drawingml/2006/main">
            <a:off x="3508002"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04" name="Editable chart path">
            <a:extLst xmlns:a="http://schemas.openxmlformats.org/drawingml/2006/main">
              <a:ext uri="{FF2B5EF4-FFF2-40B4-BE49-F238E27FC236}">
                <a16:creationId xmlns:a16="http://schemas.microsoft.com/office/drawing/2014/main" id="{14C8776F-86BD-4938-8CF1-698CEA3526E7}"/>
              </a:ext>
            </a:extLst>
          </p:cNvPr>
          <p:cNvSpPr>
            <a:spLocks xmlns:a="http://schemas.openxmlformats.org/drawingml/2006/main" noGrp="1"/>
          </p:cNvSpPr>
          <p:nvPr/>
        </p:nvSpPr>
        <p:spPr>
          <a:xfrm xmlns:a="http://schemas.openxmlformats.org/drawingml/2006/main">
            <a:off x="4930048"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05" name="Editable chart path">
            <a:extLst xmlns:a="http://schemas.openxmlformats.org/drawingml/2006/main">
              <a:ext uri="{FF2B5EF4-FFF2-40B4-BE49-F238E27FC236}">
                <a16:creationId xmlns:a16="http://schemas.microsoft.com/office/drawing/2014/main" id="{E9B989C4-00DD-4B63-A4AA-C20D7AF1C2A9}"/>
              </a:ext>
            </a:extLst>
          </p:cNvPr>
          <p:cNvSpPr>
            <a:spLocks xmlns:a="http://schemas.openxmlformats.org/drawingml/2006/main" noGrp="1"/>
          </p:cNvSpPr>
          <p:nvPr/>
        </p:nvSpPr>
        <p:spPr>
          <a:xfrm xmlns:a="http://schemas.openxmlformats.org/drawingml/2006/main">
            <a:off x="5009050" y="2657164"/>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06" name="Editable chart path">
            <a:extLst xmlns:a="http://schemas.openxmlformats.org/drawingml/2006/main">
              <a:ext uri="{FF2B5EF4-FFF2-40B4-BE49-F238E27FC236}">
                <a16:creationId xmlns:a16="http://schemas.microsoft.com/office/drawing/2014/main" id="{48CAFD76-A5D4-45E7-9FC1-0484E9EFA503}"/>
              </a:ext>
            </a:extLst>
          </p:cNvPr>
          <p:cNvSpPr>
            <a:spLocks xmlns:a="http://schemas.openxmlformats.org/drawingml/2006/main" noGrp="1"/>
          </p:cNvSpPr>
          <p:nvPr/>
        </p:nvSpPr>
        <p:spPr>
          <a:xfrm xmlns:a="http://schemas.openxmlformats.org/drawingml/2006/main">
            <a:off x="5088053" y="2657164"/>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07" name="Editable chart path">
            <a:extLst xmlns:a="http://schemas.openxmlformats.org/drawingml/2006/main">
              <a:ext uri="{FF2B5EF4-FFF2-40B4-BE49-F238E27FC236}">
                <a16:creationId xmlns:a16="http://schemas.microsoft.com/office/drawing/2014/main" id="{B2A97BF6-F5A8-4D6F-8DEC-0E564964DE87}"/>
              </a:ext>
            </a:extLst>
          </p:cNvPr>
          <p:cNvSpPr>
            <a:spLocks xmlns:a="http://schemas.openxmlformats.org/drawingml/2006/main" noGrp="1"/>
          </p:cNvSpPr>
          <p:nvPr/>
        </p:nvSpPr>
        <p:spPr>
          <a:xfrm xmlns:a="http://schemas.openxmlformats.org/drawingml/2006/main">
            <a:off x="2164960"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08" name="Editable chart path">
            <a:extLst xmlns:a="http://schemas.openxmlformats.org/drawingml/2006/main">
              <a:ext uri="{FF2B5EF4-FFF2-40B4-BE49-F238E27FC236}">
                <a16:creationId xmlns:a16="http://schemas.microsoft.com/office/drawing/2014/main" id="{B18456B4-EC93-46BF-824E-E76251BE1659}"/>
              </a:ext>
            </a:extLst>
          </p:cNvPr>
          <p:cNvSpPr>
            <a:spLocks xmlns:a="http://schemas.openxmlformats.org/drawingml/2006/main" noGrp="1"/>
          </p:cNvSpPr>
          <p:nvPr/>
        </p:nvSpPr>
        <p:spPr>
          <a:xfrm xmlns:a="http://schemas.openxmlformats.org/drawingml/2006/main">
            <a:off x="2243962"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09" name="Editable chart path">
            <a:extLst xmlns:a="http://schemas.openxmlformats.org/drawingml/2006/main">
              <a:ext uri="{FF2B5EF4-FFF2-40B4-BE49-F238E27FC236}">
                <a16:creationId xmlns:a16="http://schemas.microsoft.com/office/drawing/2014/main" id="{8ED63CA5-5AAC-4442-821A-08BB28048C32}"/>
              </a:ext>
            </a:extLst>
          </p:cNvPr>
          <p:cNvSpPr>
            <a:spLocks xmlns:a="http://schemas.openxmlformats.org/drawingml/2006/main" noGrp="1"/>
          </p:cNvSpPr>
          <p:nvPr/>
        </p:nvSpPr>
        <p:spPr>
          <a:xfrm xmlns:a="http://schemas.openxmlformats.org/drawingml/2006/main">
            <a:off x="2322965" y="257762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10" name="Editable chart path">
            <a:extLst xmlns:a="http://schemas.openxmlformats.org/drawingml/2006/main">
              <a:ext uri="{FF2B5EF4-FFF2-40B4-BE49-F238E27FC236}">
                <a16:creationId xmlns:a16="http://schemas.microsoft.com/office/drawing/2014/main" id="{4D3455C4-F94E-45F8-AD0D-E1B3FEAB8A18}"/>
              </a:ext>
            </a:extLst>
          </p:cNvPr>
          <p:cNvSpPr>
            <a:spLocks xmlns:a="http://schemas.openxmlformats.org/drawingml/2006/main" noGrp="1"/>
          </p:cNvSpPr>
          <p:nvPr/>
        </p:nvSpPr>
        <p:spPr>
          <a:xfrm xmlns:a="http://schemas.openxmlformats.org/drawingml/2006/main">
            <a:off x="2401967"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11" name="Editable chart path">
            <a:extLst xmlns:a="http://schemas.openxmlformats.org/drawingml/2006/main">
              <a:ext uri="{FF2B5EF4-FFF2-40B4-BE49-F238E27FC236}">
                <a16:creationId xmlns:a16="http://schemas.microsoft.com/office/drawing/2014/main" id="{15B6A28B-80F7-41E0-8E47-74C0ED135081}"/>
              </a:ext>
            </a:extLst>
          </p:cNvPr>
          <p:cNvSpPr>
            <a:spLocks xmlns:a="http://schemas.openxmlformats.org/drawingml/2006/main" noGrp="1"/>
          </p:cNvSpPr>
          <p:nvPr/>
        </p:nvSpPr>
        <p:spPr>
          <a:xfrm xmlns:a="http://schemas.openxmlformats.org/drawingml/2006/main">
            <a:off x="2480970"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12" name="Editable chart path">
            <a:extLst xmlns:a="http://schemas.openxmlformats.org/drawingml/2006/main">
              <a:ext uri="{FF2B5EF4-FFF2-40B4-BE49-F238E27FC236}">
                <a16:creationId xmlns:a16="http://schemas.microsoft.com/office/drawing/2014/main" id="{21A5F259-F49F-4E9C-A546-ADFB6CE48468}"/>
              </a:ext>
            </a:extLst>
          </p:cNvPr>
          <p:cNvSpPr>
            <a:spLocks xmlns:a="http://schemas.openxmlformats.org/drawingml/2006/main" noGrp="1"/>
          </p:cNvSpPr>
          <p:nvPr/>
        </p:nvSpPr>
        <p:spPr>
          <a:xfrm xmlns:a="http://schemas.openxmlformats.org/drawingml/2006/main">
            <a:off x="2559972"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13" name="Editable chart path">
            <a:extLst xmlns:a="http://schemas.openxmlformats.org/drawingml/2006/main">
              <a:ext uri="{FF2B5EF4-FFF2-40B4-BE49-F238E27FC236}">
                <a16:creationId xmlns:a16="http://schemas.microsoft.com/office/drawing/2014/main" id="{A4EE2068-B030-4601-88F8-2F29197AD04E}"/>
              </a:ext>
            </a:extLst>
          </p:cNvPr>
          <p:cNvSpPr>
            <a:spLocks xmlns:a="http://schemas.openxmlformats.org/drawingml/2006/main" noGrp="1"/>
          </p:cNvSpPr>
          <p:nvPr/>
        </p:nvSpPr>
        <p:spPr>
          <a:xfrm xmlns:a="http://schemas.openxmlformats.org/drawingml/2006/main">
            <a:off x="2638975"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14" name="Editable chart path">
            <a:extLst xmlns:a="http://schemas.openxmlformats.org/drawingml/2006/main">
              <a:ext uri="{FF2B5EF4-FFF2-40B4-BE49-F238E27FC236}">
                <a16:creationId xmlns:a16="http://schemas.microsoft.com/office/drawing/2014/main" id="{2FEAC273-DAE4-48D4-8E92-B3E3627754B3}"/>
              </a:ext>
            </a:extLst>
          </p:cNvPr>
          <p:cNvSpPr>
            <a:spLocks xmlns:a="http://schemas.openxmlformats.org/drawingml/2006/main" noGrp="1"/>
          </p:cNvSpPr>
          <p:nvPr/>
        </p:nvSpPr>
        <p:spPr>
          <a:xfrm xmlns:a="http://schemas.openxmlformats.org/drawingml/2006/main">
            <a:off x="2717977" y="257762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CBDCF4"/>
          </a:solidFill>
          <a:ln xmlns:a="http://schemas.openxmlformats.org/drawingml/2006/main" w="2292">
            <a:solidFill>
              <a:srgbClr val="FBFCFE"/>
            </a:solidFill>
            <a:prstDash val="solid"/>
          </a:ln>
        </p:spPr>
      </p:sp>
      <p:sp>
        <p:nvSpPr>
          <p:cNvPr id="815" name="Editable chart path">
            <a:extLst xmlns:a="http://schemas.openxmlformats.org/drawingml/2006/main">
              <a:ext uri="{FF2B5EF4-FFF2-40B4-BE49-F238E27FC236}">
                <a16:creationId xmlns:a16="http://schemas.microsoft.com/office/drawing/2014/main" id="{DDAE90D8-1651-4F13-B29F-5BB915DAD923}"/>
              </a:ext>
            </a:extLst>
          </p:cNvPr>
          <p:cNvSpPr>
            <a:spLocks xmlns:a="http://schemas.openxmlformats.org/drawingml/2006/main" noGrp="1"/>
          </p:cNvSpPr>
          <p:nvPr/>
        </p:nvSpPr>
        <p:spPr>
          <a:xfrm xmlns:a="http://schemas.openxmlformats.org/drawingml/2006/main">
            <a:off x="2796980"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BBD2F3"/>
          </a:solidFill>
          <a:ln xmlns:a="http://schemas.openxmlformats.org/drawingml/2006/main" w="2292">
            <a:solidFill>
              <a:srgbClr val="FBFCFE"/>
            </a:solidFill>
            <a:prstDash val="solid"/>
          </a:ln>
        </p:spPr>
      </p:sp>
      <p:sp>
        <p:nvSpPr>
          <p:cNvPr id="816" name="Editable chart path">
            <a:extLst xmlns:a="http://schemas.openxmlformats.org/drawingml/2006/main">
              <a:ext uri="{FF2B5EF4-FFF2-40B4-BE49-F238E27FC236}">
                <a16:creationId xmlns:a16="http://schemas.microsoft.com/office/drawing/2014/main" id="{549556D9-D387-488A-A889-F8AF0D5CE265}"/>
              </a:ext>
            </a:extLst>
          </p:cNvPr>
          <p:cNvSpPr>
            <a:spLocks xmlns:a="http://schemas.openxmlformats.org/drawingml/2006/main" noGrp="1"/>
          </p:cNvSpPr>
          <p:nvPr/>
        </p:nvSpPr>
        <p:spPr>
          <a:xfrm xmlns:a="http://schemas.openxmlformats.org/drawingml/2006/main">
            <a:off x="2875982"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2E1"/>
          </a:solidFill>
          <a:ln xmlns:a="http://schemas.openxmlformats.org/drawingml/2006/main" w="2292">
            <a:solidFill>
              <a:srgbClr val="FBFCFE"/>
            </a:solidFill>
            <a:prstDash val="solid"/>
          </a:ln>
        </p:spPr>
      </p:sp>
      <p:sp>
        <p:nvSpPr>
          <p:cNvPr id="817" name="Editable chart path">
            <a:extLst xmlns:a="http://schemas.openxmlformats.org/drawingml/2006/main">
              <a:ext uri="{FF2B5EF4-FFF2-40B4-BE49-F238E27FC236}">
                <a16:creationId xmlns:a16="http://schemas.microsoft.com/office/drawing/2014/main" id="{20E6E098-9500-45BC-86A3-8CBA813D644E}"/>
              </a:ext>
            </a:extLst>
          </p:cNvPr>
          <p:cNvSpPr>
            <a:spLocks xmlns:a="http://schemas.openxmlformats.org/drawingml/2006/main" noGrp="1"/>
          </p:cNvSpPr>
          <p:nvPr/>
        </p:nvSpPr>
        <p:spPr>
          <a:xfrm xmlns:a="http://schemas.openxmlformats.org/drawingml/2006/main">
            <a:off x="2954985"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2D9D7"/>
          </a:solidFill>
          <a:ln xmlns:a="http://schemas.openxmlformats.org/drawingml/2006/main" w="2292">
            <a:solidFill>
              <a:srgbClr val="FBFCFE"/>
            </a:solidFill>
            <a:prstDash val="solid"/>
          </a:ln>
        </p:spPr>
      </p:sp>
      <p:sp>
        <p:nvSpPr>
          <p:cNvPr id="818" name="Editable chart path">
            <a:extLst xmlns:a="http://schemas.openxmlformats.org/drawingml/2006/main">
              <a:ext uri="{FF2B5EF4-FFF2-40B4-BE49-F238E27FC236}">
                <a16:creationId xmlns:a16="http://schemas.microsoft.com/office/drawing/2014/main" id="{27690927-1769-4B48-B47D-0F89D6C33FB5}"/>
              </a:ext>
            </a:extLst>
          </p:cNvPr>
          <p:cNvSpPr>
            <a:spLocks xmlns:a="http://schemas.openxmlformats.org/drawingml/2006/main" noGrp="1"/>
          </p:cNvSpPr>
          <p:nvPr/>
        </p:nvSpPr>
        <p:spPr>
          <a:xfrm xmlns:a="http://schemas.openxmlformats.org/drawingml/2006/main">
            <a:off x="3033987"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0D1CF"/>
          </a:solidFill>
          <a:ln xmlns:a="http://schemas.openxmlformats.org/drawingml/2006/main" w="2292">
            <a:solidFill>
              <a:srgbClr val="FBFCFE"/>
            </a:solidFill>
            <a:prstDash val="solid"/>
          </a:ln>
        </p:spPr>
      </p:sp>
      <p:sp>
        <p:nvSpPr>
          <p:cNvPr id="819" name="Editable chart path">
            <a:extLst xmlns:a="http://schemas.openxmlformats.org/drawingml/2006/main">
              <a:ext uri="{FF2B5EF4-FFF2-40B4-BE49-F238E27FC236}">
                <a16:creationId xmlns:a16="http://schemas.microsoft.com/office/drawing/2014/main" id="{DD0985B1-82A3-41AF-9403-F7C6358888F0}"/>
              </a:ext>
            </a:extLst>
          </p:cNvPr>
          <p:cNvSpPr>
            <a:spLocks xmlns:a="http://schemas.openxmlformats.org/drawingml/2006/main" noGrp="1"/>
          </p:cNvSpPr>
          <p:nvPr/>
        </p:nvSpPr>
        <p:spPr>
          <a:xfrm xmlns:a="http://schemas.openxmlformats.org/drawingml/2006/main">
            <a:off x="3112990" y="257762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8BAB7"/>
          </a:solidFill>
          <a:ln xmlns:a="http://schemas.openxmlformats.org/drawingml/2006/main" w="2292">
            <a:solidFill>
              <a:srgbClr val="FBFCFE"/>
            </a:solidFill>
            <a:prstDash val="solid"/>
          </a:ln>
        </p:spPr>
      </p:sp>
      <p:sp>
        <p:nvSpPr>
          <p:cNvPr id="820" name="Editable chart path">
            <a:extLst xmlns:a="http://schemas.openxmlformats.org/drawingml/2006/main">
              <a:ext uri="{FF2B5EF4-FFF2-40B4-BE49-F238E27FC236}">
                <a16:creationId xmlns:a16="http://schemas.microsoft.com/office/drawing/2014/main" id="{B83E7ACB-C85B-4987-9879-006CB731D04E}"/>
              </a:ext>
            </a:extLst>
          </p:cNvPr>
          <p:cNvSpPr>
            <a:spLocks xmlns:a="http://schemas.openxmlformats.org/drawingml/2006/main" noGrp="1"/>
          </p:cNvSpPr>
          <p:nvPr/>
        </p:nvSpPr>
        <p:spPr>
          <a:xfrm xmlns:a="http://schemas.openxmlformats.org/drawingml/2006/main">
            <a:off x="3191992"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BC4C1"/>
          </a:solidFill>
          <a:ln xmlns:a="http://schemas.openxmlformats.org/drawingml/2006/main" w="2292">
            <a:solidFill>
              <a:srgbClr val="FBFCFE"/>
            </a:solidFill>
            <a:prstDash val="solid"/>
          </a:ln>
        </p:spPr>
      </p:sp>
      <p:sp>
        <p:nvSpPr>
          <p:cNvPr id="821" name="Editable chart path">
            <a:extLst xmlns:a="http://schemas.openxmlformats.org/drawingml/2006/main">
              <a:ext uri="{FF2B5EF4-FFF2-40B4-BE49-F238E27FC236}">
                <a16:creationId xmlns:a16="http://schemas.microsoft.com/office/drawing/2014/main" id="{F28D2937-7229-4F18-A974-737464B42E2E}"/>
              </a:ext>
            </a:extLst>
          </p:cNvPr>
          <p:cNvSpPr>
            <a:spLocks xmlns:a="http://schemas.openxmlformats.org/drawingml/2006/main" noGrp="1"/>
          </p:cNvSpPr>
          <p:nvPr/>
        </p:nvSpPr>
        <p:spPr>
          <a:xfrm xmlns:a="http://schemas.openxmlformats.org/drawingml/2006/main">
            <a:off x="3270995"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5E0DF"/>
          </a:solidFill>
          <a:ln xmlns:a="http://schemas.openxmlformats.org/drawingml/2006/main" w="2292">
            <a:solidFill>
              <a:srgbClr val="FBFCFE"/>
            </a:solidFill>
            <a:prstDash val="solid"/>
          </a:ln>
        </p:spPr>
      </p:sp>
      <p:sp>
        <p:nvSpPr>
          <p:cNvPr id="822" name="Editable chart path">
            <a:extLst xmlns:a="http://schemas.openxmlformats.org/drawingml/2006/main">
              <a:ext uri="{FF2B5EF4-FFF2-40B4-BE49-F238E27FC236}">
                <a16:creationId xmlns:a16="http://schemas.microsoft.com/office/drawing/2014/main" id="{44D5F78E-0D9D-4B30-AF9E-D9F04A29DD3F}"/>
              </a:ext>
            </a:extLst>
          </p:cNvPr>
          <p:cNvSpPr>
            <a:spLocks xmlns:a="http://schemas.openxmlformats.org/drawingml/2006/main" noGrp="1"/>
          </p:cNvSpPr>
          <p:nvPr/>
        </p:nvSpPr>
        <p:spPr>
          <a:xfrm xmlns:a="http://schemas.openxmlformats.org/drawingml/2006/main">
            <a:off x="3349997"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23" name="Editable chart path">
            <a:extLst xmlns:a="http://schemas.openxmlformats.org/drawingml/2006/main">
              <a:ext uri="{FF2B5EF4-FFF2-40B4-BE49-F238E27FC236}">
                <a16:creationId xmlns:a16="http://schemas.microsoft.com/office/drawing/2014/main" id="{7CC201BD-E076-406A-8C5D-489C3F78A844}"/>
              </a:ext>
            </a:extLst>
          </p:cNvPr>
          <p:cNvSpPr>
            <a:spLocks xmlns:a="http://schemas.openxmlformats.org/drawingml/2006/main" noGrp="1"/>
          </p:cNvSpPr>
          <p:nvPr/>
        </p:nvSpPr>
        <p:spPr>
          <a:xfrm xmlns:a="http://schemas.openxmlformats.org/drawingml/2006/main">
            <a:off x="3429000"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24" name="Editable chart path">
            <a:extLst xmlns:a="http://schemas.openxmlformats.org/drawingml/2006/main">
              <a:ext uri="{FF2B5EF4-FFF2-40B4-BE49-F238E27FC236}">
                <a16:creationId xmlns:a16="http://schemas.microsoft.com/office/drawing/2014/main" id="{B1D34DEC-6516-4DAA-A8AF-849A2B60FB5D}"/>
              </a:ext>
            </a:extLst>
          </p:cNvPr>
          <p:cNvSpPr>
            <a:spLocks xmlns:a="http://schemas.openxmlformats.org/drawingml/2006/main" noGrp="1"/>
          </p:cNvSpPr>
          <p:nvPr/>
        </p:nvSpPr>
        <p:spPr>
          <a:xfrm xmlns:a="http://schemas.openxmlformats.org/drawingml/2006/main">
            <a:off x="3508002" y="2577629"/>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25" name="Editable chart path">
            <a:extLst xmlns:a="http://schemas.openxmlformats.org/drawingml/2006/main">
              <a:ext uri="{FF2B5EF4-FFF2-40B4-BE49-F238E27FC236}">
                <a16:creationId xmlns:a16="http://schemas.microsoft.com/office/drawing/2014/main" id="{C22DEA28-183C-4D29-80B9-6904672BE603}"/>
              </a:ext>
            </a:extLst>
          </p:cNvPr>
          <p:cNvSpPr>
            <a:spLocks xmlns:a="http://schemas.openxmlformats.org/drawingml/2006/main" noGrp="1"/>
          </p:cNvSpPr>
          <p:nvPr/>
        </p:nvSpPr>
        <p:spPr>
          <a:xfrm xmlns:a="http://schemas.openxmlformats.org/drawingml/2006/main">
            <a:off x="3587005" y="2577629"/>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26" name="Editable chart path">
            <a:extLst xmlns:a="http://schemas.openxmlformats.org/drawingml/2006/main">
              <a:ext uri="{FF2B5EF4-FFF2-40B4-BE49-F238E27FC236}">
                <a16:creationId xmlns:a16="http://schemas.microsoft.com/office/drawing/2014/main" id="{AC887339-2149-48D9-B79E-5B85B39CE80B}"/>
              </a:ext>
            </a:extLst>
          </p:cNvPr>
          <p:cNvSpPr>
            <a:spLocks xmlns:a="http://schemas.openxmlformats.org/drawingml/2006/main" noGrp="1"/>
          </p:cNvSpPr>
          <p:nvPr/>
        </p:nvSpPr>
        <p:spPr>
          <a:xfrm xmlns:a="http://schemas.openxmlformats.org/drawingml/2006/main">
            <a:off x="2796980"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27" name="Editable chart path">
            <a:extLst xmlns:a="http://schemas.openxmlformats.org/drawingml/2006/main">
              <a:ext uri="{FF2B5EF4-FFF2-40B4-BE49-F238E27FC236}">
                <a16:creationId xmlns:a16="http://schemas.microsoft.com/office/drawing/2014/main" id="{FF733AAB-4211-4B19-A43D-CEE5D006B456}"/>
              </a:ext>
            </a:extLst>
          </p:cNvPr>
          <p:cNvSpPr>
            <a:spLocks xmlns:a="http://schemas.openxmlformats.org/drawingml/2006/main" noGrp="1"/>
          </p:cNvSpPr>
          <p:nvPr/>
        </p:nvSpPr>
        <p:spPr>
          <a:xfrm xmlns:a="http://schemas.openxmlformats.org/drawingml/2006/main">
            <a:off x="2875982"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28" name="Editable chart path">
            <a:extLst xmlns:a="http://schemas.openxmlformats.org/drawingml/2006/main">
              <a:ext uri="{FF2B5EF4-FFF2-40B4-BE49-F238E27FC236}">
                <a16:creationId xmlns:a16="http://schemas.microsoft.com/office/drawing/2014/main" id="{061BC23C-42E2-44F6-98DE-DDEF25F77506}"/>
              </a:ext>
            </a:extLst>
          </p:cNvPr>
          <p:cNvSpPr>
            <a:spLocks xmlns:a="http://schemas.openxmlformats.org/drawingml/2006/main" noGrp="1"/>
          </p:cNvSpPr>
          <p:nvPr/>
        </p:nvSpPr>
        <p:spPr>
          <a:xfrm xmlns:a="http://schemas.openxmlformats.org/drawingml/2006/main">
            <a:off x="2954985"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29" name="Editable chart path">
            <a:extLst xmlns:a="http://schemas.openxmlformats.org/drawingml/2006/main">
              <a:ext uri="{FF2B5EF4-FFF2-40B4-BE49-F238E27FC236}">
                <a16:creationId xmlns:a16="http://schemas.microsoft.com/office/drawing/2014/main" id="{A13CC606-37A3-4BA2-A087-41696A175CD5}"/>
              </a:ext>
            </a:extLst>
          </p:cNvPr>
          <p:cNvSpPr>
            <a:spLocks xmlns:a="http://schemas.openxmlformats.org/drawingml/2006/main" noGrp="1"/>
          </p:cNvSpPr>
          <p:nvPr/>
        </p:nvSpPr>
        <p:spPr>
          <a:xfrm xmlns:a="http://schemas.openxmlformats.org/drawingml/2006/main">
            <a:off x="3033987"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30" name="Editable chart path">
            <a:extLst xmlns:a="http://schemas.openxmlformats.org/drawingml/2006/main">
              <a:ext uri="{FF2B5EF4-FFF2-40B4-BE49-F238E27FC236}">
                <a16:creationId xmlns:a16="http://schemas.microsoft.com/office/drawing/2014/main" id="{989D8175-03AC-4F27-A340-3903B43542A5}"/>
              </a:ext>
            </a:extLst>
          </p:cNvPr>
          <p:cNvSpPr>
            <a:spLocks xmlns:a="http://schemas.openxmlformats.org/drawingml/2006/main" noGrp="1"/>
          </p:cNvSpPr>
          <p:nvPr/>
        </p:nvSpPr>
        <p:spPr>
          <a:xfrm xmlns:a="http://schemas.openxmlformats.org/drawingml/2006/main">
            <a:off x="3112990" y="2498095"/>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C"/>
          </a:solidFill>
          <a:ln xmlns:a="http://schemas.openxmlformats.org/drawingml/2006/main" w="2292">
            <a:solidFill>
              <a:srgbClr val="FBFCFE"/>
            </a:solidFill>
            <a:prstDash val="solid"/>
          </a:ln>
        </p:spPr>
      </p:sp>
      <p:sp>
        <p:nvSpPr>
          <p:cNvPr id="831" name="Editable chart path">
            <a:extLst xmlns:a="http://schemas.openxmlformats.org/drawingml/2006/main">
              <a:ext uri="{FF2B5EF4-FFF2-40B4-BE49-F238E27FC236}">
                <a16:creationId xmlns:a16="http://schemas.microsoft.com/office/drawing/2014/main" id="{15FA33B0-2CDE-43D3-8D01-65A45D6A54D9}"/>
              </a:ext>
            </a:extLst>
          </p:cNvPr>
          <p:cNvSpPr>
            <a:spLocks xmlns:a="http://schemas.openxmlformats.org/drawingml/2006/main" noGrp="1"/>
          </p:cNvSpPr>
          <p:nvPr/>
        </p:nvSpPr>
        <p:spPr>
          <a:xfrm xmlns:a="http://schemas.openxmlformats.org/drawingml/2006/main">
            <a:off x="3191992"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F4DDDC"/>
          </a:solidFill>
          <a:ln xmlns:a="http://schemas.openxmlformats.org/drawingml/2006/main" w="2292">
            <a:solidFill>
              <a:srgbClr val="FBFCFE"/>
            </a:solidFill>
            <a:prstDash val="solid"/>
          </a:ln>
        </p:spPr>
      </p:sp>
      <p:sp>
        <p:nvSpPr>
          <p:cNvPr id="832" name="Editable chart path">
            <a:extLst xmlns:a="http://schemas.openxmlformats.org/drawingml/2006/main">
              <a:ext uri="{FF2B5EF4-FFF2-40B4-BE49-F238E27FC236}">
                <a16:creationId xmlns:a16="http://schemas.microsoft.com/office/drawing/2014/main" id="{96F65E4B-30B4-4357-8EE6-FEA7C89892A0}"/>
              </a:ext>
            </a:extLst>
          </p:cNvPr>
          <p:cNvSpPr>
            <a:spLocks xmlns:a="http://schemas.openxmlformats.org/drawingml/2006/main" noGrp="1"/>
          </p:cNvSpPr>
          <p:nvPr/>
        </p:nvSpPr>
        <p:spPr>
          <a:xfrm xmlns:a="http://schemas.openxmlformats.org/drawingml/2006/main">
            <a:off x="3270995"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33" name="Editable chart path">
            <a:extLst xmlns:a="http://schemas.openxmlformats.org/drawingml/2006/main">
              <a:ext uri="{FF2B5EF4-FFF2-40B4-BE49-F238E27FC236}">
                <a16:creationId xmlns:a16="http://schemas.microsoft.com/office/drawing/2014/main" id="{A9F3CA9E-6E91-47D4-B9BC-5CAB104CD314}"/>
              </a:ext>
            </a:extLst>
          </p:cNvPr>
          <p:cNvSpPr>
            <a:spLocks xmlns:a="http://schemas.openxmlformats.org/drawingml/2006/main" noGrp="1"/>
          </p:cNvSpPr>
          <p:nvPr/>
        </p:nvSpPr>
        <p:spPr>
          <a:xfrm xmlns:a="http://schemas.openxmlformats.org/drawingml/2006/main">
            <a:off x="3349997"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34" name="Editable chart path">
            <a:extLst xmlns:a="http://schemas.openxmlformats.org/drawingml/2006/main">
              <a:ext uri="{FF2B5EF4-FFF2-40B4-BE49-F238E27FC236}">
                <a16:creationId xmlns:a16="http://schemas.microsoft.com/office/drawing/2014/main" id="{BDADBF08-72CF-4E63-B180-4CF2B792F590}"/>
              </a:ext>
            </a:extLst>
          </p:cNvPr>
          <p:cNvSpPr>
            <a:spLocks xmlns:a="http://schemas.openxmlformats.org/drawingml/2006/main" noGrp="1"/>
          </p:cNvSpPr>
          <p:nvPr/>
        </p:nvSpPr>
        <p:spPr>
          <a:xfrm xmlns:a="http://schemas.openxmlformats.org/drawingml/2006/main">
            <a:off x="3429000" y="2498095"/>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35" name="Editable chart path">
            <a:extLst xmlns:a="http://schemas.openxmlformats.org/drawingml/2006/main">
              <a:ext uri="{FF2B5EF4-FFF2-40B4-BE49-F238E27FC236}">
                <a16:creationId xmlns:a16="http://schemas.microsoft.com/office/drawing/2014/main" id="{E21A906E-ACB7-4A76-AED8-81B31B81C4A3}"/>
              </a:ext>
            </a:extLst>
          </p:cNvPr>
          <p:cNvSpPr>
            <a:spLocks xmlns:a="http://schemas.openxmlformats.org/drawingml/2006/main" noGrp="1"/>
          </p:cNvSpPr>
          <p:nvPr/>
        </p:nvSpPr>
        <p:spPr>
          <a:xfrm xmlns:a="http://schemas.openxmlformats.org/drawingml/2006/main">
            <a:off x="2954985" y="241856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36" name="Editable chart path">
            <a:extLst xmlns:a="http://schemas.openxmlformats.org/drawingml/2006/main">
              <a:ext uri="{FF2B5EF4-FFF2-40B4-BE49-F238E27FC236}">
                <a16:creationId xmlns:a16="http://schemas.microsoft.com/office/drawing/2014/main" id="{8BFAFD43-A472-4AD9-874C-7FA7A5984D5F}"/>
              </a:ext>
            </a:extLst>
          </p:cNvPr>
          <p:cNvSpPr>
            <a:spLocks xmlns:a="http://schemas.openxmlformats.org/drawingml/2006/main" noGrp="1"/>
          </p:cNvSpPr>
          <p:nvPr/>
        </p:nvSpPr>
        <p:spPr>
          <a:xfrm xmlns:a="http://schemas.openxmlformats.org/drawingml/2006/main">
            <a:off x="3033987" y="241856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37" name="Editable chart path">
            <a:extLst xmlns:a="http://schemas.openxmlformats.org/drawingml/2006/main">
              <a:ext uri="{FF2B5EF4-FFF2-40B4-BE49-F238E27FC236}">
                <a16:creationId xmlns:a16="http://schemas.microsoft.com/office/drawing/2014/main" id="{27D65CF0-C989-4E05-AB1C-A55D61079BAF}"/>
              </a:ext>
            </a:extLst>
          </p:cNvPr>
          <p:cNvSpPr>
            <a:spLocks xmlns:a="http://schemas.openxmlformats.org/drawingml/2006/main" noGrp="1"/>
          </p:cNvSpPr>
          <p:nvPr/>
        </p:nvSpPr>
        <p:spPr>
          <a:xfrm xmlns:a="http://schemas.openxmlformats.org/drawingml/2006/main">
            <a:off x="3112990" y="2418560"/>
            <a:ext cx="79003"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CC8C6"/>
          </a:solidFill>
          <a:ln xmlns:a="http://schemas.openxmlformats.org/drawingml/2006/main" w="2292">
            <a:solidFill>
              <a:srgbClr val="FBFCFE"/>
            </a:solidFill>
            <a:prstDash val="solid"/>
          </a:ln>
        </p:spPr>
      </p:sp>
      <p:sp>
        <p:nvSpPr>
          <p:cNvPr id="838" name="Editable chart path">
            <a:extLst xmlns:a="http://schemas.openxmlformats.org/drawingml/2006/main">
              <a:ext uri="{FF2B5EF4-FFF2-40B4-BE49-F238E27FC236}">
                <a16:creationId xmlns:a16="http://schemas.microsoft.com/office/drawing/2014/main" id="{053953C5-8F3F-4A69-A84C-76DE389380A5}"/>
              </a:ext>
            </a:extLst>
          </p:cNvPr>
          <p:cNvSpPr>
            <a:spLocks xmlns:a="http://schemas.openxmlformats.org/drawingml/2006/main" noGrp="1"/>
          </p:cNvSpPr>
          <p:nvPr/>
        </p:nvSpPr>
        <p:spPr>
          <a:xfrm xmlns:a="http://schemas.openxmlformats.org/drawingml/2006/main">
            <a:off x="3191992" y="241856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39" name="Editable chart path">
            <a:extLst xmlns:a="http://schemas.openxmlformats.org/drawingml/2006/main">
              <a:ext uri="{FF2B5EF4-FFF2-40B4-BE49-F238E27FC236}">
                <a16:creationId xmlns:a16="http://schemas.microsoft.com/office/drawing/2014/main" id="{02FDDB10-C200-441C-B22A-BFE86EA3122E}"/>
              </a:ext>
            </a:extLst>
          </p:cNvPr>
          <p:cNvSpPr>
            <a:spLocks xmlns:a="http://schemas.openxmlformats.org/drawingml/2006/main" noGrp="1"/>
          </p:cNvSpPr>
          <p:nvPr/>
        </p:nvSpPr>
        <p:spPr>
          <a:xfrm xmlns:a="http://schemas.openxmlformats.org/drawingml/2006/main">
            <a:off x="3349997" y="2418560"/>
            <a:ext cx="79002" cy="79535"/>
          </a:xfrm>
          <a:custGeom xmlns:a="http://schemas.openxmlformats.org/drawingml/2006/main">
            <a:pathLst>
              <a:path w="98510" h="99173">
                <a:moveTo>
                  <a:pt x="0" y="99173"/>
                </a:moveTo>
                <a:lnTo>
                  <a:pt x="98510" y="99173"/>
                </a:lnTo>
                <a:lnTo>
                  <a:pt x="98510" y="0"/>
                </a:lnTo>
                <a:lnTo>
                  <a:pt x="0" y="0"/>
                </a:lnTo>
                <a:close/>
              </a:path>
            </a:pathLst>
          </a:custGeom>
          <a:solidFill xmlns:a="http://schemas.openxmlformats.org/drawingml/2006/main">
            <a:srgbClr val="E4EAF4"/>
          </a:solidFill>
          <a:ln xmlns:a="http://schemas.openxmlformats.org/drawingml/2006/main" w="2292">
            <a:solidFill>
              <a:srgbClr val="FBFCFE"/>
            </a:solidFill>
            <a:prstDash val="solid"/>
          </a:ln>
        </p:spPr>
      </p:sp>
      <p:sp>
        <p:nvSpPr>
          <p:cNvPr id="840" name="Editable chart path">
            <a:extLst xmlns:a="http://schemas.openxmlformats.org/drawingml/2006/main">
              <a:ext uri="{FF2B5EF4-FFF2-40B4-BE49-F238E27FC236}">
                <a16:creationId xmlns:a16="http://schemas.microsoft.com/office/drawing/2014/main" id="{28050173-1686-4323-9918-BC0638D04EAD}"/>
              </a:ext>
            </a:extLst>
          </p:cNvPr>
          <p:cNvSpPr>
            <a:spLocks xmlns:a="http://schemas.openxmlformats.org/drawingml/2006/main" noGrp="1"/>
          </p:cNvSpPr>
          <p:nvPr/>
        </p:nvSpPr>
        <p:spPr>
          <a:xfrm xmlns:a="http://schemas.openxmlformats.org/drawingml/2006/main">
            <a:off x="3836778" y="2908799"/>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41" name="Editable chart path">
            <a:extLst xmlns:a="http://schemas.openxmlformats.org/drawingml/2006/main">
              <a:ext uri="{FF2B5EF4-FFF2-40B4-BE49-F238E27FC236}">
                <a16:creationId xmlns:a16="http://schemas.microsoft.com/office/drawing/2014/main" id="{610B6F86-0578-47EE-A410-F4D8FE318DAC}"/>
              </a:ext>
            </a:extLst>
          </p:cNvPr>
          <p:cNvSpPr>
            <a:spLocks xmlns:a="http://schemas.openxmlformats.org/drawingml/2006/main" noGrp="1"/>
          </p:cNvSpPr>
          <p:nvPr/>
        </p:nvSpPr>
        <p:spPr>
          <a:xfrm xmlns:a="http://schemas.openxmlformats.org/drawingml/2006/main">
            <a:off x="3994783" y="2908799"/>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42" name="Editable chart path">
            <a:extLst xmlns:a="http://schemas.openxmlformats.org/drawingml/2006/main">
              <a:ext uri="{FF2B5EF4-FFF2-40B4-BE49-F238E27FC236}">
                <a16:creationId xmlns:a16="http://schemas.microsoft.com/office/drawing/2014/main" id="{A85FF4E4-C235-4618-848E-E45EBD557BFF}"/>
              </a:ext>
            </a:extLst>
          </p:cNvPr>
          <p:cNvSpPr>
            <a:spLocks xmlns:a="http://schemas.openxmlformats.org/drawingml/2006/main" noGrp="1"/>
          </p:cNvSpPr>
          <p:nvPr/>
        </p:nvSpPr>
        <p:spPr>
          <a:xfrm xmlns:a="http://schemas.openxmlformats.org/drawingml/2006/main">
            <a:off x="2493735" y="3226937"/>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43" name="Editable chart path">
            <a:extLst xmlns:a="http://schemas.openxmlformats.org/drawingml/2006/main">
              <a:ext uri="{FF2B5EF4-FFF2-40B4-BE49-F238E27FC236}">
                <a16:creationId xmlns:a16="http://schemas.microsoft.com/office/drawing/2014/main" id="{53EA1E8E-C02E-4B2D-9FC0-2D5EF88EE682}"/>
              </a:ext>
            </a:extLst>
          </p:cNvPr>
          <p:cNvSpPr>
            <a:spLocks xmlns:a="http://schemas.openxmlformats.org/drawingml/2006/main" noGrp="1"/>
          </p:cNvSpPr>
          <p:nvPr/>
        </p:nvSpPr>
        <p:spPr>
          <a:xfrm xmlns:a="http://schemas.openxmlformats.org/drawingml/2006/main">
            <a:off x="2651740" y="3306472"/>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44" name="Editable chart path">
            <a:extLst xmlns:a="http://schemas.openxmlformats.org/drawingml/2006/main">
              <a:ext uri="{FF2B5EF4-FFF2-40B4-BE49-F238E27FC236}">
                <a16:creationId xmlns:a16="http://schemas.microsoft.com/office/drawing/2014/main" id="{E3CFA9BD-5717-4108-8106-95124ED1637F}"/>
              </a:ext>
            </a:extLst>
          </p:cNvPr>
          <p:cNvSpPr>
            <a:spLocks xmlns:a="http://schemas.openxmlformats.org/drawingml/2006/main" noGrp="1"/>
          </p:cNvSpPr>
          <p:nvPr/>
        </p:nvSpPr>
        <p:spPr>
          <a:xfrm xmlns:a="http://schemas.openxmlformats.org/drawingml/2006/main">
            <a:off x="2572738" y="3226937"/>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45" name="Editable chart path">
            <a:extLst xmlns:a="http://schemas.openxmlformats.org/drawingml/2006/main">
              <a:ext uri="{FF2B5EF4-FFF2-40B4-BE49-F238E27FC236}">
                <a16:creationId xmlns:a16="http://schemas.microsoft.com/office/drawing/2014/main" id="{09BBD329-582D-4124-AEF9-C81A50155CFF}"/>
              </a:ext>
            </a:extLst>
          </p:cNvPr>
          <p:cNvSpPr>
            <a:spLocks xmlns:a="http://schemas.openxmlformats.org/drawingml/2006/main" noGrp="1"/>
          </p:cNvSpPr>
          <p:nvPr/>
        </p:nvSpPr>
        <p:spPr>
          <a:xfrm xmlns:a="http://schemas.openxmlformats.org/drawingml/2006/main">
            <a:off x="2730743" y="3545075"/>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46" name="Editable chart path">
            <a:extLst xmlns:a="http://schemas.openxmlformats.org/drawingml/2006/main">
              <a:ext uri="{FF2B5EF4-FFF2-40B4-BE49-F238E27FC236}">
                <a16:creationId xmlns:a16="http://schemas.microsoft.com/office/drawing/2014/main" id="{81B24640-2685-487E-801C-FB9277DF7208}"/>
              </a:ext>
            </a:extLst>
          </p:cNvPr>
          <p:cNvSpPr>
            <a:spLocks xmlns:a="http://schemas.openxmlformats.org/drawingml/2006/main" noGrp="1"/>
          </p:cNvSpPr>
          <p:nvPr/>
        </p:nvSpPr>
        <p:spPr>
          <a:xfrm xmlns:a="http://schemas.openxmlformats.org/drawingml/2006/main">
            <a:off x="2019720" y="3545075"/>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47" name="Editable chart path">
            <a:extLst xmlns:a="http://schemas.openxmlformats.org/drawingml/2006/main">
              <a:ext uri="{FF2B5EF4-FFF2-40B4-BE49-F238E27FC236}">
                <a16:creationId xmlns:a16="http://schemas.microsoft.com/office/drawing/2014/main" id="{0C79D590-406B-4C74-A670-DD9182FF596A}"/>
              </a:ext>
            </a:extLst>
          </p:cNvPr>
          <p:cNvSpPr>
            <a:spLocks xmlns:a="http://schemas.openxmlformats.org/drawingml/2006/main" noGrp="1"/>
          </p:cNvSpPr>
          <p:nvPr/>
        </p:nvSpPr>
        <p:spPr>
          <a:xfrm xmlns:a="http://schemas.openxmlformats.org/drawingml/2006/main">
            <a:off x="2256728" y="3545075"/>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48" name="Editable chart path">
            <a:extLst xmlns:a="http://schemas.openxmlformats.org/drawingml/2006/main">
              <a:ext uri="{FF2B5EF4-FFF2-40B4-BE49-F238E27FC236}">
                <a16:creationId xmlns:a16="http://schemas.microsoft.com/office/drawing/2014/main" id="{EE4C9315-D387-4AA6-8563-21C334F14D37}"/>
              </a:ext>
            </a:extLst>
          </p:cNvPr>
          <p:cNvSpPr>
            <a:spLocks xmlns:a="http://schemas.openxmlformats.org/drawingml/2006/main" noGrp="1"/>
          </p:cNvSpPr>
          <p:nvPr/>
        </p:nvSpPr>
        <p:spPr>
          <a:xfrm xmlns:a="http://schemas.openxmlformats.org/drawingml/2006/main">
            <a:off x="4310793" y="3624610"/>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49" name="Editable chart path">
            <a:extLst xmlns:a="http://schemas.openxmlformats.org/drawingml/2006/main">
              <a:ext uri="{FF2B5EF4-FFF2-40B4-BE49-F238E27FC236}">
                <a16:creationId xmlns:a16="http://schemas.microsoft.com/office/drawing/2014/main" id="{F6BEEC92-93C0-4187-8AC1-43D41527C6D2}"/>
              </a:ext>
            </a:extLst>
          </p:cNvPr>
          <p:cNvSpPr>
            <a:spLocks xmlns:a="http://schemas.openxmlformats.org/drawingml/2006/main" noGrp="1"/>
          </p:cNvSpPr>
          <p:nvPr/>
        </p:nvSpPr>
        <p:spPr>
          <a:xfrm xmlns:a="http://schemas.openxmlformats.org/drawingml/2006/main">
            <a:off x="2809745" y="3704144"/>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50" name="Editable chart path">
            <a:extLst xmlns:a="http://schemas.openxmlformats.org/drawingml/2006/main">
              <a:ext uri="{FF2B5EF4-FFF2-40B4-BE49-F238E27FC236}">
                <a16:creationId xmlns:a16="http://schemas.microsoft.com/office/drawing/2014/main" id="{53B180BF-20C7-471F-A15D-D9BDF97B12F5}"/>
              </a:ext>
            </a:extLst>
          </p:cNvPr>
          <p:cNvSpPr>
            <a:spLocks xmlns:a="http://schemas.openxmlformats.org/drawingml/2006/main" noGrp="1"/>
          </p:cNvSpPr>
          <p:nvPr/>
        </p:nvSpPr>
        <p:spPr>
          <a:xfrm xmlns:a="http://schemas.openxmlformats.org/drawingml/2006/main">
            <a:off x="3678773" y="3306472"/>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51" name="Editable chart path">
            <a:extLst xmlns:a="http://schemas.openxmlformats.org/drawingml/2006/main">
              <a:ext uri="{FF2B5EF4-FFF2-40B4-BE49-F238E27FC236}">
                <a16:creationId xmlns:a16="http://schemas.microsoft.com/office/drawing/2014/main" id="{BB4E5115-59EF-451C-81B0-814771B7793F}"/>
              </a:ext>
            </a:extLst>
          </p:cNvPr>
          <p:cNvSpPr>
            <a:spLocks xmlns:a="http://schemas.openxmlformats.org/drawingml/2006/main" noGrp="1"/>
          </p:cNvSpPr>
          <p:nvPr/>
        </p:nvSpPr>
        <p:spPr>
          <a:xfrm xmlns:a="http://schemas.openxmlformats.org/drawingml/2006/main">
            <a:off x="2967750" y="2670195"/>
            <a:ext cx="53472" cy="53472"/>
          </a:xfrm>
          <a:custGeom xmlns:a="http://schemas.openxmlformats.org/drawingml/2006/main">
            <a:pathLst>
              <a:path w="66675" h="66675">
                <a:moveTo>
                  <a:pt x="33338" y="66675"/>
                </a:moveTo>
                <a:cubicBezTo>
                  <a:pt x="42179" y="66675"/>
                  <a:pt x="50659" y="63162"/>
                  <a:pt x="56911" y="56911"/>
                </a:cubicBezTo>
                <a:cubicBezTo>
                  <a:pt x="63162" y="50659"/>
                  <a:pt x="66675" y="42179"/>
                  <a:pt x="66675" y="33338"/>
                </a:cubicBezTo>
                <a:cubicBezTo>
                  <a:pt x="66675" y="24496"/>
                  <a:pt x="63162" y="16016"/>
                  <a:pt x="56911" y="9764"/>
                </a:cubicBezTo>
                <a:cubicBezTo>
                  <a:pt x="50659" y="3513"/>
                  <a:pt x="42179" y="0"/>
                  <a:pt x="33338" y="0"/>
                </a:cubicBezTo>
                <a:cubicBezTo>
                  <a:pt x="24496" y="0"/>
                  <a:pt x="16016" y="3513"/>
                  <a:pt x="9764" y="9764"/>
                </a:cubicBezTo>
                <a:cubicBezTo>
                  <a:pt x="3513" y="16016"/>
                  <a:pt x="0" y="24496"/>
                  <a:pt x="0" y="33338"/>
                </a:cubicBezTo>
                <a:cubicBezTo>
                  <a:pt x="0" y="42179"/>
                  <a:pt x="3513" y="50659"/>
                  <a:pt x="9764" y="56911"/>
                </a:cubicBezTo>
                <a:cubicBezTo>
                  <a:pt x="16016" y="63162"/>
                  <a:pt x="24496" y="66675"/>
                  <a:pt x="33338" y="66675"/>
                </a:cubicBezTo>
                <a:close/>
              </a:path>
            </a:pathLst>
          </a:custGeom>
          <a:solidFill xmlns:a="http://schemas.openxmlformats.org/drawingml/2006/main">
            <a:srgbClr val="FBFCFE"/>
          </a:solidFill>
          <a:ln xmlns:a="http://schemas.openxmlformats.org/drawingml/2006/main" w="6111">
            <a:solidFill>
              <a:srgbClr val="5A6683"/>
            </a:solidFill>
            <a:prstDash val="solid"/>
          </a:ln>
        </p:spPr>
      </p:sp>
      <p:sp>
        <p:nvSpPr>
          <p:cNvPr id="852" name="">
            <a:extLst xmlns:a="http://schemas.openxmlformats.org/drawingml/2006/main">
              <a:ext uri="{FF2B5EF4-FFF2-40B4-BE49-F238E27FC236}">
                <a16:creationId xmlns:a16="http://schemas.microsoft.com/office/drawing/2014/main" id="{2A108883-B38A-4411-AA1D-320BB95E77CE}"/>
              </a:ext>
            </a:extLst>
          </p:cNvPr>
          <p:cNvSpPr>
            <a:spLocks xmlns:a="http://schemas.openxmlformats.org/drawingml/2006/main" noGrp="1"/>
          </p:cNvSpPr>
          <p:nvPr/>
        </p:nvSpPr>
        <p:spPr>
          <a:xfrm xmlns:a="http://schemas.openxmlformats.org/drawingml/2006/main">
            <a:off x="3783494" y="2860843"/>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53" name="">
            <a:extLst xmlns:a="http://schemas.openxmlformats.org/drawingml/2006/main">
              <a:ext uri="{FF2B5EF4-FFF2-40B4-BE49-F238E27FC236}">
                <a16:creationId xmlns:a16="http://schemas.microsoft.com/office/drawing/2014/main" id="{53F77C9E-A55A-4F99-B3F3-E8AF3A1A86CD}"/>
              </a:ext>
            </a:extLst>
          </p:cNvPr>
          <p:cNvSpPr>
            <a:spLocks xmlns:a="http://schemas.openxmlformats.org/drawingml/2006/main" noGrp="1"/>
          </p:cNvSpPr>
          <p:nvPr/>
        </p:nvSpPr>
        <p:spPr>
          <a:xfrm xmlns:a="http://schemas.openxmlformats.org/drawingml/2006/main">
            <a:off x="3783494" y="2870368"/>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a:t>
            </a:r>
          </a:p>
        </p:txBody>
      </p:sp>
      <p:sp>
        <p:nvSpPr>
          <p:cNvPr id="854" name="">
            <a:extLst xmlns:a="http://schemas.openxmlformats.org/drawingml/2006/main">
              <a:ext uri="{FF2B5EF4-FFF2-40B4-BE49-F238E27FC236}">
                <a16:creationId xmlns:a16="http://schemas.microsoft.com/office/drawing/2014/main" id="{A1EE3617-71AC-4EC0-B893-6B2FF36A8E8B}"/>
              </a:ext>
            </a:extLst>
          </p:cNvPr>
          <p:cNvSpPr>
            <a:spLocks xmlns:a="http://schemas.openxmlformats.org/drawingml/2006/main" noGrp="1"/>
          </p:cNvSpPr>
          <p:nvPr/>
        </p:nvSpPr>
        <p:spPr>
          <a:xfrm xmlns:a="http://schemas.openxmlformats.org/drawingml/2006/main">
            <a:off x="4020337" y="2937043"/>
            <a:ext cx="95250" cy="953"/>
          </a:xfrm>
          <a:prstGeom xmlns:a="http://schemas.openxmlformats.org/drawingml/2006/main" prst="line">
            <a:avLst/>
          </a:prstGeom>
          <a:ln xmlns:a="http://schemas.openxmlformats.org/drawingml/2006/main" w="5715">
            <a:solidFill>
              <a:srgbClr val="14295B"/>
            </a:solidFill>
          </a:ln>
        </p:spPr>
      </p:sp>
      <p:sp>
        <p:nvSpPr>
          <p:cNvPr id="855" name="">
            <a:extLst xmlns:a="http://schemas.openxmlformats.org/drawingml/2006/main">
              <a:ext uri="{FF2B5EF4-FFF2-40B4-BE49-F238E27FC236}">
                <a16:creationId xmlns:a16="http://schemas.microsoft.com/office/drawing/2014/main" id="{8208E9A4-297C-4C44-8681-702A1953EBC0}"/>
              </a:ext>
            </a:extLst>
          </p:cNvPr>
          <p:cNvSpPr>
            <a:spLocks xmlns:a="http://schemas.openxmlformats.org/drawingml/2006/main" noGrp="1"/>
          </p:cNvSpPr>
          <p:nvPr/>
        </p:nvSpPr>
        <p:spPr>
          <a:xfrm xmlns:a="http://schemas.openxmlformats.org/drawingml/2006/main">
            <a:off x="4039387" y="2860843"/>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56" name="">
            <a:extLst xmlns:a="http://schemas.openxmlformats.org/drawingml/2006/main">
              <a:ext uri="{FF2B5EF4-FFF2-40B4-BE49-F238E27FC236}">
                <a16:creationId xmlns:a16="http://schemas.microsoft.com/office/drawing/2014/main" id="{539A2058-13E6-42FC-BFD7-49BA13B95404}"/>
              </a:ext>
            </a:extLst>
          </p:cNvPr>
          <p:cNvSpPr>
            <a:spLocks xmlns:a="http://schemas.openxmlformats.org/drawingml/2006/main" noGrp="1"/>
          </p:cNvSpPr>
          <p:nvPr/>
        </p:nvSpPr>
        <p:spPr>
          <a:xfrm xmlns:a="http://schemas.openxmlformats.org/drawingml/2006/main">
            <a:off x="4039387" y="2870368"/>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2</a:t>
            </a:r>
          </a:p>
        </p:txBody>
      </p:sp>
      <p:sp>
        <p:nvSpPr>
          <p:cNvPr id="857" name="">
            <a:extLst xmlns:a="http://schemas.openxmlformats.org/drawingml/2006/main">
              <a:ext uri="{FF2B5EF4-FFF2-40B4-BE49-F238E27FC236}">
                <a16:creationId xmlns:a16="http://schemas.microsoft.com/office/drawing/2014/main" id="{FCABC512-A357-4DEB-BA8B-7DAD218AFC96}"/>
              </a:ext>
            </a:extLst>
          </p:cNvPr>
          <p:cNvSpPr>
            <a:spLocks xmlns:a="http://schemas.openxmlformats.org/drawingml/2006/main" noGrp="1"/>
          </p:cNvSpPr>
          <p:nvPr/>
        </p:nvSpPr>
        <p:spPr>
          <a:xfrm xmlns:a="http://schemas.openxmlformats.org/drawingml/2006/main">
            <a:off x="2443394" y="3178982"/>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58" name="">
            <a:extLst xmlns:a="http://schemas.openxmlformats.org/drawingml/2006/main">
              <a:ext uri="{FF2B5EF4-FFF2-40B4-BE49-F238E27FC236}">
                <a16:creationId xmlns:a16="http://schemas.microsoft.com/office/drawing/2014/main" id="{DCA09515-B0BC-46F9-AA1E-2B1C66924E4E}"/>
              </a:ext>
            </a:extLst>
          </p:cNvPr>
          <p:cNvSpPr>
            <a:spLocks xmlns:a="http://schemas.openxmlformats.org/drawingml/2006/main" noGrp="1"/>
          </p:cNvSpPr>
          <p:nvPr/>
        </p:nvSpPr>
        <p:spPr>
          <a:xfrm xmlns:a="http://schemas.openxmlformats.org/drawingml/2006/main">
            <a:off x="2443394" y="3188507"/>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3</a:t>
            </a:r>
          </a:p>
        </p:txBody>
      </p:sp>
      <p:sp>
        <p:nvSpPr>
          <p:cNvPr id="859" name="">
            <a:extLst xmlns:a="http://schemas.openxmlformats.org/drawingml/2006/main">
              <a:ext uri="{FF2B5EF4-FFF2-40B4-BE49-F238E27FC236}">
                <a16:creationId xmlns:a16="http://schemas.microsoft.com/office/drawing/2014/main" id="{69ACE616-9569-4CDF-9A73-4F060240C076}"/>
              </a:ext>
            </a:extLst>
          </p:cNvPr>
          <p:cNvSpPr>
            <a:spLocks xmlns:a="http://schemas.openxmlformats.org/drawingml/2006/main" noGrp="1"/>
          </p:cNvSpPr>
          <p:nvPr/>
        </p:nvSpPr>
        <p:spPr>
          <a:xfrm xmlns:a="http://schemas.openxmlformats.org/drawingml/2006/main">
            <a:off x="2601494" y="3258516"/>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60" name="">
            <a:extLst xmlns:a="http://schemas.openxmlformats.org/drawingml/2006/main">
              <a:ext uri="{FF2B5EF4-FFF2-40B4-BE49-F238E27FC236}">
                <a16:creationId xmlns:a16="http://schemas.microsoft.com/office/drawing/2014/main" id="{2E789FBF-CAD6-4873-B6D2-0116564E6106}"/>
              </a:ext>
            </a:extLst>
          </p:cNvPr>
          <p:cNvSpPr>
            <a:spLocks xmlns:a="http://schemas.openxmlformats.org/drawingml/2006/main" noGrp="1"/>
          </p:cNvSpPr>
          <p:nvPr/>
        </p:nvSpPr>
        <p:spPr>
          <a:xfrm xmlns:a="http://schemas.openxmlformats.org/drawingml/2006/main">
            <a:off x="2601494" y="3268041"/>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4</a:t>
            </a:r>
          </a:p>
        </p:txBody>
      </p:sp>
      <p:sp>
        <p:nvSpPr>
          <p:cNvPr id="861" name="">
            <a:extLst xmlns:a="http://schemas.openxmlformats.org/drawingml/2006/main">
              <a:ext uri="{FF2B5EF4-FFF2-40B4-BE49-F238E27FC236}">
                <a16:creationId xmlns:a16="http://schemas.microsoft.com/office/drawing/2014/main" id="{EB9E54CA-8D34-4CED-9512-AE41369CE4CC}"/>
              </a:ext>
            </a:extLst>
          </p:cNvPr>
          <p:cNvSpPr>
            <a:spLocks xmlns:a="http://schemas.openxmlformats.org/drawingml/2006/main" noGrp="1"/>
          </p:cNvSpPr>
          <p:nvPr/>
        </p:nvSpPr>
        <p:spPr>
          <a:xfrm xmlns:a="http://schemas.openxmlformats.org/drawingml/2006/main">
            <a:off x="2598579" y="3125797"/>
            <a:ext cx="60605" cy="129385"/>
          </a:xfrm>
          <a:prstGeom xmlns:a="http://schemas.openxmlformats.org/drawingml/2006/main" prst="line">
            <a:avLst/>
          </a:prstGeom>
          <a:ln xmlns:a="http://schemas.openxmlformats.org/drawingml/2006/main" w="5715">
            <a:solidFill>
              <a:srgbClr val="14295B"/>
            </a:solidFill>
          </a:ln>
        </p:spPr>
      </p:sp>
      <p:sp>
        <p:nvSpPr>
          <p:cNvPr id="862" name="">
            <a:extLst xmlns:a="http://schemas.openxmlformats.org/drawingml/2006/main">
              <a:ext uri="{FF2B5EF4-FFF2-40B4-BE49-F238E27FC236}">
                <a16:creationId xmlns:a16="http://schemas.microsoft.com/office/drawing/2014/main" id="{F9BFF392-4E65-4225-895C-0BA65687D88B}"/>
              </a:ext>
            </a:extLst>
          </p:cNvPr>
          <p:cNvSpPr>
            <a:spLocks xmlns:a="http://schemas.openxmlformats.org/drawingml/2006/main" noGrp="1"/>
          </p:cNvSpPr>
          <p:nvPr/>
        </p:nvSpPr>
        <p:spPr>
          <a:xfrm xmlns:a="http://schemas.openxmlformats.org/drawingml/2006/main">
            <a:off x="2582983" y="3049597"/>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63" name="">
            <a:extLst xmlns:a="http://schemas.openxmlformats.org/drawingml/2006/main">
              <a:ext uri="{FF2B5EF4-FFF2-40B4-BE49-F238E27FC236}">
                <a16:creationId xmlns:a16="http://schemas.microsoft.com/office/drawing/2014/main" id="{41BFA0C6-ADB0-45F9-827F-22A6DDAF62BA}"/>
              </a:ext>
            </a:extLst>
          </p:cNvPr>
          <p:cNvSpPr>
            <a:spLocks xmlns:a="http://schemas.openxmlformats.org/drawingml/2006/main" noGrp="1"/>
          </p:cNvSpPr>
          <p:nvPr/>
        </p:nvSpPr>
        <p:spPr>
          <a:xfrm xmlns:a="http://schemas.openxmlformats.org/drawingml/2006/main">
            <a:off x="2582983" y="3059122"/>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5</a:t>
            </a:r>
          </a:p>
        </p:txBody>
      </p:sp>
      <p:sp>
        <p:nvSpPr>
          <p:cNvPr id="864" name="">
            <a:extLst xmlns:a="http://schemas.openxmlformats.org/drawingml/2006/main">
              <a:ext uri="{FF2B5EF4-FFF2-40B4-BE49-F238E27FC236}">
                <a16:creationId xmlns:a16="http://schemas.microsoft.com/office/drawing/2014/main" id="{1E6F7438-ADEB-46C5-A37A-9FA5F80CB871}"/>
              </a:ext>
            </a:extLst>
          </p:cNvPr>
          <p:cNvSpPr>
            <a:spLocks xmlns:a="http://schemas.openxmlformats.org/drawingml/2006/main" noGrp="1"/>
          </p:cNvSpPr>
          <p:nvPr/>
        </p:nvSpPr>
        <p:spPr>
          <a:xfrm xmlns:a="http://schemas.openxmlformats.org/drawingml/2006/main">
            <a:off x="2680575" y="349712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65" name="">
            <a:extLst xmlns:a="http://schemas.openxmlformats.org/drawingml/2006/main">
              <a:ext uri="{FF2B5EF4-FFF2-40B4-BE49-F238E27FC236}">
                <a16:creationId xmlns:a16="http://schemas.microsoft.com/office/drawing/2014/main" id="{929B5384-B4A2-4A8F-B5AE-98B7B85F0A6C}"/>
              </a:ext>
            </a:extLst>
          </p:cNvPr>
          <p:cNvSpPr>
            <a:spLocks xmlns:a="http://schemas.openxmlformats.org/drawingml/2006/main" noGrp="1"/>
          </p:cNvSpPr>
          <p:nvPr/>
        </p:nvSpPr>
        <p:spPr>
          <a:xfrm xmlns:a="http://schemas.openxmlformats.org/drawingml/2006/main">
            <a:off x="2680575" y="350664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6</a:t>
            </a:r>
          </a:p>
        </p:txBody>
      </p:sp>
      <p:sp>
        <p:nvSpPr>
          <p:cNvPr id="866" name="">
            <a:extLst xmlns:a="http://schemas.openxmlformats.org/drawingml/2006/main">
              <a:ext uri="{FF2B5EF4-FFF2-40B4-BE49-F238E27FC236}">
                <a16:creationId xmlns:a16="http://schemas.microsoft.com/office/drawing/2014/main" id="{884928A3-934A-4191-8BC5-A20E90418864}"/>
              </a:ext>
            </a:extLst>
          </p:cNvPr>
          <p:cNvSpPr>
            <a:spLocks xmlns:a="http://schemas.openxmlformats.org/drawingml/2006/main" noGrp="1"/>
          </p:cNvSpPr>
          <p:nvPr/>
        </p:nvSpPr>
        <p:spPr>
          <a:xfrm xmlns:a="http://schemas.openxmlformats.org/drawingml/2006/main">
            <a:off x="1969361" y="349712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67" name="">
            <a:extLst xmlns:a="http://schemas.openxmlformats.org/drawingml/2006/main">
              <a:ext uri="{FF2B5EF4-FFF2-40B4-BE49-F238E27FC236}">
                <a16:creationId xmlns:a16="http://schemas.microsoft.com/office/drawing/2014/main" id="{823F8694-7310-48F7-9183-013FE4403896}"/>
              </a:ext>
            </a:extLst>
          </p:cNvPr>
          <p:cNvSpPr>
            <a:spLocks xmlns:a="http://schemas.openxmlformats.org/drawingml/2006/main" noGrp="1"/>
          </p:cNvSpPr>
          <p:nvPr/>
        </p:nvSpPr>
        <p:spPr>
          <a:xfrm xmlns:a="http://schemas.openxmlformats.org/drawingml/2006/main">
            <a:off x="1969361" y="350664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7</a:t>
            </a:r>
          </a:p>
        </p:txBody>
      </p:sp>
      <p:sp>
        <p:nvSpPr>
          <p:cNvPr id="868" name="">
            <a:extLst xmlns:a="http://schemas.openxmlformats.org/drawingml/2006/main">
              <a:ext uri="{FF2B5EF4-FFF2-40B4-BE49-F238E27FC236}">
                <a16:creationId xmlns:a16="http://schemas.microsoft.com/office/drawing/2014/main" id="{8119A491-B774-45F2-AE9D-505570BE840F}"/>
              </a:ext>
            </a:extLst>
          </p:cNvPr>
          <p:cNvSpPr>
            <a:spLocks xmlns:a="http://schemas.openxmlformats.org/drawingml/2006/main" noGrp="1"/>
          </p:cNvSpPr>
          <p:nvPr/>
        </p:nvSpPr>
        <p:spPr>
          <a:xfrm xmlns:a="http://schemas.openxmlformats.org/drawingml/2006/main">
            <a:off x="2206500" y="349712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69" name="">
            <a:extLst xmlns:a="http://schemas.openxmlformats.org/drawingml/2006/main">
              <a:ext uri="{FF2B5EF4-FFF2-40B4-BE49-F238E27FC236}">
                <a16:creationId xmlns:a16="http://schemas.microsoft.com/office/drawing/2014/main" id="{B55E9B76-3735-42F2-85AE-C5AFDE6F2EDB}"/>
              </a:ext>
            </a:extLst>
          </p:cNvPr>
          <p:cNvSpPr>
            <a:spLocks xmlns:a="http://schemas.openxmlformats.org/drawingml/2006/main" noGrp="1"/>
          </p:cNvSpPr>
          <p:nvPr/>
        </p:nvSpPr>
        <p:spPr>
          <a:xfrm xmlns:a="http://schemas.openxmlformats.org/drawingml/2006/main">
            <a:off x="2206500" y="350664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8</a:t>
            </a:r>
          </a:p>
        </p:txBody>
      </p:sp>
      <p:sp>
        <p:nvSpPr>
          <p:cNvPr id="870" name="">
            <a:extLst xmlns:a="http://schemas.openxmlformats.org/drawingml/2006/main">
              <a:ext uri="{FF2B5EF4-FFF2-40B4-BE49-F238E27FC236}">
                <a16:creationId xmlns:a16="http://schemas.microsoft.com/office/drawing/2014/main" id="{60BEBC7C-2E35-4534-A57E-C9AF581C4AFD}"/>
              </a:ext>
            </a:extLst>
          </p:cNvPr>
          <p:cNvSpPr>
            <a:spLocks xmlns:a="http://schemas.openxmlformats.org/drawingml/2006/main" noGrp="1"/>
          </p:cNvSpPr>
          <p:nvPr/>
        </p:nvSpPr>
        <p:spPr>
          <a:xfrm xmlns:a="http://schemas.openxmlformats.org/drawingml/2006/main">
            <a:off x="4260451" y="3576654"/>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71" name="">
            <a:extLst xmlns:a="http://schemas.openxmlformats.org/drawingml/2006/main">
              <a:ext uri="{FF2B5EF4-FFF2-40B4-BE49-F238E27FC236}">
                <a16:creationId xmlns:a16="http://schemas.microsoft.com/office/drawing/2014/main" id="{2BB03943-7AB6-4BA2-A6E7-D6BCC0A4F81E}"/>
              </a:ext>
            </a:extLst>
          </p:cNvPr>
          <p:cNvSpPr>
            <a:spLocks xmlns:a="http://schemas.openxmlformats.org/drawingml/2006/main" noGrp="1"/>
          </p:cNvSpPr>
          <p:nvPr/>
        </p:nvSpPr>
        <p:spPr>
          <a:xfrm xmlns:a="http://schemas.openxmlformats.org/drawingml/2006/main">
            <a:off x="4260451" y="3586179"/>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9</a:t>
            </a:r>
          </a:p>
        </p:txBody>
      </p:sp>
      <p:sp>
        <p:nvSpPr>
          <p:cNvPr id="872" name="">
            <a:extLst xmlns:a="http://schemas.openxmlformats.org/drawingml/2006/main">
              <a:ext uri="{FF2B5EF4-FFF2-40B4-BE49-F238E27FC236}">
                <a16:creationId xmlns:a16="http://schemas.microsoft.com/office/drawing/2014/main" id="{AA0A3046-DCF1-441C-B682-1E3C0B3CC85B}"/>
              </a:ext>
            </a:extLst>
          </p:cNvPr>
          <p:cNvSpPr>
            <a:spLocks xmlns:a="http://schemas.openxmlformats.org/drawingml/2006/main" noGrp="1"/>
          </p:cNvSpPr>
          <p:nvPr/>
        </p:nvSpPr>
        <p:spPr>
          <a:xfrm xmlns:a="http://schemas.openxmlformats.org/drawingml/2006/main">
            <a:off x="2759482" y="3656189"/>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73" name="">
            <a:extLst xmlns:a="http://schemas.openxmlformats.org/drawingml/2006/main">
              <a:ext uri="{FF2B5EF4-FFF2-40B4-BE49-F238E27FC236}">
                <a16:creationId xmlns:a16="http://schemas.microsoft.com/office/drawing/2014/main" id="{0CB6B0F7-D976-40B6-9FC0-CE8CEC2221D0}"/>
              </a:ext>
            </a:extLst>
          </p:cNvPr>
          <p:cNvSpPr>
            <a:spLocks xmlns:a="http://schemas.openxmlformats.org/drawingml/2006/main" noGrp="1"/>
          </p:cNvSpPr>
          <p:nvPr/>
        </p:nvSpPr>
        <p:spPr>
          <a:xfrm xmlns:a="http://schemas.openxmlformats.org/drawingml/2006/main">
            <a:off x="2759482" y="3665714"/>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10</a:t>
            </a:r>
          </a:p>
        </p:txBody>
      </p:sp>
      <p:sp>
        <p:nvSpPr>
          <p:cNvPr id="874" name="">
            <a:extLst xmlns:a="http://schemas.openxmlformats.org/drawingml/2006/main">
              <a:ext uri="{FF2B5EF4-FFF2-40B4-BE49-F238E27FC236}">
                <a16:creationId xmlns:a16="http://schemas.microsoft.com/office/drawing/2014/main" id="{FD80774D-55AD-45DE-A87E-12AC368DE571}"/>
              </a:ext>
            </a:extLst>
          </p:cNvPr>
          <p:cNvSpPr>
            <a:spLocks xmlns:a="http://schemas.openxmlformats.org/drawingml/2006/main" noGrp="1"/>
          </p:cNvSpPr>
          <p:nvPr/>
        </p:nvSpPr>
        <p:spPr>
          <a:xfrm xmlns:a="http://schemas.openxmlformats.org/drawingml/2006/main">
            <a:off x="3625489" y="3258516"/>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75" name="">
            <a:extLst xmlns:a="http://schemas.openxmlformats.org/drawingml/2006/main">
              <a:ext uri="{FF2B5EF4-FFF2-40B4-BE49-F238E27FC236}">
                <a16:creationId xmlns:a16="http://schemas.microsoft.com/office/drawing/2014/main" id="{14D678C1-696A-4A11-9675-D3CF2CD001B4}"/>
              </a:ext>
            </a:extLst>
          </p:cNvPr>
          <p:cNvSpPr>
            <a:spLocks xmlns:a="http://schemas.openxmlformats.org/drawingml/2006/main" noGrp="1"/>
          </p:cNvSpPr>
          <p:nvPr/>
        </p:nvSpPr>
        <p:spPr>
          <a:xfrm xmlns:a="http://schemas.openxmlformats.org/drawingml/2006/main">
            <a:off x="3625489" y="3268041"/>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11</a:t>
            </a:r>
          </a:p>
        </p:txBody>
      </p:sp>
      <p:sp>
        <p:nvSpPr>
          <p:cNvPr id="876" name="">
            <a:extLst xmlns:a="http://schemas.openxmlformats.org/drawingml/2006/main">
              <a:ext uri="{FF2B5EF4-FFF2-40B4-BE49-F238E27FC236}">
                <a16:creationId xmlns:a16="http://schemas.microsoft.com/office/drawing/2014/main" id="{8C684A96-4A2E-4680-8D78-372B84AF0C41}"/>
              </a:ext>
            </a:extLst>
          </p:cNvPr>
          <p:cNvSpPr>
            <a:spLocks xmlns:a="http://schemas.openxmlformats.org/drawingml/2006/main" noGrp="1"/>
          </p:cNvSpPr>
          <p:nvPr/>
        </p:nvSpPr>
        <p:spPr>
          <a:xfrm xmlns:a="http://schemas.openxmlformats.org/drawingml/2006/main">
            <a:off x="2917105" y="2622240"/>
            <a:ext cx="152400" cy="152400"/>
          </a:xfrm>
          <a:prstGeom xmlns:a="http://schemas.openxmlformats.org/drawingml/2006/main" prst="ellipse">
            <a:avLst/>
          </a:prstGeom>
          <a:solidFill xmlns:a="http://schemas.openxmlformats.org/drawingml/2006/main">
            <a:srgbClr val="14295B"/>
          </a:solidFill>
          <a:ln xmlns:a="http://schemas.openxmlformats.org/drawingml/2006/main" w="4763">
            <a:solidFill>
              <a:srgbClr val="FBFCFE"/>
            </a:solidFill>
          </a:ln>
        </p:spPr>
      </p:sp>
      <p:sp>
        <p:nvSpPr>
          <p:cNvPr id="877" name="">
            <a:extLst xmlns:a="http://schemas.openxmlformats.org/drawingml/2006/main">
              <a:ext uri="{FF2B5EF4-FFF2-40B4-BE49-F238E27FC236}">
                <a16:creationId xmlns:a16="http://schemas.microsoft.com/office/drawing/2014/main" id="{68B7C900-B3F8-4CF2-8F94-D25CF4A89690}"/>
              </a:ext>
            </a:extLst>
          </p:cNvPr>
          <p:cNvSpPr>
            <a:spLocks xmlns:a="http://schemas.openxmlformats.org/drawingml/2006/main" noGrp="1"/>
          </p:cNvSpPr>
          <p:nvPr/>
        </p:nvSpPr>
        <p:spPr>
          <a:xfrm xmlns:a="http://schemas.openxmlformats.org/drawingml/2006/main">
            <a:off x="2917105" y="2631765"/>
            <a:ext cx="152400" cy="1714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750" b="0">
                <a:solidFill>
                  <a:srgbClr val="FFFFFF"/>
                </a:solidFill>
                <a:latin typeface="Poppins"/>
                <a:ea typeface="Poppins"/>
                <a:cs typeface="Poppins"/>
              </a:defRPr>
            </a:defPPr>
            <a:lvl1pPr algn="ctr">
              <a:defRPr sz="750" b="0">
                <a:solidFill>
                  <a:srgbClr val="FFFFFF"/>
                </a:solidFill>
                <a:latin typeface="Poppins"/>
                <a:ea typeface="Poppins"/>
                <a:cs typeface="Poppins"/>
              </a:defRPr>
            </a:lvl1pPr>
            <a:lvl2pPr algn="ctr">
              <a:defRPr sz="750" b="0">
                <a:solidFill>
                  <a:srgbClr val="FFFFFF"/>
                </a:solidFill>
                <a:latin typeface="Poppins"/>
                <a:ea typeface="Poppins"/>
                <a:cs typeface="Poppins"/>
              </a:defRPr>
            </a:lvl2pPr>
            <a:lvl3pPr algn="ctr">
              <a:defRPr sz="750" b="0">
                <a:solidFill>
                  <a:srgbClr val="FFFFFF"/>
                </a:solidFill>
                <a:latin typeface="Poppins"/>
                <a:ea typeface="Poppins"/>
                <a:cs typeface="Poppins"/>
              </a:defRPr>
            </a:lvl3pPr>
            <a:lvl4pPr algn="ctr">
              <a:defRPr sz="750" b="0">
                <a:solidFill>
                  <a:srgbClr val="FFFFFF"/>
                </a:solidFill>
                <a:latin typeface="Poppins"/>
                <a:ea typeface="Poppins"/>
                <a:cs typeface="Poppins"/>
              </a:defRPr>
            </a:lvl4pPr>
            <a:lvl5pPr algn="ctr">
              <a:defRPr sz="750" b="0">
                <a:solidFill>
                  <a:srgbClr val="FFFFFF"/>
                </a:solidFill>
                <a:latin typeface="Poppins"/>
                <a:ea typeface="Poppins"/>
                <a:cs typeface="Poppins"/>
              </a:defRPr>
            </a:lvl5pPr>
            <a:lvl6pPr algn="ctr">
              <a:defRPr sz="750" b="0">
                <a:solidFill>
                  <a:srgbClr val="FFFFFF"/>
                </a:solidFill>
                <a:latin typeface="Poppins"/>
                <a:ea typeface="Poppins"/>
                <a:cs typeface="Poppins"/>
              </a:defRPr>
            </a:lvl6pPr>
            <a:lvl7pPr algn="ctr">
              <a:defRPr sz="750" b="0">
                <a:solidFill>
                  <a:srgbClr val="FFFFFF"/>
                </a:solidFill>
                <a:latin typeface="Poppins"/>
                <a:ea typeface="Poppins"/>
                <a:cs typeface="Poppins"/>
              </a:defRPr>
            </a:lvl7pPr>
            <a:lvl8pPr algn="ctr">
              <a:defRPr sz="750" b="0">
                <a:solidFill>
                  <a:srgbClr val="FFFFFF"/>
                </a:solidFill>
                <a:latin typeface="Poppins"/>
                <a:ea typeface="Poppins"/>
                <a:cs typeface="Poppins"/>
              </a:defRPr>
            </a:lvl8pPr>
            <a:lvl9pPr algn="ctr">
              <a:defRPr sz="750" b="0">
                <a:solidFill>
                  <a:srgbClr val="FFFFFF"/>
                </a:solidFill>
                <a:latin typeface="Poppins"/>
                <a:ea typeface="Poppins"/>
                <a:cs typeface="Poppins"/>
              </a:defRPr>
            </a:lvl9pPr>
          </a:lstStyle>
          <a:p xmlns:a="http://schemas.openxmlformats.org/drawingml/2006/main">
            <a:pPr algn="ctr">
              <a:defRPr sz="750" b="0">
                <a:solidFill>
                  <a:srgbClr val="FFFFFF"/>
                </a:solidFill>
                <a:latin typeface="Poppins"/>
                <a:ea typeface="Poppins"/>
                <a:cs typeface="Poppins"/>
              </a:defRPr>
            </a:pPr>
            <a:r>
              <a:rPr sz="750" b="0">
                <a:solidFill>
                  <a:srgbClr val="FFFFFF"/>
                </a:solidFill>
                <a:latin typeface="Poppins"/>
                <a:ea typeface="Poppins"/>
                <a:cs typeface="Poppins"/>
              </a:rPr>
              <a:t>12</a:t>
            </a:r>
          </a:p>
        </p:txBody>
      </p:sp>
      <p:sp>
        <p:nvSpPr>
          <p:cNvPr id="878" name="">
            <a:extLst xmlns:a="http://schemas.openxmlformats.org/drawingml/2006/main">
              <a:ext uri="{FF2B5EF4-FFF2-40B4-BE49-F238E27FC236}">
                <a16:creationId xmlns:a16="http://schemas.microsoft.com/office/drawing/2014/main" id="{03E126D6-D5BB-4684-B764-29E63F3315A1}"/>
              </a:ext>
            </a:extLst>
          </p:cNvPr>
          <p:cNvSpPr>
            <a:spLocks xmlns:a="http://schemas.openxmlformats.org/drawingml/2006/main" noGrp="1"/>
          </p:cNvSpPr>
          <p:nvPr/>
        </p:nvSpPr>
        <p:spPr>
          <a:xfrm xmlns:a="http://schemas.openxmlformats.org/drawingml/2006/main">
            <a:off x="6153150" y="23812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879" name="">
            <a:extLst xmlns:a="http://schemas.openxmlformats.org/drawingml/2006/main">
              <a:ext uri="{FF2B5EF4-FFF2-40B4-BE49-F238E27FC236}">
                <a16:creationId xmlns:a16="http://schemas.microsoft.com/office/drawing/2014/main" id="{8B65A9FD-C863-4D40-898D-F6D2F3214148}"/>
              </a:ext>
            </a:extLst>
          </p:cNvPr>
          <p:cNvSpPr>
            <a:spLocks xmlns:a="http://schemas.openxmlformats.org/drawingml/2006/main" noGrp="1"/>
          </p:cNvSpPr>
          <p:nvPr/>
        </p:nvSpPr>
        <p:spPr>
          <a:xfrm xmlns:a="http://schemas.openxmlformats.org/drawingml/2006/main">
            <a:off x="6153150" y="23907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a:t>
            </a:r>
          </a:p>
        </p:txBody>
      </p:sp>
      <p:sp>
        <p:nvSpPr>
          <p:cNvPr id="880" name="">
            <a:extLst xmlns:a="http://schemas.openxmlformats.org/drawingml/2006/main">
              <a:ext uri="{FF2B5EF4-FFF2-40B4-BE49-F238E27FC236}">
                <a16:creationId xmlns:a16="http://schemas.microsoft.com/office/drawing/2014/main" id="{08CB16AB-FDDD-4BE7-B2CE-B81A93F14259}"/>
              </a:ext>
            </a:extLst>
          </p:cNvPr>
          <p:cNvSpPr>
            <a:spLocks xmlns:a="http://schemas.openxmlformats.org/drawingml/2006/main" noGrp="1"/>
          </p:cNvSpPr>
          <p:nvPr/>
        </p:nvSpPr>
        <p:spPr>
          <a:xfrm xmlns:a="http://schemas.openxmlformats.org/drawingml/2006/main">
            <a:off x="6457950" y="23812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Punggol Town Centre</a:t>
            </a:r>
          </a:p>
        </p:txBody>
      </p:sp>
      <p:sp>
        <p:nvSpPr>
          <p:cNvPr id="881" name="">
            <a:extLst xmlns:a="http://schemas.openxmlformats.org/drawingml/2006/main">
              <a:ext uri="{FF2B5EF4-FFF2-40B4-BE49-F238E27FC236}">
                <a16:creationId xmlns:a16="http://schemas.microsoft.com/office/drawing/2014/main" id="{67672493-69A6-4906-A059-F6CDA058C775}"/>
              </a:ext>
            </a:extLst>
          </p:cNvPr>
          <p:cNvSpPr>
            <a:spLocks xmlns:a="http://schemas.openxmlformats.org/drawingml/2006/main" noGrp="1"/>
          </p:cNvSpPr>
          <p:nvPr/>
        </p:nvSpPr>
        <p:spPr>
          <a:xfrm xmlns:a="http://schemas.openxmlformats.org/drawingml/2006/main">
            <a:off x="6153150" y="26574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882" name="">
            <a:extLst xmlns:a="http://schemas.openxmlformats.org/drawingml/2006/main">
              <a:ext uri="{FF2B5EF4-FFF2-40B4-BE49-F238E27FC236}">
                <a16:creationId xmlns:a16="http://schemas.microsoft.com/office/drawing/2014/main" id="{893ABE55-E8BF-416C-AD92-74AE14DC325B}"/>
              </a:ext>
            </a:extLst>
          </p:cNvPr>
          <p:cNvSpPr>
            <a:spLocks xmlns:a="http://schemas.openxmlformats.org/drawingml/2006/main" noGrp="1"/>
          </p:cNvSpPr>
          <p:nvPr/>
        </p:nvSpPr>
        <p:spPr>
          <a:xfrm xmlns:a="http://schemas.openxmlformats.org/drawingml/2006/main">
            <a:off x="6153150" y="26670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2</a:t>
            </a:r>
          </a:p>
        </p:txBody>
      </p:sp>
      <p:sp>
        <p:nvSpPr>
          <p:cNvPr id="883" name="">
            <a:extLst xmlns:a="http://schemas.openxmlformats.org/drawingml/2006/main">
              <a:ext uri="{FF2B5EF4-FFF2-40B4-BE49-F238E27FC236}">
                <a16:creationId xmlns:a16="http://schemas.microsoft.com/office/drawing/2014/main" id="{3AD4726D-0AA2-4813-A164-E5CDF2CD92D8}"/>
              </a:ext>
            </a:extLst>
          </p:cNvPr>
          <p:cNvSpPr>
            <a:spLocks xmlns:a="http://schemas.openxmlformats.org/drawingml/2006/main" noGrp="1"/>
          </p:cNvSpPr>
          <p:nvPr/>
        </p:nvSpPr>
        <p:spPr>
          <a:xfrm xmlns:a="http://schemas.openxmlformats.org/drawingml/2006/main">
            <a:off x="6457950" y="26574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Punggol Canal</a:t>
            </a:r>
          </a:p>
        </p:txBody>
      </p:sp>
      <p:sp>
        <p:nvSpPr>
          <p:cNvPr id="884" name="">
            <a:extLst xmlns:a="http://schemas.openxmlformats.org/drawingml/2006/main">
              <a:ext uri="{FF2B5EF4-FFF2-40B4-BE49-F238E27FC236}">
                <a16:creationId xmlns:a16="http://schemas.microsoft.com/office/drawing/2014/main" id="{07319D71-0736-4FBD-B85A-272AA561F18F}"/>
              </a:ext>
            </a:extLst>
          </p:cNvPr>
          <p:cNvSpPr>
            <a:spLocks xmlns:a="http://schemas.openxmlformats.org/drawingml/2006/main" noGrp="1"/>
          </p:cNvSpPr>
          <p:nvPr/>
        </p:nvSpPr>
        <p:spPr>
          <a:xfrm xmlns:a="http://schemas.openxmlformats.org/drawingml/2006/main">
            <a:off x="6153150" y="29337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885" name="">
            <a:extLst xmlns:a="http://schemas.openxmlformats.org/drawingml/2006/main">
              <a:ext uri="{FF2B5EF4-FFF2-40B4-BE49-F238E27FC236}">
                <a16:creationId xmlns:a16="http://schemas.microsoft.com/office/drawing/2014/main" id="{009E2C03-BAC4-45B1-A074-3157B548A6BE}"/>
              </a:ext>
            </a:extLst>
          </p:cNvPr>
          <p:cNvSpPr>
            <a:spLocks xmlns:a="http://schemas.openxmlformats.org/drawingml/2006/main" noGrp="1"/>
          </p:cNvSpPr>
          <p:nvPr/>
        </p:nvSpPr>
        <p:spPr>
          <a:xfrm xmlns:a="http://schemas.openxmlformats.org/drawingml/2006/main">
            <a:off x="6153150" y="29432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3</a:t>
            </a:r>
          </a:p>
        </p:txBody>
      </p:sp>
      <p:sp>
        <p:nvSpPr>
          <p:cNvPr id="886" name="">
            <a:extLst xmlns:a="http://schemas.openxmlformats.org/drawingml/2006/main">
              <a:ext uri="{FF2B5EF4-FFF2-40B4-BE49-F238E27FC236}">
                <a16:creationId xmlns:a16="http://schemas.microsoft.com/office/drawing/2014/main" id="{12FD520A-A232-4504-8BAA-3030FEAF3D8A}"/>
              </a:ext>
            </a:extLst>
          </p:cNvPr>
          <p:cNvSpPr>
            <a:spLocks xmlns:a="http://schemas.openxmlformats.org/drawingml/2006/main" noGrp="1"/>
          </p:cNvSpPr>
          <p:nvPr/>
        </p:nvSpPr>
        <p:spPr>
          <a:xfrm xmlns:a="http://schemas.openxmlformats.org/drawingml/2006/main">
            <a:off x="6457950" y="29337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Brickland</a:t>
            </a:r>
          </a:p>
        </p:txBody>
      </p:sp>
      <p:sp>
        <p:nvSpPr>
          <p:cNvPr id="887" name="">
            <a:extLst xmlns:a="http://schemas.openxmlformats.org/drawingml/2006/main">
              <a:ext uri="{FF2B5EF4-FFF2-40B4-BE49-F238E27FC236}">
                <a16:creationId xmlns:a16="http://schemas.microsoft.com/office/drawing/2014/main" id="{BC59A3F9-B6AE-4F69-B623-3CDE3AF5D3C8}"/>
              </a:ext>
            </a:extLst>
          </p:cNvPr>
          <p:cNvSpPr>
            <a:spLocks xmlns:a="http://schemas.openxmlformats.org/drawingml/2006/main" noGrp="1"/>
          </p:cNvSpPr>
          <p:nvPr/>
        </p:nvSpPr>
        <p:spPr>
          <a:xfrm xmlns:a="http://schemas.openxmlformats.org/drawingml/2006/main">
            <a:off x="6153150" y="32099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888" name="">
            <a:extLst xmlns:a="http://schemas.openxmlformats.org/drawingml/2006/main">
              <a:ext uri="{FF2B5EF4-FFF2-40B4-BE49-F238E27FC236}">
                <a16:creationId xmlns:a16="http://schemas.microsoft.com/office/drawing/2014/main" id="{1AE484B1-DD19-4405-8BEA-2686C7C69A17}"/>
              </a:ext>
            </a:extLst>
          </p:cNvPr>
          <p:cNvSpPr>
            <a:spLocks xmlns:a="http://schemas.openxmlformats.org/drawingml/2006/main" noGrp="1"/>
          </p:cNvSpPr>
          <p:nvPr/>
        </p:nvSpPr>
        <p:spPr>
          <a:xfrm xmlns:a="http://schemas.openxmlformats.org/drawingml/2006/main">
            <a:off x="6153150" y="32194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4</a:t>
            </a:r>
          </a:p>
        </p:txBody>
      </p:sp>
      <p:sp>
        <p:nvSpPr>
          <p:cNvPr id="889" name="">
            <a:extLst xmlns:a="http://schemas.openxmlformats.org/drawingml/2006/main">
              <a:ext uri="{FF2B5EF4-FFF2-40B4-BE49-F238E27FC236}">
                <a16:creationId xmlns:a16="http://schemas.microsoft.com/office/drawing/2014/main" id="{014B6949-8F1E-4921-9C3D-1F5692925774}"/>
              </a:ext>
            </a:extLst>
          </p:cNvPr>
          <p:cNvSpPr>
            <a:spLocks xmlns:a="http://schemas.openxmlformats.org/drawingml/2006/main" noGrp="1"/>
          </p:cNvSpPr>
          <p:nvPr/>
        </p:nvSpPr>
        <p:spPr>
          <a:xfrm xmlns:a="http://schemas.openxmlformats.org/drawingml/2006/main">
            <a:off x="6457950" y="32099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Gombak</a:t>
            </a:r>
          </a:p>
        </p:txBody>
      </p:sp>
      <p:sp>
        <p:nvSpPr>
          <p:cNvPr id="890" name="">
            <a:extLst xmlns:a="http://schemas.openxmlformats.org/drawingml/2006/main">
              <a:ext uri="{FF2B5EF4-FFF2-40B4-BE49-F238E27FC236}">
                <a16:creationId xmlns:a16="http://schemas.microsoft.com/office/drawing/2014/main" id="{ACFCE33A-0AF6-4713-9B42-E82DE7D67697}"/>
              </a:ext>
            </a:extLst>
          </p:cNvPr>
          <p:cNvSpPr>
            <a:spLocks xmlns:a="http://schemas.openxmlformats.org/drawingml/2006/main" noGrp="1"/>
          </p:cNvSpPr>
          <p:nvPr/>
        </p:nvSpPr>
        <p:spPr>
          <a:xfrm xmlns:a="http://schemas.openxmlformats.org/drawingml/2006/main">
            <a:off x="6153150" y="34861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891" name="">
            <a:extLst xmlns:a="http://schemas.openxmlformats.org/drawingml/2006/main">
              <a:ext uri="{FF2B5EF4-FFF2-40B4-BE49-F238E27FC236}">
                <a16:creationId xmlns:a16="http://schemas.microsoft.com/office/drawing/2014/main" id="{EC51C235-17FE-497B-B2AA-6BD8DB1C441E}"/>
              </a:ext>
            </a:extLst>
          </p:cNvPr>
          <p:cNvSpPr>
            <a:spLocks xmlns:a="http://schemas.openxmlformats.org/drawingml/2006/main" noGrp="1"/>
          </p:cNvSpPr>
          <p:nvPr/>
        </p:nvSpPr>
        <p:spPr>
          <a:xfrm xmlns:a="http://schemas.openxmlformats.org/drawingml/2006/main">
            <a:off x="6153150" y="34956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5</a:t>
            </a:r>
          </a:p>
        </p:txBody>
      </p:sp>
      <p:sp>
        <p:nvSpPr>
          <p:cNvPr id="892" name="">
            <a:extLst xmlns:a="http://schemas.openxmlformats.org/drawingml/2006/main">
              <a:ext uri="{FF2B5EF4-FFF2-40B4-BE49-F238E27FC236}">
                <a16:creationId xmlns:a16="http://schemas.microsoft.com/office/drawing/2014/main" id="{2220E678-8ACC-46CA-AC53-A288F1967F1D}"/>
              </a:ext>
            </a:extLst>
          </p:cNvPr>
          <p:cNvSpPr>
            <a:spLocks xmlns:a="http://schemas.openxmlformats.org/drawingml/2006/main" noGrp="1"/>
          </p:cNvSpPr>
          <p:nvPr/>
        </p:nvSpPr>
        <p:spPr>
          <a:xfrm xmlns:a="http://schemas.openxmlformats.org/drawingml/2006/main">
            <a:off x="6457950" y="34861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Gombak</a:t>
            </a:r>
          </a:p>
        </p:txBody>
      </p:sp>
      <p:sp>
        <p:nvSpPr>
          <p:cNvPr id="893" name="">
            <a:extLst xmlns:a="http://schemas.openxmlformats.org/drawingml/2006/main">
              <a:ext uri="{FF2B5EF4-FFF2-40B4-BE49-F238E27FC236}">
                <a16:creationId xmlns:a16="http://schemas.microsoft.com/office/drawing/2014/main" id="{9E5047C7-BB4F-4D2F-8F27-BDCC6087156B}"/>
              </a:ext>
            </a:extLst>
          </p:cNvPr>
          <p:cNvSpPr>
            <a:spLocks xmlns:a="http://schemas.openxmlformats.org/drawingml/2006/main" noGrp="1"/>
          </p:cNvSpPr>
          <p:nvPr/>
        </p:nvSpPr>
        <p:spPr>
          <a:xfrm xmlns:a="http://schemas.openxmlformats.org/drawingml/2006/main">
            <a:off x="6153150" y="37623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894" name="">
            <a:extLst xmlns:a="http://schemas.openxmlformats.org/drawingml/2006/main">
              <a:ext uri="{FF2B5EF4-FFF2-40B4-BE49-F238E27FC236}">
                <a16:creationId xmlns:a16="http://schemas.microsoft.com/office/drawing/2014/main" id="{D18E342D-378C-4FAB-ACEA-9C306EF78AEB}"/>
              </a:ext>
            </a:extLst>
          </p:cNvPr>
          <p:cNvSpPr>
            <a:spLocks xmlns:a="http://schemas.openxmlformats.org/drawingml/2006/main" noGrp="1"/>
          </p:cNvSpPr>
          <p:nvPr/>
        </p:nvSpPr>
        <p:spPr>
          <a:xfrm xmlns:a="http://schemas.openxmlformats.org/drawingml/2006/main">
            <a:off x="6153150" y="37719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6</a:t>
            </a:r>
          </a:p>
        </p:txBody>
      </p:sp>
      <p:sp>
        <p:nvSpPr>
          <p:cNvPr id="895" name="">
            <a:extLst xmlns:a="http://schemas.openxmlformats.org/drawingml/2006/main">
              <a:ext uri="{FF2B5EF4-FFF2-40B4-BE49-F238E27FC236}">
                <a16:creationId xmlns:a16="http://schemas.microsoft.com/office/drawing/2014/main" id="{3F81996F-4D60-4C71-8F25-B7F972A7915F}"/>
              </a:ext>
            </a:extLst>
          </p:cNvPr>
          <p:cNvSpPr>
            <a:spLocks xmlns:a="http://schemas.openxmlformats.org/drawingml/2006/main" noGrp="1"/>
          </p:cNvSpPr>
          <p:nvPr/>
        </p:nvSpPr>
        <p:spPr>
          <a:xfrm xmlns:a="http://schemas.openxmlformats.org/drawingml/2006/main">
            <a:off x="6457950" y="37623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Anak Bukit</a:t>
            </a:r>
          </a:p>
        </p:txBody>
      </p:sp>
      <p:sp>
        <p:nvSpPr>
          <p:cNvPr id="896" name="">
            <a:extLst xmlns:a="http://schemas.openxmlformats.org/drawingml/2006/main">
              <a:ext uri="{FF2B5EF4-FFF2-40B4-BE49-F238E27FC236}">
                <a16:creationId xmlns:a16="http://schemas.microsoft.com/office/drawing/2014/main" id="{BCA1DEBC-3052-4ACE-83CD-694A5C81AEC0}"/>
              </a:ext>
            </a:extLst>
          </p:cNvPr>
          <p:cNvSpPr>
            <a:spLocks xmlns:a="http://schemas.openxmlformats.org/drawingml/2006/main" noGrp="1"/>
          </p:cNvSpPr>
          <p:nvPr/>
        </p:nvSpPr>
        <p:spPr>
          <a:xfrm xmlns:a="http://schemas.openxmlformats.org/drawingml/2006/main">
            <a:off x="6153150" y="40386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897" name="">
            <a:extLst xmlns:a="http://schemas.openxmlformats.org/drawingml/2006/main">
              <a:ext uri="{FF2B5EF4-FFF2-40B4-BE49-F238E27FC236}">
                <a16:creationId xmlns:a16="http://schemas.microsoft.com/office/drawing/2014/main" id="{F08657DD-E7BB-4E67-99A9-4750A49D203F}"/>
              </a:ext>
            </a:extLst>
          </p:cNvPr>
          <p:cNvSpPr>
            <a:spLocks xmlns:a="http://schemas.openxmlformats.org/drawingml/2006/main" noGrp="1"/>
          </p:cNvSpPr>
          <p:nvPr/>
        </p:nvSpPr>
        <p:spPr>
          <a:xfrm xmlns:a="http://schemas.openxmlformats.org/drawingml/2006/main">
            <a:off x="6153150" y="40481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7</a:t>
            </a:r>
          </a:p>
        </p:txBody>
      </p:sp>
      <p:sp>
        <p:nvSpPr>
          <p:cNvPr id="898" name="">
            <a:extLst xmlns:a="http://schemas.openxmlformats.org/drawingml/2006/main">
              <a:ext uri="{FF2B5EF4-FFF2-40B4-BE49-F238E27FC236}">
                <a16:creationId xmlns:a16="http://schemas.microsoft.com/office/drawing/2014/main" id="{B73F7B48-FB5B-4482-B818-8C65877509C5}"/>
              </a:ext>
            </a:extLst>
          </p:cNvPr>
          <p:cNvSpPr>
            <a:spLocks xmlns:a="http://schemas.openxmlformats.org/drawingml/2006/main" noGrp="1"/>
          </p:cNvSpPr>
          <p:nvPr/>
        </p:nvSpPr>
        <p:spPr>
          <a:xfrm xmlns:a="http://schemas.openxmlformats.org/drawingml/2006/main">
            <a:off x="6457950" y="40386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Safti</a:t>
            </a:r>
          </a:p>
        </p:txBody>
      </p:sp>
      <p:sp>
        <p:nvSpPr>
          <p:cNvPr id="899" name="">
            <a:extLst xmlns:a="http://schemas.openxmlformats.org/drawingml/2006/main">
              <a:ext uri="{FF2B5EF4-FFF2-40B4-BE49-F238E27FC236}">
                <a16:creationId xmlns:a16="http://schemas.microsoft.com/office/drawing/2014/main" id="{82526B98-67AA-46F6-B14D-67AE553FA2CA}"/>
              </a:ext>
            </a:extLst>
          </p:cNvPr>
          <p:cNvSpPr>
            <a:spLocks xmlns:a="http://schemas.openxmlformats.org/drawingml/2006/main" noGrp="1"/>
          </p:cNvSpPr>
          <p:nvPr/>
        </p:nvSpPr>
        <p:spPr>
          <a:xfrm xmlns:a="http://schemas.openxmlformats.org/drawingml/2006/main">
            <a:off x="6153150" y="43148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900" name="">
            <a:extLst xmlns:a="http://schemas.openxmlformats.org/drawingml/2006/main">
              <a:ext uri="{FF2B5EF4-FFF2-40B4-BE49-F238E27FC236}">
                <a16:creationId xmlns:a16="http://schemas.microsoft.com/office/drawing/2014/main" id="{07FCFA71-BF0B-4DEC-890E-56BB35EA5C50}"/>
              </a:ext>
            </a:extLst>
          </p:cNvPr>
          <p:cNvSpPr>
            <a:spLocks xmlns:a="http://schemas.openxmlformats.org/drawingml/2006/main" noGrp="1"/>
          </p:cNvSpPr>
          <p:nvPr/>
        </p:nvSpPr>
        <p:spPr>
          <a:xfrm xmlns:a="http://schemas.openxmlformats.org/drawingml/2006/main">
            <a:off x="6153150" y="43243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8</a:t>
            </a:r>
          </a:p>
        </p:txBody>
      </p:sp>
      <p:sp>
        <p:nvSpPr>
          <p:cNvPr id="901" name="">
            <a:extLst xmlns:a="http://schemas.openxmlformats.org/drawingml/2006/main">
              <a:ext uri="{FF2B5EF4-FFF2-40B4-BE49-F238E27FC236}">
                <a16:creationId xmlns:a16="http://schemas.microsoft.com/office/drawing/2014/main" id="{CA955202-A30A-4FE0-BA1E-1A1D58FAF2C2}"/>
              </a:ext>
            </a:extLst>
          </p:cNvPr>
          <p:cNvSpPr>
            <a:spLocks xmlns:a="http://schemas.openxmlformats.org/drawingml/2006/main" noGrp="1"/>
          </p:cNvSpPr>
          <p:nvPr/>
        </p:nvSpPr>
        <p:spPr>
          <a:xfrm xmlns:a="http://schemas.openxmlformats.org/drawingml/2006/main">
            <a:off x="6457950" y="43148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Chin Bee</a:t>
            </a:r>
          </a:p>
        </p:txBody>
      </p:sp>
      <p:sp>
        <p:nvSpPr>
          <p:cNvPr id="902" name="">
            <a:extLst xmlns:a="http://schemas.openxmlformats.org/drawingml/2006/main">
              <a:ext uri="{FF2B5EF4-FFF2-40B4-BE49-F238E27FC236}">
                <a16:creationId xmlns:a16="http://schemas.microsoft.com/office/drawing/2014/main" id="{3045C189-27C2-498F-B5C7-52E682966EEA}"/>
              </a:ext>
            </a:extLst>
          </p:cNvPr>
          <p:cNvSpPr>
            <a:spLocks xmlns:a="http://schemas.openxmlformats.org/drawingml/2006/main" noGrp="1"/>
          </p:cNvSpPr>
          <p:nvPr/>
        </p:nvSpPr>
        <p:spPr>
          <a:xfrm xmlns:a="http://schemas.openxmlformats.org/drawingml/2006/main">
            <a:off x="6153150" y="459105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903" name="">
            <a:extLst xmlns:a="http://schemas.openxmlformats.org/drawingml/2006/main">
              <a:ext uri="{FF2B5EF4-FFF2-40B4-BE49-F238E27FC236}">
                <a16:creationId xmlns:a16="http://schemas.microsoft.com/office/drawing/2014/main" id="{57FDA7F6-44FD-4B55-AF7C-5393E02B634B}"/>
              </a:ext>
            </a:extLst>
          </p:cNvPr>
          <p:cNvSpPr>
            <a:spLocks xmlns:a="http://schemas.openxmlformats.org/drawingml/2006/main" noGrp="1"/>
          </p:cNvSpPr>
          <p:nvPr/>
        </p:nvSpPr>
        <p:spPr>
          <a:xfrm xmlns:a="http://schemas.openxmlformats.org/drawingml/2006/main">
            <a:off x="6153150" y="460057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9</a:t>
            </a:r>
          </a:p>
        </p:txBody>
      </p:sp>
      <p:sp>
        <p:nvSpPr>
          <p:cNvPr id="904" name="">
            <a:extLst xmlns:a="http://schemas.openxmlformats.org/drawingml/2006/main">
              <a:ext uri="{FF2B5EF4-FFF2-40B4-BE49-F238E27FC236}">
                <a16:creationId xmlns:a16="http://schemas.microsoft.com/office/drawing/2014/main" id="{136D7420-87E3-412F-80A1-D29A64A639D7}"/>
              </a:ext>
            </a:extLst>
          </p:cNvPr>
          <p:cNvSpPr>
            <a:spLocks xmlns:a="http://schemas.openxmlformats.org/drawingml/2006/main" noGrp="1"/>
          </p:cNvSpPr>
          <p:nvPr/>
        </p:nvSpPr>
        <p:spPr>
          <a:xfrm xmlns:a="http://schemas.openxmlformats.org/drawingml/2006/main">
            <a:off x="6457950" y="459105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Bedok South</a:t>
            </a:r>
          </a:p>
        </p:txBody>
      </p:sp>
      <p:sp>
        <p:nvSpPr>
          <p:cNvPr id="905" name="">
            <a:extLst xmlns:a="http://schemas.openxmlformats.org/drawingml/2006/main">
              <a:ext uri="{FF2B5EF4-FFF2-40B4-BE49-F238E27FC236}">
                <a16:creationId xmlns:a16="http://schemas.microsoft.com/office/drawing/2014/main" id="{8ED206E0-EDCE-4ED4-AD9B-7D70F9948F60}"/>
              </a:ext>
            </a:extLst>
          </p:cNvPr>
          <p:cNvSpPr>
            <a:spLocks xmlns:a="http://schemas.openxmlformats.org/drawingml/2006/main" noGrp="1"/>
          </p:cNvSpPr>
          <p:nvPr/>
        </p:nvSpPr>
        <p:spPr>
          <a:xfrm xmlns:a="http://schemas.openxmlformats.org/drawingml/2006/main">
            <a:off x="6153150" y="486727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906" name="">
            <a:extLst xmlns:a="http://schemas.openxmlformats.org/drawingml/2006/main">
              <a:ext uri="{FF2B5EF4-FFF2-40B4-BE49-F238E27FC236}">
                <a16:creationId xmlns:a16="http://schemas.microsoft.com/office/drawing/2014/main" id="{12D128E7-5798-478C-B250-65416176FE9A}"/>
              </a:ext>
            </a:extLst>
          </p:cNvPr>
          <p:cNvSpPr>
            <a:spLocks xmlns:a="http://schemas.openxmlformats.org/drawingml/2006/main" noGrp="1"/>
          </p:cNvSpPr>
          <p:nvPr/>
        </p:nvSpPr>
        <p:spPr>
          <a:xfrm xmlns:a="http://schemas.openxmlformats.org/drawingml/2006/main">
            <a:off x="6153150" y="487680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10</a:t>
            </a:r>
          </a:p>
        </p:txBody>
      </p:sp>
      <p:sp>
        <p:nvSpPr>
          <p:cNvPr id="907" name="">
            <a:extLst xmlns:a="http://schemas.openxmlformats.org/drawingml/2006/main">
              <a:ext uri="{FF2B5EF4-FFF2-40B4-BE49-F238E27FC236}">
                <a16:creationId xmlns:a16="http://schemas.microsoft.com/office/drawing/2014/main" id="{0DD9EE98-F3E6-4A44-8DD9-4B89AA47027B}"/>
              </a:ext>
            </a:extLst>
          </p:cNvPr>
          <p:cNvSpPr>
            <a:spLocks xmlns:a="http://schemas.openxmlformats.org/drawingml/2006/main" noGrp="1"/>
          </p:cNvSpPr>
          <p:nvPr/>
        </p:nvSpPr>
        <p:spPr>
          <a:xfrm xmlns:a="http://schemas.openxmlformats.org/drawingml/2006/main">
            <a:off x="6457950" y="486727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Ulu Pandan</a:t>
            </a:r>
          </a:p>
        </p:txBody>
      </p:sp>
      <p:sp>
        <p:nvSpPr>
          <p:cNvPr id="908" name="">
            <a:extLst xmlns:a="http://schemas.openxmlformats.org/drawingml/2006/main">
              <a:ext uri="{FF2B5EF4-FFF2-40B4-BE49-F238E27FC236}">
                <a16:creationId xmlns:a16="http://schemas.microsoft.com/office/drawing/2014/main" id="{C35823BC-4FDF-439B-A79B-FE11E2438944}"/>
              </a:ext>
            </a:extLst>
          </p:cNvPr>
          <p:cNvSpPr>
            <a:spLocks xmlns:a="http://schemas.openxmlformats.org/drawingml/2006/main" noGrp="1"/>
          </p:cNvSpPr>
          <p:nvPr/>
        </p:nvSpPr>
        <p:spPr>
          <a:xfrm xmlns:a="http://schemas.openxmlformats.org/drawingml/2006/main">
            <a:off x="6153150" y="5143500"/>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909" name="">
            <a:extLst xmlns:a="http://schemas.openxmlformats.org/drawingml/2006/main">
              <a:ext uri="{FF2B5EF4-FFF2-40B4-BE49-F238E27FC236}">
                <a16:creationId xmlns:a16="http://schemas.microsoft.com/office/drawing/2014/main" id="{A95CE9D9-3A0C-43A3-B80F-97C462DEE8D8}"/>
              </a:ext>
            </a:extLst>
          </p:cNvPr>
          <p:cNvSpPr>
            <a:spLocks xmlns:a="http://schemas.openxmlformats.org/drawingml/2006/main" noGrp="1"/>
          </p:cNvSpPr>
          <p:nvPr/>
        </p:nvSpPr>
        <p:spPr>
          <a:xfrm xmlns:a="http://schemas.openxmlformats.org/drawingml/2006/main">
            <a:off x="6153150" y="5153025"/>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11</a:t>
            </a:r>
          </a:p>
        </p:txBody>
      </p:sp>
      <p:sp>
        <p:nvSpPr>
          <p:cNvPr id="910" name="">
            <a:extLst xmlns:a="http://schemas.openxmlformats.org/drawingml/2006/main">
              <a:ext uri="{FF2B5EF4-FFF2-40B4-BE49-F238E27FC236}">
                <a16:creationId xmlns:a16="http://schemas.microsoft.com/office/drawing/2014/main" id="{F3AB8613-47FE-4DDC-863A-85EA0201F978}"/>
              </a:ext>
            </a:extLst>
          </p:cNvPr>
          <p:cNvSpPr>
            <a:spLocks xmlns:a="http://schemas.openxmlformats.org/drawingml/2006/main" noGrp="1"/>
          </p:cNvSpPr>
          <p:nvPr/>
        </p:nvSpPr>
        <p:spPr>
          <a:xfrm xmlns:a="http://schemas.openxmlformats.org/drawingml/2006/main">
            <a:off x="6457950" y="5143500"/>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Kovan</a:t>
            </a:r>
          </a:p>
        </p:txBody>
      </p:sp>
      <p:sp>
        <p:nvSpPr>
          <p:cNvPr id="911" name="">
            <a:extLst xmlns:a="http://schemas.openxmlformats.org/drawingml/2006/main">
              <a:ext uri="{FF2B5EF4-FFF2-40B4-BE49-F238E27FC236}">
                <a16:creationId xmlns:a16="http://schemas.microsoft.com/office/drawing/2014/main" id="{0FF44E19-B25E-4E1C-8389-018441137AB6}"/>
              </a:ext>
            </a:extLst>
          </p:cNvPr>
          <p:cNvSpPr>
            <a:spLocks xmlns:a="http://schemas.openxmlformats.org/drawingml/2006/main" noGrp="1"/>
          </p:cNvSpPr>
          <p:nvPr/>
        </p:nvSpPr>
        <p:spPr>
          <a:xfrm xmlns:a="http://schemas.openxmlformats.org/drawingml/2006/main">
            <a:off x="6153150" y="5419725"/>
            <a:ext cx="200025" cy="200025"/>
          </a:xfrm>
          <a:prstGeom xmlns:a="http://schemas.openxmlformats.org/drawingml/2006/main" prst="ellipse">
            <a:avLst/>
          </a:prstGeom>
          <a:solidFill xmlns:a="http://schemas.openxmlformats.org/drawingml/2006/main">
            <a:srgbClr val="14295B"/>
          </a:solidFill>
          <a:ln xmlns:a="http://schemas.openxmlformats.org/drawingml/2006/main" w="0">
            <a:noFill/>
          </a:ln>
        </p:spPr>
      </p:sp>
      <p:sp>
        <p:nvSpPr>
          <p:cNvPr id="912" name="">
            <a:extLst xmlns:a="http://schemas.openxmlformats.org/drawingml/2006/main">
              <a:ext uri="{FF2B5EF4-FFF2-40B4-BE49-F238E27FC236}">
                <a16:creationId xmlns:a16="http://schemas.microsoft.com/office/drawing/2014/main" id="{8F4BFF99-8CB2-427E-8698-A3D1E687016F}"/>
              </a:ext>
            </a:extLst>
          </p:cNvPr>
          <p:cNvSpPr>
            <a:spLocks xmlns:a="http://schemas.openxmlformats.org/drawingml/2006/main" noGrp="1"/>
          </p:cNvSpPr>
          <p:nvPr/>
        </p:nvSpPr>
        <p:spPr>
          <a:xfrm xmlns:a="http://schemas.openxmlformats.org/drawingml/2006/main">
            <a:off x="6153150" y="5429250"/>
            <a:ext cx="200025" cy="20955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975" b="0">
                <a:solidFill>
                  <a:srgbClr val="FFFFFF"/>
                </a:solidFill>
                <a:latin typeface="Poppins"/>
                <a:ea typeface="Poppins"/>
                <a:cs typeface="Poppins"/>
              </a:defRPr>
            </a:defPPr>
            <a:lvl1pPr algn="ctr">
              <a:defRPr sz="975" b="0">
                <a:solidFill>
                  <a:srgbClr val="FFFFFF"/>
                </a:solidFill>
                <a:latin typeface="Poppins"/>
                <a:ea typeface="Poppins"/>
                <a:cs typeface="Poppins"/>
              </a:defRPr>
            </a:lvl1pPr>
            <a:lvl2pPr algn="ctr">
              <a:defRPr sz="975" b="0">
                <a:solidFill>
                  <a:srgbClr val="FFFFFF"/>
                </a:solidFill>
                <a:latin typeface="Poppins"/>
                <a:ea typeface="Poppins"/>
                <a:cs typeface="Poppins"/>
              </a:defRPr>
            </a:lvl2pPr>
            <a:lvl3pPr algn="ctr">
              <a:defRPr sz="975" b="0">
                <a:solidFill>
                  <a:srgbClr val="FFFFFF"/>
                </a:solidFill>
                <a:latin typeface="Poppins"/>
                <a:ea typeface="Poppins"/>
                <a:cs typeface="Poppins"/>
              </a:defRPr>
            </a:lvl3pPr>
            <a:lvl4pPr algn="ctr">
              <a:defRPr sz="975" b="0">
                <a:solidFill>
                  <a:srgbClr val="FFFFFF"/>
                </a:solidFill>
                <a:latin typeface="Poppins"/>
                <a:ea typeface="Poppins"/>
                <a:cs typeface="Poppins"/>
              </a:defRPr>
            </a:lvl4pPr>
            <a:lvl5pPr algn="ctr">
              <a:defRPr sz="975" b="0">
                <a:solidFill>
                  <a:srgbClr val="FFFFFF"/>
                </a:solidFill>
                <a:latin typeface="Poppins"/>
                <a:ea typeface="Poppins"/>
                <a:cs typeface="Poppins"/>
              </a:defRPr>
            </a:lvl5pPr>
            <a:lvl6pPr algn="ctr">
              <a:defRPr sz="975" b="0">
                <a:solidFill>
                  <a:srgbClr val="FFFFFF"/>
                </a:solidFill>
                <a:latin typeface="Poppins"/>
                <a:ea typeface="Poppins"/>
                <a:cs typeface="Poppins"/>
              </a:defRPr>
            </a:lvl6pPr>
            <a:lvl7pPr algn="ctr">
              <a:defRPr sz="975" b="0">
                <a:solidFill>
                  <a:srgbClr val="FFFFFF"/>
                </a:solidFill>
                <a:latin typeface="Poppins"/>
                <a:ea typeface="Poppins"/>
                <a:cs typeface="Poppins"/>
              </a:defRPr>
            </a:lvl7pPr>
            <a:lvl8pPr algn="ctr">
              <a:defRPr sz="975" b="0">
                <a:solidFill>
                  <a:srgbClr val="FFFFFF"/>
                </a:solidFill>
                <a:latin typeface="Poppins"/>
                <a:ea typeface="Poppins"/>
                <a:cs typeface="Poppins"/>
              </a:defRPr>
            </a:lvl8pPr>
            <a:lvl9pPr algn="ctr">
              <a:defRPr sz="975" b="0">
                <a:solidFill>
                  <a:srgbClr val="FFFFFF"/>
                </a:solidFill>
                <a:latin typeface="Poppins"/>
                <a:ea typeface="Poppins"/>
                <a:cs typeface="Poppins"/>
              </a:defRPr>
            </a:lvl9pPr>
          </a:lstStyle>
          <a:p xmlns:a="http://schemas.openxmlformats.org/drawingml/2006/main">
            <a:pPr algn="ctr">
              <a:defRPr sz="975" b="0">
                <a:solidFill>
                  <a:srgbClr val="FFFFFF"/>
                </a:solidFill>
                <a:latin typeface="Poppins"/>
                <a:ea typeface="Poppins"/>
                <a:cs typeface="Poppins"/>
              </a:defRPr>
            </a:pPr>
            <a:r>
              <a:rPr sz="975" b="0">
                <a:solidFill>
                  <a:srgbClr val="FFFFFF"/>
                </a:solidFill>
                <a:latin typeface="Poppins"/>
                <a:ea typeface="Poppins"/>
                <a:cs typeface="Poppins"/>
              </a:rPr>
              <a:t>12</a:t>
            </a:r>
          </a:p>
        </p:txBody>
      </p:sp>
      <p:sp>
        <p:nvSpPr>
          <p:cNvPr id="913" name="">
            <a:extLst xmlns:a="http://schemas.openxmlformats.org/drawingml/2006/main">
              <a:ext uri="{FF2B5EF4-FFF2-40B4-BE49-F238E27FC236}">
                <a16:creationId xmlns:a16="http://schemas.microsoft.com/office/drawing/2014/main" id="{72C86E7E-EB82-422D-B0DA-067D64D06074}"/>
              </a:ext>
            </a:extLst>
          </p:cNvPr>
          <p:cNvSpPr>
            <a:spLocks xmlns:a="http://schemas.openxmlformats.org/drawingml/2006/main" noGrp="1"/>
          </p:cNvSpPr>
          <p:nvPr/>
        </p:nvSpPr>
        <p:spPr>
          <a:xfrm xmlns:a="http://schemas.openxmlformats.org/drawingml/2006/main">
            <a:off x="6457950" y="5419725"/>
            <a:ext cx="4667250" cy="238125"/>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25" b="0">
                <a:solidFill>
                  <a:srgbClr val="14203A"/>
                </a:solidFill>
                <a:latin typeface="Poppins"/>
                <a:ea typeface="Poppins"/>
                <a:cs typeface="Poppins"/>
              </a:defRPr>
            </a:defPPr>
            <a:lvl1pPr>
              <a:defRPr sz="1125" b="0">
                <a:solidFill>
                  <a:srgbClr val="14203A"/>
                </a:solidFill>
                <a:latin typeface="Poppins"/>
                <a:ea typeface="Poppins"/>
                <a:cs typeface="Poppins"/>
              </a:defRPr>
            </a:lvl1pPr>
            <a:lvl2pPr>
              <a:defRPr sz="1125" b="0">
                <a:solidFill>
                  <a:srgbClr val="14203A"/>
                </a:solidFill>
                <a:latin typeface="Poppins"/>
                <a:ea typeface="Poppins"/>
                <a:cs typeface="Poppins"/>
              </a:defRPr>
            </a:lvl2pPr>
            <a:lvl3pPr>
              <a:defRPr sz="1125" b="0">
                <a:solidFill>
                  <a:srgbClr val="14203A"/>
                </a:solidFill>
                <a:latin typeface="Poppins"/>
                <a:ea typeface="Poppins"/>
                <a:cs typeface="Poppins"/>
              </a:defRPr>
            </a:lvl3pPr>
            <a:lvl4pPr>
              <a:defRPr sz="1125" b="0">
                <a:solidFill>
                  <a:srgbClr val="14203A"/>
                </a:solidFill>
                <a:latin typeface="Poppins"/>
                <a:ea typeface="Poppins"/>
                <a:cs typeface="Poppins"/>
              </a:defRPr>
            </a:lvl4pPr>
            <a:lvl5pPr>
              <a:defRPr sz="1125" b="0">
                <a:solidFill>
                  <a:srgbClr val="14203A"/>
                </a:solidFill>
                <a:latin typeface="Poppins"/>
                <a:ea typeface="Poppins"/>
                <a:cs typeface="Poppins"/>
              </a:defRPr>
            </a:lvl5pPr>
            <a:lvl6pPr>
              <a:defRPr sz="1125" b="0">
                <a:solidFill>
                  <a:srgbClr val="14203A"/>
                </a:solidFill>
                <a:latin typeface="Poppins"/>
                <a:ea typeface="Poppins"/>
                <a:cs typeface="Poppins"/>
              </a:defRPr>
            </a:lvl6pPr>
            <a:lvl7pPr>
              <a:defRPr sz="1125" b="0">
                <a:solidFill>
                  <a:srgbClr val="14203A"/>
                </a:solidFill>
                <a:latin typeface="Poppins"/>
                <a:ea typeface="Poppins"/>
                <a:cs typeface="Poppins"/>
              </a:defRPr>
            </a:lvl7pPr>
            <a:lvl8pPr>
              <a:defRPr sz="1125" b="0">
                <a:solidFill>
                  <a:srgbClr val="14203A"/>
                </a:solidFill>
                <a:latin typeface="Poppins"/>
                <a:ea typeface="Poppins"/>
                <a:cs typeface="Poppins"/>
              </a:defRPr>
            </a:lvl8pPr>
            <a:lvl9pPr>
              <a:defRPr sz="1125" b="0">
                <a:solidFill>
                  <a:srgbClr val="14203A"/>
                </a:solidFill>
                <a:latin typeface="Poppins"/>
                <a:ea typeface="Poppins"/>
                <a:cs typeface="Poppins"/>
              </a:defRPr>
            </a:lvl9pPr>
          </a:lstStyle>
          <a:p xmlns:a="http://schemas.openxmlformats.org/drawingml/2006/main">
            <a:pPr>
              <a:defRPr sz="1125" b="0">
                <a:solidFill>
                  <a:srgbClr val="14203A"/>
                </a:solidFill>
                <a:latin typeface="Poppins"/>
                <a:ea typeface="Poppins"/>
                <a:cs typeface="Poppins"/>
              </a:defRPr>
            </a:pPr>
            <a:r>
              <a:rPr sz="1125" b="0">
                <a:solidFill>
                  <a:srgbClr val="14203A"/>
                </a:solidFill>
                <a:latin typeface="Poppins"/>
                <a:ea typeface="Poppins"/>
                <a:cs typeface="Poppins"/>
              </a:rPr>
              <a:t>Woodlands East</a:t>
            </a:r>
          </a:p>
        </p:txBody>
      </p:sp>
      <p:pic>
        <p:nvPicPr>
          <p:cNvPr id="914" name="">
            <a:extLst xmlns:a="http://schemas.openxmlformats.org/drawingml/2006/main">
              <a:ext uri="{FF2B5EF4-FFF2-40B4-BE49-F238E27FC236}">
                <a16:creationId xmlns:a16="http://schemas.microsoft.com/office/drawing/2014/main" id="{905D4CC0-625E-4041-97E7-16C665026875}"/>
              </a:ext>
            </a:extLst>
          </p:cNvPr>
          <p:cNvPicPr>
            <a:picLocks xmlns:a="http://schemas.openxmlformats.org/drawingml/2006/main" noChangeAspect="1"/>
          </p:cNvPicPr>
          <p:nvPr/>
        </p:nvPicPr>
        <p:blipFill>
          <a:blip xmlns:r="http://schemas.openxmlformats.org/officeDocument/2006/relationships" xmlns:a="http://schemas.openxmlformats.org/drawingml/2006/main" r:embed="Raeeef8ca6fef4a89"/>
          <a:stretch xmlns:a="http://schemas.openxmlformats.org/drawingml/2006/main"/>
        </p:blipFill>
        <p:spPr>
          <a:xfrm xmlns:a="http://schemas.openxmlformats.org/drawingml/2006/main" flipH="0" flipV="1">
            <a:off x="1921193" y="5143500"/>
            <a:ext cx="3148038" cy="154822"/>
          </a:xfrm>
          <a:prstGeom xmlns:a="http://schemas.openxmlformats.org/drawingml/2006/main" prst="rect">
            <a:avLst/>
          </a:prstGeom>
        </p:spPr>
      </p:pic>
      <p:sp>
        <p:nvSpPr>
          <p:cNvPr id="915" name="Editable chart path">
            <a:extLst xmlns:a="http://schemas.openxmlformats.org/drawingml/2006/main">
              <a:ext uri="{FF2B5EF4-FFF2-40B4-BE49-F238E27FC236}">
                <a16:creationId xmlns:a16="http://schemas.microsoft.com/office/drawing/2014/main" id="{DF0CBE13-ECDB-4ADC-A07C-CEFAE568568D}"/>
              </a:ext>
            </a:extLst>
          </p:cNvPr>
          <p:cNvSpPr>
            <a:spLocks xmlns:a="http://schemas.openxmlformats.org/drawingml/2006/main" noGrp="1"/>
          </p:cNvSpPr>
          <p:nvPr/>
        </p:nvSpPr>
        <p:spPr>
          <a:xfrm xmlns:a="http://schemas.openxmlformats.org/drawingml/2006/main">
            <a:off x="1922234" y="5302495"/>
            <a:ext cx="95" cy="3420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19">
            <a:solidFill>
              <a:srgbClr val="5A6683"/>
            </a:solidFill>
            <a:prstDash val="solid"/>
          </a:ln>
        </p:spPr>
      </p:sp>
      <p:sp>
        <p:nvSpPr>
          <p:cNvPr id="916" name="">
            <a:extLst xmlns:a="http://schemas.openxmlformats.org/drawingml/2006/main">
              <a:ext uri="{FF2B5EF4-FFF2-40B4-BE49-F238E27FC236}">
                <a16:creationId xmlns:a16="http://schemas.microsoft.com/office/drawing/2014/main" id="{F23AC7C0-66EE-46F2-A741-92DEBE9B1EFF}"/>
              </a:ext>
            </a:extLst>
          </p:cNvPr>
          <p:cNvSpPr>
            <a:spLocks xmlns:a="http://schemas.openxmlformats.org/drawingml/2006/main" noGrp="1"/>
          </p:cNvSpPr>
          <p:nvPr/>
        </p:nvSpPr>
        <p:spPr>
          <a:xfrm xmlns:a="http://schemas.openxmlformats.org/drawingml/2006/main" rot="0">
            <a:off x="1786374" y="5307940"/>
            <a:ext cx="254127"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0.01</a:t>
            </a:r>
          </a:p>
        </p:txBody>
      </p:sp>
      <p:sp>
        <p:nvSpPr>
          <p:cNvPr id="917" name="Editable chart path">
            <a:extLst xmlns:a="http://schemas.openxmlformats.org/drawingml/2006/main">
              <a:ext uri="{FF2B5EF4-FFF2-40B4-BE49-F238E27FC236}">
                <a16:creationId xmlns:a16="http://schemas.microsoft.com/office/drawing/2014/main" id="{EFEE6A79-2A87-4297-8141-177BC67CD71D}"/>
              </a:ext>
            </a:extLst>
          </p:cNvPr>
          <p:cNvSpPr>
            <a:spLocks xmlns:a="http://schemas.openxmlformats.org/drawingml/2006/main" noGrp="1"/>
          </p:cNvSpPr>
          <p:nvPr/>
        </p:nvSpPr>
        <p:spPr>
          <a:xfrm xmlns:a="http://schemas.openxmlformats.org/drawingml/2006/main">
            <a:off x="2505041" y="5302495"/>
            <a:ext cx="95" cy="3420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19">
            <a:solidFill>
              <a:srgbClr val="5A6683"/>
            </a:solidFill>
            <a:prstDash val="solid"/>
          </a:ln>
        </p:spPr>
      </p:sp>
      <p:sp>
        <p:nvSpPr>
          <p:cNvPr id="918" name="">
            <a:extLst xmlns:a="http://schemas.openxmlformats.org/drawingml/2006/main">
              <a:ext uri="{FF2B5EF4-FFF2-40B4-BE49-F238E27FC236}">
                <a16:creationId xmlns:a16="http://schemas.microsoft.com/office/drawing/2014/main" id="{C497355F-5D22-4BC9-B024-5802B797891B}"/>
              </a:ext>
            </a:extLst>
          </p:cNvPr>
          <p:cNvSpPr>
            <a:spLocks xmlns:a="http://schemas.openxmlformats.org/drawingml/2006/main" noGrp="1"/>
          </p:cNvSpPr>
          <p:nvPr/>
        </p:nvSpPr>
        <p:spPr>
          <a:xfrm xmlns:a="http://schemas.openxmlformats.org/drawingml/2006/main" rot="0">
            <a:off x="2413043" y="5307940"/>
            <a:ext cx="16640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0.1</a:t>
            </a:r>
          </a:p>
        </p:txBody>
      </p:sp>
      <p:sp>
        <p:nvSpPr>
          <p:cNvPr id="919" name="Editable chart path">
            <a:extLst xmlns:a="http://schemas.openxmlformats.org/drawingml/2006/main">
              <a:ext uri="{FF2B5EF4-FFF2-40B4-BE49-F238E27FC236}">
                <a16:creationId xmlns:a16="http://schemas.microsoft.com/office/drawing/2014/main" id="{F635B4A6-D36E-4391-99FA-16EDCD85DAC3}"/>
              </a:ext>
            </a:extLst>
          </p:cNvPr>
          <p:cNvSpPr>
            <a:spLocks xmlns:a="http://schemas.openxmlformats.org/drawingml/2006/main" noGrp="1"/>
          </p:cNvSpPr>
          <p:nvPr/>
        </p:nvSpPr>
        <p:spPr>
          <a:xfrm xmlns:a="http://schemas.openxmlformats.org/drawingml/2006/main">
            <a:off x="3087848" y="5302495"/>
            <a:ext cx="95" cy="3420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19">
            <a:solidFill>
              <a:srgbClr val="5A6683"/>
            </a:solidFill>
            <a:prstDash val="solid"/>
          </a:ln>
        </p:spPr>
      </p:sp>
      <p:sp>
        <p:nvSpPr>
          <p:cNvPr id="920" name="">
            <a:extLst xmlns:a="http://schemas.openxmlformats.org/drawingml/2006/main">
              <a:ext uri="{FF2B5EF4-FFF2-40B4-BE49-F238E27FC236}">
                <a16:creationId xmlns:a16="http://schemas.microsoft.com/office/drawing/2014/main" id="{1CF83576-5950-46C9-8DC6-D2C86794F091}"/>
              </a:ext>
            </a:extLst>
          </p:cNvPr>
          <p:cNvSpPr>
            <a:spLocks xmlns:a="http://schemas.openxmlformats.org/drawingml/2006/main" noGrp="1"/>
          </p:cNvSpPr>
          <p:nvPr/>
        </p:nvSpPr>
        <p:spPr>
          <a:xfrm xmlns:a="http://schemas.openxmlformats.org/drawingml/2006/main" rot="0">
            <a:off x="3054334" y="5307940"/>
            <a:ext cx="49435"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a:t>
            </a:r>
          </a:p>
        </p:txBody>
      </p:sp>
      <p:sp>
        <p:nvSpPr>
          <p:cNvPr id="921" name="Editable chart path">
            <a:extLst xmlns:a="http://schemas.openxmlformats.org/drawingml/2006/main">
              <a:ext uri="{FF2B5EF4-FFF2-40B4-BE49-F238E27FC236}">
                <a16:creationId xmlns:a16="http://schemas.microsoft.com/office/drawing/2014/main" id="{10BA430E-04C8-4F01-A50E-CA6A8173CE70}"/>
              </a:ext>
            </a:extLst>
          </p:cNvPr>
          <p:cNvSpPr>
            <a:spLocks xmlns:a="http://schemas.openxmlformats.org/drawingml/2006/main" noGrp="1"/>
          </p:cNvSpPr>
          <p:nvPr/>
        </p:nvSpPr>
        <p:spPr>
          <a:xfrm xmlns:a="http://schemas.openxmlformats.org/drawingml/2006/main">
            <a:off x="3495212" y="5302495"/>
            <a:ext cx="95" cy="3420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19">
            <a:solidFill>
              <a:srgbClr val="5A6683"/>
            </a:solidFill>
            <a:prstDash val="solid"/>
          </a:ln>
        </p:spPr>
      </p:sp>
      <p:sp>
        <p:nvSpPr>
          <p:cNvPr id="922" name="">
            <a:extLst xmlns:a="http://schemas.openxmlformats.org/drawingml/2006/main">
              <a:ext uri="{FF2B5EF4-FFF2-40B4-BE49-F238E27FC236}">
                <a16:creationId xmlns:a16="http://schemas.microsoft.com/office/drawing/2014/main" id="{7C09B2E8-736A-463C-A927-EB3C2A7A2389}"/>
              </a:ext>
            </a:extLst>
          </p:cNvPr>
          <p:cNvSpPr>
            <a:spLocks xmlns:a="http://schemas.openxmlformats.org/drawingml/2006/main" noGrp="1"/>
          </p:cNvSpPr>
          <p:nvPr/>
        </p:nvSpPr>
        <p:spPr>
          <a:xfrm xmlns:a="http://schemas.openxmlformats.org/drawingml/2006/main" rot="0">
            <a:off x="3446954" y="5307940"/>
            <a:ext cx="92392"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5</a:t>
            </a:r>
          </a:p>
        </p:txBody>
      </p:sp>
      <p:sp>
        <p:nvSpPr>
          <p:cNvPr id="923" name="Editable chart path">
            <a:extLst xmlns:a="http://schemas.openxmlformats.org/drawingml/2006/main">
              <a:ext uri="{FF2B5EF4-FFF2-40B4-BE49-F238E27FC236}">
                <a16:creationId xmlns:a16="http://schemas.microsoft.com/office/drawing/2014/main" id="{ACA37E2A-01E6-49DB-B943-817C5EDCD84A}"/>
              </a:ext>
            </a:extLst>
          </p:cNvPr>
          <p:cNvSpPr>
            <a:spLocks xmlns:a="http://schemas.openxmlformats.org/drawingml/2006/main" noGrp="1"/>
          </p:cNvSpPr>
          <p:nvPr/>
        </p:nvSpPr>
        <p:spPr>
          <a:xfrm xmlns:a="http://schemas.openxmlformats.org/drawingml/2006/main">
            <a:off x="4086343" y="5302495"/>
            <a:ext cx="95" cy="3420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19">
            <a:solidFill>
              <a:srgbClr val="5A6683"/>
            </a:solidFill>
            <a:prstDash val="solid"/>
          </a:ln>
        </p:spPr>
      </p:sp>
      <p:sp>
        <p:nvSpPr>
          <p:cNvPr id="924" name="">
            <a:extLst xmlns:a="http://schemas.openxmlformats.org/drawingml/2006/main">
              <a:ext uri="{FF2B5EF4-FFF2-40B4-BE49-F238E27FC236}">
                <a16:creationId xmlns:a16="http://schemas.microsoft.com/office/drawing/2014/main" id="{09A15510-490E-4136-BD23-FABFE43323C8}"/>
              </a:ext>
            </a:extLst>
          </p:cNvPr>
          <p:cNvSpPr>
            <a:spLocks xmlns:a="http://schemas.openxmlformats.org/drawingml/2006/main" noGrp="1"/>
          </p:cNvSpPr>
          <p:nvPr/>
        </p:nvSpPr>
        <p:spPr>
          <a:xfrm xmlns:a="http://schemas.openxmlformats.org/drawingml/2006/main" rot="0">
            <a:off x="3998157" y="5307940"/>
            <a:ext cx="172688"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20</a:t>
            </a:r>
          </a:p>
        </p:txBody>
      </p:sp>
      <p:sp>
        <p:nvSpPr>
          <p:cNvPr id="925" name="Editable chart path">
            <a:extLst xmlns:a="http://schemas.openxmlformats.org/drawingml/2006/main">
              <a:ext uri="{FF2B5EF4-FFF2-40B4-BE49-F238E27FC236}">
                <a16:creationId xmlns:a16="http://schemas.microsoft.com/office/drawing/2014/main" id="{F9918A1E-3172-436A-BA54-13E020AB220A}"/>
              </a:ext>
            </a:extLst>
          </p:cNvPr>
          <p:cNvSpPr>
            <a:spLocks xmlns:a="http://schemas.openxmlformats.org/drawingml/2006/main" noGrp="1"/>
          </p:cNvSpPr>
          <p:nvPr/>
        </p:nvSpPr>
        <p:spPr>
          <a:xfrm xmlns:a="http://schemas.openxmlformats.org/drawingml/2006/main">
            <a:off x="4772625" y="5302495"/>
            <a:ext cx="95" cy="34209"/>
          </a:xfrm>
          <a:custGeom xmlns:a="http://schemas.openxmlformats.org/drawingml/2006/main">
            <a:pathLst>
              <a:path w="95" h="33338">
                <a:moveTo>
                  <a:pt x="0" y="0"/>
                </a:moveTo>
                <a:lnTo>
                  <a:pt x="0" y="33338"/>
                </a:lnTo>
              </a:path>
            </a:pathLst>
          </a:custGeom>
          <a:solidFill xmlns:a="http://schemas.openxmlformats.org/drawingml/2006/main">
            <a:srgbClr val="5A6683"/>
          </a:solidFill>
          <a:ln xmlns:a="http://schemas.openxmlformats.org/drawingml/2006/main" w="7819">
            <a:solidFill>
              <a:srgbClr val="5A6683"/>
            </a:solidFill>
            <a:prstDash val="solid"/>
          </a:ln>
        </p:spPr>
      </p:sp>
      <p:sp>
        <p:nvSpPr>
          <p:cNvPr id="926" name="">
            <a:extLst xmlns:a="http://schemas.openxmlformats.org/drawingml/2006/main">
              <a:ext uri="{FF2B5EF4-FFF2-40B4-BE49-F238E27FC236}">
                <a16:creationId xmlns:a16="http://schemas.microsoft.com/office/drawing/2014/main" id="{F45BDB49-3C88-41AA-BE6C-715441FCDDCC}"/>
              </a:ext>
            </a:extLst>
          </p:cNvPr>
          <p:cNvSpPr>
            <a:spLocks xmlns:a="http://schemas.openxmlformats.org/drawingml/2006/main" noGrp="1"/>
          </p:cNvSpPr>
          <p:nvPr/>
        </p:nvSpPr>
        <p:spPr>
          <a:xfrm xmlns:a="http://schemas.openxmlformats.org/drawingml/2006/main" rot="0">
            <a:off x="4658388" y="5307940"/>
            <a:ext cx="224790" cy="251517"/>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defRPr sz="1100" b="0">
                <a:solidFill>
                  <a:srgbClr val="5A6683"/>
                </a:solidFill>
                <a:latin typeface="Poppins"/>
                <a:ea typeface="Poppins"/>
                <a:cs typeface="Poppins"/>
              </a:defRPr>
            </a:defPPr>
            <a:lvl1pPr>
              <a:defRPr sz="1100" b="0">
                <a:solidFill>
                  <a:srgbClr val="5A6683"/>
                </a:solidFill>
                <a:latin typeface="Poppins"/>
                <a:ea typeface="Poppins"/>
                <a:cs typeface="Poppins"/>
              </a:defRPr>
            </a:lvl1pPr>
            <a:lvl2pPr>
              <a:defRPr sz="1100" b="0">
                <a:solidFill>
                  <a:srgbClr val="5A6683"/>
                </a:solidFill>
                <a:latin typeface="Poppins"/>
                <a:ea typeface="Poppins"/>
                <a:cs typeface="Poppins"/>
              </a:defRPr>
            </a:lvl2pPr>
            <a:lvl3pPr>
              <a:defRPr sz="1100" b="0">
                <a:solidFill>
                  <a:srgbClr val="5A6683"/>
                </a:solidFill>
                <a:latin typeface="Poppins"/>
                <a:ea typeface="Poppins"/>
                <a:cs typeface="Poppins"/>
              </a:defRPr>
            </a:lvl3pPr>
            <a:lvl4pPr>
              <a:defRPr sz="1100" b="0">
                <a:solidFill>
                  <a:srgbClr val="5A6683"/>
                </a:solidFill>
                <a:latin typeface="Poppins"/>
                <a:ea typeface="Poppins"/>
                <a:cs typeface="Poppins"/>
              </a:defRPr>
            </a:lvl4pPr>
            <a:lvl5pPr>
              <a:defRPr sz="1100" b="0">
                <a:solidFill>
                  <a:srgbClr val="5A6683"/>
                </a:solidFill>
                <a:latin typeface="Poppins"/>
                <a:ea typeface="Poppins"/>
                <a:cs typeface="Poppins"/>
              </a:defRPr>
            </a:lvl5pPr>
            <a:lvl6pPr>
              <a:defRPr sz="1100" b="0">
                <a:solidFill>
                  <a:srgbClr val="5A6683"/>
                </a:solidFill>
                <a:latin typeface="Poppins"/>
                <a:ea typeface="Poppins"/>
                <a:cs typeface="Poppins"/>
              </a:defRPr>
            </a:lvl6pPr>
            <a:lvl7pPr>
              <a:defRPr sz="1100" b="0">
                <a:solidFill>
                  <a:srgbClr val="5A6683"/>
                </a:solidFill>
                <a:latin typeface="Poppins"/>
                <a:ea typeface="Poppins"/>
                <a:cs typeface="Poppins"/>
              </a:defRPr>
            </a:lvl7pPr>
            <a:lvl8pPr>
              <a:defRPr sz="1100" b="0">
                <a:solidFill>
                  <a:srgbClr val="5A6683"/>
                </a:solidFill>
                <a:latin typeface="Poppins"/>
                <a:ea typeface="Poppins"/>
                <a:cs typeface="Poppins"/>
              </a:defRPr>
            </a:lvl8pPr>
            <a:lvl9pPr>
              <a:defRPr sz="1100" b="0">
                <a:solidFill>
                  <a:srgbClr val="5A6683"/>
                </a:solidFill>
                <a:latin typeface="Poppins"/>
                <a:ea typeface="Poppins"/>
                <a:cs typeface="Poppins"/>
              </a:defRPr>
            </a:lvl9pPr>
          </a:lstStyle>
          <a:p xmlns:a="http://schemas.openxmlformats.org/drawingml/2006/main">
            <a:pPr>
              <a:defRPr sz="1100" b="0">
                <a:solidFill>
                  <a:srgbClr val="5A6683"/>
                </a:solidFill>
                <a:latin typeface="Poppins"/>
                <a:ea typeface="Poppins"/>
                <a:cs typeface="Poppins"/>
              </a:defRPr>
            </a:pPr>
            <a:r>
              <a:rPr sz="1100" b="0">
                <a:solidFill>
                  <a:srgbClr val="5A6683"/>
                </a:solidFill>
                <a:latin typeface="Poppins"/>
                <a:ea typeface="Poppins"/>
                <a:cs typeface="Poppins"/>
              </a:rPr>
              <a:t>100</a:t>
            </a:r>
          </a:p>
        </p:txBody>
      </p:sp>
      <p:sp>
        <p:nvSpPr>
          <p:cNvPr id="927" name="">
            <a:extLst xmlns:a="http://schemas.openxmlformats.org/drawingml/2006/main">
              <a:ext uri="{FF2B5EF4-FFF2-40B4-BE49-F238E27FC236}">
                <a16:creationId xmlns:a16="http://schemas.microsoft.com/office/drawing/2014/main" id="{D49CCA3B-9048-4356-B1AB-93576C2B9EC8}"/>
              </a:ext>
            </a:extLst>
          </p:cNvPr>
          <p:cNvSpPr>
            <a:spLocks xmlns:a="http://schemas.openxmlformats.org/drawingml/2006/main" noGrp="1"/>
          </p:cNvSpPr>
          <p:nvPr/>
        </p:nvSpPr>
        <p:spPr>
          <a:xfrm xmlns:a="http://schemas.openxmlformats.org/drawingml/2006/main">
            <a:off x="952500" y="5572125"/>
            <a:ext cx="4953000" cy="381000"/>
          </a:xfrm>
          <a:prstGeom xmlns:a="http://schemas.openxmlformats.org/drawingml/2006/main" prst="rect">
            <a:avLst/>
          </a:prstGeom>
          <a:noFill xmlns:a="http://schemas.openxmlformats.org/drawingml/2006/main"/>
          <a:ln xmlns:a="http://schemas.openxmlformats.org/drawingml/2006/main" w="0">
            <a:noFill/>
          </a:ln>
        </p:spPr>
        <p:txBody>
          <a:bodyPr xmlns:a="http://schemas.openxmlformats.org/drawingml/2006/main" wrap="none" lIns="0" tIns="0" rIns="0" bIns="0" anchor="t"/>
          <a:lstStyle xmlns:a="http://schemas.openxmlformats.org/drawingml/2006/main">
            <a:defPPr algn="ctr">
              <a:defRPr sz="1100" b="0">
                <a:solidFill>
                  <a:srgbClr val="5A6683"/>
                </a:solidFill>
                <a:latin typeface="Poppins"/>
                <a:ea typeface="Poppins"/>
                <a:cs typeface="Poppins"/>
              </a:defRPr>
            </a:defPPr>
            <a:lvl1pPr algn="ctr">
              <a:defRPr sz="1100" b="0">
                <a:solidFill>
                  <a:srgbClr val="5A6683"/>
                </a:solidFill>
                <a:latin typeface="Poppins"/>
                <a:ea typeface="Poppins"/>
                <a:cs typeface="Poppins"/>
              </a:defRPr>
            </a:lvl1pPr>
            <a:lvl2pPr algn="ctr">
              <a:defRPr sz="1100" b="0">
                <a:solidFill>
                  <a:srgbClr val="5A6683"/>
                </a:solidFill>
                <a:latin typeface="Poppins"/>
                <a:ea typeface="Poppins"/>
                <a:cs typeface="Poppins"/>
              </a:defRPr>
            </a:lvl2pPr>
            <a:lvl3pPr algn="ctr">
              <a:defRPr sz="1100" b="0">
                <a:solidFill>
                  <a:srgbClr val="5A6683"/>
                </a:solidFill>
                <a:latin typeface="Poppins"/>
                <a:ea typeface="Poppins"/>
                <a:cs typeface="Poppins"/>
              </a:defRPr>
            </a:lvl3pPr>
            <a:lvl4pPr algn="ctr">
              <a:defRPr sz="1100" b="0">
                <a:solidFill>
                  <a:srgbClr val="5A6683"/>
                </a:solidFill>
                <a:latin typeface="Poppins"/>
                <a:ea typeface="Poppins"/>
                <a:cs typeface="Poppins"/>
              </a:defRPr>
            </a:lvl4pPr>
            <a:lvl5pPr algn="ctr">
              <a:defRPr sz="1100" b="0">
                <a:solidFill>
                  <a:srgbClr val="5A6683"/>
                </a:solidFill>
                <a:latin typeface="Poppins"/>
                <a:ea typeface="Poppins"/>
                <a:cs typeface="Poppins"/>
              </a:defRPr>
            </a:lvl5pPr>
            <a:lvl6pPr algn="ctr">
              <a:defRPr sz="1100" b="0">
                <a:solidFill>
                  <a:srgbClr val="5A6683"/>
                </a:solidFill>
                <a:latin typeface="Poppins"/>
                <a:ea typeface="Poppins"/>
                <a:cs typeface="Poppins"/>
              </a:defRPr>
            </a:lvl6pPr>
            <a:lvl7pPr algn="ctr">
              <a:defRPr sz="1100" b="0">
                <a:solidFill>
                  <a:srgbClr val="5A6683"/>
                </a:solidFill>
                <a:latin typeface="Poppins"/>
                <a:ea typeface="Poppins"/>
                <a:cs typeface="Poppins"/>
              </a:defRPr>
            </a:lvl7pPr>
            <a:lvl8pPr algn="ctr">
              <a:defRPr sz="1100" b="0">
                <a:solidFill>
                  <a:srgbClr val="5A6683"/>
                </a:solidFill>
                <a:latin typeface="Poppins"/>
                <a:ea typeface="Poppins"/>
                <a:cs typeface="Poppins"/>
              </a:defRPr>
            </a:lvl8pPr>
            <a:lvl9pPr algn="ctr">
              <a:defRPr sz="1100" b="0">
                <a:solidFill>
                  <a:srgbClr val="5A6683"/>
                </a:solidFill>
                <a:latin typeface="Poppins"/>
                <a:ea typeface="Poppins"/>
                <a:cs typeface="Poppins"/>
              </a:defRPr>
            </a:lvl9pPr>
          </a:lstStyle>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Dry-weather mean vacant taxis per 10,000 residents (analysed cells</a:t>
            </a:r>
          </a:p>
          <a:p xmlns:a="http://schemas.openxmlformats.org/drawingml/2006/main">
            <a:pPr algn="ctr">
              <a:defRPr sz="1100" b="0">
                <a:solidFill>
                  <a:srgbClr val="5A6683"/>
                </a:solidFill>
                <a:latin typeface="Poppins"/>
                <a:ea typeface="Poppins"/>
                <a:cs typeface="Poppins"/>
              </a:defRPr>
            </a:pPr>
            <a:r>
              <a:rPr sz="1100" b="0">
                <a:solidFill>
                  <a:srgbClr val="5A6683"/>
                </a:solidFill>
                <a:latin typeface="Poppins"/>
                <a:ea typeface="Poppins"/>
                <a:cs typeface="Poppins"/>
              </a:rPr>
              <a:t>with &gt;= 2,000 residents)</a:t>
            </a:r>
          </a:p>
        </p:txBody>
      </p:sp>
    </p:spTree>
    <p:extLst>
      <p:ext uri="{BB962C8B-B14F-4D97-AF65-F5344CB8AC3E}">
        <p14:creationId xmlns:p14="http://schemas.microsoft.com/office/powerpoint/2010/main" val="597896415"/>
      </p:ext>
    </p:extLst>
  </p:cSld>
</p:sld>
</file>

<file path=ppt/theme/theme1.xml><?xml version="1.0" encoding="utf-8"?>
<a:theme xmlns:a="http://schemas.openxmlformats.org/drawingml/2006/main" name="It's Raining Taxis">
  <a:themeElements>
    <a:clrScheme name="It's Raining Taxis">
      <a:dk1>
        <a:srgbClr val="14295B"/>
      </a:dk1>
      <a:lt1>
        <a:srgbClr val="EEF1F6"/>
      </a:lt1>
      <a:dk2>
        <a:srgbClr val="4B5B82"/>
      </a:dk2>
      <a:lt2>
        <a:srgbClr val="D8DDE7"/>
      </a:lt2>
      <a:accent1>
        <a:srgbClr val="5A6683"/>
      </a:accent1>
      <a:accent2>
        <a:srgbClr val="2C5EAA"/>
      </a:accent2>
      <a:accent3>
        <a:srgbClr val="C0453C"/>
      </a:accent3>
      <a:accent4>
        <a:srgbClr val="8FB8F2"/>
      </a:accent4>
      <a:accent5>
        <a:srgbClr val="9FB6DA"/>
      </a:accent5>
      <a:accent6>
        <a:srgbClr val="4A5672"/>
      </a:accent6>
      <a:hlink>
        <a:srgbClr val="0563C1"/>
      </a:hlink>
      <a:folHlink>
        <a:srgbClr val="954F72"/>
      </a:folHlink>
    </a:clrScheme>
    <a:fontScheme name="It's Raining Taxis">
      <a:majorFont>
        <a:latin typeface="Anton"/>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Poppins"/>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It's Raining Taxis">
      <a:fillStyleLst>
        <a:solidFill>
          <a:schemeClr val="phClr"/>
        </a:solidFill>
        <a:gradFill rotWithShape="1">
          <a:gsLst>
            <a:gs pos="0">
              <a:schemeClr val="phClr">
                <a:tint val="67000"/>
                <a:lumMod val="110000"/>
                <a:satMod val="105000"/>
              </a:schemeClr>
            </a:gs>
            <a:gs pos="50000">
              <a:schemeClr val="phClr">
                <a:tint val="73000"/>
                <a:lumMod val="105000"/>
                <a:satMod val="103000"/>
              </a:schemeClr>
            </a:gs>
            <a:gs pos="100000">
              <a:schemeClr val="phClr">
                <a:tint val="81000"/>
                <a:lumMod val="105000"/>
                <a:satMod val="109000"/>
              </a:schemeClr>
            </a:gs>
          </a:gsLst>
          <a:lin ang="5400000" scaled="0"/>
        </a:gradFill>
        <a:gradFill rotWithShape="1">
          <a:gsLst>
            <a:gs pos="0">
              <a:schemeClr val="phClr">
                <a:tint val="94000"/>
                <a:lumMod val="102000"/>
                <a:satMod val="103000"/>
              </a:schemeClr>
            </a:gs>
            <a:gs pos="50000">
              <a:schemeClr val="phClr">
                <a:shade val="100000"/>
                <a:lumMod val="100000"/>
                <a:satMod val="110000"/>
              </a:schemeClr>
            </a:gs>
            <a:gs pos="100000">
              <a:schemeClr val="phClr">
                <a:shade val="78000"/>
                <a:lumMod val="99000"/>
                <a:satMod val="120000"/>
              </a:schemeClr>
            </a:gs>
          </a:gsLst>
          <a:lin ang="5400000" scaled="0"/>
        </a:gradFill>
      </a:fillStyleLst>
      <a:lnStyleLst>
        <a:ln w="6350">
          <a:solidFill>
            <a:schemeClr val="phClr"/>
          </a:solidFill>
          <a:prstDash val="solid"/>
        </a:ln>
        <a:ln w="12700">
          <a:solidFill>
            <a:schemeClr val="phClr"/>
          </a:solidFill>
          <a:prstDash val="solid"/>
        </a:ln>
        <a:ln w="19050">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lumMod val="102000"/>
                <a:satMod val="150000"/>
              </a:schemeClr>
            </a:gs>
            <a:gs pos="50000">
              <a:schemeClr val="phClr">
                <a:tint val="98000"/>
                <a:shade val="90000"/>
                <a:lumMod val="103000"/>
                <a:satMod val="130000"/>
              </a:schemeClr>
            </a:gs>
            <a:gs pos="100000">
              <a:schemeClr val="phClr">
                <a:shade val="63000"/>
                <a:satMod val="120000"/>
              </a:schemeClr>
            </a:gs>
          </a:gsLst>
          <a:lin ang="5400000" scaled="0"/>
        </a:gradFill>
      </a:bgFillStyleLst>
    </a:fmtScheme>
  </a:themeElements>
</a:theme>
</file>

<file path=docProps/app.xml><?xml version="1.0" encoding="utf-8"?>
<ap:Properties xmlns:ap="http://schemas.openxmlformats.org/officeDocument/2006/extended-properties">
  <ap:Application>Walnut Exporter</ap:Application>
  <ap:PresentationFormat>Converted Presentation</ap:PresentationFormat>
  <ap:Slides>0</ap:Slides>
  <ap:Notes>0</ap:Notes>
  <ap:HiddenSlides>0</ap:HiddenSlides>
  <ap:SharedDoc>false</ap:SharedDoc>
  <ap:DocSecurity>0</ap:DocSecurity>
</ap:Properties>
</file>

<file path=docProps/core.xml><?xml version="1.0" encoding="utf-8"?>
<coreProperties xmlns:dc="http://purl.org/dc/elements/1.1/" xmlns:dcterms="http://purl.org/dc/terms/" xmlns:xsi="http://www.w3.org/2001/XMLSchema-instance" xmlns="http://schemas.openxmlformats.org/package/2006/metadata/core-properties">
  <dc:creator>Walnut Exporter</dc:creator>
  <lastModifiedBy>Walnut Exporter</lastModifiedBy>
  <dc:title>Presentation</dc:title>
  <dcterms:created xsi:type="dcterms:W3CDTF">2026-10-26T02:42:59.7810000Z</dcterms:created>
  <dcterms:modified xsi:type="dcterms:W3CDTF">2026-10-26T02:42:59.7810000Z</dcterms:modified>
</coreProperties>
</file>